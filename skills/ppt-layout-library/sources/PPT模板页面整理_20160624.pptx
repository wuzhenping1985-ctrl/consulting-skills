            <a:pt x="34" y="7"/>
                  </a:cubicBezTo>
                  <a:cubicBezTo>
                    <a:pt x="34" y="3"/>
                    <a:pt x="32" y="0"/>
                    <a:pt x="28" y="0"/>
                  </a:cubicBezTo>
                  <a:cubicBezTo>
                    <a:pt x="18" y="0"/>
                    <a:pt x="18" y="0"/>
                    <a:pt x="18" y="0"/>
                  </a:cubicBezTo>
                  <a:cubicBezTo>
                    <a:pt x="14" y="0"/>
                    <a:pt x="12" y="3"/>
                    <a:pt x="12" y="7"/>
                  </a:cubicBezTo>
                  <a:cubicBezTo>
                    <a:pt x="12" y="8"/>
                    <a:pt x="12" y="8"/>
                    <a:pt x="12" y="8"/>
                  </a:cubicBezTo>
                  <a:cubicBezTo>
                    <a:pt x="12" y="11"/>
                    <a:pt x="13" y="12"/>
                    <a:pt x="14" y="13"/>
                  </a:cubicBezTo>
                  <a:cubicBezTo>
                    <a:pt x="14" y="41"/>
                    <a:pt x="14" y="41"/>
                    <a:pt x="14" y="41"/>
                  </a:cubicBezTo>
                  <a:cubicBezTo>
                    <a:pt x="14" y="43"/>
                    <a:pt x="13" y="45"/>
                    <a:pt x="11" y="46"/>
                  </a:cubicBezTo>
                  <a:cubicBezTo>
                    <a:pt x="6" y="49"/>
                    <a:pt x="0" y="62"/>
                    <a:pt x="0" y="118"/>
                  </a:cubicBezTo>
                  <a:cubicBezTo>
                    <a:pt x="14" y="118"/>
                    <a:pt x="14" y="118"/>
                    <a:pt x="14" y="118"/>
                  </a:cubicBezTo>
                  <a:cubicBezTo>
                    <a:pt x="14" y="118"/>
                    <a:pt x="14" y="118"/>
                    <a:pt x="14" y="118"/>
                  </a:cubicBezTo>
                  <a:cubicBezTo>
                    <a:pt x="23" y="118"/>
                    <a:pt x="23" y="118"/>
                    <a:pt x="23" y="118"/>
                  </a:cubicBezTo>
                  <a:cubicBezTo>
                    <a:pt x="32" y="118"/>
                    <a:pt x="32" y="118"/>
                    <a:pt x="32" y="118"/>
                  </a:cubicBezTo>
                  <a:cubicBezTo>
                    <a:pt x="32" y="118"/>
                    <a:pt x="32" y="118"/>
                    <a:pt x="32" y="118"/>
                  </a:cubicBezTo>
                  <a:cubicBezTo>
                    <a:pt x="46" y="118"/>
                    <a:pt x="46" y="118"/>
                    <a:pt x="46" y="118"/>
                  </a:cubicBezTo>
                  <a:cubicBezTo>
                    <a:pt x="46" y="62"/>
                    <a:pt x="40" y="49"/>
                    <a:pt x="35" y="46"/>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0" name="Freeform 627"/>
            <p:cNvSpPr>
              <a:spLocks/>
            </p:cNvSpPr>
            <p:nvPr/>
          </p:nvSpPr>
          <p:spPr bwMode="auto">
            <a:xfrm>
              <a:off x="2841625" y="5472113"/>
              <a:ext cx="147638" cy="206375"/>
            </a:xfrm>
            <a:custGeom>
              <a:avLst/>
              <a:gdLst>
                <a:gd name="T0" fmla="*/ 44 w 70"/>
                <a:gd name="T1" fmla="*/ 39 h 99"/>
                <a:gd name="T2" fmla="*/ 44 w 70"/>
                <a:gd name="T3" fmla="*/ 13 h 99"/>
                <a:gd name="T4" fmla="*/ 48 w 70"/>
                <a:gd name="T5" fmla="*/ 7 h 99"/>
                <a:gd name="T6" fmla="*/ 48 w 70"/>
                <a:gd name="T7" fmla="*/ 6 h 99"/>
                <a:gd name="T8" fmla="*/ 42 w 70"/>
                <a:gd name="T9" fmla="*/ 0 h 99"/>
                <a:gd name="T10" fmla="*/ 29 w 70"/>
                <a:gd name="T11" fmla="*/ 0 h 99"/>
                <a:gd name="T12" fmla="*/ 22 w 70"/>
                <a:gd name="T13" fmla="*/ 6 h 99"/>
                <a:gd name="T14" fmla="*/ 22 w 70"/>
                <a:gd name="T15" fmla="*/ 7 h 99"/>
                <a:gd name="T16" fmla="*/ 26 w 70"/>
                <a:gd name="T17" fmla="*/ 13 h 99"/>
                <a:gd name="T18" fmla="*/ 26 w 70"/>
                <a:gd name="T19" fmla="*/ 39 h 99"/>
                <a:gd name="T20" fmla="*/ 0 w 70"/>
                <a:gd name="T21" fmla="*/ 72 h 99"/>
                <a:gd name="T22" fmla="*/ 13 w 70"/>
                <a:gd name="T23" fmla="*/ 99 h 99"/>
                <a:gd name="T24" fmla="*/ 57 w 70"/>
                <a:gd name="T25" fmla="*/ 99 h 99"/>
                <a:gd name="T26" fmla="*/ 70 w 70"/>
                <a:gd name="T27" fmla="*/ 72 h 99"/>
                <a:gd name="T28" fmla="*/ 44 w 70"/>
                <a:gd name="T29" fmla="*/ 3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99">
                  <a:moveTo>
                    <a:pt x="44" y="39"/>
                  </a:moveTo>
                  <a:cubicBezTo>
                    <a:pt x="44" y="13"/>
                    <a:pt x="44" y="13"/>
                    <a:pt x="44" y="13"/>
                  </a:cubicBezTo>
                  <a:cubicBezTo>
                    <a:pt x="46" y="12"/>
                    <a:pt x="48" y="10"/>
                    <a:pt x="48" y="7"/>
                  </a:cubicBezTo>
                  <a:cubicBezTo>
                    <a:pt x="48" y="6"/>
                    <a:pt x="48" y="6"/>
                    <a:pt x="48" y="6"/>
                  </a:cubicBezTo>
                  <a:cubicBezTo>
                    <a:pt x="48" y="3"/>
                    <a:pt x="45" y="0"/>
                    <a:pt x="42" y="0"/>
                  </a:cubicBezTo>
                  <a:cubicBezTo>
                    <a:pt x="29" y="0"/>
                    <a:pt x="29" y="0"/>
                    <a:pt x="29" y="0"/>
                  </a:cubicBezTo>
                  <a:cubicBezTo>
                    <a:pt x="25" y="0"/>
                    <a:pt x="22" y="3"/>
                    <a:pt x="22" y="6"/>
                  </a:cubicBezTo>
                  <a:cubicBezTo>
                    <a:pt x="22" y="7"/>
                    <a:pt x="22" y="7"/>
                    <a:pt x="22" y="7"/>
                  </a:cubicBezTo>
                  <a:cubicBezTo>
                    <a:pt x="22" y="10"/>
                    <a:pt x="24" y="12"/>
                    <a:pt x="26" y="13"/>
                  </a:cubicBezTo>
                  <a:cubicBezTo>
                    <a:pt x="26" y="39"/>
                    <a:pt x="26" y="39"/>
                    <a:pt x="26" y="39"/>
                  </a:cubicBezTo>
                  <a:cubicBezTo>
                    <a:pt x="11" y="43"/>
                    <a:pt x="0" y="56"/>
                    <a:pt x="0" y="72"/>
                  </a:cubicBezTo>
                  <a:cubicBezTo>
                    <a:pt x="0" y="83"/>
                    <a:pt x="5" y="92"/>
                    <a:pt x="13" y="99"/>
                  </a:cubicBezTo>
                  <a:cubicBezTo>
                    <a:pt x="57" y="99"/>
                    <a:pt x="57" y="99"/>
                    <a:pt x="57" y="99"/>
                  </a:cubicBezTo>
                  <a:cubicBezTo>
                    <a:pt x="65" y="92"/>
                    <a:pt x="70" y="83"/>
                    <a:pt x="70" y="72"/>
                  </a:cubicBezTo>
                  <a:cubicBezTo>
                    <a:pt x="70" y="56"/>
                    <a:pt x="59" y="43"/>
                    <a:pt x="44" y="39"/>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1" name="Freeform 628"/>
            <p:cNvSpPr>
              <a:spLocks/>
            </p:cNvSpPr>
            <p:nvPr/>
          </p:nvSpPr>
          <p:spPr bwMode="auto">
            <a:xfrm>
              <a:off x="3016250" y="5432425"/>
              <a:ext cx="98425" cy="246062"/>
            </a:xfrm>
            <a:custGeom>
              <a:avLst/>
              <a:gdLst>
                <a:gd name="T0" fmla="*/ 35 w 47"/>
                <a:gd name="T1" fmla="*/ 46 h 118"/>
                <a:gd name="T2" fmla="*/ 32 w 47"/>
                <a:gd name="T3" fmla="*/ 41 h 118"/>
                <a:gd name="T4" fmla="*/ 32 w 47"/>
                <a:gd name="T5" fmla="*/ 13 h 118"/>
                <a:gd name="T6" fmla="*/ 35 w 47"/>
                <a:gd name="T7" fmla="*/ 8 h 118"/>
                <a:gd name="T8" fmla="*/ 35 w 47"/>
                <a:gd name="T9" fmla="*/ 7 h 118"/>
                <a:gd name="T10" fmla="*/ 29 w 47"/>
                <a:gd name="T11" fmla="*/ 0 h 118"/>
                <a:gd name="T12" fmla="*/ 18 w 47"/>
                <a:gd name="T13" fmla="*/ 0 h 118"/>
                <a:gd name="T14" fmla="*/ 12 w 47"/>
                <a:gd name="T15" fmla="*/ 7 h 118"/>
                <a:gd name="T16" fmla="*/ 12 w 47"/>
                <a:gd name="T17" fmla="*/ 8 h 118"/>
                <a:gd name="T18" fmla="*/ 15 w 47"/>
                <a:gd name="T19" fmla="*/ 13 h 118"/>
                <a:gd name="T20" fmla="*/ 15 w 47"/>
                <a:gd name="T21" fmla="*/ 41 h 118"/>
                <a:gd name="T22" fmla="*/ 12 w 47"/>
                <a:gd name="T23" fmla="*/ 46 h 118"/>
                <a:gd name="T24" fmla="*/ 0 w 47"/>
                <a:gd name="T25" fmla="*/ 118 h 118"/>
                <a:gd name="T26" fmla="*/ 15 w 47"/>
                <a:gd name="T27" fmla="*/ 118 h 118"/>
                <a:gd name="T28" fmla="*/ 15 w 47"/>
                <a:gd name="T29" fmla="*/ 118 h 118"/>
                <a:gd name="T30" fmla="*/ 23 w 47"/>
                <a:gd name="T31" fmla="*/ 118 h 118"/>
                <a:gd name="T32" fmla="*/ 32 w 47"/>
                <a:gd name="T33" fmla="*/ 118 h 118"/>
                <a:gd name="T34" fmla="*/ 32 w 47"/>
                <a:gd name="T35" fmla="*/ 118 h 118"/>
                <a:gd name="T36" fmla="*/ 47 w 47"/>
                <a:gd name="T37" fmla="*/ 118 h 118"/>
                <a:gd name="T38" fmla="*/ 35 w 47"/>
                <a:gd name="T39" fmla="*/ 4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7" h="118">
                  <a:moveTo>
                    <a:pt x="35" y="46"/>
                  </a:moveTo>
                  <a:cubicBezTo>
                    <a:pt x="34" y="45"/>
                    <a:pt x="33" y="43"/>
                    <a:pt x="32" y="41"/>
                  </a:cubicBezTo>
                  <a:cubicBezTo>
                    <a:pt x="32" y="13"/>
                    <a:pt x="32" y="13"/>
                    <a:pt x="32" y="13"/>
                  </a:cubicBezTo>
                  <a:cubicBezTo>
                    <a:pt x="34" y="12"/>
                    <a:pt x="35" y="11"/>
                    <a:pt x="35" y="8"/>
                  </a:cubicBezTo>
                  <a:cubicBezTo>
                    <a:pt x="35" y="7"/>
                    <a:pt x="35" y="7"/>
                    <a:pt x="35" y="7"/>
                  </a:cubicBezTo>
                  <a:cubicBezTo>
                    <a:pt x="35" y="3"/>
                    <a:pt x="32" y="0"/>
                    <a:pt x="29" y="0"/>
                  </a:cubicBezTo>
                  <a:cubicBezTo>
                    <a:pt x="18" y="0"/>
                    <a:pt x="18" y="0"/>
                    <a:pt x="18" y="0"/>
                  </a:cubicBezTo>
                  <a:cubicBezTo>
                    <a:pt x="15" y="0"/>
                    <a:pt x="12" y="3"/>
                    <a:pt x="12" y="7"/>
                  </a:cubicBezTo>
                  <a:cubicBezTo>
                    <a:pt x="12" y="8"/>
                    <a:pt x="12" y="8"/>
                    <a:pt x="12" y="8"/>
                  </a:cubicBezTo>
                  <a:cubicBezTo>
                    <a:pt x="12" y="11"/>
                    <a:pt x="13" y="12"/>
                    <a:pt x="15" y="13"/>
                  </a:cubicBezTo>
                  <a:cubicBezTo>
                    <a:pt x="15" y="41"/>
                    <a:pt x="15" y="41"/>
                    <a:pt x="15" y="41"/>
                  </a:cubicBezTo>
                  <a:cubicBezTo>
                    <a:pt x="14" y="43"/>
                    <a:pt x="13" y="45"/>
                    <a:pt x="12" y="46"/>
                  </a:cubicBezTo>
                  <a:cubicBezTo>
                    <a:pt x="7" y="49"/>
                    <a:pt x="0" y="62"/>
                    <a:pt x="0" y="118"/>
                  </a:cubicBezTo>
                  <a:cubicBezTo>
                    <a:pt x="15" y="118"/>
                    <a:pt x="15" y="118"/>
                    <a:pt x="15" y="118"/>
                  </a:cubicBezTo>
                  <a:cubicBezTo>
                    <a:pt x="15" y="118"/>
                    <a:pt x="15" y="118"/>
                    <a:pt x="15" y="118"/>
                  </a:cubicBezTo>
                  <a:cubicBezTo>
                    <a:pt x="23" y="118"/>
                    <a:pt x="23" y="118"/>
                    <a:pt x="23" y="118"/>
                  </a:cubicBezTo>
                  <a:cubicBezTo>
                    <a:pt x="32" y="118"/>
                    <a:pt x="32" y="118"/>
                    <a:pt x="32" y="118"/>
                  </a:cubicBezTo>
                  <a:cubicBezTo>
                    <a:pt x="32" y="118"/>
                    <a:pt x="32" y="118"/>
                    <a:pt x="32" y="118"/>
                  </a:cubicBezTo>
                  <a:cubicBezTo>
                    <a:pt x="47" y="118"/>
                    <a:pt x="47" y="118"/>
                    <a:pt x="47" y="118"/>
                  </a:cubicBezTo>
                  <a:cubicBezTo>
                    <a:pt x="47" y="62"/>
                    <a:pt x="40" y="49"/>
                    <a:pt x="35" y="46"/>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2" name="Freeform 629"/>
            <p:cNvSpPr>
              <a:spLocks/>
            </p:cNvSpPr>
            <p:nvPr/>
          </p:nvSpPr>
          <p:spPr bwMode="auto">
            <a:xfrm>
              <a:off x="2244725" y="6135688"/>
              <a:ext cx="146050" cy="207962"/>
            </a:xfrm>
            <a:custGeom>
              <a:avLst/>
              <a:gdLst>
                <a:gd name="T0" fmla="*/ 45 w 70"/>
                <a:gd name="T1" fmla="*/ 39 h 99"/>
                <a:gd name="T2" fmla="*/ 45 w 70"/>
                <a:gd name="T3" fmla="*/ 13 h 99"/>
                <a:gd name="T4" fmla="*/ 48 w 70"/>
                <a:gd name="T5" fmla="*/ 8 h 99"/>
                <a:gd name="T6" fmla="*/ 48 w 70"/>
                <a:gd name="T7" fmla="*/ 6 h 99"/>
                <a:gd name="T8" fmla="*/ 42 w 70"/>
                <a:gd name="T9" fmla="*/ 0 h 99"/>
                <a:gd name="T10" fmla="*/ 29 w 70"/>
                <a:gd name="T11" fmla="*/ 0 h 99"/>
                <a:gd name="T12" fmla="*/ 23 w 70"/>
                <a:gd name="T13" fmla="*/ 6 h 99"/>
                <a:gd name="T14" fmla="*/ 23 w 70"/>
                <a:gd name="T15" fmla="*/ 8 h 99"/>
                <a:gd name="T16" fmla="*/ 26 w 70"/>
                <a:gd name="T17" fmla="*/ 13 h 99"/>
                <a:gd name="T18" fmla="*/ 26 w 70"/>
                <a:gd name="T19" fmla="*/ 39 h 99"/>
                <a:gd name="T20" fmla="*/ 0 w 70"/>
                <a:gd name="T21" fmla="*/ 73 h 99"/>
                <a:gd name="T22" fmla="*/ 13 w 70"/>
                <a:gd name="T23" fmla="*/ 99 h 99"/>
                <a:gd name="T24" fmla="*/ 58 w 70"/>
                <a:gd name="T25" fmla="*/ 99 h 99"/>
                <a:gd name="T26" fmla="*/ 70 w 70"/>
                <a:gd name="T27" fmla="*/ 73 h 99"/>
                <a:gd name="T28" fmla="*/ 45 w 70"/>
                <a:gd name="T29" fmla="*/ 3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99">
                  <a:moveTo>
                    <a:pt x="45" y="39"/>
                  </a:moveTo>
                  <a:cubicBezTo>
                    <a:pt x="45" y="13"/>
                    <a:pt x="45" y="13"/>
                    <a:pt x="45" y="13"/>
                  </a:cubicBezTo>
                  <a:cubicBezTo>
                    <a:pt x="47" y="12"/>
                    <a:pt x="48" y="10"/>
                    <a:pt x="48" y="8"/>
                  </a:cubicBezTo>
                  <a:cubicBezTo>
                    <a:pt x="48" y="6"/>
                    <a:pt x="48" y="6"/>
                    <a:pt x="48" y="6"/>
                  </a:cubicBezTo>
                  <a:cubicBezTo>
                    <a:pt x="48" y="3"/>
                    <a:pt x="45" y="0"/>
                    <a:pt x="42" y="0"/>
                  </a:cubicBezTo>
                  <a:cubicBezTo>
                    <a:pt x="29" y="0"/>
                    <a:pt x="29" y="0"/>
                    <a:pt x="29" y="0"/>
                  </a:cubicBezTo>
                  <a:cubicBezTo>
                    <a:pt x="25" y="0"/>
                    <a:pt x="23" y="3"/>
                    <a:pt x="23" y="6"/>
                  </a:cubicBezTo>
                  <a:cubicBezTo>
                    <a:pt x="23" y="8"/>
                    <a:pt x="23" y="8"/>
                    <a:pt x="23" y="8"/>
                  </a:cubicBezTo>
                  <a:cubicBezTo>
                    <a:pt x="23" y="10"/>
                    <a:pt x="24" y="12"/>
                    <a:pt x="26" y="13"/>
                  </a:cubicBezTo>
                  <a:cubicBezTo>
                    <a:pt x="26" y="39"/>
                    <a:pt x="26" y="39"/>
                    <a:pt x="26" y="39"/>
                  </a:cubicBezTo>
                  <a:cubicBezTo>
                    <a:pt x="11" y="43"/>
                    <a:pt x="0" y="57"/>
                    <a:pt x="0" y="73"/>
                  </a:cubicBezTo>
                  <a:cubicBezTo>
                    <a:pt x="0" y="83"/>
                    <a:pt x="5" y="93"/>
                    <a:pt x="13" y="99"/>
                  </a:cubicBezTo>
                  <a:cubicBezTo>
                    <a:pt x="58" y="99"/>
                    <a:pt x="58" y="99"/>
                    <a:pt x="58" y="99"/>
                  </a:cubicBezTo>
                  <a:cubicBezTo>
                    <a:pt x="65" y="93"/>
                    <a:pt x="70" y="83"/>
                    <a:pt x="70" y="73"/>
                  </a:cubicBezTo>
                  <a:cubicBezTo>
                    <a:pt x="70" y="57"/>
                    <a:pt x="59" y="43"/>
                    <a:pt x="45" y="39"/>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3" name="Freeform 630"/>
            <p:cNvSpPr>
              <a:spLocks/>
            </p:cNvSpPr>
            <p:nvPr/>
          </p:nvSpPr>
          <p:spPr bwMode="auto">
            <a:xfrm>
              <a:off x="2424113" y="6135688"/>
              <a:ext cx="144463" cy="207962"/>
            </a:xfrm>
            <a:custGeom>
              <a:avLst/>
              <a:gdLst>
                <a:gd name="T0" fmla="*/ 44 w 69"/>
                <a:gd name="T1" fmla="*/ 39 h 99"/>
                <a:gd name="T2" fmla="*/ 44 w 69"/>
                <a:gd name="T3" fmla="*/ 13 h 99"/>
                <a:gd name="T4" fmla="*/ 47 w 69"/>
                <a:gd name="T5" fmla="*/ 8 h 99"/>
                <a:gd name="T6" fmla="*/ 47 w 69"/>
                <a:gd name="T7" fmla="*/ 6 h 99"/>
                <a:gd name="T8" fmla="*/ 41 w 69"/>
                <a:gd name="T9" fmla="*/ 0 h 99"/>
                <a:gd name="T10" fmla="*/ 28 w 69"/>
                <a:gd name="T11" fmla="*/ 0 h 99"/>
                <a:gd name="T12" fmla="*/ 22 w 69"/>
                <a:gd name="T13" fmla="*/ 6 h 99"/>
                <a:gd name="T14" fmla="*/ 22 w 69"/>
                <a:gd name="T15" fmla="*/ 8 h 99"/>
                <a:gd name="T16" fmla="*/ 25 w 69"/>
                <a:gd name="T17" fmla="*/ 13 h 99"/>
                <a:gd name="T18" fmla="*/ 25 w 69"/>
                <a:gd name="T19" fmla="*/ 39 h 99"/>
                <a:gd name="T20" fmla="*/ 0 w 69"/>
                <a:gd name="T21" fmla="*/ 73 h 99"/>
                <a:gd name="T22" fmla="*/ 12 w 69"/>
                <a:gd name="T23" fmla="*/ 99 h 99"/>
                <a:gd name="T24" fmla="*/ 57 w 69"/>
                <a:gd name="T25" fmla="*/ 99 h 99"/>
                <a:gd name="T26" fmla="*/ 69 w 69"/>
                <a:gd name="T27" fmla="*/ 73 h 99"/>
                <a:gd name="T28" fmla="*/ 44 w 69"/>
                <a:gd name="T29" fmla="*/ 3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9" h="99">
                  <a:moveTo>
                    <a:pt x="44" y="39"/>
                  </a:moveTo>
                  <a:cubicBezTo>
                    <a:pt x="44" y="13"/>
                    <a:pt x="44" y="13"/>
                    <a:pt x="44" y="13"/>
                  </a:cubicBezTo>
                  <a:cubicBezTo>
                    <a:pt x="46" y="12"/>
                    <a:pt x="47" y="10"/>
                    <a:pt x="47" y="8"/>
                  </a:cubicBezTo>
                  <a:cubicBezTo>
                    <a:pt x="47" y="6"/>
                    <a:pt x="47" y="6"/>
                    <a:pt x="47" y="6"/>
                  </a:cubicBezTo>
                  <a:cubicBezTo>
                    <a:pt x="47" y="3"/>
                    <a:pt x="44" y="0"/>
                    <a:pt x="41" y="0"/>
                  </a:cubicBezTo>
                  <a:cubicBezTo>
                    <a:pt x="28" y="0"/>
                    <a:pt x="28" y="0"/>
                    <a:pt x="28" y="0"/>
                  </a:cubicBezTo>
                  <a:cubicBezTo>
                    <a:pt x="24" y="0"/>
                    <a:pt x="22" y="3"/>
                    <a:pt x="22" y="6"/>
                  </a:cubicBezTo>
                  <a:cubicBezTo>
                    <a:pt x="22" y="8"/>
                    <a:pt x="22" y="8"/>
                    <a:pt x="22" y="8"/>
                  </a:cubicBezTo>
                  <a:cubicBezTo>
                    <a:pt x="22" y="10"/>
                    <a:pt x="23" y="12"/>
                    <a:pt x="25" y="13"/>
                  </a:cubicBezTo>
                  <a:cubicBezTo>
                    <a:pt x="25" y="39"/>
                    <a:pt x="25" y="39"/>
                    <a:pt x="25" y="39"/>
                  </a:cubicBezTo>
                  <a:cubicBezTo>
                    <a:pt x="10" y="43"/>
                    <a:pt x="0" y="57"/>
                    <a:pt x="0" y="73"/>
                  </a:cubicBezTo>
                  <a:cubicBezTo>
                    <a:pt x="0" y="83"/>
                    <a:pt x="4" y="93"/>
                    <a:pt x="12" y="99"/>
                  </a:cubicBezTo>
                  <a:cubicBezTo>
                    <a:pt x="57" y="99"/>
                    <a:pt x="57" y="99"/>
                    <a:pt x="57" y="99"/>
                  </a:cubicBezTo>
                  <a:cubicBezTo>
                    <a:pt x="64" y="93"/>
                    <a:pt x="69" y="83"/>
                    <a:pt x="69" y="73"/>
                  </a:cubicBezTo>
                  <a:cubicBezTo>
                    <a:pt x="69" y="57"/>
                    <a:pt x="58" y="43"/>
                    <a:pt x="44" y="39"/>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4" name="Freeform 631"/>
            <p:cNvSpPr>
              <a:spLocks/>
            </p:cNvSpPr>
            <p:nvPr/>
          </p:nvSpPr>
          <p:spPr bwMode="auto">
            <a:xfrm>
              <a:off x="2601913" y="6135688"/>
              <a:ext cx="144463" cy="207962"/>
            </a:xfrm>
            <a:custGeom>
              <a:avLst/>
              <a:gdLst>
                <a:gd name="T0" fmla="*/ 44 w 69"/>
                <a:gd name="T1" fmla="*/ 39 h 99"/>
                <a:gd name="T2" fmla="*/ 44 w 69"/>
                <a:gd name="T3" fmla="*/ 13 h 99"/>
                <a:gd name="T4" fmla="*/ 47 w 69"/>
                <a:gd name="T5" fmla="*/ 8 h 99"/>
                <a:gd name="T6" fmla="*/ 47 w 69"/>
                <a:gd name="T7" fmla="*/ 6 h 99"/>
                <a:gd name="T8" fmla="*/ 41 w 69"/>
                <a:gd name="T9" fmla="*/ 0 h 99"/>
                <a:gd name="T10" fmla="*/ 28 w 69"/>
                <a:gd name="T11" fmla="*/ 0 h 99"/>
                <a:gd name="T12" fmla="*/ 22 w 69"/>
                <a:gd name="T13" fmla="*/ 6 h 99"/>
                <a:gd name="T14" fmla="*/ 22 w 69"/>
                <a:gd name="T15" fmla="*/ 8 h 99"/>
                <a:gd name="T16" fmla="*/ 25 w 69"/>
                <a:gd name="T17" fmla="*/ 13 h 99"/>
                <a:gd name="T18" fmla="*/ 25 w 69"/>
                <a:gd name="T19" fmla="*/ 39 h 99"/>
                <a:gd name="T20" fmla="*/ 0 w 69"/>
                <a:gd name="T21" fmla="*/ 73 h 99"/>
                <a:gd name="T22" fmla="*/ 12 w 69"/>
                <a:gd name="T23" fmla="*/ 99 h 99"/>
                <a:gd name="T24" fmla="*/ 57 w 69"/>
                <a:gd name="T25" fmla="*/ 99 h 99"/>
                <a:gd name="T26" fmla="*/ 69 w 69"/>
                <a:gd name="T27" fmla="*/ 73 h 99"/>
                <a:gd name="T28" fmla="*/ 44 w 69"/>
                <a:gd name="T29" fmla="*/ 3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9" h="99">
                  <a:moveTo>
                    <a:pt x="44" y="39"/>
                  </a:moveTo>
                  <a:cubicBezTo>
                    <a:pt x="44" y="13"/>
                    <a:pt x="44" y="13"/>
                    <a:pt x="44" y="13"/>
                  </a:cubicBezTo>
                  <a:cubicBezTo>
                    <a:pt x="46" y="12"/>
                    <a:pt x="47" y="10"/>
                    <a:pt x="47" y="8"/>
                  </a:cubicBezTo>
                  <a:cubicBezTo>
                    <a:pt x="47" y="6"/>
                    <a:pt x="47" y="6"/>
                    <a:pt x="47" y="6"/>
                  </a:cubicBezTo>
                  <a:cubicBezTo>
                    <a:pt x="47" y="3"/>
                    <a:pt x="44" y="0"/>
                    <a:pt x="41" y="0"/>
                  </a:cubicBezTo>
                  <a:cubicBezTo>
                    <a:pt x="28" y="0"/>
                    <a:pt x="28" y="0"/>
                    <a:pt x="28" y="0"/>
                  </a:cubicBezTo>
                  <a:cubicBezTo>
                    <a:pt x="24" y="0"/>
                    <a:pt x="22" y="3"/>
                    <a:pt x="22" y="6"/>
                  </a:cubicBezTo>
                  <a:cubicBezTo>
                    <a:pt x="22" y="8"/>
                    <a:pt x="22" y="8"/>
                    <a:pt x="22" y="8"/>
                  </a:cubicBezTo>
                  <a:cubicBezTo>
                    <a:pt x="22" y="10"/>
                    <a:pt x="23" y="12"/>
                    <a:pt x="25" y="13"/>
                  </a:cubicBezTo>
                  <a:cubicBezTo>
                    <a:pt x="25" y="39"/>
                    <a:pt x="25" y="39"/>
                    <a:pt x="25" y="39"/>
                  </a:cubicBezTo>
                  <a:cubicBezTo>
                    <a:pt x="10" y="43"/>
                    <a:pt x="0" y="57"/>
                    <a:pt x="0" y="73"/>
                  </a:cubicBezTo>
                  <a:cubicBezTo>
                    <a:pt x="0" y="83"/>
                    <a:pt x="4" y="93"/>
                    <a:pt x="12" y="99"/>
                  </a:cubicBezTo>
                  <a:cubicBezTo>
                    <a:pt x="57" y="99"/>
                    <a:pt x="57" y="99"/>
                    <a:pt x="57" y="99"/>
                  </a:cubicBezTo>
                  <a:cubicBezTo>
                    <a:pt x="64" y="93"/>
                    <a:pt x="69" y="83"/>
                    <a:pt x="69" y="73"/>
                  </a:cubicBezTo>
                  <a:cubicBezTo>
                    <a:pt x="69" y="57"/>
                    <a:pt x="58" y="43"/>
                    <a:pt x="44" y="39"/>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5" name="Freeform 632"/>
            <p:cNvSpPr>
              <a:spLocks/>
            </p:cNvSpPr>
            <p:nvPr/>
          </p:nvSpPr>
          <p:spPr bwMode="auto">
            <a:xfrm>
              <a:off x="2779713" y="6135688"/>
              <a:ext cx="144463" cy="207962"/>
            </a:xfrm>
            <a:custGeom>
              <a:avLst/>
              <a:gdLst>
                <a:gd name="T0" fmla="*/ 44 w 69"/>
                <a:gd name="T1" fmla="*/ 39 h 99"/>
                <a:gd name="T2" fmla="*/ 44 w 69"/>
                <a:gd name="T3" fmla="*/ 13 h 99"/>
                <a:gd name="T4" fmla="*/ 47 w 69"/>
                <a:gd name="T5" fmla="*/ 8 h 99"/>
                <a:gd name="T6" fmla="*/ 47 w 69"/>
                <a:gd name="T7" fmla="*/ 6 h 99"/>
                <a:gd name="T8" fmla="*/ 41 w 69"/>
                <a:gd name="T9" fmla="*/ 0 h 99"/>
                <a:gd name="T10" fmla="*/ 28 w 69"/>
                <a:gd name="T11" fmla="*/ 0 h 99"/>
                <a:gd name="T12" fmla="*/ 22 w 69"/>
                <a:gd name="T13" fmla="*/ 6 h 99"/>
                <a:gd name="T14" fmla="*/ 22 w 69"/>
                <a:gd name="T15" fmla="*/ 8 h 99"/>
                <a:gd name="T16" fmla="*/ 25 w 69"/>
                <a:gd name="T17" fmla="*/ 13 h 99"/>
                <a:gd name="T18" fmla="*/ 25 w 69"/>
                <a:gd name="T19" fmla="*/ 39 h 99"/>
                <a:gd name="T20" fmla="*/ 0 w 69"/>
                <a:gd name="T21" fmla="*/ 73 h 99"/>
                <a:gd name="T22" fmla="*/ 12 w 69"/>
                <a:gd name="T23" fmla="*/ 99 h 99"/>
                <a:gd name="T24" fmla="*/ 57 w 69"/>
                <a:gd name="T25" fmla="*/ 99 h 99"/>
                <a:gd name="T26" fmla="*/ 69 w 69"/>
                <a:gd name="T27" fmla="*/ 73 h 99"/>
                <a:gd name="T28" fmla="*/ 44 w 69"/>
                <a:gd name="T29" fmla="*/ 3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9" h="99">
                  <a:moveTo>
                    <a:pt x="44" y="39"/>
                  </a:moveTo>
                  <a:cubicBezTo>
                    <a:pt x="44" y="13"/>
                    <a:pt x="44" y="13"/>
                    <a:pt x="44" y="13"/>
                  </a:cubicBezTo>
                  <a:cubicBezTo>
                    <a:pt x="46" y="12"/>
                    <a:pt x="47" y="10"/>
                    <a:pt x="47" y="8"/>
                  </a:cubicBezTo>
                  <a:cubicBezTo>
                    <a:pt x="47" y="6"/>
                    <a:pt x="47" y="6"/>
                    <a:pt x="47" y="6"/>
                  </a:cubicBezTo>
                  <a:cubicBezTo>
                    <a:pt x="47" y="3"/>
                    <a:pt x="44" y="0"/>
                    <a:pt x="41" y="0"/>
                  </a:cubicBezTo>
                  <a:cubicBezTo>
                    <a:pt x="28" y="0"/>
                    <a:pt x="28" y="0"/>
                    <a:pt x="28" y="0"/>
                  </a:cubicBezTo>
                  <a:cubicBezTo>
                    <a:pt x="25" y="0"/>
                    <a:pt x="22" y="3"/>
                    <a:pt x="22" y="6"/>
                  </a:cubicBezTo>
                  <a:cubicBezTo>
                    <a:pt x="22" y="8"/>
                    <a:pt x="22" y="8"/>
                    <a:pt x="22" y="8"/>
                  </a:cubicBezTo>
                  <a:cubicBezTo>
                    <a:pt x="22" y="10"/>
                    <a:pt x="23" y="12"/>
                    <a:pt x="25" y="13"/>
                  </a:cubicBezTo>
                  <a:cubicBezTo>
                    <a:pt x="25" y="39"/>
                    <a:pt x="25" y="39"/>
                    <a:pt x="25" y="39"/>
                  </a:cubicBezTo>
                  <a:cubicBezTo>
                    <a:pt x="11" y="43"/>
                    <a:pt x="0" y="57"/>
                    <a:pt x="0" y="73"/>
                  </a:cubicBezTo>
                  <a:cubicBezTo>
                    <a:pt x="0" y="83"/>
                    <a:pt x="5" y="93"/>
                    <a:pt x="12" y="99"/>
                  </a:cubicBezTo>
                  <a:cubicBezTo>
                    <a:pt x="57" y="99"/>
                    <a:pt x="57" y="99"/>
                    <a:pt x="57" y="99"/>
                  </a:cubicBezTo>
                  <a:cubicBezTo>
                    <a:pt x="64" y="93"/>
                    <a:pt x="69" y="83"/>
                    <a:pt x="69" y="73"/>
                  </a:cubicBezTo>
                  <a:cubicBezTo>
                    <a:pt x="69" y="57"/>
                    <a:pt x="59" y="43"/>
                    <a:pt x="44" y="39"/>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6" name="Freeform 633"/>
            <p:cNvSpPr>
              <a:spLocks/>
            </p:cNvSpPr>
            <p:nvPr/>
          </p:nvSpPr>
          <p:spPr bwMode="auto">
            <a:xfrm>
              <a:off x="2957513" y="6135688"/>
              <a:ext cx="144463" cy="207962"/>
            </a:xfrm>
            <a:custGeom>
              <a:avLst/>
              <a:gdLst>
                <a:gd name="T0" fmla="*/ 44 w 69"/>
                <a:gd name="T1" fmla="*/ 39 h 99"/>
                <a:gd name="T2" fmla="*/ 44 w 69"/>
                <a:gd name="T3" fmla="*/ 13 h 99"/>
                <a:gd name="T4" fmla="*/ 47 w 69"/>
                <a:gd name="T5" fmla="*/ 8 h 99"/>
                <a:gd name="T6" fmla="*/ 47 w 69"/>
                <a:gd name="T7" fmla="*/ 6 h 99"/>
                <a:gd name="T8" fmla="*/ 41 w 69"/>
                <a:gd name="T9" fmla="*/ 0 h 99"/>
                <a:gd name="T10" fmla="*/ 28 w 69"/>
                <a:gd name="T11" fmla="*/ 0 h 99"/>
                <a:gd name="T12" fmla="*/ 22 w 69"/>
                <a:gd name="T13" fmla="*/ 6 h 99"/>
                <a:gd name="T14" fmla="*/ 22 w 69"/>
                <a:gd name="T15" fmla="*/ 8 h 99"/>
                <a:gd name="T16" fmla="*/ 25 w 69"/>
                <a:gd name="T17" fmla="*/ 13 h 99"/>
                <a:gd name="T18" fmla="*/ 25 w 69"/>
                <a:gd name="T19" fmla="*/ 39 h 99"/>
                <a:gd name="T20" fmla="*/ 0 w 69"/>
                <a:gd name="T21" fmla="*/ 73 h 99"/>
                <a:gd name="T22" fmla="*/ 12 w 69"/>
                <a:gd name="T23" fmla="*/ 99 h 99"/>
                <a:gd name="T24" fmla="*/ 57 w 69"/>
                <a:gd name="T25" fmla="*/ 99 h 99"/>
                <a:gd name="T26" fmla="*/ 69 w 69"/>
                <a:gd name="T27" fmla="*/ 73 h 99"/>
                <a:gd name="T28" fmla="*/ 44 w 69"/>
                <a:gd name="T29" fmla="*/ 3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9" h="99">
                  <a:moveTo>
                    <a:pt x="44" y="39"/>
                  </a:moveTo>
                  <a:cubicBezTo>
                    <a:pt x="44" y="13"/>
                    <a:pt x="44" y="13"/>
                    <a:pt x="44" y="13"/>
                  </a:cubicBezTo>
                  <a:cubicBezTo>
                    <a:pt x="46" y="12"/>
                    <a:pt x="47" y="10"/>
                    <a:pt x="47" y="8"/>
                  </a:cubicBezTo>
                  <a:cubicBezTo>
                    <a:pt x="47" y="6"/>
                    <a:pt x="47" y="6"/>
                    <a:pt x="47" y="6"/>
                  </a:cubicBezTo>
                  <a:cubicBezTo>
                    <a:pt x="47" y="3"/>
                    <a:pt x="45" y="0"/>
                    <a:pt x="41" y="0"/>
                  </a:cubicBezTo>
                  <a:cubicBezTo>
                    <a:pt x="28" y="0"/>
                    <a:pt x="28" y="0"/>
                    <a:pt x="28" y="0"/>
                  </a:cubicBezTo>
                  <a:cubicBezTo>
                    <a:pt x="25" y="0"/>
                    <a:pt x="22" y="3"/>
                    <a:pt x="22" y="6"/>
                  </a:cubicBezTo>
                  <a:cubicBezTo>
                    <a:pt x="22" y="8"/>
                    <a:pt x="22" y="8"/>
                    <a:pt x="22" y="8"/>
                  </a:cubicBezTo>
                  <a:cubicBezTo>
                    <a:pt x="22" y="10"/>
                    <a:pt x="23" y="12"/>
                    <a:pt x="25" y="13"/>
                  </a:cubicBezTo>
                  <a:cubicBezTo>
                    <a:pt x="25" y="39"/>
                    <a:pt x="25" y="39"/>
                    <a:pt x="25" y="39"/>
                  </a:cubicBezTo>
                  <a:cubicBezTo>
                    <a:pt x="11" y="43"/>
                    <a:pt x="0" y="57"/>
                    <a:pt x="0" y="73"/>
                  </a:cubicBezTo>
                  <a:cubicBezTo>
                    <a:pt x="0" y="83"/>
                    <a:pt x="5" y="93"/>
                    <a:pt x="12" y="99"/>
                  </a:cubicBezTo>
                  <a:cubicBezTo>
                    <a:pt x="57" y="99"/>
                    <a:pt x="57" y="99"/>
                    <a:pt x="57" y="99"/>
                  </a:cubicBezTo>
                  <a:cubicBezTo>
                    <a:pt x="65" y="93"/>
                    <a:pt x="69" y="83"/>
                    <a:pt x="69" y="73"/>
                  </a:cubicBezTo>
                  <a:cubicBezTo>
                    <a:pt x="69" y="57"/>
                    <a:pt x="59" y="43"/>
                    <a:pt x="44" y="39"/>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7" name="Freeform 634"/>
            <p:cNvSpPr>
              <a:spLocks/>
            </p:cNvSpPr>
            <p:nvPr/>
          </p:nvSpPr>
          <p:spPr bwMode="auto">
            <a:xfrm>
              <a:off x="2840038" y="5807075"/>
              <a:ext cx="146050" cy="206375"/>
            </a:xfrm>
            <a:custGeom>
              <a:avLst/>
              <a:gdLst>
                <a:gd name="T0" fmla="*/ 44 w 70"/>
                <a:gd name="T1" fmla="*/ 39 h 99"/>
                <a:gd name="T2" fmla="*/ 44 w 70"/>
                <a:gd name="T3" fmla="*/ 13 h 99"/>
                <a:gd name="T4" fmla="*/ 48 w 70"/>
                <a:gd name="T5" fmla="*/ 7 h 99"/>
                <a:gd name="T6" fmla="*/ 48 w 70"/>
                <a:gd name="T7" fmla="*/ 6 h 99"/>
                <a:gd name="T8" fmla="*/ 42 w 70"/>
                <a:gd name="T9" fmla="*/ 0 h 99"/>
                <a:gd name="T10" fmla="*/ 29 w 70"/>
                <a:gd name="T11" fmla="*/ 0 h 99"/>
                <a:gd name="T12" fmla="*/ 22 w 70"/>
                <a:gd name="T13" fmla="*/ 6 h 99"/>
                <a:gd name="T14" fmla="*/ 22 w 70"/>
                <a:gd name="T15" fmla="*/ 7 h 99"/>
                <a:gd name="T16" fmla="*/ 26 w 70"/>
                <a:gd name="T17" fmla="*/ 13 h 99"/>
                <a:gd name="T18" fmla="*/ 26 w 70"/>
                <a:gd name="T19" fmla="*/ 39 h 99"/>
                <a:gd name="T20" fmla="*/ 0 w 70"/>
                <a:gd name="T21" fmla="*/ 72 h 99"/>
                <a:gd name="T22" fmla="*/ 13 w 70"/>
                <a:gd name="T23" fmla="*/ 99 h 99"/>
                <a:gd name="T24" fmla="*/ 57 w 70"/>
                <a:gd name="T25" fmla="*/ 99 h 99"/>
                <a:gd name="T26" fmla="*/ 70 w 70"/>
                <a:gd name="T27" fmla="*/ 72 h 99"/>
                <a:gd name="T28" fmla="*/ 44 w 70"/>
                <a:gd name="T29" fmla="*/ 3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99">
                  <a:moveTo>
                    <a:pt x="44" y="39"/>
                  </a:moveTo>
                  <a:cubicBezTo>
                    <a:pt x="44" y="13"/>
                    <a:pt x="44" y="13"/>
                    <a:pt x="44" y="13"/>
                  </a:cubicBezTo>
                  <a:cubicBezTo>
                    <a:pt x="46" y="12"/>
                    <a:pt x="48" y="10"/>
                    <a:pt x="48" y="7"/>
                  </a:cubicBezTo>
                  <a:cubicBezTo>
                    <a:pt x="48" y="6"/>
                    <a:pt x="48" y="6"/>
                    <a:pt x="48" y="6"/>
                  </a:cubicBezTo>
                  <a:cubicBezTo>
                    <a:pt x="48" y="3"/>
                    <a:pt x="45" y="0"/>
                    <a:pt x="42" y="0"/>
                  </a:cubicBezTo>
                  <a:cubicBezTo>
                    <a:pt x="29" y="0"/>
                    <a:pt x="29" y="0"/>
                    <a:pt x="29" y="0"/>
                  </a:cubicBezTo>
                  <a:cubicBezTo>
                    <a:pt x="25" y="0"/>
                    <a:pt x="22" y="3"/>
                    <a:pt x="22" y="6"/>
                  </a:cubicBezTo>
                  <a:cubicBezTo>
                    <a:pt x="22" y="7"/>
                    <a:pt x="22" y="7"/>
                    <a:pt x="22" y="7"/>
                  </a:cubicBezTo>
                  <a:cubicBezTo>
                    <a:pt x="22" y="10"/>
                    <a:pt x="24" y="12"/>
                    <a:pt x="26" y="13"/>
                  </a:cubicBezTo>
                  <a:cubicBezTo>
                    <a:pt x="26" y="39"/>
                    <a:pt x="26" y="39"/>
                    <a:pt x="26" y="39"/>
                  </a:cubicBezTo>
                  <a:cubicBezTo>
                    <a:pt x="11" y="43"/>
                    <a:pt x="0" y="56"/>
                    <a:pt x="0" y="72"/>
                  </a:cubicBezTo>
                  <a:cubicBezTo>
                    <a:pt x="0" y="83"/>
                    <a:pt x="5" y="92"/>
                    <a:pt x="13" y="99"/>
                  </a:cubicBezTo>
                  <a:cubicBezTo>
                    <a:pt x="57" y="99"/>
                    <a:pt x="57" y="99"/>
                    <a:pt x="57" y="99"/>
                  </a:cubicBezTo>
                  <a:cubicBezTo>
                    <a:pt x="65" y="92"/>
                    <a:pt x="70" y="83"/>
                    <a:pt x="70" y="72"/>
                  </a:cubicBezTo>
                  <a:cubicBezTo>
                    <a:pt x="70" y="56"/>
                    <a:pt x="59" y="43"/>
                    <a:pt x="44" y="39"/>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8" name="Freeform 635"/>
            <p:cNvSpPr>
              <a:spLocks/>
            </p:cNvSpPr>
            <p:nvPr/>
          </p:nvSpPr>
          <p:spPr bwMode="auto">
            <a:xfrm>
              <a:off x="3013075" y="5768975"/>
              <a:ext cx="98425" cy="244475"/>
            </a:xfrm>
            <a:custGeom>
              <a:avLst/>
              <a:gdLst>
                <a:gd name="T0" fmla="*/ 35 w 47"/>
                <a:gd name="T1" fmla="*/ 45 h 117"/>
                <a:gd name="T2" fmla="*/ 32 w 47"/>
                <a:gd name="T3" fmla="*/ 40 h 117"/>
                <a:gd name="T4" fmla="*/ 32 w 47"/>
                <a:gd name="T5" fmla="*/ 12 h 117"/>
                <a:gd name="T6" fmla="*/ 35 w 47"/>
                <a:gd name="T7" fmla="*/ 8 h 117"/>
                <a:gd name="T8" fmla="*/ 35 w 47"/>
                <a:gd name="T9" fmla="*/ 6 h 117"/>
                <a:gd name="T10" fmla="*/ 29 w 47"/>
                <a:gd name="T11" fmla="*/ 0 h 117"/>
                <a:gd name="T12" fmla="*/ 18 w 47"/>
                <a:gd name="T13" fmla="*/ 0 h 117"/>
                <a:gd name="T14" fmla="*/ 12 w 47"/>
                <a:gd name="T15" fmla="*/ 6 h 117"/>
                <a:gd name="T16" fmla="*/ 12 w 47"/>
                <a:gd name="T17" fmla="*/ 8 h 117"/>
                <a:gd name="T18" fmla="*/ 15 w 47"/>
                <a:gd name="T19" fmla="*/ 12 h 117"/>
                <a:gd name="T20" fmla="*/ 15 w 47"/>
                <a:gd name="T21" fmla="*/ 40 h 117"/>
                <a:gd name="T22" fmla="*/ 12 w 47"/>
                <a:gd name="T23" fmla="*/ 45 h 117"/>
                <a:gd name="T24" fmla="*/ 0 w 47"/>
                <a:gd name="T25" fmla="*/ 117 h 117"/>
                <a:gd name="T26" fmla="*/ 15 w 47"/>
                <a:gd name="T27" fmla="*/ 117 h 117"/>
                <a:gd name="T28" fmla="*/ 15 w 47"/>
                <a:gd name="T29" fmla="*/ 117 h 117"/>
                <a:gd name="T30" fmla="*/ 23 w 47"/>
                <a:gd name="T31" fmla="*/ 117 h 117"/>
                <a:gd name="T32" fmla="*/ 32 w 47"/>
                <a:gd name="T33" fmla="*/ 117 h 117"/>
                <a:gd name="T34" fmla="*/ 32 w 47"/>
                <a:gd name="T35" fmla="*/ 117 h 117"/>
                <a:gd name="T36" fmla="*/ 47 w 47"/>
                <a:gd name="T37" fmla="*/ 117 h 117"/>
                <a:gd name="T38" fmla="*/ 35 w 47"/>
                <a:gd name="T39" fmla="*/ 4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7" h="117">
                  <a:moveTo>
                    <a:pt x="35" y="45"/>
                  </a:moveTo>
                  <a:cubicBezTo>
                    <a:pt x="33" y="44"/>
                    <a:pt x="33" y="42"/>
                    <a:pt x="32" y="40"/>
                  </a:cubicBezTo>
                  <a:cubicBezTo>
                    <a:pt x="32" y="12"/>
                    <a:pt x="32" y="12"/>
                    <a:pt x="32" y="12"/>
                  </a:cubicBezTo>
                  <a:cubicBezTo>
                    <a:pt x="34" y="11"/>
                    <a:pt x="35" y="10"/>
                    <a:pt x="35" y="8"/>
                  </a:cubicBezTo>
                  <a:cubicBezTo>
                    <a:pt x="35" y="6"/>
                    <a:pt x="35" y="6"/>
                    <a:pt x="35" y="6"/>
                  </a:cubicBezTo>
                  <a:cubicBezTo>
                    <a:pt x="35" y="2"/>
                    <a:pt x="32" y="0"/>
                    <a:pt x="29" y="0"/>
                  </a:cubicBezTo>
                  <a:cubicBezTo>
                    <a:pt x="18" y="0"/>
                    <a:pt x="18" y="0"/>
                    <a:pt x="18" y="0"/>
                  </a:cubicBezTo>
                  <a:cubicBezTo>
                    <a:pt x="15" y="0"/>
                    <a:pt x="12" y="2"/>
                    <a:pt x="12" y="6"/>
                  </a:cubicBezTo>
                  <a:cubicBezTo>
                    <a:pt x="12" y="8"/>
                    <a:pt x="12" y="8"/>
                    <a:pt x="12" y="8"/>
                  </a:cubicBezTo>
                  <a:cubicBezTo>
                    <a:pt x="12" y="10"/>
                    <a:pt x="13" y="11"/>
                    <a:pt x="15" y="12"/>
                  </a:cubicBezTo>
                  <a:cubicBezTo>
                    <a:pt x="15" y="40"/>
                    <a:pt x="15" y="40"/>
                    <a:pt x="15" y="40"/>
                  </a:cubicBezTo>
                  <a:cubicBezTo>
                    <a:pt x="14" y="42"/>
                    <a:pt x="13" y="44"/>
                    <a:pt x="12" y="45"/>
                  </a:cubicBezTo>
                  <a:cubicBezTo>
                    <a:pt x="7" y="49"/>
                    <a:pt x="0" y="61"/>
                    <a:pt x="0" y="117"/>
                  </a:cubicBezTo>
                  <a:cubicBezTo>
                    <a:pt x="15" y="117"/>
                    <a:pt x="15" y="117"/>
                    <a:pt x="15" y="117"/>
                  </a:cubicBezTo>
                  <a:cubicBezTo>
                    <a:pt x="15" y="117"/>
                    <a:pt x="15" y="117"/>
                    <a:pt x="15" y="117"/>
                  </a:cubicBezTo>
                  <a:cubicBezTo>
                    <a:pt x="23" y="117"/>
                    <a:pt x="23" y="117"/>
                    <a:pt x="23" y="117"/>
                  </a:cubicBezTo>
                  <a:cubicBezTo>
                    <a:pt x="32" y="117"/>
                    <a:pt x="32" y="117"/>
                    <a:pt x="32" y="117"/>
                  </a:cubicBezTo>
                  <a:cubicBezTo>
                    <a:pt x="32" y="117"/>
                    <a:pt x="32" y="117"/>
                    <a:pt x="32" y="117"/>
                  </a:cubicBezTo>
                  <a:cubicBezTo>
                    <a:pt x="47" y="117"/>
                    <a:pt x="47" y="117"/>
                    <a:pt x="47" y="117"/>
                  </a:cubicBezTo>
                  <a:cubicBezTo>
                    <a:pt x="47" y="61"/>
                    <a:pt x="40" y="49"/>
                    <a:pt x="35" y="45"/>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9" name="Freeform 636"/>
            <p:cNvSpPr>
              <a:spLocks/>
            </p:cNvSpPr>
            <p:nvPr/>
          </p:nvSpPr>
          <p:spPr bwMode="auto">
            <a:xfrm>
              <a:off x="2722563" y="5768975"/>
              <a:ext cx="98425" cy="244475"/>
            </a:xfrm>
            <a:custGeom>
              <a:avLst/>
              <a:gdLst>
                <a:gd name="T0" fmla="*/ 35 w 47"/>
                <a:gd name="T1" fmla="*/ 45 h 117"/>
                <a:gd name="T2" fmla="*/ 32 w 47"/>
                <a:gd name="T3" fmla="*/ 40 h 117"/>
                <a:gd name="T4" fmla="*/ 32 w 47"/>
                <a:gd name="T5" fmla="*/ 12 h 117"/>
                <a:gd name="T6" fmla="*/ 35 w 47"/>
                <a:gd name="T7" fmla="*/ 8 h 117"/>
                <a:gd name="T8" fmla="*/ 35 w 47"/>
                <a:gd name="T9" fmla="*/ 6 h 117"/>
                <a:gd name="T10" fmla="*/ 29 w 47"/>
                <a:gd name="T11" fmla="*/ 0 h 117"/>
                <a:gd name="T12" fmla="*/ 18 w 47"/>
                <a:gd name="T13" fmla="*/ 0 h 117"/>
                <a:gd name="T14" fmla="*/ 12 w 47"/>
                <a:gd name="T15" fmla="*/ 6 h 117"/>
                <a:gd name="T16" fmla="*/ 12 w 47"/>
                <a:gd name="T17" fmla="*/ 8 h 117"/>
                <a:gd name="T18" fmla="*/ 15 w 47"/>
                <a:gd name="T19" fmla="*/ 12 h 117"/>
                <a:gd name="T20" fmla="*/ 15 w 47"/>
                <a:gd name="T21" fmla="*/ 40 h 117"/>
                <a:gd name="T22" fmla="*/ 12 w 47"/>
                <a:gd name="T23" fmla="*/ 45 h 117"/>
                <a:gd name="T24" fmla="*/ 0 w 47"/>
                <a:gd name="T25" fmla="*/ 117 h 117"/>
                <a:gd name="T26" fmla="*/ 15 w 47"/>
                <a:gd name="T27" fmla="*/ 117 h 117"/>
                <a:gd name="T28" fmla="*/ 15 w 47"/>
                <a:gd name="T29" fmla="*/ 117 h 117"/>
                <a:gd name="T30" fmla="*/ 23 w 47"/>
                <a:gd name="T31" fmla="*/ 117 h 117"/>
                <a:gd name="T32" fmla="*/ 32 w 47"/>
                <a:gd name="T33" fmla="*/ 117 h 117"/>
                <a:gd name="T34" fmla="*/ 32 w 47"/>
                <a:gd name="T35" fmla="*/ 117 h 117"/>
                <a:gd name="T36" fmla="*/ 47 w 47"/>
                <a:gd name="T37" fmla="*/ 117 h 117"/>
                <a:gd name="T38" fmla="*/ 35 w 47"/>
                <a:gd name="T39" fmla="*/ 4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7" h="117">
                  <a:moveTo>
                    <a:pt x="35" y="45"/>
                  </a:moveTo>
                  <a:cubicBezTo>
                    <a:pt x="33" y="44"/>
                    <a:pt x="33" y="42"/>
                    <a:pt x="32" y="40"/>
                  </a:cubicBezTo>
                  <a:cubicBezTo>
                    <a:pt x="32" y="12"/>
                    <a:pt x="32" y="12"/>
                    <a:pt x="32" y="12"/>
                  </a:cubicBezTo>
                  <a:cubicBezTo>
                    <a:pt x="34" y="11"/>
                    <a:pt x="35" y="10"/>
                    <a:pt x="35" y="8"/>
                  </a:cubicBezTo>
                  <a:cubicBezTo>
                    <a:pt x="35" y="6"/>
                    <a:pt x="35" y="6"/>
                    <a:pt x="35" y="6"/>
                  </a:cubicBezTo>
                  <a:cubicBezTo>
                    <a:pt x="35" y="2"/>
                    <a:pt x="32" y="0"/>
                    <a:pt x="29" y="0"/>
                  </a:cubicBezTo>
                  <a:cubicBezTo>
                    <a:pt x="18" y="0"/>
                    <a:pt x="18" y="0"/>
                    <a:pt x="18" y="0"/>
                  </a:cubicBezTo>
                  <a:cubicBezTo>
                    <a:pt x="15" y="0"/>
                    <a:pt x="12" y="2"/>
                    <a:pt x="12" y="6"/>
                  </a:cubicBezTo>
                  <a:cubicBezTo>
                    <a:pt x="12" y="8"/>
                    <a:pt x="12" y="8"/>
                    <a:pt x="12" y="8"/>
                  </a:cubicBezTo>
                  <a:cubicBezTo>
                    <a:pt x="12" y="10"/>
                    <a:pt x="13" y="11"/>
                    <a:pt x="15" y="12"/>
                  </a:cubicBezTo>
                  <a:cubicBezTo>
                    <a:pt x="15" y="40"/>
                    <a:pt x="15" y="40"/>
                    <a:pt x="15" y="40"/>
                  </a:cubicBezTo>
                  <a:cubicBezTo>
                    <a:pt x="14" y="42"/>
                    <a:pt x="13" y="44"/>
                    <a:pt x="12" y="45"/>
                  </a:cubicBezTo>
                  <a:cubicBezTo>
                    <a:pt x="7" y="49"/>
                    <a:pt x="0" y="61"/>
                    <a:pt x="0" y="117"/>
                  </a:cubicBezTo>
                  <a:cubicBezTo>
                    <a:pt x="15" y="117"/>
                    <a:pt x="15" y="117"/>
                    <a:pt x="15" y="117"/>
                  </a:cubicBezTo>
                  <a:cubicBezTo>
                    <a:pt x="15" y="117"/>
                    <a:pt x="15" y="117"/>
                    <a:pt x="15" y="117"/>
                  </a:cubicBezTo>
                  <a:cubicBezTo>
                    <a:pt x="23" y="117"/>
                    <a:pt x="23" y="117"/>
                    <a:pt x="23" y="117"/>
                  </a:cubicBezTo>
                  <a:cubicBezTo>
                    <a:pt x="32" y="117"/>
                    <a:pt x="32" y="117"/>
                    <a:pt x="32" y="117"/>
                  </a:cubicBezTo>
                  <a:cubicBezTo>
                    <a:pt x="32" y="117"/>
                    <a:pt x="32" y="117"/>
                    <a:pt x="32" y="117"/>
                  </a:cubicBezTo>
                  <a:cubicBezTo>
                    <a:pt x="47" y="117"/>
                    <a:pt x="47" y="117"/>
                    <a:pt x="47" y="117"/>
                  </a:cubicBezTo>
                  <a:cubicBezTo>
                    <a:pt x="47" y="61"/>
                    <a:pt x="40" y="49"/>
                    <a:pt x="35" y="45"/>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0" name="Freeform 637"/>
            <p:cNvSpPr>
              <a:spLocks/>
            </p:cNvSpPr>
            <p:nvPr/>
          </p:nvSpPr>
          <p:spPr bwMode="auto">
            <a:xfrm>
              <a:off x="2601913" y="5768975"/>
              <a:ext cx="96838" cy="244475"/>
            </a:xfrm>
            <a:custGeom>
              <a:avLst/>
              <a:gdLst>
                <a:gd name="T0" fmla="*/ 35 w 46"/>
                <a:gd name="T1" fmla="*/ 45 h 117"/>
                <a:gd name="T2" fmla="*/ 32 w 46"/>
                <a:gd name="T3" fmla="*/ 40 h 117"/>
                <a:gd name="T4" fmla="*/ 32 w 46"/>
                <a:gd name="T5" fmla="*/ 12 h 117"/>
                <a:gd name="T6" fmla="*/ 35 w 46"/>
                <a:gd name="T7" fmla="*/ 8 h 117"/>
                <a:gd name="T8" fmla="*/ 35 w 46"/>
                <a:gd name="T9" fmla="*/ 6 h 117"/>
                <a:gd name="T10" fmla="*/ 28 w 46"/>
                <a:gd name="T11" fmla="*/ 0 h 117"/>
                <a:gd name="T12" fmla="*/ 18 w 46"/>
                <a:gd name="T13" fmla="*/ 0 h 117"/>
                <a:gd name="T14" fmla="*/ 12 w 46"/>
                <a:gd name="T15" fmla="*/ 6 h 117"/>
                <a:gd name="T16" fmla="*/ 12 w 46"/>
                <a:gd name="T17" fmla="*/ 8 h 117"/>
                <a:gd name="T18" fmla="*/ 14 w 46"/>
                <a:gd name="T19" fmla="*/ 12 h 117"/>
                <a:gd name="T20" fmla="*/ 14 w 46"/>
                <a:gd name="T21" fmla="*/ 40 h 117"/>
                <a:gd name="T22" fmla="*/ 12 w 46"/>
                <a:gd name="T23" fmla="*/ 45 h 117"/>
                <a:gd name="T24" fmla="*/ 0 w 46"/>
                <a:gd name="T25" fmla="*/ 117 h 117"/>
                <a:gd name="T26" fmla="*/ 14 w 46"/>
                <a:gd name="T27" fmla="*/ 117 h 117"/>
                <a:gd name="T28" fmla="*/ 14 w 46"/>
                <a:gd name="T29" fmla="*/ 117 h 117"/>
                <a:gd name="T30" fmla="*/ 23 w 46"/>
                <a:gd name="T31" fmla="*/ 117 h 117"/>
                <a:gd name="T32" fmla="*/ 32 w 46"/>
                <a:gd name="T33" fmla="*/ 117 h 117"/>
                <a:gd name="T34" fmla="*/ 32 w 46"/>
                <a:gd name="T35" fmla="*/ 117 h 117"/>
                <a:gd name="T36" fmla="*/ 46 w 46"/>
                <a:gd name="T37" fmla="*/ 117 h 117"/>
                <a:gd name="T38" fmla="*/ 35 w 46"/>
                <a:gd name="T39" fmla="*/ 4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6" h="117">
                  <a:moveTo>
                    <a:pt x="35" y="45"/>
                  </a:moveTo>
                  <a:cubicBezTo>
                    <a:pt x="33" y="44"/>
                    <a:pt x="32" y="42"/>
                    <a:pt x="32" y="40"/>
                  </a:cubicBezTo>
                  <a:cubicBezTo>
                    <a:pt x="32" y="12"/>
                    <a:pt x="32" y="12"/>
                    <a:pt x="32" y="12"/>
                  </a:cubicBezTo>
                  <a:cubicBezTo>
                    <a:pt x="33" y="11"/>
                    <a:pt x="35" y="10"/>
                    <a:pt x="35" y="8"/>
                  </a:cubicBezTo>
                  <a:cubicBezTo>
                    <a:pt x="35" y="6"/>
                    <a:pt x="35" y="6"/>
                    <a:pt x="35" y="6"/>
                  </a:cubicBezTo>
                  <a:cubicBezTo>
                    <a:pt x="35" y="2"/>
                    <a:pt x="32" y="0"/>
                    <a:pt x="28" y="0"/>
                  </a:cubicBezTo>
                  <a:cubicBezTo>
                    <a:pt x="18" y="0"/>
                    <a:pt x="18" y="0"/>
                    <a:pt x="18" y="0"/>
                  </a:cubicBezTo>
                  <a:cubicBezTo>
                    <a:pt x="14" y="0"/>
                    <a:pt x="12" y="2"/>
                    <a:pt x="12" y="6"/>
                  </a:cubicBezTo>
                  <a:cubicBezTo>
                    <a:pt x="12" y="8"/>
                    <a:pt x="12" y="8"/>
                    <a:pt x="12" y="8"/>
                  </a:cubicBezTo>
                  <a:cubicBezTo>
                    <a:pt x="12" y="10"/>
                    <a:pt x="13" y="11"/>
                    <a:pt x="14" y="12"/>
                  </a:cubicBezTo>
                  <a:cubicBezTo>
                    <a:pt x="14" y="40"/>
                    <a:pt x="14" y="40"/>
                    <a:pt x="14" y="40"/>
                  </a:cubicBezTo>
                  <a:cubicBezTo>
                    <a:pt x="14" y="42"/>
                    <a:pt x="13" y="44"/>
                    <a:pt x="12" y="45"/>
                  </a:cubicBezTo>
                  <a:cubicBezTo>
                    <a:pt x="6" y="49"/>
                    <a:pt x="0" y="61"/>
                    <a:pt x="0" y="117"/>
                  </a:cubicBezTo>
                  <a:cubicBezTo>
                    <a:pt x="14" y="117"/>
                    <a:pt x="14" y="117"/>
                    <a:pt x="14" y="117"/>
                  </a:cubicBezTo>
                  <a:cubicBezTo>
                    <a:pt x="14" y="117"/>
                    <a:pt x="14" y="117"/>
                    <a:pt x="14" y="117"/>
                  </a:cubicBezTo>
                  <a:cubicBezTo>
                    <a:pt x="23" y="117"/>
                    <a:pt x="23" y="117"/>
                    <a:pt x="23" y="117"/>
                  </a:cubicBezTo>
                  <a:cubicBezTo>
                    <a:pt x="32" y="117"/>
                    <a:pt x="32" y="117"/>
                    <a:pt x="32" y="117"/>
                  </a:cubicBezTo>
                  <a:cubicBezTo>
                    <a:pt x="32" y="117"/>
                    <a:pt x="32" y="117"/>
                    <a:pt x="32" y="117"/>
                  </a:cubicBezTo>
                  <a:cubicBezTo>
                    <a:pt x="46" y="117"/>
                    <a:pt x="46" y="117"/>
                    <a:pt x="46" y="117"/>
                  </a:cubicBezTo>
                  <a:cubicBezTo>
                    <a:pt x="46" y="61"/>
                    <a:pt x="40" y="49"/>
                    <a:pt x="35" y="45"/>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1" name="Freeform 638"/>
            <p:cNvSpPr>
              <a:spLocks/>
            </p:cNvSpPr>
            <p:nvPr/>
          </p:nvSpPr>
          <p:spPr bwMode="auto">
            <a:xfrm>
              <a:off x="2481263" y="5768975"/>
              <a:ext cx="95250" cy="244475"/>
            </a:xfrm>
            <a:custGeom>
              <a:avLst/>
              <a:gdLst>
                <a:gd name="T0" fmla="*/ 34 w 46"/>
                <a:gd name="T1" fmla="*/ 45 h 117"/>
                <a:gd name="T2" fmla="*/ 32 w 46"/>
                <a:gd name="T3" fmla="*/ 40 h 117"/>
                <a:gd name="T4" fmla="*/ 32 w 46"/>
                <a:gd name="T5" fmla="*/ 12 h 117"/>
                <a:gd name="T6" fmla="*/ 34 w 46"/>
                <a:gd name="T7" fmla="*/ 8 h 117"/>
                <a:gd name="T8" fmla="*/ 34 w 46"/>
                <a:gd name="T9" fmla="*/ 6 h 117"/>
                <a:gd name="T10" fmla="*/ 28 w 46"/>
                <a:gd name="T11" fmla="*/ 0 h 117"/>
                <a:gd name="T12" fmla="*/ 18 w 46"/>
                <a:gd name="T13" fmla="*/ 0 h 117"/>
                <a:gd name="T14" fmla="*/ 11 w 46"/>
                <a:gd name="T15" fmla="*/ 6 h 117"/>
                <a:gd name="T16" fmla="*/ 11 w 46"/>
                <a:gd name="T17" fmla="*/ 8 h 117"/>
                <a:gd name="T18" fmla="*/ 14 w 46"/>
                <a:gd name="T19" fmla="*/ 12 h 117"/>
                <a:gd name="T20" fmla="*/ 14 w 46"/>
                <a:gd name="T21" fmla="*/ 40 h 117"/>
                <a:gd name="T22" fmla="*/ 11 w 46"/>
                <a:gd name="T23" fmla="*/ 45 h 117"/>
                <a:gd name="T24" fmla="*/ 0 w 46"/>
                <a:gd name="T25" fmla="*/ 117 h 117"/>
                <a:gd name="T26" fmla="*/ 14 w 46"/>
                <a:gd name="T27" fmla="*/ 117 h 117"/>
                <a:gd name="T28" fmla="*/ 14 w 46"/>
                <a:gd name="T29" fmla="*/ 117 h 117"/>
                <a:gd name="T30" fmla="*/ 23 w 46"/>
                <a:gd name="T31" fmla="*/ 117 h 117"/>
                <a:gd name="T32" fmla="*/ 32 w 46"/>
                <a:gd name="T33" fmla="*/ 117 h 117"/>
                <a:gd name="T34" fmla="*/ 32 w 46"/>
                <a:gd name="T35" fmla="*/ 117 h 117"/>
                <a:gd name="T36" fmla="*/ 46 w 46"/>
                <a:gd name="T37" fmla="*/ 117 h 117"/>
                <a:gd name="T38" fmla="*/ 34 w 46"/>
                <a:gd name="T39" fmla="*/ 4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6" h="117">
                  <a:moveTo>
                    <a:pt x="34" y="45"/>
                  </a:moveTo>
                  <a:cubicBezTo>
                    <a:pt x="33" y="44"/>
                    <a:pt x="32" y="42"/>
                    <a:pt x="32" y="40"/>
                  </a:cubicBezTo>
                  <a:cubicBezTo>
                    <a:pt x="32" y="12"/>
                    <a:pt x="32" y="12"/>
                    <a:pt x="32" y="12"/>
                  </a:cubicBezTo>
                  <a:cubicBezTo>
                    <a:pt x="33" y="11"/>
                    <a:pt x="34" y="10"/>
                    <a:pt x="34" y="8"/>
                  </a:cubicBezTo>
                  <a:cubicBezTo>
                    <a:pt x="34" y="6"/>
                    <a:pt x="34" y="6"/>
                    <a:pt x="34" y="6"/>
                  </a:cubicBezTo>
                  <a:cubicBezTo>
                    <a:pt x="34" y="2"/>
                    <a:pt x="32" y="0"/>
                    <a:pt x="28" y="0"/>
                  </a:cubicBezTo>
                  <a:cubicBezTo>
                    <a:pt x="18" y="0"/>
                    <a:pt x="18" y="0"/>
                    <a:pt x="18" y="0"/>
                  </a:cubicBezTo>
                  <a:cubicBezTo>
                    <a:pt x="14" y="0"/>
                    <a:pt x="11" y="2"/>
                    <a:pt x="11" y="6"/>
                  </a:cubicBezTo>
                  <a:cubicBezTo>
                    <a:pt x="11" y="8"/>
                    <a:pt x="11" y="8"/>
                    <a:pt x="11" y="8"/>
                  </a:cubicBezTo>
                  <a:cubicBezTo>
                    <a:pt x="11" y="10"/>
                    <a:pt x="13" y="11"/>
                    <a:pt x="14" y="12"/>
                  </a:cubicBezTo>
                  <a:cubicBezTo>
                    <a:pt x="14" y="40"/>
                    <a:pt x="14" y="40"/>
                    <a:pt x="14" y="40"/>
                  </a:cubicBezTo>
                  <a:cubicBezTo>
                    <a:pt x="14" y="42"/>
                    <a:pt x="13" y="44"/>
                    <a:pt x="11" y="45"/>
                  </a:cubicBezTo>
                  <a:cubicBezTo>
                    <a:pt x="6" y="49"/>
                    <a:pt x="0" y="61"/>
                    <a:pt x="0" y="117"/>
                  </a:cubicBezTo>
                  <a:cubicBezTo>
                    <a:pt x="14" y="117"/>
                    <a:pt x="14" y="117"/>
                    <a:pt x="14" y="117"/>
                  </a:cubicBezTo>
                  <a:cubicBezTo>
                    <a:pt x="14" y="117"/>
                    <a:pt x="14" y="117"/>
                    <a:pt x="14" y="117"/>
                  </a:cubicBezTo>
                  <a:cubicBezTo>
                    <a:pt x="23" y="117"/>
                    <a:pt x="23" y="117"/>
                    <a:pt x="23" y="117"/>
                  </a:cubicBezTo>
                  <a:cubicBezTo>
                    <a:pt x="32" y="117"/>
                    <a:pt x="32" y="117"/>
                    <a:pt x="32" y="117"/>
                  </a:cubicBezTo>
                  <a:cubicBezTo>
                    <a:pt x="32" y="117"/>
                    <a:pt x="32" y="117"/>
                    <a:pt x="32" y="117"/>
                  </a:cubicBezTo>
                  <a:cubicBezTo>
                    <a:pt x="46" y="117"/>
                    <a:pt x="46" y="117"/>
                    <a:pt x="46" y="117"/>
                  </a:cubicBezTo>
                  <a:cubicBezTo>
                    <a:pt x="46" y="61"/>
                    <a:pt x="40" y="49"/>
                    <a:pt x="34" y="45"/>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2" name="Freeform 639"/>
            <p:cNvSpPr>
              <a:spLocks/>
            </p:cNvSpPr>
            <p:nvPr/>
          </p:nvSpPr>
          <p:spPr bwMode="auto">
            <a:xfrm>
              <a:off x="2357438" y="5768975"/>
              <a:ext cx="98425" cy="244475"/>
            </a:xfrm>
            <a:custGeom>
              <a:avLst/>
              <a:gdLst>
                <a:gd name="T0" fmla="*/ 35 w 47"/>
                <a:gd name="T1" fmla="*/ 45 h 117"/>
                <a:gd name="T2" fmla="*/ 32 w 47"/>
                <a:gd name="T3" fmla="*/ 40 h 117"/>
                <a:gd name="T4" fmla="*/ 32 w 47"/>
                <a:gd name="T5" fmla="*/ 12 h 117"/>
                <a:gd name="T6" fmla="*/ 35 w 47"/>
                <a:gd name="T7" fmla="*/ 8 h 117"/>
                <a:gd name="T8" fmla="*/ 35 w 47"/>
                <a:gd name="T9" fmla="*/ 6 h 117"/>
                <a:gd name="T10" fmla="*/ 29 w 47"/>
                <a:gd name="T11" fmla="*/ 0 h 117"/>
                <a:gd name="T12" fmla="*/ 18 w 47"/>
                <a:gd name="T13" fmla="*/ 0 h 117"/>
                <a:gd name="T14" fmla="*/ 12 w 47"/>
                <a:gd name="T15" fmla="*/ 6 h 117"/>
                <a:gd name="T16" fmla="*/ 12 w 47"/>
                <a:gd name="T17" fmla="*/ 8 h 117"/>
                <a:gd name="T18" fmla="*/ 15 w 47"/>
                <a:gd name="T19" fmla="*/ 12 h 117"/>
                <a:gd name="T20" fmla="*/ 15 w 47"/>
                <a:gd name="T21" fmla="*/ 40 h 117"/>
                <a:gd name="T22" fmla="*/ 12 w 47"/>
                <a:gd name="T23" fmla="*/ 45 h 117"/>
                <a:gd name="T24" fmla="*/ 0 w 47"/>
                <a:gd name="T25" fmla="*/ 117 h 117"/>
                <a:gd name="T26" fmla="*/ 15 w 47"/>
                <a:gd name="T27" fmla="*/ 117 h 117"/>
                <a:gd name="T28" fmla="*/ 15 w 47"/>
                <a:gd name="T29" fmla="*/ 117 h 117"/>
                <a:gd name="T30" fmla="*/ 24 w 47"/>
                <a:gd name="T31" fmla="*/ 117 h 117"/>
                <a:gd name="T32" fmla="*/ 32 w 47"/>
                <a:gd name="T33" fmla="*/ 117 h 117"/>
                <a:gd name="T34" fmla="*/ 32 w 47"/>
                <a:gd name="T35" fmla="*/ 117 h 117"/>
                <a:gd name="T36" fmla="*/ 47 w 47"/>
                <a:gd name="T37" fmla="*/ 117 h 117"/>
                <a:gd name="T38" fmla="*/ 35 w 47"/>
                <a:gd name="T39" fmla="*/ 4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7" h="117">
                  <a:moveTo>
                    <a:pt x="35" y="45"/>
                  </a:moveTo>
                  <a:cubicBezTo>
                    <a:pt x="34" y="44"/>
                    <a:pt x="33" y="42"/>
                    <a:pt x="32" y="40"/>
                  </a:cubicBezTo>
                  <a:cubicBezTo>
                    <a:pt x="32" y="12"/>
                    <a:pt x="32" y="12"/>
                    <a:pt x="32" y="12"/>
                  </a:cubicBezTo>
                  <a:cubicBezTo>
                    <a:pt x="34" y="11"/>
                    <a:pt x="35" y="10"/>
                    <a:pt x="35" y="8"/>
                  </a:cubicBezTo>
                  <a:cubicBezTo>
                    <a:pt x="35" y="6"/>
                    <a:pt x="35" y="6"/>
                    <a:pt x="35" y="6"/>
                  </a:cubicBezTo>
                  <a:cubicBezTo>
                    <a:pt x="35" y="2"/>
                    <a:pt x="32" y="0"/>
                    <a:pt x="29" y="0"/>
                  </a:cubicBezTo>
                  <a:cubicBezTo>
                    <a:pt x="18" y="0"/>
                    <a:pt x="18" y="0"/>
                    <a:pt x="18" y="0"/>
                  </a:cubicBezTo>
                  <a:cubicBezTo>
                    <a:pt x="15" y="0"/>
                    <a:pt x="12" y="2"/>
                    <a:pt x="12" y="6"/>
                  </a:cubicBezTo>
                  <a:cubicBezTo>
                    <a:pt x="12" y="8"/>
                    <a:pt x="12" y="8"/>
                    <a:pt x="12" y="8"/>
                  </a:cubicBezTo>
                  <a:cubicBezTo>
                    <a:pt x="12" y="10"/>
                    <a:pt x="13" y="11"/>
                    <a:pt x="15" y="12"/>
                  </a:cubicBezTo>
                  <a:cubicBezTo>
                    <a:pt x="15" y="40"/>
                    <a:pt x="15" y="40"/>
                    <a:pt x="15" y="40"/>
                  </a:cubicBezTo>
                  <a:cubicBezTo>
                    <a:pt x="14" y="42"/>
                    <a:pt x="14" y="44"/>
                    <a:pt x="12" y="45"/>
                  </a:cubicBezTo>
                  <a:cubicBezTo>
                    <a:pt x="7" y="49"/>
                    <a:pt x="0" y="61"/>
                    <a:pt x="0" y="117"/>
                  </a:cubicBezTo>
                  <a:cubicBezTo>
                    <a:pt x="15" y="117"/>
                    <a:pt x="15" y="117"/>
                    <a:pt x="15" y="117"/>
                  </a:cubicBezTo>
                  <a:cubicBezTo>
                    <a:pt x="15" y="117"/>
                    <a:pt x="15" y="117"/>
                    <a:pt x="15" y="117"/>
                  </a:cubicBezTo>
                  <a:cubicBezTo>
                    <a:pt x="24" y="117"/>
                    <a:pt x="24" y="117"/>
                    <a:pt x="24" y="117"/>
                  </a:cubicBezTo>
                  <a:cubicBezTo>
                    <a:pt x="32" y="117"/>
                    <a:pt x="32" y="117"/>
                    <a:pt x="32" y="117"/>
                  </a:cubicBezTo>
                  <a:cubicBezTo>
                    <a:pt x="32" y="117"/>
                    <a:pt x="32" y="117"/>
                    <a:pt x="32" y="117"/>
                  </a:cubicBezTo>
                  <a:cubicBezTo>
                    <a:pt x="47" y="117"/>
                    <a:pt x="47" y="117"/>
                    <a:pt x="47" y="117"/>
                  </a:cubicBezTo>
                  <a:cubicBezTo>
                    <a:pt x="47" y="61"/>
                    <a:pt x="40" y="49"/>
                    <a:pt x="35" y="45"/>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3" name="Freeform 640"/>
            <p:cNvSpPr>
              <a:spLocks/>
            </p:cNvSpPr>
            <p:nvPr/>
          </p:nvSpPr>
          <p:spPr bwMode="auto">
            <a:xfrm>
              <a:off x="2236788" y="5768975"/>
              <a:ext cx="98425" cy="244475"/>
            </a:xfrm>
            <a:custGeom>
              <a:avLst/>
              <a:gdLst>
                <a:gd name="T0" fmla="*/ 35 w 47"/>
                <a:gd name="T1" fmla="*/ 45 h 117"/>
                <a:gd name="T2" fmla="*/ 32 w 47"/>
                <a:gd name="T3" fmla="*/ 40 h 117"/>
                <a:gd name="T4" fmla="*/ 32 w 47"/>
                <a:gd name="T5" fmla="*/ 12 h 117"/>
                <a:gd name="T6" fmla="*/ 35 w 47"/>
                <a:gd name="T7" fmla="*/ 8 h 117"/>
                <a:gd name="T8" fmla="*/ 35 w 47"/>
                <a:gd name="T9" fmla="*/ 6 h 117"/>
                <a:gd name="T10" fmla="*/ 29 w 47"/>
                <a:gd name="T11" fmla="*/ 0 h 117"/>
                <a:gd name="T12" fmla="*/ 18 w 47"/>
                <a:gd name="T13" fmla="*/ 0 h 117"/>
                <a:gd name="T14" fmla="*/ 12 w 47"/>
                <a:gd name="T15" fmla="*/ 6 h 117"/>
                <a:gd name="T16" fmla="*/ 12 w 47"/>
                <a:gd name="T17" fmla="*/ 8 h 117"/>
                <a:gd name="T18" fmla="*/ 15 w 47"/>
                <a:gd name="T19" fmla="*/ 12 h 117"/>
                <a:gd name="T20" fmla="*/ 15 w 47"/>
                <a:gd name="T21" fmla="*/ 40 h 117"/>
                <a:gd name="T22" fmla="*/ 12 w 47"/>
                <a:gd name="T23" fmla="*/ 45 h 117"/>
                <a:gd name="T24" fmla="*/ 0 w 47"/>
                <a:gd name="T25" fmla="*/ 117 h 117"/>
                <a:gd name="T26" fmla="*/ 15 w 47"/>
                <a:gd name="T27" fmla="*/ 117 h 117"/>
                <a:gd name="T28" fmla="*/ 15 w 47"/>
                <a:gd name="T29" fmla="*/ 117 h 117"/>
                <a:gd name="T30" fmla="*/ 23 w 47"/>
                <a:gd name="T31" fmla="*/ 117 h 117"/>
                <a:gd name="T32" fmla="*/ 32 w 47"/>
                <a:gd name="T33" fmla="*/ 117 h 117"/>
                <a:gd name="T34" fmla="*/ 32 w 47"/>
                <a:gd name="T35" fmla="*/ 117 h 117"/>
                <a:gd name="T36" fmla="*/ 47 w 47"/>
                <a:gd name="T37" fmla="*/ 117 h 117"/>
                <a:gd name="T38" fmla="*/ 35 w 47"/>
                <a:gd name="T39" fmla="*/ 4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7" h="117">
                  <a:moveTo>
                    <a:pt x="35" y="45"/>
                  </a:moveTo>
                  <a:cubicBezTo>
                    <a:pt x="33" y="44"/>
                    <a:pt x="33" y="42"/>
                    <a:pt x="32" y="40"/>
                  </a:cubicBezTo>
                  <a:cubicBezTo>
                    <a:pt x="32" y="12"/>
                    <a:pt x="32" y="12"/>
                    <a:pt x="32" y="12"/>
                  </a:cubicBezTo>
                  <a:cubicBezTo>
                    <a:pt x="34" y="11"/>
                    <a:pt x="35" y="10"/>
                    <a:pt x="35" y="8"/>
                  </a:cubicBezTo>
                  <a:cubicBezTo>
                    <a:pt x="35" y="6"/>
                    <a:pt x="35" y="6"/>
                    <a:pt x="35" y="6"/>
                  </a:cubicBezTo>
                  <a:cubicBezTo>
                    <a:pt x="35" y="2"/>
                    <a:pt x="32" y="0"/>
                    <a:pt x="29" y="0"/>
                  </a:cubicBezTo>
                  <a:cubicBezTo>
                    <a:pt x="18" y="0"/>
                    <a:pt x="18" y="0"/>
                    <a:pt x="18" y="0"/>
                  </a:cubicBezTo>
                  <a:cubicBezTo>
                    <a:pt x="15" y="0"/>
                    <a:pt x="12" y="2"/>
                    <a:pt x="12" y="6"/>
                  </a:cubicBezTo>
                  <a:cubicBezTo>
                    <a:pt x="12" y="8"/>
                    <a:pt x="12" y="8"/>
                    <a:pt x="12" y="8"/>
                  </a:cubicBezTo>
                  <a:cubicBezTo>
                    <a:pt x="12" y="10"/>
                    <a:pt x="13" y="11"/>
                    <a:pt x="15" y="12"/>
                  </a:cubicBezTo>
                  <a:cubicBezTo>
                    <a:pt x="15" y="40"/>
                    <a:pt x="15" y="40"/>
                    <a:pt x="15" y="40"/>
                  </a:cubicBezTo>
                  <a:cubicBezTo>
                    <a:pt x="14" y="42"/>
                    <a:pt x="13" y="44"/>
                    <a:pt x="12" y="45"/>
                  </a:cubicBezTo>
                  <a:cubicBezTo>
                    <a:pt x="7" y="49"/>
                    <a:pt x="0" y="61"/>
                    <a:pt x="0" y="117"/>
                  </a:cubicBezTo>
                  <a:cubicBezTo>
                    <a:pt x="15" y="117"/>
                    <a:pt x="15" y="117"/>
                    <a:pt x="15" y="117"/>
                  </a:cubicBezTo>
                  <a:cubicBezTo>
                    <a:pt x="15" y="117"/>
                    <a:pt x="15" y="117"/>
                    <a:pt x="15" y="117"/>
                  </a:cubicBezTo>
                  <a:cubicBezTo>
                    <a:pt x="23" y="117"/>
                    <a:pt x="23" y="117"/>
                    <a:pt x="23" y="117"/>
                  </a:cubicBezTo>
                  <a:cubicBezTo>
                    <a:pt x="32" y="117"/>
                    <a:pt x="32" y="117"/>
                    <a:pt x="32" y="117"/>
                  </a:cubicBezTo>
                  <a:cubicBezTo>
                    <a:pt x="32" y="117"/>
                    <a:pt x="32" y="117"/>
                    <a:pt x="32" y="117"/>
                  </a:cubicBezTo>
                  <a:cubicBezTo>
                    <a:pt x="47" y="117"/>
                    <a:pt x="47" y="117"/>
                    <a:pt x="47" y="117"/>
                  </a:cubicBezTo>
                  <a:cubicBezTo>
                    <a:pt x="47" y="61"/>
                    <a:pt x="40" y="49"/>
                    <a:pt x="35" y="45"/>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4" name="Freeform 641"/>
            <p:cNvSpPr>
              <a:spLocks/>
            </p:cNvSpPr>
            <p:nvPr/>
          </p:nvSpPr>
          <p:spPr bwMode="auto">
            <a:xfrm>
              <a:off x="2378075" y="5114925"/>
              <a:ext cx="98425" cy="244475"/>
            </a:xfrm>
            <a:custGeom>
              <a:avLst/>
              <a:gdLst>
                <a:gd name="T0" fmla="*/ 35 w 47"/>
                <a:gd name="T1" fmla="*/ 45 h 117"/>
                <a:gd name="T2" fmla="*/ 32 w 47"/>
                <a:gd name="T3" fmla="*/ 40 h 117"/>
                <a:gd name="T4" fmla="*/ 32 w 47"/>
                <a:gd name="T5" fmla="*/ 13 h 117"/>
                <a:gd name="T6" fmla="*/ 35 w 47"/>
                <a:gd name="T7" fmla="*/ 8 h 117"/>
                <a:gd name="T8" fmla="*/ 35 w 47"/>
                <a:gd name="T9" fmla="*/ 6 h 117"/>
                <a:gd name="T10" fmla="*/ 29 w 47"/>
                <a:gd name="T11" fmla="*/ 0 h 117"/>
                <a:gd name="T12" fmla="*/ 18 w 47"/>
                <a:gd name="T13" fmla="*/ 0 h 117"/>
                <a:gd name="T14" fmla="*/ 12 w 47"/>
                <a:gd name="T15" fmla="*/ 6 h 117"/>
                <a:gd name="T16" fmla="*/ 12 w 47"/>
                <a:gd name="T17" fmla="*/ 8 h 117"/>
                <a:gd name="T18" fmla="*/ 15 w 47"/>
                <a:gd name="T19" fmla="*/ 13 h 117"/>
                <a:gd name="T20" fmla="*/ 15 w 47"/>
                <a:gd name="T21" fmla="*/ 40 h 117"/>
                <a:gd name="T22" fmla="*/ 12 w 47"/>
                <a:gd name="T23" fmla="*/ 45 h 117"/>
                <a:gd name="T24" fmla="*/ 0 w 47"/>
                <a:gd name="T25" fmla="*/ 117 h 117"/>
                <a:gd name="T26" fmla="*/ 15 w 47"/>
                <a:gd name="T27" fmla="*/ 117 h 117"/>
                <a:gd name="T28" fmla="*/ 15 w 47"/>
                <a:gd name="T29" fmla="*/ 117 h 117"/>
                <a:gd name="T30" fmla="*/ 23 w 47"/>
                <a:gd name="T31" fmla="*/ 117 h 117"/>
                <a:gd name="T32" fmla="*/ 32 w 47"/>
                <a:gd name="T33" fmla="*/ 117 h 117"/>
                <a:gd name="T34" fmla="*/ 32 w 47"/>
                <a:gd name="T35" fmla="*/ 117 h 117"/>
                <a:gd name="T36" fmla="*/ 47 w 47"/>
                <a:gd name="T37" fmla="*/ 117 h 117"/>
                <a:gd name="T38" fmla="*/ 35 w 47"/>
                <a:gd name="T39" fmla="*/ 4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7" h="117">
                  <a:moveTo>
                    <a:pt x="35" y="45"/>
                  </a:moveTo>
                  <a:cubicBezTo>
                    <a:pt x="33" y="44"/>
                    <a:pt x="33" y="42"/>
                    <a:pt x="32" y="40"/>
                  </a:cubicBezTo>
                  <a:cubicBezTo>
                    <a:pt x="32" y="13"/>
                    <a:pt x="32" y="13"/>
                    <a:pt x="32" y="13"/>
                  </a:cubicBezTo>
                  <a:cubicBezTo>
                    <a:pt x="34" y="12"/>
                    <a:pt x="35" y="10"/>
                    <a:pt x="35" y="8"/>
                  </a:cubicBezTo>
                  <a:cubicBezTo>
                    <a:pt x="35" y="6"/>
                    <a:pt x="35" y="6"/>
                    <a:pt x="35" y="6"/>
                  </a:cubicBezTo>
                  <a:cubicBezTo>
                    <a:pt x="35" y="3"/>
                    <a:pt x="32" y="0"/>
                    <a:pt x="29" y="0"/>
                  </a:cubicBezTo>
                  <a:cubicBezTo>
                    <a:pt x="18" y="0"/>
                    <a:pt x="18" y="0"/>
                    <a:pt x="18" y="0"/>
                  </a:cubicBezTo>
                  <a:cubicBezTo>
                    <a:pt x="15" y="0"/>
                    <a:pt x="12" y="3"/>
                    <a:pt x="12" y="6"/>
                  </a:cubicBezTo>
                  <a:cubicBezTo>
                    <a:pt x="12" y="8"/>
                    <a:pt x="12" y="8"/>
                    <a:pt x="12" y="8"/>
                  </a:cubicBezTo>
                  <a:cubicBezTo>
                    <a:pt x="12" y="10"/>
                    <a:pt x="13" y="12"/>
                    <a:pt x="15" y="13"/>
                  </a:cubicBezTo>
                  <a:cubicBezTo>
                    <a:pt x="15" y="40"/>
                    <a:pt x="15" y="40"/>
                    <a:pt x="15" y="40"/>
                  </a:cubicBezTo>
                  <a:cubicBezTo>
                    <a:pt x="14" y="42"/>
                    <a:pt x="13" y="44"/>
                    <a:pt x="12" y="45"/>
                  </a:cubicBezTo>
                  <a:cubicBezTo>
                    <a:pt x="7" y="49"/>
                    <a:pt x="0" y="62"/>
                    <a:pt x="0" y="117"/>
                  </a:cubicBezTo>
                  <a:cubicBezTo>
                    <a:pt x="15" y="117"/>
                    <a:pt x="15" y="117"/>
                    <a:pt x="15" y="117"/>
                  </a:cubicBezTo>
                  <a:cubicBezTo>
                    <a:pt x="15" y="117"/>
                    <a:pt x="15" y="117"/>
                    <a:pt x="15" y="117"/>
                  </a:cubicBezTo>
                  <a:cubicBezTo>
                    <a:pt x="23" y="117"/>
                    <a:pt x="23" y="117"/>
                    <a:pt x="23" y="117"/>
                  </a:cubicBezTo>
                  <a:cubicBezTo>
                    <a:pt x="32" y="117"/>
                    <a:pt x="32" y="117"/>
                    <a:pt x="32" y="117"/>
                  </a:cubicBezTo>
                  <a:cubicBezTo>
                    <a:pt x="32" y="117"/>
                    <a:pt x="32" y="117"/>
                    <a:pt x="32" y="117"/>
                  </a:cubicBezTo>
                  <a:cubicBezTo>
                    <a:pt x="47" y="117"/>
                    <a:pt x="47" y="117"/>
                    <a:pt x="47" y="117"/>
                  </a:cubicBezTo>
                  <a:cubicBezTo>
                    <a:pt x="47" y="62"/>
                    <a:pt x="40" y="49"/>
                    <a:pt x="35" y="45"/>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2690038691"/>
      </p:ext>
    </p:extLst>
  </p:cSld>
  <p:clrMapOvr>
    <a:masterClrMapping/>
  </p:clrMapOvr>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5418138" y="554038"/>
            <a:ext cx="1216025" cy="1506538"/>
            <a:chOff x="5418138" y="554038"/>
            <a:chExt cx="1216025" cy="1506538"/>
          </a:xfrm>
        </p:grpSpPr>
        <p:sp>
          <p:nvSpPr>
            <p:cNvPr id="3" name="Freeform 10"/>
            <p:cNvSpPr>
              <a:spLocks/>
            </p:cNvSpPr>
            <p:nvPr/>
          </p:nvSpPr>
          <p:spPr bwMode="auto">
            <a:xfrm>
              <a:off x="5418138" y="1271588"/>
              <a:ext cx="458788" cy="390525"/>
            </a:xfrm>
            <a:custGeom>
              <a:avLst/>
              <a:gdLst>
                <a:gd name="T0" fmla="*/ 13 w 122"/>
                <a:gd name="T1" fmla="*/ 43 h 104"/>
                <a:gd name="T2" fmla="*/ 14 w 122"/>
                <a:gd name="T3" fmla="*/ 43 h 104"/>
                <a:gd name="T4" fmla="*/ 14 w 122"/>
                <a:gd name="T5" fmla="*/ 73 h 104"/>
                <a:gd name="T6" fmla="*/ 41 w 122"/>
                <a:gd name="T7" fmla="*/ 73 h 104"/>
                <a:gd name="T8" fmla="*/ 120 w 122"/>
                <a:gd name="T9" fmla="*/ 104 h 104"/>
                <a:gd name="T10" fmla="*/ 120 w 122"/>
                <a:gd name="T11" fmla="*/ 96 h 104"/>
                <a:gd name="T12" fmla="*/ 62 w 122"/>
                <a:gd name="T13" fmla="*/ 73 h 104"/>
                <a:gd name="T14" fmla="*/ 120 w 122"/>
                <a:gd name="T15" fmla="*/ 73 h 104"/>
                <a:gd name="T16" fmla="*/ 120 w 122"/>
                <a:gd name="T17" fmla="*/ 64 h 104"/>
                <a:gd name="T18" fmla="*/ 22 w 122"/>
                <a:gd name="T19" fmla="*/ 64 h 104"/>
                <a:gd name="T20" fmla="*/ 22 w 122"/>
                <a:gd name="T21" fmla="*/ 43 h 104"/>
                <a:gd name="T22" fmla="*/ 122 w 122"/>
                <a:gd name="T23" fmla="*/ 43 h 104"/>
                <a:gd name="T24" fmla="*/ 122 w 122"/>
                <a:gd name="T25" fmla="*/ 24 h 104"/>
                <a:gd name="T26" fmla="*/ 113 w 122"/>
                <a:gd name="T27" fmla="*/ 25 h 104"/>
                <a:gd name="T28" fmla="*/ 111 w 122"/>
                <a:gd name="T29" fmla="*/ 25 h 104"/>
                <a:gd name="T30" fmla="*/ 86 w 122"/>
                <a:gd name="T31" fmla="*/ 3 h 104"/>
                <a:gd name="T32" fmla="*/ 86 w 122"/>
                <a:gd name="T33" fmla="*/ 0 h 104"/>
                <a:gd name="T34" fmla="*/ 13 w 122"/>
                <a:gd name="T35" fmla="*/ 0 h 104"/>
                <a:gd name="T36" fmla="*/ 0 w 122"/>
                <a:gd name="T37" fmla="*/ 13 h 104"/>
                <a:gd name="T38" fmla="*/ 0 w 122"/>
                <a:gd name="T39" fmla="*/ 30 h 104"/>
                <a:gd name="T40" fmla="*/ 13 w 122"/>
                <a:gd name="T41" fmla="*/ 4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2" h="104">
                  <a:moveTo>
                    <a:pt x="13" y="43"/>
                  </a:moveTo>
                  <a:cubicBezTo>
                    <a:pt x="14" y="43"/>
                    <a:pt x="14" y="43"/>
                    <a:pt x="14" y="43"/>
                  </a:cubicBezTo>
                  <a:cubicBezTo>
                    <a:pt x="14" y="73"/>
                    <a:pt x="14" y="73"/>
                    <a:pt x="14" y="73"/>
                  </a:cubicBezTo>
                  <a:cubicBezTo>
                    <a:pt x="41" y="73"/>
                    <a:pt x="41" y="73"/>
                    <a:pt x="41" y="73"/>
                  </a:cubicBezTo>
                  <a:cubicBezTo>
                    <a:pt x="120" y="104"/>
                    <a:pt x="120" y="104"/>
                    <a:pt x="120" y="104"/>
                  </a:cubicBezTo>
                  <a:cubicBezTo>
                    <a:pt x="120" y="96"/>
                    <a:pt x="120" y="96"/>
                    <a:pt x="120" y="96"/>
                  </a:cubicBezTo>
                  <a:cubicBezTo>
                    <a:pt x="62" y="73"/>
                    <a:pt x="62" y="73"/>
                    <a:pt x="62" y="73"/>
                  </a:cubicBezTo>
                  <a:cubicBezTo>
                    <a:pt x="120" y="73"/>
                    <a:pt x="120" y="73"/>
                    <a:pt x="120" y="73"/>
                  </a:cubicBezTo>
                  <a:cubicBezTo>
                    <a:pt x="120" y="64"/>
                    <a:pt x="120" y="64"/>
                    <a:pt x="120" y="64"/>
                  </a:cubicBezTo>
                  <a:cubicBezTo>
                    <a:pt x="22" y="64"/>
                    <a:pt x="22" y="64"/>
                    <a:pt x="22" y="64"/>
                  </a:cubicBezTo>
                  <a:cubicBezTo>
                    <a:pt x="22" y="43"/>
                    <a:pt x="22" y="43"/>
                    <a:pt x="22" y="43"/>
                  </a:cubicBezTo>
                  <a:cubicBezTo>
                    <a:pt x="122" y="43"/>
                    <a:pt x="122" y="43"/>
                    <a:pt x="122" y="43"/>
                  </a:cubicBezTo>
                  <a:cubicBezTo>
                    <a:pt x="122" y="24"/>
                    <a:pt x="122" y="24"/>
                    <a:pt x="122" y="24"/>
                  </a:cubicBezTo>
                  <a:cubicBezTo>
                    <a:pt x="120" y="24"/>
                    <a:pt x="115" y="25"/>
                    <a:pt x="113" y="25"/>
                  </a:cubicBezTo>
                  <a:cubicBezTo>
                    <a:pt x="112" y="25"/>
                    <a:pt x="111" y="25"/>
                    <a:pt x="111" y="25"/>
                  </a:cubicBezTo>
                  <a:cubicBezTo>
                    <a:pt x="89" y="25"/>
                    <a:pt x="87" y="15"/>
                    <a:pt x="86" y="3"/>
                  </a:cubicBezTo>
                  <a:cubicBezTo>
                    <a:pt x="86" y="2"/>
                    <a:pt x="86" y="1"/>
                    <a:pt x="86" y="0"/>
                  </a:cubicBezTo>
                  <a:cubicBezTo>
                    <a:pt x="13" y="0"/>
                    <a:pt x="13" y="0"/>
                    <a:pt x="13" y="0"/>
                  </a:cubicBezTo>
                  <a:cubicBezTo>
                    <a:pt x="6" y="0"/>
                    <a:pt x="0" y="6"/>
                    <a:pt x="0" y="13"/>
                  </a:cubicBezTo>
                  <a:cubicBezTo>
                    <a:pt x="0" y="30"/>
                    <a:pt x="0" y="30"/>
                    <a:pt x="0" y="30"/>
                  </a:cubicBezTo>
                  <a:cubicBezTo>
                    <a:pt x="0" y="37"/>
                    <a:pt x="6" y="43"/>
                    <a:pt x="13" y="43"/>
                  </a:cubicBezTo>
                  <a:close/>
                </a:path>
              </a:pathLst>
            </a:custGeom>
            <a:solidFill>
              <a:srgbClr val="D163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Freeform 11"/>
            <p:cNvSpPr>
              <a:spLocks/>
            </p:cNvSpPr>
            <p:nvPr/>
          </p:nvSpPr>
          <p:spPr bwMode="auto">
            <a:xfrm>
              <a:off x="6202363" y="1271588"/>
              <a:ext cx="431800" cy="379413"/>
            </a:xfrm>
            <a:custGeom>
              <a:avLst/>
              <a:gdLst>
                <a:gd name="T0" fmla="*/ 102 w 115"/>
                <a:gd name="T1" fmla="*/ 0 h 101"/>
                <a:gd name="T2" fmla="*/ 35 w 115"/>
                <a:gd name="T3" fmla="*/ 0 h 101"/>
                <a:gd name="T4" fmla="*/ 35 w 115"/>
                <a:gd name="T5" fmla="*/ 1 h 101"/>
                <a:gd name="T6" fmla="*/ 9 w 115"/>
                <a:gd name="T7" fmla="*/ 24 h 101"/>
                <a:gd name="T8" fmla="*/ 0 w 115"/>
                <a:gd name="T9" fmla="*/ 23 h 101"/>
                <a:gd name="T10" fmla="*/ 0 w 115"/>
                <a:gd name="T11" fmla="*/ 43 h 101"/>
                <a:gd name="T12" fmla="*/ 93 w 115"/>
                <a:gd name="T13" fmla="*/ 43 h 101"/>
                <a:gd name="T14" fmla="*/ 93 w 115"/>
                <a:gd name="T15" fmla="*/ 64 h 101"/>
                <a:gd name="T16" fmla="*/ 2 w 115"/>
                <a:gd name="T17" fmla="*/ 64 h 101"/>
                <a:gd name="T18" fmla="*/ 2 w 115"/>
                <a:gd name="T19" fmla="*/ 73 h 101"/>
                <a:gd name="T20" fmla="*/ 53 w 115"/>
                <a:gd name="T21" fmla="*/ 73 h 101"/>
                <a:gd name="T22" fmla="*/ 2 w 115"/>
                <a:gd name="T23" fmla="*/ 93 h 101"/>
                <a:gd name="T24" fmla="*/ 2 w 115"/>
                <a:gd name="T25" fmla="*/ 101 h 101"/>
                <a:gd name="T26" fmla="*/ 74 w 115"/>
                <a:gd name="T27" fmla="*/ 73 h 101"/>
                <a:gd name="T28" fmla="*/ 101 w 115"/>
                <a:gd name="T29" fmla="*/ 73 h 101"/>
                <a:gd name="T30" fmla="*/ 101 w 115"/>
                <a:gd name="T31" fmla="*/ 43 h 101"/>
                <a:gd name="T32" fmla="*/ 102 w 115"/>
                <a:gd name="T33" fmla="*/ 43 h 101"/>
                <a:gd name="T34" fmla="*/ 115 w 115"/>
                <a:gd name="T35" fmla="*/ 30 h 101"/>
                <a:gd name="T36" fmla="*/ 115 w 115"/>
                <a:gd name="T37" fmla="*/ 13 h 101"/>
                <a:gd name="T38" fmla="*/ 102 w 115"/>
                <a:gd name="T3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5" h="101">
                  <a:moveTo>
                    <a:pt x="102" y="0"/>
                  </a:moveTo>
                  <a:cubicBezTo>
                    <a:pt x="35" y="0"/>
                    <a:pt x="35" y="0"/>
                    <a:pt x="35" y="0"/>
                  </a:cubicBezTo>
                  <a:cubicBezTo>
                    <a:pt x="35" y="0"/>
                    <a:pt x="35" y="1"/>
                    <a:pt x="35" y="1"/>
                  </a:cubicBezTo>
                  <a:cubicBezTo>
                    <a:pt x="34" y="14"/>
                    <a:pt x="29" y="26"/>
                    <a:pt x="9" y="24"/>
                  </a:cubicBezTo>
                  <a:cubicBezTo>
                    <a:pt x="7" y="24"/>
                    <a:pt x="2" y="23"/>
                    <a:pt x="0" y="23"/>
                  </a:cubicBezTo>
                  <a:cubicBezTo>
                    <a:pt x="0" y="43"/>
                    <a:pt x="0" y="43"/>
                    <a:pt x="0" y="43"/>
                  </a:cubicBezTo>
                  <a:cubicBezTo>
                    <a:pt x="93" y="43"/>
                    <a:pt x="93" y="43"/>
                    <a:pt x="93" y="43"/>
                  </a:cubicBezTo>
                  <a:cubicBezTo>
                    <a:pt x="93" y="64"/>
                    <a:pt x="93" y="64"/>
                    <a:pt x="93" y="64"/>
                  </a:cubicBezTo>
                  <a:cubicBezTo>
                    <a:pt x="2" y="64"/>
                    <a:pt x="2" y="64"/>
                    <a:pt x="2" y="64"/>
                  </a:cubicBezTo>
                  <a:cubicBezTo>
                    <a:pt x="2" y="73"/>
                    <a:pt x="2" y="73"/>
                    <a:pt x="2" y="73"/>
                  </a:cubicBezTo>
                  <a:cubicBezTo>
                    <a:pt x="53" y="73"/>
                    <a:pt x="53" y="73"/>
                    <a:pt x="53" y="73"/>
                  </a:cubicBezTo>
                  <a:cubicBezTo>
                    <a:pt x="2" y="93"/>
                    <a:pt x="2" y="93"/>
                    <a:pt x="2" y="93"/>
                  </a:cubicBezTo>
                  <a:cubicBezTo>
                    <a:pt x="2" y="101"/>
                    <a:pt x="2" y="101"/>
                    <a:pt x="2" y="101"/>
                  </a:cubicBezTo>
                  <a:cubicBezTo>
                    <a:pt x="74" y="73"/>
                    <a:pt x="74" y="73"/>
                    <a:pt x="74" y="73"/>
                  </a:cubicBezTo>
                  <a:cubicBezTo>
                    <a:pt x="101" y="73"/>
                    <a:pt x="101" y="73"/>
                    <a:pt x="101" y="73"/>
                  </a:cubicBezTo>
                  <a:cubicBezTo>
                    <a:pt x="101" y="43"/>
                    <a:pt x="101" y="43"/>
                    <a:pt x="101" y="43"/>
                  </a:cubicBezTo>
                  <a:cubicBezTo>
                    <a:pt x="102" y="43"/>
                    <a:pt x="102" y="43"/>
                    <a:pt x="102" y="43"/>
                  </a:cubicBezTo>
                  <a:cubicBezTo>
                    <a:pt x="109" y="43"/>
                    <a:pt x="115" y="37"/>
                    <a:pt x="115" y="30"/>
                  </a:cubicBezTo>
                  <a:cubicBezTo>
                    <a:pt x="115" y="13"/>
                    <a:pt x="115" y="13"/>
                    <a:pt x="115" y="13"/>
                  </a:cubicBezTo>
                  <a:cubicBezTo>
                    <a:pt x="115" y="6"/>
                    <a:pt x="109" y="0"/>
                    <a:pt x="102" y="0"/>
                  </a:cubicBezTo>
                  <a:close/>
                </a:path>
              </a:pathLst>
            </a:custGeom>
            <a:solidFill>
              <a:srgbClr val="D163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 name="Freeform 12"/>
            <p:cNvSpPr>
              <a:spLocks/>
            </p:cNvSpPr>
            <p:nvPr/>
          </p:nvSpPr>
          <p:spPr bwMode="auto">
            <a:xfrm>
              <a:off x="5418138" y="1752601"/>
              <a:ext cx="1201738" cy="307975"/>
            </a:xfrm>
            <a:custGeom>
              <a:avLst/>
              <a:gdLst>
                <a:gd name="T0" fmla="*/ 312 w 320"/>
                <a:gd name="T1" fmla="*/ 56 h 82"/>
                <a:gd name="T2" fmla="*/ 312 w 320"/>
                <a:gd name="T3" fmla="*/ 51 h 82"/>
                <a:gd name="T4" fmla="*/ 319 w 320"/>
                <a:gd name="T5" fmla="*/ 51 h 82"/>
                <a:gd name="T6" fmla="*/ 319 w 320"/>
                <a:gd name="T7" fmla="*/ 43 h 82"/>
                <a:gd name="T8" fmla="*/ 311 w 320"/>
                <a:gd name="T9" fmla="*/ 43 h 82"/>
                <a:gd name="T10" fmla="*/ 208 w 320"/>
                <a:gd name="T11" fmla="*/ 2 h 82"/>
                <a:gd name="T12" fmla="*/ 203 w 320"/>
                <a:gd name="T13" fmla="*/ 9 h 82"/>
                <a:gd name="T14" fmla="*/ 289 w 320"/>
                <a:gd name="T15" fmla="*/ 43 h 82"/>
                <a:gd name="T16" fmla="*/ 35 w 320"/>
                <a:gd name="T17" fmla="*/ 43 h 82"/>
                <a:gd name="T18" fmla="*/ 126 w 320"/>
                <a:gd name="T19" fmla="*/ 7 h 82"/>
                <a:gd name="T20" fmla="*/ 122 w 320"/>
                <a:gd name="T21" fmla="*/ 0 h 82"/>
                <a:gd name="T22" fmla="*/ 13 w 320"/>
                <a:gd name="T23" fmla="*/ 43 h 82"/>
                <a:gd name="T24" fmla="*/ 5 w 320"/>
                <a:gd name="T25" fmla="*/ 43 h 82"/>
                <a:gd name="T26" fmla="*/ 5 w 320"/>
                <a:gd name="T27" fmla="*/ 51 h 82"/>
                <a:gd name="T28" fmla="*/ 7 w 320"/>
                <a:gd name="T29" fmla="*/ 51 h 82"/>
                <a:gd name="T30" fmla="*/ 7 w 320"/>
                <a:gd name="T31" fmla="*/ 56 h 82"/>
                <a:gd name="T32" fmla="*/ 0 w 320"/>
                <a:gd name="T33" fmla="*/ 68 h 82"/>
                <a:gd name="T34" fmla="*/ 14 w 320"/>
                <a:gd name="T35" fmla="*/ 82 h 82"/>
                <a:gd name="T36" fmla="*/ 28 w 320"/>
                <a:gd name="T37" fmla="*/ 68 h 82"/>
                <a:gd name="T38" fmla="*/ 20 w 320"/>
                <a:gd name="T39" fmla="*/ 56 h 82"/>
                <a:gd name="T40" fmla="*/ 20 w 320"/>
                <a:gd name="T41" fmla="*/ 51 h 82"/>
                <a:gd name="T42" fmla="*/ 299 w 320"/>
                <a:gd name="T43" fmla="*/ 51 h 82"/>
                <a:gd name="T44" fmla="*/ 299 w 320"/>
                <a:gd name="T45" fmla="*/ 56 h 82"/>
                <a:gd name="T46" fmla="*/ 292 w 320"/>
                <a:gd name="T47" fmla="*/ 68 h 82"/>
                <a:gd name="T48" fmla="*/ 306 w 320"/>
                <a:gd name="T49" fmla="*/ 82 h 82"/>
                <a:gd name="T50" fmla="*/ 320 w 320"/>
                <a:gd name="T51" fmla="*/ 68 h 82"/>
                <a:gd name="T52" fmla="*/ 312 w 320"/>
                <a:gd name="T53" fmla="*/ 56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0" h="82">
                  <a:moveTo>
                    <a:pt x="312" y="56"/>
                  </a:moveTo>
                  <a:cubicBezTo>
                    <a:pt x="312" y="51"/>
                    <a:pt x="312" y="51"/>
                    <a:pt x="312" y="51"/>
                  </a:cubicBezTo>
                  <a:cubicBezTo>
                    <a:pt x="319" y="51"/>
                    <a:pt x="319" y="51"/>
                    <a:pt x="319" y="51"/>
                  </a:cubicBezTo>
                  <a:cubicBezTo>
                    <a:pt x="319" y="43"/>
                    <a:pt x="319" y="43"/>
                    <a:pt x="319" y="43"/>
                  </a:cubicBezTo>
                  <a:cubicBezTo>
                    <a:pt x="311" y="43"/>
                    <a:pt x="311" y="43"/>
                    <a:pt x="311" y="43"/>
                  </a:cubicBezTo>
                  <a:cubicBezTo>
                    <a:pt x="208" y="2"/>
                    <a:pt x="208" y="2"/>
                    <a:pt x="208" y="2"/>
                  </a:cubicBezTo>
                  <a:cubicBezTo>
                    <a:pt x="206" y="5"/>
                    <a:pt x="205" y="7"/>
                    <a:pt x="203" y="9"/>
                  </a:cubicBezTo>
                  <a:cubicBezTo>
                    <a:pt x="289" y="43"/>
                    <a:pt x="289" y="43"/>
                    <a:pt x="289" y="43"/>
                  </a:cubicBezTo>
                  <a:cubicBezTo>
                    <a:pt x="35" y="43"/>
                    <a:pt x="35" y="43"/>
                    <a:pt x="35" y="43"/>
                  </a:cubicBezTo>
                  <a:cubicBezTo>
                    <a:pt x="126" y="7"/>
                    <a:pt x="126" y="7"/>
                    <a:pt x="126" y="7"/>
                  </a:cubicBezTo>
                  <a:cubicBezTo>
                    <a:pt x="125" y="5"/>
                    <a:pt x="123" y="2"/>
                    <a:pt x="122" y="0"/>
                  </a:cubicBezTo>
                  <a:cubicBezTo>
                    <a:pt x="13" y="43"/>
                    <a:pt x="13" y="43"/>
                    <a:pt x="13" y="43"/>
                  </a:cubicBezTo>
                  <a:cubicBezTo>
                    <a:pt x="5" y="43"/>
                    <a:pt x="5" y="43"/>
                    <a:pt x="5" y="43"/>
                  </a:cubicBezTo>
                  <a:cubicBezTo>
                    <a:pt x="5" y="51"/>
                    <a:pt x="5" y="51"/>
                    <a:pt x="5" y="51"/>
                  </a:cubicBezTo>
                  <a:cubicBezTo>
                    <a:pt x="7" y="51"/>
                    <a:pt x="7" y="51"/>
                    <a:pt x="7" y="51"/>
                  </a:cubicBezTo>
                  <a:cubicBezTo>
                    <a:pt x="7" y="56"/>
                    <a:pt x="7" y="56"/>
                    <a:pt x="7" y="56"/>
                  </a:cubicBezTo>
                  <a:cubicBezTo>
                    <a:pt x="3" y="58"/>
                    <a:pt x="0" y="63"/>
                    <a:pt x="0" y="68"/>
                  </a:cubicBezTo>
                  <a:cubicBezTo>
                    <a:pt x="0" y="76"/>
                    <a:pt x="6" y="82"/>
                    <a:pt x="14" y="82"/>
                  </a:cubicBezTo>
                  <a:cubicBezTo>
                    <a:pt x="22" y="82"/>
                    <a:pt x="28" y="76"/>
                    <a:pt x="28" y="68"/>
                  </a:cubicBezTo>
                  <a:cubicBezTo>
                    <a:pt x="28" y="63"/>
                    <a:pt x="25" y="58"/>
                    <a:pt x="20" y="56"/>
                  </a:cubicBezTo>
                  <a:cubicBezTo>
                    <a:pt x="20" y="51"/>
                    <a:pt x="20" y="51"/>
                    <a:pt x="20" y="51"/>
                  </a:cubicBezTo>
                  <a:cubicBezTo>
                    <a:pt x="299" y="51"/>
                    <a:pt x="299" y="51"/>
                    <a:pt x="299" y="51"/>
                  </a:cubicBezTo>
                  <a:cubicBezTo>
                    <a:pt x="299" y="56"/>
                    <a:pt x="299" y="56"/>
                    <a:pt x="299" y="56"/>
                  </a:cubicBezTo>
                  <a:cubicBezTo>
                    <a:pt x="295" y="58"/>
                    <a:pt x="292" y="63"/>
                    <a:pt x="292" y="68"/>
                  </a:cubicBezTo>
                  <a:cubicBezTo>
                    <a:pt x="292" y="76"/>
                    <a:pt x="298" y="82"/>
                    <a:pt x="306" y="82"/>
                  </a:cubicBezTo>
                  <a:cubicBezTo>
                    <a:pt x="314" y="82"/>
                    <a:pt x="320" y="76"/>
                    <a:pt x="320" y="68"/>
                  </a:cubicBezTo>
                  <a:cubicBezTo>
                    <a:pt x="320" y="63"/>
                    <a:pt x="317" y="58"/>
                    <a:pt x="312" y="56"/>
                  </a:cubicBezTo>
                  <a:close/>
                </a:path>
              </a:pathLst>
            </a:custGeom>
            <a:solidFill>
              <a:srgbClr val="D163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Freeform 13"/>
            <p:cNvSpPr>
              <a:spLocks/>
            </p:cNvSpPr>
            <p:nvPr/>
          </p:nvSpPr>
          <p:spPr bwMode="auto">
            <a:xfrm>
              <a:off x="6042026" y="1279526"/>
              <a:ext cx="130175" cy="508000"/>
            </a:xfrm>
            <a:custGeom>
              <a:avLst/>
              <a:gdLst>
                <a:gd name="T0" fmla="*/ 18 w 35"/>
                <a:gd name="T1" fmla="*/ 0 h 135"/>
                <a:gd name="T2" fmla="*/ 0 w 35"/>
                <a:gd name="T3" fmla="*/ 17 h 135"/>
                <a:gd name="T4" fmla="*/ 0 w 35"/>
                <a:gd name="T5" fmla="*/ 118 h 135"/>
                <a:gd name="T6" fmla="*/ 18 w 35"/>
                <a:gd name="T7" fmla="*/ 135 h 135"/>
                <a:gd name="T8" fmla="*/ 35 w 35"/>
                <a:gd name="T9" fmla="*/ 118 h 135"/>
                <a:gd name="T10" fmla="*/ 35 w 35"/>
                <a:gd name="T11" fmla="*/ 17 h 135"/>
                <a:gd name="T12" fmla="*/ 18 w 35"/>
                <a:gd name="T13" fmla="*/ 0 h 135"/>
              </a:gdLst>
              <a:ahLst/>
              <a:cxnLst>
                <a:cxn ang="0">
                  <a:pos x="T0" y="T1"/>
                </a:cxn>
                <a:cxn ang="0">
                  <a:pos x="T2" y="T3"/>
                </a:cxn>
                <a:cxn ang="0">
                  <a:pos x="T4" y="T5"/>
                </a:cxn>
                <a:cxn ang="0">
                  <a:pos x="T6" y="T7"/>
                </a:cxn>
                <a:cxn ang="0">
                  <a:pos x="T8" y="T9"/>
                </a:cxn>
                <a:cxn ang="0">
                  <a:pos x="T10" y="T11"/>
                </a:cxn>
                <a:cxn ang="0">
                  <a:pos x="T12" y="T13"/>
                </a:cxn>
              </a:cxnLst>
              <a:rect l="0" t="0" r="r" b="b"/>
              <a:pathLst>
                <a:path w="35" h="135">
                  <a:moveTo>
                    <a:pt x="18" y="0"/>
                  </a:moveTo>
                  <a:cubicBezTo>
                    <a:pt x="8" y="0"/>
                    <a:pt x="0" y="8"/>
                    <a:pt x="0" y="17"/>
                  </a:cubicBezTo>
                  <a:cubicBezTo>
                    <a:pt x="0" y="118"/>
                    <a:pt x="0" y="118"/>
                    <a:pt x="0" y="118"/>
                  </a:cubicBezTo>
                  <a:cubicBezTo>
                    <a:pt x="0" y="127"/>
                    <a:pt x="8" y="135"/>
                    <a:pt x="18" y="135"/>
                  </a:cubicBezTo>
                  <a:cubicBezTo>
                    <a:pt x="27" y="135"/>
                    <a:pt x="35" y="127"/>
                    <a:pt x="35" y="118"/>
                  </a:cubicBezTo>
                  <a:cubicBezTo>
                    <a:pt x="35" y="17"/>
                    <a:pt x="35" y="17"/>
                    <a:pt x="35" y="17"/>
                  </a:cubicBezTo>
                  <a:cubicBezTo>
                    <a:pt x="35" y="8"/>
                    <a:pt x="27" y="0"/>
                    <a:pt x="18" y="0"/>
                  </a:cubicBezTo>
                  <a:close/>
                </a:path>
              </a:pathLst>
            </a:custGeom>
            <a:solidFill>
              <a:srgbClr val="D163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14"/>
            <p:cNvSpPr>
              <a:spLocks/>
            </p:cNvSpPr>
            <p:nvPr/>
          </p:nvSpPr>
          <p:spPr bwMode="auto">
            <a:xfrm>
              <a:off x="5902326" y="1279526"/>
              <a:ext cx="131763" cy="508000"/>
            </a:xfrm>
            <a:custGeom>
              <a:avLst/>
              <a:gdLst>
                <a:gd name="T0" fmla="*/ 17 w 35"/>
                <a:gd name="T1" fmla="*/ 0 h 135"/>
                <a:gd name="T2" fmla="*/ 0 w 35"/>
                <a:gd name="T3" fmla="*/ 17 h 135"/>
                <a:gd name="T4" fmla="*/ 0 w 35"/>
                <a:gd name="T5" fmla="*/ 118 h 135"/>
                <a:gd name="T6" fmla="*/ 17 w 35"/>
                <a:gd name="T7" fmla="*/ 135 h 135"/>
                <a:gd name="T8" fmla="*/ 35 w 35"/>
                <a:gd name="T9" fmla="*/ 118 h 135"/>
                <a:gd name="T10" fmla="*/ 35 w 35"/>
                <a:gd name="T11" fmla="*/ 17 h 135"/>
                <a:gd name="T12" fmla="*/ 17 w 35"/>
                <a:gd name="T13" fmla="*/ 0 h 135"/>
              </a:gdLst>
              <a:ahLst/>
              <a:cxnLst>
                <a:cxn ang="0">
                  <a:pos x="T0" y="T1"/>
                </a:cxn>
                <a:cxn ang="0">
                  <a:pos x="T2" y="T3"/>
                </a:cxn>
                <a:cxn ang="0">
                  <a:pos x="T4" y="T5"/>
                </a:cxn>
                <a:cxn ang="0">
                  <a:pos x="T6" y="T7"/>
                </a:cxn>
                <a:cxn ang="0">
                  <a:pos x="T8" y="T9"/>
                </a:cxn>
                <a:cxn ang="0">
                  <a:pos x="T10" y="T11"/>
                </a:cxn>
                <a:cxn ang="0">
                  <a:pos x="T12" y="T13"/>
                </a:cxn>
              </a:cxnLst>
              <a:rect l="0" t="0" r="r" b="b"/>
              <a:pathLst>
                <a:path w="35" h="135">
                  <a:moveTo>
                    <a:pt x="17" y="0"/>
                  </a:moveTo>
                  <a:cubicBezTo>
                    <a:pt x="7" y="0"/>
                    <a:pt x="0" y="8"/>
                    <a:pt x="0" y="17"/>
                  </a:cubicBezTo>
                  <a:cubicBezTo>
                    <a:pt x="0" y="118"/>
                    <a:pt x="0" y="118"/>
                    <a:pt x="0" y="118"/>
                  </a:cubicBezTo>
                  <a:cubicBezTo>
                    <a:pt x="0" y="127"/>
                    <a:pt x="7" y="135"/>
                    <a:pt x="17" y="135"/>
                  </a:cubicBezTo>
                  <a:cubicBezTo>
                    <a:pt x="27" y="135"/>
                    <a:pt x="35" y="127"/>
                    <a:pt x="35" y="118"/>
                  </a:cubicBezTo>
                  <a:cubicBezTo>
                    <a:pt x="35" y="17"/>
                    <a:pt x="35" y="17"/>
                    <a:pt x="35" y="17"/>
                  </a:cubicBezTo>
                  <a:cubicBezTo>
                    <a:pt x="35" y="8"/>
                    <a:pt x="27" y="0"/>
                    <a:pt x="17" y="0"/>
                  </a:cubicBezTo>
                  <a:close/>
                </a:path>
              </a:pathLst>
            </a:custGeom>
            <a:solidFill>
              <a:srgbClr val="D163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Oval 15"/>
            <p:cNvSpPr>
              <a:spLocks noChangeArrowheads="1"/>
            </p:cNvSpPr>
            <p:nvPr/>
          </p:nvSpPr>
          <p:spPr bwMode="auto">
            <a:xfrm>
              <a:off x="5894388" y="554038"/>
              <a:ext cx="285750" cy="285750"/>
            </a:xfrm>
            <a:prstGeom prst="ellipse">
              <a:avLst/>
            </a:prstGeom>
            <a:solidFill>
              <a:srgbClr val="D163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16"/>
            <p:cNvSpPr>
              <a:spLocks/>
            </p:cNvSpPr>
            <p:nvPr/>
          </p:nvSpPr>
          <p:spPr bwMode="auto">
            <a:xfrm>
              <a:off x="5729288" y="850901"/>
              <a:ext cx="604838" cy="492125"/>
            </a:xfrm>
            <a:custGeom>
              <a:avLst/>
              <a:gdLst>
                <a:gd name="T0" fmla="*/ 24 w 161"/>
                <a:gd name="T1" fmla="*/ 131 h 131"/>
                <a:gd name="T2" fmla="*/ 26 w 161"/>
                <a:gd name="T3" fmla="*/ 131 h 131"/>
                <a:gd name="T4" fmla="*/ 39 w 161"/>
                <a:gd name="T5" fmla="*/ 115 h 131"/>
                <a:gd name="T6" fmla="*/ 43 w 161"/>
                <a:gd name="T7" fmla="*/ 65 h 131"/>
                <a:gd name="T8" fmla="*/ 43 w 161"/>
                <a:gd name="T9" fmla="*/ 118 h 131"/>
                <a:gd name="T10" fmla="*/ 43 w 161"/>
                <a:gd name="T11" fmla="*/ 120 h 131"/>
                <a:gd name="T12" fmla="*/ 63 w 161"/>
                <a:gd name="T13" fmla="*/ 107 h 131"/>
                <a:gd name="T14" fmla="*/ 80 w 161"/>
                <a:gd name="T15" fmla="*/ 114 h 131"/>
                <a:gd name="T16" fmla="*/ 82 w 161"/>
                <a:gd name="T17" fmla="*/ 117 h 131"/>
                <a:gd name="T18" fmla="*/ 101 w 161"/>
                <a:gd name="T19" fmla="*/ 107 h 131"/>
                <a:gd name="T20" fmla="*/ 121 w 161"/>
                <a:gd name="T21" fmla="*/ 119 h 131"/>
                <a:gd name="T22" fmla="*/ 121 w 161"/>
                <a:gd name="T23" fmla="*/ 118 h 131"/>
                <a:gd name="T24" fmla="*/ 121 w 161"/>
                <a:gd name="T25" fmla="*/ 64 h 131"/>
                <a:gd name="T26" fmla="*/ 125 w 161"/>
                <a:gd name="T27" fmla="*/ 113 h 131"/>
                <a:gd name="T28" fmla="*/ 138 w 161"/>
                <a:gd name="T29" fmla="*/ 130 h 131"/>
                <a:gd name="T30" fmla="*/ 140 w 161"/>
                <a:gd name="T31" fmla="*/ 130 h 131"/>
                <a:gd name="T32" fmla="*/ 154 w 161"/>
                <a:gd name="T33" fmla="*/ 116 h 131"/>
                <a:gd name="T34" fmla="*/ 91 w 161"/>
                <a:gd name="T35" fmla="*/ 0 h 131"/>
                <a:gd name="T36" fmla="*/ 82 w 161"/>
                <a:gd name="T37" fmla="*/ 10 h 131"/>
                <a:gd name="T38" fmla="*/ 72 w 161"/>
                <a:gd name="T39" fmla="*/ 0 h 131"/>
                <a:gd name="T40" fmla="*/ 72 w 161"/>
                <a:gd name="T41" fmla="*/ 0 h 131"/>
                <a:gd name="T42" fmla="*/ 10 w 161"/>
                <a:gd name="T43" fmla="*/ 118 h 131"/>
                <a:gd name="T44" fmla="*/ 24 w 161"/>
                <a:gd name="T45"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1" h="131">
                  <a:moveTo>
                    <a:pt x="24" y="131"/>
                  </a:moveTo>
                  <a:cubicBezTo>
                    <a:pt x="25" y="131"/>
                    <a:pt x="25" y="131"/>
                    <a:pt x="26" y="131"/>
                  </a:cubicBezTo>
                  <a:cubicBezTo>
                    <a:pt x="34" y="130"/>
                    <a:pt x="40" y="123"/>
                    <a:pt x="39" y="115"/>
                  </a:cubicBezTo>
                  <a:cubicBezTo>
                    <a:pt x="37" y="92"/>
                    <a:pt x="39" y="77"/>
                    <a:pt x="43" y="65"/>
                  </a:cubicBezTo>
                  <a:cubicBezTo>
                    <a:pt x="43" y="118"/>
                    <a:pt x="43" y="118"/>
                    <a:pt x="43" y="118"/>
                  </a:cubicBezTo>
                  <a:cubicBezTo>
                    <a:pt x="43" y="119"/>
                    <a:pt x="43" y="120"/>
                    <a:pt x="43" y="120"/>
                  </a:cubicBezTo>
                  <a:cubicBezTo>
                    <a:pt x="46" y="113"/>
                    <a:pt x="54" y="107"/>
                    <a:pt x="63" y="107"/>
                  </a:cubicBezTo>
                  <a:cubicBezTo>
                    <a:pt x="70" y="107"/>
                    <a:pt x="75" y="110"/>
                    <a:pt x="80" y="114"/>
                  </a:cubicBezTo>
                  <a:cubicBezTo>
                    <a:pt x="81" y="115"/>
                    <a:pt x="81" y="116"/>
                    <a:pt x="82" y="117"/>
                  </a:cubicBezTo>
                  <a:cubicBezTo>
                    <a:pt x="86" y="111"/>
                    <a:pt x="93" y="107"/>
                    <a:pt x="101" y="107"/>
                  </a:cubicBezTo>
                  <a:cubicBezTo>
                    <a:pt x="109" y="107"/>
                    <a:pt x="117" y="112"/>
                    <a:pt x="121" y="119"/>
                  </a:cubicBezTo>
                  <a:cubicBezTo>
                    <a:pt x="121" y="118"/>
                    <a:pt x="121" y="118"/>
                    <a:pt x="121" y="118"/>
                  </a:cubicBezTo>
                  <a:cubicBezTo>
                    <a:pt x="121" y="64"/>
                    <a:pt x="121" y="64"/>
                    <a:pt x="121" y="64"/>
                  </a:cubicBezTo>
                  <a:cubicBezTo>
                    <a:pt x="125" y="76"/>
                    <a:pt x="127" y="91"/>
                    <a:pt x="125" y="113"/>
                  </a:cubicBezTo>
                  <a:cubicBezTo>
                    <a:pt x="124" y="121"/>
                    <a:pt x="130" y="129"/>
                    <a:pt x="138" y="130"/>
                  </a:cubicBezTo>
                  <a:cubicBezTo>
                    <a:pt x="139" y="130"/>
                    <a:pt x="139" y="130"/>
                    <a:pt x="140" y="130"/>
                  </a:cubicBezTo>
                  <a:cubicBezTo>
                    <a:pt x="147" y="130"/>
                    <a:pt x="153" y="124"/>
                    <a:pt x="154" y="116"/>
                  </a:cubicBezTo>
                  <a:cubicBezTo>
                    <a:pt x="161" y="50"/>
                    <a:pt x="129" y="9"/>
                    <a:pt x="91" y="0"/>
                  </a:cubicBezTo>
                  <a:cubicBezTo>
                    <a:pt x="82" y="10"/>
                    <a:pt x="82" y="10"/>
                    <a:pt x="82" y="10"/>
                  </a:cubicBezTo>
                  <a:cubicBezTo>
                    <a:pt x="72" y="0"/>
                    <a:pt x="72" y="0"/>
                    <a:pt x="72" y="0"/>
                  </a:cubicBezTo>
                  <a:cubicBezTo>
                    <a:pt x="72" y="0"/>
                    <a:pt x="72" y="0"/>
                    <a:pt x="72" y="0"/>
                  </a:cubicBezTo>
                  <a:cubicBezTo>
                    <a:pt x="60" y="4"/>
                    <a:pt x="0" y="25"/>
                    <a:pt x="10" y="118"/>
                  </a:cubicBezTo>
                  <a:cubicBezTo>
                    <a:pt x="10" y="125"/>
                    <a:pt x="17" y="131"/>
                    <a:pt x="24" y="131"/>
                  </a:cubicBezTo>
                  <a:close/>
                </a:path>
              </a:pathLst>
            </a:custGeom>
            <a:solidFill>
              <a:srgbClr val="D163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 name="组合 9"/>
          <p:cNvGrpSpPr/>
          <p:nvPr/>
        </p:nvGrpSpPr>
        <p:grpSpPr>
          <a:xfrm>
            <a:off x="2836863" y="446088"/>
            <a:ext cx="1909763" cy="1562101"/>
            <a:chOff x="2836863" y="446088"/>
            <a:chExt cx="1909763" cy="1562101"/>
          </a:xfrm>
        </p:grpSpPr>
        <p:sp>
          <p:nvSpPr>
            <p:cNvPr id="11" name="Freeform 17"/>
            <p:cNvSpPr>
              <a:spLocks/>
            </p:cNvSpPr>
            <p:nvPr/>
          </p:nvSpPr>
          <p:spPr bwMode="auto">
            <a:xfrm>
              <a:off x="3568701" y="1042988"/>
              <a:ext cx="446088" cy="195263"/>
            </a:xfrm>
            <a:custGeom>
              <a:avLst/>
              <a:gdLst>
                <a:gd name="T0" fmla="*/ 75 w 119"/>
                <a:gd name="T1" fmla="*/ 52 h 52"/>
                <a:gd name="T2" fmla="*/ 105 w 119"/>
                <a:gd name="T3" fmla="*/ 49 h 52"/>
                <a:gd name="T4" fmla="*/ 117 w 119"/>
                <a:gd name="T5" fmla="*/ 31 h 52"/>
                <a:gd name="T6" fmla="*/ 99 w 119"/>
                <a:gd name="T7" fmla="*/ 19 h 52"/>
                <a:gd name="T8" fmla="*/ 28 w 119"/>
                <a:gd name="T9" fmla="*/ 6 h 52"/>
                <a:gd name="T10" fmla="*/ 6 w 119"/>
                <a:gd name="T11" fmla="*/ 6 h 52"/>
                <a:gd name="T12" fmla="*/ 6 w 119"/>
                <a:gd name="T13" fmla="*/ 28 h 52"/>
                <a:gd name="T14" fmla="*/ 75 w 119"/>
                <a:gd name="T15" fmla="*/ 52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9" h="52">
                  <a:moveTo>
                    <a:pt x="75" y="52"/>
                  </a:moveTo>
                  <a:cubicBezTo>
                    <a:pt x="84" y="52"/>
                    <a:pt x="94" y="51"/>
                    <a:pt x="105" y="49"/>
                  </a:cubicBezTo>
                  <a:cubicBezTo>
                    <a:pt x="113" y="47"/>
                    <a:pt x="119" y="39"/>
                    <a:pt x="117" y="31"/>
                  </a:cubicBezTo>
                  <a:cubicBezTo>
                    <a:pt x="115" y="22"/>
                    <a:pt x="107" y="17"/>
                    <a:pt x="99" y="19"/>
                  </a:cubicBezTo>
                  <a:cubicBezTo>
                    <a:pt x="52" y="29"/>
                    <a:pt x="29" y="7"/>
                    <a:pt x="28" y="6"/>
                  </a:cubicBezTo>
                  <a:cubicBezTo>
                    <a:pt x="22" y="0"/>
                    <a:pt x="12" y="0"/>
                    <a:pt x="6" y="6"/>
                  </a:cubicBezTo>
                  <a:cubicBezTo>
                    <a:pt x="0" y="12"/>
                    <a:pt x="0" y="22"/>
                    <a:pt x="6" y="28"/>
                  </a:cubicBezTo>
                  <a:cubicBezTo>
                    <a:pt x="7" y="29"/>
                    <a:pt x="31" y="52"/>
                    <a:pt x="75" y="52"/>
                  </a:cubicBezTo>
                  <a:close/>
                </a:path>
              </a:pathLst>
            </a:custGeom>
            <a:solidFill>
              <a:srgbClr val="4756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Oval 18"/>
            <p:cNvSpPr>
              <a:spLocks noChangeArrowheads="1"/>
            </p:cNvSpPr>
            <p:nvPr/>
          </p:nvSpPr>
          <p:spPr bwMode="auto">
            <a:xfrm>
              <a:off x="3308351" y="847726"/>
              <a:ext cx="249238" cy="250825"/>
            </a:xfrm>
            <a:prstGeom prst="ellipse">
              <a:avLst/>
            </a:prstGeom>
            <a:solidFill>
              <a:srgbClr val="4756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9"/>
            <p:cNvSpPr>
              <a:spLocks noEditPoints="1"/>
            </p:cNvSpPr>
            <p:nvPr/>
          </p:nvSpPr>
          <p:spPr bwMode="auto">
            <a:xfrm>
              <a:off x="3117851" y="1054101"/>
              <a:ext cx="1628775" cy="954088"/>
            </a:xfrm>
            <a:custGeom>
              <a:avLst/>
              <a:gdLst>
                <a:gd name="T0" fmla="*/ 429 w 434"/>
                <a:gd name="T1" fmla="*/ 228 h 254"/>
                <a:gd name="T2" fmla="*/ 429 w 434"/>
                <a:gd name="T3" fmla="*/ 141 h 254"/>
                <a:gd name="T4" fmla="*/ 411 w 434"/>
                <a:gd name="T5" fmla="*/ 121 h 254"/>
                <a:gd name="T6" fmla="*/ 422 w 434"/>
                <a:gd name="T7" fmla="*/ 106 h 254"/>
                <a:gd name="T8" fmla="*/ 405 w 434"/>
                <a:gd name="T9" fmla="*/ 89 h 254"/>
                <a:gd name="T10" fmla="*/ 186 w 434"/>
                <a:gd name="T11" fmla="*/ 89 h 254"/>
                <a:gd name="T12" fmla="*/ 27 w 434"/>
                <a:gd name="T13" fmla="*/ 4 h 254"/>
                <a:gd name="T14" fmla="*/ 4 w 434"/>
                <a:gd name="T15" fmla="*/ 11 h 254"/>
                <a:gd name="T16" fmla="*/ 12 w 434"/>
                <a:gd name="T17" fmla="*/ 34 h 254"/>
                <a:gd name="T18" fmla="*/ 161 w 434"/>
                <a:gd name="T19" fmla="*/ 113 h 254"/>
                <a:gd name="T20" fmla="*/ 52 w 434"/>
                <a:gd name="T21" fmla="*/ 113 h 254"/>
                <a:gd name="T22" fmla="*/ 42 w 434"/>
                <a:gd name="T23" fmla="*/ 123 h 254"/>
                <a:gd name="T24" fmla="*/ 42 w 434"/>
                <a:gd name="T25" fmla="*/ 129 h 254"/>
                <a:gd name="T26" fmla="*/ 52 w 434"/>
                <a:gd name="T27" fmla="*/ 139 h 254"/>
                <a:gd name="T28" fmla="*/ 87 w 434"/>
                <a:gd name="T29" fmla="*/ 139 h 254"/>
                <a:gd name="T30" fmla="*/ 87 w 434"/>
                <a:gd name="T31" fmla="*/ 141 h 254"/>
                <a:gd name="T32" fmla="*/ 87 w 434"/>
                <a:gd name="T33" fmla="*/ 227 h 254"/>
                <a:gd name="T34" fmla="*/ 81 w 434"/>
                <a:gd name="T35" fmla="*/ 238 h 254"/>
                <a:gd name="T36" fmla="*/ 96 w 434"/>
                <a:gd name="T37" fmla="*/ 254 h 254"/>
                <a:gd name="T38" fmla="*/ 111 w 434"/>
                <a:gd name="T39" fmla="*/ 238 h 254"/>
                <a:gd name="T40" fmla="*/ 107 w 434"/>
                <a:gd name="T41" fmla="*/ 228 h 254"/>
                <a:gd name="T42" fmla="*/ 107 w 434"/>
                <a:gd name="T43" fmla="*/ 209 h 254"/>
                <a:gd name="T44" fmla="*/ 409 w 434"/>
                <a:gd name="T45" fmla="*/ 209 h 254"/>
                <a:gd name="T46" fmla="*/ 409 w 434"/>
                <a:gd name="T47" fmla="*/ 227 h 254"/>
                <a:gd name="T48" fmla="*/ 404 w 434"/>
                <a:gd name="T49" fmla="*/ 238 h 254"/>
                <a:gd name="T50" fmla="*/ 419 w 434"/>
                <a:gd name="T51" fmla="*/ 254 h 254"/>
                <a:gd name="T52" fmla="*/ 434 w 434"/>
                <a:gd name="T53" fmla="*/ 238 h 254"/>
                <a:gd name="T54" fmla="*/ 429 w 434"/>
                <a:gd name="T55" fmla="*/ 228 h 254"/>
                <a:gd name="T56" fmla="*/ 409 w 434"/>
                <a:gd name="T57" fmla="*/ 196 h 254"/>
                <a:gd name="T58" fmla="*/ 107 w 434"/>
                <a:gd name="T59" fmla="*/ 196 h 254"/>
                <a:gd name="T60" fmla="*/ 107 w 434"/>
                <a:gd name="T61" fmla="*/ 141 h 254"/>
                <a:gd name="T62" fmla="*/ 409 w 434"/>
                <a:gd name="T63" fmla="*/ 141 h 254"/>
                <a:gd name="T64" fmla="*/ 409 w 434"/>
                <a:gd name="T65" fmla="*/ 196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4" h="254">
                  <a:moveTo>
                    <a:pt x="429" y="228"/>
                  </a:moveTo>
                  <a:cubicBezTo>
                    <a:pt x="429" y="141"/>
                    <a:pt x="429" y="141"/>
                    <a:pt x="429" y="141"/>
                  </a:cubicBezTo>
                  <a:cubicBezTo>
                    <a:pt x="429" y="131"/>
                    <a:pt x="421" y="122"/>
                    <a:pt x="411" y="121"/>
                  </a:cubicBezTo>
                  <a:cubicBezTo>
                    <a:pt x="417" y="119"/>
                    <a:pt x="422" y="113"/>
                    <a:pt x="422" y="106"/>
                  </a:cubicBezTo>
                  <a:cubicBezTo>
                    <a:pt x="422" y="96"/>
                    <a:pt x="414" y="89"/>
                    <a:pt x="405" y="89"/>
                  </a:cubicBezTo>
                  <a:cubicBezTo>
                    <a:pt x="186" y="89"/>
                    <a:pt x="186" y="89"/>
                    <a:pt x="186" y="89"/>
                  </a:cubicBezTo>
                  <a:cubicBezTo>
                    <a:pt x="27" y="4"/>
                    <a:pt x="27" y="4"/>
                    <a:pt x="27" y="4"/>
                  </a:cubicBezTo>
                  <a:cubicBezTo>
                    <a:pt x="18" y="0"/>
                    <a:pt x="8" y="3"/>
                    <a:pt x="4" y="11"/>
                  </a:cubicBezTo>
                  <a:cubicBezTo>
                    <a:pt x="0" y="20"/>
                    <a:pt x="3" y="30"/>
                    <a:pt x="12" y="34"/>
                  </a:cubicBezTo>
                  <a:cubicBezTo>
                    <a:pt x="161" y="113"/>
                    <a:pt x="161" y="113"/>
                    <a:pt x="161" y="113"/>
                  </a:cubicBezTo>
                  <a:cubicBezTo>
                    <a:pt x="52" y="113"/>
                    <a:pt x="52" y="113"/>
                    <a:pt x="52" y="113"/>
                  </a:cubicBezTo>
                  <a:cubicBezTo>
                    <a:pt x="46" y="113"/>
                    <a:pt x="42" y="118"/>
                    <a:pt x="42" y="123"/>
                  </a:cubicBezTo>
                  <a:cubicBezTo>
                    <a:pt x="42" y="129"/>
                    <a:pt x="42" y="129"/>
                    <a:pt x="42" y="129"/>
                  </a:cubicBezTo>
                  <a:cubicBezTo>
                    <a:pt x="42" y="135"/>
                    <a:pt x="46" y="139"/>
                    <a:pt x="52" y="139"/>
                  </a:cubicBezTo>
                  <a:cubicBezTo>
                    <a:pt x="87" y="139"/>
                    <a:pt x="87" y="139"/>
                    <a:pt x="87" y="139"/>
                  </a:cubicBezTo>
                  <a:cubicBezTo>
                    <a:pt x="87" y="140"/>
                    <a:pt x="87" y="141"/>
                    <a:pt x="87" y="141"/>
                  </a:cubicBezTo>
                  <a:cubicBezTo>
                    <a:pt x="87" y="227"/>
                    <a:pt x="87" y="227"/>
                    <a:pt x="87" y="227"/>
                  </a:cubicBezTo>
                  <a:cubicBezTo>
                    <a:pt x="84" y="230"/>
                    <a:pt x="81" y="234"/>
                    <a:pt x="81" y="238"/>
                  </a:cubicBezTo>
                  <a:cubicBezTo>
                    <a:pt x="81" y="247"/>
                    <a:pt x="88" y="254"/>
                    <a:pt x="96" y="254"/>
                  </a:cubicBezTo>
                  <a:cubicBezTo>
                    <a:pt x="105" y="254"/>
                    <a:pt x="111" y="247"/>
                    <a:pt x="111" y="238"/>
                  </a:cubicBezTo>
                  <a:cubicBezTo>
                    <a:pt x="111" y="234"/>
                    <a:pt x="110" y="231"/>
                    <a:pt x="107" y="228"/>
                  </a:cubicBezTo>
                  <a:cubicBezTo>
                    <a:pt x="107" y="209"/>
                    <a:pt x="107" y="209"/>
                    <a:pt x="107" y="209"/>
                  </a:cubicBezTo>
                  <a:cubicBezTo>
                    <a:pt x="409" y="209"/>
                    <a:pt x="409" y="209"/>
                    <a:pt x="409" y="209"/>
                  </a:cubicBezTo>
                  <a:cubicBezTo>
                    <a:pt x="409" y="227"/>
                    <a:pt x="409" y="227"/>
                    <a:pt x="409" y="227"/>
                  </a:cubicBezTo>
                  <a:cubicBezTo>
                    <a:pt x="406" y="229"/>
                    <a:pt x="404" y="234"/>
                    <a:pt x="404" y="238"/>
                  </a:cubicBezTo>
                  <a:cubicBezTo>
                    <a:pt x="404" y="247"/>
                    <a:pt x="410" y="254"/>
                    <a:pt x="419" y="254"/>
                  </a:cubicBezTo>
                  <a:cubicBezTo>
                    <a:pt x="427" y="254"/>
                    <a:pt x="434" y="247"/>
                    <a:pt x="434" y="238"/>
                  </a:cubicBezTo>
                  <a:cubicBezTo>
                    <a:pt x="434" y="234"/>
                    <a:pt x="432" y="231"/>
                    <a:pt x="429" y="228"/>
                  </a:cubicBezTo>
                  <a:close/>
                  <a:moveTo>
                    <a:pt x="409" y="196"/>
                  </a:moveTo>
                  <a:cubicBezTo>
                    <a:pt x="107" y="196"/>
                    <a:pt x="107" y="196"/>
                    <a:pt x="107" y="196"/>
                  </a:cubicBezTo>
                  <a:cubicBezTo>
                    <a:pt x="107" y="141"/>
                    <a:pt x="107" y="141"/>
                    <a:pt x="107" y="141"/>
                  </a:cubicBezTo>
                  <a:cubicBezTo>
                    <a:pt x="409" y="141"/>
                    <a:pt x="409" y="141"/>
                    <a:pt x="409" y="141"/>
                  </a:cubicBezTo>
                  <a:lnTo>
                    <a:pt x="409" y="196"/>
                  </a:lnTo>
                  <a:close/>
                </a:path>
              </a:pathLst>
            </a:custGeom>
            <a:solidFill>
              <a:srgbClr val="4756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20"/>
            <p:cNvSpPr>
              <a:spLocks noEditPoints="1"/>
            </p:cNvSpPr>
            <p:nvPr/>
          </p:nvSpPr>
          <p:spPr bwMode="auto">
            <a:xfrm>
              <a:off x="2836863" y="446088"/>
              <a:ext cx="1741488" cy="1562100"/>
            </a:xfrm>
            <a:custGeom>
              <a:avLst/>
              <a:gdLst>
                <a:gd name="T0" fmla="*/ 366 w 464"/>
                <a:gd name="T1" fmla="*/ 202 h 416"/>
                <a:gd name="T2" fmla="*/ 273 w 464"/>
                <a:gd name="T3" fmla="*/ 159 h 416"/>
                <a:gd name="T4" fmla="*/ 232 w 464"/>
                <a:gd name="T5" fmla="*/ 160 h 416"/>
                <a:gd name="T6" fmla="*/ 189 w 464"/>
                <a:gd name="T7" fmla="*/ 160 h 416"/>
                <a:gd name="T8" fmla="*/ 181 w 464"/>
                <a:gd name="T9" fmla="*/ 172 h 416"/>
                <a:gd name="T10" fmla="*/ 183 w 464"/>
                <a:gd name="T11" fmla="*/ 198 h 416"/>
                <a:gd name="T12" fmla="*/ 135 w 464"/>
                <a:gd name="T13" fmla="*/ 168 h 416"/>
                <a:gd name="T14" fmla="*/ 106 w 464"/>
                <a:gd name="T15" fmla="*/ 118 h 416"/>
                <a:gd name="T16" fmla="*/ 109 w 464"/>
                <a:gd name="T17" fmla="*/ 96 h 416"/>
                <a:gd name="T18" fmla="*/ 111 w 464"/>
                <a:gd name="T19" fmla="*/ 84 h 416"/>
                <a:gd name="T20" fmla="*/ 120 w 464"/>
                <a:gd name="T21" fmla="*/ 32 h 416"/>
                <a:gd name="T22" fmla="*/ 104 w 464"/>
                <a:gd name="T23" fmla="*/ 23 h 416"/>
                <a:gd name="T24" fmla="*/ 104 w 464"/>
                <a:gd name="T25" fmla="*/ 20 h 416"/>
                <a:gd name="T26" fmla="*/ 118 w 464"/>
                <a:gd name="T27" fmla="*/ 8 h 416"/>
                <a:gd name="T28" fmla="*/ 106 w 464"/>
                <a:gd name="T29" fmla="*/ 16 h 416"/>
                <a:gd name="T30" fmla="*/ 99 w 464"/>
                <a:gd name="T31" fmla="*/ 12 h 416"/>
                <a:gd name="T32" fmla="*/ 65 w 464"/>
                <a:gd name="T33" fmla="*/ 16 h 416"/>
                <a:gd name="T34" fmla="*/ 53 w 464"/>
                <a:gd name="T35" fmla="*/ 0 h 416"/>
                <a:gd name="T36" fmla="*/ 12 w 464"/>
                <a:gd name="T37" fmla="*/ 16 h 416"/>
                <a:gd name="T38" fmla="*/ 0 w 464"/>
                <a:gd name="T39" fmla="*/ 8 h 416"/>
                <a:gd name="T40" fmla="*/ 53 w 464"/>
                <a:gd name="T41" fmla="*/ 20 h 416"/>
                <a:gd name="T42" fmla="*/ 45 w 464"/>
                <a:gd name="T43" fmla="*/ 375 h 416"/>
                <a:gd name="T44" fmla="*/ 9 w 464"/>
                <a:gd name="T45" fmla="*/ 405 h 416"/>
                <a:gd name="T46" fmla="*/ 32 w 464"/>
                <a:gd name="T47" fmla="*/ 405 h 416"/>
                <a:gd name="T48" fmla="*/ 45 w 464"/>
                <a:gd name="T49" fmla="*/ 387 h 416"/>
                <a:gd name="T50" fmla="*/ 72 w 464"/>
                <a:gd name="T51" fmla="*/ 387 h 416"/>
                <a:gd name="T52" fmla="*/ 85 w 464"/>
                <a:gd name="T53" fmla="*/ 405 h 416"/>
                <a:gd name="T54" fmla="*/ 108 w 464"/>
                <a:gd name="T55" fmla="*/ 405 h 416"/>
                <a:gd name="T56" fmla="*/ 72 w 464"/>
                <a:gd name="T57" fmla="*/ 375 h 416"/>
                <a:gd name="T58" fmla="*/ 65 w 464"/>
                <a:gd name="T59" fmla="*/ 375 h 416"/>
                <a:gd name="T60" fmla="*/ 65 w 464"/>
                <a:gd name="T61" fmla="*/ 351 h 416"/>
                <a:gd name="T62" fmla="*/ 94 w 464"/>
                <a:gd name="T63" fmla="*/ 20 h 416"/>
                <a:gd name="T64" fmla="*/ 94 w 464"/>
                <a:gd name="T65" fmla="*/ 23 h 416"/>
                <a:gd name="T66" fmla="*/ 78 w 464"/>
                <a:gd name="T67" fmla="*/ 32 h 416"/>
                <a:gd name="T68" fmla="*/ 87 w 464"/>
                <a:gd name="T69" fmla="*/ 84 h 416"/>
                <a:gd name="T70" fmla="*/ 89 w 464"/>
                <a:gd name="T71" fmla="*/ 89 h 416"/>
                <a:gd name="T72" fmla="*/ 96 w 464"/>
                <a:gd name="T73" fmla="*/ 84 h 416"/>
                <a:gd name="T74" fmla="*/ 102 w 464"/>
                <a:gd name="T75" fmla="*/ 96 h 416"/>
                <a:gd name="T76" fmla="*/ 102 w 464"/>
                <a:gd name="T77" fmla="*/ 117 h 416"/>
                <a:gd name="T78" fmla="*/ 132 w 464"/>
                <a:gd name="T79" fmla="*/ 172 h 416"/>
                <a:gd name="T80" fmla="*/ 177 w 464"/>
                <a:gd name="T81" fmla="*/ 203 h 416"/>
                <a:gd name="T82" fmla="*/ 190 w 464"/>
                <a:gd name="T83" fmla="*/ 205 h 416"/>
                <a:gd name="T84" fmla="*/ 444 w 464"/>
                <a:gd name="T85" fmla="*/ 244 h 416"/>
                <a:gd name="T86" fmla="*/ 449 w 464"/>
                <a:gd name="T87" fmla="*/ 211 h 416"/>
                <a:gd name="T88" fmla="*/ 100 w 464"/>
                <a:gd name="T89" fmla="*/ 20 h 416"/>
                <a:gd name="T90" fmla="*/ 100 w 464"/>
                <a:gd name="T91" fmla="*/ 23 h 416"/>
                <a:gd name="T92" fmla="*/ 98 w 464"/>
                <a:gd name="T93" fmla="*/ 21 h 416"/>
                <a:gd name="T94" fmla="*/ 99 w 464"/>
                <a:gd name="T95" fmla="*/ 65 h 416"/>
                <a:gd name="T96" fmla="*/ 99 w 464"/>
                <a:gd name="T97" fmla="*/ 36 h 416"/>
                <a:gd name="T98" fmla="*/ 99 w 464"/>
                <a:gd name="T99" fmla="*/ 65 h 416"/>
                <a:gd name="T100" fmla="*/ 301 w 464"/>
                <a:gd name="T101" fmla="*/ 214 h 416"/>
                <a:gd name="T102" fmla="*/ 198 w 464"/>
                <a:gd name="T103" fmla="*/ 192 h 416"/>
                <a:gd name="T104" fmla="*/ 193 w 464"/>
                <a:gd name="T105" fmla="*/ 183 h 416"/>
                <a:gd name="T106" fmla="*/ 193 w 464"/>
                <a:gd name="T107" fmla="*/ 180 h 416"/>
                <a:gd name="T108" fmla="*/ 192 w 464"/>
                <a:gd name="T109" fmla="*/ 177 h 416"/>
                <a:gd name="T110" fmla="*/ 193 w 464"/>
                <a:gd name="T111" fmla="*/ 175 h 416"/>
                <a:gd name="T112" fmla="*/ 194 w 464"/>
                <a:gd name="T113" fmla="*/ 171 h 416"/>
                <a:gd name="T114" fmla="*/ 213 w 464"/>
                <a:gd name="T115" fmla="*/ 157 h 416"/>
                <a:gd name="T116" fmla="*/ 270 w 464"/>
                <a:gd name="T117" fmla="*/ 176 h 416"/>
                <a:gd name="T118" fmla="*/ 296 w 464"/>
                <a:gd name="T119" fmla="*/ 173 h 416"/>
                <a:gd name="T120" fmla="*/ 314 w 464"/>
                <a:gd name="T121" fmla="*/ 205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4" h="416">
                  <a:moveTo>
                    <a:pt x="449" y="211"/>
                  </a:moveTo>
                  <a:cubicBezTo>
                    <a:pt x="449" y="211"/>
                    <a:pt x="368" y="202"/>
                    <a:pt x="366" y="202"/>
                  </a:cubicBezTo>
                  <a:cubicBezTo>
                    <a:pt x="343" y="202"/>
                    <a:pt x="343" y="202"/>
                    <a:pt x="343" y="202"/>
                  </a:cubicBezTo>
                  <a:cubicBezTo>
                    <a:pt x="336" y="137"/>
                    <a:pt x="273" y="159"/>
                    <a:pt x="273" y="159"/>
                  </a:cubicBezTo>
                  <a:cubicBezTo>
                    <a:pt x="249" y="168"/>
                    <a:pt x="232" y="160"/>
                    <a:pt x="232" y="160"/>
                  </a:cubicBezTo>
                  <a:cubicBezTo>
                    <a:pt x="232" y="160"/>
                    <a:pt x="232" y="160"/>
                    <a:pt x="232" y="160"/>
                  </a:cubicBezTo>
                  <a:cubicBezTo>
                    <a:pt x="223" y="154"/>
                    <a:pt x="223" y="154"/>
                    <a:pt x="223" y="154"/>
                  </a:cubicBezTo>
                  <a:cubicBezTo>
                    <a:pt x="211" y="147"/>
                    <a:pt x="197" y="152"/>
                    <a:pt x="189" y="160"/>
                  </a:cubicBezTo>
                  <a:cubicBezTo>
                    <a:pt x="189" y="160"/>
                    <a:pt x="186" y="162"/>
                    <a:pt x="184" y="165"/>
                  </a:cubicBezTo>
                  <a:cubicBezTo>
                    <a:pt x="182" y="168"/>
                    <a:pt x="181" y="172"/>
                    <a:pt x="181" y="172"/>
                  </a:cubicBezTo>
                  <a:cubicBezTo>
                    <a:pt x="181" y="172"/>
                    <a:pt x="181" y="172"/>
                    <a:pt x="181" y="172"/>
                  </a:cubicBezTo>
                  <a:cubicBezTo>
                    <a:pt x="178" y="180"/>
                    <a:pt x="178" y="190"/>
                    <a:pt x="183" y="198"/>
                  </a:cubicBezTo>
                  <a:cubicBezTo>
                    <a:pt x="171" y="200"/>
                    <a:pt x="168" y="197"/>
                    <a:pt x="158" y="185"/>
                  </a:cubicBezTo>
                  <a:cubicBezTo>
                    <a:pt x="152" y="178"/>
                    <a:pt x="143" y="173"/>
                    <a:pt x="135" y="168"/>
                  </a:cubicBezTo>
                  <a:cubicBezTo>
                    <a:pt x="123" y="161"/>
                    <a:pt x="111" y="154"/>
                    <a:pt x="107" y="143"/>
                  </a:cubicBezTo>
                  <a:cubicBezTo>
                    <a:pt x="103" y="135"/>
                    <a:pt x="104" y="127"/>
                    <a:pt x="106" y="118"/>
                  </a:cubicBezTo>
                  <a:cubicBezTo>
                    <a:pt x="107" y="111"/>
                    <a:pt x="108" y="103"/>
                    <a:pt x="107" y="96"/>
                  </a:cubicBezTo>
                  <a:cubicBezTo>
                    <a:pt x="109" y="96"/>
                    <a:pt x="109" y="96"/>
                    <a:pt x="109" y="96"/>
                  </a:cubicBezTo>
                  <a:cubicBezTo>
                    <a:pt x="109" y="84"/>
                    <a:pt x="109" y="84"/>
                    <a:pt x="109" y="84"/>
                  </a:cubicBezTo>
                  <a:cubicBezTo>
                    <a:pt x="111" y="84"/>
                    <a:pt x="111" y="84"/>
                    <a:pt x="111" y="84"/>
                  </a:cubicBezTo>
                  <a:cubicBezTo>
                    <a:pt x="116" y="84"/>
                    <a:pt x="120" y="80"/>
                    <a:pt x="120" y="75"/>
                  </a:cubicBezTo>
                  <a:cubicBezTo>
                    <a:pt x="120" y="32"/>
                    <a:pt x="120" y="32"/>
                    <a:pt x="120" y="32"/>
                  </a:cubicBezTo>
                  <a:cubicBezTo>
                    <a:pt x="120" y="27"/>
                    <a:pt x="116" y="23"/>
                    <a:pt x="111" y="23"/>
                  </a:cubicBezTo>
                  <a:cubicBezTo>
                    <a:pt x="104" y="23"/>
                    <a:pt x="104" y="23"/>
                    <a:pt x="104" y="23"/>
                  </a:cubicBezTo>
                  <a:cubicBezTo>
                    <a:pt x="104" y="23"/>
                    <a:pt x="104" y="22"/>
                    <a:pt x="104" y="21"/>
                  </a:cubicBezTo>
                  <a:cubicBezTo>
                    <a:pt x="104" y="21"/>
                    <a:pt x="104" y="20"/>
                    <a:pt x="104" y="20"/>
                  </a:cubicBezTo>
                  <a:cubicBezTo>
                    <a:pt x="106" y="20"/>
                    <a:pt x="106" y="20"/>
                    <a:pt x="106" y="20"/>
                  </a:cubicBezTo>
                  <a:cubicBezTo>
                    <a:pt x="113" y="20"/>
                    <a:pt x="118" y="14"/>
                    <a:pt x="118" y="8"/>
                  </a:cubicBezTo>
                  <a:cubicBezTo>
                    <a:pt x="114" y="8"/>
                    <a:pt x="114" y="8"/>
                    <a:pt x="114" y="8"/>
                  </a:cubicBezTo>
                  <a:cubicBezTo>
                    <a:pt x="114" y="12"/>
                    <a:pt x="111" y="16"/>
                    <a:pt x="106" y="16"/>
                  </a:cubicBezTo>
                  <a:cubicBezTo>
                    <a:pt x="104" y="16"/>
                    <a:pt x="104" y="16"/>
                    <a:pt x="104" y="16"/>
                  </a:cubicBezTo>
                  <a:cubicBezTo>
                    <a:pt x="103" y="13"/>
                    <a:pt x="101" y="12"/>
                    <a:pt x="99" y="12"/>
                  </a:cubicBezTo>
                  <a:cubicBezTo>
                    <a:pt x="97" y="12"/>
                    <a:pt x="96" y="13"/>
                    <a:pt x="95" y="16"/>
                  </a:cubicBezTo>
                  <a:cubicBezTo>
                    <a:pt x="65" y="16"/>
                    <a:pt x="65" y="16"/>
                    <a:pt x="65" y="16"/>
                  </a:cubicBezTo>
                  <a:cubicBezTo>
                    <a:pt x="65" y="0"/>
                    <a:pt x="65" y="0"/>
                    <a:pt x="65" y="0"/>
                  </a:cubicBezTo>
                  <a:cubicBezTo>
                    <a:pt x="53" y="0"/>
                    <a:pt x="53" y="0"/>
                    <a:pt x="53" y="0"/>
                  </a:cubicBezTo>
                  <a:cubicBezTo>
                    <a:pt x="53" y="16"/>
                    <a:pt x="53" y="16"/>
                    <a:pt x="53" y="16"/>
                  </a:cubicBezTo>
                  <a:cubicBezTo>
                    <a:pt x="12" y="16"/>
                    <a:pt x="12" y="16"/>
                    <a:pt x="12" y="16"/>
                  </a:cubicBezTo>
                  <a:cubicBezTo>
                    <a:pt x="8" y="16"/>
                    <a:pt x="4" y="12"/>
                    <a:pt x="4" y="8"/>
                  </a:cubicBezTo>
                  <a:cubicBezTo>
                    <a:pt x="0" y="8"/>
                    <a:pt x="0" y="8"/>
                    <a:pt x="0" y="8"/>
                  </a:cubicBezTo>
                  <a:cubicBezTo>
                    <a:pt x="0" y="14"/>
                    <a:pt x="6" y="20"/>
                    <a:pt x="12" y="20"/>
                  </a:cubicBezTo>
                  <a:cubicBezTo>
                    <a:pt x="53" y="20"/>
                    <a:pt x="53" y="20"/>
                    <a:pt x="53" y="20"/>
                  </a:cubicBezTo>
                  <a:cubicBezTo>
                    <a:pt x="53" y="375"/>
                    <a:pt x="53" y="375"/>
                    <a:pt x="53" y="375"/>
                  </a:cubicBezTo>
                  <a:cubicBezTo>
                    <a:pt x="45" y="375"/>
                    <a:pt x="45" y="375"/>
                    <a:pt x="45" y="375"/>
                  </a:cubicBezTo>
                  <a:cubicBezTo>
                    <a:pt x="33" y="375"/>
                    <a:pt x="22" y="383"/>
                    <a:pt x="17" y="394"/>
                  </a:cubicBezTo>
                  <a:cubicBezTo>
                    <a:pt x="13" y="395"/>
                    <a:pt x="9" y="400"/>
                    <a:pt x="9" y="405"/>
                  </a:cubicBezTo>
                  <a:cubicBezTo>
                    <a:pt x="9" y="411"/>
                    <a:pt x="14" y="416"/>
                    <a:pt x="21" y="416"/>
                  </a:cubicBezTo>
                  <a:cubicBezTo>
                    <a:pt x="27" y="416"/>
                    <a:pt x="32" y="411"/>
                    <a:pt x="32" y="405"/>
                  </a:cubicBezTo>
                  <a:cubicBezTo>
                    <a:pt x="32" y="402"/>
                    <a:pt x="31" y="399"/>
                    <a:pt x="29" y="397"/>
                  </a:cubicBezTo>
                  <a:cubicBezTo>
                    <a:pt x="32" y="391"/>
                    <a:pt x="38" y="387"/>
                    <a:pt x="45" y="387"/>
                  </a:cubicBezTo>
                  <a:cubicBezTo>
                    <a:pt x="68" y="387"/>
                    <a:pt x="68" y="387"/>
                    <a:pt x="68" y="387"/>
                  </a:cubicBezTo>
                  <a:cubicBezTo>
                    <a:pt x="72" y="387"/>
                    <a:pt x="72" y="387"/>
                    <a:pt x="72" y="387"/>
                  </a:cubicBezTo>
                  <a:cubicBezTo>
                    <a:pt x="79" y="387"/>
                    <a:pt x="85" y="391"/>
                    <a:pt x="88" y="397"/>
                  </a:cubicBezTo>
                  <a:cubicBezTo>
                    <a:pt x="86" y="399"/>
                    <a:pt x="85" y="402"/>
                    <a:pt x="85" y="405"/>
                  </a:cubicBezTo>
                  <a:cubicBezTo>
                    <a:pt x="85" y="411"/>
                    <a:pt x="90" y="416"/>
                    <a:pt x="97" y="416"/>
                  </a:cubicBezTo>
                  <a:cubicBezTo>
                    <a:pt x="103" y="416"/>
                    <a:pt x="108" y="411"/>
                    <a:pt x="108" y="405"/>
                  </a:cubicBezTo>
                  <a:cubicBezTo>
                    <a:pt x="108" y="400"/>
                    <a:pt x="105" y="395"/>
                    <a:pt x="100" y="394"/>
                  </a:cubicBezTo>
                  <a:cubicBezTo>
                    <a:pt x="96" y="383"/>
                    <a:pt x="85" y="375"/>
                    <a:pt x="72" y="375"/>
                  </a:cubicBezTo>
                  <a:cubicBezTo>
                    <a:pt x="68" y="375"/>
                    <a:pt x="68" y="375"/>
                    <a:pt x="68" y="375"/>
                  </a:cubicBezTo>
                  <a:cubicBezTo>
                    <a:pt x="65" y="375"/>
                    <a:pt x="65" y="375"/>
                    <a:pt x="65" y="375"/>
                  </a:cubicBezTo>
                  <a:cubicBezTo>
                    <a:pt x="65" y="351"/>
                    <a:pt x="65" y="351"/>
                    <a:pt x="65" y="351"/>
                  </a:cubicBezTo>
                  <a:cubicBezTo>
                    <a:pt x="65" y="351"/>
                    <a:pt x="65" y="351"/>
                    <a:pt x="65" y="351"/>
                  </a:cubicBezTo>
                  <a:cubicBezTo>
                    <a:pt x="65" y="20"/>
                    <a:pt x="65" y="20"/>
                    <a:pt x="65" y="20"/>
                  </a:cubicBezTo>
                  <a:cubicBezTo>
                    <a:pt x="94" y="20"/>
                    <a:pt x="94" y="20"/>
                    <a:pt x="94" y="20"/>
                  </a:cubicBezTo>
                  <a:cubicBezTo>
                    <a:pt x="94" y="20"/>
                    <a:pt x="94" y="21"/>
                    <a:pt x="94" y="21"/>
                  </a:cubicBezTo>
                  <a:cubicBezTo>
                    <a:pt x="94" y="22"/>
                    <a:pt x="94" y="23"/>
                    <a:pt x="94" y="23"/>
                  </a:cubicBezTo>
                  <a:cubicBezTo>
                    <a:pt x="87" y="23"/>
                    <a:pt x="87" y="23"/>
                    <a:pt x="87" y="23"/>
                  </a:cubicBezTo>
                  <a:cubicBezTo>
                    <a:pt x="82" y="23"/>
                    <a:pt x="78" y="27"/>
                    <a:pt x="78" y="32"/>
                  </a:cubicBezTo>
                  <a:cubicBezTo>
                    <a:pt x="78" y="75"/>
                    <a:pt x="78" y="75"/>
                    <a:pt x="78" y="75"/>
                  </a:cubicBezTo>
                  <a:cubicBezTo>
                    <a:pt x="78" y="80"/>
                    <a:pt x="82" y="84"/>
                    <a:pt x="87" y="84"/>
                  </a:cubicBezTo>
                  <a:cubicBezTo>
                    <a:pt x="89" y="84"/>
                    <a:pt x="89" y="84"/>
                    <a:pt x="89" y="84"/>
                  </a:cubicBezTo>
                  <a:cubicBezTo>
                    <a:pt x="89" y="89"/>
                    <a:pt x="89" y="89"/>
                    <a:pt x="89" y="89"/>
                  </a:cubicBezTo>
                  <a:cubicBezTo>
                    <a:pt x="96" y="89"/>
                    <a:pt x="96" y="89"/>
                    <a:pt x="96" y="89"/>
                  </a:cubicBezTo>
                  <a:cubicBezTo>
                    <a:pt x="96" y="84"/>
                    <a:pt x="96" y="84"/>
                    <a:pt x="96" y="84"/>
                  </a:cubicBezTo>
                  <a:cubicBezTo>
                    <a:pt x="102" y="84"/>
                    <a:pt x="102" y="84"/>
                    <a:pt x="102" y="84"/>
                  </a:cubicBezTo>
                  <a:cubicBezTo>
                    <a:pt x="102" y="96"/>
                    <a:pt x="102" y="96"/>
                    <a:pt x="102" y="96"/>
                  </a:cubicBezTo>
                  <a:cubicBezTo>
                    <a:pt x="103" y="96"/>
                    <a:pt x="103" y="96"/>
                    <a:pt x="103" y="96"/>
                  </a:cubicBezTo>
                  <a:cubicBezTo>
                    <a:pt x="104" y="103"/>
                    <a:pt x="103" y="110"/>
                    <a:pt x="102" y="117"/>
                  </a:cubicBezTo>
                  <a:cubicBezTo>
                    <a:pt x="100" y="126"/>
                    <a:pt x="99" y="136"/>
                    <a:pt x="103" y="145"/>
                  </a:cubicBezTo>
                  <a:cubicBezTo>
                    <a:pt x="108" y="157"/>
                    <a:pt x="120" y="165"/>
                    <a:pt x="132" y="172"/>
                  </a:cubicBezTo>
                  <a:cubicBezTo>
                    <a:pt x="141" y="177"/>
                    <a:pt x="149" y="182"/>
                    <a:pt x="154" y="188"/>
                  </a:cubicBezTo>
                  <a:cubicBezTo>
                    <a:pt x="164" y="198"/>
                    <a:pt x="168" y="203"/>
                    <a:pt x="177" y="203"/>
                  </a:cubicBezTo>
                  <a:cubicBezTo>
                    <a:pt x="180" y="203"/>
                    <a:pt x="182" y="202"/>
                    <a:pt x="186" y="202"/>
                  </a:cubicBezTo>
                  <a:cubicBezTo>
                    <a:pt x="187" y="203"/>
                    <a:pt x="188" y="204"/>
                    <a:pt x="190" y="205"/>
                  </a:cubicBezTo>
                  <a:cubicBezTo>
                    <a:pt x="190" y="205"/>
                    <a:pt x="244" y="243"/>
                    <a:pt x="278" y="244"/>
                  </a:cubicBezTo>
                  <a:cubicBezTo>
                    <a:pt x="444" y="244"/>
                    <a:pt x="444" y="244"/>
                    <a:pt x="444" y="244"/>
                  </a:cubicBezTo>
                  <a:cubicBezTo>
                    <a:pt x="452" y="244"/>
                    <a:pt x="459" y="241"/>
                    <a:pt x="461" y="233"/>
                  </a:cubicBezTo>
                  <a:cubicBezTo>
                    <a:pt x="464" y="223"/>
                    <a:pt x="458" y="214"/>
                    <a:pt x="449" y="211"/>
                  </a:cubicBezTo>
                  <a:close/>
                  <a:moveTo>
                    <a:pt x="98" y="20"/>
                  </a:moveTo>
                  <a:cubicBezTo>
                    <a:pt x="100" y="20"/>
                    <a:pt x="100" y="20"/>
                    <a:pt x="100" y="20"/>
                  </a:cubicBezTo>
                  <a:cubicBezTo>
                    <a:pt x="100" y="20"/>
                    <a:pt x="101" y="21"/>
                    <a:pt x="101" y="21"/>
                  </a:cubicBezTo>
                  <a:cubicBezTo>
                    <a:pt x="101" y="22"/>
                    <a:pt x="100" y="23"/>
                    <a:pt x="100" y="23"/>
                  </a:cubicBezTo>
                  <a:cubicBezTo>
                    <a:pt x="98" y="23"/>
                    <a:pt x="98" y="23"/>
                    <a:pt x="98" y="23"/>
                  </a:cubicBezTo>
                  <a:cubicBezTo>
                    <a:pt x="98" y="23"/>
                    <a:pt x="98" y="22"/>
                    <a:pt x="98" y="21"/>
                  </a:cubicBezTo>
                  <a:cubicBezTo>
                    <a:pt x="98" y="21"/>
                    <a:pt x="98" y="20"/>
                    <a:pt x="98" y="20"/>
                  </a:cubicBezTo>
                  <a:close/>
                  <a:moveTo>
                    <a:pt x="99" y="65"/>
                  </a:moveTo>
                  <a:cubicBezTo>
                    <a:pt x="94" y="65"/>
                    <a:pt x="90" y="61"/>
                    <a:pt x="90" y="55"/>
                  </a:cubicBezTo>
                  <a:cubicBezTo>
                    <a:pt x="90" y="50"/>
                    <a:pt x="99" y="36"/>
                    <a:pt x="99" y="36"/>
                  </a:cubicBezTo>
                  <a:cubicBezTo>
                    <a:pt x="99" y="36"/>
                    <a:pt x="109" y="50"/>
                    <a:pt x="109" y="55"/>
                  </a:cubicBezTo>
                  <a:cubicBezTo>
                    <a:pt x="109" y="61"/>
                    <a:pt x="105" y="65"/>
                    <a:pt x="99" y="65"/>
                  </a:cubicBezTo>
                  <a:close/>
                  <a:moveTo>
                    <a:pt x="314" y="205"/>
                  </a:moveTo>
                  <a:cubicBezTo>
                    <a:pt x="311" y="210"/>
                    <a:pt x="306" y="213"/>
                    <a:pt x="301" y="214"/>
                  </a:cubicBezTo>
                  <a:cubicBezTo>
                    <a:pt x="290" y="217"/>
                    <a:pt x="280" y="218"/>
                    <a:pt x="270" y="218"/>
                  </a:cubicBezTo>
                  <a:cubicBezTo>
                    <a:pt x="225" y="218"/>
                    <a:pt x="201" y="195"/>
                    <a:pt x="198" y="192"/>
                  </a:cubicBezTo>
                  <a:cubicBezTo>
                    <a:pt x="196" y="190"/>
                    <a:pt x="195" y="187"/>
                    <a:pt x="194" y="184"/>
                  </a:cubicBezTo>
                  <a:cubicBezTo>
                    <a:pt x="193" y="184"/>
                    <a:pt x="193" y="184"/>
                    <a:pt x="193" y="183"/>
                  </a:cubicBezTo>
                  <a:cubicBezTo>
                    <a:pt x="193" y="182"/>
                    <a:pt x="193" y="181"/>
                    <a:pt x="193" y="181"/>
                  </a:cubicBezTo>
                  <a:cubicBezTo>
                    <a:pt x="193" y="180"/>
                    <a:pt x="193" y="180"/>
                    <a:pt x="193" y="180"/>
                  </a:cubicBezTo>
                  <a:cubicBezTo>
                    <a:pt x="193" y="180"/>
                    <a:pt x="193" y="179"/>
                    <a:pt x="193" y="179"/>
                  </a:cubicBezTo>
                  <a:cubicBezTo>
                    <a:pt x="193" y="178"/>
                    <a:pt x="192" y="178"/>
                    <a:pt x="192" y="177"/>
                  </a:cubicBezTo>
                  <a:cubicBezTo>
                    <a:pt x="192" y="177"/>
                    <a:pt x="193" y="177"/>
                    <a:pt x="193" y="177"/>
                  </a:cubicBezTo>
                  <a:cubicBezTo>
                    <a:pt x="193" y="176"/>
                    <a:pt x="193" y="175"/>
                    <a:pt x="193" y="175"/>
                  </a:cubicBezTo>
                  <a:cubicBezTo>
                    <a:pt x="193" y="174"/>
                    <a:pt x="193" y="173"/>
                    <a:pt x="193" y="173"/>
                  </a:cubicBezTo>
                  <a:cubicBezTo>
                    <a:pt x="193" y="172"/>
                    <a:pt x="193" y="172"/>
                    <a:pt x="194" y="171"/>
                  </a:cubicBezTo>
                  <a:cubicBezTo>
                    <a:pt x="195" y="168"/>
                    <a:pt x="196" y="165"/>
                    <a:pt x="199" y="163"/>
                  </a:cubicBezTo>
                  <a:cubicBezTo>
                    <a:pt x="203" y="159"/>
                    <a:pt x="208" y="157"/>
                    <a:pt x="213" y="157"/>
                  </a:cubicBezTo>
                  <a:cubicBezTo>
                    <a:pt x="219" y="157"/>
                    <a:pt x="224" y="159"/>
                    <a:pt x="228" y="163"/>
                  </a:cubicBezTo>
                  <a:cubicBezTo>
                    <a:pt x="229" y="163"/>
                    <a:pt x="242" y="176"/>
                    <a:pt x="270" y="176"/>
                  </a:cubicBezTo>
                  <a:cubicBezTo>
                    <a:pt x="277" y="176"/>
                    <a:pt x="284" y="175"/>
                    <a:pt x="292" y="173"/>
                  </a:cubicBezTo>
                  <a:cubicBezTo>
                    <a:pt x="293" y="173"/>
                    <a:pt x="295" y="173"/>
                    <a:pt x="296" y="173"/>
                  </a:cubicBezTo>
                  <a:cubicBezTo>
                    <a:pt x="306" y="173"/>
                    <a:pt x="315" y="180"/>
                    <a:pt x="317" y="189"/>
                  </a:cubicBezTo>
                  <a:cubicBezTo>
                    <a:pt x="318" y="195"/>
                    <a:pt x="317" y="201"/>
                    <a:pt x="314" y="205"/>
                  </a:cubicBezTo>
                  <a:close/>
                </a:path>
              </a:pathLst>
            </a:custGeom>
            <a:solidFill>
              <a:srgbClr val="4756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5" name="组合 14"/>
          <p:cNvGrpSpPr/>
          <p:nvPr/>
        </p:nvGrpSpPr>
        <p:grpSpPr>
          <a:xfrm>
            <a:off x="2697163" y="2741613"/>
            <a:ext cx="1066801" cy="1484313"/>
            <a:chOff x="2697163" y="2741613"/>
            <a:chExt cx="1066801" cy="1484313"/>
          </a:xfrm>
        </p:grpSpPr>
        <p:sp>
          <p:nvSpPr>
            <p:cNvPr id="16" name="Freeform 21"/>
            <p:cNvSpPr>
              <a:spLocks/>
            </p:cNvSpPr>
            <p:nvPr/>
          </p:nvSpPr>
          <p:spPr bwMode="auto">
            <a:xfrm>
              <a:off x="2895601" y="2744788"/>
              <a:ext cx="112713" cy="52388"/>
            </a:xfrm>
            <a:custGeom>
              <a:avLst/>
              <a:gdLst>
                <a:gd name="T0" fmla="*/ 0 w 30"/>
                <a:gd name="T1" fmla="*/ 14 h 14"/>
                <a:gd name="T2" fmla="*/ 30 w 30"/>
                <a:gd name="T3" fmla="*/ 0 h 14"/>
                <a:gd name="T4" fmla="*/ 0 w 30"/>
                <a:gd name="T5" fmla="*/ 14 h 14"/>
              </a:gdLst>
              <a:ahLst/>
              <a:cxnLst>
                <a:cxn ang="0">
                  <a:pos x="T0" y="T1"/>
                </a:cxn>
                <a:cxn ang="0">
                  <a:pos x="T2" y="T3"/>
                </a:cxn>
                <a:cxn ang="0">
                  <a:pos x="T4" y="T5"/>
                </a:cxn>
              </a:cxnLst>
              <a:rect l="0" t="0" r="r" b="b"/>
              <a:pathLst>
                <a:path w="30" h="14">
                  <a:moveTo>
                    <a:pt x="0" y="14"/>
                  </a:moveTo>
                  <a:cubicBezTo>
                    <a:pt x="30" y="0"/>
                    <a:pt x="30" y="0"/>
                    <a:pt x="30" y="0"/>
                  </a:cubicBezTo>
                  <a:cubicBezTo>
                    <a:pt x="18" y="0"/>
                    <a:pt x="8" y="6"/>
                    <a:pt x="0" y="14"/>
                  </a:cubicBezTo>
                  <a:close/>
                </a:path>
              </a:pathLst>
            </a:custGeom>
            <a:solidFill>
              <a:srgbClr val="D163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22"/>
            <p:cNvSpPr>
              <a:spLocks/>
            </p:cNvSpPr>
            <p:nvPr/>
          </p:nvSpPr>
          <p:spPr bwMode="auto">
            <a:xfrm>
              <a:off x="2963863" y="2763838"/>
              <a:ext cx="150813" cy="60325"/>
            </a:xfrm>
            <a:custGeom>
              <a:avLst/>
              <a:gdLst>
                <a:gd name="T0" fmla="*/ 33 w 40"/>
                <a:gd name="T1" fmla="*/ 0 h 16"/>
                <a:gd name="T2" fmla="*/ 0 w 40"/>
                <a:gd name="T3" fmla="*/ 16 h 16"/>
                <a:gd name="T4" fmla="*/ 40 w 40"/>
                <a:gd name="T5" fmla="*/ 5 h 16"/>
                <a:gd name="T6" fmla="*/ 33 w 40"/>
                <a:gd name="T7" fmla="*/ 0 h 16"/>
              </a:gdLst>
              <a:ahLst/>
              <a:cxnLst>
                <a:cxn ang="0">
                  <a:pos x="T0" y="T1"/>
                </a:cxn>
                <a:cxn ang="0">
                  <a:pos x="T2" y="T3"/>
                </a:cxn>
                <a:cxn ang="0">
                  <a:pos x="T4" y="T5"/>
                </a:cxn>
                <a:cxn ang="0">
                  <a:pos x="T6" y="T7"/>
                </a:cxn>
              </a:cxnLst>
              <a:rect l="0" t="0" r="r" b="b"/>
              <a:pathLst>
                <a:path w="40" h="16">
                  <a:moveTo>
                    <a:pt x="33" y="0"/>
                  </a:moveTo>
                  <a:cubicBezTo>
                    <a:pt x="0" y="16"/>
                    <a:pt x="0" y="16"/>
                    <a:pt x="0" y="16"/>
                  </a:cubicBezTo>
                  <a:cubicBezTo>
                    <a:pt x="40" y="5"/>
                    <a:pt x="40" y="5"/>
                    <a:pt x="40" y="5"/>
                  </a:cubicBezTo>
                  <a:cubicBezTo>
                    <a:pt x="38" y="3"/>
                    <a:pt x="35" y="2"/>
                    <a:pt x="33" y="0"/>
                  </a:cubicBezTo>
                  <a:close/>
                </a:path>
              </a:pathLst>
            </a:custGeom>
            <a:solidFill>
              <a:srgbClr val="D163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23"/>
            <p:cNvSpPr>
              <a:spLocks/>
            </p:cNvSpPr>
            <p:nvPr/>
          </p:nvSpPr>
          <p:spPr bwMode="auto">
            <a:xfrm>
              <a:off x="2771776" y="2813051"/>
              <a:ext cx="395288" cy="239713"/>
            </a:xfrm>
            <a:custGeom>
              <a:avLst/>
              <a:gdLst>
                <a:gd name="T0" fmla="*/ 14 w 105"/>
                <a:gd name="T1" fmla="*/ 20 h 64"/>
                <a:gd name="T2" fmla="*/ 13 w 105"/>
                <a:gd name="T3" fmla="*/ 23 h 64"/>
                <a:gd name="T4" fmla="*/ 5 w 105"/>
                <a:gd name="T5" fmla="*/ 29 h 64"/>
                <a:gd name="T6" fmla="*/ 7 w 105"/>
                <a:gd name="T7" fmla="*/ 41 h 64"/>
                <a:gd name="T8" fmla="*/ 24 w 105"/>
                <a:gd name="T9" fmla="*/ 27 h 64"/>
                <a:gd name="T10" fmla="*/ 24 w 105"/>
                <a:gd name="T11" fmla="*/ 27 h 64"/>
                <a:gd name="T12" fmla="*/ 64 w 105"/>
                <a:gd name="T13" fmla="*/ 64 h 64"/>
                <a:gd name="T14" fmla="*/ 105 w 105"/>
                <a:gd name="T15" fmla="*/ 23 h 64"/>
                <a:gd name="T16" fmla="*/ 100 w 105"/>
                <a:gd name="T17" fmla="*/ 4 h 64"/>
                <a:gd name="T18" fmla="*/ 29 w 105"/>
                <a:gd name="T19" fmla="*/ 22 h 64"/>
                <a:gd name="T20" fmla="*/ 28 w 105"/>
                <a:gd name="T21" fmla="*/ 14 h 64"/>
                <a:gd name="T22" fmla="*/ 51 w 105"/>
                <a:gd name="T23" fmla="*/ 3 h 64"/>
                <a:gd name="T24" fmla="*/ 27 w 105"/>
                <a:gd name="T25" fmla="*/ 9 h 64"/>
                <a:gd name="T26" fmla="*/ 27 w 105"/>
                <a:gd name="T27" fmla="*/ 9 h 64"/>
                <a:gd name="T28" fmla="*/ 26 w 105"/>
                <a:gd name="T29" fmla="*/ 9 h 64"/>
                <a:gd name="T30" fmla="*/ 26 w 105"/>
                <a:gd name="T31" fmla="*/ 9 h 64"/>
                <a:gd name="T32" fmla="*/ 20 w 105"/>
                <a:gd name="T33" fmla="*/ 10 h 64"/>
                <a:gd name="T34" fmla="*/ 11 w 105"/>
                <a:gd name="T35" fmla="*/ 0 h 64"/>
                <a:gd name="T36" fmla="*/ 0 w 105"/>
                <a:gd name="T37" fmla="*/ 3 h 64"/>
                <a:gd name="T38" fmla="*/ 14 w 105"/>
                <a:gd name="T39" fmla="*/ 2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5" h="64">
                  <a:moveTo>
                    <a:pt x="14" y="20"/>
                  </a:moveTo>
                  <a:cubicBezTo>
                    <a:pt x="13" y="21"/>
                    <a:pt x="13" y="22"/>
                    <a:pt x="13" y="23"/>
                  </a:cubicBezTo>
                  <a:cubicBezTo>
                    <a:pt x="11" y="27"/>
                    <a:pt x="10" y="28"/>
                    <a:pt x="5" y="29"/>
                  </a:cubicBezTo>
                  <a:cubicBezTo>
                    <a:pt x="7" y="41"/>
                    <a:pt x="7" y="41"/>
                    <a:pt x="7" y="41"/>
                  </a:cubicBezTo>
                  <a:cubicBezTo>
                    <a:pt x="19" y="39"/>
                    <a:pt x="22" y="32"/>
                    <a:pt x="24" y="27"/>
                  </a:cubicBezTo>
                  <a:cubicBezTo>
                    <a:pt x="24" y="27"/>
                    <a:pt x="24" y="27"/>
                    <a:pt x="24" y="27"/>
                  </a:cubicBezTo>
                  <a:cubicBezTo>
                    <a:pt x="26" y="47"/>
                    <a:pt x="43" y="64"/>
                    <a:pt x="64" y="64"/>
                  </a:cubicBezTo>
                  <a:cubicBezTo>
                    <a:pt x="87" y="64"/>
                    <a:pt x="105" y="45"/>
                    <a:pt x="105" y="23"/>
                  </a:cubicBezTo>
                  <a:cubicBezTo>
                    <a:pt x="105" y="16"/>
                    <a:pt x="103" y="9"/>
                    <a:pt x="100" y="4"/>
                  </a:cubicBezTo>
                  <a:cubicBezTo>
                    <a:pt x="29" y="22"/>
                    <a:pt x="29" y="22"/>
                    <a:pt x="29" y="22"/>
                  </a:cubicBezTo>
                  <a:cubicBezTo>
                    <a:pt x="28" y="14"/>
                    <a:pt x="28" y="14"/>
                    <a:pt x="28" y="14"/>
                  </a:cubicBezTo>
                  <a:cubicBezTo>
                    <a:pt x="51" y="3"/>
                    <a:pt x="51" y="3"/>
                    <a:pt x="51" y="3"/>
                  </a:cubicBezTo>
                  <a:cubicBezTo>
                    <a:pt x="27" y="9"/>
                    <a:pt x="27" y="9"/>
                    <a:pt x="27" y="9"/>
                  </a:cubicBezTo>
                  <a:cubicBezTo>
                    <a:pt x="27" y="9"/>
                    <a:pt x="27" y="9"/>
                    <a:pt x="27" y="9"/>
                  </a:cubicBezTo>
                  <a:cubicBezTo>
                    <a:pt x="26" y="9"/>
                    <a:pt x="26" y="9"/>
                    <a:pt x="26" y="9"/>
                  </a:cubicBezTo>
                  <a:cubicBezTo>
                    <a:pt x="26" y="9"/>
                    <a:pt x="26" y="9"/>
                    <a:pt x="26" y="9"/>
                  </a:cubicBezTo>
                  <a:cubicBezTo>
                    <a:pt x="24" y="10"/>
                    <a:pt x="22" y="10"/>
                    <a:pt x="20" y="10"/>
                  </a:cubicBezTo>
                  <a:cubicBezTo>
                    <a:pt x="17" y="9"/>
                    <a:pt x="12" y="4"/>
                    <a:pt x="11" y="0"/>
                  </a:cubicBezTo>
                  <a:cubicBezTo>
                    <a:pt x="0" y="3"/>
                    <a:pt x="0" y="3"/>
                    <a:pt x="0" y="3"/>
                  </a:cubicBezTo>
                  <a:cubicBezTo>
                    <a:pt x="2" y="10"/>
                    <a:pt x="7" y="17"/>
                    <a:pt x="14" y="20"/>
                  </a:cubicBezTo>
                  <a:close/>
                </a:path>
              </a:pathLst>
            </a:custGeom>
            <a:solidFill>
              <a:srgbClr val="D163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24"/>
            <p:cNvSpPr>
              <a:spLocks/>
            </p:cNvSpPr>
            <p:nvPr/>
          </p:nvSpPr>
          <p:spPr bwMode="auto">
            <a:xfrm>
              <a:off x="2865438" y="4130676"/>
              <a:ext cx="142875" cy="95250"/>
            </a:xfrm>
            <a:custGeom>
              <a:avLst/>
              <a:gdLst>
                <a:gd name="T0" fmla="*/ 19 w 38"/>
                <a:gd name="T1" fmla="*/ 25 h 25"/>
                <a:gd name="T2" fmla="*/ 38 w 38"/>
                <a:gd name="T3" fmla="*/ 6 h 25"/>
                <a:gd name="T4" fmla="*/ 38 w 38"/>
                <a:gd name="T5" fmla="*/ 0 h 25"/>
                <a:gd name="T6" fmla="*/ 0 w 38"/>
                <a:gd name="T7" fmla="*/ 6 h 25"/>
                <a:gd name="T8" fmla="*/ 19 w 38"/>
                <a:gd name="T9" fmla="*/ 25 h 25"/>
              </a:gdLst>
              <a:ahLst/>
              <a:cxnLst>
                <a:cxn ang="0">
                  <a:pos x="T0" y="T1"/>
                </a:cxn>
                <a:cxn ang="0">
                  <a:pos x="T2" y="T3"/>
                </a:cxn>
                <a:cxn ang="0">
                  <a:pos x="T4" y="T5"/>
                </a:cxn>
                <a:cxn ang="0">
                  <a:pos x="T6" y="T7"/>
                </a:cxn>
                <a:cxn ang="0">
                  <a:pos x="T8" y="T9"/>
                </a:cxn>
              </a:cxnLst>
              <a:rect l="0" t="0" r="r" b="b"/>
              <a:pathLst>
                <a:path w="38" h="25">
                  <a:moveTo>
                    <a:pt x="19" y="25"/>
                  </a:moveTo>
                  <a:cubicBezTo>
                    <a:pt x="29" y="25"/>
                    <a:pt x="38" y="16"/>
                    <a:pt x="38" y="6"/>
                  </a:cubicBezTo>
                  <a:cubicBezTo>
                    <a:pt x="38" y="0"/>
                    <a:pt x="38" y="0"/>
                    <a:pt x="38" y="0"/>
                  </a:cubicBezTo>
                  <a:cubicBezTo>
                    <a:pt x="0" y="6"/>
                    <a:pt x="0" y="6"/>
                    <a:pt x="0" y="6"/>
                  </a:cubicBezTo>
                  <a:cubicBezTo>
                    <a:pt x="1" y="16"/>
                    <a:pt x="9" y="25"/>
                    <a:pt x="19" y="25"/>
                  </a:cubicBezTo>
                  <a:close/>
                </a:path>
              </a:pathLst>
            </a:custGeom>
            <a:solidFill>
              <a:srgbClr val="D163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25"/>
            <p:cNvSpPr>
              <a:spLocks/>
            </p:cNvSpPr>
            <p:nvPr/>
          </p:nvSpPr>
          <p:spPr bwMode="auto">
            <a:xfrm>
              <a:off x="2865438" y="3921126"/>
              <a:ext cx="142875" cy="74613"/>
            </a:xfrm>
            <a:custGeom>
              <a:avLst/>
              <a:gdLst>
                <a:gd name="T0" fmla="*/ 90 w 90"/>
                <a:gd name="T1" fmla="*/ 0 h 47"/>
                <a:gd name="T2" fmla="*/ 0 w 90"/>
                <a:gd name="T3" fmla="*/ 35 h 47"/>
                <a:gd name="T4" fmla="*/ 0 w 90"/>
                <a:gd name="T5" fmla="*/ 47 h 47"/>
                <a:gd name="T6" fmla="*/ 90 w 90"/>
                <a:gd name="T7" fmla="*/ 35 h 47"/>
                <a:gd name="T8" fmla="*/ 90 w 90"/>
                <a:gd name="T9" fmla="*/ 0 h 47"/>
              </a:gdLst>
              <a:ahLst/>
              <a:cxnLst>
                <a:cxn ang="0">
                  <a:pos x="T0" y="T1"/>
                </a:cxn>
                <a:cxn ang="0">
                  <a:pos x="T2" y="T3"/>
                </a:cxn>
                <a:cxn ang="0">
                  <a:pos x="T4" y="T5"/>
                </a:cxn>
                <a:cxn ang="0">
                  <a:pos x="T6" y="T7"/>
                </a:cxn>
                <a:cxn ang="0">
                  <a:pos x="T8" y="T9"/>
                </a:cxn>
              </a:cxnLst>
              <a:rect l="0" t="0" r="r" b="b"/>
              <a:pathLst>
                <a:path w="90" h="47">
                  <a:moveTo>
                    <a:pt x="90" y="0"/>
                  </a:moveTo>
                  <a:lnTo>
                    <a:pt x="0" y="35"/>
                  </a:lnTo>
                  <a:lnTo>
                    <a:pt x="0" y="47"/>
                  </a:lnTo>
                  <a:lnTo>
                    <a:pt x="90" y="35"/>
                  </a:lnTo>
                  <a:lnTo>
                    <a:pt x="90" y="0"/>
                  </a:lnTo>
                  <a:close/>
                </a:path>
              </a:pathLst>
            </a:custGeom>
            <a:solidFill>
              <a:srgbClr val="D163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26"/>
            <p:cNvSpPr>
              <a:spLocks/>
            </p:cNvSpPr>
            <p:nvPr/>
          </p:nvSpPr>
          <p:spPr bwMode="auto">
            <a:xfrm>
              <a:off x="2697163" y="3060701"/>
              <a:ext cx="765175" cy="1165225"/>
            </a:xfrm>
            <a:custGeom>
              <a:avLst/>
              <a:gdLst>
                <a:gd name="T0" fmla="*/ 195 w 204"/>
                <a:gd name="T1" fmla="*/ 73 h 310"/>
                <a:gd name="T2" fmla="*/ 183 w 204"/>
                <a:gd name="T3" fmla="*/ 68 h 310"/>
                <a:gd name="T4" fmla="*/ 137 w 204"/>
                <a:gd name="T5" fmla="*/ 33 h 310"/>
                <a:gd name="T6" fmla="*/ 94 w 204"/>
                <a:gd name="T7" fmla="*/ 0 h 310"/>
                <a:gd name="T8" fmla="*/ 84 w 204"/>
                <a:gd name="T9" fmla="*/ 10 h 310"/>
                <a:gd name="T10" fmla="*/ 74 w 204"/>
                <a:gd name="T11" fmla="*/ 0 h 310"/>
                <a:gd name="T12" fmla="*/ 74 w 204"/>
                <a:gd name="T13" fmla="*/ 0 h 310"/>
                <a:gd name="T14" fmla="*/ 57 w 204"/>
                <a:gd name="T15" fmla="*/ 7 h 310"/>
                <a:gd name="T16" fmla="*/ 7 w 204"/>
                <a:gd name="T17" fmla="*/ 125 h 310"/>
                <a:gd name="T18" fmla="*/ 8 w 204"/>
                <a:gd name="T19" fmla="*/ 127 h 310"/>
                <a:gd name="T20" fmla="*/ 4 w 204"/>
                <a:gd name="T21" fmla="*/ 128 h 310"/>
                <a:gd name="T22" fmla="*/ 6 w 204"/>
                <a:gd name="T23" fmla="*/ 136 h 310"/>
                <a:gd name="T24" fmla="*/ 15 w 204"/>
                <a:gd name="T25" fmla="*/ 137 h 310"/>
                <a:gd name="T26" fmla="*/ 22 w 204"/>
                <a:gd name="T27" fmla="*/ 139 h 310"/>
                <a:gd name="T28" fmla="*/ 22 w 204"/>
                <a:gd name="T29" fmla="*/ 284 h 310"/>
                <a:gd name="T30" fmla="*/ 21 w 204"/>
                <a:gd name="T31" fmla="*/ 284 h 310"/>
                <a:gd name="T32" fmla="*/ 21 w 204"/>
                <a:gd name="T33" fmla="*/ 292 h 310"/>
                <a:gd name="T34" fmla="*/ 17 w 204"/>
                <a:gd name="T35" fmla="*/ 300 h 310"/>
                <a:gd name="T36" fmla="*/ 17 w 204"/>
                <a:gd name="T37" fmla="*/ 307 h 310"/>
                <a:gd name="T38" fmla="*/ 37 w 204"/>
                <a:gd name="T39" fmla="*/ 307 h 310"/>
                <a:gd name="T40" fmla="*/ 37 w 204"/>
                <a:gd name="T41" fmla="*/ 300 h 310"/>
                <a:gd name="T42" fmla="*/ 33 w 204"/>
                <a:gd name="T43" fmla="*/ 292 h 310"/>
                <a:gd name="T44" fmla="*/ 33 w 204"/>
                <a:gd name="T45" fmla="*/ 284 h 310"/>
                <a:gd name="T46" fmla="*/ 31 w 204"/>
                <a:gd name="T47" fmla="*/ 284 h 310"/>
                <a:gd name="T48" fmla="*/ 31 w 204"/>
                <a:gd name="T49" fmla="*/ 137 h 310"/>
                <a:gd name="T50" fmla="*/ 39 w 204"/>
                <a:gd name="T51" fmla="*/ 122 h 310"/>
                <a:gd name="T52" fmla="*/ 43 w 204"/>
                <a:gd name="T53" fmla="*/ 69 h 310"/>
                <a:gd name="T54" fmla="*/ 43 w 204"/>
                <a:gd name="T55" fmla="*/ 125 h 310"/>
                <a:gd name="T56" fmla="*/ 45 w 204"/>
                <a:gd name="T57" fmla="*/ 140 h 310"/>
                <a:gd name="T58" fmla="*/ 45 w 204"/>
                <a:gd name="T59" fmla="*/ 237 h 310"/>
                <a:gd name="T60" fmla="*/ 83 w 204"/>
                <a:gd name="T61" fmla="*/ 221 h 310"/>
                <a:gd name="T62" fmla="*/ 83 w 204"/>
                <a:gd name="T63" fmla="*/ 161 h 310"/>
                <a:gd name="T64" fmla="*/ 85 w 204"/>
                <a:gd name="T65" fmla="*/ 161 h 310"/>
                <a:gd name="T66" fmla="*/ 85 w 204"/>
                <a:gd name="T67" fmla="*/ 291 h 310"/>
                <a:gd name="T68" fmla="*/ 104 w 204"/>
                <a:gd name="T69" fmla="*/ 310 h 310"/>
                <a:gd name="T70" fmla="*/ 123 w 204"/>
                <a:gd name="T71" fmla="*/ 291 h 310"/>
                <a:gd name="T72" fmla="*/ 123 w 204"/>
                <a:gd name="T73" fmla="*/ 140 h 310"/>
                <a:gd name="T74" fmla="*/ 126 w 204"/>
                <a:gd name="T75" fmla="*/ 125 h 310"/>
                <a:gd name="T76" fmla="*/ 126 w 204"/>
                <a:gd name="T77" fmla="*/ 69 h 310"/>
                <a:gd name="T78" fmla="*/ 181 w 204"/>
                <a:gd name="T79" fmla="*/ 101 h 310"/>
                <a:gd name="T80" fmla="*/ 195 w 204"/>
                <a:gd name="T81" fmla="*/ 98 h 310"/>
                <a:gd name="T82" fmla="*/ 200 w 204"/>
                <a:gd name="T83" fmla="*/ 90 h 310"/>
                <a:gd name="T84" fmla="*/ 195 w 204"/>
                <a:gd name="T85" fmla="*/ 73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4" h="310">
                  <a:moveTo>
                    <a:pt x="195" y="73"/>
                  </a:moveTo>
                  <a:cubicBezTo>
                    <a:pt x="183" y="68"/>
                    <a:pt x="183" y="68"/>
                    <a:pt x="183" y="68"/>
                  </a:cubicBezTo>
                  <a:cubicBezTo>
                    <a:pt x="157" y="59"/>
                    <a:pt x="148" y="46"/>
                    <a:pt x="137" y="33"/>
                  </a:cubicBezTo>
                  <a:cubicBezTo>
                    <a:pt x="130" y="23"/>
                    <a:pt x="113" y="4"/>
                    <a:pt x="94" y="0"/>
                  </a:cubicBezTo>
                  <a:cubicBezTo>
                    <a:pt x="84" y="10"/>
                    <a:pt x="84" y="10"/>
                    <a:pt x="84" y="10"/>
                  </a:cubicBezTo>
                  <a:cubicBezTo>
                    <a:pt x="74" y="0"/>
                    <a:pt x="74" y="0"/>
                    <a:pt x="74" y="0"/>
                  </a:cubicBezTo>
                  <a:cubicBezTo>
                    <a:pt x="74" y="0"/>
                    <a:pt x="74" y="0"/>
                    <a:pt x="74" y="0"/>
                  </a:cubicBezTo>
                  <a:cubicBezTo>
                    <a:pt x="69" y="1"/>
                    <a:pt x="58" y="7"/>
                    <a:pt x="57" y="7"/>
                  </a:cubicBezTo>
                  <a:cubicBezTo>
                    <a:pt x="27" y="26"/>
                    <a:pt x="0" y="53"/>
                    <a:pt x="7" y="125"/>
                  </a:cubicBezTo>
                  <a:cubicBezTo>
                    <a:pt x="7" y="126"/>
                    <a:pt x="8" y="127"/>
                    <a:pt x="8" y="127"/>
                  </a:cubicBezTo>
                  <a:cubicBezTo>
                    <a:pt x="4" y="128"/>
                    <a:pt x="4" y="128"/>
                    <a:pt x="4" y="128"/>
                  </a:cubicBezTo>
                  <a:cubicBezTo>
                    <a:pt x="6" y="136"/>
                    <a:pt x="6" y="136"/>
                    <a:pt x="6" y="136"/>
                  </a:cubicBezTo>
                  <a:cubicBezTo>
                    <a:pt x="15" y="137"/>
                    <a:pt x="15" y="137"/>
                    <a:pt x="15" y="137"/>
                  </a:cubicBezTo>
                  <a:cubicBezTo>
                    <a:pt x="17" y="138"/>
                    <a:pt x="20" y="139"/>
                    <a:pt x="22" y="139"/>
                  </a:cubicBezTo>
                  <a:cubicBezTo>
                    <a:pt x="22" y="284"/>
                    <a:pt x="22" y="284"/>
                    <a:pt x="22" y="284"/>
                  </a:cubicBezTo>
                  <a:cubicBezTo>
                    <a:pt x="21" y="284"/>
                    <a:pt x="21" y="284"/>
                    <a:pt x="21" y="284"/>
                  </a:cubicBezTo>
                  <a:cubicBezTo>
                    <a:pt x="21" y="292"/>
                    <a:pt x="21" y="292"/>
                    <a:pt x="21" y="292"/>
                  </a:cubicBezTo>
                  <a:cubicBezTo>
                    <a:pt x="19" y="294"/>
                    <a:pt x="17" y="297"/>
                    <a:pt x="17" y="300"/>
                  </a:cubicBezTo>
                  <a:cubicBezTo>
                    <a:pt x="17" y="307"/>
                    <a:pt x="17" y="307"/>
                    <a:pt x="17" y="307"/>
                  </a:cubicBezTo>
                  <a:cubicBezTo>
                    <a:pt x="37" y="307"/>
                    <a:pt x="37" y="307"/>
                    <a:pt x="37" y="307"/>
                  </a:cubicBezTo>
                  <a:cubicBezTo>
                    <a:pt x="37" y="300"/>
                    <a:pt x="37" y="300"/>
                    <a:pt x="37" y="300"/>
                  </a:cubicBezTo>
                  <a:cubicBezTo>
                    <a:pt x="37" y="297"/>
                    <a:pt x="35" y="294"/>
                    <a:pt x="33" y="292"/>
                  </a:cubicBezTo>
                  <a:cubicBezTo>
                    <a:pt x="33" y="284"/>
                    <a:pt x="33" y="284"/>
                    <a:pt x="33" y="284"/>
                  </a:cubicBezTo>
                  <a:cubicBezTo>
                    <a:pt x="31" y="284"/>
                    <a:pt x="31" y="284"/>
                    <a:pt x="31" y="284"/>
                  </a:cubicBezTo>
                  <a:cubicBezTo>
                    <a:pt x="31" y="137"/>
                    <a:pt x="31" y="137"/>
                    <a:pt x="31" y="137"/>
                  </a:cubicBezTo>
                  <a:cubicBezTo>
                    <a:pt x="36" y="134"/>
                    <a:pt x="39" y="128"/>
                    <a:pt x="39" y="122"/>
                  </a:cubicBezTo>
                  <a:cubicBezTo>
                    <a:pt x="36" y="98"/>
                    <a:pt x="38" y="81"/>
                    <a:pt x="43" y="69"/>
                  </a:cubicBezTo>
                  <a:cubicBezTo>
                    <a:pt x="43" y="69"/>
                    <a:pt x="43" y="113"/>
                    <a:pt x="43" y="125"/>
                  </a:cubicBezTo>
                  <a:cubicBezTo>
                    <a:pt x="43" y="137"/>
                    <a:pt x="45" y="140"/>
                    <a:pt x="45" y="140"/>
                  </a:cubicBezTo>
                  <a:cubicBezTo>
                    <a:pt x="45" y="237"/>
                    <a:pt x="45" y="237"/>
                    <a:pt x="45" y="237"/>
                  </a:cubicBezTo>
                  <a:cubicBezTo>
                    <a:pt x="83" y="221"/>
                    <a:pt x="83" y="221"/>
                    <a:pt x="83" y="221"/>
                  </a:cubicBezTo>
                  <a:cubicBezTo>
                    <a:pt x="83" y="161"/>
                    <a:pt x="83" y="161"/>
                    <a:pt x="83" y="161"/>
                  </a:cubicBezTo>
                  <a:cubicBezTo>
                    <a:pt x="85" y="161"/>
                    <a:pt x="85" y="161"/>
                    <a:pt x="85" y="161"/>
                  </a:cubicBezTo>
                  <a:cubicBezTo>
                    <a:pt x="85" y="291"/>
                    <a:pt x="85" y="291"/>
                    <a:pt x="85" y="291"/>
                  </a:cubicBezTo>
                  <a:cubicBezTo>
                    <a:pt x="85" y="301"/>
                    <a:pt x="94" y="310"/>
                    <a:pt x="104" y="310"/>
                  </a:cubicBezTo>
                  <a:cubicBezTo>
                    <a:pt x="114" y="310"/>
                    <a:pt x="123" y="301"/>
                    <a:pt x="123" y="291"/>
                  </a:cubicBezTo>
                  <a:cubicBezTo>
                    <a:pt x="123" y="140"/>
                    <a:pt x="123" y="140"/>
                    <a:pt x="123" y="140"/>
                  </a:cubicBezTo>
                  <a:cubicBezTo>
                    <a:pt x="123" y="140"/>
                    <a:pt x="126" y="136"/>
                    <a:pt x="126" y="125"/>
                  </a:cubicBezTo>
                  <a:cubicBezTo>
                    <a:pt x="126" y="115"/>
                    <a:pt x="126" y="69"/>
                    <a:pt x="126" y="69"/>
                  </a:cubicBezTo>
                  <a:cubicBezTo>
                    <a:pt x="137" y="80"/>
                    <a:pt x="153" y="92"/>
                    <a:pt x="181" y="101"/>
                  </a:cubicBezTo>
                  <a:cubicBezTo>
                    <a:pt x="190" y="103"/>
                    <a:pt x="195" y="98"/>
                    <a:pt x="195" y="98"/>
                  </a:cubicBezTo>
                  <a:cubicBezTo>
                    <a:pt x="198" y="96"/>
                    <a:pt x="199" y="94"/>
                    <a:pt x="200" y="90"/>
                  </a:cubicBezTo>
                  <a:cubicBezTo>
                    <a:pt x="201" y="88"/>
                    <a:pt x="204" y="79"/>
                    <a:pt x="195" y="73"/>
                  </a:cubicBezTo>
                  <a:close/>
                </a:path>
              </a:pathLst>
            </a:custGeom>
            <a:solidFill>
              <a:srgbClr val="D163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27"/>
            <p:cNvSpPr>
              <a:spLocks/>
            </p:cNvSpPr>
            <p:nvPr/>
          </p:nvSpPr>
          <p:spPr bwMode="auto">
            <a:xfrm>
              <a:off x="2865438" y="4067176"/>
              <a:ext cx="142875" cy="60325"/>
            </a:xfrm>
            <a:custGeom>
              <a:avLst/>
              <a:gdLst>
                <a:gd name="T0" fmla="*/ 0 w 90"/>
                <a:gd name="T1" fmla="*/ 38 h 38"/>
                <a:gd name="T2" fmla="*/ 90 w 90"/>
                <a:gd name="T3" fmla="*/ 22 h 38"/>
                <a:gd name="T4" fmla="*/ 90 w 90"/>
                <a:gd name="T5" fmla="*/ 12 h 38"/>
                <a:gd name="T6" fmla="*/ 0 w 90"/>
                <a:gd name="T7" fmla="*/ 0 h 38"/>
                <a:gd name="T8" fmla="*/ 0 w 90"/>
                <a:gd name="T9" fmla="*/ 38 h 38"/>
              </a:gdLst>
              <a:ahLst/>
              <a:cxnLst>
                <a:cxn ang="0">
                  <a:pos x="T0" y="T1"/>
                </a:cxn>
                <a:cxn ang="0">
                  <a:pos x="T2" y="T3"/>
                </a:cxn>
                <a:cxn ang="0">
                  <a:pos x="T4" y="T5"/>
                </a:cxn>
                <a:cxn ang="0">
                  <a:pos x="T6" y="T7"/>
                </a:cxn>
                <a:cxn ang="0">
                  <a:pos x="T8" y="T9"/>
                </a:cxn>
              </a:cxnLst>
              <a:rect l="0" t="0" r="r" b="b"/>
              <a:pathLst>
                <a:path w="90" h="38">
                  <a:moveTo>
                    <a:pt x="0" y="38"/>
                  </a:moveTo>
                  <a:lnTo>
                    <a:pt x="90" y="22"/>
                  </a:lnTo>
                  <a:lnTo>
                    <a:pt x="90" y="12"/>
                  </a:lnTo>
                  <a:lnTo>
                    <a:pt x="0" y="0"/>
                  </a:lnTo>
                  <a:lnTo>
                    <a:pt x="0" y="38"/>
                  </a:lnTo>
                  <a:close/>
                </a:path>
              </a:pathLst>
            </a:custGeom>
            <a:solidFill>
              <a:srgbClr val="D163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28"/>
            <p:cNvSpPr>
              <a:spLocks/>
            </p:cNvSpPr>
            <p:nvPr/>
          </p:nvSpPr>
          <p:spPr bwMode="auto">
            <a:xfrm>
              <a:off x="2865438" y="4003676"/>
              <a:ext cx="142875" cy="52388"/>
            </a:xfrm>
            <a:custGeom>
              <a:avLst/>
              <a:gdLst>
                <a:gd name="T0" fmla="*/ 0 w 90"/>
                <a:gd name="T1" fmla="*/ 12 h 33"/>
                <a:gd name="T2" fmla="*/ 0 w 90"/>
                <a:gd name="T3" fmla="*/ 24 h 33"/>
                <a:gd name="T4" fmla="*/ 90 w 90"/>
                <a:gd name="T5" fmla="*/ 33 h 33"/>
                <a:gd name="T6" fmla="*/ 90 w 90"/>
                <a:gd name="T7" fmla="*/ 0 h 33"/>
                <a:gd name="T8" fmla="*/ 0 w 90"/>
                <a:gd name="T9" fmla="*/ 12 h 33"/>
              </a:gdLst>
              <a:ahLst/>
              <a:cxnLst>
                <a:cxn ang="0">
                  <a:pos x="T0" y="T1"/>
                </a:cxn>
                <a:cxn ang="0">
                  <a:pos x="T2" y="T3"/>
                </a:cxn>
                <a:cxn ang="0">
                  <a:pos x="T4" y="T5"/>
                </a:cxn>
                <a:cxn ang="0">
                  <a:pos x="T6" y="T7"/>
                </a:cxn>
                <a:cxn ang="0">
                  <a:pos x="T8" y="T9"/>
                </a:cxn>
              </a:cxnLst>
              <a:rect l="0" t="0" r="r" b="b"/>
              <a:pathLst>
                <a:path w="90" h="33">
                  <a:moveTo>
                    <a:pt x="0" y="12"/>
                  </a:moveTo>
                  <a:lnTo>
                    <a:pt x="0" y="24"/>
                  </a:lnTo>
                  <a:lnTo>
                    <a:pt x="90" y="33"/>
                  </a:lnTo>
                  <a:lnTo>
                    <a:pt x="90" y="0"/>
                  </a:lnTo>
                  <a:lnTo>
                    <a:pt x="0" y="12"/>
                  </a:lnTo>
                  <a:close/>
                </a:path>
              </a:pathLst>
            </a:custGeom>
            <a:solidFill>
              <a:srgbClr val="D163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Oval 29"/>
            <p:cNvSpPr>
              <a:spLocks noChangeArrowheads="1"/>
            </p:cNvSpPr>
            <p:nvPr/>
          </p:nvSpPr>
          <p:spPr bwMode="auto">
            <a:xfrm>
              <a:off x="3255963" y="2741613"/>
              <a:ext cx="304800" cy="303213"/>
            </a:xfrm>
            <a:prstGeom prst="ellipse">
              <a:avLst/>
            </a:prstGeom>
            <a:solidFill>
              <a:srgbClr val="D163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30"/>
            <p:cNvSpPr>
              <a:spLocks/>
            </p:cNvSpPr>
            <p:nvPr/>
          </p:nvSpPr>
          <p:spPr bwMode="auto">
            <a:xfrm>
              <a:off x="3178176" y="3413126"/>
              <a:ext cx="465138" cy="808038"/>
            </a:xfrm>
            <a:custGeom>
              <a:avLst/>
              <a:gdLst>
                <a:gd name="T0" fmla="*/ 68 w 124"/>
                <a:gd name="T1" fmla="*/ 13 h 215"/>
                <a:gd name="T2" fmla="*/ 54 w 124"/>
                <a:gd name="T3" fmla="*/ 13 h 215"/>
                <a:gd name="T4" fmla="*/ 51 w 124"/>
                <a:gd name="T5" fmla="*/ 13 h 215"/>
                <a:gd name="T6" fmla="*/ 20 w 124"/>
                <a:gd name="T7" fmla="*/ 0 h 215"/>
                <a:gd name="T8" fmla="*/ 0 w 124"/>
                <a:gd name="T9" fmla="*/ 93 h 215"/>
                <a:gd name="T10" fmla="*/ 0 w 124"/>
                <a:gd name="T11" fmla="*/ 117 h 215"/>
                <a:gd name="T12" fmla="*/ 24 w 124"/>
                <a:gd name="T13" fmla="*/ 126 h 215"/>
                <a:gd name="T14" fmla="*/ 24 w 124"/>
                <a:gd name="T15" fmla="*/ 196 h 215"/>
                <a:gd name="T16" fmla="*/ 43 w 124"/>
                <a:gd name="T17" fmla="*/ 215 h 215"/>
                <a:gd name="T18" fmla="*/ 61 w 124"/>
                <a:gd name="T19" fmla="*/ 196 h 215"/>
                <a:gd name="T20" fmla="*/ 61 w 124"/>
                <a:gd name="T21" fmla="*/ 130 h 215"/>
                <a:gd name="T22" fmla="*/ 64 w 124"/>
                <a:gd name="T23" fmla="*/ 130 h 215"/>
                <a:gd name="T24" fmla="*/ 64 w 124"/>
                <a:gd name="T25" fmla="*/ 196 h 215"/>
                <a:gd name="T26" fmla="*/ 83 w 124"/>
                <a:gd name="T27" fmla="*/ 215 h 215"/>
                <a:gd name="T28" fmla="*/ 101 w 124"/>
                <a:gd name="T29" fmla="*/ 196 h 215"/>
                <a:gd name="T30" fmla="*/ 101 w 124"/>
                <a:gd name="T31" fmla="*/ 125 h 215"/>
                <a:gd name="T32" fmla="*/ 124 w 124"/>
                <a:gd name="T33" fmla="*/ 109 h 215"/>
                <a:gd name="T34" fmla="*/ 108 w 124"/>
                <a:gd name="T35" fmla="*/ 20 h 215"/>
                <a:gd name="T36" fmla="*/ 68 w 124"/>
                <a:gd name="T37" fmla="*/ 13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4" h="215">
                  <a:moveTo>
                    <a:pt x="68" y="13"/>
                  </a:moveTo>
                  <a:cubicBezTo>
                    <a:pt x="62" y="16"/>
                    <a:pt x="54" y="13"/>
                    <a:pt x="54" y="13"/>
                  </a:cubicBezTo>
                  <a:cubicBezTo>
                    <a:pt x="53" y="13"/>
                    <a:pt x="52" y="13"/>
                    <a:pt x="51" y="13"/>
                  </a:cubicBezTo>
                  <a:cubicBezTo>
                    <a:pt x="40" y="9"/>
                    <a:pt x="29" y="5"/>
                    <a:pt x="20" y="0"/>
                  </a:cubicBezTo>
                  <a:cubicBezTo>
                    <a:pt x="17" y="15"/>
                    <a:pt x="5" y="65"/>
                    <a:pt x="0" y="93"/>
                  </a:cubicBezTo>
                  <a:cubicBezTo>
                    <a:pt x="0" y="117"/>
                    <a:pt x="0" y="117"/>
                    <a:pt x="0" y="117"/>
                  </a:cubicBezTo>
                  <a:cubicBezTo>
                    <a:pt x="4" y="121"/>
                    <a:pt x="13" y="124"/>
                    <a:pt x="24" y="126"/>
                  </a:cubicBezTo>
                  <a:cubicBezTo>
                    <a:pt x="24" y="196"/>
                    <a:pt x="24" y="196"/>
                    <a:pt x="24" y="196"/>
                  </a:cubicBezTo>
                  <a:cubicBezTo>
                    <a:pt x="24" y="206"/>
                    <a:pt x="33" y="215"/>
                    <a:pt x="43" y="215"/>
                  </a:cubicBezTo>
                  <a:cubicBezTo>
                    <a:pt x="53" y="215"/>
                    <a:pt x="61" y="206"/>
                    <a:pt x="61" y="196"/>
                  </a:cubicBezTo>
                  <a:cubicBezTo>
                    <a:pt x="61" y="130"/>
                    <a:pt x="61" y="130"/>
                    <a:pt x="61" y="130"/>
                  </a:cubicBezTo>
                  <a:cubicBezTo>
                    <a:pt x="62" y="130"/>
                    <a:pt x="63" y="130"/>
                    <a:pt x="64" y="130"/>
                  </a:cubicBezTo>
                  <a:cubicBezTo>
                    <a:pt x="64" y="196"/>
                    <a:pt x="64" y="196"/>
                    <a:pt x="64" y="196"/>
                  </a:cubicBezTo>
                  <a:cubicBezTo>
                    <a:pt x="64" y="206"/>
                    <a:pt x="72" y="215"/>
                    <a:pt x="83" y="215"/>
                  </a:cubicBezTo>
                  <a:cubicBezTo>
                    <a:pt x="93" y="215"/>
                    <a:pt x="101" y="206"/>
                    <a:pt x="101" y="196"/>
                  </a:cubicBezTo>
                  <a:cubicBezTo>
                    <a:pt x="101" y="125"/>
                    <a:pt x="101" y="125"/>
                    <a:pt x="101" y="125"/>
                  </a:cubicBezTo>
                  <a:cubicBezTo>
                    <a:pt x="112" y="122"/>
                    <a:pt x="121" y="117"/>
                    <a:pt x="124" y="109"/>
                  </a:cubicBezTo>
                  <a:cubicBezTo>
                    <a:pt x="124" y="92"/>
                    <a:pt x="115" y="49"/>
                    <a:pt x="108" y="20"/>
                  </a:cubicBezTo>
                  <a:cubicBezTo>
                    <a:pt x="108" y="20"/>
                    <a:pt x="75" y="15"/>
                    <a:pt x="68" y="13"/>
                  </a:cubicBezTo>
                  <a:close/>
                </a:path>
              </a:pathLst>
            </a:custGeom>
            <a:solidFill>
              <a:srgbClr val="D163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31"/>
            <p:cNvSpPr>
              <a:spLocks/>
            </p:cNvSpPr>
            <p:nvPr/>
          </p:nvSpPr>
          <p:spPr bwMode="auto">
            <a:xfrm>
              <a:off x="3222626" y="3057526"/>
              <a:ext cx="541338" cy="401638"/>
            </a:xfrm>
            <a:custGeom>
              <a:avLst/>
              <a:gdLst>
                <a:gd name="T0" fmla="*/ 60 w 144"/>
                <a:gd name="T1" fmla="*/ 0 h 107"/>
                <a:gd name="T2" fmla="*/ 60 w 144"/>
                <a:gd name="T3" fmla="*/ 0 h 107"/>
                <a:gd name="T4" fmla="*/ 50 w 144"/>
                <a:gd name="T5" fmla="*/ 10 h 107"/>
                <a:gd name="T6" fmla="*/ 40 w 144"/>
                <a:gd name="T7" fmla="*/ 0 h 107"/>
                <a:gd name="T8" fmla="*/ 0 w 144"/>
                <a:gd name="T9" fmla="*/ 27 h 107"/>
                <a:gd name="T10" fmla="*/ 2 w 144"/>
                <a:gd name="T11" fmla="*/ 30 h 107"/>
                <a:gd name="T12" fmla="*/ 45 w 144"/>
                <a:gd name="T13" fmla="*/ 64 h 107"/>
                <a:gd name="T14" fmla="*/ 50 w 144"/>
                <a:gd name="T15" fmla="*/ 65 h 107"/>
                <a:gd name="T16" fmla="*/ 63 w 144"/>
                <a:gd name="T17" fmla="*/ 61 h 107"/>
                <a:gd name="T18" fmla="*/ 69 w 144"/>
                <a:gd name="T19" fmla="*/ 62 h 107"/>
                <a:gd name="T20" fmla="*/ 91 w 144"/>
                <a:gd name="T21" fmla="*/ 67 h 107"/>
                <a:gd name="T22" fmla="*/ 91 w 144"/>
                <a:gd name="T23" fmla="*/ 61 h 107"/>
                <a:gd name="T24" fmla="*/ 103 w 144"/>
                <a:gd name="T25" fmla="*/ 77 h 107"/>
                <a:gd name="T26" fmla="*/ 67 w 144"/>
                <a:gd name="T27" fmla="*/ 70 h 107"/>
                <a:gd name="T28" fmla="*/ 63 w 144"/>
                <a:gd name="T29" fmla="*/ 70 h 107"/>
                <a:gd name="T30" fmla="*/ 59 w 144"/>
                <a:gd name="T31" fmla="*/ 70 h 107"/>
                <a:gd name="T32" fmla="*/ 66 w 144"/>
                <a:gd name="T33" fmla="*/ 80 h 107"/>
                <a:gd name="T34" fmla="*/ 66 w 144"/>
                <a:gd name="T35" fmla="*/ 81 h 107"/>
                <a:gd name="T36" fmla="*/ 67 w 144"/>
                <a:gd name="T37" fmla="*/ 84 h 107"/>
                <a:gd name="T38" fmla="*/ 66 w 144"/>
                <a:gd name="T39" fmla="*/ 93 h 107"/>
                <a:gd name="T40" fmla="*/ 62 w 144"/>
                <a:gd name="T41" fmla="*/ 101 h 107"/>
                <a:gd name="T42" fmla="*/ 96 w 144"/>
                <a:gd name="T43" fmla="*/ 107 h 107"/>
                <a:gd name="T44" fmla="*/ 96 w 144"/>
                <a:gd name="T45" fmla="*/ 107 h 107"/>
                <a:gd name="T46" fmla="*/ 96 w 144"/>
                <a:gd name="T47" fmla="*/ 107 h 107"/>
                <a:gd name="T48" fmla="*/ 96 w 144"/>
                <a:gd name="T49" fmla="*/ 107 h 107"/>
                <a:gd name="T50" fmla="*/ 96 w 144"/>
                <a:gd name="T51" fmla="*/ 107 h 107"/>
                <a:gd name="T52" fmla="*/ 97 w 144"/>
                <a:gd name="T53" fmla="*/ 107 h 107"/>
                <a:gd name="T54" fmla="*/ 133 w 144"/>
                <a:gd name="T55" fmla="*/ 88 h 107"/>
                <a:gd name="T56" fmla="*/ 60 w 144"/>
                <a:gd name="T57"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4" h="107">
                  <a:moveTo>
                    <a:pt x="60" y="0"/>
                  </a:moveTo>
                  <a:cubicBezTo>
                    <a:pt x="60" y="0"/>
                    <a:pt x="60" y="0"/>
                    <a:pt x="60" y="0"/>
                  </a:cubicBezTo>
                  <a:cubicBezTo>
                    <a:pt x="50" y="10"/>
                    <a:pt x="50" y="10"/>
                    <a:pt x="50" y="10"/>
                  </a:cubicBezTo>
                  <a:cubicBezTo>
                    <a:pt x="40" y="0"/>
                    <a:pt x="40" y="0"/>
                    <a:pt x="40" y="0"/>
                  </a:cubicBezTo>
                  <a:cubicBezTo>
                    <a:pt x="34" y="1"/>
                    <a:pt x="15" y="10"/>
                    <a:pt x="0" y="27"/>
                  </a:cubicBezTo>
                  <a:cubicBezTo>
                    <a:pt x="0" y="28"/>
                    <a:pt x="1" y="29"/>
                    <a:pt x="2" y="30"/>
                  </a:cubicBezTo>
                  <a:cubicBezTo>
                    <a:pt x="12" y="43"/>
                    <a:pt x="21" y="55"/>
                    <a:pt x="45" y="64"/>
                  </a:cubicBezTo>
                  <a:cubicBezTo>
                    <a:pt x="50" y="65"/>
                    <a:pt x="50" y="65"/>
                    <a:pt x="50" y="65"/>
                  </a:cubicBezTo>
                  <a:cubicBezTo>
                    <a:pt x="53" y="63"/>
                    <a:pt x="58" y="61"/>
                    <a:pt x="63" y="61"/>
                  </a:cubicBezTo>
                  <a:cubicBezTo>
                    <a:pt x="65" y="61"/>
                    <a:pt x="67" y="62"/>
                    <a:pt x="69" y="62"/>
                  </a:cubicBezTo>
                  <a:cubicBezTo>
                    <a:pt x="71" y="63"/>
                    <a:pt x="86" y="66"/>
                    <a:pt x="91" y="67"/>
                  </a:cubicBezTo>
                  <a:cubicBezTo>
                    <a:pt x="91" y="61"/>
                    <a:pt x="91" y="61"/>
                    <a:pt x="91" y="61"/>
                  </a:cubicBezTo>
                  <a:cubicBezTo>
                    <a:pt x="96" y="66"/>
                    <a:pt x="101" y="73"/>
                    <a:pt x="103" y="77"/>
                  </a:cubicBezTo>
                  <a:cubicBezTo>
                    <a:pt x="67" y="70"/>
                    <a:pt x="67" y="70"/>
                    <a:pt x="67" y="70"/>
                  </a:cubicBezTo>
                  <a:cubicBezTo>
                    <a:pt x="65" y="70"/>
                    <a:pt x="64" y="70"/>
                    <a:pt x="63" y="70"/>
                  </a:cubicBezTo>
                  <a:cubicBezTo>
                    <a:pt x="61" y="70"/>
                    <a:pt x="60" y="70"/>
                    <a:pt x="59" y="70"/>
                  </a:cubicBezTo>
                  <a:cubicBezTo>
                    <a:pt x="63" y="73"/>
                    <a:pt x="65" y="76"/>
                    <a:pt x="66" y="80"/>
                  </a:cubicBezTo>
                  <a:cubicBezTo>
                    <a:pt x="66" y="81"/>
                    <a:pt x="66" y="81"/>
                    <a:pt x="66" y="81"/>
                  </a:cubicBezTo>
                  <a:cubicBezTo>
                    <a:pt x="67" y="84"/>
                    <a:pt x="67" y="84"/>
                    <a:pt x="67" y="84"/>
                  </a:cubicBezTo>
                  <a:cubicBezTo>
                    <a:pt x="67" y="87"/>
                    <a:pt x="67" y="90"/>
                    <a:pt x="66" y="93"/>
                  </a:cubicBezTo>
                  <a:cubicBezTo>
                    <a:pt x="65" y="96"/>
                    <a:pt x="64" y="99"/>
                    <a:pt x="62" y="101"/>
                  </a:cubicBezTo>
                  <a:cubicBezTo>
                    <a:pt x="69" y="103"/>
                    <a:pt x="84" y="106"/>
                    <a:pt x="96" y="107"/>
                  </a:cubicBezTo>
                  <a:cubicBezTo>
                    <a:pt x="96" y="107"/>
                    <a:pt x="96" y="107"/>
                    <a:pt x="96" y="107"/>
                  </a:cubicBezTo>
                  <a:cubicBezTo>
                    <a:pt x="96" y="107"/>
                    <a:pt x="96" y="107"/>
                    <a:pt x="96" y="107"/>
                  </a:cubicBezTo>
                  <a:cubicBezTo>
                    <a:pt x="96" y="107"/>
                    <a:pt x="96" y="107"/>
                    <a:pt x="96" y="107"/>
                  </a:cubicBezTo>
                  <a:cubicBezTo>
                    <a:pt x="96" y="107"/>
                    <a:pt x="96" y="107"/>
                    <a:pt x="96" y="107"/>
                  </a:cubicBezTo>
                  <a:cubicBezTo>
                    <a:pt x="97" y="107"/>
                    <a:pt x="97" y="107"/>
                    <a:pt x="97" y="107"/>
                  </a:cubicBezTo>
                  <a:cubicBezTo>
                    <a:pt x="111" y="107"/>
                    <a:pt x="128" y="104"/>
                    <a:pt x="133" y="88"/>
                  </a:cubicBezTo>
                  <a:cubicBezTo>
                    <a:pt x="144" y="57"/>
                    <a:pt x="90" y="9"/>
                    <a:pt x="60" y="0"/>
                  </a:cubicBezTo>
                  <a:close/>
                </a:path>
              </a:pathLst>
            </a:custGeom>
            <a:solidFill>
              <a:srgbClr val="D163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7" name="组合 26"/>
          <p:cNvGrpSpPr/>
          <p:nvPr/>
        </p:nvGrpSpPr>
        <p:grpSpPr>
          <a:xfrm>
            <a:off x="4056063" y="4646613"/>
            <a:ext cx="1058863" cy="1479551"/>
            <a:chOff x="4056063" y="4646613"/>
            <a:chExt cx="1058863" cy="1479551"/>
          </a:xfrm>
        </p:grpSpPr>
        <p:sp>
          <p:nvSpPr>
            <p:cNvPr id="28" name="Freeform 32"/>
            <p:cNvSpPr>
              <a:spLocks/>
            </p:cNvSpPr>
            <p:nvPr/>
          </p:nvSpPr>
          <p:spPr bwMode="auto">
            <a:xfrm>
              <a:off x="4254501" y="4649788"/>
              <a:ext cx="109538" cy="52388"/>
            </a:xfrm>
            <a:custGeom>
              <a:avLst/>
              <a:gdLst>
                <a:gd name="T0" fmla="*/ 0 w 29"/>
                <a:gd name="T1" fmla="*/ 14 h 14"/>
                <a:gd name="T2" fmla="*/ 29 w 29"/>
                <a:gd name="T3" fmla="*/ 0 h 14"/>
                <a:gd name="T4" fmla="*/ 0 w 29"/>
                <a:gd name="T5" fmla="*/ 14 h 14"/>
              </a:gdLst>
              <a:ahLst/>
              <a:cxnLst>
                <a:cxn ang="0">
                  <a:pos x="T0" y="T1"/>
                </a:cxn>
                <a:cxn ang="0">
                  <a:pos x="T2" y="T3"/>
                </a:cxn>
                <a:cxn ang="0">
                  <a:pos x="T4" y="T5"/>
                </a:cxn>
              </a:cxnLst>
              <a:rect l="0" t="0" r="r" b="b"/>
              <a:pathLst>
                <a:path w="29" h="14">
                  <a:moveTo>
                    <a:pt x="0" y="14"/>
                  </a:moveTo>
                  <a:cubicBezTo>
                    <a:pt x="29" y="0"/>
                    <a:pt x="29" y="0"/>
                    <a:pt x="29" y="0"/>
                  </a:cubicBezTo>
                  <a:cubicBezTo>
                    <a:pt x="18" y="0"/>
                    <a:pt x="7" y="6"/>
                    <a:pt x="0" y="14"/>
                  </a:cubicBezTo>
                  <a:close/>
                </a:path>
              </a:pathLst>
            </a:custGeom>
            <a:solidFill>
              <a:srgbClr val="4756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33"/>
            <p:cNvSpPr>
              <a:spLocks/>
            </p:cNvSpPr>
            <p:nvPr/>
          </p:nvSpPr>
          <p:spPr bwMode="auto">
            <a:xfrm>
              <a:off x="4318001" y="4668838"/>
              <a:ext cx="150813" cy="55563"/>
            </a:xfrm>
            <a:custGeom>
              <a:avLst/>
              <a:gdLst>
                <a:gd name="T0" fmla="*/ 33 w 40"/>
                <a:gd name="T1" fmla="*/ 0 h 15"/>
                <a:gd name="T2" fmla="*/ 0 w 40"/>
                <a:gd name="T3" fmla="*/ 15 h 15"/>
                <a:gd name="T4" fmla="*/ 40 w 40"/>
                <a:gd name="T5" fmla="*/ 5 h 15"/>
                <a:gd name="T6" fmla="*/ 33 w 40"/>
                <a:gd name="T7" fmla="*/ 0 h 15"/>
              </a:gdLst>
              <a:ahLst/>
              <a:cxnLst>
                <a:cxn ang="0">
                  <a:pos x="T0" y="T1"/>
                </a:cxn>
                <a:cxn ang="0">
                  <a:pos x="T2" y="T3"/>
                </a:cxn>
                <a:cxn ang="0">
                  <a:pos x="T4" y="T5"/>
                </a:cxn>
                <a:cxn ang="0">
                  <a:pos x="T6" y="T7"/>
                </a:cxn>
              </a:cxnLst>
              <a:rect l="0" t="0" r="r" b="b"/>
              <a:pathLst>
                <a:path w="40" h="15">
                  <a:moveTo>
                    <a:pt x="33" y="0"/>
                  </a:moveTo>
                  <a:cubicBezTo>
                    <a:pt x="0" y="15"/>
                    <a:pt x="0" y="15"/>
                    <a:pt x="0" y="15"/>
                  </a:cubicBezTo>
                  <a:cubicBezTo>
                    <a:pt x="40" y="5"/>
                    <a:pt x="40" y="5"/>
                    <a:pt x="40" y="5"/>
                  </a:cubicBezTo>
                  <a:cubicBezTo>
                    <a:pt x="38" y="3"/>
                    <a:pt x="36" y="1"/>
                    <a:pt x="33" y="0"/>
                  </a:cubicBezTo>
                  <a:close/>
                </a:path>
              </a:pathLst>
            </a:custGeom>
            <a:solidFill>
              <a:srgbClr val="4756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34"/>
            <p:cNvSpPr>
              <a:spLocks/>
            </p:cNvSpPr>
            <p:nvPr/>
          </p:nvSpPr>
          <p:spPr bwMode="auto">
            <a:xfrm>
              <a:off x="4224338" y="6035676"/>
              <a:ext cx="139700" cy="90488"/>
            </a:xfrm>
            <a:custGeom>
              <a:avLst/>
              <a:gdLst>
                <a:gd name="T0" fmla="*/ 18 w 37"/>
                <a:gd name="T1" fmla="*/ 24 h 24"/>
                <a:gd name="T2" fmla="*/ 37 w 37"/>
                <a:gd name="T3" fmla="*/ 6 h 24"/>
                <a:gd name="T4" fmla="*/ 37 w 37"/>
                <a:gd name="T5" fmla="*/ 0 h 24"/>
                <a:gd name="T6" fmla="*/ 0 w 37"/>
                <a:gd name="T7" fmla="*/ 6 h 24"/>
                <a:gd name="T8" fmla="*/ 18 w 37"/>
                <a:gd name="T9" fmla="*/ 24 h 24"/>
              </a:gdLst>
              <a:ahLst/>
              <a:cxnLst>
                <a:cxn ang="0">
                  <a:pos x="T0" y="T1"/>
                </a:cxn>
                <a:cxn ang="0">
                  <a:pos x="T2" y="T3"/>
                </a:cxn>
                <a:cxn ang="0">
                  <a:pos x="T4" y="T5"/>
                </a:cxn>
                <a:cxn ang="0">
                  <a:pos x="T6" y="T7"/>
                </a:cxn>
                <a:cxn ang="0">
                  <a:pos x="T8" y="T9"/>
                </a:cxn>
              </a:cxnLst>
              <a:rect l="0" t="0" r="r" b="b"/>
              <a:pathLst>
                <a:path w="37" h="24">
                  <a:moveTo>
                    <a:pt x="18" y="24"/>
                  </a:moveTo>
                  <a:cubicBezTo>
                    <a:pt x="29" y="24"/>
                    <a:pt x="37" y="16"/>
                    <a:pt x="37" y="6"/>
                  </a:cubicBezTo>
                  <a:cubicBezTo>
                    <a:pt x="37" y="0"/>
                    <a:pt x="37" y="0"/>
                    <a:pt x="37" y="0"/>
                  </a:cubicBezTo>
                  <a:cubicBezTo>
                    <a:pt x="0" y="6"/>
                    <a:pt x="0" y="6"/>
                    <a:pt x="0" y="6"/>
                  </a:cubicBezTo>
                  <a:cubicBezTo>
                    <a:pt x="0" y="16"/>
                    <a:pt x="8" y="24"/>
                    <a:pt x="18" y="24"/>
                  </a:cubicBezTo>
                  <a:close/>
                </a:path>
              </a:pathLst>
            </a:custGeom>
            <a:solidFill>
              <a:srgbClr val="4756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35"/>
            <p:cNvSpPr>
              <a:spLocks/>
            </p:cNvSpPr>
            <p:nvPr/>
          </p:nvSpPr>
          <p:spPr bwMode="auto">
            <a:xfrm>
              <a:off x="4224338" y="5822951"/>
              <a:ext cx="139700" cy="77788"/>
            </a:xfrm>
            <a:custGeom>
              <a:avLst/>
              <a:gdLst>
                <a:gd name="T0" fmla="*/ 88 w 88"/>
                <a:gd name="T1" fmla="*/ 0 h 49"/>
                <a:gd name="T2" fmla="*/ 0 w 88"/>
                <a:gd name="T3" fmla="*/ 37 h 49"/>
                <a:gd name="T4" fmla="*/ 0 w 88"/>
                <a:gd name="T5" fmla="*/ 49 h 49"/>
                <a:gd name="T6" fmla="*/ 88 w 88"/>
                <a:gd name="T7" fmla="*/ 37 h 49"/>
                <a:gd name="T8" fmla="*/ 88 w 88"/>
                <a:gd name="T9" fmla="*/ 0 h 49"/>
              </a:gdLst>
              <a:ahLst/>
              <a:cxnLst>
                <a:cxn ang="0">
                  <a:pos x="T0" y="T1"/>
                </a:cxn>
                <a:cxn ang="0">
                  <a:pos x="T2" y="T3"/>
                </a:cxn>
                <a:cxn ang="0">
                  <a:pos x="T4" y="T5"/>
                </a:cxn>
                <a:cxn ang="0">
                  <a:pos x="T6" y="T7"/>
                </a:cxn>
                <a:cxn ang="0">
                  <a:pos x="T8" y="T9"/>
                </a:cxn>
              </a:cxnLst>
              <a:rect l="0" t="0" r="r" b="b"/>
              <a:pathLst>
                <a:path w="88" h="49">
                  <a:moveTo>
                    <a:pt x="88" y="0"/>
                  </a:moveTo>
                  <a:lnTo>
                    <a:pt x="0" y="37"/>
                  </a:lnTo>
                  <a:lnTo>
                    <a:pt x="0" y="49"/>
                  </a:lnTo>
                  <a:lnTo>
                    <a:pt x="88" y="37"/>
                  </a:lnTo>
                  <a:lnTo>
                    <a:pt x="88" y="0"/>
                  </a:lnTo>
                  <a:close/>
                </a:path>
              </a:pathLst>
            </a:custGeom>
            <a:solidFill>
              <a:srgbClr val="4756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36"/>
            <p:cNvSpPr>
              <a:spLocks/>
            </p:cNvSpPr>
            <p:nvPr/>
          </p:nvSpPr>
          <p:spPr bwMode="auto">
            <a:xfrm>
              <a:off x="4224338" y="5972176"/>
              <a:ext cx="139700" cy="60325"/>
            </a:xfrm>
            <a:custGeom>
              <a:avLst/>
              <a:gdLst>
                <a:gd name="T0" fmla="*/ 0 w 88"/>
                <a:gd name="T1" fmla="*/ 38 h 38"/>
                <a:gd name="T2" fmla="*/ 88 w 88"/>
                <a:gd name="T3" fmla="*/ 22 h 38"/>
                <a:gd name="T4" fmla="*/ 88 w 88"/>
                <a:gd name="T5" fmla="*/ 10 h 38"/>
                <a:gd name="T6" fmla="*/ 0 w 88"/>
                <a:gd name="T7" fmla="*/ 0 h 38"/>
                <a:gd name="T8" fmla="*/ 0 w 88"/>
                <a:gd name="T9" fmla="*/ 38 h 38"/>
              </a:gdLst>
              <a:ahLst/>
              <a:cxnLst>
                <a:cxn ang="0">
                  <a:pos x="T0" y="T1"/>
                </a:cxn>
                <a:cxn ang="0">
                  <a:pos x="T2" y="T3"/>
                </a:cxn>
                <a:cxn ang="0">
                  <a:pos x="T4" y="T5"/>
                </a:cxn>
                <a:cxn ang="0">
                  <a:pos x="T6" y="T7"/>
                </a:cxn>
                <a:cxn ang="0">
                  <a:pos x="T8" y="T9"/>
                </a:cxn>
              </a:cxnLst>
              <a:rect l="0" t="0" r="r" b="b"/>
              <a:pathLst>
                <a:path w="88" h="38">
                  <a:moveTo>
                    <a:pt x="0" y="38"/>
                  </a:moveTo>
                  <a:lnTo>
                    <a:pt x="88" y="22"/>
                  </a:lnTo>
                  <a:lnTo>
                    <a:pt x="88" y="10"/>
                  </a:lnTo>
                  <a:lnTo>
                    <a:pt x="0" y="0"/>
                  </a:lnTo>
                  <a:lnTo>
                    <a:pt x="0" y="38"/>
                  </a:lnTo>
                  <a:close/>
                </a:path>
              </a:pathLst>
            </a:custGeom>
            <a:solidFill>
              <a:srgbClr val="4756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37"/>
            <p:cNvSpPr>
              <a:spLocks/>
            </p:cNvSpPr>
            <p:nvPr/>
          </p:nvSpPr>
          <p:spPr bwMode="auto">
            <a:xfrm>
              <a:off x="4224338" y="5908676"/>
              <a:ext cx="139700" cy="52388"/>
            </a:xfrm>
            <a:custGeom>
              <a:avLst/>
              <a:gdLst>
                <a:gd name="T0" fmla="*/ 0 w 88"/>
                <a:gd name="T1" fmla="*/ 12 h 33"/>
                <a:gd name="T2" fmla="*/ 0 w 88"/>
                <a:gd name="T3" fmla="*/ 21 h 33"/>
                <a:gd name="T4" fmla="*/ 88 w 88"/>
                <a:gd name="T5" fmla="*/ 33 h 33"/>
                <a:gd name="T6" fmla="*/ 88 w 88"/>
                <a:gd name="T7" fmla="*/ 0 h 33"/>
                <a:gd name="T8" fmla="*/ 0 w 88"/>
                <a:gd name="T9" fmla="*/ 12 h 33"/>
              </a:gdLst>
              <a:ahLst/>
              <a:cxnLst>
                <a:cxn ang="0">
                  <a:pos x="T0" y="T1"/>
                </a:cxn>
                <a:cxn ang="0">
                  <a:pos x="T2" y="T3"/>
                </a:cxn>
                <a:cxn ang="0">
                  <a:pos x="T4" y="T5"/>
                </a:cxn>
                <a:cxn ang="0">
                  <a:pos x="T6" y="T7"/>
                </a:cxn>
                <a:cxn ang="0">
                  <a:pos x="T8" y="T9"/>
                </a:cxn>
              </a:cxnLst>
              <a:rect l="0" t="0" r="r" b="b"/>
              <a:pathLst>
                <a:path w="88" h="33">
                  <a:moveTo>
                    <a:pt x="0" y="12"/>
                  </a:moveTo>
                  <a:lnTo>
                    <a:pt x="0" y="21"/>
                  </a:lnTo>
                  <a:lnTo>
                    <a:pt x="88" y="33"/>
                  </a:lnTo>
                  <a:lnTo>
                    <a:pt x="88" y="0"/>
                  </a:lnTo>
                  <a:lnTo>
                    <a:pt x="0" y="12"/>
                  </a:lnTo>
                  <a:close/>
                </a:path>
              </a:pathLst>
            </a:custGeom>
            <a:solidFill>
              <a:srgbClr val="4756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Oval 38"/>
            <p:cNvSpPr>
              <a:spLocks noChangeArrowheads="1"/>
            </p:cNvSpPr>
            <p:nvPr/>
          </p:nvSpPr>
          <p:spPr bwMode="auto">
            <a:xfrm>
              <a:off x="4608513" y="4646613"/>
              <a:ext cx="303213" cy="303213"/>
            </a:xfrm>
            <a:prstGeom prst="ellipse">
              <a:avLst/>
            </a:prstGeom>
            <a:solidFill>
              <a:srgbClr val="4756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39"/>
            <p:cNvSpPr>
              <a:spLocks/>
            </p:cNvSpPr>
            <p:nvPr/>
          </p:nvSpPr>
          <p:spPr bwMode="auto">
            <a:xfrm>
              <a:off x="4529138" y="5318126"/>
              <a:ext cx="465138" cy="808038"/>
            </a:xfrm>
            <a:custGeom>
              <a:avLst/>
              <a:gdLst>
                <a:gd name="T0" fmla="*/ 68 w 124"/>
                <a:gd name="T1" fmla="*/ 13 h 215"/>
                <a:gd name="T2" fmla="*/ 54 w 124"/>
                <a:gd name="T3" fmla="*/ 13 h 215"/>
                <a:gd name="T4" fmla="*/ 51 w 124"/>
                <a:gd name="T5" fmla="*/ 13 h 215"/>
                <a:gd name="T6" fmla="*/ 20 w 124"/>
                <a:gd name="T7" fmla="*/ 0 h 215"/>
                <a:gd name="T8" fmla="*/ 0 w 124"/>
                <a:gd name="T9" fmla="*/ 93 h 215"/>
                <a:gd name="T10" fmla="*/ 0 w 124"/>
                <a:gd name="T11" fmla="*/ 116 h 215"/>
                <a:gd name="T12" fmla="*/ 24 w 124"/>
                <a:gd name="T13" fmla="*/ 126 h 215"/>
                <a:gd name="T14" fmla="*/ 24 w 124"/>
                <a:gd name="T15" fmla="*/ 196 h 215"/>
                <a:gd name="T16" fmla="*/ 43 w 124"/>
                <a:gd name="T17" fmla="*/ 215 h 215"/>
                <a:gd name="T18" fmla="*/ 61 w 124"/>
                <a:gd name="T19" fmla="*/ 196 h 215"/>
                <a:gd name="T20" fmla="*/ 61 w 124"/>
                <a:gd name="T21" fmla="*/ 130 h 215"/>
                <a:gd name="T22" fmla="*/ 64 w 124"/>
                <a:gd name="T23" fmla="*/ 130 h 215"/>
                <a:gd name="T24" fmla="*/ 64 w 124"/>
                <a:gd name="T25" fmla="*/ 196 h 215"/>
                <a:gd name="T26" fmla="*/ 83 w 124"/>
                <a:gd name="T27" fmla="*/ 215 h 215"/>
                <a:gd name="T28" fmla="*/ 101 w 124"/>
                <a:gd name="T29" fmla="*/ 196 h 215"/>
                <a:gd name="T30" fmla="*/ 101 w 124"/>
                <a:gd name="T31" fmla="*/ 125 h 215"/>
                <a:gd name="T32" fmla="*/ 124 w 124"/>
                <a:gd name="T33" fmla="*/ 109 h 215"/>
                <a:gd name="T34" fmla="*/ 109 w 124"/>
                <a:gd name="T35" fmla="*/ 20 h 215"/>
                <a:gd name="T36" fmla="*/ 68 w 124"/>
                <a:gd name="T37" fmla="*/ 13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4" h="215">
                  <a:moveTo>
                    <a:pt x="68" y="13"/>
                  </a:moveTo>
                  <a:cubicBezTo>
                    <a:pt x="62" y="15"/>
                    <a:pt x="54" y="13"/>
                    <a:pt x="54" y="13"/>
                  </a:cubicBezTo>
                  <a:cubicBezTo>
                    <a:pt x="53" y="13"/>
                    <a:pt x="52" y="13"/>
                    <a:pt x="51" y="13"/>
                  </a:cubicBezTo>
                  <a:cubicBezTo>
                    <a:pt x="40" y="9"/>
                    <a:pt x="29" y="5"/>
                    <a:pt x="20" y="0"/>
                  </a:cubicBezTo>
                  <a:cubicBezTo>
                    <a:pt x="17" y="14"/>
                    <a:pt x="6" y="64"/>
                    <a:pt x="0" y="93"/>
                  </a:cubicBezTo>
                  <a:cubicBezTo>
                    <a:pt x="0" y="116"/>
                    <a:pt x="0" y="116"/>
                    <a:pt x="0" y="116"/>
                  </a:cubicBezTo>
                  <a:cubicBezTo>
                    <a:pt x="4" y="120"/>
                    <a:pt x="13" y="124"/>
                    <a:pt x="24" y="126"/>
                  </a:cubicBezTo>
                  <a:cubicBezTo>
                    <a:pt x="24" y="196"/>
                    <a:pt x="24" y="196"/>
                    <a:pt x="24" y="196"/>
                  </a:cubicBezTo>
                  <a:cubicBezTo>
                    <a:pt x="24" y="206"/>
                    <a:pt x="33" y="215"/>
                    <a:pt x="43" y="215"/>
                  </a:cubicBezTo>
                  <a:cubicBezTo>
                    <a:pt x="53" y="215"/>
                    <a:pt x="61" y="206"/>
                    <a:pt x="61" y="196"/>
                  </a:cubicBezTo>
                  <a:cubicBezTo>
                    <a:pt x="61" y="130"/>
                    <a:pt x="61" y="130"/>
                    <a:pt x="61" y="130"/>
                  </a:cubicBezTo>
                  <a:cubicBezTo>
                    <a:pt x="62" y="130"/>
                    <a:pt x="63" y="130"/>
                    <a:pt x="64" y="130"/>
                  </a:cubicBezTo>
                  <a:cubicBezTo>
                    <a:pt x="64" y="196"/>
                    <a:pt x="64" y="196"/>
                    <a:pt x="64" y="196"/>
                  </a:cubicBezTo>
                  <a:cubicBezTo>
                    <a:pt x="64" y="206"/>
                    <a:pt x="72" y="215"/>
                    <a:pt x="83" y="215"/>
                  </a:cubicBezTo>
                  <a:cubicBezTo>
                    <a:pt x="93" y="215"/>
                    <a:pt x="101" y="206"/>
                    <a:pt x="101" y="196"/>
                  </a:cubicBezTo>
                  <a:cubicBezTo>
                    <a:pt x="101" y="125"/>
                    <a:pt x="101" y="125"/>
                    <a:pt x="101" y="125"/>
                  </a:cubicBezTo>
                  <a:cubicBezTo>
                    <a:pt x="112" y="122"/>
                    <a:pt x="121" y="116"/>
                    <a:pt x="124" y="109"/>
                  </a:cubicBezTo>
                  <a:cubicBezTo>
                    <a:pt x="124" y="92"/>
                    <a:pt x="115" y="48"/>
                    <a:pt x="109" y="20"/>
                  </a:cubicBezTo>
                  <a:cubicBezTo>
                    <a:pt x="109" y="20"/>
                    <a:pt x="75" y="15"/>
                    <a:pt x="68" y="13"/>
                  </a:cubicBezTo>
                  <a:close/>
                </a:path>
              </a:pathLst>
            </a:custGeom>
            <a:solidFill>
              <a:srgbClr val="4756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40"/>
            <p:cNvSpPr>
              <a:spLocks/>
            </p:cNvSpPr>
            <p:nvPr/>
          </p:nvSpPr>
          <p:spPr bwMode="auto">
            <a:xfrm>
              <a:off x="4573588" y="4957763"/>
              <a:ext cx="541338" cy="406400"/>
            </a:xfrm>
            <a:custGeom>
              <a:avLst/>
              <a:gdLst>
                <a:gd name="T0" fmla="*/ 60 w 144"/>
                <a:gd name="T1" fmla="*/ 0 h 108"/>
                <a:gd name="T2" fmla="*/ 60 w 144"/>
                <a:gd name="T3" fmla="*/ 0 h 108"/>
                <a:gd name="T4" fmla="*/ 50 w 144"/>
                <a:gd name="T5" fmla="*/ 11 h 108"/>
                <a:gd name="T6" fmla="*/ 40 w 144"/>
                <a:gd name="T7" fmla="*/ 1 h 108"/>
                <a:gd name="T8" fmla="*/ 0 w 144"/>
                <a:gd name="T9" fmla="*/ 28 h 108"/>
                <a:gd name="T10" fmla="*/ 2 w 144"/>
                <a:gd name="T11" fmla="*/ 31 h 108"/>
                <a:gd name="T12" fmla="*/ 45 w 144"/>
                <a:gd name="T13" fmla="*/ 64 h 108"/>
                <a:gd name="T14" fmla="*/ 50 w 144"/>
                <a:gd name="T15" fmla="*/ 66 h 108"/>
                <a:gd name="T16" fmla="*/ 63 w 144"/>
                <a:gd name="T17" fmla="*/ 62 h 108"/>
                <a:gd name="T18" fmla="*/ 69 w 144"/>
                <a:gd name="T19" fmla="*/ 63 h 108"/>
                <a:gd name="T20" fmla="*/ 91 w 144"/>
                <a:gd name="T21" fmla="*/ 68 h 108"/>
                <a:gd name="T22" fmla="*/ 91 w 144"/>
                <a:gd name="T23" fmla="*/ 62 h 108"/>
                <a:gd name="T24" fmla="*/ 103 w 144"/>
                <a:gd name="T25" fmla="*/ 78 h 108"/>
                <a:gd name="T26" fmla="*/ 67 w 144"/>
                <a:gd name="T27" fmla="*/ 71 h 108"/>
                <a:gd name="T28" fmla="*/ 63 w 144"/>
                <a:gd name="T29" fmla="*/ 70 h 108"/>
                <a:gd name="T30" fmla="*/ 60 w 144"/>
                <a:gd name="T31" fmla="*/ 71 h 108"/>
                <a:gd name="T32" fmla="*/ 66 w 144"/>
                <a:gd name="T33" fmla="*/ 81 h 108"/>
                <a:gd name="T34" fmla="*/ 66 w 144"/>
                <a:gd name="T35" fmla="*/ 81 h 108"/>
                <a:gd name="T36" fmla="*/ 67 w 144"/>
                <a:gd name="T37" fmla="*/ 84 h 108"/>
                <a:gd name="T38" fmla="*/ 66 w 144"/>
                <a:gd name="T39" fmla="*/ 94 h 108"/>
                <a:gd name="T40" fmla="*/ 62 w 144"/>
                <a:gd name="T41" fmla="*/ 102 h 108"/>
                <a:gd name="T42" fmla="*/ 96 w 144"/>
                <a:gd name="T43" fmla="*/ 108 h 108"/>
                <a:gd name="T44" fmla="*/ 96 w 144"/>
                <a:gd name="T45" fmla="*/ 108 h 108"/>
                <a:gd name="T46" fmla="*/ 96 w 144"/>
                <a:gd name="T47" fmla="*/ 108 h 108"/>
                <a:gd name="T48" fmla="*/ 96 w 144"/>
                <a:gd name="T49" fmla="*/ 108 h 108"/>
                <a:gd name="T50" fmla="*/ 96 w 144"/>
                <a:gd name="T51" fmla="*/ 108 h 108"/>
                <a:gd name="T52" fmla="*/ 97 w 144"/>
                <a:gd name="T53" fmla="*/ 108 h 108"/>
                <a:gd name="T54" fmla="*/ 133 w 144"/>
                <a:gd name="T55" fmla="*/ 89 h 108"/>
                <a:gd name="T56" fmla="*/ 60 w 144"/>
                <a:gd name="T57"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4" h="108">
                  <a:moveTo>
                    <a:pt x="60" y="0"/>
                  </a:moveTo>
                  <a:cubicBezTo>
                    <a:pt x="60" y="0"/>
                    <a:pt x="60" y="0"/>
                    <a:pt x="60" y="0"/>
                  </a:cubicBezTo>
                  <a:cubicBezTo>
                    <a:pt x="50" y="11"/>
                    <a:pt x="50" y="11"/>
                    <a:pt x="50" y="11"/>
                  </a:cubicBezTo>
                  <a:cubicBezTo>
                    <a:pt x="40" y="1"/>
                    <a:pt x="40" y="1"/>
                    <a:pt x="40" y="1"/>
                  </a:cubicBezTo>
                  <a:cubicBezTo>
                    <a:pt x="34" y="2"/>
                    <a:pt x="15" y="11"/>
                    <a:pt x="0" y="28"/>
                  </a:cubicBezTo>
                  <a:cubicBezTo>
                    <a:pt x="0" y="29"/>
                    <a:pt x="1" y="30"/>
                    <a:pt x="2" y="31"/>
                  </a:cubicBezTo>
                  <a:cubicBezTo>
                    <a:pt x="12" y="44"/>
                    <a:pt x="21" y="56"/>
                    <a:pt x="45" y="64"/>
                  </a:cubicBezTo>
                  <a:cubicBezTo>
                    <a:pt x="50" y="66"/>
                    <a:pt x="50" y="66"/>
                    <a:pt x="50" y="66"/>
                  </a:cubicBezTo>
                  <a:cubicBezTo>
                    <a:pt x="53" y="64"/>
                    <a:pt x="58" y="62"/>
                    <a:pt x="63" y="62"/>
                  </a:cubicBezTo>
                  <a:cubicBezTo>
                    <a:pt x="65" y="62"/>
                    <a:pt x="67" y="63"/>
                    <a:pt x="69" y="63"/>
                  </a:cubicBezTo>
                  <a:cubicBezTo>
                    <a:pt x="72" y="64"/>
                    <a:pt x="86" y="67"/>
                    <a:pt x="91" y="68"/>
                  </a:cubicBezTo>
                  <a:cubicBezTo>
                    <a:pt x="91" y="62"/>
                    <a:pt x="91" y="62"/>
                    <a:pt x="91" y="62"/>
                  </a:cubicBezTo>
                  <a:cubicBezTo>
                    <a:pt x="96" y="67"/>
                    <a:pt x="101" y="74"/>
                    <a:pt x="103" y="78"/>
                  </a:cubicBezTo>
                  <a:cubicBezTo>
                    <a:pt x="67" y="71"/>
                    <a:pt x="67" y="71"/>
                    <a:pt x="67" y="71"/>
                  </a:cubicBezTo>
                  <a:cubicBezTo>
                    <a:pt x="65" y="71"/>
                    <a:pt x="64" y="70"/>
                    <a:pt x="63" y="70"/>
                  </a:cubicBezTo>
                  <a:cubicBezTo>
                    <a:pt x="62" y="70"/>
                    <a:pt x="61" y="71"/>
                    <a:pt x="60" y="71"/>
                  </a:cubicBezTo>
                  <a:cubicBezTo>
                    <a:pt x="63" y="73"/>
                    <a:pt x="65" y="77"/>
                    <a:pt x="66" y="81"/>
                  </a:cubicBezTo>
                  <a:cubicBezTo>
                    <a:pt x="66" y="81"/>
                    <a:pt x="66" y="81"/>
                    <a:pt x="66" y="81"/>
                  </a:cubicBezTo>
                  <a:cubicBezTo>
                    <a:pt x="67" y="84"/>
                    <a:pt x="67" y="84"/>
                    <a:pt x="67" y="84"/>
                  </a:cubicBezTo>
                  <a:cubicBezTo>
                    <a:pt x="68" y="88"/>
                    <a:pt x="67" y="91"/>
                    <a:pt x="66" y="94"/>
                  </a:cubicBezTo>
                  <a:cubicBezTo>
                    <a:pt x="65" y="97"/>
                    <a:pt x="64" y="100"/>
                    <a:pt x="62" y="102"/>
                  </a:cubicBezTo>
                  <a:cubicBezTo>
                    <a:pt x="69" y="104"/>
                    <a:pt x="84" y="107"/>
                    <a:pt x="96" y="108"/>
                  </a:cubicBezTo>
                  <a:cubicBezTo>
                    <a:pt x="96" y="108"/>
                    <a:pt x="96" y="108"/>
                    <a:pt x="96" y="108"/>
                  </a:cubicBezTo>
                  <a:cubicBezTo>
                    <a:pt x="96" y="108"/>
                    <a:pt x="96" y="108"/>
                    <a:pt x="96" y="108"/>
                  </a:cubicBezTo>
                  <a:cubicBezTo>
                    <a:pt x="96" y="108"/>
                    <a:pt x="96" y="108"/>
                    <a:pt x="96" y="108"/>
                  </a:cubicBezTo>
                  <a:cubicBezTo>
                    <a:pt x="96" y="108"/>
                    <a:pt x="96" y="108"/>
                    <a:pt x="96" y="108"/>
                  </a:cubicBezTo>
                  <a:cubicBezTo>
                    <a:pt x="97" y="108"/>
                    <a:pt x="97" y="108"/>
                    <a:pt x="97" y="108"/>
                  </a:cubicBezTo>
                  <a:cubicBezTo>
                    <a:pt x="111" y="108"/>
                    <a:pt x="128" y="105"/>
                    <a:pt x="133" y="89"/>
                  </a:cubicBezTo>
                  <a:cubicBezTo>
                    <a:pt x="144" y="57"/>
                    <a:pt x="90" y="10"/>
                    <a:pt x="60" y="0"/>
                  </a:cubicBezTo>
                  <a:close/>
                </a:path>
              </a:pathLst>
            </a:custGeom>
            <a:solidFill>
              <a:srgbClr val="4756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41"/>
            <p:cNvSpPr>
              <a:spLocks/>
            </p:cNvSpPr>
            <p:nvPr/>
          </p:nvSpPr>
          <p:spPr bwMode="auto">
            <a:xfrm>
              <a:off x="4127501" y="4718051"/>
              <a:ext cx="393700" cy="236538"/>
            </a:xfrm>
            <a:custGeom>
              <a:avLst/>
              <a:gdLst>
                <a:gd name="T0" fmla="*/ 14 w 105"/>
                <a:gd name="T1" fmla="*/ 20 h 63"/>
                <a:gd name="T2" fmla="*/ 13 w 105"/>
                <a:gd name="T3" fmla="*/ 22 h 63"/>
                <a:gd name="T4" fmla="*/ 5 w 105"/>
                <a:gd name="T5" fmla="*/ 29 h 63"/>
                <a:gd name="T6" fmla="*/ 7 w 105"/>
                <a:gd name="T7" fmla="*/ 41 h 63"/>
                <a:gd name="T8" fmla="*/ 24 w 105"/>
                <a:gd name="T9" fmla="*/ 27 h 63"/>
                <a:gd name="T10" fmla="*/ 24 w 105"/>
                <a:gd name="T11" fmla="*/ 27 h 63"/>
                <a:gd name="T12" fmla="*/ 64 w 105"/>
                <a:gd name="T13" fmla="*/ 63 h 63"/>
                <a:gd name="T14" fmla="*/ 105 w 105"/>
                <a:gd name="T15" fmla="*/ 23 h 63"/>
                <a:gd name="T16" fmla="*/ 100 w 105"/>
                <a:gd name="T17" fmla="*/ 3 h 63"/>
                <a:gd name="T18" fmla="*/ 29 w 105"/>
                <a:gd name="T19" fmla="*/ 22 h 63"/>
                <a:gd name="T20" fmla="*/ 28 w 105"/>
                <a:gd name="T21" fmla="*/ 13 h 63"/>
                <a:gd name="T22" fmla="*/ 51 w 105"/>
                <a:gd name="T23" fmla="*/ 2 h 63"/>
                <a:gd name="T24" fmla="*/ 27 w 105"/>
                <a:gd name="T25" fmla="*/ 9 h 63"/>
                <a:gd name="T26" fmla="*/ 27 w 105"/>
                <a:gd name="T27" fmla="*/ 9 h 63"/>
                <a:gd name="T28" fmla="*/ 26 w 105"/>
                <a:gd name="T29" fmla="*/ 9 h 63"/>
                <a:gd name="T30" fmla="*/ 26 w 105"/>
                <a:gd name="T31" fmla="*/ 9 h 63"/>
                <a:gd name="T32" fmla="*/ 20 w 105"/>
                <a:gd name="T33" fmla="*/ 10 h 63"/>
                <a:gd name="T34" fmla="*/ 11 w 105"/>
                <a:gd name="T35" fmla="*/ 0 h 63"/>
                <a:gd name="T36" fmla="*/ 0 w 105"/>
                <a:gd name="T37" fmla="*/ 3 h 63"/>
                <a:gd name="T38" fmla="*/ 14 w 105"/>
                <a:gd name="T39" fmla="*/ 2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5" h="63">
                  <a:moveTo>
                    <a:pt x="14" y="20"/>
                  </a:moveTo>
                  <a:cubicBezTo>
                    <a:pt x="13" y="21"/>
                    <a:pt x="13" y="22"/>
                    <a:pt x="13" y="22"/>
                  </a:cubicBezTo>
                  <a:cubicBezTo>
                    <a:pt x="11" y="26"/>
                    <a:pt x="10" y="28"/>
                    <a:pt x="5" y="29"/>
                  </a:cubicBezTo>
                  <a:cubicBezTo>
                    <a:pt x="7" y="41"/>
                    <a:pt x="7" y="41"/>
                    <a:pt x="7" y="41"/>
                  </a:cubicBezTo>
                  <a:cubicBezTo>
                    <a:pt x="19" y="38"/>
                    <a:pt x="22" y="32"/>
                    <a:pt x="24" y="27"/>
                  </a:cubicBezTo>
                  <a:cubicBezTo>
                    <a:pt x="24" y="27"/>
                    <a:pt x="24" y="27"/>
                    <a:pt x="24" y="27"/>
                  </a:cubicBezTo>
                  <a:cubicBezTo>
                    <a:pt x="26" y="47"/>
                    <a:pt x="43" y="63"/>
                    <a:pt x="64" y="63"/>
                  </a:cubicBezTo>
                  <a:cubicBezTo>
                    <a:pt x="87" y="63"/>
                    <a:pt x="105" y="45"/>
                    <a:pt x="105" y="23"/>
                  </a:cubicBezTo>
                  <a:cubicBezTo>
                    <a:pt x="105" y="16"/>
                    <a:pt x="103" y="9"/>
                    <a:pt x="100" y="3"/>
                  </a:cubicBezTo>
                  <a:cubicBezTo>
                    <a:pt x="29" y="22"/>
                    <a:pt x="29" y="22"/>
                    <a:pt x="29" y="22"/>
                  </a:cubicBezTo>
                  <a:cubicBezTo>
                    <a:pt x="28" y="13"/>
                    <a:pt x="28" y="13"/>
                    <a:pt x="28" y="13"/>
                  </a:cubicBezTo>
                  <a:cubicBezTo>
                    <a:pt x="51" y="2"/>
                    <a:pt x="51" y="2"/>
                    <a:pt x="51" y="2"/>
                  </a:cubicBezTo>
                  <a:cubicBezTo>
                    <a:pt x="27" y="9"/>
                    <a:pt x="27" y="9"/>
                    <a:pt x="27" y="9"/>
                  </a:cubicBezTo>
                  <a:cubicBezTo>
                    <a:pt x="27" y="9"/>
                    <a:pt x="27" y="9"/>
                    <a:pt x="27" y="9"/>
                  </a:cubicBezTo>
                  <a:cubicBezTo>
                    <a:pt x="26" y="9"/>
                    <a:pt x="26" y="9"/>
                    <a:pt x="26" y="9"/>
                  </a:cubicBezTo>
                  <a:cubicBezTo>
                    <a:pt x="26" y="9"/>
                    <a:pt x="26" y="9"/>
                    <a:pt x="26" y="9"/>
                  </a:cubicBezTo>
                  <a:cubicBezTo>
                    <a:pt x="24" y="10"/>
                    <a:pt x="22" y="10"/>
                    <a:pt x="20" y="10"/>
                  </a:cubicBezTo>
                  <a:cubicBezTo>
                    <a:pt x="17" y="8"/>
                    <a:pt x="12" y="4"/>
                    <a:pt x="11" y="0"/>
                  </a:cubicBezTo>
                  <a:cubicBezTo>
                    <a:pt x="0" y="3"/>
                    <a:pt x="0" y="3"/>
                    <a:pt x="0" y="3"/>
                  </a:cubicBezTo>
                  <a:cubicBezTo>
                    <a:pt x="2" y="10"/>
                    <a:pt x="7" y="17"/>
                    <a:pt x="14" y="20"/>
                  </a:cubicBezTo>
                  <a:close/>
                </a:path>
              </a:pathLst>
            </a:custGeom>
            <a:solidFill>
              <a:srgbClr val="4756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42"/>
            <p:cNvSpPr>
              <a:spLocks/>
            </p:cNvSpPr>
            <p:nvPr/>
          </p:nvSpPr>
          <p:spPr bwMode="auto">
            <a:xfrm>
              <a:off x="4265613" y="4965701"/>
              <a:ext cx="161925" cy="233363"/>
            </a:xfrm>
            <a:custGeom>
              <a:avLst/>
              <a:gdLst>
                <a:gd name="T0" fmla="*/ 37 w 43"/>
                <a:gd name="T1" fmla="*/ 0 h 62"/>
                <a:gd name="T2" fmla="*/ 27 w 43"/>
                <a:gd name="T3" fmla="*/ 10 h 62"/>
                <a:gd name="T4" fmla="*/ 17 w 43"/>
                <a:gd name="T5" fmla="*/ 0 h 62"/>
                <a:gd name="T6" fmla="*/ 17 w 43"/>
                <a:gd name="T7" fmla="*/ 0 h 62"/>
                <a:gd name="T8" fmla="*/ 0 w 43"/>
                <a:gd name="T9" fmla="*/ 7 h 62"/>
                <a:gd name="T10" fmla="*/ 0 w 43"/>
                <a:gd name="T11" fmla="*/ 7 h 62"/>
                <a:gd name="T12" fmla="*/ 21 w 43"/>
                <a:gd name="T13" fmla="*/ 62 h 62"/>
                <a:gd name="T14" fmla="*/ 43 w 43"/>
                <a:gd name="T15" fmla="*/ 1 h 62"/>
                <a:gd name="T16" fmla="*/ 37 w 43"/>
                <a:gd name="T1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62">
                  <a:moveTo>
                    <a:pt x="37" y="0"/>
                  </a:moveTo>
                  <a:cubicBezTo>
                    <a:pt x="27" y="10"/>
                    <a:pt x="27" y="10"/>
                    <a:pt x="27" y="10"/>
                  </a:cubicBezTo>
                  <a:cubicBezTo>
                    <a:pt x="17" y="0"/>
                    <a:pt x="17" y="0"/>
                    <a:pt x="17" y="0"/>
                  </a:cubicBezTo>
                  <a:cubicBezTo>
                    <a:pt x="17" y="0"/>
                    <a:pt x="17" y="0"/>
                    <a:pt x="17" y="0"/>
                  </a:cubicBezTo>
                  <a:cubicBezTo>
                    <a:pt x="12" y="1"/>
                    <a:pt x="1" y="7"/>
                    <a:pt x="0" y="7"/>
                  </a:cubicBezTo>
                  <a:cubicBezTo>
                    <a:pt x="0" y="7"/>
                    <a:pt x="0" y="7"/>
                    <a:pt x="0" y="7"/>
                  </a:cubicBezTo>
                  <a:cubicBezTo>
                    <a:pt x="21" y="62"/>
                    <a:pt x="21" y="62"/>
                    <a:pt x="21" y="62"/>
                  </a:cubicBezTo>
                  <a:cubicBezTo>
                    <a:pt x="43" y="1"/>
                    <a:pt x="43" y="1"/>
                    <a:pt x="43" y="1"/>
                  </a:cubicBezTo>
                  <a:cubicBezTo>
                    <a:pt x="41" y="1"/>
                    <a:pt x="39" y="0"/>
                    <a:pt x="37" y="0"/>
                  </a:cubicBezTo>
                  <a:close/>
                </a:path>
              </a:pathLst>
            </a:custGeom>
            <a:solidFill>
              <a:srgbClr val="4756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43"/>
            <p:cNvSpPr>
              <a:spLocks/>
            </p:cNvSpPr>
            <p:nvPr/>
          </p:nvSpPr>
          <p:spPr bwMode="auto">
            <a:xfrm>
              <a:off x="4056063" y="5003801"/>
              <a:ext cx="333375" cy="344488"/>
            </a:xfrm>
            <a:custGeom>
              <a:avLst/>
              <a:gdLst>
                <a:gd name="T0" fmla="*/ 89 w 89"/>
                <a:gd name="T1" fmla="*/ 77 h 92"/>
                <a:gd name="T2" fmla="*/ 77 w 89"/>
                <a:gd name="T3" fmla="*/ 63 h 92"/>
                <a:gd name="T4" fmla="*/ 77 w 89"/>
                <a:gd name="T5" fmla="*/ 63 h 92"/>
                <a:gd name="T6" fmla="*/ 52 w 89"/>
                <a:gd name="T7" fmla="*/ 0 h 92"/>
                <a:gd name="T8" fmla="*/ 51 w 89"/>
                <a:gd name="T9" fmla="*/ 0 h 92"/>
                <a:gd name="T10" fmla="*/ 41 w 89"/>
                <a:gd name="T11" fmla="*/ 63 h 92"/>
                <a:gd name="T12" fmla="*/ 38 w 89"/>
                <a:gd name="T13" fmla="*/ 63 h 92"/>
                <a:gd name="T14" fmla="*/ 47 w 89"/>
                <a:gd name="T15" fmla="*/ 3 h 92"/>
                <a:gd name="T16" fmla="*/ 32 w 89"/>
                <a:gd name="T17" fmla="*/ 16 h 92"/>
                <a:gd name="T18" fmla="*/ 2 w 89"/>
                <a:gd name="T19" fmla="*/ 65 h 92"/>
                <a:gd name="T20" fmla="*/ 4 w 89"/>
                <a:gd name="T21" fmla="*/ 83 h 92"/>
                <a:gd name="T22" fmla="*/ 40 w 89"/>
                <a:gd name="T23" fmla="*/ 92 h 92"/>
                <a:gd name="T24" fmla="*/ 75 w 89"/>
                <a:gd name="T25" fmla="*/ 91 h 92"/>
                <a:gd name="T26" fmla="*/ 89 w 89"/>
                <a:gd name="T27" fmla="*/ 77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9" h="92">
                  <a:moveTo>
                    <a:pt x="89" y="77"/>
                  </a:moveTo>
                  <a:cubicBezTo>
                    <a:pt x="89" y="70"/>
                    <a:pt x="84" y="64"/>
                    <a:pt x="77" y="63"/>
                  </a:cubicBezTo>
                  <a:cubicBezTo>
                    <a:pt x="77" y="63"/>
                    <a:pt x="77" y="63"/>
                    <a:pt x="77" y="63"/>
                  </a:cubicBezTo>
                  <a:cubicBezTo>
                    <a:pt x="52" y="0"/>
                    <a:pt x="52" y="0"/>
                    <a:pt x="52" y="0"/>
                  </a:cubicBezTo>
                  <a:cubicBezTo>
                    <a:pt x="52" y="0"/>
                    <a:pt x="52" y="0"/>
                    <a:pt x="51" y="0"/>
                  </a:cubicBezTo>
                  <a:cubicBezTo>
                    <a:pt x="41" y="63"/>
                    <a:pt x="41" y="63"/>
                    <a:pt x="41" y="63"/>
                  </a:cubicBezTo>
                  <a:cubicBezTo>
                    <a:pt x="39" y="63"/>
                    <a:pt x="38" y="63"/>
                    <a:pt x="38" y="63"/>
                  </a:cubicBezTo>
                  <a:cubicBezTo>
                    <a:pt x="47" y="3"/>
                    <a:pt x="47" y="3"/>
                    <a:pt x="47" y="3"/>
                  </a:cubicBezTo>
                  <a:cubicBezTo>
                    <a:pt x="42" y="7"/>
                    <a:pt x="36" y="11"/>
                    <a:pt x="32" y="16"/>
                  </a:cubicBezTo>
                  <a:cubicBezTo>
                    <a:pt x="18" y="31"/>
                    <a:pt x="9" y="43"/>
                    <a:pt x="2" y="65"/>
                  </a:cubicBezTo>
                  <a:cubicBezTo>
                    <a:pt x="0" y="71"/>
                    <a:pt x="0" y="79"/>
                    <a:pt x="4" y="83"/>
                  </a:cubicBezTo>
                  <a:cubicBezTo>
                    <a:pt x="8" y="88"/>
                    <a:pt x="11" y="90"/>
                    <a:pt x="40" y="92"/>
                  </a:cubicBezTo>
                  <a:cubicBezTo>
                    <a:pt x="40" y="92"/>
                    <a:pt x="75" y="91"/>
                    <a:pt x="75" y="91"/>
                  </a:cubicBezTo>
                  <a:cubicBezTo>
                    <a:pt x="83" y="91"/>
                    <a:pt x="89" y="85"/>
                    <a:pt x="89" y="77"/>
                  </a:cubicBezTo>
                  <a:close/>
                </a:path>
              </a:pathLst>
            </a:custGeom>
            <a:solidFill>
              <a:srgbClr val="4756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44"/>
            <p:cNvSpPr>
              <a:spLocks/>
            </p:cNvSpPr>
            <p:nvPr/>
          </p:nvSpPr>
          <p:spPr bwMode="auto">
            <a:xfrm>
              <a:off x="4213226" y="4976813"/>
              <a:ext cx="601663" cy="1149350"/>
            </a:xfrm>
            <a:custGeom>
              <a:avLst/>
              <a:gdLst>
                <a:gd name="T0" fmla="*/ 152 w 160"/>
                <a:gd name="T1" fmla="*/ 70 h 306"/>
                <a:gd name="T2" fmla="*/ 140 w 160"/>
                <a:gd name="T3" fmla="*/ 65 h 306"/>
                <a:gd name="T4" fmla="*/ 94 w 160"/>
                <a:gd name="T5" fmla="*/ 29 h 306"/>
                <a:gd name="T6" fmla="*/ 61 w 160"/>
                <a:gd name="T7" fmla="*/ 0 h 306"/>
                <a:gd name="T8" fmla="*/ 49 w 160"/>
                <a:gd name="T9" fmla="*/ 75 h 306"/>
                <a:gd name="T10" fmla="*/ 51 w 160"/>
                <a:gd name="T11" fmla="*/ 84 h 306"/>
                <a:gd name="T12" fmla="*/ 33 w 160"/>
                <a:gd name="T13" fmla="*/ 102 h 306"/>
                <a:gd name="T14" fmla="*/ 0 w 160"/>
                <a:gd name="T15" fmla="*/ 102 h 306"/>
                <a:gd name="T16" fmla="*/ 0 w 160"/>
                <a:gd name="T17" fmla="*/ 122 h 306"/>
                <a:gd name="T18" fmla="*/ 3 w 160"/>
                <a:gd name="T19" fmla="*/ 137 h 306"/>
                <a:gd name="T20" fmla="*/ 3 w 160"/>
                <a:gd name="T21" fmla="*/ 234 h 306"/>
                <a:gd name="T22" fmla="*/ 40 w 160"/>
                <a:gd name="T23" fmla="*/ 218 h 306"/>
                <a:gd name="T24" fmla="*/ 40 w 160"/>
                <a:gd name="T25" fmla="*/ 158 h 306"/>
                <a:gd name="T26" fmla="*/ 42 w 160"/>
                <a:gd name="T27" fmla="*/ 158 h 306"/>
                <a:gd name="T28" fmla="*/ 43 w 160"/>
                <a:gd name="T29" fmla="*/ 158 h 306"/>
                <a:gd name="T30" fmla="*/ 43 w 160"/>
                <a:gd name="T31" fmla="*/ 288 h 306"/>
                <a:gd name="T32" fmla="*/ 61 w 160"/>
                <a:gd name="T33" fmla="*/ 306 h 306"/>
                <a:gd name="T34" fmla="*/ 80 w 160"/>
                <a:gd name="T35" fmla="*/ 288 h 306"/>
                <a:gd name="T36" fmla="*/ 80 w 160"/>
                <a:gd name="T37" fmla="*/ 137 h 306"/>
                <a:gd name="T38" fmla="*/ 83 w 160"/>
                <a:gd name="T39" fmla="*/ 122 h 306"/>
                <a:gd name="T40" fmla="*/ 83 w 160"/>
                <a:gd name="T41" fmla="*/ 65 h 306"/>
                <a:gd name="T42" fmla="*/ 138 w 160"/>
                <a:gd name="T43" fmla="*/ 98 h 306"/>
                <a:gd name="T44" fmla="*/ 152 w 160"/>
                <a:gd name="T45" fmla="*/ 95 h 306"/>
                <a:gd name="T46" fmla="*/ 158 w 160"/>
                <a:gd name="T47" fmla="*/ 87 h 306"/>
                <a:gd name="T48" fmla="*/ 152 w 160"/>
                <a:gd name="T49" fmla="*/ 70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0" h="306">
                  <a:moveTo>
                    <a:pt x="152" y="70"/>
                  </a:moveTo>
                  <a:cubicBezTo>
                    <a:pt x="140" y="65"/>
                    <a:pt x="140" y="65"/>
                    <a:pt x="140" y="65"/>
                  </a:cubicBezTo>
                  <a:cubicBezTo>
                    <a:pt x="115" y="56"/>
                    <a:pt x="105" y="43"/>
                    <a:pt x="94" y="29"/>
                  </a:cubicBezTo>
                  <a:cubicBezTo>
                    <a:pt x="87" y="20"/>
                    <a:pt x="77" y="7"/>
                    <a:pt x="61" y="0"/>
                  </a:cubicBezTo>
                  <a:cubicBezTo>
                    <a:pt x="49" y="75"/>
                    <a:pt x="49" y="75"/>
                    <a:pt x="49" y="75"/>
                  </a:cubicBezTo>
                  <a:cubicBezTo>
                    <a:pt x="49" y="75"/>
                    <a:pt x="51" y="80"/>
                    <a:pt x="51" y="84"/>
                  </a:cubicBezTo>
                  <a:cubicBezTo>
                    <a:pt x="50" y="94"/>
                    <a:pt x="43" y="102"/>
                    <a:pt x="33" y="102"/>
                  </a:cubicBezTo>
                  <a:cubicBezTo>
                    <a:pt x="0" y="102"/>
                    <a:pt x="0" y="102"/>
                    <a:pt x="0" y="102"/>
                  </a:cubicBezTo>
                  <a:cubicBezTo>
                    <a:pt x="0" y="102"/>
                    <a:pt x="0" y="111"/>
                    <a:pt x="0" y="122"/>
                  </a:cubicBezTo>
                  <a:cubicBezTo>
                    <a:pt x="0" y="132"/>
                    <a:pt x="3" y="137"/>
                    <a:pt x="3" y="137"/>
                  </a:cubicBezTo>
                  <a:cubicBezTo>
                    <a:pt x="3" y="234"/>
                    <a:pt x="3" y="234"/>
                    <a:pt x="3" y="234"/>
                  </a:cubicBezTo>
                  <a:cubicBezTo>
                    <a:pt x="40" y="218"/>
                    <a:pt x="40" y="218"/>
                    <a:pt x="40" y="218"/>
                  </a:cubicBezTo>
                  <a:cubicBezTo>
                    <a:pt x="40" y="158"/>
                    <a:pt x="40" y="158"/>
                    <a:pt x="40" y="158"/>
                  </a:cubicBezTo>
                  <a:cubicBezTo>
                    <a:pt x="41" y="158"/>
                    <a:pt x="42" y="158"/>
                    <a:pt x="42" y="158"/>
                  </a:cubicBezTo>
                  <a:cubicBezTo>
                    <a:pt x="42" y="158"/>
                    <a:pt x="43" y="158"/>
                    <a:pt x="43" y="158"/>
                  </a:cubicBezTo>
                  <a:cubicBezTo>
                    <a:pt x="43" y="288"/>
                    <a:pt x="43" y="288"/>
                    <a:pt x="43" y="288"/>
                  </a:cubicBezTo>
                  <a:cubicBezTo>
                    <a:pt x="43" y="298"/>
                    <a:pt x="51" y="306"/>
                    <a:pt x="61" y="306"/>
                  </a:cubicBezTo>
                  <a:cubicBezTo>
                    <a:pt x="72" y="306"/>
                    <a:pt x="80" y="298"/>
                    <a:pt x="80" y="288"/>
                  </a:cubicBezTo>
                  <a:cubicBezTo>
                    <a:pt x="80" y="137"/>
                    <a:pt x="80" y="137"/>
                    <a:pt x="80" y="137"/>
                  </a:cubicBezTo>
                  <a:cubicBezTo>
                    <a:pt x="80" y="137"/>
                    <a:pt x="83" y="131"/>
                    <a:pt x="83" y="122"/>
                  </a:cubicBezTo>
                  <a:cubicBezTo>
                    <a:pt x="83" y="114"/>
                    <a:pt x="83" y="65"/>
                    <a:pt x="83" y="65"/>
                  </a:cubicBezTo>
                  <a:cubicBezTo>
                    <a:pt x="94" y="77"/>
                    <a:pt x="110" y="89"/>
                    <a:pt x="138" y="98"/>
                  </a:cubicBezTo>
                  <a:cubicBezTo>
                    <a:pt x="147" y="100"/>
                    <a:pt x="152" y="95"/>
                    <a:pt x="152" y="95"/>
                  </a:cubicBezTo>
                  <a:cubicBezTo>
                    <a:pt x="155" y="93"/>
                    <a:pt x="157" y="90"/>
                    <a:pt x="158" y="87"/>
                  </a:cubicBezTo>
                  <a:cubicBezTo>
                    <a:pt x="160" y="77"/>
                    <a:pt x="156" y="72"/>
                    <a:pt x="152" y="70"/>
                  </a:cubicBezTo>
                  <a:close/>
                </a:path>
              </a:pathLst>
            </a:custGeom>
            <a:solidFill>
              <a:srgbClr val="4756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45"/>
            <p:cNvSpPr>
              <a:spLocks/>
            </p:cNvSpPr>
            <p:nvPr/>
          </p:nvSpPr>
          <p:spPr bwMode="auto">
            <a:xfrm>
              <a:off x="4352926" y="5051426"/>
              <a:ext cx="60325" cy="192088"/>
            </a:xfrm>
            <a:custGeom>
              <a:avLst/>
              <a:gdLst>
                <a:gd name="T0" fmla="*/ 16 w 16"/>
                <a:gd name="T1" fmla="*/ 0 h 51"/>
                <a:gd name="T2" fmla="*/ 0 w 16"/>
                <a:gd name="T3" fmla="*/ 47 h 51"/>
                <a:gd name="T4" fmla="*/ 8 w 16"/>
                <a:gd name="T5" fmla="*/ 51 h 51"/>
                <a:gd name="T6" fmla="*/ 16 w 16"/>
                <a:gd name="T7" fmla="*/ 0 h 51"/>
              </a:gdLst>
              <a:ahLst/>
              <a:cxnLst>
                <a:cxn ang="0">
                  <a:pos x="T0" y="T1"/>
                </a:cxn>
                <a:cxn ang="0">
                  <a:pos x="T2" y="T3"/>
                </a:cxn>
                <a:cxn ang="0">
                  <a:pos x="T4" y="T5"/>
                </a:cxn>
                <a:cxn ang="0">
                  <a:pos x="T6" y="T7"/>
                </a:cxn>
              </a:cxnLst>
              <a:rect l="0" t="0" r="r" b="b"/>
              <a:pathLst>
                <a:path w="16" h="51">
                  <a:moveTo>
                    <a:pt x="16" y="0"/>
                  </a:moveTo>
                  <a:cubicBezTo>
                    <a:pt x="0" y="47"/>
                    <a:pt x="0" y="47"/>
                    <a:pt x="0" y="47"/>
                  </a:cubicBezTo>
                  <a:cubicBezTo>
                    <a:pt x="3" y="47"/>
                    <a:pt x="6" y="49"/>
                    <a:pt x="8" y="51"/>
                  </a:cubicBezTo>
                  <a:lnTo>
                    <a:pt x="16" y="0"/>
                  </a:lnTo>
                  <a:close/>
                </a:path>
              </a:pathLst>
            </a:custGeom>
            <a:solidFill>
              <a:srgbClr val="4756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2" name="组合 41"/>
          <p:cNvGrpSpPr/>
          <p:nvPr/>
        </p:nvGrpSpPr>
        <p:grpSpPr>
          <a:xfrm>
            <a:off x="4438651" y="2681288"/>
            <a:ext cx="3014663" cy="1465263"/>
            <a:chOff x="4438651" y="2681288"/>
            <a:chExt cx="3014663" cy="1465263"/>
          </a:xfrm>
        </p:grpSpPr>
        <p:sp>
          <p:nvSpPr>
            <p:cNvPr id="43" name="Oval 46"/>
            <p:cNvSpPr>
              <a:spLocks noChangeArrowheads="1"/>
            </p:cNvSpPr>
            <p:nvPr/>
          </p:nvSpPr>
          <p:spPr bwMode="auto">
            <a:xfrm>
              <a:off x="5200651" y="3014663"/>
              <a:ext cx="277813" cy="279400"/>
            </a:xfrm>
            <a:prstGeom prst="ellipse">
              <a:avLst/>
            </a:prstGeom>
            <a:solidFill>
              <a:srgbClr val="D163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47"/>
            <p:cNvSpPr>
              <a:spLocks/>
            </p:cNvSpPr>
            <p:nvPr/>
          </p:nvSpPr>
          <p:spPr bwMode="auto">
            <a:xfrm>
              <a:off x="5481638" y="3033713"/>
              <a:ext cx="1039813" cy="260350"/>
            </a:xfrm>
            <a:custGeom>
              <a:avLst/>
              <a:gdLst>
                <a:gd name="T0" fmla="*/ 1 w 277"/>
                <a:gd name="T1" fmla="*/ 42 h 69"/>
                <a:gd name="T2" fmla="*/ 29 w 277"/>
                <a:gd name="T3" fmla="*/ 68 h 69"/>
                <a:gd name="T4" fmla="*/ 111 w 277"/>
                <a:gd name="T5" fmla="*/ 69 h 69"/>
                <a:gd name="T6" fmla="*/ 134 w 277"/>
                <a:gd name="T7" fmla="*/ 55 h 69"/>
                <a:gd name="T8" fmla="*/ 257 w 277"/>
                <a:gd name="T9" fmla="*/ 55 h 69"/>
                <a:gd name="T10" fmla="*/ 257 w 277"/>
                <a:gd name="T11" fmla="*/ 55 h 69"/>
                <a:gd name="T12" fmla="*/ 277 w 277"/>
                <a:gd name="T13" fmla="*/ 36 h 69"/>
                <a:gd name="T14" fmla="*/ 258 w 277"/>
                <a:gd name="T15" fmla="*/ 16 h 69"/>
                <a:gd name="T16" fmla="*/ 149 w 277"/>
                <a:gd name="T17" fmla="*/ 16 h 69"/>
                <a:gd name="T18" fmla="*/ 152 w 277"/>
                <a:gd name="T19" fmla="*/ 23 h 69"/>
                <a:gd name="T20" fmla="*/ 138 w 277"/>
                <a:gd name="T21" fmla="*/ 44 h 69"/>
                <a:gd name="T22" fmla="*/ 65 w 277"/>
                <a:gd name="T23" fmla="*/ 51 h 69"/>
                <a:gd name="T24" fmla="*/ 34 w 277"/>
                <a:gd name="T25" fmla="*/ 49 h 69"/>
                <a:gd name="T26" fmla="*/ 34 w 277"/>
                <a:gd name="T27" fmla="*/ 49 h 69"/>
                <a:gd name="T28" fmla="*/ 35 w 277"/>
                <a:gd name="T29" fmla="*/ 45 h 69"/>
                <a:gd name="T30" fmla="*/ 65 w 277"/>
                <a:gd name="T31" fmla="*/ 48 h 69"/>
                <a:gd name="T32" fmla="*/ 138 w 277"/>
                <a:gd name="T33" fmla="*/ 41 h 69"/>
                <a:gd name="T34" fmla="*/ 149 w 277"/>
                <a:gd name="T35" fmla="*/ 24 h 69"/>
                <a:gd name="T36" fmla="*/ 132 w 277"/>
                <a:gd name="T37" fmla="*/ 12 h 69"/>
                <a:gd name="T38" fmla="*/ 41 w 277"/>
                <a:gd name="T39" fmla="*/ 17 h 69"/>
                <a:gd name="T40" fmla="*/ 42 w 277"/>
                <a:gd name="T41" fmla="*/ 14 h 69"/>
                <a:gd name="T42" fmla="*/ 64 w 277"/>
                <a:gd name="T43" fmla="*/ 15 h 69"/>
                <a:gd name="T44" fmla="*/ 130 w 277"/>
                <a:gd name="T45" fmla="*/ 9 h 69"/>
                <a:gd name="T46" fmla="*/ 112 w 277"/>
                <a:gd name="T47" fmla="*/ 1 h 69"/>
                <a:gd name="T48" fmla="*/ 30 w 277"/>
                <a:gd name="T49" fmla="*/ 0 h 69"/>
                <a:gd name="T50" fmla="*/ 1 w 277"/>
                <a:gd name="T51" fmla="*/ 25 h 69"/>
                <a:gd name="T52" fmla="*/ 0 w 277"/>
                <a:gd name="T53" fmla="*/ 34 h 69"/>
                <a:gd name="T54" fmla="*/ 1 w 277"/>
                <a:gd name="T55" fmla="*/ 4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77" h="69">
                  <a:moveTo>
                    <a:pt x="1" y="42"/>
                  </a:moveTo>
                  <a:cubicBezTo>
                    <a:pt x="4" y="54"/>
                    <a:pt x="14" y="68"/>
                    <a:pt x="29" y="68"/>
                  </a:cubicBezTo>
                  <a:cubicBezTo>
                    <a:pt x="111" y="69"/>
                    <a:pt x="111" y="69"/>
                    <a:pt x="111" y="69"/>
                  </a:cubicBezTo>
                  <a:cubicBezTo>
                    <a:pt x="121" y="69"/>
                    <a:pt x="129" y="63"/>
                    <a:pt x="134" y="55"/>
                  </a:cubicBezTo>
                  <a:cubicBezTo>
                    <a:pt x="257" y="55"/>
                    <a:pt x="257" y="55"/>
                    <a:pt x="257" y="55"/>
                  </a:cubicBezTo>
                  <a:cubicBezTo>
                    <a:pt x="257" y="55"/>
                    <a:pt x="257" y="55"/>
                    <a:pt x="257" y="55"/>
                  </a:cubicBezTo>
                  <a:cubicBezTo>
                    <a:pt x="268" y="55"/>
                    <a:pt x="277" y="47"/>
                    <a:pt x="277" y="36"/>
                  </a:cubicBezTo>
                  <a:cubicBezTo>
                    <a:pt x="277" y="25"/>
                    <a:pt x="268" y="16"/>
                    <a:pt x="258" y="16"/>
                  </a:cubicBezTo>
                  <a:cubicBezTo>
                    <a:pt x="149" y="16"/>
                    <a:pt x="149" y="16"/>
                    <a:pt x="149" y="16"/>
                  </a:cubicBezTo>
                  <a:cubicBezTo>
                    <a:pt x="151" y="18"/>
                    <a:pt x="152" y="20"/>
                    <a:pt x="152" y="23"/>
                  </a:cubicBezTo>
                  <a:cubicBezTo>
                    <a:pt x="154" y="33"/>
                    <a:pt x="148" y="42"/>
                    <a:pt x="138" y="44"/>
                  </a:cubicBezTo>
                  <a:cubicBezTo>
                    <a:pt x="136" y="45"/>
                    <a:pt x="100" y="51"/>
                    <a:pt x="65" y="51"/>
                  </a:cubicBezTo>
                  <a:cubicBezTo>
                    <a:pt x="53" y="51"/>
                    <a:pt x="43" y="51"/>
                    <a:pt x="34" y="49"/>
                  </a:cubicBezTo>
                  <a:cubicBezTo>
                    <a:pt x="34" y="49"/>
                    <a:pt x="34" y="49"/>
                    <a:pt x="34" y="49"/>
                  </a:cubicBezTo>
                  <a:cubicBezTo>
                    <a:pt x="34" y="48"/>
                    <a:pt x="34" y="47"/>
                    <a:pt x="35" y="45"/>
                  </a:cubicBezTo>
                  <a:cubicBezTo>
                    <a:pt x="44" y="47"/>
                    <a:pt x="55" y="48"/>
                    <a:pt x="65" y="48"/>
                  </a:cubicBezTo>
                  <a:cubicBezTo>
                    <a:pt x="100" y="48"/>
                    <a:pt x="136" y="41"/>
                    <a:pt x="138" y="41"/>
                  </a:cubicBezTo>
                  <a:cubicBezTo>
                    <a:pt x="146" y="39"/>
                    <a:pt x="151" y="31"/>
                    <a:pt x="149" y="24"/>
                  </a:cubicBezTo>
                  <a:cubicBezTo>
                    <a:pt x="148" y="16"/>
                    <a:pt x="140" y="11"/>
                    <a:pt x="132" y="12"/>
                  </a:cubicBezTo>
                  <a:cubicBezTo>
                    <a:pt x="132" y="12"/>
                    <a:pt x="77" y="23"/>
                    <a:pt x="41" y="17"/>
                  </a:cubicBezTo>
                  <a:cubicBezTo>
                    <a:pt x="42" y="16"/>
                    <a:pt x="42" y="15"/>
                    <a:pt x="42" y="14"/>
                  </a:cubicBezTo>
                  <a:cubicBezTo>
                    <a:pt x="49" y="14"/>
                    <a:pt x="56" y="15"/>
                    <a:pt x="64" y="15"/>
                  </a:cubicBezTo>
                  <a:cubicBezTo>
                    <a:pt x="93" y="15"/>
                    <a:pt x="123" y="10"/>
                    <a:pt x="130" y="9"/>
                  </a:cubicBezTo>
                  <a:cubicBezTo>
                    <a:pt x="125" y="4"/>
                    <a:pt x="119" y="1"/>
                    <a:pt x="112" y="1"/>
                  </a:cubicBezTo>
                  <a:cubicBezTo>
                    <a:pt x="30" y="0"/>
                    <a:pt x="30" y="0"/>
                    <a:pt x="30" y="0"/>
                  </a:cubicBezTo>
                  <a:cubicBezTo>
                    <a:pt x="15" y="0"/>
                    <a:pt x="4" y="13"/>
                    <a:pt x="1" y="25"/>
                  </a:cubicBezTo>
                  <a:cubicBezTo>
                    <a:pt x="1" y="25"/>
                    <a:pt x="0" y="29"/>
                    <a:pt x="0" y="34"/>
                  </a:cubicBezTo>
                  <a:cubicBezTo>
                    <a:pt x="0" y="37"/>
                    <a:pt x="1" y="42"/>
                    <a:pt x="1" y="42"/>
                  </a:cubicBezTo>
                  <a:close/>
                </a:path>
              </a:pathLst>
            </a:custGeom>
            <a:solidFill>
              <a:srgbClr val="D163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Oval 48"/>
            <p:cNvSpPr>
              <a:spLocks noChangeArrowheads="1"/>
            </p:cNvSpPr>
            <p:nvPr/>
          </p:nvSpPr>
          <p:spPr bwMode="auto">
            <a:xfrm>
              <a:off x="4705351" y="2681288"/>
              <a:ext cx="315913" cy="315913"/>
            </a:xfrm>
            <a:prstGeom prst="ellipse">
              <a:avLst/>
            </a:prstGeom>
            <a:solidFill>
              <a:srgbClr val="D163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Oval 49"/>
            <p:cNvSpPr>
              <a:spLocks noChangeArrowheads="1"/>
            </p:cNvSpPr>
            <p:nvPr/>
          </p:nvSpPr>
          <p:spPr bwMode="auto">
            <a:xfrm>
              <a:off x="6927851" y="2706688"/>
              <a:ext cx="311150" cy="315913"/>
            </a:xfrm>
            <a:prstGeom prst="ellipse">
              <a:avLst/>
            </a:prstGeom>
            <a:solidFill>
              <a:srgbClr val="D163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50"/>
            <p:cNvSpPr>
              <a:spLocks noEditPoints="1"/>
            </p:cNvSpPr>
            <p:nvPr/>
          </p:nvSpPr>
          <p:spPr bwMode="auto">
            <a:xfrm>
              <a:off x="4438651" y="2986088"/>
              <a:ext cx="3014663" cy="1160463"/>
            </a:xfrm>
            <a:custGeom>
              <a:avLst/>
              <a:gdLst>
                <a:gd name="T0" fmla="*/ 694 w 803"/>
                <a:gd name="T1" fmla="*/ 12 h 309"/>
                <a:gd name="T2" fmla="*/ 676 w 803"/>
                <a:gd name="T3" fmla="*/ 8 h 309"/>
                <a:gd name="T4" fmla="*/ 564 w 803"/>
                <a:gd name="T5" fmla="*/ 96 h 309"/>
                <a:gd name="T6" fmla="*/ 539 w 803"/>
                <a:gd name="T7" fmla="*/ 84 h 309"/>
                <a:gd name="T8" fmla="*/ 208 w 803"/>
                <a:gd name="T9" fmla="*/ 101 h 309"/>
                <a:gd name="T10" fmla="*/ 177 w 803"/>
                <a:gd name="T11" fmla="*/ 75 h 309"/>
                <a:gd name="T12" fmla="*/ 137 w 803"/>
                <a:gd name="T13" fmla="*/ 76 h 309"/>
                <a:gd name="T14" fmla="*/ 94 w 803"/>
                <a:gd name="T15" fmla="*/ 1 h 309"/>
                <a:gd name="T16" fmla="*/ 49 w 803"/>
                <a:gd name="T17" fmla="*/ 26 h 309"/>
                <a:gd name="T18" fmla="*/ 31 w 803"/>
                <a:gd name="T19" fmla="*/ 204 h 309"/>
                <a:gd name="T20" fmla="*/ 24 w 803"/>
                <a:gd name="T21" fmla="*/ 301 h 309"/>
                <a:gd name="T22" fmla="*/ 72 w 803"/>
                <a:gd name="T23" fmla="*/ 210 h 309"/>
                <a:gd name="T24" fmla="*/ 118 w 803"/>
                <a:gd name="T25" fmla="*/ 283 h 309"/>
                <a:gd name="T26" fmla="*/ 158 w 803"/>
                <a:gd name="T27" fmla="*/ 272 h 309"/>
                <a:gd name="T28" fmla="*/ 103 w 803"/>
                <a:gd name="T29" fmla="*/ 139 h 309"/>
                <a:gd name="T30" fmla="*/ 178 w 803"/>
                <a:gd name="T31" fmla="*/ 124 h 309"/>
                <a:gd name="T32" fmla="*/ 208 w 803"/>
                <a:gd name="T33" fmla="*/ 118 h 309"/>
                <a:gd name="T34" fmla="*/ 223 w 803"/>
                <a:gd name="T35" fmla="*/ 151 h 309"/>
                <a:gd name="T36" fmla="*/ 328 w 803"/>
                <a:gd name="T37" fmla="*/ 181 h 309"/>
                <a:gd name="T38" fmla="*/ 330 w 803"/>
                <a:gd name="T39" fmla="*/ 212 h 309"/>
                <a:gd name="T40" fmla="*/ 214 w 803"/>
                <a:gd name="T41" fmla="*/ 264 h 309"/>
                <a:gd name="T42" fmla="*/ 208 w 803"/>
                <a:gd name="T43" fmla="*/ 282 h 309"/>
                <a:gd name="T44" fmla="*/ 230 w 803"/>
                <a:gd name="T45" fmla="*/ 269 h 309"/>
                <a:gd name="T46" fmla="*/ 526 w 803"/>
                <a:gd name="T47" fmla="*/ 269 h 309"/>
                <a:gd name="T48" fmla="*/ 548 w 803"/>
                <a:gd name="T49" fmla="*/ 282 h 309"/>
                <a:gd name="T50" fmla="*/ 547 w 803"/>
                <a:gd name="T51" fmla="*/ 264 h 309"/>
                <a:gd name="T52" fmla="*/ 442 w 803"/>
                <a:gd name="T53" fmla="*/ 217 h 309"/>
                <a:gd name="T54" fmla="*/ 445 w 803"/>
                <a:gd name="T55" fmla="*/ 176 h 309"/>
                <a:gd name="T56" fmla="*/ 538 w 803"/>
                <a:gd name="T57" fmla="*/ 151 h 309"/>
                <a:gd name="T58" fmla="*/ 552 w 803"/>
                <a:gd name="T59" fmla="*/ 118 h 309"/>
                <a:gd name="T60" fmla="*/ 593 w 803"/>
                <a:gd name="T61" fmla="*/ 104 h 309"/>
                <a:gd name="T62" fmla="*/ 622 w 803"/>
                <a:gd name="T63" fmla="*/ 123 h 309"/>
                <a:gd name="T64" fmla="*/ 596 w 803"/>
                <a:gd name="T65" fmla="*/ 281 h 309"/>
                <a:gd name="T66" fmla="*/ 635 w 803"/>
                <a:gd name="T67" fmla="*/ 295 h 309"/>
                <a:gd name="T68" fmla="*/ 666 w 803"/>
                <a:gd name="T69" fmla="*/ 180 h 309"/>
                <a:gd name="T70" fmla="*/ 730 w 803"/>
                <a:gd name="T71" fmla="*/ 306 h 309"/>
                <a:gd name="T72" fmla="*/ 730 w 803"/>
                <a:gd name="T73" fmla="*/ 205 h 309"/>
                <a:gd name="T74" fmla="*/ 697 w 803"/>
                <a:gd name="T75" fmla="*/ 139 h 309"/>
                <a:gd name="T76" fmla="*/ 785 w 803"/>
                <a:gd name="T77" fmla="*/ 106 h 309"/>
                <a:gd name="T78" fmla="*/ 439 w 803"/>
                <a:gd name="T79" fmla="*/ 225 h 309"/>
                <a:gd name="T80" fmla="*/ 245 w 803"/>
                <a:gd name="T81" fmla="*/ 255 h 309"/>
                <a:gd name="T82" fmla="*/ 380 w 803"/>
                <a:gd name="T83" fmla="*/ 202 h 309"/>
                <a:gd name="T84" fmla="*/ 442 w 803"/>
                <a:gd name="T85" fmla="*/ 168 h 309"/>
                <a:gd name="T86" fmla="*/ 331 w 803"/>
                <a:gd name="T87" fmla="*/ 173 h 309"/>
                <a:gd name="T88" fmla="*/ 459 w 803"/>
                <a:gd name="T89" fmla="*/ 151 h 309"/>
                <a:gd name="T90" fmla="*/ 528 w 803"/>
                <a:gd name="T91" fmla="*/ 142 h 309"/>
                <a:gd name="T92" fmla="*/ 232 w 803"/>
                <a:gd name="T93" fmla="*/ 142 h 309"/>
                <a:gd name="T94" fmla="*/ 464 w 803"/>
                <a:gd name="T95" fmla="*/ 129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03" h="309">
                  <a:moveTo>
                    <a:pt x="787" y="73"/>
                  </a:moveTo>
                  <a:cubicBezTo>
                    <a:pt x="744" y="67"/>
                    <a:pt x="725" y="46"/>
                    <a:pt x="715" y="33"/>
                  </a:cubicBezTo>
                  <a:cubicBezTo>
                    <a:pt x="706" y="20"/>
                    <a:pt x="702" y="15"/>
                    <a:pt x="694" y="12"/>
                  </a:cubicBezTo>
                  <a:cubicBezTo>
                    <a:pt x="694" y="12"/>
                    <a:pt x="690" y="9"/>
                    <a:pt x="686" y="8"/>
                  </a:cubicBezTo>
                  <a:cubicBezTo>
                    <a:pt x="681" y="8"/>
                    <a:pt x="676" y="8"/>
                    <a:pt x="676" y="8"/>
                  </a:cubicBezTo>
                  <a:cubicBezTo>
                    <a:pt x="676" y="8"/>
                    <a:pt x="676" y="8"/>
                    <a:pt x="676" y="8"/>
                  </a:cubicBezTo>
                  <a:cubicBezTo>
                    <a:pt x="674" y="8"/>
                    <a:pt x="626" y="8"/>
                    <a:pt x="583" y="64"/>
                  </a:cubicBezTo>
                  <a:cubicBezTo>
                    <a:pt x="578" y="70"/>
                    <a:pt x="574" y="77"/>
                    <a:pt x="568" y="84"/>
                  </a:cubicBezTo>
                  <a:cubicBezTo>
                    <a:pt x="565" y="87"/>
                    <a:pt x="564" y="92"/>
                    <a:pt x="564" y="96"/>
                  </a:cubicBezTo>
                  <a:cubicBezTo>
                    <a:pt x="561" y="98"/>
                    <a:pt x="557" y="100"/>
                    <a:pt x="552" y="101"/>
                  </a:cubicBezTo>
                  <a:cubicBezTo>
                    <a:pt x="552" y="97"/>
                    <a:pt x="552" y="97"/>
                    <a:pt x="552" y="97"/>
                  </a:cubicBezTo>
                  <a:cubicBezTo>
                    <a:pt x="552" y="90"/>
                    <a:pt x="546" y="84"/>
                    <a:pt x="539" y="84"/>
                  </a:cubicBezTo>
                  <a:cubicBezTo>
                    <a:pt x="222" y="84"/>
                    <a:pt x="222" y="84"/>
                    <a:pt x="222" y="84"/>
                  </a:cubicBezTo>
                  <a:cubicBezTo>
                    <a:pt x="214" y="84"/>
                    <a:pt x="208" y="90"/>
                    <a:pt x="208" y="97"/>
                  </a:cubicBezTo>
                  <a:cubicBezTo>
                    <a:pt x="208" y="101"/>
                    <a:pt x="208" y="101"/>
                    <a:pt x="208" y="101"/>
                  </a:cubicBezTo>
                  <a:cubicBezTo>
                    <a:pt x="201" y="100"/>
                    <a:pt x="195" y="98"/>
                    <a:pt x="190" y="94"/>
                  </a:cubicBezTo>
                  <a:cubicBezTo>
                    <a:pt x="187" y="92"/>
                    <a:pt x="186" y="88"/>
                    <a:pt x="186" y="84"/>
                  </a:cubicBezTo>
                  <a:cubicBezTo>
                    <a:pt x="186" y="79"/>
                    <a:pt x="182" y="75"/>
                    <a:pt x="177" y="75"/>
                  </a:cubicBezTo>
                  <a:cubicBezTo>
                    <a:pt x="173" y="75"/>
                    <a:pt x="169" y="79"/>
                    <a:pt x="169" y="84"/>
                  </a:cubicBezTo>
                  <a:cubicBezTo>
                    <a:pt x="169" y="86"/>
                    <a:pt x="169" y="88"/>
                    <a:pt x="170" y="90"/>
                  </a:cubicBezTo>
                  <a:cubicBezTo>
                    <a:pt x="152" y="86"/>
                    <a:pt x="143" y="82"/>
                    <a:pt x="137" y="76"/>
                  </a:cubicBezTo>
                  <a:cubicBezTo>
                    <a:pt x="131" y="69"/>
                    <a:pt x="125" y="31"/>
                    <a:pt x="124" y="30"/>
                  </a:cubicBezTo>
                  <a:cubicBezTo>
                    <a:pt x="122" y="18"/>
                    <a:pt x="112" y="9"/>
                    <a:pt x="103" y="4"/>
                  </a:cubicBezTo>
                  <a:cubicBezTo>
                    <a:pt x="103" y="4"/>
                    <a:pt x="99" y="2"/>
                    <a:pt x="94" y="1"/>
                  </a:cubicBezTo>
                  <a:cubicBezTo>
                    <a:pt x="90" y="0"/>
                    <a:pt x="85" y="0"/>
                    <a:pt x="85" y="0"/>
                  </a:cubicBezTo>
                  <a:cubicBezTo>
                    <a:pt x="84" y="0"/>
                    <a:pt x="84" y="0"/>
                    <a:pt x="84" y="0"/>
                  </a:cubicBezTo>
                  <a:cubicBezTo>
                    <a:pt x="70" y="1"/>
                    <a:pt x="53" y="9"/>
                    <a:pt x="49" y="26"/>
                  </a:cubicBezTo>
                  <a:cubicBezTo>
                    <a:pt x="30" y="116"/>
                    <a:pt x="30" y="116"/>
                    <a:pt x="30" y="116"/>
                  </a:cubicBezTo>
                  <a:cubicBezTo>
                    <a:pt x="28" y="125"/>
                    <a:pt x="30" y="133"/>
                    <a:pt x="35" y="140"/>
                  </a:cubicBezTo>
                  <a:cubicBezTo>
                    <a:pt x="31" y="204"/>
                    <a:pt x="31" y="204"/>
                    <a:pt x="31" y="204"/>
                  </a:cubicBezTo>
                  <a:cubicBezTo>
                    <a:pt x="4" y="273"/>
                    <a:pt x="4" y="273"/>
                    <a:pt x="4" y="273"/>
                  </a:cubicBezTo>
                  <a:cubicBezTo>
                    <a:pt x="0" y="284"/>
                    <a:pt x="6" y="296"/>
                    <a:pt x="16" y="300"/>
                  </a:cubicBezTo>
                  <a:cubicBezTo>
                    <a:pt x="19" y="301"/>
                    <a:pt x="21" y="301"/>
                    <a:pt x="24" y="301"/>
                  </a:cubicBezTo>
                  <a:cubicBezTo>
                    <a:pt x="32" y="301"/>
                    <a:pt x="40" y="296"/>
                    <a:pt x="43" y="288"/>
                  </a:cubicBezTo>
                  <a:cubicBezTo>
                    <a:pt x="71" y="216"/>
                    <a:pt x="71" y="216"/>
                    <a:pt x="71" y="216"/>
                  </a:cubicBezTo>
                  <a:cubicBezTo>
                    <a:pt x="72" y="214"/>
                    <a:pt x="72" y="212"/>
                    <a:pt x="72" y="210"/>
                  </a:cubicBezTo>
                  <a:cubicBezTo>
                    <a:pt x="75" y="173"/>
                    <a:pt x="75" y="173"/>
                    <a:pt x="75" y="173"/>
                  </a:cubicBezTo>
                  <a:cubicBezTo>
                    <a:pt x="99" y="211"/>
                    <a:pt x="99" y="211"/>
                    <a:pt x="99" y="211"/>
                  </a:cubicBezTo>
                  <a:cubicBezTo>
                    <a:pt x="118" y="283"/>
                    <a:pt x="118" y="283"/>
                    <a:pt x="118" y="283"/>
                  </a:cubicBezTo>
                  <a:cubicBezTo>
                    <a:pt x="121" y="292"/>
                    <a:pt x="129" y="298"/>
                    <a:pt x="138" y="298"/>
                  </a:cubicBezTo>
                  <a:cubicBezTo>
                    <a:pt x="140" y="298"/>
                    <a:pt x="142" y="298"/>
                    <a:pt x="144" y="298"/>
                  </a:cubicBezTo>
                  <a:cubicBezTo>
                    <a:pt x="155" y="295"/>
                    <a:pt x="161" y="283"/>
                    <a:pt x="158" y="272"/>
                  </a:cubicBezTo>
                  <a:cubicBezTo>
                    <a:pt x="139" y="198"/>
                    <a:pt x="139" y="198"/>
                    <a:pt x="139" y="198"/>
                  </a:cubicBezTo>
                  <a:cubicBezTo>
                    <a:pt x="138" y="196"/>
                    <a:pt x="137" y="194"/>
                    <a:pt x="136" y="192"/>
                  </a:cubicBezTo>
                  <a:cubicBezTo>
                    <a:pt x="103" y="139"/>
                    <a:pt x="103" y="139"/>
                    <a:pt x="103" y="139"/>
                  </a:cubicBezTo>
                  <a:cubicBezTo>
                    <a:pt x="104" y="137"/>
                    <a:pt x="104" y="135"/>
                    <a:pt x="105" y="132"/>
                  </a:cubicBezTo>
                  <a:cubicBezTo>
                    <a:pt x="112" y="97"/>
                    <a:pt x="112" y="97"/>
                    <a:pt x="112" y="97"/>
                  </a:cubicBezTo>
                  <a:cubicBezTo>
                    <a:pt x="124" y="111"/>
                    <a:pt x="143" y="119"/>
                    <a:pt x="178" y="124"/>
                  </a:cubicBezTo>
                  <a:cubicBezTo>
                    <a:pt x="179" y="124"/>
                    <a:pt x="180" y="124"/>
                    <a:pt x="181" y="124"/>
                  </a:cubicBezTo>
                  <a:cubicBezTo>
                    <a:pt x="187" y="124"/>
                    <a:pt x="192" y="121"/>
                    <a:pt x="195" y="115"/>
                  </a:cubicBezTo>
                  <a:cubicBezTo>
                    <a:pt x="199" y="117"/>
                    <a:pt x="204" y="118"/>
                    <a:pt x="208" y="118"/>
                  </a:cubicBezTo>
                  <a:cubicBezTo>
                    <a:pt x="210" y="124"/>
                    <a:pt x="215" y="129"/>
                    <a:pt x="222" y="129"/>
                  </a:cubicBezTo>
                  <a:cubicBezTo>
                    <a:pt x="223" y="129"/>
                    <a:pt x="223" y="129"/>
                    <a:pt x="223" y="129"/>
                  </a:cubicBezTo>
                  <a:cubicBezTo>
                    <a:pt x="223" y="151"/>
                    <a:pt x="223" y="151"/>
                    <a:pt x="223" y="151"/>
                  </a:cubicBezTo>
                  <a:cubicBezTo>
                    <a:pt x="251" y="151"/>
                    <a:pt x="251" y="151"/>
                    <a:pt x="251" y="151"/>
                  </a:cubicBezTo>
                  <a:cubicBezTo>
                    <a:pt x="328" y="181"/>
                    <a:pt x="328" y="181"/>
                    <a:pt x="328" y="181"/>
                  </a:cubicBezTo>
                  <a:cubicBezTo>
                    <a:pt x="328" y="181"/>
                    <a:pt x="328" y="181"/>
                    <a:pt x="328" y="181"/>
                  </a:cubicBezTo>
                  <a:cubicBezTo>
                    <a:pt x="368" y="197"/>
                    <a:pt x="368" y="197"/>
                    <a:pt x="368" y="197"/>
                  </a:cubicBezTo>
                  <a:cubicBezTo>
                    <a:pt x="330" y="212"/>
                    <a:pt x="330" y="212"/>
                    <a:pt x="330" y="212"/>
                  </a:cubicBezTo>
                  <a:cubicBezTo>
                    <a:pt x="330" y="212"/>
                    <a:pt x="330" y="212"/>
                    <a:pt x="330" y="212"/>
                  </a:cubicBezTo>
                  <a:cubicBezTo>
                    <a:pt x="222" y="255"/>
                    <a:pt x="222" y="255"/>
                    <a:pt x="222" y="255"/>
                  </a:cubicBezTo>
                  <a:cubicBezTo>
                    <a:pt x="214" y="255"/>
                    <a:pt x="214" y="255"/>
                    <a:pt x="214" y="255"/>
                  </a:cubicBezTo>
                  <a:cubicBezTo>
                    <a:pt x="214" y="264"/>
                    <a:pt x="214" y="264"/>
                    <a:pt x="214" y="264"/>
                  </a:cubicBezTo>
                  <a:cubicBezTo>
                    <a:pt x="216" y="264"/>
                    <a:pt x="216" y="264"/>
                    <a:pt x="216" y="264"/>
                  </a:cubicBezTo>
                  <a:cubicBezTo>
                    <a:pt x="216" y="269"/>
                    <a:pt x="216" y="269"/>
                    <a:pt x="216" y="269"/>
                  </a:cubicBezTo>
                  <a:cubicBezTo>
                    <a:pt x="211" y="271"/>
                    <a:pt x="208" y="276"/>
                    <a:pt x="208" y="282"/>
                  </a:cubicBezTo>
                  <a:cubicBezTo>
                    <a:pt x="208" y="290"/>
                    <a:pt x="215" y="297"/>
                    <a:pt x="223" y="297"/>
                  </a:cubicBezTo>
                  <a:cubicBezTo>
                    <a:pt x="231" y="297"/>
                    <a:pt x="238" y="290"/>
                    <a:pt x="238" y="282"/>
                  </a:cubicBezTo>
                  <a:cubicBezTo>
                    <a:pt x="238" y="276"/>
                    <a:pt x="234" y="271"/>
                    <a:pt x="230" y="269"/>
                  </a:cubicBezTo>
                  <a:cubicBezTo>
                    <a:pt x="230" y="264"/>
                    <a:pt x="230" y="264"/>
                    <a:pt x="230" y="264"/>
                  </a:cubicBezTo>
                  <a:cubicBezTo>
                    <a:pt x="526" y="264"/>
                    <a:pt x="526" y="264"/>
                    <a:pt x="526" y="264"/>
                  </a:cubicBezTo>
                  <a:cubicBezTo>
                    <a:pt x="526" y="269"/>
                    <a:pt x="526" y="269"/>
                    <a:pt x="526" y="269"/>
                  </a:cubicBezTo>
                  <a:cubicBezTo>
                    <a:pt x="521" y="271"/>
                    <a:pt x="518" y="276"/>
                    <a:pt x="518" y="282"/>
                  </a:cubicBezTo>
                  <a:cubicBezTo>
                    <a:pt x="518" y="290"/>
                    <a:pt x="525" y="297"/>
                    <a:pt x="533" y="297"/>
                  </a:cubicBezTo>
                  <a:cubicBezTo>
                    <a:pt x="541" y="297"/>
                    <a:pt x="548" y="290"/>
                    <a:pt x="548" y="282"/>
                  </a:cubicBezTo>
                  <a:cubicBezTo>
                    <a:pt x="548" y="276"/>
                    <a:pt x="545" y="271"/>
                    <a:pt x="540" y="269"/>
                  </a:cubicBezTo>
                  <a:cubicBezTo>
                    <a:pt x="540" y="264"/>
                    <a:pt x="540" y="264"/>
                    <a:pt x="540" y="264"/>
                  </a:cubicBezTo>
                  <a:cubicBezTo>
                    <a:pt x="547" y="264"/>
                    <a:pt x="547" y="264"/>
                    <a:pt x="547" y="264"/>
                  </a:cubicBezTo>
                  <a:cubicBezTo>
                    <a:pt x="547" y="255"/>
                    <a:pt x="547" y="255"/>
                    <a:pt x="547" y="255"/>
                  </a:cubicBezTo>
                  <a:cubicBezTo>
                    <a:pt x="539" y="255"/>
                    <a:pt x="539" y="255"/>
                    <a:pt x="539" y="255"/>
                  </a:cubicBezTo>
                  <a:cubicBezTo>
                    <a:pt x="442" y="217"/>
                    <a:pt x="442" y="217"/>
                    <a:pt x="442" y="217"/>
                  </a:cubicBezTo>
                  <a:cubicBezTo>
                    <a:pt x="442" y="217"/>
                    <a:pt x="442" y="217"/>
                    <a:pt x="442" y="217"/>
                  </a:cubicBezTo>
                  <a:cubicBezTo>
                    <a:pt x="392" y="197"/>
                    <a:pt x="392" y="197"/>
                    <a:pt x="392" y="197"/>
                  </a:cubicBezTo>
                  <a:cubicBezTo>
                    <a:pt x="445" y="176"/>
                    <a:pt x="445" y="176"/>
                    <a:pt x="445" y="176"/>
                  </a:cubicBezTo>
                  <a:cubicBezTo>
                    <a:pt x="445" y="176"/>
                    <a:pt x="445" y="176"/>
                    <a:pt x="445" y="176"/>
                  </a:cubicBezTo>
                  <a:cubicBezTo>
                    <a:pt x="509" y="151"/>
                    <a:pt x="509" y="151"/>
                    <a:pt x="509" y="151"/>
                  </a:cubicBezTo>
                  <a:cubicBezTo>
                    <a:pt x="538" y="151"/>
                    <a:pt x="538" y="151"/>
                    <a:pt x="538" y="151"/>
                  </a:cubicBezTo>
                  <a:cubicBezTo>
                    <a:pt x="538" y="129"/>
                    <a:pt x="538" y="129"/>
                    <a:pt x="538" y="129"/>
                  </a:cubicBezTo>
                  <a:cubicBezTo>
                    <a:pt x="539" y="129"/>
                    <a:pt x="539" y="129"/>
                    <a:pt x="539" y="129"/>
                  </a:cubicBezTo>
                  <a:cubicBezTo>
                    <a:pt x="545" y="129"/>
                    <a:pt x="551" y="124"/>
                    <a:pt x="552" y="118"/>
                  </a:cubicBezTo>
                  <a:cubicBezTo>
                    <a:pt x="560" y="116"/>
                    <a:pt x="568" y="114"/>
                    <a:pt x="575" y="109"/>
                  </a:cubicBezTo>
                  <a:cubicBezTo>
                    <a:pt x="577" y="110"/>
                    <a:pt x="579" y="110"/>
                    <a:pt x="581" y="110"/>
                  </a:cubicBezTo>
                  <a:cubicBezTo>
                    <a:pt x="585" y="110"/>
                    <a:pt x="590" y="108"/>
                    <a:pt x="593" y="104"/>
                  </a:cubicBezTo>
                  <a:cubicBezTo>
                    <a:pt x="599" y="97"/>
                    <a:pt x="605" y="90"/>
                    <a:pt x="609" y="83"/>
                  </a:cubicBezTo>
                  <a:cubicBezTo>
                    <a:pt x="620" y="69"/>
                    <a:pt x="628" y="59"/>
                    <a:pt x="637" y="52"/>
                  </a:cubicBezTo>
                  <a:cubicBezTo>
                    <a:pt x="622" y="123"/>
                    <a:pt x="622" y="123"/>
                    <a:pt x="622" y="123"/>
                  </a:cubicBezTo>
                  <a:cubicBezTo>
                    <a:pt x="620" y="132"/>
                    <a:pt x="622" y="141"/>
                    <a:pt x="627" y="147"/>
                  </a:cubicBezTo>
                  <a:cubicBezTo>
                    <a:pt x="623" y="211"/>
                    <a:pt x="623" y="211"/>
                    <a:pt x="623" y="211"/>
                  </a:cubicBezTo>
                  <a:cubicBezTo>
                    <a:pt x="596" y="281"/>
                    <a:pt x="596" y="281"/>
                    <a:pt x="596" y="281"/>
                  </a:cubicBezTo>
                  <a:cubicBezTo>
                    <a:pt x="592" y="291"/>
                    <a:pt x="597" y="303"/>
                    <a:pt x="608" y="307"/>
                  </a:cubicBezTo>
                  <a:cubicBezTo>
                    <a:pt x="610" y="308"/>
                    <a:pt x="613" y="309"/>
                    <a:pt x="615" y="309"/>
                  </a:cubicBezTo>
                  <a:cubicBezTo>
                    <a:pt x="624" y="309"/>
                    <a:pt x="632" y="304"/>
                    <a:pt x="635" y="295"/>
                  </a:cubicBezTo>
                  <a:cubicBezTo>
                    <a:pt x="663" y="223"/>
                    <a:pt x="663" y="223"/>
                    <a:pt x="663" y="223"/>
                  </a:cubicBezTo>
                  <a:cubicBezTo>
                    <a:pt x="663" y="221"/>
                    <a:pt x="664" y="219"/>
                    <a:pt x="664" y="217"/>
                  </a:cubicBezTo>
                  <a:cubicBezTo>
                    <a:pt x="666" y="180"/>
                    <a:pt x="666" y="180"/>
                    <a:pt x="666" y="180"/>
                  </a:cubicBezTo>
                  <a:cubicBezTo>
                    <a:pt x="691" y="219"/>
                    <a:pt x="691" y="219"/>
                    <a:pt x="691" y="219"/>
                  </a:cubicBezTo>
                  <a:cubicBezTo>
                    <a:pt x="710" y="290"/>
                    <a:pt x="710" y="290"/>
                    <a:pt x="710" y="290"/>
                  </a:cubicBezTo>
                  <a:cubicBezTo>
                    <a:pt x="713" y="300"/>
                    <a:pt x="721" y="306"/>
                    <a:pt x="730" y="306"/>
                  </a:cubicBezTo>
                  <a:cubicBezTo>
                    <a:pt x="732" y="306"/>
                    <a:pt x="734" y="306"/>
                    <a:pt x="735" y="305"/>
                  </a:cubicBezTo>
                  <a:cubicBezTo>
                    <a:pt x="747" y="302"/>
                    <a:pt x="753" y="291"/>
                    <a:pt x="750" y="280"/>
                  </a:cubicBezTo>
                  <a:cubicBezTo>
                    <a:pt x="730" y="205"/>
                    <a:pt x="730" y="205"/>
                    <a:pt x="730" y="205"/>
                  </a:cubicBezTo>
                  <a:cubicBezTo>
                    <a:pt x="730" y="203"/>
                    <a:pt x="729" y="201"/>
                    <a:pt x="728" y="199"/>
                  </a:cubicBezTo>
                  <a:cubicBezTo>
                    <a:pt x="694" y="146"/>
                    <a:pt x="694" y="146"/>
                    <a:pt x="694" y="146"/>
                  </a:cubicBezTo>
                  <a:cubicBezTo>
                    <a:pt x="695" y="144"/>
                    <a:pt x="696" y="142"/>
                    <a:pt x="697" y="139"/>
                  </a:cubicBezTo>
                  <a:cubicBezTo>
                    <a:pt x="710" y="77"/>
                    <a:pt x="710" y="77"/>
                    <a:pt x="710" y="77"/>
                  </a:cubicBezTo>
                  <a:cubicBezTo>
                    <a:pt x="725" y="91"/>
                    <a:pt x="741" y="100"/>
                    <a:pt x="783" y="105"/>
                  </a:cubicBezTo>
                  <a:cubicBezTo>
                    <a:pt x="784" y="106"/>
                    <a:pt x="785" y="106"/>
                    <a:pt x="785" y="106"/>
                  </a:cubicBezTo>
                  <a:cubicBezTo>
                    <a:pt x="793" y="106"/>
                    <a:pt x="800" y="100"/>
                    <a:pt x="801" y="92"/>
                  </a:cubicBezTo>
                  <a:cubicBezTo>
                    <a:pt x="803" y="83"/>
                    <a:pt x="796" y="74"/>
                    <a:pt x="787" y="73"/>
                  </a:cubicBezTo>
                  <a:close/>
                  <a:moveTo>
                    <a:pt x="439" y="225"/>
                  </a:moveTo>
                  <a:cubicBezTo>
                    <a:pt x="439" y="225"/>
                    <a:pt x="439" y="225"/>
                    <a:pt x="439" y="225"/>
                  </a:cubicBezTo>
                  <a:cubicBezTo>
                    <a:pt x="515" y="255"/>
                    <a:pt x="515" y="255"/>
                    <a:pt x="515" y="255"/>
                  </a:cubicBezTo>
                  <a:cubicBezTo>
                    <a:pt x="245" y="255"/>
                    <a:pt x="245" y="255"/>
                    <a:pt x="245" y="255"/>
                  </a:cubicBezTo>
                  <a:cubicBezTo>
                    <a:pt x="333" y="220"/>
                    <a:pt x="333" y="220"/>
                    <a:pt x="333" y="220"/>
                  </a:cubicBezTo>
                  <a:cubicBezTo>
                    <a:pt x="333" y="220"/>
                    <a:pt x="333" y="220"/>
                    <a:pt x="333" y="220"/>
                  </a:cubicBezTo>
                  <a:cubicBezTo>
                    <a:pt x="380" y="202"/>
                    <a:pt x="380" y="202"/>
                    <a:pt x="380" y="202"/>
                  </a:cubicBezTo>
                  <a:lnTo>
                    <a:pt x="439" y="225"/>
                  </a:lnTo>
                  <a:close/>
                  <a:moveTo>
                    <a:pt x="442" y="168"/>
                  </a:moveTo>
                  <a:cubicBezTo>
                    <a:pt x="442" y="168"/>
                    <a:pt x="442" y="168"/>
                    <a:pt x="442" y="168"/>
                  </a:cubicBezTo>
                  <a:cubicBezTo>
                    <a:pt x="380" y="192"/>
                    <a:pt x="380" y="192"/>
                    <a:pt x="380" y="192"/>
                  </a:cubicBezTo>
                  <a:cubicBezTo>
                    <a:pt x="331" y="173"/>
                    <a:pt x="331" y="173"/>
                    <a:pt x="331" y="173"/>
                  </a:cubicBezTo>
                  <a:cubicBezTo>
                    <a:pt x="331" y="173"/>
                    <a:pt x="331" y="173"/>
                    <a:pt x="331" y="173"/>
                  </a:cubicBezTo>
                  <a:cubicBezTo>
                    <a:pt x="274" y="151"/>
                    <a:pt x="274" y="151"/>
                    <a:pt x="274" y="151"/>
                  </a:cubicBezTo>
                  <a:cubicBezTo>
                    <a:pt x="432" y="151"/>
                    <a:pt x="432" y="151"/>
                    <a:pt x="432" y="151"/>
                  </a:cubicBezTo>
                  <a:cubicBezTo>
                    <a:pt x="459" y="151"/>
                    <a:pt x="459" y="151"/>
                    <a:pt x="459" y="151"/>
                  </a:cubicBezTo>
                  <a:cubicBezTo>
                    <a:pt x="486" y="151"/>
                    <a:pt x="486" y="151"/>
                    <a:pt x="486" y="151"/>
                  </a:cubicBezTo>
                  <a:lnTo>
                    <a:pt x="442" y="168"/>
                  </a:lnTo>
                  <a:close/>
                  <a:moveTo>
                    <a:pt x="528" y="142"/>
                  </a:moveTo>
                  <a:cubicBezTo>
                    <a:pt x="459" y="142"/>
                    <a:pt x="459" y="142"/>
                    <a:pt x="459" y="142"/>
                  </a:cubicBezTo>
                  <a:cubicBezTo>
                    <a:pt x="432" y="142"/>
                    <a:pt x="432" y="142"/>
                    <a:pt x="432" y="142"/>
                  </a:cubicBezTo>
                  <a:cubicBezTo>
                    <a:pt x="232" y="142"/>
                    <a:pt x="232" y="142"/>
                    <a:pt x="232" y="142"/>
                  </a:cubicBezTo>
                  <a:cubicBezTo>
                    <a:pt x="232" y="129"/>
                    <a:pt x="232" y="129"/>
                    <a:pt x="232" y="129"/>
                  </a:cubicBezTo>
                  <a:cubicBezTo>
                    <a:pt x="430" y="129"/>
                    <a:pt x="430" y="129"/>
                    <a:pt x="430" y="129"/>
                  </a:cubicBezTo>
                  <a:cubicBezTo>
                    <a:pt x="464" y="129"/>
                    <a:pt x="464" y="129"/>
                    <a:pt x="464" y="129"/>
                  </a:cubicBezTo>
                  <a:cubicBezTo>
                    <a:pt x="528" y="129"/>
                    <a:pt x="528" y="129"/>
                    <a:pt x="528" y="129"/>
                  </a:cubicBezTo>
                  <a:lnTo>
                    <a:pt x="528" y="142"/>
                  </a:lnTo>
                  <a:close/>
                </a:path>
              </a:pathLst>
            </a:custGeom>
            <a:solidFill>
              <a:srgbClr val="D163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8" name="组合 47"/>
          <p:cNvGrpSpPr/>
          <p:nvPr/>
        </p:nvGrpSpPr>
        <p:grpSpPr>
          <a:xfrm>
            <a:off x="900113" y="671513"/>
            <a:ext cx="1463675" cy="1495425"/>
            <a:chOff x="900113" y="671513"/>
            <a:chExt cx="1463675" cy="1495425"/>
          </a:xfrm>
        </p:grpSpPr>
        <p:sp>
          <p:nvSpPr>
            <p:cNvPr id="49" name="Freeform 51"/>
            <p:cNvSpPr>
              <a:spLocks/>
            </p:cNvSpPr>
            <p:nvPr/>
          </p:nvSpPr>
          <p:spPr bwMode="auto">
            <a:xfrm>
              <a:off x="1323976" y="1301751"/>
              <a:ext cx="423863" cy="184150"/>
            </a:xfrm>
            <a:custGeom>
              <a:avLst/>
              <a:gdLst>
                <a:gd name="T0" fmla="*/ 94 w 113"/>
                <a:gd name="T1" fmla="*/ 18 h 49"/>
                <a:gd name="T2" fmla="*/ 26 w 113"/>
                <a:gd name="T3" fmla="*/ 6 h 49"/>
                <a:gd name="T4" fmla="*/ 6 w 113"/>
                <a:gd name="T5" fmla="*/ 6 h 49"/>
                <a:gd name="T6" fmla="*/ 6 w 113"/>
                <a:gd name="T7" fmla="*/ 26 h 49"/>
                <a:gd name="T8" fmla="*/ 71 w 113"/>
                <a:gd name="T9" fmla="*/ 49 h 49"/>
                <a:gd name="T10" fmla="*/ 100 w 113"/>
                <a:gd name="T11" fmla="*/ 46 h 49"/>
                <a:gd name="T12" fmla="*/ 111 w 113"/>
                <a:gd name="T13" fmla="*/ 29 h 49"/>
                <a:gd name="T14" fmla="*/ 94 w 113"/>
                <a:gd name="T15" fmla="*/ 1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3" h="49">
                  <a:moveTo>
                    <a:pt x="94" y="18"/>
                  </a:moveTo>
                  <a:cubicBezTo>
                    <a:pt x="49" y="28"/>
                    <a:pt x="27" y="7"/>
                    <a:pt x="26" y="6"/>
                  </a:cubicBezTo>
                  <a:cubicBezTo>
                    <a:pt x="21" y="0"/>
                    <a:pt x="11" y="0"/>
                    <a:pt x="6" y="6"/>
                  </a:cubicBezTo>
                  <a:cubicBezTo>
                    <a:pt x="0" y="11"/>
                    <a:pt x="0" y="20"/>
                    <a:pt x="6" y="26"/>
                  </a:cubicBezTo>
                  <a:cubicBezTo>
                    <a:pt x="7" y="27"/>
                    <a:pt x="29" y="49"/>
                    <a:pt x="71" y="49"/>
                  </a:cubicBezTo>
                  <a:cubicBezTo>
                    <a:pt x="80" y="49"/>
                    <a:pt x="89" y="48"/>
                    <a:pt x="100" y="46"/>
                  </a:cubicBezTo>
                  <a:cubicBezTo>
                    <a:pt x="108" y="44"/>
                    <a:pt x="113" y="37"/>
                    <a:pt x="111" y="29"/>
                  </a:cubicBezTo>
                  <a:cubicBezTo>
                    <a:pt x="109" y="21"/>
                    <a:pt x="102" y="16"/>
                    <a:pt x="94" y="18"/>
                  </a:cubicBezTo>
                  <a:close/>
                </a:path>
              </a:pathLst>
            </a:custGeom>
            <a:solidFill>
              <a:srgbClr val="B22C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Oval 52"/>
            <p:cNvSpPr>
              <a:spLocks noChangeArrowheads="1"/>
            </p:cNvSpPr>
            <p:nvPr/>
          </p:nvSpPr>
          <p:spPr bwMode="auto">
            <a:xfrm>
              <a:off x="1060451" y="1106488"/>
              <a:ext cx="244475" cy="244475"/>
            </a:xfrm>
            <a:prstGeom prst="ellipse">
              <a:avLst/>
            </a:prstGeom>
            <a:solidFill>
              <a:srgbClr val="B22C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53"/>
            <p:cNvSpPr>
              <a:spLocks/>
            </p:cNvSpPr>
            <p:nvPr/>
          </p:nvSpPr>
          <p:spPr bwMode="auto">
            <a:xfrm>
              <a:off x="900113" y="1249363"/>
              <a:ext cx="1463675" cy="917575"/>
            </a:xfrm>
            <a:custGeom>
              <a:avLst/>
              <a:gdLst>
                <a:gd name="T0" fmla="*/ 376 w 390"/>
                <a:gd name="T1" fmla="*/ 127 h 244"/>
                <a:gd name="T2" fmla="*/ 315 w 390"/>
                <a:gd name="T3" fmla="*/ 103 h 244"/>
                <a:gd name="T4" fmla="*/ 309 w 390"/>
                <a:gd name="T5" fmla="*/ 101 h 244"/>
                <a:gd name="T6" fmla="*/ 293 w 390"/>
                <a:gd name="T7" fmla="*/ 101 h 244"/>
                <a:gd name="T8" fmla="*/ 293 w 390"/>
                <a:gd name="T9" fmla="*/ 98 h 244"/>
                <a:gd name="T10" fmla="*/ 292 w 390"/>
                <a:gd name="T11" fmla="*/ 93 h 244"/>
                <a:gd name="T12" fmla="*/ 349 w 390"/>
                <a:gd name="T13" fmla="*/ 109 h 244"/>
                <a:gd name="T14" fmla="*/ 354 w 390"/>
                <a:gd name="T15" fmla="*/ 110 h 244"/>
                <a:gd name="T16" fmla="*/ 371 w 390"/>
                <a:gd name="T17" fmla="*/ 97 h 244"/>
                <a:gd name="T18" fmla="*/ 358 w 390"/>
                <a:gd name="T19" fmla="*/ 76 h 244"/>
                <a:gd name="T20" fmla="*/ 283 w 390"/>
                <a:gd name="T21" fmla="*/ 55 h 244"/>
                <a:gd name="T22" fmla="*/ 278 w 390"/>
                <a:gd name="T23" fmla="*/ 54 h 244"/>
                <a:gd name="T24" fmla="*/ 227 w 390"/>
                <a:gd name="T25" fmla="*/ 55 h 244"/>
                <a:gd name="T26" fmla="*/ 213 w 390"/>
                <a:gd name="T27" fmla="*/ 66 h 244"/>
                <a:gd name="T28" fmla="*/ 187 w 390"/>
                <a:gd name="T29" fmla="*/ 69 h 244"/>
                <a:gd name="T30" fmla="*/ 116 w 390"/>
                <a:gd name="T31" fmla="*/ 46 h 244"/>
                <a:gd name="T32" fmla="*/ 108 w 390"/>
                <a:gd name="T33" fmla="*/ 33 h 244"/>
                <a:gd name="T34" fmla="*/ 113 w 390"/>
                <a:gd name="T35" fmla="*/ 18 h 244"/>
                <a:gd name="T36" fmla="*/ 128 w 390"/>
                <a:gd name="T37" fmla="*/ 11 h 244"/>
                <a:gd name="T38" fmla="*/ 140 w 390"/>
                <a:gd name="T39" fmla="*/ 15 h 244"/>
                <a:gd name="T40" fmla="*/ 170 w 390"/>
                <a:gd name="T41" fmla="*/ 28 h 244"/>
                <a:gd name="T42" fmla="*/ 138 w 390"/>
                <a:gd name="T43" fmla="*/ 7 h 244"/>
                <a:gd name="T44" fmla="*/ 105 w 390"/>
                <a:gd name="T45" fmla="*/ 13 h 244"/>
                <a:gd name="T46" fmla="*/ 100 w 390"/>
                <a:gd name="T47" fmla="*/ 18 h 244"/>
                <a:gd name="T48" fmla="*/ 97 w 390"/>
                <a:gd name="T49" fmla="*/ 25 h 244"/>
                <a:gd name="T50" fmla="*/ 97 w 390"/>
                <a:gd name="T51" fmla="*/ 25 h 244"/>
                <a:gd name="T52" fmla="*/ 106 w 390"/>
                <a:gd name="T53" fmla="*/ 58 h 244"/>
                <a:gd name="T54" fmla="*/ 166 w 390"/>
                <a:gd name="T55" fmla="*/ 96 h 244"/>
                <a:gd name="T56" fmla="*/ 168 w 390"/>
                <a:gd name="T57" fmla="*/ 98 h 244"/>
                <a:gd name="T58" fmla="*/ 168 w 390"/>
                <a:gd name="T59" fmla="*/ 98 h 244"/>
                <a:gd name="T60" fmla="*/ 168 w 390"/>
                <a:gd name="T61" fmla="*/ 101 h 244"/>
                <a:gd name="T62" fmla="*/ 151 w 390"/>
                <a:gd name="T63" fmla="*/ 101 h 244"/>
                <a:gd name="T64" fmla="*/ 71 w 390"/>
                <a:gd name="T65" fmla="*/ 46 h 244"/>
                <a:gd name="T66" fmla="*/ 72 w 390"/>
                <a:gd name="T67" fmla="*/ 44 h 244"/>
                <a:gd name="T68" fmla="*/ 69 w 390"/>
                <a:gd name="T69" fmla="*/ 30 h 244"/>
                <a:gd name="T70" fmla="*/ 41 w 390"/>
                <a:gd name="T71" fmla="*/ 13 h 244"/>
                <a:gd name="T72" fmla="*/ 28 w 390"/>
                <a:gd name="T73" fmla="*/ 16 h 244"/>
                <a:gd name="T74" fmla="*/ 5 w 390"/>
                <a:gd name="T75" fmla="*/ 22 h 244"/>
                <a:gd name="T76" fmla="*/ 10 w 390"/>
                <a:gd name="T77" fmla="*/ 47 h 244"/>
                <a:gd name="T78" fmla="*/ 135 w 390"/>
                <a:gd name="T79" fmla="*/ 134 h 244"/>
                <a:gd name="T80" fmla="*/ 145 w 390"/>
                <a:gd name="T81" fmla="*/ 137 h 244"/>
                <a:gd name="T82" fmla="*/ 169 w 390"/>
                <a:gd name="T83" fmla="*/ 137 h 244"/>
                <a:gd name="T84" fmla="*/ 179 w 390"/>
                <a:gd name="T85" fmla="*/ 144 h 244"/>
                <a:gd name="T86" fmla="*/ 201 w 390"/>
                <a:gd name="T87" fmla="*/ 144 h 244"/>
                <a:gd name="T88" fmla="*/ 201 w 390"/>
                <a:gd name="T89" fmla="*/ 227 h 244"/>
                <a:gd name="T90" fmla="*/ 190 w 390"/>
                <a:gd name="T91" fmla="*/ 227 h 244"/>
                <a:gd name="T92" fmla="*/ 181 w 390"/>
                <a:gd name="T93" fmla="*/ 235 h 244"/>
                <a:gd name="T94" fmla="*/ 190 w 390"/>
                <a:gd name="T95" fmla="*/ 244 h 244"/>
                <a:gd name="T96" fmla="*/ 272 w 390"/>
                <a:gd name="T97" fmla="*/ 244 h 244"/>
                <a:gd name="T98" fmla="*/ 281 w 390"/>
                <a:gd name="T99" fmla="*/ 235 h 244"/>
                <a:gd name="T100" fmla="*/ 272 w 390"/>
                <a:gd name="T101" fmla="*/ 227 h 244"/>
                <a:gd name="T102" fmla="*/ 260 w 390"/>
                <a:gd name="T103" fmla="*/ 227 h 244"/>
                <a:gd name="T104" fmla="*/ 260 w 390"/>
                <a:gd name="T105" fmla="*/ 144 h 244"/>
                <a:gd name="T106" fmla="*/ 283 w 390"/>
                <a:gd name="T107" fmla="*/ 144 h 244"/>
                <a:gd name="T108" fmla="*/ 293 w 390"/>
                <a:gd name="T109" fmla="*/ 137 h 244"/>
                <a:gd name="T110" fmla="*/ 305 w 390"/>
                <a:gd name="T111" fmla="*/ 137 h 244"/>
                <a:gd name="T112" fmla="*/ 363 w 390"/>
                <a:gd name="T113" fmla="*/ 160 h 244"/>
                <a:gd name="T114" fmla="*/ 370 w 390"/>
                <a:gd name="T115" fmla="*/ 161 h 244"/>
                <a:gd name="T116" fmla="*/ 386 w 390"/>
                <a:gd name="T117" fmla="*/ 150 h 244"/>
                <a:gd name="T118" fmla="*/ 376 w 390"/>
                <a:gd name="T119" fmla="*/ 127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90" h="244">
                  <a:moveTo>
                    <a:pt x="376" y="127"/>
                  </a:moveTo>
                  <a:cubicBezTo>
                    <a:pt x="315" y="103"/>
                    <a:pt x="315" y="103"/>
                    <a:pt x="315" y="103"/>
                  </a:cubicBezTo>
                  <a:cubicBezTo>
                    <a:pt x="313" y="102"/>
                    <a:pt x="311" y="101"/>
                    <a:pt x="309" y="101"/>
                  </a:cubicBezTo>
                  <a:cubicBezTo>
                    <a:pt x="293" y="101"/>
                    <a:pt x="293" y="101"/>
                    <a:pt x="293" y="101"/>
                  </a:cubicBezTo>
                  <a:cubicBezTo>
                    <a:pt x="293" y="98"/>
                    <a:pt x="293" y="98"/>
                    <a:pt x="293" y="98"/>
                  </a:cubicBezTo>
                  <a:cubicBezTo>
                    <a:pt x="293" y="96"/>
                    <a:pt x="293" y="95"/>
                    <a:pt x="292" y="93"/>
                  </a:cubicBezTo>
                  <a:cubicBezTo>
                    <a:pt x="349" y="109"/>
                    <a:pt x="349" y="109"/>
                    <a:pt x="349" y="109"/>
                  </a:cubicBezTo>
                  <a:cubicBezTo>
                    <a:pt x="351" y="109"/>
                    <a:pt x="352" y="110"/>
                    <a:pt x="354" y="110"/>
                  </a:cubicBezTo>
                  <a:cubicBezTo>
                    <a:pt x="362" y="110"/>
                    <a:pt x="368" y="104"/>
                    <a:pt x="371" y="97"/>
                  </a:cubicBezTo>
                  <a:cubicBezTo>
                    <a:pt x="373" y="88"/>
                    <a:pt x="368" y="78"/>
                    <a:pt x="358" y="76"/>
                  </a:cubicBezTo>
                  <a:cubicBezTo>
                    <a:pt x="283" y="55"/>
                    <a:pt x="283" y="55"/>
                    <a:pt x="283" y="55"/>
                  </a:cubicBezTo>
                  <a:cubicBezTo>
                    <a:pt x="281" y="55"/>
                    <a:pt x="280" y="54"/>
                    <a:pt x="278" y="54"/>
                  </a:cubicBezTo>
                  <a:cubicBezTo>
                    <a:pt x="227" y="55"/>
                    <a:pt x="227" y="55"/>
                    <a:pt x="227" y="55"/>
                  </a:cubicBezTo>
                  <a:cubicBezTo>
                    <a:pt x="224" y="60"/>
                    <a:pt x="219" y="65"/>
                    <a:pt x="213" y="66"/>
                  </a:cubicBezTo>
                  <a:cubicBezTo>
                    <a:pt x="204" y="68"/>
                    <a:pt x="196" y="69"/>
                    <a:pt x="187" y="69"/>
                  </a:cubicBezTo>
                  <a:cubicBezTo>
                    <a:pt x="145" y="69"/>
                    <a:pt x="117" y="47"/>
                    <a:pt x="116" y="46"/>
                  </a:cubicBezTo>
                  <a:cubicBezTo>
                    <a:pt x="112" y="43"/>
                    <a:pt x="109" y="38"/>
                    <a:pt x="108" y="33"/>
                  </a:cubicBezTo>
                  <a:cubicBezTo>
                    <a:pt x="108" y="27"/>
                    <a:pt x="109" y="22"/>
                    <a:pt x="113" y="18"/>
                  </a:cubicBezTo>
                  <a:cubicBezTo>
                    <a:pt x="116" y="13"/>
                    <a:pt x="122" y="11"/>
                    <a:pt x="128" y="11"/>
                  </a:cubicBezTo>
                  <a:cubicBezTo>
                    <a:pt x="132" y="11"/>
                    <a:pt x="137" y="12"/>
                    <a:pt x="140" y="15"/>
                  </a:cubicBezTo>
                  <a:cubicBezTo>
                    <a:pt x="141" y="15"/>
                    <a:pt x="152" y="24"/>
                    <a:pt x="170" y="28"/>
                  </a:cubicBezTo>
                  <a:cubicBezTo>
                    <a:pt x="138" y="7"/>
                    <a:pt x="138" y="7"/>
                    <a:pt x="138" y="7"/>
                  </a:cubicBezTo>
                  <a:cubicBezTo>
                    <a:pt x="127" y="0"/>
                    <a:pt x="113" y="5"/>
                    <a:pt x="105" y="13"/>
                  </a:cubicBezTo>
                  <a:cubicBezTo>
                    <a:pt x="105" y="13"/>
                    <a:pt x="102" y="15"/>
                    <a:pt x="100" y="18"/>
                  </a:cubicBezTo>
                  <a:cubicBezTo>
                    <a:pt x="98" y="21"/>
                    <a:pt x="97" y="25"/>
                    <a:pt x="97" y="25"/>
                  </a:cubicBezTo>
                  <a:cubicBezTo>
                    <a:pt x="97" y="25"/>
                    <a:pt x="97" y="25"/>
                    <a:pt x="97" y="25"/>
                  </a:cubicBezTo>
                  <a:cubicBezTo>
                    <a:pt x="93" y="36"/>
                    <a:pt x="94" y="50"/>
                    <a:pt x="106" y="58"/>
                  </a:cubicBezTo>
                  <a:cubicBezTo>
                    <a:pt x="166" y="96"/>
                    <a:pt x="166" y="96"/>
                    <a:pt x="166" y="96"/>
                  </a:cubicBezTo>
                  <a:cubicBezTo>
                    <a:pt x="167" y="97"/>
                    <a:pt x="167" y="97"/>
                    <a:pt x="168" y="98"/>
                  </a:cubicBezTo>
                  <a:cubicBezTo>
                    <a:pt x="168" y="98"/>
                    <a:pt x="168" y="98"/>
                    <a:pt x="168" y="98"/>
                  </a:cubicBezTo>
                  <a:cubicBezTo>
                    <a:pt x="168" y="101"/>
                    <a:pt x="168" y="101"/>
                    <a:pt x="168" y="101"/>
                  </a:cubicBezTo>
                  <a:cubicBezTo>
                    <a:pt x="151" y="101"/>
                    <a:pt x="151" y="101"/>
                    <a:pt x="151" y="101"/>
                  </a:cubicBezTo>
                  <a:cubicBezTo>
                    <a:pt x="71" y="46"/>
                    <a:pt x="71" y="46"/>
                    <a:pt x="71" y="46"/>
                  </a:cubicBezTo>
                  <a:cubicBezTo>
                    <a:pt x="71" y="45"/>
                    <a:pt x="71" y="45"/>
                    <a:pt x="72" y="44"/>
                  </a:cubicBezTo>
                  <a:cubicBezTo>
                    <a:pt x="75" y="40"/>
                    <a:pt x="73" y="33"/>
                    <a:pt x="69" y="30"/>
                  </a:cubicBezTo>
                  <a:cubicBezTo>
                    <a:pt x="41" y="13"/>
                    <a:pt x="41" y="13"/>
                    <a:pt x="41" y="13"/>
                  </a:cubicBezTo>
                  <a:cubicBezTo>
                    <a:pt x="37" y="10"/>
                    <a:pt x="31" y="12"/>
                    <a:pt x="28" y="16"/>
                  </a:cubicBezTo>
                  <a:cubicBezTo>
                    <a:pt x="20" y="12"/>
                    <a:pt x="10" y="15"/>
                    <a:pt x="5" y="22"/>
                  </a:cubicBezTo>
                  <a:cubicBezTo>
                    <a:pt x="0" y="30"/>
                    <a:pt x="2" y="41"/>
                    <a:pt x="10" y="47"/>
                  </a:cubicBezTo>
                  <a:cubicBezTo>
                    <a:pt x="135" y="134"/>
                    <a:pt x="135" y="134"/>
                    <a:pt x="135" y="134"/>
                  </a:cubicBezTo>
                  <a:cubicBezTo>
                    <a:pt x="138" y="136"/>
                    <a:pt x="142" y="137"/>
                    <a:pt x="145" y="137"/>
                  </a:cubicBezTo>
                  <a:cubicBezTo>
                    <a:pt x="169" y="137"/>
                    <a:pt x="169" y="137"/>
                    <a:pt x="169" y="137"/>
                  </a:cubicBezTo>
                  <a:cubicBezTo>
                    <a:pt x="170" y="141"/>
                    <a:pt x="174" y="144"/>
                    <a:pt x="179" y="144"/>
                  </a:cubicBezTo>
                  <a:cubicBezTo>
                    <a:pt x="201" y="144"/>
                    <a:pt x="201" y="144"/>
                    <a:pt x="201" y="144"/>
                  </a:cubicBezTo>
                  <a:cubicBezTo>
                    <a:pt x="201" y="227"/>
                    <a:pt x="201" y="227"/>
                    <a:pt x="201" y="227"/>
                  </a:cubicBezTo>
                  <a:cubicBezTo>
                    <a:pt x="190" y="227"/>
                    <a:pt x="190" y="227"/>
                    <a:pt x="190" y="227"/>
                  </a:cubicBezTo>
                  <a:cubicBezTo>
                    <a:pt x="185" y="227"/>
                    <a:pt x="181" y="231"/>
                    <a:pt x="181" y="235"/>
                  </a:cubicBezTo>
                  <a:cubicBezTo>
                    <a:pt x="181" y="240"/>
                    <a:pt x="185" y="244"/>
                    <a:pt x="190" y="244"/>
                  </a:cubicBezTo>
                  <a:cubicBezTo>
                    <a:pt x="272" y="244"/>
                    <a:pt x="272" y="244"/>
                    <a:pt x="272" y="244"/>
                  </a:cubicBezTo>
                  <a:cubicBezTo>
                    <a:pt x="277" y="244"/>
                    <a:pt x="281" y="240"/>
                    <a:pt x="281" y="235"/>
                  </a:cubicBezTo>
                  <a:cubicBezTo>
                    <a:pt x="281" y="231"/>
                    <a:pt x="277" y="227"/>
                    <a:pt x="272" y="227"/>
                  </a:cubicBezTo>
                  <a:cubicBezTo>
                    <a:pt x="260" y="227"/>
                    <a:pt x="260" y="227"/>
                    <a:pt x="260" y="227"/>
                  </a:cubicBezTo>
                  <a:cubicBezTo>
                    <a:pt x="260" y="144"/>
                    <a:pt x="260" y="144"/>
                    <a:pt x="260" y="144"/>
                  </a:cubicBezTo>
                  <a:cubicBezTo>
                    <a:pt x="283" y="144"/>
                    <a:pt x="283" y="144"/>
                    <a:pt x="283" y="144"/>
                  </a:cubicBezTo>
                  <a:cubicBezTo>
                    <a:pt x="287" y="144"/>
                    <a:pt x="291" y="141"/>
                    <a:pt x="293" y="137"/>
                  </a:cubicBezTo>
                  <a:cubicBezTo>
                    <a:pt x="305" y="137"/>
                    <a:pt x="305" y="137"/>
                    <a:pt x="305" y="137"/>
                  </a:cubicBezTo>
                  <a:cubicBezTo>
                    <a:pt x="363" y="160"/>
                    <a:pt x="363" y="160"/>
                    <a:pt x="363" y="160"/>
                  </a:cubicBezTo>
                  <a:cubicBezTo>
                    <a:pt x="365" y="161"/>
                    <a:pt x="367" y="161"/>
                    <a:pt x="370" y="161"/>
                  </a:cubicBezTo>
                  <a:cubicBezTo>
                    <a:pt x="377" y="161"/>
                    <a:pt x="383" y="157"/>
                    <a:pt x="386" y="150"/>
                  </a:cubicBezTo>
                  <a:cubicBezTo>
                    <a:pt x="390" y="141"/>
                    <a:pt x="385" y="131"/>
                    <a:pt x="376" y="127"/>
                  </a:cubicBezTo>
                  <a:close/>
                </a:path>
              </a:pathLst>
            </a:custGeom>
            <a:solidFill>
              <a:srgbClr val="B22C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54"/>
            <p:cNvSpPr>
              <a:spLocks/>
            </p:cNvSpPr>
            <p:nvPr/>
          </p:nvSpPr>
          <p:spPr bwMode="auto">
            <a:xfrm>
              <a:off x="1401763" y="952501"/>
              <a:ext cx="690563" cy="492125"/>
            </a:xfrm>
            <a:custGeom>
              <a:avLst/>
              <a:gdLst>
                <a:gd name="T0" fmla="*/ 0 w 184"/>
                <a:gd name="T1" fmla="*/ 66 h 131"/>
                <a:gd name="T2" fmla="*/ 14 w 184"/>
                <a:gd name="T3" fmla="*/ 80 h 131"/>
                <a:gd name="T4" fmla="*/ 75 w 184"/>
                <a:gd name="T5" fmla="*/ 61 h 131"/>
                <a:gd name="T6" fmla="*/ 75 w 184"/>
                <a:gd name="T7" fmla="*/ 83 h 131"/>
                <a:gd name="T8" fmla="*/ 70 w 184"/>
                <a:gd name="T9" fmla="*/ 106 h 131"/>
                <a:gd name="T10" fmla="*/ 73 w 184"/>
                <a:gd name="T11" fmla="*/ 105 h 131"/>
                <a:gd name="T12" fmla="*/ 77 w 184"/>
                <a:gd name="T13" fmla="*/ 105 h 131"/>
                <a:gd name="T14" fmla="*/ 96 w 184"/>
                <a:gd name="T15" fmla="*/ 120 h 131"/>
                <a:gd name="T16" fmla="*/ 96 w 184"/>
                <a:gd name="T17" fmla="*/ 128 h 131"/>
                <a:gd name="T18" fmla="*/ 145 w 184"/>
                <a:gd name="T19" fmla="*/ 128 h 131"/>
                <a:gd name="T20" fmla="*/ 151 w 184"/>
                <a:gd name="T21" fmla="*/ 129 h 131"/>
                <a:gd name="T22" fmla="*/ 158 w 184"/>
                <a:gd name="T23" fmla="*/ 131 h 131"/>
                <a:gd name="T24" fmla="*/ 148 w 184"/>
                <a:gd name="T25" fmla="*/ 83 h 131"/>
                <a:gd name="T26" fmla="*/ 148 w 184"/>
                <a:gd name="T27" fmla="*/ 57 h 131"/>
                <a:gd name="T28" fmla="*/ 156 w 184"/>
                <a:gd name="T29" fmla="*/ 107 h 131"/>
                <a:gd name="T30" fmla="*/ 170 w 184"/>
                <a:gd name="T31" fmla="*/ 121 h 131"/>
                <a:gd name="T32" fmla="*/ 170 w 184"/>
                <a:gd name="T33" fmla="*/ 121 h 131"/>
                <a:gd name="T34" fmla="*/ 183 w 184"/>
                <a:gd name="T35" fmla="*/ 108 h 131"/>
                <a:gd name="T36" fmla="*/ 120 w 184"/>
                <a:gd name="T37" fmla="*/ 0 h 131"/>
                <a:gd name="T38" fmla="*/ 120 w 184"/>
                <a:gd name="T39" fmla="*/ 0 h 131"/>
                <a:gd name="T40" fmla="*/ 111 w 184"/>
                <a:gd name="T41" fmla="*/ 9 h 131"/>
                <a:gd name="T42" fmla="*/ 103 w 184"/>
                <a:gd name="T43" fmla="*/ 0 h 131"/>
                <a:gd name="T44" fmla="*/ 68 w 184"/>
                <a:gd name="T45" fmla="*/ 27 h 131"/>
                <a:gd name="T46" fmla="*/ 13 w 184"/>
                <a:gd name="T47" fmla="*/ 52 h 131"/>
                <a:gd name="T48" fmla="*/ 0 w 184"/>
                <a:gd name="T49" fmla="*/ 6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4" h="131">
                  <a:moveTo>
                    <a:pt x="0" y="66"/>
                  </a:moveTo>
                  <a:cubicBezTo>
                    <a:pt x="0" y="73"/>
                    <a:pt x="6" y="80"/>
                    <a:pt x="14" y="80"/>
                  </a:cubicBezTo>
                  <a:cubicBezTo>
                    <a:pt x="46" y="80"/>
                    <a:pt x="64" y="71"/>
                    <a:pt x="75" y="61"/>
                  </a:cubicBezTo>
                  <a:cubicBezTo>
                    <a:pt x="75" y="83"/>
                    <a:pt x="75" y="83"/>
                    <a:pt x="75" y="83"/>
                  </a:cubicBezTo>
                  <a:cubicBezTo>
                    <a:pt x="74" y="88"/>
                    <a:pt x="72" y="96"/>
                    <a:pt x="70" y="106"/>
                  </a:cubicBezTo>
                  <a:cubicBezTo>
                    <a:pt x="71" y="106"/>
                    <a:pt x="72" y="106"/>
                    <a:pt x="73" y="105"/>
                  </a:cubicBezTo>
                  <a:cubicBezTo>
                    <a:pt x="74" y="105"/>
                    <a:pt x="75" y="105"/>
                    <a:pt x="77" y="105"/>
                  </a:cubicBezTo>
                  <a:cubicBezTo>
                    <a:pt x="86" y="105"/>
                    <a:pt x="94" y="112"/>
                    <a:pt x="96" y="120"/>
                  </a:cubicBezTo>
                  <a:cubicBezTo>
                    <a:pt x="97" y="123"/>
                    <a:pt x="97" y="126"/>
                    <a:pt x="96" y="128"/>
                  </a:cubicBezTo>
                  <a:cubicBezTo>
                    <a:pt x="145" y="128"/>
                    <a:pt x="145" y="128"/>
                    <a:pt x="145" y="128"/>
                  </a:cubicBezTo>
                  <a:cubicBezTo>
                    <a:pt x="147" y="128"/>
                    <a:pt x="149" y="128"/>
                    <a:pt x="151" y="129"/>
                  </a:cubicBezTo>
                  <a:cubicBezTo>
                    <a:pt x="158" y="131"/>
                    <a:pt x="158" y="131"/>
                    <a:pt x="158" y="131"/>
                  </a:cubicBezTo>
                  <a:cubicBezTo>
                    <a:pt x="154" y="111"/>
                    <a:pt x="150" y="91"/>
                    <a:pt x="148" y="83"/>
                  </a:cubicBezTo>
                  <a:cubicBezTo>
                    <a:pt x="148" y="57"/>
                    <a:pt x="148" y="57"/>
                    <a:pt x="148" y="57"/>
                  </a:cubicBezTo>
                  <a:cubicBezTo>
                    <a:pt x="153" y="68"/>
                    <a:pt x="156" y="83"/>
                    <a:pt x="156" y="107"/>
                  </a:cubicBezTo>
                  <a:cubicBezTo>
                    <a:pt x="156" y="115"/>
                    <a:pt x="162" y="121"/>
                    <a:pt x="170" y="121"/>
                  </a:cubicBezTo>
                  <a:cubicBezTo>
                    <a:pt x="170" y="121"/>
                    <a:pt x="170" y="121"/>
                    <a:pt x="170" y="121"/>
                  </a:cubicBezTo>
                  <a:cubicBezTo>
                    <a:pt x="177" y="121"/>
                    <a:pt x="183" y="115"/>
                    <a:pt x="183" y="108"/>
                  </a:cubicBezTo>
                  <a:cubicBezTo>
                    <a:pt x="184" y="42"/>
                    <a:pt x="150" y="7"/>
                    <a:pt x="120" y="0"/>
                  </a:cubicBezTo>
                  <a:cubicBezTo>
                    <a:pt x="120" y="0"/>
                    <a:pt x="120" y="0"/>
                    <a:pt x="120" y="0"/>
                  </a:cubicBezTo>
                  <a:cubicBezTo>
                    <a:pt x="111" y="9"/>
                    <a:pt x="111" y="9"/>
                    <a:pt x="111" y="9"/>
                  </a:cubicBezTo>
                  <a:cubicBezTo>
                    <a:pt x="103" y="0"/>
                    <a:pt x="103" y="0"/>
                    <a:pt x="103" y="0"/>
                  </a:cubicBezTo>
                  <a:cubicBezTo>
                    <a:pt x="98" y="1"/>
                    <a:pt x="79" y="9"/>
                    <a:pt x="68" y="27"/>
                  </a:cubicBezTo>
                  <a:cubicBezTo>
                    <a:pt x="58" y="41"/>
                    <a:pt x="50" y="52"/>
                    <a:pt x="13" y="52"/>
                  </a:cubicBezTo>
                  <a:cubicBezTo>
                    <a:pt x="6" y="52"/>
                    <a:pt x="0" y="58"/>
                    <a:pt x="0" y="66"/>
                  </a:cubicBezTo>
                  <a:close/>
                </a:path>
              </a:pathLst>
            </a:custGeom>
            <a:solidFill>
              <a:srgbClr val="B22C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55"/>
            <p:cNvSpPr>
              <a:spLocks noEditPoints="1"/>
            </p:cNvSpPr>
            <p:nvPr/>
          </p:nvSpPr>
          <p:spPr bwMode="auto">
            <a:xfrm>
              <a:off x="1698626" y="671513"/>
              <a:ext cx="247650" cy="269875"/>
            </a:xfrm>
            <a:custGeom>
              <a:avLst/>
              <a:gdLst>
                <a:gd name="T0" fmla="*/ 33 w 66"/>
                <a:gd name="T1" fmla="*/ 72 h 72"/>
                <a:gd name="T2" fmla="*/ 66 w 66"/>
                <a:gd name="T3" fmla="*/ 39 h 72"/>
                <a:gd name="T4" fmla="*/ 59 w 66"/>
                <a:gd name="T5" fmla="*/ 19 h 72"/>
                <a:gd name="T6" fmla="*/ 48 w 66"/>
                <a:gd name="T7" fmla="*/ 19 h 72"/>
                <a:gd name="T8" fmla="*/ 48 w 66"/>
                <a:gd name="T9" fmla="*/ 14 h 72"/>
                <a:gd name="T10" fmla="*/ 54 w 66"/>
                <a:gd name="T11" fmla="*/ 14 h 72"/>
                <a:gd name="T12" fmla="*/ 48 w 66"/>
                <a:gd name="T13" fmla="*/ 9 h 72"/>
                <a:gd name="T14" fmla="*/ 33 w 66"/>
                <a:gd name="T15" fmla="*/ 0 h 72"/>
                <a:gd name="T16" fmla="*/ 18 w 66"/>
                <a:gd name="T17" fmla="*/ 9 h 72"/>
                <a:gd name="T18" fmla="*/ 12 w 66"/>
                <a:gd name="T19" fmla="*/ 14 h 72"/>
                <a:gd name="T20" fmla="*/ 18 w 66"/>
                <a:gd name="T21" fmla="*/ 14 h 72"/>
                <a:gd name="T22" fmla="*/ 18 w 66"/>
                <a:gd name="T23" fmla="*/ 19 h 72"/>
                <a:gd name="T24" fmla="*/ 7 w 66"/>
                <a:gd name="T25" fmla="*/ 19 h 72"/>
                <a:gd name="T26" fmla="*/ 0 w 66"/>
                <a:gd name="T27" fmla="*/ 39 h 72"/>
                <a:gd name="T28" fmla="*/ 33 w 66"/>
                <a:gd name="T29" fmla="*/ 72 h 72"/>
                <a:gd name="T30" fmla="*/ 33 w 66"/>
                <a:gd name="T31" fmla="*/ 7 h 72"/>
                <a:gd name="T32" fmla="*/ 42 w 66"/>
                <a:gd name="T33" fmla="*/ 16 h 72"/>
                <a:gd name="T34" fmla="*/ 33 w 66"/>
                <a:gd name="T35" fmla="*/ 25 h 72"/>
                <a:gd name="T36" fmla="*/ 24 w 66"/>
                <a:gd name="T37" fmla="*/ 16 h 72"/>
                <a:gd name="T38" fmla="*/ 33 w 66"/>
                <a:gd name="T39" fmla="*/ 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 h="72">
                  <a:moveTo>
                    <a:pt x="33" y="72"/>
                  </a:moveTo>
                  <a:cubicBezTo>
                    <a:pt x="51" y="72"/>
                    <a:pt x="66" y="58"/>
                    <a:pt x="66" y="39"/>
                  </a:cubicBezTo>
                  <a:cubicBezTo>
                    <a:pt x="66" y="31"/>
                    <a:pt x="64" y="24"/>
                    <a:pt x="59" y="19"/>
                  </a:cubicBezTo>
                  <a:cubicBezTo>
                    <a:pt x="48" y="19"/>
                    <a:pt x="48" y="19"/>
                    <a:pt x="48" y="19"/>
                  </a:cubicBezTo>
                  <a:cubicBezTo>
                    <a:pt x="48" y="14"/>
                    <a:pt x="48" y="14"/>
                    <a:pt x="48" y="14"/>
                  </a:cubicBezTo>
                  <a:cubicBezTo>
                    <a:pt x="54" y="14"/>
                    <a:pt x="54" y="14"/>
                    <a:pt x="54" y="14"/>
                  </a:cubicBezTo>
                  <a:cubicBezTo>
                    <a:pt x="52" y="12"/>
                    <a:pt x="50" y="11"/>
                    <a:pt x="48" y="9"/>
                  </a:cubicBezTo>
                  <a:cubicBezTo>
                    <a:pt x="45" y="4"/>
                    <a:pt x="39" y="0"/>
                    <a:pt x="33" y="0"/>
                  </a:cubicBezTo>
                  <a:cubicBezTo>
                    <a:pt x="26" y="0"/>
                    <a:pt x="21" y="4"/>
                    <a:pt x="18" y="9"/>
                  </a:cubicBezTo>
                  <a:cubicBezTo>
                    <a:pt x="16" y="11"/>
                    <a:pt x="14" y="12"/>
                    <a:pt x="12" y="14"/>
                  </a:cubicBezTo>
                  <a:cubicBezTo>
                    <a:pt x="18" y="14"/>
                    <a:pt x="18" y="14"/>
                    <a:pt x="18" y="14"/>
                  </a:cubicBezTo>
                  <a:cubicBezTo>
                    <a:pt x="18" y="19"/>
                    <a:pt x="18" y="19"/>
                    <a:pt x="18" y="19"/>
                  </a:cubicBezTo>
                  <a:cubicBezTo>
                    <a:pt x="7" y="19"/>
                    <a:pt x="7" y="19"/>
                    <a:pt x="7" y="19"/>
                  </a:cubicBezTo>
                  <a:cubicBezTo>
                    <a:pt x="2" y="24"/>
                    <a:pt x="0" y="31"/>
                    <a:pt x="0" y="39"/>
                  </a:cubicBezTo>
                  <a:cubicBezTo>
                    <a:pt x="0" y="58"/>
                    <a:pt x="15" y="72"/>
                    <a:pt x="33" y="72"/>
                  </a:cubicBezTo>
                  <a:close/>
                  <a:moveTo>
                    <a:pt x="33" y="7"/>
                  </a:moveTo>
                  <a:cubicBezTo>
                    <a:pt x="38" y="7"/>
                    <a:pt x="42" y="11"/>
                    <a:pt x="42" y="16"/>
                  </a:cubicBezTo>
                  <a:cubicBezTo>
                    <a:pt x="42" y="21"/>
                    <a:pt x="38" y="25"/>
                    <a:pt x="33" y="25"/>
                  </a:cubicBezTo>
                  <a:cubicBezTo>
                    <a:pt x="28" y="25"/>
                    <a:pt x="24" y="21"/>
                    <a:pt x="24" y="16"/>
                  </a:cubicBezTo>
                  <a:cubicBezTo>
                    <a:pt x="24" y="11"/>
                    <a:pt x="28" y="7"/>
                    <a:pt x="33" y="7"/>
                  </a:cubicBezTo>
                  <a:close/>
                </a:path>
              </a:pathLst>
            </a:custGeom>
            <a:solidFill>
              <a:srgbClr val="B22C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56"/>
            <p:cNvSpPr>
              <a:spLocks noEditPoints="1"/>
            </p:cNvSpPr>
            <p:nvPr/>
          </p:nvSpPr>
          <p:spPr bwMode="auto">
            <a:xfrm>
              <a:off x="966788" y="738188"/>
              <a:ext cx="503238" cy="349250"/>
            </a:xfrm>
            <a:custGeom>
              <a:avLst/>
              <a:gdLst>
                <a:gd name="T0" fmla="*/ 134 w 134"/>
                <a:gd name="T1" fmla="*/ 76 h 93"/>
                <a:gd name="T2" fmla="*/ 125 w 134"/>
                <a:gd name="T3" fmla="*/ 76 h 93"/>
                <a:gd name="T4" fmla="*/ 125 w 134"/>
                <a:gd name="T5" fmla="*/ 0 h 93"/>
                <a:gd name="T6" fmla="*/ 8 w 134"/>
                <a:gd name="T7" fmla="*/ 0 h 93"/>
                <a:gd name="T8" fmla="*/ 8 w 134"/>
                <a:gd name="T9" fmla="*/ 76 h 93"/>
                <a:gd name="T10" fmla="*/ 0 w 134"/>
                <a:gd name="T11" fmla="*/ 76 h 93"/>
                <a:gd name="T12" fmla="*/ 0 w 134"/>
                <a:gd name="T13" fmla="*/ 93 h 93"/>
                <a:gd name="T14" fmla="*/ 134 w 134"/>
                <a:gd name="T15" fmla="*/ 93 h 93"/>
                <a:gd name="T16" fmla="*/ 134 w 134"/>
                <a:gd name="T17" fmla="*/ 76 h 93"/>
                <a:gd name="T18" fmla="*/ 116 w 134"/>
                <a:gd name="T19" fmla="*/ 10 h 93"/>
                <a:gd name="T20" fmla="*/ 116 w 134"/>
                <a:gd name="T21" fmla="*/ 43 h 93"/>
                <a:gd name="T22" fmla="*/ 84 w 134"/>
                <a:gd name="T23" fmla="*/ 43 h 93"/>
                <a:gd name="T24" fmla="*/ 82 w 134"/>
                <a:gd name="T25" fmla="*/ 45 h 93"/>
                <a:gd name="T26" fmla="*/ 77 w 134"/>
                <a:gd name="T27" fmla="*/ 61 h 93"/>
                <a:gd name="T28" fmla="*/ 73 w 134"/>
                <a:gd name="T29" fmla="*/ 45 h 93"/>
                <a:gd name="T30" fmla="*/ 71 w 134"/>
                <a:gd name="T31" fmla="*/ 43 h 93"/>
                <a:gd name="T32" fmla="*/ 65 w 134"/>
                <a:gd name="T33" fmla="*/ 43 h 93"/>
                <a:gd name="T34" fmla="*/ 55 w 134"/>
                <a:gd name="T35" fmla="*/ 16 h 93"/>
                <a:gd name="T36" fmla="*/ 52 w 134"/>
                <a:gd name="T37" fmla="*/ 16 h 93"/>
                <a:gd name="T38" fmla="*/ 43 w 134"/>
                <a:gd name="T39" fmla="*/ 43 h 93"/>
                <a:gd name="T40" fmla="*/ 18 w 134"/>
                <a:gd name="T41" fmla="*/ 43 h 93"/>
                <a:gd name="T42" fmla="*/ 18 w 134"/>
                <a:gd name="T43" fmla="*/ 10 h 93"/>
                <a:gd name="T44" fmla="*/ 116 w 134"/>
                <a:gd name="T45" fmla="*/ 10 h 93"/>
                <a:gd name="T46" fmla="*/ 18 w 134"/>
                <a:gd name="T47" fmla="*/ 73 h 93"/>
                <a:gd name="T48" fmla="*/ 18 w 134"/>
                <a:gd name="T49" fmla="*/ 47 h 93"/>
                <a:gd name="T50" fmla="*/ 44 w 134"/>
                <a:gd name="T51" fmla="*/ 47 h 93"/>
                <a:gd name="T52" fmla="*/ 46 w 134"/>
                <a:gd name="T53" fmla="*/ 46 h 93"/>
                <a:gd name="T54" fmla="*/ 54 w 134"/>
                <a:gd name="T55" fmla="*/ 22 h 93"/>
                <a:gd name="T56" fmla="*/ 62 w 134"/>
                <a:gd name="T57" fmla="*/ 46 h 93"/>
                <a:gd name="T58" fmla="*/ 63 w 134"/>
                <a:gd name="T59" fmla="*/ 47 h 93"/>
                <a:gd name="T60" fmla="*/ 70 w 134"/>
                <a:gd name="T61" fmla="*/ 47 h 93"/>
                <a:gd name="T62" fmla="*/ 76 w 134"/>
                <a:gd name="T63" fmla="*/ 67 h 93"/>
                <a:gd name="T64" fmla="*/ 77 w 134"/>
                <a:gd name="T65" fmla="*/ 68 h 93"/>
                <a:gd name="T66" fmla="*/ 79 w 134"/>
                <a:gd name="T67" fmla="*/ 67 h 93"/>
                <a:gd name="T68" fmla="*/ 85 w 134"/>
                <a:gd name="T69" fmla="*/ 47 h 93"/>
                <a:gd name="T70" fmla="*/ 116 w 134"/>
                <a:gd name="T71" fmla="*/ 47 h 93"/>
                <a:gd name="T72" fmla="*/ 116 w 134"/>
                <a:gd name="T73" fmla="*/ 73 h 93"/>
                <a:gd name="T74" fmla="*/ 18 w 134"/>
                <a:gd name="T75" fmla="*/ 7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4" h="93">
                  <a:moveTo>
                    <a:pt x="134" y="76"/>
                  </a:moveTo>
                  <a:cubicBezTo>
                    <a:pt x="125" y="76"/>
                    <a:pt x="125" y="76"/>
                    <a:pt x="125" y="76"/>
                  </a:cubicBezTo>
                  <a:cubicBezTo>
                    <a:pt x="125" y="0"/>
                    <a:pt x="125" y="0"/>
                    <a:pt x="125" y="0"/>
                  </a:cubicBezTo>
                  <a:cubicBezTo>
                    <a:pt x="8" y="0"/>
                    <a:pt x="8" y="0"/>
                    <a:pt x="8" y="0"/>
                  </a:cubicBezTo>
                  <a:cubicBezTo>
                    <a:pt x="8" y="76"/>
                    <a:pt x="8" y="76"/>
                    <a:pt x="8" y="76"/>
                  </a:cubicBezTo>
                  <a:cubicBezTo>
                    <a:pt x="0" y="76"/>
                    <a:pt x="0" y="76"/>
                    <a:pt x="0" y="76"/>
                  </a:cubicBezTo>
                  <a:cubicBezTo>
                    <a:pt x="0" y="93"/>
                    <a:pt x="0" y="93"/>
                    <a:pt x="0" y="93"/>
                  </a:cubicBezTo>
                  <a:cubicBezTo>
                    <a:pt x="134" y="93"/>
                    <a:pt x="134" y="93"/>
                    <a:pt x="134" y="93"/>
                  </a:cubicBezTo>
                  <a:lnTo>
                    <a:pt x="134" y="76"/>
                  </a:lnTo>
                  <a:close/>
                  <a:moveTo>
                    <a:pt x="116" y="10"/>
                  </a:moveTo>
                  <a:cubicBezTo>
                    <a:pt x="116" y="43"/>
                    <a:pt x="116" y="43"/>
                    <a:pt x="116" y="43"/>
                  </a:cubicBezTo>
                  <a:cubicBezTo>
                    <a:pt x="84" y="43"/>
                    <a:pt x="84" y="43"/>
                    <a:pt x="84" y="43"/>
                  </a:cubicBezTo>
                  <a:cubicBezTo>
                    <a:pt x="83" y="43"/>
                    <a:pt x="82" y="44"/>
                    <a:pt x="82" y="45"/>
                  </a:cubicBezTo>
                  <a:cubicBezTo>
                    <a:pt x="77" y="61"/>
                    <a:pt x="77" y="61"/>
                    <a:pt x="77" y="61"/>
                  </a:cubicBezTo>
                  <a:cubicBezTo>
                    <a:pt x="73" y="45"/>
                    <a:pt x="73" y="45"/>
                    <a:pt x="73" y="45"/>
                  </a:cubicBezTo>
                  <a:cubicBezTo>
                    <a:pt x="72" y="44"/>
                    <a:pt x="72" y="43"/>
                    <a:pt x="71" y="43"/>
                  </a:cubicBezTo>
                  <a:cubicBezTo>
                    <a:pt x="65" y="43"/>
                    <a:pt x="65" y="43"/>
                    <a:pt x="65" y="43"/>
                  </a:cubicBezTo>
                  <a:cubicBezTo>
                    <a:pt x="55" y="16"/>
                    <a:pt x="55" y="16"/>
                    <a:pt x="55" y="16"/>
                  </a:cubicBezTo>
                  <a:cubicBezTo>
                    <a:pt x="55" y="14"/>
                    <a:pt x="53" y="14"/>
                    <a:pt x="52" y="16"/>
                  </a:cubicBezTo>
                  <a:cubicBezTo>
                    <a:pt x="43" y="43"/>
                    <a:pt x="43" y="43"/>
                    <a:pt x="43" y="43"/>
                  </a:cubicBezTo>
                  <a:cubicBezTo>
                    <a:pt x="18" y="43"/>
                    <a:pt x="18" y="43"/>
                    <a:pt x="18" y="43"/>
                  </a:cubicBezTo>
                  <a:cubicBezTo>
                    <a:pt x="18" y="10"/>
                    <a:pt x="18" y="10"/>
                    <a:pt x="18" y="10"/>
                  </a:cubicBezTo>
                  <a:lnTo>
                    <a:pt x="116" y="10"/>
                  </a:lnTo>
                  <a:close/>
                  <a:moveTo>
                    <a:pt x="18" y="73"/>
                  </a:moveTo>
                  <a:cubicBezTo>
                    <a:pt x="18" y="47"/>
                    <a:pt x="18" y="47"/>
                    <a:pt x="18" y="47"/>
                  </a:cubicBezTo>
                  <a:cubicBezTo>
                    <a:pt x="44" y="47"/>
                    <a:pt x="44" y="47"/>
                    <a:pt x="44" y="47"/>
                  </a:cubicBezTo>
                  <a:cubicBezTo>
                    <a:pt x="45" y="47"/>
                    <a:pt x="45" y="46"/>
                    <a:pt x="46" y="46"/>
                  </a:cubicBezTo>
                  <a:cubicBezTo>
                    <a:pt x="54" y="22"/>
                    <a:pt x="54" y="22"/>
                    <a:pt x="54" y="22"/>
                  </a:cubicBezTo>
                  <a:cubicBezTo>
                    <a:pt x="62" y="46"/>
                    <a:pt x="62" y="46"/>
                    <a:pt x="62" y="46"/>
                  </a:cubicBezTo>
                  <a:cubicBezTo>
                    <a:pt x="62" y="46"/>
                    <a:pt x="63" y="47"/>
                    <a:pt x="63" y="47"/>
                  </a:cubicBezTo>
                  <a:cubicBezTo>
                    <a:pt x="70" y="47"/>
                    <a:pt x="70" y="47"/>
                    <a:pt x="70" y="47"/>
                  </a:cubicBezTo>
                  <a:cubicBezTo>
                    <a:pt x="76" y="67"/>
                    <a:pt x="76" y="67"/>
                    <a:pt x="76" y="67"/>
                  </a:cubicBezTo>
                  <a:cubicBezTo>
                    <a:pt x="76" y="68"/>
                    <a:pt x="77" y="68"/>
                    <a:pt x="77" y="68"/>
                  </a:cubicBezTo>
                  <a:cubicBezTo>
                    <a:pt x="78" y="68"/>
                    <a:pt x="79" y="68"/>
                    <a:pt x="79" y="67"/>
                  </a:cubicBezTo>
                  <a:cubicBezTo>
                    <a:pt x="85" y="47"/>
                    <a:pt x="85" y="47"/>
                    <a:pt x="85" y="47"/>
                  </a:cubicBezTo>
                  <a:cubicBezTo>
                    <a:pt x="116" y="47"/>
                    <a:pt x="116" y="47"/>
                    <a:pt x="116" y="47"/>
                  </a:cubicBezTo>
                  <a:cubicBezTo>
                    <a:pt x="116" y="73"/>
                    <a:pt x="116" y="73"/>
                    <a:pt x="116" y="73"/>
                  </a:cubicBezTo>
                  <a:cubicBezTo>
                    <a:pt x="18" y="73"/>
                    <a:pt x="18" y="73"/>
                    <a:pt x="18" y="73"/>
                  </a:cubicBezTo>
                  <a:close/>
                </a:path>
              </a:pathLst>
            </a:custGeom>
            <a:solidFill>
              <a:srgbClr val="B22C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55" name="Freeform 57"/>
          <p:cNvSpPr>
            <a:spLocks noEditPoints="1"/>
          </p:cNvSpPr>
          <p:nvPr/>
        </p:nvSpPr>
        <p:spPr bwMode="auto">
          <a:xfrm>
            <a:off x="5643563" y="4386263"/>
            <a:ext cx="1749425" cy="1417638"/>
          </a:xfrm>
          <a:custGeom>
            <a:avLst/>
            <a:gdLst>
              <a:gd name="T0" fmla="*/ 463 w 466"/>
              <a:gd name="T1" fmla="*/ 7 h 377"/>
              <a:gd name="T2" fmla="*/ 421 w 466"/>
              <a:gd name="T3" fmla="*/ 0 h 377"/>
              <a:gd name="T4" fmla="*/ 386 w 466"/>
              <a:gd name="T5" fmla="*/ 13 h 377"/>
              <a:gd name="T6" fmla="*/ 376 w 466"/>
              <a:gd name="T7" fmla="*/ 13 h 377"/>
              <a:gd name="T8" fmla="*/ 376 w 466"/>
              <a:gd name="T9" fmla="*/ 17 h 377"/>
              <a:gd name="T10" fmla="*/ 378 w 466"/>
              <a:gd name="T11" fmla="*/ 20 h 377"/>
              <a:gd name="T12" fmla="*/ 364 w 466"/>
              <a:gd name="T13" fmla="*/ 64 h 377"/>
              <a:gd name="T14" fmla="*/ 374 w 466"/>
              <a:gd name="T15" fmla="*/ 82 h 377"/>
              <a:gd name="T16" fmla="*/ 308 w 466"/>
              <a:gd name="T17" fmla="*/ 133 h 377"/>
              <a:gd name="T18" fmla="*/ 250 w 466"/>
              <a:gd name="T19" fmla="*/ 173 h 377"/>
              <a:gd name="T20" fmla="*/ 184 w 466"/>
              <a:gd name="T21" fmla="*/ 176 h 377"/>
              <a:gd name="T22" fmla="*/ 107 w 466"/>
              <a:gd name="T23" fmla="*/ 183 h 377"/>
              <a:gd name="T24" fmla="*/ 184 w 466"/>
              <a:gd name="T25" fmla="*/ 208 h 377"/>
              <a:gd name="T26" fmla="*/ 101 w 466"/>
              <a:gd name="T27" fmla="*/ 180 h 377"/>
              <a:gd name="T28" fmla="*/ 100 w 466"/>
              <a:gd name="T29" fmla="*/ 177 h 377"/>
              <a:gd name="T30" fmla="*/ 100 w 466"/>
              <a:gd name="T31" fmla="*/ 174 h 377"/>
              <a:gd name="T32" fmla="*/ 101 w 466"/>
              <a:gd name="T33" fmla="*/ 170 h 377"/>
              <a:gd name="T34" fmla="*/ 131 w 466"/>
              <a:gd name="T35" fmla="*/ 162 h 377"/>
              <a:gd name="T36" fmla="*/ 126 w 466"/>
              <a:gd name="T37" fmla="*/ 155 h 377"/>
              <a:gd name="T38" fmla="*/ 90 w 466"/>
              <a:gd name="T39" fmla="*/ 170 h 377"/>
              <a:gd name="T40" fmla="*/ 98 w 466"/>
              <a:gd name="T41" fmla="*/ 198 h 377"/>
              <a:gd name="T42" fmla="*/ 184 w 466"/>
              <a:gd name="T43" fmla="*/ 237 h 377"/>
              <a:gd name="T44" fmla="*/ 69 w 466"/>
              <a:gd name="T45" fmla="*/ 185 h 377"/>
              <a:gd name="T46" fmla="*/ 27 w 466"/>
              <a:gd name="T47" fmla="*/ 164 h 377"/>
              <a:gd name="T48" fmla="*/ 4 w 466"/>
              <a:gd name="T49" fmla="*/ 171 h 377"/>
              <a:gd name="T50" fmla="*/ 44 w 466"/>
              <a:gd name="T51" fmla="*/ 258 h 377"/>
              <a:gd name="T52" fmla="*/ 44 w 466"/>
              <a:gd name="T53" fmla="*/ 280 h 377"/>
              <a:gd name="T54" fmla="*/ 74 w 466"/>
              <a:gd name="T55" fmla="*/ 355 h 377"/>
              <a:gd name="T56" fmla="*/ 95 w 466"/>
              <a:gd name="T57" fmla="*/ 365 h 377"/>
              <a:gd name="T58" fmla="*/ 349 w 466"/>
              <a:gd name="T59" fmla="*/ 340 h 377"/>
              <a:gd name="T60" fmla="*/ 356 w 466"/>
              <a:gd name="T61" fmla="*/ 377 h 377"/>
              <a:gd name="T62" fmla="*/ 366 w 466"/>
              <a:gd name="T63" fmla="*/ 282 h 377"/>
              <a:gd name="T64" fmla="*/ 346 w 466"/>
              <a:gd name="T65" fmla="*/ 237 h 377"/>
              <a:gd name="T66" fmla="*/ 253 w 466"/>
              <a:gd name="T67" fmla="*/ 176 h 377"/>
              <a:gd name="T68" fmla="*/ 308 w 466"/>
              <a:gd name="T69" fmla="*/ 137 h 377"/>
              <a:gd name="T70" fmla="*/ 380 w 466"/>
              <a:gd name="T71" fmla="*/ 82 h 377"/>
              <a:gd name="T72" fmla="*/ 384 w 466"/>
              <a:gd name="T73" fmla="*/ 76 h 377"/>
              <a:gd name="T74" fmla="*/ 392 w 466"/>
              <a:gd name="T75" fmla="*/ 71 h 377"/>
              <a:gd name="T76" fmla="*/ 392 w 466"/>
              <a:gd name="T77" fmla="*/ 20 h 377"/>
              <a:gd name="T78" fmla="*/ 386 w 466"/>
              <a:gd name="T79" fmla="*/ 17 h 377"/>
              <a:gd name="T80" fmla="*/ 405 w 466"/>
              <a:gd name="T81" fmla="*/ 342 h 377"/>
              <a:gd name="T82" fmla="*/ 384 w 466"/>
              <a:gd name="T83" fmla="*/ 377 h 377"/>
              <a:gd name="T84" fmla="*/ 405 w 466"/>
              <a:gd name="T85" fmla="*/ 352 h 377"/>
              <a:gd name="T86" fmla="*/ 439 w 466"/>
              <a:gd name="T87" fmla="*/ 368 h 377"/>
              <a:gd name="T88" fmla="*/ 452 w 466"/>
              <a:gd name="T89" fmla="*/ 358 h 377"/>
              <a:gd name="T90" fmla="*/ 421 w 466"/>
              <a:gd name="T91" fmla="*/ 17 h 377"/>
              <a:gd name="T92" fmla="*/ 349 w 466"/>
              <a:gd name="T93" fmla="*/ 328 h 377"/>
              <a:gd name="T94" fmla="*/ 349 w 466"/>
              <a:gd name="T95" fmla="*/ 282 h 377"/>
              <a:gd name="T96" fmla="*/ 383 w 466"/>
              <a:gd name="T97" fmla="*/ 18 h 377"/>
              <a:gd name="T98" fmla="*/ 381 w 466"/>
              <a:gd name="T99" fmla="*/ 18 h 377"/>
              <a:gd name="T100" fmla="*/ 382 w 466"/>
              <a:gd name="T101" fmla="*/ 55 h 377"/>
              <a:gd name="T102" fmla="*/ 390 w 466"/>
              <a:gd name="T103" fmla="*/ 4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66" h="377">
                <a:moveTo>
                  <a:pt x="456" y="17"/>
                </a:moveTo>
                <a:cubicBezTo>
                  <a:pt x="462" y="17"/>
                  <a:pt x="466" y="12"/>
                  <a:pt x="466" y="7"/>
                </a:cubicBezTo>
                <a:cubicBezTo>
                  <a:pt x="463" y="7"/>
                  <a:pt x="463" y="7"/>
                  <a:pt x="463" y="7"/>
                </a:cubicBezTo>
                <a:cubicBezTo>
                  <a:pt x="463" y="10"/>
                  <a:pt x="460" y="13"/>
                  <a:pt x="456" y="13"/>
                </a:cubicBezTo>
                <a:cubicBezTo>
                  <a:pt x="421" y="13"/>
                  <a:pt x="421" y="13"/>
                  <a:pt x="421" y="13"/>
                </a:cubicBezTo>
                <a:cubicBezTo>
                  <a:pt x="421" y="0"/>
                  <a:pt x="421" y="0"/>
                  <a:pt x="421" y="0"/>
                </a:cubicBezTo>
                <a:cubicBezTo>
                  <a:pt x="411" y="0"/>
                  <a:pt x="411" y="0"/>
                  <a:pt x="411" y="0"/>
                </a:cubicBezTo>
                <a:cubicBezTo>
                  <a:pt x="411" y="13"/>
                  <a:pt x="411" y="13"/>
                  <a:pt x="411" y="13"/>
                </a:cubicBezTo>
                <a:cubicBezTo>
                  <a:pt x="386" y="13"/>
                  <a:pt x="386" y="13"/>
                  <a:pt x="386" y="13"/>
                </a:cubicBezTo>
                <a:cubicBezTo>
                  <a:pt x="385" y="11"/>
                  <a:pt x="384" y="10"/>
                  <a:pt x="382" y="10"/>
                </a:cubicBezTo>
                <a:cubicBezTo>
                  <a:pt x="380" y="10"/>
                  <a:pt x="379" y="11"/>
                  <a:pt x="378" y="13"/>
                </a:cubicBezTo>
                <a:cubicBezTo>
                  <a:pt x="376" y="13"/>
                  <a:pt x="376" y="13"/>
                  <a:pt x="376" y="13"/>
                </a:cubicBezTo>
                <a:cubicBezTo>
                  <a:pt x="372" y="13"/>
                  <a:pt x="369" y="10"/>
                  <a:pt x="369" y="7"/>
                </a:cubicBezTo>
                <a:cubicBezTo>
                  <a:pt x="366" y="7"/>
                  <a:pt x="366" y="7"/>
                  <a:pt x="366" y="7"/>
                </a:cubicBezTo>
                <a:cubicBezTo>
                  <a:pt x="366" y="12"/>
                  <a:pt x="370" y="17"/>
                  <a:pt x="376" y="17"/>
                </a:cubicBezTo>
                <a:cubicBezTo>
                  <a:pt x="377" y="17"/>
                  <a:pt x="377" y="17"/>
                  <a:pt x="377" y="17"/>
                </a:cubicBezTo>
                <a:cubicBezTo>
                  <a:pt x="377" y="17"/>
                  <a:pt x="377" y="17"/>
                  <a:pt x="377" y="18"/>
                </a:cubicBezTo>
                <a:cubicBezTo>
                  <a:pt x="377" y="19"/>
                  <a:pt x="377" y="19"/>
                  <a:pt x="378" y="20"/>
                </a:cubicBezTo>
                <a:cubicBezTo>
                  <a:pt x="372" y="20"/>
                  <a:pt x="372" y="20"/>
                  <a:pt x="372" y="20"/>
                </a:cubicBezTo>
                <a:cubicBezTo>
                  <a:pt x="367" y="20"/>
                  <a:pt x="364" y="23"/>
                  <a:pt x="364" y="27"/>
                </a:cubicBezTo>
                <a:cubicBezTo>
                  <a:pt x="364" y="64"/>
                  <a:pt x="364" y="64"/>
                  <a:pt x="364" y="64"/>
                </a:cubicBezTo>
                <a:cubicBezTo>
                  <a:pt x="364" y="68"/>
                  <a:pt x="367" y="71"/>
                  <a:pt x="372" y="71"/>
                </a:cubicBezTo>
                <a:cubicBezTo>
                  <a:pt x="374" y="71"/>
                  <a:pt x="374" y="71"/>
                  <a:pt x="374" y="71"/>
                </a:cubicBezTo>
                <a:cubicBezTo>
                  <a:pt x="374" y="82"/>
                  <a:pt x="374" y="82"/>
                  <a:pt x="374" y="82"/>
                </a:cubicBezTo>
                <a:cubicBezTo>
                  <a:pt x="375" y="82"/>
                  <a:pt x="375" y="82"/>
                  <a:pt x="375" y="82"/>
                </a:cubicBezTo>
                <a:cubicBezTo>
                  <a:pt x="373" y="114"/>
                  <a:pt x="360" y="127"/>
                  <a:pt x="326" y="132"/>
                </a:cubicBezTo>
                <a:cubicBezTo>
                  <a:pt x="321" y="133"/>
                  <a:pt x="315" y="133"/>
                  <a:pt x="308" y="133"/>
                </a:cubicBezTo>
                <a:cubicBezTo>
                  <a:pt x="295" y="132"/>
                  <a:pt x="280" y="132"/>
                  <a:pt x="271" y="138"/>
                </a:cubicBezTo>
                <a:cubicBezTo>
                  <a:pt x="263" y="143"/>
                  <a:pt x="261" y="150"/>
                  <a:pt x="258" y="157"/>
                </a:cubicBezTo>
                <a:cubicBezTo>
                  <a:pt x="257" y="163"/>
                  <a:pt x="255" y="169"/>
                  <a:pt x="250" y="173"/>
                </a:cubicBezTo>
                <a:cubicBezTo>
                  <a:pt x="247" y="175"/>
                  <a:pt x="245" y="177"/>
                  <a:pt x="241" y="178"/>
                </a:cubicBezTo>
                <a:cubicBezTo>
                  <a:pt x="184" y="172"/>
                  <a:pt x="184" y="172"/>
                  <a:pt x="184" y="172"/>
                </a:cubicBezTo>
                <a:cubicBezTo>
                  <a:pt x="184" y="176"/>
                  <a:pt x="184" y="176"/>
                  <a:pt x="184" y="176"/>
                </a:cubicBezTo>
                <a:cubicBezTo>
                  <a:pt x="146" y="183"/>
                  <a:pt x="127" y="165"/>
                  <a:pt x="126" y="164"/>
                </a:cubicBezTo>
                <a:cubicBezTo>
                  <a:pt x="121" y="159"/>
                  <a:pt x="113" y="159"/>
                  <a:pt x="108" y="164"/>
                </a:cubicBezTo>
                <a:cubicBezTo>
                  <a:pt x="102" y="169"/>
                  <a:pt x="102" y="177"/>
                  <a:pt x="107" y="183"/>
                </a:cubicBezTo>
                <a:cubicBezTo>
                  <a:pt x="108" y="184"/>
                  <a:pt x="128" y="203"/>
                  <a:pt x="166" y="203"/>
                </a:cubicBezTo>
                <a:cubicBezTo>
                  <a:pt x="171" y="203"/>
                  <a:pt x="177" y="203"/>
                  <a:pt x="184" y="202"/>
                </a:cubicBezTo>
                <a:cubicBezTo>
                  <a:pt x="184" y="208"/>
                  <a:pt x="184" y="208"/>
                  <a:pt x="184" y="208"/>
                </a:cubicBezTo>
                <a:cubicBezTo>
                  <a:pt x="178" y="209"/>
                  <a:pt x="172" y="209"/>
                  <a:pt x="166" y="209"/>
                </a:cubicBezTo>
                <a:cubicBezTo>
                  <a:pt x="128" y="209"/>
                  <a:pt x="107" y="190"/>
                  <a:pt x="105" y="187"/>
                </a:cubicBezTo>
                <a:cubicBezTo>
                  <a:pt x="103" y="185"/>
                  <a:pt x="102" y="183"/>
                  <a:pt x="101" y="180"/>
                </a:cubicBezTo>
                <a:cubicBezTo>
                  <a:pt x="101" y="180"/>
                  <a:pt x="101" y="180"/>
                  <a:pt x="101" y="180"/>
                </a:cubicBezTo>
                <a:cubicBezTo>
                  <a:pt x="101" y="179"/>
                  <a:pt x="100" y="178"/>
                  <a:pt x="100" y="177"/>
                </a:cubicBezTo>
                <a:cubicBezTo>
                  <a:pt x="100" y="177"/>
                  <a:pt x="100" y="177"/>
                  <a:pt x="100" y="177"/>
                </a:cubicBezTo>
                <a:cubicBezTo>
                  <a:pt x="100" y="176"/>
                  <a:pt x="100" y="176"/>
                  <a:pt x="100" y="176"/>
                </a:cubicBezTo>
                <a:cubicBezTo>
                  <a:pt x="100" y="175"/>
                  <a:pt x="100" y="175"/>
                  <a:pt x="100" y="175"/>
                </a:cubicBezTo>
                <a:cubicBezTo>
                  <a:pt x="100" y="174"/>
                  <a:pt x="100" y="174"/>
                  <a:pt x="100" y="174"/>
                </a:cubicBezTo>
                <a:cubicBezTo>
                  <a:pt x="100" y="173"/>
                  <a:pt x="100" y="173"/>
                  <a:pt x="100" y="172"/>
                </a:cubicBezTo>
                <a:cubicBezTo>
                  <a:pt x="100" y="172"/>
                  <a:pt x="101" y="171"/>
                  <a:pt x="101" y="171"/>
                </a:cubicBezTo>
                <a:cubicBezTo>
                  <a:pt x="101" y="170"/>
                  <a:pt x="101" y="170"/>
                  <a:pt x="101" y="170"/>
                </a:cubicBezTo>
                <a:cubicBezTo>
                  <a:pt x="102" y="167"/>
                  <a:pt x="103" y="164"/>
                  <a:pt x="105" y="162"/>
                </a:cubicBezTo>
                <a:cubicBezTo>
                  <a:pt x="109" y="159"/>
                  <a:pt x="113" y="157"/>
                  <a:pt x="118" y="157"/>
                </a:cubicBezTo>
                <a:cubicBezTo>
                  <a:pt x="123" y="157"/>
                  <a:pt x="127" y="159"/>
                  <a:pt x="131" y="162"/>
                </a:cubicBezTo>
                <a:cubicBezTo>
                  <a:pt x="131" y="163"/>
                  <a:pt x="142" y="173"/>
                  <a:pt x="166" y="173"/>
                </a:cubicBezTo>
                <a:cubicBezTo>
                  <a:pt x="166" y="173"/>
                  <a:pt x="167" y="173"/>
                  <a:pt x="168" y="173"/>
                </a:cubicBezTo>
                <a:cubicBezTo>
                  <a:pt x="147" y="166"/>
                  <a:pt x="126" y="155"/>
                  <a:pt x="126" y="155"/>
                </a:cubicBezTo>
                <a:cubicBezTo>
                  <a:pt x="116" y="149"/>
                  <a:pt x="104" y="153"/>
                  <a:pt x="97" y="160"/>
                </a:cubicBezTo>
                <a:cubicBezTo>
                  <a:pt x="97" y="160"/>
                  <a:pt x="95" y="162"/>
                  <a:pt x="93" y="164"/>
                </a:cubicBezTo>
                <a:cubicBezTo>
                  <a:pt x="91" y="167"/>
                  <a:pt x="90" y="170"/>
                  <a:pt x="90" y="170"/>
                </a:cubicBezTo>
                <a:cubicBezTo>
                  <a:pt x="90" y="170"/>
                  <a:pt x="90" y="170"/>
                  <a:pt x="90" y="170"/>
                </a:cubicBezTo>
                <a:cubicBezTo>
                  <a:pt x="88" y="177"/>
                  <a:pt x="88" y="186"/>
                  <a:pt x="92" y="192"/>
                </a:cubicBezTo>
                <a:cubicBezTo>
                  <a:pt x="92" y="192"/>
                  <a:pt x="94" y="196"/>
                  <a:pt x="98" y="198"/>
                </a:cubicBezTo>
                <a:cubicBezTo>
                  <a:pt x="98" y="198"/>
                  <a:pt x="144" y="230"/>
                  <a:pt x="173" y="231"/>
                </a:cubicBezTo>
                <a:cubicBezTo>
                  <a:pt x="177" y="231"/>
                  <a:pt x="180" y="231"/>
                  <a:pt x="184" y="231"/>
                </a:cubicBezTo>
                <a:cubicBezTo>
                  <a:pt x="184" y="237"/>
                  <a:pt x="184" y="237"/>
                  <a:pt x="184" y="237"/>
                </a:cubicBezTo>
                <a:cubicBezTo>
                  <a:pt x="159" y="237"/>
                  <a:pt x="159" y="237"/>
                  <a:pt x="159" y="237"/>
                </a:cubicBezTo>
                <a:cubicBezTo>
                  <a:pt x="66" y="188"/>
                  <a:pt x="66" y="188"/>
                  <a:pt x="66" y="188"/>
                </a:cubicBezTo>
                <a:cubicBezTo>
                  <a:pt x="67" y="188"/>
                  <a:pt x="69" y="187"/>
                  <a:pt x="69" y="185"/>
                </a:cubicBezTo>
                <a:cubicBezTo>
                  <a:pt x="71" y="183"/>
                  <a:pt x="70" y="179"/>
                  <a:pt x="67" y="178"/>
                </a:cubicBezTo>
                <a:cubicBezTo>
                  <a:pt x="35" y="161"/>
                  <a:pt x="35" y="161"/>
                  <a:pt x="35" y="161"/>
                </a:cubicBezTo>
                <a:cubicBezTo>
                  <a:pt x="32" y="160"/>
                  <a:pt x="29" y="161"/>
                  <a:pt x="27" y="164"/>
                </a:cubicBezTo>
                <a:cubicBezTo>
                  <a:pt x="27" y="165"/>
                  <a:pt x="27" y="166"/>
                  <a:pt x="27" y="167"/>
                </a:cubicBezTo>
                <a:cubicBezTo>
                  <a:pt x="23" y="165"/>
                  <a:pt x="23" y="165"/>
                  <a:pt x="23" y="165"/>
                </a:cubicBezTo>
                <a:cubicBezTo>
                  <a:pt x="16" y="161"/>
                  <a:pt x="7" y="164"/>
                  <a:pt x="4" y="171"/>
                </a:cubicBezTo>
                <a:cubicBezTo>
                  <a:pt x="0" y="178"/>
                  <a:pt x="3" y="187"/>
                  <a:pt x="10" y="190"/>
                </a:cubicBezTo>
                <a:cubicBezTo>
                  <a:pt x="137" y="258"/>
                  <a:pt x="137" y="258"/>
                  <a:pt x="137" y="258"/>
                </a:cubicBezTo>
                <a:cubicBezTo>
                  <a:pt x="44" y="258"/>
                  <a:pt x="44" y="258"/>
                  <a:pt x="44" y="258"/>
                </a:cubicBezTo>
                <a:cubicBezTo>
                  <a:pt x="40" y="258"/>
                  <a:pt x="36" y="262"/>
                  <a:pt x="36" y="267"/>
                </a:cubicBezTo>
                <a:cubicBezTo>
                  <a:pt x="36" y="271"/>
                  <a:pt x="36" y="271"/>
                  <a:pt x="36" y="271"/>
                </a:cubicBezTo>
                <a:cubicBezTo>
                  <a:pt x="36" y="276"/>
                  <a:pt x="40" y="280"/>
                  <a:pt x="44" y="280"/>
                </a:cubicBezTo>
                <a:cubicBezTo>
                  <a:pt x="74" y="280"/>
                  <a:pt x="74" y="280"/>
                  <a:pt x="74" y="280"/>
                </a:cubicBezTo>
                <a:cubicBezTo>
                  <a:pt x="74" y="281"/>
                  <a:pt x="74" y="281"/>
                  <a:pt x="74" y="282"/>
                </a:cubicBezTo>
                <a:cubicBezTo>
                  <a:pt x="74" y="355"/>
                  <a:pt x="74" y="355"/>
                  <a:pt x="74" y="355"/>
                </a:cubicBezTo>
                <a:cubicBezTo>
                  <a:pt x="71" y="357"/>
                  <a:pt x="69" y="361"/>
                  <a:pt x="69" y="365"/>
                </a:cubicBezTo>
                <a:cubicBezTo>
                  <a:pt x="69" y="372"/>
                  <a:pt x="75" y="377"/>
                  <a:pt x="82" y="377"/>
                </a:cubicBezTo>
                <a:cubicBezTo>
                  <a:pt x="89" y="377"/>
                  <a:pt x="95" y="372"/>
                  <a:pt x="95" y="365"/>
                </a:cubicBezTo>
                <a:cubicBezTo>
                  <a:pt x="95" y="361"/>
                  <a:pt x="93" y="358"/>
                  <a:pt x="91" y="356"/>
                </a:cubicBezTo>
                <a:cubicBezTo>
                  <a:pt x="91" y="340"/>
                  <a:pt x="91" y="340"/>
                  <a:pt x="91" y="340"/>
                </a:cubicBezTo>
                <a:cubicBezTo>
                  <a:pt x="349" y="340"/>
                  <a:pt x="349" y="340"/>
                  <a:pt x="349" y="340"/>
                </a:cubicBezTo>
                <a:cubicBezTo>
                  <a:pt x="349" y="355"/>
                  <a:pt x="349" y="355"/>
                  <a:pt x="349" y="355"/>
                </a:cubicBezTo>
                <a:cubicBezTo>
                  <a:pt x="346" y="357"/>
                  <a:pt x="344" y="360"/>
                  <a:pt x="344" y="365"/>
                </a:cubicBezTo>
                <a:cubicBezTo>
                  <a:pt x="344" y="372"/>
                  <a:pt x="349" y="377"/>
                  <a:pt x="356" y="377"/>
                </a:cubicBezTo>
                <a:cubicBezTo>
                  <a:pt x="364" y="377"/>
                  <a:pt x="369" y="372"/>
                  <a:pt x="369" y="365"/>
                </a:cubicBezTo>
                <a:cubicBezTo>
                  <a:pt x="369" y="361"/>
                  <a:pt x="368" y="358"/>
                  <a:pt x="366" y="356"/>
                </a:cubicBezTo>
                <a:cubicBezTo>
                  <a:pt x="366" y="282"/>
                  <a:pt x="366" y="282"/>
                  <a:pt x="366" y="282"/>
                </a:cubicBezTo>
                <a:cubicBezTo>
                  <a:pt x="366" y="273"/>
                  <a:pt x="359" y="265"/>
                  <a:pt x="350" y="265"/>
                </a:cubicBezTo>
                <a:cubicBezTo>
                  <a:pt x="355" y="263"/>
                  <a:pt x="359" y="258"/>
                  <a:pt x="359" y="252"/>
                </a:cubicBezTo>
                <a:cubicBezTo>
                  <a:pt x="359" y="244"/>
                  <a:pt x="353" y="238"/>
                  <a:pt x="346" y="237"/>
                </a:cubicBezTo>
                <a:cubicBezTo>
                  <a:pt x="349" y="220"/>
                  <a:pt x="344" y="189"/>
                  <a:pt x="278" y="182"/>
                </a:cubicBezTo>
                <a:cubicBezTo>
                  <a:pt x="268" y="181"/>
                  <a:pt x="258" y="180"/>
                  <a:pt x="250" y="179"/>
                </a:cubicBezTo>
                <a:cubicBezTo>
                  <a:pt x="251" y="178"/>
                  <a:pt x="252" y="177"/>
                  <a:pt x="253" y="176"/>
                </a:cubicBezTo>
                <a:cubicBezTo>
                  <a:pt x="259" y="171"/>
                  <a:pt x="261" y="165"/>
                  <a:pt x="263" y="159"/>
                </a:cubicBezTo>
                <a:cubicBezTo>
                  <a:pt x="265" y="152"/>
                  <a:pt x="267" y="146"/>
                  <a:pt x="273" y="142"/>
                </a:cubicBezTo>
                <a:cubicBezTo>
                  <a:pt x="281" y="137"/>
                  <a:pt x="296" y="137"/>
                  <a:pt x="308" y="137"/>
                </a:cubicBezTo>
                <a:cubicBezTo>
                  <a:pt x="315" y="137"/>
                  <a:pt x="322" y="137"/>
                  <a:pt x="327" y="136"/>
                </a:cubicBezTo>
                <a:cubicBezTo>
                  <a:pt x="363" y="131"/>
                  <a:pt x="378" y="116"/>
                  <a:pt x="379" y="82"/>
                </a:cubicBezTo>
                <a:cubicBezTo>
                  <a:pt x="380" y="82"/>
                  <a:pt x="380" y="82"/>
                  <a:pt x="380" y="82"/>
                </a:cubicBezTo>
                <a:cubicBezTo>
                  <a:pt x="380" y="71"/>
                  <a:pt x="380" y="71"/>
                  <a:pt x="380" y="71"/>
                </a:cubicBezTo>
                <a:cubicBezTo>
                  <a:pt x="384" y="71"/>
                  <a:pt x="384" y="71"/>
                  <a:pt x="384" y="71"/>
                </a:cubicBezTo>
                <a:cubicBezTo>
                  <a:pt x="384" y="76"/>
                  <a:pt x="384" y="76"/>
                  <a:pt x="384" y="76"/>
                </a:cubicBezTo>
                <a:cubicBezTo>
                  <a:pt x="390" y="76"/>
                  <a:pt x="390" y="76"/>
                  <a:pt x="390" y="76"/>
                </a:cubicBezTo>
                <a:cubicBezTo>
                  <a:pt x="390" y="71"/>
                  <a:pt x="390" y="71"/>
                  <a:pt x="390" y="71"/>
                </a:cubicBezTo>
                <a:cubicBezTo>
                  <a:pt x="392" y="71"/>
                  <a:pt x="392" y="71"/>
                  <a:pt x="392" y="71"/>
                </a:cubicBezTo>
                <a:cubicBezTo>
                  <a:pt x="397" y="71"/>
                  <a:pt x="400" y="68"/>
                  <a:pt x="400" y="64"/>
                </a:cubicBezTo>
                <a:cubicBezTo>
                  <a:pt x="400" y="27"/>
                  <a:pt x="400" y="27"/>
                  <a:pt x="400" y="27"/>
                </a:cubicBezTo>
                <a:cubicBezTo>
                  <a:pt x="400" y="23"/>
                  <a:pt x="397" y="20"/>
                  <a:pt x="392" y="20"/>
                </a:cubicBezTo>
                <a:cubicBezTo>
                  <a:pt x="386" y="20"/>
                  <a:pt x="386" y="20"/>
                  <a:pt x="386" y="20"/>
                </a:cubicBezTo>
                <a:cubicBezTo>
                  <a:pt x="386" y="19"/>
                  <a:pt x="386" y="19"/>
                  <a:pt x="386" y="18"/>
                </a:cubicBezTo>
                <a:cubicBezTo>
                  <a:pt x="386" y="17"/>
                  <a:pt x="386" y="17"/>
                  <a:pt x="386" y="17"/>
                </a:cubicBezTo>
                <a:cubicBezTo>
                  <a:pt x="411" y="17"/>
                  <a:pt x="411" y="17"/>
                  <a:pt x="411" y="17"/>
                </a:cubicBezTo>
                <a:cubicBezTo>
                  <a:pt x="411" y="342"/>
                  <a:pt x="411" y="342"/>
                  <a:pt x="411" y="342"/>
                </a:cubicBezTo>
                <a:cubicBezTo>
                  <a:pt x="405" y="342"/>
                  <a:pt x="405" y="342"/>
                  <a:pt x="405" y="342"/>
                </a:cubicBezTo>
                <a:cubicBezTo>
                  <a:pt x="394" y="342"/>
                  <a:pt x="385" y="349"/>
                  <a:pt x="381" y="358"/>
                </a:cubicBezTo>
                <a:cubicBezTo>
                  <a:pt x="377" y="359"/>
                  <a:pt x="374" y="363"/>
                  <a:pt x="374" y="368"/>
                </a:cubicBezTo>
                <a:cubicBezTo>
                  <a:pt x="374" y="373"/>
                  <a:pt x="379" y="377"/>
                  <a:pt x="384" y="377"/>
                </a:cubicBezTo>
                <a:cubicBezTo>
                  <a:pt x="390" y="377"/>
                  <a:pt x="394" y="373"/>
                  <a:pt x="394" y="368"/>
                </a:cubicBezTo>
                <a:cubicBezTo>
                  <a:pt x="394" y="365"/>
                  <a:pt x="393" y="363"/>
                  <a:pt x="391" y="361"/>
                </a:cubicBezTo>
                <a:cubicBezTo>
                  <a:pt x="394" y="356"/>
                  <a:pt x="399" y="352"/>
                  <a:pt x="405" y="352"/>
                </a:cubicBezTo>
                <a:cubicBezTo>
                  <a:pt x="428" y="352"/>
                  <a:pt x="428" y="352"/>
                  <a:pt x="428" y="352"/>
                </a:cubicBezTo>
                <a:cubicBezTo>
                  <a:pt x="434" y="352"/>
                  <a:pt x="439" y="356"/>
                  <a:pt x="442" y="361"/>
                </a:cubicBezTo>
                <a:cubicBezTo>
                  <a:pt x="440" y="363"/>
                  <a:pt x="439" y="365"/>
                  <a:pt x="439" y="368"/>
                </a:cubicBezTo>
                <a:cubicBezTo>
                  <a:pt x="439" y="373"/>
                  <a:pt x="443" y="377"/>
                  <a:pt x="449" y="377"/>
                </a:cubicBezTo>
                <a:cubicBezTo>
                  <a:pt x="454" y="377"/>
                  <a:pt x="459" y="373"/>
                  <a:pt x="459" y="368"/>
                </a:cubicBezTo>
                <a:cubicBezTo>
                  <a:pt x="459" y="363"/>
                  <a:pt x="456" y="359"/>
                  <a:pt x="452" y="358"/>
                </a:cubicBezTo>
                <a:cubicBezTo>
                  <a:pt x="448" y="349"/>
                  <a:pt x="439" y="342"/>
                  <a:pt x="428" y="342"/>
                </a:cubicBezTo>
                <a:cubicBezTo>
                  <a:pt x="421" y="342"/>
                  <a:pt x="421" y="342"/>
                  <a:pt x="421" y="342"/>
                </a:cubicBezTo>
                <a:cubicBezTo>
                  <a:pt x="421" y="17"/>
                  <a:pt x="421" y="17"/>
                  <a:pt x="421" y="17"/>
                </a:cubicBezTo>
                <a:lnTo>
                  <a:pt x="456" y="17"/>
                </a:lnTo>
                <a:close/>
                <a:moveTo>
                  <a:pt x="349" y="282"/>
                </a:moveTo>
                <a:cubicBezTo>
                  <a:pt x="349" y="328"/>
                  <a:pt x="349" y="328"/>
                  <a:pt x="349" y="328"/>
                </a:cubicBezTo>
                <a:cubicBezTo>
                  <a:pt x="91" y="328"/>
                  <a:pt x="91" y="328"/>
                  <a:pt x="91" y="328"/>
                </a:cubicBezTo>
                <a:cubicBezTo>
                  <a:pt x="91" y="282"/>
                  <a:pt x="91" y="282"/>
                  <a:pt x="91" y="282"/>
                </a:cubicBezTo>
                <a:lnTo>
                  <a:pt x="349" y="282"/>
                </a:lnTo>
                <a:close/>
                <a:moveTo>
                  <a:pt x="381" y="17"/>
                </a:moveTo>
                <a:cubicBezTo>
                  <a:pt x="383" y="17"/>
                  <a:pt x="383" y="17"/>
                  <a:pt x="383" y="17"/>
                </a:cubicBezTo>
                <a:cubicBezTo>
                  <a:pt x="383" y="17"/>
                  <a:pt x="383" y="17"/>
                  <a:pt x="383" y="18"/>
                </a:cubicBezTo>
                <a:cubicBezTo>
                  <a:pt x="383" y="19"/>
                  <a:pt x="383" y="19"/>
                  <a:pt x="383" y="20"/>
                </a:cubicBezTo>
                <a:cubicBezTo>
                  <a:pt x="381" y="20"/>
                  <a:pt x="381" y="20"/>
                  <a:pt x="381" y="20"/>
                </a:cubicBezTo>
                <a:cubicBezTo>
                  <a:pt x="381" y="19"/>
                  <a:pt x="381" y="19"/>
                  <a:pt x="381" y="18"/>
                </a:cubicBezTo>
                <a:cubicBezTo>
                  <a:pt x="381" y="17"/>
                  <a:pt x="381" y="17"/>
                  <a:pt x="381" y="17"/>
                </a:cubicBezTo>
                <a:close/>
                <a:moveTo>
                  <a:pt x="390" y="47"/>
                </a:moveTo>
                <a:cubicBezTo>
                  <a:pt x="390" y="51"/>
                  <a:pt x="386" y="55"/>
                  <a:pt x="382" y="55"/>
                </a:cubicBezTo>
                <a:cubicBezTo>
                  <a:pt x="377" y="55"/>
                  <a:pt x="374" y="51"/>
                  <a:pt x="374" y="47"/>
                </a:cubicBezTo>
                <a:cubicBezTo>
                  <a:pt x="374" y="43"/>
                  <a:pt x="382" y="30"/>
                  <a:pt x="382" y="30"/>
                </a:cubicBezTo>
                <a:cubicBezTo>
                  <a:pt x="382" y="30"/>
                  <a:pt x="390" y="43"/>
                  <a:pt x="390" y="47"/>
                </a:cubicBezTo>
                <a:close/>
              </a:path>
            </a:pathLst>
          </a:custGeom>
          <a:solidFill>
            <a:srgbClr val="B22C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Oval 58"/>
          <p:cNvSpPr>
            <a:spLocks noChangeArrowheads="1"/>
          </p:cNvSpPr>
          <p:nvPr/>
        </p:nvSpPr>
        <p:spPr bwMode="auto">
          <a:xfrm>
            <a:off x="5797551" y="4822826"/>
            <a:ext cx="214313" cy="214313"/>
          </a:xfrm>
          <a:prstGeom prst="ellipse">
            <a:avLst/>
          </a:prstGeom>
          <a:solidFill>
            <a:srgbClr val="B22C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57" name="组合 56"/>
          <p:cNvGrpSpPr/>
          <p:nvPr/>
        </p:nvGrpSpPr>
        <p:grpSpPr>
          <a:xfrm>
            <a:off x="7164388" y="290513"/>
            <a:ext cx="1670050" cy="1706563"/>
            <a:chOff x="7164388" y="290513"/>
            <a:chExt cx="1670050" cy="1706563"/>
          </a:xfrm>
        </p:grpSpPr>
        <p:sp>
          <p:nvSpPr>
            <p:cNvPr id="58" name="Freeform 59"/>
            <p:cNvSpPr>
              <a:spLocks/>
            </p:cNvSpPr>
            <p:nvPr/>
          </p:nvSpPr>
          <p:spPr bwMode="auto">
            <a:xfrm>
              <a:off x="7648576" y="1012826"/>
              <a:ext cx="484188" cy="209550"/>
            </a:xfrm>
            <a:custGeom>
              <a:avLst/>
              <a:gdLst>
                <a:gd name="T0" fmla="*/ 107 w 129"/>
                <a:gd name="T1" fmla="*/ 20 h 56"/>
                <a:gd name="T2" fmla="*/ 30 w 129"/>
                <a:gd name="T3" fmla="*/ 6 h 56"/>
                <a:gd name="T4" fmla="*/ 7 w 129"/>
                <a:gd name="T5" fmla="*/ 6 h 56"/>
                <a:gd name="T6" fmla="*/ 7 w 129"/>
                <a:gd name="T7" fmla="*/ 30 h 56"/>
                <a:gd name="T8" fmla="*/ 81 w 129"/>
                <a:gd name="T9" fmla="*/ 56 h 56"/>
                <a:gd name="T10" fmla="*/ 114 w 129"/>
                <a:gd name="T11" fmla="*/ 52 h 56"/>
                <a:gd name="T12" fmla="*/ 127 w 129"/>
                <a:gd name="T13" fmla="*/ 33 h 56"/>
                <a:gd name="T14" fmla="*/ 107 w 129"/>
                <a:gd name="T15" fmla="*/ 20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9" h="56">
                  <a:moveTo>
                    <a:pt x="107" y="20"/>
                  </a:moveTo>
                  <a:cubicBezTo>
                    <a:pt x="57" y="31"/>
                    <a:pt x="31" y="8"/>
                    <a:pt x="30" y="6"/>
                  </a:cubicBezTo>
                  <a:cubicBezTo>
                    <a:pt x="24" y="0"/>
                    <a:pt x="13" y="0"/>
                    <a:pt x="7" y="6"/>
                  </a:cubicBezTo>
                  <a:cubicBezTo>
                    <a:pt x="1" y="13"/>
                    <a:pt x="0" y="23"/>
                    <a:pt x="7" y="30"/>
                  </a:cubicBezTo>
                  <a:cubicBezTo>
                    <a:pt x="8" y="31"/>
                    <a:pt x="33" y="56"/>
                    <a:pt x="81" y="56"/>
                  </a:cubicBezTo>
                  <a:cubicBezTo>
                    <a:pt x="91" y="56"/>
                    <a:pt x="102" y="55"/>
                    <a:pt x="114" y="52"/>
                  </a:cubicBezTo>
                  <a:cubicBezTo>
                    <a:pt x="123" y="50"/>
                    <a:pt x="129" y="42"/>
                    <a:pt x="127" y="33"/>
                  </a:cubicBezTo>
                  <a:cubicBezTo>
                    <a:pt x="125" y="24"/>
                    <a:pt x="116" y="18"/>
                    <a:pt x="107" y="20"/>
                  </a:cubicBezTo>
                  <a:close/>
                </a:path>
              </a:pathLst>
            </a:custGeom>
            <a:solidFill>
              <a:srgbClr val="B22C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60"/>
            <p:cNvSpPr>
              <a:spLocks noEditPoints="1"/>
            </p:cNvSpPr>
            <p:nvPr/>
          </p:nvSpPr>
          <p:spPr bwMode="auto">
            <a:xfrm>
              <a:off x="7164388" y="369888"/>
              <a:ext cx="1670050" cy="1627188"/>
            </a:xfrm>
            <a:custGeom>
              <a:avLst/>
              <a:gdLst>
                <a:gd name="T0" fmla="*/ 360 w 445"/>
                <a:gd name="T1" fmla="*/ 272 h 433"/>
                <a:gd name="T2" fmla="*/ 335 w 445"/>
                <a:gd name="T3" fmla="*/ 270 h 433"/>
                <a:gd name="T4" fmla="*/ 334 w 445"/>
                <a:gd name="T5" fmla="*/ 261 h 433"/>
                <a:gd name="T6" fmla="*/ 404 w 445"/>
                <a:gd name="T7" fmla="*/ 280 h 433"/>
                <a:gd name="T8" fmla="*/ 409 w 445"/>
                <a:gd name="T9" fmla="*/ 241 h 433"/>
                <a:gd name="T10" fmla="*/ 318 w 445"/>
                <a:gd name="T11" fmla="*/ 217 h 433"/>
                <a:gd name="T12" fmla="*/ 243 w 445"/>
                <a:gd name="T13" fmla="*/ 230 h 433"/>
                <a:gd name="T14" fmla="*/ 132 w 445"/>
                <a:gd name="T15" fmla="*/ 207 h 433"/>
                <a:gd name="T16" fmla="*/ 129 w 445"/>
                <a:gd name="T17" fmla="*/ 176 h 433"/>
                <a:gd name="T18" fmla="*/ 160 w 445"/>
                <a:gd name="T19" fmla="*/ 172 h 433"/>
                <a:gd name="T20" fmla="*/ 158 w 445"/>
                <a:gd name="T21" fmla="*/ 163 h 433"/>
                <a:gd name="T22" fmla="*/ 140 w 445"/>
                <a:gd name="T23" fmla="*/ 143 h 433"/>
                <a:gd name="T24" fmla="*/ 130 w 445"/>
                <a:gd name="T25" fmla="*/ 114 h 433"/>
                <a:gd name="T26" fmla="*/ 174 w 445"/>
                <a:gd name="T27" fmla="*/ 106 h 433"/>
                <a:gd name="T28" fmla="*/ 164 w 445"/>
                <a:gd name="T29" fmla="*/ 86 h 433"/>
                <a:gd name="T30" fmla="*/ 30 w 445"/>
                <a:gd name="T31" fmla="*/ 0 h 433"/>
                <a:gd name="T32" fmla="*/ 21 w 445"/>
                <a:gd name="T33" fmla="*/ 86 h 433"/>
                <a:gd name="T34" fmla="*/ 5 w 445"/>
                <a:gd name="T35" fmla="*/ 105 h 433"/>
                <a:gd name="T36" fmla="*/ 29 w 445"/>
                <a:gd name="T37" fmla="*/ 125 h 433"/>
                <a:gd name="T38" fmla="*/ 50 w 445"/>
                <a:gd name="T39" fmla="*/ 139 h 433"/>
                <a:gd name="T40" fmla="*/ 67 w 445"/>
                <a:gd name="T41" fmla="*/ 179 h 433"/>
                <a:gd name="T42" fmla="*/ 107 w 445"/>
                <a:gd name="T43" fmla="*/ 117 h 433"/>
                <a:gd name="T44" fmla="*/ 53 w 445"/>
                <a:gd name="T45" fmla="*/ 134 h 433"/>
                <a:gd name="T46" fmla="*/ 30 w 445"/>
                <a:gd name="T47" fmla="*/ 120 h 433"/>
                <a:gd name="T48" fmla="*/ 10 w 445"/>
                <a:gd name="T49" fmla="*/ 107 h 433"/>
                <a:gd name="T50" fmla="*/ 21 w 445"/>
                <a:gd name="T51" fmla="*/ 106 h 433"/>
                <a:gd name="T52" fmla="*/ 126 w 445"/>
                <a:gd name="T53" fmla="*/ 113 h 433"/>
                <a:gd name="T54" fmla="*/ 136 w 445"/>
                <a:gd name="T55" fmla="*/ 146 h 433"/>
                <a:gd name="T56" fmla="*/ 120 w 445"/>
                <a:gd name="T57" fmla="*/ 170 h 433"/>
                <a:gd name="T58" fmla="*/ 111 w 445"/>
                <a:gd name="T59" fmla="*/ 183 h 433"/>
                <a:gd name="T60" fmla="*/ 121 w 445"/>
                <a:gd name="T61" fmla="*/ 220 h 433"/>
                <a:gd name="T62" fmla="*/ 192 w 445"/>
                <a:gd name="T63" fmla="*/ 266 h 433"/>
                <a:gd name="T64" fmla="*/ 192 w 445"/>
                <a:gd name="T65" fmla="*/ 270 h 433"/>
                <a:gd name="T66" fmla="*/ 81 w 445"/>
                <a:gd name="T67" fmla="*/ 207 h 433"/>
                <a:gd name="T68" fmla="*/ 79 w 445"/>
                <a:gd name="T69" fmla="*/ 190 h 433"/>
                <a:gd name="T70" fmla="*/ 32 w 445"/>
                <a:gd name="T71" fmla="*/ 173 h 433"/>
                <a:gd name="T72" fmla="*/ 12 w 445"/>
                <a:gd name="T73" fmla="*/ 208 h 433"/>
                <a:gd name="T74" fmla="*/ 166 w 445"/>
                <a:gd name="T75" fmla="*/ 311 h 433"/>
                <a:gd name="T76" fmla="*/ 204 w 445"/>
                <a:gd name="T77" fmla="*/ 319 h 433"/>
                <a:gd name="T78" fmla="*/ 229 w 445"/>
                <a:gd name="T79" fmla="*/ 413 h 433"/>
                <a:gd name="T80" fmla="*/ 207 w 445"/>
                <a:gd name="T81" fmla="*/ 423 h 433"/>
                <a:gd name="T82" fmla="*/ 310 w 445"/>
                <a:gd name="T83" fmla="*/ 433 h 433"/>
                <a:gd name="T84" fmla="*/ 310 w 445"/>
                <a:gd name="T85" fmla="*/ 413 h 433"/>
                <a:gd name="T86" fmla="*/ 298 w 445"/>
                <a:gd name="T87" fmla="*/ 319 h 433"/>
                <a:gd name="T88" fmla="*/ 334 w 445"/>
                <a:gd name="T89" fmla="*/ 311 h 433"/>
                <a:gd name="T90" fmla="*/ 414 w 445"/>
                <a:gd name="T91" fmla="*/ 337 h 433"/>
                <a:gd name="T92" fmla="*/ 441 w 445"/>
                <a:gd name="T93" fmla="*/ 326 h 433"/>
                <a:gd name="T94" fmla="*/ 42 w 445"/>
                <a:gd name="T95" fmla="*/ 11 h 433"/>
                <a:gd name="T96" fmla="*/ 153 w 445"/>
                <a:gd name="T97" fmla="*/ 49 h 433"/>
                <a:gd name="T98" fmla="*/ 153 w 445"/>
                <a:gd name="T99" fmla="*/ 83 h 433"/>
                <a:gd name="T100" fmla="*/ 42 w 445"/>
                <a:gd name="T101" fmla="*/ 11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45" h="433">
                  <a:moveTo>
                    <a:pt x="429" y="300"/>
                  </a:moveTo>
                  <a:cubicBezTo>
                    <a:pt x="360" y="272"/>
                    <a:pt x="360" y="272"/>
                    <a:pt x="360" y="272"/>
                  </a:cubicBezTo>
                  <a:cubicBezTo>
                    <a:pt x="358" y="271"/>
                    <a:pt x="355" y="270"/>
                    <a:pt x="353" y="270"/>
                  </a:cubicBezTo>
                  <a:cubicBezTo>
                    <a:pt x="335" y="270"/>
                    <a:pt x="335" y="270"/>
                    <a:pt x="335" y="270"/>
                  </a:cubicBezTo>
                  <a:cubicBezTo>
                    <a:pt x="335" y="267"/>
                    <a:pt x="335" y="267"/>
                    <a:pt x="335" y="267"/>
                  </a:cubicBezTo>
                  <a:cubicBezTo>
                    <a:pt x="335" y="265"/>
                    <a:pt x="334" y="263"/>
                    <a:pt x="334" y="261"/>
                  </a:cubicBezTo>
                  <a:cubicBezTo>
                    <a:pt x="399" y="279"/>
                    <a:pt x="399" y="279"/>
                    <a:pt x="399" y="279"/>
                  </a:cubicBezTo>
                  <a:cubicBezTo>
                    <a:pt x="401" y="279"/>
                    <a:pt x="402" y="280"/>
                    <a:pt x="404" y="280"/>
                  </a:cubicBezTo>
                  <a:cubicBezTo>
                    <a:pt x="413" y="280"/>
                    <a:pt x="421" y="274"/>
                    <a:pt x="423" y="265"/>
                  </a:cubicBezTo>
                  <a:cubicBezTo>
                    <a:pt x="426" y="255"/>
                    <a:pt x="420" y="244"/>
                    <a:pt x="409" y="241"/>
                  </a:cubicBezTo>
                  <a:cubicBezTo>
                    <a:pt x="323" y="218"/>
                    <a:pt x="323" y="218"/>
                    <a:pt x="323" y="218"/>
                  </a:cubicBezTo>
                  <a:cubicBezTo>
                    <a:pt x="321" y="217"/>
                    <a:pt x="320" y="217"/>
                    <a:pt x="318" y="217"/>
                  </a:cubicBezTo>
                  <a:cubicBezTo>
                    <a:pt x="259" y="217"/>
                    <a:pt x="259" y="217"/>
                    <a:pt x="259" y="217"/>
                  </a:cubicBezTo>
                  <a:cubicBezTo>
                    <a:pt x="256" y="224"/>
                    <a:pt x="251" y="229"/>
                    <a:pt x="243" y="230"/>
                  </a:cubicBezTo>
                  <a:cubicBezTo>
                    <a:pt x="234" y="233"/>
                    <a:pt x="224" y="234"/>
                    <a:pt x="214" y="234"/>
                  </a:cubicBezTo>
                  <a:cubicBezTo>
                    <a:pt x="166" y="234"/>
                    <a:pt x="134" y="208"/>
                    <a:pt x="132" y="207"/>
                  </a:cubicBezTo>
                  <a:cubicBezTo>
                    <a:pt x="128" y="203"/>
                    <a:pt x="125" y="198"/>
                    <a:pt x="124" y="192"/>
                  </a:cubicBezTo>
                  <a:cubicBezTo>
                    <a:pt x="124" y="186"/>
                    <a:pt x="125" y="180"/>
                    <a:pt x="129" y="176"/>
                  </a:cubicBezTo>
                  <a:cubicBezTo>
                    <a:pt x="133" y="170"/>
                    <a:pt x="140" y="167"/>
                    <a:pt x="146" y="167"/>
                  </a:cubicBezTo>
                  <a:cubicBezTo>
                    <a:pt x="151" y="167"/>
                    <a:pt x="156" y="169"/>
                    <a:pt x="160" y="172"/>
                  </a:cubicBezTo>
                  <a:cubicBezTo>
                    <a:pt x="161" y="172"/>
                    <a:pt x="174" y="182"/>
                    <a:pt x="194" y="187"/>
                  </a:cubicBezTo>
                  <a:cubicBezTo>
                    <a:pt x="158" y="163"/>
                    <a:pt x="158" y="163"/>
                    <a:pt x="158" y="163"/>
                  </a:cubicBezTo>
                  <a:cubicBezTo>
                    <a:pt x="157" y="163"/>
                    <a:pt x="155" y="161"/>
                    <a:pt x="155" y="161"/>
                  </a:cubicBezTo>
                  <a:cubicBezTo>
                    <a:pt x="152" y="158"/>
                    <a:pt x="145" y="150"/>
                    <a:pt x="140" y="143"/>
                  </a:cubicBezTo>
                  <a:cubicBezTo>
                    <a:pt x="138" y="140"/>
                    <a:pt x="136" y="138"/>
                    <a:pt x="135" y="136"/>
                  </a:cubicBezTo>
                  <a:cubicBezTo>
                    <a:pt x="129" y="130"/>
                    <a:pt x="128" y="121"/>
                    <a:pt x="130" y="114"/>
                  </a:cubicBezTo>
                  <a:cubicBezTo>
                    <a:pt x="132" y="111"/>
                    <a:pt x="134" y="108"/>
                    <a:pt x="138" y="106"/>
                  </a:cubicBezTo>
                  <a:cubicBezTo>
                    <a:pt x="174" y="106"/>
                    <a:pt x="174" y="106"/>
                    <a:pt x="174" y="106"/>
                  </a:cubicBezTo>
                  <a:cubicBezTo>
                    <a:pt x="174" y="86"/>
                    <a:pt x="174" y="86"/>
                    <a:pt x="174" y="86"/>
                  </a:cubicBezTo>
                  <a:cubicBezTo>
                    <a:pt x="164" y="86"/>
                    <a:pt x="164" y="86"/>
                    <a:pt x="164" y="86"/>
                  </a:cubicBezTo>
                  <a:cubicBezTo>
                    <a:pt x="164" y="0"/>
                    <a:pt x="164" y="0"/>
                    <a:pt x="164" y="0"/>
                  </a:cubicBezTo>
                  <a:cubicBezTo>
                    <a:pt x="30" y="0"/>
                    <a:pt x="30" y="0"/>
                    <a:pt x="30" y="0"/>
                  </a:cubicBezTo>
                  <a:cubicBezTo>
                    <a:pt x="30" y="86"/>
                    <a:pt x="30" y="86"/>
                    <a:pt x="30" y="86"/>
                  </a:cubicBezTo>
                  <a:cubicBezTo>
                    <a:pt x="21" y="86"/>
                    <a:pt x="21" y="86"/>
                    <a:pt x="21" y="86"/>
                  </a:cubicBezTo>
                  <a:cubicBezTo>
                    <a:pt x="21" y="96"/>
                    <a:pt x="21" y="96"/>
                    <a:pt x="21" y="96"/>
                  </a:cubicBezTo>
                  <a:cubicBezTo>
                    <a:pt x="13" y="96"/>
                    <a:pt x="7" y="100"/>
                    <a:pt x="5" y="105"/>
                  </a:cubicBezTo>
                  <a:cubicBezTo>
                    <a:pt x="4" y="108"/>
                    <a:pt x="4" y="115"/>
                    <a:pt x="15" y="121"/>
                  </a:cubicBezTo>
                  <a:cubicBezTo>
                    <a:pt x="19" y="123"/>
                    <a:pt x="24" y="124"/>
                    <a:pt x="29" y="125"/>
                  </a:cubicBezTo>
                  <a:cubicBezTo>
                    <a:pt x="34" y="126"/>
                    <a:pt x="40" y="127"/>
                    <a:pt x="44" y="130"/>
                  </a:cubicBezTo>
                  <a:cubicBezTo>
                    <a:pt x="47" y="133"/>
                    <a:pt x="48" y="136"/>
                    <a:pt x="50" y="139"/>
                  </a:cubicBezTo>
                  <a:cubicBezTo>
                    <a:pt x="50" y="140"/>
                    <a:pt x="50" y="141"/>
                    <a:pt x="51" y="141"/>
                  </a:cubicBezTo>
                  <a:cubicBezTo>
                    <a:pt x="48" y="156"/>
                    <a:pt x="54" y="171"/>
                    <a:pt x="67" y="179"/>
                  </a:cubicBezTo>
                  <a:cubicBezTo>
                    <a:pt x="84" y="190"/>
                    <a:pt x="107" y="185"/>
                    <a:pt x="118" y="168"/>
                  </a:cubicBezTo>
                  <a:cubicBezTo>
                    <a:pt x="129" y="151"/>
                    <a:pt x="124" y="128"/>
                    <a:pt x="107" y="117"/>
                  </a:cubicBezTo>
                  <a:cubicBezTo>
                    <a:pt x="90" y="106"/>
                    <a:pt x="67" y="111"/>
                    <a:pt x="56" y="128"/>
                  </a:cubicBezTo>
                  <a:cubicBezTo>
                    <a:pt x="55" y="130"/>
                    <a:pt x="53" y="132"/>
                    <a:pt x="53" y="134"/>
                  </a:cubicBezTo>
                  <a:cubicBezTo>
                    <a:pt x="51" y="132"/>
                    <a:pt x="50" y="129"/>
                    <a:pt x="47" y="126"/>
                  </a:cubicBezTo>
                  <a:cubicBezTo>
                    <a:pt x="42" y="123"/>
                    <a:pt x="36" y="121"/>
                    <a:pt x="30" y="120"/>
                  </a:cubicBezTo>
                  <a:cubicBezTo>
                    <a:pt x="25" y="120"/>
                    <a:pt x="21" y="119"/>
                    <a:pt x="18" y="117"/>
                  </a:cubicBezTo>
                  <a:cubicBezTo>
                    <a:pt x="11" y="114"/>
                    <a:pt x="9" y="110"/>
                    <a:pt x="10" y="107"/>
                  </a:cubicBezTo>
                  <a:cubicBezTo>
                    <a:pt x="11" y="104"/>
                    <a:pt x="15" y="101"/>
                    <a:pt x="21" y="100"/>
                  </a:cubicBezTo>
                  <a:cubicBezTo>
                    <a:pt x="21" y="106"/>
                    <a:pt x="21" y="106"/>
                    <a:pt x="21" y="106"/>
                  </a:cubicBezTo>
                  <a:cubicBezTo>
                    <a:pt x="130" y="106"/>
                    <a:pt x="130" y="106"/>
                    <a:pt x="130" y="106"/>
                  </a:cubicBezTo>
                  <a:cubicBezTo>
                    <a:pt x="128" y="108"/>
                    <a:pt x="127" y="110"/>
                    <a:pt x="126" y="113"/>
                  </a:cubicBezTo>
                  <a:cubicBezTo>
                    <a:pt x="123" y="121"/>
                    <a:pt x="125" y="132"/>
                    <a:pt x="131" y="139"/>
                  </a:cubicBezTo>
                  <a:cubicBezTo>
                    <a:pt x="133" y="141"/>
                    <a:pt x="134" y="143"/>
                    <a:pt x="136" y="146"/>
                  </a:cubicBezTo>
                  <a:cubicBezTo>
                    <a:pt x="140" y="150"/>
                    <a:pt x="144" y="156"/>
                    <a:pt x="147" y="160"/>
                  </a:cubicBezTo>
                  <a:cubicBezTo>
                    <a:pt x="137" y="158"/>
                    <a:pt x="127" y="163"/>
                    <a:pt x="120" y="170"/>
                  </a:cubicBezTo>
                  <a:cubicBezTo>
                    <a:pt x="120" y="170"/>
                    <a:pt x="117" y="172"/>
                    <a:pt x="115" y="176"/>
                  </a:cubicBezTo>
                  <a:cubicBezTo>
                    <a:pt x="113" y="179"/>
                    <a:pt x="111" y="183"/>
                    <a:pt x="111" y="183"/>
                  </a:cubicBezTo>
                  <a:cubicBezTo>
                    <a:pt x="111" y="183"/>
                    <a:pt x="111" y="183"/>
                    <a:pt x="111" y="183"/>
                  </a:cubicBezTo>
                  <a:cubicBezTo>
                    <a:pt x="107" y="196"/>
                    <a:pt x="108" y="212"/>
                    <a:pt x="121" y="220"/>
                  </a:cubicBezTo>
                  <a:cubicBezTo>
                    <a:pt x="190" y="265"/>
                    <a:pt x="190" y="265"/>
                    <a:pt x="190" y="265"/>
                  </a:cubicBezTo>
                  <a:cubicBezTo>
                    <a:pt x="190" y="265"/>
                    <a:pt x="191" y="266"/>
                    <a:pt x="192" y="266"/>
                  </a:cubicBezTo>
                  <a:cubicBezTo>
                    <a:pt x="192" y="266"/>
                    <a:pt x="192" y="266"/>
                    <a:pt x="192" y="267"/>
                  </a:cubicBezTo>
                  <a:cubicBezTo>
                    <a:pt x="192" y="270"/>
                    <a:pt x="192" y="270"/>
                    <a:pt x="192" y="270"/>
                  </a:cubicBezTo>
                  <a:cubicBezTo>
                    <a:pt x="173" y="270"/>
                    <a:pt x="173" y="270"/>
                    <a:pt x="173" y="270"/>
                  </a:cubicBezTo>
                  <a:cubicBezTo>
                    <a:pt x="81" y="207"/>
                    <a:pt x="81" y="207"/>
                    <a:pt x="81" y="207"/>
                  </a:cubicBezTo>
                  <a:cubicBezTo>
                    <a:pt x="82" y="206"/>
                    <a:pt x="82" y="206"/>
                    <a:pt x="82" y="205"/>
                  </a:cubicBezTo>
                  <a:cubicBezTo>
                    <a:pt x="86" y="200"/>
                    <a:pt x="84" y="193"/>
                    <a:pt x="79" y="190"/>
                  </a:cubicBezTo>
                  <a:cubicBezTo>
                    <a:pt x="48" y="170"/>
                    <a:pt x="48" y="170"/>
                    <a:pt x="48" y="170"/>
                  </a:cubicBezTo>
                  <a:cubicBezTo>
                    <a:pt x="42" y="167"/>
                    <a:pt x="36" y="168"/>
                    <a:pt x="32" y="173"/>
                  </a:cubicBezTo>
                  <a:cubicBezTo>
                    <a:pt x="23" y="169"/>
                    <a:pt x="13" y="172"/>
                    <a:pt x="7" y="180"/>
                  </a:cubicBezTo>
                  <a:cubicBezTo>
                    <a:pt x="0" y="189"/>
                    <a:pt x="3" y="202"/>
                    <a:pt x="12" y="208"/>
                  </a:cubicBezTo>
                  <a:cubicBezTo>
                    <a:pt x="155" y="307"/>
                    <a:pt x="155" y="307"/>
                    <a:pt x="155" y="307"/>
                  </a:cubicBezTo>
                  <a:cubicBezTo>
                    <a:pt x="158" y="310"/>
                    <a:pt x="162" y="311"/>
                    <a:pt x="166" y="311"/>
                  </a:cubicBezTo>
                  <a:cubicBezTo>
                    <a:pt x="193" y="311"/>
                    <a:pt x="193" y="311"/>
                    <a:pt x="193" y="311"/>
                  </a:cubicBezTo>
                  <a:cubicBezTo>
                    <a:pt x="195" y="315"/>
                    <a:pt x="199" y="319"/>
                    <a:pt x="204" y="319"/>
                  </a:cubicBezTo>
                  <a:cubicBezTo>
                    <a:pt x="229" y="319"/>
                    <a:pt x="229" y="319"/>
                    <a:pt x="229" y="319"/>
                  </a:cubicBezTo>
                  <a:cubicBezTo>
                    <a:pt x="229" y="413"/>
                    <a:pt x="229" y="413"/>
                    <a:pt x="229" y="413"/>
                  </a:cubicBezTo>
                  <a:cubicBezTo>
                    <a:pt x="217" y="413"/>
                    <a:pt x="217" y="413"/>
                    <a:pt x="217" y="413"/>
                  </a:cubicBezTo>
                  <a:cubicBezTo>
                    <a:pt x="212" y="413"/>
                    <a:pt x="207" y="418"/>
                    <a:pt x="207" y="423"/>
                  </a:cubicBezTo>
                  <a:cubicBezTo>
                    <a:pt x="207" y="428"/>
                    <a:pt x="212" y="433"/>
                    <a:pt x="217" y="433"/>
                  </a:cubicBezTo>
                  <a:cubicBezTo>
                    <a:pt x="310" y="433"/>
                    <a:pt x="310" y="433"/>
                    <a:pt x="310" y="433"/>
                  </a:cubicBezTo>
                  <a:cubicBezTo>
                    <a:pt x="315" y="433"/>
                    <a:pt x="320" y="428"/>
                    <a:pt x="320" y="423"/>
                  </a:cubicBezTo>
                  <a:cubicBezTo>
                    <a:pt x="320" y="418"/>
                    <a:pt x="315" y="413"/>
                    <a:pt x="310" y="413"/>
                  </a:cubicBezTo>
                  <a:cubicBezTo>
                    <a:pt x="298" y="413"/>
                    <a:pt x="298" y="413"/>
                    <a:pt x="298" y="413"/>
                  </a:cubicBezTo>
                  <a:cubicBezTo>
                    <a:pt x="298" y="319"/>
                    <a:pt x="298" y="319"/>
                    <a:pt x="298" y="319"/>
                  </a:cubicBezTo>
                  <a:cubicBezTo>
                    <a:pt x="323" y="319"/>
                    <a:pt x="323" y="319"/>
                    <a:pt x="323" y="319"/>
                  </a:cubicBezTo>
                  <a:cubicBezTo>
                    <a:pt x="328" y="319"/>
                    <a:pt x="332" y="315"/>
                    <a:pt x="334" y="311"/>
                  </a:cubicBezTo>
                  <a:cubicBezTo>
                    <a:pt x="349" y="311"/>
                    <a:pt x="349" y="311"/>
                    <a:pt x="349" y="311"/>
                  </a:cubicBezTo>
                  <a:cubicBezTo>
                    <a:pt x="414" y="337"/>
                    <a:pt x="414" y="337"/>
                    <a:pt x="414" y="337"/>
                  </a:cubicBezTo>
                  <a:cubicBezTo>
                    <a:pt x="417" y="338"/>
                    <a:pt x="419" y="339"/>
                    <a:pt x="422" y="339"/>
                  </a:cubicBezTo>
                  <a:cubicBezTo>
                    <a:pt x="430" y="339"/>
                    <a:pt x="437" y="334"/>
                    <a:pt x="441" y="326"/>
                  </a:cubicBezTo>
                  <a:cubicBezTo>
                    <a:pt x="445" y="316"/>
                    <a:pt x="440" y="304"/>
                    <a:pt x="429" y="300"/>
                  </a:cubicBezTo>
                  <a:close/>
                  <a:moveTo>
                    <a:pt x="42" y="11"/>
                  </a:moveTo>
                  <a:cubicBezTo>
                    <a:pt x="153" y="11"/>
                    <a:pt x="153" y="11"/>
                    <a:pt x="153" y="11"/>
                  </a:cubicBezTo>
                  <a:cubicBezTo>
                    <a:pt x="153" y="49"/>
                    <a:pt x="153" y="49"/>
                    <a:pt x="153" y="49"/>
                  </a:cubicBezTo>
                  <a:cubicBezTo>
                    <a:pt x="153" y="53"/>
                    <a:pt x="153" y="53"/>
                    <a:pt x="153" y="53"/>
                  </a:cubicBezTo>
                  <a:cubicBezTo>
                    <a:pt x="153" y="83"/>
                    <a:pt x="153" y="83"/>
                    <a:pt x="153" y="83"/>
                  </a:cubicBezTo>
                  <a:cubicBezTo>
                    <a:pt x="42" y="83"/>
                    <a:pt x="42" y="83"/>
                    <a:pt x="42" y="83"/>
                  </a:cubicBezTo>
                  <a:lnTo>
                    <a:pt x="42" y="11"/>
                  </a:lnTo>
                  <a:close/>
                </a:path>
              </a:pathLst>
            </a:custGeom>
            <a:solidFill>
              <a:srgbClr val="B22C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61"/>
            <p:cNvSpPr>
              <a:spLocks/>
            </p:cNvSpPr>
            <p:nvPr/>
          </p:nvSpPr>
          <p:spPr bwMode="auto">
            <a:xfrm>
              <a:off x="7737476" y="614363"/>
              <a:ext cx="788988" cy="560388"/>
            </a:xfrm>
            <a:custGeom>
              <a:avLst/>
              <a:gdLst>
                <a:gd name="T0" fmla="*/ 0 w 210"/>
                <a:gd name="T1" fmla="*/ 75 h 149"/>
                <a:gd name="T2" fmla="*/ 16 w 210"/>
                <a:gd name="T3" fmla="*/ 91 h 149"/>
                <a:gd name="T4" fmla="*/ 86 w 210"/>
                <a:gd name="T5" fmla="*/ 69 h 149"/>
                <a:gd name="T6" fmla="*/ 86 w 210"/>
                <a:gd name="T7" fmla="*/ 95 h 149"/>
                <a:gd name="T8" fmla="*/ 80 w 210"/>
                <a:gd name="T9" fmla="*/ 121 h 149"/>
                <a:gd name="T10" fmla="*/ 83 w 210"/>
                <a:gd name="T11" fmla="*/ 120 h 149"/>
                <a:gd name="T12" fmla="*/ 88 w 210"/>
                <a:gd name="T13" fmla="*/ 119 h 149"/>
                <a:gd name="T14" fmla="*/ 110 w 210"/>
                <a:gd name="T15" fmla="*/ 137 h 149"/>
                <a:gd name="T16" fmla="*/ 110 w 210"/>
                <a:gd name="T17" fmla="*/ 146 h 149"/>
                <a:gd name="T18" fmla="*/ 166 w 210"/>
                <a:gd name="T19" fmla="*/ 146 h 149"/>
                <a:gd name="T20" fmla="*/ 173 w 210"/>
                <a:gd name="T21" fmla="*/ 147 h 149"/>
                <a:gd name="T22" fmla="*/ 181 w 210"/>
                <a:gd name="T23" fmla="*/ 149 h 149"/>
                <a:gd name="T24" fmla="*/ 169 w 210"/>
                <a:gd name="T25" fmla="*/ 95 h 149"/>
                <a:gd name="T26" fmla="*/ 169 w 210"/>
                <a:gd name="T27" fmla="*/ 64 h 149"/>
                <a:gd name="T28" fmla="*/ 178 w 210"/>
                <a:gd name="T29" fmla="*/ 122 h 149"/>
                <a:gd name="T30" fmla="*/ 194 w 210"/>
                <a:gd name="T31" fmla="*/ 138 h 149"/>
                <a:gd name="T32" fmla="*/ 194 w 210"/>
                <a:gd name="T33" fmla="*/ 138 h 149"/>
                <a:gd name="T34" fmla="*/ 209 w 210"/>
                <a:gd name="T35" fmla="*/ 123 h 149"/>
                <a:gd name="T36" fmla="*/ 137 w 210"/>
                <a:gd name="T37" fmla="*/ 0 h 149"/>
                <a:gd name="T38" fmla="*/ 137 w 210"/>
                <a:gd name="T39" fmla="*/ 0 h 149"/>
                <a:gd name="T40" fmla="*/ 127 w 210"/>
                <a:gd name="T41" fmla="*/ 10 h 149"/>
                <a:gd name="T42" fmla="*/ 117 w 210"/>
                <a:gd name="T43" fmla="*/ 0 h 149"/>
                <a:gd name="T44" fmla="*/ 101 w 210"/>
                <a:gd name="T45" fmla="*/ 7 h 149"/>
                <a:gd name="T46" fmla="*/ 78 w 210"/>
                <a:gd name="T47" fmla="*/ 31 h 149"/>
                <a:gd name="T48" fmla="*/ 16 w 210"/>
                <a:gd name="T49" fmla="*/ 59 h 149"/>
                <a:gd name="T50" fmla="*/ 0 w 210"/>
                <a:gd name="T51" fmla="*/ 75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10" h="149">
                  <a:moveTo>
                    <a:pt x="0" y="75"/>
                  </a:moveTo>
                  <a:cubicBezTo>
                    <a:pt x="0" y="84"/>
                    <a:pt x="7" y="91"/>
                    <a:pt x="16" y="91"/>
                  </a:cubicBezTo>
                  <a:cubicBezTo>
                    <a:pt x="52" y="91"/>
                    <a:pt x="73" y="81"/>
                    <a:pt x="86" y="69"/>
                  </a:cubicBezTo>
                  <a:cubicBezTo>
                    <a:pt x="86" y="95"/>
                    <a:pt x="86" y="95"/>
                    <a:pt x="86" y="95"/>
                  </a:cubicBezTo>
                  <a:cubicBezTo>
                    <a:pt x="85" y="100"/>
                    <a:pt x="83" y="109"/>
                    <a:pt x="80" y="121"/>
                  </a:cubicBezTo>
                  <a:cubicBezTo>
                    <a:pt x="81" y="120"/>
                    <a:pt x="82" y="120"/>
                    <a:pt x="83" y="120"/>
                  </a:cubicBezTo>
                  <a:cubicBezTo>
                    <a:pt x="85" y="120"/>
                    <a:pt x="86" y="119"/>
                    <a:pt x="88" y="119"/>
                  </a:cubicBezTo>
                  <a:cubicBezTo>
                    <a:pt x="98" y="119"/>
                    <a:pt x="108" y="127"/>
                    <a:pt x="110" y="137"/>
                  </a:cubicBezTo>
                  <a:cubicBezTo>
                    <a:pt x="110" y="140"/>
                    <a:pt x="110" y="143"/>
                    <a:pt x="110" y="146"/>
                  </a:cubicBezTo>
                  <a:cubicBezTo>
                    <a:pt x="166" y="146"/>
                    <a:pt x="166" y="146"/>
                    <a:pt x="166" y="146"/>
                  </a:cubicBezTo>
                  <a:cubicBezTo>
                    <a:pt x="168" y="146"/>
                    <a:pt x="170" y="146"/>
                    <a:pt x="173" y="147"/>
                  </a:cubicBezTo>
                  <a:cubicBezTo>
                    <a:pt x="181" y="149"/>
                    <a:pt x="181" y="149"/>
                    <a:pt x="181" y="149"/>
                  </a:cubicBezTo>
                  <a:cubicBezTo>
                    <a:pt x="176" y="126"/>
                    <a:pt x="171" y="104"/>
                    <a:pt x="169" y="95"/>
                  </a:cubicBezTo>
                  <a:cubicBezTo>
                    <a:pt x="169" y="64"/>
                    <a:pt x="169" y="64"/>
                    <a:pt x="169" y="64"/>
                  </a:cubicBezTo>
                  <a:cubicBezTo>
                    <a:pt x="175" y="77"/>
                    <a:pt x="178" y="95"/>
                    <a:pt x="178" y="122"/>
                  </a:cubicBezTo>
                  <a:cubicBezTo>
                    <a:pt x="178" y="131"/>
                    <a:pt x="185" y="138"/>
                    <a:pt x="194" y="138"/>
                  </a:cubicBezTo>
                  <a:cubicBezTo>
                    <a:pt x="194" y="138"/>
                    <a:pt x="194" y="138"/>
                    <a:pt x="194" y="138"/>
                  </a:cubicBezTo>
                  <a:cubicBezTo>
                    <a:pt x="202" y="138"/>
                    <a:pt x="209" y="131"/>
                    <a:pt x="209" y="123"/>
                  </a:cubicBezTo>
                  <a:cubicBezTo>
                    <a:pt x="210" y="48"/>
                    <a:pt x="183" y="17"/>
                    <a:pt x="137" y="0"/>
                  </a:cubicBezTo>
                  <a:cubicBezTo>
                    <a:pt x="137" y="0"/>
                    <a:pt x="137" y="0"/>
                    <a:pt x="137" y="0"/>
                  </a:cubicBezTo>
                  <a:cubicBezTo>
                    <a:pt x="127" y="10"/>
                    <a:pt x="127" y="10"/>
                    <a:pt x="127" y="10"/>
                  </a:cubicBezTo>
                  <a:cubicBezTo>
                    <a:pt x="117" y="0"/>
                    <a:pt x="117" y="0"/>
                    <a:pt x="117" y="0"/>
                  </a:cubicBezTo>
                  <a:cubicBezTo>
                    <a:pt x="112" y="1"/>
                    <a:pt x="101" y="7"/>
                    <a:pt x="101" y="7"/>
                  </a:cubicBezTo>
                  <a:cubicBezTo>
                    <a:pt x="90" y="14"/>
                    <a:pt x="84" y="23"/>
                    <a:pt x="78" y="31"/>
                  </a:cubicBezTo>
                  <a:cubicBezTo>
                    <a:pt x="67" y="46"/>
                    <a:pt x="57" y="59"/>
                    <a:pt x="16" y="59"/>
                  </a:cubicBezTo>
                  <a:cubicBezTo>
                    <a:pt x="7" y="59"/>
                    <a:pt x="0" y="66"/>
                    <a:pt x="0" y="75"/>
                  </a:cubicBezTo>
                  <a:close/>
                </a:path>
              </a:pathLst>
            </a:custGeom>
            <a:solidFill>
              <a:srgbClr val="B22C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62"/>
            <p:cNvSpPr>
              <a:spLocks noEditPoints="1"/>
            </p:cNvSpPr>
            <p:nvPr/>
          </p:nvSpPr>
          <p:spPr bwMode="auto">
            <a:xfrm>
              <a:off x="8075613" y="290513"/>
              <a:ext cx="285750" cy="312738"/>
            </a:xfrm>
            <a:custGeom>
              <a:avLst/>
              <a:gdLst>
                <a:gd name="T0" fmla="*/ 38 w 76"/>
                <a:gd name="T1" fmla="*/ 83 h 83"/>
                <a:gd name="T2" fmla="*/ 76 w 76"/>
                <a:gd name="T3" fmla="*/ 45 h 83"/>
                <a:gd name="T4" fmla="*/ 68 w 76"/>
                <a:gd name="T5" fmla="*/ 22 h 83"/>
                <a:gd name="T6" fmla="*/ 56 w 76"/>
                <a:gd name="T7" fmla="*/ 22 h 83"/>
                <a:gd name="T8" fmla="*/ 56 w 76"/>
                <a:gd name="T9" fmla="*/ 16 h 83"/>
                <a:gd name="T10" fmla="*/ 62 w 76"/>
                <a:gd name="T11" fmla="*/ 16 h 83"/>
                <a:gd name="T12" fmla="*/ 55 w 76"/>
                <a:gd name="T13" fmla="*/ 11 h 83"/>
                <a:gd name="T14" fmla="*/ 38 w 76"/>
                <a:gd name="T15" fmla="*/ 0 h 83"/>
                <a:gd name="T16" fmla="*/ 21 w 76"/>
                <a:gd name="T17" fmla="*/ 11 h 83"/>
                <a:gd name="T18" fmla="*/ 14 w 76"/>
                <a:gd name="T19" fmla="*/ 16 h 83"/>
                <a:gd name="T20" fmla="*/ 21 w 76"/>
                <a:gd name="T21" fmla="*/ 16 h 83"/>
                <a:gd name="T22" fmla="*/ 21 w 76"/>
                <a:gd name="T23" fmla="*/ 22 h 83"/>
                <a:gd name="T24" fmla="*/ 8 w 76"/>
                <a:gd name="T25" fmla="*/ 22 h 83"/>
                <a:gd name="T26" fmla="*/ 0 w 76"/>
                <a:gd name="T27" fmla="*/ 45 h 83"/>
                <a:gd name="T28" fmla="*/ 38 w 76"/>
                <a:gd name="T29" fmla="*/ 83 h 83"/>
                <a:gd name="T30" fmla="*/ 38 w 76"/>
                <a:gd name="T31" fmla="*/ 8 h 83"/>
                <a:gd name="T32" fmla="*/ 48 w 76"/>
                <a:gd name="T33" fmla="*/ 18 h 83"/>
                <a:gd name="T34" fmla="*/ 38 w 76"/>
                <a:gd name="T35" fmla="*/ 29 h 83"/>
                <a:gd name="T36" fmla="*/ 28 w 76"/>
                <a:gd name="T37" fmla="*/ 18 h 83"/>
                <a:gd name="T38" fmla="*/ 38 w 76"/>
                <a:gd name="T39" fmla="*/ 8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6" h="83">
                  <a:moveTo>
                    <a:pt x="38" y="83"/>
                  </a:moveTo>
                  <a:cubicBezTo>
                    <a:pt x="59" y="83"/>
                    <a:pt x="76" y="66"/>
                    <a:pt x="76" y="45"/>
                  </a:cubicBezTo>
                  <a:cubicBezTo>
                    <a:pt x="76" y="36"/>
                    <a:pt x="73" y="28"/>
                    <a:pt x="68" y="22"/>
                  </a:cubicBezTo>
                  <a:cubicBezTo>
                    <a:pt x="56" y="22"/>
                    <a:pt x="56" y="22"/>
                    <a:pt x="56" y="22"/>
                  </a:cubicBezTo>
                  <a:cubicBezTo>
                    <a:pt x="56" y="16"/>
                    <a:pt x="56" y="16"/>
                    <a:pt x="56" y="16"/>
                  </a:cubicBezTo>
                  <a:cubicBezTo>
                    <a:pt x="62" y="16"/>
                    <a:pt x="62" y="16"/>
                    <a:pt x="62" y="16"/>
                  </a:cubicBezTo>
                  <a:cubicBezTo>
                    <a:pt x="60" y="14"/>
                    <a:pt x="57" y="12"/>
                    <a:pt x="55" y="11"/>
                  </a:cubicBezTo>
                  <a:cubicBezTo>
                    <a:pt x="52" y="5"/>
                    <a:pt x="45" y="0"/>
                    <a:pt x="38" y="0"/>
                  </a:cubicBezTo>
                  <a:cubicBezTo>
                    <a:pt x="31" y="0"/>
                    <a:pt x="24" y="5"/>
                    <a:pt x="21" y="11"/>
                  </a:cubicBezTo>
                  <a:cubicBezTo>
                    <a:pt x="19" y="12"/>
                    <a:pt x="16" y="14"/>
                    <a:pt x="14" y="16"/>
                  </a:cubicBezTo>
                  <a:cubicBezTo>
                    <a:pt x="21" y="16"/>
                    <a:pt x="21" y="16"/>
                    <a:pt x="21" y="16"/>
                  </a:cubicBezTo>
                  <a:cubicBezTo>
                    <a:pt x="21" y="22"/>
                    <a:pt x="21" y="22"/>
                    <a:pt x="21" y="22"/>
                  </a:cubicBezTo>
                  <a:cubicBezTo>
                    <a:pt x="8" y="22"/>
                    <a:pt x="8" y="22"/>
                    <a:pt x="8" y="22"/>
                  </a:cubicBezTo>
                  <a:cubicBezTo>
                    <a:pt x="3" y="28"/>
                    <a:pt x="0" y="36"/>
                    <a:pt x="0" y="45"/>
                  </a:cubicBezTo>
                  <a:cubicBezTo>
                    <a:pt x="0" y="66"/>
                    <a:pt x="17" y="83"/>
                    <a:pt x="38" y="83"/>
                  </a:cubicBezTo>
                  <a:close/>
                  <a:moveTo>
                    <a:pt x="38" y="8"/>
                  </a:moveTo>
                  <a:cubicBezTo>
                    <a:pt x="44" y="8"/>
                    <a:pt x="48" y="13"/>
                    <a:pt x="48" y="18"/>
                  </a:cubicBezTo>
                  <a:cubicBezTo>
                    <a:pt x="48" y="24"/>
                    <a:pt x="44" y="29"/>
                    <a:pt x="38" y="29"/>
                  </a:cubicBezTo>
                  <a:cubicBezTo>
                    <a:pt x="32" y="29"/>
                    <a:pt x="28" y="24"/>
                    <a:pt x="28" y="18"/>
                  </a:cubicBezTo>
                  <a:cubicBezTo>
                    <a:pt x="28" y="13"/>
                    <a:pt x="32" y="8"/>
                    <a:pt x="38" y="8"/>
                  </a:cubicBezTo>
                  <a:close/>
                </a:path>
              </a:pathLst>
            </a:custGeom>
            <a:solidFill>
              <a:srgbClr val="B22C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63"/>
            <p:cNvSpPr>
              <a:spLocks/>
            </p:cNvSpPr>
            <p:nvPr/>
          </p:nvSpPr>
          <p:spPr bwMode="auto">
            <a:xfrm>
              <a:off x="7445376" y="460376"/>
              <a:ext cx="173038" cy="165100"/>
            </a:xfrm>
            <a:custGeom>
              <a:avLst/>
              <a:gdLst>
                <a:gd name="T0" fmla="*/ 32 w 46"/>
                <a:gd name="T1" fmla="*/ 0 h 44"/>
                <a:gd name="T2" fmla="*/ 23 w 46"/>
                <a:gd name="T3" fmla="*/ 4 h 44"/>
                <a:gd name="T4" fmla="*/ 13 w 46"/>
                <a:gd name="T5" fmla="*/ 0 h 44"/>
                <a:gd name="T6" fmla="*/ 0 w 46"/>
                <a:gd name="T7" fmla="*/ 13 h 44"/>
                <a:gd name="T8" fmla="*/ 23 w 46"/>
                <a:gd name="T9" fmla="*/ 44 h 44"/>
                <a:gd name="T10" fmla="*/ 46 w 46"/>
                <a:gd name="T11" fmla="*/ 13 h 44"/>
                <a:gd name="T12" fmla="*/ 32 w 46"/>
                <a:gd name="T13" fmla="*/ 0 h 44"/>
              </a:gdLst>
              <a:ahLst/>
              <a:cxnLst>
                <a:cxn ang="0">
                  <a:pos x="T0" y="T1"/>
                </a:cxn>
                <a:cxn ang="0">
                  <a:pos x="T2" y="T3"/>
                </a:cxn>
                <a:cxn ang="0">
                  <a:pos x="T4" y="T5"/>
                </a:cxn>
                <a:cxn ang="0">
                  <a:pos x="T6" y="T7"/>
                </a:cxn>
                <a:cxn ang="0">
                  <a:pos x="T8" y="T9"/>
                </a:cxn>
                <a:cxn ang="0">
                  <a:pos x="T10" y="T11"/>
                </a:cxn>
                <a:cxn ang="0">
                  <a:pos x="T12" y="T13"/>
                </a:cxn>
              </a:cxnLst>
              <a:rect l="0" t="0" r="r" b="b"/>
              <a:pathLst>
                <a:path w="46" h="44">
                  <a:moveTo>
                    <a:pt x="32" y="0"/>
                  </a:moveTo>
                  <a:cubicBezTo>
                    <a:pt x="29" y="0"/>
                    <a:pt x="25" y="2"/>
                    <a:pt x="23" y="4"/>
                  </a:cubicBezTo>
                  <a:cubicBezTo>
                    <a:pt x="20" y="2"/>
                    <a:pt x="17" y="0"/>
                    <a:pt x="13" y="0"/>
                  </a:cubicBezTo>
                  <a:cubicBezTo>
                    <a:pt x="6" y="0"/>
                    <a:pt x="0" y="6"/>
                    <a:pt x="0" y="13"/>
                  </a:cubicBezTo>
                  <a:cubicBezTo>
                    <a:pt x="0" y="32"/>
                    <a:pt x="23" y="44"/>
                    <a:pt x="23" y="44"/>
                  </a:cubicBezTo>
                  <a:cubicBezTo>
                    <a:pt x="23" y="44"/>
                    <a:pt x="46" y="32"/>
                    <a:pt x="46" y="13"/>
                  </a:cubicBezTo>
                  <a:cubicBezTo>
                    <a:pt x="46" y="6"/>
                    <a:pt x="40" y="0"/>
                    <a:pt x="32" y="0"/>
                  </a:cubicBezTo>
                  <a:close/>
                </a:path>
              </a:pathLst>
            </a:custGeom>
            <a:solidFill>
              <a:srgbClr val="B22C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3" name="组合 62"/>
          <p:cNvGrpSpPr/>
          <p:nvPr/>
        </p:nvGrpSpPr>
        <p:grpSpPr>
          <a:xfrm>
            <a:off x="539751" y="2747963"/>
            <a:ext cx="1339850" cy="1522413"/>
            <a:chOff x="539751" y="2747963"/>
            <a:chExt cx="1339850" cy="1522413"/>
          </a:xfrm>
        </p:grpSpPr>
        <p:sp>
          <p:nvSpPr>
            <p:cNvPr id="64" name="Oval 64"/>
            <p:cNvSpPr>
              <a:spLocks noChangeArrowheads="1"/>
            </p:cNvSpPr>
            <p:nvPr/>
          </p:nvSpPr>
          <p:spPr bwMode="auto">
            <a:xfrm>
              <a:off x="1346201" y="3030538"/>
              <a:ext cx="285750" cy="285750"/>
            </a:xfrm>
            <a:prstGeom prst="ellipse">
              <a:avLst/>
            </a:prstGeom>
            <a:solidFill>
              <a:srgbClr val="12B1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65"/>
            <p:cNvSpPr>
              <a:spLocks noEditPoints="1"/>
            </p:cNvSpPr>
            <p:nvPr/>
          </p:nvSpPr>
          <p:spPr bwMode="auto">
            <a:xfrm>
              <a:off x="539751" y="2747963"/>
              <a:ext cx="1339850" cy="1522413"/>
            </a:xfrm>
            <a:custGeom>
              <a:avLst/>
              <a:gdLst>
                <a:gd name="T0" fmla="*/ 353 w 357"/>
                <a:gd name="T1" fmla="*/ 376 h 405"/>
                <a:gd name="T2" fmla="*/ 342 w 357"/>
                <a:gd name="T3" fmla="*/ 334 h 405"/>
                <a:gd name="T4" fmla="*/ 323 w 357"/>
                <a:gd name="T5" fmla="*/ 267 h 405"/>
                <a:gd name="T6" fmla="*/ 338 w 357"/>
                <a:gd name="T7" fmla="*/ 252 h 405"/>
                <a:gd name="T8" fmla="*/ 280 w 357"/>
                <a:gd name="T9" fmla="*/ 182 h 405"/>
                <a:gd name="T10" fmla="*/ 253 w 357"/>
                <a:gd name="T11" fmla="*/ 153 h 405"/>
                <a:gd name="T12" fmla="*/ 236 w 357"/>
                <a:gd name="T13" fmla="*/ 153 h 405"/>
                <a:gd name="T14" fmla="*/ 210 w 357"/>
                <a:gd name="T15" fmla="*/ 182 h 405"/>
                <a:gd name="T16" fmla="*/ 205 w 357"/>
                <a:gd name="T17" fmla="*/ 228 h 405"/>
                <a:gd name="T18" fmla="*/ 185 w 357"/>
                <a:gd name="T19" fmla="*/ 169 h 405"/>
                <a:gd name="T20" fmla="*/ 179 w 357"/>
                <a:gd name="T21" fmla="*/ 217 h 405"/>
                <a:gd name="T22" fmla="*/ 152 w 357"/>
                <a:gd name="T23" fmla="*/ 211 h 405"/>
                <a:gd name="T24" fmla="*/ 134 w 357"/>
                <a:gd name="T25" fmla="*/ 164 h 405"/>
                <a:gd name="T26" fmla="*/ 106 w 357"/>
                <a:gd name="T27" fmla="*/ 130 h 405"/>
                <a:gd name="T28" fmla="*/ 106 w 357"/>
                <a:gd name="T29" fmla="*/ 94 h 405"/>
                <a:gd name="T30" fmla="*/ 108 w 357"/>
                <a:gd name="T31" fmla="*/ 82 h 405"/>
                <a:gd name="T32" fmla="*/ 117 w 357"/>
                <a:gd name="T33" fmla="*/ 31 h 405"/>
                <a:gd name="T34" fmla="*/ 102 w 357"/>
                <a:gd name="T35" fmla="*/ 23 h 405"/>
                <a:gd name="T36" fmla="*/ 102 w 357"/>
                <a:gd name="T37" fmla="*/ 19 h 405"/>
                <a:gd name="T38" fmla="*/ 115 w 357"/>
                <a:gd name="T39" fmla="*/ 8 h 405"/>
                <a:gd name="T40" fmla="*/ 103 w 357"/>
                <a:gd name="T41" fmla="*/ 15 h 405"/>
                <a:gd name="T42" fmla="*/ 96 w 357"/>
                <a:gd name="T43" fmla="*/ 11 h 405"/>
                <a:gd name="T44" fmla="*/ 63 w 357"/>
                <a:gd name="T45" fmla="*/ 15 h 405"/>
                <a:gd name="T46" fmla="*/ 51 w 357"/>
                <a:gd name="T47" fmla="*/ 0 h 405"/>
                <a:gd name="T48" fmla="*/ 11 w 357"/>
                <a:gd name="T49" fmla="*/ 15 h 405"/>
                <a:gd name="T50" fmla="*/ 0 w 357"/>
                <a:gd name="T51" fmla="*/ 8 h 405"/>
                <a:gd name="T52" fmla="*/ 51 w 357"/>
                <a:gd name="T53" fmla="*/ 19 h 405"/>
                <a:gd name="T54" fmla="*/ 51 w 357"/>
                <a:gd name="T55" fmla="*/ 355 h 405"/>
                <a:gd name="T56" fmla="*/ 16 w 357"/>
                <a:gd name="T57" fmla="*/ 373 h 405"/>
                <a:gd name="T58" fmla="*/ 19 w 357"/>
                <a:gd name="T59" fmla="*/ 396 h 405"/>
                <a:gd name="T60" fmla="*/ 27 w 357"/>
                <a:gd name="T61" fmla="*/ 376 h 405"/>
                <a:gd name="T62" fmla="*/ 66 w 357"/>
                <a:gd name="T63" fmla="*/ 366 h 405"/>
                <a:gd name="T64" fmla="*/ 86 w 357"/>
                <a:gd name="T65" fmla="*/ 376 h 405"/>
                <a:gd name="T66" fmla="*/ 94 w 357"/>
                <a:gd name="T67" fmla="*/ 396 h 405"/>
                <a:gd name="T68" fmla="*/ 98 w 357"/>
                <a:gd name="T69" fmla="*/ 373 h 405"/>
                <a:gd name="T70" fmla="*/ 66 w 357"/>
                <a:gd name="T71" fmla="*/ 355 h 405"/>
                <a:gd name="T72" fmla="*/ 63 w 357"/>
                <a:gd name="T73" fmla="*/ 19 h 405"/>
                <a:gd name="T74" fmla="*/ 91 w 357"/>
                <a:gd name="T75" fmla="*/ 21 h 405"/>
                <a:gd name="T76" fmla="*/ 85 w 357"/>
                <a:gd name="T77" fmla="*/ 23 h 405"/>
                <a:gd name="T78" fmla="*/ 76 w 357"/>
                <a:gd name="T79" fmla="*/ 73 h 405"/>
                <a:gd name="T80" fmla="*/ 87 w 357"/>
                <a:gd name="T81" fmla="*/ 82 h 405"/>
                <a:gd name="T82" fmla="*/ 94 w 357"/>
                <a:gd name="T83" fmla="*/ 87 h 405"/>
                <a:gd name="T84" fmla="*/ 99 w 357"/>
                <a:gd name="T85" fmla="*/ 82 h 405"/>
                <a:gd name="T86" fmla="*/ 100 w 357"/>
                <a:gd name="T87" fmla="*/ 94 h 405"/>
                <a:gd name="T88" fmla="*/ 122 w 357"/>
                <a:gd name="T89" fmla="*/ 161 h 405"/>
                <a:gd name="T90" fmla="*/ 143 w 357"/>
                <a:gd name="T91" fmla="*/ 190 h 405"/>
                <a:gd name="T92" fmla="*/ 181 w 357"/>
                <a:gd name="T93" fmla="*/ 230 h 405"/>
                <a:gd name="T94" fmla="*/ 179 w 357"/>
                <a:gd name="T95" fmla="*/ 325 h 405"/>
                <a:gd name="T96" fmla="*/ 314 w 357"/>
                <a:gd name="T97" fmla="*/ 363 h 405"/>
                <a:gd name="T98" fmla="*/ 314 w 357"/>
                <a:gd name="T99" fmla="*/ 362 h 405"/>
                <a:gd name="T100" fmla="*/ 343 w 357"/>
                <a:gd name="T101" fmla="*/ 402 h 405"/>
                <a:gd name="T102" fmla="*/ 98 w 357"/>
                <a:gd name="T103" fmla="*/ 23 h 405"/>
                <a:gd name="T104" fmla="*/ 95 w 357"/>
                <a:gd name="T105" fmla="*/ 21 h 405"/>
                <a:gd name="T106" fmla="*/ 98 w 357"/>
                <a:gd name="T107" fmla="*/ 19 h 405"/>
                <a:gd name="T108" fmla="*/ 98 w 357"/>
                <a:gd name="T109" fmla="*/ 23 h 405"/>
                <a:gd name="T110" fmla="*/ 296 w 357"/>
                <a:gd name="T111" fmla="*/ 262 h 405"/>
                <a:gd name="T112" fmla="*/ 271 w 357"/>
                <a:gd name="T113" fmla="*/ 244 h 405"/>
                <a:gd name="T114" fmla="*/ 210 w 357"/>
                <a:gd name="T115" fmla="*/ 258 h 405"/>
                <a:gd name="T116" fmla="*/ 210 w 357"/>
                <a:gd name="T117" fmla="*/ 232 h 405"/>
                <a:gd name="T118" fmla="*/ 204 w 357"/>
                <a:gd name="T119" fmla="*/ 325 h 405"/>
                <a:gd name="T120" fmla="*/ 210 w 357"/>
                <a:gd name="T121" fmla="*/ 309 h 405"/>
                <a:gd name="T122" fmla="*/ 299 w 357"/>
                <a:gd name="T123" fmla="*/ 325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7" h="405">
                  <a:moveTo>
                    <a:pt x="355" y="381"/>
                  </a:moveTo>
                  <a:cubicBezTo>
                    <a:pt x="353" y="376"/>
                    <a:pt x="353" y="376"/>
                    <a:pt x="353" y="376"/>
                  </a:cubicBezTo>
                  <a:cubicBezTo>
                    <a:pt x="348" y="355"/>
                    <a:pt x="348" y="355"/>
                    <a:pt x="348" y="355"/>
                  </a:cubicBezTo>
                  <a:cubicBezTo>
                    <a:pt x="342" y="334"/>
                    <a:pt x="342" y="334"/>
                    <a:pt x="342" y="334"/>
                  </a:cubicBezTo>
                  <a:cubicBezTo>
                    <a:pt x="326" y="273"/>
                    <a:pt x="326" y="273"/>
                    <a:pt x="326" y="273"/>
                  </a:cubicBezTo>
                  <a:cubicBezTo>
                    <a:pt x="326" y="271"/>
                    <a:pt x="324" y="269"/>
                    <a:pt x="323" y="267"/>
                  </a:cubicBezTo>
                  <a:cubicBezTo>
                    <a:pt x="323" y="267"/>
                    <a:pt x="323" y="267"/>
                    <a:pt x="324" y="267"/>
                  </a:cubicBezTo>
                  <a:cubicBezTo>
                    <a:pt x="332" y="267"/>
                    <a:pt x="338" y="261"/>
                    <a:pt x="338" y="252"/>
                  </a:cubicBezTo>
                  <a:cubicBezTo>
                    <a:pt x="338" y="244"/>
                    <a:pt x="332" y="238"/>
                    <a:pt x="324" y="238"/>
                  </a:cubicBezTo>
                  <a:cubicBezTo>
                    <a:pt x="301" y="238"/>
                    <a:pt x="287" y="228"/>
                    <a:pt x="280" y="182"/>
                  </a:cubicBezTo>
                  <a:cubicBezTo>
                    <a:pt x="280" y="181"/>
                    <a:pt x="279" y="180"/>
                    <a:pt x="279" y="179"/>
                  </a:cubicBezTo>
                  <a:cubicBezTo>
                    <a:pt x="277" y="165"/>
                    <a:pt x="265" y="156"/>
                    <a:pt x="253" y="153"/>
                  </a:cubicBezTo>
                  <a:cubicBezTo>
                    <a:pt x="253" y="153"/>
                    <a:pt x="249" y="152"/>
                    <a:pt x="245" y="152"/>
                  </a:cubicBezTo>
                  <a:cubicBezTo>
                    <a:pt x="241" y="152"/>
                    <a:pt x="236" y="153"/>
                    <a:pt x="236" y="153"/>
                  </a:cubicBezTo>
                  <a:cubicBezTo>
                    <a:pt x="236" y="153"/>
                    <a:pt x="236" y="153"/>
                    <a:pt x="236" y="153"/>
                  </a:cubicBezTo>
                  <a:cubicBezTo>
                    <a:pt x="223" y="156"/>
                    <a:pt x="210" y="166"/>
                    <a:pt x="210" y="182"/>
                  </a:cubicBezTo>
                  <a:cubicBezTo>
                    <a:pt x="210" y="228"/>
                    <a:pt x="210" y="228"/>
                    <a:pt x="210" y="228"/>
                  </a:cubicBezTo>
                  <a:cubicBezTo>
                    <a:pt x="208" y="228"/>
                    <a:pt x="207" y="228"/>
                    <a:pt x="205" y="228"/>
                  </a:cubicBezTo>
                  <a:cubicBezTo>
                    <a:pt x="198" y="179"/>
                    <a:pt x="198" y="179"/>
                    <a:pt x="198" y="179"/>
                  </a:cubicBezTo>
                  <a:cubicBezTo>
                    <a:pt x="198" y="172"/>
                    <a:pt x="191" y="168"/>
                    <a:pt x="185" y="169"/>
                  </a:cubicBezTo>
                  <a:cubicBezTo>
                    <a:pt x="178" y="170"/>
                    <a:pt x="174" y="176"/>
                    <a:pt x="175" y="182"/>
                  </a:cubicBezTo>
                  <a:cubicBezTo>
                    <a:pt x="179" y="217"/>
                    <a:pt x="179" y="217"/>
                    <a:pt x="179" y="217"/>
                  </a:cubicBezTo>
                  <a:cubicBezTo>
                    <a:pt x="181" y="226"/>
                    <a:pt x="181" y="226"/>
                    <a:pt x="181" y="226"/>
                  </a:cubicBezTo>
                  <a:cubicBezTo>
                    <a:pt x="169" y="224"/>
                    <a:pt x="159" y="219"/>
                    <a:pt x="152" y="211"/>
                  </a:cubicBezTo>
                  <a:cubicBezTo>
                    <a:pt x="147" y="203"/>
                    <a:pt x="147" y="197"/>
                    <a:pt x="147" y="190"/>
                  </a:cubicBezTo>
                  <a:cubicBezTo>
                    <a:pt x="147" y="182"/>
                    <a:pt x="147" y="172"/>
                    <a:pt x="134" y="164"/>
                  </a:cubicBezTo>
                  <a:cubicBezTo>
                    <a:pt x="130" y="161"/>
                    <a:pt x="127" y="159"/>
                    <a:pt x="124" y="157"/>
                  </a:cubicBezTo>
                  <a:cubicBezTo>
                    <a:pt x="113" y="151"/>
                    <a:pt x="108" y="148"/>
                    <a:pt x="106" y="130"/>
                  </a:cubicBezTo>
                  <a:cubicBezTo>
                    <a:pt x="104" y="119"/>
                    <a:pt x="104" y="108"/>
                    <a:pt x="105" y="94"/>
                  </a:cubicBezTo>
                  <a:cubicBezTo>
                    <a:pt x="106" y="94"/>
                    <a:pt x="106" y="94"/>
                    <a:pt x="106" y="94"/>
                  </a:cubicBezTo>
                  <a:cubicBezTo>
                    <a:pt x="106" y="82"/>
                    <a:pt x="106" y="82"/>
                    <a:pt x="106" y="82"/>
                  </a:cubicBezTo>
                  <a:cubicBezTo>
                    <a:pt x="108" y="82"/>
                    <a:pt x="108" y="82"/>
                    <a:pt x="108" y="82"/>
                  </a:cubicBezTo>
                  <a:cubicBezTo>
                    <a:pt x="113" y="82"/>
                    <a:pt x="117" y="78"/>
                    <a:pt x="117" y="73"/>
                  </a:cubicBezTo>
                  <a:cubicBezTo>
                    <a:pt x="117" y="31"/>
                    <a:pt x="117" y="31"/>
                    <a:pt x="117" y="31"/>
                  </a:cubicBezTo>
                  <a:cubicBezTo>
                    <a:pt x="117" y="27"/>
                    <a:pt x="113" y="23"/>
                    <a:pt x="108" y="23"/>
                  </a:cubicBezTo>
                  <a:cubicBezTo>
                    <a:pt x="102" y="23"/>
                    <a:pt x="102" y="23"/>
                    <a:pt x="102" y="23"/>
                  </a:cubicBezTo>
                  <a:cubicBezTo>
                    <a:pt x="102" y="22"/>
                    <a:pt x="102" y="21"/>
                    <a:pt x="102" y="21"/>
                  </a:cubicBezTo>
                  <a:cubicBezTo>
                    <a:pt x="102" y="20"/>
                    <a:pt x="102" y="20"/>
                    <a:pt x="102" y="19"/>
                  </a:cubicBezTo>
                  <a:cubicBezTo>
                    <a:pt x="103" y="19"/>
                    <a:pt x="103" y="19"/>
                    <a:pt x="103" y="19"/>
                  </a:cubicBezTo>
                  <a:cubicBezTo>
                    <a:pt x="110" y="19"/>
                    <a:pt x="115" y="14"/>
                    <a:pt x="115" y="8"/>
                  </a:cubicBezTo>
                  <a:cubicBezTo>
                    <a:pt x="111" y="8"/>
                    <a:pt x="111" y="8"/>
                    <a:pt x="111" y="8"/>
                  </a:cubicBezTo>
                  <a:cubicBezTo>
                    <a:pt x="111" y="12"/>
                    <a:pt x="108" y="15"/>
                    <a:pt x="103" y="15"/>
                  </a:cubicBezTo>
                  <a:cubicBezTo>
                    <a:pt x="101" y="15"/>
                    <a:pt x="101" y="15"/>
                    <a:pt x="101" y="15"/>
                  </a:cubicBezTo>
                  <a:cubicBezTo>
                    <a:pt x="100" y="13"/>
                    <a:pt x="98" y="11"/>
                    <a:pt x="96" y="11"/>
                  </a:cubicBezTo>
                  <a:cubicBezTo>
                    <a:pt x="95" y="11"/>
                    <a:pt x="93" y="13"/>
                    <a:pt x="92" y="15"/>
                  </a:cubicBezTo>
                  <a:cubicBezTo>
                    <a:pt x="63" y="15"/>
                    <a:pt x="63" y="15"/>
                    <a:pt x="63" y="15"/>
                  </a:cubicBezTo>
                  <a:cubicBezTo>
                    <a:pt x="63" y="0"/>
                    <a:pt x="63" y="0"/>
                    <a:pt x="63" y="0"/>
                  </a:cubicBezTo>
                  <a:cubicBezTo>
                    <a:pt x="51" y="0"/>
                    <a:pt x="51" y="0"/>
                    <a:pt x="51" y="0"/>
                  </a:cubicBezTo>
                  <a:cubicBezTo>
                    <a:pt x="51" y="15"/>
                    <a:pt x="51" y="15"/>
                    <a:pt x="51" y="15"/>
                  </a:cubicBezTo>
                  <a:cubicBezTo>
                    <a:pt x="11" y="15"/>
                    <a:pt x="11" y="15"/>
                    <a:pt x="11" y="15"/>
                  </a:cubicBezTo>
                  <a:cubicBezTo>
                    <a:pt x="7" y="15"/>
                    <a:pt x="4" y="12"/>
                    <a:pt x="4" y="8"/>
                  </a:cubicBezTo>
                  <a:cubicBezTo>
                    <a:pt x="0" y="8"/>
                    <a:pt x="0" y="8"/>
                    <a:pt x="0" y="8"/>
                  </a:cubicBezTo>
                  <a:cubicBezTo>
                    <a:pt x="0" y="14"/>
                    <a:pt x="5" y="19"/>
                    <a:pt x="11" y="19"/>
                  </a:cubicBezTo>
                  <a:cubicBezTo>
                    <a:pt x="51" y="19"/>
                    <a:pt x="51" y="19"/>
                    <a:pt x="51" y="19"/>
                  </a:cubicBezTo>
                  <a:cubicBezTo>
                    <a:pt x="51" y="354"/>
                    <a:pt x="51" y="354"/>
                    <a:pt x="51" y="354"/>
                  </a:cubicBezTo>
                  <a:cubicBezTo>
                    <a:pt x="51" y="355"/>
                    <a:pt x="51" y="355"/>
                    <a:pt x="51" y="355"/>
                  </a:cubicBezTo>
                  <a:cubicBezTo>
                    <a:pt x="43" y="355"/>
                    <a:pt x="43" y="355"/>
                    <a:pt x="43" y="355"/>
                  </a:cubicBezTo>
                  <a:cubicBezTo>
                    <a:pt x="31" y="355"/>
                    <a:pt x="20" y="362"/>
                    <a:pt x="16" y="373"/>
                  </a:cubicBezTo>
                  <a:cubicBezTo>
                    <a:pt x="11" y="375"/>
                    <a:pt x="8" y="379"/>
                    <a:pt x="8" y="384"/>
                  </a:cubicBezTo>
                  <a:cubicBezTo>
                    <a:pt x="8" y="391"/>
                    <a:pt x="13" y="396"/>
                    <a:pt x="19" y="396"/>
                  </a:cubicBezTo>
                  <a:cubicBezTo>
                    <a:pt x="25" y="396"/>
                    <a:pt x="30" y="391"/>
                    <a:pt x="30" y="384"/>
                  </a:cubicBezTo>
                  <a:cubicBezTo>
                    <a:pt x="30" y="381"/>
                    <a:pt x="29" y="378"/>
                    <a:pt x="27" y="376"/>
                  </a:cubicBezTo>
                  <a:cubicBezTo>
                    <a:pt x="30" y="371"/>
                    <a:pt x="36" y="366"/>
                    <a:pt x="43" y="366"/>
                  </a:cubicBezTo>
                  <a:cubicBezTo>
                    <a:pt x="66" y="366"/>
                    <a:pt x="66" y="366"/>
                    <a:pt x="66" y="366"/>
                  </a:cubicBezTo>
                  <a:cubicBezTo>
                    <a:pt x="70" y="366"/>
                    <a:pt x="70" y="366"/>
                    <a:pt x="70" y="366"/>
                  </a:cubicBezTo>
                  <a:cubicBezTo>
                    <a:pt x="77" y="366"/>
                    <a:pt x="83" y="371"/>
                    <a:pt x="86" y="376"/>
                  </a:cubicBezTo>
                  <a:cubicBezTo>
                    <a:pt x="84" y="378"/>
                    <a:pt x="83" y="381"/>
                    <a:pt x="83" y="384"/>
                  </a:cubicBezTo>
                  <a:cubicBezTo>
                    <a:pt x="83" y="391"/>
                    <a:pt x="88" y="396"/>
                    <a:pt x="94" y="396"/>
                  </a:cubicBezTo>
                  <a:cubicBezTo>
                    <a:pt x="101" y="396"/>
                    <a:pt x="106" y="391"/>
                    <a:pt x="106" y="384"/>
                  </a:cubicBezTo>
                  <a:cubicBezTo>
                    <a:pt x="106" y="379"/>
                    <a:pt x="102" y="375"/>
                    <a:pt x="98" y="373"/>
                  </a:cubicBezTo>
                  <a:cubicBezTo>
                    <a:pt x="93" y="362"/>
                    <a:pt x="83" y="355"/>
                    <a:pt x="70" y="355"/>
                  </a:cubicBezTo>
                  <a:cubicBezTo>
                    <a:pt x="66" y="355"/>
                    <a:pt x="66" y="355"/>
                    <a:pt x="66" y="355"/>
                  </a:cubicBezTo>
                  <a:cubicBezTo>
                    <a:pt x="63" y="355"/>
                    <a:pt x="63" y="355"/>
                    <a:pt x="63" y="355"/>
                  </a:cubicBezTo>
                  <a:cubicBezTo>
                    <a:pt x="63" y="19"/>
                    <a:pt x="63" y="19"/>
                    <a:pt x="63" y="19"/>
                  </a:cubicBezTo>
                  <a:cubicBezTo>
                    <a:pt x="91" y="19"/>
                    <a:pt x="91" y="19"/>
                    <a:pt x="91" y="19"/>
                  </a:cubicBezTo>
                  <a:cubicBezTo>
                    <a:pt x="91" y="20"/>
                    <a:pt x="91" y="20"/>
                    <a:pt x="91" y="21"/>
                  </a:cubicBezTo>
                  <a:cubicBezTo>
                    <a:pt x="91" y="21"/>
                    <a:pt x="91" y="22"/>
                    <a:pt x="91" y="23"/>
                  </a:cubicBezTo>
                  <a:cubicBezTo>
                    <a:pt x="85" y="23"/>
                    <a:pt x="85" y="23"/>
                    <a:pt x="85" y="23"/>
                  </a:cubicBezTo>
                  <a:cubicBezTo>
                    <a:pt x="80" y="23"/>
                    <a:pt x="76" y="27"/>
                    <a:pt x="76" y="31"/>
                  </a:cubicBezTo>
                  <a:cubicBezTo>
                    <a:pt x="76" y="73"/>
                    <a:pt x="76" y="73"/>
                    <a:pt x="76" y="73"/>
                  </a:cubicBezTo>
                  <a:cubicBezTo>
                    <a:pt x="76" y="78"/>
                    <a:pt x="80" y="82"/>
                    <a:pt x="85" y="82"/>
                  </a:cubicBezTo>
                  <a:cubicBezTo>
                    <a:pt x="87" y="82"/>
                    <a:pt x="87" y="82"/>
                    <a:pt x="87" y="82"/>
                  </a:cubicBezTo>
                  <a:cubicBezTo>
                    <a:pt x="87" y="87"/>
                    <a:pt x="87" y="87"/>
                    <a:pt x="87" y="87"/>
                  </a:cubicBezTo>
                  <a:cubicBezTo>
                    <a:pt x="94" y="87"/>
                    <a:pt x="94" y="87"/>
                    <a:pt x="94" y="87"/>
                  </a:cubicBezTo>
                  <a:cubicBezTo>
                    <a:pt x="94" y="82"/>
                    <a:pt x="94" y="82"/>
                    <a:pt x="94" y="82"/>
                  </a:cubicBezTo>
                  <a:cubicBezTo>
                    <a:pt x="99" y="82"/>
                    <a:pt x="99" y="82"/>
                    <a:pt x="99" y="82"/>
                  </a:cubicBezTo>
                  <a:cubicBezTo>
                    <a:pt x="99" y="94"/>
                    <a:pt x="99" y="94"/>
                    <a:pt x="99" y="94"/>
                  </a:cubicBezTo>
                  <a:cubicBezTo>
                    <a:pt x="100" y="94"/>
                    <a:pt x="100" y="94"/>
                    <a:pt x="100" y="94"/>
                  </a:cubicBezTo>
                  <a:cubicBezTo>
                    <a:pt x="99" y="108"/>
                    <a:pt x="100" y="119"/>
                    <a:pt x="102" y="131"/>
                  </a:cubicBezTo>
                  <a:cubicBezTo>
                    <a:pt x="105" y="150"/>
                    <a:pt x="111" y="154"/>
                    <a:pt x="122" y="161"/>
                  </a:cubicBezTo>
                  <a:cubicBezTo>
                    <a:pt x="125" y="162"/>
                    <a:pt x="128" y="164"/>
                    <a:pt x="132" y="167"/>
                  </a:cubicBezTo>
                  <a:cubicBezTo>
                    <a:pt x="143" y="175"/>
                    <a:pt x="143" y="182"/>
                    <a:pt x="143" y="190"/>
                  </a:cubicBezTo>
                  <a:cubicBezTo>
                    <a:pt x="143" y="197"/>
                    <a:pt x="143" y="205"/>
                    <a:pt x="149" y="213"/>
                  </a:cubicBezTo>
                  <a:cubicBezTo>
                    <a:pt x="157" y="223"/>
                    <a:pt x="169" y="228"/>
                    <a:pt x="181" y="230"/>
                  </a:cubicBezTo>
                  <a:cubicBezTo>
                    <a:pt x="189" y="288"/>
                    <a:pt x="189" y="288"/>
                    <a:pt x="189" y="288"/>
                  </a:cubicBezTo>
                  <a:cubicBezTo>
                    <a:pt x="183" y="299"/>
                    <a:pt x="179" y="312"/>
                    <a:pt x="179" y="325"/>
                  </a:cubicBezTo>
                  <a:cubicBezTo>
                    <a:pt x="179" y="365"/>
                    <a:pt x="212" y="398"/>
                    <a:pt x="252" y="398"/>
                  </a:cubicBezTo>
                  <a:cubicBezTo>
                    <a:pt x="278" y="398"/>
                    <a:pt x="301" y="384"/>
                    <a:pt x="314" y="363"/>
                  </a:cubicBezTo>
                  <a:cubicBezTo>
                    <a:pt x="314" y="363"/>
                    <a:pt x="314" y="363"/>
                    <a:pt x="314" y="363"/>
                  </a:cubicBezTo>
                  <a:cubicBezTo>
                    <a:pt x="314" y="362"/>
                    <a:pt x="314" y="362"/>
                    <a:pt x="314" y="362"/>
                  </a:cubicBezTo>
                  <a:cubicBezTo>
                    <a:pt x="322" y="390"/>
                    <a:pt x="322" y="390"/>
                    <a:pt x="322" y="390"/>
                  </a:cubicBezTo>
                  <a:cubicBezTo>
                    <a:pt x="325" y="399"/>
                    <a:pt x="334" y="405"/>
                    <a:pt x="343" y="402"/>
                  </a:cubicBezTo>
                  <a:cubicBezTo>
                    <a:pt x="352" y="400"/>
                    <a:pt x="357" y="390"/>
                    <a:pt x="355" y="381"/>
                  </a:cubicBezTo>
                  <a:close/>
                  <a:moveTo>
                    <a:pt x="98" y="23"/>
                  </a:moveTo>
                  <a:cubicBezTo>
                    <a:pt x="95" y="23"/>
                    <a:pt x="95" y="23"/>
                    <a:pt x="95" y="23"/>
                  </a:cubicBezTo>
                  <a:cubicBezTo>
                    <a:pt x="95" y="22"/>
                    <a:pt x="95" y="21"/>
                    <a:pt x="95" y="21"/>
                  </a:cubicBezTo>
                  <a:cubicBezTo>
                    <a:pt x="95" y="20"/>
                    <a:pt x="95" y="20"/>
                    <a:pt x="95" y="19"/>
                  </a:cubicBezTo>
                  <a:cubicBezTo>
                    <a:pt x="98" y="19"/>
                    <a:pt x="98" y="19"/>
                    <a:pt x="98" y="19"/>
                  </a:cubicBezTo>
                  <a:cubicBezTo>
                    <a:pt x="98" y="20"/>
                    <a:pt x="98" y="20"/>
                    <a:pt x="98" y="21"/>
                  </a:cubicBezTo>
                  <a:cubicBezTo>
                    <a:pt x="98" y="21"/>
                    <a:pt x="98" y="22"/>
                    <a:pt x="98" y="23"/>
                  </a:cubicBezTo>
                  <a:close/>
                  <a:moveTo>
                    <a:pt x="271" y="244"/>
                  </a:moveTo>
                  <a:cubicBezTo>
                    <a:pt x="278" y="251"/>
                    <a:pt x="287" y="257"/>
                    <a:pt x="296" y="262"/>
                  </a:cubicBezTo>
                  <a:cubicBezTo>
                    <a:pt x="271" y="262"/>
                    <a:pt x="271" y="262"/>
                    <a:pt x="271" y="262"/>
                  </a:cubicBezTo>
                  <a:lnTo>
                    <a:pt x="271" y="244"/>
                  </a:lnTo>
                  <a:close/>
                  <a:moveTo>
                    <a:pt x="210" y="232"/>
                  </a:moveTo>
                  <a:cubicBezTo>
                    <a:pt x="210" y="258"/>
                    <a:pt x="210" y="258"/>
                    <a:pt x="210" y="258"/>
                  </a:cubicBezTo>
                  <a:cubicBezTo>
                    <a:pt x="206" y="232"/>
                    <a:pt x="206" y="232"/>
                    <a:pt x="206" y="232"/>
                  </a:cubicBezTo>
                  <a:cubicBezTo>
                    <a:pt x="207" y="232"/>
                    <a:pt x="208" y="232"/>
                    <a:pt x="210" y="232"/>
                  </a:cubicBezTo>
                  <a:close/>
                  <a:moveTo>
                    <a:pt x="252" y="373"/>
                  </a:moveTo>
                  <a:cubicBezTo>
                    <a:pt x="225" y="373"/>
                    <a:pt x="204" y="352"/>
                    <a:pt x="204" y="325"/>
                  </a:cubicBezTo>
                  <a:cubicBezTo>
                    <a:pt x="204" y="319"/>
                    <a:pt x="205" y="314"/>
                    <a:pt x="207" y="308"/>
                  </a:cubicBezTo>
                  <a:cubicBezTo>
                    <a:pt x="208" y="309"/>
                    <a:pt x="209" y="309"/>
                    <a:pt x="210" y="309"/>
                  </a:cubicBezTo>
                  <a:cubicBezTo>
                    <a:pt x="296" y="309"/>
                    <a:pt x="296" y="309"/>
                    <a:pt x="296" y="309"/>
                  </a:cubicBezTo>
                  <a:cubicBezTo>
                    <a:pt x="298" y="314"/>
                    <a:pt x="299" y="320"/>
                    <a:pt x="299" y="325"/>
                  </a:cubicBezTo>
                  <a:cubicBezTo>
                    <a:pt x="299" y="352"/>
                    <a:pt x="278" y="373"/>
                    <a:pt x="252" y="373"/>
                  </a:cubicBezTo>
                  <a:close/>
                </a:path>
              </a:pathLst>
            </a:custGeom>
            <a:solidFill>
              <a:srgbClr val="12B1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6" name="组合 65"/>
          <p:cNvGrpSpPr/>
          <p:nvPr/>
        </p:nvGrpSpPr>
        <p:grpSpPr>
          <a:xfrm>
            <a:off x="328613" y="4660901"/>
            <a:ext cx="2049463" cy="1495425"/>
            <a:chOff x="328613" y="4660901"/>
            <a:chExt cx="2049463" cy="1495425"/>
          </a:xfrm>
        </p:grpSpPr>
        <p:sp>
          <p:nvSpPr>
            <p:cNvPr id="67" name="Freeform 5"/>
            <p:cNvSpPr>
              <a:spLocks/>
            </p:cNvSpPr>
            <p:nvPr/>
          </p:nvSpPr>
          <p:spPr bwMode="auto">
            <a:xfrm>
              <a:off x="757238" y="5292726"/>
              <a:ext cx="420688" cy="184150"/>
            </a:xfrm>
            <a:custGeom>
              <a:avLst/>
              <a:gdLst>
                <a:gd name="T0" fmla="*/ 93 w 112"/>
                <a:gd name="T1" fmla="*/ 18 h 49"/>
                <a:gd name="T2" fmla="*/ 26 w 112"/>
                <a:gd name="T3" fmla="*/ 6 h 49"/>
                <a:gd name="T4" fmla="*/ 5 w 112"/>
                <a:gd name="T5" fmla="*/ 6 h 49"/>
                <a:gd name="T6" fmla="*/ 5 w 112"/>
                <a:gd name="T7" fmla="*/ 26 h 49"/>
                <a:gd name="T8" fmla="*/ 71 w 112"/>
                <a:gd name="T9" fmla="*/ 49 h 49"/>
                <a:gd name="T10" fmla="*/ 99 w 112"/>
                <a:gd name="T11" fmla="*/ 46 h 49"/>
                <a:gd name="T12" fmla="*/ 110 w 112"/>
                <a:gd name="T13" fmla="*/ 29 h 49"/>
                <a:gd name="T14" fmla="*/ 93 w 112"/>
                <a:gd name="T15" fmla="*/ 1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49">
                  <a:moveTo>
                    <a:pt x="93" y="18"/>
                  </a:moveTo>
                  <a:cubicBezTo>
                    <a:pt x="49" y="27"/>
                    <a:pt x="27" y="7"/>
                    <a:pt x="26" y="6"/>
                  </a:cubicBezTo>
                  <a:cubicBezTo>
                    <a:pt x="20" y="0"/>
                    <a:pt x="11" y="0"/>
                    <a:pt x="5" y="6"/>
                  </a:cubicBezTo>
                  <a:cubicBezTo>
                    <a:pt x="0" y="11"/>
                    <a:pt x="0" y="20"/>
                    <a:pt x="5" y="26"/>
                  </a:cubicBezTo>
                  <a:cubicBezTo>
                    <a:pt x="6" y="27"/>
                    <a:pt x="28" y="49"/>
                    <a:pt x="71" y="49"/>
                  </a:cubicBezTo>
                  <a:cubicBezTo>
                    <a:pt x="79" y="49"/>
                    <a:pt x="89" y="48"/>
                    <a:pt x="99" y="46"/>
                  </a:cubicBezTo>
                  <a:cubicBezTo>
                    <a:pt x="107" y="44"/>
                    <a:pt x="112" y="37"/>
                    <a:pt x="110" y="29"/>
                  </a:cubicBezTo>
                  <a:cubicBezTo>
                    <a:pt x="109" y="21"/>
                    <a:pt x="101" y="16"/>
                    <a:pt x="93" y="18"/>
                  </a:cubicBezTo>
                  <a:close/>
                </a:path>
              </a:pathLst>
            </a:custGeom>
            <a:solidFill>
              <a:srgbClr val="4756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Oval 6"/>
            <p:cNvSpPr>
              <a:spLocks noChangeArrowheads="1"/>
            </p:cNvSpPr>
            <p:nvPr/>
          </p:nvSpPr>
          <p:spPr bwMode="auto">
            <a:xfrm>
              <a:off x="493713" y="5097463"/>
              <a:ext cx="244475" cy="244475"/>
            </a:xfrm>
            <a:prstGeom prst="ellipse">
              <a:avLst/>
            </a:prstGeom>
            <a:solidFill>
              <a:srgbClr val="4756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7"/>
            <p:cNvSpPr>
              <a:spLocks/>
            </p:cNvSpPr>
            <p:nvPr/>
          </p:nvSpPr>
          <p:spPr bwMode="auto">
            <a:xfrm>
              <a:off x="328613" y="5240338"/>
              <a:ext cx="1463675" cy="915988"/>
            </a:xfrm>
            <a:custGeom>
              <a:avLst/>
              <a:gdLst>
                <a:gd name="T0" fmla="*/ 377 w 390"/>
                <a:gd name="T1" fmla="*/ 127 h 244"/>
                <a:gd name="T2" fmla="*/ 316 w 390"/>
                <a:gd name="T3" fmla="*/ 103 h 244"/>
                <a:gd name="T4" fmla="*/ 309 w 390"/>
                <a:gd name="T5" fmla="*/ 101 h 244"/>
                <a:gd name="T6" fmla="*/ 294 w 390"/>
                <a:gd name="T7" fmla="*/ 101 h 244"/>
                <a:gd name="T8" fmla="*/ 294 w 390"/>
                <a:gd name="T9" fmla="*/ 98 h 244"/>
                <a:gd name="T10" fmla="*/ 293 w 390"/>
                <a:gd name="T11" fmla="*/ 93 h 244"/>
                <a:gd name="T12" fmla="*/ 350 w 390"/>
                <a:gd name="T13" fmla="*/ 109 h 244"/>
                <a:gd name="T14" fmla="*/ 354 w 390"/>
                <a:gd name="T15" fmla="*/ 109 h 244"/>
                <a:gd name="T16" fmla="*/ 371 w 390"/>
                <a:gd name="T17" fmla="*/ 97 h 244"/>
                <a:gd name="T18" fmla="*/ 359 w 390"/>
                <a:gd name="T19" fmla="*/ 76 h 244"/>
                <a:gd name="T20" fmla="*/ 283 w 390"/>
                <a:gd name="T21" fmla="*/ 55 h 244"/>
                <a:gd name="T22" fmla="*/ 279 w 390"/>
                <a:gd name="T23" fmla="*/ 55 h 244"/>
                <a:gd name="T24" fmla="*/ 227 w 390"/>
                <a:gd name="T25" fmla="*/ 55 h 244"/>
                <a:gd name="T26" fmla="*/ 213 w 390"/>
                <a:gd name="T27" fmla="*/ 66 h 244"/>
                <a:gd name="T28" fmla="*/ 188 w 390"/>
                <a:gd name="T29" fmla="*/ 69 h 244"/>
                <a:gd name="T30" fmla="*/ 116 w 390"/>
                <a:gd name="T31" fmla="*/ 46 h 244"/>
                <a:gd name="T32" fmla="*/ 109 w 390"/>
                <a:gd name="T33" fmla="*/ 33 h 244"/>
                <a:gd name="T34" fmla="*/ 113 w 390"/>
                <a:gd name="T35" fmla="*/ 18 h 244"/>
                <a:gd name="T36" fmla="*/ 128 w 390"/>
                <a:gd name="T37" fmla="*/ 11 h 244"/>
                <a:gd name="T38" fmla="*/ 141 w 390"/>
                <a:gd name="T39" fmla="*/ 15 h 244"/>
                <a:gd name="T40" fmla="*/ 170 w 390"/>
                <a:gd name="T41" fmla="*/ 28 h 244"/>
                <a:gd name="T42" fmla="*/ 138 w 390"/>
                <a:gd name="T43" fmla="*/ 7 h 244"/>
                <a:gd name="T44" fmla="*/ 105 w 390"/>
                <a:gd name="T45" fmla="*/ 13 h 244"/>
                <a:gd name="T46" fmla="*/ 101 w 390"/>
                <a:gd name="T47" fmla="*/ 18 h 244"/>
                <a:gd name="T48" fmla="*/ 97 w 390"/>
                <a:gd name="T49" fmla="*/ 25 h 244"/>
                <a:gd name="T50" fmla="*/ 97 w 390"/>
                <a:gd name="T51" fmla="*/ 25 h 244"/>
                <a:gd name="T52" fmla="*/ 106 w 390"/>
                <a:gd name="T53" fmla="*/ 57 h 244"/>
                <a:gd name="T54" fmla="*/ 166 w 390"/>
                <a:gd name="T55" fmla="*/ 96 h 244"/>
                <a:gd name="T56" fmla="*/ 169 w 390"/>
                <a:gd name="T57" fmla="*/ 98 h 244"/>
                <a:gd name="T58" fmla="*/ 169 w 390"/>
                <a:gd name="T59" fmla="*/ 98 h 244"/>
                <a:gd name="T60" fmla="*/ 169 w 390"/>
                <a:gd name="T61" fmla="*/ 101 h 244"/>
                <a:gd name="T62" fmla="*/ 151 w 390"/>
                <a:gd name="T63" fmla="*/ 101 h 244"/>
                <a:gd name="T64" fmla="*/ 71 w 390"/>
                <a:gd name="T65" fmla="*/ 46 h 244"/>
                <a:gd name="T66" fmla="*/ 72 w 390"/>
                <a:gd name="T67" fmla="*/ 44 h 244"/>
                <a:gd name="T68" fmla="*/ 69 w 390"/>
                <a:gd name="T69" fmla="*/ 30 h 244"/>
                <a:gd name="T70" fmla="*/ 42 w 390"/>
                <a:gd name="T71" fmla="*/ 13 h 244"/>
                <a:gd name="T72" fmla="*/ 28 w 390"/>
                <a:gd name="T73" fmla="*/ 16 h 244"/>
                <a:gd name="T74" fmla="*/ 6 w 390"/>
                <a:gd name="T75" fmla="*/ 22 h 244"/>
                <a:gd name="T76" fmla="*/ 10 w 390"/>
                <a:gd name="T77" fmla="*/ 46 h 244"/>
                <a:gd name="T78" fmla="*/ 136 w 390"/>
                <a:gd name="T79" fmla="*/ 133 h 244"/>
                <a:gd name="T80" fmla="*/ 146 w 390"/>
                <a:gd name="T81" fmla="*/ 137 h 244"/>
                <a:gd name="T82" fmla="*/ 169 w 390"/>
                <a:gd name="T83" fmla="*/ 137 h 244"/>
                <a:gd name="T84" fmla="*/ 179 w 390"/>
                <a:gd name="T85" fmla="*/ 144 h 244"/>
                <a:gd name="T86" fmla="*/ 201 w 390"/>
                <a:gd name="T87" fmla="*/ 144 h 244"/>
                <a:gd name="T88" fmla="*/ 201 w 390"/>
                <a:gd name="T89" fmla="*/ 227 h 244"/>
                <a:gd name="T90" fmla="*/ 190 w 390"/>
                <a:gd name="T91" fmla="*/ 227 h 244"/>
                <a:gd name="T92" fmla="*/ 182 w 390"/>
                <a:gd name="T93" fmla="*/ 235 h 244"/>
                <a:gd name="T94" fmla="*/ 190 w 390"/>
                <a:gd name="T95" fmla="*/ 244 h 244"/>
                <a:gd name="T96" fmla="*/ 273 w 390"/>
                <a:gd name="T97" fmla="*/ 244 h 244"/>
                <a:gd name="T98" fmla="*/ 282 w 390"/>
                <a:gd name="T99" fmla="*/ 235 h 244"/>
                <a:gd name="T100" fmla="*/ 273 w 390"/>
                <a:gd name="T101" fmla="*/ 227 h 244"/>
                <a:gd name="T102" fmla="*/ 261 w 390"/>
                <a:gd name="T103" fmla="*/ 227 h 244"/>
                <a:gd name="T104" fmla="*/ 261 w 390"/>
                <a:gd name="T105" fmla="*/ 144 h 244"/>
                <a:gd name="T106" fmla="*/ 283 w 390"/>
                <a:gd name="T107" fmla="*/ 144 h 244"/>
                <a:gd name="T108" fmla="*/ 293 w 390"/>
                <a:gd name="T109" fmla="*/ 137 h 244"/>
                <a:gd name="T110" fmla="*/ 306 w 390"/>
                <a:gd name="T111" fmla="*/ 137 h 244"/>
                <a:gd name="T112" fmla="*/ 363 w 390"/>
                <a:gd name="T113" fmla="*/ 160 h 244"/>
                <a:gd name="T114" fmla="*/ 370 w 390"/>
                <a:gd name="T115" fmla="*/ 161 h 244"/>
                <a:gd name="T116" fmla="*/ 387 w 390"/>
                <a:gd name="T117" fmla="*/ 150 h 244"/>
                <a:gd name="T118" fmla="*/ 377 w 390"/>
                <a:gd name="T119" fmla="*/ 127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90" h="244">
                  <a:moveTo>
                    <a:pt x="377" y="127"/>
                  </a:moveTo>
                  <a:cubicBezTo>
                    <a:pt x="316" y="103"/>
                    <a:pt x="316" y="103"/>
                    <a:pt x="316" y="103"/>
                  </a:cubicBezTo>
                  <a:cubicBezTo>
                    <a:pt x="314" y="102"/>
                    <a:pt x="312" y="101"/>
                    <a:pt x="309" y="101"/>
                  </a:cubicBezTo>
                  <a:cubicBezTo>
                    <a:pt x="294" y="101"/>
                    <a:pt x="294" y="101"/>
                    <a:pt x="294" y="101"/>
                  </a:cubicBezTo>
                  <a:cubicBezTo>
                    <a:pt x="294" y="98"/>
                    <a:pt x="294" y="98"/>
                    <a:pt x="294" y="98"/>
                  </a:cubicBezTo>
                  <a:cubicBezTo>
                    <a:pt x="294" y="96"/>
                    <a:pt x="293" y="95"/>
                    <a:pt x="293" y="93"/>
                  </a:cubicBezTo>
                  <a:cubicBezTo>
                    <a:pt x="350" y="109"/>
                    <a:pt x="350" y="109"/>
                    <a:pt x="350" y="109"/>
                  </a:cubicBezTo>
                  <a:cubicBezTo>
                    <a:pt x="351" y="109"/>
                    <a:pt x="353" y="109"/>
                    <a:pt x="354" y="109"/>
                  </a:cubicBezTo>
                  <a:cubicBezTo>
                    <a:pt x="362" y="109"/>
                    <a:pt x="369" y="104"/>
                    <a:pt x="371" y="97"/>
                  </a:cubicBezTo>
                  <a:cubicBezTo>
                    <a:pt x="374" y="88"/>
                    <a:pt x="368" y="78"/>
                    <a:pt x="359" y="76"/>
                  </a:cubicBezTo>
                  <a:cubicBezTo>
                    <a:pt x="283" y="55"/>
                    <a:pt x="283" y="55"/>
                    <a:pt x="283" y="55"/>
                  </a:cubicBezTo>
                  <a:cubicBezTo>
                    <a:pt x="282" y="55"/>
                    <a:pt x="280" y="55"/>
                    <a:pt x="279" y="55"/>
                  </a:cubicBezTo>
                  <a:cubicBezTo>
                    <a:pt x="227" y="55"/>
                    <a:pt x="227" y="55"/>
                    <a:pt x="227" y="55"/>
                  </a:cubicBezTo>
                  <a:cubicBezTo>
                    <a:pt x="225" y="60"/>
                    <a:pt x="220" y="65"/>
                    <a:pt x="213" y="66"/>
                  </a:cubicBezTo>
                  <a:cubicBezTo>
                    <a:pt x="205" y="68"/>
                    <a:pt x="196" y="69"/>
                    <a:pt x="188" y="69"/>
                  </a:cubicBezTo>
                  <a:cubicBezTo>
                    <a:pt x="146" y="69"/>
                    <a:pt x="117" y="47"/>
                    <a:pt x="116" y="46"/>
                  </a:cubicBezTo>
                  <a:cubicBezTo>
                    <a:pt x="112" y="42"/>
                    <a:pt x="110" y="38"/>
                    <a:pt x="109" y="33"/>
                  </a:cubicBezTo>
                  <a:cubicBezTo>
                    <a:pt x="108" y="27"/>
                    <a:pt x="110" y="22"/>
                    <a:pt x="113" y="18"/>
                  </a:cubicBezTo>
                  <a:cubicBezTo>
                    <a:pt x="117" y="13"/>
                    <a:pt x="122" y="11"/>
                    <a:pt x="128" y="11"/>
                  </a:cubicBezTo>
                  <a:cubicBezTo>
                    <a:pt x="133" y="11"/>
                    <a:pt x="137" y="12"/>
                    <a:pt x="141" y="15"/>
                  </a:cubicBezTo>
                  <a:cubicBezTo>
                    <a:pt x="141" y="15"/>
                    <a:pt x="152" y="24"/>
                    <a:pt x="170" y="28"/>
                  </a:cubicBezTo>
                  <a:cubicBezTo>
                    <a:pt x="138" y="7"/>
                    <a:pt x="138" y="7"/>
                    <a:pt x="138" y="7"/>
                  </a:cubicBezTo>
                  <a:cubicBezTo>
                    <a:pt x="127" y="0"/>
                    <a:pt x="113" y="5"/>
                    <a:pt x="105" y="13"/>
                  </a:cubicBezTo>
                  <a:cubicBezTo>
                    <a:pt x="105" y="13"/>
                    <a:pt x="103" y="15"/>
                    <a:pt x="101" y="18"/>
                  </a:cubicBezTo>
                  <a:cubicBezTo>
                    <a:pt x="99" y="21"/>
                    <a:pt x="97" y="25"/>
                    <a:pt x="97" y="25"/>
                  </a:cubicBezTo>
                  <a:cubicBezTo>
                    <a:pt x="97" y="25"/>
                    <a:pt x="97" y="25"/>
                    <a:pt x="97" y="25"/>
                  </a:cubicBezTo>
                  <a:cubicBezTo>
                    <a:pt x="94" y="36"/>
                    <a:pt x="95" y="50"/>
                    <a:pt x="106" y="57"/>
                  </a:cubicBezTo>
                  <a:cubicBezTo>
                    <a:pt x="166" y="96"/>
                    <a:pt x="166" y="96"/>
                    <a:pt x="166" y="96"/>
                  </a:cubicBezTo>
                  <a:cubicBezTo>
                    <a:pt x="167" y="97"/>
                    <a:pt x="168" y="97"/>
                    <a:pt x="169" y="98"/>
                  </a:cubicBezTo>
                  <a:cubicBezTo>
                    <a:pt x="169" y="98"/>
                    <a:pt x="169" y="98"/>
                    <a:pt x="169" y="98"/>
                  </a:cubicBezTo>
                  <a:cubicBezTo>
                    <a:pt x="169" y="101"/>
                    <a:pt x="169" y="101"/>
                    <a:pt x="169" y="101"/>
                  </a:cubicBezTo>
                  <a:cubicBezTo>
                    <a:pt x="151" y="101"/>
                    <a:pt x="151" y="101"/>
                    <a:pt x="151" y="101"/>
                  </a:cubicBezTo>
                  <a:cubicBezTo>
                    <a:pt x="71" y="46"/>
                    <a:pt x="71" y="46"/>
                    <a:pt x="71" y="46"/>
                  </a:cubicBezTo>
                  <a:cubicBezTo>
                    <a:pt x="72" y="45"/>
                    <a:pt x="72" y="45"/>
                    <a:pt x="72" y="44"/>
                  </a:cubicBezTo>
                  <a:cubicBezTo>
                    <a:pt x="75" y="39"/>
                    <a:pt x="74" y="33"/>
                    <a:pt x="69" y="30"/>
                  </a:cubicBezTo>
                  <a:cubicBezTo>
                    <a:pt x="42" y="13"/>
                    <a:pt x="42" y="13"/>
                    <a:pt x="42" y="13"/>
                  </a:cubicBezTo>
                  <a:cubicBezTo>
                    <a:pt x="37" y="10"/>
                    <a:pt x="31" y="12"/>
                    <a:pt x="28" y="16"/>
                  </a:cubicBezTo>
                  <a:cubicBezTo>
                    <a:pt x="20" y="12"/>
                    <a:pt x="11" y="15"/>
                    <a:pt x="6" y="22"/>
                  </a:cubicBezTo>
                  <a:cubicBezTo>
                    <a:pt x="0" y="30"/>
                    <a:pt x="2" y="41"/>
                    <a:pt x="10" y="46"/>
                  </a:cubicBezTo>
                  <a:cubicBezTo>
                    <a:pt x="136" y="133"/>
                    <a:pt x="136" y="133"/>
                    <a:pt x="136" y="133"/>
                  </a:cubicBezTo>
                  <a:cubicBezTo>
                    <a:pt x="139" y="136"/>
                    <a:pt x="142" y="137"/>
                    <a:pt x="146" y="137"/>
                  </a:cubicBezTo>
                  <a:cubicBezTo>
                    <a:pt x="169" y="137"/>
                    <a:pt x="169" y="137"/>
                    <a:pt x="169" y="137"/>
                  </a:cubicBezTo>
                  <a:cubicBezTo>
                    <a:pt x="171" y="141"/>
                    <a:pt x="175" y="144"/>
                    <a:pt x="179" y="144"/>
                  </a:cubicBezTo>
                  <a:cubicBezTo>
                    <a:pt x="201" y="144"/>
                    <a:pt x="201" y="144"/>
                    <a:pt x="201" y="144"/>
                  </a:cubicBezTo>
                  <a:cubicBezTo>
                    <a:pt x="201" y="227"/>
                    <a:pt x="201" y="227"/>
                    <a:pt x="201" y="227"/>
                  </a:cubicBezTo>
                  <a:cubicBezTo>
                    <a:pt x="190" y="227"/>
                    <a:pt x="190" y="227"/>
                    <a:pt x="190" y="227"/>
                  </a:cubicBezTo>
                  <a:cubicBezTo>
                    <a:pt x="186" y="227"/>
                    <a:pt x="182" y="230"/>
                    <a:pt x="182" y="235"/>
                  </a:cubicBezTo>
                  <a:cubicBezTo>
                    <a:pt x="182" y="240"/>
                    <a:pt x="186" y="244"/>
                    <a:pt x="190" y="244"/>
                  </a:cubicBezTo>
                  <a:cubicBezTo>
                    <a:pt x="273" y="244"/>
                    <a:pt x="273" y="244"/>
                    <a:pt x="273" y="244"/>
                  </a:cubicBezTo>
                  <a:cubicBezTo>
                    <a:pt x="278" y="244"/>
                    <a:pt x="282" y="240"/>
                    <a:pt x="282" y="235"/>
                  </a:cubicBezTo>
                  <a:cubicBezTo>
                    <a:pt x="282" y="230"/>
                    <a:pt x="278" y="227"/>
                    <a:pt x="273" y="227"/>
                  </a:cubicBezTo>
                  <a:cubicBezTo>
                    <a:pt x="261" y="227"/>
                    <a:pt x="261" y="227"/>
                    <a:pt x="261" y="227"/>
                  </a:cubicBezTo>
                  <a:cubicBezTo>
                    <a:pt x="261" y="144"/>
                    <a:pt x="261" y="144"/>
                    <a:pt x="261" y="144"/>
                  </a:cubicBezTo>
                  <a:cubicBezTo>
                    <a:pt x="283" y="144"/>
                    <a:pt x="283" y="144"/>
                    <a:pt x="283" y="144"/>
                  </a:cubicBezTo>
                  <a:cubicBezTo>
                    <a:pt x="288" y="144"/>
                    <a:pt x="292" y="141"/>
                    <a:pt x="293" y="137"/>
                  </a:cubicBezTo>
                  <a:cubicBezTo>
                    <a:pt x="306" y="137"/>
                    <a:pt x="306" y="137"/>
                    <a:pt x="306" y="137"/>
                  </a:cubicBezTo>
                  <a:cubicBezTo>
                    <a:pt x="363" y="160"/>
                    <a:pt x="363" y="160"/>
                    <a:pt x="363" y="160"/>
                  </a:cubicBezTo>
                  <a:cubicBezTo>
                    <a:pt x="366" y="161"/>
                    <a:pt x="368" y="161"/>
                    <a:pt x="370" y="161"/>
                  </a:cubicBezTo>
                  <a:cubicBezTo>
                    <a:pt x="377" y="161"/>
                    <a:pt x="384" y="157"/>
                    <a:pt x="387" y="150"/>
                  </a:cubicBezTo>
                  <a:cubicBezTo>
                    <a:pt x="390" y="141"/>
                    <a:pt x="386" y="131"/>
                    <a:pt x="377" y="127"/>
                  </a:cubicBezTo>
                  <a:close/>
                </a:path>
              </a:pathLst>
            </a:custGeom>
            <a:solidFill>
              <a:srgbClr val="4756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8"/>
            <p:cNvSpPr>
              <a:spLocks/>
            </p:cNvSpPr>
            <p:nvPr/>
          </p:nvSpPr>
          <p:spPr bwMode="auto">
            <a:xfrm>
              <a:off x="831851" y="4943476"/>
              <a:ext cx="693738" cy="492125"/>
            </a:xfrm>
            <a:custGeom>
              <a:avLst/>
              <a:gdLst>
                <a:gd name="T0" fmla="*/ 14 w 185"/>
                <a:gd name="T1" fmla="*/ 80 h 131"/>
                <a:gd name="T2" fmla="*/ 76 w 185"/>
                <a:gd name="T3" fmla="*/ 61 h 131"/>
                <a:gd name="T4" fmla="*/ 76 w 185"/>
                <a:gd name="T5" fmla="*/ 83 h 131"/>
                <a:gd name="T6" fmla="*/ 70 w 185"/>
                <a:gd name="T7" fmla="*/ 106 h 131"/>
                <a:gd name="T8" fmla="*/ 73 w 185"/>
                <a:gd name="T9" fmla="*/ 105 h 131"/>
                <a:gd name="T10" fmla="*/ 77 w 185"/>
                <a:gd name="T11" fmla="*/ 105 h 131"/>
                <a:gd name="T12" fmla="*/ 96 w 185"/>
                <a:gd name="T13" fmla="*/ 120 h 131"/>
                <a:gd name="T14" fmla="*/ 97 w 185"/>
                <a:gd name="T15" fmla="*/ 128 h 131"/>
                <a:gd name="T16" fmla="*/ 146 w 185"/>
                <a:gd name="T17" fmla="*/ 128 h 131"/>
                <a:gd name="T18" fmla="*/ 152 w 185"/>
                <a:gd name="T19" fmla="*/ 129 h 131"/>
                <a:gd name="T20" fmla="*/ 159 w 185"/>
                <a:gd name="T21" fmla="*/ 131 h 131"/>
                <a:gd name="T22" fmla="*/ 148 w 185"/>
                <a:gd name="T23" fmla="*/ 83 h 131"/>
                <a:gd name="T24" fmla="*/ 148 w 185"/>
                <a:gd name="T25" fmla="*/ 57 h 131"/>
                <a:gd name="T26" fmla="*/ 156 w 185"/>
                <a:gd name="T27" fmla="*/ 107 h 131"/>
                <a:gd name="T28" fmla="*/ 170 w 185"/>
                <a:gd name="T29" fmla="*/ 121 h 131"/>
                <a:gd name="T30" fmla="*/ 170 w 185"/>
                <a:gd name="T31" fmla="*/ 121 h 131"/>
                <a:gd name="T32" fmla="*/ 184 w 185"/>
                <a:gd name="T33" fmla="*/ 108 h 131"/>
                <a:gd name="T34" fmla="*/ 121 w 185"/>
                <a:gd name="T35" fmla="*/ 0 h 131"/>
                <a:gd name="T36" fmla="*/ 120 w 185"/>
                <a:gd name="T37" fmla="*/ 0 h 131"/>
                <a:gd name="T38" fmla="*/ 112 w 185"/>
                <a:gd name="T39" fmla="*/ 9 h 131"/>
                <a:gd name="T40" fmla="*/ 103 w 185"/>
                <a:gd name="T41" fmla="*/ 0 h 131"/>
                <a:gd name="T42" fmla="*/ 89 w 185"/>
                <a:gd name="T43" fmla="*/ 6 h 131"/>
                <a:gd name="T44" fmla="*/ 68 w 185"/>
                <a:gd name="T45" fmla="*/ 27 h 131"/>
                <a:gd name="T46" fmla="*/ 14 w 185"/>
                <a:gd name="T47" fmla="*/ 52 h 131"/>
                <a:gd name="T48" fmla="*/ 0 w 185"/>
                <a:gd name="T49" fmla="*/ 66 h 131"/>
                <a:gd name="T50" fmla="*/ 14 w 185"/>
                <a:gd name="T51" fmla="*/ 8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5" h="131">
                  <a:moveTo>
                    <a:pt x="14" y="80"/>
                  </a:moveTo>
                  <a:cubicBezTo>
                    <a:pt x="46" y="80"/>
                    <a:pt x="64" y="71"/>
                    <a:pt x="76" y="61"/>
                  </a:cubicBezTo>
                  <a:cubicBezTo>
                    <a:pt x="76" y="83"/>
                    <a:pt x="76" y="83"/>
                    <a:pt x="76" y="83"/>
                  </a:cubicBezTo>
                  <a:cubicBezTo>
                    <a:pt x="75" y="88"/>
                    <a:pt x="73" y="96"/>
                    <a:pt x="70" y="106"/>
                  </a:cubicBezTo>
                  <a:cubicBezTo>
                    <a:pt x="71" y="106"/>
                    <a:pt x="72" y="106"/>
                    <a:pt x="73" y="105"/>
                  </a:cubicBezTo>
                  <a:cubicBezTo>
                    <a:pt x="74" y="105"/>
                    <a:pt x="76" y="105"/>
                    <a:pt x="77" y="105"/>
                  </a:cubicBezTo>
                  <a:cubicBezTo>
                    <a:pt x="86" y="105"/>
                    <a:pt x="95" y="111"/>
                    <a:pt x="96" y="120"/>
                  </a:cubicBezTo>
                  <a:cubicBezTo>
                    <a:pt x="97" y="123"/>
                    <a:pt x="97" y="126"/>
                    <a:pt x="97" y="128"/>
                  </a:cubicBezTo>
                  <a:cubicBezTo>
                    <a:pt x="146" y="128"/>
                    <a:pt x="146" y="128"/>
                    <a:pt x="146" y="128"/>
                  </a:cubicBezTo>
                  <a:cubicBezTo>
                    <a:pt x="148" y="128"/>
                    <a:pt x="150" y="128"/>
                    <a:pt x="152" y="129"/>
                  </a:cubicBezTo>
                  <a:cubicBezTo>
                    <a:pt x="159" y="131"/>
                    <a:pt x="159" y="131"/>
                    <a:pt x="159" y="131"/>
                  </a:cubicBezTo>
                  <a:cubicBezTo>
                    <a:pt x="155" y="111"/>
                    <a:pt x="150" y="91"/>
                    <a:pt x="148" y="83"/>
                  </a:cubicBezTo>
                  <a:cubicBezTo>
                    <a:pt x="148" y="57"/>
                    <a:pt x="148" y="57"/>
                    <a:pt x="148" y="57"/>
                  </a:cubicBezTo>
                  <a:cubicBezTo>
                    <a:pt x="153" y="68"/>
                    <a:pt x="157" y="83"/>
                    <a:pt x="156" y="107"/>
                  </a:cubicBezTo>
                  <a:cubicBezTo>
                    <a:pt x="156" y="115"/>
                    <a:pt x="162" y="121"/>
                    <a:pt x="170" y="121"/>
                  </a:cubicBezTo>
                  <a:cubicBezTo>
                    <a:pt x="170" y="121"/>
                    <a:pt x="170" y="121"/>
                    <a:pt x="170" y="121"/>
                  </a:cubicBezTo>
                  <a:cubicBezTo>
                    <a:pt x="178" y="121"/>
                    <a:pt x="184" y="115"/>
                    <a:pt x="184" y="108"/>
                  </a:cubicBezTo>
                  <a:cubicBezTo>
                    <a:pt x="185" y="42"/>
                    <a:pt x="152" y="12"/>
                    <a:pt x="121" y="0"/>
                  </a:cubicBezTo>
                  <a:cubicBezTo>
                    <a:pt x="121" y="0"/>
                    <a:pt x="121" y="0"/>
                    <a:pt x="120" y="0"/>
                  </a:cubicBezTo>
                  <a:cubicBezTo>
                    <a:pt x="112" y="9"/>
                    <a:pt x="112" y="9"/>
                    <a:pt x="112" y="9"/>
                  </a:cubicBezTo>
                  <a:cubicBezTo>
                    <a:pt x="103" y="0"/>
                    <a:pt x="103" y="0"/>
                    <a:pt x="103" y="0"/>
                  </a:cubicBezTo>
                  <a:cubicBezTo>
                    <a:pt x="98" y="1"/>
                    <a:pt x="93" y="3"/>
                    <a:pt x="89" y="6"/>
                  </a:cubicBezTo>
                  <a:cubicBezTo>
                    <a:pt x="89" y="6"/>
                    <a:pt x="77" y="15"/>
                    <a:pt x="68" y="27"/>
                  </a:cubicBezTo>
                  <a:cubicBezTo>
                    <a:pt x="59" y="40"/>
                    <a:pt x="50" y="52"/>
                    <a:pt x="14" y="52"/>
                  </a:cubicBezTo>
                  <a:cubicBezTo>
                    <a:pt x="6" y="52"/>
                    <a:pt x="0" y="58"/>
                    <a:pt x="0" y="66"/>
                  </a:cubicBezTo>
                  <a:cubicBezTo>
                    <a:pt x="0" y="73"/>
                    <a:pt x="6" y="80"/>
                    <a:pt x="14" y="80"/>
                  </a:cubicBezTo>
                  <a:close/>
                </a:path>
              </a:pathLst>
            </a:custGeom>
            <a:solidFill>
              <a:srgbClr val="4756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9"/>
            <p:cNvSpPr>
              <a:spLocks noEditPoints="1"/>
            </p:cNvSpPr>
            <p:nvPr/>
          </p:nvSpPr>
          <p:spPr bwMode="auto">
            <a:xfrm>
              <a:off x="1128713" y="4660901"/>
              <a:ext cx="250825" cy="271463"/>
            </a:xfrm>
            <a:custGeom>
              <a:avLst/>
              <a:gdLst>
                <a:gd name="T0" fmla="*/ 33 w 67"/>
                <a:gd name="T1" fmla="*/ 72 h 72"/>
                <a:gd name="T2" fmla="*/ 67 w 67"/>
                <a:gd name="T3" fmla="*/ 39 h 72"/>
                <a:gd name="T4" fmla="*/ 60 w 67"/>
                <a:gd name="T5" fmla="*/ 19 h 72"/>
                <a:gd name="T6" fmla="*/ 49 w 67"/>
                <a:gd name="T7" fmla="*/ 19 h 72"/>
                <a:gd name="T8" fmla="*/ 49 w 67"/>
                <a:gd name="T9" fmla="*/ 14 h 72"/>
                <a:gd name="T10" fmla="*/ 55 w 67"/>
                <a:gd name="T11" fmla="*/ 14 h 72"/>
                <a:gd name="T12" fmla="*/ 48 w 67"/>
                <a:gd name="T13" fmla="*/ 9 h 72"/>
                <a:gd name="T14" fmla="*/ 33 w 67"/>
                <a:gd name="T15" fmla="*/ 0 h 72"/>
                <a:gd name="T16" fmla="*/ 19 w 67"/>
                <a:gd name="T17" fmla="*/ 9 h 72"/>
                <a:gd name="T18" fmla="*/ 12 w 67"/>
                <a:gd name="T19" fmla="*/ 14 h 72"/>
                <a:gd name="T20" fmla="*/ 19 w 67"/>
                <a:gd name="T21" fmla="*/ 14 h 72"/>
                <a:gd name="T22" fmla="*/ 19 w 67"/>
                <a:gd name="T23" fmla="*/ 19 h 72"/>
                <a:gd name="T24" fmla="*/ 7 w 67"/>
                <a:gd name="T25" fmla="*/ 19 h 72"/>
                <a:gd name="T26" fmla="*/ 0 w 67"/>
                <a:gd name="T27" fmla="*/ 39 h 72"/>
                <a:gd name="T28" fmla="*/ 33 w 67"/>
                <a:gd name="T29" fmla="*/ 72 h 72"/>
                <a:gd name="T30" fmla="*/ 33 w 67"/>
                <a:gd name="T31" fmla="*/ 7 h 72"/>
                <a:gd name="T32" fmla="*/ 42 w 67"/>
                <a:gd name="T33" fmla="*/ 16 h 72"/>
                <a:gd name="T34" fmla="*/ 33 w 67"/>
                <a:gd name="T35" fmla="*/ 25 h 72"/>
                <a:gd name="T36" fmla="*/ 24 w 67"/>
                <a:gd name="T37" fmla="*/ 16 h 72"/>
                <a:gd name="T38" fmla="*/ 33 w 67"/>
                <a:gd name="T39" fmla="*/ 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7" h="72">
                  <a:moveTo>
                    <a:pt x="33" y="72"/>
                  </a:moveTo>
                  <a:cubicBezTo>
                    <a:pt x="52" y="72"/>
                    <a:pt x="67" y="57"/>
                    <a:pt x="67" y="39"/>
                  </a:cubicBezTo>
                  <a:cubicBezTo>
                    <a:pt x="67" y="31"/>
                    <a:pt x="64" y="24"/>
                    <a:pt x="60" y="19"/>
                  </a:cubicBezTo>
                  <a:cubicBezTo>
                    <a:pt x="49" y="19"/>
                    <a:pt x="49" y="19"/>
                    <a:pt x="49" y="19"/>
                  </a:cubicBezTo>
                  <a:cubicBezTo>
                    <a:pt x="49" y="14"/>
                    <a:pt x="49" y="14"/>
                    <a:pt x="49" y="14"/>
                  </a:cubicBezTo>
                  <a:cubicBezTo>
                    <a:pt x="55" y="14"/>
                    <a:pt x="55" y="14"/>
                    <a:pt x="55" y="14"/>
                  </a:cubicBezTo>
                  <a:cubicBezTo>
                    <a:pt x="53" y="12"/>
                    <a:pt x="50" y="10"/>
                    <a:pt x="48" y="9"/>
                  </a:cubicBezTo>
                  <a:cubicBezTo>
                    <a:pt x="46" y="4"/>
                    <a:pt x="40" y="0"/>
                    <a:pt x="33" y="0"/>
                  </a:cubicBezTo>
                  <a:cubicBezTo>
                    <a:pt x="27" y="0"/>
                    <a:pt x="21" y="4"/>
                    <a:pt x="19" y="9"/>
                  </a:cubicBezTo>
                  <a:cubicBezTo>
                    <a:pt x="16" y="10"/>
                    <a:pt x="14" y="12"/>
                    <a:pt x="12" y="14"/>
                  </a:cubicBezTo>
                  <a:cubicBezTo>
                    <a:pt x="19" y="14"/>
                    <a:pt x="19" y="14"/>
                    <a:pt x="19" y="14"/>
                  </a:cubicBezTo>
                  <a:cubicBezTo>
                    <a:pt x="19" y="19"/>
                    <a:pt x="19" y="19"/>
                    <a:pt x="19" y="19"/>
                  </a:cubicBezTo>
                  <a:cubicBezTo>
                    <a:pt x="7" y="19"/>
                    <a:pt x="7" y="19"/>
                    <a:pt x="7" y="19"/>
                  </a:cubicBezTo>
                  <a:cubicBezTo>
                    <a:pt x="3" y="24"/>
                    <a:pt x="0" y="31"/>
                    <a:pt x="0" y="39"/>
                  </a:cubicBezTo>
                  <a:cubicBezTo>
                    <a:pt x="0" y="57"/>
                    <a:pt x="15" y="72"/>
                    <a:pt x="33" y="72"/>
                  </a:cubicBezTo>
                  <a:close/>
                  <a:moveTo>
                    <a:pt x="33" y="7"/>
                  </a:moveTo>
                  <a:cubicBezTo>
                    <a:pt x="38" y="7"/>
                    <a:pt x="42" y="11"/>
                    <a:pt x="42" y="16"/>
                  </a:cubicBezTo>
                  <a:cubicBezTo>
                    <a:pt x="42" y="21"/>
                    <a:pt x="38" y="25"/>
                    <a:pt x="33" y="25"/>
                  </a:cubicBezTo>
                  <a:cubicBezTo>
                    <a:pt x="28" y="25"/>
                    <a:pt x="24" y="21"/>
                    <a:pt x="24" y="16"/>
                  </a:cubicBezTo>
                  <a:cubicBezTo>
                    <a:pt x="24" y="11"/>
                    <a:pt x="28" y="7"/>
                    <a:pt x="33" y="7"/>
                  </a:cubicBezTo>
                  <a:close/>
                </a:path>
              </a:pathLst>
            </a:custGeom>
            <a:solidFill>
              <a:srgbClr val="4756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Oval 73"/>
            <p:cNvSpPr>
              <a:spLocks noChangeArrowheads="1"/>
            </p:cNvSpPr>
            <p:nvPr/>
          </p:nvSpPr>
          <p:spPr bwMode="auto">
            <a:xfrm>
              <a:off x="2284413" y="4852988"/>
              <a:ext cx="93663" cy="25400"/>
            </a:xfrm>
            <a:prstGeom prst="ellipse">
              <a:avLst/>
            </a:prstGeom>
            <a:solidFill>
              <a:srgbClr val="D163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3" name="组合 72"/>
          <p:cNvGrpSpPr/>
          <p:nvPr/>
        </p:nvGrpSpPr>
        <p:grpSpPr>
          <a:xfrm>
            <a:off x="2205038" y="4638676"/>
            <a:ext cx="1311276" cy="1495425"/>
            <a:chOff x="2205038" y="4638676"/>
            <a:chExt cx="1311276" cy="1495425"/>
          </a:xfrm>
        </p:grpSpPr>
        <p:sp>
          <p:nvSpPr>
            <p:cNvPr id="74" name="Freeform 66"/>
            <p:cNvSpPr>
              <a:spLocks/>
            </p:cNvSpPr>
            <p:nvPr/>
          </p:nvSpPr>
          <p:spPr bwMode="auto">
            <a:xfrm>
              <a:off x="2216151" y="5562601"/>
              <a:ext cx="1300163" cy="571500"/>
            </a:xfrm>
            <a:custGeom>
              <a:avLst/>
              <a:gdLst>
                <a:gd name="T0" fmla="*/ 333 w 346"/>
                <a:gd name="T1" fmla="*/ 0 h 152"/>
                <a:gd name="T2" fmla="*/ 14 w 346"/>
                <a:gd name="T3" fmla="*/ 0 h 152"/>
                <a:gd name="T4" fmla="*/ 0 w 346"/>
                <a:gd name="T5" fmla="*/ 14 h 152"/>
                <a:gd name="T6" fmla="*/ 14 w 346"/>
                <a:gd name="T7" fmla="*/ 27 h 152"/>
                <a:gd name="T8" fmla="*/ 51 w 346"/>
                <a:gd name="T9" fmla="*/ 27 h 152"/>
                <a:gd name="T10" fmla="*/ 51 w 346"/>
                <a:gd name="T11" fmla="*/ 42 h 152"/>
                <a:gd name="T12" fmla="*/ 104 w 346"/>
                <a:gd name="T13" fmla="*/ 42 h 152"/>
                <a:gd name="T14" fmla="*/ 104 w 346"/>
                <a:gd name="T15" fmla="*/ 116 h 152"/>
                <a:gd name="T16" fmla="*/ 66 w 346"/>
                <a:gd name="T17" fmla="*/ 116 h 152"/>
                <a:gd name="T18" fmla="*/ 66 w 346"/>
                <a:gd name="T19" fmla="*/ 135 h 152"/>
                <a:gd name="T20" fmla="*/ 77 w 346"/>
                <a:gd name="T21" fmla="*/ 135 h 152"/>
                <a:gd name="T22" fmla="*/ 77 w 346"/>
                <a:gd name="T23" fmla="*/ 137 h 152"/>
                <a:gd name="T24" fmla="*/ 92 w 346"/>
                <a:gd name="T25" fmla="*/ 152 h 152"/>
                <a:gd name="T26" fmla="*/ 107 w 346"/>
                <a:gd name="T27" fmla="*/ 137 h 152"/>
                <a:gd name="T28" fmla="*/ 107 w 346"/>
                <a:gd name="T29" fmla="*/ 135 h 152"/>
                <a:gd name="T30" fmla="*/ 240 w 346"/>
                <a:gd name="T31" fmla="*/ 135 h 152"/>
                <a:gd name="T32" fmla="*/ 239 w 346"/>
                <a:gd name="T33" fmla="*/ 137 h 152"/>
                <a:gd name="T34" fmla="*/ 254 w 346"/>
                <a:gd name="T35" fmla="*/ 152 h 152"/>
                <a:gd name="T36" fmla="*/ 270 w 346"/>
                <a:gd name="T37" fmla="*/ 137 h 152"/>
                <a:gd name="T38" fmla="*/ 269 w 346"/>
                <a:gd name="T39" fmla="*/ 135 h 152"/>
                <a:gd name="T40" fmla="*/ 280 w 346"/>
                <a:gd name="T41" fmla="*/ 135 h 152"/>
                <a:gd name="T42" fmla="*/ 280 w 346"/>
                <a:gd name="T43" fmla="*/ 116 h 152"/>
                <a:gd name="T44" fmla="*/ 238 w 346"/>
                <a:gd name="T45" fmla="*/ 116 h 152"/>
                <a:gd name="T46" fmla="*/ 238 w 346"/>
                <a:gd name="T47" fmla="*/ 42 h 152"/>
                <a:gd name="T48" fmla="*/ 289 w 346"/>
                <a:gd name="T49" fmla="*/ 42 h 152"/>
                <a:gd name="T50" fmla="*/ 289 w 346"/>
                <a:gd name="T51" fmla="*/ 27 h 152"/>
                <a:gd name="T52" fmla="*/ 333 w 346"/>
                <a:gd name="T53" fmla="*/ 27 h 152"/>
                <a:gd name="T54" fmla="*/ 346 w 346"/>
                <a:gd name="T55" fmla="*/ 14 h 152"/>
                <a:gd name="T56" fmla="*/ 333 w 346"/>
                <a:gd name="T5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6" h="152">
                  <a:moveTo>
                    <a:pt x="333" y="0"/>
                  </a:moveTo>
                  <a:cubicBezTo>
                    <a:pt x="14" y="0"/>
                    <a:pt x="14" y="0"/>
                    <a:pt x="14" y="0"/>
                  </a:cubicBezTo>
                  <a:cubicBezTo>
                    <a:pt x="6" y="0"/>
                    <a:pt x="0" y="6"/>
                    <a:pt x="0" y="14"/>
                  </a:cubicBezTo>
                  <a:cubicBezTo>
                    <a:pt x="0" y="21"/>
                    <a:pt x="6" y="27"/>
                    <a:pt x="14" y="27"/>
                  </a:cubicBezTo>
                  <a:cubicBezTo>
                    <a:pt x="51" y="27"/>
                    <a:pt x="51" y="27"/>
                    <a:pt x="51" y="27"/>
                  </a:cubicBezTo>
                  <a:cubicBezTo>
                    <a:pt x="51" y="42"/>
                    <a:pt x="51" y="42"/>
                    <a:pt x="51" y="42"/>
                  </a:cubicBezTo>
                  <a:cubicBezTo>
                    <a:pt x="104" y="42"/>
                    <a:pt x="104" y="42"/>
                    <a:pt x="104" y="42"/>
                  </a:cubicBezTo>
                  <a:cubicBezTo>
                    <a:pt x="104" y="116"/>
                    <a:pt x="104" y="116"/>
                    <a:pt x="104" y="116"/>
                  </a:cubicBezTo>
                  <a:cubicBezTo>
                    <a:pt x="66" y="116"/>
                    <a:pt x="66" y="116"/>
                    <a:pt x="66" y="116"/>
                  </a:cubicBezTo>
                  <a:cubicBezTo>
                    <a:pt x="66" y="135"/>
                    <a:pt x="66" y="135"/>
                    <a:pt x="66" y="135"/>
                  </a:cubicBezTo>
                  <a:cubicBezTo>
                    <a:pt x="77" y="135"/>
                    <a:pt x="77" y="135"/>
                    <a:pt x="77" y="135"/>
                  </a:cubicBezTo>
                  <a:cubicBezTo>
                    <a:pt x="77" y="136"/>
                    <a:pt x="77" y="136"/>
                    <a:pt x="77" y="137"/>
                  </a:cubicBezTo>
                  <a:cubicBezTo>
                    <a:pt x="77" y="145"/>
                    <a:pt x="84" y="152"/>
                    <a:pt x="92" y="152"/>
                  </a:cubicBezTo>
                  <a:cubicBezTo>
                    <a:pt x="101" y="152"/>
                    <a:pt x="107" y="145"/>
                    <a:pt x="107" y="137"/>
                  </a:cubicBezTo>
                  <a:cubicBezTo>
                    <a:pt x="107" y="136"/>
                    <a:pt x="107" y="136"/>
                    <a:pt x="107" y="135"/>
                  </a:cubicBezTo>
                  <a:cubicBezTo>
                    <a:pt x="240" y="135"/>
                    <a:pt x="240" y="135"/>
                    <a:pt x="240" y="135"/>
                  </a:cubicBezTo>
                  <a:cubicBezTo>
                    <a:pt x="239" y="136"/>
                    <a:pt x="239" y="136"/>
                    <a:pt x="239" y="137"/>
                  </a:cubicBezTo>
                  <a:cubicBezTo>
                    <a:pt x="239" y="145"/>
                    <a:pt x="246" y="152"/>
                    <a:pt x="254" y="152"/>
                  </a:cubicBezTo>
                  <a:cubicBezTo>
                    <a:pt x="263" y="152"/>
                    <a:pt x="270" y="145"/>
                    <a:pt x="270" y="137"/>
                  </a:cubicBezTo>
                  <a:cubicBezTo>
                    <a:pt x="270" y="136"/>
                    <a:pt x="270" y="136"/>
                    <a:pt x="269" y="135"/>
                  </a:cubicBezTo>
                  <a:cubicBezTo>
                    <a:pt x="280" y="135"/>
                    <a:pt x="280" y="135"/>
                    <a:pt x="280" y="135"/>
                  </a:cubicBezTo>
                  <a:cubicBezTo>
                    <a:pt x="280" y="116"/>
                    <a:pt x="280" y="116"/>
                    <a:pt x="280" y="116"/>
                  </a:cubicBezTo>
                  <a:cubicBezTo>
                    <a:pt x="238" y="116"/>
                    <a:pt x="238" y="116"/>
                    <a:pt x="238" y="116"/>
                  </a:cubicBezTo>
                  <a:cubicBezTo>
                    <a:pt x="238" y="42"/>
                    <a:pt x="238" y="42"/>
                    <a:pt x="238" y="42"/>
                  </a:cubicBezTo>
                  <a:cubicBezTo>
                    <a:pt x="289" y="42"/>
                    <a:pt x="289" y="42"/>
                    <a:pt x="289" y="42"/>
                  </a:cubicBezTo>
                  <a:cubicBezTo>
                    <a:pt x="289" y="27"/>
                    <a:pt x="289" y="27"/>
                    <a:pt x="289" y="27"/>
                  </a:cubicBezTo>
                  <a:cubicBezTo>
                    <a:pt x="333" y="27"/>
                    <a:pt x="333" y="27"/>
                    <a:pt x="333" y="27"/>
                  </a:cubicBezTo>
                  <a:cubicBezTo>
                    <a:pt x="340" y="27"/>
                    <a:pt x="346" y="21"/>
                    <a:pt x="346" y="14"/>
                  </a:cubicBezTo>
                  <a:cubicBezTo>
                    <a:pt x="346" y="6"/>
                    <a:pt x="340" y="0"/>
                    <a:pt x="333" y="0"/>
                  </a:cubicBezTo>
                  <a:close/>
                </a:path>
              </a:pathLst>
            </a:custGeom>
            <a:solidFill>
              <a:srgbClr val="D163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67"/>
            <p:cNvSpPr>
              <a:spLocks noEditPoints="1"/>
            </p:cNvSpPr>
            <p:nvPr/>
          </p:nvSpPr>
          <p:spPr bwMode="auto">
            <a:xfrm>
              <a:off x="2295526" y="4954588"/>
              <a:ext cx="1149350" cy="604838"/>
            </a:xfrm>
            <a:custGeom>
              <a:avLst/>
              <a:gdLst>
                <a:gd name="T0" fmla="*/ 84 w 306"/>
                <a:gd name="T1" fmla="*/ 102 h 161"/>
                <a:gd name="T2" fmla="*/ 65 w 306"/>
                <a:gd name="T3" fmla="*/ 123 h 161"/>
                <a:gd name="T4" fmla="*/ 65 w 306"/>
                <a:gd name="T5" fmla="*/ 124 h 161"/>
                <a:gd name="T6" fmla="*/ 33 w 306"/>
                <a:gd name="T7" fmla="*/ 96 h 161"/>
                <a:gd name="T8" fmla="*/ 1 w 306"/>
                <a:gd name="T9" fmla="*/ 128 h 161"/>
                <a:gd name="T10" fmla="*/ 33 w 306"/>
                <a:gd name="T11" fmla="*/ 161 h 161"/>
                <a:gd name="T12" fmla="*/ 65 w 306"/>
                <a:gd name="T13" fmla="*/ 135 h 161"/>
                <a:gd name="T14" fmla="*/ 65 w 306"/>
                <a:gd name="T15" fmla="*/ 138 h 161"/>
                <a:gd name="T16" fmla="*/ 65 w 306"/>
                <a:gd name="T17" fmla="*/ 138 h 161"/>
                <a:gd name="T18" fmla="*/ 90 w 306"/>
                <a:gd name="T19" fmla="*/ 160 h 161"/>
                <a:gd name="T20" fmla="*/ 161 w 306"/>
                <a:gd name="T21" fmla="*/ 161 h 161"/>
                <a:gd name="T22" fmla="*/ 181 w 306"/>
                <a:gd name="T23" fmla="*/ 149 h 161"/>
                <a:gd name="T24" fmla="*/ 289 w 306"/>
                <a:gd name="T25" fmla="*/ 149 h 161"/>
                <a:gd name="T26" fmla="*/ 289 w 306"/>
                <a:gd name="T27" fmla="*/ 149 h 161"/>
                <a:gd name="T28" fmla="*/ 306 w 306"/>
                <a:gd name="T29" fmla="*/ 132 h 161"/>
                <a:gd name="T30" fmla="*/ 289 w 306"/>
                <a:gd name="T31" fmla="*/ 115 h 161"/>
                <a:gd name="T32" fmla="*/ 195 w 306"/>
                <a:gd name="T33" fmla="*/ 115 h 161"/>
                <a:gd name="T34" fmla="*/ 197 w 306"/>
                <a:gd name="T35" fmla="*/ 121 h 161"/>
                <a:gd name="T36" fmla="*/ 185 w 306"/>
                <a:gd name="T37" fmla="*/ 140 h 161"/>
                <a:gd name="T38" fmla="*/ 121 w 306"/>
                <a:gd name="T39" fmla="*/ 146 h 161"/>
                <a:gd name="T40" fmla="*/ 94 w 306"/>
                <a:gd name="T41" fmla="*/ 144 h 161"/>
                <a:gd name="T42" fmla="*/ 94 w 306"/>
                <a:gd name="T43" fmla="*/ 143 h 161"/>
                <a:gd name="T44" fmla="*/ 94 w 306"/>
                <a:gd name="T45" fmla="*/ 141 h 161"/>
                <a:gd name="T46" fmla="*/ 121 w 306"/>
                <a:gd name="T47" fmla="*/ 143 h 161"/>
                <a:gd name="T48" fmla="*/ 184 w 306"/>
                <a:gd name="T49" fmla="*/ 136 h 161"/>
                <a:gd name="T50" fmla="*/ 194 w 306"/>
                <a:gd name="T51" fmla="*/ 122 h 161"/>
                <a:gd name="T52" fmla="*/ 180 w 306"/>
                <a:gd name="T53" fmla="*/ 112 h 161"/>
                <a:gd name="T54" fmla="*/ 100 w 306"/>
                <a:gd name="T55" fmla="*/ 116 h 161"/>
                <a:gd name="T56" fmla="*/ 101 w 306"/>
                <a:gd name="T57" fmla="*/ 113 h 161"/>
                <a:gd name="T58" fmla="*/ 120 w 306"/>
                <a:gd name="T59" fmla="*/ 114 h 161"/>
                <a:gd name="T60" fmla="*/ 178 w 306"/>
                <a:gd name="T61" fmla="*/ 108 h 161"/>
                <a:gd name="T62" fmla="*/ 173 w 306"/>
                <a:gd name="T63" fmla="*/ 105 h 161"/>
                <a:gd name="T64" fmla="*/ 185 w 306"/>
                <a:gd name="T65" fmla="*/ 67 h 161"/>
                <a:gd name="T66" fmla="*/ 135 w 306"/>
                <a:gd name="T67" fmla="*/ 0 h 161"/>
                <a:gd name="T68" fmla="*/ 126 w 306"/>
                <a:gd name="T69" fmla="*/ 9 h 161"/>
                <a:gd name="T70" fmla="*/ 118 w 306"/>
                <a:gd name="T71" fmla="*/ 0 h 161"/>
                <a:gd name="T72" fmla="*/ 118 w 306"/>
                <a:gd name="T73" fmla="*/ 0 h 161"/>
                <a:gd name="T74" fmla="*/ 65 w 306"/>
                <a:gd name="T75" fmla="*/ 61 h 161"/>
                <a:gd name="T76" fmla="*/ 84 w 306"/>
                <a:gd name="T77" fmla="*/ 102 h 161"/>
                <a:gd name="T78" fmla="*/ 140 w 306"/>
                <a:gd name="T79" fmla="*/ 94 h 161"/>
                <a:gd name="T80" fmla="*/ 154 w 306"/>
                <a:gd name="T81" fmla="*/ 69 h 161"/>
                <a:gd name="T82" fmla="*/ 140 w 306"/>
                <a:gd name="T83" fmla="*/ 36 h 161"/>
                <a:gd name="T84" fmla="*/ 141 w 306"/>
                <a:gd name="T85" fmla="*/ 36 h 161"/>
                <a:gd name="T86" fmla="*/ 158 w 306"/>
                <a:gd name="T87" fmla="*/ 68 h 161"/>
                <a:gd name="T88" fmla="*/ 142 w 306"/>
                <a:gd name="T89" fmla="*/ 97 h 161"/>
                <a:gd name="T90" fmla="*/ 138 w 306"/>
                <a:gd name="T91" fmla="*/ 101 h 161"/>
                <a:gd name="T92" fmla="*/ 134 w 306"/>
                <a:gd name="T93" fmla="*/ 101 h 161"/>
                <a:gd name="T94" fmla="*/ 140 w 306"/>
                <a:gd name="T95" fmla="*/ 94 h 161"/>
                <a:gd name="T96" fmla="*/ 108 w 306"/>
                <a:gd name="T97" fmla="*/ 37 h 161"/>
                <a:gd name="T98" fmla="*/ 109 w 306"/>
                <a:gd name="T99" fmla="*/ 37 h 161"/>
                <a:gd name="T100" fmla="*/ 98 w 306"/>
                <a:gd name="T101" fmla="*/ 63 h 161"/>
                <a:gd name="T102" fmla="*/ 111 w 306"/>
                <a:gd name="T103" fmla="*/ 85 h 161"/>
                <a:gd name="T104" fmla="*/ 118 w 306"/>
                <a:gd name="T105" fmla="*/ 101 h 161"/>
                <a:gd name="T106" fmla="*/ 113 w 306"/>
                <a:gd name="T107" fmla="*/ 101 h 161"/>
                <a:gd name="T108" fmla="*/ 108 w 306"/>
                <a:gd name="T109" fmla="*/ 87 h 161"/>
                <a:gd name="T110" fmla="*/ 93 w 306"/>
                <a:gd name="T111" fmla="*/ 62 h 161"/>
                <a:gd name="T112" fmla="*/ 108 w 306"/>
                <a:gd name="T113" fmla="*/ 37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06" h="161">
                  <a:moveTo>
                    <a:pt x="84" y="102"/>
                  </a:moveTo>
                  <a:cubicBezTo>
                    <a:pt x="74" y="105"/>
                    <a:pt x="67" y="114"/>
                    <a:pt x="65" y="123"/>
                  </a:cubicBezTo>
                  <a:cubicBezTo>
                    <a:pt x="65" y="123"/>
                    <a:pt x="65" y="123"/>
                    <a:pt x="65" y="124"/>
                  </a:cubicBezTo>
                  <a:cubicBezTo>
                    <a:pt x="63" y="108"/>
                    <a:pt x="49" y="96"/>
                    <a:pt x="33" y="96"/>
                  </a:cubicBezTo>
                  <a:cubicBezTo>
                    <a:pt x="15" y="96"/>
                    <a:pt x="1" y="110"/>
                    <a:pt x="1" y="128"/>
                  </a:cubicBezTo>
                  <a:cubicBezTo>
                    <a:pt x="0" y="146"/>
                    <a:pt x="15" y="161"/>
                    <a:pt x="33" y="161"/>
                  </a:cubicBezTo>
                  <a:cubicBezTo>
                    <a:pt x="48" y="161"/>
                    <a:pt x="61" y="150"/>
                    <a:pt x="65" y="135"/>
                  </a:cubicBezTo>
                  <a:cubicBezTo>
                    <a:pt x="65" y="137"/>
                    <a:pt x="65" y="138"/>
                    <a:pt x="65" y="138"/>
                  </a:cubicBezTo>
                  <a:cubicBezTo>
                    <a:pt x="65" y="138"/>
                    <a:pt x="65" y="138"/>
                    <a:pt x="65" y="138"/>
                  </a:cubicBezTo>
                  <a:cubicBezTo>
                    <a:pt x="68" y="149"/>
                    <a:pt x="76" y="160"/>
                    <a:pt x="90" y="160"/>
                  </a:cubicBezTo>
                  <a:cubicBezTo>
                    <a:pt x="161" y="161"/>
                    <a:pt x="161" y="161"/>
                    <a:pt x="161" y="161"/>
                  </a:cubicBezTo>
                  <a:cubicBezTo>
                    <a:pt x="170" y="161"/>
                    <a:pt x="177" y="156"/>
                    <a:pt x="181" y="149"/>
                  </a:cubicBezTo>
                  <a:cubicBezTo>
                    <a:pt x="289" y="149"/>
                    <a:pt x="289" y="149"/>
                    <a:pt x="289" y="149"/>
                  </a:cubicBezTo>
                  <a:cubicBezTo>
                    <a:pt x="289" y="149"/>
                    <a:pt x="289" y="149"/>
                    <a:pt x="289" y="149"/>
                  </a:cubicBezTo>
                  <a:cubicBezTo>
                    <a:pt x="299" y="149"/>
                    <a:pt x="306" y="142"/>
                    <a:pt x="306" y="132"/>
                  </a:cubicBezTo>
                  <a:cubicBezTo>
                    <a:pt x="306" y="123"/>
                    <a:pt x="299" y="115"/>
                    <a:pt x="289" y="115"/>
                  </a:cubicBezTo>
                  <a:cubicBezTo>
                    <a:pt x="195" y="115"/>
                    <a:pt x="195" y="115"/>
                    <a:pt x="195" y="115"/>
                  </a:cubicBezTo>
                  <a:cubicBezTo>
                    <a:pt x="196" y="117"/>
                    <a:pt x="197" y="119"/>
                    <a:pt x="197" y="121"/>
                  </a:cubicBezTo>
                  <a:cubicBezTo>
                    <a:pt x="199" y="130"/>
                    <a:pt x="193" y="138"/>
                    <a:pt x="185" y="140"/>
                  </a:cubicBezTo>
                  <a:cubicBezTo>
                    <a:pt x="183" y="140"/>
                    <a:pt x="152" y="146"/>
                    <a:pt x="121" y="146"/>
                  </a:cubicBezTo>
                  <a:cubicBezTo>
                    <a:pt x="111" y="146"/>
                    <a:pt x="102" y="145"/>
                    <a:pt x="94" y="144"/>
                  </a:cubicBezTo>
                  <a:cubicBezTo>
                    <a:pt x="94" y="144"/>
                    <a:pt x="94" y="144"/>
                    <a:pt x="94" y="143"/>
                  </a:cubicBezTo>
                  <a:cubicBezTo>
                    <a:pt x="94" y="143"/>
                    <a:pt x="94" y="142"/>
                    <a:pt x="94" y="141"/>
                  </a:cubicBezTo>
                  <a:cubicBezTo>
                    <a:pt x="103" y="142"/>
                    <a:pt x="112" y="143"/>
                    <a:pt x="121" y="143"/>
                  </a:cubicBezTo>
                  <a:cubicBezTo>
                    <a:pt x="152" y="143"/>
                    <a:pt x="183" y="137"/>
                    <a:pt x="184" y="136"/>
                  </a:cubicBezTo>
                  <a:cubicBezTo>
                    <a:pt x="191" y="135"/>
                    <a:pt x="196" y="128"/>
                    <a:pt x="194" y="122"/>
                  </a:cubicBezTo>
                  <a:cubicBezTo>
                    <a:pt x="193" y="115"/>
                    <a:pt x="187" y="110"/>
                    <a:pt x="180" y="112"/>
                  </a:cubicBezTo>
                  <a:cubicBezTo>
                    <a:pt x="179" y="112"/>
                    <a:pt x="131" y="121"/>
                    <a:pt x="100" y="116"/>
                  </a:cubicBezTo>
                  <a:cubicBezTo>
                    <a:pt x="100" y="115"/>
                    <a:pt x="101" y="114"/>
                    <a:pt x="101" y="113"/>
                  </a:cubicBezTo>
                  <a:cubicBezTo>
                    <a:pt x="106" y="114"/>
                    <a:pt x="113" y="114"/>
                    <a:pt x="120" y="114"/>
                  </a:cubicBezTo>
                  <a:cubicBezTo>
                    <a:pt x="145" y="114"/>
                    <a:pt x="172" y="109"/>
                    <a:pt x="178" y="108"/>
                  </a:cubicBezTo>
                  <a:cubicBezTo>
                    <a:pt x="176" y="107"/>
                    <a:pt x="175" y="106"/>
                    <a:pt x="173" y="105"/>
                  </a:cubicBezTo>
                  <a:cubicBezTo>
                    <a:pt x="184" y="91"/>
                    <a:pt x="186" y="77"/>
                    <a:pt x="185" y="67"/>
                  </a:cubicBezTo>
                  <a:cubicBezTo>
                    <a:pt x="184" y="44"/>
                    <a:pt x="170" y="15"/>
                    <a:pt x="135" y="0"/>
                  </a:cubicBezTo>
                  <a:cubicBezTo>
                    <a:pt x="126" y="9"/>
                    <a:pt x="126" y="9"/>
                    <a:pt x="126" y="9"/>
                  </a:cubicBezTo>
                  <a:cubicBezTo>
                    <a:pt x="118" y="0"/>
                    <a:pt x="118" y="0"/>
                    <a:pt x="118" y="0"/>
                  </a:cubicBezTo>
                  <a:cubicBezTo>
                    <a:pt x="118" y="0"/>
                    <a:pt x="118" y="0"/>
                    <a:pt x="118" y="0"/>
                  </a:cubicBezTo>
                  <a:cubicBezTo>
                    <a:pt x="112" y="2"/>
                    <a:pt x="71" y="18"/>
                    <a:pt x="65" y="61"/>
                  </a:cubicBezTo>
                  <a:cubicBezTo>
                    <a:pt x="65" y="72"/>
                    <a:pt x="68" y="87"/>
                    <a:pt x="84" y="102"/>
                  </a:cubicBezTo>
                  <a:close/>
                  <a:moveTo>
                    <a:pt x="140" y="94"/>
                  </a:moveTo>
                  <a:cubicBezTo>
                    <a:pt x="150" y="87"/>
                    <a:pt x="154" y="79"/>
                    <a:pt x="154" y="69"/>
                  </a:cubicBezTo>
                  <a:cubicBezTo>
                    <a:pt x="153" y="57"/>
                    <a:pt x="149" y="43"/>
                    <a:pt x="140" y="36"/>
                  </a:cubicBezTo>
                  <a:cubicBezTo>
                    <a:pt x="141" y="36"/>
                    <a:pt x="141" y="36"/>
                    <a:pt x="141" y="36"/>
                  </a:cubicBezTo>
                  <a:cubicBezTo>
                    <a:pt x="150" y="44"/>
                    <a:pt x="157" y="56"/>
                    <a:pt x="158" y="68"/>
                  </a:cubicBezTo>
                  <a:cubicBezTo>
                    <a:pt x="158" y="79"/>
                    <a:pt x="153" y="88"/>
                    <a:pt x="142" y="97"/>
                  </a:cubicBezTo>
                  <a:cubicBezTo>
                    <a:pt x="140" y="98"/>
                    <a:pt x="139" y="99"/>
                    <a:pt x="138" y="101"/>
                  </a:cubicBezTo>
                  <a:cubicBezTo>
                    <a:pt x="134" y="101"/>
                    <a:pt x="134" y="101"/>
                    <a:pt x="134" y="101"/>
                  </a:cubicBezTo>
                  <a:cubicBezTo>
                    <a:pt x="136" y="99"/>
                    <a:pt x="137" y="96"/>
                    <a:pt x="140" y="94"/>
                  </a:cubicBezTo>
                  <a:close/>
                  <a:moveTo>
                    <a:pt x="108" y="37"/>
                  </a:moveTo>
                  <a:cubicBezTo>
                    <a:pt x="109" y="37"/>
                    <a:pt x="109" y="37"/>
                    <a:pt x="109" y="37"/>
                  </a:cubicBezTo>
                  <a:cubicBezTo>
                    <a:pt x="100" y="44"/>
                    <a:pt x="98" y="54"/>
                    <a:pt x="98" y="63"/>
                  </a:cubicBezTo>
                  <a:cubicBezTo>
                    <a:pt x="97" y="70"/>
                    <a:pt x="102" y="77"/>
                    <a:pt x="111" y="85"/>
                  </a:cubicBezTo>
                  <a:cubicBezTo>
                    <a:pt x="117" y="89"/>
                    <a:pt x="119" y="95"/>
                    <a:pt x="118" y="101"/>
                  </a:cubicBezTo>
                  <a:cubicBezTo>
                    <a:pt x="113" y="101"/>
                    <a:pt x="113" y="101"/>
                    <a:pt x="113" y="101"/>
                  </a:cubicBezTo>
                  <a:cubicBezTo>
                    <a:pt x="115" y="96"/>
                    <a:pt x="113" y="90"/>
                    <a:pt x="108" y="87"/>
                  </a:cubicBezTo>
                  <a:cubicBezTo>
                    <a:pt x="98" y="79"/>
                    <a:pt x="92" y="71"/>
                    <a:pt x="93" y="62"/>
                  </a:cubicBezTo>
                  <a:cubicBezTo>
                    <a:pt x="93" y="54"/>
                    <a:pt x="100" y="44"/>
                    <a:pt x="108" y="37"/>
                  </a:cubicBezTo>
                  <a:close/>
                </a:path>
              </a:pathLst>
            </a:custGeom>
            <a:solidFill>
              <a:srgbClr val="D163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68"/>
            <p:cNvSpPr>
              <a:spLocks/>
            </p:cNvSpPr>
            <p:nvPr/>
          </p:nvSpPr>
          <p:spPr bwMode="auto">
            <a:xfrm>
              <a:off x="2636838" y="4683126"/>
              <a:ext cx="266700" cy="214313"/>
            </a:xfrm>
            <a:custGeom>
              <a:avLst/>
              <a:gdLst>
                <a:gd name="T0" fmla="*/ 5 w 71"/>
                <a:gd name="T1" fmla="*/ 49 h 57"/>
                <a:gd name="T2" fmla="*/ 26 w 71"/>
                <a:gd name="T3" fmla="*/ 28 h 57"/>
                <a:gd name="T4" fmla="*/ 43 w 71"/>
                <a:gd name="T5" fmla="*/ 28 h 57"/>
                <a:gd name="T6" fmla="*/ 64 w 71"/>
                <a:gd name="T7" fmla="*/ 49 h 57"/>
                <a:gd name="T8" fmla="*/ 63 w 71"/>
                <a:gd name="T9" fmla="*/ 57 h 57"/>
                <a:gd name="T10" fmla="*/ 71 w 71"/>
                <a:gd name="T11" fmla="*/ 35 h 57"/>
                <a:gd name="T12" fmla="*/ 35 w 71"/>
                <a:gd name="T13" fmla="*/ 0 h 57"/>
                <a:gd name="T14" fmla="*/ 0 w 71"/>
                <a:gd name="T15" fmla="*/ 35 h 57"/>
                <a:gd name="T16" fmla="*/ 5 w 71"/>
                <a:gd name="T17" fmla="*/ 53 h 57"/>
                <a:gd name="T18" fmla="*/ 5 w 71"/>
                <a:gd name="T19" fmla="*/ 49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 h="57">
                  <a:moveTo>
                    <a:pt x="5" y="49"/>
                  </a:moveTo>
                  <a:cubicBezTo>
                    <a:pt x="5" y="38"/>
                    <a:pt x="14" y="28"/>
                    <a:pt x="26" y="28"/>
                  </a:cubicBezTo>
                  <a:cubicBezTo>
                    <a:pt x="43" y="28"/>
                    <a:pt x="43" y="28"/>
                    <a:pt x="43" y="28"/>
                  </a:cubicBezTo>
                  <a:cubicBezTo>
                    <a:pt x="55" y="28"/>
                    <a:pt x="64" y="38"/>
                    <a:pt x="64" y="49"/>
                  </a:cubicBezTo>
                  <a:cubicBezTo>
                    <a:pt x="64" y="52"/>
                    <a:pt x="64" y="55"/>
                    <a:pt x="63" y="57"/>
                  </a:cubicBezTo>
                  <a:cubicBezTo>
                    <a:pt x="68" y="51"/>
                    <a:pt x="71" y="44"/>
                    <a:pt x="71" y="35"/>
                  </a:cubicBezTo>
                  <a:cubicBezTo>
                    <a:pt x="71" y="15"/>
                    <a:pt x="55" y="0"/>
                    <a:pt x="35" y="0"/>
                  </a:cubicBezTo>
                  <a:cubicBezTo>
                    <a:pt x="16" y="0"/>
                    <a:pt x="0" y="15"/>
                    <a:pt x="0" y="35"/>
                  </a:cubicBezTo>
                  <a:cubicBezTo>
                    <a:pt x="0" y="41"/>
                    <a:pt x="2" y="48"/>
                    <a:pt x="5" y="53"/>
                  </a:cubicBezTo>
                  <a:cubicBezTo>
                    <a:pt x="5" y="52"/>
                    <a:pt x="5" y="51"/>
                    <a:pt x="5" y="49"/>
                  </a:cubicBezTo>
                  <a:close/>
                </a:path>
              </a:pathLst>
            </a:custGeom>
            <a:solidFill>
              <a:srgbClr val="D163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69"/>
            <p:cNvSpPr>
              <a:spLocks/>
            </p:cNvSpPr>
            <p:nvPr/>
          </p:nvSpPr>
          <p:spPr bwMode="auto">
            <a:xfrm>
              <a:off x="2667001" y="4795838"/>
              <a:ext cx="203200" cy="147638"/>
            </a:xfrm>
            <a:custGeom>
              <a:avLst/>
              <a:gdLst>
                <a:gd name="T0" fmla="*/ 34 w 54"/>
                <a:gd name="T1" fmla="*/ 0 h 39"/>
                <a:gd name="T2" fmla="*/ 19 w 54"/>
                <a:gd name="T3" fmla="*/ 0 h 39"/>
                <a:gd name="T4" fmla="*/ 0 w 54"/>
                <a:gd name="T5" fmla="*/ 20 h 39"/>
                <a:gd name="T6" fmla="*/ 19 w 54"/>
                <a:gd name="T7" fmla="*/ 39 h 39"/>
                <a:gd name="T8" fmla="*/ 34 w 54"/>
                <a:gd name="T9" fmla="*/ 39 h 39"/>
                <a:gd name="T10" fmla="*/ 54 w 54"/>
                <a:gd name="T11" fmla="*/ 20 h 39"/>
                <a:gd name="T12" fmla="*/ 34 w 54"/>
                <a:gd name="T13" fmla="*/ 0 h 39"/>
              </a:gdLst>
              <a:ahLst/>
              <a:cxnLst>
                <a:cxn ang="0">
                  <a:pos x="T0" y="T1"/>
                </a:cxn>
                <a:cxn ang="0">
                  <a:pos x="T2" y="T3"/>
                </a:cxn>
                <a:cxn ang="0">
                  <a:pos x="T4" y="T5"/>
                </a:cxn>
                <a:cxn ang="0">
                  <a:pos x="T6" y="T7"/>
                </a:cxn>
                <a:cxn ang="0">
                  <a:pos x="T8" y="T9"/>
                </a:cxn>
                <a:cxn ang="0">
                  <a:pos x="T10" y="T11"/>
                </a:cxn>
                <a:cxn ang="0">
                  <a:pos x="T12" y="T13"/>
                </a:cxn>
              </a:cxnLst>
              <a:rect l="0" t="0" r="r" b="b"/>
              <a:pathLst>
                <a:path w="54" h="39">
                  <a:moveTo>
                    <a:pt x="34" y="0"/>
                  </a:moveTo>
                  <a:cubicBezTo>
                    <a:pt x="19" y="0"/>
                    <a:pt x="19" y="0"/>
                    <a:pt x="19" y="0"/>
                  </a:cubicBezTo>
                  <a:cubicBezTo>
                    <a:pt x="8" y="0"/>
                    <a:pt x="0" y="9"/>
                    <a:pt x="0" y="20"/>
                  </a:cubicBezTo>
                  <a:cubicBezTo>
                    <a:pt x="0" y="31"/>
                    <a:pt x="8" y="39"/>
                    <a:pt x="19" y="39"/>
                  </a:cubicBezTo>
                  <a:cubicBezTo>
                    <a:pt x="34" y="39"/>
                    <a:pt x="34" y="39"/>
                    <a:pt x="34" y="39"/>
                  </a:cubicBezTo>
                  <a:cubicBezTo>
                    <a:pt x="45" y="39"/>
                    <a:pt x="54" y="31"/>
                    <a:pt x="54" y="20"/>
                  </a:cubicBezTo>
                  <a:cubicBezTo>
                    <a:pt x="54" y="9"/>
                    <a:pt x="45" y="0"/>
                    <a:pt x="34" y="0"/>
                  </a:cubicBezTo>
                  <a:close/>
                </a:path>
              </a:pathLst>
            </a:custGeom>
            <a:solidFill>
              <a:srgbClr val="D163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70"/>
            <p:cNvSpPr>
              <a:spLocks noEditPoints="1"/>
            </p:cNvSpPr>
            <p:nvPr/>
          </p:nvSpPr>
          <p:spPr bwMode="auto">
            <a:xfrm>
              <a:off x="2205038" y="4638676"/>
              <a:ext cx="395288" cy="304800"/>
            </a:xfrm>
            <a:custGeom>
              <a:avLst/>
              <a:gdLst>
                <a:gd name="T0" fmla="*/ 53 w 105"/>
                <a:gd name="T1" fmla="*/ 81 h 81"/>
                <a:gd name="T2" fmla="*/ 105 w 105"/>
                <a:gd name="T3" fmla="*/ 61 h 81"/>
                <a:gd name="T4" fmla="*/ 105 w 105"/>
                <a:gd name="T5" fmla="*/ 61 h 81"/>
                <a:gd name="T6" fmla="*/ 105 w 105"/>
                <a:gd name="T7" fmla="*/ 45 h 81"/>
                <a:gd name="T8" fmla="*/ 59 w 105"/>
                <a:gd name="T9" fmla="*/ 25 h 81"/>
                <a:gd name="T10" fmla="*/ 59 w 105"/>
                <a:gd name="T11" fmla="*/ 0 h 81"/>
                <a:gd name="T12" fmla="*/ 47 w 105"/>
                <a:gd name="T13" fmla="*/ 0 h 81"/>
                <a:gd name="T14" fmla="*/ 47 w 105"/>
                <a:gd name="T15" fmla="*/ 25 h 81"/>
                <a:gd name="T16" fmla="*/ 0 w 105"/>
                <a:gd name="T17" fmla="*/ 45 h 81"/>
                <a:gd name="T18" fmla="*/ 0 w 105"/>
                <a:gd name="T19" fmla="*/ 61 h 81"/>
                <a:gd name="T20" fmla="*/ 0 w 105"/>
                <a:gd name="T21" fmla="*/ 61 h 81"/>
                <a:gd name="T22" fmla="*/ 53 w 105"/>
                <a:gd name="T23" fmla="*/ 81 h 81"/>
                <a:gd name="T24" fmla="*/ 18 w 105"/>
                <a:gd name="T25" fmla="*/ 53 h 81"/>
                <a:gd name="T26" fmla="*/ 53 w 105"/>
                <a:gd name="T27" fmla="*/ 48 h 81"/>
                <a:gd name="T28" fmla="*/ 87 w 105"/>
                <a:gd name="T29" fmla="*/ 53 h 81"/>
                <a:gd name="T30" fmla="*/ 98 w 105"/>
                <a:gd name="T31" fmla="*/ 60 h 81"/>
                <a:gd name="T32" fmla="*/ 87 w 105"/>
                <a:gd name="T33" fmla="*/ 68 h 81"/>
                <a:gd name="T34" fmla="*/ 53 w 105"/>
                <a:gd name="T35" fmla="*/ 73 h 81"/>
                <a:gd name="T36" fmla="*/ 18 w 105"/>
                <a:gd name="T37" fmla="*/ 68 h 81"/>
                <a:gd name="T38" fmla="*/ 7 w 105"/>
                <a:gd name="T39" fmla="*/ 60 h 81"/>
                <a:gd name="T40" fmla="*/ 18 w 105"/>
                <a:gd name="T41" fmla="*/ 53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5" h="81">
                  <a:moveTo>
                    <a:pt x="53" y="81"/>
                  </a:moveTo>
                  <a:cubicBezTo>
                    <a:pt x="82" y="81"/>
                    <a:pt x="105" y="72"/>
                    <a:pt x="105" y="61"/>
                  </a:cubicBezTo>
                  <a:cubicBezTo>
                    <a:pt x="105" y="61"/>
                    <a:pt x="105" y="61"/>
                    <a:pt x="105" y="61"/>
                  </a:cubicBezTo>
                  <a:cubicBezTo>
                    <a:pt x="105" y="45"/>
                    <a:pt x="105" y="45"/>
                    <a:pt x="105" y="45"/>
                  </a:cubicBezTo>
                  <a:cubicBezTo>
                    <a:pt x="105" y="31"/>
                    <a:pt x="84" y="27"/>
                    <a:pt x="59" y="25"/>
                  </a:cubicBezTo>
                  <a:cubicBezTo>
                    <a:pt x="59" y="0"/>
                    <a:pt x="59" y="0"/>
                    <a:pt x="59" y="0"/>
                  </a:cubicBezTo>
                  <a:cubicBezTo>
                    <a:pt x="47" y="0"/>
                    <a:pt x="47" y="0"/>
                    <a:pt x="47" y="0"/>
                  </a:cubicBezTo>
                  <a:cubicBezTo>
                    <a:pt x="47" y="25"/>
                    <a:pt x="47" y="25"/>
                    <a:pt x="47" y="25"/>
                  </a:cubicBezTo>
                  <a:cubicBezTo>
                    <a:pt x="22" y="26"/>
                    <a:pt x="0" y="31"/>
                    <a:pt x="0" y="45"/>
                  </a:cubicBezTo>
                  <a:cubicBezTo>
                    <a:pt x="0" y="61"/>
                    <a:pt x="0" y="61"/>
                    <a:pt x="0" y="61"/>
                  </a:cubicBezTo>
                  <a:cubicBezTo>
                    <a:pt x="0" y="61"/>
                    <a:pt x="0" y="61"/>
                    <a:pt x="0" y="61"/>
                  </a:cubicBezTo>
                  <a:cubicBezTo>
                    <a:pt x="0" y="72"/>
                    <a:pt x="24" y="81"/>
                    <a:pt x="53" y="81"/>
                  </a:cubicBezTo>
                  <a:close/>
                  <a:moveTo>
                    <a:pt x="18" y="53"/>
                  </a:moveTo>
                  <a:cubicBezTo>
                    <a:pt x="27" y="50"/>
                    <a:pt x="40" y="48"/>
                    <a:pt x="53" y="48"/>
                  </a:cubicBezTo>
                  <a:cubicBezTo>
                    <a:pt x="66" y="48"/>
                    <a:pt x="78" y="50"/>
                    <a:pt x="87" y="53"/>
                  </a:cubicBezTo>
                  <a:cubicBezTo>
                    <a:pt x="95" y="56"/>
                    <a:pt x="98" y="60"/>
                    <a:pt x="98" y="60"/>
                  </a:cubicBezTo>
                  <a:cubicBezTo>
                    <a:pt x="98" y="61"/>
                    <a:pt x="95" y="65"/>
                    <a:pt x="87" y="68"/>
                  </a:cubicBezTo>
                  <a:cubicBezTo>
                    <a:pt x="78" y="71"/>
                    <a:pt x="66" y="73"/>
                    <a:pt x="53" y="73"/>
                  </a:cubicBezTo>
                  <a:cubicBezTo>
                    <a:pt x="40" y="73"/>
                    <a:pt x="27" y="71"/>
                    <a:pt x="18" y="68"/>
                  </a:cubicBezTo>
                  <a:cubicBezTo>
                    <a:pt x="10" y="65"/>
                    <a:pt x="7" y="61"/>
                    <a:pt x="7" y="60"/>
                  </a:cubicBezTo>
                  <a:cubicBezTo>
                    <a:pt x="7" y="60"/>
                    <a:pt x="10" y="56"/>
                    <a:pt x="18" y="53"/>
                  </a:cubicBezTo>
                  <a:close/>
                </a:path>
              </a:pathLst>
            </a:custGeom>
            <a:solidFill>
              <a:srgbClr val="D163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Oval 71"/>
            <p:cNvSpPr>
              <a:spLocks noChangeArrowheads="1"/>
            </p:cNvSpPr>
            <p:nvPr/>
          </p:nvSpPr>
          <p:spPr bwMode="auto">
            <a:xfrm>
              <a:off x="2355851" y="4822826"/>
              <a:ext cx="96838" cy="26988"/>
            </a:xfrm>
            <a:prstGeom prst="ellipse">
              <a:avLst/>
            </a:prstGeom>
            <a:solidFill>
              <a:srgbClr val="D163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Oval 72"/>
            <p:cNvSpPr>
              <a:spLocks noChangeArrowheads="1"/>
            </p:cNvSpPr>
            <p:nvPr/>
          </p:nvSpPr>
          <p:spPr bwMode="auto">
            <a:xfrm>
              <a:off x="2355851" y="4878388"/>
              <a:ext cx="96838" cy="26988"/>
            </a:xfrm>
            <a:prstGeom prst="ellipse">
              <a:avLst/>
            </a:prstGeom>
            <a:solidFill>
              <a:srgbClr val="D163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Oval 74"/>
            <p:cNvSpPr>
              <a:spLocks noChangeArrowheads="1"/>
            </p:cNvSpPr>
            <p:nvPr/>
          </p:nvSpPr>
          <p:spPr bwMode="auto">
            <a:xfrm>
              <a:off x="2435226" y="4852988"/>
              <a:ext cx="93663" cy="25400"/>
            </a:xfrm>
            <a:prstGeom prst="ellipse">
              <a:avLst/>
            </a:prstGeom>
            <a:solidFill>
              <a:srgbClr val="D163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2" name="组合 81"/>
          <p:cNvGrpSpPr/>
          <p:nvPr/>
        </p:nvGrpSpPr>
        <p:grpSpPr>
          <a:xfrm>
            <a:off x="10279063" y="4641851"/>
            <a:ext cx="1601788" cy="1920875"/>
            <a:chOff x="10279063" y="4641851"/>
            <a:chExt cx="1601788" cy="1920875"/>
          </a:xfrm>
        </p:grpSpPr>
        <p:sp>
          <p:nvSpPr>
            <p:cNvPr id="83" name="Freeform 75"/>
            <p:cNvSpPr>
              <a:spLocks/>
            </p:cNvSpPr>
            <p:nvPr/>
          </p:nvSpPr>
          <p:spPr bwMode="auto">
            <a:xfrm>
              <a:off x="10402888" y="5029201"/>
              <a:ext cx="82550" cy="338138"/>
            </a:xfrm>
            <a:custGeom>
              <a:avLst/>
              <a:gdLst>
                <a:gd name="T0" fmla="*/ 17 w 22"/>
                <a:gd name="T1" fmla="*/ 57 h 90"/>
                <a:gd name="T2" fmla="*/ 11 w 22"/>
                <a:gd name="T3" fmla="*/ 15 h 90"/>
                <a:gd name="T4" fmla="*/ 15 w 22"/>
                <a:gd name="T5" fmla="*/ 7 h 90"/>
                <a:gd name="T6" fmla="*/ 16 w 22"/>
                <a:gd name="T7" fmla="*/ 3 h 90"/>
                <a:gd name="T8" fmla="*/ 13 w 22"/>
                <a:gd name="T9" fmla="*/ 1 h 90"/>
                <a:gd name="T10" fmla="*/ 9 w 22"/>
                <a:gd name="T11" fmla="*/ 2 h 90"/>
                <a:gd name="T12" fmla="*/ 5 w 22"/>
                <a:gd name="T13" fmla="*/ 4 h 90"/>
                <a:gd name="T14" fmla="*/ 2 w 22"/>
                <a:gd name="T15" fmla="*/ 10 h 90"/>
                <a:gd name="T16" fmla="*/ 6 w 22"/>
                <a:gd name="T17" fmla="*/ 20 h 90"/>
                <a:gd name="T18" fmla="*/ 9 w 22"/>
                <a:gd name="T19" fmla="*/ 46 h 90"/>
                <a:gd name="T20" fmla="*/ 7 w 22"/>
                <a:gd name="T21" fmla="*/ 86 h 90"/>
                <a:gd name="T22" fmla="*/ 8 w 22"/>
                <a:gd name="T23" fmla="*/ 90 h 90"/>
                <a:gd name="T24" fmla="*/ 11 w 22"/>
                <a:gd name="T25" fmla="*/ 90 h 90"/>
                <a:gd name="T26" fmla="*/ 19 w 22"/>
                <a:gd name="T27" fmla="*/ 88 h 90"/>
                <a:gd name="T28" fmla="*/ 20 w 22"/>
                <a:gd name="T29" fmla="*/ 87 h 90"/>
                <a:gd name="T30" fmla="*/ 21 w 22"/>
                <a:gd name="T31" fmla="*/ 83 h 90"/>
                <a:gd name="T32" fmla="*/ 17 w 22"/>
                <a:gd name="T33" fmla="*/ 5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90">
                  <a:moveTo>
                    <a:pt x="17" y="57"/>
                  </a:moveTo>
                  <a:cubicBezTo>
                    <a:pt x="15" y="43"/>
                    <a:pt x="13" y="29"/>
                    <a:pt x="11" y="15"/>
                  </a:cubicBezTo>
                  <a:cubicBezTo>
                    <a:pt x="11" y="12"/>
                    <a:pt x="11" y="9"/>
                    <a:pt x="15" y="7"/>
                  </a:cubicBezTo>
                  <a:cubicBezTo>
                    <a:pt x="16" y="6"/>
                    <a:pt x="17" y="4"/>
                    <a:pt x="16" y="3"/>
                  </a:cubicBezTo>
                  <a:cubicBezTo>
                    <a:pt x="16" y="2"/>
                    <a:pt x="14" y="1"/>
                    <a:pt x="13" y="1"/>
                  </a:cubicBezTo>
                  <a:cubicBezTo>
                    <a:pt x="12" y="0"/>
                    <a:pt x="10" y="2"/>
                    <a:pt x="9" y="2"/>
                  </a:cubicBezTo>
                  <a:cubicBezTo>
                    <a:pt x="8" y="3"/>
                    <a:pt x="6" y="4"/>
                    <a:pt x="5" y="4"/>
                  </a:cubicBezTo>
                  <a:cubicBezTo>
                    <a:pt x="1" y="5"/>
                    <a:pt x="0" y="6"/>
                    <a:pt x="2" y="10"/>
                  </a:cubicBezTo>
                  <a:cubicBezTo>
                    <a:pt x="4" y="13"/>
                    <a:pt x="5" y="17"/>
                    <a:pt x="6" y="20"/>
                  </a:cubicBezTo>
                  <a:cubicBezTo>
                    <a:pt x="7" y="29"/>
                    <a:pt x="8" y="37"/>
                    <a:pt x="9" y="46"/>
                  </a:cubicBezTo>
                  <a:cubicBezTo>
                    <a:pt x="9" y="55"/>
                    <a:pt x="12" y="77"/>
                    <a:pt x="7" y="86"/>
                  </a:cubicBezTo>
                  <a:cubicBezTo>
                    <a:pt x="6" y="87"/>
                    <a:pt x="7" y="89"/>
                    <a:pt x="8" y="90"/>
                  </a:cubicBezTo>
                  <a:cubicBezTo>
                    <a:pt x="9" y="90"/>
                    <a:pt x="11" y="90"/>
                    <a:pt x="11" y="90"/>
                  </a:cubicBezTo>
                  <a:cubicBezTo>
                    <a:pt x="13" y="88"/>
                    <a:pt x="15" y="86"/>
                    <a:pt x="19" y="88"/>
                  </a:cubicBezTo>
                  <a:cubicBezTo>
                    <a:pt x="19" y="88"/>
                    <a:pt x="19" y="88"/>
                    <a:pt x="20" y="87"/>
                  </a:cubicBezTo>
                  <a:cubicBezTo>
                    <a:pt x="22" y="87"/>
                    <a:pt x="21" y="85"/>
                    <a:pt x="21" y="83"/>
                  </a:cubicBezTo>
                  <a:cubicBezTo>
                    <a:pt x="19" y="79"/>
                    <a:pt x="17" y="61"/>
                    <a:pt x="17" y="57"/>
                  </a:cubicBezTo>
                  <a:close/>
                </a:path>
              </a:pathLst>
            </a:custGeom>
            <a:solidFill>
              <a:srgbClr val="12B1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76"/>
            <p:cNvSpPr>
              <a:spLocks/>
            </p:cNvSpPr>
            <p:nvPr/>
          </p:nvSpPr>
          <p:spPr bwMode="auto">
            <a:xfrm>
              <a:off x="10856913" y="5029201"/>
              <a:ext cx="79375" cy="338138"/>
            </a:xfrm>
            <a:custGeom>
              <a:avLst/>
              <a:gdLst>
                <a:gd name="T0" fmla="*/ 16 w 21"/>
                <a:gd name="T1" fmla="*/ 4 h 90"/>
                <a:gd name="T2" fmla="*/ 12 w 21"/>
                <a:gd name="T3" fmla="*/ 2 h 90"/>
                <a:gd name="T4" fmla="*/ 9 w 21"/>
                <a:gd name="T5" fmla="*/ 1 h 90"/>
                <a:gd name="T6" fmla="*/ 5 w 21"/>
                <a:gd name="T7" fmla="*/ 3 h 90"/>
                <a:gd name="T8" fmla="*/ 7 w 21"/>
                <a:gd name="T9" fmla="*/ 7 h 90"/>
                <a:gd name="T10" fmla="*/ 10 w 21"/>
                <a:gd name="T11" fmla="*/ 15 h 90"/>
                <a:gd name="T12" fmla="*/ 5 w 21"/>
                <a:gd name="T13" fmla="*/ 57 h 90"/>
                <a:gd name="T14" fmla="*/ 1 w 21"/>
                <a:gd name="T15" fmla="*/ 83 h 90"/>
                <a:gd name="T16" fmla="*/ 3 w 21"/>
                <a:gd name="T17" fmla="*/ 87 h 90"/>
                <a:gd name="T18" fmla="*/ 4 w 21"/>
                <a:gd name="T19" fmla="*/ 88 h 90"/>
                <a:gd name="T20" fmla="*/ 11 w 21"/>
                <a:gd name="T21" fmla="*/ 90 h 90"/>
                <a:gd name="T22" fmla="*/ 14 w 21"/>
                <a:gd name="T23" fmla="*/ 90 h 90"/>
                <a:gd name="T24" fmla="*/ 15 w 21"/>
                <a:gd name="T25" fmla="*/ 86 h 90"/>
                <a:gd name="T26" fmla="*/ 13 w 21"/>
                <a:gd name="T27" fmla="*/ 46 h 90"/>
                <a:gd name="T28" fmla="*/ 16 w 21"/>
                <a:gd name="T29" fmla="*/ 20 h 90"/>
                <a:gd name="T30" fmla="*/ 19 w 21"/>
                <a:gd name="T31" fmla="*/ 10 h 90"/>
                <a:gd name="T32" fmla="*/ 16 w 21"/>
                <a:gd name="T33" fmla="*/ 4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 h="90">
                  <a:moveTo>
                    <a:pt x="16" y="4"/>
                  </a:moveTo>
                  <a:cubicBezTo>
                    <a:pt x="15" y="4"/>
                    <a:pt x="14" y="3"/>
                    <a:pt x="12" y="2"/>
                  </a:cubicBezTo>
                  <a:cubicBezTo>
                    <a:pt x="11" y="2"/>
                    <a:pt x="10" y="0"/>
                    <a:pt x="9" y="1"/>
                  </a:cubicBezTo>
                  <a:cubicBezTo>
                    <a:pt x="7" y="1"/>
                    <a:pt x="5" y="2"/>
                    <a:pt x="5" y="3"/>
                  </a:cubicBezTo>
                  <a:cubicBezTo>
                    <a:pt x="5" y="4"/>
                    <a:pt x="6" y="6"/>
                    <a:pt x="7" y="7"/>
                  </a:cubicBezTo>
                  <a:cubicBezTo>
                    <a:pt x="10" y="9"/>
                    <a:pt x="11" y="12"/>
                    <a:pt x="10" y="15"/>
                  </a:cubicBezTo>
                  <a:cubicBezTo>
                    <a:pt x="8" y="29"/>
                    <a:pt x="7" y="43"/>
                    <a:pt x="5" y="57"/>
                  </a:cubicBezTo>
                  <a:cubicBezTo>
                    <a:pt x="4" y="61"/>
                    <a:pt x="3" y="79"/>
                    <a:pt x="1" y="83"/>
                  </a:cubicBezTo>
                  <a:cubicBezTo>
                    <a:pt x="1" y="85"/>
                    <a:pt x="0" y="87"/>
                    <a:pt x="3" y="87"/>
                  </a:cubicBezTo>
                  <a:cubicBezTo>
                    <a:pt x="3" y="88"/>
                    <a:pt x="3" y="88"/>
                    <a:pt x="4" y="88"/>
                  </a:cubicBezTo>
                  <a:cubicBezTo>
                    <a:pt x="7" y="86"/>
                    <a:pt x="9" y="88"/>
                    <a:pt x="11" y="90"/>
                  </a:cubicBezTo>
                  <a:cubicBezTo>
                    <a:pt x="11" y="90"/>
                    <a:pt x="13" y="90"/>
                    <a:pt x="14" y="90"/>
                  </a:cubicBezTo>
                  <a:cubicBezTo>
                    <a:pt x="15" y="89"/>
                    <a:pt x="16" y="87"/>
                    <a:pt x="15" y="86"/>
                  </a:cubicBezTo>
                  <a:cubicBezTo>
                    <a:pt x="10" y="77"/>
                    <a:pt x="12" y="55"/>
                    <a:pt x="13" y="46"/>
                  </a:cubicBezTo>
                  <a:cubicBezTo>
                    <a:pt x="13" y="37"/>
                    <a:pt x="14" y="29"/>
                    <a:pt x="16" y="20"/>
                  </a:cubicBezTo>
                  <a:cubicBezTo>
                    <a:pt x="16" y="17"/>
                    <a:pt x="18" y="13"/>
                    <a:pt x="19" y="10"/>
                  </a:cubicBezTo>
                  <a:cubicBezTo>
                    <a:pt x="21" y="6"/>
                    <a:pt x="21" y="5"/>
                    <a:pt x="16" y="4"/>
                  </a:cubicBezTo>
                  <a:close/>
                </a:path>
              </a:pathLst>
            </a:custGeom>
            <a:solidFill>
              <a:srgbClr val="12B1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77"/>
            <p:cNvSpPr>
              <a:spLocks/>
            </p:cNvSpPr>
            <p:nvPr/>
          </p:nvSpPr>
          <p:spPr bwMode="auto">
            <a:xfrm>
              <a:off x="11374438" y="5056188"/>
              <a:ext cx="192088" cy="176213"/>
            </a:xfrm>
            <a:custGeom>
              <a:avLst/>
              <a:gdLst>
                <a:gd name="T0" fmla="*/ 13 w 51"/>
                <a:gd name="T1" fmla="*/ 0 h 47"/>
                <a:gd name="T2" fmla="*/ 12 w 51"/>
                <a:gd name="T3" fmla="*/ 0 h 47"/>
                <a:gd name="T4" fmla="*/ 0 w 51"/>
                <a:gd name="T5" fmla="*/ 5 h 47"/>
                <a:gd name="T6" fmla="*/ 26 w 51"/>
                <a:gd name="T7" fmla="*/ 47 h 47"/>
                <a:gd name="T8" fmla="*/ 51 w 51"/>
                <a:gd name="T9" fmla="*/ 5 h 47"/>
                <a:gd name="T10" fmla="*/ 38 w 51"/>
                <a:gd name="T11" fmla="*/ 0 h 47"/>
                <a:gd name="T12" fmla="*/ 25 w 51"/>
                <a:gd name="T13" fmla="*/ 14 h 47"/>
                <a:gd name="T14" fmla="*/ 13 w 51"/>
                <a:gd name="T15" fmla="*/ 0 h 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47">
                  <a:moveTo>
                    <a:pt x="13" y="0"/>
                  </a:moveTo>
                  <a:cubicBezTo>
                    <a:pt x="13" y="0"/>
                    <a:pt x="12" y="0"/>
                    <a:pt x="12" y="0"/>
                  </a:cubicBezTo>
                  <a:cubicBezTo>
                    <a:pt x="8" y="1"/>
                    <a:pt x="4" y="3"/>
                    <a:pt x="0" y="5"/>
                  </a:cubicBezTo>
                  <a:cubicBezTo>
                    <a:pt x="1" y="26"/>
                    <a:pt x="13" y="47"/>
                    <a:pt x="26" y="47"/>
                  </a:cubicBezTo>
                  <a:cubicBezTo>
                    <a:pt x="38" y="47"/>
                    <a:pt x="50" y="27"/>
                    <a:pt x="51" y="5"/>
                  </a:cubicBezTo>
                  <a:cubicBezTo>
                    <a:pt x="47" y="3"/>
                    <a:pt x="43" y="1"/>
                    <a:pt x="38" y="0"/>
                  </a:cubicBezTo>
                  <a:cubicBezTo>
                    <a:pt x="25" y="14"/>
                    <a:pt x="25" y="14"/>
                    <a:pt x="25" y="14"/>
                  </a:cubicBezTo>
                  <a:lnTo>
                    <a:pt x="13" y="0"/>
                  </a:lnTo>
                  <a:close/>
                </a:path>
              </a:pathLst>
            </a:custGeom>
            <a:solidFill>
              <a:srgbClr val="12B1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78"/>
            <p:cNvSpPr>
              <a:spLocks noEditPoints="1"/>
            </p:cNvSpPr>
            <p:nvPr/>
          </p:nvSpPr>
          <p:spPr bwMode="auto">
            <a:xfrm>
              <a:off x="10279063" y="4641851"/>
              <a:ext cx="1601788" cy="1920875"/>
            </a:xfrm>
            <a:custGeom>
              <a:avLst/>
              <a:gdLst>
                <a:gd name="T0" fmla="*/ 327 w 427"/>
                <a:gd name="T1" fmla="*/ 231 h 511"/>
                <a:gd name="T2" fmla="*/ 313 w 427"/>
                <a:gd name="T3" fmla="*/ 164 h 511"/>
                <a:gd name="T4" fmla="*/ 208 w 427"/>
                <a:gd name="T5" fmla="*/ 9 h 511"/>
                <a:gd name="T6" fmla="*/ 199 w 427"/>
                <a:gd name="T7" fmla="*/ 208 h 511"/>
                <a:gd name="T8" fmla="*/ 263 w 427"/>
                <a:gd name="T9" fmla="*/ 272 h 511"/>
                <a:gd name="T10" fmla="*/ 319 w 427"/>
                <a:gd name="T11" fmla="*/ 319 h 511"/>
                <a:gd name="T12" fmla="*/ 371 w 427"/>
                <a:gd name="T13" fmla="*/ 272 h 511"/>
                <a:gd name="T14" fmla="*/ 351 w 427"/>
                <a:gd name="T15" fmla="*/ 119 h 511"/>
                <a:gd name="T16" fmla="*/ 166 w 427"/>
                <a:gd name="T17" fmla="*/ 48 h 511"/>
                <a:gd name="T18" fmla="*/ 146 w 427"/>
                <a:gd name="T19" fmla="*/ 17 h 511"/>
                <a:gd name="T20" fmla="*/ 115 w 427"/>
                <a:gd name="T21" fmla="*/ 33 h 511"/>
                <a:gd name="T22" fmla="*/ 115 w 427"/>
                <a:gd name="T23" fmla="*/ 16 h 511"/>
                <a:gd name="T24" fmla="*/ 128 w 427"/>
                <a:gd name="T25" fmla="*/ 84 h 511"/>
                <a:gd name="T26" fmla="*/ 144 w 427"/>
                <a:gd name="T27" fmla="*/ 75 h 511"/>
                <a:gd name="T28" fmla="*/ 116 w 427"/>
                <a:gd name="T29" fmla="*/ 85 h 511"/>
                <a:gd name="T30" fmla="*/ 148 w 427"/>
                <a:gd name="T31" fmla="*/ 66 h 511"/>
                <a:gd name="T32" fmla="*/ 133 w 427"/>
                <a:gd name="T33" fmla="*/ 55 h 511"/>
                <a:gd name="T34" fmla="*/ 140 w 427"/>
                <a:gd name="T35" fmla="*/ 55 h 511"/>
                <a:gd name="T36" fmla="*/ 126 w 427"/>
                <a:gd name="T37" fmla="*/ 49 h 511"/>
                <a:gd name="T38" fmla="*/ 139 w 427"/>
                <a:gd name="T39" fmla="*/ 118 h 511"/>
                <a:gd name="T40" fmla="*/ 97 w 427"/>
                <a:gd name="T41" fmla="*/ 191 h 511"/>
                <a:gd name="T42" fmla="*/ 104 w 427"/>
                <a:gd name="T43" fmla="*/ 177 h 511"/>
                <a:gd name="T44" fmla="*/ 90 w 427"/>
                <a:gd name="T45" fmla="*/ 180 h 511"/>
                <a:gd name="T46" fmla="*/ 95 w 427"/>
                <a:gd name="T47" fmla="*/ 199 h 511"/>
                <a:gd name="T48" fmla="*/ 124 w 427"/>
                <a:gd name="T49" fmla="*/ 199 h 511"/>
                <a:gd name="T50" fmla="*/ 113 w 427"/>
                <a:gd name="T51" fmla="*/ 153 h 511"/>
                <a:gd name="T52" fmla="*/ 83 w 427"/>
                <a:gd name="T53" fmla="*/ 190 h 511"/>
                <a:gd name="T54" fmla="*/ 100 w 427"/>
                <a:gd name="T55" fmla="*/ 14 h 511"/>
                <a:gd name="T56" fmla="*/ 100 w 427"/>
                <a:gd name="T57" fmla="*/ 19 h 511"/>
                <a:gd name="T58" fmla="*/ 101 w 427"/>
                <a:gd name="T59" fmla="*/ 25 h 511"/>
                <a:gd name="T60" fmla="*/ 65 w 427"/>
                <a:gd name="T61" fmla="*/ 17 h 511"/>
                <a:gd name="T62" fmla="*/ 53 w 427"/>
                <a:gd name="T63" fmla="*/ 30 h 511"/>
                <a:gd name="T64" fmla="*/ 33 w 427"/>
                <a:gd name="T65" fmla="*/ 99 h 511"/>
                <a:gd name="T66" fmla="*/ 46 w 427"/>
                <a:gd name="T67" fmla="*/ 87 h 511"/>
                <a:gd name="T68" fmla="*/ 66 w 427"/>
                <a:gd name="T69" fmla="*/ 47 h 511"/>
                <a:gd name="T70" fmla="*/ 62 w 427"/>
                <a:gd name="T71" fmla="*/ 90 h 511"/>
                <a:gd name="T72" fmla="*/ 81 w 427"/>
                <a:gd name="T73" fmla="*/ 126 h 511"/>
                <a:gd name="T74" fmla="*/ 113 w 427"/>
                <a:gd name="T75" fmla="*/ 119 h 511"/>
                <a:gd name="T76" fmla="*/ 99 w 427"/>
                <a:gd name="T77" fmla="*/ 127 h 511"/>
                <a:gd name="T78" fmla="*/ 102 w 427"/>
                <a:gd name="T79" fmla="*/ 132 h 511"/>
                <a:gd name="T80" fmla="*/ 110 w 427"/>
                <a:gd name="T81" fmla="*/ 140 h 511"/>
                <a:gd name="T82" fmla="*/ 108 w 427"/>
                <a:gd name="T83" fmla="*/ 146 h 511"/>
                <a:gd name="T84" fmla="*/ 113 w 427"/>
                <a:gd name="T85" fmla="*/ 148 h 511"/>
                <a:gd name="T86" fmla="*/ 117 w 427"/>
                <a:gd name="T87" fmla="*/ 131 h 511"/>
                <a:gd name="T88" fmla="*/ 144 w 427"/>
                <a:gd name="T89" fmla="*/ 121 h 511"/>
                <a:gd name="T90" fmla="*/ 150 w 427"/>
                <a:gd name="T91" fmla="*/ 72 h 511"/>
                <a:gd name="T92" fmla="*/ 153 w 427"/>
                <a:gd name="T93" fmla="*/ 34 h 511"/>
                <a:gd name="T94" fmla="*/ 165 w 427"/>
                <a:gd name="T95" fmla="*/ 103 h 511"/>
                <a:gd name="T96" fmla="*/ 199 w 427"/>
                <a:gd name="T97" fmla="*/ 199 h 511"/>
                <a:gd name="T98" fmla="*/ 70 w 427"/>
                <a:gd name="T99" fmla="*/ 69 h 511"/>
                <a:gd name="T100" fmla="*/ 76 w 427"/>
                <a:gd name="T101" fmla="*/ 56 h 511"/>
                <a:gd name="T102" fmla="*/ 90 w 427"/>
                <a:gd name="T103" fmla="*/ 36 h 511"/>
                <a:gd name="T104" fmla="*/ 70 w 427"/>
                <a:gd name="T105" fmla="*/ 75 h 511"/>
                <a:gd name="T106" fmla="*/ 70 w 427"/>
                <a:gd name="T107" fmla="*/ 86 h 511"/>
                <a:gd name="T108" fmla="*/ 86 w 427"/>
                <a:gd name="T109" fmla="*/ 90 h 511"/>
                <a:gd name="T110" fmla="*/ 69 w 427"/>
                <a:gd name="T111" fmla="*/ 92 h 511"/>
                <a:gd name="T112" fmla="*/ 81 w 427"/>
                <a:gd name="T113" fmla="*/ 120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27" h="511">
                  <a:moveTo>
                    <a:pt x="351" y="119"/>
                  </a:moveTo>
                  <a:cubicBezTo>
                    <a:pt x="351" y="119"/>
                    <a:pt x="351" y="119"/>
                    <a:pt x="351" y="118"/>
                  </a:cubicBezTo>
                  <a:cubicBezTo>
                    <a:pt x="348" y="140"/>
                    <a:pt x="336" y="162"/>
                    <a:pt x="321" y="164"/>
                  </a:cubicBezTo>
                  <a:cubicBezTo>
                    <a:pt x="318" y="175"/>
                    <a:pt x="322" y="179"/>
                    <a:pt x="327" y="184"/>
                  </a:cubicBezTo>
                  <a:cubicBezTo>
                    <a:pt x="335" y="193"/>
                    <a:pt x="340" y="202"/>
                    <a:pt x="326" y="226"/>
                  </a:cubicBezTo>
                  <a:cubicBezTo>
                    <a:pt x="327" y="227"/>
                    <a:pt x="327" y="229"/>
                    <a:pt x="327" y="231"/>
                  </a:cubicBezTo>
                  <a:cubicBezTo>
                    <a:pt x="327" y="236"/>
                    <a:pt x="323" y="241"/>
                    <a:pt x="318" y="241"/>
                  </a:cubicBezTo>
                  <a:cubicBezTo>
                    <a:pt x="312" y="241"/>
                    <a:pt x="308" y="236"/>
                    <a:pt x="308" y="231"/>
                  </a:cubicBezTo>
                  <a:cubicBezTo>
                    <a:pt x="308" y="226"/>
                    <a:pt x="312" y="221"/>
                    <a:pt x="318" y="221"/>
                  </a:cubicBezTo>
                  <a:cubicBezTo>
                    <a:pt x="318" y="221"/>
                    <a:pt x="319" y="221"/>
                    <a:pt x="319" y="222"/>
                  </a:cubicBezTo>
                  <a:cubicBezTo>
                    <a:pt x="332" y="201"/>
                    <a:pt x="327" y="196"/>
                    <a:pt x="321" y="190"/>
                  </a:cubicBezTo>
                  <a:cubicBezTo>
                    <a:pt x="316" y="184"/>
                    <a:pt x="310" y="178"/>
                    <a:pt x="313" y="164"/>
                  </a:cubicBezTo>
                  <a:cubicBezTo>
                    <a:pt x="298" y="160"/>
                    <a:pt x="287" y="140"/>
                    <a:pt x="284" y="119"/>
                  </a:cubicBezTo>
                  <a:cubicBezTo>
                    <a:pt x="284" y="119"/>
                    <a:pt x="283" y="120"/>
                    <a:pt x="282" y="120"/>
                  </a:cubicBezTo>
                  <a:cubicBezTo>
                    <a:pt x="276" y="124"/>
                    <a:pt x="271" y="127"/>
                    <a:pt x="266" y="131"/>
                  </a:cubicBezTo>
                  <a:cubicBezTo>
                    <a:pt x="245" y="126"/>
                    <a:pt x="237" y="115"/>
                    <a:pt x="219" y="92"/>
                  </a:cubicBezTo>
                  <a:cubicBezTo>
                    <a:pt x="216" y="88"/>
                    <a:pt x="212" y="83"/>
                    <a:pt x="208" y="77"/>
                  </a:cubicBezTo>
                  <a:cubicBezTo>
                    <a:pt x="208" y="9"/>
                    <a:pt x="208" y="9"/>
                    <a:pt x="208" y="9"/>
                  </a:cubicBezTo>
                  <a:cubicBezTo>
                    <a:pt x="208" y="4"/>
                    <a:pt x="204" y="0"/>
                    <a:pt x="199" y="0"/>
                  </a:cubicBezTo>
                  <a:cubicBezTo>
                    <a:pt x="9" y="0"/>
                    <a:pt x="9" y="0"/>
                    <a:pt x="9" y="0"/>
                  </a:cubicBezTo>
                  <a:cubicBezTo>
                    <a:pt x="4" y="0"/>
                    <a:pt x="0" y="4"/>
                    <a:pt x="0" y="9"/>
                  </a:cubicBezTo>
                  <a:cubicBezTo>
                    <a:pt x="0" y="199"/>
                    <a:pt x="0" y="199"/>
                    <a:pt x="0" y="199"/>
                  </a:cubicBezTo>
                  <a:cubicBezTo>
                    <a:pt x="0" y="204"/>
                    <a:pt x="4" y="208"/>
                    <a:pt x="9" y="208"/>
                  </a:cubicBezTo>
                  <a:cubicBezTo>
                    <a:pt x="199" y="208"/>
                    <a:pt x="199" y="208"/>
                    <a:pt x="199" y="208"/>
                  </a:cubicBezTo>
                  <a:cubicBezTo>
                    <a:pt x="204" y="208"/>
                    <a:pt x="208" y="204"/>
                    <a:pt x="208" y="199"/>
                  </a:cubicBezTo>
                  <a:cubicBezTo>
                    <a:pt x="208" y="141"/>
                    <a:pt x="208" y="141"/>
                    <a:pt x="208" y="141"/>
                  </a:cubicBezTo>
                  <a:cubicBezTo>
                    <a:pt x="222" y="156"/>
                    <a:pt x="237" y="166"/>
                    <a:pt x="263" y="171"/>
                  </a:cubicBezTo>
                  <a:cubicBezTo>
                    <a:pt x="263" y="200"/>
                    <a:pt x="263" y="200"/>
                    <a:pt x="263" y="200"/>
                  </a:cubicBezTo>
                  <a:cubicBezTo>
                    <a:pt x="263" y="200"/>
                    <a:pt x="263" y="200"/>
                    <a:pt x="263" y="199"/>
                  </a:cubicBezTo>
                  <a:cubicBezTo>
                    <a:pt x="263" y="199"/>
                    <a:pt x="263" y="253"/>
                    <a:pt x="263" y="272"/>
                  </a:cubicBezTo>
                  <a:cubicBezTo>
                    <a:pt x="263" y="289"/>
                    <a:pt x="267" y="292"/>
                    <a:pt x="267" y="292"/>
                  </a:cubicBezTo>
                  <a:cubicBezTo>
                    <a:pt x="267" y="487"/>
                    <a:pt x="267" y="487"/>
                    <a:pt x="267" y="487"/>
                  </a:cubicBezTo>
                  <a:cubicBezTo>
                    <a:pt x="267" y="500"/>
                    <a:pt x="278" y="511"/>
                    <a:pt x="292" y="511"/>
                  </a:cubicBezTo>
                  <a:cubicBezTo>
                    <a:pt x="305" y="511"/>
                    <a:pt x="316" y="500"/>
                    <a:pt x="316" y="487"/>
                  </a:cubicBezTo>
                  <a:cubicBezTo>
                    <a:pt x="316" y="319"/>
                    <a:pt x="316" y="319"/>
                    <a:pt x="316" y="319"/>
                  </a:cubicBezTo>
                  <a:cubicBezTo>
                    <a:pt x="317" y="319"/>
                    <a:pt x="318" y="319"/>
                    <a:pt x="319" y="319"/>
                  </a:cubicBezTo>
                  <a:cubicBezTo>
                    <a:pt x="319" y="319"/>
                    <a:pt x="319" y="319"/>
                    <a:pt x="319" y="319"/>
                  </a:cubicBezTo>
                  <a:cubicBezTo>
                    <a:pt x="319" y="487"/>
                    <a:pt x="319" y="487"/>
                    <a:pt x="319" y="487"/>
                  </a:cubicBezTo>
                  <a:cubicBezTo>
                    <a:pt x="319" y="500"/>
                    <a:pt x="330" y="511"/>
                    <a:pt x="343" y="511"/>
                  </a:cubicBezTo>
                  <a:cubicBezTo>
                    <a:pt x="357" y="511"/>
                    <a:pt x="368" y="500"/>
                    <a:pt x="368" y="487"/>
                  </a:cubicBezTo>
                  <a:cubicBezTo>
                    <a:pt x="368" y="292"/>
                    <a:pt x="368" y="292"/>
                    <a:pt x="368" y="292"/>
                  </a:cubicBezTo>
                  <a:cubicBezTo>
                    <a:pt x="368" y="292"/>
                    <a:pt x="371" y="285"/>
                    <a:pt x="371" y="272"/>
                  </a:cubicBezTo>
                  <a:cubicBezTo>
                    <a:pt x="371" y="260"/>
                    <a:pt x="371" y="198"/>
                    <a:pt x="371" y="198"/>
                  </a:cubicBezTo>
                  <a:cubicBezTo>
                    <a:pt x="377" y="214"/>
                    <a:pt x="380" y="236"/>
                    <a:pt x="377" y="266"/>
                  </a:cubicBezTo>
                  <a:cubicBezTo>
                    <a:pt x="376" y="277"/>
                    <a:pt x="384" y="288"/>
                    <a:pt x="395" y="289"/>
                  </a:cubicBezTo>
                  <a:cubicBezTo>
                    <a:pt x="396" y="289"/>
                    <a:pt x="396" y="289"/>
                    <a:pt x="397" y="289"/>
                  </a:cubicBezTo>
                  <a:cubicBezTo>
                    <a:pt x="407" y="289"/>
                    <a:pt x="416" y="281"/>
                    <a:pt x="417" y="270"/>
                  </a:cubicBezTo>
                  <a:cubicBezTo>
                    <a:pt x="427" y="178"/>
                    <a:pt x="391" y="143"/>
                    <a:pt x="351" y="119"/>
                  </a:cubicBezTo>
                  <a:close/>
                  <a:moveTo>
                    <a:pt x="199" y="9"/>
                  </a:moveTo>
                  <a:cubicBezTo>
                    <a:pt x="199" y="67"/>
                    <a:pt x="199" y="67"/>
                    <a:pt x="199" y="67"/>
                  </a:cubicBezTo>
                  <a:cubicBezTo>
                    <a:pt x="192" y="63"/>
                    <a:pt x="183" y="63"/>
                    <a:pt x="176" y="68"/>
                  </a:cubicBezTo>
                  <a:cubicBezTo>
                    <a:pt x="172" y="71"/>
                    <a:pt x="170" y="75"/>
                    <a:pt x="169" y="79"/>
                  </a:cubicBezTo>
                  <a:cubicBezTo>
                    <a:pt x="169" y="78"/>
                    <a:pt x="168" y="76"/>
                    <a:pt x="168" y="74"/>
                  </a:cubicBezTo>
                  <a:cubicBezTo>
                    <a:pt x="167" y="66"/>
                    <a:pt x="167" y="57"/>
                    <a:pt x="166" y="48"/>
                  </a:cubicBezTo>
                  <a:cubicBezTo>
                    <a:pt x="166" y="45"/>
                    <a:pt x="167" y="41"/>
                    <a:pt x="168" y="38"/>
                  </a:cubicBezTo>
                  <a:cubicBezTo>
                    <a:pt x="169" y="34"/>
                    <a:pt x="168" y="32"/>
                    <a:pt x="164" y="32"/>
                  </a:cubicBezTo>
                  <a:cubicBezTo>
                    <a:pt x="163" y="32"/>
                    <a:pt x="161" y="32"/>
                    <a:pt x="160" y="31"/>
                  </a:cubicBezTo>
                  <a:cubicBezTo>
                    <a:pt x="158" y="31"/>
                    <a:pt x="157" y="30"/>
                    <a:pt x="156" y="30"/>
                  </a:cubicBezTo>
                  <a:cubicBezTo>
                    <a:pt x="157" y="26"/>
                    <a:pt x="157" y="23"/>
                    <a:pt x="155" y="21"/>
                  </a:cubicBezTo>
                  <a:cubicBezTo>
                    <a:pt x="153" y="17"/>
                    <a:pt x="149" y="17"/>
                    <a:pt x="146" y="17"/>
                  </a:cubicBezTo>
                  <a:cubicBezTo>
                    <a:pt x="145" y="17"/>
                    <a:pt x="145" y="17"/>
                    <a:pt x="145" y="17"/>
                  </a:cubicBezTo>
                  <a:cubicBezTo>
                    <a:pt x="145" y="17"/>
                    <a:pt x="145" y="17"/>
                    <a:pt x="145" y="17"/>
                  </a:cubicBezTo>
                  <a:cubicBezTo>
                    <a:pt x="143" y="17"/>
                    <a:pt x="128" y="21"/>
                    <a:pt x="125" y="28"/>
                  </a:cubicBezTo>
                  <a:cubicBezTo>
                    <a:pt x="125" y="29"/>
                    <a:pt x="124" y="31"/>
                    <a:pt x="124" y="32"/>
                  </a:cubicBezTo>
                  <a:cubicBezTo>
                    <a:pt x="124" y="32"/>
                    <a:pt x="123" y="32"/>
                    <a:pt x="122" y="32"/>
                  </a:cubicBezTo>
                  <a:cubicBezTo>
                    <a:pt x="119" y="32"/>
                    <a:pt x="117" y="32"/>
                    <a:pt x="115" y="33"/>
                  </a:cubicBezTo>
                  <a:cubicBezTo>
                    <a:pt x="115" y="31"/>
                    <a:pt x="115" y="31"/>
                    <a:pt x="115" y="31"/>
                  </a:cubicBezTo>
                  <a:cubicBezTo>
                    <a:pt x="115" y="29"/>
                    <a:pt x="114" y="27"/>
                    <a:pt x="113" y="26"/>
                  </a:cubicBezTo>
                  <a:cubicBezTo>
                    <a:pt x="113" y="26"/>
                    <a:pt x="113" y="25"/>
                    <a:pt x="113" y="24"/>
                  </a:cubicBezTo>
                  <a:cubicBezTo>
                    <a:pt x="113" y="22"/>
                    <a:pt x="113" y="22"/>
                    <a:pt x="113" y="22"/>
                  </a:cubicBezTo>
                  <a:cubicBezTo>
                    <a:pt x="113" y="21"/>
                    <a:pt x="113" y="21"/>
                    <a:pt x="113" y="21"/>
                  </a:cubicBezTo>
                  <a:cubicBezTo>
                    <a:pt x="114" y="19"/>
                    <a:pt x="115" y="18"/>
                    <a:pt x="115" y="16"/>
                  </a:cubicBezTo>
                  <a:cubicBezTo>
                    <a:pt x="115" y="15"/>
                    <a:pt x="115" y="15"/>
                    <a:pt x="115" y="15"/>
                  </a:cubicBezTo>
                  <a:cubicBezTo>
                    <a:pt x="115" y="14"/>
                    <a:pt x="116" y="10"/>
                    <a:pt x="112" y="9"/>
                  </a:cubicBezTo>
                  <a:lnTo>
                    <a:pt x="199" y="9"/>
                  </a:lnTo>
                  <a:close/>
                  <a:moveTo>
                    <a:pt x="149" y="83"/>
                  </a:moveTo>
                  <a:cubicBezTo>
                    <a:pt x="148" y="84"/>
                    <a:pt x="146" y="86"/>
                    <a:pt x="142" y="86"/>
                  </a:cubicBezTo>
                  <a:cubicBezTo>
                    <a:pt x="138" y="87"/>
                    <a:pt x="133" y="86"/>
                    <a:pt x="128" y="84"/>
                  </a:cubicBezTo>
                  <a:cubicBezTo>
                    <a:pt x="118" y="80"/>
                    <a:pt x="112" y="74"/>
                    <a:pt x="113" y="70"/>
                  </a:cubicBezTo>
                  <a:cubicBezTo>
                    <a:pt x="114" y="69"/>
                    <a:pt x="115" y="68"/>
                    <a:pt x="116" y="68"/>
                  </a:cubicBezTo>
                  <a:cubicBezTo>
                    <a:pt x="119" y="69"/>
                    <a:pt x="122" y="71"/>
                    <a:pt x="126" y="72"/>
                  </a:cubicBezTo>
                  <a:cubicBezTo>
                    <a:pt x="130" y="74"/>
                    <a:pt x="135" y="75"/>
                    <a:pt x="139" y="75"/>
                  </a:cubicBezTo>
                  <a:cubicBezTo>
                    <a:pt x="140" y="75"/>
                    <a:pt x="142" y="75"/>
                    <a:pt x="143" y="75"/>
                  </a:cubicBezTo>
                  <a:cubicBezTo>
                    <a:pt x="143" y="75"/>
                    <a:pt x="144" y="75"/>
                    <a:pt x="144" y="75"/>
                  </a:cubicBezTo>
                  <a:cubicBezTo>
                    <a:pt x="147" y="78"/>
                    <a:pt x="149" y="81"/>
                    <a:pt x="149" y="83"/>
                  </a:cubicBezTo>
                  <a:close/>
                  <a:moveTo>
                    <a:pt x="149" y="100"/>
                  </a:moveTo>
                  <a:cubicBezTo>
                    <a:pt x="148" y="102"/>
                    <a:pt x="146" y="103"/>
                    <a:pt x="142" y="104"/>
                  </a:cubicBezTo>
                  <a:cubicBezTo>
                    <a:pt x="138" y="104"/>
                    <a:pt x="133" y="103"/>
                    <a:pt x="128" y="102"/>
                  </a:cubicBezTo>
                  <a:cubicBezTo>
                    <a:pt x="118" y="98"/>
                    <a:pt x="112" y="91"/>
                    <a:pt x="113" y="88"/>
                  </a:cubicBezTo>
                  <a:cubicBezTo>
                    <a:pt x="113" y="86"/>
                    <a:pt x="115" y="86"/>
                    <a:pt x="116" y="85"/>
                  </a:cubicBezTo>
                  <a:cubicBezTo>
                    <a:pt x="119" y="87"/>
                    <a:pt x="122" y="88"/>
                    <a:pt x="126" y="90"/>
                  </a:cubicBezTo>
                  <a:cubicBezTo>
                    <a:pt x="131" y="91"/>
                    <a:pt x="135" y="92"/>
                    <a:pt x="140" y="92"/>
                  </a:cubicBezTo>
                  <a:cubicBezTo>
                    <a:pt x="141" y="92"/>
                    <a:pt x="142" y="92"/>
                    <a:pt x="143" y="92"/>
                  </a:cubicBezTo>
                  <a:cubicBezTo>
                    <a:pt x="143" y="92"/>
                    <a:pt x="143" y="92"/>
                    <a:pt x="144" y="92"/>
                  </a:cubicBezTo>
                  <a:cubicBezTo>
                    <a:pt x="147" y="95"/>
                    <a:pt x="149" y="98"/>
                    <a:pt x="149" y="100"/>
                  </a:cubicBezTo>
                  <a:close/>
                  <a:moveTo>
                    <a:pt x="148" y="66"/>
                  </a:moveTo>
                  <a:cubicBezTo>
                    <a:pt x="148" y="67"/>
                    <a:pt x="145" y="68"/>
                    <a:pt x="142" y="69"/>
                  </a:cubicBezTo>
                  <a:cubicBezTo>
                    <a:pt x="138" y="69"/>
                    <a:pt x="133" y="69"/>
                    <a:pt x="128" y="67"/>
                  </a:cubicBezTo>
                  <a:cubicBezTo>
                    <a:pt x="118" y="63"/>
                    <a:pt x="112" y="56"/>
                    <a:pt x="113" y="53"/>
                  </a:cubicBezTo>
                  <a:cubicBezTo>
                    <a:pt x="113" y="51"/>
                    <a:pt x="115" y="50"/>
                    <a:pt x="118" y="50"/>
                  </a:cubicBezTo>
                  <a:cubicBezTo>
                    <a:pt x="120" y="51"/>
                    <a:pt x="122" y="52"/>
                    <a:pt x="125" y="53"/>
                  </a:cubicBezTo>
                  <a:cubicBezTo>
                    <a:pt x="128" y="54"/>
                    <a:pt x="130" y="55"/>
                    <a:pt x="133" y="55"/>
                  </a:cubicBezTo>
                  <a:cubicBezTo>
                    <a:pt x="133" y="56"/>
                    <a:pt x="133" y="56"/>
                    <a:pt x="133" y="56"/>
                  </a:cubicBezTo>
                  <a:cubicBezTo>
                    <a:pt x="134" y="57"/>
                    <a:pt x="134" y="57"/>
                    <a:pt x="135" y="57"/>
                  </a:cubicBezTo>
                  <a:cubicBezTo>
                    <a:pt x="135" y="57"/>
                    <a:pt x="135" y="57"/>
                    <a:pt x="135" y="57"/>
                  </a:cubicBezTo>
                  <a:cubicBezTo>
                    <a:pt x="136" y="57"/>
                    <a:pt x="137" y="57"/>
                    <a:pt x="137" y="56"/>
                  </a:cubicBezTo>
                  <a:cubicBezTo>
                    <a:pt x="138" y="55"/>
                    <a:pt x="138" y="55"/>
                    <a:pt x="138" y="55"/>
                  </a:cubicBezTo>
                  <a:cubicBezTo>
                    <a:pt x="139" y="55"/>
                    <a:pt x="139" y="55"/>
                    <a:pt x="140" y="55"/>
                  </a:cubicBezTo>
                  <a:cubicBezTo>
                    <a:pt x="146" y="58"/>
                    <a:pt x="149" y="63"/>
                    <a:pt x="148" y="66"/>
                  </a:cubicBezTo>
                  <a:close/>
                  <a:moveTo>
                    <a:pt x="115" y="39"/>
                  </a:moveTo>
                  <a:cubicBezTo>
                    <a:pt x="116" y="37"/>
                    <a:pt x="119" y="36"/>
                    <a:pt x="122" y="36"/>
                  </a:cubicBezTo>
                  <a:cubicBezTo>
                    <a:pt x="123" y="36"/>
                    <a:pt x="124" y="37"/>
                    <a:pt x="125" y="37"/>
                  </a:cubicBezTo>
                  <a:cubicBezTo>
                    <a:pt x="126" y="41"/>
                    <a:pt x="128" y="46"/>
                    <a:pt x="130" y="50"/>
                  </a:cubicBezTo>
                  <a:cubicBezTo>
                    <a:pt x="129" y="50"/>
                    <a:pt x="128" y="50"/>
                    <a:pt x="126" y="49"/>
                  </a:cubicBezTo>
                  <a:cubicBezTo>
                    <a:pt x="123" y="48"/>
                    <a:pt x="120" y="46"/>
                    <a:pt x="117" y="44"/>
                  </a:cubicBezTo>
                  <a:cubicBezTo>
                    <a:pt x="116" y="42"/>
                    <a:pt x="115" y="40"/>
                    <a:pt x="115" y="39"/>
                  </a:cubicBezTo>
                  <a:close/>
                  <a:moveTo>
                    <a:pt x="113" y="99"/>
                  </a:moveTo>
                  <a:cubicBezTo>
                    <a:pt x="116" y="102"/>
                    <a:pt x="120" y="105"/>
                    <a:pt x="126" y="107"/>
                  </a:cubicBezTo>
                  <a:cubicBezTo>
                    <a:pt x="129" y="108"/>
                    <a:pt x="133" y="109"/>
                    <a:pt x="136" y="110"/>
                  </a:cubicBezTo>
                  <a:cubicBezTo>
                    <a:pt x="139" y="113"/>
                    <a:pt x="140" y="116"/>
                    <a:pt x="139" y="118"/>
                  </a:cubicBezTo>
                  <a:cubicBezTo>
                    <a:pt x="138" y="120"/>
                    <a:pt x="135" y="121"/>
                    <a:pt x="132" y="120"/>
                  </a:cubicBezTo>
                  <a:cubicBezTo>
                    <a:pt x="128" y="120"/>
                    <a:pt x="123" y="118"/>
                    <a:pt x="118" y="115"/>
                  </a:cubicBezTo>
                  <a:cubicBezTo>
                    <a:pt x="115" y="114"/>
                    <a:pt x="112" y="111"/>
                    <a:pt x="110" y="109"/>
                  </a:cubicBezTo>
                  <a:cubicBezTo>
                    <a:pt x="112" y="105"/>
                    <a:pt x="113" y="102"/>
                    <a:pt x="113" y="99"/>
                  </a:cubicBezTo>
                  <a:close/>
                  <a:moveTo>
                    <a:pt x="90" y="187"/>
                  </a:moveTo>
                  <a:cubicBezTo>
                    <a:pt x="92" y="187"/>
                    <a:pt x="94" y="189"/>
                    <a:pt x="97" y="191"/>
                  </a:cubicBezTo>
                  <a:cubicBezTo>
                    <a:pt x="95" y="193"/>
                    <a:pt x="94" y="194"/>
                    <a:pt x="94" y="194"/>
                  </a:cubicBezTo>
                  <a:cubicBezTo>
                    <a:pt x="92" y="193"/>
                    <a:pt x="90" y="191"/>
                    <a:pt x="88" y="190"/>
                  </a:cubicBezTo>
                  <a:cubicBezTo>
                    <a:pt x="89" y="189"/>
                    <a:pt x="89" y="187"/>
                    <a:pt x="90" y="187"/>
                  </a:cubicBezTo>
                  <a:close/>
                  <a:moveTo>
                    <a:pt x="91" y="169"/>
                  </a:moveTo>
                  <a:cubicBezTo>
                    <a:pt x="93" y="167"/>
                    <a:pt x="96" y="166"/>
                    <a:pt x="98" y="170"/>
                  </a:cubicBezTo>
                  <a:cubicBezTo>
                    <a:pt x="99" y="173"/>
                    <a:pt x="102" y="175"/>
                    <a:pt x="104" y="177"/>
                  </a:cubicBezTo>
                  <a:cubicBezTo>
                    <a:pt x="105" y="178"/>
                    <a:pt x="108" y="178"/>
                    <a:pt x="109" y="178"/>
                  </a:cubicBezTo>
                  <a:cubicBezTo>
                    <a:pt x="111" y="175"/>
                    <a:pt x="113" y="173"/>
                    <a:pt x="115" y="170"/>
                  </a:cubicBezTo>
                  <a:cubicBezTo>
                    <a:pt x="116" y="169"/>
                    <a:pt x="119" y="167"/>
                    <a:pt x="119" y="168"/>
                  </a:cubicBezTo>
                  <a:cubicBezTo>
                    <a:pt x="121" y="169"/>
                    <a:pt x="124" y="171"/>
                    <a:pt x="124" y="172"/>
                  </a:cubicBezTo>
                  <a:cubicBezTo>
                    <a:pt x="124" y="175"/>
                    <a:pt x="123" y="179"/>
                    <a:pt x="121" y="181"/>
                  </a:cubicBezTo>
                  <a:cubicBezTo>
                    <a:pt x="114" y="190"/>
                    <a:pt x="94" y="186"/>
                    <a:pt x="90" y="180"/>
                  </a:cubicBezTo>
                  <a:cubicBezTo>
                    <a:pt x="87" y="176"/>
                    <a:pt x="87" y="171"/>
                    <a:pt x="91" y="169"/>
                  </a:cubicBezTo>
                  <a:close/>
                  <a:moveTo>
                    <a:pt x="95" y="199"/>
                  </a:moveTo>
                  <a:cubicBezTo>
                    <a:pt x="96" y="198"/>
                    <a:pt x="98" y="197"/>
                    <a:pt x="99" y="196"/>
                  </a:cubicBezTo>
                  <a:cubicBezTo>
                    <a:pt x="104" y="193"/>
                    <a:pt x="109" y="193"/>
                    <a:pt x="114" y="196"/>
                  </a:cubicBezTo>
                  <a:cubicBezTo>
                    <a:pt x="115" y="197"/>
                    <a:pt x="117" y="198"/>
                    <a:pt x="118" y="199"/>
                  </a:cubicBezTo>
                  <a:cubicBezTo>
                    <a:pt x="95" y="199"/>
                    <a:pt x="95" y="199"/>
                    <a:pt x="95" y="199"/>
                  </a:cubicBezTo>
                  <a:close/>
                  <a:moveTo>
                    <a:pt x="117" y="192"/>
                  </a:moveTo>
                  <a:cubicBezTo>
                    <a:pt x="119" y="190"/>
                    <a:pt x="120" y="188"/>
                    <a:pt x="122" y="187"/>
                  </a:cubicBezTo>
                  <a:cubicBezTo>
                    <a:pt x="124" y="187"/>
                    <a:pt x="124" y="188"/>
                    <a:pt x="127" y="190"/>
                  </a:cubicBezTo>
                  <a:cubicBezTo>
                    <a:pt x="124" y="192"/>
                    <a:pt x="122" y="193"/>
                    <a:pt x="120" y="194"/>
                  </a:cubicBezTo>
                  <a:cubicBezTo>
                    <a:pt x="119" y="194"/>
                    <a:pt x="118" y="192"/>
                    <a:pt x="117" y="192"/>
                  </a:cubicBezTo>
                  <a:close/>
                  <a:moveTo>
                    <a:pt x="124" y="199"/>
                  </a:moveTo>
                  <a:cubicBezTo>
                    <a:pt x="127" y="198"/>
                    <a:pt x="129" y="195"/>
                    <a:pt x="130" y="190"/>
                  </a:cubicBezTo>
                  <a:cubicBezTo>
                    <a:pt x="131" y="187"/>
                    <a:pt x="131" y="180"/>
                    <a:pt x="136" y="179"/>
                  </a:cubicBezTo>
                  <a:cubicBezTo>
                    <a:pt x="142" y="173"/>
                    <a:pt x="151" y="165"/>
                    <a:pt x="149" y="158"/>
                  </a:cubicBezTo>
                  <a:cubicBezTo>
                    <a:pt x="148" y="155"/>
                    <a:pt x="147" y="151"/>
                    <a:pt x="145" y="148"/>
                  </a:cubicBezTo>
                  <a:cubicBezTo>
                    <a:pt x="139" y="139"/>
                    <a:pt x="129" y="138"/>
                    <a:pt x="121" y="145"/>
                  </a:cubicBezTo>
                  <a:cubicBezTo>
                    <a:pt x="118" y="147"/>
                    <a:pt x="115" y="150"/>
                    <a:pt x="113" y="153"/>
                  </a:cubicBezTo>
                  <a:cubicBezTo>
                    <a:pt x="108" y="158"/>
                    <a:pt x="105" y="158"/>
                    <a:pt x="100" y="153"/>
                  </a:cubicBezTo>
                  <a:cubicBezTo>
                    <a:pt x="98" y="150"/>
                    <a:pt x="95" y="147"/>
                    <a:pt x="92" y="145"/>
                  </a:cubicBezTo>
                  <a:cubicBezTo>
                    <a:pt x="83" y="138"/>
                    <a:pt x="73" y="139"/>
                    <a:pt x="67" y="149"/>
                  </a:cubicBezTo>
                  <a:cubicBezTo>
                    <a:pt x="62" y="157"/>
                    <a:pt x="63" y="163"/>
                    <a:pt x="69" y="169"/>
                  </a:cubicBezTo>
                  <a:cubicBezTo>
                    <a:pt x="71" y="172"/>
                    <a:pt x="72" y="174"/>
                    <a:pt x="74" y="177"/>
                  </a:cubicBezTo>
                  <a:cubicBezTo>
                    <a:pt x="80" y="181"/>
                    <a:pt x="82" y="186"/>
                    <a:pt x="83" y="190"/>
                  </a:cubicBezTo>
                  <a:cubicBezTo>
                    <a:pt x="84" y="195"/>
                    <a:pt x="86" y="197"/>
                    <a:pt x="89" y="199"/>
                  </a:cubicBezTo>
                  <a:cubicBezTo>
                    <a:pt x="9" y="199"/>
                    <a:pt x="9" y="199"/>
                    <a:pt x="9" y="199"/>
                  </a:cubicBezTo>
                  <a:cubicBezTo>
                    <a:pt x="9" y="9"/>
                    <a:pt x="9" y="9"/>
                    <a:pt x="9" y="9"/>
                  </a:cubicBezTo>
                  <a:cubicBezTo>
                    <a:pt x="100" y="9"/>
                    <a:pt x="100" y="9"/>
                    <a:pt x="100" y="9"/>
                  </a:cubicBezTo>
                  <a:cubicBezTo>
                    <a:pt x="99" y="9"/>
                    <a:pt x="99" y="10"/>
                    <a:pt x="99" y="11"/>
                  </a:cubicBezTo>
                  <a:cubicBezTo>
                    <a:pt x="99" y="12"/>
                    <a:pt x="100" y="13"/>
                    <a:pt x="100" y="14"/>
                  </a:cubicBezTo>
                  <a:cubicBezTo>
                    <a:pt x="101" y="14"/>
                    <a:pt x="110" y="14"/>
                    <a:pt x="110" y="14"/>
                  </a:cubicBezTo>
                  <a:cubicBezTo>
                    <a:pt x="110" y="14"/>
                    <a:pt x="110" y="14"/>
                    <a:pt x="110" y="14"/>
                  </a:cubicBezTo>
                  <a:cubicBezTo>
                    <a:pt x="110" y="16"/>
                    <a:pt x="110" y="16"/>
                    <a:pt x="110" y="16"/>
                  </a:cubicBezTo>
                  <a:cubicBezTo>
                    <a:pt x="110" y="16"/>
                    <a:pt x="110" y="16"/>
                    <a:pt x="110" y="16"/>
                  </a:cubicBezTo>
                  <a:cubicBezTo>
                    <a:pt x="103" y="16"/>
                    <a:pt x="103" y="16"/>
                    <a:pt x="103" y="16"/>
                  </a:cubicBezTo>
                  <a:cubicBezTo>
                    <a:pt x="101" y="16"/>
                    <a:pt x="100" y="17"/>
                    <a:pt x="100" y="19"/>
                  </a:cubicBezTo>
                  <a:cubicBezTo>
                    <a:pt x="100" y="20"/>
                    <a:pt x="101" y="22"/>
                    <a:pt x="103" y="22"/>
                  </a:cubicBezTo>
                  <a:cubicBezTo>
                    <a:pt x="108" y="22"/>
                    <a:pt x="108" y="22"/>
                    <a:pt x="108" y="22"/>
                  </a:cubicBezTo>
                  <a:cubicBezTo>
                    <a:pt x="108" y="22"/>
                    <a:pt x="108" y="22"/>
                    <a:pt x="108" y="22"/>
                  </a:cubicBezTo>
                  <a:cubicBezTo>
                    <a:pt x="108" y="24"/>
                    <a:pt x="108" y="24"/>
                    <a:pt x="108" y="24"/>
                  </a:cubicBezTo>
                  <a:cubicBezTo>
                    <a:pt x="104" y="24"/>
                    <a:pt x="104" y="24"/>
                    <a:pt x="104" y="24"/>
                  </a:cubicBezTo>
                  <a:cubicBezTo>
                    <a:pt x="103" y="24"/>
                    <a:pt x="102" y="24"/>
                    <a:pt x="101" y="25"/>
                  </a:cubicBezTo>
                  <a:cubicBezTo>
                    <a:pt x="99" y="26"/>
                    <a:pt x="97" y="29"/>
                    <a:pt x="97" y="31"/>
                  </a:cubicBezTo>
                  <a:cubicBezTo>
                    <a:pt x="97" y="33"/>
                    <a:pt x="97" y="33"/>
                    <a:pt x="97" y="33"/>
                  </a:cubicBezTo>
                  <a:cubicBezTo>
                    <a:pt x="95" y="32"/>
                    <a:pt x="93" y="32"/>
                    <a:pt x="90" y="32"/>
                  </a:cubicBezTo>
                  <a:cubicBezTo>
                    <a:pt x="89" y="32"/>
                    <a:pt x="87" y="32"/>
                    <a:pt x="85" y="33"/>
                  </a:cubicBezTo>
                  <a:cubicBezTo>
                    <a:pt x="85" y="31"/>
                    <a:pt x="85" y="30"/>
                    <a:pt x="84" y="28"/>
                  </a:cubicBezTo>
                  <a:cubicBezTo>
                    <a:pt x="81" y="21"/>
                    <a:pt x="66" y="17"/>
                    <a:pt x="65" y="17"/>
                  </a:cubicBezTo>
                  <a:cubicBezTo>
                    <a:pt x="65" y="17"/>
                    <a:pt x="65" y="17"/>
                    <a:pt x="65" y="17"/>
                  </a:cubicBezTo>
                  <a:cubicBezTo>
                    <a:pt x="65" y="17"/>
                    <a:pt x="64" y="17"/>
                    <a:pt x="63" y="17"/>
                  </a:cubicBezTo>
                  <a:cubicBezTo>
                    <a:pt x="61" y="17"/>
                    <a:pt x="56" y="17"/>
                    <a:pt x="54" y="21"/>
                  </a:cubicBezTo>
                  <a:cubicBezTo>
                    <a:pt x="52" y="23"/>
                    <a:pt x="52" y="26"/>
                    <a:pt x="54" y="30"/>
                  </a:cubicBezTo>
                  <a:cubicBezTo>
                    <a:pt x="54" y="31"/>
                    <a:pt x="54" y="31"/>
                    <a:pt x="54" y="31"/>
                  </a:cubicBezTo>
                  <a:cubicBezTo>
                    <a:pt x="53" y="31"/>
                    <a:pt x="53" y="30"/>
                    <a:pt x="53" y="30"/>
                  </a:cubicBezTo>
                  <a:cubicBezTo>
                    <a:pt x="52" y="30"/>
                    <a:pt x="50" y="31"/>
                    <a:pt x="49" y="31"/>
                  </a:cubicBezTo>
                  <a:cubicBezTo>
                    <a:pt x="47" y="32"/>
                    <a:pt x="46" y="32"/>
                    <a:pt x="44" y="32"/>
                  </a:cubicBezTo>
                  <a:cubicBezTo>
                    <a:pt x="40" y="32"/>
                    <a:pt x="39" y="34"/>
                    <a:pt x="40" y="38"/>
                  </a:cubicBezTo>
                  <a:cubicBezTo>
                    <a:pt x="41" y="41"/>
                    <a:pt x="42" y="45"/>
                    <a:pt x="42" y="48"/>
                  </a:cubicBezTo>
                  <a:cubicBezTo>
                    <a:pt x="42" y="57"/>
                    <a:pt x="41" y="66"/>
                    <a:pt x="40" y="74"/>
                  </a:cubicBezTo>
                  <a:cubicBezTo>
                    <a:pt x="39" y="83"/>
                    <a:pt x="40" y="91"/>
                    <a:pt x="33" y="99"/>
                  </a:cubicBezTo>
                  <a:cubicBezTo>
                    <a:pt x="32" y="100"/>
                    <a:pt x="33" y="102"/>
                    <a:pt x="33" y="103"/>
                  </a:cubicBezTo>
                  <a:cubicBezTo>
                    <a:pt x="34" y="104"/>
                    <a:pt x="36" y="104"/>
                    <a:pt x="36" y="104"/>
                  </a:cubicBezTo>
                  <a:cubicBezTo>
                    <a:pt x="39" y="102"/>
                    <a:pt x="41" y="101"/>
                    <a:pt x="44" y="103"/>
                  </a:cubicBezTo>
                  <a:cubicBezTo>
                    <a:pt x="44" y="103"/>
                    <a:pt x="44" y="103"/>
                    <a:pt x="45" y="103"/>
                  </a:cubicBezTo>
                  <a:cubicBezTo>
                    <a:pt x="48" y="103"/>
                    <a:pt x="47" y="101"/>
                    <a:pt x="47" y="99"/>
                  </a:cubicBezTo>
                  <a:cubicBezTo>
                    <a:pt x="46" y="95"/>
                    <a:pt x="45" y="91"/>
                    <a:pt x="46" y="87"/>
                  </a:cubicBezTo>
                  <a:cubicBezTo>
                    <a:pt x="46" y="73"/>
                    <a:pt x="48" y="59"/>
                    <a:pt x="48" y="45"/>
                  </a:cubicBezTo>
                  <a:cubicBezTo>
                    <a:pt x="49" y="41"/>
                    <a:pt x="49" y="38"/>
                    <a:pt x="54" y="37"/>
                  </a:cubicBezTo>
                  <a:cubicBezTo>
                    <a:pt x="55" y="36"/>
                    <a:pt x="56" y="34"/>
                    <a:pt x="56" y="33"/>
                  </a:cubicBezTo>
                  <a:cubicBezTo>
                    <a:pt x="56" y="33"/>
                    <a:pt x="56" y="33"/>
                    <a:pt x="56" y="33"/>
                  </a:cubicBezTo>
                  <a:cubicBezTo>
                    <a:pt x="62" y="40"/>
                    <a:pt x="62" y="40"/>
                    <a:pt x="62" y="40"/>
                  </a:cubicBezTo>
                  <a:cubicBezTo>
                    <a:pt x="66" y="47"/>
                    <a:pt x="66" y="47"/>
                    <a:pt x="66" y="47"/>
                  </a:cubicBezTo>
                  <a:cubicBezTo>
                    <a:pt x="66" y="48"/>
                    <a:pt x="67" y="49"/>
                    <a:pt x="67" y="50"/>
                  </a:cubicBezTo>
                  <a:cubicBezTo>
                    <a:pt x="67" y="50"/>
                    <a:pt x="67" y="51"/>
                    <a:pt x="67" y="51"/>
                  </a:cubicBezTo>
                  <a:cubicBezTo>
                    <a:pt x="60" y="56"/>
                    <a:pt x="57" y="62"/>
                    <a:pt x="59" y="68"/>
                  </a:cubicBezTo>
                  <a:cubicBezTo>
                    <a:pt x="59" y="69"/>
                    <a:pt x="61" y="71"/>
                    <a:pt x="62" y="72"/>
                  </a:cubicBezTo>
                  <a:cubicBezTo>
                    <a:pt x="58" y="76"/>
                    <a:pt x="57" y="81"/>
                    <a:pt x="58" y="85"/>
                  </a:cubicBezTo>
                  <a:cubicBezTo>
                    <a:pt x="59" y="87"/>
                    <a:pt x="60" y="88"/>
                    <a:pt x="62" y="90"/>
                  </a:cubicBezTo>
                  <a:cubicBezTo>
                    <a:pt x="58" y="94"/>
                    <a:pt x="57" y="98"/>
                    <a:pt x="58" y="102"/>
                  </a:cubicBezTo>
                  <a:cubicBezTo>
                    <a:pt x="60" y="106"/>
                    <a:pt x="64" y="109"/>
                    <a:pt x="69" y="110"/>
                  </a:cubicBezTo>
                  <a:cubicBezTo>
                    <a:pt x="69" y="110"/>
                    <a:pt x="69" y="110"/>
                    <a:pt x="69" y="110"/>
                  </a:cubicBezTo>
                  <a:cubicBezTo>
                    <a:pt x="67" y="114"/>
                    <a:pt x="67" y="118"/>
                    <a:pt x="69" y="121"/>
                  </a:cubicBezTo>
                  <a:cubicBezTo>
                    <a:pt x="71" y="125"/>
                    <a:pt x="75" y="126"/>
                    <a:pt x="79" y="126"/>
                  </a:cubicBezTo>
                  <a:cubicBezTo>
                    <a:pt x="80" y="126"/>
                    <a:pt x="81" y="126"/>
                    <a:pt x="81" y="126"/>
                  </a:cubicBezTo>
                  <a:cubicBezTo>
                    <a:pt x="86" y="126"/>
                    <a:pt x="92" y="124"/>
                    <a:pt x="97" y="121"/>
                  </a:cubicBezTo>
                  <a:cubicBezTo>
                    <a:pt x="99" y="120"/>
                    <a:pt x="100" y="119"/>
                    <a:pt x="101" y="118"/>
                  </a:cubicBezTo>
                  <a:cubicBezTo>
                    <a:pt x="101" y="118"/>
                    <a:pt x="101" y="118"/>
                    <a:pt x="101" y="118"/>
                  </a:cubicBezTo>
                  <a:cubicBezTo>
                    <a:pt x="111" y="118"/>
                    <a:pt x="111" y="118"/>
                    <a:pt x="111" y="118"/>
                  </a:cubicBezTo>
                  <a:cubicBezTo>
                    <a:pt x="111" y="118"/>
                    <a:pt x="111" y="118"/>
                    <a:pt x="111" y="118"/>
                  </a:cubicBezTo>
                  <a:cubicBezTo>
                    <a:pt x="112" y="118"/>
                    <a:pt x="112" y="119"/>
                    <a:pt x="113" y="119"/>
                  </a:cubicBezTo>
                  <a:cubicBezTo>
                    <a:pt x="113" y="119"/>
                    <a:pt x="113" y="120"/>
                    <a:pt x="113" y="120"/>
                  </a:cubicBezTo>
                  <a:cubicBezTo>
                    <a:pt x="113" y="121"/>
                    <a:pt x="113" y="121"/>
                    <a:pt x="113" y="121"/>
                  </a:cubicBezTo>
                  <a:cubicBezTo>
                    <a:pt x="113" y="122"/>
                    <a:pt x="112" y="123"/>
                    <a:pt x="111" y="123"/>
                  </a:cubicBezTo>
                  <a:cubicBezTo>
                    <a:pt x="101" y="123"/>
                    <a:pt x="101" y="123"/>
                    <a:pt x="101" y="123"/>
                  </a:cubicBezTo>
                  <a:cubicBezTo>
                    <a:pt x="100" y="123"/>
                    <a:pt x="98" y="124"/>
                    <a:pt x="98" y="125"/>
                  </a:cubicBezTo>
                  <a:cubicBezTo>
                    <a:pt x="98" y="126"/>
                    <a:pt x="99" y="127"/>
                    <a:pt x="99" y="127"/>
                  </a:cubicBezTo>
                  <a:cubicBezTo>
                    <a:pt x="100" y="128"/>
                    <a:pt x="101" y="129"/>
                    <a:pt x="102" y="129"/>
                  </a:cubicBezTo>
                  <a:cubicBezTo>
                    <a:pt x="111" y="129"/>
                    <a:pt x="111" y="129"/>
                    <a:pt x="111" y="129"/>
                  </a:cubicBezTo>
                  <a:cubicBezTo>
                    <a:pt x="111" y="129"/>
                    <a:pt x="112" y="130"/>
                    <a:pt x="112" y="130"/>
                  </a:cubicBezTo>
                  <a:cubicBezTo>
                    <a:pt x="112" y="131"/>
                    <a:pt x="112" y="131"/>
                    <a:pt x="112" y="131"/>
                  </a:cubicBezTo>
                  <a:cubicBezTo>
                    <a:pt x="112" y="132"/>
                    <a:pt x="111" y="132"/>
                    <a:pt x="111" y="132"/>
                  </a:cubicBezTo>
                  <a:cubicBezTo>
                    <a:pt x="102" y="132"/>
                    <a:pt x="102" y="132"/>
                    <a:pt x="102" y="132"/>
                  </a:cubicBezTo>
                  <a:cubicBezTo>
                    <a:pt x="100" y="132"/>
                    <a:pt x="99" y="134"/>
                    <a:pt x="99" y="135"/>
                  </a:cubicBezTo>
                  <a:cubicBezTo>
                    <a:pt x="99" y="136"/>
                    <a:pt x="100" y="137"/>
                    <a:pt x="101" y="138"/>
                  </a:cubicBezTo>
                  <a:cubicBezTo>
                    <a:pt x="101" y="138"/>
                    <a:pt x="102" y="139"/>
                    <a:pt x="103" y="139"/>
                  </a:cubicBezTo>
                  <a:cubicBezTo>
                    <a:pt x="110" y="139"/>
                    <a:pt x="110" y="139"/>
                    <a:pt x="110" y="139"/>
                  </a:cubicBezTo>
                  <a:cubicBezTo>
                    <a:pt x="110" y="139"/>
                    <a:pt x="110" y="139"/>
                    <a:pt x="110" y="139"/>
                  </a:cubicBezTo>
                  <a:cubicBezTo>
                    <a:pt x="110" y="140"/>
                    <a:pt x="110" y="140"/>
                    <a:pt x="110" y="140"/>
                  </a:cubicBezTo>
                  <a:cubicBezTo>
                    <a:pt x="110" y="140"/>
                    <a:pt x="110" y="140"/>
                    <a:pt x="110" y="140"/>
                  </a:cubicBezTo>
                  <a:cubicBezTo>
                    <a:pt x="103" y="140"/>
                    <a:pt x="103" y="140"/>
                    <a:pt x="103" y="140"/>
                  </a:cubicBezTo>
                  <a:cubicBezTo>
                    <a:pt x="101" y="140"/>
                    <a:pt x="100" y="141"/>
                    <a:pt x="100" y="143"/>
                  </a:cubicBezTo>
                  <a:cubicBezTo>
                    <a:pt x="100" y="144"/>
                    <a:pt x="101" y="146"/>
                    <a:pt x="103" y="146"/>
                  </a:cubicBezTo>
                  <a:cubicBezTo>
                    <a:pt x="108" y="146"/>
                    <a:pt x="108" y="146"/>
                    <a:pt x="108" y="146"/>
                  </a:cubicBezTo>
                  <a:cubicBezTo>
                    <a:pt x="108" y="146"/>
                    <a:pt x="108" y="146"/>
                    <a:pt x="108" y="146"/>
                  </a:cubicBezTo>
                  <a:cubicBezTo>
                    <a:pt x="108" y="148"/>
                    <a:pt x="108" y="148"/>
                    <a:pt x="108" y="148"/>
                  </a:cubicBezTo>
                  <a:cubicBezTo>
                    <a:pt x="104" y="148"/>
                    <a:pt x="104" y="148"/>
                    <a:pt x="104" y="148"/>
                  </a:cubicBezTo>
                  <a:cubicBezTo>
                    <a:pt x="102" y="148"/>
                    <a:pt x="101" y="149"/>
                    <a:pt x="101" y="150"/>
                  </a:cubicBezTo>
                  <a:cubicBezTo>
                    <a:pt x="101" y="152"/>
                    <a:pt x="102" y="153"/>
                    <a:pt x="104" y="153"/>
                  </a:cubicBezTo>
                  <a:cubicBezTo>
                    <a:pt x="109" y="153"/>
                    <a:pt x="109" y="153"/>
                    <a:pt x="109" y="153"/>
                  </a:cubicBezTo>
                  <a:cubicBezTo>
                    <a:pt x="111" y="153"/>
                    <a:pt x="113" y="151"/>
                    <a:pt x="113" y="148"/>
                  </a:cubicBezTo>
                  <a:cubicBezTo>
                    <a:pt x="113" y="146"/>
                    <a:pt x="113" y="146"/>
                    <a:pt x="113" y="146"/>
                  </a:cubicBezTo>
                  <a:cubicBezTo>
                    <a:pt x="113" y="145"/>
                    <a:pt x="113" y="145"/>
                    <a:pt x="113" y="145"/>
                  </a:cubicBezTo>
                  <a:cubicBezTo>
                    <a:pt x="115" y="144"/>
                    <a:pt x="116" y="142"/>
                    <a:pt x="116" y="140"/>
                  </a:cubicBezTo>
                  <a:cubicBezTo>
                    <a:pt x="116" y="139"/>
                    <a:pt x="116" y="139"/>
                    <a:pt x="116" y="139"/>
                  </a:cubicBezTo>
                  <a:cubicBezTo>
                    <a:pt x="116" y="138"/>
                    <a:pt x="115" y="137"/>
                    <a:pt x="115" y="136"/>
                  </a:cubicBezTo>
                  <a:cubicBezTo>
                    <a:pt x="116" y="135"/>
                    <a:pt x="117" y="133"/>
                    <a:pt x="117" y="131"/>
                  </a:cubicBezTo>
                  <a:cubicBezTo>
                    <a:pt x="117" y="130"/>
                    <a:pt x="117" y="130"/>
                    <a:pt x="117" y="130"/>
                  </a:cubicBezTo>
                  <a:cubicBezTo>
                    <a:pt x="117" y="129"/>
                    <a:pt x="117" y="127"/>
                    <a:pt x="116" y="126"/>
                  </a:cubicBezTo>
                  <a:cubicBezTo>
                    <a:pt x="117" y="125"/>
                    <a:pt x="118" y="124"/>
                    <a:pt x="118" y="122"/>
                  </a:cubicBezTo>
                  <a:cubicBezTo>
                    <a:pt x="123" y="125"/>
                    <a:pt x="127" y="126"/>
                    <a:pt x="131" y="126"/>
                  </a:cubicBezTo>
                  <a:cubicBezTo>
                    <a:pt x="132" y="126"/>
                    <a:pt x="132" y="126"/>
                    <a:pt x="133" y="126"/>
                  </a:cubicBezTo>
                  <a:cubicBezTo>
                    <a:pt x="138" y="126"/>
                    <a:pt x="142" y="125"/>
                    <a:pt x="144" y="121"/>
                  </a:cubicBezTo>
                  <a:cubicBezTo>
                    <a:pt x="146" y="118"/>
                    <a:pt x="145" y="114"/>
                    <a:pt x="143" y="110"/>
                  </a:cubicBezTo>
                  <a:cubicBezTo>
                    <a:pt x="143" y="110"/>
                    <a:pt x="143" y="110"/>
                    <a:pt x="143" y="110"/>
                  </a:cubicBezTo>
                  <a:cubicBezTo>
                    <a:pt x="149" y="109"/>
                    <a:pt x="153" y="106"/>
                    <a:pt x="154" y="102"/>
                  </a:cubicBezTo>
                  <a:cubicBezTo>
                    <a:pt x="156" y="98"/>
                    <a:pt x="154" y="94"/>
                    <a:pt x="150" y="90"/>
                  </a:cubicBezTo>
                  <a:cubicBezTo>
                    <a:pt x="152" y="88"/>
                    <a:pt x="153" y="87"/>
                    <a:pt x="154" y="85"/>
                  </a:cubicBezTo>
                  <a:cubicBezTo>
                    <a:pt x="156" y="81"/>
                    <a:pt x="154" y="76"/>
                    <a:pt x="150" y="72"/>
                  </a:cubicBezTo>
                  <a:cubicBezTo>
                    <a:pt x="152" y="71"/>
                    <a:pt x="153" y="69"/>
                    <a:pt x="154" y="68"/>
                  </a:cubicBezTo>
                  <a:cubicBezTo>
                    <a:pt x="156" y="62"/>
                    <a:pt x="152" y="56"/>
                    <a:pt x="145" y="51"/>
                  </a:cubicBezTo>
                  <a:cubicBezTo>
                    <a:pt x="145" y="50"/>
                    <a:pt x="146" y="50"/>
                    <a:pt x="146" y="50"/>
                  </a:cubicBezTo>
                  <a:cubicBezTo>
                    <a:pt x="146" y="48"/>
                    <a:pt x="146" y="46"/>
                    <a:pt x="145" y="44"/>
                  </a:cubicBezTo>
                  <a:cubicBezTo>
                    <a:pt x="147" y="40"/>
                    <a:pt x="147" y="40"/>
                    <a:pt x="147" y="40"/>
                  </a:cubicBezTo>
                  <a:cubicBezTo>
                    <a:pt x="153" y="34"/>
                    <a:pt x="153" y="34"/>
                    <a:pt x="153" y="34"/>
                  </a:cubicBezTo>
                  <a:cubicBezTo>
                    <a:pt x="153" y="35"/>
                    <a:pt x="154" y="36"/>
                    <a:pt x="155" y="37"/>
                  </a:cubicBezTo>
                  <a:cubicBezTo>
                    <a:pt x="159" y="38"/>
                    <a:pt x="160" y="41"/>
                    <a:pt x="160" y="45"/>
                  </a:cubicBezTo>
                  <a:cubicBezTo>
                    <a:pt x="161" y="59"/>
                    <a:pt x="162" y="73"/>
                    <a:pt x="163" y="87"/>
                  </a:cubicBezTo>
                  <a:cubicBezTo>
                    <a:pt x="163" y="91"/>
                    <a:pt x="162" y="95"/>
                    <a:pt x="161" y="99"/>
                  </a:cubicBezTo>
                  <a:cubicBezTo>
                    <a:pt x="161" y="101"/>
                    <a:pt x="161" y="103"/>
                    <a:pt x="163" y="103"/>
                  </a:cubicBezTo>
                  <a:cubicBezTo>
                    <a:pt x="164" y="103"/>
                    <a:pt x="164" y="103"/>
                    <a:pt x="165" y="103"/>
                  </a:cubicBezTo>
                  <a:cubicBezTo>
                    <a:pt x="167" y="101"/>
                    <a:pt x="170" y="102"/>
                    <a:pt x="172" y="104"/>
                  </a:cubicBezTo>
                  <a:cubicBezTo>
                    <a:pt x="173" y="104"/>
                    <a:pt x="175" y="104"/>
                    <a:pt x="175" y="103"/>
                  </a:cubicBezTo>
                  <a:cubicBezTo>
                    <a:pt x="175" y="102"/>
                    <a:pt x="176" y="101"/>
                    <a:pt x="176" y="100"/>
                  </a:cubicBezTo>
                  <a:cubicBezTo>
                    <a:pt x="180" y="106"/>
                    <a:pt x="184" y="111"/>
                    <a:pt x="188" y="116"/>
                  </a:cubicBezTo>
                  <a:cubicBezTo>
                    <a:pt x="192" y="121"/>
                    <a:pt x="195" y="126"/>
                    <a:pt x="199" y="130"/>
                  </a:cubicBezTo>
                  <a:cubicBezTo>
                    <a:pt x="199" y="199"/>
                    <a:pt x="199" y="199"/>
                    <a:pt x="199" y="199"/>
                  </a:cubicBezTo>
                  <a:cubicBezTo>
                    <a:pt x="124" y="199"/>
                    <a:pt x="124" y="199"/>
                    <a:pt x="124" y="199"/>
                  </a:cubicBezTo>
                  <a:close/>
                  <a:moveTo>
                    <a:pt x="88" y="53"/>
                  </a:moveTo>
                  <a:cubicBezTo>
                    <a:pt x="90" y="52"/>
                    <a:pt x="93" y="51"/>
                    <a:pt x="95" y="50"/>
                  </a:cubicBezTo>
                  <a:cubicBezTo>
                    <a:pt x="97" y="50"/>
                    <a:pt x="99" y="51"/>
                    <a:pt x="100" y="53"/>
                  </a:cubicBezTo>
                  <a:cubicBezTo>
                    <a:pt x="101" y="56"/>
                    <a:pt x="95" y="63"/>
                    <a:pt x="85" y="67"/>
                  </a:cubicBezTo>
                  <a:cubicBezTo>
                    <a:pt x="80" y="69"/>
                    <a:pt x="75" y="69"/>
                    <a:pt x="70" y="69"/>
                  </a:cubicBezTo>
                  <a:cubicBezTo>
                    <a:pt x="67" y="68"/>
                    <a:pt x="65" y="67"/>
                    <a:pt x="64" y="66"/>
                  </a:cubicBezTo>
                  <a:cubicBezTo>
                    <a:pt x="63" y="63"/>
                    <a:pt x="66" y="59"/>
                    <a:pt x="72" y="55"/>
                  </a:cubicBezTo>
                  <a:cubicBezTo>
                    <a:pt x="72" y="56"/>
                    <a:pt x="72" y="56"/>
                    <a:pt x="72" y="56"/>
                  </a:cubicBezTo>
                  <a:cubicBezTo>
                    <a:pt x="73" y="57"/>
                    <a:pt x="73" y="57"/>
                    <a:pt x="74" y="57"/>
                  </a:cubicBezTo>
                  <a:cubicBezTo>
                    <a:pt x="74" y="57"/>
                    <a:pt x="74" y="57"/>
                    <a:pt x="74" y="57"/>
                  </a:cubicBezTo>
                  <a:cubicBezTo>
                    <a:pt x="75" y="57"/>
                    <a:pt x="76" y="57"/>
                    <a:pt x="76" y="56"/>
                  </a:cubicBezTo>
                  <a:cubicBezTo>
                    <a:pt x="76" y="56"/>
                    <a:pt x="77" y="56"/>
                    <a:pt x="77" y="55"/>
                  </a:cubicBezTo>
                  <a:cubicBezTo>
                    <a:pt x="77" y="55"/>
                    <a:pt x="77" y="55"/>
                    <a:pt x="78" y="55"/>
                  </a:cubicBezTo>
                  <a:cubicBezTo>
                    <a:pt x="81" y="55"/>
                    <a:pt x="84" y="55"/>
                    <a:pt x="88" y="53"/>
                  </a:cubicBezTo>
                  <a:close/>
                  <a:moveTo>
                    <a:pt x="79" y="51"/>
                  </a:moveTo>
                  <a:cubicBezTo>
                    <a:pt x="81" y="47"/>
                    <a:pt x="83" y="42"/>
                    <a:pt x="84" y="37"/>
                  </a:cubicBezTo>
                  <a:cubicBezTo>
                    <a:pt x="86" y="37"/>
                    <a:pt x="89" y="36"/>
                    <a:pt x="90" y="36"/>
                  </a:cubicBezTo>
                  <a:cubicBezTo>
                    <a:pt x="94" y="36"/>
                    <a:pt x="96" y="37"/>
                    <a:pt x="97" y="39"/>
                  </a:cubicBezTo>
                  <a:cubicBezTo>
                    <a:pt x="97" y="40"/>
                    <a:pt x="97" y="42"/>
                    <a:pt x="95" y="44"/>
                  </a:cubicBezTo>
                  <a:cubicBezTo>
                    <a:pt x="93" y="46"/>
                    <a:pt x="90" y="48"/>
                    <a:pt x="86" y="49"/>
                  </a:cubicBezTo>
                  <a:cubicBezTo>
                    <a:pt x="84" y="50"/>
                    <a:pt x="81" y="51"/>
                    <a:pt x="79" y="51"/>
                  </a:cubicBezTo>
                  <a:close/>
                  <a:moveTo>
                    <a:pt x="69" y="75"/>
                  </a:moveTo>
                  <a:cubicBezTo>
                    <a:pt x="69" y="75"/>
                    <a:pt x="69" y="75"/>
                    <a:pt x="70" y="75"/>
                  </a:cubicBezTo>
                  <a:cubicBezTo>
                    <a:pt x="71" y="75"/>
                    <a:pt x="72" y="75"/>
                    <a:pt x="73" y="75"/>
                  </a:cubicBezTo>
                  <a:cubicBezTo>
                    <a:pt x="77" y="75"/>
                    <a:pt x="82" y="74"/>
                    <a:pt x="87" y="72"/>
                  </a:cubicBezTo>
                  <a:cubicBezTo>
                    <a:pt x="90" y="71"/>
                    <a:pt x="94" y="69"/>
                    <a:pt x="97" y="68"/>
                  </a:cubicBezTo>
                  <a:cubicBezTo>
                    <a:pt x="98" y="68"/>
                    <a:pt x="99" y="69"/>
                    <a:pt x="99" y="70"/>
                  </a:cubicBezTo>
                  <a:cubicBezTo>
                    <a:pt x="101" y="74"/>
                    <a:pt x="95" y="80"/>
                    <a:pt x="84" y="84"/>
                  </a:cubicBezTo>
                  <a:cubicBezTo>
                    <a:pt x="79" y="86"/>
                    <a:pt x="74" y="87"/>
                    <a:pt x="70" y="86"/>
                  </a:cubicBezTo>
                  <a:cubicBezTo>
                    <a:pt x="67" y="86"/>
                    <a:pt x="65" y="84"/>
                    <a:pt x="64" y="83"/>
                  </a:cubicBezTo>
                  <a:cubicBezTo>
                    <a:pt x="63" y="81"/>
                    <a:pt x="65" y="78"/>
                    <a:pt x="69" y="75"/>
                  </a:cubicBezTo>
                  <a:close/>
                  <a:moveTo>
                    <a:pt x="69" y="92"/>
                  </a:moveTo>
                  <a:cubicBezTo>
                    <a:pt x="69" y="92"/>
                    <a:pt x="69" y="92"/>
                    <a:pt x="69" y="92"/>
                  </a:cubicBezTo>
                  <a:cubicBezTo>
                    <a:pt x="71" y="92"/>
                    <a:pt x="72" y="92"/>
                    <a:pt x="73" y="92"/>
                  </a:cubicBezTo>
                  <a:cubicBezTo>
                    <a:pt x="77" y="92"/>
                    <a:pt x="82" y="91"/>
                    <a:pt x="86" y="90"/>
                  </a:cubicBezTo>
                  <a:cubicBezTo>
                    <a:pt x="90" y="88"/>
                    <a:pt x="93" y="87"/>
                    <a:pt x="96" y="85"/>
                  </a:cubicBezTo>
                  <a:cubicBezTo>
                    <a:pt x="98" y="86"/>
                    <a:pt x="99" y="86"/>
                    <a:pt x="99" y="88"/>
                  </a:cubicBezTo>
                  <a:cubicBezTo>
                    <a:pt x="101" y="91"/>
                    <a:pt x="95" y="98"/>
                    <a:pt x="84" y="102"/>
                  </a:cubicBezTo>
                  <a:cubicBezTo>
                    <a:pt x="79" y="103"/>
                    <a:pt x="74" y="104"/>
                    <a:pt x="70" y="104"/>
                  </a:cubicBezTo>
                  <a:cubicBezTo>
                    <a:pt x="67" y="103"/>
                    <a:pt x="65" y="102"/>
                    <a:pt x="64" y="100"/>
                  </a:cubicBezTo>
                  <a:cubicBezTo>
                    <a:pt x="63" y="98"/>
                    <a:pt x="65" y="95"/>
                    <a:pt x="69" y="92"/>
                  </a:cubicBezTo>
                  <a:close/>
                  <a:moveTo>
                    <a:pt x="77" y="110"/>
                  </a:moveTo>
                  <a:cubicBezTo>
                    <a:pt x="80" y="109"/>
                    <a:pt x="83" y="108"/>
                    <a:pt x="86" y="107"/>
                  </a:cubicBezTo>
                  <a:cubicBezTo>
                    <a:pt x="92" y="105"/>
                    <a:pt x="97" y="102"/>
                    <a:pt x="100" y="99"/>
                  </a:cubicBezTo>
                  <a:cubicBezTo>
                    <a:pt x="100" y="102"/>
                    <a:pt x="100" y="105"/>
                    <a:pt x="102" y="109"/>
                  </a:cubicBezTo>
                  <a:cubicBezTo>
                    <a:pt x="100" y="111"/>
                    <a:pt x="97" y="113"/>
                    <a:pt x="94" y="115"/>
                  </a:cubicBezTo>
                  <a:cubicBezTo>
                    <a:pt x="90" y="118"/>
                    <a:pt x="85" y="120"/>
                    <a:pt x="81" y="120"/>
                  </a:cubicBezTo>
                  <a:cubicBezTo>
                    <a:pt x="77" y="121"/>
                    <a:pt x="75" y="120"/>
                    <a:pt x="74" y="118"/>
                  </a:cubicBezTo>
                  <a:cubicBezTo>
                    <a:pt x="73" y="116"/>
                    <a:pt x="74" y="113"/>
                    <a:pt x="77" y="110"/>
                  </a:cubicBezTo>
                  <a:close/>
                </a:path>
              </a:pathLst>
            </a:custGeom>
            <a:solidFill>
              <a:srgbClr val="12B1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79"/>
            <p:cNvSpPr>
              <a:spLocks noEditPoints="1"/>
            </p:cNvSpPr>
            <p:nvPr/>
          </p:nvSpPr>
          <p:spPr bwMode="auto">
            <a:xfrm>
              <a:off x="11285538" y="4641851"/>
              <a:ext cx="371475" cy="406400"/>
            </a:xfrm>
            <a:custGeom>
              <a:avLst/>
              <a:gdLst>
                <a:gd name="T0" fmla="*/ 50 w 99"/>
                <a:gd name="T1" fmla="*/ 108 h 108"/>
                <a:gd name="T2" fmla="*/ 99 w 99"/>
                <a:gd name="T3" fmla="*/ 58 h 108"/>
                <a:gd name="T4" fmla="*/ 89 w 99"/>
                <a:gd name="T5" fmla="*/ 28 h 108"/>
                <a:gd name="T6" fmla="*/ 73 w 99"/>
                <a:gd name="T7" fmla="*/ 28 h 108"/>
                <a:gd name="T8" fmla="*/ 73 w 99"/>
                <a:gd name="T9" fmla="*/ 20 h 108"/>
                <a:gd name="T10" fmla="*/ 81 w 99"/>
                <a:gd name="T11" fmla="*/ 20 h 108"/>
                <a:gd name="T12" fmla="*/ 71 w 99"/>
                <a:gd name="T13" fmla="*/ 14 h 108"/>
                <a:gd name="T14" fmla="*/ 50 w 99"/>
                <a:gd name="T15" fmla="*/ 0 h 108"/>
                <a:gd name="T16" fmla="*/ 28 w 99"/>
                <a:gd name="T17" fmla="*/ 14 h 108"/>
                <a:gd name="T18" fmla="*/ 18 w 99"/>
                <a:gd name="T19" fmla="*/ 20 h 108"/>
                <a:gd name="T20" fmla="*/ 28 w 99"/>
                <a:gd name="T21" fmla="*/ 20 h 108"/>
                <a:gd name="T22" fmla="*/ 28 w 99"/>
                <a:gd name="T23" fmla="*/ 28 h 108"/>
                <a:gd name="T24" fmla="*/ 11 w 99"/>
                <a:gd name="T25" fmla="*/ 28 h 108"/>
                <a:gd name="T26" fmla="*/ 0 w 99"/>
                <a:gd name="T27" fmla="*/ 58 h 108"/>
                <a:gd name="T28" fmla="*/ 50 w 99"/>
                <a:gd name="T29" fmla="*/ 108 h 108"/>
                <a:gd name="T30" fmla="*/ 50 w 99"/>
                <a:gd name="T31" fmla="*/ 10 h 108"/>
                <a:gd name="T32" fmla="*/ 63 w 99"/>
                <a:gd name="T33" fmla="*/ 23 h 108"/>
                <a:gd name="T34" fmla="*/ 50 w 99"/>
                <a:gd name="T35" fmla="*/ 37 h 108"/>
                <a:gd name="T36" fmla="*/ 36 w 99"/>
                <a:gd name="T37" fmla="*/ 23 h 108"/>
                <a:gd name="T38" fmla="*/ 50 w 99"/>
                <a:gd name="T39" fmla="*/ 1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9" h="108">
                  <a:moveTo>
                    <a:pt x="50" y="108"/>
                  </a:moveTo>
                  <a:cubicBezTo>
                    <a:pt x="77" y="108"/>
                    <a:pt x="99" y="85"/>
                    <a:pt x="99" y="58"/>
                  </a:cubicBezTo>
                  <a:cubicBezTo>
                    <a:pt x="99" y="47"/>
                    <a:pt x="95" y="36"/>
                    <a:pt x="89" y="28"/>
                  </a:cubicBezTo>
                  <a:cubicBezTo>
                    <a:pt x="73" y="28"/>
                    <a:pt x="73" y="28"/>
                    <a:pt x="73" y="28"/>
                  </a:cubicBezTo>
                  <a:cubicBezTo>
                    <a:pt x="73" y="20"/>
                    <a:pt x="73" y="20"/>
                    <a:pt x="73" y="20"/>
                  </a:cubicBezTo>
                  <a:cubicBezTo>
                    <a:pt x="81" y="20"/>
                    <a:pt x="81" y="20"/>
                    <a:pt x="81" y="20"/>
                  </a:cubicBezTo>
                  <a:cubicBezTo>
                    <a:pt x="78" y="18"/>
                    <a:pt x="75" y="15"/>
                    <a:pt x="71" y="14"/>
                  </a:cubicBezTo>
                  <a:cubicBezTo>
                    <a:pt x="68" y="5"/>
                    <a:pt x="59" y="0"/>
                    <a:pt x="50" y="0"/>
                  </a:cubicBezTo>
                  <a:cubicBezTo>
                    <a:pt x="40" y="0"/>
                    <a:pt x="32" y="5"/>
                    <a:pt x="28" y="14"/>
                  </a:cubicBezTo>
                  <a:cubicBezTo>
                    <a:pt x="24" y="15"/>
                    <a:pt x="21" y="18"/>
                    <a:pt x="18" y="20"/>
                  </a:cubicBezTo>
                  <a:cubicBezTo>
                    <a:pt x="28" y="20"/>
                    <a:pt x="28" y="20"/>
                    <a:pt x="28" y="20"/>
                  </a:cubicBezTo>
                  <a:cubicBezTo>
                    <a:pt x="28" y="28"/>
                    <a:pt x="28" y="28"/>
                    <a:pt x="28" y="28"/>
                  </a:cubicBezTo>
                  <a:cubicBezTo>
                    <a:pt x="11" y="28"/>
                    <a:pt x="11" y="28"/>
                    <a:pt x="11" y="28"/>
                  </a:cubicBezTo>
                  <a:cubicBezTo>
                    <a:pt x="4" y="36"/>
                    <a:pt x="0" y="47"/>
                    <a:pt x="0" y="58"/>
                  </a:cubicBezTo>
                  <a:cubicBezTo>
                    <a:pt x="0" y="85"/>
                    <a:pt x="22" y="108"/>
                    <a:pt x="50" y="108"/>
                  </a:cubicBezTo>
                  <a:close/>
                  <a:moveTo>
                    <a:pt x="50" y="10"/>
                  </a:moveTo>
                  <a:cubicBezTo>
                    <a:pt x="57" y="10"/>
                    <a:pt x="63" y="16"/>
                    <a:pt x="63" y="23"/>
                  </a:cubicBezTo>
                  <a:cubicBezTo>
                    <a:pt x="63" y="31"/>
                    <a:pt x="57" y="37"/>
                    <a:pt x="50" y="37"/>
                  </a:cubicBezTo>
                  <a:cubicBezTo>
                    <a:pt x="42" y="37"/>
                    <a:pt x="36" y="31"/>
                    <a:pt x="36" y="23"/>
                  </a:cubicBezTo>
                  <a:cubicBezTo>
                    <a:pt x="36" y="16"/>
                    <a:pt x="42" y="10"/>
                    <a:pt x="50" y="10"/>
                  </a:cubicBezTo>
                  <a:close/>
                </a:path>
              </a:pathLst>
            </a:custGeom>
            <a:solidFill>
              <a:srgbClr val="12B1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8" name="组合 87"/>
          <p:cNvGrpSpPr/>
          <p:nvPr/>
        </p:nvGrpSpPr>
        <p:grpSpPr>
          <a:xfrm>
            <a:off x="9164638" y="452438"/>
            <a:ext cx="638175" cy="1492251"/>
            <a:chOff x="9164638" y="452438"/>
            <a:chExt cx="638175" cy="1492251"/>
          </a:xfrm>
        </p:grpSpPr>
        <p:sp>
          <p:nvSpPr>
            <p:cNvPr id="89" name="Freeform 80"/>
            <p:cNvSpPr>
              <a:spLocks/>
            </p:cNvSpPr>
            <p:nvPr/>
          </p:nvSpPr>
          <p:spPr bwMode="auto">
            <a:xfrm>
              <a:off x="9336088" y="1851026"/>
              <a:ext cx="139700" cy="93663"/>
            </a:xfrm>
            <a:custGeom>
              <a:avLst/>
              <a:gdLst>
                <a:gd name="T0" fmla="*/ 18 w 37"/>
                <a:gd name="T1" fmla="*/ 25 h 25"/>
                <a:gd name="T2" fmla="*/ 37 w 37"/>
                <a:gd name="T3" fmla="*/ 6 h 25"/>
                <a:gd name="T4" fmla="*/ 37 w 37"/>
                <a:gd name="T5" fmla="*/ 0 h 25"/>
                <a:gd name="T6" fmla="*/ 0 w 37"/>
                <a:gd name="T7" fmla="*/ 6 h 25"/>
                <a:gd name="T8" fmla="*/ 18 w 37"/>
                <a:gd name="T9" fmla="*/ 25 h 25"/>
              </a:gdLst>
              <a:ahLst/>
              <a:cxnLst>
                <a:cxn ang="0">
                  <a:pos x="T0" y="T1"/>
                </a:cxn>
                <a:cxn ang="0">
                  <a:pos x="T2" y="T3"/>
                </a:cxn>
                <a:cxn ang="0">
                  <a:pos x="T4" y="T5"/>
                </a:cxn>
                <a:cxn ang="0">
                  <a:pos x="T6" y="T7"/>
                </a:cxn>
                <a:cxn ang="0">
                  <a:pos x="T8" y="T9"/>
                </a:cxn>
              </a:cxnLst>
              <a:rect l="0" t="0" r="r" b="b"/>
              <a:pathLst>
                <a:path w="37" h="25">
                  <a:moveTo>
                    <a:pt x="18" y="25"/>
                  </a:moveTo>
                  <a:cubicBezTo>
                    <a:pt x="29" y="25"/>
                    <a:pt x="37" y="16"/>
                    <a:pt x="37" y="6"/>
                  </a:cubicBezTo>
                  <a:cubicBezTo>
                    <a:pt x="37" y="0"/>
                    <a:pt x="37" y="0"/>
                    <a:pt x="37" y="0"/>
                  </a:cubicBezTo>
                  <a:cubicBezTo>
                    <a:pt x="0" y="6"/>
                    <a:pt x="0" y="6"/>
                    <a:pt x="0" y="6"/>
                  </a:cubicBezTo>
                  <a:cubicBezTo>
                    <a:pt x="0" y="17"/>
                    <a:pt x="8" y="25"/>
                    <a:pt x="18" y="25"/>
                  </a:cubicBezTo>
                  <a:close/>
                </a:path>
              </a:pathLst>
            </a:custGeom>
            <a:solidFill>
              <a:srgbClr val="12B1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81"/>
            <p:cNvSpPr>
              <a:spLocks/>
            </p:cNvSpPr>
            <p:nvPr/>
          </p:nvSpPr>
          <p:spPr bwMode="auto">
            <a:xfrm>
              <a:off x="9336088" y="1631951"/>
              <a:ext cx="139700" cy="79375"/>
            </a:xfrm>
            <a:custGeom>
              <a:avLst/>
              <a:gdLst>
                <a:gd name="T0" fmla="*/ 88 w 88"/>
                <a:gd name="T1" fmla="*/ 0 h 50"/>
                <a:gd name="T2" fmla="*/ 0 w 88"/>
                <a:gd name="T3" fmla="*/ 38 h 50"/>
                <a:gd name="T4" fmla="*/ 0 w 88"/>
                <a:gd name="T5" fmla="*/ 50 h 50"/>
                <a:gd name="T6" fmla="*/ 88 w 88"/>
                <a:gd name="T7" fmla="*/ 38 h 50"/>
                <a:gd name="T8" fmla="*/ 88 w 88"/>
                <a:gd name="T9" fmla="*/ 0 h 50"/>
              </a:gdLst>
              <a:ahLst/>
              <a:cxnLst>
                <a:cxn ang="0">
                  <a:pos x="T0" y="T1"/>
                </a:cxn>
                <a:cxn ang="0">
                  <a:pos x="T2" y="T3"/>
                </a:cxn>
                <a:cxn ang="0">
                  <a:pos x="T4" y="T5"/>
                </a:cxn>
                <a:cxn ang="0">
                  <a:pos x="T6" y="T7"/>
                </a:cxn>
                <a:cxn ang="0">
                  <a:pos x="T8" y="T9"/>
                </a:cxn>
              </a:cxnLst>
              <a:rect l="0" t="0" r="r" b="b"/>
              <a:pathLst>
                <a:path w="88" h="50">
                  <a:moveTo>
                    <a:pt x="88" y="0"/>
                  </a:moveTo>
                  <a:lnTo>
                    <a:pt x="0" y="38"/>
                  </a:lnTo>
                  <a:lnTo>
                    <a:pt x="0" y="50"/>
                  </a:lnTo>
                  <a:lnTo>
                    <a:pt x="88" y="38"/>
                  </a:lnTo>
                  <a:lnTo>
                    <a:pt x="88" y="0"/>
                  </a:lnTo>
                  <a:close/>
                </a:path>
              </a:pathLst>
            </a:custGeom>
            <a:solidFill>
              <a:srgbClr val="12B1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82"/>
            <p:cNvSpPr>
              <a:spLocks/>
            </p:cNvSpPr>
            <p:nvPr/>
          </p:nvSpPr>
          <p:spPr bwMode="auto">
            <a:xfrm>
              <a:off x="9336088" y="1782763"/>
              <a:ext cx="139700" cy="63500"/>
            </a:xfrm>
            <a:custGeom>
              <a:avLst/>
              <a:gdLst>
                <a:gd name="T0" fmla="*/ 0 w 88"/>
                <a:gd name="T1" fmla="*/ 40 h 40"/>
                <a:gd name="T2" fmla="*/ 88 w 88"/>
                <a:gd name="T3" fmla="*/ 24 h 40"/>
                <a:gd name="T4" fmla="*/ 88 w 88"/>
                <a:gd name="T5" fmla="*/ 12 h 40"/>
                <a:gd name="T6" fmla="*/ 0 w 88"/>
                <a:gd name="T7" fmla="*/ 0 h 40"/>
                <a:gd name="T8" fmla="*/ 0 w 88"/>
                <a:gd name="T9" fmla="*/ 40 h 40"/>
              </a:gdLst>
              <a:ahLst/>
              <a:cxnLst>
                <a:cxn ang="0">
                  <a:pos x="T0" y="T1"/>
                </a:cxn>
                <a:cxn ang="0">
                  <a:pos x="T2" y="T3"/>
                </a:cxn>
                <a:cxn ang="0">
                  <a:pos x="T4" y="T5"/>
                </a:cxn>
                <a:cxn ang="0">
                  <a:pos x="T6" y="T7"/>
                </a:cxn>
                <a:cxn ang="0">
                  <a:pos x="T8" y="T9"/>
                </a:cxn>
              </a:cxnLst>
              <a:rect l="0" t="0" r="r" b="b"/>
              <a:pathLst>
                <a:path w="88" h="40">
                  <a:moveTo>
                    <a:pt x="0" y="40"/>
                  </a:moveTo>
                  <a:lnTo>
                    <a:pt x="88" y="24"/>
                  </a:lnTo>
                  <a:lnTo>
                    <a:pt x="88" y="12"/>
                  </a:lnTo>
                  <a:lnTo>
                    <a:pt x="0" y="0"/>
                  </a:lnTo>
                  <a:lnTo>
                    <a:pt x="0" y="40"/>
                  </a:lnTo>
                  <a:close/>
                </a:path>
              </a:pathLst>
            </a:custGeom>
            <a:solidFill>
              <a:srgbClr val="12B1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83"/>
            <p:cNvSpPr>
              <a:spLocks/>
            </p:cNvSpPr>
            <p:nvPr/>
          </p:nvSpPr>
          <p:spPr bwMode="auto">
            <a:xfrm>
              <a:off x="9336088" y="1719263"/>
              <a:ext cx="139700" cy="55563"/>
            </a:xfrm>
            <a:custGeom>
              <a:avLst/>
              <a:gdLst>
                <a:gd name="T0" fmla="*/ 0 w 88"/>
                <a:gd name="T1" fmla="*/ 14 h 35"/>
                <a:gd name="T2" fmla="*/ 0 w 88"/>
                <a:gd name="T3" fmla="*/ 24 h 35"/>
                <a:gd name="T4" fmla="*/ 88 w 88"/>
                <a:gd name="T5" fmla="*/ 35 h 35"/>
                <a:gd name="T6" fmla="*/ 88 w 88"/>
                <a:gd name="T7" fmla="*/ 0 h 35"/>
                <a:gd name="T8" fmla="*/ 0 w 88"/>
                <a:gd name="T9" fmla="*/ 14 h 35"/>
              </a:gdLst>
              <a:ahLst/>
              <a:cxnLst>
                <a:cxn ang="0">
                  <a:pos x="T0" y="T1"/>
                </a:cxn>
                <a:cxn ang="0">
                  <a:pos x="T2" y="T3"/>
                </a:cxn>
                <a:cxn ang="0">
                  <a:pos x="T4" y="T5"/>
                </a:cxn>
                <a:cxn ang="0">
                  <a:pos x="T6" y="T7"/>
                </a:cxn>
                <a:cxn ang="0">
                  <a:pos x="T8" y="T9"/>
                </a:cxn>
              </a:cxnLst>
              <a:rect l="0" t="0" r="r" b="b"/>
              <a:pathLst>
                <a:path w="88" h="35">
                  <a:moveTo>
                    <a:pt x="0" y="14"/>
                  </a:moveTo>
                  <a:lnTo>
                    <a:pt x="0" y="24"/>
                  </a:lnTo>
                  <a:lnTo>
                    <a:pt x="88" y="35"/>
                  </a:lnTo>
                  <a:lnTo>
                    <a:pt x="88" y="0"/>
                  </a:lnTo>
                  <a:lnTo>
                    <a:pt x="0" y="14"/>
                  </a:lnTo>
                  <a:close/>
                </a:path>
              </a:pathLst>
            </a:custGeom>
            <a:solidFill>
              <a:srgbClr val="12B1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84"/>
            <p:cNvSpPr>
              <a:spLocks/>
            </p:cNvSpPr>
            <p:nvPr/>
          </p:nvSpPr>
          <p:spPr bwMode="auto">
            <a:xfrm>
              <a:off x="9164638" y="765176"/>
              <a:ext cx="638175" cy="1179513"/>
            </a:xfrm>
            <a:custGeom>
              <a:avLst/>
              <a:gdLst>
                <a:gd name="T0" fmla="*/ 95 w 170"/>
                <a:gd name="T1" fmla="*/ 1 h 314"/>
                <a:gd name="T2" fmla="*/ 85 w 170"/>
                <a:gd name="T3" fmla="*/ 11 h 314"/>
                <a:gd name="T4" fmla="*/ 75 w 170"/>
                <a:gd name="T5" fmla="*/ 0 h 314"/>
                <a:gd name="T6" fmla="*/ 75 w 170"/>
                <a:gd name="T7" fmla="*/ 0 h 314"/>
                <a:gd name="T8" fmla="*/ 57 w 170"/>
                <a:gd name="T9" fmla="*/ 8 h 314"/>
                <a:gd name="T10" fmla="*/ 7 w 170"/>
                <a:gd name="T11" fmla="*/ 127 h 314"/>
                <a:gd name="T12" fmla="*/ 8 w 170"/>
                <a:gd name="T13" fmla="*/ 130 h 314"/>
                <a:gd name="T14" fmla="*/ 3 w 170"/>
                <a:gd name="T15" fmla="*/ 130 h 314"/>
                <a:gd name="T16" fmla="*/ 6 w 170"/>
                <a:gd name="T17" fmla="*/ 138 h 314"/>
                <a:gd name="T18" fmla="*/ 15 w 170"/>
                <a:gd name="T19" fmla="*/ 139 h 314"/>
                <a:gd name="T20" fmla="*/ 22 w 170"/>
                <a:gd name="T21" fmla="*/ 141 h 314"/>
                <a:gd name="T22" fmla="*/ 22 w 170"/>
                <a:gd name="T23" fmla="*/ 288 h 314"/>
                <a:gd name="T24" fmla="*/ 21 w 170"/>
                <a:gd name="T25" fmla="*/ 288 h 314"/>
                <a:gd name="T26" fmla="*/ 21 w 170"/>
                <a:gd name="T27" fmla="*/ 296 h 314"/>
                <a:gd name="T28" fmla="*/ 17 w 170"/>
                <a:gd name="T29" fmla="*/ 304 h 314"/>
                <a:gd name="T30" fmla="*/ 17 w 170"/>
                <a:gd name="T31" fmla="*/ 312 h 314"/>
                <a:gd name="T32" fmla="*/ 37 w 170"/>
                <a:gd name="T33" fmla="*/ 312 h 314"/>
                <a:gd name="T34" fmla="*/ 37 w 170"/>
                <a:gd name="T35" fmla="*/ 304 h 314"/>
                <a:gd name="T36" fmla="*/ 33 w 170"/>
                <a:gd name="T37" fmla="*/ 296 h 314"/>
                <a:gd name="T38" fmla="*/ 33 w 170"/>
                <a:gd name="T39" fmla="*/ 288 h 314"/>
                <a:gd name="T40" fmla="*/ 31 w 170"/>
                <a:gd name="T41" fmla="*/ 288 h 314"/>
                <a:gd name="T42" fmla="*/ 31 w 170"/>
                <a:gd name="T43" fmla="*/ 139 h 314"/>
                <a:gd name="T44" fmla="*/ 39 w 170"/>
                <a:gd name="T45" fmla="*/ 124 h 314"/>
                <a:gd name="T46" fmla="*/ 43 w 170"/>
                <a:gd name="T47" fmla="*/ 70 h 314"/>
                <a:gd name="T48" fmla="*/ 43 w 170"/>
                <a:gd name="T49" fmla="*/ 127 h 314"/>
                <a:gd name="T50" fmla="*/ 46 w 170"/>
                <a:gd name="T51" fmla="*/ 142 h 314"/>
                <a:gd name="T52" fmla="*/ 46 w 170"/>
                <a:gd name="T53" fmla="*/ 240 h 314"/>
                <a:gd name="T54" fmla="*/ 84 w 170"/>
                <a:gd name="T55" fmla="*/ 225 h 314"/>
                <a:gd name="T56" fmla="*/ 84 w 170"/>
                <a:gd name="T57" fmla="*/ 164 h 314"/>
                <a:gd name="T58" fmla="*/ 86 w 170"/>
                <a:gd name="T59" fmla="*/ 164 h 314"/>
                <a:gd name="T60" fmla="*/ 86 w 170"/>
                <a:gd name="T61" fmla="*/ 164 h 314"/>
                <a:gd name="T62" fmla="*/ 86 w 170"/>
                <a:gd name="T63" fmla="*/ 295 h 314"/>
                <a:gd name="T64" fmla="*/ 105 w 170"/>
                <a:gd name="T65" fmla="*/ 314 h 314"/>
                <a:gd name="T66" fmla="*/ 124 w 170"/>
                <a:gd name="T67" fmla="*/ 295 h 314"/>
                <a:gd name="T68" fmla="*/ 124 w 170"/>
                <a:gd name="T69" fmla="*/ 143 h 314"/>
                <a:gd name="T70" fmla="*/ 127 w 170"/>
                <a:gd name="T71" fmla="*/ 127 h 314"/>
                <a:gd name="T72" fmla="*/ 127 w 170"/>
                <a:gd name="T73" fmla="*/ 70 h 314"/>
                <a:gd name="T74" fmla="*/ 131 w 170"/>
                <a:gd name="T75" fmla="*/ 118 h 314"/>
                <a:gd name="T76" fmla="*/ 145 w 170"/>
                <a:gd name="T77" fmla="*/ 143 h 314"/>
                <a:gd name="T78" fmla="*/ 146 w 170"/>
                <a:gd name="T79" fmla="*/ 143 h 314"/>
                <a:gd name="T80" fmla="*/ 162 w 170"/>
                <a:gd name="T81" fmla="*/ 129 h 314"/>
                <a:gd name="T82" fmla="*/ 163 w 170"/>
                <a:gd name="T83" fmla="*/ 122 h 314"/>
                <a:gd name="T84" fmla="*/ 95 w 170"/>
                <a:gd name="T85" fmla="*/ 1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0" h="314">
                  <a:moveTo>
                    <a:pt x="95" y="1"/>
                  </a:moveTo>
                  <a:cubicBezTo>
                    <a:pt x="85" y="11"/>
                    <a:pt x="85" y="11"/>
                    <a:pt x="85" y="11"/>
                  </a:cubicBezTo>
                  <a:cubicBezTo>
                    <a:pt x="75" y="0"/>
                    <a:pt x="75" y="0"/>
                    <a:pt x="75" y="0"/>
                  </a:cubicBezTo>
                  <a:cubicBezTo>
                    <a:pt x="75" y="0"/>
                    <a:pt x="75" y="0"/>
                    <a:pt x="75" y="0"/>
                  </a:cubicBezTo>
                  <a:cubicBezTo>
                    <a:pt x="70" y="2"/>
                    <a:pt x="58" y="8"/>
                    <a:pt x="57" y="8"/>
                  </a:cubicBezTo>
                  <a:cubicBezTo>
                    <a:pt x="27" y="27"/>
                    <a:pt x="0" y="54"/>
                    <a:pt x="7" y="127"/>
                  </a:cubicBezTo>
                  <a:cubicBezTo>
                    <a:pt x="7" y="128"/>
                    <a:pt x="7" y="129"/>
                    <a:pt x="8" y="130"/>
                  </a:cubicBezTo>
                  <a:cubicBezTo>
                    <a:pt x="3" y="130"/>
                    <a:pt x="3" y="130"/>
                    <a:pt x="3" y="130"/>
                  </a:cubicBezTo>
                  <a:cubicBezTo>
                    <a:pt x="6" y="138"/>
                    <a:pt x="6" y="138"/>
                    <a:pt x="6" y="138"/>
                  </a:cubicBezTo>
                  <a:cubicBezTo>
                    <a:pt x="15" y="139"/>
                    <a:pt x="15" y="139"/>
                    <a:pt x="15" y="139"/>
                  </a:cubicBezTo>
                  <a:cubicBezTo>
                    <a:pt x="17" y="140"/>
                    <a:pt x="20" y="141"/>
                    <a:pt x="22" y="141"/>
                  </a:cubicBezTo>
                  <a:cubicBezTo>
                    <a:pt x="22" y="288"/>
                    <a:pt x="22" y="288"/>
                    <a:pt x="22" y="288"/>
                  </a:cubicBezTo>
                  <a:cubicBezTo>
                    <a:pt x="21" y="288"/>
                    <a:pt x="21" y="288"/>
                    <a:pt x="21" y="288"/>
                  </a:cubicBezTo>
                  <a:cubicBezTo>
                    <a:pt x="21" y="296"/>
                    <a:pt x="21" y="296"/>
                    <a:pt x="21" y="296"/>
                  </a:cubicBezTo>
                  <a:cubicBezTo>
                    <a:pt x="19" y="298"/>
                    <a:pt x="17" y="301"/>
                    <a:pt x="17" y="304"/>
                  </a:cubicBezTo>
                  <a:cubicBezTo>
                    <a:pt x="17" y="312"/>
                    <a:pt x="17" y="312"/>
                    <a:pt x="17" y="312"/>
                  </a:cubicBezTo>
                  <a:cubicBezTo>
                    <a:pt x="37" y="312"/>
                    <a:pt x="37" y="312"/>
                    <a:pt x="37" y="312"/>
                  </a:cubicBezTo>
                  <a:cubicBezTo>
                    <a:pt x="37" y="304"/>
                    <a:pt x="37" y="304"/>
                    <a:pt x="37" y="304"/>
                  </a:cubicBezTo>
                  <a:cubicBezTo>
                    <a:pt x="37" y="301"/>
                    <a:pt x="35" y="298"/>
                    <a:pt x="33" y="296"/>
                  </a:cubicBezTo>
                  <a:cubicBezTo>
                    <a:pt x="33" y="288"/>
                    <a:pt x="33" y="288"/>
                    <a:pt x="33" y="288"/>
                  </a:cubicBezTo>
                  <a:cubicBezTo>
                    <a:pt x="31" y="288"/>
                    <a:pt x="31" y="288"/>
                    <a:pt x="31" y="288"/>
                  </a:cubicBezTo>
                  <a:cubicBezTo>
                    <a:pt x="31" y="139"/>
                    <a:pt x="31" y="139"/>
                    <a:pt x="31" y="139"/>
                  </a:cubicBezTo>
                  <a:cubicBezTo>
                    <a:pt x="36" y="136"/>
                    <a:pt x="40" y="130"/>
                    <a:pt x="39" y="124"/>
                  </a:cubicBezTo>
                  <a:cubicBezTo>
                    <a:pt x="37" y="100"/>
                    <a:pt x="38" y="83"/>
                    <a:pt x="43" y="70"/>
                  </a:cubicBezTo>
                  <a:cubicBezTo>
                    <a:pt x="43" y="70"/>
                    <a:pt x="43" y="115"/>
                    <a:pt x="43" y="127"/>
                  </a:cubicBezTo>
                  <a:cubicBezTo>
                    <a:pt x="43" y="140"/>
                    <a:pt x="46" y="142"/>
                    <a:pt x="46" y="142"/>
                  </a:cubicBezTo>
                  <a:cubicBezTo>
                    <a:pt x="46" y="240"/>
                    <a:pt x="46" y="240"/>
                    <a:pt x="46" y="240"/>
                  </a:cubicBezTo>
                  <a:cubicBezTo>
                    <a:pt x="84" y="225"/>
                    <a:pt x="84" y="225"/>
                    <a:pt x="84" y="225"/>
                  </a:cubicBezTo>
                  <a:cubicBezTo>
                    <a:pt x="84" y="164"/>
                    <a:pt x="84" y="164"/>
                    <a:pt x="84" y="164"/>
                  </a:cubicBezTo>
                  <a:cubicBezTo>
                    <a:pt x="84" y="164"/>
                    <a:pt x="85" y="164"/>
                    <a:pt x="86" y="164"/>
                  </a:cubicBezTo>
                  <a:cubicBezTo>
                    <a:pt x="86" y="164"/>
                    <a:pt x="86" y="164"/>
                    <a:pt x="86" y="164"/>
                  </a:cubicBezTo>
                  <a:cubicBezTo>
                    <a:pt x="86" y="295"/>
                    <a:pt x="86" y="295"/>
                    <a:pt x="86" y="295"/>
                  </a:cubicBezTo>
                  <a:cubicBezTo>
                    <a:pt x="86" y="305"/>
                    <a:pt x="95" y="314"/>
                    <a:pt x="105" y="314"/>
                  </a:cubicBezTo>
                  <a:cubicBezTo>
                    <a:pt x="116" y="314"/>
                    <a:pt x="124" y="305"/>
                    <a:pt x="124" y="295"/>
                  </a:cubicBezTo>
                  <a:cubicBezTo>
                    <a:pt x="124" y="143"/>
                    <a:pt x="124" y="143"/>
                    <a:pt x="124" y="143"/>
                  </a:cubicBezTo>
                  <a:cubicBezTo>
                    <a:pt x="124" y="143"/>
                    <a:pt x="127" y="140"/>
                    <a:pt x="127" y="127"/>
                  </a:cubicBezTo>
                  <a:cubicBezTo>
                    <a:pt x="127" y="114"/>
                    <a:pt x="127" y="70"/>
                    <a:pt x="127" y="70"/>
                  </a:cubicBezTo>
                  <a:cubicBezTo>
                    <a:pt x="132" y="87"/>
                    <a:pt x="132" y="104"/>
                    <a:pt x="131" y="118"/>
                  </a:cubicBezTo>
                  <a:cubicBezTo>
                    <a:pt x="130" y="137"/>
                    <a:pt x="135" y="142"/>
                    <a:pt x="145" y="143"/>
                  </a:cubicBezTo>
                  <a:cubicBezTo>
                    <a:pt x="145" y="143"/>
                    <a:pt x="146" y="143"/>
                    <a:pt x="146" y="143"/>
                  </a:cubicBezTo>
                  <a:cubicBezTo>
                    <a:pt x="154" y="143"/>
                    <a:pt x="161" y="137"/>
                    <a:pt x="162" y="129"/>
                  </a:cubicBezTo>
                  <a:cubicBezTo>
                    <a:pt x="162" y="126"/>
                    <a:pt x="162" y="124"/>
                    <a:pt x="163" y="122"/>
                  </a:cubicBezTo>
                  <a:cubicBezTo>
                    <a:pt x="166" y="96"/>
                    <a:pt x="170" y="26"/>
                    <a:pt x="95" y="1"/>
                  </a:cubicBezTo>
                  <a:close/>
                </a:path>
              </a:pathLst>
            </a:custGeom>
            <a:solidFill>
              <a:srgbClr val="12B1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Oval 85"/>
            <p:cNvSpPr>
              <a:spLocks noChangeArrowheads="1"/>
            </p:cNvSpPr>
            <p:nvPr/>
          </p:nvSpPr>
          <p:spPr bwMode="auto">
            <a:xfrm>
              <a:off x="9324976" y="452438"/>
              <a:ext cx="307975" cy="304800"/>
            </a:xfrm>
            <a:prstGeom prst="ellipse">
              <a:avLst/>
            </a:prstGeom>
            <a:solidFill>
              <a:srgbClr val="12B1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5" name="组合 94"/>
          <p:cNvGrpSpPr/>
          <p:nvPr/>
        </p:nvGrpSpPr>
        <p:grpSpPr>
          <a:xfrm>
            <a:off x="10106026" y="438151"/>
            <a:ext cx="638175" cy="1490662"/>
            <a:chOff x="10106026" y="438151"/>
            <a:chExt cx="638175" cy="1490662"/>
          </a:xfrm>
        </p:grpSpPr>
        <p:sp>
          <p:nvSpPr>
            <p:cNvPr id="96" name="Freeform 86"/>
            <p:cNvSpPr>
              <a:spLocks noEditPoints="1"/>
            </p:cNvSpPr>
            <p:nvPr/>
          </p:nvSpPr>
          <p:spPr bwMode="auto">
            <a:xfrm>
              <a:off x="10279063" y="438151"/>
              <a:ext cx="288925" cy="315913"/>
            </a:xfrm>
            <a:custGeom>
              <a:avLst/>
              <a:gdLst>
                <a:gd name="T0" fmla="*/ 39 w 77"/>
                <a:gd name="T1" fmla="*/ 84 h 84"/>
                <a:gd name="T2" fmla="*/ 77 w 77"/>
                <a:gd name="T3" fmla="*/ 45 h 84"/>
                <a:gd name="T4" fmla="*/ 69 w 77"/>
                <a:gd name="T5" fmla="*/ 22 h 84"/>
                <a:gd name="T6" fmla="*/ 57 w 77"/>
                <a:gd name="T7" fmla="*/ 22 h 84"/>
                <a:gd name="T8" fmla="*/ 57 w 77"/>
                <a:gd name="T9" fmla="*/ 16 h 84"/>
                <a:gd name="T10" fmla="*/ 63 w 77"/>
                <a:gd name="T11" fmla="*/ 16 h 84"/>
                <a:gd name="T12" fmla="*/ 56 w 77"/>
                <a:gd name="T13" fmla="*/ 10 h 84"/>
                <a:gd name="T14" fmla="*/ 39 w 77"/>
                <a:gd name="T15" fmla="*/ 0 h 84"/>
                <a:gd name="T16" fmla="*/ 22 w 77"/>
                <a:gd name="T17" fmla="*/ 10 h 84"/>
                <a:gd name="T18" fmla="*/ 14 w 77"/>
                <a:gd name="T19" fmla="*/ 16 h 84"/>
                <a:gd name="T20" fmla="*/ 22 w 77"/>
                <a:gd name="T21" fmla="*/ 16 h 84"/>
                <a:gd name="T22" fmla="*/ 22 w 77"/>
                <a:gd name="T23" fmla="*/ 22 h 84"/>
                <a:gd name="T24" fmla="*/ 8 w 77"/>
                <a:gd name="T25" fmla="*/ 22 h 84"/>
                <a:gd name="T26" fmla="*/ 0 w 77"/>
                <a:gd name="T27" fmla="*/ 45 h 84"/>
                <a:gd name="T28" fmla="*/ 39 w 77"/>
                <a:gd name="T29" fmla="*/ 84 h 84"/>
                <a:gd name="T30" fmla="*/ 39 w 77"/>
                <a:gd name="T31" fmla="*/ 8 h 84"/>
                <a:gd name="T32" fmla="*/ 49 w 77"/>
                <a:gd name="T33" fmla="*/ 18 h 84"/>
                <a:gd name="T34" fmla="*/ 39 w 77"/>
                <a:gd name="T35" fmla="*/ 29 h 84"/>
                <a:gd name="T36" fmla="*/ 28 w 77"/>
                <a:gd name="T37" fmla="*/ 18 h 84"/>
                <a:gd name="T38" fmla="*/ 39 w 77"/>
                <a:gd name="T39" fmla="*/ 8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7" h="84">
                  <a:moveTo>
                    <a:pt x="39" y="84"/>
                  </a:moveTo>
                  <a:cubicBezTo>
                    <a:pt x="60" y="84"/>
                    <a:pt x="77" y="66"/>
                    <a:pt x="77" y="45"/>
                  </a:cubicBezTo>
                  <a:cubicBezTo>
                    <a:pt x="77" y="36"/>
                    <a:pt x="74" y="28"/>
                    <a:pt x="69" y="22"/>
                  </a:cubicBezTo>
                  <a:cubicBezTo>
                    <a:pt x="57" y="22"/>
                    <a:pt x="57" y="22"/>
                    <a:pt x="57" y="22"/>
                  </a:cubicBezTo>
                  <a:cubicBezTo>
                    <a:pt x="57" y="16"/>
                    <a:pt x="57" y="16"/>
                    <a:pt x="57" y="16"/>
                  </a:cubicBezTo>
                  <a:cubicBezTo>
                    <a:pt x="63" y="16"/>
                    <a:pt x="63" y="16"/>
                    <a:pt x="63" y="16"/>
                  </a:cubicBezTo>
                  <a:cubicBezTo>
                    <a:pt x="61" y="14"/>
                    <a:pt x="58" y="12"/>
                    <a:pt x="56" y="10"/>
                  </a:cubicBezTo>
                  <a:cubicBezTo>
                    <a:pt x="53" y="4"/>
                    <a:pt x="46" y="0"/>
                    <a:pt x="39" y="0"/>
                  </a:cubicBezTo>
                  <a:cubicBezTo>
                    <a:pt x="31" y="0"/>
                    <a:pt x="25" y="4"/>
                    <a:pt x="22" y="10"/>
                  </a:cubicBezTo>
                  <a:cubicBezTo>
                    <a:pt x="19" y="12"/>
                    <a:pt x="16" y="14"/>
                    <a:pt x="14" y="16"/>
                  </a:cubicBezTo>
                  <a:cubicBezTo>
                    <a:pt x="22" y="16"/>
                    <a:pt x="22" y="16"/>
                    <a:pt x="22" y="16"/>
                  </a:cubicBezTo>
                  <a:cubicBezTo>
                    <a:pt x="22" y="22"/>
                    <a:pt x="22" y="22"/>
                    <a:pt x="22" y="22"/>
                  </a:cubicBezTo>
                  <a:cubicBezTo>
                    <a:pt x="8" y="22"/>
                    <a:pt x="8" y="22"/>
                    <a:pt x="8" y="22"/>
                  </a:cubicBezTo>
                  <a:cubicBezTo>
                    <a:pt x="3" y="28"/>
                    <a:pt x="0" y="36"/>
                    <a:pt x="0" y="45"/>
                  </a:cubicBezTo>
                  <a:cubicBezTo>
                    <a:pt x="0" y="66"/>
                    <a:pt x="17" y="84"/>
                    <a:pt x="39" y="84"/>
                  </a:cubicBezTo>
                  <a:close/>
                  <a:moveTo>
                    <a:pt x="39" y="8"/>
                  </a:moveTo>
                  <a:cubicBezTo>
                    <a:pt x="44" y="8"/>
                    <a:pt x="49" y="12"/>
                    <a:pt x="49" y="18"/>
                  </a:cubicBezTo>
                  <a:cubicBezTo>
                    <a:pt x="49" y="24"/>
                    <a:pt x="44" y="29"/>
                    <a:pt x="39" y="29"/>
                  </a:cubicBezTo>
                  <a:cubicBezTo>
                    <a:pt x="33" y="29"/>
                    <a:pt x="28" y="24"/>
                    <a:pt x="28" y="18"/>
                  </a:cubicBezTo>
                  <a:cubicBezTo>
                    <a:pt x="28" y="12"/>
                    <a:pt x="33" y="8"/>
                    <a:pt x="39" y="8"/>
                  </a:cubicBezTo>
                  <a:close/>
                </a:path>
              </a:pathLst>
            </a:custGeom>
            <a:solidFill>
              <a:srgbClr val="D163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87"/>
            <p:cNvSpPr>
              <a:spLocks/>
            </p:cNvSpPr>
            <p:nvPr/>
          </p:nvSpPr>
          <p:spPr bwMode="auto">
            <a:xfrm>
              <a:off x="10345738" y="757238"/>
              <a:ext cx="153988" cy="134938"/>
            </a:xfrm>
            <a:custGeom>
              <a:avLst/>
              <a:gdLst>
                <a:gd name="T0" fmla="*/ 21 w 41"/>
                <a:gd name="T1" fmla="*/ 36 h 36"/>
                <a:gd name="T2" fmla="*/ 41 w 41"/>
                <a:gd name="T3" fmla="*/ 4 h 36"/>
                <a:gd name="T4" fmla="*/ 31 w 41"/>
                <a:gd name="T5" fmla="*/ 0 h 36"/>
                <a:gd name="T6" fmla="*/ 21 w 41"/>
                <a:gd name="T7" fmla="*/ 10 h 36"/>
                <a:gd name="T8" fmla="*/ 11 w 41"/>
                <a:gd name="T9" fmla="*/ 0 h 36"/>
                <a:gd name="T10" fmla="*/ 10 w 41"/>
                <a:gd name="T11" fmla="*/ 0 h 36"/>
                <a:gd name="T12" fmla="*/ 0 w 41"/>
                <a:gd name="T13" fmla="*/ 3 h 36"/>
                <a:gd name="T14" fmla="*/ 21 w 41"/>
                <a:gd name="T15" fmla="*/ 36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 h="36">
                  <a:moveTo>
                    <a:pt x="21" y="36"/>
                  </a:moveTo>
                  <a:cubicBezTo>
                    <a:pt x="30" y="36"/>
                    <a:pt x="40" y="20"/>
                    <a:pt x="41" y="4"/>
                  </a:cubicBezTo>
                  <a:cubicBezTo>
                    <a:pt x="38" y="2"/>
                    <a:pt x="34" y="1"/>
                    <a:pt x="31" y="0"/>
                  </a:cubicBezTo>
                  <a:cubicBezTo>
                    <a:pt x="21" y="10"/>
                    <a:pt x="21" y="10"/>
                    <a:pt x="21" y="10"/>
                  </a:cubicBezTo>
                  <a:cubicBezTo>
                    <a:pt x="11" y="0"/>
                    <a:pt x="11" y="0"/>
                    <a:pt x="11" y="0"/>
                  </a:cubicBezTo>
                  <a:cubicBezTo>
                    <a:pt x="11" y="0"/>
                    <a:pt x="11" y="0"/>
                    <a:pt x="10" y="0"/>
                  </a:cubicBezTo>
                  <a:cubicBezTo>
                    <a:pt x="7" y="1"/>
                    <a:pt x="4" y="2"/>
                    <a:pt x="0" y="3"/>
                  </a:cubicBezTo>
                  <a:cubicBezTo>
                    <a:pt x="2" y="20"/>
                    <a:pt x="11" y="36"/>
                    <a:pt x="21" y="36"/>
                  </a:cubicBezTo>
                  <a:close/>
                </a:path>
              </a:pathLst>
            </a:custGeom>
            <a:solidFill>
              <a:srgbClr val="D163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88"/>
            <p:cNvSpPr>
              <a:spLocks/>
            </p:cNvSpPr>
            <p:nvPr/>
          </p:nvSpPr>
          <p:spPr bwMode="auto">
            <a:xfrm>
              <a:off x="10106026" y="779463"/>
              <a:ext cx="638175" cy="1149350"/>
            </a:xfrm>
            <a:custGeom>
              <a:avLst/>
              <a:gdLst>
                <a:gd name="T0" fmla="*/ 111 w 170"/>
                <a:gd name="T1" fmla="*/ 0 h 306"/>
                <a:gd name="T2" fmla="*/ 111 w 170"/>
                <a:gd name="T3" fmla="*/ 0 h 306"/>
                <a:gd name="T4" fmla="*/ 87 w 170"/>
                <a:gd name="T5" fmla="*/ 36 h 306"/>
                <a:gd name="T6" fmla="*/ 92 w 170"/>
                <a:gd name="T7" fmla="*/ 51 h 306"/>
                <a:gd name="T8" fmla="*/ 91 w 170"/>
                <a:gd name="T9" fmla="*/ 84 h 306"/>
                <a:gd name="T10" fmla="*/ 92 w 170"/>
                <a:gd name="T11" fmla="*/ 88 h 306"/>
                <a:gd name="T12" fmla="*/ 85 w 170"/>
                <a:gd name="T13" fmla="*/ 95 h 306"/>
                <a:gd name="T14" fmla="*/ 77 w 170"/>
                <a:gd name="T15" fmla="*/ 88 h 306"/>
                <a:gd name="T16" fmla="*/ 85 w 170"/>
                <a:gd name="T17" fmla="*/ 80 h 306"/>
                <a:gd name="T18" fmla="*/ 86 w 170"/>
                <a:gd name="T19" fmla="*/ 80 h 306"/>
                <a:gd name="T20" fmla="*/ 88 w 170"/>
                <a:gd name="T21" fmla="*/ 55 h 306"/>
                <a:gd name="T22" fmla="*/ 81 w 170"/>
                <a:gd name="T23" fmla="*/ 35 h 306"/>
                <a:gd name="T24" fmla="*/ 59 w 170"/>
                <a:gd name="T25" fmla="*/ 1 h 306"/>
                <a:gd name="T26" fmla="*/ 57 w 170"/>
                <a:gd name="T27" fmla="*/ 1 h 306"/>
                <a:gd name="T28" fmla="*/ 7 w 170"/>
                <a:gd name="T29" fmla="*/ 120 h 306"/>
                <a:gd name="T30" fmla="*/ 23 w 170"/>
                <a:gd name="T31" fmla="*/ 134 h 306"/>
                <a:gd name="T32" fmla="*/ 24 w 170"/>
                <a:gd name="T33" fmla="*/ 134 h 306"/>
                <a:gd name="T34" fmla="*/ 39 w 170"/>
                <a:gd name="T35" fmla="*/ 117 h 306"/>
                <a:gd name="T36" fmla="*/ 43 w 170"/>
                <a:gd name="T37" fmla="*/ 63 h 306"/>
                <a:gd name="T38" fmla="*/ 43 w 170"/>
                <a:gd name="T39" fmla="*/ 120 h 306"/>
                <a:gd name="T40" fmla="*/ 45 w 170"/>
                <a:gd name="T41" fmla="*/ 135 h 306"/>
                <a:gd name="T42" fmla="*/ 45 w 170"/>
                <a:gd name="T43" fmla="*/ 287 h 306"/>
                <a:gd name="T44" fmla="*/ 65 w 170"/>
                <a:gd name="T45" fmla="*/ 306 h 306"/>
                <a:gd name="T46" fmla="*/ 83 w 170"/>
                <a:gd name="T47" fmla="*/ 287 h 306"/>
                <a:gd name="T48" fmla="*/ 83 w 170"/>
                <a:gd name="T49" fmla="*/ 156 h 306"/>
                <a:gd name="T50" fmla="*/ 85 w 170"/>
                <a:gd name="T51" fmla="*/ 156 h 306"/>
                <a:gd name="T52" fmla="*/ 86 w 170"/>
                <a:gd name="T53" fmla="*/ 156 h 306"/>
                <a:gd name="T54" fmla="*/ 86 w 170"/>
                <a:gd name="T55" fmla="*/ 287 h 306"/>
                <a:gd name="T56" fmla="*/ 105 w 170"/>
                <a:gd name="T57" fmla="*/ 306 h 306"/>
                <a:gd name="T58" fmla="*/ 123 w 170"/>
                <a:gd name="T59" fmla="*/ 287 h 306"/>
                <a:gd name="T60" fmla="*/ 123 w 170"/>
                <a:gd name="T61" fmla="*/ 135 h 306"/>
                <a:gd name="T62" fmla="*/ 127 w 170"/>
                <a:gd name="T63" fmla="*/ 120 h 306"/>
                <a:gd name="T64" fmla="*/ 127 w 170"/>
                <a:gd name="T65" fmla="*/ 62 h 306"/>
                <a:gd name="T66" fmla="*/ 131 w 170"/>
                <a:gd name="T67" fmla="*/ 115 h 306"/>
                <a:gd name="T68" fmla="*/ 145 w 170"/>
                <a:gd name="T69" fmla="*/ 133 h 306"/>
                <a:gd name="T70" fmla="*/ 147 w 170"/>
                <a:gd name="T71" fmla="*/ 133 h 306"/>
                <a:gd name="T72" fmla="*/ 162 w 170"/>
                <a:gd name="T73" fmla="*/ 118 h 306"/>
                <a:gd name="T74" fmla="*/ 111 w 170"/>
                <a:gd name="T75" fmla="*/ 0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0" h="306">
                  <a:moveTo>
                    <a:pt x="111" y="0"/>
                  </a:moveTo>
                  <a:cubicBezTo>
                    <a:pt x="111" y="0"/>
                    <a:pt x="111" y="0"/>
                    <a:pt x="111" y="0"/>
                  </a:cubicBezTo>
                  <a:cubicBezTo>
                    <a:pt x="109" y="17"/>
                    <a:pt x="99" y="34"/>
                    <a:pt x="87" y="36"/>
                  </a:cubicBezTo>
                  <a:cubicBezTo>
                    <a:pt x="85" y="44"/>
                    <a:pt x="88" y="48"/>
                    <a:pt x="92" y="51"/>
                  </a:cubicBezTo>
                  <a:cubicBezTo>
                    <a:pt x="98" y="58"/>
                    <a:pt x="102" y="65"/>
                    <a:pt x="91" y="84"/>
                  </a:cubicBezTo>
                  <a:cubicBezTo>
                    <a:pt x="92" y="85"/>
                    <a:pt x="92" y="86"/>
                    <a:pt x="92" y="88"/>
                  </a:cubicBezTo>
                  <a:cubicBezTo>
                    <a:pt x="92" y="92"/>
                    <a:pt x="89" y="95"/>
                    <a:pt x="85" y="95"/>
                  </a:cubicBezTo>
                  <a:cubicBezTo>
                    <a:pt x="81" y="95"/>
                    <a:pt x="77" y="92"/>
                    <a:pt x="77" y="88"/>
                  </a:cubicBezTo>
                  <a:cubicBezTo>
                    <a:pt x="77" y="84"/>
                    <a:pt x="81" y="80"/>
                    <a:pt x="85" y="80"/>
                  </a:cubicBezTo>
                  <a:cubicBezTo>
                    <a:pt x="85" y="80"/>
                    <a:pt x="86" y="80"/>
                    <a:pt x="86" y="80"/>
                  </a:cubicBezTo>
                  <a:cubicBezTo>
                    <a:pt x="96" y="64"/>
                    <a:pt x="92" y="60"/>
                    <a:pt x="88" y="55"/>
                  </a:cubicBezTo>
                  <a:cubicBezTo>
                    <a:pt x="84" y="51"/>
                    <a:pt x="79" y="46"/>
                    <a:pt x="81" y="35"/>
                  </a:cubicBezTo>
                  <a:cubicBezTo>
                    <a:pt x="70" y="33"/>
                    <a:pt x="61" y="17"/>
                    <a:pt x="59" y="1"/>
                  </a:cubicBezTo>
                  <a:cubicBezTo>
                    <a:pt x="58" y="1"/>
                    <a:pt x="58" y="1"/>
                    <a:pt x="57" y="1"/>
                  </a:cubicBezTo>
                  <a:cubicBezTo>
                    <a:pt x="27" y="20"/>
                    <a:pt x="0" y="47"/>
                    <a:pt x="7" y="120"/>
                  </a:cubicBezTo>
                  <a:cubicBezTo>
                    <a:pt x="8" y="128"/>
                    <a:pt x="15" y="134"/>
                    <a:pt x="23" y="134"/>
                  </a:cubicBezTo>
                  <a:cubicBezTo>
                    <a:pt x="23" y="134"/>
                    <a:pt x="24" y="134"/>
                    <a:pt x="24" y="134"/>
                  </a:cubicBezTo>
                  <a:cubicBezTo>
                    <a:pt x="33" y="133"/>
                    <a:pt x="40" y="125"/>
                    <a:pt x="39" y="117"/>
                  </a:cubicBezTo>
                  <a:cubicBezTo>
                    <a:pt x="36" y="93"/>
                    <a:pt x="38" y="76"/>
                    <a:pt x="43" y="63"/>
                  </a:cubicBezTo>
                  <a:cubicBezTo>
                    <a:pt x="43" y="63"/>
                    <a:pt x="43" y="118"/>
                    <a:pt x="43" y="120"/>
                  </a:cubicBezTo>
                  <a:cubicBezTo>
                    <a:pt x="43" y="132"/>
                    <a:pt x="43" y="132"/>
                    <a:pt x="45" y="135"/>
                  </a:cubicBezTo>
                  <a:cubicBezTo>
                    <a:pt x="45" y="287"/>
                    <a:pt x="45" y="287"/>
                    <a:pt x="45" y="287"/>
                  </a:cubicBezTo>
                  <a:cubicBezTo>
                    <a:pt x="45" y="297"/>
                    <a:pt x="54" y="306"/>
                    <a:pt x="65" y="306"/>
                  </a:cubicBezTo>
                  <a:cubicBezTo>
                    <a:pt x="75" y="306"/>
                    <a:pt x="83" y="297"/>
                    <a:pt x="83" y="287"/>
                  </a:cubicBezTo>
                  <a:cubicBezTo>
                    <a:pt x="83" y="156"/>
                    <a:pt x="83" y="156"/>
                    <a:pt x="83" y="156"/>
                  </a:cubicBezTo>
                  <a:cubicBezTo>
                    <a:pt x="84" y="156"/>
                    <a:pt x="85" y="156"/>
                    <a:pt x="85" y="156"/>
                  </a:cubicBezTo>
                  <a:cubicBezTo>
                    <a:pt x="85" y="156"/>
                    <a:pt x="86" y="156"/>
                    <a:pt x="86" y="156"/>
                  </a:cubicBezTo>
                  <a:cubicBezTo>
                    <a:pt x="86" y="287"/>
                    <a:pt x="86" y="287"/>
                    <a:pt x="86" y="287"/>
                  </a:cubicBezTo>
                  <a:cubicBezTo>
                    <a:pt x="86" y="297"/>
                    <a:pt x="95" y="306"/>
                    <a:pt x="105" y="306"/>
                  </a:cubicBezTo>
                  <a:cubicBezTo>
                    <a:pt x="115" y="306"/>
                    <a:pt x="123" y="297"/>
                    <a:pt x="123" y="287"/>
                  </a:cubicBezTo>
                  <a:cubicBezTo>
                    <a:pt x="123" y="135"/>
                    <a:pt x="123" y="135"/>
                    <a:pt x="123" y="135"/>
                  </a:cubicBezTo>
                  <a:cubicBezTo>
                    <a:pt x="126" y="132"/>
                    <a:pt x="127" y="131"/>
                    <a:pt x="127" y="120"/>
                  </a:cubicBezTo>
                  <a:cubicBezTo>
                    <a:pt x="127" y="119"/>
                    <a:pt x="127" y="62"/>
                    <a:pt x="127" y="62"/>
                  </a:cubicBezTo>
                  <a:cubicBezTo>
                    <a:pt x="131" y="75"/>
                    <a:pt x="133" y="91"/>
                    <a:pt x="131" y="115"/>
                  </a:cubicBezTo>
                  <a:cubicBezTo>
                    <a:pt x="130" y="124"/>
                    <a:pt x="136" y="132"/>
                    <a:pt x="145" y="133"/>
                  </a:cubicBezTo>
                  <a:cubicBezTo>
                    <a:pt x="146" y="133"/>
                    <a:pt x="146" y="133"/>
                    <a:pt x="147" y="133"/>
                  </a:cubicBezTo>
                  <a:cubicBezTo>
                    <a:pt x="155" y="133"/>
                    <a:pt x="162" y="127"/>
                    <a:pt x="162" y="118"/>
                  </a:cubicBezTo>
                  <a:cubicBezTo>
                    <a:pt x="170" y="47"/>
                    <a:pt x="142" y="19"/>
                    <a:pt x="111" y="0"/>
                  </a:cubicBezTo>
                  <a:close/>
                </a:path>
              </a:pathLst>
            </a:custGeom>
            <a:solidFill>
              <a:srgbClr val="D163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9" name="组合 98"/>
          <p:cNvGrpSpPr/>
          <p:nvPr/>
        </p:nvGrpSpPr>
        <p:grpSpPr>
          <a:xfrm>
            <a:off x="11137901" y="433388"/>
            <a:ext cx="676275" cy="1500188"/>
            <a:chOff x="11137901" y="433388"/>
            <a:chExt cx="676275" cy="1500188"/>
          </a:xfrm>
        </p:grpSpPr>
        <p:sp>
          <p:nvSpPr>
            <p:cNvPr id="100" name="Oval 89"/>
            <p:cNvSpPr>
              <a:spLocks noChangeArrowheads="1"/>
            </p:cNvSpPr>
            <p:nvPr/>
          </p:nvSpPr>
          <p:spPr bwMode="auto">
            <a:xfrm>
              <a:off x="11326813" y="433388"/>
              <a:ext cx="311150" cy="309563"/>
            </a:xfrm>
            <a:prstGeom prst="ellipse">
              <a:avLst/>
            </a:prstGeom>
            <a:solidFill>
              <a:srgbClr val="12B1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90"/>
            <p:cNvSpPr>
              <a:spLocks noEditPoints="1"/>
            </p:cNvSpPr>
            <p:nvPr/>
          </p:nvSpPr>
          <p:spPr bwMode="auto">
            <a:xfrm>
              <a:off x="11137901" y="754063"/>
              <a:ext cx="676275" cy="1179513"/>
            </a:xfrm>
            <a:custGeom>
              <a:avLst/>
              <a:gdLst>
                <a:gd name="T0" fmla="*/ 102 w 180"/>
                <a:gd name="T1" fmla="*/ 0 h 314"/>
                <a:gd name="T2" fmla="*/ 92 w 180"/>
                <a:gd name="T3" fmla="*/ 10 h 314"/>
                <a:gd name="T4" fmla="*/ 82 w 180"/>
                <a:gd name="T5" fmla="*/ 0 h 314"/>
                <a:gd name="T6" fmla="*/ 14 w 180"/>
                <a:gd name="T7" fmla="*/ 124 h 314"/>
                <a:gd name="T8" fmla="*/ 30 w 180"/>
                <a:gd name="T9" fmla="*/ 141 h 314"/>
                <a:gd name="T10" fmla="*/ 31 w 180"/>
                <a:gd name="T11" fmla="*/ 141 h 314"/>
                <a:gd name="T12" fmla="*/ 46 w 180"/>
                <a:gd name="T13" fmla="*/ 123 h 314"/>
                <a:gd name="T14" fmla="*/ 49 w 180"/>
                <a:gd name="T15" fmla="*/ 69 h 314"/>
                <a:gd name="T16" fmla="*/ 49 w 180"/>
                <a:gd name="T17" fmla="*/ 127 h 314"/>
                <a:gd name="T18" fmla="*/ 52 w 180"/>
                <a:gd name="T19" fmla="*/ 142 h 314"/>
                <a:gd name="T20" fmla="*/ 52 w 180"/>
                <a:gd name="T21" fmla="*/ 295 h 314"/>
                <a:gd name="T22" fmla="*/ 71 w 180"/>
                <a:gd name="T23" fmla="*/ 314 h 314"/>
                <a:gd name="T24" fmla="*/ 90 w 180"/>
                <a:gd name="T25" fmla="*/ 295 h 314"/>
                <a:gd name="T26" fmla="*/ 90 w 180"/>
                <a:gd name="T27" fmla="*/ 163 h 314"/>
                <a:gd name="T28" fmla="*/ 92 w 180"/>
                <a:gd name="T29" fmla="*/ 163 h 314"/>
                <a:gd name="T30" fmla="*/ 93 w 180"/>
                <a:gd name="T31" fmla="*/ 163 h 314"/>
                <a:gd name="T32" fmla="*/ 93 w 180"/>
                <a:gd name="T33" fmla="*/ 295 h 314"/>
                <a:gd name="T34" fmla="*/ 112 w 180"/>
                <a:gd name="T35" fmla="*/ 314 h 314"/>
                <a:gd name="T36" fmla="*/ 131 w 180"/>
                <a:gd name="T37" fmla="*/ 295 h 314"/>
                <a:gd name="T38" fmla="*/ 131 w 180"/>
                <a:gd name="T39" fmla="*/ 142 h 314"/>
                <a:gd name="T40" fmla="*/ 134 w 180"/>
                <a:gd name="T41" fmla="*/ 127 h 314"/>
                <a:gd name="T42" fmla="*/ 134 w 180"/>
                <a:gd name="T43" fmla="*/ 107 h 314"/>
                <a:gd name="T44" fmla="*/ 175 w 180"/>
                <a:gd name="T45" fmla="*/ 77 h 314"/>
                <a:gd name="T46" fmla="*/ 102 w 180"/>
                <a:gd name="T47" fmla="*/ 0 h 314"/>
                <a:gd name="T48" fmla="*/ 134 w 180"/>
                <a:gd name="T49" fmla="*/ 57 h 314"/>
                <a:gd name="T50" fmla="*/ 144 w 180"/>
                <a:gd name="T51" fmla="*/ 70 h 314"/>
                <a:gd name="T52" fmla="*/ 134 w 180"/>
                <a:gd name="T53" fmla="*/ 74 h 314"/>
                <a:gd name="T54" fmla="*/ 134 w 180"/>
                <a:gd name="T55" fmla="*/ 57 h 314"/>
                <a:gd name="T56" fmla="*/ 116 w 180"/>
                <a:gd name="T57" fmla="*/ 122 h 314"/>
                <a:gd name="T58" fmla="*/ 67 w 180"/>
                <a:gd name="T59" fmla="*/ 122 h 314"/>
                <a:gd name="T60" fmla="*/ 63 w 180"/>
                <a:gd name="T61" fmla="*/ 118 h 314"/>
                <a:gd name="T62" fmla="*/ 63 w 180"/>
                <a:gd name="T63" fmla="*/ 45 h 314"/>
                <a:gd name="T64" fmla="*/ 67 w 180"/>
                <a:gd name="T65" fmla="*/ 41 h 314"/>
                <a:gd name="T66" fmla="*/ 78 w 180"/>
                <a:gd name="T67" fmla="*/ 41 h 314"/>
                <a:gd name="T68" fmla="*/ 78 w 180"/>
                <a:gd name="T69" fmla="*/ 39 h 314"/>
                <a:gd name="T70" fmla="*/ 82 w 180"/>
                <a:gd name="T71" fmla="*/ 35 h 314"/>
                <a:gd name="T72" fmla="*/ 101 w 180"/>
                <a:gd name="T73" fmla="*/ 35 h 314"/>
                <a:gd name="T74" fmla="*/ 105 w 180"/>
                <a:gd name="T75" fmla="*/ 39 h 314"/>
                <a:gd name="T76" fmla="*/ 105 w 180"/>
                <a:gd name="T77" fmla="*/ 41 h 314"/>
                <a:gd name="T78" fmla="*/ 116 w 180"/>
                <a:gd name="T79" fmla="*/ 41 h 314"/>
                <a:gd name="T80" fmla="*/ 121 w 180"/>
                <a:gd name="T81" fmla="*/ 45 h 314"/>
                <a:gd name="T82" fmla="*/ 121 w 180"/>
                <a:gd name="T83" fmla="*/ 77 h 314"/>
                <a:gd name="T84" fmla="*/ 112 w 180"/>
                <a:gd name="T85" fmla="*/ 79 h 314"/>
                <a:gd name="T86" fmla="*/ 97 w 180"/>
                <a:gd name="T87" fmla="*/ 96 h 314"/>
                <a:gd name="T88" fmla="*/ 113 w 180"/>
                <a:gd name="T89" fmla="*/ 111 h 314"/>
                <a:gd name="T90" fmla="*/ 114 w 180"/>
                <a:gd name="T91" fmla="*/ 111 h 314"/>
                <a:gd name="T92" fmla="*/ 121 w 180"/>
                <a:gd name="T93" fmla="*/ 110 h 314"/>
                <a:gd name="T94" fmla="*/ 121 w 180"/>
                <a:gd name="T95" fmla="*/ 118 h 314"/>
                <a:gd name="T96" fmla="*/ 116 w 180"/>
                <a:gd name="T97" fmla="*/ 122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0" h="314">
                  <a:moveTo>
                    <a:pt x="102" y="0"/>
                  </a:moveTo>
                  <a:cubicBezTo>
                    <a:pt x="92" y="10"/>
                    <a:pt x="92" y="10"/>
                    <a:pt x="92" y="10"/>
                  </a:cubicBezTo>
                  <a:cubicBezTo>
                    <a:pt x="92" y="10"/>
                    <a:pt x="82" y="0"/>
                    <a:pt x="82" y="0"/>
                  </a:cubicBezTo>
                  <a:cubicBezTo>
                    <a:pt x="81" y="0"/>
                    <a:pt x="0" y="27"/>
                    <a:pt x="14" y="124"/>
                  </a:cubicBezTo>
                  <a:cubicBezTo>
                    <a:pt x="15" y="133"/>
                    <a:pt x="21" y="141"/>
                    <a:pt x="30" y="141"/>
                  </a:cubicBezTo>
                  <a:cubicBezTo>
                    <a:pt x="30" y="141"/>
                    <a:pt x="31" y="141"/>
                    <a:pt x="31" y="141"/>
                  </a:cubicBezTo>
                  <a:cubicBezTo>
                    <a:pt x="40" y="140"/>
                    <a:pt x="46" y="132"/>
                    <a:pt x="46" y="123"/>
                  </a:cubicBezTo>
                  <a:cubicBezTo>
                    <a:pt x="43" y="99"/>
                    <a:pt x="45" y="82"/>
                    <a:pt x="49" y="69"/>
                  </a:cubicBezTo>
                  <a:cubicBezTo>
                    <a:pt x="49" y="69"/>
                    <a:pt x="49" y="114"/>
                    <a:pt x="49" y="127"/>
                  </a:cubicBezTo>
                  <a:cubicBezTo>
                    <a:pt x="49" y="141"/>
                    <a:pt x="52" y="142"/>
                    <a:pt x="52" y="142"/>
                  </a:cubicBezTo>
                  <a:cubicBezTo>
                    <a:pt x="52" y="295"/>
                    <a:pt x="52" y="295"/>
                    <a:pt x="52" y="295"/>
                  </a:cubicBezTo>
                  <a:cubicBezTo>
                    <a:pt x="52" y="305"/>
                    <a:pt x="61" y="314"/>
                    <a:pt x="71" y="314"/>
                  </a:cubicBezTo>
                  <a:cubicBezTo>
                    <a:pt x="82" y="314"/>
                    <a:pt x="90" y="305"/>
                    <a:pt x="90" y="295"/>
                  </a:cubicBezTo>
                  <a:cubicBezTo>
                    <a:pt x="90" y="163"/>
                    <a:pt x="90" y="163"/>
                    <a:pt x="90" y="163"/>
                  </a:cubicBezTo>
                  <a:cubicBezTo>
                    <a:pt x="91" y="163"/>
                    <a:pt x="92" y="163"/>
                    <a:pt x="92" y="163"/>
                  </a:cubicBezTo>
                  <a:cubicBezTo>
                    <a:pt x="93" y="163"/>
                    <a:pt x="93" y="163"/>
                    <a:pt x="93" y="163"/>
                  </a:cubicBezTo>
                  <a:cubicBezTo>
                    <a:pt x="93" y="295"/>
                    <a:pt x="93" y="295"/>
                    <a:pt x="93" y="295"/>
                  </a:cubicBezTo>
                  <a:cubicBezTo>
                    <a:pt x="93" y="305"/>
                    <a:pt x="101" y="314"/>
                    <a:pt x="112" y="314"/>
                  </a:cubicBezTo>
                  <a:cubicBezTo>
                    <a:pt x="122" y="314"/>
                    <a:pt x="131" y="305"/>
                    <a:pt x="131" y="295"/>
                  </a:cubicBezTo>
                  <a:cubicBezTo>
                    <a:pt x="131" y="142"/>
                    <a:pt x="131" y="142"/>
                    <a:pt x="131" y="142"/>
                  </a:cubicBezTo>
                  <a:cubicBezTo>
                    <a:pt x="131" y="142"/>
                    <a:pt x="134" y="138"/>
                    <a:pt x="134" y="127"/>
                  </a:cubicBezTo>
                  <a:cubicBezTo>
                    <a:pt x="134" y="117"/>
                    <a:pt x="134" y="107"/>
                    <a:pt x="134" y="107"/>
                  </a:cubicBezTo>
                  <a:cubicBezTo>
                    <a:pt x="147" y="105"/>
                    <a:pt x="170" y="97"/>
                    <a:pt x="175" y="77"/>
                  </a:cubicBezTo>
                  <a:cubicBezTo>
                    <a:pt x="180" y="56"/>
                    <a:pt x="130" y="8"/>
                    <a:pt x="102" y="0"/>
                  </a:cubicBezTo>
                  <a:close/>
                  <a:moveTo>
                    <a:pt x="134" y="57"/>
                  </a:moveTo>
                  <a:cubicBezTo>
                    <a:pt x="142" y="64"/>
                    <a:pt x="143" y="68"/>
                    <a:pt x="144" y="70"/>
                  </a:cubicBezTo>
                  <a:cubicBezTo>
                    <a:pt x="142" y="71"/>
                    <a:pt x="139" y="73"/>
                    <a:pt x="134" y="74"/>
                  </a:cubicBezTo>
                  <a:lnTo>
                    <a:pt x="134" y="57"/>
                  </a:lnTo>
                  <a:close/>
                  <a:moveTo>
                    <a:pt x="116" y="122"/>
                  </a:moveTo>
                  <a:cubicBezTo>
                    <a:pt x="67" y="122"/>
                    <a:pt x="67" y="122"/>
                    <a:pt x="67" y="122"/>
                  </a:cubicBezTo>
                  <a:cubicBezTo>
                    <a:pt x="65" y="122"/>
                    <a:pt x="63" y="121"/>
                    <a:pt x="63" y="118"/>
                  </a:cubicBezTo>
                  <a:cubicBezTo>
                    <a:pt x="63" y="45"/>
                    <a:pt x="63" y="45"/>
                    <a:pt x="63" y="45"/>
                  </a:cubicBezTo>
                  <a:cubicBezTo>
                    <a:pt x="63" y="43"/>
                    <a:pt x="65" y="41"/>
                    <a:pt x="67" y="41"/>
                  </a:cubicBezTo>
                  <a:cubicBezTo>
                    <a:pt x="78" y="41"/>
                    <a:pt x="78" y="41"/>
                    <a:pt x="78" y="41"/>
                  </a:cubicBezTo>
                  <a:cubicBezTo>
                    <a:pt x="78" y="39"/>
                    <a:pt x="78" y="39"/>
                    <a:pt x="78" y="39"/>
                  </a:cubicBezTo>
                  <a:cubicBezTo>
                    <a:pt x="78" y="37"/>
                    <a:pt x="80" y="35"/>
                    <a:pt x="82" y="35"/>
                  </a:cubicBezTo>
                  <a:cubicBezTo>
                    <a:pt x="101" y="35"/>
                    <a:pt x="101" y="35"/>
                    <a:pt x="101" y="35"/>
                  </a:cubicBezTo>
                  <a:cubicBezTo>
                    <a:pt x="103" y="35"/>
                    <a:pt x="105" y="37"/>
                    <a:pt x="105" y="39"/>
                  </a:cubicBezTo>
                  <a:cubicBezTo>
                    <a:pt x="105" y="41"/>
                    <a:pt x="105" y="41"/>
                    <a:pt x="105" y="41"/>
                  </a:cubicBezTo>
                  <a:cubicBezTo>
                    <a:pt x="116" y="41"/>
                    <a:pt x="116" y="41"/>
                    <a:pt x="116" y="41"/>
                  </a:cubicBezTo>
                  <a:cubicBezTo>
                    <a:pt x="119" y="41"/>
                    <a:pt x="121" y="43"/>
                    <a:pt x="121" y="45"/>
                  </a:cubicBezTo>
                  <a:cubicBezTo>
                    <a:pt x="121" y="77"/>
                    <a:pt x="121" y="77"/>
                    <a:pt x="121" y="77"/>
                  </a:cubicBezTo>
                  <a:cubicBezTo>
                    <a:pt x="117" y="78"/>
                    <a:pt x="113" y="78"/>
                    <a:pt x="112" y="79"/>
                  </a:cubicBezTo>
                  <a:cubicBezTo>
                    <a:pt x="103" y="79"/>
                    <a:pt x="96" y="87"/>
                    <a:pt x="97" y="96"/>
                  </a:cubicBezTo>
                  <a:cubicBezTo>
                    <a:pt x="97" y="104"/>
                    <a:pt x="104" y="111"/>
                    <a:pt x="113" y="111"/>
                  </a:cubicBezTo>
                  <a:cubicBezTo>
                    <a:pt x="113" y="111"/>
                    <a:pt x="113" y="111"/>
                    <a:pt x="114" y="111"/>
                  </a:cubicBezTo>
                  <a:cubicBezTo>
                    <a:pt x="116" y="110"/>
                    <a:pt x="118" y="110"/>
                    <a:pt x="121" y="110"/>
                  </a:cubicBezTo>
                  <a:cubicBezTo>
                    <a:pt x="121" y="118"/>
                    <a:pt x="121" y="118"/>
                    <a:pt x="121" y="118"/>
                  </a:cubicBezTo>
                  <a:cubicBezTo>
                    <a:pt x="121" y="121"/>
                    <a:pt x="119" y="122"/>
                    <a:pt x="116" y="122"/>
                  </a:cubicBezTo>
                  <a:close/>
                </a:path>
              </a:pathLst>
            </a:custGeom>
            <a:solidFill>
              <a:srgbClr val="12B1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2" name="组合 101"/>
          <p:cNvGrpSpPr/>
          <p:nvPr/>
        </p:nvGrpSpPr>
        <p:grpSpPr>
          <a:xfrm>
            <a:off x="8031163" y="2760663"/>
            <a:ext cx="952500" cy="1487488"/>
            <a:chOff x="8031163" y="2760663"/>
            <a:chExt cx="952500" cy="1487488"/>
          </a:xfrm>
        </p:grpSpPr>
        <p:sp>
          <p:nvSpPr>
            <p:cNvPr id="103" name="Freeform 91"/>
            <p:cNvSpPr>
              <a:spLocks/>
            </p:cNvSpPr>
            <p:nvPr/>
          </p:nvSpPr>
          <p:spPr bwMode="auto">
            <a:xfrm>
              <a:off x="8240713" y="2760663"/>
              <a:ext cx="112713" cy="52388"/>
            </a:xfrm>
            <a:custGeom>
              <a:avLst/>
              <a:gdLst>
                <a:gd name="T0" fmla="*/ 0 w 30"/>
                <a:gd name="T1" fmla="*/ 14 h 14"/>
                <a:gd name="T2" fmla="*/ 30 w 30"/>
                <a:gd name="T3" fmla="*/ 0 h 14"/>
                <a:gd name="T4" fmla="*/ 0 w 30"/>
                <a:gd name="T5" fmla="*/ 14 h 14"/>
              </a:gdLst>
              <a:ahLst/>
              <a:cxnLst>
                <a:cxn ang="0">
                  <a:pos x="T0" y="T1"/>
                </a:cxn>
                <a:cxn ang="0">
                  <a:pos x="T2" y="T3"/>
                </a:cxn>
                <a:cxn ang="0">
                  <a:pos x="T4" y="T5"/>
                </a:cxn>
              </a:cxnLst>
              <a:rect l="0" t="0" r="r" b="b"/>
              <a:pathLst>
                <a:path w="30" h="14">
                  <a:moveTo>
                    <a:pt x="0" y="14"/>
                  </a:moveTo>
                  <a:cubicBezTo>
                    <a:pt x="30" y="0"/>
                    <a:pt x="30" y="0"/>
                    <a:pt x="30" y="0"/>
                  </a:cubicBezTo>
                  <a:cubicBezTo>
                    <a:pt x="18" y="0"/>
                    <a:pt x="7" y="6"/>
                    <a:pt x="0" y="14"/>
                  </a:cubicBezTo>
                  <a:close/>
                </a:path>
              </a:pathLst>
            </a:custGeom>
            <a:solidFill>
              <a:srgbClr val="B22C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92"/>
            <p:cNvSpPr>
              <a:spLocks/>
            </p:cNvSpPr>
            <p:nvPr/>
          </p:nvSpPr>
          <p:spPr bwMode="auto">
            <a:xfrm>
              <a:off x="8308976" y="2778126"/>
              <a:ext cx="149225" cy="60325"/>
            </a:xfrm>
            <a:custGeom>
              <a:avLst/>
              <a:gdLst>
                <a:gd name="T0" fmla="*/ 33 w 40"/>
                <a:gd name="T1" fmla="*/ 0 h 16"/>
                <a:gd name="T2" fmla="*/ 0 w 40"/>
                <a:gd name="T3" fmla="*/ 16 h 16"/>
                <a:gd name="T4" fmla="*/ 40 w 40"/>
                <a:gd name="T5" fmla="*/ 5 h 16"/>
                <a:gd name="T6" fmla="*/ 33 w 40"/>
                <a:gd name="T7" fmla="*/ 0 h 16"/>
              </a:gdLst>
              <a:ahLst/>
              <a:cxnLst>
                <a:cxn ang="0">
                  <a:pos x="T0" y="T1"/>
                </a:cxn>
                <a:cxn ang="0">
                  <a:pos x="T2" y="T3"/>
                </a:cxn>
                <a:cxn ang="0">
                  <a:pos x="T4" y="T5"/>
                </a:cxn>
                <a:cxn ang="0">
                  <a:pos x="T6" y="T7"/>
                </a:cxn>
              </a:cxnLst>
              <a:rect l="0" t="0" r="r" b="b"/>
              <a:pathLst>
                <a:path w="40" h="16">
                  <a:moveTo>
                    <a:pt x="33" y="0"/>
                  </a:moveTo>
                  <a:cubicBezTo>
                    <a:pt x="0" y="16"/>
                    <a:pt x="0" y="16"/>
                    <a:pt x="0" y="16"/>
                  </a:cubicBezTo>
                  <a:cubicBezTo>
                    <a:pt x="40" y="5"/>
                    <a:pt x="40" y="5"/>
                    <a:pt x="40" y="5"/>
                  </a:cubicBezTo>
                  <a:cubicBezTo>
                    <a:pt x="37" y="3"/>
                    <a:pt x="35" y="2"/>
                    <a:pt x="33" y="0"/>
                  </a:cubicBezTo>
                  <a:close/>
                </a:path>
              </a:pathLst>
            </a:custGeom>
            <a:solidFill>
              <a:srgbClr val="B22C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93"/>
            <p:cNvSpPr>
              <a:spLocks noEditPoints="1"/>
            </p:cNvSpPr>
            <p:nvPr/>
          </p:nvSpPr>
          <p:spPr bwMode="auto">
            <a:xfrm>
              <a:off x="8031163" y="2760663"/>
              <a:ext cx="952500" cy="1487488"/>
            </a:xfrm>
            <a:custGeom>
              <a:avLst/>
              <a:gdLst>
                <a:gd name="T0" fmla="*/ 242 w 254"/>
                <a:gd name="T1" fmla="*/ 86 h 396"/>
                <a:gd name="T2" fmla="*/ 254 w 254"/>
                <a:gd name="T3" fmla="*/ 77 h 396"/>
                <a:gd name="T4" fmla="*/ 245 w 254"/>
                <a:gd name="T5" fmla="*/ 24 h 396"/>
                <a:gd name="T6" fmla="*/ 238 w 254"/>
                <a:gd name="T7" fmla="*/ 22 h 396"/>
                <a:gd name="T8" fmla="*/ 240 w 254"/>
                <a:gd name="T9" fmla="*/ 20 h 396"/>
                <a:gd name="T10" fmla="*/ 248 w 254"/>
                <a:gd name="T11" fmla="*/ 8 h 396"/>
                <a:gd name="T12" fmla="*/ 237 w 254"/>
                <a:gd name="T13" fmla="*/ 16 h 396"/>
                <a:gd name="T14" fmla="*/ 228 w 254"/>
                <a:gd name="T15" fmla="*/ 16 h 396"/>
                <a:gd name="T16" fmla="*/ 198 w 254"/>
                <a:gd name="T17" fmla="*/ 0 h 396"/>
                <a:gd name="T18" fmla="*/ 186 w 254"/>
                <a:gd name="T19" fmla="*/ 16 h 396"/>
                <a:gd name="T20" fmla="*/ 136 w 254"/>
                <a:gd name="T21" fmla="*/ 8 h 396"/>
                <a:gd name="T22" fmla="*/ 144 w 254"/>
                <a:gd name="T23" fmla="*/ 20 h 396"/>
                <a:gd name="T24" fmla="*/ 186 w 254"/>
                <a:gd name="T25" fmla="*/ 153 h 396"/>
                <a:gd name="T26" fmla="*/ 97 w 254"/>
                <a:gd name="T27" fmla="*/ 84 h 396"/>
                <a:gd name="T28" fmla="*/ 77 w 254"/>
                <a:gd name="T29" fmla="*/ 84 h 396"/>
                <a:gd name="T30" fmla="*/ 10 w 254"/>
                <a:gd name="T31" fmla="*/ 209 h 396"/>
                <a:gd name="T32" fmla="*/ 27 w 254"/>
                <a:gd name="T33" fmla="*/ 224 h 396"/>
                <a:gd name="T34" fmla="*/ 45 w 254"/>
                <a:gd name="T35" fmla="*/ 153 h 396"/>
                <a:gd name="T36" fmla="*/ 48 w 254"/>
                <a:gd name="T37" fmla="*/ 224 h 396"/>
                <a:gd name="T38" fmla="*/ 66 w 254"/>
                <a:gd name="T39" fmla="*/ 394 h 396"/>
                <a:gd name="T40" fmla="*/ 85 w 254"/>
                <a:gd name="T41" fmla="*/ 246 h 396"/>
                <a:gd name="T42" fmla="*/ 88 w 254"/>
                <a:gd name="T43" fmla="*/ 246 h 396"/>
                <a:gd name="T44" fmla="*/ 107 w 254"/>
                <a:gd name="T45" fmla="*/ 394 h 396"/>
                <a:gd name="T46" fmla="*/ 125 w 254"/>
                <a:gd name="T47" fmla="*/ 225 h 396"/>
                <a:gd name="T48" fmla="*/ 129 w 254"/>
                <a:gd name="T49" fmla="*/ 153 h 396"/>
                <a:gd name="T50" fmla="*/ 186 w 254"/>
                <a:gd name="T51" fmla="*/ 186 h 396"/>
                <a:gd name="T52" fmla="*/ 178 w 254"/>
                <a:gd name="T53" fmla="*/ 354 h 396"/>
                <a:gd name="T54" fmla="*/ 142 w 254"/>
                <a:gd name="T55" fmla="*/ 385 h 396"/>
                <a:gd name="T56" fmla="*/ 165 w 254"/>
                <a:gd name="T57" fmla="*/ 385 h 396"/>
                <a:gd name="T58" fmla="*/ 178 w 254"/>
                <a:gd name="T59" fmla="*/ 366 h 396"/>
                <a:gd name="T60" fmla="*/ 206 w 254"/>
                <a:gd name="T61" fmla="*/ 366 h 396"/>
                <a:gd name="T62" fmla="*/ 219 w 254"/>
                <a:gd name="T63" fmla="*/ 385 h 396"/>
                <a:gd name="T64" fmla="*/ 242 w 254"/>
                <a:gd name="T65" fmla="*/ 385 h 396"/>
                <a:gd name="T66" fmla="*/ 206 w 254"/>
                <a:gd name="T67" fmla="*/ 354 h 396"/>
                <a:gd name="T68" fmla="*/ 198 w 254"/>
                <a:gd name="T69" fmla="*/ 354 h 396"/>
                <a:gd name="T70" fmla="*/ 198 w 254"/>
                <a:gd name="T71" fmla="*/ 182 h 396"/>
                <a:gd name="T72" fmla="*/ 204 w 254"/>
                <a:gd name="T73" fmla="*/ 168 h 396"/>
                <a:gd name="T74" fmla="*/ 235 w 254"/>
                <a:gd name="T75" fmla="*/ 175 h 396"/>
                <a:gd name="T76" fmla="*/ 253 w 254"/>
                <a:gd name="T77" fmla="*/ 157 h 396"/>
                <a:gd name="T78" fmla="*/ 242 w 254"/>
                <a:gd name="T79" fmla="*/ 119 h 396"/>
                <a:gd name="T80" fmla="*/ 242 w 254"/>
                <a:gd name="T81" fmla="*/ 98 h 396"/>
                <a:gd name="T82" fmla="*/ 233 w 254"/>
                <a:gd name="T83" fmla="*/ 16 h 396"/>
                <a:gd name="T84" fmla="*/ 233 w 254"/>
                <a:gd name="T85" fmla="*/ 16 h 396"/>
                <a:gd name="T86" fmla="*/ 234 w 254"/>
                <a:gd name="T87" fmla="*/ 20 h 396"/>
                <a:gd name="T88" fmla="*/ 234 w 254"/>
                <a:gd name="T89" fmla="*/ 24 h 396"/>
                <a:gd name="T90" fmla="*/ 231 w 254"/>
                <a:gd name="T91" fmla="*/ 22 h 396"/>
                <a:gd name="T92" fmla="*/ 245 w 254"/>
                <a:gd name="T93" fmla="*/ 133 h 396"/>
                <a:gd name="T94" fmla="*/ 244 w 254"/>
                <a:gd name="T95" fmla="*/ 170 h 396"/>
                <a:gd name="T96" fmla="*/ 203 w 254"/>
                <a:gd name="T97" fmla="*/ 165 h 396"/>
                <a:gd name="T98" fmla="*/ 198 w 254"/>
                <a:gd name="T99" fmla="*/ 20 h 396"/>
                <a:gd name="T100" fmla="*/ 227 w 254"/>
                <a:gd name="T101" fmla="*/ 22 h 396"/>
                <a:gd name="T102" fmla="*/ 220 w 254"/>
                <a:gd name="T103" fmla="*/ 24 h 396"/>
                <a:gd name="T104" fmla="*/ 211 w 254"/>
                <a:gd name="T105" fmla="*/ 77 h 396"/>
                <a:gd name="T106" fmla="*/ 223 w 254"/>
                <a:gd name="T107" fmla="*/ 86 h 396"/>
                <a:gd name="T108" fmla="*/ 230 w 254"/>
                <a:gd name="T109" fmla="*/ 91 h 396"/>
                <a:gd name="T110" fmla="*/ 235 w 254"/>
                <a:gd name="T111" fmla="*/ 86 h 396"/>
                <a:gd name="T112" fmla="*/ 237 w 254"/>
                <a:gd name="T113" fmla="*/ 98 h 396"/>
                <a:gd name="T114" fmla="*/ 245 w 254"/>
                <a:gd name="T115" fmla="*/ 133 h 396"/>
                <a:gd name="T116" fmla="*/ 223 w 254"/>
                <a:gd name="T117" fmla="*/ 55 h 396"/>
                <a:gd name="T118" fmla="*/ 242 w 254"/>
                <a:gd name="T119" fmla="*/ 55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54" h="396">
                  <a:moveTo>
                    <a:pt x="242" y="98"/>
                  </a:moveTo>
                  <a:cubicBezTo>
                    <a:pt x="242" y="86"/>
                    <a:pt x="242" y="86"/>
                    <a:pt x="242" y="86"/>
                  </a:cubicBezTo>
                  <a:cubicBezTo>
                    <a:pt x="245" y="86"/>
                    <a:pt x="245" y="86"/>
                    <a:pt x="245" y="86"/>
                  </a:cubicBezTo>
                  <a:cubicBezTo>
                    <a:pt x="250" y="86"/>
                    <a:pt x="254" y="82"/>
                    <a:pt x="254" y="77"/>
                  </a:cubicBezTo>
                  <a:cubicBezTo>
                    <a:pt x="254" y="33"/>
                    <a:pt x="254" y="33"/>
                    <a:pt x="254" y="33"/>
                  </a:cubicBezTo>
                  <a:cubicBezTo>
                    <a:pt x="254" y="28"/>
                    <a:pt x="250" y="24"/>
                    <a:pt x="245" y="24"/>
                  </a:cubicBezTo>
                  <a:cubicBezTo>
                    <a:pt x="238" y="24"/>
                    <a:pt x="238" y="24"/>
                    <a:pt x="238" y="24"/>
                  </a:cubicBezTo>
                  <a:cubicBezTo>
                    <a:pt x="238" y="23"/>
                    <a:pt x="238" y="23"/>
                    <a:pt x="238" y="22"/>
                  </a:cubicBezTo>
                  <a:cubicBezTo>
                    <a:pt x="238" y="21"/>
                    <a:pt x="238" y="21"/>
                    <a:pt x="238" y="20"/>
                  </a:cubicBezTo>
                  <a:cubicBezTo>
                    <a:pt x="240" y="20"/>
                    <a:pt x="240" y="20"/>
                    <a:pt x="240" y="20"/>
                  </a:cubicBezTo>
                  <a:cubicBezTo>
                    <a:pt x="246" y="20"/>
                    <a:pt x="252" y="15"/>
                    <a:pt x="252" y="8"/>
                  </a:cubicBezTo>
                  <a:cubicBezTo>
                    <a:pt x="248" y="8"/>
                    <a:pt x="248" y="8"/>
                    <a:pt x="248" y="8"/>
                  </a:cubicBezTo>
                  <a:cubicBezTo>
                    <a:pt x="248" y="13"/>
                    <a:pt x="244" y="16"/>
                    <a:pt x="240" y="16"/>
                  </a:cubicBezTo>
                  <a:cubicBezTo>
                    <a:pt x="237" y="16"/>
                    <a:pt x="237" y="16"/>
                    <a:pt x="237" y="16"/>
                  </a:cubicBezTo>
                  <a:cubicBezTo>
                    <a:pt x="236" y="14"/>
                    <a:pt x="235" y="12"/>
                    <a:pt x="233" y="12"/>
                  </a:cubicBezTo>
                  <a:cubicBezTo>
                    <a:pt x="231" y="12"/>
                    <a:pt x="229" y="14"/>
                    <a:pt x="228" y="16"/>
                  </a:cubicBezTo>
                  <a:cubicBezTo>
                    <a:pt x="198" y="16"/>
                    <a:pt x="198" y="16"/>
                    <a:pt x="198" y="16"/>
                  </a:cubicBezTo>
                  <a:cubicBezTo>
                    <a:pt x="198" y="0"/>
                    <a:pt x="198" y="0"/>
                    <a:pt x="198" y="0"/>
                  </a:cubicBezTo>
                  <a:cubicBezTo>
                    <a:pt x="186" y="0"/>
                    <a:pt x="186" y="0"/>
                    <a:pt x="186" y="0"/>
                  </a:cubicBezTo>
                  <a:cubicBezTo>
                    <a:pt x="186" y="16"/>
                    <a:pt x="186" y="16"/>
                    <a:pt x="186" y="16"/>
                  </a:cubicBezTo>
                  <a:cubicBezTo>
                    <a:pt x="144" y="16"/>
                    <a:pt x="144" y="16"/>
                    <a:pt x="144" y="16"/>
                  </a:cubicBezTo>
                  <a:cubicBezTo>
                    <a:pt x="140" y="16"/>
                    <a:pt x="136" y="13"/>
                    <a:pt x="136" y="8"/>
                  </a:cubicBezTo>
                  <a:cubicBezTo>
                    <a:pt x="132" y="8"/>
                    <a:pt x="132" y="8"/>
                    <a:pt x="132" y="8"/>
                  </a:cubicBezTo>
                  <a:cubicBezTo>
                    <a:pt x="132" y="15"/>
                    <a:pt x="138" y="20"/>
                    <a:pt x="144" y="20"/>
                  </a:cubicBezTo>
                  <a:cubicBezTo>
                    <a:pt x="186" y="20"/>
                    <a:pt x="186" y="20"/>
                    <a:pt x="186" y="20"/>
                  </a:cubicBezTo>
                  <a:cubicBezTo>
                    <a:pt x="186" y="153"/>
                    <a:pt x="186" y="153"/>
                    <a:pt x="186" y="153"/>
                  </a:cubicBezTo>
                  <a:cubicBezTo>
                    <a:pt x="160" y="143"/>
                    <a:pt x="150" y="130"/>
                    <a:pt x="140" y="117"/>
                  </a:cubicBezTo>
                  <a:cubicBezTo>
                    <a:pt x="133" y="108"/>
                    <a:pt x="119" y="93"/>
                    <a:pt x="97" y="84"/>
                  </a:cubicBezTo>
                  <a:cubicBezTo>
                    <a:pt x="87" y="94"/>
                    <a:pt x="87" y="94"/>
                    <a:pt x="87" y="94"/>
                  </a:cubicBezTo>
                  <a:cubicBezTo>
                    <a:pt x="77" y="84"/>
                    <a:pt x="77" y="84"/>
                    <a:pt x="77" y="84"/>
                  </a:cubicBezTo>
                  <a:cubicBezTo>
                    <a:pt x="77" y="84"/>
                    <a:pt x="77" y="84"/>
                    <a:pt x="77" y="84"/>
                  </a:cubicBezTo>
                  <a:cubicBezTo>
                    <a:pt x="72" y="85"/>
                    <a:pt x="0" y="109"/>
                    <a:pt x="10" y="209"/>
                  </a:cubicBezTo>
                  <a:cubicBezTo>
                    <a:pt x="11" y="218"/>
                    <a:pt x="17" y="224"/>
                    <a:pt x="25" y="224"/>
                  </a:cubicBezTo>
                  <a:cubicBezTo>
                    <a:pt x="26" y="224"/>
                    <a:pt x="27" y="224"/>
                    <a:pt x="27" y="224"/>
                  </a:cubicBezTo>
                  <a:cubicBezTo>
                    <a:pt x="36" y="223"/>
                    <a:pt x="42" y="215"/>
                    <a:pt x="41" y="206"/>
                  </a:cubicBezTo>
                  <a:cubicBezTo>
                    <a:pt x="39" y="182"/>
                    <a:pt x="41" y="166"/>
                    <a:pt x="45" y="153"/>
                  </a:cubicBezTo>
                  <a:cubicBezTo>
                    <a:pt x="45" y="153"/>
                    <a:pt x="45" y="197"/>
                    <a:pt x="45" y="210"/>
                  </a:cubicBezTo>
                  <a:cubicBezTo>
                    <a:pt x="45" y="222"/>
                    <a:pt x="48" y="224"/>
                    <a:pt x="48" y="224"/>
                  </a:cubicBezTo>
                  <a:cubicBezTo>
                    <a:pt x="48" y="376"/>
                    <a:pt x="48" y="376"/>
                    <a:pt x="48" y="376"/>
                  </a:cubicBezTo>
                  <a:cubicBezTo>
                    <a:pt x="48" y="386"/>
                    <a:pt x="56" y="394"/>
                    <a:pt x="66" y="394"/>
                  </a:cubicBezTo>
                  <a:cubicBezTo>
                    <a:pt x="77" y="394"/>
                    <a:pt x="85" y="386"/>
                    <a:pt x="85" y="376"/>
                  </a:cubicBezTo>
                  <a:cubicBezTo>
                    <a:pt x="85" y="246"/>
                    <a:pt x="85" y="246"/>
                    <a:pt x="85" y="246"/>
                  </a:cubicBezTo>
                  <a:cubicBezTo>
                    <a:pt x="86" y="246"/>
                    <a:pt x="87" y="246"/>
                    <a:pt x="87" y="246"/>
                  </a:cubicBezTo>
                  <a:cubicBezTo>
                    <a:pt x="88" y="246"/>
                    <a:pt x="88" y="246"/>
                    <a:pt x="88" y="246"/>
                  </a:cubicBezTo>
                  <a:cubicBezTo>
                    <a:pt x="88" y="376"/>
                    <a:pt x="88" y="376"/>
                    <a:pt x="88" y="376"/>
                  </a:cubicBezTo>
                  <a:cubicBezTo>
                    <a:pt x="88" y="386"/>
                    <a:pt x="96" y="394"/>
                    <a:pt x="107" y="394"/>
                  </a:cubicBezTo>
                  <a:cubicBezTo>
                    <a:pt x="117" y="394"/>
                    <a:pt x="125" y="386"/>
                    <a:pt x="125" y="376"/>
                  </a:cubicBezTo>
                  <a:cubicBezTo>
                    <a:pt x="125" y="225"/>
                    <a:pt x="125" y="225"/>
                    <a:pt x="125" y="225"/>
                  </a:cubicBezTo>
                  <a:cubicBezTo>
                    <a:pt x="125" y="225"/>
                    <a:pt x="129" y="222"/>
                    <a:pt x="129" y="210"/>
                  </a:cubicBezTo>
                  <a:cubicBezTo>
                    <a:pt x="129" y="153"/>
                    <a:pt x="129" y="153"/>
                    <a:pt x="129" y="153"/>
                  </a:cubicBezTo>
                  <a:cubicBezTo>
                    <a:pt x="140" y="165"/>
                    <a:pt x="156" y="177"/>
                    <a:pt x="183" y="185"/>
                  </a:cubicBezTo>
                  <a:cubicBezTo>
                    <a:pt x="184" y="186"/>
                    <a:pt x="185" y="186"/>
                    <a:pt x="186" y="186"/>
                  </a:cubicBezTo>
                  <a:cubicBezTo>
                    <a:pt x="186" y="354"/>
                    <a:pt x="186" y="354"/>
                    <a:pt x="186" y="354"/>
                  </a:cubicBezTo>
                  <a:cubicBezTo>
                    <a:pt x="178" y="354"/>
                    <a:pt x="178" y="354"/>
                    <a:pt x="178" y="354"/>
                  </a:cubicBezTo>
                  <a:cubicBezTo>
                    <a:pt x="166" y="354"/>
                    <a:pt x="155" y="362"/>
                    <a:pt x="150" y="374"/>
                  </a:cubicBezTo>
                  <a:cubicBezTo>
                    <a:pt x="145" y="375"/>
                    <a:pt x="142" y="379"/>
                    <a:pt x="142" y="385"/>
                  </a:cubicBezTo>
                  <a:cubicBezTo>
                    <a:pt x="142" y="391"/>
                    <a:pt x="147" y="396"/>
                    <a:pt x="154" y="396"/>
                  </a:cubicBezTo>
                  <a:cubicBezTo>
                    <a:pt x="160" y="396"/>
                    <a:pt x="165" y="391"/>
                    <a:pt x="165" y="385"/>
                  </a:cubicBezTo>
                  <a:cubicBezTo>
                    <a:pt x="165" y="382"/>
                    <a:pt x="164" y="379"/>
                    <a:pt x="162" y="377"/>
                  </a:cubicBezTo>
                  <a:cubicBezTo>
                    <a:pt x="165" y="371"/>
                    <a:pt x="171" y="366"/>
                    <a:pt x="178" y="366"/>
                  </a:cubicBezTo>
                  <a:cubicBezTo>
                    <a:pt x="201" y="366"/>
                    <a:pt x="201" y="366"/>
                    <a:pt x="201" y="366"/>
                  </a:cubicBezTo>
                  <a:cubicBezTo>
                    <a:pt x="206" y="366"/>
                    <a:pt x="206" y="366"/>
                    <a:pt x="206" y="366"/>
                  </a:cubicBezTo>
                  <a:cubicBezTo>
                    <a:pt x="213" y="366"/>
                    <a:pt x="219" y="371"/>
                    <a:pt x="222" y="377"/>
                  </a:cubicBezTo>
                  <a:cubicBezTo>
                    <a:pt x="220" y="379"/>
                    <a:pt x="219" y="382"/>
                    <a:pt x="219" y="385"/>
                  </a:cubicBezTo>
                  <a:cubicBezTo>
                    <a:pt x="219" y="391"/>
                    <a:pt x="224" y="396"/>
                    <a:pt x="230" y="396"/>
                  </a:cubicBezTo>
                  <a:cubicBezTo>
                    <a:pt x="237" y="396"/>
                    <a:pt x="242" y="391"/>
                    <a:pt x="242" y="385"/>
                  </a:cubicBezTo>
                  <a:cubicBezTo>
                    <a:pt x="242" y="379"/>
                    <a:pt x="239" y="375"/>
                    <a:pt x="234" y="374"/>
                  </a:cubicBezTo>
                  <a:cubicBezTo>
                    <a:pt x="229" y="362"/>
                    <a:pt x="218" y="354"/>
                    <a:pt x="206" y="354"/>
                  </a:cubicBezTo>
                  <a:cubicBezTo>
                    <a:pt x="202" y="354"/>
                    <a:pt x="202" y="354"/>
                    <a:pt x="202" y="354"/>
                  </a:cubicBezTo>
                  <a:cubicBezTo>
                    <a:pt x="198" y="354"/>
                    <a:pt x="198" y="354"/>
                    <a:pt x="198" y="354"/>
                  </a:cubicBezTo>
                  <a:cubicBezTo>
                    <a:pt x="198" y="354"/>
                    <a:pt x="198" y="354"/>
                    <a:pt x="198" y="354"/>
                  </a:cubicBezTo>
                  <a:cubicBezTo>
                    <a:pt x="198" y="182"/>
                    <a:pt x="198" y="182"/>
                    <a:pt x="198" y="182"/>
                  </a:cubicBezTo>
                  <a:cubicBezTo>
                    <a:pt x="200" y="181"/>
                    <a:pt x="202" y="178"/>
                    <a:pt x="203" y="175"/>
                  </a:cubicBezTo>
                  <a:cubicBezTo>
                    <a:pt x="204" y="172"/>
                    <a:pt x="204" y="170"/>
                    <a:pt x="204" y="168"/>
                  </a:cubicBezTo>
                  <a:cubicBezTo>
                    <a:pt x="212" y="170"/>
                    <a:pt x="222" y="172"/>
                    <a:pt x="226" y="173"/>
                  </a:cubicBezTo>
                  <a:cubicBezTo>
                    <a:pt x="229" y="175"/>
                    <a:pt x="232" y="175"/>
                    <a:pt x="235" y="175"/>
                  </a:cubicBezTo>
                  <a:cubicBezTo>
                    <a:pt x="239" y="175"/>
                    <a:pt x="243" y="174"/>
                    <a:pt x="246" y="172"/>
                  </a:cubicBezTo>
                  <a:cubicBezTo>
                    <a:pt x="250" y="169"/>
                    <a:pt x="253" y="164"/>
                    <a:pt x="253" y="157"/>
                  </a:cubicBezTo>
                  <a:cubicBezTo>
                    <a:pt x="254" y="147"/>
                    <a:pt x="250" y="139"/>
                    <a:pt x="247" y="132"/>
                  </a:cubicBezTo>
                  <a:cubicBezTo>
                    <a:pt x="245" y="128"/>
                    <a:pt x="243" y="124"/>
                    <a:pt x="242" y="119"/>
                  </a:cubicBezTo>
                  <a:cubicBezTo>
                    <a:pt x="240" y="114"/>
                    <a:pt x="239" y="104"/>
                    <a:pt x="240" y="98"/>
                  </a:cubicBezTo>
                  <a:cubicBezTo>
                    <a:pt x="242" y="98"/>
                    <a:pt x="242" y="98"/>
                    <a:pt x="242" y="98"/>
                  </a:cubicBezTo>
                  <a:close/>
                  <a:moveTo>
                    <a:pt x="233" y="16"/>
                  </a:moveTo>
                  <a:cubicBezTo>
                    <a:pt x="233" y="16"/>
                    <a:pt x="233" y="16"/>
                    <a:pt x="233" y="16"/>
                  </a:cubicBezTo>
                  <a:cubicBezTo>
                    <a:pt x="233" y="16"/>
                    <a:pt x="233" y="16"/>
                    <a:pt x="233" y="16"/>
                  </a:cubicBezTo>
                  <a:cubicBezTo>
                    <a:pt x="233" y="16"/>
                    <a:pt x="233" y="16"/>
                    <a:pt x="233" y="16"/>
                  </a:cubicBezTo>
                  <a:close/>
                  <a:moveTo>
                    <a:pt x="231" y="20"/>
                  </a:moveTo>
                  <a:cubicBezTo>
                    <a:pt x="234" y="20"/>
                    <a:pt x="234" y="20"/>
                    <a:pt x="234" y="20"/>
                  </a:cubicBezTo>
                  <a:cubicBezTo>
                    <a:pt x="234" y="21"/>
                    <a:pt x="234" y="21"/>
                    <a:pt x="234" y="22"/>
                  </a:cubicBezTo>
                  <a:cubicBezTo>
                    <a:pt x="234" y="23"/>
                    <a:pt x="234" y="23"/>
                    <a:pt x="234" y="24"/>
                  </a:cubicBezTo>
                  <a:cubicBezTo>
                    <a:pt x="231" y="24"/>
                    <a:pt x="231" y="24"/>
                    <a:pt x="231" y="24"/>
                  </a:cubicBezTo>
                  <a:cubicBezTo>
                    <a:pt x="231" y="23"/>
                    <a:pt x="231" y="23"/>
                    <a:pt x="231" y="22"/>
                  </a:cubicBezTo>
                  <a:cubicBezTo>
                    <a:pt x="231" y="21"/>
                    <a:pt x="231" y="21"/>
                    <a:pt x="231" y="20"/>
                  </a:cubicBezTo>
                  <a:close/>
                  <a:moveTo>
                    <a:pt x="245" y="133"/>
                  </a:moveTo>
                  <a:cubicBezTo>
                    <a:pt x="248" y="141"/>
                    <a:pt x="251" y="148"/>
                    <a:pt x="251" y="157"/>
                  </a:cubicBezTo>
                  <a:cubicBezTo>
                    <a:pt x="250" y="163"/>
                    <a:pt x="248" y="168"/>
                    <a:pt x="244" y="170"/>
                  </a:cubicBezTo>
                  <a:cubicBezTo>
                    <a:pt x="240" y="173"/>
                    <a:pt x="234" y="174"/>
                    <a:pt x="226" y="171"/>
                  </a:cubicBezTo>
                  <a:cubicBezTo>
                    <a:pt x="223" y="170"/>
                    <a:pt x="213" y="167"/>
                    <a:pt x="203" y="165"/>
                  </a:cubicBezTo>
                  <a:cubicBezTo>
                    <a:pt x="202" y="162"/>
                    <a:pt x="200" y="160"/>
                    <a:pt x="198" y="158"/>
                  </a:cubicBezTo>
                  <a:cubicBezTo>
                    <a:pt x="198" y="20"/>
                    <a:pt x="198" y="20"/>
                    <a:pt x="198" y="20"/>
                  </a:cubicBezTo>
                  <a:cubicBezTo>
                    <a:pt x="227" y="20"/>
                    <a:pt x="227" y="20"/>
                    <a:pt x="227" y="20"/>
                  </a:cubicBezTo>
                  <a:cubicBezTo>
                    <a:pt x="227" y="21"/>
                    <a:pt x="227" y="21"/>
                    <a:pt x="227" y="22"/>
                  </a:cubicBezTo>
                  <a:cubicBezTo>
                    <a:pt x="227" y="23"/>
                    <a:pt x="227" y="23"/>
                    <a:pt x="227" y="24"/>
                  </a:cubicBezTo>
                  <a:cubicBezTo>
                    <a:pt x="220" y="24"/>
                    <a:pt x="220" y="24"/>
                    <a:pt x="220" y="24"/>
                  </a:cubicBezTo>
                  <a:cubicBezTo>
                    <a:pt x="215" y="24"/>
                    <a:pt x="211" y="28"/>
                    <a:pt x="211" y="33"/>
                  </a:cubicBezTo>
                  <a:cubicBezTo>
                    <a:pt x="211" y="77"/>
                    <a:pt x="211" y="77"/>
                    <a:pt x="211" y="77"/>
                  </a:cubicBezTo>
                  <a:cubicBezTo>
                    <a:pt x="211" y="82"/>
                    <a:pt x="215" y="86"/>
                    <a:pt x="220" y="86"/>
                  </a:cubicBezTo>
                  <a:cubicBezTo>
                    <a:pt x="223" y="86"/>
                    <a:pt x="223" y="86"/>
                    <a:pt x="223" y="86"/>
                  </a:cubicBezTo>
                  <a:cubicBezTo>
                    <a:pt x="223" y="91"/>
                    <a:pt x="223" y="91"/>
                    <a:pt x="223" y="91"/>
                  </a:cubicBezTo>
                  <a:cubicBezTo>
                    <a:pt x="230" y="91"/>
                    <a:pt x="230" y="91"/>
                    <a:pt x="230" y="91"/>
                  </a:cubicBezTo>
                  <a:cubicBezTo>
                    <a:pt x="230" y="86"/>
                    <a:pt x="230" y="86"/>
                    <a:pt x="230" y="86"/>
                  </a:cubicBezTo>
                  <a:cubicBezTo>
                    <a:pt x="235" y="86"/>
                    <a:pt x="235" y="86"/>
                    <a:pt x="235" y="86"/>
                  </a:cubicBezTo>
                  <a:cubicBezTo>
                    <a:pt x="235" y="98"/>
                    <a:pt x="235" y="98"/>
                    <a:pt x="235" y="98"/>
                  </a:cubicBezTo>
                  <a:cubicBezTo>
                    <a:pt x="237" y="98"/>
                    <a:pt x="237" y="98"/>
                    <a:pt x="237" y="98"/>
                  </a:cubicBezTo>
                  <a:cubicBezTo>
                    <a:pt x="237" y="105"/>
                    <a:pt x="238" y="114"/>
                    <a:pt x="239" y="120"/>
                  </a:cubicBezTo>
                  <a:cubicBezTo>
                    <a:pt x="241" y="125"/>
                    <a:pt x="243" y="129"/>
                    <a:pt x="245" y="133"/>
                  </a:cubicBezTo>
                  <a:close/>
                  <a:moveTo>
                    <a:pt x="233" y="65"/>
                  </a:moveTo>
                  <a:cubicBezTo>
                    <a:pt x="228" y="65"/>
                    <a:pt x="223" y="60"/>
                    <a:pt x="223" y="55"/>
                  </a:cubicBezTo>
                  <a:cubicBezTo>
                    <a:pt x="223" y="50"/>
                    <a:pt x="233" y="35"/>
                    <a:pt x="233" y="35"/>
                  </a:cubicBezTo>
                  <a:cubicBezTo>
                    <a:pt x="233" y="35"/>
                    <a:pt x="242" y="50"/>
                    <a:pt x="242" y="55"/>
                  </a:cubicBezTo>
                  <a:cubicBezTo>
                    <a:pt x="242" y="60"/>
                    <a:pt x="238" y="65"/>
                    <a:pt x="233" y="65"/>
                  </a:cubicBezTo>
                  <a:close/>
                </a:path>
              </a:pathLst>
            </a:custGeom>
            <a:solidFill>
              <a:srgbClr val="B22C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94"/>
            <p:cNvSpPr>
              <a:spLocks/>
            </p:cNvSpPr>
            <p:nvPr/>
          </p:nvSpPr>
          <p:spPr bwMode="auto">
            <a:xfrm>
              <a:off x="8113713" y="2827338"/>
              <a:ext cx="396875" cy="241300"/>
            </a:xfrm>
            <a:custGeom>
              <a:avLst/>
              <a:gdLst>
                <a:gd name="T0" fmla="*/ 14 w 106"/>
                <a:gd name="T1" fmla="*/ 20 h 64"/>
                <a:gd name="T2" fmla="*/ 13 w 106"/>
                <a:gd name="T3" fmla="*/ 23 h 64"/>
                <a:gd name="T4" fmla="*/ 5 w 106"/>
                <a:gd name="T5" fmla="*/ 29 h 64"/>
                <a:gd name="T6" fmla="*/ 7 w 106"/>
                <a:gd name="T7" fmla="*/ 41 h 64"/>
                <a:gd name="T8" fmla="*/ 24 w 106"/>
                <a:gd name="T9" fmla="*/ 27 h 64"/>
                <a:gd name="T10" fmla="*/ 24 w 106"/>
                <a:gd name="T11" fmla="*/ 27 h 64"/>
                <a:gd name="T12" fmla="*/ 65 w 106"/>
                <a:gd name="T13" fmla="*/ 64 h 64"/>
                <a:gd name="T14" fmla="*/ 106 w 106"/>
                <a:gd name="T15" fmla="*/ 23 h 64"/>
                <a:gd name="T16" fmla="*/ 101 w 106"/>
                <a:gd name="T17" fmla="*/ 4 h 64"/>
                <a:gd name="T18" fmla="*/ 29 w 106"/>
                <a:gd name="T19" fmla="*/ 23 h 64"/>
                <a:gd name="T20" fmla="*/ 28 w 106"/>
                <a:gd name="T21" fmla="*/ 14 h 64"/>
                <a:gd name="T22" fmla="*/ 52 w 106"/>
                <a:gd name="T23" fmla="*/ 3 h 64"/>
                <a:gd name="T24" fmla="*/ 28 w 106"/>
                <a:gd name="T25" fmla="*/ 9 h 64"/>
                <a:gd name="T26" fmla="*/ 28 w 106"/>
                <a:gd name="T27" fmla="*/ 9 h 64"/>
                <a:gd name="T28" fmla="*/ 26 w 106"/>
                <a:gd name="T29" fmla="*/ 9 h 64"/>
                <a:gd name="T30" fmla="*/ 26 w 106"/>
                <a:gd name="T31" fmla="*/ 10 h 64"/>
                <a:gd name="T32" fmla="*/ 21 w 106"/>
                <a:gd name="T33" fmla="*/ 10 h 64"/>
                <a:gd name="T34" fmla="*/ 11 w 106"/>
                <a:gd name="T35" fmla="*/ 0 h 64"/>
                <a:gd name="T36" fmla="*/ 0 w 106"/>
                <a:gd name="T37" fmla="*/ 3 h 64"/>
                <a:gd name="T38" fmla="*/ 14 w 106"/>
                <a:gd name="T39" fmla="*/ 2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6" h="64">
                  <a:moveTo>
                    <a:pt x="14" y="20"/>
                  </a:moveTo>
                  <a:cubicBezTo>
                    <a:pt x="14" y="21"/>
                    <a:pt x="13" y="22"/>
                    <a:pt x="13" y="23"/>
                  </a:cubicBezTo>
                  <a:cubicBezTo>
                    <a:pt x="11" y="27"/>
                    <a:pt x="11" y="28"/>
                    <a:pt x="5" y="29"/>
                  </a:cubicBezTo>
                  <a:cubicBezTo>
                    <a:pt x="7" y="41"/>
                    <a:pt x="7" y="41"/>
                    <a:pt x="7" y="41"/>
                  </a:cubicBezTo>
                  <a:cubicBezTo>
                    <a:pt x="19" y="39"/>
                    <a:pt x="22" y="32"/>
                    <a:pt x="24" y="27"/>
                  </a:cubicBezTo>
                  <a:cubicBezTo>
                    <a:pt x="24" y="27"/>
                    <a:pt x="24" y="27"/>
                    <a:pt x="24" y="27"/>
                  </a:cubicBezTo>
                  <a:cubicBezTo>
                    <a:pt x="26" y="48"/>
                    <a:pt x="44" y="64"/>
                    <a:pt x="65" y="64"/>
                  </a:cubicBezTo>
                  <a:cubicBezTo>
                    <a:pt x="87" y="64"/>
                    <a:pt x="106" y="45"/>
                    <a:pt x="106" y="23"/>
                  </a:cubicBezTo>
                  <a:cubicBezTo>
                    <a:pt x="106" y="16"/>
                    <a:pt x="104" y="9"/>
                    <a:pt x="101" y="4"/>
                  </a:cubicBezTo>
                  <a:cubicBezTo>
                    <a:pt x="29" y="23"/>
                    <a:pt x="29" y="23"/>
                    <a:pt x="29" y="23"/>
                  </a:cubicBezTo>
                  <a:cubicBezTo>
                    <a:pt x="28" y="14"/>
                    <a:pt x="28" y="14"/>
                    <a:pt x="28" y="14"/>
                  </a:cubicBezTo>
                  <a:cubicBezTo>
                    <a:pt x="52" y="3"/>
                    <a:pt x="52" y="3"/>
                    <a:pt x="52" y="3"/>
                  </a:cubicBezTo>
                  <a:cubicBezTo>
                    <a:pt x="28" y="9"/>
                    <a:pt x="28" y="9"/>
                    <a:pt x="28" y="9"/>
                  </a:cubicBezTo>
                  <a:cubicBezTo>
                    <a:pt x="28" y="9"/>
                    <a:pt x="28" y="9"/>
                    <a:pt x="28" y="9"/>
                  </a:cubicBezTo>
                  <a:cubicBezTo>
                    <a:pt x="26" y="9"/>
                    <a:pt x="26" y="9"/>
                    <a:pt x="26" y="9"/>
                  </a:cubicBezTo>
                  <a:cubicBezTo>
                    <a:pt x="26" y="9"/>
                    <a:pt x="26" y="10"/>
                    <a:pt x="26" y="10"/>
                  </a:cubicBezTo>
                  <a:cubicBezTo>
                    <a:pt x="25" y="10"/>
                    <a:pt x="22" y="11"/>
                    <a:pt x="21" y="10"/>
                  </a:cubicBezTo>
                  <a:cubicBezTo>
                    <a:pt x="17" y="9"/>
                    <a:pt x="13" y="4"/>
                    <a:pt x="11" y="0"/>
                  </a:cubicBezTo>
                  <a:cubicBezTo>
                    <a:pt x="0" y="3"/>
                    <a:pt x="0" y="3"/>
                    <a:pt x="0" y="3"/>
                  </a:cubicBezTo>
                  <a:cubicBezTo>
                    <a:pt x="2" y="10"/>
                    <a:pt x="8" y="17"/>
                    <a:pt x="14" y="20"/>
                  </a:cubicBezTo>
                  <a:close/>
                </a:path>
              </a:pathLst>
            </a:custGeom>
            <a:solidFill>
              <a:srgbClr val="B22C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7" name="组合 106"/>
          <p:cNvGrpSpPr/>
          <p:nvPr/>
        </p:nvGrpSpPr>
        <p:grpSpPr>
          <a:xfrm>
            <a:off x="9186863" y="2670176"/>
            <a:ext cx="1408113" cy="1490662"/>
            <a:chOff x="9186863" y="2670176"/>
            <a:chExt cx="1408113" cy="1490662"/>
          </a:xfrm>
        </p:grpSpPr>
        <p:sp>
          <p:nvSpPr>
            <p:cNvPr id="108" name="Freeform 95"/>
            <p:cNvSpPr>
              <a:spLocks/>
            </p:cNvSpPr>
            <p:nvPr/>
          </p:nvSpPr>
          <p:spPr bwMode="auto">
            <a:xfrm>
              <a:off x="9498013" y="2670176"/>
              <a:ext cx="398463" cy="368300"/>
            </a:xfrm>
            <a:custGeom>
              <a:avLst/>
              <a:gdLst>
                <a:gd name="T0" fmla="*/ 35 w 106"/>
                <a:gd name="T1" fmla="*/ 93 h 98"/>
                <a:gd name="T2" fmla="*/ 83 w 106"/>
                <a:gd name="T3" fmla="*/ 62 h 98"/>
                <a:gd name="T4" fmla="*/ 84 w 106"/>
                <a:gd name="T5" fmla="*/ 48 h 98"/>
                <a:gd name="T6" fmla="*/ 106 w 106"/>
                <a:gd name="T7" fmla="*/ 0 h 98"/>
                <a:gd name="T8" fmla="*/ 75 w 106"/>
                <a:gd name="T9" fmla="*/ 8 h 98"/>
                <a:gd name="T10" fmla="*/ 36 w 106"/>
                <a:gd name="T11" fmla="*/ 0 h 98"/>
                <a:gd name="T12" fmla="*/ 30 w 106"/>
                <a:gd name="T13" fmla="*/ 16 h 98"/>
                <a:gd name="T14" fmla="*/ 30 w 106"/>
                <a:gd name="T15" fmla="*/ 16 h 98"/>
                <a:gd name="T16" fmla="*/ 5 w 106"/>
                <a:gd name="T17" fmla="*/ 45 h 98"/>
                <a:gd name="T18" fmla="*/ 35 w 106"/>
                <a:gd name="T19" fmla="*/ 93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6" h="98">
                  <a:moveTo>
                    <a:pt x="35" y="93"/>
                  </a:moveTo>
                  <a:cubicBezTo>
                    <a:pt x="57" y="98"/>
                    <a:pt x="79" y="84"/>
                    <a:pt x="83" y="62"/>
                  </a:cubicBezTo>
                  <a:cubicBezTo>
                    <a:pt x="84" y="57"/>
                    <a:pt x="84" y="52"/>
                    <a:pt x="84" y="48"/>
                  </a:cubicBezTo>
                  <a:cubicBezTo>
                    <a:pt x="106" y="0"/>
                    <a:pt x="106" y="0"/>
                    <a:pt x="106" y="0"/>
                  </a:cubicBezTo>
                  <a:cubicBezTo>
                    <a:pt x="75" y="8"/>
                    <a:pt x="75" y="8"/>
                    <a:pt x="75" y="8"/>
                  </a:cubicBezTo>
                  <a:cubicBezTo>
                    <a:pt x="36" y="0"/>
                    <a:pt x="36" y="0"/>
                    <a:pt x="36" y="0"/>
                  </a:cubicBezTo>
                  <a:cubicBezTo>
                    <a:pt x="30" y="16"/>
                    <a:pt x="30" y="16"/>
                    <a:pt x="30" y="16"/>
                  </a:cubicBezTo>
                  <a:cubicBezTo>
                    <a:pt x="30" y="16"/>
                    <a:pt x="30" y="16"/>
                    <a:pt x="30" y="16"/>
                  </a:cubicBezTo>
                  <a:cubicBezTo>
                    <a:pt x="17" y="21"/>
                    <a:pt x="8" y="31"/>
                    <a:pt x="5" y="45"/>
                  </a:cubicBezTo>
                  <a:cubicBezTo>
                    <a:pt x="0" y="67"/>
                    <a:pt x="14" y="88"/>
                    <a:pt x="35" y="93"/>
                  </a:cubicBezTo>
                  <a:close/>
                </a:path>
              </a:pathLst>
            </a:custGeom>
            <a:solidFill>
              <a:srgbClr val="4756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Oval 96"/>
            <p:cNvSpPr>
              <a:spLocks noChangeArrowheads="1"/>
            </p:cNvSpPr>
            <p:nvPr/>
          </p:nvSpPr>
          <p:spPr bwMode="auto">
            <a:xfrm>
              <a:off x="10061576" y="2921001"/>
              <a:ext cx="280988" cy="285750"/>
            </a:xfrm>
            <a:prstGeom prst="ellipse">
              <a:avLst/>
            </a:prstGeom>
            <a:solidFill>
              <a:srgbClr val="4756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97"/>
            <p:cNvSpPr>
              <a:spLocks/>
            </p:cNvSpPr>
            <p:nvPr/>
          </p:nvSpPr>
          <p:spPr bwMode="auto">
            <a:xfrm>
              <a:off x="10463213" y="4052888"/>
              <a:ext cx="131763" cy="107950"/>
            </a:xfrm>
            <a:custGeom>
              <a:avLst/>
              <a:gdLst>
                <a:gd name="T0" fmla="*/ 32 w 35"/>
                <a:gd name="T1" fmla="*/ 6 h 29"/>
                <a:gd name="T2" fmla="*/ 31 w 35"/>
                <a:gd name="T3" fmla="*/ 0 h 29"/>
                <a:gd name="T4" fmla="*/ 0 w 35"/>
                <a:gd name="T5" fmla="*/ 15 h 29"/>
                <a:gd name="T6" fmla="*/ 20 w 35"/>
                <a:gd name="T7" fmla="*/ 27 h 29"/>
                <a:gd name="T8" fmla="*/ 32 w 35"/>
                <a:gd name="T9" fmla="*/ 6 h 29"/>
              </a:gdLst>
              <a:ahLst/>
              <a:cxnLst>
                <a:cxn ang="0">
                  <a:pos x="T0" y="T1"/>
                </a:cxn>
                <a:cxn ang="0">
                  <a:pos x="T2" y="T3"/>
                </a:cxn>
                <a:cxn ang="0">
                  <a:pos x="T4" y="T5"/>
                </a:cxn>
                <a:cxn ang="0">
                  <a:pos x="T6" y="T7"/>
                </a:cxn>
                <a:cxn ang="0">
                  <a:pos x="T8" y="T9"/>
                </a:cxn>
              </a:cxnLst>
              <a:rect l="0" t="0" r="r" b="b"/>
              <a:pathLst>
                <a:path w="35" h="29">
                  <a:moveTo>
                    <a:pt x="32" y="6"/>
                  </a:moveTo>
                  <a:cubicBezTo>
                    <a:pt x="31" y="0"/>
                    <a:pt x="31" y="0"/>
                    <a:pt x="31" y="0"/>
                  </a:cubicBezTo>
                  <a:cubicBezTo>
                    <a:pt x="0" y="15"/>
                    <a:pt x="0" y="15"/>
                    <a:pt x="0" y="15"/>
                  </a:cubicBezTo>
                  <a:cubicBezTo>
                    <a:pt x="2" y="24"/>
                    <a:pt x="11" y="29"/>
                    <a:pt x="20" y="27"/>
                  </a:cubicBezTo>
                  <a:cubicBezTo>
                    <a:pt x="29" y="24"/>
                    <a:pt x="35" y="15"/>
                    <a:pt x="32" y="6"/>
                  </a:cubicBezTo>
                  <a:close/>
                </a:path>
              </a:pathLst>
            </a:custGeom>
            <a:solidFill>
              <a:srgbClr val="4756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98"/>
            <p:cNvSpPr>
              <a:spLocks/>
            </p:cNvSpPr>
            <p:nvPr/>
          </p:nvSpPr>
          <p:spPr bwMode="auto">
            <a:xfrm>
              <a:off x="10440988" y="4014788"/>
              <a:ext cx="130175" cy="68263"/>
            </a:xfrm>
            <a:custGeom>
              <a:avLst/>
              <a:gdLst>
                <a:gd name="T0" fmla="*/ 80 w 82"/>
                <a:gd name="T1" fmla="*/ 0 h 43"/>
                <a:gd name="T2" fmla="*/ 0 w 82"/>
                <a:gd name="T3" fmla="*/ 10 h 43"/>
                <a:gd name="T4" fmla="*/ 9 w 82"/>
                <a:gd name="T5" fmla="*/ 43 h 43"/>
                <a:gd name="T6" fmla="*/ 82 w 82"/>
                <a:gd name="T7" fmla="*/ 10 h 43"/>
                <a:gd name="T8" fmla="*/ 80 w 82"/>
                <a:gd name="T9" fmla="*/ 0 h 43"/>
              </a:gdLst>
              <a:ahLst/>
              <a:cxnLst>
                <a:cxn ang="0">
                  <a:pos x="T0" y="T1"/>
                </a:cxn>
                <a:cxn ang="0">
                  <a:pos x="T2" y="T3"/>
                </a:cxn>
                <a:cxn ang="0">
                  <a:pos x="T4" y="T5"/>
                </a:cxn>
                <a:cxn ang="0">
                  <a:pos x="T6" y="T7"/>
                </a:cxn>
                <a:cxn ang="0">
                  <a:pos x="T8" y="T9"/>
                </a:cxn>
              </a:cxnLst>
              <a:rect l="0" t="0" r="r" b="b"/>
              <a:pathLst>
                <a:path w="82" h="43">
                  <a:moveTo>
                    <a:pt x="80" y="0"/>
                  </a:moveTo>
                  <a:lnTo>
                    <a:pt x="0" y="10"/>
                  </a:lnTo>
                  <a:lnTo>
                    <a:pt x="9" y="43"/>
                  </a:lnTo>
                  <a:lnTo>
                    <a:pt x="82" y="10"/>
                  </a:lnTo>
                  <a:lnTo>
                    <a:pt x="80" y="0"/>
                  </a:lnTo>
                  <a:close/>
                </a:path>
              </a:pathLst>
            </a:custGeom>
            <a:solidFill>
              <a:srgbClr val="4756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99"/>
            <p:cNvSpPr>
              <a:spLocks noEditPoints="1"/>
            </p:cNvSpPr>
            <p:nvPr/>
          </p:nvSpPr>
          <p:spPr bwMode="auto">
            <a:xfrm>
              <a:off x="9186863" y="3014663"/>
              <a:ext cx="1373188" cy="1123950"/>
            </a:xfrm>
            <a:custGeom>
              <a:avLst/>
              <a:gdLst>
                <a:gd name="T0" fmla="*/ 333 w 366"/>
                <a:gd name="T1" fmla="*/ 259 h 299"/>
                <a:gd name="T2" fmla="*/ 333 w 366"/>
                <a:gd name="T3" fmla="*/ 257 h 299"/>
                <a:gd name="T4" fmla="*/ 361 w 366"/>
                <a:gd name="T5" fmla="*/ 240 h 299"/>
                <a:gd name="T6" fmla="*/ 341 w 366"/>
                <a:gd name="T7" fmla="*/ 168 h 299"/>
                <a:gd name="T8" fmla="*/ 356 w 366"/>
                <a:gd name="T9" fmla="*/ 153 h 299"/>
                <a:gd name="T10" fmla="*/ 297 w 366"/>
                <a:gd name="T11" fmla="*/ 82 h 299"/>
                <a:gd name="T12" fmla="*/ 270 w 366"/>
                <a:gd name="T13" fmla="*/ 53 h 299"/>
                <a:gd name="T14" fmla="*/ 254 w 366"/>
                <a:gd name="T15" fmla="*/ 53 h 299"/>
                <a:gd name="T16" fmla="*/ 227 w 366"/>
                <a:gd name="T17" fmla="*/ 83 h 299"/>
                <a:gd name="T18" fmla="*/ 216 w 366"/>
                <a:gd name="T19" fmla="*/ 80 h 299"/>
                <a:gd name="T20" fmla="*/ 192 w 366"/>
                <a:gd name="T21" fmla="*/ 83 h 299"/>
                <a:gd name="T22" fmla="*/ 140 w 366"/>
                <a:gd name="T23" fmla="*/ 33 h 299"/>
                <a:gd name="T24" fmla="*/ 118 w 366"/>
                <a:gd name="T25" fmla="*/ 3 h 299"/>
                <a:gd name="T26" fmla="*/ 101 w 366"/>
                <a:gd name="T27" fmla="*/ 0 h 299"/>
                <a:gd name="T28" fmla="*/ 67 w 366"/>
                <a:gd name="T29" fmla="*/ 24 h 299"/>
                <a:gd name="T30" fmla="*/ 40 w 366"/>
                <a:gd name="T31" fmla="*/ 194 h 299"/>
                <a:gd name="T32" fmla="*/ 8 w 366"/>
                <a:gd name="T33" fmla="*/ 254 h 299"/>
                <a:gd name="T34" fmla="*/ 34 w 366"/>
                <a:gd name="T35" fmla="*/ 278 h 299"/>
                <a:gd name="T36" fmla="*/ 74 w 366"/>
                <a:gd name="T37" fmla="*/ 193 h 299"/>
                <a:gd name="T38" fmla="*/ 108 w 366"/>
                <a:gd name="T39" fmla="*/ 210 h 299"/>
                <a:gd name="T40" fmla="*/ 122 w 366"/>
                <a:gd name="T41" fmla="*/ 286 h 299"/>
                <a:gd name="T42" fmla="*/ 141 w 366"/>
                <a:gd name="T43" fmla="*/ 269 h 299"/>
                <a:gd name="T44" fmla="*/ 142 w 366"/>
                <a:gd name="T45" fmla="*/ 194 h 299"/>
                <a:gd name="T46" fmla="*/ 126 w 366"/>
                <a:gd name="T47" fmla="*/ 99 h 299"/>
                <a:gd name="T48" fmla="*/ 190 w 366"/>
                <a:gd name="T49" fmla="*/ 118 h 299"/>
                <a:gd name="T50" fmla="*/ 197 w 366"/>
                <a:gd name="T51" fmla="*/ 118 h 299"/>
                <a:gd name="T52" fmla="*/ 197 w 366"/>
                <a:gd name="T53" fmla="*/ 226 h 299"/>
                <a:gd name="T54" fmla="*/ 332 w 366"/>
                <a:gd name="T55" fmla="*/ 263 h 299"/>
                <a:gd name="T56" fmla="*/ 332 w 366"/>
                <a:gd name="T57" fmla="*/ 262 h 299"/>
                <a:gd name="T58" fmla="*/ 366 w 366"/>
                <a:gd name="T59" fmla="*/ 259 h 299"/>
                <a:gd name="T60" fmla="*/ 288 w 366"/>
                <a:gd name="T61" fmla="*/ 145 h 299"/>
                <a:gd name="T62" fmla="*/ 288 w 366"/>
                <a:gd name="T63" fmla="*/ 162 h 299"/>
                <a:gd name="T64" fmla="*/ 269 w 366"/>
                <a:gd name="T65" fmla="*/ 274 h 299"/>
                <a:gd name="T66" fmla="*/ 225 w 366"/>
                <a:gd name="T67" fmla="*/ 209 h 299"/>
                <a:gd name="T68" fmla="*/ 314 w 366"/>
                <a:gd name="T69" fmla="*/ 209 h 299"/>
                <a:gd name="T70" fmla="*/ 269 w 366"/>
                <a:gd name="T71" fmla="*/ 274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66" h="299">
                  <a:moveTo>
                    <a:pt x="363" y="247"/>
                  </a:moveTo>
                  <a:cubicBezTo>
                    <a:pt x="333" y="259"/>
                    <a:pt x="333" y="259"/>
                    <a:pt x="333" y="259"/>
                  </a:cubicBezTo>
                  <a:cubicBezTo>
                    <a:pt x="333" y="259"/>
                    <a:pt x="333" y="259"/>
                    <a:pt x="333" y="259"/>
                  </a:cubicBezTo>
                  <a:cubicBezTo>
                    <a:pt x="333" y="258"/>
                    <a:pt x="333" y="258"/>
                    <a:pt x="333" y="257"/>
                  </a:cubicBezTo>
                  <a:cubicBezTo>
                    <a:pt x="334" y="255"/>
                    <a:pt x="334" y="253"/>
                    <a:pt x="334" y="252"/>
                  </a:cubicBezTo>
                  <a:cubicBezTo>
                    <a:pt x="361" y="240"/>
                    <a:pt x="361" y="240"/>
                    <a:pt x="361" y="240"/>
                  </a:cubicBezTo>
                  <a:cubicBezTo>
                    <a:pt x="344" y="174"/>
                    <a:pt x="344" y="174"/>
                    <a:pt x="344" y="174"/>
                  </a:cubicBezTo>
                  <a:cubicBezTo>
                    <a:pt x="343" y="171"/>
                    <a:pt x="342" y="169"/>
                    <a:pt x="341" y="168"/>
                  </a:cubicBezTo>
                  <a:cubicBezTo>
                    <a:pt x="341" y="168"/>
                    <a:pt x="341" y="168"/>
                    <a:pt x="341" y="168"/>
                  </a:cubicBezTo>
                  <a:cubicBezTo>
                    <a:pt x="349" y="168"/>
                    <a:pt x="356" y="161"/>
                    <a:pt x="356" y="153"/>
                  </a:cubicBezTo>
                  <a:cubicBezTo>
                    <a:pt x="356" y="145"/>
                    <a:pt x="349" y="138"/>
                    <a:pt x="341" y="138"/>
                  </a:cubicBezTo>
                  <a:cubicBezTo>
                    <a:pt x="319" y="138"/>
                    <a:pt x="305" y="129"/>
                    <a:pt x="297" y="82"/>
                  </a:cubicBezTo>
                  <a:cubicBezTo>
                    <a:pt x="297" y="81"/>
                    <a:pt x="297" y="80"/>
                    <a:pt x="297" y="79"/>
                  </a:cubicBezTo>
                  <a:cubicBezTo>
                    <a:pt x="295" y="65"/>
                    <a:pt x="282" y="56"/>
                    <a:pt x="270" y="53"/>
                  </a:cubicBezTo>
                  <a:cubicBezTo>
                    <a:pt x="270" y="53"/>
                    <a:pt x="266" y="52"/>
                    <a:pt x="262" y="52"/>
                  </a:cubicBezTo>
                  <a:cubicBezTo>
                    <a:pt x="258" y="52"/>
                    <a:pt x="254" y="53"/>
                    <a:pt x="254" y="53"/>
                  </a:cubicBezTo>
                  <a:cubicBezTo>
                    <a:pt x="254" y="53"/>
                    <a:pt x="254" y="53"/>
                    <a:pt x="254" y="53"/>
                  </a:cubicBezTo>
                  <a:cubicBezTo>
                    <a:pt x="241" y="57"/>
                    <a:pt x="227" y="67"/>
                    <a:pt x="227" y="83"/>
                  </a:cubicBezTo>
                  <a:cubicBezTo>
                    <a:pt x="227" y="159"/>
                    <a:pt x="227" y="159"/>
                    <a:pt x="227" y="159"/>
                  </a:cubicBezTo>
                  <a:cubicBezTo>
                    <a:pt x="216" y="80"/>
                    <a:pt x="216" y="80"/>
                    <a:pt x="216" y="80"/>
                  </a:cubicBezTo>
                  <a:cubicBezTo>
                    <a:pt x="215" y="73"/>
                    <a:pt x="209" y="68"/>
                    <a:pt x="202" y="69"/>
                  </a:cubicBezTo>
                  <a:cubicBezTo>
                    <a:pt x="196" y="70"/>
                    <a:pt x="191" y="76"/>
                    <a:pt x="192" y="83"/>
                  </a:cubicBezTo>
                  <a:cubicBezTo>
                    <a:pt x="193" y="87"/>
                    <a:pt x="193" y="87"/>
                    <a:pt x="193" y="87"/>
                  </a:cubicBezTo>
                  <a:cubicBezTo>
                    <a:pt x="147" y="81"/>
                    <a:pt x="146" y="74"/>
                    <a:pt x="140" y="33"/>
                  </a:cubicBezTo>
                  <a:cubicBezTo>
                    <a:pt x="140" y="32"/>
                    <a:pt x="139" y="32"/>
                    <a:pt x="139" y="31"/>
                  </a:cubicBezTo>
                  <a:cubicBezTo>
                    <a:pt x="138" y="19"/>
                    <a:pt x="128" y="8"/>
                    <a:pt x="118" y="3"/>
                  </a:cubicBezTo>
                  <a:cubicBezTo>
                    <a:pt x="118" y="3"/>
                    <a:pt x="114" y="1"/>
                    <a:pt x="110" y="0"/>
                  </a:cubicBezTo>
                  <a:cubicBezTo>
                    <a:pt x="105" y="0"/>
                    <a:pt x="101" y="0"/>
                    <a:pt x="101" y="0"/>
                  </a:cubicBezTo>
                  <a:cubicBezTo>
                    <a:pt x="100" y="0"/>
                    <a:pt x="100" y="0"/>
                    <a:pt x="100" y="0"/>
                  </a:cubicBezTo>
                  <a:cubicBezTo>
                    <a:pt x="86" y="0"/>
                    <a:pt x="70" y="8"/>
                    <a:pt x="67" y="24"/>
                  </a:cubicBezTo>
                  <a:cubicBezTo>
                    <a:pt x="0" y="194"/>
                    <a:pt x="0" y="194"/>
                    <a:pt x="0" y="194"/>
                  </a:cubicBezTo>
                  <a:cubicBezTo>
                    <a:pt x="40" y="194"/>
                    <a:pt x="40" y="194"/>
                    <a:pt x="40" y="194"/>
                  </a:cubicBezTo>
                  <a:cubicBezTo>
                    <a:pt x="39" y="201"/>
                    <a:pt x="38" y="207"/>
                    <a:pt x="37" y="209"/>
                  </a:cubicBezTo>
                  <a:cubicBezTo>
                    <a:pt x="36" y="215"/>
                    <a:pt x="22" y="236"/>
                    <a:pt x="8" y="254"/>
                  </a:cubicBezTo>
                  <a:cubicBezTo>
                    <a:pt x="2" y="263"/>
                    <a:pt x="1" y="275"/>
                    <a:pt x="10" y="281"/>
                  </a:cubicBezTo>
                  <a:cubicBezTo>
                    <a:pt x="20" y="287"/>
                    <a:pt x="30" y="284"/>
                    <a:pt x="34" y="278"/>
                  </a:cubicBezTo>
                  <a:cubicBezTo>
                    <a:pt x="41" y="269"/>
                    <a:pt x="64" y="237"/>
                    <a:pt x="69" y="221"/>
                  </a:cubicBezTo>
                  <a:cubicBezTo>
                    <a:pt x="71" y="216"/>
                    <a:pt x="72" y="206"/>
                    <a:pt x="74" y="193"/>
                  </a:cubicBezTo>
                  <a:cubicBezTo>
                    <a:pt x="102" y="193"/>
                    <a:pt x="102" y="193"/>
                    <a:pt x="102" y="193"/>
                  </a:cubicBezTo>
                  <a:cubicBezTo>
                    <a:pt x="105" y="201"/>
                    <a:pt x="108" y="207"/>
                    <a:pt x="108" y="210"/>
                  </a:cubicBezTo>
                  <a:cubicBezTo>
                    <a:pt x="109" y="216"/>
                    <a:pt x="107" y="241"/>
                    <a:pt x="104" y="263"/>
                  </a:cubicBezTo>
                  <a:cubicBezTo>
                    <a:pt x="103" y="274"/>
                    <a:pt x="108" y="287"/>
                    <a:pt x="122" y="286"/>
                  </a:cubicBezTo>
                  <a:cubicBezTo>
                    <a:pt x="123" y="286"/>
                    <a:pt x="119" y="287"/>
                    <a:pt x="120" y="287"/>
                  </a:cubicBezTo>
                  <a:cubicBezTo>
                    <a:pt x="130" y="287"/>
                    <a:pt x="139" y="279"/>
                    <a:pt x="141" y="269"/>
                  </a:cubicBezTo>
                  <a:cubicBezTo>
                    <a:pt x="142" y="257"/>
                    <a:pt x="147" y="218"/>
                    <a:pt x="144" y="202"/>
                  </a:cubicBezTo>
                  <a:cubicBezTo>
                    <a:pt x="144" y="200"/>
                    <a:pt x="143" y="197"/>
                    <a:pt x="142" y="194"/>
                  </a:cubicBezTo>
                  <a:cubicBezTo>
                    <a:pt x="158" y="194"/>
                    <a:pt x="158" y="194"/>
                    <a:pt x="158" y="194"/>
                  </a:cubicBezTo>
                  <a:cubicBezTo>
                    <a:pt x="158" y="194"/>
                    <a:pt x="125" y="123"/>
                    <a:pt x="126" y="99"/>
                  </a:cubicBezTo>
                  <a:cubicBezTo>
                    <a:pt x="127" y="93"/>
                    <a:pt x="127" y="93"/>
                    <a:pt x="127" y="93"/>
                  </a:cubicBezTo>
                  <a:cubicBezTo>
                    <a:pt x="138" y="106"/>
                    <a:pt x="157" y="114"/>
                    <a:pt x="190" y="118"/>
                  </a:cubicBezTo>
                  <a:cubicBezTo>
                    <a:pt x="191" y="119"/>
                    <a:pt x="191" y="119"/>
                    <a:pt x="192" y="119"/>
                  </a:cubicBezTo>
                  <a:cubicBezTo>
                    <a:pt x="194" y="119"/>
                    <a:pt x="195" y="118"/>
                    <a:pt x="197" y="118"/>
                  </a:cubicBezTo>
                  <a:cubicBezTo>
                    <a:pt x="207" y="189"/>
                    <a:pt x="207" y="189"/>
                    <a:pt x="207" y="189"/>
                  </a:cubicBezTo>
                  <a:cubicBezTo>
                    <a:pt x="200" y="200"/>
                    <a:pt x="197" y="212"/>
                    <a:pt x="197" y="226"/>
                  </a:cubicBezTo>
                  <a:cubicBezTo>
                    <a:pt x="197" y="266"/>
                    <a:pt x="229" y="299"/>
                    <a:pt x="269" y="299"/>
                  </a:cubicBezTo>
                  <a:cubicBezTo>
                    <a:pt x="296" y="299"/>
                    <a:pt x="319" y="284"/>
                    <a:pt x="332" y="263"/>
                  </a:cubicBezTo>
                  <a:cubicBezTo>
                    <a:pt x="332" y="263"/>
                    <a:pt x="332" y="263"/>
                    <a:pt x="332" y="263"/>
                  </a:cubicBezTo>
                  <a:cubicBezTo>
                    <a:pt x="332" y="263"/>
                    <a:pt x="332" y="263"/>
                    <a:pt x="332" y="262"/>
                  </a:cubicBezTo>
                  <a:cubicBezTo>
                    <a:pt x="332" y="264"/>
                    <a:pt x="332" y="264"/>
                    <a:pt x="332" y="264"/>
                  </a:cubicBezTo>
                  <a:cubicBezTo>
                    <a:pt x="366" y="259"/>
                    <a:pt x="366" y="259"/>
                    <a:pt x="366" y="259"/>
                  </a:cubicBezTo>
                  <a:lnTo>
                    <a:pt x="363" y="247"/>
                  </a:lnTo>
                  <a:close/>
                  <a:moveTo>
                    <a:pt x="288" y="145"/>
                  </a:moveTo>
                  <a:cubicBezTo>
                    <a:pt x="296" y="152"/>
                    <a:pt x="304" y="157"/>
                    <a:pt x="314" y="162"/>
                  </a:cubicBezTo>
                  <a:cubicBezTo>
                    <a:pt x="288" y="162"/>
                    <a:pt x="288" y="162"/>
                    <a:pt x="288" y="162"/>
                  </a:cubicBezTo>
                  <a:lnTo>
                    <a:pt x="288" y="145"/>
                  </a:lnTo>
                  <a:close/>
                  <a:moveTo>
                    <a:pt x="269" y="274"/>
                  </a:moveTo>
                  <a:cubicBezTo>
                    <a:pt x="243" y="274"/>
                    <a:pt x="221" y="252"/>
                    <a:pt x="221" y="226"/>
                  </a:cubicBezTo>
                  <a:cubicBezTo>
                    <a:pt x="221" y="220"/>
                    <a:pt x="223" y="214"/>
                    <a:pt x="225" y="209"/>
                  </a:cubicBezTo>
                  <a:cubicBezTo>
                    <a:pt x="225" y="209"/>
                    <a:pt x="226" y="209"/>
                    <a:pt x="227" y="209"/>
                  </a:cubicBezTo>
                  <a:cubicBezTo>
                    <a:pt x="314" y="209"/>
                    <a:pt x="314" y="209"/>
                    <a:pt x="314" y="209"/>
                  </a:cubicBezTo>
                  <a:cubicBezTo>
                    <a:pt x="316" y="214"/>
                    <a:pt x="317" y="220"/>
                    <a:pt x="317" y="226"/>
                  </a:cubicBezTo>
                  <a:cubicBezTo>
                    <a:pt x="317" y="252"/>
                    <a:pt x="296" y="274"/>
                    <a:pt x="269" y="274"/>
                  </a:cubicBezTo>
                  <a:close/>
                </a:path>
              </a:pathLst>
            </a:custGeom>
            <a:solidFill>
              <a:srgbClr val="4756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13" name="组合 112"/>
          <p:cNvGrpSpPr/>
          <p:nvPr/>
        </p:nvGrpSpPr>
        <p:grpSpPr>
          <a:xfrm>
            <a:off x="11172826" y="2670176"/>
            <a:ext cx="638175" cy="1487487"/>
            <a:chOff x="11172826" y="2670176"/>
            <a:chExt cx="638175" cy="1487487"/>
          </a:xfrm>
        </p:grpSpPr>
        <p:sp>
          <p:nvSpPr>
            <p:cNvPr id="114" name="Oval 100"/>
            <p:cNvSpPr>
              <a:spLocks noChangeArrowheads="1"/>
            </p:cNvSpPr>
            <p:nvPr/>
          </p:nvSpPr>
          <p:spPr bwMode="auto">
            <a:xfrm>
              <a:off x="11337926" y="2670176"/>
              <a:ext cx="307975" cy="307975"/>
            </a:xfrm>
            <a:prstGeom prst="ellipse">
              <a:avLst/>
            </a:prstGeom>
            <a:solidFill>
              <a:srgbClr val="4756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101"/>
            <p:cNvSpPr>
              <a:spLocks/>
            </p:cNvSpPr>
            <p:nvPr/>
          </p:nvSpPr>
          <p:spPr bwMode="auto">
            <a:xfrm>
              <a:off x="11415713" y="2986088"/>
              <a:ext cx="150813" cy="134938"/>
            </a:xfrm>
            <a:custGeom>
              <a:avLst/>
              <a:gdLst>
                <a:gd name="T0" fmla="*/ 10 w 40"/>
                <a:gd name="T1" fmla="*/ 0 h 36"/>
                <a:gd name="T2" fmla="*/ 10 w 40"/>
                <a:gd name="T3" fmla="*/ 0 h 36"/>
                <a:gd name="T4" fmla="*/ 0 w 40"/>
                <a:gd name="T5" fmla="*/ 3 h 36"/>
                <a:gd name="T6" fmla="*/ 20 w 40"/>
                <a:gd name="T7" fmla="*/ 36 h 36"/>
                <a:gd name="T8" fmla="*/ 40 w 40"/>
                <a:gd name="T9" fmla="*/ 4 h 36"/>
                <a:gd name="T10" fmla="*/ 30 w 40"/>
                <a:gd name="T11" fmla="*/ 0 h 36"/>
                <a:gd name="T12" fmla="*/ 20 w 40"/>
                <a:gd name="T13" fmla="*/ 10 h 36"/>
                <a:gd name="T14" fmla="*/ 10 w 40"/>
                <a:gd name="T15" fmla="*/ 0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 h="36">
                  <a:moveTo>
                    <a:pt x="10" y="0"/>
                  </a:moveTo>
                  <a:cubicBezTo>
                    <a:pt x="10" y="0"/>
                    <a:pt x="10" y="0"/>
                    <a:pt x="10" y="0"/>
                  </a:cubicBezTo>
                  <a:cubicBezTo>
                    <a:pt x="6" y="0"/>
                    <a:pt x="3" y="2"/>
                    <a:pt x="0" y="3"/>
                  </a:cubicBezTo>
                  <a:cubicBezTo>
                    <a:pt x="1" y="20"/>
                    <a:pt x="11" y="36"/>
                    <a:pt x="20" y="36"/>
                  </a:cubicBezTo>
                  <a:cubicBezTo>
                    <a:pt x="29" y="36"/>
                    <a:pt x="39" y="20"/>
                    <a:pt x="40" y="4"/>
                  </a:cubicBezTo>
                  <a:cubicBezTo>
                    <a:pt x="37" y="2"/>
                    <a:pt x="34" y="1"/>
                    <a:pt x="30" y="0"/>
                  </a:cubicBezTo>
                  <a:cubicBezTo>
                    <a:pt x="20" y="10"/>
                    <a:pt x="20" y="10"/>
                    <a:pt x="20" y="10"/>
                  </a:cubicBezTo>
                  <a:lnTo>
                    <a:pt x="10" y="0"/>
                  </a:lnTo>
                  <a:close/>
                </a:path>
              </a:pathLst>
            </a:custGeom>
            <a:solidFill>
              <a:srgbClr val="4756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102"/>
            <p:cNvSpPr>
              <a:spLocks/>
            </p:cNvSpPr>
            <p:nvPr/>
          </p:nvSpPr>
          <p:spPr bwMode="auto">
            <a:xfrm>
              <a:off x="11172826" y="3008313"/>
              <a:ext cx="638175" cy="1149350"/>
            </a:xfrm>
            <a:custGeom>
              <a:avLst/>
              <a:gdLst>
                <a:gd name="T0" fmla="*/ 163 w 170"/>
                <a:gd name="T1" fmla="*/ 118 h 306"/>
                <a:gd name="T2" fmla="*/ 111 w 170"/>
                <a:gd name="T3" fmla="*/ 0 h 306"/>
                <a:gd name="T4" fmla="*/ 111 w 170"/>
                <a:gd name="T5" fmla="*/ 0 h 306"/>
                <a:gd name="T6" fmla="*/ 88 w 170"/>
                <a:gd name="T7" fmla="*/ 36 h 306"/>
                <a:gd name="T8" fmla="*/ 92 w 170"/>
                <a:gd name="T9" fmla="*/ 51 h 306"/>
                <a:gd name="T10" fmla="*/ 91 w 170"/>
                <a:gd name="T11" fmla="*/ 84 h 306"/>
                <a:gd name="T12" fmla="*/ 93 w 170"/>
                <a:gd name="T13" fmla="*/ 88 h 306"/>
                <a:gd name="T14" fmla="*/ 85 w 170"/>
                <a:gd name="T15" fmla="*/ 95 h 306"/>
                <a:gd name="T16" fmla="*/ 78 w 170"/>
                <a:gd name="T17" fmla="*/ 88 h 306"/>
                <a:gd name="T18" fmla="*/ 85 w 170"/>
                <a:gd name="T19" fmla="*/ 80 h 306"/>
                <a:gd name="T20" fmla="*/ 86 w 170"/>
                <a:gd name="T21" fmla="*/ 80 h 306"/>
                <a:gd name="T22" fmla="*/ 88 w 170"/>
                <a:gd name="T23" fmla="*/ 55 h 306"/>
                <a:gd name="T24" fmla="*/ 81 w 170"/>
                <a:gd name="T25" fmla="*/ 35 h 306"/>
                <a:gd name="T26" fmla="*/ 59 w 170"/>
                <a:gd name="T27" fmla="*/ 0 h 306"/>
                <a:gd name="T28" fmla="*/ 57 w 170"/>
                <a:gd name="T29" fmla="*/ 1 h 306"/>
                <a:gd name="T30" fmla="*/ 7 w 170"/>
                <a:gd name="T31" fmla="*/ 120 h 306"/>
                <a:gd name="T32" fmla="*/ 23 w 170"/>
                <a:gd name="T33" fmla="*/ 134 h 306"/>
                <a:gd name="T34" fmla="*/ 25 w 170"/>
                <a:gd name="T35" fmla="*/ 134 h 306"/>
                <a:gd name="T36" fmla="*/ 39 w 170"/>
                <a:gd name="T37" fmla="*/ 117 h 306"/>
                <a:gd name="T38" fmla="*/ 43 w 170"/>
                <a:gd name="T39" fmla="*/ 63 h 306"/>
                <a:gd name="T40" fmla="*/ 43 w 170"/>
                <a:gd name="T41" fmla="*/ 120 h 306"/>
                <a:gd name="T42" fmla="*/ 46 w 170"/>
                <a:gd name="T43" fmla="*/ 135 h 306"/>
                <a:gd name="T44" fmla="*/ 46 w 170"/>
                <a:gd name="T45" fmla="*/ 287 h 306"/>
                <a:gd name="T46" fmla="*/ 65 w 170"/>
                <a:gd name="T47" fmla="*/ 306 h 306"/>
                <a:gd name="T48" fmla="*/ 83 w 170"/>
                <a:gd name="T49" fmla="*/ 287 h 306"/>
                <a:gd name="T50" fmla="*/ 83 w 170"/>
                <a:gd name="T51" fmla="*/ 156 h 306"/>
                <a:gd name="T52" fmla="*/ 86 w 170"/>
                <a:gd name="T53" fmla="*/ 156 h 306"/>
                <a:gd name="T54" fmla="*/ 86 w 170"/>
                <a:gd name="T55" fmla="*/ 156 h 306"/>
                <a:gd name="T56" fmla="*/ 86 w 170"/>
                <a:gd name="T57" fmla="*/ 287 h 306"/>
                <a:gd name="T58" fmla="*/ 105 w 170"/>
                <a:gd name="T59" fmla="*/ 306 h 306"/>
                <a:gd name="T60" fmla="*/ 124 w 170"/>
                <a:gd name="T61" fmla="*/ 287 h 306"/>
                <a:gd name="T62" fmla="*/ 124 w 170"/>
                <a:gd name="T63" fmla="*/ 135 h 306"/>
                <a:gd name="T64" fmla="*/ 127 w 170"/>
                <a:gd name="T65" fmla="*/ 120 h 306"/>
                <a:gd name="T66" fmla="*/ 127 w 170"/>
                <a:gd name="T67" fmla="*/ 62 h 306"/>
                <a:gd name="T68" fmla="*/ 131 w 170"/>
                <a:gd name="T69" fmla="*/ 115 h 306"/>
                <a:gd name="T70" fmla="*/ 142 w 170"/>
                <a:gd name="T71" fmla="*/ 132 h 306"/>
                <a:gd name="T72" fmla="*/ 142 w 170"/>
                <a:gd name="T73" fmla="*/ 147 h 306"/>
                <a:gd name="T74" fmla="*/ 133 w 170"/>
                <a:gd name="T75" fmla="*/ 147 h 306"/>
                <a:gd name="T76" fmla="*/ 133 w 170"/>
                <a:gd name="T77" fmla="*/ 228 h 306"/>
                <a:gd name="T78" fmla="*/ 160 w 170"/>
                <a:gd name="T79" fmla="*/ 228 h 306"/>
                <a:gd name="T80" fmla="*/ 160 w 170"/>
                <a:gd name="T81" fmla="*/ 147 h 306"/>
                <a:gd name="T82" fmla="*/ 151 w 170"/>
                <a:gd name="T83" fmla="*/ 147 h 306"/>
                <a:gd name="T84" fmla="*/ 151 w 170"/>
                <a:gd name="T85" fmla="*/ 132 h 306"/>
                <a:gd name="T86" fmla="*/ 163 w 170"/>
                <a:gd name="T87" fmla="*/ 118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306">
                  <a:moveTo>
                    <a:pt x="163" y="118"/>
                  </a:moveTo>
                  <a:cubicBezTo>
                    <a:pt x="170" y="47"/>
                    <a:pt x="142" y="19"/>
                    <a:pt x="111" y="0"/>
                  </a:cubicBezTo>
                  <a:cubicBezTo>
                    <a:pt x="111" y="0"/>
                    <a:pt x="111" y="0"/>
                    <a:pt x="111" y="0"/>
                  </a:cubicBezTo>
                  <a:cubicBezTo>
                    <a:pt x="109" y="17"/>
                    <a:pt x="100" y="34"/>
                    <a:pt x="88" y="36"/>
                  </a:cubicBezTo>
                  <a:cubicBezTo>
                    <a:pt x="86" y="44"/>
                    <a:pt x="89" y="48"/>
                    <a:pt x="92" y="51"/>
                  </a:cubicBezTo>
                  <a:cubicBezTo>
                    <a:pt x="99" y="58"/>
                    <a:pt x="102" y="65"/>
                    <a:pt x="91" y="84"/>
                  </a:cubicBezTo>
                  <a:cubicBezTo>
                    <a:pt x="92" y="85"/>
                    <a:pt x="93" y="86"/>
                    <a:pt x="93" y="88"/>
                  </a:cubicBezTo>
                  <a:cubicBezTo>
                    <a:pt x="93" y="92"/>
                    <a:pt x="89" y="95"/>
                    <a:pt x="85" y="95"/>
                  </a:cubicBezTo>
                  <a:cubicBezTo>
                    <a:pt x="81" y="95"/>
                    <a:pt x="78" y="92"/>
                    <a:pt x="78" y="88"/>
                  </a:cubicBezTo>
                  <a:cubicBezTo>
                    <a:pt x="78" y="84"/>
                    <a:pt x="81" y="80"/>
                    <a:pt x="85" y="80"/>
                  </a:cubicBezTo>
                  <a:cubicBezTo>
                    <a:pt x="85" y="80"/>
                    <a:pt x="86" y="80"/>
                    <a:pt x="86" y="80"/>
                  </a:cubicBezTo>
                  <a:cubicBezTo>
                    <a:pt x="96" y="64"/>
                    <a:pt x="92" y="60"/>
                    <a:pt x="88" y="55"/>
                  </a:cubicBezTo>
                  <a:cubicBezTo>
                    <a:pt x="84" y="51"/>
                    <a:pt x="80" y="46"/>
                    <a:pt x="81" y="35"/>
                  </a:cubicBezTo>
                  <a:cubicBezTo>
                    <a:pt x="70" y="33"/>
                    <a:pt x="61" y="17"/>
                    <a:pt x="59" y="0"/>
                  </a:cubicBezTo>
                  <a:cubicBezTo>
                    <a:pt x="59" y="1"/>
                    <a:pt x="58" y="1"/>
                    <a:pt x="57" y="1"/>
                  </a:cubicBezTo>
                  <a:cubicBezTo>
                    <a:pt x="27" y="20"/>
                    <a:pt x="0" y="47"/>
                    <a:pt x="7" y="120"/>
                  </a:cubicBezTo>
                  <a:cubicBezTo>
                    <a:pt x="8" y="128"/>
                    <a:pt x="15" y="134"/>
                    <a:pt x="23" y="134"/>
                  </a:cubicBezTo>
                  <a:cubicBezTo>
                    <a:pt x="24" y="134"/>
                    <a:pt x="24" y="134"/>
                    <a:pt x="25" y="134"/>
                  </a:cubicBezTo>
                  <a:cubicBezTo>
                    <a:pt x="34" y="133"/>
                    <a:pt x="40" y="125"/>
                    <a:pt x="39" y="117"/>
                  </a:cubicBezTo>
                  <a:cubicBezTo>
                    <a:pt x="37" y="92"/>
                    <a:pt x="38" y="76"/>
                    <a:pt x="43" y="63"/>
                  </a:cubicBezTo>
                  <a:cubicBezTo>
                    <a:pt x="43" y="63"/>
                    <a:pt x="43" y="118"/>
                    <a:pt x="43" y="120"/>
                  </a:cubicBezTo>
                  <a:cubicBezTo>
                    <a:pt x="43" y="132"/>
                    <a:pt x="43" y="132"/>
                    <a:pt x="46" y="135"/>
                  </a:cubicBezTo>
                  <a:cubicBezTo>
                    <a:pt x="46" y="287"/>
                    <a:pt x="46" y="287"/>
                    <a:pt x="46" y="287"/>
                  </a:cubicBezTo>
                  <a:cubicBezTo>
                    <a:pt x="46" y="297"/>
                    <a:pt x="55" y="306"/>
                    <a:pt x="65" y="306"/>
                  </a:cubicBezTo>
                  <a:cubicBezTo>
                    <a:pt x="75" y="306"/>
                    <a:pt x="83" y="297"/>
                    <a:pt x="83" y="287"/>
                  </a:cubicBezTo>
                  <a:cubicBezTo>
                    <a:pt x="83" y="156"/>
                    <a:pt x="83" y="156"/>
                    <a:pt x="83" y="156"/>
                  </a:cubicBezTo>
                  <a:cubicBezTo>
                    <a:pt x="84" y="156"/>
                    <a:pt x="85" y="156"/>
                    <a:pt x="86" y="156"/>
                  </a:cubicBezTo>
                  <a:cubicBezTo>
                    <a:pt x="86" y="156"/>
                    <a:pt x="86" y="156"/>
                    <a:pt x="86" y="156"/>
                  </a:cubicBezTo>
                  <a:cubicBezTo>
                    <a:pt x="86" y="287"/>
                    <a:pt x="86" y="287"/>
                    <a:pt x="86" y="287"/>
                  </a:cubicBezTo>
                  <a:cubicBezTo>
                    <a:pt x="86" y="297"/>
                    <a:pt x="95" y="306"/>
                    <a:pt x="105" y="306"/>
                  </a:cubicBezTo>
                  <a:cubicBezTo>
                    <a:pt x="116" y="306"/>
                    <a:pt x="124" y="297"/>
                    <a:pt x="124" y="287"/>
                  </a:cubicBezTo>
                  <a:cubicBezTo>
                    <a:pt x="124" y="135"/>
                    <a:pt x="124" y="135"/>
                    <a:pt x="124" y="135"/>
                  </a:cubicBezTo>
                  <a:cubicBezTo>
                    <a:pt x="126" y="132"/>
                    <a:pt x="127" y="131"/>
                    <a:pt x="127" y="120"/>
                  </a:cubicBezTo>
                  <a:cubicBezTo>
                    <a:pt x="127" y="119"/>
                    <a:pt x="127" y="62"/>
                    <a:pt x="127" y="62"/>
                  </a:cubicBezTo>
                  <a:cubicBezTo>
                    <a:pt x="132" y="75"/>
                    <a:pt x="133" y="91"/>
                    <a:pt x="131" y="115"/>
                  </a:cubicBezTo>
                  <a:cubicBezTo>
                    <a:pt x="130" y="123"/>
                    <a:pt x="135" y="129"/>
                    <a:pt x="142" y="132"/>
                  </a:cubicBezTo>
                  <a:cubicBezTo>
                    <a:pt x="142" y="147"/>
                    <a:pt x="142" y="147"/>
                    <a:pt x="142" y="147"/>
                  </a:cubicBezTo>
                  <a:cubicBezTo>
                    <a:pt x="133" y="147"/>
                    <a:pt x="133" y="147"/>
                    <a:pt x="133" y="147"/>
                  </a:cubicBezTo>
                  <a:cubicBezTo>
                    <a:pt x="133" y="228"/>
                    <a:pt x="133" y="228"/>
                    <a:pt x="133" y="228"/>
                  </a:cubicBezTo>
                  <a:cubicBezTo>
                    <a:pt x="160" y="228"/>
                    <a:pt x="160" y="228"/>
                    <a:pt x="160" y="228"/>
                  </a:cubicBezTo>
                  <a:cubicBezTo>
                    <a:pt x="160" y="147"/>
                    <a:pt x="160" y="147"/>
                    <a:pt x="160" y="147"/>
                  </a:cubicBezTo>
                  <a:cubicBezTo>
                    <a:pt x="151" y="147"/>
                    <a:pt x="151" y="147"/>
                    <a:pt x="151" y="147"/>
                  </a:cubicBezTo>
                  <a:cubicBezTo>
                    <a:pt x="151" y="132"/>
                    <a:pt x="151" y="132"/>
                    <a:pt x="151" y="132"/>
                  </a:cubicBezTo>
                  <a:cubicBezTo>
                    <a:pt x="157" y="130"/>
                    <a:pt x="162" y="125"/>
                    <a:pt x="163" y="118"/>
                  </a:cubicBezTo>
                  <a:close/>
                </a:path>
              </a:pathLst>
            </a:custGeom>
            <a:solidFill>
              <a:srgbClr val="4756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17" name="组合 116"/>
          <p:cNvGrpSpPr/>
          <p:nvPr/>
        </p:nvGrpSpPr>
        <p:grpSpPr>
          <a:xfrm>
            <a:off x="7926388" y="4737101"/>
            <a:ext cx="1793875" cy="904875"/>
            <a:chOff x="7926388" y="4737101"/>
            <a:chExt cx="1793875" cy="904875"/>
          </a:xfrm>
        </p:grpSpPr>
        <p:sp>
          <p:nvSpPr>
            <p:cNvPr id="118" name="Oval 103"/>
            <p:cNvSpPr>
              <a:spLocks noChangeArrowheads="1"/>
            </p:cNvSpPr>
            <p:nvPr/>
          </p:nvSpPr>
          <p:spPr bwMode="auto">
            <a:xfrm>
              <a:off x="8094663" y="4737101"/>
              <a:ext cx="319088" cy="319088"/>
            </a:xfrm>
            <a:prstGeom prst="ellipse">
              <a:avLst/>
            </a:prstGeom>
            <a:solidFill>
              <a:srgbClr val="B22C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104"/>
            <p:cNvSpPr>
              <a:spLocks/>
            </p:cNvSpPr>
            <p:nvPr/>
          </p:nvSpPr>
          <p:spPr bwMode="auto">
            <a:xfrm>
              <a:off x="7926388" y="4957763"/>
              <a:ext cx="655638" cy="346075"/>
            </a:xfrm>
            <a:custGeom>
              <a:avLst/>
              <a:gdLst>
                <a:gd name="T0" fmla="*/ 78 w 175"/>
                <a:gd name="T1" fmla="*/ 80 h 92"/>
                <a:gd name="T2" fmla="*/ 78 w 175"/>
                <a:gd name="T3" fmla="*/ 80 h 92"/>
                <a:gd name="T4" fmla="*/ 65 w 175"/>
                <a:gd name="T5" fmla="*/ 62 h 92"/>
                <a:gd name="T6" fmla="*/ 36 w 175"/>
                <a:gd name="T7" fmla="*/ 54 h 92"/>
                <a:gd name="T8" fmla="*/ 42 w 175"/>
                <a:gd name="T9" fmla="*/ 45 h 92"/>
                <a:gd name="T10" fmla="*/ 44 w 175"/>
                <a:gd name="T11" fmla="*/ 42 h 92"/>
                <a:gd name="T12" fmla="*/ 44 w 175"/>
                <a:gd name="T13" fmla="*/ 53 h 92"/>
                <a:gd name="T14" fmla="*/ 66 w 175"/>
                <a:gd name="T15" fmla="*/ 59 h 92"/>
                <a:gd name="T16" fmla="*/ 79 w 175"/>
                <a:gd name="T17" fmla="*/ 67 h 92"/>
                <a:gd name="T18" fmla="*/ 82 w 175"/>
                <a:gd name="T19" fmla="*/ 80 h 92"/>
                <a:gd name="T20" fmla="*/ 87 w 175"/>
                <a:gd name="T21" fmla="*/ 79 h 92"/>
                <a:gd name="T22" fmla="*/ 87 w 175"/>
                <a:gd name="T23" fmla="*/ 79 h 92"/>
                <a:gd name="T24" fmla="*/ 95 w 175"/>
                <a:gd name="T25" fmla="*/ 80 h 92"/>
                <a:gd name="T26" fmla="*/ 98 w 175"/>
                <a:gd name="T27" fmla="*/ 67 h 92"/>
                <a:gd name="T28" fmla="*/ 110 w 175"/>
                <a:gd name="T29" fmla="*/ 59 h 92"/>
                <a:gd name="T30" fmla="*/ 131 w 175"/>
                <a:gd name="T31" fmla="*/ 54 h 92"/>
                <a:gd name="T32" fmla="*/ 131 w 175"/>
                <a:gd name="T33" fmla="*/ 41 h 92"/>
                <a:gd name="T34" fmla="*/ 139 w 175"/>
                <a:gd name="T35" fmla="*/ 53 h 92"/>
                <a:gd name="T36" fmla="*/ 114 w 175"/>
                <a:gd name="T37" fmla="*/ 62 h 92"/>
                <a:gd name="T38" fmla="*/ 100 w 175"/>
                <a:gd name="T39" fmla="*/ 81 h 92"/>
                <a:gd name="T40" fmla="*/ 100 w 175"/>
                <a:gd name="T41" fmla="*/ 81 h 92"/>
                <a:gd name="T42" fmla="*/ 122 w 175"/>
                <a:gd name="T43" fmla="*/ 92 h 92"/>
                <a:gd name="T44" fmla="*/ 175 w 175"/>
                <a:gd name="T45" fmla="*/ 57 h 92"/>
                <a:gd name="T46" fmla="*/ 174 w 175"/>
                <a:gd name="T47" fmla="*/ 52 h 92"/>
                <a:gd name="T48" fmla="*/ 157 w 175"/>
                <a:gd name="T49" fmla="*/ 21 h 92"/>
                <a:gd name="T50" fmla="*/ 157 w 175"/>
                <a:gd name="T51" fmla="*/ 21 h 92"/>
                <a:gd name="T52" fmla="*/ 156 w 175"/>
                <a:gd name="T53" fmla="*/ 20 h 92"/>
                <a:gd name="T54" fmla="*/ 153 w 175"/>
                <a:gd name="T55" fmla="*/ 17 h 92"/>
                <a:gd name="T56" fmla="*/ 152 w 175"/>
                <a:gd name="T57" fmla="*/ 15 h 92"/>
                <a:gd name="T58" fmla="*/ 150 w 175"/>
                <a:gd name="T59" fmla="*/ 13 h 92"/>
                <a:gd name="T60" fmla="*/ 132 w 175"/>
                <a:gd name="T61" fmla="*/ 0 h 92"/>
                <a:gd name="T62" fmla="*/ 87 w 175"/>
                <a:gd name="T63" fmla="*/ 31 h 92"/>
                <a:gd name="T64" fmla="*/ 42 w 175"/>
                <a:gd name="T65" fmla="*/ 1 h 92"/>
                <a:gd name="T66" fmla="*/ 0 w 175"/>
                <a:gd name="T67" fmla="*/ 53 h 92"/>
                <a:gd name="T68" fmla="*/ 0 w 175"/>
                <a:gd name="T69" fmla="*/ 57 h 92"/>
                <a:gd name="T70" fmla="*/ 52 w 175"/>
                <a:gd name="T71" fmla="*/ 92 h 92"/>
                <a:gd name="T72" fmla="*/ 78 w 175"/>
                <a:gd name="T73" fmla="*/ 8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5" h="92">
                  <a:moveTo>
                    <a:pt x="78" y="80"/>
                  </a:moveTo>
                  <a:cubicBezTo>
                    <a:pt x="78" y="80"/>
                    <a:pt x="78" y="80"/>
                    <a:pt x="78" y="80"/>
                  </a:cubicBezTo>
                  <a:cubicBezTo>
                    <a:pt x="80" y="71"/>
                    <a:pt x="74" y="64"/>
                    <a:pt x="65" y="62"/>
                  </a:cubicBezTo>
                  <a:cubicBezTo>
                    <a:pt x="49" y="59"/>
                    <a:pt x="41" y="56"/>
                    <a:pt x="36" y="54"/>
                  </a:cubicBezTo>
                  <a:cubicBezTo>
                    <a:pt x="38" y="51"/>
                    <a:pt x="40" y="47"/>
                    <a:pt x="42" y="45"/>
                  </a:cubicBezTo>
                  <a:cubicBezTo>
                    <a:pt x="43" y="44"/>
                    <a:pt x="43" y="43"/>
                    <a:pt x="44" y="42"/>
                  </a:cubicBezTo>
                  <a:cubicBezTo>
                    <a:pt x="44" y="53"/>
                    <a:pt x="44" y="53"/>
                    <a:pt x="44" y="53"/>
                  </a:cubicBezTo>
                  <a:cubicBezTo>
                    <a:pt x="49" y="55"/>
                    <a:pt x="56" y="57"/>
                    <a:pt x="66" y="59"/>
                  </a:cubicBezTo>
                  <a:cubicBezTo>
                    <a:pt x="71" y="60"/>
                    <a:pt x="76" y="62"/>
                    <a:pt x="79" y="67"/>
                  </a:cubicBezTo>
                  <a:cubicBezTo>
                    <a:pt x="82" y="71"/>
                    <a:pt x="83" y="75"/>
                    <a:pt x="82" y="80"/>
                  </a:cubicBezTo>
                  <a:cubicBezTo>
                    <a:pt x="84" y="80"/>
                    <a:pt x="85" y="79"/>
                    <a:pt x="87" y="79"/>
                  </a:cubicBezTo>
                  <a:cubicBezTo>
                    <a:pt x="87" y="79"/>
                    <a:pt x="87" y="79"/>
                    <a:pt x="87" y="79"/>
                  </a:cubicBezTo>
                  <a:cubicBezTo>
                    <a:pt x="90" y="79"/>
                    <a:pt x="92" y="80"/>
                    <a:pt x="95" y="80"/>
                  </a:cubicBezTo>
                  <a:cubicBezTo>
                    <a:pt x="94" y="75"/>
                    <a:pt x="95" y="71"/>
                    <a:pt x="98" y="67"/>
                  </a:cubicBezTo>
                  <a:cubicBezTo>
                    <a:pt x="101" y="62"/>
                    <a:pt x="105" y="60"/>
                    <a:pt x="110" y="59"/>
                  </a:cubicBezTo>
                  <a:cubicBezTo>
                    <a:pt x="119" y="57"/>
                    <a:pt x="126" y="55"/>
                    <a:pt x="131" y="54"/>
                  </a:cubicBezTo>
                  <a:cubicBezTo>
                    <a:pt x="131" y="41"/>
                    <a:pt x="131" y="41"/>
                    <a:pt x="131" y="41"/>
                  </a:cubicBezTo>
                  <a:cubicBezTo>
                    <a:pt x="134" y="45"/>
                    <a:pt x="137" y="48"/>
                    <a:pt x="139" y="53"/>
                  </a:cubicBezTo>
                  <a:cubicBezTo>
                    <a:pt x="139" y="54"/>
                    <a:pt x="129" y="59"/>
                    <a:pt x="114" y="62"/>
                  </a:cubicBezTo>
                  <a:cubicBezTo>
                    <a:pt x="105" y="64"/>
                    <a:pt x="99" y="72"/>
                    <a:pt x="100" y="81"/>
                  </a:cubicBezTo>
                  <a:cubicBezTo>
                    <a:pt x="100" y="81"/>
                    <a:pt x="100" y="81"/>
                    <a:pt x="100" y="81"/>
                  </a:cubicBezTo>
                  <a:cubicBezTo>
                    <a:pt x="108" y="83"/>
                    <a:pt x="115" y="87"/>
                    <a:pt x="122" y="92"/>
                  </a:cubicBezTo>
                  <a:cubicBezTo>
                    <a:pt x="165" y="83"/>
                    <a:pt x="174" y="68"/>
                    <a:pt x="175" y="57"/>
                  </a:cubicBezTo>
                  <a:cubicBezTo>
                    <a:pt x="175" y="56"/>
                    <a:pt x="174" y="53"/>
                    <a:pt x="174" y="52"/>
                  </a:cubicBezTo>
                  <a:cubicBezTo>
                    <a:pt x="171" y="39"/>
                    <a:pt x="165" y="29"/>
                    <a:pt x="157" y="21"/>
                  </a:cubicBezTo>
                  <a:cubicBezTo>
                    <a:pt x="157" y="21"/>
                    <a:pt x="157" y="21"/>
                    <a:pt x="157" y="21"/>
                  </a:cubicBezTo>
                  <a:cubicBezTo>
                    <a:pt x="157" y="20"/>
                    <a:pt x="157" y="20"/>
                    <a:pt x="156" y="20"/>
                  </a:cubicBezTo>
                  <a:cubicBezTo>
                    <a:pt x="155" y="19"/>
                    <a:pt x="155" y="18"/>
                    <a:pt x="153" y="17"/>
                  </a:cubicBezTo>
                  <a:cubicBezTo>
                    <a:pt x="153" y="16"/>
                    <a:pt x="152" y="16"/>
                    <a:pt x="152" y="15"/>
                  </a:cubicBezTo>
                  <a:cubicBezTo>
                    <a:pt x="151" y="14"/>
                    <a:pt x="150" y="14"/>
                    <a:pt x="150" y="13"/>
                  </a:cubicBezTo>
                  <a:cubicBezTo>
                    <a:pt x="144" y="8"/>
                    <a:pt x="138" y="4"/>
                    <a:pt x="132" y="0"/>
                  </a:cubicBezTo>
                  <a:cubicBezTo>
                    <a:pt x="125" y="18"/>
                    <a:pt x="108" y="31"/>
                    <a:pt x="87" y="31"/>
                  </a:cubicBezTo>
                  <a:cubicBezTo>
                    <a:pt x="67" y="31"/>
                    <a:pt x="50" y="18"/>
                    <a:pt x="42" y="1"/>
                  </a:cubicBezTo>
                  <a:cubicBezTo>
                    <a:pt x="25" y="12"/>
                    <a:pt x="7" y="27"/>
                    <a:pt x="0" y="53"/>
                  </a:cubicBezTo>
                  <a:cubicBezTo>
                    <a:pt x="0" y="54"/>
                    <a:pt x="0" y="56"/>
                    <a:pt x="0" y="57"/>
                  </a:cubicBezTo>
                  <a:cubicBezTo>
                    <a:pt x="0" y="68"/>
                    <a:pt x="10" y="83"/>
                    <a:pt x="52" y="92"/>
                  </a:cubicBezTo>
                  <a:cubicBezTo>
                    <a:pt x="59" y="86"/>
                    <a:pt x="68" y="82"/>
                    <a:pt x="78" y="80"/>
                  </a:cubicBezTo>
                  <a:close/>
                </a:path>
              </a:pathLst>
            </a:custGeom>
            <a:solidFill>
              <a:srgbClr val="B22C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105"/>
            <p:cNvSpPr>
              <a:spLocks/>
            </p:cNvSpPr>
            <p:nvPr/>
          </p:nvSpPr>
          <p:spPr bwMode="auto">
            <a:xfrm>
              <a:off x="8086726" y="5273676"/>
              <a:ext cx="327025" cy="330200"/>
            </a:xfrm>
            <a:custGeom>
              <a:avLst/>
              <a:gdLst>
                <a:gd name="T0" fmla="*/ 87 w 87"/>
                <a:gd name="T1" fmla="*/ 44 h 88"/>
                <a:gd name="T2" fmla="*/ 44 w 87"/>
                <a:gd name="T3" fmla="*/ 1 h 88"/>
                <a:gd name="T4" fmla="*/ 0 w 87"/>
                <a:gd name="T5" fmla="*/ 44 h 88"/>
                <a:gd name="T6" fmla="*/ 43 w 87"/>
                <a:gd name="T7" fmla="*/ 87 h 88"/>
                <a:gd name="T8" fmla="*/ 87 w 87"/>
                <a:gd name="T9" fmla="*/ 44 h 88"/>
              </a:gdLst>
              <a:ahLst/>
              <a:cxnLst>
                <a:cxn ang="0">
                  <a:pos x="T0" y="T1"/>
                </a:cxn>
                <a:cxn ang="0">
                  <a:pos x="T2" y="T3"/>
                </a:cxn>
                <a:cxn ang="0">
                  <a:pos x="T4" y="T5"/>
                </a:cxn>
                <a:cxn ang="0">
                  <a:pos x="T6" y="T7"/>
                </a:cxn>
                <a:cxn ang="0">
                  <a:pos x="T8" y="T9"/>
                </a:cxn>
              </a:cxnLst>
              <a:rect l="0" t="0" r="r" b="b"/>
              <a:pathLst>
                <a:path w="87" h="88">
                  <a:moveTo>
                    <a:pt x="87" y="44"/>
                  </a:moveTo>
                  <a:cubicBezTo>
                    <a:pt x="87" y="20"/>
                    <a:pt x="68" y="1"/>
                    <a:pt x="44" y="1"/>
                  </a:cubicBezTo>
                  <a:cubicBezTo>
                    <a:pt x="20" y="0"/>
                    <a:pt x="0" y="20"/>
                    <a:pt x="0" y="44"/>
                  </a:cubicBezTo>
                  <a:cubicBezTo>
                    <a:pt x="0" y="68"/>
                    <a:pt x="19" y="87"/>
                    <a:pt x="43" y="87"/>
                  </a:cubicBezTo>
                  <a:cubicBezTo>
                    <a:pt x="67" y="88"/>
                    <a:pt x="87" y="68"/>
                    <a:pt x="87" y="44"/>
                  </a:cubicBezTo>
                  <a:close/>
                </a:path>
              </a:pathLst>
            </a:custGeom>
            <a:solidFill>
              <a:srgbClr val="B22C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106"/>
            <p:cNvSpPr>
              <a:spLocks/>
            </p:cNvSpPr>
            <p:nvPr/>
          </p:nvSpPr>
          <p:spPr bwMode="auto">
            <a:xfrm>
              <a:off x="8428038" y="5318126"/>
              <a:ext cx="1292225" cy="323850"/>
            </a:xfrm>
            <a:custGeom>
              <a:avLst/>
              <a:gdLst>
                <a:gd name="T0" fmla="*/ 320 w 344"/>
                <a:gd name="T1" fmla="*/ 21 h 86"/>
                <a:gd name="T2" fmla="*/ 186 w 344"/>
                <a:gd name="T3" fmla="*/ 20 h 86"/>
                <a:gd name="T4" fmla="*/ 189 w 344"/>
                <a:gd name="T5" fmla="*/ 29 h 86"/>
                <a:gd name="T6" fmla="*/ 171 w 344"/>
                <a:gd name="T7" fmla="*/ 56 h 86"/>
                <a:gd name="T8" fmla="*/ 80 w 344"/>
                <a:gd name="T9" fmla="*/ 65 h 86"/>
                <a:gd name="T10" fmla="*/ 42 w 344"/>
                <a:gd name="T11" fmla="*/ 62 h 86"/>
                <a:gd name="T12" fmla="*/ 42 w 344"/>
                <a:gd name="T13" fmla="*/ 61 h 86"/>
                <a:gd name="T14" fmla="*/ 43 w 344"/>
                <a:gd name="T15" fmla="*/ 57 h 86"/>
                <a:gd name="T16" fmla="*/ 81 w 344"/>
                <a:gd name="T17" fmla="*/ 60 h 86"/>
                <a:gd name="T18" fmla="*/ 171 w 344"/>
                <a:gd name="T19" fmla="*/ 51 h 86"/>
                <a:gd name="T20" fmla="*/ 185 w 344"/>
                <a:gd name="T21" fmla="*/ 30 h 86"/>
                <a:gd name="T22" fmla="*/ 164 w 344"/>
                <a:gd name="T23" fmla="*/ 16 h 86"/>
                <a:gd name="T24" fmla="*/ 51 w 344"/>
                <a:gd name="T25" fmla="*/ 22 h 86"/>
                <a:gd name="T26" fmla="*/ 52 w 344"/>
                <a:gd name="T27" fmla="*/ 17 h 86"/>
                <a:gd name="T28" fmla="*/ 80 w 344"/>
                <a:gd name="T29" fmla="*/ 19 h 86"/>
                <a:gd name="T30" fmla="*/ 161 w 344"/>
                <a:gd name="T31" fmla="*/ 11 h 86"/>
                <a:gd name="T32" fmla="*/ 138 w 344"/>
                <a:gd name="T33" fmla="*/ 1 h 86"/>
                <a:gd name="T34" fmla="*/ 37 w 344"/>
                <a:gd name="T35" fmla="*/ 1 h 86"/>
                <a:gd name="T36" fmla="*/ 1 w 344"/>
                <a:gd name="T37" fmla="*/ 32 h 86"/>
                <a:gd name="T38" fmla="*/ 0 w 344"/>
                <a:gd name="T39" fmla="*/ 42 h 86"/>
                <a:gd name="T40" fmla="*/ 1 w 344"/>
                <a:gd name="T41" fmla="*/ 53 h 86"/>
                <a:gd name="T42" fmla="*/ 1 w 344"/>
                <a:gd name="T43" fmla="*/ 53 h 86"/>
                <a:gd name="T44" fmla="*/ 36 w 344"/>
                <a:gd name="T45" fmla="*/ 85 h 86"/>
                <a:gd name="T46" fmla="*/ 138 w 344"/>
                <a:gd name="T47" fmla="*/ 86 h 86"/>
                <a:gd name="T48" fmla="*/ 166 w 344"/>
                <a:gd name="T49" fmla="*/ 69 h 86"/>
                <a:gd name="T50" fmla="*/ 320 w 344"/>
                <a:gd name="T51" fmla="*/ 69 h 86"/>
                <a:gd name="T52" fmla="*/ 320 w 344"/>
                <a:gd name="T53" fmla="*/ 69 h 86"/>
                <a:gd name="T54" fmla="*/ 344 w 344"/>
                <a:gd name="T55" fmla="*/ 45 h 86"/>
                <a:gd name="T56" fmla="*/ 320 w 344"/>
                <a:gd name="T57" fmla="*/ 2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4" h="86">
                  <a:moveTo>
                    <a:pt x="320" y="21"/>
                  </a:moveTo>
                  <a:cubicBezTo>
                    <a:pt x="186" y="20"/>
                    <a:pt x="186" y="20"/>
                    <a:pt x="186" y="20"/>
                  </a:cubicBezTo>
                  <a:cubicBezTo>
                    <a:pt x="187" y="23"/>
                    <a:pt x="189" y="26"/>
                    <a:pt x="189" y="29"/>
                  </a:cubicBezTo>
                  <a:cubicBezTo>
                    <a:pt x="192" y="41"/>
                    <a:pt x="184" y="53"/>
                    <a:pt x="171" y="56"/>
                  </a:cubicBezTo>
                  <a:cubicBezTo>
                    <a:pt x="169" y="56"/>
                    <a:pt x="124" y="65"/>
                    <a:pt x="80" y="65"/>
                  </a:cubicBezTo>
                  <a:cubicBezTo>
                    <a:pt x="66" y="65"/>
                    <a:pt x="53" y="64"/>
                    <a:pt x="42" y="62"/>
                  </a:cubicBezTo>
                  <a:cubicBezTo>
                    <a:pt x="42" y="62"/>
                    <a:pt x="42" y="61"/>
                    <a:pt x="42" y="61"/>
                  </a:cubicBezTo>
                  <a:cubicBezTo>
                    <a:pt x="42" y="60"/>
                    <a:pt x="42" y="58"/>
                    <a:pt x="43" y="57"/>
                  </a:cubicBezTo>
                  <a:cubicBezTo>
                    <a:pt x="54" y="59"/>
                    <a:pt x="67" y="60"/>
                    <a:pt x="81" y="60"/>
                  </a:cubicBezTo>
                  <a:cubicBezTo>
                    <a:pt x="124" y="60"/>
                    <a:pt x="168" y="52"/>
                    <a:pt x="171" y="51"/>
                  </a:cubicBezTo>
                  <a:cubicBezTo>
                    <a:pt x="181" y="49"/>
                    <a:pt x="187" y="40"/>
                    <a:pt x="185" y="30"/>
                  </a:cubicBezTo>
                  <a:cubicBezTo>
                    <a:pt x="183" y="20"/>
                    <a:pt x="174" y="14"/>
                    <a:pt x="164" y="16"/>
                  </a:cubicBezTo>
                  <a:cubicBezTo>
                    <a:pt x="163" y="16"/>
                    <a:pt x="96" y="29"/>
                    <a:pt x="51" y="22"/>
                  </a:cubicBezTo>
                  <a:cubicBezTo>
                    <a:pt x="51" y="21"/>
                    <a:pt x="52" y="19"/>
                    <a:pt x="52" y="17"/>
                  </a:cubicBezTo>
                  <a:cubicBezTo>
                    <a:pt x="60" y="19"/>
                    <a:pt x="69" y="19"/>
                    <a:pt x="80" y="19"/>
                  </a:cubicBezTo>
                  <a:cubicBezTo>
                    <a:pt x="115" y="19"/>
                    <a:pt x="153" y="13"/>
                    <a:pt x="161" y="11"/>
                  </a:cubicBezTo>
                  <a:cubicBezTo>
                    <a:pt x="155" y="5"/>
                    <a:pt x="148" y="1"/>
                    <a:pt x="138" y="1"/>
                  </a:cubicBezTo>
                  <a:cubicBezTo>
                    <a:pt x="37" y="1"/>
                    <a:pt x="37" y="1"/>
                    <a:pt x="37" y="1"/>
                  </a:cubicBezTo>
                  <a:cubicBezTo>
                    <a:pt x="18" y="0"/>
                    <a:pt x="5" y="17"/>
                    <a:pt x="1" y="32"/>
                  </a:cubicBezTo>
                  <a:cubicBezTo>
                    <a:pt x="1" y="32"/>
                    <a:pt x="0" y="37"/>
                    <a:pt x="0" y="42"/>
                  </a:cubicBezTo>
                  <a:cubicBezTo>
                    <a:pt x="0" y="47"/>
                    <a:pt x="1" y="53"/>
                    <a:pt x="1" y="53"/>
                  </a:cubicBezTo>
                  <a:cubicBezTo>
                    <a:pt x="1" y="53"/>
                    <a:pt x="1" y="53"/>
                    <a:pt x="1" y="53"/>
                  </a:cubicBezTo>
                  <a:cubicBezTo>
                    <a:pt x="5" y="68"/>
                    <a:pt x="17" y="85"/>
                    <a:pt x="36" y="85"/>
                  </a:cubicBezTo>
                  <a:cubicBezTo>
                    <a:pt x="138" y="86"/>
                    <a:pt x="138" y="86"/>
                    <a:pt x="138" y="86"/>
                  </a:cubicBezTo>
                  <a:cubicBezTo>
                    <a:pt x="150" y="86"/>
                    <a:pt x="160" y="79"/>
                    <a:pt x="166" y="69"/>
                  </a:cubicBezTo>
                  <a:cubicBezTo>
                    <a:pt x="320" y="69"/>
                    <a:pt x="320" y="69"/>
                    <a:pt x="320" y="69"/>
                  </a:cubicBezTo>
                  <a:cubicBezTo>
                    <a:pt x="320" y="69"/>
                    <a:pt x="320" y="69"/>
                    <a:pt x="320" y="69"/>
                  </a:cubicBezTo>
                  <a:cubicBezTo>
                    <a:pt x="333" y="69"/>
                    <a:pt x="344" y="59"/>
                    <a:pt x="344" y="45"/>
                  </a:cubicBezTo>
                  <a:cubicBezTo>
                    <a:pt x="344" y="32"/>
                    <a:pt x="333" y="21"/>
                    <a:pt x="320" y="21"/>
                  </a:cubicBezTo>
                  <a:close/>
                </a:path>
              </a:pathLst>
            </a:custGeom>
            <a:solidFill>
              <a:srgbClr val="B22C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107"/>
            <p:cNvSpPr>
              <a:spLocks/>
            </p:cNvSpPr>
            <p:nvPr/>
          </p:nvSpPr>
          <p:spPr bwMode="auto">
            <a:xfrm>
              <a:off x="7951788" y="5454651"/>
              <a:ext cx="214313" cy="168275"/>
            </a:xfrm>
            <a:custGeom>
              <a:avLst/>
              <a:gdLst>
                <a:gd name="T0" fmla="*/ 57 w 57"/>
                <a:gd name="T1" fmla="*/ 43 h 45"/>
                <a:gd name="T2" fmla="*/ 29 w 57"/>
                <a:gd name="T3" fmla="*/ 0 h 45"/>
                <a:gd name="T4" fmla="*/ 35 w 57"/>
                <a:gd name="T5" fmla="*/ 43 h 45"/>
                <a:gd name="T6" fmla="*/ 57 w 57"/>
                <a:gd name="T7" fmla="*/ 43 h 45"/>
              </a:gdLst>
              <a:ahLst/>
              <a:cxnLst>
                <a:cxn ang="0">
                  <a:pos x="T0" y="T1"/>
                </a:cxn>
                <a:cxn ang="0">
                  <a:pos x="T2" y="T3"/>
                </a:cxn>
                <a:cxn ang="0">
                  <a:pos x="T4" y="T5"/>
                </a:cxn>
                <a:cxn ang="0">
                  <a:pos x="T6" y="T7"/>
                </a:cxn>
              </a:cxnLst>
              <a:rect l="0" t="0" r="r" b="b"/>
              <a:pathLst>
                <a:path w="57" h="45">
                  <a:moveTo>
                    <a:pt x="57" y="43"/>
                  </a:moveTo>
                  <a:cubicBezTo>
                    <a:pt x="57" y="43"/>
                    <a:pt x="25" y="17"/>
                    <a:pt x="29" y="0"/>
                  </a:cubicBezTo>
                  <a:cubicBezTo>
                    <a:pt x="29" y="0"/>
                    <a:pt x="0" y="40"/>
                    <a:pt x="35" y="43"/>
                  </a:cubicBezTo>
                  <a:cubicBezTo>
                    <a:pt x="57" y="45"/>
                    <a:pt x="57" y="43"/>
                    <a:pt x="57" y="43"/>
                  </a:cubicBezTo>
                  <a:close/>
                </a:path>
              </a:pathLst>
            </a:custGeom>
            <a:solidFill>
              <a:srgbClr val="B22C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08"/>
            <p:cNvSpPr>
              <a:spLocks/>
            </p:cNvSpPr>
            <p:nvPr/>
          </p:nvSpPr>
          <p:spPr bwMode="auto">
            <a:xfrm>
              <a:off x="8334376" y="5537201"/>
              <a:ext cx="120650" cy="88900"/>
            </a:xfrm>
            <a:custGeom>
              <a:avLst/>
              <a:gdLst>
                <a:gd name="T0" fmla="*/ 2 w 32"/>
                <a:gd name="T1" fmla="*/ 21 h 24"/>
                <a:gd name="T2" fmla="*/ 24 w 32"/>
                <a:gd name="T3" fmla="*/ 21 h 24"/>
                <a:gd name="T4" fmla="*/ 32 w 32"/>
                <a:gd name="T5" fmla="*/ 19 h 24"/>
                <a:gd name="T6" fmla="*/ 22 w 32"/>
                <a:gd name="T7" fmla="*/ 0 h 24"/>
                <a:gd name="T8" fmla="*/ 2 w 32"/>
                <a:gd name="T9" fmla="*/ 21 h 24"/>
              </a:gdLst>
              <a:ahLst/>
              <a:cxnLst>
                <a:cxn ang="0">
                  <a:pos x="T0" y="T1"/>
                </a:cxn>
                <a:cxn ang="0">
                  <a:pos x="T2" y="T3"/>
                </a:cxn>
                <a:cxn ang="0">
                  <a:pos x="T4" y="T5"/>
                </a:cxn>
                <a:cxn ang="0">
                  <a:pos x="T6" y="T7"/>
                </a:cxn>
                <a:cxn ang="0">
                  <a:pos x="T8" y="T9"/>
                </a:cxn>
              </a:cxnLst>
              <a:rect l="0" t="0" r="r" b="b"/>
              <a:pathLst>
                <a:path w="32" h="24">
                  <a:moveTo>
                    <a:pt x="2" y="21"/>
                  </a:moveTo>
                  <a:cubicBezTo>
                    <a:pt x="2" y="21"/>
                    <a:pt x="0" y="24"/>
                    <a:pt x="24" y="21"/>
                  </a:cubicBezTo>
                  <a:cubicBezTo>
                    <a:pt x="27" y="21"/>
                    <a:pt x="30" y="20"/>
                    <a:pt x="32" y="19"/>
                  </a:cubicBezTo>
                  <a:cubicBezTo>
                    <a:pt x="28" y="13"/>
                    <a:pt x="25" y="7"/>
                    <a:pt x="22" y="0"/>
                  </a:cubicBezTo>
                  <a:cubicBezTo>
                    <a:pt x="14" y="11"/>
                    <a:pt x="2" y="21"/>
                    <a:pt x="2" y="21"/>
                  </a:cubicBezTo>
                  <a:close/>
                </a:path>
              </a:pathLst>
            </a:custGeom>
            <a:solidFill>
              <a:srgbClr val="B22C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3737960414"/>
      </p:ext>
    </p:extLst>
  </p:cSld>
  <p:clrMapOvr>
    <a:masterClrMapping/>
  </p:clrMapOvr>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337322" y="1197189"/>
            <a:ext cx="1059016" cy="1182326"/>
            <a:chOff x="346076" y="850900"/>
            <a:chExt cx="1158875" cy="1293813"/>
          </a:xfrm>
          <a:solidFill>
            <a:schemeClr val="tx1">
              <a:lumMod val="65000"/>
              <a:lumOff val="35000"/>
            </a:schemeClr>
          </a:solidFill>
        </p:grpSpPr>
        <p:sp>
          <p:nvSpPr>
            <p:cNvPr id="3" name="Freeform 5"/>
            <p:cNvSpPr>
              <a:spLocks/>
            </p:cNvSpPr>
            <p:nvPr/>
          </p:nvSpPr>
          <p:spPr bwMode="auto">
            <a:xfrm>
              <a:off x="436563" y="1066800"/>
              <a:ext cx="231775" cy="231775"/>
            </a:xfrm>
            <a:custGeom>
              <a:avLst/>
              <a:gdLst>
                <a:gd name="T0" fmla="*/ 144 w 205"/>
                <a:gd name="T1" fmla="*/ 182 h 205"/>
                <a:gd name="T2" fmla="*/ 182 w 205"/>
                <a:gd name="T3" fmla="*/ 61 h 205"/>
                <a:gd name="T4" fmla="*/ 61 w 205"/>
                <a:gd name="T5" fmla="*/ 23 h 205"/>
                <a:gd name="T6" fmla="*/ 23 w 205"/>
                <a:gd name="T7" fmla="*/ 144 h 205"/>
                <a:gd name="T8" fmla="*/ 144 w 205"/>
                <a:gd name="T9" fmla="*/ 182 h 205"/>
              </a:gdLst>
              <a:ahLst/>
              <a:cxnLst>
                <a:cxn ang="0">
                  <a:pos x="T0" y="T1"/>
                </a:cxn>
                <a:cxn ang="0">
                  <a:pos x="T2" y="T3"/>
                </a:cxn>
                <a:cxn ang="0">
                  <a:pos x="T4" y="T5"/>
                </a:cxn>
                <a:cxn ang="0">
                  <a:pos x="T6" y="T7"/>
                </a:cxn>
                <a:cxn ang="0">
                  <a:pos x="T8" y="T9"/>
                </a:cxn>
              </a:cxnLst>
              <a:rect l="0" t="0" r="r" b="b"/>
              <a:pathLst>
                <a:path w="205" h="205">
                  <a:moveTo>
                    <a:pt x="144" y="182"/>
                  </a:moveTo>
                  <a:cubicBezTo>
                    <a:pt x="188" y="159"/>
                    <a:pt x="205" y="105"/>
                    <a:pt x="182" y="61"/>
                  </a:cubicBezTo>
                  <a:cubicBezTo>
                    <a:pt x="159" y="17"/>
                    <a:pt x="105" y="0"/>
                    <a:pt x="61" y="23"/>
                  </a:cubicBezTo>
                  <a:cubicBezTo>
                    <a:pt x="17" y="46"/>
                    <a:pt x="0" y="100"/>
                    <a:pt x="23" y="144"/>
                  </a:cubicBezTo>
                  <a:cubicBezTo>
                    <a:pt x="46" y="188"/>
                    <a:pt x="100" y="205"/>
                    <a:pt x="144" y="1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Freeform 6"/>
            <p:cNvSpPr>
              <a:spLocks/>
            </p:cNvSpPr>
            <p:nvPr/>
          </p:nvSpPr>
          <p:spPr bwMode="auto">
            <a:xfrm>
              <a:off x="346076" y="1146175"/>
              <a:ext cx="755650" cy="998538"/>
            </a:xfrm>
            <a:custGeom>
              <a:avLst/>
              <a:gdLst>
                <a:gd name="T0" fmla="*/ 69 w 669"/>
                <a:gd name="T1" fmla="*/ 511 h 884"/>
                <a:gd name="T2" fmla="*/ 82 w 669"/>
                <a:gd name="T3" fmla="*/ 508 h 884"/>
                <a:gd name="T4" fmla="*/ 98 w 669"/>
                <a:gd name="T5" fmla="*/ 465 h 884"/>
                <a:gd name="T6" fmla="*/ 64 w 669"/>
                <a:gd name="T7" fmla="*/ 340 h 884"/>
                <a:gd name="T8" fmla="*/ 77 w 669"/>
                <a:gd name="T9" fmla="*/ 282 h 884"/>
                <a:gd name="T10" fmla="*/ 120 w 669"/>
                <a:gd name="T11" fmla="*/ 239 h 884"/>
                <a:gd name="T12" fmla="*/ 123 w 669"/>
                <a:gd name="T13" fmla="*/ 237 h 884"/>
                <a:gd name="T14" fmla="*/ 215 w 669"/>
                <a:gd name="T15" fmla="*/ 459 h 884"/>
                <a:gd name="T16" fmla="*/ 224 w 669"/>
                <a:gd name="T17" fmla="*/ 474 h 884"/>
                <a:gd name="T18" fmla="*/ 234 w 669"/>
                <a:gd name="T19" fmla="*/ 485 h 884"/>
                <a:gd name="T20" fmla="*/ 234 w 669"/>
                <a:gd name="T21" fmla="*/ 485 h 884"/>
                <a:gd name="T22" fmla="*/ 235 w 669"/>
                <a:gd name="T23" fmla="*/ 485 h 884"/>
                <a:gd name="T24" fmla="*/ 238 w 669"/>
                <a:gd name="T25" fmla="*/ 488 h 884"/>
                <a:gd name="T26" fmla="*/ 282 w 669"/>
                <a:gd name="T27" fmla="*/ 543 h 884"/>
                <a:gd name="T28" fmla="*/ 313 w 669"/>
                <a:gd name="T29" fmla="*/ 666 h 884"/>
                <a:gd name="T30" fmla="*/ 278 w 669"/>
                <a:gd name="T31" fmla="*/ 814 h 884"/>
                <a:gd name="T32" fmla="*/ 304 w 669"/>
                <a:gd name="T33" fmla="*/ 880 h 884"/>
                <a:gd name="T34" fmla="*/ 324 w 669"/>
                <a:gd name="T35" fmla="*/ 884 h 884"/>
                <a:gd name="T36" fmla="*/ 370 w 669"/>
                <a:gd name="T37" fmla="*/ 854 h 884"/>
                <a:gd name="T38" fmla="*/ 413 w 669"/>
                <a:gd name="T39" fmla="*/ 666 h 884"/>
                <a:gd name="T40" fmla="*/ 355 w 669"/>
                <a:gd name="T41" fmla="*/ 473 h 884"/>
                <a:gd name="T42" fmla="*/ 352 w 669"/>
                <a:gd name="T43" fmla="*/ 468 h 884"/>
                <a:gd name="T44" fmla="*/ 382 w 669"/>
                <a:gd name="T45" fmla="*/ 468 h 884"/>
                <a:gd name="T46" fmla="*/ 382 w 669"/>
                <a:gd name="T47" fmla="*/ 468 h 884"/>
                <a:gd name="T48" fmla="*/ 434 w 669"/>
                <a:gd name="T49" fmla="*/ 461 h 884"/>
                <a:gd name="T50" fmla="*/ 513 w 669"/>
                <a:gd name="T51" fmla="*/ 484 h 884"/>
                <a:gd name="T52" fmla="*/ 544 w 669"/>
                <a:gd name="T53" fmla="*/ 520 h 884"/>
                <a:gd name="T54" fmla="*/ 566 w 669"/>
                <a:gd name="T55" fmla="*/ 592 h 884"/>
                <a:gd name="T56" fmla="*/ 615 w 669"/>
                <a:gd name="T57" fmla="*/ 635 h 884"/>
                <a:gd name="T58" fmla="*/ 622 w 669"/>
                <a:gd name="T59" fmla="*/ 635 h 884"/>
                <a:gd name="T60" fmla="*/ 665 w 669"/>
                <a:gd name="T61" fmla="*/ 579 h 884"/>
                <a:gd name="T62" fmla="*/ 632 w 669"/>
                <a:gd name="T63" fmla="*/ 472 h 884"/>
                <a:gd name="T64" fmla="*/ 536 w 669"/>
                <a:gd name="T65" fmla="*/ 382 h 884"/>
                <a:gd name="T66" fmla="*/ 434 w 669"/>
                <a:gd name="T67" fmla="*/ 361 h 884"/>
                <a:gd name="T68" fmla="*/ 375 w 669"/>
                <a:gd name="T69" fmla="*/ 367 h 884"/>
                <a:gd name="T70" fmla="*/ 331 w 669"/>
                <a:gd name="T71" fmla="*/ 197 h 884"/>
                <a:gd name="T72" fmla="*/ 355 w 669"/>
                <a:gd name="T73" fmla="*/ 198 h 884"/>
                <a:gd name="T74" fmla="*/ 476 w 669"/>
                <a:gd name="T75" fmla="*/ 170 h 884"/>
                <a:gd name="T76" fmla="*/ 591 w 669"/>
                <a:gd name="T77" fmla="*/ 50 h 884"/>
                <a:gd name="T78" fmla="*/ 576 w 669"/>
                <a:gd name="T79" fmla="*/ 8 h 884"/>
                <a:gd name="T80" fmla="*/ 533 w 669"/>
                <a:gd name="T81" fmla="*/ 22 h 884"/>
                <a:gd name="T82" fmla="*/ 447 w 669"/>
                <a:gd name="T83" fmla="*/ 113 h 884"/>
                <a:gd name="T84" fmla="*/ 355 w 669"/>
                <a:gd name="T85" fmla="*/ 134 h 884"/>
                <a:gd name="T86" fmla="*/ 313 w 669"/>
                <a:gd name="T87" fmla="*/ 130 h 884"/>
                <a:gd name="T88" fmla="*/ 302 w 669"/>
                <a:gd name="T89" fmla="*/ 128 h 884"/>
                <a:gd name="T90" fmla="*/ 299 w 669"/>
                <a:gd name="T91" fmla="*/ 127 h 884"/>
                <a:gd name="T92" fmla="*/ 299 w 669"/>
                <a:gd name="T93" fmla="*/ 127 h 884"/>
                <a:gd name="T94" fmla="*/ 299 w 669"/>
                <a:gd name="T95" fmla="*/ 127 h 884"/>
                <a:gd name="T96" fmla="*/ 294 w 669"/>
                <a:gd name="T97" fmla="*/ 126 h 884"/>
                <a:gd name="T98" fmla="*/ 281 w 669"/>
                <a:gd name="T99" fmla="*/ 127 h 884"/>
                <a:gd name="T100" fmla="*/ 131 w 669"/>
                <a:gd name="T101" fmla="*/ 165 h 884"/>
                <a:gd name="T102" fmla="*/ 126 w 669"/>
                <a:gd name="T103" fmla="*/ 167 h 884"/>
                <a:gd name="T104" fmla="*/ 65 w 669"/>
                <a:gd name="T105" fmla="*/ 199 h 884"/>
                <a:gd name="T106" fmla="*/ 20 w 669"/>
                <a:gd name="T107" fmla="*/ 253 h 884"/>
                <a:gd name="T108" fmla="*/ 0 w 669"/>
                <a:gd name="T109" fmla="*/ 340 h 884"/>
                <a:gd name="T110" fmla="*/ 40 w 669"/>
                <a:gd name="T111" fmla="*/ 492 h 884"/>
                <a:gd name="T112" fmla="*/ 69 w 669"/>
                <a:gd name="T113" fmla="*/ 511 h 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69" h="884">
                  <a:moveTo>
                    <a:pt x="69" y="511"/>
                  </a:moveTo>
                  <a:cubicBezTo>
                    <a:pt x="73" y="511"/>
                    <a:pt x="78" y="510"/>
                    <a:pt x="82" y="508"/>
                  </a:cubicBezTo>
                  <a:cubicBezTo>
                    <a:pt x="98" y="500"/>
                    <a:pt x="105" y="481"/>
                    <a:pt x="98" y="465"/>
                  </a:cubicBezTo>
                  <a:cubicBezTo>
                    <a:pt x="73" y="412"/>
                    <a:pt x="64" y="371"/>
                    <a:pt x="64" y="340"/>
                  </a:cubicBezTo>
                  <a:cubicBezTo>
                    <a:pt x="64" y="315"/>
                    <a:pt x="70" y="297"/>
                    <a:pt x="77" y="282"/>
                  </a:cubicBezTo>
                  <a:cubicBezTo>
                    <a:pt x="88" y="261"/>
                    <a:pt x="105" y="247"/>
                    <a:pt x="120" y="239"/>
                  </a:cubicBezTo>
                  <a:cubicBezTo>
                    <a:pt x="121" y="238"/>
                    <a:pt x="122" y="238"/>
                    <a:pt x="123" y="237"/>
                  </a:cubicBezTo>
                  <a:cubicBezTo>
                    <a:pt x="215" y="459"/>
                    <a:pt x="215" y="459"/>
                    <a:pt x="215" y="459"/>
                  </a:cubicBezTo>
                  <a:cubicBezTo>
                    <a:pt x="217" y="465"/>
                    <a:pt x="220" y="470"/>
                    <a:pt x="224" y="474"/>
                  </a:cubicBezTo>
                  <a:cubicBezTo>
                    <a:pt x="226" y="478"/>
                    <a:pt x="230" y="482"/>
                    <a:pt x="234" y="485"/>
                  </a:cubicBezTo>
                  <a:cubicBezTo>
                    <a:pt x="234" y="485"/>
                    <a:pt x="234" y="485"/>
                    <a:pt x="234" y="485"/>
                  </a:cubicBezTo>
                  <a:cubicBezTo>
                    <a:pt x="235" y="485"/>
                    <a:pt x="235" y="485"/>
                    <a:pt x="235" y="485"/>
                  </a:cubicBezTo>
                  <a:cubicBezTo>
                    <a:pt x="235" y="486"/>
                    <a:pt x="236" y="486"/>
                    <a:pt x="238" y="488"/>
                  </a:cubicBezTo>
                  <a:cubicBezTo>
                    <a:pt x="246" y="495"/>
                    <a:pt x="265" y="514"/>
                    <a:pt x="282" y="543"/>
                  </a:cubicBezTo>
                  <a:cubicBezTo>
                    <a:pt x="298" y="573"/>
                    <a:pt x="313" y="613"/>
                    <a:pt x="313" y="666"/>
                  </a:cubicBezTo>
                  <a:cubicBezTo>
                    <a:pt x="313" y="706"/>
                    <a:pt x="304" y="755"/>
                    <a:pt x="278" y="814"/>
                  </a:cubicBezTo>
                  <a:cubicBezTo>
                    <a:pt x="267" y="839"/>
                    <a:pt x="279" y="869"/>
                    <a:pt x="304" y="880"/>
                  </a:cubicBezTo>
                  <a:cubicBezTo>
                    <a:pt x="310" y="883"/>
                    <a:pt x="317" y="884"/>
                    <a:pt x="324" y="884"/>
                  </a:cubicBezTo>
                  <a:cubicBezTo>
                    <a:pt x="343" y="884"/>
                    <a:pt x="361" y="873"/>
                    <a:pt x="370" y="854"/>
                  </a:cubicBezTo>
                  <a:cubicBezTo>
                    <a:pt x="401" y="785"/>
                    <a:pt x="413" y="721"/>
                    <a:pt x="413" y="666"/>
                  </a:cubicBezTo>
                  <a:cubicBezTo>
                    <a:pt x="413" y="581"/>
                    <a:pt x="384" y="516"/>
                    <a:pt x="355" y="473"/>
                  </a:cubicBezTo>
                  <a:cubicBezTo>
                    <a:pt x="354" y="471"/>
                    <a:pt x="353" y="469"/>
                    <a:pt x="352" y="468"/>
                  </a:cubicBezTo>
                  <a:cubicBezTo>
                    <a:pt x="361" y="471"/>
                    <a:pt x="372" y="471"/>
                    <a:pt x="382" y="468"/>
                  </a:cubicBezTo>
                  <a:cubicBezTo>
                    <a:pt x="382" y="468"/>
                    <a:pt x="382" y="468"/>
                    <a:pt x="382" y="468"/>
                  </a:cubicBezTo>
                  <a:cubicBezTo>
                    <a:pt x="385" y="467"/>
                    <a:pt x="407" y="461"/>
                    <a:pt x="434" y="461"/>
                  </a:cubicBezTo>
                  <a:cubicBezTo>
                    <a:pt x="461" y="461"/>
                    <a:pt x="490" y="467"/>
                    <a:pt x="513" y="484"/>
                  </a:cubicBezTo>
                  <a:cubicBezTo>
                    <a:pt x="524" y="492"/>
                    <a:pt x="535" y="503"/>
                    <a:pt x="544" y="520"/>
                  </a:cubicBezTo>
                  <a:cubicBezTo>
                    <a:pt x="553" y="537"/>
                    <a:pt x="561" y="560"/>
                    <a:pt x="566" y="592"/>
                  </a:cubicBezTo>
                  <a:cubicBezTo>
                    <a:pt x="569" y="617"/>
                    <a:pt x="591" y="635"/>
                    <a:pt x="615" y="635"/>
                  </a:cubicBezTo>
                  <a:cubicBezTo>
                    <a:pt x="618" y="635"/>
                    <a:pt x="620" y="635"/>
                    <a:pt x="622" y="635"/>
                  </a:cubicBezTo>
                  <a:cubicBezTo>
                    <a:pt x="650" y="631"/>
                    <a:pt x="669" y="606"/>
                    <a:pt x="665" y="579"/>
                  </a:cubicBezTo>
                  <a:cubicBezTo>
                    <a:pt x="659" y="537"/>
                    <a:pt x="648" y="501"/>
                    <a:pt x="632" y="472"/>
                  </a:cubicBezTo>
                  <a:cubicBezTo>
                    <a:pt x="608" y="428"/>
                    <a:pt x="572" y="398"/>
                    <a:pt x="536" y="382"/>
                  </a:cubicBezTo>
                  <a:cubicBezTo>
                    <a:pt x="500" y="366"/>
                    <a:pt x="464" y="361"/>
                    <a:pt x="434" y="361"/>
                  </a:cubicBezTo>
                  <a:cubicBezTo>
                    <a:pt x="410" y="361"/>
                    <a:pt x="389" y="364"/>
                    <a:pt x="375" y="367"/>
                  </a:cubicBezTo>
                  <a:cubicBezTo>
                    <a:pt x="331" y="197"/>
                    <a:pt x="331" y="197"/>
                    <a:pt x="331" y="197"/>
                  </a:cubicBezTo>
                  <a:cubicBezTo>
                    <a:pt x="338" y="197"/>
                    <a:pt x="346" y="198"/>
                    <a:pt x="355" y="198"/>
                  </a:cubicBezTo>
                  <a:cubicBezTo>
                    <a:pt x="389" y="198"/>
                    <a:pt x="432" y="192"/>
                    <a:pt x="476" y="170"/>
                  </a:cubicBezTo>
                  <a:cubicBezTo>
                    <a:pt x="519" y="149"/>
                    <a:pt x="561" y="111"/>
                    <a:pt x="591" y="50"/>
                  </a:cubicBezTo>
                  <a:cubicBezTo>
                    <a:pt x="599" y="35"/>
                    <a:pt x="592" y="15"/>
                    <a:pt x="576" y="8"/>
                  </a:cubicBezTo>
                  <a:cubicBezTo>
                    <a:pt x="561" y="0"/>
                    <a:pt x="541" y="6"/>
                    <a:pt x="533" y="22"/>
                  </a:cubicBezTo>
                  <a:cubicBezTo>
                    <a:pt x="509" y="70"/>
                    <a:pt x="478" y="97"/>
                    <a:pt x="447" y="113"/>
                  </a:cubicBezTo>
                  <a:cubicBezTo>
                    <a:pt x="415" y="129"/>
                    <a:pt x="382" y="134"/>
                    <a:pt x="355" y="134"/>
                  </a:cubicBezTo>
                  <a:cubicBezTo>
                    <a:pt x="338" y="134"/>
                    <a:pt x="323" y="132"/>
                    <a:pt x="313" y="130"/>
                  </a:cubicBezTo>
                  <a:cubicBezTo>
                    <a:pt x="308" y="129"/>
                    <a:pt x="304" y="128"/>
                    <a:pt x="302" y="128"/>
                  </a:cubicBezTo>
                  <a:cubicBezTo>
                    <a:pt x="301" y="128"/>
                    <a:pt x="300" y="127"/>
                    <a:pt x="299" y="127"/>
                  </a:cubicBezTo>
                  <a:cubicBezTo>
                    <a:pt x="299" y="127"/>
                    <a:pt x="299" y="127"/>
                    <a:pt x="299" y="127"/>
                  </a:cubicBezTo>
                  <a:cubicBezTo>
                    <a:pt x="299" y="127"/>
                    <a:pt x="299" y="127"/>
                    <a:pt x="299" y="127"/>
                  </a:cubicBezTo>
                  <a:cubicBezTo>
                    <a:pt x="297" y="127"/>
                    <a:pt x="296" y="126"/>
                    <a:pt x="294" y="126"/>
                  </a:cubicBezTo>
                  <a:cubicBezTo>
                    <a:pt x="290" y="125"/>
                    <a:pt x="285" y="125"/>
                    <a:pt x="281" y="127"/>
                  </a:cubicBezTo>
                  <a:cubicBezTo>
                    <a:pt x="131" y="165"/>
                    <a:pt x="131" y="165"/>
                    <a:pt x="131" y="165"/>
                  </a:cubicBezTo>
                  <a:cubicBezTo>
                    <a:pt x="129" y="166"/>
                    <a:pt x="127" y="167"/>
                    <a:pt x="126" y="167"/>
                  </a:cubicBezTo>
                  <a:cubicBezTo>
                    <a:pt x="115" y="170"/>
                    <a:pt x="91" y="179"/>
                    <a:pt x="65" y="199"/>
                  </a:cubicBezTo>
                  <a:cubicBezTo>
                    <a:pt x="49" y="212"/>
                    <a:pt x="33" y="229"/>
                    <a:pt x="20" y="253"/>
                  </a:cubicBezTo>
                  <a:cubicBezTo>
                    <a:pt x="8" y="276"/>
                    <a:pt x="0" y="306"/>
                    <a:pt x="0" y="340"/>
                  </a:cubicBezTo>
                  <a:cubicBezTo>
                    <a:pt x="0" y="382"/>
                    <a:pt x="12" y="433"/>
                    <a:pt x="40" y="492"/>
                  </a:cubicBezTo>
                  <a:cubicBezTo>
                    <a:pt x="45" y="504"/>
                    <a:pt x="57" y="511"/>
                    <a:pt x="69" y="5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 name="Freeform 7"/>
            <p:cNvSpPr>
              <a:spLocks/>
            </p:cNvSpPr>
            <p:nvPr/>
          </p:nvSpPr>
          <p:spPr bwMode="auto">
            <a:xfrm>
              <a:off x="1016001" y="850900"/>
              <a:ext cx="488950" cy="642938"/>
            </a:xfrm>
            <a:custGeom>
              <a:avLst/>
              <a:gdLst>
                <a:gd name="T0" fmla="*/ 0 w 308"/>
                <a:gd name="T1" fmla="*/ 305 h 405"/>
                <a:gd name="T2" fmla="*/ 16 w 308"/>
                <a:gd name="T3" fmla="*/ 405 h 405"/>
                <a:gd name="T4" fmla="*/ 127 w 308"/>
                <a:gd name="T5" fmla="*/ 385 h 405"/>
                <a:gd name="T6" fmla="*/ 73 w 308"/>
                <a:gd name="T7" fmla="*/ 360 h 405"/>
                <a:gd name="T8" fmla="*/ 254 w 308"/>
                <a:gd name="T9" fmla="*/ 204 h 405"/>
                <a:gd name="T10" fmla="*/ 160 w 308"/>
                <a:gd name="T11" fmla="*/ 185 h 405"/>
                <a:gd name="T12" fmla="*/ 308 w 308"/>
                <a:gd name="T13" fmla="*/ 39 h 405"/>
                <a:gd name="T14" fmla="*/ 218 w 308"/>
                <a:gd name="T15" fmla="*/ 0 h 405"/>
                <a:gd name="T16" fmla="*/ 67 w 308"/>
                <a:gd name="T17" fmla="*/ 201 h 405"/>
                <a:gd name="T18" fmla="*/ 148 w 308"/>
                <a:gd name="T19" fmla="*/ 218 h 405"/>
                <a:gd name="T20" fmla="*/ 47 w 308"/>
                <a:gd name="T21" fmla="*/ 337 h 405"/>
                <a:gd name="T22" fmla="*/ 0 w 308"/>
                <a:gd name="T23" fmla="*/ 305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8" h="405">
                  <a:moveTo>
                    <a:pt x="0" y="305"/>
                  </a:moveTo>
                  <a:lnTo>
                    <a:pt x="16" y="405"/>
                  </a:lnTo>
                  <a:lnTo>
                    <a:pt x="127" y="385"/>
                  </a:lnTo>
                  <a:lnTo>
                    <a:pt x="73" y="360"/>
                  </a:lnTo>
                  <a:lnTo>
                    <a:pt x="254" y="204"/>
                  </a:lnTo>
                  <a:lnTo>
                    <a:pt x="160" y="185"/>
                  </a:lnTo>
                  <a:lnTo>
                    <a:pt x="308" y="39"/>
                  </a:lnTo>
                  <a:lnTo>
                    <a:pt x="218" y="0"/>
                  </a:lnTo>
                  <a:lnTo>
                    <a:pt x="67" y="201"/>
                  </a:lnTo>
                  <a:lnTo>
                    <a:pt x="148" y="218"/>
                  </a:lnTo>
                  <a:lnTo>
                    <a:pt x="47" y="337"/>
                  </a:lnTo>
                  <a:lnTo>
                    <a:pt x="0" y="3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 name="组合 5"/>
          <p:cNvGrpSpPr/>
          <p:nvPr/>
        </p:nvGrpSpPr>
        <p:grpSpPr>
          <a:xfrm>
            <a:off x="386646" y="3714165"/>
            <a:ext cx="1428946" cy="983579"/>
            <a:chOff x="400051" y="3605213"/>
            <a:chExt cx="1563688" cy="1076325"/>
          </a:xfrm>
          <a:solidFill>
            <a:schemeClr val="tx1">
              <a:lumMod val="65000"/>
              <a:lumOff val="35000"/>
            </a:schemeClr>
          </a:solidFill>
        </p:grpSpPr>
        <p:sp>
          <p:nvSpPr>
            <p:cNvPr id="7" name="Oval 12"/>
            <p:cNvSpPr>
              <a:spLocks noChangeArrowheads="1"/>
            </p:cNvSpPr>
            <p:nvPr/>
          </p:nvSpPr>
          <p:spPr bwMode="auto">
            <a:xfrm>
              <a:off x="1095376" y="3605213"/>
              <a:ext cx="203200" cy="2032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13"/>
            <p:cNvSpPr>
              <a:spLocks noEditPoints="1"/>
            </p:cNvSpPr>
            <p:nvPr/>
          </p:nvSpPr>
          <p:spPr bwMode="auto">
            <a:xfrm>
              <a:off x="400051" y="3838575"/>
              <a:ext cx="1563688" cy="842963"/>
            </a:xfrm>
            <a:custGeom>
              <a:avLst/>
              <a:gdLst>
                <a:gd name="T0" fmla="*/ 1384 w 1384"/>
                <a:gd name="T1" fmla="*/ 170 h 746"/>
                <a:gd name="T2" fmla="*/ 911 w 1384"/>
                <a:gd name="T3" fmla="*/ 154 h 746"/>
                <a:gd name="T4" fmla="*/ 844 w 1384"/>
                <a:gd name="T5" fmla="*/ 17 h 746"/>
                <a:gd name="T6" fmla="*/ 787 w 1384"/>
                <a:gd name="T7" fmla="*/ 1 h 746"/>
                <a:gd name="T8" fmla="*/ 629 w 1384"/>
                <a:gd name="T9" fmla="*/ 0 h 746"/>
                <a:gd name="T10" fmla="*/ 623 w 1384"/>
                <a:gd name="T11" fmla="*/ 1 h 746"/>
                <a:gd name="T12" fmla="*/ 527 w 1384"/>
                <a:gd name="T13" fmla="*/ 61 h 746"/>
                <a:gd name="T14" fmla="*/ 0 w 1384"/>
                <a:gd name="T15" fmla="*/ 154 h 746"/>
                <a:gd name="T16" fmla="*/ 132 w 1384"/>
                <a:gd name="T17" fmla="*/ 170 h 746"/>
                <a:gd name="T18" fmla="*/ 0 w 1384"/>
                <a:gd name="T19" fmla="*/ 298 h 746"/>
                <a:gd name="T20" fmla="*/ 510 w 1384"/>
                <a:gd name="T21" fmla="*/ 314 h 746"/>
                <a:gd name="T22" fmla="*/ 553 w 1384"/>
                <a:gd name="T23" fmla="*/ 398 h 746"/>
                <a:gd name="T24" fmla="*/ 584 w 1384"/>
                <a:gd name="T25" fmla="*/ 359 h 746"/>
                <a:gd name="T26" fmla="*/ 598 w 1384"/>
                <a:gd name="T27" fmla="*/ 314 h 746"/>
                <a:gd name="T28" fmla="*/ 647 w 1384"/>
                <a:gd name="T29" fmla="*/ 746 h 746"/>
                <a:gd name="T30" fmla="*/ 697 w 1384"/>
                <a:gd name="T31" fmla="*/ 336 h 746"/>
                <a:gd name="T32" fmla="*/ 715 w 1384"/>
                <a:gd name="T33" fmla="*/ 697 h 746"/>
                <a:gd name="T34" fmla="*/ 814 w 1384"/>
                <a:gd name="T35" fmla="*/ 697 h 746"/>
                <a:gd name="T36" fmla="*/ 837 w 1384"/>
                <a:gd name="T37" fmla="*/ 314 h 746"/>
                <a:gd name="T38" fmla="*/ 853 w 1384"/>
                <a:gd name="T39" fmla="*/ 397 h 746"/>
                <a:gd name="T40" fmla="*/ 891 w 1384"/>
                <a:gd name="T41" fmla="*/ 373 h 746"/>
                <a:gd name="T42" fmla="*/ 1384 w 1384"/>
                <a:gd name="T43" fmla="*/ 314 h 746"/>
                <a:gd name="T44" fmla="*/ 1332 w 1384"/>
                <a:gd name="T45" fmla="*/ 298 h 746"/>
                <a:gd name="T46" fmla="*/ 1332 w 1384"/>
                <a:gd name="T47" fmla="*/ 170 h 746"/>
                <a:gd name="T48" fmla="*/ 847 w 1384"/>
                <a:gd name="T49" fmla="*/ 154 h 746"/>
                <a:gd name="T50" fmla="*/ 814 w 1384"/>
                <a:gd name="T51" fmla="*/ 74 h 746"/>
                <a:gd name="T52" fmla="*/ 692 w 1384"/>
                <a:gd name="T53" fmla="*/ 298 h 746"/>
                <a:gd name="T54" fmla="*/ 692 w 1384"/>
                <a:gd name="T55" fmla="*/ 170 h 746"/>
                <a:gd name="T56" fmla="*/ 692 w 1384"/>
                <a:gd name="T57" fmla="*/ 298 h 746"/>
                <a:gd name="T58" fmla="*/ 598 w 1384"/>
                <a:gd name="T59" fmla="*/ 74 h 746"/>
                <a:gd name="T60" fmla="*/ 566 w 1384"/>
                <a:gd name="T61" fmla="*/ 154 h 746"/>
                <a:gd name="T62" fmla="*/ 132 w 1384"/>
                <a:gd name="T63" fmla="*/ 298 h 746"/>
                <a:gd name="T64" fmla="*/ 292 w 1384"/>
                <a:gd name="T65" fmla="*/ 170 h 746"/>
                <a:gd name="T66" fmla="*/ 132 w 1384"/>
                <a:gd name="T67" fmla="*/ 298 h 746"/>
                <a:gd name="T68" fmla="*/ 372 w 1384"/>
                <a:gd name="T69" fmla="*/ 170 h 746"/>
                <a:gd name="T70" fmla="*/ 372 w 1384"/>
                <a:gd name="T71" fmla="*/ 298 h 746"/>
                <a:gd name="T72" fmla="*/ 452 w 1384"/>
                <a:gd name="T73" fmla="*/ 298 h 746"/>
                <a:gd name="T74" fmla="*/ 612 w 1384"/>
                <a:gd name="T75" fmla="*/ 170 h 746"/>
                <a:gd name="T76" fmla="*/ 452 w 1384"/>
                <a:gd name="T77" fmla="*/ 298 h 746"/>
                <a:gd name="T78" fmla="*/ 852 w 1384"/>
                <a:gd name="T79" fmla="*/ 170 h 746"/>
                <a:gd name="T80" fmla="*/ 852 w 1384"/>
                <a:gd name="T81" fmla="*/ 298 h 746"/>
                <a:gd name="T82" fmla="*/ 932 w 1384"/>
                <a:gd name="T83" fmla="*/ 298 h 746"/>
                <a:gd name="T84" fmla="*/ 1092 w 1384"/>
                <a:gd name="T85" fmla="*/ 170 h 746"/>
                <a:gd name="T86" fmla="*/ 932 w 1384"/>
                <a:gd name="T87" fmla="*/ 298 h 746"/>
                <a:gd name="T88" fmla="*/ 1172 w 1384"/>
                <a:gd name="T89" fmla="*/ 170 h 746"/>
                <a:gd name="T90" fmla="*/ 1172 w 1384"/>
                <a:gd name="T91" fmla="*/ 298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84" h="746">
                  <a:moveTo>
                    <a:pt x="1332" y="170"/>
                  </a:moveTo>
                  <a:cubicBezTo>
                    <a:pt x="1384" y="170"/>
                    <a:pt x="1384" y="170"/>
                    <a:pt x="1384" y="170"/>
                  </a:cubicBezTo>
                  <a:cubicBezTo>
                    <a:pt x="1384" y="154"/>
                    <a:pt x="1384" y="154"/>
                    <a:pt x="1384" y="154"/>
                  </a:cubicBezTo>
                  <a:cubicBezTo>
                    <a:pt x="911" y="154"/>
                    <a:pt x="911" y="154"/>
                    <a:pt x="911" y="154"/>
                  </a:cubicBezTo>
                  <a:cubicBezTo>
                    <a:pt x="909" y="132"/>
                    <a:pt x="905" y="112"/>
                    <a:pt x="900" y="96"/>
                  </a:cubicBezTo>
                  <a:cubicBezTo>
                    <a:pt x="888" y="56"/>
                    <a:pt x="866" y="31"/>
                    <a:pt x="844" y="17"/>
                  </a:cubicBezTo>
                  <a:cubicBezTo>
                    <a:pt x="822" y="3"/>
                    <a:pt x="801" y="1"/>
                    <a:pt x="789" y="1"/>
                  </a:cubicBezTo>
                  <a:cubicBezTo>
                    <a:pt x="789" y="1"/>
                    <a:pt x="788" y="1"/>
                    <a:pt x="787" y="1"/>
                  </a:cubicBezTo>
                  <a:cubicBezTo>
                    <a:pt x="786" y="1"/>
                    <a:pt x="785" y="0"/>
                    <a:pt x="783" y="0"/>
                  </a:cubicBezTo>
                  <a:cubicBezTo>
                    <a:pt x="629" y="0"/>
                    <a:pt x="629" y="0"/>
                    <a:pt x="629" y="0"/>
                  </a:cubicBezTo>
                  <a:cubicBezTo>
                    <a:pt x="627" y="0"/>
                    <a:pt x="626" y="1"/>
                    <a:pt x="625" y="1"/>
                  </a:cubicBezTo>
                  <a:cubicBezTo>
                    <a:pt x="624" y="1"/>
                    <a:pt x="624" y="1"/>
                    <a:pt x="623" y="1"/>
                  </a:cubicBezTo>
                  <a:cubicBezTo>
                    <a:pt x="615" y="1"/>
                    <a:pt x="604" y="2"/>
                    <a:pt x="590" y="6"/>
                  </a:cubicBezTo>
                  <a:cubicBezTo>
                    <a:pt x="569" y="13"/>
                    <a:pt x="545" y="30"/>
                    <a:pt x="527" y="61"/>
                  </a:cubicBezTo>
                  <a:cubicBezTo>
                    <a:pt x="514" y="84"/>
                    <a:pt x="505" y="114"/>
                    <a:pt x="501" y="154"/>
                  </a:cubicBezTo>
                  <a:cubicBezTo>
                    <a:pt x="0" y="154"/>
                    <a:pt x="0" y="154"/>
                    <a:pt x="0" y="154"/>
                  </a:cubicBezTo>
                  <a:cubicBezTo>
                    <a:pt x="0" y="170"/>
                    <a:pt x="0" y="170"/>
                    <a:pt x="0" y="170"/>
                  </a:cubicBezTo>
                  <a:cubicBezTo>
                    <a:pt x="132" y="170"/>
                    <a:pt x="132" y="170"/>
                    <a:pt x="132" y="170"/>
                  </a:cubicBezTo>
                  <a:cubicBezTo>
                    <a:pt x="52" y="298"/>
                    <a:pt x="52" y="298"/>
                    <a:pt x="52" y="298"/>
                  </a:cubicBezTo>
                  <a:cubicBezTo>
                    <a:pt x="0" y="298"/>
                    <a:pt x="0" y="298"/>
                    <a:pt x="0" y="298"/>
                  </a:cubicBezTo>
                  <a:cubicBezTo>
                    <a:pt x="0" y="314"/>
                    <a:pt x="0" y="314"/>
                    <a:pt x="0" y="314"/>
                  </a:cubicBezTo>
                  <a:cubicBezTo>
                    <a:pt x="510" y="314"/>
                    <a:pt x="510" y="314"/>
                    <a:pt x="510" y="314"/>
                  </a:cubicBezTo>
                  <a:cubicBezTo>
                    <a:pt x="513" y="332"/>
                    <a:pt x="517" y="352"/>
                    <a:pt x="521" y="373"/>
                  </a:cubicBezTo>
                  <a:cubicBezTo>
                    <a:pt x="525" y="388"/>
                    <a:pt x="538" y="398"/>
                    <a:pt x="553" y="398"/>
                  </a:cubicBezTo>
                  <a:cubicBezTo>
                    <a:pt x="555" y="398"/>
                    <a:pt x="557" y="398"/>
                    <a:pt x="559" y="397"/>
                  </a:cubicBezTo>
                  <a:cubicBezTo>
                    <a:pt x="577" y="393"/>
                    <a:pt x="588" y="376"/>
                    <a:pt x="584" y="359"/>
                  </a:cubicBezTo>
                  <a:cubicBezTo>
                    <a:pt x="581" y="343"/>
                    <a:pt x="578" y="328"/>
                    <a:pt x="575" y="314"/>
                  </a:cubicBezTo>
                  <a:cubicBezTo>
                    <a:pt x="598" y="314"/>
                    <a:pt x="598" y="314"/>
                    <a:pt x="598" y="314"/>
                  </a:cubicBezTo>
                  <a:cubicBezTo>
                    <a:pt x="598" y="697"/>
                    <a:pt x="598" y="697"/>
                    <a:pt x="598" y="697"/>
                  </a:cubicBezTo>
                  <a:cubicBezTo>
                    <a:pt x="598" y="724"/>
                    <a:pt x="620" y="746"/>
                    <a:pt x="647" y="746"/>
                  </a:cubicBezTo>
                  <a:cubicBezTo>
                    <a:pt x="675" y="746"/>
                    <a:pt x="697" y="724"/>
                    <a:pt x="697" y="697"/>
                  </a:cubicBezTo>
                  <a:cubicBezTo>
                    <a:pt x="697" y="336"/>
                    <a:pt x="697" y="336"/>
                    <a:pt x="697" y="336"/>
                  </a:cubicBezTo>
                  <a:cubicBezTo>
                    <a:pt x="715" y="336"/>
                    <a:pt x="715" y="336"/>
                    <a:pt x="715" y="336"/>
                  </a:cubicBezTo>
                  <a:cubicBezTo>
                    <a:pt x="715" y="697"/>
                    <a:pt x="715" y="697"/>
                    <a:pt x="715" y="697"/>
                  </a:cubicBezTo>
                  <a:cubicBezTo>
                    <a:pt x="715" y="724"/>
                    <a:pt x="737" y="746"/>
                    <a:pt x="765" y="746"/>
                  </a:cubicBezTo>
                  <a:cubicBezTo>
                    <a:pt x="792" y="746"/>
                    <a:pt x="814" y="724"/>
                    <a:pt x="814" y="697"/>
                  </a:cubicBezTo>
                  <a:cubicBezTo>
                    <a:pt x="814" y="314"/>
                    <a:pt x="814" y="314"/>
                    <a:pt x="814" y="314"/>
                  </a:cubicBezTo>
                  <a:cubicBezTo>
                    <a:pt x="837" y="314"/>
                    <a:pt x="837" y="314"/>
                    <a:pt x="837" y="314"/>
                  </a:cubicBezTo>
                  <a:cubicBezTo>
                    <a:pt x="835" y="328"/>
                    <a:pt x="832" y="343"/>
                    <a:pt x="829" y="359"/>
                  </a:cubicBezTo>
                  <a:cubicBezTo>
                    <a:pt x="825" y="376"/>
                    <a:pt x="836" y="393"/>
                    <a:pt x="853" y="397"/>
                  </a:cubicBezTo>
                  <a:cubicBezTo>
                    <a:pt x="855" y="398"/>
                    <a:pt x="858" y="398"/>
                    <a:pt x="860" y="398"/>
                  </a:cubicBezTo>
                  <a:cubicBezTo>
                    <a:pt x="875" y="398"/>
                    <a:pt x="888" y="388"/>
                    <a:pt x="891" y="373"/>
                  </a:cubicBezTo>
                  <a:cubicBezTo>
                    <a:pt x="896" y="352"/>
                    <a:pt x="899" y="332"/>
                    <a:pt x="902" y="314"/>
                  </a:cubicBezTo>
                  <a:cubicBezTo>
                    <a:pt x="1384" y="314"/>
                    <a:pt x="1384" y="314"/>
                    <a:pt x="1384" y="314"/>
                  </a:cubicBezTo>
                  <a:cubicBezTo>
                    <a:pt x="1384" y="298"/>
                    <a:pt x="1384" y="298"/>
                    <a:pt x="1384" y="298"/>
                  </a:cubicBezTo>
                  <a:cubicBezTo>
                    <a:pt x="1332" y="298"/>
                    <a:pt x="1332" y="298"/>
                    <a:pt x="1332" y="298"/>
                  </a:cubicBezTo>
                  <a:cubicBezTo>
                    <a:pt x="1252" y="298"/>
                    <a:pt x="1252" y="298"/>
                    <a:pt x="1252" y="298"/>
                  </a:cubicBezTo>
                  <a:lnTo>
                    <a:pt x="1332" y="170"/>
                  </a:lnTo>
                  <a:close/>
                  <a:moveTo>
                    <a:pt x="829" y="93"/>
                  </a:moveTo>
                  <a:cubicBezTo>
                    <a:pt x="837" y="105"/>
                    <a:pt x="844" y="124"/>
                    <a:pt x="847" y="154"/>
                  </a:cubicBezTo>
                  <a:cubicBezTo>
                    <a:pt x="814" y="154"/>
                    <a:pt x="814" y="154"/>
                    <a:pt x="814" y="154"/>
                  </a:cubicBezTo>
                  <a:cubicBezTo>
                    <a:pt x="814" y="74"/>
                    <a:pt x="814" y="74"/>
                    <a:pt x="814" y="74"/>
                  </a:cubicBezTo>
                  <a:cubicBezTo>
                    <a:pt x="819" y="78"/>
                    <a:pt x="824" y="84"/>
                    <a:pt x="829" y="93"/>
                  </a:cubicBezTo>
                  <a:close/>
                  <a:moveTo>
                    <a:pt x="692" y="298"/>
                  </a:moveTo>
                  <a:cubicBezTo>
                    <a:pt x="612" y="298"/>
                    <a:pt x="612" y="298"/>
                    <a:pt x="612" y="298"/>
                  </a:cubicBezTo>
                  <a:cubicBezTo>
                    <a:pt x="692" y="170"/>
                    <a:pt x="692" y="170"/>
                    <a:pt x="692" y="170"/>
                  </a:cubicBezTo>
                  <a:cubicBezTo>
                    <a:pt x="772" y="170"/>
                    <a:pt x="772" y="170"/>
                    <a:pt x="772" y="170"/>
                  </a:cubicBezTo>
                  <a:lnTo>
                    <a:pt x="692" y="298"/>
                  </a:lnTo>
                  <a:close/>
                  <a:moveTo>
                    <a:pt x="573" y="115"/>
                  </a:moveTo>
                  <a:cubicBezTo>
                    <a:pt x="581" y="92"/>
                    <a:pt x="590" y="81"/>
                    <a:pt x="598" y="74"/>
                  </a:cubicBezTo>
                  <a:cubicBezTo>
                    <a:pt x="598" y="154"/>
                    <a:pt x="598" y="154"/>
                    <a:pt x="598" y="154"/>
                  </a:cubicBezTo>
                  <a:cubicBezTo>
                    <a:pt x="566" y="154"/>
                    <a:pt x="566" y="154"/>
                    <a:pt x="566" y="154"/>
                  </a:cubicBezTo>
                  <a:cubicBezTo>
                    <a:pt x="567" y="138"/>
                    <a:pt x="570" y="125"/>
                    <a:pt x="573" y="115"/>
                  </a:cubicBezTo>
                  <a:close/>
                  <a:moveTo>
                    <a:pt x="132" y="298"/>
                  </a:moveTo>
                  <a:cubicBezTo>
                    <a:pt x="212" y="170"/>
                    <a:pt x="212" y="170"/>
                    <a:pt x="212" y="170"/>
                  </a:cubicBezTo>
                  <a:cubicBezTo>
                    <a:pt x="292" y="170"/>
                    <a:pt x="292" y="170"/>
                    <a:pt x="292" y="170"/>
                  </a:cubicBezTo>
                  <a:cubicBezTo>
                    <a:pt x="212" y="298"/>
                    <a:pt x="212" y="298"/>
                    <a:pt x="212" y="298"/>
                  </a:cubicBezTo>
                  <a:lnTo>
                    <a:pt x="132" y="298"/>
                  </a:lnTo>
                  <a:close/>
                  <a:moveTo>
                    <a:pt x="292" y="298"/>
                  </a:moveTo>
                  <a:cubicBezTo>
                    <a:pt x="372" y="170"/>
                    <a:pt x="372" y="170"/>
                    <a:pt x="372" y="170"/>
                  </a:cubicBezTo>
                  <a:cubicBezTo>
                    <a:pt x="452" y="170"/>
                    <a:pt x="452" y="170"/>
                    <a:pt x="452" y="170"/>
                  </a:cubicBezTo>
                  <a:cubicBezTo>
                    <a:pt x="372" y="298"/>
                    <a:pt x="372" y="298"/>
                    <a:pt x="372" y="298"/>
                  </a:cubicBezTo>
                  <a:lnTo>
                    <a:pt x="292" y="298"/>
                  </a:lnTo>
                  <a:close/>
                  <a:moveTo>
                    <a:pt x="452" y="298"/>
                  </a:moveTo>
                  <a:cubicBezTo>
                    <a:pt x="532" y="170"/>
                    <a:pt x="532" y="170"/>
                    <a:pt x="532" y="170"/>
                  </a:cubicBezTo>
                  <a:cubicBezTo>
                    <a:pt x="612" y="170"/>
                    <a:pt x="612" y="170"/>
                    <a:pt x="612" y="170"/>
                  </a:cubicBezTo>
                  <a:cubicBezTo>
                    <a:pt x="532" y="298"/>
                    <a:pt x="532" y="298"/>
                    <a:pt x="532" y="298"/>
                  </a:cubicBezTo>
                  <a:lnTo>
                    <a:pt x="452" y="298"/>
                  </a:lnTo>
                  <a:close/>
                  <a:moveTo>
                    <a:pt x="772" y="298"/>
                  </a:moveTo>
                  <a:cubicBezTo>
                    <a:pt x="852" y="170"/>
                    <a:pt x="852" y="170"/>
                    <a:pt x="852" y="170"/>
                  </a:cubicBezTo>
                  <a:cubicBezTo>
                    <a:pt x="932" y="170"/>
                    <a:pt x="932" y="170"/>
                    <a:pt x="932" y="170"/>
                  </a:cubicBezTo>
                  <a:cubicBezTo>
                    <a:pt x="852" y="298"/>
                    <a:pt x="852" y="298"/>
                    <a:pt x="852" y="298"/>
                  </a:cubicBezTo>
                  <a:lnTo>
                    <a:pt x="772" y="298"/>
                  </a:lnTo>
                  <a:close/>
                  <a:moveTo>
                    <a:pt x="932" y="298"/>
                  </a:moveTo>
                  <a:cubicBezTo>
                    <a:pt x="1012" y="170"/>
                    <a:pt x="1012" y="170"/>
                    <a:pt x="1012" y="170"/>
                  </a:cubicBezTo>
                  <a:cubicBezTo>
                    <a:pt x="1092" y="170"/>
                    <a:pt x="1092" y="170"/>
                    <a:pt x="1092" y="170"/>
                  </a:cubicBezTo>
                  <a:cubicBezTo>
                    <a:pt x="1012" y="298"/>
                    <a:pt x="1012" y="298"/>
                    <a:pt x="1012" y="298"/>
                  </a:cubicBezTo>
                  <a:lnTo>
                    <a:pt x="932" y="298"/>
                  </a:lnTo>
                  <a:close/>
                  <a:moveTo>
                    <a:pt x="1092" y="298"/>
                  </a:moveTo>
                  <a:cubicBezTo>
                    <a:pt x="1172" y="170"/>
                    <a:pt x="1172" y="170"/>
                    <a:pt x="1172" y="170"/>
                  </a:cubicBezTo>
                  <a:cubicBezTo>
                    <a:pt x="1252" y="170"/>
                    <a:pt x="1252" y="170"/>
                    <a:pt x="1252" y="170"/>
                  </a:cubicBezTo>
                  <a:cubicBezTo>
                    <a:pt x="1172" y="298"/>
                    <a:pt x="1172" y="298"/>
                    <a:pt x="1172" y="298"/>
                  </a:cubicBezTo>
                  <a:lnTo>
                    <a:pt x="1092" y="29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 name="组合 8"/>
          <p:cNvGrpSpPr/>
          <p:nvPr/>
        </p:nvGrpSpPr>
        <p:grpSpPr>
          <a:xfrm>
            <a:off x="4827258" y="1017301"/>
            <a:ext cx="465677" cy="1668314"/>
            <a:chOff x="5259388" y="654050"/>
            <a:chExt cx="509588" cy="1825626"/>
          </a:xfrm>
          <a:solidFill>
            <a:schemeClr val="tx1">
              <a:lumMod val="65000"/>
              <a:lumOff val="35000"/>
            </a:schemeClr>
          </a:solidFill>
        </p:grpSpPr>
        <p:sp>
          <p:nvSpPr>
            <p:cNvPr id="10" name="Freeform 14"/>
            <p:cNvSpPr>
              <a:spLocks/>
            </p:cNvSpPr>
            <p:nvPr/>
          </p:nvSpPr>
          <p:spPr bwMode="auto">
            <a:xfrm>
              <a:off x="5326063" y="1430338"/>
              <a:ext cx="223838" cy="223838"/>
            </a:xfrm>
            <a:custGeom>
              <a:avLst/>
              <a:gdLst>
                <a:gd name="T0" fmla="*/ 78 w 198"/>
                <a:gd name="T1" fmla="*/ 12 h 198"/>
                <a:gd name="T2" fmla="*/ 11 w 198"/>
                <a:gd name="T3" fmla="*/ 120 h 198"/>
                <a:gd name="T4" fmla="*/ 119 w 198"/>
                <a:gd name="T5" fmla="*/ 187 h 198"/>
                <a:gd name="T6" fmla="*/ 186 w 198"/>
                <a:gd name="T7" fmla="*/ 79 h 198"/>
                <a:gd name="T8" fmla="*/ 78 w 198"/>
                <a:gd name="T9" fmla="*/ 12 h 198"/>
              </a:gdLst>
              <a:ahLst/>
              <a:cxnLst>
                <a:cxn ang="0">
                  <a:pos x="T0" y="T1"/>
                </a:cxn>
                <a:cxn ang="0">
                  <a:pos x="T2" y="T3"/>
                </a:cxn>
                <a:cxn ang="0">
                  <a:pos x="T4" y="T5"/>
                </a:cxn>
                <a:cxn ang="0">
                  <a:pos x="T6" y="T7"/>
                </a:cxn>
                <a:cxn ang="0">
                  <a:pos x="T8" y="T9"/>
                </a:cxn>
              </a:cxnLst>
              <a:rect l="0" t="0" r="r" b="b"/>
              <a:pathLst>
                <a:path w="198" h="198">
                  <a:moveTo>
                    <a:pt x="78" y="12"/>
                  </a:moveTo>
                  <a:cubicBezTo>
                    <a:pt x="30" y="23"/>
                    <a:pt x="0" y="71"/>
                    <a:pt x="11" y="120"/>
                  </a:cubicBezTo>
                  <a:cubicBezTo>
                    <a:pt x="22" y="168"/>
                    <a:pt x="71" y="198"/>
                    <a:pt x="119" y="187"/>
                  </a:cubicBezTo>
                  <a:cubicBezTo>
                    <a:pt x="167" y="176"/>
                    <a:pt x="198" y="127"/>
                    <a:pt x="186" y="79"/>
                  </a:cubicBezTo>
                  <a:cubicBezTo>
                    <a:pt x="175" y="30"/>
                    <a:pt x="127" y="0"/>
                    <a:pt x="7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5"/>
            <p:cNvSpPr>
              <a:spLocks/>
            </p:cNvSpPr>
            <p:nvPr/>
          </p:nvSpPr>
          <p:spPr bwMode="auto">
            <a:xfrm>
              <a:off x="5335588" y="1643063"/>
              <a:ext cx="433388" cy="836613"/>
            </a:xfrm>
            <a:custGeom>
              <a:avLst/>
              <a:gdLst>
                <a:gd name="T0" fmla="*/ 266 w 383"/>
                <a:gd name="T1" fmla="*/ 62 h 741"/>
                <a:gd name="T2" fmla="*/ 205 w 383"/>
                <a:gd name="T3" fmla="*/ 20 h 741"/>
                <a:gd name="T4" fmla="*/ 139 w 383"/>
                <a:gd name="T5" fmla="*/ 5 h 741"/>
                <a:gd name="T6" fmla="*/ 101 w 383"/>
                <a:gd name="T7" fmla="*/ 101 h 741"/>
                <a:gd name="T8" fmla="*/ 111 w 383"/>
                <a:gd name="T9" fmla="*/ 147 h 741"/>
                <a:gd name="T10" fmla="*/ 129 w 383"/>
                <a:gd name="T11" fmla="*/ 86 h 741"/>
                <a:gd name="T12" fmla="*/ 169 w 383"/>
                <a:gd name="T13" fmla="*/ 46 h 741"/>
                <a:gd name="T14" fmla="*/ 169 w 383"/>
                <a:gd name="T15" fmla="*/ 46 h 741"/>
                <a:gd name="T16" fmla="*/ 209 w 383"/>
                <a:gd name="T17" fmla="*/ 87 h 741"/>
                <a:gd name="T18" fmla="*/ 197 w 383"/>
                <a:gd name="T19" fmla="*/ 147 h 741"/>
                <a:gd name="T20" fmla="*/ 125 w 383"/>
                <a:gd name="T21" fmla="*/ 255 h 741"/>
                <a:gd name="T22" fmla="*/ 123 w 383"/>
                <a:gd name="T23" fmla="*/ 304 h 741"/>
                <a:gd name="T24" fmla="*/ 2 w 383"/>
                <a:gd name="T25" fmla="*/ 681 h 741"/>
                <a:gd name="T26" fmla="*/ 48 w 383"/>
                <a:gd name="T27" fmla="*/ 735 h 741"/>
                <a:gd name="T28" fmla="*/ 52 w 383"/>
                <a:gd name="T29" fmla="*/ 735 h 741"/>
                <a:gd name="T30" fmla="*/ 102 w 383"/>
                <a:gd name="T31" fmla="*/ 689 h 741"/>
                <a:gd name="T32" fmla="*/ 135 w 383"/>
                <a:gd name="T33" fmla="*/ 513 h 741"/>
                <a:gd name="T34" fmla="*/ 152 w 383"/>
                <a:gd name="T35" fmla="*/ 567 h 741"/>
                <a:gd name="T36" fmla="*/ 268 w 383"/>
                <a:gd name="T37" fmla="*/ 724 h 741"/>
                <a:gd name="T38" fmla="*/ 339 w 383"/>
                <a:gd name="T39" fmla="*/ 717 h 741"/>
                <a:gd name="T40" fmla="*/ 332 w 383"/>
                <a:gd name="T41" fmla="*/ 646 h 741"/>
                <a:gd name="T42" fmla="*/ 245 w 383"/>
                <a:gd name="T43" fmla="*/ 530 h 741"/>
                <a:gd name="T44" fmla="*/ 224 w 383"/>
                <a:gd name="T45" fmla="*/ 415 h 741"/>
                <a:gd name="T46" fmla="*/ 229 w 383"/>
                <a:gd name="T47" fmla="*/ 355 h 741"/>
                <a:gd name="T48" fmla="*/ 266 w 383"/>
                <a:gd name="T49" fmla="*/ 296 h 741"/>
                <a:gd name="T50" fmla="*/ 265 w 383"/>
                <a:gd name="T51" fmla="*/ 155 h 741"/>
                <a:gd name="T52" fmla="*/ 317 w 383"/>
                <a:gd name="T53" fmla="*/ 280 h 741"/>
                <a:gd name="T54" fmla="*/ 348 w 383"/>
                <a:gd name="T55" fmla="*/ 307 h 741"/>
                <a:gd name="T56" fmla="*/ 354 w 383"/>
                <a:gd name="T57" fmla="*/ 307 h 741"/>
                <a:gd name="T58" fmla="*/ 380 w 383"/>
                <a:gd name="T59" fmla="*/ 270 h 741"/>
                <a:gd name="T60" fmla="*/ 266 w 383"/>
                <a:gd name="T61" fmla="*/ 62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83" h="741">
                  <a:moveTo>
                    <a:pt x="266" y="62"/>
                  </a:moveTo>
                  <a:cubicBezTo>
                    <a:pt x="243" y="42"/>
                    <a:pt x="221" y="29"/>
                    <a:pt x="205" y="20"/>
                  </a:cubicBezTo>
                  <a:cubicBezTo>
                    <a:pt x="183" y="5"/>
                    <a:pt x="159" y="0"/>
                    <a:pt x="139" y="5"/>
                  </a:cubicBezTo>
                  <a:cubicBezTo>
                    <a:pt x="105" y="14"/>
                    <a:pt x="90" y="62"/>
                    <a:pt x="101" y="101"/>
                  </a:cubicBezTo>
                  <a:cubicBezTo>
                    <a:pt x="104" y="115"/>
                    <a:pt x="107" y="131"/>
                    <a:pt x="111" y="147"/>
                  </a:cubicBezTo>
                  <a:cubicBezTo>
                    <a:pt x="127" y="116"/>
                    <a:pt x="129" y="86"/>
                    <a:pt x="129" y="86"/>
                  </a:cubicBezTo>
                  <a:cubicBezTo>
                    <a:pt x="129" y="64"/>
                    <a:pt x="147" y="46"/>
                    <a:pt x="169" y="46"/>
                  </a:cubicBezTo>
                  <a:cubicBezTo>
                    <a:pt x="169" y="46"/>
                    <a:pt x="169" y="46"/>
                    <a:pt x="169" y="46"/>
                  </a:cubicBezTo>
                  <a:cubicBezTo>
                    <a:pt x="191" y="47"/>
                    <a:pt x="209" y="65"/>
                    <a:pt x="209" y="87"/>
                  </a:cubicBezTo>
                  <a:cubicBezTo>
                    <a:pt x="208" y="94"/>
                    <a:pt x="207" y="117"/>
                    <a:pt x="197" y="147"/>
                  </a:cubicBezTo>
                  <a:cubicBezTo>
                    <a:pt x="188" y="177"/>
                    <a:pt x="167" y="220"/>
                    <a:pt x="125" y="255"/>
                  </a:cubicBezTo>
                  <a:cubicBezTo>
                    <a:pt x="125" y="272"/>
                    <a:pt x="125" y="288"/>
                    <a:pt x="123" y="304"/>
                  </a:cubicBezTo>
                  <a:cubicBezTo>
                    <a:pt x="82" y="365"/>
                    <a:pt x="17" y="491"/>
                    <a:pt x="2" y="681"/>
                  </a:cubicBezTo>
                  <a:cubicBezTo>
                    <a:pt x="0" y="709"/>
                    <a:pt x="21" y="733"/>
                    <a:pt x="48" y="735"/>
                  </a:cubicBezTo>
                  <a:cubicBezTo>
                    <a:pt x="50" y="735"/>
                    <a:pt x="51" y="735"/>
                    <a:pt x="52" y="735"/>
                  </a:cubicBezTo>
                  <a:cubicBezTo>
                    <a:pt x="78" y="735"/>
                    <a:pt x="100" y="715"/>
                    <a:pt x="102" y="689"/>
                  </a:cubicBezTo>
                  <a:cubicBezTo>
                    <a:pt x="107" y="620"/>
                    <a:pt x="120" y="562"/>
                    <a:pt x="135" y="513"/>
                  </a:cubicBezTo>
                  <a:cubicBezTo>
                    <a:pt x="139" y="531"/>
                    <a:pt x="145" y="549"/>
                    <a:pt x="152" y="567"/>
                  </a:cubicBezTo>
                  <a:cubicBezTo>
                    <a:pt x="174" y="621"/>
                    <a:pt x="211" y="676"/>
                    <a:pt x="268" y="724"/>
                  </a:cubicBezTo>
                  <a:cubicBezTo>
                    <a:pt x="290" y="741"/>
                    <a:pt x="321" y="738"/>
                    <a:pt x="339" y="717"/>
                  </a:cubicBezTo>
                  <a:cubicBezTo>
                    <a:pt x="356" y="695"/>
                    <a:pt x="353" y="664"/>
                    <a:pt x="332" y="646"/>
                  </a:cubicBezTo>
                  <a:cubicBezTo>
                    <a:pt x="287" y="609"/>
                    <a:pt x="261" y="570"/>
                    <a:pt x="245" y="530"/>
                  </a:cubicBezTo>
                  <a:cubicBezTo>
                    <a:pt x="229" y="490"/>
                    <a:pt x="224" y="451"/>
                    <a:pt x="224" y="415"/>
                  </a:cubicBezTo>
                  <a:cubicBezTo>
                    <a:pt x="224" y="393"/>
                    <a:pt x="226" y="372"/>
                    <a:pt x="229" y="355"/>
                  </a:cubicBezTo>
                  <a:cubicBezTo>
                    <a:pt x="246" y="345"/>
                    <a:pt x="259" y="328"/>
                    <a:pt x="266" y="296"/>
                  </a:cubicBezTo>
                  <a:cubicBezTo>
                    <a:pt x="272" y="240"/>
                    <a:pt x="272" y="198"/>
                    <a:pt x="265" y="155"/>
                  </a:cubicBezTo>
                  <a:cubicBezTo>
                    <a:pt x="287" y="186"/>
                    <a:pt x="307" y="227"/>
                    <a:pt x="317" y="280"/>
                  </a:cubicBezTo>
                  <a:cubicBezTo>
                    <a:pt x="319" y="296"/>
                    <a:pt x="333" y="307"/>
                    <a:pt x="348" y="307"/>
                  </a:cubicBezTo>
                  <a:cubicBezTo>
                    <a:pt x="350" y="307"/>
                    <a:pt x="352" y="307"/>
                    <a:pt x="354" y="307"/>
                  </a:cubicBezTo>
                  <a:cubicBezTo>
                    <a:pt x="371" y="304"/>
                    <a:pt x="383" y="287"/>
                    <a:pt x="380" y="270"/>
                  </a:cubicBezTo>
                  <a:cubicBezTo>
                    <a:pt x="362" y="169"/>
                    <a:pt x="312" y="102"/>
                    <a:pt x="266"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16"/>
            <p:cNvSpPr>
              <a:spLocks/>
            </p:cNvSpPr>
            <p:nvPr/>
          </p:nvSpPr>
          <p:spPr bwMode="auto">
            <a:xfrm>
              <a:off x="5303838" y="1703388"/>
              <a:ext cx="258763" cy="279400"/>
            </a:xfrm>
            <a:custGeom>
              <a:avLst/>
              <a:gdLst>
                <a:gd name="T0" fmla="*/ 230 w 230"/>
                <a:gd name="T1" fmla="*/ 33 h 247"/>
                <a:gd name="T2" fmla="*/ 198 w 230"/>
                <a:gd name="T3" fmla="*/ 0 h 247"/>
                <a:gd name="T4" fmla="*/ 166 w 230"/>
                <a:gd name="T5" fmla="*/ 32 h 247"/>
                <a:gd name="T6" fmla="*/ 166 w 230"/>
                <a:gd name="T7" fmla="*/ 32 h 247"/>
                <a:gd name="T8" fmla="*/ 166 w 230"/>
                <a:gd name="T9" fmla="*/ 32 h 247"/>
                <a:gd name="T10" fmla="*/ 166 w 230"/>
                <a:gd name="T11" fmla="*/ 32 h 247"/>
                <a:gd name="T12" fmla="*/ 146 w 230"/>
                <a:gd name="T13" fmla="*/ 98 h 247"/>
                <a:gd name="T14" fmla="*/ 106 w 230"/>
                <a:gd name="T15" fmla="*/ 148 h 247"/>
                <a:gd name="T16" fmla="*/ 28 w 230"/>
                <a:gd name="T17" fmla="*/ 184 h 247"/>
                <a:gd name="T18" fmla="*/ 4 w 230"/>
                <a:gd name="T19" fmla="*/ 222 h 247"/>
                <a:gd name="T20" fmla="*/ 35 w 230"/>
                <a:gd name="T21" fmla="*/ 247 h 247"/>
                <a:gd name="T22" fmla="*/ 42 w 230"/>
                <a:gd name="T23" fmla="*/ 246 h 247"/>
                <a:gd name="T24" fmla="*/ 148 w 230"/>
                <a:gd name="T25" fmla="*/ 195 h 247"/>
                <a:gd name="T26" fmla="*/ 219 w 230"/>
                <a:gd name="T27" fmla="*/ 90 h 247"/>
                <a:gd name="T28" fmla="*/ 230 w 230"/>
                <a:gd name="T29" fmla="*/ 3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0" h="247">
                  <a:moveTo>
                    <a:pt x="230" y="33"/>
                  </a:moveTo>
                  <a:cubicBezTo>
                    <a:pt x="230" y="15"/>
                    <a:pt x="216" y="1"/>
                    <a:pt x="198" y="0"/>
                  </a:cubicBezTo>
                  <a:cubicBezTo>
                    <a:pt x="181" y="0"/>
                    <a:pt x="166" y="14"/>
                    <a:pt x="166" y="32"/>
                  </a:cubicBezTo>
                  <a:cubicBezTo>
                    <a:pt x="166" y="32"/>
                    <a:pt x="166" y="32"/>
                    <a:pt x="166" y="32"/>
                  </a:cubicBezTo>
                  <a:cubicBezTo>
                    <a:pt x="166" y="32"/>
                    <a:pt x="166" y="32"/>
                    <a:pt x="166" y="32"/>
                  </a:cubicBezTo>
                  <a:cubicBezTo>
                    <a:pt x="166" y="32"/>
                    <a:pt x="166" y="32"/>
                    <a:pt x="166" y="32"/>
                  </a:cubicBezTo>
                  <a:cubicBezTo>
                    <a:pt x="166" y="34"/>
                    <a:pt x="164" y="66"/>
                    <a:pt x="146" y="98"/>
                  </a:cubicBezTo>
                  <a:cubicBezTo>
                    <a:pt x="137" y="115"/>
                    <a:pt x="124" y="132"/>
                    <a:pt x="106" y="148"/>
                  </a:cubicBezTo>
                  <a:cubicBezTo>
                    <a:pt x="87" y="163"/>
                    <a:pt x="62" y="176"/>
                    <a:pt x="28" y="184"/>
                  </a:cubicBezTo>
                  <a:cubicBezTo>
                    <a:pt x="11" y="188"/>
                    <a:pt x="0" y="205"/>
                    <a:pt x="4" y="222"/>
                  </a:cubicBezTo>
                  <a:cubicBezTo>
                    <a:pt x="7" y="237"/>
                    <a:pt x="20" y="247"/>
                    <a:pt x="35" y="247"/>
                  </a:cubicBezTo>
                  <a:cubicBezTo>
                    <a:pt x="37" y="247"/>
                    <a:pt x="40" y="247"/>
                    <a:pt x="42" y="246"/>
                  </a:cubicBezTo>
                  <a:cubicBezTo>
                    <a:pt x="87" y="236"/>
                    <a:pt x="122" y="217"/>
                    <a:pt x="148" y="195"/>
                  </a:cubicBezTo>
                  <a:cubicBezTo>
                    <a:pt x="188" y="162"/>
                    <a:pt x="209" y="122"/>
                    <a:pt x="219" y="90"/>
                  </a:cubicBezTo>
                  <a:cubicBezTo>
                    <a:pt x="229" y="58"/>
                    <a:pt x="230" y="35"/>
                    <a:pt x="230"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7"/>
            <p:cNvSpPr>
              <a:spLocks/>
            </p:cNvSpPr>
            <p:nvPr/>
          </p:nvSpPr>
          <p:spPr bwMode="auto">
            <a:xfrm>
              <a:off x="5562601" y="1274763"/>
              <a:ext cx="171450" cy="212725"/>
            </a:xfrm>
            <a:custGeom>
              <a:avLst/>
              <a:gdLst>
                <a:gd name="T0" fmla="*/ 50 w 152"/>
                <a:gd name="T1" fmla="*/ 119 h 188"/>
                <a:gd name="T2" fmla="*/ 68 w 152"/>
                <a:gd name="T3" fmla="*/ 99 h 188"/>
                <a:gd name="T4" fmla="*/ 99 w 152"/>
                <a:gd name="T5" fmla="*/ 44 h 188"/>
                <a:gd name="T6" fmla="*/ 112 w 152"/>
                <a:gd name="T7" fmla="*/ 120 h 188"/>
                <a:gd name="T8" fmla="*/ 99 w 152"/>
                <a:gd name="T9" fmla="*/ 179 h 188"/>
                <a:gd name="T10" fmla="*/ 128 w 152"/>
                <a:gd name="T11" fmla="*/ 166 h 188"/>
                <a:gd name="T12" fmla="*/ 142 w 152"/>
                <a:gd name="T13" fmla="*/ 123 h 188"/>
                <a:gd name="T14" fmla="*/ 148 w 152"/>
                <a:gd name="T15" fmla="*/ 74 h 188"/>
                <a:gd name="T16" fmla="*/ 77 w 152"/>
                <a:gd name="T17" fmla="*/ 7 h 188"/>
                <a:gd name="T18" fmla="*/ 12 w 152"/>
                <a:gd name="T19" fmla="*/ 53 h 188"/>
                <a:gd name="T20" fmla="*/ 50 w 152"/>
                <a:gd name="T21" fmla="*/ 119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2" h="188">
                  <a:moveTo>
                    <a:pt x="50" y="119"/>
                  </a:moveTo>
                  <a:cubicBezTo>
                    <a:pt x="63" y="124"/>
                    <a:pt x="87" y="106"/>
                    <a:pt x="68" y="99"/>
                  </a:cubicBezTo>
                  <a:cubicBezTo>
                    <a:pt x="10" y="77"/>
                    <a:pt x="60" y="0"/>
                    <a:pt x="99" y="44"/>
                  </a:cubicBezTo>
                  <a:cubicBezTo>
                    <a:pt x="116" y="62"/>
                    <a:pt x="126" y="97"/>
                    <a:pt x="112" y="120"/>
                  </a:cubicBezTo>
                  <a:cubicBezTo>
                    <a:pt x="101" y="137"/>
                    <a:pt x="79" y="159"/>
                    <a:pt x="99" y="179"/>
                  </a:cubicBezTo>
                  <a:cubicBezTo>
                    <a:pt x="109" y="188"/>
                    <a:pt x="138" y="176"/>
                    <a:pt x="128" y="166"/>
                  </a:cubicBezTo>
                  <a:cubicBezTo>
                    <a:pt x="114" y="152"/>
                    <a:pt x="134" y="134"/>
                    <a:pt x="142" y="123"/>
                  </a:cubicBezTo>
                  <a:cubicBezTo>
                    <a:pt x="152" y="108"/>
                    <a:pt x="151" y="92"/>
                    <a:pt x="148" y="74"/>
                  </a:cubicBezTo>
                  <a:cubicBezTo>
                    <a:pt x="141" y="39"/>
                    <a:pt x="115" y="6"/>
                    <a:pt x="77" y="7"/>
                  </a:cubicBezTo>
                  <a:cubicBezTo>
                    <a:pt x="49" y="9"/>
                    <a:pt x="22" y="26"/>
                    <a:pt x="12" y="53"/>
                  </a:cubicBezTo>
                  <a:cubicBezTo>
                    <a:pt x="0" y="84"/>
                    <a:pt x="22" y="109"/>
                    <a:pt x="50" y="1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8"/>
            <p:cNvSpPr>
              <a:spLocks/>
            </p:cNvSpPr>
            <p:nvPr/>
          </p:nvSpPr>
          <p:spPr bwMode="auto">
            <a:xfrm>
              <a:off x="5695951" y="1506538"/>
              <a:ext cx="63500" cy="53975"/>
            </a:xfrm>
            <a:custGeom>
              <a:avLst/>
              <a:gdLst>
                <a:gd name="T0" fmla="*/ 5 w 57"/>
                <a:gd name="T1" fmla="*/ 14 h 48"/>
                <a:gd name="T2" fmla="*/ 21 w 57"/>
                <a:gd name="T3" fmla="*/ 43 h 48"/>
                <a:gd name="T4" fmla="*/ 52 w 57"/>
                <a:gd name="T5" fmla="*/ 34 h 48"/>
                <a:gd name="T6" fmla="*/ 36 w 57"/>
                <a:gd name="T7" fmla="*/ 6 h 48"/>
                <a:gd name="T8" fmla="*/ 5 w 57"/>
                <a:gd name="T9" fmla="*/ 14 h 48"/>
              </a:gdLst>
              <a:ahLst/>
              <a:cxnLst>
                <a:cxn ang="0">
                  <a:pos x="T0" y="T1"/>
                </a:cxn>
                <a:cxn ang="0">
                  <a:pos x="T2" y="T3"/>
                </a:cxn>
                <a:cxn ang="0">
                  <a:pos x="T4" y="T5"/>
                </a:cxn>
                <a:cxn ang="0">
                  <a:pos x="T6" y="T7"/>
                </a:cxn>
                <a:cxn ang="0">
                  <a:pos x="T8" y="T9"/>
                </a:cxn>
              </a:cxnLst>
              <a:rect l="0" t="0" r="r" b="b"/>
              <a:pathLst>
                <a:path w="57" h="48">
                  <a:moveTo>
                    <a:pt x="5" y="14"/>
                  </a:moveTo>
                  <a:cubicBezTo>
                    <a:pt x="0" y="24"/>
                    <a:pt x="7" y="37"/>
                    <a:pt x="21" y="43"/>
                  </a:cubicBezTo>
                  <a:cubicBezTo>
                    <a:pt x="34" y="48"/>
                    <a:pt x="48" y="45"/>
                    <a:pt x="52" y="34"/>
                  </a:cubicBezTo>
                  <a:cubicBezTo>
                    <a:pt x="57" y="24"/>
                    <a:pt x="50" y="12"/>
                    <a:pt x="36" y="6"/>
                  </a:cubicBezTo>
                  <a:cubicBezTo>
                    <a:pt x="23" y="0"/>
                    <a:pt x="9" y="4"/>
                    <a:pt x="5"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9"/>
            <p:cNvSpPr>
              <a:spLocks/>
            </p:cNvSpPr>
            <p:nvPr/>
          </p:nvSpPr>
          <p:spPr bwMode="auto">
            <a:xfrm>
              <a:off x="5259388" y="1042988"/>
              <a:ext cx="239713" cy="225425"/>
            </a:xfrm>
            <a:custGeom>
              <a:avLst/>
              <a:gdLst>
                <a:gd name="T0" fmla="*/ 151 w 151"/>
                <a:gd name="T1" fmla="*/ 60 h 142"/>
                <a:gd name="T2" fmla="*/ 102 w 151"/>
                <a:gd name="T3" fmla="*/ 0 h 142"/>
                <a:gd name="T4" fmla="*/ 0 w 151"/>
                <a:gd name="T5" fmla="*/ 82 h 142"/>
                <a:gd name="T6" fmla="*/ 48 w 151"/>
                <a:gd name="T7" fmla="*/ 142 h 142"/>
                <a:gd name="T8" fmla="*/ 151 w 151"/>
                <a:gd name="T9" fmla="*/ 60 h 142"/>
              </a:gdLst>
              <a:ahLst/>
              <a:cxnLst>
                <a:cxn ang="0">
                  <a:pos x="T0" y="T1"/>
                </a:cxn>
                <a:cxn ang="0">
                  <a:pos x="T2" y="T3"/>
                </a:cxn>
                <a:cxn ang="0">
                  <a:pos x="T4" y="T5"/>
                </a:cxn>
                <a:cxn ang="0">
                  <a:pos x="T6" y="T7"/>
                </a:cxn>
                <a:cxn ang="0">
                  <a:pos x="T8" y="T9"/>
                </a:cxn>
              </a:cxnLst>
              <a:rect l="0" t="0" r="r" b="b"/>
              <a:pathLst>
                <a:path w="151" h="142">
                  <a:moveTo>
                    <a:pt x="151" y="60"/>
                  </a:moveTo>
                  <a:lnTo>
                    <a:pt x="102" y="0"/>
                  </a:lnTo>
                  <a:lnTo>
                    <a:pt x="0" y="82"/>
                  </a:lnTo>
                  <a:lnTo>
                    <a:pt x="48" y="142"/>
                  </a:lnTo>
                  <a:lnTo>
                    <a:pt x="151"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Rectangle 20"/>
            <p:cNvSpPr>
              <a:spLocks noChangeArrowheads="1"/>
            </p:cNvSpPr>
            <p:nvPr/>
          </p:nvSpPr>
          <p:spPr bwMode="auto">
            <a:xfrm>
              <a:off x="5313363" y="695325"/>
              <a:ext cx="26988" cy="3333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Rectangle 21"/>
            <p:cNvSpPr>
              <a:spLocks noChangeArrowheads="1"/>
            </p:cNvSpPr>
            <p:nvPr/>
          </p:nvSpPr>
          <p:spPr bwMode="auto">
            <a:xfrm>
              <a:off x="5386388" y="654050"/>
              <a:ext cx="17463" cy="2524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8" name="组合 17"/>
          <p:cNvGrpSpPr/>
          <p:nvPr/>
        </p:nvGrpSpPr>
        <p:grpSpPr>
          <a:xfrm>
            <a:off x="668083" y="2460755"/>
            <a:ext cx="1114143" cy="1082227"/>
            <a:chOff x="708026" y="2233613"/>
            <a:chExt cx="1219200" cy="1184275"/>
          </a:xfrm>
          <a:solidFill>
            <a:schemeClr val="tx1">
              <a:lumMod val="65000"/>
              <a:lumOff val="35000"/>
            </a:schemeClr>
          </a:solidFill>
        </p:grpSpPr>
        <p:sp>
          <p:nvSpPr>
            <p:cNvPr id="19" name="Freeform 22"/>
            <p:cNvSpPr>
              <a:spLocks/>
            </p:cNvSpPr>
            <p:nvPr/>
          </p:nvSpPr>
          <p:spPr bwMode="auto">
            <a:xfrm>
              <a:off x="1095376" y="2325688"/>
              <a:ext cx="231775" cy="231775"/>
            </a:xfrm>
            <a:custGeom>
              <a:avLst/>
              <a:gdLst>
                <a:gd name="T0" fmla="*/ 185 w 205"/>
                <a:gd name="T1" fmla="*/ 139 h 205"/>
                <a:gd name="T2" fmla="*/ 139 w 205"/>
                <a:gd name="T3" fmla="*/ 20 h 205"/>
                <a:gd name="T4" fmla="*/ 20 w 205"/>
                <a:gd name="T5" fmla="*/ 66 h 205"/>
                <a:gd name="T6" fmla="*/ 67 w 205"/>
                <a:gd name="T7" fmla="*/ 185 h 205"/>
                <a:gd name="T8" fmla="*/ 185 w 205"/>
                <a:gd name="T9" fmla="*/ 139 h 205"/>
              </a:gdLst>
              <a:ahLst/>
              <a:cxnLst>
                <a:cxn ang="0">
                  <a:pos x="T0" y="T1"/>
                </a:cxn>
                <a:cxn ang="0">
                  <a:pos x="T2" y="T3"/>
                </a:cxn>
                <a:cxn ang="0">
                  <a:pos x="T4" y="T5"/>
                </a:cxn>
                <a:cxn ang="0">
                  <a:pos x="T6" y="T7"/>
                </a:cxn>
                <a:cxn ang="0">
                  <a:pos x="T8" y="T9"/>
                </a:cxn>
              </a:cxnLst>
              <a:rect l="0" t="0" r="r" b="b"/>
              <a:pathLst>
                <a:path w="205" h="205">
                  <a:moveTo>
                    <a:pt x="185" y="139"/>
                  </a:moveTo>
                  <a:cubicBezTo>
                    <a:pt x="205" y="93"/>
                    <a:pt x="184" y="40"/>
                    <a:pt x="139" y="20"/>
                  </a:cubicBezTo>
                  <a:cubicBezTo>
                    <a:pt x="93" y="0"/>
                    <a:pt x="40" y="21"/>
                    <a:pt x="20" y="66"/>
                  </a:cubicBezTo>
                  <a:cubicBezTo>
                    <a:pt x="0" y="112"/>
                    <a:pt x="21" y="165"/>
                    <a:pt x="67" y="185"/>
                  </a:cubicBezTo>
                  <a:cubicBezTo>
                    <a:pt x="112" y="205"/>
                    <a:pt x="165" y="184"/>
                    <a:pt x="185" y="1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23"/>
            <p:cNvSpPr>
              <a:spLocks/>
            </p:cNvSpPr>
            <p:nvPr/>
          </p:nvSpPr>
          <p:spPr bwMode="auto">
            <a:xfrm>
              <a:off x="708026" y="2435225"/>
              <a:ext cx="909638" cy="977900"/>
            </a:xfrm>
            <a:custGeom>
              <a:avLst/>
              <a:gdLst>
                <a:gd name="T0" fmla="*/ 506 w 805"/>
                <a:gd name="T1" fmla="*/ 135 h 866"/>
                <a:gd name="T2" fmla="*/ 354 w 805"/>
                <a:gd name="T3" fmla="*/ 107 h 866"/>
                <a:gd name="T4" fmla="*/ 341 w 805"/>
                <a:gd name="T5" fmla="*/ 108 h 866"/>
                <a:gd name="T6" fmla="*/ 336 w 805"/>
                <a:gd name="T7" fmla="*/ 109 h 866"/>
                <a:gd name="T8" fmla="*/ 336 w 805"/>
                <a:gd name="T9" fmla="*/ 109 h 866"/>
                <a:gd name="T10" fmla="*/ 336 w 805"/>
                <a:gd name="T11" fmla="*/ 109 h 866"/>
                <a:gd name="T12" fmla="*/ 336 w 805"/>
                <a:gd name="T13" fmla="*/ 109 h 866"/>
                <a:gd name="T14" fmla="*/ 336 w 805"/>
                <a:gd name="T15" fmla="*/ 109 h 866"/>
                <a:gd name="T16" fmla="*/ 336 w 805"/>
                <a:gd name="T17" fmla="*/ 109 h 866"/>
                <a:gd name="T18" fmla="*/ 336 w 805"/>
                <a:gd name="T19" fmla="*/ 109 h 866"/>
                <a:gd name="T20" fmla="*/ 265 w 805"/>
                <a:gd name="T21" fmla="*/ 120 h 866"/>
                <a:gd name="T22" fmla="*/ 178 w 805"/>
                <a:gd name="T23" fmla="*/ 101 h 866"/>
                <a:gd name="T24" fmla="*/ 95 w 805"/>
                <a:gd name="T25" fmla="*/ 20 h 866"/>
                <a:gd name="T26" fmla="*/ 51 w 805"/>
                <a:gd name="T27" fmla="*/ 9 h 866"/>
                <a:gd name="T28" fmla="*/ 40 w 805"/>
                <a:gd name="T29" fmla="*/ 53 h 866"/>
                <a:gd name="T30" fmla="*/ 150 w 805"/>
                <a:gd name="T31" fmla="*/ 158 h 866"/>
                <a:gd name="T32" fmla="*/ 265 w 805"/>
                <a:gd name="T33" fmla="*/ 184 h 866"/>
                <a:gd name="T34" fmla="*/ 309 w 805"/>
                <a:gd name="T35" fmla="*/ 181 h 866"/>
                <a:gd name="T36" fmla="*/ 277 w 805"/>
                <a:gd name="T37" fmla="*/ 353 h 866"/>
                <a:gd name="T38" fmla="*/ 238 w 805"/>
                <a:gd name="T39" fmla="*/ 351 h 866"/>
                <a:gd name="T40" fmla="*/ 95 w 805"/>
                <a:gd name="T41" fmla="*/ 393 h 866"/>
                <a:gd name="T42" fmla="*/ 32 w 805"/>
                <a:gd name="T43" fmla="*/ 468 h 866"/>
                <a:gd name="T44" fmla="*/ 2 w 805"/>
                <a:gd name="T45" fmla="*/ 585 h 866"/>
                <a:gd name="T46" fmla="*/ 49 w 805"/>
                <a:gd name="T47" fmla="*/ 638 h 866"/>
                <a:gd name="T48" fmla="*/ 52 w 805"/>
                <a:gd name="T49" fmla="*/ 638 h 866"/>
                <a:gd name="T50" fmla="*/ 102 w 805"/>
                <a:gd name="T51" fmla="*/ 591 h 866"/>
                <a:gd name="T52" fmla="*/ 121 w 805"/>
                <a:gd name="T53" fmla="*/ 513 h 866"/>
                <a:gd name="T54" fmla="*/ 173 w 805"/>
                <a:gd name="T55" fmla="*/ 463 h 866"/>
                <a:gd name="T56" fmla="*/ 238 w 805"/>
                <a:gd name="T57" fmla="*/ 451 h 866"/>
                <a:gd name="T58" fmla="*/ 267 w 805"/>
                <a:gd name="T59" fmla="*/ 453 h 866"/>
                <a:gd name="T60" fmla="*/ 275 w 805"/>
                <a:gd name="T61" fmla="*/ 454 h 866"/>
                <a:gd name="T62" fmla="*/ 277 w 805"/>
                <a:gd name="T63" fmla="*/ 455 h 866"/>
                <a:gd name="T64" fmla="*/ 277 w 805"/>
                <a:gd name="T65" fmla="*/ 455 h 866"/>
                <a:gd name="T66" fmla="*/ 307 w 805"/>
                <a:gd name="T67" fmla="*/ 452 h 866"/>
                <a:gd name="T68" fmla="*/ 258 w 805"/>
                <a:gd name="T69" fmla="*/ 628 h 866"/>
                <a:gd name="T70" fmla="*/ 316 w 805"/>
                <a:gd name="T71" fmla="*/ 839 h 866"/>
                <a:gd name="T72" fmla="*/ 360 w 805"/>
                <a:gd name="T73" fmla="*/ 866 h 866"/>
                <a:gd name="T74" fmla="*/ 383 w 805"/>
                <a:gd name="T75" fmla="*/ 860 h 866"/>
                <a:gd name="T76" fmla="*/ 404 w 805"/>
                <a:gd name="T77" fmla="*/ 793 h 866"/>
                <a:gd name="T78" fmla="*/ 358 w 805"/>
                <a:gd name="T79" fmla="*/ 628 h 866"/>
                <a:gd name="T80" fmla="*/ 393 w 805"/>
                <a:gd name="T81" fmla="*/ 503 h 866"/>
                <a:gd name="T82" fmla="*/ 416 w 805"/>
                <a:gd name="T83" fmla="*/ 471 h 866"/>
                <a:gd name="T84" fmla="*/ 423 w 805"/>
                <a:gd name="T85" fmla="*/ 463 h 866"/>
                <a:gd name="T86" fmla="*/ 425 w 805"/>
                <a:gd name="T87" fmla="*/ 462 h 866"/>
                <a:gd name="T88" fmla="*/ 425 w 805"/>
                <a:gd name="T89" fmla="*/ 462 h 866"/>
                <a:gd name="T90" fmla="*/ 425 w 805"/>
                <a:gd name="T91" fmla="*/ 462 h 866"/>
                <a:gd name="T92" fmla="*/ 435 w 805"/>
                <a:gd name="T93" fmla="*/ 450 h 866"/>
                <a:gd name="T94" fmla="*/ 441 w 805"/>
                <a:gd name="T95" fmla="*/ 441 h 866"/>
                <a:gd name="T96" fmla="*/ 577 w 805"/>
                <a:gd name="T97" fmla="*/ 403 h 866"/>
                <a:gd name="T98" fmla="*/ 470 w 805"/>
                <a:gd name="T99" fmla="*/ 353 h 866"/>
                <a:gd name="T100" fmla="*/ 522 w 805"/>
                <a:gd name="T101" fmla="*/ 199 h 866"/>
                <a:gd name="T102" fmla="*/ 525 w 805"/>
                <a:gd name="T103" fmla="*/ 199 h 866"/>
                <a:gd name="T104" fmla="*/ 751 w 805"/>
                <a:gd name="T105" fmla="*/ 261 h 866"/>
                <a:gd name="T106" fmla="*/ 769 w 805"/>
                <a:gd name="T107" fmla="*/ 267 h 866"/>
                <a:gd name="T108" fmla="*/ 795 w 805"/>
                <a:gd name="T109" fmla="*/ 253 h 866"/>
                <a:gd name="T110" fmla="*/ 787 w 805"/>
                <a:gd name="T111" fmla="*/ 209 h 866"/>
                <a:gd name="T112" fmla="*/ 525 w 805"/>
                <a:gd name="T113" fmla="*/ 135 h 866"/>
                <a:gd name="T114" fmla="*/ 506 w 805"/>
                <a:gd name="T115" fmla="*/ 135 h 8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05" h="866">
                  <a:moveTo>
                    <a:pt x="506" y="135"/>
                  </a:moveTo>
                  <a:cubicBezTo>
                    <a:pt x="354" y="107"/>
                    <a:pt x="354" y="107"/>
                    <a:pt x="354" y="107"/>
                  </a:cubicBezTo>
                  <a:cubicBezTo>
                    <a:pt x="350" y="106"/>
                    <a:pt x="345" y="106"/>
                    <a:pt x="341" y="108"/>
                  </a:cubicBezTo>
                  <a:cubicBezTo>
                    <a:pt x="339" y="108"/>
                    <a:pt x="338" y="108"/>
                    <a:pt x="336" y="109"/>
                  </a:cubicBezTo>
                  <a:cubicBezTo>
                    <a:pt x="336" y="109"/>
                    <a:pt x="336" y="109"/>
                    <a:pt x="336" y="109"/>
                  </a:cubicBezTo>
                  <a:cubicBezTo>
                    <a:pt x="336" y="109"/>
                    <a:pt x="336" y="109"/>
                    <a:pt x="336" y="109"/>
                  </a:cubicBezTo>
                  <a:cubicBezTo>
                    <a:pt x="336" y="109"/>
                    <a:pt x="336" y="109"/>
                    <a:pt x="336" y="109"/>
                  </a:cubicBezTo>
                  <a:cubicBezTo>
                    <a:pt x="336" y="109"/>
                    <a:pt x="336" y="109"/>
                    <a:pt x="336" y="109"/>
                  </a:cubicBezTo>
                  <a:cubicBezTo>
                    <a:pt x="336" y="109"/>
                    <a:pt x="336" y="109"/>
                    <a:pt x="336" y="109"/>
                  </a:cubicBezTo>
                  <a:cubicBezTo>
                    <a:pt x="336" y="109"/>
                    <a:pt x="336" y="109"/>
                    <a:pt x="336" y="109"/>
                  </a:cubicBezTo>
                  <a:cubicBezTo>
                    <a:pt x="334" y="110"/>
                    <a:pt x="304" y="120"/>
                    <a:pt x="265" y="120"/>
                  </a:cubicBezTo>
                  <a:cubicBezTo>
                    <a:pt x="238" y="120"/>
                    <a:pt x="208" y="115"/>
                    <a:pt x="178" y="101"/>
                  </a:cubicBezTo>
                  <a:cubicBezTo>
                    <a:pt x="149" y="86"/>
                    <a:pt x="120" y="62"/>
                    <a:pt x="95" y="20"/>
                  </a:cubicBezTo>
                  <a:cubicBezTo>
                    <a:pt x="86" y="5"/>
                    <a:pt x="66" y="0"/>
                    <a:pt x="51" y="9"/>
                  </a:cubicBezTo>
                  <a:cubicBezTo>
                    <a:pt x="36" y="18"/>
                    <a:pt x="31" y="37"/>
                    <a:pt x="40" y="53"/>
                  </a:cubicBezTo>
                  <a:cubicBezTo>
                    <a:pt x="70" y="105"/>
                    <a:pt x="110" y="139"/>
                    <a:pt x="150" y="158"/>
                  </a:cubicBezTo>
                  <a:cubicBezTo>
                    <a:pt x="190" y="178"/>
                    <a:pt x="231" y="184"/>
                    <a:pt x="265" y="184"/>
                  </a:cubicBezTo>
                  <a:cubicBezTo>
                    <a:pt x="281" y="184"/>
                    <a:pt x="296" y="183"/>
                    <a:pt x="309" y="181"/>
                  </a:cubicBezTo>
                  <a:cubicBezTo>
                    <a:pt x="277" y="353"/>
                    <a:pt x="277" y="353"/>
                    <a:pt x="277" y="353"/>
                  </a:cubicBezTo>
                  <a:cubicBezTo>
                    <a:pt x="267" y="352"/>
                    <a:pt x="253" y="351"/>
                    <a:pt x="238" y="351"/>
                  </a:cubicBezTo>
                  <a:cubicBezTo>
                    <a:pt x="199" y="351"/>
                    <a:pt x="145" y="358"/>
                    <a:pt x="95" y="393"/>
                  </a:cubicBezTo>
                  <a:cubicBezTo>
                    <a:pt x="71" y="411"/>
                    <a:pt x="48" y="436"/>
                    <a:pt x="32" y="468"/>
                  </a:cubicBezTo>
                  <a:cubicBezTo>
                    <a:pt x="16" y="500"/>
                    <a:pt x="5" y="539"/>
                    <a:pt x="2" y="585"/>
                  </a:cubicBezTo>
                  <a:cubicBezTo>
                    <a:pt x="0" y="612"/>
                    <a:pt x="21" y="636"/>
                    <a:pt x="49" y="638"/>
                  </a:cubicBezTo>
                  <a:cubicBezTo>
                    <a:pt x="50" y="638"/>
                    <a:pt x="51" y="638"/>
                    <a:pt x="52" y="638"/>
                  </a:cubicBezTo>
                  <a:cubicBezTo>
                    <a:pt x="78" y="638"/>
                    <a:pt x="100" y="618"/>
                    <a:pt x="102" y="591"/>
                  </a:cubicBezTo>
                  <a:cubicBezTo>
                    <a:pt x="104" y="556"/>
                    <a:pt x="112" y="531"/>
                    <a:pt x="121" y="513"/>
                  </a:cubicBezTo>
                  <a:cubicBezTo>
                    <a:pt x="135" y="486"/>
                    <a:pt x="153" y="473"/>
                    <a:pt x="173" y="463"/>
                  </a:cubicBezTo>
                  <a:cubicBezTo>
                    <a:pt x="194" y="454"/>
                    <a:pt x="218" y="451"/>
                    <a:pt x="238" y="451"/>
                  </a:cubicBezTo>
                  <a:cubicBezTo>
                    <a:pt x="250" y="451"/>
                    <a:pt x="260" y="452"/>
                    <a:pt x="267" y="453"/>
                  </a:cubicBezTo>
                  <a:cubicBezTo>
                    <a:pt x="271" y="454"/>
                    <a:pt x="273" y="454"/>
                    <a:pt x="275" y="454"/>
                  </a:cubicBezTo>
                  <a:cubicBezTo>
                    <a:pt x="276" y="455"/>
                    <a:pt x="276" y="455"/>
                    <a:pt x="277" y="455"/>
                  </a:cubicBezTo>
                  <a:cubicBezTo>
                    <a:pt x="277" y="455"/>
                    <a:pt x="277" y="455"/>
                    <a:pt x="277" y="455"/>
                  </a:cubicBezTo>
                  <a:cubicBezTo>
                    <a:pt x="287" y="457"/>
                    <a:pt x="297" y="456"/>
                    <a:pt x="307" y="452"/>
                  </a:cubicBezTo>
                  <a:cubicBezTo>
                    <a:pt x="282" y="493"/>
                    <a:pt x="258" y="553"/>
                    <a:pt x="258" y="628"/>
                  </a:cubicBezTo>
                  <a:cubicBezTo>
                    <a:pt x="258" y="690"/>
                    <a:pt x="274" y="761"/>
                    <a:pt x="316" y="839"/>
                  </a:cubicBezTo>
                  <a:cubicBezTo>
                    <a:pt x="325" y="856"/>
                    <a:pt x="342" y="866"/>
                    <a:pt x="360" y="866"/>
                  </a:cubicBezTo>
                  <a:cubicBezTo>
                    <a:pt x="368" y="866"/>
                    <a:pt x="376" y="864"/>
                    <a:pt x="383" y="860"/>
                  </a:cubicBezTo>
                  <a:cubicBezTo>
                    <a:pt x="408" y="847"/>
                    <a:pt x="417" y="817"/>
                    <a:pt x="404" y="793"/>
                  </a:cubicBezTo>
                  <a:cubicBezTo>
                    <a:pt x="369" y="727"/>
                    <a:pt x="358" y="673"/>
                    <a:pt x="358" y="628"/>
                  </a:cubicBezTo>
                  <a:cubicBezTo>
                    <a:pt x="358" y="573"/>
                    <a:pt x="376" y="531"/>
                    <a:pt x="393" y="503"/>
                  </a:cubicBezTo>
                  <a:cubicBezTo>
                    <a:pt x="402" y="488"/>
                    <a:pt x="410" y="478"/>
                    <a:pt x="416" y="471"/>
                  </a:cubicBezTo>
                  <a:cubicBezTo>
                    <a:pt x="419" y="467"/>
                    <a:pt x="422" y="465"/>
                    <a:pt x="423" y="463"/>
                  </a:cubicBezTo>
                  <a:cubicBezTo>
                    <a:pt x="424" y="463"/>
                    <a:pt x="425" y="462"/>
                    <a:pt x="425" y="462"/>
                  </a:cubicBezTo>
                  <a:cubicBezTo>
                    <a:pt x="425" y="462"/>
                    <a:pt x="425" y="462"/>
                    <a:pt x="425" y="462"/>
                  </a:cubicBezTo>
                  <a:cubicBezTo>
                    <a:pt x="425" y="462"/>
                    <a:pt x="425" y="462"/>
                    <a:pt x="425" y="462"/>
                  </a:cubicBezTo>
                  <a:cubicBezTo>
                    <a:pt x="429" y="458"/>
                    <a:pt x="433" y="454"/>
                    <a:pt x="435" y="450"/>
                  </a:cubicBezTo>
                  <a:cubicBezTo>
                    <a:pt x="437" y="447"/>
                    <a:pt x="439" y="444"/>
                    <a:pt x="441" y="441"/>
                  </a:cubicBezTo>
                  <a:cubicBezTo>
                    <a:pt x="577" y="403"/>
                    <a:pt x="577" y="403"/>
                    <a:pt x="577" y="403"/>
                  </a:cubicBezTo>
                  <a:cubicBezTo>
                    <a:pt x="470" y="353"/>
                    <a:pt x="470" y="353"/>
                    <a:pt x="470" y="353"/>
                  </a:cubicBezTo>
                  <a:cubicBezTo>
                    <a:pt x="522" y="199"/>
                    <a:pt x="522" y="199"/>
                    <a:pt x="522" y="199"/>
                  </a:cubicBezTo>
                  <a:cubicBezTo>
                    <a:pt x="523" y="199"/>
                    <a:pt x="524" y="199"/>
                    <a:pt x="525" y="199"/>
                  </a:cubicBezTo>
                  <a:cubicBezTo>
                    <a:pt x="569" y="199"/>
                    <a:pt x="672" y="207"/>
                    <a:pt x="751" y="261"/>
                  </a:cubicBezTo>
                  <a:cubicBezTo>
                    <a:pt x="756" y="265"/>
                    <a:pt x="763" y="267"/>
                    <a:pt x="769" y="267"/>
                  </a:cubicBezTo>
                  <a:cubicBezTo>
                    <a:pt x="779" y="267"/>
                    <a:pt x="789" y="262"/>
                    <a:pt x="795" y="253"/>
                  </a:cubicBezTo>
                  <a:cubicBezTo>
                    <a:pt x="805" y="239"/>
                    <a:pt x="802" y="219"/>
                    <a:pt x="787" y="209"/>
                  </a:cubicBezTo>
                  <a:cubicBezTo>
                    <a:pt x="690" y="142"/>
                    <a:pt x="576" y="135"/>
                    <a:pt x="525" y="135"/>
                  </a:cubicBezTo>
                  <a:cubicBezTo>
                    <a:pt x="517" y="135"/>
                    <a:pt x="510" y="135"/>
                    <a:pt x="506"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24"/>
            <p:cNvSpPr>
              <a:spLocks/>
            </p:cNvSpPr>
            <p:nvPr/>
          </p:nvSpPr>
          <p:spPr bwMode="auto">
            <a:xfrm>
              <a:off x="1281113" y="3021013"/>
              <a:ext cx="646113" cy="396875"/>
            </a:xfrm>
            <a:custGeom>
              <a:avLst/>
              <a:gdLst>
                <a:gd name="T0" fmla="*/ 242 w 572"/>
                <a:gd name="T1" fmla="*/ 0 h 352"/>
                <a:gd name="T2" fmla="*/ 151 w 572"/>
                <a:gd name="T3" fmla="*/ 18 h 352"/>
                <a:gd name="T4" fmla="*/ 114 w 572"/>
                <a:gd name="T5" fmla="*/ 12 h 352"/>
                <a:gd name="T6" fmla="*/ 8 w 572"/>
                <a:gd name="T7" fmla="*/ 61 h 352"/>
                <a:gd name="T8" fmla="*/ 8 w 572"/>
                <a:gd name="T9" fmla="*/ 89 h 352"/>
                <a:gd name="T10" fmla="*/ 22 w 572"/>
                <a:gd name="T11" fmla="*/ 95 h 352"/>
                <a:gd name="T12" fmla="*/ 36 w 572"/>
                <a:gd name="T13" fmla="*/ 89 h 352"/>
                <a:gd name="T14" fmla="*/ 114 w 572"/>
                <a:gd name="T15" fmla="*/ 52 h 352"/>
                <a:gd name="T16" fmla="*/ 137 w 572"/>
                <a:gd name="T17" fmla="*/ 56 h 352"/>
                <a:gd name="T18" fmla="*/ 137 w 572"/>
                <a:gd name="T19" fmla="*/ 60 h 352"/>
                <a:gd name="T20" fmla="*/ 119 w 572"/>
                <a:gd name="T21" fmla="*/ 68 h 352"/>
                <a:gd name="T22" fmla="*/ 48 w 572"/>
                <a:gd name="T23" fmla="*/ 153 h 352"/>
                <a:gd name="T24" fmla="*/ 60 w 572"/>
                <a:gd name="T25" fmla="*/ 179 h 352"/>
                <a:gd name="T26" fmla="*/ 67 w 572"/>
                <a:gd name="T27" fmla="*/ 180 h 352"/>
                <a:gd name="T28" fmla="*/ 86 w 572"/>
                <a:gd name="T29" fmla="*/ 167 h 352"/>
                <a:gd name="T30" fmla="*/ 137 w 572"/>
                <a:gd name="T31" fmla="*/ 103 h 352"/>
                <a:gd name="T32" fmla="*/ 169 w 572"/>
                <a:gd name="T33" fmla="*/ 153 h 352"/>
                <a:gd name="T34" fmla="*/ 317 w 572"/>
                <a:gd name="T35" fmla="*/ 185 h 352"/>
                <a:gd name="T36" fmla="*/ 244 w 572"/>
                <a:gd name="T37" fmla="*/ 253 h 352"/>
                <a:gd name="T38" fmla="*/ 233 w 572"/>
                <a:gd name="T39" fmla="*/ 286 h 352"/>
                <a:gd name="T40" fmla="*/ 241 w 572"/>
                <a:gd name="T41" fmla="*/ 296 h 352"/>
                <a:gd name="T42" fmla="*/ 266 w 572"/>
                <a:gd name="T43" fmla="*/ 297 h 352"/>
                <a:gd name="T44" fmla="*/ 357 w 572"/>
                <a:gd name="T45" fmla="*/ 232 h 352"/>
                <a:gd name="T46" fmla="*/ 357 w 572"/>
                <a:gd name="T47" fmla="*/ 232 h 352"/>
                <a:gd name="T48" fmla="*/ 306 w 572"/>
                <a:gd name="T49" fmla="*/ 312 h 352"/>
                <a:gd name="T50" fmla="*/ 313 w 572"/>
                <a:gd name="T51" fmla="*/ 345 h 352"/>
                <a:gd name="T52" fmla="*/ 314 w 572"/>
                <a:gd name="T53" fmla="*/ 345 h 352"/>
                <a:gd name="T54" fmla="*/ 347 w 572"/>
                <a:gd name="T55" fmla="*/ 337 h 352"/>
                <a:gd name="T56" fmla="*/ 420 w 572"/>
                <a:gd name="T57" fmla="*/ 213 h 352"/>
                <a:gd name="T58" fmla="*/ 432 w 572"/>
                <a:gd name="T59" fmla="*/ 159 h 352"/>
                <a:gd name="T60" fmla="*/ 432 w 572"/>
                <a:gd name="T61" fmla="*/ 156 h 352"/>
                <a:gd name="T62" fmla="*/ 558 w 572"/>
                <a:gd name="T63" fmla="*/ 140 h 352"/>
                <a:gd name="T64" fmla="*/ 568 w 572"/>
                <a:gd name="T65" fmla="*/ 114 h 352"/>
                <a:gd name="T66" fmla="*/ 542 w 572"/>
                <a:gd name="T67" fmla="*/ 104 h 352"/>
                <a:gd name="T68" fmla="*/ 415 w 572"/>
                <a:gd name="T69" fmla="*/ 111 h 352"/>
                <a:gd name="T70" fmla="*/ 242 w 572"/>
                <a:gd name="T71" fmla="*/ 0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72" h="352">
                  <a:moveTo>
                    <a:pt x="242" y="0"/>
                  </a:moveTo>
                  <a:cubicBezTo>
                    <a:pt x="224" y="6"/>
                    <a:pt x="193" y="15"/>
                    <a:pt x="151" y="18"/>
                  </a:cubicBezTo>
                  <a:cubicBezTo>
                    <a:pt x="142" y="15"/>
                    <a:pt x="129" y="12"/>
                    <a:pt x="114" y="12"/>
                  </a:cubicBezTo>
                  <a:cubicBezTo>
                    <a:pt x="85" y="12"/>
                    <a:pt x="45" y="23"/>
                    <a:pt x="8" y="61"/>
                  </a:cubicBezTo>
                  <a:cubicBezTo>
                    <a:pt x="0" y="69"/>
                    <a:pt x="0" y="81"/>
                    <a:pt x="8" y="89"/>
                  </a:cubicBezTo>
                  <a:cubicBezTo>
                    <a:pt x="12" y="93"/>
                    <a:pt x="17" y="95"/>
                    <a:pt x="22" y="95"/>
                  </a:cubicBezTo>
                  <a:cubicBezTo>
                    <a:pt x="27" y="95"/>
                    <a:pt x="32" y="93"/>
                    <a:pt x="36" y="89"/>
                  </a:cubicBezTo>
                  <a:cubicBezTo>
                    <a:pt x="67" y="59"/>
                    <a:pt x="94" y="53"/>
                    <a:pt x="114" y="52"/>
                  </a:cubicBezTo>
                  <a:cubicBezTo>
                    <a:pt x="124" y="52"/>
                    <a:pt x="131" y="54"/>
                    <a:pt x="137" y="56"/>
                  </a:cubicBezTo>
                  <a:cubicBezTo>
                    <a:pt x="137" y="57"/>
                    <a:pt x="137" y="59"/>
                    <a:pt x="137" y="60"/>
                  </a:cubicBezTo>
                  <a:cubicBezTo>
                    <a:pt x="131" y="62"/>
                    <a:pt x="125" y="65"/>
                    <a:pt x="119" y="68"/>
                  </a:cubicBezTo>
                  <a:cubicBezTo>
                    <a:pt x="93" y="81"/>
                    <a:pt x="64" y="108"/>
                    <a:pt x="48" y="153"/>
                  </a:cubicBezTo>
                  <a:cubicBezTo>
                    <a:pt x="44" y="164"/>
                    <a:pt x="50" y="175"/>
                    <a:pt x="60" y="179"/>
                  </a:cubicBezTo>
                  <a:cubicBezTo>
                    <a:pt x="63" y="180"/>
                    <a:pt x="65" y="180"/>
                    <a:pt x="67" y="180"/>
                  </a:cubicBezTo>
                  <a:cubicBezTo>
                    <a:pt x="75" y="180"/>
                    <a:pt x="83" y="175"/>
                    <a:pt x="86" y="167"/>
                  </a:cubicBezTo>
                  <a:cubicBezTo>
                    <a:pt x="99" y="130"/>
                    <a:pt x="119" y="113"/>
                    <a:pt x="137" y="103"/>
                  </a:cubicBezTo>
                  <a:cubicBezTo>
                    <a:pt x="145" y="120"/>
                    <a:pt x="158" y="142"/>
                    <a:pt x="169" y="153"/>
                  </a:cubicBezTo>
                  <a:cubicBezTo>
                    <a:pt x="210" y="189"/>
                    <a:pt x="314" y="183"/>
                    <a:pt x="317" y="185"/>
                  </a:cubicBezTo>
                  <a:cubicBezTo>
                    <a:pt x="304" y="197"/>
                    <a:pt x="272" y="240"/>
                    <a:pt x="244" y="253"/>
                  </a:cubicBezTo>
                  <a:cubicBezTo>
                    <a:pt x="232" y="259"/>
                    <a:pt x="227" y="274"/>
                    <a:pt x="233" y="286"/>
                  </a:cubicBezTo>
                  <a:cubicBezTo>
                    <a:pt x="235" y="290"/>
                    <a:pt x="238" y="293"/>
                    <a:pt x="241" y="296"/>
                  </a:cubicBezTo>
                  <a:cubicBezTo>
                    <a:pt x="248" y="300"/>
                    <a:pt x="258" y="301"/>
                    <a:pt x="266" y="297"/>
                  </a:cubicBezTo>
                  <a:cubicBezTo>
                    <a:pt x="311" y="275"/>
                    <a:pt x="339" y="252"/>
                    <a:pt x="357" y="232"/>
                  </a:cubicBezTo>
                  <a:cubicBezTo>
                    <a:pt x="357" y="232"/>
                    <a:pt x="357" y="232"/>
                    <a:pt x="357" y="232"/>
                  </a:cubicBezTo>
                  <a:cubicBezTo>
                    <a:pt x="347" y="256"/>
                    <a:pt x="326" y="279"/>
                    <a:pt x="306" y="312"/>
                  </a:cubicBezTo>
                  <a:cubicBezTo>
                    <a:pt x="299" y="323"/>
                    <a:pt x="302" y="337"/>
                    <a:pt x="313" y="345"/>
                  </a:cubicBezTo>
                  <a:cubicBezTo>
                    <a:pt x="313" y="345"/>
                    <a:pt x="313" y="345"/>
                    <a:pt x="314" y="345"/>
                  </a:cubicBezTo>
                  <a:cubicBezTo>
                    <a:pt x="325" y="352"/>
                    <a:pt x="340" y="349"/>
                    <a:pt x="347" y="337"/>
                  </a:cubicBezTo>
                  <a:cubicBezTo>
                    <a:pt x="378" y="289"/>
                    <a:pt x="419" y="216"/>
                    <a:pt x="420" y="213"/>
                  </a:cubicBezTo>
                  <a:cubicBezTo>
                    <a:pt x="428" y="192"/>
                    <a:pt x="432" y="174"/>
                    <a:pt x="432" y="159"/>
                  </a:cubicBezTo>
                  <a:cubicBezTo>
                    <a:pt x="432" y="158"/>
                    <a:pt x="432" y="157"/>
                    <a:pt x="432" y="156"/>
                  </a:cubicBezTo>
                  <a:cubicBezTo>
                    <a:pt x="468" y="161"/>
                    <a:pt x="511" y="160"/>
                    <a:pt x="558" y="140"/>
                  </a:cubicBezTo>
                  <a:cubicBezTo>
                    <a:pt x="567" y="136"/>
                    <a:pt x="572" y="124"/>
                    <a:pt x="568" y="114"/>
                  </a:cubicBezTo>
                  <a:cubicBezTo>
                    <a:pt x="564" y="104"/>
                    <a:pt x="552" y="100"/>
                    <a:pt x="542" y="104"/>
                  </a:cubicBezTo>
                  <a:cubicBezTo>
                    <a:pt x="493" y="125"/>
                    <a:pt x="448" y="121"/>
                    <a:pt x="415" y="111"/>
                  </a:cubicBezTo>
                  <a:cubicBezTo>
                    <a:pt x="369" y="29"/>
                    <a:pt x="305" y="85"/>
                    <a:pt x="24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25"/>
            <p:cNvSpPr>
              <a:spLocks/>
            </p:cNvSpPr>
            <p:nvPr/>
          </p:nvSpPr>
          <p:spPr bwMode="auto">
            <a:xfrm>
              <a:off x="1327151" y="2781300"/>
              <a:ext cx="249238" cy="223838"/>
            </a:xfrm>
            <a:custGeom>
              <a:avLst/>
              <a:gdLst>
                <a:gd name="T0" fmla="*/ 24 w 220"/>
                <a:gd name="T1" fmla="*/ 114 h 198"/>
                <a:gd name="T2" fmla="*/ 74 w 220"/>
                <a:gd name="T3" fmla="*/ 150 h 198"/>
                <a:gd name="T4" fmla="*/ 92 w 220"/>
                <a:gd name="T5" fmla="*/ 193 h 198"/>
                <a:gd name="T6" fmla="*/ 169 w 220"/>
                <a:gd name="T7" fmla="*/ 197 h 198"/>
                <a:gd name="T8" fmla="*/ 187 w 220"/>
                <a:gd name="T9" fmla="*/ 195 h 198"/>
                <a:gd name="T10" fmla="*/ 189 w 220"/>
                <a:gd name="T11" fmla="*/ 79 h 198"/>
                <a:gd name="T12" fmla="*/ 191 w 220"/>
                <a:gd name="T13" fmla="*/ 23 h 198"/>
                <a:gd name="T14" fmla="*/ 160 w 220"/>
                <a:gd name="T15" fmla="*/ 12 h 198"/>
                <a:gd name="T16" fmla="*/ 147 w 220"/>
                <a:gd name="T17" fmla="*/ 60 h 198"/>
                <a:gd name="T18" fmla="*/ 84 w 220"/>
                <a:gd name="T19" fmla="*/ 60 h 198"/>
                <a:gd name="T20" fmla="*/ 26 w 220"/>
                <a:gd name="T21" fmla="*/ 61 h 198"/>
                <a:gd name="T22" fmla="*/ 99 w 220"/>
                <a:gd name="T23" fmla="*/ 110 h 198"/>
                <a:gd name="T24" fmla="*/ 24 w 220"/>
                <a:gd name="T25" fmla="*/ 114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0" h="198">
                  <a:moveTo>
                    <a:pt x="24" y="114"/>
                  </a:moveTo>
                  <a:cubicBezTo>
                    <a:pt x="19" y="132"/>
                    <a:pt x="56" y="136"/>
                    <a:pt x="74" y="150"/>
                  </a:cubicBezTo>
                  <a:cubicBezTo>
                    <a:pt x="83" y="157"/>
                    <a:pt x="89" y="176"/>
                    <a:pt x="92" y="193"/>
                  </a:cubicBezTo>
                  <a:cubicBezTo>
                    <a:pt x="123" y="198"/>
                    <a:pt x="150" y="198"/>
                    <a:pt x="169" y="197"/>
                  </a:cubicBezTo>
                  <a:cubicBezTo>
                    <a:pt x="176" y="197"/>
                    <a:pt x="182" y="196"/>
                    <a:pt x="187" y="195"/>
                  </a:cubicBezTo>
                  <a:cubicBezTo>
                    <a:pt x="199" y="171"/>
                    <a:pt x="220" y="113"/>
                    <a:pt x="189" y="79"/>
                  </a:cubicBezTo>
                  <a:cubicBezTo>
                    <a:pt x="201" y="61"/>
                    <a:pt x="206" y="45"/>
                    <a:pt x="191" y="23"/>
                  </a:cubicBezTo>
                  <a:cubicBezTo>
                    <a:pt x="179" y="5"/>
                    <a:pt x="156" y="0"/>
                    <a:pt x="160" y="12"/>
                  </a:cubicBezTo>
                  <a:cubicBezTo>
                    <a:pt x="172" y="46"/>
                    <a:pt x="148" y="59"/>
                    <a:pt x="147" y="60"/>
                  </a:cubicBezTo>
                  <a:cubicBezTo>
                    <a:pt x="145" y="60"/>
                    <a:pt x="108" y="64"/>
                    <a:pt x="84" y="60"/>
                  </a:cubicBezTo>
                  <a:cubicBezTo>
                    <a:pt x="68" y="57"/>
                    <a:pt x="40" y="52"/>
                    <a:pt x="26" y="61"/>
                  </a:cubicBezTo>
                  <a:cubicBezTo>
                    <a:pt x="0" y="77"/>
                    <a:pt x="101" y="96"/>
                    <a:pt x="99" y="110"/>
                  </a:cubicBezTo>
                  <a:cubicBezTo>
                    <a:pt x="97" y="124"/>
                    <a:pt x="29" y="97"/>
                    <a:pt x="24" y="1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26"/>
            <p:cNvSpPr>
              <a:spLocks/>
            </p:cNvSpPr>
            <p:nvPr/>
          </p:nvSpPr>
          <p:spPr bwMode="auto">
            <a:xfrm>
              <a:off x="1316038" y="2233613"/>
              <a:ext cx="236538" cy="293688"/>
            </a:xfrm>
            <a:custGeom>
              <a:avLst/>
              <a:gdLst>
                <a:gd name="T0" fmla="*/ 138 w 210"/>
                <a:gd name="T1" fmla="*/ 21 h 259"/>
                <a:gd name="T2" fmla="*/ 137 w 210"/>
                <a:gd name="T3" fmla="*/ 14 h 259"/>
                <a:gd name="T4" fmla="*/ 130 w 210"/>
                <a:gd name="T5" fmla="*/ 13 h 259"/>
                <a:gd name="T6" fmla="*/ 55 w 210"/>
                <a:gd name="T7" fmla="*/ 54 h 259"/>
                <a:gd name="T8" fmla="*/ 42 w 210"/>
                <a:gd name="T9" fmla="*/ 4 h 259"/>
                <a:gd name="T10" fmla="*/ 37 w 210"/>
                <a:gd name="T11" fmla="*/ 0 h 259"/>
                <a:gd name="T12" fmla="*/ 31 w 210"/>
                <a:gd name="T13" fmla="*/ 3 h 259"/>
                <a:gd name="T14" fmla="*/ 2 w 210"/>
                <a:gd name="T15" fmla="*/ 54 h 259"/>
                <a:gd name="T16" fmla="*/ 4 w 210"/>
                <a:gd name="T17" fmla="*/ 62 h 259"/>
                <a:gd name="T18" fmla="*/ 12 w 210"/>
                <a:gd name="T19" fmla="*/ 60 h 259"/>
                <a:gd name="T20" fmla="*/ 34 w 210"/>
                <a:gd name="T21" fmla="*/ 22 h 259"/>
                <a:gd name="T22" fmla="*/ 45 w 210"/>
                <a:gd name="T23" fmla="*/ 65 h 259"/>
                <a:gd name="T24" fmla="*/ 48 w 210"/>
                <a:gd name="T25" fmla="*/ 69 h 259"/>
                <a:gd name="T26" fmla="*/ 54 w 210"/>
                <a:gd name="T27" fmla="*/ 69 h 259"/>
                <a:gd name="T28" fmla="*/ 120 w 210"/>
                <a:gd name="T29" fmla="*/ 32 h 259"/>
                <a:gd name="T30" fmla="*/ 96 w 210"/>
                <a:gd name="T31" fmla="*/ 87 h 259"/>
                <a:gd name="T32" fmla="*/ 97 w 210"/>
                <a:gd name="T33" fmla="*/ 92 h 259"/>
                <a:gd name="T34" fmla="*/ 102 w 210"/>
                <a:gd name="T35" fmla="*/ 95 h 259"/>
                <a:gd name="T36" fmla="*/ 170 w 210"/>
                <a:gd name="T37" fmla="*/ 94 h 259"/>
                <a:gd name="T38" fmla="*/ 123 w 210"/>
                <a:gd name="T39" fmla="*/ 135 h 259"/>
                <a:gd name="T40" fmla="*/ 121 w 210"/>
                <a:gd name="T41" fmla="*/ 140 h 259"/>
                <a:gd name="T42" fmla="*/ 124 w 210"/>
                <a:gd name="T43" fmla="*/ 145 h 259"/>
                <a:gd name="T44" fmla="*/ 184 w 210"/>
                <a:gd name="T45" fmla="*/ 178 h 259"/>
                <a:gd name="T46" fmla="*/ 114 w 210"/>
                <a:gd name="T47" fmla="*/ 187 h 259"/>
                <a:gd name="T48" fmla="*/ 109 w 210"/>
                <a:gd name="T49" fmla="*/ 191 h 259"/>
                <a:gd name="T50" fmla="*/ 109 w 210"/>
                <a:gd name="T51" fmla="*/ 196 h 259"/>
                <a:gd name="T52" fmla="*/ 138 w 210"/>
                <a:gd name="T53" fmla="*/ 243 h 259"/>
                <a:gd name="T54" fmla="*/ 93 w 210"/>
                <a:gd name="T55" fmla="*/ 229 h 259"/>
                <a:gd name="T56" fmla="*/ 86 w 210"/>
                <a:gd name="T57" fmla="*/ 233 h 259"/>
                <a:gd name="T58" fmla="*/ 90 w 210"/>
                <a:gd name="T59" fmla="*/ 240 h 259"/>
                <a:gd name="T60" fmla="*/ 90 w 210"/>
                <a:gd name="T61" fmla="*/ 240 h 259"/>
                <a:gd name="T62" fmla="*/ 149 w 210"/>
                <a:gd name="T63" fmla="*/ 259 h 259"/>
                <a:gd name="T64" fmla="*/ 151 w 210"/>
                <a:gd name="T65" fmla="*/ 259 h 259"/>
                <a:gd name="T66" fmla="*/ 156 w 210"/>
                <a:gd name="T67" fmla="*/ 257 h 259"/>
                <a:gd name="T68" fmla="*/ 156 w 210"/>
                <a:gd name="T69" fmla="*/ 250 h 259"/>
                <a:gd name="T70" fmla="*/ 124 w 210"/>
                <a:gd name="T71" fmla="*/ 198 h 259"/>
                <a:gd name="T72" fmla="*/ 204 w 210"/>
                <a:gd name="T73" fmla="*/ 188 h 259"/>
                <a:gd name="T74" fmla="*/ 209 w 210"/>
                <a:gd name="T75" fmla="*/ 183 h 259"/>
                <a:gd name="T76" fmla="*/ 206 w 210"/>
                <a:gd name="T77" fmla="*/ 176 h 259"/>
                <a:gd name="T78" fmla="*/ 137 w 210"/>
                <a:gd name="T79" fmla="*/ 138 h 259"/>
                <a:gd name="T80" fmla="*/ 191 w 210"/>
                <a:gd name="T81" fmla="*/ 92 h 259"/>
                <a:gd name="T82" fmla="*/ 192 w 210"/>
                <a:gd name="T83" fmla="*/ 86 h 259"/>
                <a:gd name="T84" fmla="*/ 187 w 210"/>
                <a:gd name="T85" fmla="*/ 82 h 259"/>
                <a:gd name="T86" fmla="*/ 111 w 210"/>
                <a:gd name="T87" fmla="*/ 83 h 259"/>
                <a:gd name="T88" fmla="*/ 138 w 210"/>
                <a:gd name="T89" fmla="*/ 21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10" h="259">
                  <a:moveTo>
                    <a:pt x="138" y="21"/>
                  </a:moveTo>
                  <a:cubicBezTo>
                    <a:pt x="139" y="19"/>
                    <a:pt x="138" y="16"/>
                    <a:pt x="137" y="14"/>
                  </a:cubicBezTo>
                  <a:cubicBezTo>
                    <a:pt x="135" y="12"/>
                    <a:pt x="132" y="12"/>
                    <a:pt x="130" y="13"/>
                  </a:cubicBezTo>
                  <a:cubicBezTo>
                    <a:pt x="55" y="54"/>
                    <a:pt x="55" y="54"/>
                    <a:pt x="55" y="54"/>
                  </a:cubicBezTo>
                  <a:cubicBezTo>
                    <a:pt x="42" y="4"/>
                    <a:pt x="42" y="4"/>
                    <a:pt x="42" y="4"/>
                  </a:cubicBezTo>
                  <a:cubicBezTo>
                    <a:pt x="41" y="2"/>
                    <a:pt x="39" y="0"/>
                    <a:pt x="37" y="0"/>
                  </a:cubicBezTo>
                  <a:cubicBezTo>
                    <a:pt x="34" y="0"/>
                    <a:pt x="32" y="1"/>
                    <a:pt x="31" y="3"/>
                  </a:cubicBezTo>
                  <a:cubicBezTo>
                    <a:pt x="2" y="54"/>
                    <a:pt x="2" y="54"/>
                    <a:pt x="2" y="54"/>
                  </a:cubicBezTo>
                  <a:cubicBezTo>
                    <a:pt x="0" y="57"/>
                    <a:pt x="1" y="60"/>
                    <a:pt x="4" y="62"/>
                  </a:cubicBezTo>
                  <a:cubicBezTo>
                    <a:pt x="7" y="64"/>
                    <a:pt x="10" y="63"/>
                    <a:pt x="12" y="60"/>
                  </a:cubicBezTo>
                  <a:cubicBezTo>
                    <a:pt x="34" y="22"/>
                    <a:pt x="34" y="22"/>
                    <a:pt x="34" y="22"/>
                  </a:cubicBezTo>
                  <a:cubicBezTo>
                    <a:pt x="45" y="65"/>
                    <a:pt x="45" y="65"/>
                    <a:pt x="45" y="65"/>
                  </a:cubicBezTo>
                  <a:cubicBezTo>
                    <a:pt x="45" y="67"/>
                    <a:pt x="47" y="68"/>
                    <a:pt x="48" y="69"/>
                  </a:cubicBezTo>
                  <a:cubicBezTo>
                    <a:pt x="50" y="70"/>
                    <a:pt x="52" y="69"/>
                    <a:pt x="54" y="69"/>
                  </a:cubicBezTo>
                  <a:cubicBezTo>
                    <a:pt x="120" y="32"/>
                    <a:pt x="120" y="32"/>
                    <a:pt x="120" y="32"/>
                  </a:cubicBezTo>
                  <a:cubicBezTo>
                    <a:pt x="96" y="87"/>
                    <a:pt x="96" y="87"/>
                    <a:pt x="96" y="87"/>
                  </a:cubicBezTo>
                  <a:cubicBezTo>
                    <a:pt x="95" y="89"/>
                    <a:pt x="96" y="91"/>
                    <a:pt x="97" y="92"/>
                  </a:cubicBezTo>
                  <a:cubicBezTo>
                    <a:pt x="98" y="94"/>
                    <a:pt x="100" y="95"/>
                    <a:pt x="102" y="95"/>
                  </a:cubicBezTo>
                  <a:cubicBezTo>
                    <a:pt x="170" y="94"/>
                    <a:pt x="170" y="94"/>
                    <a:pt x="170" y="94"/>
                  </a:cubicBezTo>
                  <a:cubicBezTo>
                    <a:pt x="123" y="135"/>
                    <a:pt x="123" y="135"/>
                    <a:pt x="123" y="135"/>
                  </a:cubicBezTo>
                  <a:cubicBezTo>
                    <a:pt x="121" y="136"/>
                    <a:pt x="120" y="138"/>
                    <a:pt x="121" y="140"/>
                  </a:cubicBezTo>
                  <a:cubicBezTo>
                    <a:pt x="121" y="142"/>
                    <a:pt x="122" y="144"/>
                    <a:pt x="124" y="145"/>
                  </a:cubicBezTo>
                  <a:cubicBezTo>
                    <a:pt x="184" y="178"/>
                    <a:pt x="184" y="178"/>
                    <a:pt x="184" y="178"/>
                  </a:cubicBezTo>
                  <a:cubicBezTo>
                    <a:pt x="114" y="187"/>
                    <a:pt x="114" y="187"/>
                    <a:pt x="114" y="187"/>
                  </a:cubicBezTo>
                  <a:cubicBezTo>
                    <a:pt x="112" y="187"/>
                    <a:pt x="110" y="189"/>
                    <a:pt x="109" y="191"/>
                  </a:cubicBezTo>
                  <a:cubicBezTo>
                    <a:pt x="108" y="192"/>
                    <a:pt x="108" y="195"/>
                    <a:pt x="109" y="196"/>
                  </a:cubicBezTo>
                  <a:cubicBezTo>
                    <a:pt x="138" y="243"/>
                    <a:pt x="138" y="243"/>
                    <a:pt x="138" y="243"/>
                  </a:cubicBezTo>
                  <a:cubicBezTo>
                    <a:pt x="93" y="229"/>
                    <a:pt x="93" y="229"/>
                    <a:pt x="93" y="229"/>
                  </a:cubicBezTo>
                  <a:cubicBezTo>
                    <a:pt x="90" y="228"/>
                    <a:pt x="87" y="230"/>
                    <a:pt x="86" y="233"/>
                  </a:cubicBezTo>
                  <a:cubicBezTo>
                    <a:pt x="85" y="236"/>
                    <a:pt x="87" y="239"/>
                    <a:pt x="90" y="240"/>
                  </a:cubicBezTo>
                  <a:cubicBezTo>
                    <a:pt x="90" y="240"/>
                    <a:pt x="90" y="240"/>
                    <a:pt x="90" y="240"/>
                  </a:cubicBezTo>
                  <a:cubicBezTo>
                    <a:pt x="149" y="259"/>
                    <a:pt x="149" y="259"/>
                    <a:pt x="149" y="259"/>
                  </a:cubicBezTo>
                  <a:cubicBezTo>
                    <a:pt x="150" y="259"/>
                    <a:pt x="150" y="259"/>
                    <a:pt x="151" y="259"/>
                  </a:cubicBezTo>
                  <a:cubicBezTo>
                    <a:pt x="153" y="259"/>
                    <a:pt x="155" y="258"/>
                    <a:pt x="156" y="257"/>
                  </a:cubicBezTo>
                  <a:cubicBezTo>
                    <a:pt x="157" y="255"/>
                    <a:pt x="157" y="252"/>
                    <a:pt x="156" y="250"/>
                  </a:cubicBezTo>
                  <a:cubicBezTo>
                    <a:pt x="124" y="198"/>
                    <a:pt x="124" y="198"/>
                    <a:pt x="124" y="198"/>
                  </a:cubicBezTo>
                  <a:cubicBezTo>
                    <a:pt x="204" y="188"/>
                    <a:pt x="204" y="188"/>
                    <a:pt x="204" y="188"/>
                  </a:cubicBezTo>
                  <a:cubicBezTo>
                    <a:pt x="206" y="187"/>
                    <a:pt x="209" y="185"/>
                    <a:pt x="209" y="183"/>
                  </a:cubicBezTo>
                  <a:cubicBezTo>
                    <a:pt x="210" y="180"/>
                    <a:pt x="208" y="178"/>
                    <a:pt x="206" y="176"/>
                  </a:cubicBezTo>
                  <a:cubicBezTo>
                    <a:pt x="137" y="138"/>
                    <a:pt x="137" y="138"/>
                    <a:pt x="137" y="138"/>
                  </a:cubicBezTo>
                  <a:cubicBezTo>
                    <a:pt x="191" y="92"/>
                    <a:pt x="191" y="92"/>
                    <a:pt x="191" y="92"/>
                  </a:cubicBezTo>
                  <a:cubicBezTo>
                    <a:pt x="192" y="91"/>
                    <a:pt x="193" y="88"/>
                    <a:pt x="192" y="86"/>
                  </a:cubicBezTo>
                  <a:cubicBezTo>
                    <a:pt x="191" y="83"/>
                    <a:pt x="189" y="82"/>
                    <a:pt x="187" y="82"/>
                  </a:cubicBezTo>
                  <a:cubicBezTo>
                    <a:pt x="111" y="83"/>
                    <a:pt x="111" y="83"/>
                    <a:pt x="111" y="83"/>
                  </a:cubicBezTo>
                  <a:lnTo>
                    <a:pt x="138"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4" name="组合 23"/>
          <p:cNvGrpSpPr/>
          <p:nvPr/>
        </p:nvGrpSpPr>
        <p:grpSpPr>
          <a:xfrm>
            <a:off x="1670521" y="1240710"/>
            <a:ext cx="1101087" cy="1127199"/>
            <a:chOff x="1804988" y="898525"/>
            <a:chExt cx="1204913" cy="1233488"/>
          </a:xfrm>
          <a:solidFill>
            <a:schemeClr val="tx1">
              <a:lumMod val="65000"/>
              <a:lumOff val="35000"/>
            </a:schemeClr>
          </a:solidFill>
        </p:grpSpPr>
        <p:sp>
          <p:nvSpPr>
            <p:cNvPr id="25" name="Freeform 27"/>
            <p:cNvSpPr>
              <a:spLocks/>
            </p:cNvSpPr>
            <p:nvPr/>
          </p:nvSpPr>
          <p:spPr bwMode="auto">
            <a:xfrm>
              <a:off x="1908176" y="1881188"/>
              <a:ext cx="974725" cy="250825"/>
            </a:xfrm>
            <a:custGeom>
              <a:avLst/>
              <a:gdLst>
                <a:gd name="T0" fmla="*/ 416 w 863"/>
                <a:gd name="T1" fmla="*/ 152 h 221"/>
                <a:gd name="T2" fmla="*/ 400 w 863"/>
                <a:gd name="T3" fmla="*/ 150 h 221"/>
                <a:gd name="T4" fmla="*/ 360 w 863"/>
                <a:gd name="T5" fmla="*/ 78 h 221"/>
                <a:gd name="T6" fmla="*/ 371 w 863"/>
                <a:gd name="T7" fmla="*/ 16 h 221"/>
                <a:gd name="T8" fmla="*/ 268 w 863"/>
                <a:gd name="T9" fmla="*/ 62 h 221"/>
                <a:gd name="T10" fmla="*/ 299 w 863"/>
                <a:gd name="T11" fmla="*/ 96 h 221"/>
                <a:gd name="T12" fmla="*/ 221 w 863"/>
                <a:gd name="T13" fmla="*/ 117 h 221"/>
                <a:gd name="T14" fmla="*/ 96 w 863"/>
                <a:gd name="T15" fmla="*/ 142 h 221"/>
                <a:gd name="T16" fmla="*/ 372 w 863"/>
                <a:gd name="T17" fmla="*/ 221 h 221"/>
                <a:gd name="T18" fmla="*/ 572 w 863"/>
                <a:gd name="T19" fmla="*/ 199 h 221"/>
                <a:gd name="T20" fmla="*/ 517 w 863"/>
                <a:gd name="T21" fmla="*/ 142 h 221"/>
                <a:gd name="T22" fmla="*/ 661 w 863"/>
                <a:gd name="T23" fmla="*/ 116 h 221"/>
                <a:gd name="T24" fmla="*/ 696 w 863"/>
                <a:gd name="T25" fmla="*/ 83 h 221"/>
                <a:gd name="T26" fmla="*/ 840 w 863"/>
                <a:gd name="T27" fmla="*/ 63 h 221"/>
                <a:gd name="T28" fmla="*/ 488 w 863"/>
                <a:gd name="T29" fmla="*/ 5 h 221"/>
                <a:gd name="T30" fmla="*/ 472 w 863"/>
                <a:gd name="T31" fmla="*/ 110 h 221"/>
                <a:gd name="T32" fmla="*/ 416 w 863"/>
                <a:gd name="T33" fmla="*/ 152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3" h="221">
                  <a:moveTo>
                    <a:pt x="416" y="152"/>
                  </a:moveTo>
                  <a:cubicBezTo>
                    <a:pt x="411" y="152"/>
                    <a:pt x="405" y="151"/>
                    <a:pt x="400" y="150"/>
                  </a:cubicBezTo>
                  <a:cubicBezTo>
                    <a:pt x="369" y="141"/>
                    <a:pt x="351" y="109"/>
                    <a:pt x="360" y="78"/>
                  </a:cubicBezTo>
                  <a:cubicBezTo>
                    <a:pt x="366" y="57"/>
                    <a:pt x="370" y="36"/>
                    <a:pt x="371" y="16"/>
                  </a:cubicBezTo>
                  <a:cubicBezTo>
                    <a:pt x="322" y="26"/>
                    <a:pt x="284" y="40"/>
                    <a:pt x="268" y="62"/>
                  </a:cubicBezTo>
                  <a:cubicBezTo>
                    <a:pt x="260" y="73"/>
                    <a:pt x="320" y="74"/>
                    <a:pt x="299" y="96"/>
                  </a:cubicBezTo>
                  <a:cubicBezTo>
                    <a:pt x="288" y="108"/>
                    <a:pt x="245" y="114"/>
                    <a:pt x="221" y="117"/>
                  </a:cubicBezTo>
                  <a:cubicBezTo>
                    <a:pt x="184" y="122"/>
                    <a:pt x="122" y="121"/>
                    <a:pt x="96" y="142"/>
                  </a:cubicBezTo>
                  <a:cubicBezTo>
                    <a:pt x="0" y="221"/>
                    <a:pt x="320" y="221"/>
                    <a:pt x="372" y="221"/>
                  </a:cubicBezTo>
                  <a:cubicBezTo>
                    <a:pt x="424" y="221"/>
                    <a:pt x="545" y="214"/>
                    <a:pt x="572" y="199"/>
                  </a:cubicBezTo>
                  <a:cubicBezTo>
                    <a:pt x="617" y="172"/>
                    <a:pt x="520" y="162"/>
                    <a:pt x="517" y="142"/>
                  </a:cubicBezTo>
                  <a:cubicBezTo>
                    <a:pt x="517" y="117"/>
                    <a:pt x="623" y="115"/>
                    <a:pt x="661" y="116"/>
                  </a:cubicBezTo>
                  <a:cubicBezTo>
                    <a:pt x="700" y="116"/>
                    <a:pt x="656" y="83"/>
                    <a:pt x="696" y="83"/>
                  </a:cubicBezTo>
                  <a:cubicBezTo>
                    <a:pt x="736" y="83"/>
                    <a:pt x="863" y="86"/>
                    <a:pt x="840" y="63"/>
                  </a:cubicBezTo>
                  <a:cubicBezTo>
                    <a:pt x="802" y="25"/>
                    <a:pt x="633" y="0"/>
                    <a:pt x="488" y="5"/>
                  </a:cubicBezTo>
                  <a:cubicBezTo>
                    <a:pt x="487" y="39"/>
                    <a:pt x="482" y="74"/>
                    <a:pt x="472" y="110"/>
                  </a:cubicBezTo>
                  <a:cubicBezTo>
                    <a:pt x="465" y="135"/>
                    <a:pt x="442" y="152"/>
                    <a:pt x="416"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28"/>
            <p:cNvSpPr>
              <a:spLocks/>
            </p:cNvSpPr>
            <p:nvPr/>
          </p:nvSpPr>
          <p:spPr bwMode="auto">
            <a:xfrm>
              <a:off x="1804988" y="1130300"/>
              <a:ext cx="228600" cy="228600"/>
            </a:xfrm>
            <a:custGeom>
              <a:avLst/>
              <a:gdLst>
                <a:gd name="T0" fmla="*/ 159 w 202"/>
                <a:gd name="T1" fmla="*/ 170 h 202"/>
                <a:gd name="T2" fmla="*/ 170 w 202"/>
                <a:gd name="T3" fmla="*/ 43 h 202"/>
                <a:gd name="T4" fmla="*/ 43 w 202"/>
                <a:gd name="T5" fmla="*/ 32 h 202"/>
                <a:gd name="T6" fmla="*/ 32 w 202"/>
                <a:gd name="T7" fmla="*/ 159 h 202"/>
                <a:gd name="T8" fmla="*/ 159 w 202"/>
                <a:gd name="T9" fmla="*/ 170 h 202"/>
              </a:gdLst>
              <a:ahLst/>
              <a:cxnLst>
                <a:cxn ang="0">
                  <a:pos x="T0" y="T1"/>
                </a:cxn>
                <a:cxn ang="0">
                  <a:pos x="T2" y="T3"/>
                </a:cxn>
                <a:cxn ang="0">
                  <a:pos x="T4" y="T5"/>
                </a:cxn>
                <a:cxn ang="0">
                  <a:pos x="T6" y="T7"/>
                </a:cxn>
                <a:cxn ang="0">
                  <a:pos x="T8" y="T9"/>
                </a:cxn>
              </a:cxnLst>
              <a:rect l="0" t="0" r="r" b="b"/>
              <a:pathLst>
                <a:path w="202" h="202">
                  <a:moveTo>
                    <a:pt x="159" y="170"/>
                  </a:moveTo>
                  <a:cubicBezTo>
                    <a:pt x="197" y="138"/>
                    <a:pt x="202" y="81"/>
                    <a:pt x="170" y="43"/>
                  </a:cubicBezTo>
                  <a:cubicBezTo>
                    <a:pt x="138" y="5"/>
                    <a:pt x="82" y="0"/>
                    <a:pt x="43" y="32"/>
                  </a:cubicBezTo>
                  <a:cubicBezTo>
                    <a:pt x="5" y="64"/>
                    <a:pt x="0" y="120"/>
                    <a:pt x="32" y="159"/>
                  </a:cubicBezTo>
                  <a:cubicBezTo>
                    <a:pt x="64" y="197"/>
                    <a:pt x="121" y="202"/>
                    <a:pt x="159" y="1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29"/>
            <p:cNvSpPr>
              <a:spLocks/>
            </p:cNvSpPr>
            <p:nvPr/>
          </p:nvSpPr>
          <p:spPr bwMode="auto">
            <a:xfrm>
              <a:off x="1960563" y="1128713"/>
              <a:ext cx="760413" cy="915988"/>
            </a:xfrm>
            <a:custGeom>
              <a:avLst/>
              <a:gdLst>
                <a:gd name="T0" fmla="*/ 67 w 672"/>
                <a:gd name="T1" fmla="*/ 194 h 811"/>
                <a:gd name="T2" fmla="*/ 57 w 672"/>
                <a:gd name="T3" fmla="*/ 197 h 811"/>
                <a:gd name="T4" fmla="*/ 56 w 672"/>
                <a:gd name="T5" fmla="*/ 197 h 811"/>
                <a:gd name="T6" fmla="*/ 28 w 672"/>
                <a:gd name="T7" fmla="*/ 207 h 811"/>
                <a:gd name="T8" fmla="*/ 0 w 672"/>
                <a:gd name="T9" fmla="*/ 272 h 811"/>
                <a:gd name="T10" fmla="*/ 44 w 672"/>
                <a:gd name="T11" fmla="*/ 245 h 811"/>
                <a:gd name="T12" fmla="*/ 44 w 672"/>
                <a:gd name="T13" fmla="*/ 245 h 811"/>
                <a:gd name="T14" fmla="*/ 45 w 672"/>
                <a:gd name="T15" fmla="*/ 244 h 811"/>
                <a:gd name="T16" fmla="*/ 61 w 672"/>
                <a:gd name="T17" fmla="*/ 241 h 811"/>
                <a:gd name="T18" fmla="*/ 98 w 672"/>
                <a:gd name="T19" fmla="*/ 265 h 811"/>
                <a:gd name="T20" fmla="*/ 77 w 672"/>
                <a:gd name="T21" fmla="*/ 317 h 811"/>
                <a:gd name="T22" fmla="*/ 77 w 672"/>
                <a:gd name="T23" fmla="*/ 318 h 811"/>
                <a:gd name="T24" fmla="*/ 73 w 672"/>
                <a:gd name="T25" fmla="*/ 320 h 811"/>
                <a:gd name="T26" fmla="*/ 58 w 672"/>
                <a:gd name="T27" fmla="*/ 329 h 811"/>
                <a:gd name="T28" fmla="*/ 34 w 672"/>
                <a:gd name="T29" fmla="*/ 350 h 811"/>
                <a:gd name="T30" fmla="*/ 184 w 672"/>
                <a:gd name="T31" fmla="*/ 483 h 811"/>
                <a:gd name="T32" fmla="*/ 228 w 672"/>
                <a:gd name="T33" fmla="*/ 494 h 811"/>
                <a:gd name="T34" fmla="*/ 240 w 672"/>
                <a:gd name="T35" fmla="*/ 493 h 811"/>
                <a:gd name="T36" fmla="*/ 279 w 672"/>
                <a:gd name="T37" fmla="*/ 529 h 811"/>
                <a:gd name="T38" fmla="*/ 333 w 672"/>
                <a:gd name="T39" fmla="*/ 670 h 811"/>
                <a:gd name="T40" fmla="*/ 321 w 672"/>
                <a:gd name="T41" fmla="*/ 747 h 811"/>
                <a:gd name="T42" fmla="*/ 355 w 672"/>
                <a:gd name="T43" fmla="*/ 809 h 811"/>
                <a:gd name="T44" fmla="*/ 369 w 672"/>
                <a:gd name="T45" fmla="*/ 811 h 811"/>
                <a:gd name="T46" fmla="*/ 417 w 672"/>
                <a:gd name="T47" fmla="*/ 775 h 811"/>
                <a:gd name="T48" fmla="*/ 417 w 672"/>
                <a:gd name="T49" fmla="*/ 775 h 811"/>
                <a:gd name="T50" fmla="*/ 433 w 672"/>
                <a:gd name="T51" fmla="*/ 670 h 811"/>
                <a:gd name="T52" fmla="*/ 351 w 672"/>
                <a:gd name="T53" fmla="*/ 459 h 811"/>
                <a:gd name="T54" fmla="*/ 324 w 672"/>
                <a:gd name="T55" fmla="*/ 433 h 811"/>
                <a:gd name="T56" fmla="*/ 350 w 672"/>
                <a:gd name="T57" fmla="*/ 414 h 811"/>
                <a:gd name="T58" fmla="*/ 414 w 672"/>
                <a:gd name="T59" fmla="*/ 379 h 811"/>
                <a:gd name="T60" fmla="*/ 483 w 672"/>
                <a:gd name="T61" fmla="*/ 364 h 811"/>
                <a:gd name="T62" fmla="*/ 532 w 672"/>
                <a:gd name="T63" fmla="*/ 374 h 811"/>
                <a:gd name="T64" fmla="*/ 582 w 672"/>
                <a:gd name="T65" fmla="*/ 408 h 811"/>
                <a:gd name="T66" fmla="*/ 652 w 672"/>
                <a:gd name="T67" fmla="*/ 408 h 811"/>
                <a:gd name="T68" fmla="*/ 652 w 672"/>
                <a:gd name="T69" fmla="*/ 338 h 811"/>
                <a:gd name="T70" fmla="*/ 570 w 672"/>
                <a:gd name="T71" fmla="*/ 281 h 811"/>
                <a:gd name="T72" fmla="*/ 483 w 672"/>
                <a:gd name="T73" fmla="*/ 264 h 811"/>
                <a:gd name="T74" fmla="*/ 374 w 672"/>
                <a:gd name="T75" fmla="*/ 287 h 811"/>
                <a:gd name="T76" fmla="*/ 256 w 672"/>
                <a:gd name="T77" fmla="*/ 359 h 811"/>
                <a:gd name="T78" fmla="*/ 255 w 672"/>
                <a:gd name="T79" fmla="*/ 360 h 811"/>
                <a:gd name="T80" fmla="*/ 248 w 672"/>
                <a:gd name="T81" fmla="*/ 355 h 811"/>
                <a:gd name="T82" fmla="*/ 130 w 672"/>
                <a:gd name="T83" fmla="*/ 237 h 811"/>
                <a:gd name="T84" fmla="*/ 165 w 672"/>
                <a:gd name="T85" fmla="*/ 218 h 811"/>
                <a:gd name="T86" fmla="*/ 233 w 672"/>
                <a:gd name="T87" fmla="*/ 152 h 811"/>
                <a:gd name="T88" fmla="*/ 265 w 672"/>
                <a:gd name="T89" fmla="*/ 43 h 811"/>
                <a:gd name="T90" fmla="*/ 265 w 672"/>
                <a:gd name="T91" fmla="*/ 31 h 811"/>
                <a:gd name="T92" fmla="*/ 231 w 672"/>
                <a:gd name="T93" fmla="*/ 1 h 811"/>
                <a:gd name="T94" fmla="*/ 201 w 672"/>
                <a:gd name="T95" fmla="*/ 35 h 811"/>
                <a:gd name="T96" fmla="*/ 201 w 672"/>
                <a:gd name="T97" fmla="*/ 43 h 811"/>
                <a:gd name="T98" fmla="*/ 180 w 672"/>
                <a:gd name="T99" fmla="*/ 117 h 811"/>
                <a:gd name="T100" fmla="*/ 102 w 672"/>
                <a:gd name="T101" fmla="*/ 180 h 811"/>
                <a:gd name="T102" fmla="*/ 67 w 672"/>
                <a:gd name="T103" fmla="*/ 194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2" h="811">
                  <a:moveTo>
                    <a:pt x="67" y="194"/>
                  </a:moveTo>
                  <a:cubicBezTo>
                    <a:pt x="63" y="195"/>
                    <a:pt x="60" y="196"/>
                    <a:pt x="57" y="197"/>
                  </a:cubicBezTo>
                  <a:cubicBezTo>
                    <a:pt x="57" y="197"/>
                    <a:pt x="56" y="197"/>
                    <a:pt x="56" y="197"/>
                  </a:cubicBezTo>
                  <a:cubicBezTo>
                    <a:pt x="46" y="197"/>
                    <a:pt x="36" y="201"/>
                    <a:pt x="28" y="207"/>
                  </a:cubicBezTo>
                  <a:cubicBezTo>
                    <a:pt x="12" y="220"/>
                    <a:pt x="0" y="244"/>
                    <a:pt x="0" y="272"/>
                  </a:cubicBezTo>
                  <a:cubicBezTo>
                    <a:pt x="19" y="257"/>
                    <a:pt x="37" y="248"/>
                    <a:pt x="44" y="245"/>
                  </a:cubicBezTo>
                  <a:cubicBezTo>
                    <a:pt x="44" y="245"/>
                    <a:pt x="44" y="245"/>
                    <a:pt x="44" y="245"/>
                  </a:cubicBezTo>
                  <a:cubicBezTo>
                    <a:pt x="45" y="244"/>
                    <a:pt x="45" y="244"/>
                    <a:pt x="45" y="244"/>
                  </a:cubicBezTo>
                  <a:cubicBezTo>
                    <a:pt x="50" y="242"/>
                    <a:pt x="55" y="241"/>
                    <a:pt x="61" y="241"/>
                  </a:cubicBezTo>
                  <a:cubicBezTo>
                    <a:pt x="77" y="241"/>
                    <a:pt x="91" y="250"/>
                    <a:pt x="98" y="265"/>
                  </a:cubicBezTo>
                  <a:cubicBezTo>
                    <a:pt x="107" y="285"/>
                    <a:pt x="98" y="308"/>
                    <a:pt x="77" y="317"/>
                  </a:cubicBezTo>
                  <a:cubicBezTo>
                    <a:pt x="77" y="318"/>
                    <a:pt x="77" y="318"/>
                    <a:pt x="77" y="318"/>
                  </a:cubicBezTo>
                  <a:cubicBezTo>
                    <a:pt x="76" y="318"/>
                    <a:pt x="74" y="319"/>
                    <a:pt x="73" y="320"/>
                  </a:cubicBezTo>
                  <a:cubicBezTo>
                    <a:pt x="69" y="322"/>
                    <a:pt x="64" y="325"/>
                    <a:pt x="58" y="329"/>
                  </a:cubicBezTo>
                  <a:cubicBezTo>
                    <a:pt x="49" y="335"/>
                    <a:pt x="40" y="343"/>
                    <a:pt x="34" y="350"/>
                  </a:cubicBezTo>
                  <a:cubicBezTo>
                    <a:pt x="76" y="408"/>
                    <a:pt x="114" y="442"/>
                    <a:pt x="184" y="483"/>
                  </a:cubicBezTo>
                  <a:cubicBezTo>
                    <a:pt x="201" y="491"/>
                    <a:pt x="215" y="494"/>
                    <a:pt x="228" y="494"/>
                  </a:cubicBezTo>
                  <a:cubicBezTo>
                    <a:pt x="232" y="494"/>
                    <a:pt x="236" y="494"/>
                    <a:pt x="240" y="493"/>
                  </a:cubicBezTo>
                  <a:cubicBezTo>
                    <a:pt x="251" y="501"/>
                    <a:pt x="265" y="513"/>
                    <a:pt x="279" y="529"/>
                  </a:cubicBezTo>
                  <a:cubicBezTo>
                    <a:pt x="307" y="561"/>
                    <a:pt x="332" y="606"/>
                    <a:pt x="333" y="670"/>
                  </a:cubicBezTo>
                  <a:cubicBezTo>
                    <a:pt x="333" y="693"/>
                    <a:pt x="329" y="718"/>
                    <a:pt x="321" y="747"/>
                  </a:cubicBezTo>
                  <a:cubicBezTo>
                    <a:pt x="313" y="774"/>
                    <a:pt x="329" y="801"/>
                    <a:pt x="355" y="809"/>
                  </a:cubicBezTo>
                  <a:cubicBezTo>
                    <a:pt x="360" y="810"/>
                    <a:pt x="365" y="811"/>
                    <a:pt x="369" y="811"/>
                  </a:cubicBezTo>
                  <a:cubicBezTo>
                    <a:pt x="391" y="811"/>
                    <a:pt x="411" y="797"/>
                    <a:pt x="417" y="775"/>
                  </a:cubicBezTo>
                  <a:cubicBezTo>
                    <a:pt x="417" y="775"/>
                    <a:pt x="417" y="775"/>
                    <a:pt x="417" y="775"/>
                  </a:cubicBezTo>
                  <a:cubicBezTo>
                    <a:pt x="428" y="737"/>
                    <a:pt x="433" y="702"/>
                    <a:pt x="433" y="670"/>
                  </a:cubicBezTo>
                  <a:cubicBezTo>
                    <a:pt x="433" y="574"/>
                    <a:pt x="391" y="503"/>
                    <a:pt x="351" y="459"/>
                  </a:cubicBezTo>
                  <a:cubicBezTo>
                    <a:pt x="342" y="449"/>
                    <a:pt x="333" y="440"/>
                    <a:pt x="324" y="433"/>
                  </a:cubicBezTo>
                  <a:cubicBezTo>
                    <a:pt x="332" y="427"/>
                    <a:pt x="340" y="420"/>
                    <a:pt x="350" y="414"/>
                  </a:cubicBezTo>
                  <a:cubicBezTo>
                    <a:pt x="369" y="401"/>
                    <a:pt x="391" y="388"/>
                    <a:pt x="414" y="379"/>
                  </a:cubicBezTo>
                  <a:cubicBezTo>
                    <a:pt x="437" y="369"/>
                    <a:pt x="461" y="364"/>
                    <a:pt x="483" y="364"/>
                  </a:cubicBezTo>
                  <a:cubicBezTo>
                    <a:pt x="500" y="364"/>
                    <a:pt x="515" y="367"/>
                    <a:pt x="532" y="374"/>
                  </a:cubicBezTo>
                  <a:cubicBezTo>
                    <a:pt x="548" y="380"/>
                    <a:pt x="564" y="391"/>
                    <a:pt x="582" y="408"/>
                  </a:cubicBezTo>
                  <a:cubicBezTo>
                    <a:pt x="601" y="428"/>
                    <a:pt x="633" y="428"/>
                    <a:pt x="652" y="408"/>
                  </a:cubicBezTo>
                  <a:cubicBezTo>
                    <a:pt x="672" y="389"/>
                    <a:pt x="672" y="357"/>
                    <a:pt x="652" y="338"/>
                  </a:cubicBezTo>
                  <a:cubicBezTo>
                    <a:pt x="627" y="312"/>
                    <a:pt x="599" y="293"/>
                    <a:pt x="570" y="281"/>
                  </a:cubicBezTo>
                  <a:cubicBezTo>
                    <a:pt x="541" y="269"/>
                    <a:pt x="511" y="264"/>
                    <a:pt x="483" y="264"/>
                  </a:cubicBezTo>
                  <a:cubicBezTo>
                    <a:pt x="444" y="264"/>
                    <a:pt x="407" y="274"/>
                    <a:pt x="374" y="287"/>
                  </a:cubicBezTo>
                  <a:cubicBezTo>
                    <a:pt x="325" y="307"/>
                    <a:pt x="285" y="336"/>
                    <a:pt x="256" y="359"/>
                  </a:cubicBezTo>
                  <a:cubicBezTo>
                    <a:pt x="255" y="360"/>
                    <a:pt x="255" y="360"/>
                    <a:pt x="255" y="360"/>
                  </a:cubicBezTo>
                  <a:cubicBezTo>
                    <a:pt x="253" y="359"/>
                    <a:pt x="250" y="357"/>
                    <a:pt x="248" y="355"/>
                  </a:cubicBezTo>
                  <a:cubicBezTo>
                    <a:pt x="202" y="321"/>
                    <a:pt x="161" y="272"/>
                    <a:pt x="130" y="237"/>
                  </a:cubicBezTo>
                  <a:cubicBezTo>
                    <a:pt x="141" y="232"/>
                    <a:pt x="153" y="226"/>
                    <a:pt x="165" y="218"/>
                  </a:cubicBezTo>
                  <a:cubicBezTo>
                    <a:pt x="189" y="202"/>
                    <a:pt x="214" y="181"/>
                    <a:pt x="233" y="152"/>
                  </a:cubicBezTo>
                  <a:cubicBezTo>
                    <a:pt x="252" y="123"/>
                    <a:pt x="265" y="86"/>
                    <a:pt x="265" y="43"/>
                  </a:cubicBezTo>
                  <a:cubicBezTo>
                    <a:pt x="265" y="39"/>
                    <a:pt x="265" y="35"/>
                    <a:pt x="265" y="31"/>
                  </a:cubicBezTo>
                  <a:cubicBezTo>
                    <a:pt x="264" y="14"/>
                    <a:pt x="249" y="0"/>
                    <a:pt x="231" y="1"/>
                  </a:cubicBezTo>
                  <a:cubicBezTo>
                    <a:pt x="214" y="2"/>
                    <a:pt x="200" y="17"/>
                    <a:pt x="201" y="35"/>
                  </a:cubicBezTo>
                  <a:cubicBezTo>
                    <a:pt x="201" y="37"/>
                    <a:pt x="201" y="40"/>
                    <a:pt x="201" y="43"/>
                  </a:cubicBezTo>
                  <a:cubicBezTo>
                    <a:pt x="201" y="74"/>
                    <a:pt x="193" y="97"/>
                    <a:pt x="180" y="117"/>
                  </a:cubicBezTo>
                  <a:cubicBezTo>
                    <a:pt x="160" y="146"/>
                    <a:pt x="129" y="167"/>
                    <a:pt x="102" y="180"/>
                  </a:cubicBezTo>
                  <a:cubicBezTo>
                    <a:pt x="88" y="186"/>
                    <a:pt x="76" y="191"/>
                    <a:pt x="67" y="1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30"/>
            <p:cNvSpPr>
              <a:spLocks/>
            </p:cNvSpPr>
            <p:nvPr/>
          </p:nvSpPr>
          <p:spPr bwMode="auto">
            <a:xfrm>
              <a:off x="1901826" y="1404938"/>
              <a:ext cx="192088" cy="342900"/>
            </a:xfrm>
            <a:custGeom>
              <a:avLst/>
              <a:gdLst>
                <a:gd name="T0" fmla="*/ 121 w 169"/>
                <a:gd name="T1" fmla="*/ 68 h 304"/>
                <a:gd name="T2" fmla="*/ 125 w 169"/>
                <a:gd name="T3" fmla="*/ 66 h 304"/>
                <a:gd name="T4" fmla="*/ 126 w 169"/>
                <a:gd name="T5" fmla="*/ 65 h 304"/>
                <a:gd name="T6" fmla="*/ 126 w 169"/>
                <a:gd name="T7" fmla="*/ 65 h 304"/>
                <a:gd name="T8" fmla="*/ 142 w 169"/>
                <a:gd name="T9" fmla="*/ 23 h 304"/>
                <a:gd name="T10" fmla="*/ 100 w 169"/>
                <a:gd name="T11" fmla="*/ 7 h 304"/>
                <a:gd name="T12" fmla="*/ 52 w 169"/>
                <a:gd name="T13" fmla="*/ 38 h 304"/>
                <a:gd name="T14" fmla="*/ 17 w 169"/>
                <a:gd name="T15" fmla="*/ 78 h 304"/>
                <a:gd name="T16" fmla="*/ 0 w 169"/>
                <a:gd name="T17" fmla="*/ 138 h 304"/>
                <a:gd name="T18" fmla="*/ 27 w 169"/>
                <a:gd name="T19" fmla="*/ 217 h 304"/>
                <a:gd name="T20" fmla="*/ 115 w 169"/>
                <a:gd name="T21" fmla="*/ 298 h 304"/>
                <a:gd name="T22" fmla="*/ 133 w 169"/>
                <a:gd name="T23" fmla="*/ 304 h 304"/>
                <a:gd name="T24" fmla="*/ 159 w 169"/>
                <a:gd name="T25" fmla="*/ 290 h 304"/>
                <a:gd name="T26" fmla="*/ 151 w 169"/>
                <a:gd name="T27" fmla="*/ 246 h 304"/>
                <a:gd name="T28" fmla="*/ 80 w 169"/>
                <a:gd name="T29" fmla="*/ 180 h 304"/>
                <a:gd name="T30" fmla="*/ 64 w 169"/>
                <a:gd name="T31" fmla="*/ 138 h 304"/>
                <a:gd name="T32" fmla="*/ 72 w 169"/>
                <a:gd name="T33" fmla="*/ 111 h 304"/>
                <a:gd name="T34" fmla="*/ 105 w 169"/>
                <a:gd name="T35" fmla="*/ 77 h 304"/>
                <a:gd name="T36" fmla="*/ 121 w 169"/>
                <a:gd name="T37" fmla="*/ 68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9" h="304">
                  <a:moveTo>
                    <a:pt x="121" y="68"/>
                  </a:moveTo>
                  <a:cubicBezTo>
                    <a:pt x="123" y="67"/>
                    <a:pt x="124" y="66"/>
                    <a:pt x="125" y="66"/>
                  </a:cubicBezTo>
                  <a:cubicBezTo>
                    <a:pt x="126" y="65"/>
                    <a:pt x="126" y="65"/>
                    <a:pt x="126" y="65"/>
                  </a:cubicBezTo>
                  <a:cubicBezTo>
                    <a:pt x="126" y="65"/>
                    <a:pt x="126" y="65"/>
                    <a:pt x="126" y="65"/>
                  </a:cubicBezTo>
                  <a:cubicBezTo>
                    <a:pt x="142" y="58"/>
                    <a:pt x="149" y="39"/>
                    <a:pt x="142" y="23"/>
                  </a:cubicBezTo>
                  <a:cubicBezTo>
                    <a:pt x="135" y="7"/>
                    <a:pt x="116" y="0"/>
                    <a:pt x="100" y="7"/>
                  </a:cubicBezTo>
                  <a:cubicBezTo>
                    <a:pt x="98" y="8"/>
                    <a:pt x="76" y="18"/>
                    <a:pt x="52" y="38"/>
                  </a:cubicBezTo>
                  <a:cubicBezTo>
                    <a:pt x="40" y="48"/>
                    <a:pt x="27" y="61"/>
                    <a:pt x="17" y="78"/>
                  </a:cubicBezTo>
                  <a:cubicBezTo>
                    <a:pt x="7" y="94"/>
                    <a:pt x="0" y="115"/>
                    <a:pt x="0" y="138"/>
                  </a:cubicBezTo>
                  <a:cubicBezTo>
                    <a:pt x="0" y="164"/>
                    <a:pt x="9" y="191"/>
                    <a:pt x="27" y="217"/>
                  </a:cubicBezTo>
                  <a:cubicBezTo>
                    <a:pt x="46" y="244"/>
                    <a:pt x="74" y="271"/>
                    <a:pt x="115" y="298"/>
                  </a:cubicBezTo>
                  <a:cubicBezTo>
                    <a:pt x="120" y="302"/>
                    <a:pt x="127" y="304"/>
                    <a:pt x="133" y="304"/>
                  </a:cubicBezTo>
                  <a:cubicBezTo>
                    <a:pt x="143" y="304"/>
                    <a:pt x="153" y="299"/>
                    <a:pt x="159" y="290"/>
                  </a:cubicBezTo>
                  <a:cubicBezTo>
                    <a:pt x="169" y="275"/>
                    <a:pt x="166" y="256"/>
                    <a:pt x="151" y="246"/>
                  </a:cubicBezTo>
                  <a:cubicBezTo>
                    <a:pt x="115" y="221"/>
                    <a:pt x="92" y="199"/>
                    <a:pt x="80" y="180"/>
                  </a:cubicBezTo>
                  <a:cubicBezTo>
                    <a:pt x="67" y="162"/>
                    <a:pt x="64" y="149"/>
                    <a:pt x="64" y="138"/>
                  </a:cubicBezTo>
                  <a:cubicBezTo>
                    <a:pt x="64" y="128"/>
                    <a:pt x="66" y="120"/>
                    <a:pt x="72" y="111"/>
                  </a:cubicBezTo>
                  <a:cubicBezTo>
                    <a:pt x="80" y="98"/>
                    <a:pt x="93" y="86"/>
                    <a:pt x="105" y="77"/>
                  </a:cubicBezTo>
                  <a:cubicBezTo>
                    <a:pt x="111" y="73"/>
                    <a:pt x="117" y="70"/>
                    <a:pt x="121"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31"/>
            <p:cNvSpPr>
              <a:spLocks/>
            </p:cNvSpPr>
            <p:nvPr/>
          </p:nvSpPr>
          <p:spPr bwMode="auto">
            <a:xfrm>
              <a:off x="1979613" y="898525"/>
              <a:ext cx="82550" cy="176213"/>
            </a:xfrm>
            <a:custGeom>
              <a:avLst/>
              <a:gdLst>
                <a:gd name="T0" fmla="*/ 52 w 52"/>
                <a:gd name="T1" fmla="*/ 108 h 111"/>
                <a:gd name="T2" fmla="*/ 43 w 52"/>
                <a:gd name="T3" fmla="*/ 0 h 111"/>
                <a:gd name="T4" fmla="*/ 0 w 52"/>
                <a:gd name="T5" fmla="*/ 5 h 111"/>
                <a:gd name="T6" fmla="*/ 23 w 52"/>
                <a:gd name="T7" fmla="*/ 111 h 111"/>
                <a:gd name="T8" fmla="*/ 52 w 52"/>
                <a:gd name="T9" fmla="*/ 108 h 111"/>
              </a:gdLst>
              <a:ahLst/>
              <a:cxnLst>
                <a:cxn ang="0">
                  <a:pos x="T0" y="T1"/>
                </a:cxn>
                <a:cxn ang="0">
                  <a:pos x="T2" y="T3"/>
                </a:cxn>
                <a:cxn ang="0">
                  <a:pos x="T4" y="T5"/>
                </a:cxn>
                <a:cxn ang="0">
                  <a:pos x="T6" y="T7"/>
                </a:cxn>
                <a:cxn ang="0">
                  <a:pos x="T8" y="T9"/>
                </a:cxn>
              </a:cxnLst>
              <a:rect l="0" t="0" r="r" b="b"/>
              <a:pathLst>
                <a:path w="52" h="111">
                  <a:moveTo>
                    <a:pt x="52" y="108"/>
                  </a:moveTo>
                  <a:lnTo>
                    <a:pt x="43" y="0"/>
                  </a:lnTo>
                  <a:lnTo>
                    <a:pt x="0" y="5"/>
                  </a:lnTo>
                  <a:lnTo>
                    <a:pt x="23" y="111"/>
                  </a:lnTo>
                  <a:lnTo>
                    <a:pt x="52" y="1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Oval 32"/>
            <p:cNvSpPr>
              <a:spLocks noChangeArrowheads="1"/>
            </p:cNvSpPr>
            <p:nvPr/>
          </p:nvSpPr>
          <p:spPr bwMode="auto">
            <a:xfrm>
              <a:off x="2020888" y="1096963"/>
              <a:ext cx="58738"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33"/>
            <p:cNvSpPr>
              <a:spLocks/>
            </p:cNvSpPr>
            <p:nvPr/>
          </p:nvSpPr>
          <p:spPr bwMode="auto">
            <a:xfrm>
              <a:off x="2559051" y="1677988"/>
              <a:ext cx="123825" cy="127000"/>
            </a:xfrm>
            <a:custGeom>
              <a:avLst/>
              <a:gdLst>
                <a:gd name="T0" fmla="*/ 70 w 110"/>
                <a:gd name="T1" fmla="*/ 10 h 112"/>
                <a:gd name="T2" fmla="*/ 0 w 110"/>
                <a:gd name="T3" fmla="*/ 112 h 112"/>
                <a:gd name="T4" fmla="*/ 70 w 110"/>
                <a:gd name="T5" fmla="*/ 10 h 112"/>
              </a:gdLst>
              <a:ahLst/>
              <a:cxnLst>
                <a:cxn ang="0">
                  <a:pos x="T0" y="T1"/>
                </a:cxn>
                <a:cxn ang="0">
                  <a:pos x="T2" y="T3"/>
                </a:cxn>
                <a:cxn ang="0">
                  <a:pos x="T4" y="T5"/>
                </a:cxn>
              </a:cxnLst>
              <a:rect l="0" t="0" r="r" b="b"/>
              <a:pathLst>
                <a:path w="110" h="112">
                  <a:moveTo>
                    <a:pt x="70" y="10"/>
                  </a:moveTo>
                  <a:cubicBezTo>
                    <a:pt x="29" y="20"/>
                    <a:pt x="0" y="112"/>
                    <a:pt x="0" y="112"/>
                  </a:cubicBezTo>
                  <a:cubicBezTo>
                    <a:pt x="47" y="89"/>
                    <a:pt x="110" y="0"/>
                    <a:pt x="70"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34"/>
            <p:cNvSpPr>
              <a:spLocks/>
            </p:cNvSpPr>
            <p:nvPr/>
          </p:nvSpPr>
          <p:spPr bwMode="auto">
            <a:xfrm>
              <a:off x="2720976" y="1692275"/>
              <a:ext cx="163513" cy="95250"/>
            </a:xfrm>
            <a:custGeom>
              <a:avLst/>
              <a:gdLst>
                <a:gd name="T0" fmla="*/ 107 w 144"/>
                <a:gd name="T1" fmla="*/ 25 h 85"/>
                <a:gd name="T2" fmla="*/ 0 w 144"/>
                <a:gd name="T3" fmla="*/ 85 h 85"/>
                <a:gd name="T4" fmla="*/ 107 w 144"/>
                <a:gd name="T5" fmla="*/ 25 h 85"/>
              </a:gdLst>
              <a:ahLst/>
              <a:cxnLst>
                <a:cxn ang="0">
                  <a:pos x="T0" y="T1"/>
                </a:cxn>
                <a:cxn ang="0">
                  <a:pos x="T2" y="T3"/>
                </a:cxn>
                <a:cxn ang="0">
                  <a:pos x="T4" y="T5"/>
                </a:cxn>
              </a:cxnLst>
              <a:rect l="0" t="0" r="r" b="b"/>
              <a:pathLst>
                <a:path w="144" h="85">
                  <a:moveTo>
                    <a:pt x="107" y="25"/>
                  </a:moveTo>
                  <a:cubicBezTo>
                    <a:pt x="73" y="0"/>
                    <a:pt x="0" y="85"/>
                    <a:pt x="0" y="85"/>
                  </a:cubicBezTo>
                  <a:cubicBezTo>
                    <a:pt x="0" y="85"/>
                    <a:pt x="144" y="53"/>
                    <a:pt x="107"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35"/>
            <p:cNvSpPr>
              <a:spLocks/>
            </p:cNvSpPr>
            <p:nvPr/>
          </p:nvSpPr>
          <p:spPr bwMode="auto">
            <a:xfrm>
              <a:off x="2852738" y="1828800"/>
              <a:ext cx="157163" cy="93663"/>
            </a:xfrm>
            <a:custGeom>
              <a:avLst/>
              <a:gdLst>
                <a:gd name="T0" fmla="*/ 122 w 139"/>
                <a:gd name="T1" fmla="*/ 39 h 83"/>
                <a:gd name="T2" fmla="*/ 0 w 139"/>
                <a:gd name="T3" fmla="*/ 33 h 83"/>
                <a:gd name="T4" fmla="*/ 122 w 139"/>
                <a:gd name="T5" fmla="*/ 39 h 83"/>
              </a:gdLst>
              <a:ahLst/>
              <a:cxnLst>
                <a:cxn ang="0">
                  <a:pos x="T0" y="T1"/>
                </a:cxn>
                <a:cxn ang="0">
                  <a:pos x="T2" y="T3"/>
                </a:cxn>
                <a:cxn ang="0">
                  <a:pos x="T4" y="T5"/>
                </a:cxn>
              </a:cxnLst>
              <a:rect l="0" t="0" r="r" b="b"/>
              <a:pathLst>
                <a:path w="139" h="83">
                  <a:moveTo>
                    <a:pt x="122" y="39"/>
                  </a:moveTo>
                  <a:cubicBezTo>
                    <a:pt x="108" y="0"/>
                    <a:pt x="0" y="33"/>
                    <a:pt x="0" y="33"/>
                  </a:cubicBezTo>
                  <a:cubicBezTo>
                    <a:pt x="0" y="33"/>
                    <a:pt x="139" y="83"/>
                    <a:pt x="122"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4" name="组合 33"/>
          <p:cNvGrpSpPr/>
          <p:nvPr/>
        </p:nvGrpSpPr>
        <p:grpSpPr>
          <a:xfrm>
            <a:off x="2926833" y="1062273"/>
            <a:ext cx="1050312" cy="1399931"/>
            <a:chOff x="3179763" y="703263"/>
            <a:chExt cx="1149351" cy="1531937"/>
          </a:xfrm>
          <a:solidFill>
            <a:schemeClr val="tx1">
              <a:lumMod val="65000"/>
              <a:lumOff val="35000"/>
            </a:schemeClr>
          </a:solidFill>
        </p:grpSpPr>
        <p:sp>
          <p:nvSpPr>
            <p:cNvPr id="35" name="Freeform 36"/>
            <p:cNvSpPr>
              <a:spLocks/>
            </p:cNvSpPr>
            <p:nvPr/>
          </p:nvSpPr>
          <p:spPr bwMode="auto">
            <a:xfrm>
              <a:off x="3563938" y="892175"/>
              <a:ext cx="233363" cy="233363"/>
            </a:xfrm>
            <a:custGeom>
              <a:avLst/>
              <a:gdLst>
                <a:gd name="T0" fmla="*/ 145 w 206"/>
                <a:gd name="T1" fmla="*/ 183 h 206"/>
                <a:gd name="T2" fmla="*/ 183 w 206"/>
                <a:gd name="T3" fmla="*/ 61 h 206"/>
                <a:gd name="T4" fmla="*/ 61 w 206"/>
                <a:gd name="T5" fmla="*/ 23 h 206"/>
                <a:gd name="T6" fmla="*/ 23 w 206"/>
                <a:gd name="T7" fmla="*/ 145 h 206"/>
                <a:gd name="T8" fmla="*/ 145 w 206"/>
                <a:gd name="T9" fmla="*/ 183 h 206"/>
              </a:gdLst>
              <a:ahLst/>
              <a:cxnLst>
                <a:cxn ang="0">
                  <a:pos x="T0" y="T1"/>
                </a:cxn>
                <a:cxn ang="0">
                  <a:pos x="T2" y="T3"/>
                </a:cxn>
                <a:cxn ang="0">
                  <a:pos x="T4" y="T5"/>
                </a:cxn>
                <a:cxn ang="0">
                  <a:pos x="T6" y="T7"/>
                </a:cxn>
                <a:cxn ang="0">
                  <a:pos x="T8" y="T9"/>
                </a:cxn>
              </a:cxnLst>
              <a:rect l="0" t="0" r="r" b="b"/>
              <a:pathLst>
                <a:path w="206" h="206">
                  <a:moveTo>
                    <a:pt x="145" y="183"/>
                  </a:moveTo>
                  <a:cubicBezTo>
                    <a:pt x="189" y="160"/>
                    <a:pt x="206" y="105"/>
                    <a:pt x="183" y="61"/>
                  </a:cubicBezTo>
                  <a:cubicBezTo>
                    <a:pt x="160" y="17"/>
                    <a:pt x="105" y="0"/>
                    <a:pt x="61" y="23"/>
                  </a:cubicBezTo>
                  <a:cubicBezTo>
                    <a:pt x="17" y="46"/>
                    <a:pt x="0" y="101"/>
                    <a:pt x="23" y="145"/>
                  </a:cubicBezTo>
                  <a:cubicBezTo>
                    <a:pt x="46" y="189"/>
                    <a:pt x="101" y="206"/>
                    <a:pt x="145" y="1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37"/>
            <p:cNvSpPr>
              <a:spLocks/>
            </p:cNvSpPr>
            <p:nvPr/>
          </p:nvSpPr>
          <p:spPr bwMode="auto">
            <a:xfrm>
              <a:off x="3419476" y="857250"/>
              <a:ext cx="909638" cy="989013"/>
            </a:xfrm>
            <a:custGeom>
              <a:avLst/>
              <a:gdLst>
                <a:gd name="T0" fmla="*/ 93 w 805"/>
                <a:gd name="T1" fmla="*/ 320 h 876"/>
                <a:gd name="T2" fmla="*/ 142 w 805"/>
                <a:gd name="T3" fmla="*/ 331 h 876"/>
                <a:gd name="T4" fmla="*/ 254 w 805"/>
                <a:gd name="T5" fmla="*/ 573 h 876"/>
                <a:gd name="T6" fmla="*/ 283 w 805"/>
                <a:gd name="T7" fmla="*/ 605 h 876"/>
                <a:gd name="T8" fmla="*/ 283 w 805"/>
                <a:gd name="T9" fmla="*/ 605 h 876"/>
                <a:gd name="T10" fmla="*/ 645 w 805"/>
                <a:gd name="T11" fmla="*/ 862 h 876"/>
                <a:gd name="T12" fmla="*/ 679 w 805"/>
                <a:gd name="T13" fmla="*/ 876 h 876"/>
                <a:gd name="T14" fmla="*/ 716 w 805"/>
                <a:gd name="T15" fmla="*/ 860 h 876"/>
                <a:gd name="T16" fmla="*/ 714 w 805"/>
                <a:gd name="T17" fmla="*/ 789 h 876"/>
                <a:gd name="T18" fmla="*/ 434 w 805"/>
                <a:gd name="T19" fmla="*/ 572 h 876"/>
                <a:gd name="T20" fmla="*/ 436 w 805"/>
                <a:gd name="T21" fmla="*/ 570 h 876"/>
                <a:gd name="T22" fmla="*/ 466 w 805"/>
                <a:gd name="T23" fmla="*/ 550 h 876"/>
                <a:gd name="T24" fmla="*/ 542 w 805"/>
                <a:gd name="T25" fmla="*/ 532 h 876"/>
                <a:gd name="T26" fmla="*/ 617 w 805"/>
                <a:gd name="T27" fmla="*/ 549 h 876"/>
                <a:gd name="T28" fmla="*/ 715 w 805"/>
                <a:gd name="T29" fmla="*/ 615 h 876"/>
                <a:gd name="T30" fmla="*/ 749 w 805"/>
                <a:gd name="T31" fmla="*/ 628 h 876"/>
                <a:gd name="T32" fmla="*/ 786 w 805"/>
                <a:gd name="T33" fmla="*/ 612 h 876"/>
                <a:gd name="T34" fmla="*/ 783 w 805"/>
                <a:gd name="T35" fmla="*/ 541 h 876"/>
                <a:gd name="T36" fmla="*/ 656 w 805"/>
                <a:gd name="T37" fmla="*/ 456 h 876"/>
                <a:gd name="T38" fmla="*/ 542 w 805"/>
                <a:gd name="T39" fmla="*/ 432 h 876"/>
                <a:gd name="T40" fmla="*/ 415 w 805"/>
                <a:gd name="T41" fmla="*/ 464 h 876"/>
                <a:gd name="T42" fmla="*/ 405 w 805"/>
                <a:gd name="T43" fmla="*/ 470 h 876"/>
                <a:gd name="T44" fmla="*/ 330 w 805"/>
                <a:gd name="T45" fmla="*/ 315 h 876"/>
                <a:gd name="T46" fmla="*/ 430 w 805"/>
                <a:gd name="T47" fmla="*/ 287 h 876"/>
                <a:gd name="T48" fmla="*/ 542 w 805"/>
                <a:gd name="T49" fmla="*/ 159 h 876"/>
                <a:gd name="T50" fmla="*/ 527 w 805"/>
                <a:gd name="T51" fmla="*/ 116 h 876"/>
                <a:gd name="T52" fmla="*/ 484 w 805"/>
                <a:gd name="T53" fmla="*/ 130 h 876"/>
                <a:gd name="T54" fmla="*/ 398 w 805"/>
                <a:gd name="T55" fmla="*/ 231 h 876"/>
                <a:gd name="T56" fmla="*/ 328 w 805"/>
                <a:gd name="T57" fmla="*/ 251 h 876"/>
                <a:gd name="T58" fmla="*/ 312 w 805"/>
                <a:gd name="T59" fmla="*/ 250 h 876"/>
                <a:gd name="T60" fmla="*/ 309 w 805"/>
                <a:gd name="T61" fmla="*/ 249 h 876"/>
                <a:gd name="T62" fmla="*/ 308 w 805"/>
                <a:gd name="T63" fmla="*/ 249 h 876"/>
                <a:gd name="T64" fmla="*/ 308 w 805"/>
                <a:gd name="T65" fmla="*/ 249 h 876"/>
                <a:gd name="T66" fmla="*/ 291 w 805"/>
                <a:gd name="T67" fmla="*/ 249 h 876"/>
                <a:gd name="T68" fmla="*/ 287 w 805"/>
                <a:gd name="T69" fmla="*/ 250 h 876"/>
                <a:gd name="T70" fmla="*/ 166 w 805"/>
                <a:gd name="T71" fmla="*/ 267 h 876"/>
                <a:gd name="T72" fmla="*/ 162 w 805"/>
                <a:gd name="T73" fmla="*/ 267 h 876"/>
                <a:gd name="T74" fmla="*/ 162 w 805"/>
                <a:gd name="T75" fmla="*/ 267 h 876"/>
                <a:gd name="T76" fmla="*/ 157 w 805"/>
                <a:gd name="T77" fmla="*/ 268 h 876"/>
                <a:gd name="T78" fmla="*/ 101 w 805"/>
                <a:gd name="T79" fmla="*/ 252 h 876"/>
                <a:gd name="T80" fmla="*/ 76 w 805"/>
                <a:gd name="T81" fmla="*/ 224 h 876"/>
                <a:gd name="T82" fmla="*/ 64 w 805"/>
                <a:gd name="T83" fmla="*/ 166 h 876"/>
                <a:gd name="T84" fmla="*/ 87 w 805"/>
                <a:gd name="T85" fmla="*/ 46 h 876"/>
                <a:gd name="T86" fmla="*/ 67 w 805"/>
                <a:gd name="T87" fmla="*/ 6 h 876"/>
                <a:gd name="T88" fmla="*/ 26 w 805"/>
                <a:gd name="T89" fmla="*/ 26 h 876"/>
                <a:gd name="T90" fmla="*/ 0 w 805"/>
                <a:gd name="T91" fmla="*/ 166 h 876"/>
                <a:gd name="T92" fmla="*/ 19 w 805"/>
                <a:gd name="T93" fmla="*/ 254 h 876"/>
                <a:gd name="T94" fmla="*/ 93 w 805"/>
                <a:gd name="T95" fmla="*/ 320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05" h="876">
                  <a:moveTo>
                    <a:pt x="93" y="320"/>
                  </a:moveTo>
                  <a:cubicBezTo>
                    <a:pt x="112" y="327"/>
                    <a:pt x="129" y="330"/>
                    <a:pt x="142" y="331"/>
                  </a:cubicBezTo>
                  <a:cubicBezTo>
                    <a:pt x="165" y="417"/>
                    <a:pt x="203" y="499"/>
                    <a:pt x="254" y="573"/>
                  </a:cubicBezTo>
                  <a:cubicBezTo>
                    <a:pt x="258" y="587"/>
                    <a:pt x="269" y="599"/>
                    <a:pt x="283" y="605"/>
                  </a:cubicBezTo>
                  <a:cubicBezTo>
                    <a:pt x="283" y="605"/>
                    <a:pt x="283" y="605"/>
                    <a:pt x="283" y="605"/>
                  </a:cubicBezTo>
                  <a:cubicBezTo>
                    <a:pt x="289" y="607"/>
                    <a:pt x="444" y="672"/>
                    <a:pt x="645" y="862"/>
                  </a:cubicBezTo>
                  <a:cubicBezTo>
                    <a:pt x="655" y="871"/>
                    <a:pt x="667" y="876"/>
                    <a:pt x="679" y="876"/>
                  </a:cubicBezTo>
                  <a:cubicBezTo>
                    <a:pt x="693" y="876"/>
                    <a:pt x="706" y="870"/>
                    <a:pt x="716" y="860"/>
                  </a:cubicBezTo>
                  <a:cubicBezTo>
                    <a:pt x="735" y="840"/>
                    <a:pt x="734" y="808"/>
                    <a:pt x="714" y="789"/>
                  </a:cubicBezTo>
                  <a:cubicBezTo>
                    <a:pt x="603" y="684"/>
                    <a:pt x="504" y="615"/>
                    <a:pt x="434" y="572"/>
                  </a:cubicBezTo>
                  <a:cubicBezTo>
                    <a:pt x="434" y="571"/>
                    <a:pt x="435" y="571"/>
                    <a:pt x="436" y="570"/>
                  </a:cubicBezTo>
                  <a:cubicBezTo>
                    <a:pt x="437" y="569"/>
                    <a:pt x="448" y="559"/>
                    <a:pt x="466" y="550"/>
                  </a:cubicBezTo>
                  <a:cubicBezTo>
                    <a:pt x="485" y="541"/>
                    <a:pt x="510" y="532"/>
                    <a:pt x="542" y="532"/>
                  </a:cubicBezTo>
                  <a:cubicBezTo>
                    <a:pt x="563" y="532"/>
                    <a:pt x="588" y="536"/>
                    <a:pt x="617" y="549"/>
                  </a:cubicBezTo>
                  <a:cubicBezTo>
                    <a:pt x="646" y="561"/>
                    <a:pt x="679" y="581"/>
                    <a:pt x="715" y="615"/>
                  </a:cubicBezTo>
                  <a:cubicBezTo>
                    <a:pt x="725" y="624"/>
                    <a:pt x="737" y="628"/>
                    <a:pt x="749" y="628"/>
                  </a:cubicBezTo>
                  <a:cubicBezTo>
                    <a:pt x="763" y="628"/>
                    <a:pt x="776" y="623"/>
                    <a:pt x="786" y="612"/>
                  </a:cubicBezTo>
                  <a:cubicBezTo>
                    <a:pt x="805" y="592"/>
                    <a:pt x="803" y="560"/>
                    <a:pt x="783" y="541"/>
                  </a:cubicBezTo>
                  <a:cubicBezTo>
                    <a:pt x="740" y="501"/>
                    <a:pt x="697" y="474"/>
                    <a:pt x="656" y="456"/>
                  </a:cubicBezTo>
                  <a:cubicBezTo>
                    <a:pt x="615" y="439"/>
                    <a:pt x="577" y="432"/>
                    <a:pt x="542" y="432"/>
                  </a:cubicBezTo>
                  <a:cubicBezTo>
                    <a:pt x="488" y="432"/>
                    <a:pt x="445" y="448"/>
                    <a:pt x="415" y="464"/>
                  </a:cubicBezTo>
                  <a:cubicBezTo>
                    <a:pt x="412" y="466"/>
                    <a:pt x="408" y="468"/>
                    <a:pt x="405" y="470"/>
                  </a:cubicBezTo>
                  <a:cubicBezTo>
                    <a:pt x="373" y="422"/>
                    <a:pt x="347" y="370"/>
                    <a:pt x="330" y="315"/>
                  </a:cubicBezTo>
                  <a:cubicBezTo>
                    <a:pt x="356" y="315"/>
                    <a:pt x="392" y="309"/>
                    <a:pt x="430" y="287"/>
                  </a:cubicBezTo>
                  <a:cubicBezTo>
                    <a:pt x="469" y="264"/>
                    <a:pt x="509" y="224"/>
                    <a:pt x="542" y="159"/>
                  </a:cubicBezTo>
                  <a:cubicBezTo>
                    <a:pt x="549" y="143"/>
                    <a:pt x="543" y="124"/>
                    <a:pt x="527" y="116"/>
                  </a:cubicBezTo>
                  <a:cubicBezTo>
                    <a:pt x="511" y="108"/>
                    <a:pt x="492" y="114"/>
                    <a:pt x="484" y="130"/>
                  </a:cubicBezTo>
                  <a:cubicBezTo>
                    <a:pt x="456" y="186"/>
                    <a:pt x="425" y="215"/>
                    <a:pt x="398" y="231"/>
                  </a:cubicBezTo>
                  <a:cubicBezTo>
                    <a:pt x="370" y="247"/>
                    <a:pt x="345" y="251"/>
                    <a:pt x="328" y="251"/>
                  </a:cubicBezTo>
                  <a:cubicBezTo>
                    <a:pt x="321" y="251"/>
                    <a:pt x="316" y="250"/>
                    <a:pt x="312" y="250"/>
                  </a:cubicBezTo>
                  <a:cubicBezTo>
                    <a:pt x="311" y="249"/>
                    <a:pt x="309" y="249"/>
                    <a:pt x="309" y="249"/>
                  </a:cubicBezTo>
                  <a:cubicBezTo>
                    <a:pt x="309" y="249"/>
                    <a:pt x="308" y="249"/>
                    <a:pt x="308" y="249"/>
                  </a:cubicBezTo>
                  <a:cubicBezTo>
                    <a:pt x="308" y="249"/>
                    <a:pt x="308" y="249"/>
                    <a:pt x="308" y="249"/>
                  </a:cubicBezTo>
                  <a:cubicBezTo>
                    <a:pt x="302" y="247"/>
                    <a:pt x="296" y="248"/>
                    <a:pt x="291" y="249"/>
                  </a:cubicBezTo>
                  <a:cubicBezTo>
                    <a:pt x="289" y="249"/>
                    <a:pt x="288" y="249"/>
                    <a:pt x="287" y="250"/>
                  </a:cubicBezTo>
                  <a:cubicBezTo>
                    <a:pt x="247" y="255"/>
                    <a:pt x="206" y="261"/>
                    <a:pt x="166" y="267"/>
                  </a:cubicBezTo>
                  <a:cubicBezTo>
                    <a:pt x="164" y="267"/>
                    <a:pt x="163" y="267"/>
                    <a:pt x="162" y="267"/>
                  </a:cubicBezTo>
                  <a:cubicBezTo>
                    <a:pt x="162" y="267"/>
                    <a:pt x="162" y="267"/>
                    <a:pt x="162" y="267"/>
                  </a:cubicBezTo>
                  <a:cubicBezTo>
                    <a:pt x="161" y="267"/>
                    <a:pt x="160" y="268"/>
                    <a:pt x="157" y="268"/>
                  </a:cubicBezTo>
                  <a:cubicBezTo>
                    <a:pt x="146" y="268"/>
                    <a:pt x="120" y="265"/>
                    <a:pt x="101" y="252"/>
                  </a:cubicBezTo>
                  <a:cubicBezTo>
                    <a:pt x="91" y="246"/>
                    <a:pt x="83" y="238"/>
                    <a:pt x="76" y="224"/>
                  </a:cubicBezTo>
                  <a:cubicBezTo>
                    <a:pt x="69" y="211"/>
                    <a:pt x="64" y="193"/>
                    <a:pt x="64" y="166"/>
                  </a:cubicBezTo>
                  <a:cubicBezTo>
                    <a:pt x="64" y="136"/>
                    <a:pt x="70" y="97"/>
                    <a:pt x="87" y="46"/>
                  </a:cubicBezTo>
                  <a:cubicBezTo>
                    <a:pt x="93" y="29"/>
                    <a:pt x="83" y="11"/>
                    <a:pt x="67" y="6"/>
                  </a:cubicBezTo>
                  <a:cubicBezTo>
                    <a:pt x="50" y="0"/>
                    <a:pt x="32" y="9"/>
                    <a:pt x="26" y="26"/>
                  </a:cubicBezTo>
                  <a:cubicBezTo>
                    <a:pt x="8" y="82"/>
                    <a:pt x="0" y="127"/>
                    <a:pt x="0" y="166"/>
                  </a:cubicBezTo>
                  <a:cubicBezTo>
                    <a:pt x="0" y="201"/>
                    <a:pt x="7" y="230"/>
                    <a:pt x="19" y="254"/>
                  </a:cubicBezTo>
                  <a:cubicBezTo>
                    <a:pt x="37" y="289"/>
                    <a:pt x="67" y="310"/>
                    <a:pt x="93" y="3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38"/>
            <p:cNvSpPr>
              <a:spLocks/>
            </p:cNvSpPr>
            <p:nvPr/>
          </p:nvSpPr>
          <p:spPr bwMode="auto">
            <a:xfrm>
              <a:off x="3179763" y="1295400"/>
              <a:ext cx="985838" cy="939800"/>
            </a:xfrm>
            <a:custGeom>
              <a:avLst/>
              <a:gdLst>
                <a:gd name="T0" fmla="*/ 86 w 621"/>
                <a:gd name="T1" fmla="*/ 159 h 592"/>
                <a:gd name="T2" fmla="*/ 171 w 621"/>
                <a:gd name="T3" fmla="*/ 159 h 592"/>
                <a:gd name="T4" fmla="*/ 171 w 621"/>
                <a:gd name="T5" fmla="*/ 233 h 592"/>
                <a:gd name="T6" fmla="*/ 256 w 621"/>
                <a:gd name="T7" fmla="*/ 233 h 592"/>
                <a:gd name="T8" fmla="*/ 256 w 621"/>
                <a:gd name="T9" fmla="*/ 307 h 592"/>
                <a:gd name="T10" fmla="*/ 342 w 621"/>
                <a:gd name="T11" fmla="*/ 307 h 592"/>
                <a:gd name="T12" fmla="*/ 342 w 621"/>
                <a:gd name="T13" fmla="*/ 381 h 592"/>
                <a:gd name="T14" fmla="*/ 427 w 621"/>
                <a:gd name="T15" fmla="*/ 381 h 592"/>
                <a:gd name="T16" fmla="*/ 427 w 621"/>
                <a:gd name="T17" fmla="*/ 455 h 592"/>
                <a:gd name="T18" fmla="*/ 513 w 621"/>
                <a:gd name="T19" fmla="*/ 455 h 592"/>
                <a:gd name="T20" fmla="*/ 513 w 621"/>
                <a:gd name="T21" fmla="*/ 529 h 592"/>
                <a:gd name="T22" fmla="*/ 598 w 621"/>
                <a:gd name="T23" fmla="*/ 529 h 592"/>
                <a:gd name="T24" fmla="*/ 598 w 621"/>
                <a:gd name="T25" fmla="*/ 592 h 592"/>
                <a:gd name="T26" fmla="*/ 621 w 621"/>
                <a:gd name="T27" fmla="*/ 592 h 592"/>
                <a:gd name="T28" fmla="*/ 621 w 621"/>
                <a:gd name="T29" fmla="*/ 507 h 592"/>
                <a:gd name="T30" fmla="*/ 535 w 621"/>
                <a:gd name="T31" fmla="*/ 507 h 592"/>
                <a:gd name="T32" fmla="*/ 535 w 621"/>
                <a:gd name="T33" fmla="*/ 433 h 592"/>
                <a:gd name="T34" fmla="*/ 450 w 621"/>
                <a:gd name="T35" fmla="*/ 433 h 592"/>
                <a:gd name="T36" fmla="*/ 450 w 621"/>
                <a:gd name="T37" fmla="*/ 359 h 592"/>
                <a:gd name="T38" fmla="*/ 365 w 621"/>
                <a:gd name="T39" fmla="*/ 359 h 592"/>
                <a:gd name="T40" fmla="*/ 365 w 621"/>
                <a:gd name="T41" fmla="*/ 285 h 592"/>
                <a:gd name="T42" fmla="*/ 279 w 621"/>
                <a:gd name="T43" fmla="*/ 285 h 592"/>
                <a:gd name="T44" fmla="*/ 279 w 621"/>
                <a:gd name="T45" fmla="*/ 211 h 592"/>
                <a:gd name="T46" fmla="*/ 194 w 621"/>
                <a:gd name="T47" fmla="*/ 211 h 592"/>
                <a:gd name="T48" fmla="*/ 194 w 621"/>
                <a:gd name="T49" fmla="*/ 137 h 592"/>
                <a:gd name="T50" fmla="*/ 108 w 621"/>
                <a:gd name="T51" fmla="*/ 137 h 592"/>
                <a:gd name="T52" fmla="*/ 108 w 621"/>
                <a:gd name="T53" fmla="*/ 63 h 592"/>
                <a:gd name="T54" fmla="*/ 23 w 621"/>
                <a:gd name="T55" fmla="*/ 63 h 592"/>
                <a:gd name="T56" fmla="*/ 23 w 621"/>
                <a:gd name="T57" fmla="*/ 0 h 592"/>
                <a:gd name="T58" fmla="*/ 0 w 621"/>
                <a:gd name="T59" fmla="*/ 0 h 592"/>
                <a:gd name="T60" fmla="*/ 0 w 621"/>
                <a:gd name="T61" fmla="*/ 85 h 592"/>
                <a:gd name="T62" fmla="*/ 86 w 621"/>
                <a:gd name="T63" fmla="*/ 85 h 592"/>
                <a:gd name="T64" fmla="*/ 86 w 621"/>
                <a:gd name="T65" fmla="*/ 159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21" h="592">
                  <a:moveTo>
                    <a:pt x="86" y="159"/>
                  </a:moveTo>
                  <a:lnTo>
                    <a:pt x="171" y="159"/>
                  </a:lnTo>
                  <a:lnTo>
                    <a:pt x="171" y="233"/>
                  </a:lnTo>
                  <a:lnTo>
                    <a:pt x="256" y="233"/>
                  </a:lnTo>
                  <a:lnTo>
                    <a:pt x="256" y="307"/>
                  </a:lnTo>
                  <a:lnTo>
                    <a:pt x="342" y="307"/>
                  </a:lnTo>
                  <a:lnTo>
                    <a:pt x="342" y="381"/>
                  </a:lnTo>
                  <a:lnTo>
                    <a:pt x="427" y="381"/>
                  </a:lnTo>
                  <a:lnTo>
                    <a:pt x="427" y="455"/>
                  </a:lnTo>
                  <a:lnTo>
                    <a:pt x="513" y="455"/>
                  </a:lnTo>
                  <a:lnTo>
                    <a:pt x="513" y="529"/>
                  </a:lnTo>
                  <a:lnTo>
                    <a:pt x="598" y="529"/>
                  </a:lnTo>
                  <a:lnTo>
                    <a:pt x="598" y="592"/>
                  </a:lnTo>
                  <a:lnTo>
                    <a:pt x="621" y="592"/>
                  </a:lnTo>
                  <a:lnTo>
                    <a:pt x="621" y="507"/>
                  </a:lnTo>
                  <a:lnTo>
                    <a:pt x="535" y="507"/>
                  </a:lnTo>
                  <a:lnTo>
                    <a:pt x="535" y="433"/>
                  </a:lnTo>
                  <a:lnTo>
                    <a:pt x="450" y="433"/>
                  </a:lnTo>
                  <a:lnTo>
                    <a:pt x="450" y="359"/>
                  </a:lnTo>
                  <a:lnTo>
                    <a:pt x="365" y="359"/>
                  </a:lnTo>
                  <a:lnTo>
                    <a:pt x="365" y="285"/>
                  </a:lnTo>
                  <a:lnTo>
                    <a:pt x="279" y="285"/>
                  </a:lnTo>
                  <a:lnTo>
                    <a:pt x="279" y="211"/>
                  </a:lnTo>
                  <a:lnTo>
                    <a:pt x="194" y="211"/>
                  </a:lnTo>
                  <a:lnTo>
                    <a:pt x="194" y="137"/>
                  </a:lnTo>
                  <a:lnTo>
                    <a:pt x="108" y="137"/>
                  </a:lnTo>
                  <a:lnTo>
                    <a:pt x="108" y="63"/>
                  </a:lnTo>
                  <a:lnTo>
                    <a:pt x="23" y="63"/>
                  </a:lnTo>
                  <a:lnTo>
                    <a:pt x="23" y="0"/>
                  </a:lnTo>
                  <a:lnTo>
                    <a:pt x="0" y="0"/>
                  </a:lnTo>
                  <a:lnTo>
                    <a:pt x="0" y="85"/>
                  </a:lnTo>
                  <a:lnTo>
                    <a:pt x="86" y="85"/>
                  </a:lnTo>
                  <a:lnTo>
                    <a:pt x="86" y="1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39"/>
            <p:cNvSpPr>
              <a:spLocks/>
            </p:cNvSpPr>
            <p:nvPr/>
          </p:nvSpPr>
          <p:spPr bwMode="auto">
            <a:xfrm>
              <a:off x="3859213" y="703263"/>
              <a:ext cx="87313" cy="179388"/>
            </a:xfrm>
            <a:custGeom>
              <a:avLst/>
              <a:gdLst>
                <a:gd name="T0" fmla="*/ 55 w 55"/>
                <a:gd name="T1" fmla="*/ 8 h 113"/>
                <a:gd name="T2" fmla="*/ 13 w 55"/>
                <a:gd name="T3" fmla="*/ 0 h 113"/>
                <a:gd name="T4" fmla="*/ 0 w 55"/>
                <a:gd name="T5" fmla="*/ 106 h 113"/>
                <a:gd name="T6" fmla="*/ 28 w 55"/>
                <a:gd name="T7" fmla="*/ 113 h 113"/>
                <a:gd name="T8" fmla="*/ 55 w 55"/>
                <a:gd name="T9" fmla="*/ 8 h 113"/>
              </a:gdLst>
              <a:ahLst/>
              <a:cxnLst>
                <a:cxn ang="0">
                  <a:pos x="T0" y="T1"/>
                </a:cxn>
                <a:cxn ang="0">
                  <a:pos x="T2" y="T3"/>
                </a:cxn>
                <a:cxn ang="0">
                  <a:pos x="T4" y="T5"/>
                </a:cxn>
                <a:cxn ang="0">
                  <a:pos x="T6" y="T7"/>
                </a:cxn>
                <a:cxn ang="0">
                  <a:pos x="T8" y="T9"/>
                </a:cxn>
              </a:cxnLst>
              <a:rect l="0" t="0" r="r" b="b"/>
              <a:pathLst>
                <a:path w="55" h="113">
                  <a:moveTo>
                    <a:pt x="55" y="8"/>
                  </a:moveTo>
                  <a:lnTo>
                    <a:pt x="13" y="0"/>
                  </a:lnTo>
                  <a:lnTo>
                    <a:pt x="0" y="106"/>
                  </a:lnTo>
                  <a:lnTo>
                    <a:pt x="28" y="113"/>
                  </a:lnTo>
                  <a:lnTo>
                    <a:pt x="55"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40"/>
            <p:cNvSpPr>
              <a:spLocks/>
            </p:cNvSpPr>
            <p:nvPr/>
          </p:nvSpPr>
          <p:spPr bwMode="auto">
            <a:xfrm>
              <a:off x="3844926" y="898525"/>
              <a:ext cx="63500" cy="55563"/>
            </a:xfrm>
            <a:custGeom>
              <a:avLst/>
              <a:gdLst>
                <a:gd name="T0" fmla="*/ 22 w 56"/>
                <a:gd name="T1" fmla="*/ 43 h 48"/>
                <a:gd name="T2" fmla="*/ 53 w 56"/>
                <a:gd name="T3" fmla="*/ 33 h 48"/>
                <a:gd name="T4" fmla="*/ 35 w 56"/>
                <a:gd name="T5" fmla="*/ 5 h 48"/>
                <a:gd name="T6" fmla="*/ 4 w 56"/>
                <a:gd name="T7" fmla="*/ 16 h 48"/>
                <a:gd name="T8" fmla="*/ 22 w 56"/>
                <a:gd name="T9" fmla="*/ 43 h 48"/>
              </a:gdLst>
              <a:ahLst/>
              <a:cxnLst>
                <a:cxn ang="0">
                  <a:pos x="T0" y="T1"/>
                </a:cxn>
                <a:cxn ang="0">
                  <a:pos x="T2" y="T3"/>
                </a:cxn>
                <a:cxn ang="0">
                  <a:pos x="T4" y="T5"/>
                </a:cxn>
                <a:cxn ang="0">
                  <a:pos x="T6" y="T7"/>
                </a:cxn>
                <a:cxn ang="0">
                  <a:pos x="T8" y="T9"/>
                </a:cxn>
              </a:cxnLst>
              <a:rect l="0" t="0" r="r" b="b"/>
              <a:pathLst>
                <a:path w="56" h="48">
                  <a:moveTo>
                    <a:pt x="22" y="43"/>
                  </a:moveTo>
                  <a:cubicBezTo>
                    <a:pt x="35" y="48"/>
                    <a:pt x="49" y="43"/>
                    <a:pt x="53" y="33"/>
                  </a:cubicBezTo>
                  <a:cubicBezTo>
                    <a:pt x="56" y="22"/>
                    <a:pt x="48" y="10"/>
                    <a:pt x="35" y="5"/>
                  </a:cubicBezTo>
                  <a:cubicBezTo>
                    <a:pt x="21" y="0"/>
                    <a:pt x="7" y="5"/>
                    <a:pt x="4" y="16"/>
                  </a:cubicBezTo>
                  <a:cubicBezTo>
                    <a:pt x="0" y="26"/>
                    <a:pt x="8" y="38"/>
                    <a:pt x="22"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0" name="组合 39"/>
          <p:cNvGrpSpPr/>
          <p:nvPr/>
        </p:nvGrpSpPr>
        <p:grpSpPr>
          <a:xfrm>
            <a:off x="244477" y="4638265"/>
            <a:ext cx="1811933" cy="1397031"/>
            <a:chOff x="244476" y="4616450"/>
            <a:chExt cx="1982788" cy="1528763"/>
          </a:xfrm>
          <a:solidFill>
            <a:schemeClr val="tx1">
              <a:lumMod val="65000"/>
              <a:lumOff val="35000"/>
            </a:schemeClr>
          </a:solidFill>
        </p:grpSpPr>
        <p:sp>
          <p:nvSpPr>
            <p:cNvPr id="41" name="Freeform 8"/>
            <p:cNvSpPr>
              <a:spLocks noEditPoints="1"/>
            </p:cNvSpPr>
            <p:nvPr/>
          </p:nvSpPr>
          <p:spPr bwMode="auto">
            <a:xfrm>
              <a:off x="365126" y="4616450"/>
              <a:ext cx="1862138" cy="1528763"/>
            </a:xfrm>
            <a:custGeom>
              <a:avLst/>
              <a:gdLst>
                <a:gd name="T0" fmla="*/ 1564 w 1648"/>
                <a:gd name="T1" fmla="*/ 735 h 1353"/>
                <a:gd name="T2" fmla="*/ 1234 w 1648"/>
                <a:gd name="T3" fmla="*/ 735 h 1353"/>
                <a:gd name="T4" fmla="*/ 44 w 1648"/>
                <a:gd name="T5" fmla="*/ 0 h 1353"/>
                <a:gd name="T6" fmla="*/ 0 w 1648"/>
                <a:gd name="T7" fmla="*/ 71 h 1353"/>
                <a:gd name="T8" fmla="*/ 1221 w 1648"/>
                <a:gd name="T9" fmla="*/ 826 h 1353"/>
                <a:gd name="T10" fmla="*/ 1221 w 1648"/>
                <a:gd name="T11" fmla="*/ 1271 h 1353"/>
                <a:gd name="T12" fmla="*/ 1137 w 1648"/>
                <a:gd name="T13" fmla="*/ 1271 h 1353"/>
                <a:gd name="T14" fmla="*/ 1137 w 1648"/>
                <a:gd name="T15" fmla="*/ 1353 h 1353"/>
                <a:gd name="T16" fmla="*/ 1648 w 1648"/>
                <a:gd name="T17" fmla="*/ 1353 h 1353"/>
                <a:gd name="T18" fmla="*/ 1648 w 1648"/>
                <a:gd name="T19" fmla="*/ 1271 h 1353"/>
                <a:gd name="T20" fmla="*/ 1564 w 1648"/>
                <a:gd name="T21" fmla="*/ 1271 h 1353"/>
                <a:gd name="T22" fmla="*/ 1564 w 1648"/>
                <a:gd name="T23" fmla="*/ 735 h 1353"/>
                <a:gd name="T24" fmla="*/ 1339 w 1648"/>
                <a:gd name="T25" fmla="*/ 895 h 1353"/>
                <a:gd name="T26" fmla="*/ 1392 w 1648"/>
                <a:gd name="T27" fmla="*/ 841 h 1353"/>
                <a:gd name="T28" fmla="*/ 1446 w 1648"/>
                <a:gd name="T29" fmla="*/ 895 h 1353"/>
                <a:gd name="T30" fmla="*/ 1392 w 1648"/>
                <a:gd name="T31" fmla="*/ 948 h 1353"/>
                <a:gd name="T32" fmla="*/ 1339 w 1648"/>
                <a:gd name="T33" fmla="*/ 895 h 1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48" h="1353">
                  <a:moveTo>
                    <a:pt x="1564" y="735"/>
                  </a:moveTo>
                  <a:cubicBezTo>
                    <a:pt x="1234" y="735"/>
                    <a:pt x="1234" y="735"/>
                    <a:pt x="1234" y="735"/>
                  </a:cubicBezTo>
                  <a:cubicBezTo>
                    <a:pt x="44" y="0"/>
                    <a:pt x="44" y="0"/>
                    <a:pt x="44" y="0"/>
                  </a:cubicBezTo>
                  <a:cubicBezTo>
                    <a:pt x="0" y="71"/>
                    <a:pt x="0" y="71"/>
                    <a:pt x="0" y="71"/>
                  </a:cubicBezTo>
                  <a:cubicBezTo>
                    <a:pt x="1221" y="826"/>
                    <a:pt x="1221" y="826"/>
                    <a:pt x="1221" y="826"/>
                  </a:cubicBezTo>
                  <a:cubicBezTo>
                    <a:pt x="1221" y="1271"/>
                    <a:pt x="1221" y="1271"/>
                    <a:pt x="1221" y="1271"/>
                  </a:cubicBezTo>
                  <a:cubicBezTo>
                    <a:pt x="1137" y="1271"/>
                    <a:pt x="1137" y="1271"/>
                    <a:pt x="1137" y="1271"/>
                  </a:cubicBezTo>
                  <a:cubicBezTo>
                    <a:pt x="1137" y="1353"/>
                    <a:pt x="1137" y="1353"/>
                    <a:pt x="1137" y="1353"/>
                  </a:cubicBezTo>
                  <a:cubicBezTo>
                    <a:pt x="1648" y="1353"/>
                    <a:pt x="1648" y="1353"/>
                    <a:pt x="1648" y="1353"/>
                  </a:cubicBezTo>
                  <a:cubicBezTo>
                    <a:pt x="1648" y="1271"/>
                    <a:pt x="1648" y="1271"/>
                    <a:pt x="1648" y="1271"/>
                  </a:cubicBezTo>
                  <a:cubicBezTo>
                    <a:pt x="1564" y="1271"/>
                    <a:pt x="1564" y="1271"/>
                    <a:pt x="1564" y="1271"/>
                  </a:cubicBezTo>
                  <a:lnTo>
                    <a:pt x="1564" y="735"/>
                  </a:lnTo>
                  <a:close/>
                  <a:moveTo>
                    <a:pt x="1339" y="895"/>
                  </a:moveTo>
                  <a:cubicBezTo>
                    <a:pt x="1339" y="865"/>
                    <a:pt x="1363" y="841"/>
                    <a:pt x="1392" y="841"/>
                  </a:cubicBezTo>
                  <a:cubicBezTo>
                    <a:pt x="1422" y="841"/>
                    <a:pt x="1446" y="865"/>
                    <a:pt x="1446" y="895"/>
                  </a:cubicBezTo>
                  <a:cubicBezTo>
                    <a:pt x="1446" y="924"/>
                    <a:pt x="1422" y="948"/>
                    <a:pt x="1392" y="948"/>
                  </a:cubicBezTo>
                  <a:cubicBezTo>
                    <a:pt x="1363" y="948"/>
                    <a:pt x="1339" y="924"/>
                    <a:pt x="1339" y="89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9"/>
            <p:cNvSpPr>
              <a:spLocks/>
            </p:cNvSpPr>
            <p:nvPr/>
          </p:nvSpPr>
          <p:spPr bwMode="auto">
            <a:xfrm>
              <a:off x="244476" y="4997450"/>
              <a:ext cx="254000" cy="274638"/>
            </a:xfrm>
            <a:custGeom>
              <a:avLst/>
              <a:gdLst>
                <a:gd name="T0" fmla="*/ 103 w 224"/>
                <a:gd name="T1" fmla="*/ 238 h 244"/>
                <a:gd name="T2" fmla="*/ 97 w 224"/>
                <a:gd name="T3" fmla="*/ 232 h 244"/>
                <a:gd name="T4" fmla="*/ 54 w 224"/>
                <a:gd name="T5" fmla="*/ 230 h 244"/>
                <a:gd name="T6" fmla="*/ 87 w 224"/>
                <a:gd name="T7" fmla="*/ 200 h 244"/>
                <a:gd name="T8" fmla="*/ 89 w 224"/>
                <a:gd name="T9" fmla="*/ 195 h 244"/>
                <a:gd name="T10" fmla="*/ 87 w 224"/>
                <a:gd name="T11" fmla="*/ 191 h 244"/>
                <a:gd name="T12" fmla="*/ 24 w 224"/>
                <a:gd name="T13" fmla="*/ 148 h 244"/>
                <a:gd name="T14" fmla="*/ 84 w 224"/>
                <a:gd name="T15" fmla="*/ 145 h 244"/>
                <a:gd name="T16" fmla="*/ 89 w 224"/>
                <a:gd name="T17" fmla="*/ 142 h 244"/>
                <a:gd name="T18" fmla="*/ 89 w 224"/>
                <a:gd name="T19" fmla="*/ 136 h 244"/>
                <a:gd name="T20" fmla="*/ 57 w 224"/>
                <a:gd name="T21" fmla="*/ 75 h 244"/>
                <a:gd name="T22" fmla="*/ 115 w 224"/>
                <a:gd name="T23" fmla="*/ 99 h 244"/>
                <a:gd name="T24" fmla="*/ 121 w 224"/>
                <a:gd name="T25" fmla="*/ 99 h 244"/>
                <a:gd name="T26" fmla="*/ 123 w 224"/>
                <a:gd name="T27" fmla="*/ 94 h 244"/>
                <a:gd name="T28" fmla="*/ 126 w 224"/>
                <a:gd name="T29" fmla="*/ 25 h 244"/>
                <a:gd name="T30" fmla="*/ 166 w 224"/>
                <a:gd name="T31" fmla="*/ 84 h 244"/>
                <a:gd name="T32" fmla="*/ 171 w 224"/>
                <a:gd name="T33" fmla="*/ 87 h 244"/>
                <a:gd name="T34" fmla="*/ 176 w 224"/>
                <a:gd name="T35" fmla="*/ 84 h 244"/>
                <a:gd name="T36" fmla="*/ 204 w 224"/>
                <a:gd name="T37" fmla="*/ 38 h 244"/>
                <a:gd name="T38" fmla="*/ 212 w 224"/>
                <a:gd name="T39" fmla="*/ 83 h 244"/>
                <a:gd name="T40" fmla="*/ 219 w 224"/>
                <a:gd name="T41" fmla="*/ 88 h 244"/>
                <a:gd name="T42" fmla="*/ 224 w 224"/>
                <a:gd name="T43" fmla="*/ 81 h 244"/>
                <a:gd name="T44" fmla="*/ 224 w 224"/>
                <a:gd name="T45" fmla="*/ 81 h 244"/>
                <a:gd name="T46" fmla="*/ 214 w 224"/>
                <a:gd name="T47" fmla="*/ 20 h 244"/>
                <a:gd name="T48" fmla="*/ 209 w 224"/>
                <a:gd name="T49" fmla="*/ 15 h 244"/>
                <a:gd name="T50" fmla="*/ 203 w 224"/>
                <a:gd name="T51" fmla="*/ 18 h 244"/>
                <a:gd name="T52" fmla="*/ 170 w 224"/>
                <a:gd name="T53" fmla="*/ 69 h 244"/>
                <a:gd name="T54" fmla="*/ 126 w 224"/>
                <a:gd name="T55" fmla="*/ 3 h 244"/>
                <a:gd name="T56" fmla="*/ 119 w 224"/>
                <a:gd name="T57" fmla="*/ 1 h 244"/>
                <a:gd name="T58" fmla="*/ 115 w 224"/>
                <a:gd name="T59" fmla="*/ 6 h 244"/>
                <a:gd name="T60" fmla="*/ 112 w 224"/>
                <a:gd name="T61" fmla="*/ 85 h 244"/>
                <a:gd name="T62" fmla="*/ 46 w 224"/>
                <a:gd name="T63" fmla="*/ 58 h 244"/>
                <a:gd name="T64" fmla="*/ 40 w 224"/>
                <a:gd name="T65" fmla="*/ 59 h 244"/>
                <a:gd name="T66" fmla="*/ 39 w 224"/>
                <a:gd name="T67" fmla="*/ 66 h 244"/>
                <a:gd name="T68" fmla="*/ 74 w 224"/>
                <a:gd name="T69" fmla="*/ 133 h 244"/>
                <a:gd name="T70" fmla="*/ 6 w 224"/>
                <a:gd name="T71" fmla="*/ 137 h 244"/>
                <a:gd name="T72" fmla="*/ 1 w 224"/>
                <a:gd name="T73" fmla="*/ 141 h 244"/>
                <a:gd name="T74" fmla="*/ 3 w 224"/>
                <a:gd name="T75" fmla="*/ 148 h 244"/>
                <a:gd name="T76" fmla="*/ 73 w 224"/>
                <a:gd name="T77" fmla="*/ 196 h 244"/>
                <a:gd name="T78" fmla="*/ 35 w 224"/>
                <a:gd name="T79" fmla="*/ 230 h 244"/>
                <a:gd name="T80" fmla="*/ 33 w 224"/>
                <a:gd name="T81" fmla="*/ 237 h 244"/>
                <a:gd name="T82" fmla="*/ 38 w 224"/>
                <a:gd name="T83" fmla="*/ 241 h 244"/>
                <a:gd name="T84" fmla="*/ 97 w 224"/>
                <a:gd name="T85" fmla="*/ 244 h 244"/>
                <a:gd name="T86" fmla="*/ 97 w 224"/>
                <a:gd name="T87" fmla="*/ 244 h 244"/>
                <a:gd name="T88" fmla="*/ 103 w 224"/>
                <a:gd name="T89" fmla="*/ 238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24" h="244">
                  <a:moveTo>
                    <a:pt x="103" y="238"/>
                  </a:moveTo>
                  <a:cubicBezTo>
                    <a:pt x="103" y="235"/>
                    <a:pt x="101" y="232"/>
                    <a:pt x="97" y="232"/>
                  </a:cubicBezTo>
                  <a:cubicBezTo>
                    <a:pt x="54" y="230"/>
                    <a:pt x="54" y="230"/>
                    <a:pt x="54" y="230"/>
                  </a:cubicBezTo>
                  <a:cubicBezTo>
                    <a:pt x="87" y="200"/>
                    <a:pt x="87" y="200"/>
                    <a:pt x="87" y="200"/>
                  </a:cubicBezTo>
                  <a:cubicBezTo>
                    <a:pt x="89" y="199"/>
                    <a:pt x="89" y="197"/>
                    <a:pt x="89" y="195"/>
                  </a:cubicBezTo>
                  <a:cubicBezTo>
                    <a:pt x="89" y="194"/>
                    <a:pt x="88" y="192"/>
                    <a:pt x="87" y="191"/>
                  </a:cubicBezTo>
                  <a:cubicBezTo>
                    <a:pt x="24" y="148"/>
                    <a:pt x="24" y="148"/>
                    <a:pt x="24" y="148"/>
                  </a:cubicBezTo>
                  <a:cubicBezTo>
                    <a:pt x="84" y="145"/>
                    <a:pt x="84" y="145"/>
                    <a:pt x="84" y="145"/>
                  </a:cubicBezTo>
                  <a:cubicBezTo>
                    <a:pt x="86" y="144"/>
                    <a:pt x="88" y="143"/>
                    <a:pt x="89" y="142"/>
                  </a:cubicBezTo>
                  <a:cubicBezTo>
                    <a:pt x="90" y="140"/>
                    <a:pt x="90" y="138"/>
                    <a:pt x="89" y="136"/>
                  </a:cubicBezTo>
                  <a:cubicBezTo>
                    <a:pt x="57" y="75"/>
                    <a:pt x="57" y="75"/>
                    <a:pt x="57" y="75"/>
                  </a:cubicBezTo>
                  <a:cubicBezTo>
                    <a:pt x="115" y="99"/>
                    <a:pt x="115" y="99"/>
                    <a:pt x="115" y="99"/>
                  </a:cubicBezTo>
                  <a:cubicBezTo>
                    <a:pt x="117" y="100"/>
                    <a:pt x="119" y="100"/>
                    <a:pt x="121" y="99"/>
                  </a:cubicBezTo>
                  <a:cubicBezTo>
                    <a:pt x="122" y="98"/>
                    <a:pt x="123" y="96"/>
                    <a:pt x="123" y="94"/>
                  </a:cubicBezTo>
                  <a:cubicBezTo>
                    <a:pt x="126" y="25"/>
                    <a:pt x="126" y="25"/>
                    <a:pt x="126" y="25"/>
                  </a:cubicBezTo>
                  <a:cubicBezTo>
                    <a:pt x="166" y="84"/>
                    <a:pt x="166" y="84"/>
                    <a:pt x="166" y="84"/>
                  </a:cubicBezTo>
                  <a:cubicBezTo>
                    <a:pt x="167" y="86"/>
                    <a:pt x="169" y="87"/>
                    <a:pt x="171" y="87"/>
                  </a:cubicBezTo>
                  <a:cubicBezTo>
                    <a:pt x="173" y="86"/>
                    <a:pt x="175" y="85"/>
                    <a:pt x="176" y="84"/>
                  </a:cubicBezTo>
                  <a:cubicBezTo>
                    <a:pt x="204" y="38"/>
                    <a:pt x="204" y="38"/>
                    <a:pt x="204" y="38"/>
                  </a:cubicBezTo>
                  <a:cubicBezTo>
                    <a:pt x="212" y="83"/>
                    <a:pt x="212" y="83"/>
                    <a:pt x="212" y="83"/>
                  </a:cubicBezTo>
                  <a:cubicBezTo>
                    <a:pt x="212" y="87"/>
                    <a:pt x="216" y="89"/>
                    <a:pt x="219" y="88"/>
                  </a:cubicBezTo>
                  <a:cubicBezTo>
                    <a:pt x="222" y="88"/>
                    <a:pt x="224" y="85"/>
                    <a:pt x="224" y="81"/>
                  </a:cubicBezTo>
                  <a:cubicBezTo>
                    <a:pt x="224" y="81"/>
                    <a:pt x="224" y="81"/>
                    <a:pt x="224" y="81"/>
                  </a:cubicBezTo>
                  <a:cubicBezTo>
                    <a:pt x="214" y="20"/>
                    <a:pt x="214" y="20"/>
                    <a:pt x="214" y="20"/>
                  </a:cubicBezTo>
                  <a:cubicBezTo>
                    <a:pt x="213" y="17"/>
                    <a:pt x="211" y="16"/>
                    <a:pt x="209" y="15"/>
                  </a:cubicBezTo>
                  <a:cubicBezTo>
                    <a:pt x="206" y="15"/>
                    <a:pt x="204" y="16"/>
                    <a:pt x="203" y="18"/>
                  </a:cubicBezTo>
                  <a:cubicBezTo>
                    <a:pt x="170" y="69"/>
                    <a:pt x="170" y="69"/>
                    <a:pt x="170" y="69"/>
                  </a:cubicBezTo>
                  <a:cubicBezTo>
                    <a:pt x="126" y="3"/>
                    <a:pt x="126" y="3"/>
                    <a:pt x="126" y="3"/>
                  </a:cubicBezTo>
                  <a:cubicBezTo>
                    <a:pt x="124" y="1"/>
                    <a:pt x="121" y="0"/>
                    <a:pt x="119" y="1"/>
                  </a:cubicBezTo>
                  <a:cubicBezTo>
                    <a:pt x="116" y="1"/>
                    <a:pt x="115" y="4"/>
                    <a:pt x="115" y="6"/>
                  </a:cubicBezTo>
                  <a:cubicBezTo>
                    <a:pt x="112" y="85"/>
                    <a:pt x="112" y="85"/>
                    <a:pt x="112" y="85"/>
                  </a:cubicBezTo>
                  <a:cubicBezTo>
                    <a:pt x="46" y="58"/>
                    <a:pt x="46" y="58"/>
                    <a:pt x="46" y="58"/>
                  </a:cubicBezTo>
                  <a:cubicBezTo>
                    <a:pt x="44" y="57"/>
                    <a:pt x="41" y="57"/>
                    <a:pt x="40" y="59"/>
                  </a:cubicBezTo>
                  <a:cubicBezTo>
                    <a:pt x="38" y="61"/>
                    <a:pt x="38" y="64"/>
                    <a:pt x="39" y="66"/>
                  </a:cubicBezTo>
                  <a:cubicBezTo>
                    <a:pt x="74" y="133"/>
                    <a:pt x="74" y="133"/>
                    <a:pt x="74" y="133"/>
                  </a:cubicBezTo>
                  <a:cubicBezTo>
                    <a:pt x="6" y="137"/>
                    <a:pt x="6" y="137"/>
                    <a:pt x="6" y="137"/>
                  </a:cubicBezTo>
                  <a:cubicBezTo>
                    <a:pt x="4" y="137"/>
                    <a:pt x="1" y="139"/>
                    <a:pt x="1" y="141"/>
                  </a:cubicBezTo>
                  <a:cubicBezTo>
                    <a:pt x="0" y="144"/>
                    <a:pt x="1" y="146"/>
                    <a:pt x="3" y="148"/>
                  </a:cubicBezTo>
                  <a:cubicBezTo>
                    <a:pt x="73" y="196"/>
                    <a:pt x="73" y="196"/>
                    <a:pt x="73" y="196"/>
                  </a:cubicBezTo>
                  <a:cubicBezTo>
                    <a:pt x="35" y="230"/>
                    <a:pt x="35" y="230"/>
                    <a:pt x="35" y="230"/>
                  </a:cubicBezTo>
                  <a:cubicBezTo>
                    <a:pt x="33" y="232"/>
                    <a:pt x="32" y="234"/>
                    <a:pt x="33" y="237"/>
                  </a:cubicBezTo>
                  <a:cubicBezTo>
                    <a:pt x="34" y="239"/>
                    <a:pt x="36" y="241"/>
                    <a:pt x="38" y="241"/>
                  </a:cubicBezTo>
                  <a:cubicBezTo>
                    <a:pt x="97" y="244"/>
                    <a:pt x="97" y="244"/>
                    <a:pt x="97" y="244"/>
                  </a:cubicBezTo>
                  <a:cubicBezTo>
                    <a:pt x="97" y="244"/>
                    <a:pt x="97" y="244"/>
                    <a:pt x="97" y="244"/>
                  </a:cubicBezTo>
                  <a:cubicBezTo>
                    <a:pt x="100" y="244"/>
                    <a:pt x="103" y="241"/>
                    <a:pt x="103" y="2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10"/>
            <p:cNvSpPr>
              <a:spLocks/>
            </p:cNvSpPr>
            <p:nvPr/>
          </p:nvSpPr>
          <p:spPr bwMode="auto">
            <a:xfrm>
              <a:off x="439738" y="5170488"/>
              <a:ext cx="230188" cy="230188"/>
            </a:xfrm>
            <a:custGeom>
              <a:avLst/>
              <a:gdLst>
                <a:gd name="T0" fmla="*/ 18 w 204"/>
                <a:gd name="T1" fmla="*/ 135 h 204"/>
                <a:gd name="T2" fmla="*/ 135 w 204"/>
                <a:gd name="T3" fmla="*/ 185 h 204"/>
                <a:gd name="T4" fmla="*/ 185 w 204"/>
                <a:gd name="T5" fmla="*/ 69 h 204"/>
                <a:gd name="T6" fmla="*/ 69 w 204"/>
                <a:gd name="T7" fmla="*/ 18 h 204"/>
                <a:gd name="T8" fmla="*/ 18 w 204"/>
                <a:gd name="T9" fmla="*/ 135 h 204"/>
              </a:gdLst>
              <a:ahLst/>
              <a:cxnLst>
                <a:cxn ang="0">
                  <a:pos x="T0" y="T1"/>
                </a:cxn>
                <a:cxn ang="0">
                  <a:pos x="T2" y="T3"/>
                </a:cxn>
                <a:cxn ang="0">
                  <a:pos x="T4" y="T5"/>
                </a:cxn>
                <a:cxn ang="0">
                  <a:pos x="T6" y="T7"/>
                </a:cxn>
                <a:cxn ang="0">
                  <a:pos x="T8" y="T9"/>
                </a:cxn>
              </a:cxnLst>
              <a:rect l="0" t="0" r="r" b="b"/>
              <a:pathLst>
                <a:path w="204" h="204">
                  <a:moveTo>
                    <a:pt x="18" y="135"/>
                  </a:moveTo>
                  <a:cubicBezTo>
                    <a:pt x="37" y="181"/>
                    <a:pt x="89" y="204"/>
                    <a:pt x="135" y="185"/>
                  </a:cubicBezTo>
                  <a:cubicBezTo>
                    <a:pt x="181" y="167"/>
                    <a:pt x="204" y="115"/>
                    <a:pt x="185" y="69"/>
                  </a:cubicBezTo>
                  <a:cubicBezTo>
                    <a:pt x="167" y="22"/>
                    <a:pt x="115" y="0"/>
                    <a:pt x="69" y="18"/>
                  </a:cubicBezTo>
                  <a:cubicBezTo>
                    <a:pt x="22" y="37"/>
                    <a:pt x="0" y="89"/>
                    <a:pt x="18"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11"/>
            <p:cNvSpPr>
              <a:spLocks/>
            </p:cNvSpPr>
            <p:nvPr/>
          </p:nvSpPr>
          <p:spPr bwMode="auto">
            <a:xfrm>
              <a:off x="357188" y="5026025"/>
              <a:ext cx="760413" cy="1112838"/>
            </a:xfrm>
            <a:custGeom>
              <a:avLst/>
              <a:gdLst>
                <a:gd name="T0" fmla="*/ 488 w 673"/>
                <a:gd name="T1" fmla="*/ 775 h 986"/>
                <a:gd name="T2" fmla="*/ 461 w 673"/>
                <a:gd name="T3" fmla="*/ 607 h 986"/>
                <a:gd name="T4" fmla="*/ 464 w 673"/>
                <a:gd name="T5" fmla="*/ 592 h 986"/>
                <a:gd name="T6" fmla="*/ 464 w 673"/>
                <a:gd name="T7" fmla="*/ 591 h 986"/>
                <a:gd name="T8" fmla="*/ 459 w 673"/>
                <a:gd name="T9" fmla="*/ 550 h 986"/>
                <a:gd name="T10" fmla="*/ 374 w 673"/>
                <a:gd name="T11" fmla="*/ 315 h 986"/>
                <a:gd name="T12" fmla="*/ 427 w 673"/>
                <a:gd name="T13" fmla="*/ 208 h 986"/>
                <a:gd name="T14" fmla="*/ 267 w 673"/>
                <a:gd name="T15" fmla="*/ 9 h 986"/>
                <a:gd name="T16" fmla="*/ 233 w 673"/>
                <a:gd name="T17" fmla="*/ 64 h 986"/>
                <a:gd name="T18" fmla="*/ 363 w 673"/>
                <a:gd name="T19" fmla="*/ 208 h 986"/>
                <a:gd name="T20" fmla="*/ 318 w 673"/>
                <a:gd name="T21" fmla="*/ 278 h 986"/>
                <a:gd name="T22" fmla="*/ 297 w 673"/>
                <a:gd name="T23" fmla="*/ 291 h 986"/>
                <a:gd name="T24" fmla="*/ 163 w 673"/>
                <a:gd name="T25" fmla="*/ 383 h 986"/>
                <a:gd name="T26" fmla="*/ 120 w 673"/>
                <a:gd name="T27" fmla="*/ 416 h 986"/>
                <a:gd name="T28" fmla="*/ 69 w 673"/>
                <a:gd name="T29" fmla="*/ 437 h 986"/>
                <a:gd name="T30" fmla="*/ 66 w 673"/>
                <a:gd name="T31" fmla="*/ 433 h 986"/>
                <a:gd name="T32" fmla="*/ 70 w 673"/>
                <a:gd name="T33" fmla="*/ 369 h 986"/>
                <a:gd name="T34" fmla="*/ 7 w 673"/>
                <a:gd name="T35" fmla="*/ 356 h 986"/>
                <a:gd name="T36" fmla="*/ 17 w 673"/>
                <a:gd name="T37" fmla="*/ 477 h 986"/>
                <a:gd name="T38" fmla="*/ 69 w 673"/>
                <a:gd name="T39" fmla="*/ 501 h 986"/>
                <a:gd name="T40" fmla="*/ 176 w 673"/>
                <a:gd name="T41" fmla="*/ 455 h 986"/>
                <a:gd name="T42" fmla="*/ 234 w 673"/>
                <a:gd name="T43" fmla="*/ 651 h 986"/>
                <a:gd name="T44" fmla="*/ 158 w 673"/>
                <a:gd name="T45" fmla="*/ 812 h 986"/>
                <a:gd name="T46" fmla="*/ 263 w 673"/>
                <a:gd name="T47" fmla="*/ 986 h 986"/>
                <a:gd name="T48" fmla="*/ 300 w 673"/>
                <a:gd name="T49" fmla="*/ 903 h 986"/>
                <a:gd name="T50" fmla="*/ 271 w 673"/>
                <a:gd name="T51" fmla="*/ 765 h 986"/>
                <a:gd name="T52" fmla="*/ 345 w 673"/>
                <a:gd name="T53" fmla="*/ 689 h 986"/>
                <a:gd name="T54" fmla="*/ 354 w 673"/>
                <a:gd name="T55" fmla="*/ 684 h 986"/>
                <a:gd name="T56" fmla="*/ 354 w 673"/>
                <a:gd name="T57" fmla="*/ 684 h 986"/>
                <a:gd name="T58" fmla="*/ 402 w 673"/>
                <a:gd name="T59" fmla="*/ 826 h 986"/>
                <a:gd name="T60" fmla="*/ 617 w 673"/>
                <a:gd name="T61" fmla="*/ 975 h 986"/>
                <a:gd name="T62" fmla="*/ 632 w 673"/>
                <a:gd name="T63" fmla="*/ 877 h 9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73" h="986">
                  <a:moveTo>
                    <a:pt x="632" y="877"/>
                  </a:moveTo>
                  <a:cubicBezTo>
                    <a:pt x="552" y="853"/>
                    <a:pt x="513" y="815"/>
                    <a:pt x="488" y="775"/>
                  </a:cubicBezTo>
                  <a:cubicBezTo>
                    <a:pt x="465" y="735"/>
                    <a:pt x="458" y="689"/>
                    <a:pt x="458" y="653"/>
                  </a:cubicBezTo>
                  <a:cubicBezTo>
                    <a:pt x="458" y="634"/>
                    <a:pt x="460" y="618"/>
                    <a:pt x="461" y="607"/>
                  </a:cubicBezTo>
                  <a:cubicBezTo>
                    <a:pt x="462" y="602"/>
                    <a:pt x="463" y="597"/>
                    <a:pt x="464" y="595"/>
                  </a:cubicBezTo>
                  <a:cubicBezTo>
                    <a:pt x="464" y="593"/>
                    <a:pt x="464" y="592"/>
                    <a:pt x="464" y="592"/>
                  </a:cubicBezTo>
                  <a:cubicBezTo>
                    <a:pt x="464" y="592"/>
                    <a:pt x="464" y="592"/>
                    <a:pt x="464" y="591"/>
                  </a:cubicBezTo>
                  <a:cubicBezTo>
                    <a:pt x="464" y="591"/>
                    <a:pt x="464" y="591"/>
                    <a:pt x="464" y="591"/>
                  </a:cubicBezTo>
                  <a:cubicBezTo>
                    <a:pt x="466" y="583"/>
                    <a:pt x="466" y="574"/>
                    <a:pt x="464" y="566"/>
                  </a:cubicBezTo>
                  <a:cubicBezTo>
                    <a:pt x="464" y="561"/>
                    <a:pt x="462" y="555"/>
                    <a:pt x="459" y="550"/>
                  </a:cubicBezTo>
                  <a:cubicBezTo>
                    <a:pt x="349" y="334"/>
                    <a:pt x="349" y="334"/>
                    <a:pt x="349" y="334"/>
                  </a:cubicBezTo>
                  <a:cubicBezTo>
                    <a:pt x="357" y="329"/>
                    <a:pt x="365" y="323"/>
                    <a:pt x="374" y="315"/>
                  </a:cubicBezTo>
                  <a:cubicBezTo>
                    <a:pt x="386" y="304"/>
                    <a:pt x="399" y="289"/>
                    <a:pt x="409" y="271"/>
                  </a:cubicBezTo>
                  <a:cubicBezTo>
                    <a:pt x="419" y="254"/>
                    <a:pt x="427" y="232"/>
                    <a:pt x="427" y="208"/>
                  </a:cubicBezTo>
                  <a:cubicBezTo>
                    <a:pt x="427" y="177"/>
                    <a:pt x="415" y="143"/>
                    <a:pt x="389" y="111"/>
                  </a:cubicBezTo>
                  <a:cubicBezTo>
                    <a:pt x="363" y="78"/>
                    <a:pt x="324" y="44"/>
                    <a:pt x="267" y="9"/>
                  </a:cubicBezTo>
                  <a:cubicBezTo>
                    <a:pt x="251" y="0"/>
                    <a:pt x="232" y="5"/>
                    <a:pt x="223" y="20"/>
                  </a:cubicBezTo>
                  <a:cubicBezTo>
                    <a:pt x="213" y="35"/>
                    <a:pt x="218" y="55"/>
                    <a:pt x="233" y="64"/>
                  </a:cubicBezTo>
                  <a:cubicBezTo>
                    <a:pt x="286" y="96"/>
                    <a:pt x="320" y="126"/>
                    <a:pt x="339" y="150"/>
                  </a:cubicBezTo>
                  <a:cubicBezTo>
                    <a:pt x="358" y="174"/>
                    <a:pt x="363" y="193"/>
                    <a:pt x="363" y="208"/>
                  </a:cubicBezTo>
                  <a:cubicBezTo>
                    <a:pt x="363" y="219"/>
                    <a:pt x="359" y="230"/>
                    <a:pt x="354" y="240"/>
                  </a:cubicBezTo>
                  <a:cubicBezTo>
                    <a:pt x="345" y="255"/>
                    <a:pt x="330" y="269"/>
                    <a:pt x="318" y="278"/>
                  </a:cubicBezTo>
                  <a:cubicBezTo>
                    <a:pt x="311" y="283"/>
                    <a:pt x="306" y="287"/>
                    <a:pt x="302" y="289"/>
                  </a:cubicBezTo>
                  <a:cubicBezTo>
                    <a:pt x="300" y="290"/>
                    <a:pt x="298" y="291"/>
                    <a:pt x="297" y="291"/>
                  </a:cubicBezTo>
                  <a:cubicBezTo>
                    <a:pt x="295" y="292"/>
                    <a:pt x="293" y="294"/>
                    <a:pt x="290" y="295"/>
                  </a:cubicBezTo>
                  <a:cubicBezTo>
                    <a:pt x="163" y="383"/>
                    <a:pt x="163" y="383"/>
                    <a:pt x="163" y="383"/>
                  </a:cubicBezTo>
                  <a:cubicBezTo>
                    <a:pt x="161" y="385"/>
                    <a:pt x="159" y="387"/>
                    <a:pt x="158" y="388"/>
                  </a:cubicBezTo>
                  <a:cubicBezTo>
                    <a:pt x="152" y="393"/>
                    <a:pt x="137" y="405"/>
                    <a:pt x="120" y="416"/>
                  </a:cubicBezTo>
                  <a:cubicBezTo>
                    <a:pt x="111" y="422"/>
                    <a:pt x="100" y="428"/>
                    <a:pt x="90" y="432"/>
                  </a:cubicBezTo>
                  <a:cubicBezTo>
                    <a:pt x="81" y="436"/>
                    <a:pt x="73" y="437"/>
                    <a:pt x="69" y="437"/>
                  </a:cubicBezTo>
                  <a:cubicBezTo>
                    <a:pt x="68" y="437"/>
                    <a:pt x="68" y="437"/>
                    <a:pt x="67" y="437"/>
                  </a:cubicBezTo>
                  <a:cubicBezTo>
                    <a:pt x="67" y="437"/>
                    <a:pt x="67" y="435"/>
                    <a:pt x="66" y="433"/>
                  </a:cubicBezTo>
                  <a:cubicBezTo>
                    <a:pt x="65" y="429"/>
                    <a:pt x="64" y="424"/>
                    <a:pt x="64" y="416"/>
                  </a:cubicBezTo>
                  <a:cubicBezTo>
                    <a:pt x="64" y="405"/>
                    <a:pt x="66" y="389"/>
                    <a:pt x="70" y="369"/>
                  </a:cubicBezTo>
                  <a:cubicBezTo>
                    <a:pt x="73" y="352"/>
                    <a:pt x="62" y="335"/>
                    <a:pt x="45" y="331"/>
                  </a:cubicBezTo>
                  <a:cubicBezTo>
                    <a:pt x="28" y="328"/>
                    <a:pt x="11" y="339"/>
                    <a:pt x="7" y="356"/>
                  </a:cubicBezTo>
                  <a:cubicBezTo>
                    <a:pt x="2" y="379"/>
                    <a:pt x="0" y="399"/>
                    <a:pt x="0" y="416"/>
                  </a:cubicBezTo>
                  <a:cubicBezTo>
                    <a:pt x="0" y="440"/>
                    <a:pt x="4" y="460"/>
                    <a:pt x="17" y="477"/>
                  </a:cubicBezTo>
                  <a:cubicBezTo>
                    <a:pt x="24" y="486"/>
                    <a:pt x="33" y="492"/>
                    <a:pt x="42" y="496"/>
                  </a:cubicBezTo>
                  <a:cubicBezTo>
                    <a:pt x="51" y="500"/>
                    <a:pt x="60" y="501"/>
                    <a:pt x="69" y="501"/>
                  </a:cubicBezTo>
                  <a:cubicBezTo>
                    <a:pt x="87" y="501"/>
                    <a:pt x="103" y="496"/>
                    <a:pt x="118" y="489"/>
                  </a:cubicBezTo>
                  <a:cubicBezTo>
                    <a:pt x="140" y="480"/>
                    <a:pt x="161" y="466"/>
                    <a:pt x="176" y="455"/>
                  </a:cubicBezTo>
                  <a:cubicBezTo>
                    <a:pt x="284" y="610"/>
                    <a:pt x="284" y="610"/>
                    <a:pt x="284" y="610"/>
                  </a:cubicBezTo>
                  <a:cubicBezTo>
                    <a:pt x="270" y="619"/>
                    <a:pt x="252" y="633"/>
                    <a:pt x="234" y="651"/>
                  </a:cubicBezTo>
                  <a:cubicBezTo>
                    <a:pt x="216" y="668"/>
                    <a:pt x="197" y="690"/>
                    <a:pt x="183" y="717"/>
                  </a:cubicBezTo>
                  <a:cubicBezTo>
                    <a:pt x="168" y="744"/>
                    <a:pt x="157" y="776"/>
                    <a:pt x="158" y="812"/>
                  </a:cubicBezTo>
                  <a:cubicBezTo>
                    <a:pt x="157" y="863"/>
                    <a:pt x="179" y="918"/>
                    <a:pt x="225" y="969"/>
                  </a:cubicBezTo>
                  <a:cubicBezTo>
                    <a:pt x="235" y="981"/>
                    <a:pt x="249" y="986"/>
                    <a:pt x="263" y="986"/>
                  </a:cubicBezTo>
                  <a:cubicBezTo>
                    <a:pt x="274" y="986"/>
                    <a:pt x="286" y="982"/>
                    <a:pt x="296" y="974"/>
                  </a:cubicBezTo>
                  <a:cubicBezTo>
                    <a:pt x="316" y="955"/>
                    <a:pt x="318" y="924"/>
                    <a:pt x="300" y="903"/>
                  </a:cubicBezTo>
                  <a:cubicBezTo>
                    <a:pt x="266" y="864"/>
                    <a:pt x="258" y="835"/>
                    <a:pt x="258" y="812"/>
                  </a:cubicBezTo>
                  <a:cubicBezTo>
                    <a:pt x="258" y="796"/>
                    <a:pt x="262" y="780"/>
                    <a:pt x="271" y="765"/>
                  </a:cubicBezTo>
                  <a:cubicBezTo>
                    <a:pt x="283" y="742"/>
                    <a:pt x="304" y="720"/>
                    <a:pt x="322" y="706"/>
                  </a:cubicBezTo>
                  <a:cubicBezTo>
                    <a:pt x="331" y="699"/>
                    <a:pt x="340" y="693"/>
                    <a:pt x="345" y="689"/>
                  </a:cubicBezTo>
                  <a:cubicBezTo>
                    <a:pt x="348" y="687"/>
                    <a:pt x="351" y="686"/>
                    <a:pt x="352" y="685"/>
                  </a:cubicBezTo>
                  <a:cubicBezTo>
                    <a:pt x="353" y="685"/>
                    <a:pt x="353" y="685"/>
                    <a:pt x="354" y="684"/>
                  </a:cubicBezTo>
                  <a:cubicBezTo>
                    <a:pt x="354" y="684"/>
                    <a:pt x="354" y="684"/>
                    <a:pt x="354" y="684"/>
                  </a:cubicBezTo>
                  <a:cubicBezTo>
                    <a:pt x="354" y="684"/>
                    <a:pt x="354" y="684"/>
                    <a:pt x="354" y="684"/>
                  </a:cubicBezTo>
                  <a:cubicBezTo>
                    <a:pt x="356" y="683"/>
                    <a:pt x="357" y="682"/>
                    <a:pt x="359" y="681"/>
                  </a:cubicBezTo>
                  <a:cubicBezTo>
                    <a:pt x="362" y="724"/>
                    <a:pt x="373" y="776"/>
                    <a:pt x="402" y="826"/>
                  </a:cubicBezTo>
                  <a:cubicBezTo>
                    <a:pt x="438" y="888"/>
                    <a:pt x="503" y="944"/>
                    <a:pt x="603" y="973"/>
                  </a:cubicBezTo>
                  <a:cubicBezTo>
                    <a:pt x="608" y="975"/>
                    <a:pt x="612" y="975"/>
                    <a:pt x="617" y="975"/>
                  </a:cubicBezTo>
                  <a:cubicBezTo>
                    <a:pt x="639" y="975"/>
                    <a:pt x="659" y="961"/>
                    <a:pt x="665" y="940"/>
                  </a:cubicBezTo>
                  <a:cubicBezTo>
                    <a:pt x="673" y="913"/>
                    <a:pt x="658" y="885"/>
                    <a:pt x="632" y="8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5" name="组合 44"/>
          <p:cNvGrpSpPr/>
          <p:nvPr/>
        </p:nvGrpSpPr>
        <p:grpSpPr>
          <a:xfrm>
            <a:off x="2233395" y="4940012"/>
            <a:ext cx="475832" cy="1103988"/>
            <a:chOff x="2420938" y="4946650"/>
            <a:chExt cx="520700" cy="1208088"/>
          </a:xfrm>
          <a:solidFill>
            <a:schemeClr val="tx1">
              <a:lumMod val="65000"/>
              <a:lumOff val="35000"/>
            </a:schemeClr>
          </a:solidFill>
        </p:grpSpPr>
        <p:sp>
          <p:nvSpPr>
            <p:cNvPr id="46" name="Freeform 52"/>
            <p:cNvSpPr>
              <a:spLocks/>
            </p:cNvSpPr>
            <p:nvPr/>
          </p:nvSpPr>
          <p:spPr bwMode="auto">
            <a:xfrm>
              <a:off x="2420938" y="5189538"/>
              <a:ext cx="419100" cy="317500"/>
            </a:xfrm>
            <a:custGeom>
              <a:avLst/>
              <a:gdLst>
                <a:gd name="T0" fmla="*/ 168 w 371"/>
                <a:gd name="T1" fmla="*/ 207 h 281"/>
                <a:gd name="T2" fmla="*/ 194 w 371"/>
                <a:gd name="T3" fmla="*/ 209 h 281"/>
                <a:gd name="T4" fmla="*/ 275 w 371"/>
                <a:gd name="T5" fmla="*/ 189 h 281"/>
                <a:gd name="T6" fmla="*/ 298 w 371"/>
                <a:gd name="T7" fmla="*/ 157 h 281"/>
                <a:gd name="T8" fmla="*/ 306 w 371"/>
                <a:gd name="T9" fmla="*/ 140 h 281"/>
                <a:gd name="T10" fmla="*/ 307 w 371"/>
                <a:gd name="T11" fmla="*/ 148 h 281"/>
                <a:gd name="T12" fmla="*/ 306 w 371"/>
                <a:gd name="T13" fmla="*/ 159 h 281"/>
                <a:gd name="T14" fmla="*/ 306 w 371"/>
                <a:gd name="T15" fmla="*/ 159 h 281"/>
                <a:gd name="T16" fmla="*/ 280 w 371"/>
                <a:gd name="T17" fmla="*/ 196 h 281"/>
                <a:gd name="T18" fmla="*/ 194 w 371"/>
                <a:gd name="T19" fmla="*/ 217 h 281"/>
                <a:gd name="T20" fmla="*/ 167 w 371"/>
                <a:gd name="T21" fmla="*/ 215 h 281"/>
                <a:gd name="T22" fmla="*/ 133 w 371"/>
                <a:gd name="T23" fmla="*/ 245 h 281"/>
                <a:gd name="T24" fmla="*/ 162 w 371"/>
                <a:gd name="T25" fmla="*/ 279 h 281"/>
                <a:gd name="T26" fmla="*/ 194 w 371"/>
                <a:gd name="T27" fmla="*/ 281 h 281"/>
                <a:gd name="T28" fmla="*/ 194 w 371"/>
                <a:gd name="T29" fmla="*/ 281 h 281"/>
                <a:gd name="T30" fmla="*/ 316 w 371"/>
                <a:gd name="T31" fmla="*/ 249 h 281"/>
                <a:gd name="T32" fmla="*/ 369 w 371"/>
                <a:gd name="T33" fmla="*/ 172 h 281"/>
                <a:gd name="T34" fmla="*/ 369 w 371"/>
                <a:gd name="T35" fmla="*/ 172 h 281"/>
                <a:gd name="T36" fmla="*/ 369 w 371"/>
                <a:gd name="T37" fmla="*/ 172 h 281"/>
                <a:gd name="T38" fmla="*/ 371 w 371"/>
                <a:gd name="T39" fmla="*/ 148 h 281"/>
                <a:gd name="T40" fmla="*/ 371 w 371"/>
                <a:gd name="T41" fmla="*/ 144 h 281"/>
                <a:gd name="T42" fmla="*/ 352 w 371"/>
                <a:gd name="T43" fmla="*/ 86 h 281"/>
                <a:gd name="T44" fmla="*/ 292 w 371"/>
                <a:gd name="T45" fmla="*/ 55 h 281"/>
                <a:gd name="T46" fmla="*/ 286 w 371"/>
                <a:gd name="T47" fmla="*/ 56 h 281"/>
                <a:gd name="T48" fmla="*/ 285 w 371"/>
                <a:gd name="T49" fmla="*/ 56 h 281"/>
                <a:gd name="T50" fmla="*/ 216 w 371"/>
                <a:gd name="T51" fmla="*/ 109 h 281"/>
                <a:gd name="T52" fmla="*/ 196 w 371"/>
                <a:gd name="T53" fmla="*/ 111 h 281"/>
                <a:gd name="T54" fmla="*/ 164 w 371"/>
                <a:gd name="T55" fmla="*/ 105 h 281"/>
                <a:gd name="T56" fmla="*/ 137 w 371"/>
                <a:gd name="T57" fmla="*/ 119 h 281"/>
                <a:gd name="T58" fmla="*/ 133 w 371"/>
                <a:gd name="T59" fmla="*/ 120 h 281"/>
                <a:gd name="T60" fmla="*/ 133 w 371"/>
                <a:gd name="T61" fmla="*/ 120 h 281"/>
                <a:gd name="T62" fmla="*/ 133 w 371"/>
                <a:gd name="T63" fmla="*/ 120 h 281"/>
                <a:gd name="T64" fmla="*/ 115 w 371"/>
                <a:gd name="T65" fmla="*/ 127 h 281"/>
                <a:gd name="T66" fmla="*/ 83 w 371"/>
                <a:gd name="T67" fmla="*/ 133 h 281"/>
                <a:gd name="T68" fmla="*/ 69 w 371"/>
                <a:gd name="T69" fmla="*/ 130 h 281"/>
                <a:gd name="T70" fmla="*/ 66 w 371"/>
                <a:gd name="T71" fmla="*/ 125 h 281"/>
                <a:gd name="T72" fmla="*/ 64 w 371"/>
                <a:gd name="T73" fmla="*/ 108 h 281"/>
                <a:gd name="T74" fmla="*/ 76 w 371"/>
                <a:gd name="T75" fmla="*/ 46 h 281"/>
                <a:gd name="T76" fmla="*/ 56 w 371"/>
                <a:gd name="T77" fmla="*/ 6 h 281"/>
                <a:gd name="T78" fmla="*/ 15 w 371"/>
                <a:gd name="T79" fmla="*/ 26 h 281"/>
                <a:gd name="T80" fmla="*/ 0 w 371"/>
                <a:gd name="T81" fmla="*/ 108 h 281"/>
                <a:gd name="T82" fmla="*/ 6 w 371"/>
                <a:gd name="T83" fmla="*/ 147 h 281"/>
                <a:gd name="T84" fmla="*/ 40 w 371"/>
                <a:gd name="T85" fmla="*/ 187 h 281"/>
                <a:gd name="T86" fmla="*/ 83 w 371"/>
                <a:gd name="T87" fmla="*/ 197 h 281"/>
                <a:gd name="T88" fmla="*/ 119 w 371"/>
                <a:gd name="T89" fmla="*/ 193 h 281"/>
                <a:gd name="T90" fmla="*/ 141 w 371"/>
                <a:gd name="T91" fmla="*/ 215 h 281"/>
                <a:gd name="T92" fmla="*/ 164 w 371"/>
                <a:gd name="T93" fmla="*/ 207 h 281"/>
                <a:gd name="T94" fmla="*/ 168 w 371"/>
                <a:gd name="T95" fmla="*/ 207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71" h="281">
                  <a:moveTo>
                    <a:pt x="168" y="207"/>
                  </a:moveTo>
                  <a:cubicBezTo>
                    <a:pt x="177" y="208"/>
                    <a:pt x="186" y="209"/>
                    <a:pt x="194" y="209"/>
                  </a:cubicBezTo>
                  <a:cubicBezTo>
                    <a:pt x="238" y="209"/>
                    <a:pt x="262" y="198"/>
                    <a:pt x="275" y="189"/>
                  </a:cubicBezTo>
                  <a:cubicBezTo>
                    <a:pt x="288" y="181"/>
                    <a:pt x="295" y="170"/>
                    <a:pt x="298" y="157"/>
                  </a:cubicBezTo>
                  <a:cubicBezTo>
                    <a:pt x="299" y="151"/>
                    <a:pt x="302" y="145"/>
                    <a:pt x="306" y="140"/>
                  </a:cubicBezTo>
                  <a:cubicBezTo>
                    <a:pt x="307" y="143"/>
                    <a:pt x="307" y="146"/>
                    <a:pt x="307" y="148"/>
                  </a:cubicBezTo>
                  <a:cubicBezTo>
                    <a:pt x="307" y="152"/>
                    <a:pt x="307" y="155"/>
                    <a:pt x="306" y="159"/>
                  </a:cubicBezTo>
                  <a:cubicBezTo>
                    <a:pt x="306" y="159"/>
                    <a:pt x="306" y="159"/>
                    <a:pt x="306" y="159"/>
                  </a:cubicBezTo>
                  <a:cubicBezTo>
                    <a:pt x="303" y="172"/>
                    <a:pt x="296" y="185"/>
                    <a:pt x="280" y="196"/>
                  </a:cubicBezTo>
                  <a:cubicBezTo>
                    <a:pt x="263" y="207"/>
                    <a:pt x="236" y="217"/>
                    <a:pt x="194" y="217"/>
                  </a:cubicBezTo>
                  <a:cubicBezTo>
                    <a:pt x="186" y="217"/>
                    <a:pt x="177" y="216"/>
                    <a:pt x="167" y="215"/>
                  </a:cubicBezTo>
                  <a:cubicBezTo>
                    <a:pt x="149" y="214"/>
                    <a:pt x="134" y="227"/>
                    <a:pt x="133" y="245"/>
                  </a:cubicBezTo>
                  <a:cubicBezTo>
                    <a:pt x="131" y="262"/>
                    <a:pt x="144" y="278"/>
                    <a:pt x="162" y="279"/>
                  </a:cubicBezTo>
                  <a:cubicBezTo>
                    <a:pt x="173" y="280"/>
                    <a:pt x="184" y="281"/>
                    <a:pt x="194" y="281"/>
                  </a:cubicBezTo>
                  <a:cubicBezTo>
                    <a:pt x="194" y="281"/>
                    <a:pt x="194" y="281"/>
                    <a:pt x="194" y="281"/>
                  </a:cubicBezTo>
                  <a:cubicBezTo>
                    <a:pt x="246" y="281"/>
                    <a:pt x="286" y="269"/>
                    <a:pt x="316" y="249"/>
                  </a:cubicBezTo>
                  <a:cubicBezTo>
                    <a:pt x="345" y="229"/>
                    <a:pt x="363" y="200"/>
                    <a:pt x="369" y="172"/>
                  </a:cubicBezTo>
                  <a:cubicBezTo>
                    <a:pt x="369" y="172"/>
                    <a:pt x="369" y="172"/>
                    <a:pt x="369" y="172"/>
                  </a:cubicBezTo>
                  <a:cubicBezTo>
                    <a:pt x="369" y="172"/>
                    <a:pt x="369" y="172"/>
                    <a:pt x="369" y="172"/>
                  </a:cubicBezTo>
                  <a:cubicBezTo>
                    <a:pt x="370" y="164"/>
                    <a:pt x="371" y="156"/>
                    <a:pt x="371" y="148"/>
                  </a:cubicBezTo>
                  <a:cubicBezTo>
                    <a:pt x="371" y="147"/>
                    <a:pt x="371" y="145"/>
                    <a:pt x="371" y="144"/>
                  </a:cubicBezTo>
                  <a:cubicBezTo>
                    <a:pt x="370" y="123"/>
                    <a:pt x="364" y="103"/>
                    <a:pt x="352" y="86"/>
                  </a:cubicBezTo>
                  <a:cubicBezTo>
                    <a:pt x="339" y="69"/>
                    <a:pt x="318" y="55"/>
                    <a:pt x="292" y="55"/>
                  </a:cubicBezTo>
                  <a:cubicBezTo>
                    <a:pt x="290" y="55"/>
                    <a:pt x="288" y="56"/>
                    <a:pt x="286" y="56"/>
                  </a:cubicBezTo>
                  <a:cubicBezTo>
                    <a:pt x="286" y="56"/>
                    <a:pt x="285" y="56"/>
                    <a:pt x="285" y="56"/>
                  </a:cubicBezTo>
                  <a:cubicBezTo>
                    <a:pt x="272" y="82"/>
                    <a:pt x="247" y="103"/>
                    <a:pt x="216" y="109"/>
                  </a:cubicBezTo>
                  <a:cubicBezTo>
                    <a:pt x="209" y="110"/>
                    <a:pt x="203" y="111"/>
                    <a:pt x="196" y="111"/>
                  </a:cubicBezTo>
                  <a:cubicBezTo>
                    <a:pt x="185" y="111"/>
                    <a:pt x="174" y="109"/>
                    <a:pt x="164" y="105"/>
                  </a:cubicBezTo>
                  <a:cubicBezTo>
                    <a:pt x="155" y="110"/>
                    <a:pt x="146" y="114"/>
                    <a:pt x="137" y="119"/>
                  </a:cubicBezTo>
                  <a:cubicBezTo>
                    <a:pt x="136" y="119"/>
                    <a:pt x="135" y="120"/>
                    <a:pt x="133" y="120"/>
                  </a:cubicBezTo>
                  <a:cubicBezTo>
                    <a:pt x="133" y="120"/>
                    <a:pt x="133" y="120"/>
                    <a:pt x="133" y="120"/>
                  </a:cubicBezTo>
                  <a:cubicBezTo>
                    <a:pt x="133" y="120"/>
                    <a:pt x="133" y="120"/>
                    <a:pt x="133" y="120"/>
                  </a:cubicBezTo>
                  <a:cubicBezTo>
                    <a:pt x="132" y="121"/>
                    <a:pt x="125" y="124"/>
                    <a:pt x="115" y="127"/>
                  </a:cubicBezTo>
                  <a:cubicBezTo>
                    <a:pt x="105" y="131"/>
                    <a:pt x="93" y="133"/>
                    <a:pt x="83" y="133"/>
                  </a:cubicBezTo>
                  <a:cubicBezTo>
                    <a:pt x="75" y="133"/>
                    <a:pt x="70" y="131"/>
                    <a:pt x="69" y="130"/>
                  </a:cubicBezTo>
                  <a:cubicBezTo>
                    <a:pt x="68" y="129"/>
                    <a:pt x="68" y="128"/>
                    <a:pt x="66" y="125"/>
                  </a:cubicBezTo>
                  <a:cubicBezTo>
                    <a:pt x="65" y="122"/>
                    <a:pt x="64" y="117"/>
                    <a:pt x="64" y="108"/>
                  </a:cubicBezTo>
                  <a:cubicBezTo>
                    <a:pt x="64" y="95"/>
                    <a:pt x="67" y="74"/>
                    <a:pt x="76" y="46"/>
                  </a:cubicBezTo>
                  <a:cubicBezTo>
                    <a:pt x="82" y="29"/>
                    <a:pt x="72" y="11"/>
                    <a:pt x="56" y="6"/>
                  </a:cubicBezTo>
                  <a:cubicBezTo>
                    <a:pt x="39" y="0"/>
                    <a:pt x="21" y="9"/>
                    <a:pt x="15" y="26"/>
                  </a:cubicBezTo>
                  <a:cubicBezTo>
                    <a:pt x="5" y="59"/>
                    <a:pt x="0" y="85"/>
                    <a:pt x="0" y="108"/>
                  </a:cubicBezTo>
                  <a:cubicBezTo>
                    <a:pt x="0" y="122"/>
                    <a:pt x="2" y="135"/>
                    <a:pt x="6" y="147"/>
                  </a:cubicBezTo>
                  <a:cubicBezTo>
                    <a:pt x="13" y="165"/>
                    <a:pt x="26" y="179"/>
                    <a:pt x="40" y="187"/>
                  </a:cubicBezTo>
                  <a:cubicBezTo>
                    <a:pt x="55" y="195"/>
                    <a:pt x="70" y="197"/>
                    <a:pt x="83" y="197"/>
                  </a:cubicBezTo>
                  <a:cubicBezTo>
                    <a:pt x="96" y="197"/>
                    <a:pt x="108" y="195"/>
                    <a:pt x="119" y="193"/>
                  </a:cubicBezTo>
                  <a:cubicBezTo>
                    <a:pt x="127" y="200"/>
                    <a:pt x="134" y="208"/>
                    <a:pt x="141" y="215"/>
                  </a:cubicBezTo>
                  <a:cubicBezTo>
                    <a:pt x="147" y="210"/>
                    <a:pt x="156" y="207"/>
                    <a:pt x="164" y="207"/>
                  </a:cubicBezTo>
                  <a:cubicBezTo>
                    <a:pt x="166" y="207"/>
                    <a:pt x="167" y="207"/>
                    <a:pt x="168" y="2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53"/>
            <p:cNvSpPr>
              <a:spLocks/>
            </p:cNvSpPr>
            <p:nvPr/>
          </p:nvSpPr>
          <p:spPr bwMode="auto">
            <a:xfrm>
              <a:off x="2708276" y="5856288"/>
              <a:ext cx="49213" cy="96838"/>
            </a:xfrm>
            <a:custGeom>
              <a:avLst/>
              <a:gdLst>
                <a:gd name="T0" fmla="*/ 0 w 44"/>
                <a:gd name="T1" fmla="*/ 85 h 85"/>
                <a:gd name="T2" fmla="*/ 24 w 44"/>
                <a:gd name="T3" fmla="*/ 72 h 85"/>
                <a:gd name="T4" fmla="*/ 25 w 44"/>
                <a:gd name="T5" fmla="*/ 2 h 85"/>
                <a:gd name="T6" fmla="*/ 23 w 44"/>
                <a:gd name="T7" fmla="*/ 0 h 85"/>
                <a:gd name="T8" fmla="*/ 22 w 44"/>
                <a:gd name="T9" fmla="*/ 3 h 85"/>
                <a:gd name="T10" fmla="*/ 0 w 44"/>
                <a:gd name="T11" fmla="*/ 85 h 85"/>
              </a:gdLst>
              <a:ahLst/>
              <a:cxnLst>
                <a:cxn ang="0">
                  <a:pos x="T0" y="T1"/>
                </a:cxn>
                <a:cxn ang="0">
                  <a:pos x="T2" y="T3"/>
                </a:cxn>
                <a:cxn ang="0">
                  <a:pos x="T4" y="T5"/>
                </a:cxn>
                <a:cxn ang="0">
                  <a:pos x="T6" y="T7"/>
                </a:cxn>
                <a:cxn ang="0">
                  <a:pos x="T8" y="T9"/>
                </a:cxn>
                <a:cxn ang="0">
                  <a:pos x="T10" y="T11"/>
                </a:cxn>
              </a:cxnLst>
              <a:rect l="0" t="0" r="r" b="b"/>
              <a:pathLst>
                <a:path w="44" h="85">
                  <a:moveTo>
                    <a:pt x="0" y="85"/>
                  </a:moveTo>
                  <a:cubicBezTo>
                    <a:pt x="9" y="84"/>
                    <a:pt x="17" y="79"/>
                    <a:pt x="24" y="72"/>
                  </a:cubicBezTo>
                  <a:cubicBezTo>
                    <a:pt x="44" y="53"/>
                    <a:pt x="44" y="21"/>
                    <a:pt x="25" y="2"/>
                  </a:cubicBezTo>
                  <a:cubicBezTo>
                    <a:pt x="23" y="0"/>
                    <a:pt x="23" y="0"/>
                    <a:pt x="23" y="0"/>
                  </a:cubicBezTo>
                  <a:cubicBezTo>
                    <a:pt x="23" y="1"/>
                    <a:pt x="22" y="2"/>
                    <a:pt x="22" y="3"/>
                  </a:cubicBezTo>
                  <a:cubicBezTo>
                    <a:pt x="13" y="28"/>
                    <a:pt x="6" y="58"/>
                    <a:pt x="0" y="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54"/>
            <p:cNvSpPr>
              <a:spLocks/>
            </p:cNvSpPr>
            <p:nvPr/>
          </p:nvSpPr>
          <p:spPr bwMode="auto">
            <a:xfrm>
              <a:off x="2470151" y="5424488"/>
              <a:ext cx="377825" cy="730250"/>
            </a:xfrm>
            <a:custGeom>
              <a:avLst/>
              <a:gdLst>
                <a:gd name="T0" fmla="*/ 315 w 335"/>
                <a:gd name="T1" fmla="*/ 241 h 647"/>
                <a:gd name="T2" fmla="*/ 315 w 335"/>
                <a:gd name="T3" fmla="*/ 241 h 647"/>
                <a:gd name="T4" fmla="*/ 334 w 335"/>
                <a:gd name="T5" fmla="*/ 207 h 647"/>
                <a:gd name="T6" fmla="*/ 335 w 335"/>
                <a:gd name="T7" fmla="*/ 195 h 647"/>
                <a:gd name="T8" fmla="*/ 321 w 335"/>
                <a:gd name="T9" fmla="*/ 0 h 647"/>
                <a:gd name="T10" fmla="*/ 277 w 335"/>
                <a:gd name="T11" fmla="*/ 49 h 647"/>
                <a:gd name="T12" fmla="*/ 151 w 335"/>
                <a:gd name="T13" fmla="*/ 82 h 647"/>
                <a:gd name="T14" fmla="*/ 151 w 335"/>
                <a:gd name="T15" fmla="*/ 82 h 647"/>
                <a:gd name="T16" fmla="*/ 141 w 335"/>
                <a:gd name="T17" fmla="*/ 81 h 647"/>
                <a:gd name="T18" fmla="*/ 149 w 335"/>
                <a:gd name="T19" fmla="*/ 152 h 647"/>
                <a:gd name="T20" fmla="*/ 26 w 335"/>
                <a:gd name="T21" fmla="*/ 224 h 647"/>
                <a:gd name="T22" fmla="*/ 2 w 335"/>
                <a:gd name="T23" fmla="*/ 261 h 647"/>
                <a:gd name="T24" fmla="*/ 16 w 335"/>
                <a:gd name="T25" fmla="*/ 303 h 647"/>
                <a:gd name="T26" fmla="*/ 111 w 335"/>
                <a:gd name="T27" fmla="*/ 400 h 647"/>
                <a:gd name="T28" fmla="*/ 124 w 335"/>
                <a:gd name="T29" fmla="*/ 348 h 647"/>
                <a:gd name="T30" fmla="*/ 147 w 335"/>
                <a:gd name="T31" fmla="*/ 294 h 647"/>
                <a:gd name="T32" fmla="*/ 132 w 335"/>
                <a:gd name="T33" fmla="*/ 278 h 647"/>
                <a:gd name="T34" fmla="*/ 179 w 335"/>
                <a:gd name="T35" fmla="*/ 250 h 647"/>
                <a:gd name="T36" fmla="*/ 168 w 335"/>
                <a:gd name="T37" fmla="*/ 269 h 647"/>
                <a:gd name="T38" fmla="*/ 131 w 335"/>
                <a:gd name="T39" fmla="*/ 351 h 647"/>
                <a:gd name="T40" fmla="*/ 111 w 335"/>
                <a:gd name="T41" fmla="*/ 425 h 647"/>
                <a:gd name="T42" fmla="*/ 98 w 335"/>
                <a:gd name="T43" fmla="*/ 598 h 647"/>
                <a:gd name="T44" fmla="*/ 150 w 335"/>
                <a:gd name="T45" fmla="*/ 646 h 647"/>
                <a:gd name="T46" fmla="*/ 195 w 335"/>
                <a:gd name="T47" fmla="*/ 613 h 647"/>
                <a:gd name="T48" fmla="*/ 198 w 335"/>
                <a:gd name="T49" fmla="*/ 594 h 647"/>
                <a:gd name="T50" fmla="*/ 198 w 335"/>
                <a:gd name="T51" fmla="*/ 531 h 647"/>
                <a:gd name="T52" fmla="*/ 226 w 335"/>
                <a:gd name="T53" fmla="*/ 384 h 647"/>
                <a:gd name="T54" fmla="*/ 286 w 335"/>
                <a:gd name="T55" fmla="*/ 272 h 647"/>
                <a:gd name="T56" fmla="*/ 308 w 335"/>
                <a:gd name="T57" fmla="*/ 247 h 647"/>
                <a:gd name="T58" fmla="*/ 308 w 335"/>
                <a:gd name="T59" fmla="*/ 247 h 647"/>
                <a:gd name="T60" fmla="*/ 314 w 335"/>
                <a:gd name="T61" fmla="*/ 242 h 647"/>
                <a:gd name="T62" fmla="*/ 315 w 335"/>
                <a:gd name="T63" fmla="*/ 241 h 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35" h="647">
                  <a:moveTo>
                    <a:pt x="315" y="241"/>
                  </a:moveTo>
                  <a:cubicBezTo>
                    <a:pt x="315" y="241"/>
                    <a:pt x="315" y="241"/>
                    <a:pt x="315" y="241"/>
                  </a:cubicBezTo>
                  <a:cubicBezTo>
                    <a:pt x="326" y="232"/>
                    <a:pt x="332" y="220"/>
                    <a:pt x="334" y="207"/>
                  </a:cubicBezTo>
                  <a:cubicBezTo>
                    <a:pt x="335" y="203"/>
                    <a:pt x="335" y="199"/>
                    <a:pt x="335" y="195"/>
                  </a:cubicBezTo>
                  <a:cubicBezTo>
                    <a:pt x="335" y="129"/>
                    <a:pt x="332" y="64"/>
                    <a:pt x="321" y="0"/>
                  </a:cubicBezTo>
                  <a:cubicBezTo>
                    <a:pt x="311" y="19"/>
                    <a:pt x="296" y="36"/>
                    <a:pt x="277" y="49"/>
                  </a:cubicBezTo>
                  <a:cubicBezTo>
                    <a:pt x="245" y="70"/>
                    <a:pt x="203" y="82"/>
                    <a:pt x="151" y="82"/>
                  </a:cubicBezTo>
                  <a:cubicBezTo>
                    <a:pt x="151" y="82"/>
                    <a:pt x="151" y="82"/>
                    <a:pt x="151" y="82"/>
                  </a:cubicBezTo>
                  <a:cubicBezTo>
                    <a:pt x="148" y="82"/>
                    <a:pt x="144" y="81"/>
                    <a:pt x="141" y="81"/>
                  </a:cubicBezTo>
                  <a:cubicBezTo>
                    <a:pt x="147" y="101"/>
                    <a:pt x="150" y="124"/>
                    <a:pt x="149" y="152"/>
                  </a:cubicBezTo>
                  <a:cubicBezTo>
                    <a:pt x="26" y="224"/>
                    <a:pt x="26" y="224"/>
                    <a:pt x="26" y="224"/>
                  </a:cubicBezTo>
                  <a:cubicBezTo>
                    <a:pt x="13" y="232"/>
                    <a:pt x="4" y="246"/>
                    <a:pt x="2" y="261"/>
                  </a:cubicBezTo>
                  <a:cubicBezTo>
                    <a:pt x="0" y="276"/>
                    <a:pt x="5" y="292"/>
                    <a:pt x="16" y="303"/>
                  </a:cubicBezTo>
                  <a:cubicBezTo>
                    <a:pt x="111" y="400"/>
                    <a:pt x="111" y="400"/>
                    <a:pt x="111" y="400"/>
                  </a:cubicBezTo>
                  <a:cubicBezTo>
                    <a:pt x="112" y="384"/>
                    <a:pt x="116" y="367"/>
                    <a:pt x="124" y="348"/>
                  </a:cubicBezTo>
                  <a:cubicBezTo>
                    <a:pt x="134" y="322"/>
                    <a:pt x="141" y="305"/>
                    <a:pt x="147" y="294"/>
                  </a:cubicBezTo>
                  <a:cubicBezTo>
                    <a:pt x="132" y="278"/>
                    <a:pt x="132" y="278"/>
                    <a:pt x="132" y="278"/>
                  </a:cubicBezTo>
                  <a:cubicBezTo>
                    <a:pt x="179" y="250"/>
                    <a:pt x="179" y="250"/>
                    <a:pt x="179" y="250"/>
                  </a:cubicBezTo>
                  <a:cubicBezTo>
                    <a:pt x="175" y="256"/>
                    <a:pt x="171" y="263"/>
                    <a:pt x="168" y="269"/>
                  </a:cubicBezTo>
                  <a:cubicBezTo>
                    <a:pt x="155" y="292"/>
                    <a:pt x="142" y="319"/>
                    <a:pt x="131" y="351"/>
                  </a:cubicBezTo>
                  <a:cubicBezTo>
                    <a:pt x="123" y="373"/>
                    <a:pt x="116" y="398"/>
                    <a:pt x="111" y="425"/>
                  </a:cubicBezTo>
                  <a:cubicBezTo>
                    <a:pt x="100" y="475"/>
                    <a:pt x="95" y="533"/>
                    <a:pt x="98" y="598"/>
                  </a:cubicBezTo>
                  <a:cubicBezTo>
                    <a:pt x="99" y="626"/>
                    <a:pt x="122" y="647"/>
                    <a:pt x="150" y="646"/>
                  </a:cubicBezTo>
                  <a:cubicBezTo>
                    <a:pt x="171" y="645"/>
                    <a:pt x="188" y="632"/>
                    <a:pt x="195" y="613"/>
                  </a:cubicBezTo>
                  <a:cubicBezTo>
                    <a:pt x="197" y="607"/>
                    <a:pt x="198" y="601"/>
                    <a:pt x="198" y="594"/>
                  </a:cubicBezTo>
                  <a:cubicBezTo>
                    <a:pt x="197" y="572"/>
                    <a:pt x="197" y="551"/>
                    <a:pt x="198" y="531"/>
                  </a:cubicBezTo>
                  <a:cubicBezTo>
                    <a:pt x="201" y="472"/>
                    <a:pt x="212" y="423"/>
                    <a:pt x="226" y="384"/>
                  </a:cubicBezTo>
                  <a:cubicBezTo>
                    <a:pt x="244" y="332"/>
                    <a:pt x="267" y="295"/>
                    <a:pt x="286" y="272"/>
                  </a:cubicBezTo>
                  <a:cubicBezTo>
                    <a:pt x="295" y="260"/>
                    <a:pt x="303" y="252"/>
                    <a:pt x="308" y="247"/>
                  </a:cubicBezTo>
                  <a:cubicBezTo>
                    <a:pt x="308" y="247"/>
                    <a:pt x="308" y="247"/>
                    <a:pt x="308" y="247"/>
                  </a:cubicBezTo>
                  <a:cubicBezTo>
                    <a:pt x="311" y="244"/>
                    <a:pt x="313" y="243"/>
                    <a:pt x="314" y="242"/>
                  </a:cubicBezTo>
                  <a:cubicBezTo>
                    <a:pt x="314" y="241"/>
                    <a:pt x="315" y="241"/>
                    <a:pt x="315" y="2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55"/>
            <p:cNvSpPr>
              <a:spLocks/>
            </p:cNvSpPr>
            <p:nvPr/>
          </p:nvSpPr>
          <p:spPr bwMode="auto">
            <a:xfrm>
              <a:off x="2532063" y="5094288"/>
              <a:ext cx="222250" cy="220663"/>
            </a:xfrm>
            <a:custGeom>
              <a:avLst/>
              <a:gdLst>
                <a:gd name="T0" fmla="*/ 186 w 196"/>
                <a:gd name="T1" fmla="*/ 80 h 196"/>
                <a:gd name="T2" fmla="*/ 80 w 196"/>
                <a:gd name="T3" fmla="*/ 10 h 196"/>
                <a:gd name="T4" fmla="*/ 9 w 196"/>
                <a:gd name="T5" fmla="*/ 115 h 196"/>
                <a:gd name="T6" fmla="*/ 115 w 196"/>
                <a:gd name="T7" fmla="*/ 186 h 196"/>
                <a:gd name="T8" fmla="*/ 186 w 196"/>
                <a:gd name="T9" fmla="*/ 80 h 196"/>
              </a:gdLst>
              <a:ahLst/>
              <a:cxnLst>
                <a:cxn ang="0">
                  <a:pos x="T0" y="T1"/>
                </a:cxn>
                <a:cxn ang="0">
                  <a:pos x="T2" y="T3"/>
                </a:cxn>
                <a:cxn ang="0">
                  <a:pos x="T4" y="T5"/>
                </a:cxn>
                <a:cxn ang="0">
                  <a:pos x="T6" y="T7"/>
                </a:cxn>
                <a:cxn ang="0">
                  <a:pos x="T8" y="T9"/>
                </a:cxn>
              </a:cxnLst>
              <a:rect l="0" t="0" r="r" b="b"/>
              <a:pathLst>
                <a:path w="196" h="196">
                  <a:moveTo>
                    <a:pt x="186" y="80"/>
                  </a:moveTo>
                  <a:cubicBezTo>
                    <a:pt x="176" y="31"/>
                    <a:pt x="129" y="0"/>
                    <a:pt x="80" y="10"/>
                  </a:cubicBezTo>
                  <a:cubicBezTo>
                    <a:pt x="31" y="19"/>
                    <a:pt x="0" y="67"/>
                    <a:pt x="9" y="115"/>
                  </a:cubicBezTo>
                  <a:cubicBezTo>
                    <a:pt x="19" y="164"/>
                    <a:pt x="66" y="196"/>
                    <a:pt x="115" y="186"/>
                  </a:cubicBezTo>
                  <a:cubicBezTo>
                    <a:pt x="164" y="176"/>
                    <a:pt x="196" y="129"/>
                    <a:pt x="186"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56"/>
            <p:cNvSpPr>
              <a:spLocks/>
            </p:cNvSpPr>
            <p:nvPr/>
          </p:nvSpPr>
          <p:spPr bwMode="auto">
            <a:xfrm>
              <a:off x="2681288" y="4946650"/>
              <a:ext cx="260350" cy="268288"/>
            </a:xfrm>
            <a:custGeom>
              <a:avLst/>
              <a:gdLst>
                <a:gd name="T0" fmla="*/ 227 w 231"/>
                <a:gd name="T1" fmla="*/ 146 h 238"/>
                <a:gd name="T2" fmla="*/ 152 w 231"/>
                <a:gd name="T3" fmla="*/ 123 h 238"/>
                <a:gd name="T4" fmla="*/ 194 w 231"/>
                <a:gd name="T5" fmla="*/ 67 h 238"/>
                <a:gd name="T6" fmla="*/ 194 w 231"/>
                <a:gd name="T7" fmla="*/ 60 h 238"/>
                <a:gd name="T8" fmla="*/ 188 w 231"/>
                <a:gd name="T9" fmla="*/ 57 h 238"/>
                <a:gd name="T10" fmla="*/ 114 w 231"/>
                <a:gd name="T11" fmla="*/ 74 h 238"/>
                <a:gd name="T12" fmla="*/ 128 w 231"/>
                <a:gd name="T13" fmla="*/ 8 h 238"/>
                <a:gd name="T14" fmla="*/ 125 w 231"/>
                <a:gd name="T15" fmla="*/ 1 h 238"/>
                <a:gd name="T16" fmla="*/ 118 w 231"/>
                <a:gd name="T17" fmla="*/ 2 h 238"/>
                <a:gd name="T18" fmla="*/ 53 w 231"/>
                <a:gd name="T19" fmla="*/ 58 h 238"/>
                <a:gd name="T20" fmla="*/ 30 w 231"/>
                <a:gd name="T21" fmla="*/ 12 h 238"/>
                <a:gd name="T22" fmla="*/ 24 w 231"/>
                <a:gd name="T23" fmla="*/ 9 h 238"/>
                <a:gd name="T24" fmla="*/ 19 w 231"/>
                <a:gd name="T25" fmla="*/ 13 h 238"/>
                <a:gd name="T26" fmla="*/ 1 w 231"/>
                <a:gd name="T27" fmla="*/ 69 h 238"/>
                <a:gd name="T28" fmla="*/ 5 w 231"/>
                <a:gd name="T29" fmla="*/ 76 h 238"/>
                <a:gd name="T30" fmla="*/ 13 w 231"/>
                <a:gd name="T31" fmla="*/ 72 h 238"/>
                <a:gd name="T32" fmla="*/ 26 w 231"/>
                <a:gd name="T33" fmla="*/ 31 h 238"/>
                <a:gd name="T34" fmla="*/ 46 w 231"/>
                <a:gd name="T35" fmla="*/ 70 h 238"/>
                <a:gd name="T36" fmla="*/ 50 w 231"/>
                <a:gd name="T37" fmla="*/ 73 h 238"/>
                <a:gd name="T38" fmla="*/ 55 w 231"/>
                <a:gd name="T39" fmla="*/ 72 h 238"/>
                <a:gd name="T40" fmla="*/ 113 w 231"/>
                <a:gd name="T41" fmla="*/ 23 h 238"/>
                <a:gd name="T42" fmla="*/ 101 w 231"/>
                <a:gd name="T43" fmla="*/ 81 h 238"/>
                <a:gd name="T44" fmla="*/ 103 w 231"/>
                <a:gd name="T45" fmla="*/ 86 h 238"/>
                <a:gd name="T46" fmla="*/ 108 w 231"/>
                <a:gd name="T47" fmla="*/ 88 h 238"/>
                <a:gd name="T48" fmla="*/ 175 w 231"/>
                <a:gd name="T49" fmla="*/ 73 h 238"/>
                <a:gd name="T50" fmla="*/ 137 w 231"/>
                <a:gd name="T51" fmla="*/ 123 h 238"/>
                <a:gd name="T52" fmla="*/ 136 w 231"/>
                <a:gd name="T53" fmla="*/ 128 h 238"/>
                <a:gd name="T54" fmla="*/ 140 w 231"/>
                <a:gd name="T55" fmla="*/ 132 h 238"/>
                <a:gd name="T56" fmla="*/ 206 w 231"/>
                <a:gd name="T57" fmla="*/ 152 h 238"/>
                <a:gd name="T58" fmla="*/ 139 w 231"/>
                <a:gd name="T59" fmla="*/ 176 h 238"/>
                <a:gd name="T60" fmla="*/ 135 w 231"/>
                <a:gd name="T61" fmla="*/ 180 h 238"/>
                <a:gd name="T62" fmla="*/ 137 w 231"/>
                <a:gd name="T63" fmla="*/ 185 h 238"/>
                <a:gd name="T64" fmla="*/ 174 w 231"/>
                <a:gd name="T65" fmla="*/ 225 h 238"/>
                <a:gd name="T66" fmla="*/ 128 w 231"/>
                <a:gd name="T67" fmla="*/ 220 h 238"/>
                <a:gd name="T68" fmla="*/ 121 w 231"/>
                <a:gd name="T69" fmla="*/ 226 h 238"/>
                <a:gd name="T70" fmla="*/ 127 w 231"/>
                <a:gd name="T71" fmla="*/ 232 h 238"/>
                <a:gd name="T72" fmla="*/ 127 w 231"/>
                <a:gd name="T73" fmla="*/ 232 h 238"/>
                <a:gd name="T74" fmla="*/ 189 w 231"/>
                <a:gd name="T75" fmla="*/ 238 h 238"/>
                <a:gd name="T76" fmla="*/ 189 w 231"/>
                <a:gd name="T77" fmla="*/ 238 h 238"/>
                <a:gd name="T78" fmla="*/ 195 w 231"/>
                <a:gd name="T79" fmla="*/ 235 h 238"/>
                <a:gd name="T80" fmla="*/ 194 w 231"/>
                <a:gd name="T81" fmla="*/ 228 h 238"/>
                <a:gd name="T82" fmla="*/ 152 w 231"/>
                <a:gd name="T83" fmla="*/ 184 h 238"/>
                <a:gd name="T84" fmla="*/ 227 w 231"/>
                <a:gd name="T85" fmla="*/ 157 h 238"/>
                <a:gd name="T86" fmla="*/ 231 w 231"/>
                <a:gd name="T87" fmla="*/ 151 h 238"/>
                <a:gd name="T88" fmla="*/ 227 w 231"/>
                <a:gd name="T89" fmla="*/ 146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31" h="238">
                  <a:moveTo>
                    <a:pt x="227" y="146"/>
                  </a:moveTo>
                  <a:cubicBezTo>
                    <a:pt x="152" y="123"/>
                    <a:pt x="152" y="123"/>
                    <a:pt x="152" y="123"/>
                  </a:cubicBezTo>
                  <a:cubicBezTo>
                    <a:pt x="194" y="67"/>
                    <a:pt x="194" y="67"/>
                    <a:pt x="194" y="67"/>
                  </a:cubicBezTo>
                  <a:cubicBezTo>
                    <a:pt x="196" y="65"/>
                    <a:pt x="196" y="62"/>
                    <a:pt x="194" y="60"/>
                  </a:cubicBezTo>
                  <a:cubicBezTo>
                    <a:pt x="193" y="58"/>
                    <a:pt x="191" y="57"/>
                    <a:pt x="188" y="57"/>
                  </a:cubicBezTo>
                  <a:cubicBezTo>
                    <a:pt x="114" y="74"/>
                    <a:pt x="114" y="74"/>
                    <a:pt x="114" y="74"/>
                  </a:cubicBezTo>
                  <a:cubicBezTo>
                    <a:pt x="128" y="8"/>
                    <a:pt x="128" y="8"/>
                    <a:pt x="128" y="8"/>
                  </a:cubicBezTo>
                  <a:cubicBezTo>
                    <a:pt x="128" y="5"/>
                    <a:pt x="127" y="3"/>
                    <a:pt x="125" y="1"/>
                  </a:cubicBezTo>
                  <a:cubicBezTo>
                    <a:pt x="123" y="0"/>
                    <a:pt x="120" y="0"/>
                    <a:pt x="118" y="2"/>
                  </a:cubicBezTo>
                  <a:cubicBezTo>
                    <a:pt x="53" y="58"/>
                    <a:pt x="53" y="58"/>
                    <a:pt x="53" y="58"/>
                  </a:cubicBezTo>
                  <a:cubicBezTo>
                    <a:pt x="30" y="12"/>
                    <a:pt x="30" y="12"/>
                    <a:pt x="30" y="12"/>
                  </a:cubicBezTo>
                  <a:cubicBezTo>
                    <a:pt x="29" y="10"/>
                    <a:pt x="27" y="8"/>
                    <a:pt x="24" y="9"/>
                  </a:cubicBezTo>
                  <a:cubicBezTo>
                    <a:pt x="22" y="9"/>
                    <a:pt x="20" y="11"/>
                    <a:pt x="19" y="13"/>
                  </a:cubicBezTo>
                  <a:cubicBezTo>
                    <a:pt x="1" y="69"/>
                    <a:pt x="1" y="69"/>
                    <a:pt x="1" y="69"/>
                  </a:cubicBezTo>
                  <a:cubicBezTo>
                    <a:pt x="0" y="72"/>
                    <a:pt x="2" y="75"/>
                    <a:pt x="5" y="76"/>
                  </a:cubicBezTo>
                  <a:cubicBezTo>
                    <a:pt x="8" y="77"/>
                    <a:pt x="12" y="75"/>
                    <a:pt x="13" y="72"/>
                  </a:cubicBezTo>
                  <a:cubicBezTo>
                    <a:pt x="26" y="31"/>
                    <a:pt x="26" y="31"/>
                    <a:pt x="26" y="31"/>
                  </a:cubicBezTo>
                  <a:cubicBezTo>
                    <a:pt x="46" y="70"/>
                    <a:pt x="46" y="70"/>
                    <a:pt x="46" y="70"/>
                  </a:cubicBezTo>
                  <a:cubicBezTo>
                    <a:pt x="47" y="72"/>
                    <a:pt x="48" y="73"/>
                    <a:pt x="50" y="73"/>
                  </a:cubicBezTo>
                  <a:cubicBezTo>
                    <a:pt x="52" y="74"/>
                    <a:pt x="54" y="73"/>
                    <a:pt x="55" y="72"/>
                  </a:cubicBezTo>
                  <a:cubicBezTo>
                    <a:pt x="113" y="23"/>
                    <a:pt x="113" y="23"/>
                    <a:pt x="113" y="23"/>
                  </a:cubicBezTo>
                  <a:cubicBezTo>
                    <a:pt x="101" y="81"/>
                    <a:pt x="101" y="81"/>
                    <a:pt x="101" y="81"/>
                  </a:cubicBezTo>
                  <a:cubicBezTo>
                    <a:pt x="100" y="83"/>
                    <a:pt x="101" y="85"/>
                    <a:pt x="103" y="86"/>
                  </a:cubicBezTo>
                  <a:cubicBezTo>
                    <a:pt x="104" y="88"/>
                    <a:pt x="106" y="88"/>
                    <a:pt x="108" y="88"/>
                  </a:cubicBezTo>
                  <a:cubicBezTo>
                    <a:pt x="175" y="73"/>
                    <a:pt x="175" y="73"/>
                    <a:pt x="175" y="73"/>
                  </a:cubicBezTo>
                  <a:cubicBezTo>
                    <a:pt x="137" y="123"/>
                    <a:pt x="137" y="123"/>
                    <a:pt x="137" y="123"/>
                  </a:cubicBezTo>
                  <a:cubicBezTo>
                    <a:pt x="136" y="124"/>
                    <a:pt x="135" y="126"/>
                    <a:pt x="136" y="128"/>
                  </a:cubicBezTo>
                  <a:cubicBezTo>
                    <a:pt x="137" y="130"/>
                    <a:pt x="138" y="131"/>
                    <a:pt x="140" y="132"/>
                  </a:cubicBezTo>
                  <a:cubicBezTo>
                    <a:pt x="206" y="152"/>
                    <a:pt x="206" y="152"/>
                    <a:pt x="206" y="152"/>
                  </a:cubicBezTo>
                  <a:cubicBezTo>
                    <a:pt x="139" y="176"/>
                    <a:pt x="139" y="176"/>
                    <a:pt x="139" y="176"/>
                  </a:cubicBezTo>
                  <a:cubicBezTo>
                    <a:pt x="137" y="176"/>
                    <a:pt x="136" y="178"/>
                    <a:pt x="135" y="180"/>
                  </a:cubicBezTo>
                  <a:cubicBezTo>
                    <a:pt x="135" y="182"/>
                    <a:pt x="135" y="184"/>
                    <a:pt x="137" y="185"/>
                  </a:cubicBezTo>
                  <a:cubicBezTo>
                    <a:pt x="174" y="225"/>
                    <a:pt x="174" y="225"/>
                    <a:pt x="174" y="225"/>
                  </a:cubicBezTo>
                  <a:cubicBezTo>
                    <a:pt x="128" y="220"/>
                    <a:pt x="128" y="220"/>
                    <a:pt x="128" y="220"/>
                  </a:cubicBezTo>
                  <a:cubicBezTo>
                    <a:pt x="124" y="220"/>
                    <a:pt x="122" y="223"/>
                    <a:pt x="121" y="226"/>
                  </a:cubicBezTo>
                  <a:cubicBezTo>
                    <a:pt x="121" y="229"/>
                    <a:pt x="123" y="232"/>
                    <a:pt x="127" y="232"/>
                  </a:cubicBezTo>
                  <a:cubicBezTo>
                    <a:pt x="127" y="232"/>
                    <a:pt x="127" y="232"/>
                    <a:pt x="127" y="232"/>
                  </a:cubicBezTo>
                  <a:cubicBezTo>
                    <a:pt x="189" y="238"/>
                    <a:pt x="189" y="238"/>
                    <a:pt x="189" y="238"/>
                  </a:cubicBezTo>
                  <a:cubicBezTo>
                    <a:pt x="189" y="238"/>
                    <a:pt x="189" y="238"/>
                    <a:pt x="189" y="238"/>
                  </a:cubicBezTo>
                  <a:cubicBezTo>
                    <a:pt x="192" y="238"/>
                    <a:pt x="194" y="237"/>
                    <a:pt x="195" y="235"/>
                  </a:cubicBezTo>
                  <a:cubicBezTo>
                    <a:pt x="196" y="232"/>
                    <a:pt x="195" y="230"/>
                    <a:pt x="194" y="228"/>
                  </a:cubicBezTo>
                  <a:cubicBezTo>
                    <a:pt x="152" y="184"/>
                    <a:pt x="152" y="184"/>
                    <a:pt x="152" y="184"/>
                  </a:cubicBezTo>
                  <a:cubicBezTo>
                    <a:pt x="227" y="157"/>
                    <a:pt x="227" y="157"/>
                    <a:pt x="227" y="157"/>
                  </a:cubicBezTo>
                  <a:cubicBezTo>
                    <a:pt x="230" y="156"/>
                    <a:pt x="231" y="154"/>
                    <a:pt x="231" y="151"/>
                  </a:cubicBezTo>
                  <a:cubicBezTo>
                    <a:pt x="231" y="149"/>
                    <a:pt x="229" y="146"/>
                    <a:pt x="227" y="1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1" name="组合 50"/>
          <p:cNvGrpSpPr/>
          <p:nvPr/>
        </p:nvGrpSpPr>
        <p:grpSpPr>
          <a:xfrm>
            <a:off x="2919580" y="5199689"/>
            <a:ext cx="2551793" cy="880579"/>
            <a:chOff x="3171826" y="5230813"/>
            <a:chExt cx="2792413" cy="963613"/>
          </a:xfrm>
          <a:solidFill>
            <a:schemeClr val="tx1">
              <a:lumMod val="65000"/>
              <a:lumOff val="35000"/>
            </a:schemeClr>
          </a:solidFill>
        </p:grpSpPr>
        <p:sp>
          <p:nvSpPr>
            <p:cNvPr id="52" name="Freeform 49"/>
            <p:cNvSpPr>
              <a:spLocks noEditPoints="1"/>
            </p:cNvSpPr>
            <p:nvPr/>
          </p:nvSpPr>
          <p:spPr bwMode="auto">
            <a:xfrm>
              <a:off x="3171826" y="5230813"/>
              <a:ext cx="2759075" cy="769938"/>
            </a:xfrm>
            <a:custGeom>
              <a:avLst/>
              <a:gdLst>
                <a:gd name="T0" fmla="*/ 2370 w 2442"/>
                <a:gd name="T1" fmla="*/ 585 h 681"/>
                <a:gd name="T2" fmla="*/ 2418 w 2442"/>
                <a:gd name="T3" fmla="*/ 485 h 681"/>
                <a:gd name="T4" fmla="*/ 2026 w 2442"/>
                <a:gd name="T5" fmla="*/ 284 h 681"/>
                <a:gd name="T6" fmla="*/ 1336 w 2442"/>
                <a:gd name="T7" fmla="*/ 0 h 681"/>
                <a:gd name="T8" fmla="*/ 642 w 2442"/>
                <a:gd name="T9" fmla="*/ 283 h 681"/>
                <a:gd name="T10" fmla="*/ 78 w 2442"/>
                <a:gd name="T11" fmla="*/ 585 h 681"/>
                <a:gd name="T12" fmla="*/ 0 w 2442"/>
                <a:gd name="T13" fmla="*/ 620 h 681"/>
                <a:gd name="T14" fmla="*/ 35 w 2442"/>
                <a:gd name="T15" fmla="*/ 681 h 681"/>
                <a:gd name="T16" fmla="*/ 453 w 2442"/>
                <a:gd name="T17" fmla="*/ 500 h 681"/>
                <a:gd name="T18" fmla="*/ 1779 w 2442"/>
                <a:gd name="T19" fmla="*/ 681 h 681"/>
                <a:gd name="T20" fmla="*/ 2171 w 2442"/>
                <a:gd name="T21" fmla="*/ 681 h 681"/>
                <a:gd name="T22" fmla="*/ 2442 w 2442"/>
                <a:gd name="T23" fmla="*/ 647 h 681"/>
                <a:gd name="T24" fmla="*/ 2408 w 2442"/>
                <a:gd name="T25" fmla="*/ 585 h 681"/>
                <a:gd name="T26" fmla="*/ 1282 w 2442"/>
                <a:gd name="T27" fmla="*/ 354 h 681"/>
                <a:gd name="T28" fmla="*/ 1166 w 2442"/>
                <a:gd name="T29" fmla="*/ 341 h 681"/>
                <a:gd name="T30" fmla="*/ 1180 w 2442"/>
                <a:gd name="T31" fmla="*/ 313 h 681"/>
                <a:gd name="T32" fmla="*/ 1296 w 2442"/>
                <a:gd name="T33" fmla="*/ 327 h 681"/>
                <a:gd name="T34" fmla="*/ 1318 w 2442"/>
                <a:gd name="T35" fmla="*/ 279 h 681"/>
                <a:gd name="T36" fmla="*/ 1113 w 2442"/>
                <a:gd name="T37" fmla="*/ 220 h 681"/>
                <a:gd name="T38" fmla="*/ 965 w 2442"/>
                <a:gd name="T39" fmla="*/ 269 h 681"/>
                <a:gd name="T40" fmla="*/ 837 w 2442"/>
                <a:gd name="T41" fmla="*/ 269 h 681"/>
                <a:gd name="T42" fmla="*/ 741 w 2442"/>
                <a:gd name="T43" fmla="*/ 279 h 681"/>
                <a:gd name="T44" fmla="*/ 1037 w 2442"/>
                <a:gd name="T45" fmla="*/ 71 h 681"/>
                <a:gd name="T46" fmla="*/ 1118 w 2442"/>
                <a:gd name="T47" fmla="*/ 209 h 681"/>
                <a:gd name="T48" fmla="*/ 1178 w 2442"/>
                <a:gd name="T49" fmla="*/ 58 h 681"/>
                <a:gd name="T50" fmla="*/ 1318 w 2442"/>
                <a:gd name="T51" fmla="*/ 279 h 681"/>
                <a:gd name="T52" fmla="*/ 1921 w 2442"/>
                <a:gd name="T53" fmla="*/ 354 h 681"/>
                <a:gd name="T54" fmla="*/ 1805 w 2442"/>
                <a:gd name="T55" fmla="*/ 341 h 681"/>
                <a:gd name="T56" fmla="*/ 1819 w 2442"/>
                <a:gd name="T57" fmla="*/ 313 h 681"/>
                <a:gd name="T58" fmla="*/ 1935 w 2442"/>
                <a:gd name="T59" fmla="*/ 327 h 681"/>
                <a:gd name="T60" fmla="*/ 1373 w 2442"/>
                <a:gd name="T61" fmla="*/ 279 h 681"/>
                <a:gd name="T62" fmla="*/ 1769 w 2442"/>
                <a:gd name="T63" fmla="*/ 90 h 681"/>
                <a:gd name="T64" fmla="*/ 1373 w 2442"/>
                <a:gd name="T65" fmla="*/ 279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42" h="681">
                  <a:moveTo>
                    <a:pt x="2408" y="585"/>
                  </a:moveTo>
                  <a:cubicBezTo>
                    <a:pt x="2370" y="585"/>
                    <a:pt x="2370" y="585"/>
                    <a:pt x="2370" y="585"/>
                  </a:cubicBezTo>
                  <a:cubicBezTo>
                    <a:pt x="2373" y="572"/>
                    <a:pt x="2373" y="572"/>
                    <a:pt x="2373" y="572"/>
                  </a:cubicBezTo>
                  <a:cubicBezTo>
                    <a:pt x="2418" y="485"/>
                    <a:pt x="2418" y="485"/>
                    <a:pt x="2418" y="485"/>
                  </a:cubicBezTo>
                  <a:cubicBezTo>
                    <a:pt x="2418" y="485"/>
                    <a:pt x="2434" y="367"/>
                    <a:pt x="2418" y="354"/>
                  </a:cubicBezTo>
                  <a:cubicBezTo>
                    <a:pt x="2402" y="341"/>
                    <a:pt x="2026" y="284"/>
                    <a:pt x="2026" y="284"/>
                  </a:cubicBezTo>
                  <a:cubicBezTo>
                    <a:pt x="2026" y="284"/>
                    <a:pt x="1832" y="64"/>
                    <a:pt x="1794" y="44"/>
                  </a:cubicBezTo>
                  <a:cubicBezTo>
                    <a:pt x="1756" y="24"/>
                    <a:pt x="1528" y="0"/>
                    <a:pt x="1336" y="0"/>
                  </a:cubicBezTo>
                  <a:cubicBezTo>
                    <a:pt x="1144" y="0"/>
                    <a:pt x="936" y="24"/>
                    <a:pt x="904" y="48"/>
                  </a:cubicBezTo>
                  <a:cubicBezTo>
                    <a:pt x="872" y="73"/>
                    <a:pt x="642" y="283"/>
                    <a:pt x="642" y="283"/>
                  </a:cubicBezTo>
                  <a:cubicBezTo>
                    <a:pt x="642" y="283"/>
                    <a:pt x="31" y="351"/>
                    <a:pt x="31" y="446"/>
                  </a:cubicBezTo>
                  <a:cubicBezTo>
                    <a:pt x="31" y="464"/>
                    <a:pt x="55" y="529"/>
                    <a:pt x="78" y="585"/>
                  </a:cubicBezTo>
                  <a:cubicBezTo>
                    <a:pt x="35" y="585"/>
                    <a:pt x="35" y="585"/>
                    <a:pt x="35" y="585"/>
                  </a:cubicBezTo>
                  <a:cubicBezTo>
                    <a:pt x="16" y="585"/>
                    <a:pt x="0" y="601"/>
                    <a:pt x="0" y="620"/>
                  </a:cubicBezTo>
                  <a:cubicBezTo>
                    <a:pt x="0" y="647"/>
                    <a:pt x="0" y="647"/>
                    <a:pt x="0" y="647"/>
                  </a:cubicBezTo>
                  <a:cubicBezTo>
                    <a:pt x="0" y="666"/>
                    <a:pt x="16" y="681"/>
                    <a:pt x="35" y="681"/>
                  </a:cubicBezTo>
                  <a:cubicBezTo>
                    <a:pt x="257" y="681"/>
                    <a:pt x="257" y="681"/>
                    <a:pt x="257" y="681"/>
                  </a:cubicBezTo>
                  <a:cubicBezTo>
                    <a:pt x="264" y="580"/>
                    <a:pt x="349" y="500"/>
                    <a:pt x="453" y="500"/>
                  </a:cubicBezTo>
                  <a:cubicBezTo>
                    <a:pt x="556" y="500"/>
                    <a:pt x="641" y="580"/>
                    <a:pt x="648" y="681"/>
                  </a:cubicBezTo>
                  <a:cubicBezTo>
                    <a:pt x="1779" y="681"/>
                    <a:pt x="1779" y="681"/>
                    <a:pt x="1779" y="681"/>
                  </a:cubicBezTo>
                  <a:cubicBezTo>
                    <a:pt x="1786" y="580"/>
                    <a:pt x="1871" y="500"/>
                    <a:pt x="1975" y="500"/>
                  </a:cubicBezTo>
                  <a:cubicBezTo>
                    <a:pt x="2078" y="500"/>
                    <a:pt x="2163" y="580"/>
                    <a:pt x="2171" y="681"/>
                  </a:cubicBezTo>
                  <a:cubicBezTo>
                    <a:pt x="2408" y="681"/>
                    <a:pt x="2408" y="681"/>
                    <a:pt x="2408" y="681"/>
                  </a:cubicBezTo>
                  <a:cubicBezTo>
                    <a:pt x="2427" y="681"/>
                    <a:pt x="2442" y="666"/>
                    <a:pt x="2442" y="647"/>
                  </a:cubicBezTo>
                  <a:cubicBezTo>
                    <a:pt x="2442" y="620"/>
                    <a:pt x="2442" y="620"/>
                    <a:pt x="2442" y="620"/>
                  </a:cubicBezTo>
                  <a:cubicBezTo>
                    <a:pt x="2442" y="601"/>
                    <a:pt x="2427" y="585"/>
                    <a:pt x="2408" y="585"/>
                  </a:cubicBezTo>
                  <a:close/>
                  <a:moveTo>
                    <a:pt x="1296" y="341"/>
                  </a:moveTo>
                  <a:cubicBezTo>
                    <a:pt x="1296" y="348"/>
                    <a:pt x="1289" y="354"/>
                    <a:pt x="1282" y="354"/>
                  </a:cubicBezTo>
                  <a:cubicBezTo>
                    <a:pt x="1180" y="354"/>
                    <a:pt x="1180" y="354"/>
                    <a:pt x="1180" y="354"/>
                  </a:cubicBezTo>
                  <a:cubicBezTo>
                    <a:pt x="1172" y="354"/>
                    <a:pt x="1166" y="348"/>
                    <a:pt x="1166" y="341"/>
                  </a:cubicBezTo>
                  <a:cubicBezTo>
                    <a:pt x="1166" y="327"/>
                    <a:pt x="1166" y="327"/>
                    <a:pt x="1166" y="327"/>
                  </a:cubicBezTo>
                  <a:cubicBezTo>
                    <a:pt x="1166" y="319"/>
                    <a:pt x="1172" y="313"/>
                    <a:pt x="1180" y="313"/>
                  </a:cubicBezTo>
                  <a:cubicBezTo>
                    <a:pt x="1282" y="313"/>
                    <a:pt x="1282" y="313"/>
                    <a:pt x="1282" y="313"/>
                  </a:cubicBezTo>
                  <a:cubicBezTo>
                    <a:pt x="1289" y="313"/>
                    <a:pt x="1296" y="319"/>
                    <a:pt x="1296" y="327"/>
                  </a:cubicBezTo>
                  <a:lnTo>
                    <a:pt x="1296" y="341"/>
                  </a:lnTo>
                  <a:close/>
                  <a:moveTo>
                    <a:pt x="1318" y="279"/>
                  </a:moveTo>
                  <a:cubicBezTo>
                    <a:pt x="1196" y="279"/>
                    <a:pt x="1196" y="279"/>
                    <a:pt x="1196" y="279"/>
                  </a:cubicBezTo>
                  <a:cubicBezTo>
                    <a:pt x="1179" y="237"/>
                    <a:pt x="1143" y="218"/>
                    <a:pt x="1113" y="220"/>
                  </a:cubicBezTo>
                  <a:cubicBezTo>
                    <a:pt x="1101" y="221"/>
                    <a:pt x="1091" y="226"/>
                    <a:pt x="1082" y="235"/>
                  </a:cubicBezTo>
                  <a:cubicBezTo>
                    <a:pt x="1067" y="245"/>
                    <a:pt x="1023" y="269"/>
                    <a:pt x="965" y="269"/>
                  </a:cubicBezTo>
                  <a:cubicBezTo>
                    <a:pt x="939" y="269"/>
                    <a:pt x="910" y="264"/>
                    <a:pt x="879" y="251"/>
                  </a:cubicBezTo>
                  <a:cubicBezTo>
                    <a:pt x="862" y="245"/>
                    <a:pt x="844" y="252"/>
                    <a:pt x="837" y="269"/>
                  </a:cubicBezTo>
                  <a:cubicBezTo>
                    <a:pt x="836" y="272"/>
                    <a:pt x="835" y="276"/>
                    <a:pt x="835" y="279"/>
                  </a:cubicBezTo>
                  <a:cubicBezTo>
                    <a:pt x="741" y="279"/>
                    <a:pt x="741" y="279"/>
                    <a:pt x="741" y="279"/>
                  </a:cubicBezTo>
                  <a:cubicBezTo>
                    <a:pt x="825" y="188"/>
                    <a:pt x="916" y="106"/>
                    <a:pt x="934" y="91"/>
                  </a:cubicBezTo>
                  <a:cubicBezTo>
                    <a:pt x="948" y="85"/>
                    <a:pt x="985" y="77"/>
                    <a:pt x="1037" y="71"/>
                  </a:cubicBezTo>
                  <a:cubicBezTo>
                    <a:pt x="1028" y="86"/>
                    <a:pt x="1022" y="104"/>
                    <a:pt x="1023" y="124"/>
                  </a:cubicBezTo>
                  <a:cubicBezTo>
                    <a:pt x="1026" y="174"/>
                    <a:pt x="1068" y="212"/>
                    <a:pt x="1118" y="209"/>
                  </a:cubicBezTo>
                  <a:cubicBezTo>
                    <a:pt x="1167" y="207"/>
                    <a:pt x="1205" y="165"/>
                    <a:pt x="1203" y="115"/>
                  </a:cubicBezTo>
                  <a:cubicBezTo>
                    <a:pt x="1202" y="93"/>
                    <a:pt x="1193" y="73"/>
                    <a:pt x="1178" y="58"/>
                  </a:cubicBezTo>
                  <a:cubicBezTo>
                    <a:pt x="1222" y="55"/>
                    <a:pt x="1270" y="53"/>
                    <a:pt x="1318" y="53"/>
                  </a:cubicBezTo>
                  <a:lnTo>
                    <a:pt x="1318" y="279"/>
                  </a:lnTo>
                  <a:close/>
                  <a:moveTo>
                    <a:pt x="1935" y="341"/>
                  </a:moveTo>
                  <a:cubicBezTo>
                    <a:pt x="1935" y="348"/>
                    <a:pt x="1929" y="354"/>
                    <a:pt x="1921" y="354"/>
                  </a:cubicBezTo>
                  <a:cubicBezTo>
                    <a:pt x="1819" y="354"/>
                    <a:pt x="1819" y="354"/>
                    <a:pt x="1819" y="354"/>
                  </a:cubicBezTo>
                  <a:cubicBezTo>
                    <a:pt x="1812" y="354"/>
                    <a:pt x="1805" y="348"/>
                    <a:pt x="1805" y="341"/>
                  </a:cubicBezTo>
                  <a:cubicBezTo>
                    <a:pt x="1805" y="327"/>
                    <a:pt x="1805" y="327"/>
                    <a:pt x="1805" y="327"/>
                  </a:cubicBezTo>
                  <a:cubicBezTo>
                    <a:pt x="1805" y="319"/>
                    <a:pt x="1812" y="313"/>
                    <a:pt x="1819" y="313"/>
                  </a:cubicBezTo>
                  <a:cubicBezTo>
                    <a:pt x="1921" y="313"/>
                    <a:pt x="1921" y="313"/>
                    <a:pt x="1921" y="313"/>
                  </a:cubicBezTo>
                  <a:cubicBezTo>
                    <a:pt x="1929" y="313"/>
                    <a:pt x="1935" y="319"/>
                    <a:pt x="1935" y="327"/>
                  </a:cubicBezTo>
                  <a:lnTo>
                    <a:pt x="1935" y="341"/>
                  </a:lnTo>
                  <a:close/>
                  <a:moveTo>
                    <a:pt x="1373" y="279"/>
                  </a:moveTo>
                  <a:cubicBezTo>
                    <a:pt x="1373" y="53"/>
                    <a:pt x="1373" y="53"/>
                    <a:pt x="1373" y="53"/>
                  </a:cubicBezTo>
                  <a:cubicBezTo>
                    <a:pt x="1560" y="56"/>
                    <a:pt x="1739" y="78"/>
                    <a:pt x="1769" y="90"/>
                  </a:cubicBezTo>
                  <a:cubicBezTo>
                    <a:pt x="1791" y="105"/>
                    <a:pt x="1873" y="193"/>
                    <a:pt x="1951" y="279"/>
                  </a:cubicBezTo>
                  <a:lnTo>
                    <a:pt x="1373" y="2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50"/>
            <p:cNvSpPr>
              <a:spLocks noEditPoints="1"/>
            </p:cNvSpPr>
            <p:nvPr/>
          </p:nvSpPr>
          <p:spPr bwMode="auto">
            <a:xfrm>
              <a:off x="5224463" y="5840413"/>
              <a:ext cx="355600" cy="354013"/>
            </a:xfrm>
            <a:custGeom>
              <a:avLst/>
              <a:gdLst>
                <a:gd name="T0" fmla="*/ 157 w 314"/>
                <a:gd name="T1" fmla="*/ 0 h 314"/>
                <a:gd name="T2" fmla="*/ 0 w 314"/>
                <a:gd name="T3" fmla="*/ 142 h 314"/>
                <a:gd name="T4" fmla="*/ 0 w 314"/>
                <a:gd name="T5" fmla="*/ 157 h 314"/>
                <a:gd name="T6" fmla="*/ 157 w 314"/>
                <a:gd name="T7" fmla="*/ 314 h 314"/>
                <a:gd name="T8" fmla="*/ 314 w 314"/>
                <a:gd name="T9" fmla="*/ 157 h 314"/>
                <a:gd name="T10" fmla="*/ 313 w 314"/>
                <a:gd name="T11" fmla="*/ 142 h 314"/>
                <a:gd name="T12" fmla="*/ 157 w 314"/>
                <a:gd name="T13" fmla="*/ 0 h 314"/>
                <a:gd name="T14" fmla="*/ 157 w 314"/>
                <a:gd name="T15" fmla="*/ 215 h 314"/>
                <a:gd name="T16" fmla="*/ 98 w 314"/>
                <a:gd name="T17" fmla="*/ 157 h 314"/>
                <a:gd name="T18" fmla="*/ 99 w 314"/>
                <a:gd name="T19" fmla="*/ 151 h 314"/>
                <a:gd name="T20" fmla="*/ 157 w 314"/>
                <a:gd name="T21" fmla="*/ 99 h 314"/>
                <a:gd name="T22" fmla="*/ 215 w 314"/>
                <a:gd name="T23" fmla="*/ 151 h 314"/>
                <a:gd name="T24" fmla="*/ 215 w 314"/>
                <a:gd name="T25" fmla="*/ 157 h 314"/>
                <a:gd name="T26" fmla="*/ 157 w 314"/>
                <a:gd name="T27" fmla="*/ 215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14" h="314">
                  <a:moveTo>
                    <a:pt x="157" y="0"/>
                  </a:moveTo>
                  <a:cubicBezTo>
                    <a:pt x="75" y="0"/>
                    <a:pt x="8" y="63"/>
                    <a:pt x="0" y="142"/>
                  </a:cubicBezTo>
                  <a:cubicBezTo>
                    <a:pt x="0" y="147"/>
                    <a:pt x="0" y="152"/>
                    <a:pt x="0" y="157"/>
                  </a:cubicBezTo>
                  <a:cubicBezTo>
                    <a:pt x="0" y="244"/>
                    <a:pt x="70" y="314"/>
                    <a:pt x="157" y="314"/>
                  </a:cubicBezTo>
                  <a:cubicBezTo>
                    <a:pt x="243" y="314"/>
                    <a:pt x="314" y="244"/>
                    <a:pt x="314" y="157"/>
                  </a:cubicBezTo>
                  <a:cubicBezTo>
                    <a:pt x="314" y="152"/>
                    <a:pt x="314" y="147"/>
                    <a:pt x="313" y="142"/>
                  </a:cubicBezTo>
                  <a:cubicBezTo>
                    <a:pt x="306" y="63"/>
                    <a:pt x="239" y="0"/>
                    <a:pt x="157" y="0"/>
                  </a:cubicBezTo>
                  <a:close/>
                  <a:moveTo>
                    <a:pt x="157" y="215"/>
                  </a:moveTo>
                  <a:cubicBezTo>
                    <a:pt x="125" y="215"/>
                    <a:pt x="98" y="189"/>
                    <a:pt x="98" y="157"/>
                  </a:cubicBezTo>
                  <a:cubicBezTo>
                    <a:pt x="98" y="155"/>
                    <a:pt x="99" y="153"/>
                    <a:pt x="99" y="151"/>
                  </a:cubicBezTo>
                  <a:cubicBezTo>
                    <a:pt x="102" y="122"/>
                    <a:pt x="126" y="99"/>
                    <a:pt x="157" y="99"/>
                  </a:cubicBezTo>
                  <a:cubicBezTo>
                    <a:pt x="187" y="99"/>
                    <a:pt x="212" y="122"/>
                    <a:pt x="215" y="151"/>
                  </a:cubicBezTo>
                  <a:cubicBezTo>
                    <a:pt x="215" y="153"/>
                    <a:pt x="215" y="155"/>
                    <a:pt x="215" y="157"/>
                  </a:cubicBezTo>
                  <a:cubicBezTo>
                    <a:pt x="215" y="189"/>
                    <a:pt x="189" y="215"/>
                    <a:pt x="157" y="2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51"/>
            <p:cNvSpPr>
              <a:spLocks noEditPoints="1"/>
            </p:cNvSpPr>
            <p:nvPr/>
          </p:nvSpPr>
          <p:spPr bwMode="auto">
            <a:xfrm>
              <a:off x="3505201" y="5840413"/>
              <a:ext cx="355600" cy="354013"/>
            </a:xfrm>
            <a:custGeom>
              <a:avLst/>
              <a:gdLst>
                <a:gd name="T0" fmla="*/ 158 w 315"/>
                <a:gd name="T1" fmla="*/ 0 h 314"/>
                <a:gd name="T2" fmla="*/ 1 w 315"/>
                <a:gd name="T3" fmla="*/ 142 h 314"/>
                <a:gd name="T4" fmla="*/ 0 w 315"/>
                <a:gd name="T5" fmla="*/ 157 h 314"/>
                <a:gd name="T6" fmla="*/ 158 w 315"/>
                <a:gd name="T7" fmla="*/ 314 h 314"/>
                <a:gd name="T8" fmla="*/ 315 w 315"/>
                <a:gd name="T9" fmla="*/ 157 h 314"/>
                <a:gd name="T10" fmla="*/ 314 w 315"/>
                <a:gd name="T11" fmla="*/ 142 h 314"/>
                <a:gd name="T12" fmla="*/ 158 w 315"/>
                <a:gd name="T13" fmla="*/ 0 h 314"/>
                <a:gd name="T14" fmla="*/ 158 w 315"/>
                <a:gd name="T15" fmla="*/ 215 h 314"/>
                <a:gd name="T16" fmla="*/ 99 w 315"/>
                <a:gd name="T17" fmla="*/ 157 h 314"/>
                <a:gd name="T18" fmla="*/ 100 w 315"/>
                <a:gd name="T19" fmla="*/ 151 h 314"/>
                <a:gd name="T20" fmla="*/ 158 w 315"/>
                <a:gd name="T21" fmla="*/ 99 h 314"/>
                <a:gd name="T22" fmla="*/ 215 w 315"/>
                <a:gd name="T23" fmla="*/ 151 h 314"/>
                <a:gd name="T24" fmla="*/ 216 w 315"/>
                <a:gd name="T25" fmla="*/ 157 h 314"/>
                <a:gd name="T26" fmla="*/ 158 w 315"/>
                <a:gd name="T27" fmla="*/ 215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15" h="314">
                  <a:moveTo>
                    <a:pt x="158" y="0"/>
                  </a:moveTo>
                  <a:cubicBezTo>
                    <a:pt x="76" y="0"/>
                    <a:pt x="8" y="63"/>
                    <a:pt x="1" y="142"/>
                  </a:cubicBezTo>
                  <a:cubicBezTo>
                    <a:pt x="1" y="147"/>
                    <a:pt x="0" y="152"/>
                    <a:pt x="0" y="157"/>
                  </a:cubicBezTo>
                  <a:cubicBezTo>
                    <a:pt x="0" y="244"/>
                    <a:pt x="71" y="314"/>
                    <a:pt x="158" y="314"/>
                  </a:cubicBezTo>
                  <a:cubicBezTo>
                    <a:pt x="244" y="314"/>
                    <a:pt x="315" y="244"/>
                    <a:pt x="315" y="157"/>
                  </a:cubicBezTo>
                  <a:cubicBezTo>
                    <a:pt x="315" y="152"/>
                    <a:pt x="314" y="147"/>
                    <a:pt x="314" y="142"/>
                  </a:cubicBezTo>
                  <a:cubicBezTo>
                    <a:pt x="307" y="63"/>
                    <a:pt x="239" y="0"/>
                    <a:pt x="158" y="0"/>
                  </a:cubicBezTo>
                  <a:close/>
                  <a:moveTo>
                    <a:pt x="158" y="215"/>
                  </a:moveTo>
                  <a:cubicBezTo>
                    <a:pt x="125" y="215"/>
                    <a:pt x="99" y="189"/>
                    <a:pt x="99" y="157"/>
                  </a:cubicBezTo>
                  <a:cubicBezTo>
                    <a:pt x="99" y="155"/>
                    <a:pt x="99" y="153"/>
                    <a:pt x="100" y="151"/>
                  </a:cubicBezTo>
                  <a:cubicBezTo>
                    <a:pt x="103" y="122"/>
                    <a:pt x="127" y="99"/>
                    <a:pt x="158" y="99"/>
                  </a:cubicBezTo>
                  <a:cubicBezTo>
                    <a:pt x="188" y="99"/>
                    <a:pt x="213" y="122"/>
                    <a:pt x="215" y="151"/>
                  </a:cubicBezTo>
                  <a:cubicBezTo>
                    <a:pt x="216" y="153"/>
                    <a:pt x="216" y="155"/>
                    <a:pt x="216" y="157"/>
                  </a:cubicBezTo>
                  <a:cubicBezTo>
                    <a:pt x="216" y="189"/>
                    <a:pt x="190" y="215"/>
                    <a:pt x="158" y="2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Rectangle 57"/>
            <p:cNvSpPr>
              <a:spLocks noChangeArrowheads="1"/>
            </p:cNvSpPr>
            <p:nvPr/>
          </p:nvSpPr>
          <p:spPr bwMode="auto">
            <a:xfrm>
              <a:off x="5575301" y="5373688"/>
              <a:ext cx="388938"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Rectangle 58"/>
            <p:cNvSpPr>
              <a:spLocks noChangeArrowheads="1"/>
            </p:cNvSpPr>
            <p:nvPr/>
          </p:nvSpPr>
          <p:spPr bwMode="auto">
            <a:xfrm>
              <a:off x="5483226" y="5443538"/>
              <a:ext cx="169863"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Rectangle 59"/>
            <p:cNvSpPr>
              <a:spLocks noChangeArrowheads="1"/>
            </p:cNvSpPr>
            <p:nvPr/>
          </p:nvSpPr>
          <p:spPr bwMode="auto">
            <a:xfrm>
              <a:off x="5500688" y="5302250"/>
              <a:ext cx="169863"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8" name="组合 57"/>
          <p:cNvGrpSpPr/>
          <p:nvPr/>
        </p:nvGrpSpPr>
        <p:grpSpPr>
          <a:xfrm>
            <a:off x="2063663" y="2769755"/>
            <a:ext cx="1202636" cy="1872863"/>
            <a:chOff x="2235201" y="2571750"/>
            <a:chExt cx="1316038" cy="2049463"/>
          </a:xfrm>
          <a:solidFill>
            <a:schemeClr val="tx1">
              <a:lumMod val="65000"/>
              <a:lumOff val="35000"/>
            </a:schemeClr>
          </a:solidFill>
        </p:grpSpPr>
        <p:sp>
          <p:nvSpPr>
            <p:cNvPr id="59" name="Freeform 60"/>
            <p:cNvSpPr>
              <a:spLocks noEditPoints="1"/>
            </p:cNvSpPr>
            <p:nvPr/>
          </p:nvSpPr>
          <p:spPr bwMode="auto">
            <a:xfrm>
              <a:off x="2235201" y="2695575"/>
              <a:ext cx="1316038" cy="1925638"/>
            </a:xfrm>
            <a:custGeom>
              <a:avLst/>
              <a:gdLst>
                <a:gd name="T0" fmla="*/ 444 w 1166"/>
                <a:gd name="T1" fmla="*/ 1685 h 1705"/>
                <a:gd name="T2" fmla="*/ 1132 w 1166"/>
                <a:gd name="T3" fmla="*/ 199 h 1705"/>
                <a:gd name="T4" fmla="*/ 1166 w 1166"/>
                <a:gd name="T5" fmla="*/ 191 h 1705"/>
                <a:gd name="T6" fmla="*/ 766 w 1166"/>
                <a:gd name="T7" fmla="*/ 20 h 1705"/>
                <a:gd name="T8" fmla="*/ 428 w 1166"/>
                <a:gd name="T9" fmla="*/ 689 h 1705"/>
                <a:gd name="T10" fmla="*/ 471 w 1166"/>
                <a:gd name="T11" fmla="*/ 705 h 1705"/>
                <a:gd name="T12" fmla="*/ 733 w 1166"/>
                <a:gd name="T13" fmla="*/ 1014 h 1705"/>
                <a:gd name="T14" fmla="*/ 578 w 1166"/>
                <a:gd name="T15" fmla="*/ 958 h 1705"/>
                <a:gd name="T16" fmla="*/ 724 w 1166"/>
                <a:gd name="T17" fmla="*/ 1034 h 1705"/>
                <a:gd name="T18" fmla="*/ 304 w 1166"/>
                <a:gd name="T19" fmla="*/ 1009 h 1705"/>
                <a:gd name="T20" fmla="*/ 458 w 1166"/>
                <a:gd name="T21" fmla="*/ 904 h 1705"/>
                <a:gd name="T22" fmla="*/ 393 w 1166"/>
                <a:gd name="T23" fmla="*/ 848 h 1705"/>
                <a:gd name="T24" fmla="*/ 372 w 1166"/>
                <a:gd name="T25" fmla="*/ 791 h 1705"/>
                <a:gd name="T26" fmla="*/ 317 w 1166"/>
                <a:gd name="T27" fmla="*/ 1039 h 1705"/>
                <a:gd name="T28" fmla="*/ 651 w 1166"/>
                <a:gd name="T29" fmla="*/ 1203 h 1705"/>
                <a:gd name="T30" fmla="*/ 215 w 1166"/>
                <a:gd name="T31" fmla="*/ 1171 h 1705"/>
                <a:gd name="T32" fmla="*/ 237 w 1166"/>
                <a:gd name="T33" fmla="*/ 1122 h 1705"/>
                <a:gd name="T34" fmla="*/ 0 w 1166"/>
                <a:gd name="T35" fmla="*/ 1468 h 1705"/>
                <a:gd name="T36" fmla="*/ 115 w 1166"/>
                <a:gd name="T37" fmla="*/ 1352 h 1705"/>
                <a:gd name="T38" fmla="*/ 943 w 1166"/>
                <a:gd name="T39" fmla="*/ 525 h 1705"/>
                <a:gd name="T40" fmla="*/ 571 w 1166"/>
                <a:gd name="T41" fmla="*/ 524 h 1705"/>
                <a:gd name="T42" fmla="*/ 943 w 1166"/>
                <a:gd name="T43" fmla="*/ 525 h 1705"/>
                <a:gd name="T44" fmla="*/ 738 w 1166"/>
                <a:gd name="T45" fmla="*/ 220 h 1705"/>
                <a:gd name="T46" fmla="*/ 952 w 1166"/>
                <a:gd name="T47" fmla="*/ 505 h 1705"/>
                <a:gd name="T48" fmla="*/ 1091 w 1166"/>
                <a:gd name="T49" fmla="*/ 179 h 1705"/>
                <a:gd name="T50" fmla="*/ 749 w 1166"/>
                <a:gd name="T51" fmla="*/ 201 h 1705"/>
                <a:gd name="T52" fmla="*/ 1091 w 1166"/>
                <a:gd name="T53" fmla="*/ 179 h 1705"/>
                <a:gd name="T54" fmla="*/ 560 w 1166"/>
                <a:gd name="T55" fmla="*/ 543 h 1705"/>
                <a:gd name="T56" fmla="*/ 806 w 1166"/>
                <a:gd name="T57" fmla="*/ 844 h 1705"/>
                <a:gd name="T58" fmla="*/ 578 w 1166"/>
                <a:gd name="T59" fmla="*/ 1373 h 1705"/>
                <a:gd name="T60" fmla="*/ 126 w 1166"/>
                <a:gd name="T61" fmla="*/ 1333 h 1705"/>
                <a:gd name="T62" fmla="*/ 578 w 1166"/>
                <a:gd name="T63" fmla="*/ 1373 h 1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66" h="1705">
                  <a:moveTo>
                    <a:pt x="506" y="1543"/>
                  </a:moveTo>
                  <a:cubicBezTo>
                    <a:pt x="444" y="1685"/>
                    <a:pt x="444" y="1685"/>
                    <a:pt x="444" y="1685"/>
                  </a:cubicBezTo>
                  <a:cubicBezTo>
                    <a:pt x="485" y="1705"/>
                    <a:pt x="485" y="1705"/>
                    <a:pt x="485" y="1705"/>
                  </a:cubicBezTo>
                  <a:cubicBezTo>
                    <a:pt x="1132" y="199"/>
                    <a:pt x="1132" y="199"/>
                    <a:pt x="1132" y="199"/>
                  </a:cubicBezTo>
                  <a:cubicBezTo>
                    <a:pt x="1156" y="211"/>
                    <a:pt x="1156" y="211"/>
                    <a:pt x="1156" y="211"/>
                  </a:cubicBezTo>
                  <a:cubicBezTo>
                    <a:pt x="1166" y="191"/>
                    <a:pt x="1166" y="191"/>
                    <a:pt x="1166" y="191"/>
                  </a:cubicBezTo>
                  <a:cubicBezTo>
                    <a:pt x="776" y="0"/>
                    <a:pt x="776" y="0"/>
                    <a:pt x="776" y="0"/>
                  </a:cubicBezTo>
                  <a:cubicBezTo>
                    <a:pt x="766" y="20"/>
                    <a:pt x="766" y="20"/>
                    <a:pt x="766" y="20"/>
                  </a:cubicBezTo>
                  <a:cubicBezTo>
                    <a:pt x="790" y="32"/>
                    <a:pt x="790" y="32"/>
                    <a:pt x="790" y="32"/>
                  </a:cubicBezTo>
                  <a:cubicBezTo>
                    <a:pt x="428" y="689"/>
                    <a:pt x="428" y="689"/>
                    <a:pt x="428" y="689"/>
                  </a:cubicBezTo>
                  <a:cubicBezTo>
                    <a:pt x="441" y="697"/>
                    <a:pt x="453" y="706"/>
                    <a:pt x="465" y="716"/>
                  </a:cubicBezTo>
                  <a:cubicBezTo>
                    <a:pt x="471" y="705"/>
                    <a:pt x="471" y="705"/>
                    <a:pt x="471" y="705"/>
                  </a:cubicBezTo>
                  <a:cubicBezTo>
                    <a:pt x="797" y="864"/>
                    <a:pt x="797" y="864"/>
                    <a:pt x="797" y="864"/>
                  </a:cubicBezTo>
                  <a:cubicBezTo>
                    <a:pt x="733" y="1014"/>
                    <a:pt x="733" y="1014"/>
                    <a:pt x="733" y="1014"/>
                  </a:cubicBezTo>
                  <a:cubicBezTo>
                    <a:pt x="584" y="941"/>
                    <a:pt x="584" y="941"/>
                    <a:pt x="584" y="941"/>
                  </a:cubicBezTo>
                  <a:cubicBezTo>
                    <a:pt x="583" y="947"/>
                    <a:pt x="581" y="953"/>
                    <a:pt x="578" y="958"/>
                  </a:cubicBezTo>
                  <a:cubicBezTo>
                    <a:pt x="577" y="959"/>
                    <a:pt x="576" y="960"/>
                    <a:pt x="576" y="961"/>
                  </a:cubicBezTo>
                  <a:cubicBezTo>
                    <a:pt x="724" y="1034"/>
                    <a:pt x="724" y="1034"/>
                    <a:pt x="724" y="1034"/>
                  </a:cubicBezTo>
                  <a:cubicBezTo>
                    <a:pt x="660" y="1183"/>
                    <a:pt x="660" y="1183"/>
                    <a:pt x="660" y="1183"/>
                  </a:cubicBezTo>
                  <a:cubicBezTo>
                    <a:pt x="304" y="1009"/>
                    <a:pt x="304" y="1009"/>
                    <a:pt x="304" y="1009"/>
                  </a:cubicBezTo>
                  <a:cubicBezTo>
                    <a:pt x="382" y="867"/>
                    <a:pt x="382" y="867"/>
                    <a:pt x="382" y="867"/>
                  </a:cubicBezTo>
                  <a:cubicBezTo>
                    <a:pt x="458" y="904"/>
                    <a:pt x="458" y="904"/>
                    <a:pt x="458" y="904"/>
                  </a:cubicBezTo>
                  <a:cubicBezTo>
                    <a:pt x="454" y="893"/>
                    <a:pt x="449" y="882"/>
                    <a:pt x="444" y="872"/>
                  </a:cubicBezTo>
                  <a:cubicBezTo>
                    <a:pt x="393" y="848"/>
                    <a:pt x="393" y="848"/>
                    <a:pt x="393" y="848"/>
                  </a:cubicBezTo>
                  <a:cubicBezTo>
                    <a:pt x="407" y="822"/>
                    <a:pt x="407" y="822"/>
                    <a:pt x="407" y="822"/>
                  </a:cubicBezTo>
                  <a:cubicBezTo>
                    <a:pt x="397" y="810"/>
                    <a:pt x="385" y="800"/>
                    <a:pt x="372" y="791"/>
                  </a:cubicBezTo>
                  <a:cubicBezTo>
                    <a:pt x="267" y="982"/>
                    <a:pt x="267" y="982"/>
                    <a:pt x="267" y="982"/>
                  </a:cubicBezTo>
                  <a:cubicBezTo>
                    <a:pt x="281" y="1001"/>
                    <a:pt x="298" y="1020"/>
                    <a:pt x="317" y="1039"/>
                  </a:cubicBezTo>
                  <a:cubicBezTo>
                    <a:pt x="318" y="1040"/>
                    <a:pt x="319" y="1041"/>
                    <a:pt x="319" y="1041"/>
                  </a:cubicBezTo>
                  <a:cubicBezTo>
                    <a:pt x="651" y="1203"/>
                    <a:pt x="651" y="1203"/>
                    <a:pt x="651" y="1203"/>
                  </a:cubicBezTo>
                  <a:cubicBezTo>
                    <a:pt x="587" y="1353"/>
                    <a:pt x="587" y="1353"/>
                    <a:pt x="587" y="1353"/>
                  </a:cubicBezTo>
                  <a:cubicBezTo>
                    <a:pt x="215" y="1171"/>
                    <a:pt x="215" y="1171"/>
                    <a:pt x="215" y="1171"/>
                  </a:cubicBezTo>
                  <a:cubicBezTo>
                    <a:pt x="240" y="1125"/>
                    <a:pt x="240" y="1125"/>
                    <a:pt x="240" y="1125"/>
                  </a:cubicBezTo>
                  <a:cubicBezTo>
                    <a:pt x="239" y="1124"/>
                    <a:pt x="238" y="1123"/>
                    <a:pt x="237" y="1122"/>
                  </a:cubicBezTo>
                  <a:cubicBezTo>
                    <a:pt x="226" y="1112"/>
                    <a:pt x="216" y="1102"/>
                    <a:pt x="207" y="1092"/>
                  </a:cubicBezTo>
                  <a:cubicBezTo>
                    <a:pt x="0" y="1468"/>
                    <a:pt x="0" y="1468"/>
                    <a:pt x="0" y="1468"/>
                  </a:cubicBezTo>
                  <a:cubicBezTo>
                    <a:pt x="41" y="1488"/>
                    <a:pt x="41" y="1488"/>
                    <a:pt x="41" y="1488"/>
                  </a:cubicBezTo>
                  <a:cubicBezTo>
                    <a:pt x="115" y="1352"/>
                    <a:pt x="115" y="1352"/>
                    <a:pt x="115" y="1352"/>
                  </a:cubicBezTo>
                  <a:lnTo>
                    <a:pt x="506" y="1543"/>
                  </a:lnTo>
                  <a:close/>
                  <a:moveTo>
                    <a:pt x="943" y="525"/>
                  </a:moveTo>
                  <a:cubicBezTo>
                    <a:pt x="879" y="674"/>
                    <a:pt x="879" y="674"/>
                    <a:pt x="879" y="674"/>
                  </a:cubicBezTo>
                  <a:cubicBezTo>
                    <a:pt x="571" y="524"/>
                    <a:pt x="571" y="524"/>
                    <a:pt x="571" y="524"/>
                  </a:cubicBezTo>
                  <a:cubicBezTo>
                    <a:pt x="649" y="382"/>
                    <a:pt x="649" y="382"/>
                    <a:pt x="649" y="382"/>
                  </a:cubicBezTo>
                  <a:lnTo>
                    <a:pt x="943" y="525"/>
                  </a:lnTo>
                  <a:close/>
                  <a:moveTo>
                    <a:pt x="660" y="362"/>
                  </a:moveTo>
                  <a:cubicBezTo>
                    <a:pt x="738" y="220"/>
                    <a:pt x="738" y="220"/>
                    <a:pt x="738" y="220"/>
                  </a:cubicBezTo>
                  <a:cubicBezTo>
                    <a:pt x="1016" y="355"/>
                    <a:pt x="1016" y="355"/>
                    <a:pt x="1016" y="355"/>
                  </a:cubicBezTo>
                  <a:cubicBezTo>
                    <a:pt x="952" y="505"/>
                    <a:pt x="952" y="505"/>
                    <a:pt x="952" y="505"/>
                  </a:cubicBezTo>
                  <a:lnTo>
                    <a:pt x="660" y="362"/>
                  </a:lnTo>
                  <a:close/>
                  <a:moveTo>
                    <a:pt x="1091" y="179"/>
                  </a:moveTo>
                  <a:cubicBezTo>
                    <a:pt x="1024" y="335"/>
                    <a:pt x="1024" y="335"/>
                    <a:pt x="1024" y="335"/>
                  </a:cubicBezTo>
                  <a:cubicBezTo>
                    <a:pt x="749" y="201"/>
                    <a:pt x="749" y="201"/>
                    <a:pt x="749" y="201"/>
                  </a:cubicBezTo>
                  <a:cubicBezTo>
                    <a:pt x="830" y="52"/>
                    <a:pt x="830" y="52"/>
                    <a:pt x="830" y="52"/>
                  </a:cubicBezTo>
                  <a:lnTo>
                    <a:pt x="1091" y="179"/>
                  </a:lnTo>
                  <a:close/>
                  <a:moveTo>
                    <a:pt x="482" y="686"/>
                  </a:moveTo>
                  <a:cubicBezTo>
                    <a:pt x="560" y="543"/>
                    <a:pt x="560" y="543"/>
                    <a:pt x="560" y="543"/>
                  </a:cubicBezTo>
                  <a:cubicBezTo>
                    <a:pt x="870" y="695"/>
                    <a:pt x="870" y="695"/>
                    <a:pt x="870" y="695"/>
                  </a:cubicBezTo>
                  <a:cubicBezTo>
                    <a:pt x="806" y="844"/>
                    <a:pt x="806" y="844"/>
                    <a:pt x="806" y="844"/>
                  </a:cubicBezTo>
                  <a:lnTo>
                    <a:pt x="482" y="686"/>
                  </a:lnTo>
                  <a:close/>
                  <a:moveTo>
                    <a:pt x="578" y="1373"/>
                  </a:moveTo>
                  <a:cubicBezTo>
                    <a:pt x="514" y="1522"/>
                    <a:pt x="514" y="1522"/>
                    <a:pt x="514" y="1522"/>
                  </a:cubicBezTo>
                  <a:cubicBezTo>
                    <a:pt x="126" y="1333"/>
                    <a:pt x="126" y="1333"/>
                    <a:pt x="126" y="1333"/>
                  </a:cubicBezTo>
                  <a:cubicBezTo>
                    <a:pt x="204" y="1190"/>
                    <a:pt x="204" y="1190"/>
                    <a:pt x="204" y="1190"/>
                  </a:cubicBezTo>
                  <a:lnTo>
                    <a:pt x="578" y="13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61"/>
            <p:cNvSpPr>
              <a:spLocks/>
            </p:cNvSpPr>
            <p:nvPr/>
          </p:nvSpPr>
          <p:spPr bwMode="auto">
            <a:xfrm>
              <a:off x="2312988" y="2795588"/>
              <a:ext cx="612775" cy="1176338"/>
            </a:xfrm>
            <a:custGeom>
              <a:avLst/>
              <a:gdLst>
                <a:gd name="T0" fmla="*/ 59 w 543"/>
                <a:gd name="T1" fmla="*/ 617 h 1042"/>
                <a:gd name="T2" fmla="*/ 34 w 543"/>
                <a:gd name="T3" fmla="*/ 740 h 1042"/>
                <a:gd name="T4" fmla="*/ 64 w 543"/>
                <a:gd name="T5" fmla="*/ 877 h 1042"/>
                <a:gd name="T6" fmla="*/ 173 w 543"/>
                <a:gd name="T7" fmla="*/ 1028 h 1042"/>
                <a:gd name="T8" fmla="*/ 208 w 543"/>
                <a:gd name="T9" fmla="*/ 1042 h 1042"/>
                <a:gd name="T10" fmla="*/ 244 w 543"/>
                <a:gd name="T11" fmla="*/ 1026 h 1042"/>
                <a:gd name="T12" fmla="*/ 243 w 543"/>
                <a:gd name="T13" fmla="*/ 956 h 1042"/>
                <a:gd name="T14" fmla="*/ 156 w 543"/>
                <a:gd name="T15" fmla="*/ 836 h 1042"/>
                <a:gd name="T16" fmla="*/ 134 w 543"/>
                <a:gd name="T17" fmla="*/ 740 h 1042"/>
                <a:gd name="T18" fmla="*/ 151 w 543"/>
                <a:gd name="T19" fmla="*/ 656 h 1042"/>
                <a:gd name="T20" fmla="*/ 159 w 543"/>
                <a:gd name="T21" fmla="*/ 639 h 1042"/>
                <a:gd name="T22" fmla="*/ 184 w 543"/>
                <a:gd name="T23" fmla="*/ 647 h 1042"/>
                <a:gd name="T24" fmla="*/ 184 w 543"/>
                <a:gd name="T25" fmla="*/ 647 h 1042"/>
                <a:gd name="T26" fmla="*/ 281 w 543"/>
                <a:gd name="T27" fmla="*/ 678 h 1042"/>
                <a:gd name="T28" fmla="*/ 354 w 543"/>
                <a:gd name="T29" fmla="*/ 739 h 1042"/>
                <a:gd name="T30" fmla="*/ 410 w 543"/>
                <a:gd name="T31" fmla="*/ 852 h 1042"/>
                <a:gd name="T32" fmla="*/ 459 w 543"/>
                <a:gd name="T33" fmla="*/ 890 h 1042"/>
                <a:gd name="T34" fmla="*/ 471 w 543"/>
                <a:gd name="T35" fmla="*/ 888 h 1042"/>
                <a:gd name="T36" fmla="*/ 507 w 543"/>
                <a:gd name="T37" fmla="*/ 827 h 1042"/>
                <a:gd name="T38" fmla="*/ 428 w 543"/>
                <a:gd name="T39" fmla="*/ 672 h 1042"/>
                <a:gd name="T40" fmla="*/ 273 w 543"/>
                <a:gd name="T41" fmla="*/ 565 h 1042"/>
                <a:gd name="T42" fmla="*/ 261 w 543"/>
                <a:gd name="T43" fmla="*/ 561 h 1042"/>
                <a:gd name="T44" fmla="*/ 262 w 543"/>
                <a:gd name="T45" fmla="*/ 553 h 1042"/>
                <a:gd name="T46" fmla="*/ 292 w 543"/>
                <a:gd name="T47" fmla="*/ 387 h 1042"/>
                <a:gd name="T48" fmla="*/ 335 w 543"/>
                <a:gd name="T49" fmla="*/ 391 h 1042"/>
                <a:gd name="T50" fmla="*/ 335 w 543"/>
                <a:gd name="T51" fmla="*/ 391 h 1042"/>
                <a:gd name="T52" fmla="*/ 439 w 543"/>
                <a:gd name="T53" fmla="*/ 362 h 1042"/>
                <a:gd name="T54" fmla="*/ 536 w 543"/>
                <a:gd name="T55" fmla="*/ 245 h 1042"/>
                <a:gd name="T56" fmla="*/ 520 w 543"/>
                <a:gd name="T57" fmla="*/ 203 h 1042"/>
                <a:gd name="T58" fmla="*/ 478 w 543"/>
                <a:gd name="T59" fmla="*/ 218 h 1042"/>
                <a:gd name="T60" fmla="*/ 405 w 543"/>
                <a:gd name="T61" fmla="*/ 308 h 1042"/>
                <a:gd name="T62" fmla="*/ 335 w 543"/>
                <a:gd name="T63" fmla="*/ 327 h 1042"/>
                <a:gd name="T64" fmla="*/ 296 w 543"/>
                <a:gd name="T65" fmla="*/ 322 h 1042"/>
                <a:gd name="T66" fmla="*/ 285 w 543"/>
                <a:gd name="T67" fmla="*/ 319 h 1042"/>
                <a:gd name="T68" fmla="*/ 283 w 543"/>
                <a:gd name="T69" fmla="*/ 318 h 1042"/>
                <a:gd name="T70" fmla="*/ 274 w 543"/>
                <a:gd name="T71" fmla="*/ 315 h 1042"/>
                <a:gd name="T72" fmla="*/ 128 w 543"/>
                <a:gd name="T73" fmla="*/ 288 h 1042"/>
                <a:gd name="T74" fmla="*/ 98 w 543"/>
                <a:gd name="T75" fmla="*/ 253 h 1042"/>
                <a:gd name="T76" fmla="*/ 64 w 543"/>
                <a:gd name="T77" fmla="*/ 148 h 1042"/>
                <a:gd name="T78" fmla="*/ 90 w 543"/>
                <a:gd name="T79" fmla="*/ 52 h 1042"/>
                <a:gd name="T80" fmla="*/ 76 w 543"/>
                <a:gd name="T81" fmla="*/ 8 h 1042"/>
                <a:gd name="T82" fmla="*/ 33 w 543"/>
                <a:gd name="T83" fmla="*/ 22 h 1042"/>
                <a:gd name="T84" fmla="*/ 0 w 543"/>
                <a:gd name="T85" fmla="*/ 148 h 1042"/>
                <a:gd name="T86" fmla="*/ 47 w 543"/>
                <a:gd name="T87" fmla="*/ 292 h 1042"/>
                <a:gd name="T88" fmla="*/ 85 w 543"/>
                <a:gd name="T89" fmla="*/ 335 h 1042"/>
                <a:gd name="T90" fmla="*/ 75 w 543"/>
                <a:gd name="T91" fmla="*/ 568 h 1042"/>
                <a:gd name="T92" fmla="*/ 75 w 543"/>
                <a:gd name="T93" fmla="*/ 584 h 1042"/>
                <a:gd name="T94" fmla="*/ 59 w 543"/>
                <a:gd name="T95" fmla="*/ 617 h 1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43" h="1042">
                  <a:moveTo>
                    <a:pt x="59" y="617"/>
                  </a:moveTo>
                  <a:cubicBezTo>
                    <a:pt x="46" y="647"/>
                    <a:pt x="34" y="689"/>
                    <a:pt x="34" y="740"/>
                  </a:cubicBezTo>
                  <a:cubicBezTo>
                    <a:pt x="34" y="781"/>
                    <a:pt x="42" y="828"/>
                    <a:pt x="64" y="877"/>
                  </a:cubicBezTo>
                  <a:cubicBezTo>
                    <a:pt x="86" y="926"/>
                    <a:pt x="121" y="977"/>
                    <a:pt x="173" y="1028"/>
                  </a:cubicBezTo>
                  <a:cubicBezTo>
                    <a:pt x="183" y="1037"/>
                    <a:pt x="195" y="1042"/>
                    <a:pt x="208" y="1042"/>
                  </a:cubicBezTo>
                  <a:cubicBezTo>
                    <a:pt x="221" y="1042"/>
                    <a:pt x="234" y="1037"/>
                    <a:pt x="244" y="1026"/>
                  </a:cubicBezTo>
                  <a:cubicBezTo>
                    <a:pt x="263" y="1007"/>
                    <a:pt x="263" y="975"/>
                    <a:pt x="243" y="956"/>
                  </a:cubicBezTo>
                  <a:cubicBezTo>
                    <a:pt x="198" y="913"/>
                    <a:pt x="171" y="872"/>
                    <a:pt x="156" y="836"/>
                  </a:cubicBezTo>
                  <a:cubicBezTo>
                    <a:pt x="140" y="800"/>
                    <a:pt x="134" y="768"/>
                    <a:pt x="134" y="740"/>
                  </a:cubicBezTo>
                  <a:cubicBezTo>
                    <a:pt x="134" y="705"/>
                    <a:pt x="143" y="676"/>
                    <a:pt x="151" y="656"/>
                  </a:cubicBezTo>
                  <a:cubicBezTo>
                    <a:pt x="154" y="649"/>
                    <a:pt x="157" y="643"/>
                    <a:pt x="159" y="639"/>
                  </a:cubicBezTo>
                  <a:cubicBezTo>
                    <a:pt x="166" y="643"/>
                    <a:pt x="175" y="646"/>
                    <a:pt x="184" y="647"/>
                  </a:cubicBezTo>
                  <a:cubicBezTo>
                    <a:pt x="184" y="647"/>
                    <a:pt x="184" y="647"/>
                    <a:pt x="184" y="647"/>
                  </a:cubicBezTo>
                  <a:cubicBezTo>
                    <a:pt x="188" y="647"/>
                    <a:pt x="233" y="652"/>
                    <a:pt x="281" y="678"/>
                  </a:cubicBezTo>
                  <a:cubicBezTo>
                    <a:pt x="306" y="692"/>
                    <a:pt x="331" y="711"/>
                    <a:pt x="354" y="739"/>
                  </a:cubicBezTo>
                  <a:cubicBezTo>
                    <a:pt x="377" y="767"/>
                    <a:pt x="397" y="803"/>
                    <a:pt x="410" y="852"/>
                  </a:cubicBezTo>
                  <a:cubicBezTo>
                    <a:pt x="416" y="875"/>
                    <a:pt x="436" y="890"/>
                    <a:pt x="459" y="890"/>
                  </a:cubicBezTo>
                  <a:cubicBezTo>
                    <a:pt x="463" y="890"/>
                    <a:pt x="467" y="889"/>
                    <a:pt x="471" y="888"/>
                  </a:cubicBezTo>
                  <a:cubicBezTo>
                    <a:pt x="498" y="881"/>
                    <a:pt x="514" y="854"/>
                    <a:pt x="507" y="827"/>
                  </a:cubicBezTo>
                  <a:cubicBezTo>
                    <a:pt x="490" y="762"/>
                    <a:pt x="462" y="711"/>
                    <a:pt x="428" y="672"/>
                  </a:cubicBezTo>
                  <a:cubicBezTo>
                    <a:pt x="379" y="613"/>
                    <a:pt x="319" y="582"/>
                    <a:pt x="273" y="565"/>
                  </a:cubicBezTo>
                  <a:cubicBezTo>
                    <a:pt x="269" y="564"/>
                    <a:pt x="265" y="563"/>
                    <a:pt x="261" y="561"/>
                  </a:cubicBezTo>
                  <a:cubicBezTo>
                    <a:pt x="262" y="553"/>
                    <a:pt x="262" y="553"/>
                    <a:pt x="262" y="553"/>
                  </a:cubicBezTo>
                  <a:cubicBezTo>
                    <a:pt x="292" y="387"/>
                    <a:pt x="292" y="387"/>
                    <a:pt x="292" y="387"/>
                  </a:cubicBezTo>
                  <a:cubicBezTo>
                    <a:pt x="304" y="389"/>
                    <a:pt x="319" y="391"/>
                    <a:pt x="335" y="391"/>
                  </a:cubicBezTo>
                  <a:cubicBezTo>
                    <a:pt x="335" y="391"/>
                    <a:pt x="335" y="391"/>
                    <a:pt x="335" y="391"/>
                  </a:cubicBezTo>
                  <a:cubicBezTo>
                    <a:pt x="366" y="391"/>
                    <a:pt x="403" y="384"/>
                    <a:pt x="439" y="362"/>
                  </a:cubicBezTo>
                  <a:cubicBezTo>
                    <a:pt x="475" y="340"/>
                    <a:pt x="509" y="302"/>
                    <a:pt x="536" y="245"/>
                  </a:cubicBezTo>
                  <a:cubicBezTo>
                    <a:pt x="543" y="229"/>
                    <a:pt x="536" y="210"/>
                    <a:pt x="520" y="203"/>
                  </a:cubicBezTo>
                  <a:cubicBezTo>
                    <a:pt x="504" y="195"/>
                    <a:pt x="485" y="202"/>
                    <a:pt x="478" y="218"/>
                  </a:cubicBezTo>
                  <a:cubicBezTo>
                    <a:pt x="455" y="266"/>
                    <a:pt x="429" y="292"/>
                    <a:pt x="405" y="308"/>
                  </a:cubicBezTo>
                  <a:cubicBezTo>
                    <a:pt x="381" y="323"/>
                    <a:pt x="356" y="327"/>
                    <a:pt x="335" y="327"/>
                  </a:cubicBezTo>
                  <a:cubicBezTo>
                    <a:pt x="319" y="327"/>
                    <a:pt x="305" y="325"/>
                    <a:pt x="296" y="322"/>
                  </a:cubicBezTo>
                  <a:cubicBezTo>
                    <a:pt x="291" y="321"/>
                    <a:pt x="287" y="319"/>
                    <a:pt x="285" y="319"/>
                  </a:cubicBezTo>
                  <a:cubicBezTo>
                    <a:pt x="284" y="318"/>
                    <a:pt x="284" y="318"/>
                    <a:pt x="283" y="318"/>
                  </a:cubicBezTo>
                  <a:cubicBezTo>
                    <a:pt x="280" y="316"/>
                    <a:pt x="277" y="315"/>
                    <a:pt x="274" y="315"/>
                  </a:cubicBezTo>
                  <a:cubicBezTo>
                    <a:pt x="128" y="288"/>
                    <a:pt x="128" y="288"/>
                    <a:pt x="128" y="288"/>
                  </a:cubicBezTo>
                  <a:cubicBezTo>
                    <a:pt x="121" y="282"/>
                    <a:pt x="109" y="270"/>
                    <a:pt x="98" y="253"/>
                  </a:cubicBezTo>
                  <a:cubicBezTo>
                    <a:pt x="80" y="227"/>
                    <a:pt x="64" y="192"/>
                    <a:pt x="64" y="148"/>
                  </a:cubicBezTo>
                  <a:cubicBezTo>
                    <a:pt x="64" y="120"/>
                    <a:pt x="71" y="88"/>
                    <a:pt x="90" y="52"/>
                  </a:cubicBezTo>
                  <a:cubicBezTo>
                    <a:pt x="98" y="36"/>
                    <a:pt x="92" y="17"/>
                    <a:pt x="76" y="8"/>
                  </a:cubicBezTo>
                  <a:cubicBezTo>
                    <a:pt x="61" y="0"/>
                    <a:pt x="41" y="6"/>
                    <a:pt x="33" y="22"/>
                  </a:cubicBezTo>
                  <a:cubicBezTo>
                    <a:pt x="10" y="67"/>
                    <a:pt x="0" y="110"/>
                    <a:pt x="0" y="148"/>
                  </a:cubicBezTo>
                  <a:cubicBezTo>
                    <a:pt x="0" y="210"/>
                    <a:pt x="24" y="259"/>
                    <a:pt x="47" y="292"/>
                  </a:cubicBezTo>
                  <a:cubicBezTo>
                    <a:pt x="61" y="312"/>
                    <a:pt x="76" y="327"/>
                    <a:pt x="85" y="335"/>
                  </a:cubicBezTo>
                  <a:cubicBezTo>
                    <a:pt x="75" y="568"/>
                    <a:pt x="75" y="568"/>
                    <a:pt x="75" y="568"/>
                  </a:cubicBezTo>
                  <a:cubicBezTo>
                    <a:pt x="75" y="584"/>
                    <a:pt x="75" y="584"/>
                    <a:pt x="75" y="584"/>
                  </a:cubicBezTo>
                  <a:cubicBezTo>
                    <a:pt x="70" y="592"/>
                    <a:pt x="64" y="603"/>
                    <a:pt x="59" y="6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62"/>
            <p:cNvSpPr>
              <a:spLocks/>
            </p:cNvSpPr>
            <p:nvPr/>
          </p:nvSpPr>
          <p:spPr bwMode="auto">
            <a:xfrm>
              <a:off x="2503488" y="2901950"/>
              <a:ext cx="209550" cy="209550"/>
            </a:xfrm>
            <a:custGeom>
              <a:avLst/>
              <a:gdLst>
                <a:gd name="T0" fmla="*/ 3 w 185"/>
                <a:gd name="T1" fmla="*/ 97 h 185"/>
                <a:gd name="T2" fmla="*/ 97 w 185"/>
                <a:gd name="T3" fmla="*/ 183 h 185"/>
                <a:gd name="T4" fmla="*/ 182 w 185"/>
                <a:gd name="T5" fmla="*/ 88 h 185"/>
                <a:gd name="T6" fmla="*/ 88 w 185"/>
                <a:gd name="T7" fmla="*/ 3 h 185"/>
                <a:gd name="T8" fmla="*/ 3 w 185"/>
                <a:gd name="T9" fmla="*/ 97 h 185"/>
              </a:gdLst>
              <a:ahLst/>
              <a:cxnLst>
                <a:cxn ang="0">
                  <a:pos x="T0" y="T1"/>
                </a:cxn>
                <a:cxn ang="0">
                  <a:pos x="T2" y="T3"/>
                </a:cxn>
                <a:cxn ang="0">
                  <a:pos x="T4" y="T5"/>
                </a:cxn>
                <a:cxn ang="0">
                  <a:pos x="T6" y="T7"/>
                </a:cxn>
                <a:cxn ang="0">
                  <a:pos x="T8" y="T9"/>
                </a:cxn>
              </a:cxnLst>
              <a:rect l="0" t="0" r="r" b="b"/>
              <a:pathLst>
                <a:path w="185" h="185">
                  <a:moveTo>
                    <a:pt x="3" y="97"/>
                  </a:moveTo>
                  <a:cubicBezTo>
                    <a:pt x="5" y="147"/>
                    <a:pt x="47" y="185"/>
                    <a:pt x="97" y="183"/>
                  </a:cubicBezTo>
                  <a:cubicBezTo>
                    <a:pt x="147" y="180"/>
                    <a:pt x="185" y="138"/>
                    <a:pt x="182" y="88"/>
                  </a:cubicBezTo>
                  <a:cubicBezTo>
                    <a:pt x="180" y="39"/>
                    <a:pt x="138" y="0"/>
                    <a:pt x="88" y="3"/>
                  </a:cubicBezTo>
                  <a:cubicBezTo>
                    <a:pt x="38" y="5"/>
                    <a:pt x="0" y="48"/>
                    <a:pt x="3" y="9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63"/>
            <p:cNvSpPr>
              <a:spLocks/>
            </p:cNvSpPr>
            <p:nvPr/>
          </p:nvSpPr>
          <p:spPr bwMode="auto">
            <a:xfrm>
              <a:off x="3022601" y="2622550"/>
              <a:ext cx="141288" cy="85725"/>
            </a:xfrm>
            <a:custGeom>
              <a:avLst/>
              <a:gdLst>
                <a:gd name="T0" fmla="*/ 22 w 126"/>
                <a:gd name="T1" fmla="*/ 23 h 76"/>
                <a:gd name="T2" fmla="*/ 2 w 126"/>
                <a:gd name="T3" fmla="*/ 65 h 76"/>
                <a:gd name="T4" fmla="*/ 25 w 126"/>
                <a:gd name="T5" fmla="*/ 63 h 76"/>
                <a:gd name="T6" fmla="*/ 34 w 126"/>
                <a:gd name="T7" fmla="*/ 38 h 76"/>
                <a:gd name="T8" fmla="*/ 98 w 126"/>
                <a:gd name="T9" fmla="*/ 32 h 76"/>
                <a:gd name="T10" fmla="*/ 112 w 126"/>
                <a:gd name="T11" fmla="*/ 17 h 76"/>
                <a:gd name="T12" fmla="*/ 22 w 126"/>
                <a:gd name="T13" fmla="*/ 23 h 76"/>
              </a:gdLst>
              <a:ahLst/>
              <a:cxnLst>
                <a:cxn ang="0">
                  <a:pos x="T0" y="T1"/>
                </a:cxn>
                <a:cxn ang="0">
                  <a:pos x="T2" y="T3"/>
                </a:cxn>
                <a:cxn ang="0">
                  <a:pos x="T4" y="T5"/>
                </a:cxn>
                <a:cxn ang="0">
                  <a:pos x="T6" y="T7"/>
                </a:cxn>
                <a:cxn ang="0">
                  <a:pos x="T8" y="T9"/>
                </a:cxn>
                <a:cxn ang="0">
                  <a:pos x="T10" y="T11"/>
                </a:cxn>
                <a:cxn ang="0">
                  <a:pos x="T12" y="T13"/>
                </a:cxn>
              </a:cxnLst>
              <a:rect l="0" t="0" r="r" b="b"/>
              <a:pathLst>
                <a:path w="126" h="76">
                  <a:moveTo>
                    <a:pt x="22" y="23"/>
                  </a:moveTo>
                  <a:cubicBezTo>
                    <a:pt x="11" y="34"/>
                    <a:pt x="3" y="49"/>
                    <a:pt x="2" y="65"/>
                  </a:cubicBezTo>
                  <a:cubicBezTo>
                    <a:pt x="0" y="76"/>
                    <a:pt x="24" y="73"/>
                    <a:pt x="25" y="63"/>
                  </a:cubicBezTo>
                  <a:cubicBezTo>
                    <a:pt x="26" y="54"/>
                    <a:pt x="29" y="46"/>
                    <a:pt x="34" y="38"/>
                  </a:cubicBezTo>
                  <a:cubicBezTo>
                    <a:pt x="48" y="15"/>
                    <a:pt x="77" y="23"/>
                    <a:pt x="98" y="32"/>
                  </a:cubicBezTo>
                  <a:cubicBezTo>
                    <a:pt x="108" y="35"/>
                    <a:pt x="126" y="22"/>
                    <a:pt x="112" y="17"/>
                  </a:cubicBezTo>
                  <a:cubicBezTo>
                    <a:pt x="83" y="5"/>
                    <a:pt x="47" y="0"/>
                    <a:pt x="22"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64"/>
            <p:cNvSpPr>
              <a:spLocks/>
            </p:cNvSpPr>
            <p:nvPr/>
          </p:nvSpPr>
          <p:spPr bwMode="auto">
            <a:xfrm>
              <a:off x="2955926" y="2571750"/>
              <a:ext cx="231775" cy="133350"/>
            </a:xfrm>
            <a:custGeom>
              <a:avLst/>
              <a:gdLst>
                <a:gd name="T0" fmla="*/ 24 w 206"/>
                <a:gd name="T1" fmla="*/ 107 h 118"/>
                <a:gd name="T2" fmla="*/ 46 w 206"/>
                <a:gd name="T3" fmla="*/ 54 h 118"/>
                <a:gd name="T4" fmla="*/ 179 w 206"/>
                <a:gd name="T5" fmla="*/ 38 h 118"/>
                <a:gd name="T6" fmla="*/ 198 w 206"/>
                <a:gd name="T7" fmla="*/ 28 h 118"/>
                <a:gd name="T8" fmla="*/ 38 w 206"/>
                <a:gd name="T9" fmla="*/ 40 h 118"/>
                <a:gd name="T10" fmla="*/ 1 w 206"/>
                <a:gd name="T11" fmla="*/ 111 h 118"/>
                <a:gd name="T12" fmla="*/ 24 w 206"/>
                <a:gd name="T13" fmla="*/ 107 h 118"/>
              </a:gdLst>
              <a:ahLst/>
              <a:cxnLst>
                <a:cxn ang="0">
                  <a:pos x="T0" y="T1"/>
                </a:cxn>
                <a:cxn ang="0">
                  <a:pos x="T2" y="T3"/>
                </a:cxn>
                <a:cxn ang="0">
                  <a:pos x="T4" y="T5"/>
                </a:cxn>
                <a:cxn ang="0">
                  <a:pos x="T6" y="T7"/>
                </a:cxn>
                <a:cxn ang="0">
                  <a:pos x="T8" y="T9"/>
                </a:cxn>
                <a:cxn ang="0">
                  <a:pos x="T10" y="T11"/>
                </a:cxn>
                <a:cxn ang="0">
                  <a:pos x="T12" y="T13"/>
                </a:cxn>
              </a:cxnLst>
              <a:rect l="0" t="0" r="r" b="b"/>
              <a:pathLst>
                <a:path w="206" h="118">
                  <a:moveTo>
                    <a:pt x="24" y="107"/>
                  </a:moveTo>
                  <a:cubicBezTo>
                    <a:pt x="27" y="88"/>
                    <a:pt x="35" y="69"/>
                    <a:pt x="46" y="54"/>
                  </a:cubicBezTo>
                  <a:cubicBezTo>
                    <a:pt x="79" y="9"/>
                    <a:pt x="134" y="20"/>
                    <a:pt x="179" y="38"/>
                  </a:cubicBezTo>
                  <a:cubicBezTo>
                    <a:pt x="185" y="40"/>
                    <a:pt x="206" y="31"/>
                    <a:pt x="198" y="28"/>
                  </a:cubicBezTo>
                  <a:cubicBezTo>
                    <a:pt x="146" y="8"/>
                    <a:pt x="82" y="0"/>
                    <a:pt x="38" y="40"/>
                  </a:cubicBezTo>
                  <a:cubicBezTo>
                    <a:pt x="19" y="58"/>
                    <a:pt x="5" y="85"/>
                    <a:pt x="1" y="111"/>
                  </a:cubicBezTo>
                  <a:cubicBezTo>
                    <a:pt x="0" y="118"/>
                    <a:pt x="23" y="114"/>
                    <a:pt x="24"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65"/>
            <p:cNvSpPr>
              <a:spLocks/>
            </p:cNvSpPr>
            <p:nvPr/>
          </p:nvSpPr>
          <p:spPr bwMode="auto">
            <a:xfrm>
              <a:off x="3028951" y="4121150"/>
              <a:ext cx="87313" cy="138113"/>
            </a:xfrm>
            <a:custGeom>
              <a:avLst/>
              <a:gdLst>
                <a:gd name="T0" fmla="*/ 74 w 77"/>
                <a:gd name="T1" fmla="*/ 47 h 122"/>
                <a:gd name="T2" fmla="*/ 55 w 77"/>
                <a:gd name="T3" fmla="*/ 7 h 122"/>
                <a:gd name="T4" fmla="*/ 33 w 77"/>
                <a:gd name="T5" fmla="*/ 17 h 122"/>
                <a:gd name="T6" fmla="*/ 48 w 77"/>
                <a:gd name="T7" fmla="*/ 41 h 122"/>
                <a:gd name="T8" fmla="*/ 14 w 77"/>
                <a:gd name="T9" fmla="*/ 103 h 122"/>
                <a:gd name="T10" fmla="*/ 24 w 77"/>
                <a:gd name="T11" fmla="*/ 116 h 122"/>
                <a:gd name="T12" fmla="*/ 74 w 77"/>
                <a:gd name="T13" fmla="*/ 47 h 122"/>
              </a:gdLst>
              <a:ahLst/>
              <a:cxnLst>
                <a:cxn ang="0">
                  <a:pos x="T0" y="T1"/>
                </a:cxn>
                <a:cxn ang="0">
                  <a:pos x="T2" y="T3"/>
                </a:cxn>
                <a:cxn ang="0">
                  <a:pos x="T4" y="T5"/>
                </a:cxn>
                <a:cxn ang="0">
                  <a:pos x="T6" y="T7"/>
                </a:cxn>
                <a:cxn ang="0">
                  <a:pos x="T8" y="T9"/>
                </a:cxn>
                <a:cxn ang="0">
                  <a:pos x="T10" y="T11"/>
                </a:cxn>
                <a:cxn ang="0">
                  <a:pos x="T12" y="T13"/>
                </a:cxn>
              </a:cxnLst>
              <a:rect l="0" t="0" r="r" b="b"/>
              <a:pathLst>
                <a:path w="77" h="122">
                  <a:moveTo>
                    <a:pt x="74" y="47"/>
                  </a:moveTo>
                  <a:cubicBezTo>
                    <a:pt x="72" y="32"/>
                    <a:pt x="65" y="17"/>
                    <a:pt x="55" y="7"/>
                  </a:cubicBezTo>
                  <a:cubicBezTo>
                    <a:pt x="47" y="0"/>
                    <a:pt x="26" y="9"/>
                    <a:pt x="33" y="17"/>
                  </a:cubicBezTo>
                  <a:cubicBezTo>
                    <a:pt x="40" y="24"/>
                    <a:pt x="45" y="32"/>
                    <a:pt x="48" y="41"/>
                  </a:cubicBezTo>
                  <a:cubicBezTo>
                    <a:pt x="58" y="69"/>
                    <a:pt x="36" y="90"/>
                    <a:pt x="14" y="103"/>
                  </a:cubicBezTo>
                  <a:cubicBezTo>
                    <a:pt x="0" y="111"/>
                    <a:pt x="13" y="122"/>
                    <a:pt x="24" y="116"/>
                  </a:cubicBezTo>
                  <a:cubicBezTo>
                    <a:pt x="49" y="101"/>
                    <a:pt x="77" y="79"/>
                    <a:pt x="74"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66"/>
            <p:cNvSpPr>
              <a:spLocks/>
            </p:cNvSpPr>
            <p:nvPr/>
          </p:nvSpPr>
          <p:spPr bwMode="auto">
            <a:xfrm>
              <a:off x="3041651" y="4071938"/>
              <a:ext cx="133350" cy="225425"/>
            </a:xfrm>
            <a:custGeom>
              <a:avLst/>
              <a:gdLst>
                <a:gd name="T0" fmla="*/ 80 w 118"/>
                <a:gd name="T1" fmla="*/ 5 h 200"/>
                <a:gd name="T2" fmla="*/ 58 w 118"/>
                <a:gd name="T3" fmla="*/ 13 h 200"/>
                <a:gd name="T4" fmla="*/ 87 w 118"/>
                <a:gd name="T5" fmla="*/ 69 h 200"/>
                <a:gd name="T6" fmla="*/ 13 w 118"/>
                <a:gd name="T7" fmla="*/ 192 h 200"/>
                <a:gd name="T8" fmla="*/ 27 w 118"/>
                <a:gd name="T9" fmla="*/ 197 h 200"/>
                <a:gd name="T10" fmla="*/ 112 w 118"/>
                <a:gd name="T11" fmla="*/ 72 h 200"/>
                <a:gd name="T12" fmla="*/ 80 w 118"/>
                <a:gd name="T13" fmla="*/ 5 h 200"/>
              </a:gdLst>
              <a:ahLst/>
              <a:cxnLst>
                <a:cxn ang="0">
                  <a:pos x="T0" y="T1"/>
                </a:cxn>
                <a:cxn ang="0">
                  <a:pos x="T2" y="T3"/>
                </a:cxn>
                <a:cxn ang="0">
                  <a:pos x="T4" y="T5"/>
                </a:cxn>
                <a:cxn ang="0">
                  <a:pos x="T6" y="T7"/>
                </a:cxn>
                <a:cxn ang="0">
                  <a:pos x="T8" y="T9"/>
                </a:cxn>
                <a:cxn ang="0">
                  <a:pos x="T10" y="T11"/>
                </a:cxn>
                <a:cxn ang="0">
                  <a:pos x="T12" y="T13"/>
                </a:cxn>
              </a:cxnLst>
              <a:rect l="0" t="0" r="r" b="b"/>
              <a:pathLst>
                <a:path w="118" h="200">
                  <a:moveTo>
                    <a:pt x="80" y="5"/>
                  </a:moveTo>
                  <a:cubicBezTo>
                    <a:pt x="75" y="0"/>
                    <a:pt x="53" y="8"/>
                    <a:pt x="58" y="13"/>
                  </a:cubicBezTo>
                  <a:cubicBezTo>
                    <a:pt x="72" y="28"/>
                    <a:pt x="82" y="48"/>
                    <a:pt x="87" y="69"/>
                  </a:cubicBezTo>
                  <a:cubicBezTo>
                    <a:pt x="100" y="124"/>
                    <a:pt x="57" y="166"/>
                    <a:pt x="13" y="192"/>
                  </a:cubicBezTo>
                  <a:cubicBezTo>
                    <a:pt x="0" y="200"/>
                    <a:pt x="21" y="200"/>
                    <a:pt x="27" y="197"/>
                  </a:cubicBezTo>
                  <a:cubicBezTo>
                    <a:pt x="73" y="170"/>
                    <a:pt x="118" y="130"/>
                    <a:pt x="112" y="72"/>
                  </a:cubicBezTo>
                  <a:cubicBezTo>
                    <a:pt x="109" y="48"/>
                    <a:pt x="97" y="22"/>
                    <a:pt x="8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67"/>
            <p:cNvSpPr>
              <a:spLocks/>
            </p:cNvSpPr>
            <p:nvPr/>
          </p:nvSpPr>
          <p:spPr bwMode="auto">
            <a:xfrm>
              <a:off x="2589213" y="2579688"/>
              <a:ext cx="80963" cy="176213"/>
            </a:xfrm>
            <a:custGeom>
              <a:avLst/>
              <a:gdLst>
                <a:gd name="T0" fmla="*/ 0 w 51"/>
                <a:gd name="T1" fmla="*/ 6 h 111"/>
                <a:gd name="T2" fmla="*/ 23 w 51"/>
                <a:gd name="T3" fmla="*/ 111 h 111"/>
                <a:gd name="T4" fmla="*/ 51 w 51"/>
                <a:gd name="T5" fmla="*/ 108 h 111"/>
                <a:gd name="T6" fmla="*/ 43 w 51"/>
                <a:gd name="T7" fmla="*/ 0 h 111"/>
                <a:gd name="T8" fmla="*/ 0 w 51"/>
                <a:gd name="T9" fmla="*/ 6 h 111"/>
              </a:gdLst>
              <a:ahLst/>
              <a:cxnLst>
                <a:cxn ang="0">
                  <a:pos x="T0" y="T1"/>
                </a:cxn>
                <a:cxn ang="0">
                  <a:pos x="T2" y="T3"/>
                </a:cxn>
                <a:cxn ang="0">
                  <a:pos x="T4" y="T5"/>
                </a:cxn>
                <a:cxn ang="0">
                  <a:pos x="T6" y="T7"/>
                </a:cxn>
                <a:cxn ang="0">
                  <a:pos x="T8" y="T9"/>
                </a:cxn>
              </a:cxnLst>
              <a:rect l="0" t="0" r="r" b="b"/>
              <a:pathLst>
                <a:path w="51" h="111">
                  <a:moveTo>
                    <a:pt x="0" y="6"/>
                  </a:moveTo>
                  <a:lnTo>
                    <a:pt x="23" y="111"/>
                  </a:lnTo>
                  <a:lnTo>
                    <a:pt x="51" y="108"/>
                  </a:lnTo>
                  <a:lnTo>
                    <a:pt x="43" y="0"/>
                  </a:lnTo>
                  <a:lnTo>
                    <a:pt x="0"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Oval 68"/>
            <p:cNvSpPr>
              <a:spLocks noChangeArrowheads="1"/>
            </p:cNvSpPr>
            <p:nvPr/>
          </p:nvSpPr>
          <p:spPr bwMode="auto">
            <a:xfrm>
              <a:off x="2630488" y="2778125"/>
              <a:ext cx="58738" cy="460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8" name="组合 67"/>
          <p:cNvGrpSpPr/>
          <p:nvPr/>
        </p:nvGrpSpPr>
        <p:grpSpPr>
          <a:xfrm>
            <a:off x="3569496" y="2231543"/>
            <a:ext cx="1069171" cy="1101087"/>
            <a:chOff x="3883026" y="1982788"/>
            <a:chExt cx="1169988" cy="1204913"/>
          </a:xfrm>
          <a:solidFill>
            <a:schemeClr val="tx1">
              <a:lumMod val="65000"/>
              <a:lumOff val="35000"/>
            </a:schemeClr>
          </a:solidFill>
        </p:grpSpPr>
        <p:sp>
          <p:nvSpPr>
            <p:cNvPr id="69" name="Freeform 69"/>
            <p:cNvSpPr>
              <a:spLocks/>
            </p:cNvSpPr>
            <p:nvPr/>
          </p:nvSpPr>
          <p:spPr bwMode="auto">
            <a:xfrm>
              <a:off x="4002088" y="2781300"/>
              <a:ext cx="93663" cy="30163"/>
            </a:xfrm>
            <a:custGeom>
              <a:avLst/>
              <a:gdLst>
                <a:gd name="T0" fmla="*/ 3 w 83"/>
                <a:gd name="T1" fmla="*/ 13 h 26"/>
                <a:gd name="T2" fmla="*/ 37 w 83"/>
                <a:gd name="T3" fmla="*/ 26 h 26"/>
                <a:gd name="T4" fmla="*/ 74 w 83"/>
                <a:gd name="T5" fmla="*/ 10 h 26"/>
                <a:gd name="T6" fmla="*/ 83 w 83"/>
                <a:gd name="T7" fmla="*/ 0 h 26"/>
                <a:gd name="T8" fmla="*/ 0 w 83"/>
                <a:gd name="T9" fmla="*/ 10 h 26"/>
                <a:gd name="T10" fmla="*/ 3 w 83"/>
                <a:gd name="T11" fmla="*/ 13 h 26"/>
              </a:gdLst>
              <a:ahLst/>
              <a:cxnLst>
                <a:cxn ang="0">
                  <a:pos x="T0" y="T1"/>
                </a:cxn>
                <a:cxn ang="0">
                  <a:pos x="T2" y="T3"/>
                </a:cxn>
                <a:cxn ang="0">
                  <a:pos x="T4" y="T5"/>
                </a:cxn>
                <a:cxn ang="0">
                  <a:pos x="T6" y="T7"/>
                </a:cxn>
                <a:cxn ang="0">
                  <a:pos x="T8" y="T9"/>
                </a:cxn>
                <a:cxn ang="0">
                  <a:pos x="T10" y="T11"/>
                </a:cxn>
              </a:cxnLst>
              <a:rect l="0" t="0" r="r" b="b"/>
              <a:pathLst>
                <a:path w="83" h="26">
                  <a:moveTo>
                    <a:pt x="3" y="13"/>
                  </a:moveTo>
                  <a:cubicBezTo>
                    <a:pt x="13" y="22"/>
                    <a:pt x="25" y="26"/>
                    <a:pt x="37" y="26"/>
                  </a:cubicBezTo>
                  <a:cubicBezTo>
                    <a:pt x="51" y="26"/>
                    <a:pt x="64" y="20"/>
                    <a:pt x="74" y="10"/>
                  </a:cubicBezTo>
                  <a:cubicBezTo>
                    <a:pt x="77" y="6"/>
                    <a:pt x="80" y="3"/>
                    <a:pt x="83" y="0"/>
                  </a:cubicBezTo>
                  <a:cubicBezTo>
                    <a:pt x="53" y="2"/>
                    <a:pt x="25" y="5"/>
                    <a:pt x="0" y="10"/>
                  </a:cubicBezTo>
                  <a:cubicBezTo>
                    <a:pt x="1" y="11"/>
                    <a:pt x="2" y="12"/>
                    <a:pt x="3"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70"/>
            <p:cNvSpPr>
              <a:spLocks/>
            </p:cNvSpPr>
            <p:nvPr/>
          </p:nvSpPr>
          <p:spPr bwMode="auto">
            <a:xfrm>
              <a:off x="3883026" y="2609850"/>
              <a:ext cx="931863" cy="233363"/>
            </a:xfrm>
            <a:custGeom>
              <a:avLst/>
              <a:gdLst>
                <a:gd name="T0" fmla="*/ 298 w 825"/>
                <a:gd name="T1" fmla="*/ 0 h 206"/>
                <a:gd name="T2" fmla="*/ 201 w 825"/>
                <a:gd name="T3" fmla="*/ 22 h 206"/>
                <a:gd name="T4" fmla="*/ 173 w 825"/>
                <a:gd name="T5" fmla="*/ 37 h 206"/>
                <a:gd name="T6" fmla="*/ 236 w 825"/>
                <a:gd name="T7" fmla="*/ 35 h 206"/>
                <a:gd name="T8" fmla="*/ 440 w 825"/>
                <a:gd name="T9" fmla="*/ 51 h 206"/>
                <a:gd name="T10" fmla="*/ 430 w 825"/>
                <a:gd name="T11" fmla="*/ 58 h 206"/>
                <a:gd name="T12" fmla="*/ 236 w 825"/>
                <a:gd name="T13" fmla="*/ 43 h 206"/>
                <a:gd name="T14" fmla="*/ 41 w 825"/>
                <a:gd name="T15" fmla="*/ 67 h 206"/>
                <a:gd name="T16" fmla="*/ 7 w 825"/>
                <a:gd name="T17" fmla="*/ 129 h 206"/>
                <a:gd name="T18" fmla="*/ 69 w 825"/>
                <a:gd name="T19" fmla="*/ 163 h 206"/>
                <a:gd name="T20" fmla="*/ 236 w 825"/>
                <a:gd name="T21" fmla="*/ 143 h 206"/>
                <a:gd name="T22" fmla="*/ 400 w 825"/>
                <a:gd name="T23" fmla="*/ 155 h 206"/>
                <a:gd name="T24" fmla="*/ 447 w 825"/>
                <a:gd name="T25" fmla="*/ 162 h 206"/>
                <a:gd name="T26" fmla="*/ 461 w 825"/>
                <a:gd name="T27" fmla="*/ 173 h 206"/>
                <a:gd name="T28" fmla="*/ 501 w 825"/>
                <a:gd name="T29" fmla="*/ 190 h 206"/>
                <a:gd name="T30" fmla="*/ 646 w 825"/>
                <a:gd name="T31" fmla="*/ 203 h 206"/>
                <a:gd name="T32" fmla="*/ 647 w 825"/>
                <a:gd name="T33" fmla="*/ 200 h 206"/>
                <a:gd name="T34" fmla="*/ 666 w 825"/>
                <a:gd name="T35" fmla="*/ 134 h 206"/>
                <a:gd name="T36" fmla="*/ 666 w 825"/>
                <a:gd name="T37" fmla="*/ 133 h 206"/>
                <a:gd name="T38" fmla="*/ 704 w 825"/>
                <a:gd name="T39" fmla="*/ 92 h 206"/>
                <a:gd name="T40" fmla="*/ 706 w 825"/>
                <a:gd name="T41" fmla="*/ 92 h 206"/>
                <a:gd name="T42" fmla="*/ 746 w 825"/>
                <a:gd name="T43" fmla="*/ 130 h 206"/>
                <a:gd name="T44" fmla="*/ 746 w 825"/>
                <a:gd name="T45" fmla="*/ 131 h 206"/>
                <a:gd name="T46" fmla="*/ 746 w 825"/>
                <a:gd name="T47" fmla="*/ 134 h 206"/>
                <a:gd name="T48" fmla="*/ 738 w 825"/>
                <a:gd name="T49" fmla="*/ 189 h 206"/>
                <a:gd name="T50" fmla="*/ 749 w 825"/>
                <a:gd name="T51" fmla="*/ 186 h 206"/>
                <a:gd name="T52" fmla="*/ 803 w 825"/>
                <a:gd name="T53" fmla="*/ 89 h 206"/>
                <a:gd name="T54" fmla="*/ 700 w 825"/>
                <a:gd name="T55" fmla="*/ 51 h 206"/>
                <a:gd name="T56" fmla="*/ 513 w 825"/>
                <a:gd name="T57" fmla="*/ 38 h 206"/>
                <a:gd name="T58" fmla="*/ 449 w 825"/>
                <a:gd name="T59" fmla="*/ 47 h 206"/>
                <a:gd name="T60" fmla="*/ 435 w 825"/>
                <a:gd name="T61" fmla="*/ 39 h 206"/>
                <a:gd name="T62" fmla="*/ 298 w 825"/>
                <a:gd name="T63" fmla="*/ 0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25" h="206">
                  <a:moveTo>
                    <a:pt x="298" y="0"/>
                  </a:moveTo>
                  <a:cubicBezTo>
                    <a:pt x="268" y="0"/>
                    <a:pt x="234" y="7"/>
                    <a:pt x="201" y="22"/>
                  </a:cubicBezTo>
                  <a:cubicBezTo>
                    <a:pt x="192" y="26"/>
                    <a:pt x="182" y="31"/>
                    <a:pt x="173" y="37"/>
                  </a:cubicBezTo>
                  <a:cubicBezTo>
                    <a:pt x="193" y="36"/>
                    <a:pt x="214" y="35"/>
                    <a:pt x="236" y="35"/>
                  </a:cubicBezTo>
                  <a:cubicBezTo>
                    <a:pt x="317" y="35"/>
                    <a:pt x="392" y="44"/>
                    <a:pt x="440" y="51"/>
                  </a:cubicBezTo>
                  <a:cubicBezTo>
                    <a:pt x="437" y="53"/>
                    <a:pt x="433" y="55"/>
                    <a:pt x="430" y="58"/>
                  </a:cubicBezTo>
                  <a:cubicBezTo>
                    <a:pt x="383" y="51"/>
                    <a:pt x="312" y="43"/>
                    <a:pt x="236" y="43"/>
                  </a:cubicBezTo>
                  <a:cubicBezTo>
                    <a:pt x="172" y="43"/>
                    <a:pt x="104" y="48"/>
                    <a:pt x="41" y="67"/>
                  </a:cubicBezTo>
                  <a:cubicBezTo>
                    <a:pt x="15" y="74"/>
                    <a:pt x="0" y="102"/>
                    <a:pt x="7" y="129"/>
                  </a:cubicBezTo>
                  <a:cubicBezTo>
                    <a:pt x="15" y="155"/>
                    <a:pt x="43" y="170"/>
                    <a:pt x="69" y="163"/>
                  </a:cubicBezTo>
                  <a:cubicBezTo>
                    <a:pt x="118" y="148"/>
                    <a:pt x="178" y="143"/>
                    <a:pt x="236" y="143"/>
                  </a:cubicBezTo>
                  <a:cubicBezTo>
                    <a:pt x="297" y="143"/>
                    <a:pt x="356" y="149"/>
                    <a:pt x="400" y="155"/>
                  </a:cubicBezTo>
                  <a:cubicBezTo>
                    <a:pt x="419" y="157"/>
                    <a:pt x="435" y="160"/>
                    <a:pt x="447" y="162"/>
                  </a:cubicBezTo>
                  <a:cubicBezTo>
                    <a:pt x="451" y="166"/>
                    <a:pt x="456" y="169"/>
                    <a:pt x="461" y="173"/>
                  </a:cubicBezTo>
                  <a:cubicBezTo>
                    <a:pt x="473" y="180"/>
                    <a:pt x="486" y="186"/>
                    <a:pt x="501" y="190"/>
                  </a:cubicBezTo>
                  <a:cubicBezTo>
                    <a:pt x="550" y="201"/>
                    <a:pt x="598" y="206"/>
                    <a:pt x="646" y="203"/>
                  </a:cubicBezTo>
                  <a:cubicBezTo>
                    <a:pt x="646" y="202"/>
                    <a:pt x="647" y="201"/>
                    <a:pt x="647" y="200"/>
                  </a:cubicBezTo>
                  <a:cubicBezTo>
                    <a:pt x="666" y="166"/>
                    <a:pt x="666" y="135"/>
                    <a:pt x="666" y="134"/>
                  </a:cubicBezTo>
                  <a:cubicBezTo>
                    <a:pt x="666" y="133"/>
                    <a:pt x="666" y="133"/>
                    <a:pt x="666" y="133"/>
                  </a:cubicBezTo>
                  <a:cubicBezTo>
                    <a:pt x="665" y="112"/>
                    <a:pt x="682" y="93"/>
                    <a:pt x="704" y="92"/>
                  </a:cubicBezTo>
                  <a:cubicBezTo>
                    <a:pt x="705" y="92"/>
                    <a:pt x="705" y="92"/>
                    <a:pt x="706" y="92"/>
                  </a:cubicBezTo>
                  <a:cubicBezTo>
                    <a:pt x="727" y="92"/>
                    <a:pt x="745" y="109"/>
                    <a:pt x="746" y="130"/>
                  </a:cubicBezTo>
                  <a:cubicBezTo>
                    <a:pt x="746" y="131"/>
                    <a:pt x="746" y="131"/>
                    <a:pt x="746" y="131"/>
                  </a:cubicBezTo>
                  <a:cubicBezTo>
                    <a:pt x="746" y="131"/>
                    <a:pt x="746" y="133"/>
                    <a:pt x="746" y="134"/>
                  </a:cubicBezTo>
                  <a:cubicBezTo>
                    <a:pt x="746" y="144"/>
                    <a:pt x="745" y="164"/>
                    <a:pt x="738" y="189"/>
                  </a:cubicBezTo>
                  <a:cubicBezTo>
                    <a:pt x="742" y="188"/>
                    <a:pt x="745" y="187"/>
                    <a:pt x="749" y="186"/>
                  </a:cubicBezTo>
                  <a:cubicBezTo>
                    <a:pt x="806" y="170"/>
                    <a:pt x="825" y="121"/>
                    <a:pt x="803" y="89"/>
                  </a:cubicBezTo>
                  <a:cubicBezTo>
                    <a:pt x="780" y="56"/>
                    <a:pt x="738" y="42"/>
                    <a:pt x="700" y="51"/>
                  </a:cubicBezTo>
                  <a:cubicBezTo>
                    <a:pt x="643" y="64"/>
                    <a:pt x="560" y="39"/>
                    <a:pt x="513" y="38"/>
                  </a:cubicBezTo>
                  <a:cubicBezTo>
                    <a:pt x="493" y="37"/>
                    <a:pt x="469" y="39"/>
                    <a:pt x="449" y="47"/>
                  </a:cubicBezTo>
                  <a:cubicBezTo>
                    <a:pt x="445" y="44"/>
                    <a:pt x="440" y="41"/>
                    <a:pt x="435" y="39"/>
                  </a:cubicBezTo>
                  <a:cubicBezTo>
                    <a:pt x="402" y="20"/>
                    <a:pt x="355" y="1"/>
                    <a:pt x="2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71"/>
            <p:cNvSpPr>
              <a:spLocks/>
            </p:cNvSpPr>
            <p:nvPr/>
          </p:nvSpPr>
          <p:spPr bwMode="auto">
            <a:xfrm>
              <a:off x="4475163" y="2903538"/>
              <a:ext cx="41275" cy="34925"/>
            </a:xfrm>
            <a:custGeom>
              <a:avLst/>
              <a:gdLst>
                <a:gd name="T0" fmla="*/ 25 w 37"/>
                <a:gd name="T1" fmla="*/ 6 h 31"/>
                <a:gd name="T2" fmla="*/ 17 w 37"/>
                <a:gd name="T3" fmla="*/ 3 h 31"/>
                <a:gd name="T4" fmla="*/ 3 w 37"/>
                <a:gd name="T5" fmla="*/ 14 h 31"/>
                <a:gd name="T6" fmla="*/ 5 w 37"/>
                <a:gd name="T7" fmla="*/ 23 h 31"/>
                <a:gd name="T8" fmla="*/ 12 w 37"/>
                <a:gd name="T9" fmla="*/ 31 h 31"/>
                <a:gd name="T10" fmla="*/ 37 w 37"/>
                <a:gd name="T11" fmla="*/ 20 h 31"/>
                <a:gd name="T12" fmla="*/ 25 w 37"/>
                <a:gd name="T13" fmla="*/ 6 h 31"/>
              </a:gdLst>
              <a:ahLst/>
              <a:cxnLst>
                <a:cxn ang="0">
                  <a:pos x="T0" y="T1"/>
                </a:cxn>
                <a:cxn ang="0">
                  <a:pos x="T2" y="T3"/>
                </a:cxn>
                <a:cxn ang="0">
                  <a:pos x="T4" y="T5"/>
                </a:cxn>
                <a:cxn ang="0">
                  <a:pos x="T6" y="T7"/>
                </a:cxn>
                <a:cxn ang="0">
                  <a:pos x="T8" y="T9"/>
                </a:cxn>
                <a:cxn ang="0">
                  <a:pos x="T10" y="T11"/>
                </a:cxn>
                <a:cxn ang="0">
                  <a:pos x="T12" y="T13"/>
                </a:cxn>
              </a:cxnLst>
              <a:rect l="0" t="0" r="r" b="b"/>
              <a:pathLst>
                <a:path w="37" h="31">
                  <a:moveTo>
                    <a:pt x="25" y="6"/>
                  </a:moveTo>
                  <a:cubicBezTo>
                    <a:pt x="25" y="6"/>
                    <a:pt x="20" y="0"/>
                    <a:pt x="17" y="3"/>
                  </a:cubicBezTo>
                  <a:cubicBezTo>
                    <a:pt x="3" y="14"/>
                    <a:pt x="3" y="14"/>
                    <a:pt x="3" y="14"/>
                  </a:cubicBezTo>
                  <a:cubicBezTo>
                    <a:pt x="0" y="17"/>
                    <a:pt x="5" y="23"/>
                    <a:pt x="5" y="23"/>
                  </a:cubicBezTo>
                  <a:cubicBezTo>
                    <a:pt x="5" y="23"/>
                    <a:pt x="8" y="26"/>
                    <a:pt x="12" y="31"/>
                  </a:cubicBezTo>
                  <a:cubicBezTo>
                    <a:pt x="21" y="28"/>
                    <a:pt x="29" y="24"/>
                    <a:pt x="37" y="20"/>
                  </a:cubicBezTo>
                  <a:cubicBezTo>
                    <a:pt x="30" y="12"/>
                    <a:pt x="25" y="6"/>
                    <a:pt x="2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72"/>
            <p:cNvSpPr>
              <a:spLocks/>
            </p:cNvSpPr>
            <p:nvPr/>
          </p:nvSpPr>
          <p:spPr bwMode="auto">
            <a:xfrm>
              <a:off x="4538663" y="2989263"/>
              <a:ext cx="188913" cy="198438"/>
            </a:xfrm>
            <a:custGeom>
              <a:avLst/>
              <a:gdLst>
                <a:gd name="T0" fmla="*/ 29 w 167"/>
                <a:gd name="T1" fmla="*/ 83 h 176"/>
                <a:gd name="T2" fmla="*/ 105 w 167"/>
                <a:gd name="T3" fmla="*/ 172 h 176"/>
                <a:gd name="T4" fmla="*/ 117 w 167"/>
                <a:gd name="T5" fmla="*/ 173 h 176"/>
                <a:gd name="T6" fmla="*/ 163 w 167"/>
                <a:gd name="T7" fmla="*/ 134 h 176"/>
                <a:gd name="T8" fmla="*/ 164 w 167"/>
                <a:gd name="T9" fmla="*/ 122 h 176"/>
                <a:gd name="T10" fmla="*/ 88 w 167"/>
                <a:gd name="T11" fmla="*/ 33 h 176"/>
                <a:gd name="T12" fmla="*/ 45 w 167"/>
                <a:gd name="T13" fmla="*/ 0 h 176"/>
                <a:gd name="T14" fmla="*/ 0 w 167"/>
                <a:gd name="T15" fmla="*/ 24 h 176"/>
                <a:gd name="T16" fmla="*/ 29 w 167"/>
                <a:gd name="T17" fmla="*/ 83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7" h="176">
                  <a:moveTo>
                    <a:pt x="29" y="83"/>
                  </a:moveTo>
                  <a:cubicBezTo>
                    <a:pt x="45" y="102"/>
                    <a:pt x="105" y="172"/>
                    <a:pt x="105" y="172"/>
                  </a:cubicBezTo>
                  <a:cubicBezTo>
                    <a:pt x="108" y="176"/>
                    <a:pt x="113" y="176"/>
                    <a:pt x="117" y="173"/>
                  </a:cubicBezTo>
                  <a:cubicBezTo>
                    <a:pt x="163" y="134"/>
                    <a:pt x="163" y="134"/>
                    <a:pt x="163" y="134"/>
                  </a:cubicBezTo>
                  <a:cubicBezTo>
                    <a:pt x="167" y="131"/>
                    <a:pt x="167" y="126"/>
                    <a:pt x="164" y="122"/>
                  </a:cubicBezTo>
                  <a:cubicBezTo>
                    <a:pt x="164" y="122"/>
                    <a:pt x="104" y="52"/>
                    <a:pt x="88" y="33"/>
                  </a:cubicBezTo>
                  <a:cubicBezTo>
                    <a:pt x="76" y="18"/>
                    <a:pt x="61" y="10"/>
                    <a:pt x="45" y="0"/>
                  </a:cubicBezTo>
                  <a:cubicBezTo>
                    <a:pt x="31" y="9"/>
                    <a:pt x="17" y="17"/>
                    <a:pt x="0" y="24"/>
                  </a:cubicBezTo>
                  <a:cubicBezTo>
                    <a:pt x="9" y="47"/>
                    <a:pt x="14" y="65"/>
                    <a:pt x="29"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73"/>
            <p:cNvSpPr>
              <a:spLocks/>
            </p:cNvSpPr>
            <p:nvPr/>
          </p:nvSpPr>
          <p:spPr bwMode="auto">
            <a:xfrm>
              <a:off x="4829176" y="2595563"/>
              <a:ext cx="223838" cy="225425"/>
            </a:xfrm>
            <a:custGeom>
              <a:avLst/>
              <a:gdLst>
                <a:gd name="T0" fmla="*/ 77 w 199"/>
                <a:gd name="T1" fmla="*/ 186 h 199"/>
                <a:gd name="T2" fmla="*/ 187 w 199"/>
                <a:gd name="T3" fmla="*/ 121 h 199"/>
                <a:gd name="T4" fmla="*/ 122 w 199"/>
                <a:gd name="T5" fmla="*/ 12 h 199"/>
                <a:gd name="T6" fmla="*/ 13 w 199"/>
                <a:gd name="T7" fmla="*/ 77 h 199"/>
                <a:gd name="T8" fmla="*/ 77 w 199"/>
                <a:gd name="T9" fmla="*/ 186 h 199"/>
              </a:gdLst>
              <a:ahLst/>
              <a:cxnLst>
                <a:cxn ang="0">
                  <a:pos x="T0" y="T1"/>
                </a:cxn>
                <a:cxn ang="0">
                  <a:pos x="T2" y="T3"/>
                </a:cxn>
                <a:cxn ang="0">
                  <a:pos x="T4" y="T5"/>
                </a:cxn>
                <a:cxn ang="0">
                  <a:pos x="T6" y="T7"/>
                </a:cxn>
                <a:cxn ang="0">
                  <a:pos x="T8" y="T9"/>
                </a:cxn>
              </a:cxnLst>
              <a:rect l="0" t="0" r="r" b="b"/>
              <a:pathLst>
                <a:path w="199" h="199">
                  <a:moveTo>
                    <a:pt x="77" y="186"/>
                  </a:moveTo>
                  <a:cubicBezTo>
                    <a:pt x="126" y="199"/>
                    <a:pt x="175" y="170"/>
                    <a:pt x="187" y="121"/>
                  </a:cubicBezTo>
                  <a:cubicBezTo>
                    <a:pt x="199" y="73"/>
                    <a:pt x="170" y="24"/>
                    <a:pt x="122" y="12"/>
                  </a:cubicBezTo>
                  <a:cubicBezTo>
                    <a:pt x="74" y="0"/>
                    <a:pt x="25" y="29"/>
                    <a:pt x="13" y="77"/>
                  </a:cubicBezTo>
                  <a:cubicBezTo>
                    <a:pt x="0" y="125"/>
                    <a:pt x="29" y="174"/>
                    <a:pt x="77" y="1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74"/>
            <p:cNvSpPr>
              <a:spLocks/>
            </p:cNvSpPr>
            <p:nvPr/>
          </p:nvSpPr>
          <p:spPr bwMode="auto">
            <a:xfrm>
              <a:off x="4449763" y="2722563"/>
              <a:ext cx="266700" cy="300038"/>
            </a:xfrm>
            <a:custGeom>
              <a:avLst/>
              <a:gdLst>
                <a:gd name="T0" fmla="*/ 204 w 237"/>
                <a:gd name="T1" fmla="*/ 1 h 266"/>
                <a:gd name="T2" fmla="*/ 173 w 237"/>
                <a:gd name="T3" fmla="*/ 34 h 266"/>
                <a:gd name="T4" fmla="*/ 173 w 237"/>
                <a:gd name="T5" fmla="*/ 34 h 266"/>
                <a:gd name="T6" fmla="*/ 173 w 237"/>
                <a:gd name="T7" fmla="*/ 34 h 266"/>
                <a:gd name="T8" fmla="*/ 173 w 237"/>
                <a:gd name="T9" fmla="*/ 34 h 266"/>
                <a:gd name="T10" fmla="*/ 173 w 237"/>
                <a:gd name="T11" fmla="*/ 34 h 266"/>
                <a:gd name="T12" fmla="*/ 173 w 237"/>
                <a:gd name="T13" fmla="*/ 35 h 266"/>
                <a:gd name="T14" fmla="*/ 154 w 237"/>
                <a:gd name="T15" fmla="*/ 105 h 266"/>
                <a:gd name="T16" fmla="*/ 25 w 237"/>
                <a:gd name="T17" fmla="*/ 204 h 266"/>
                <a:gd name="T18" fmla="*/ 5 w 237"/>
                <a:gd name="T19" fmla="*/ 245 h 266"/>
                <a:gd name="T20" fmla="*/ 36 w 237"/>
                <a:gd name="T21" fmla="*/ 266 h 266"/>
                <a:gd name="T22" fmla="*/ 46 w 237"/>
                <a:gd name="T23" fmla="*/ 265 h 266"/>
                <a:gd name="T24" fmla="*/ 210 w 237"/>
                <a:gd name="T25" fmla="*/ 135 h 266"/>
                <a:gd name="T26" fmla="*/ 237 w 237"/>
                <a:gd name="T27" fmla="*/ 35 h 266"/>
                <a:gd name="T28" fmla="*/ 237 w 237"/>
                <a:gd name="T29" fmla="*/ 32 h 266"/>
                <a:gd name="T30" fmla="*/ 204 w 237"/>
                <a:gd name="T31" fmla="*/ 1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7" h="266">
                  <a:moveTo>
                    <a:pt x="204" y="1"/>
                  </a:moveTo>
                  <a:cubicBezTo>
                    <a:pt x="186" y="2"/>
                    <a:pt x="172" y="17"/>
                    <a:pt x="173" y="34"/>
                  </a:cubicBezTo>
                  <a:cubicBezTo>
                    <a:pt x="173" y="34"/>
                    <a:pt x="173" y="34"/>
                    <a:pt x="173" y="34"/>
                  </a:cubicBezTo>
                  <a:cubicBezTo>
                    <a:pt x="173" y="34"/>
                    <a:pt x="173" y="34"/>
                    <a:pt x="173" y="34"/>
                  </a:cubicBezTo>
                  <a:cubicBezTo>
                    <a:pt x="173" y="34"/>
                    <a:pt x="173" y="34"/>
                    <a:pt x="173" y="34"/>
                  </a:cubicBezTo>
                  <a:cubicBezTo>
                    <a:pt x="173" y="34"/>
                    <a:pt x="173" y="34"/>
                    <a:pt x="173" y="34"/>
                  </a:cubicBezTo>
                  <a:cubicBezTo>
                    <a:pt x="173" y="35"/>
                    <a:pt x="173" y="35"/>
                    <a:pt x="173" y="35"/>
                  </a:cubicBezTo>
                  <a:cubicBezTo>
                    <a:pt x="173" y="40"/>
                    <a:pt x="172" y="71"/>
                    <a:pt x="154" y="105"/>
                  </a:cubicBezTo>
                  <a:cubicBezTo>
                    <a:pt x="135" y="139"/>
                    <a:pt x="100" y="178"/>
                    <a:pt x="25" y="204"/>
                  </a:cubicBezTo>
                  <a:cubicBezTo>
                    <a:pt x="9" y="210"/>
                    <a:pt x="0" y="228"/>
                    <a:pt x="5" y="245"/>
                  </a:cubicBezTo>
                  <a:cubicBezTo>
                    <a:pt x="10" y="258"/>
                    <a:pt x="22" y="266"/>
                    <a:pt x="36" y="266"/>
                  </a:cubicBezTo>
                  <a:cubicBezTo>
                    <a:pt x="39" y="266"/>
                    <a:pt x="43" y="266"/>
                    <a:pt x="46" y="265"/>
                  </a:cubicBezTo>
                  <a:cubicBezTo>
                    <a:pt x="135" y="235"/>
                    <a:pt x="185" y="183"/>
                    <a:pt x="210" y="135"/>
                  </a:cubicBezTo>
                  <a:cubicBezTo>
                    <a:pt x="235" y="88"/>
                    <a:pt x="237" y="47"/>
                    <a:pt x="237" y="35"/>
                  </a:cubicBezTo>
                  <a:cubicBezTo>
                    <a:pt x="237" y="33"/>
                    <a:pt x="237" y="32"/>
                    <a:pt x="237" y="32"/>
                  </a:cubicBezTo>
                  <a:cubicBezTo>
                    <a:pt x="236" y="14"/>
                    <a:pt x="221" y="0"/>
                    <a:pt x="20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75"/>
            <p:cNvSpPr>
              <a:spLocks noEditPoints="1"/>
            </p:cNvSpPr>
            <p:nvPr/>
          </p:nvSpPr>
          <p:spPr bwMode="auto">
            <a:xfrm>
              <a:off x="4524376" y="1982788"/>
              <a:ext cx="352425" cy="544513"/>
            </a:xfrm>
            <a:custGeom>
              <a:avLst/>
              <a:gdLst>
                <a:gd name="T0" fmla="*/ 65 w 313"/>
                <a:gd name="T1" fmla="*/ 221 h 481"/>
                <a:gd name="T2" fmla="*/ 149 w 313"/>
                <a:gd name="T3" fmla="*/ 203 h 481"/>
                <a:gd name="T4" fmla="*/ 235 w 313"/>
                <a:gd name="T5" fmla="*/ 136 h 481"/>
                <a:gd name="T6" fmla="*/ 251 w 313"/>
                <a:gd name="T7" fmla="*/ 225 h 481"/>
                <a:gd name="T8" fmla="*/ 226 w 313"/>
                <a:gd name="T9" fmla="*/ 280 h 481"/>
                <a:gd name="T10" fmla="*/ 156 w 313"/>
                <a:gd name="T11" fmla="*/ 280 h 481"/>
                <a:gd name="T12" fmla="*/ 100 w 313"/>
                <a:gd name="T13" fmla="*/ 314 h 481"/>
                <a:gd name="T14" fmla="*/ 108 w 313"/>
                <a:gd name="T15" fmla="*/ 368 h 481"/>
                <a:gd name="T16" fmla="*/ 185 w 313"/>
                <a:gd name="T17" fmla="*/ 349 h 481"/>
                <a:gd name="T18" fmla="*/ 231 w 313"/>
                <a:gd name="T19" fmla="*/ 294 h 481"/>
                <a:gd name="T20" fmla="*/ 262 w 313"/>
                <a:gd name="T21" fmla="*/ 308 h 481"/>
                <a:gd name="T22" fmla="*/ 290 w 313"/>
                <a:gd name="T23" fmla="*/ 418 h 481"/>
                <a:gd name="T24" fmla="*/ 229 w 313"/>
                <a:gd name="T25" fmla="*/ 466 h 481"/>
                <a:gd name="T26" fmla="*/ 209 w 313"/>
                <a:gd name="T27" fmla="*/ 441 h 481"/>
                <a:gd name="T28" fmla="*/ 248 w 313"/>
                <a:gd name="T29" fmla="*/ 431 h 481"/>
                <a:gd name="T30" fmla="*/ 254 w 313"/>
                <a:gd name="T31" fmla="*/ 420 h 481"/>
                <a:gd name="T32" fmla="*/ 196 w 313"/>
                <a:gd name="T33" fmla="*/ 438 h 481"/>
                <a:gd name="T34" fmla="*/ 242 w 313"/>
                <a:gd name="T35" fmla="*/ 479 h 481"/>
                <a:gd name="T36" fmla="*/ 296 w 313"/>
                <a:gd name="T37" fmla="*/ 437 h 481"/>
                <a:gd name="T38" fmla="*/ 293 w 313"/>
                <a:gd name="T39" fmla="*/ 327 h 481"/>
                <a:gd name="T40" fmla="*/ 238 w 313"/>
                <a:gd name="T41" fmla="*/ 283 h 481"/>
                <a:gd name="T42" fmla="*/ 260 w 313"/>
                <a:gd name="T43" fmla="*/ 236 h 481"/>
                <a:gd name="T44" fmla="*/ 244 w 313"/>
                <a:gd name="T45" fmla="*/ 128 h 481"/>
                <a:gd name="T46" fmla="*/ 242 w 313"/>
                <a:gd name="T47" fmla="*/ 125 h 481"/>
                <a:gd name="T48" fmla="*/ 251 w 313"/>
                <a:gd name="T49" fmla="*/ 102 h 481"/>
                <a:gd name="T50" fmla="*/ 173 w 313"/>
                <a:gd name="T51" fmla="*/ 1 h 481"/>
                <a:gd name="T52" fmla="*/ 169 w 313"/>
                <a:gd name="T53" fmla="*/ 13 h 481"/>
                <a:gd name="T54" fmla="*/ 243 w 313"/>
                <a:gd name="T55" fmla="*/ 83 h 481"/>
                <a:gd name="T56" fmla="*/ 232 w 313"/>
                <a:gd name="T57" fmla="*/ 119 h 481"/>
                <a:gd name="T58" fmla="*/ 83 w 313"/>
                <a:gd name="T59" fmla="*/ 114 h 481"/>
                <a:gd name="T60" fmla="*/ 15 w 313"/>
                <a:gd name="T61" fmla="*/ 155 h 481"/>
                <a:gd name="T62" fmla="*/ 11 w 313"/>
                <a:gd name="T63" fmla="*/ 207 h 481"/>
                <a:gd name="T64" fmla="*/ 65 w 313"/>
                <a:gd name="T65" fmla="*/ 221 h 481"/>
                <a:gd name="T66" fmla="*/ 174 w 313"/>
                <a:gd name="T67" fmla="*/ 342 h 481"/>
                <a:gd name="T68" fmla="*/ 131 w 313"/>
                <a:gd name="T69" fmla="*/ 365 h 481"/>
                <a:gd name="T70" fmla="*/ 108 w 313"/>
                <a:gd name="T71" fmla="*/ 325 h 481"/>
                <a:gd name="T72" fmla="*/ 175 w 313"/>
                <a:gd name="T73" fmla="*/ 290 h 481"/>
                <a:gd name="T74" fmla="*/ 219 w 313"/>
                <a:gd name="T75" fmla="*/ 291 h 481"/>
                <a:gd name="T76" fmla="*/ 174 w 313"/>
                <a:gd name="T77" fmla="*/ 342 h 481"/>
                <a:gd name="T78" fmla="*/ 17 w 313"/>
                <a:gd name="T79" fmla="*/ 177 h 481"/>
                <a:gd name="T80" fmla="*/ 109 w 313"/>
                <a:gd name="T81" fmla="*/ 120 h 481"/>
                <a:gd name="T82" fmla="*/ 208 w 313"/>
                <a:gd name="T83" fmla="*/ 122 h 481"/>
                <a:gd name="T84" fmla="*/ 226 w 313"/>
                <a:gd name="T85" fmla="*/ 129 h 481"/>
                <a:gd name="T86" fmla="*/ 183 w 313"/>
                <a:gd name="T87" fmla="*/ 173 h 481"/>
                <a:gd name="T88" fmla="*/ 17 w 313"/>
                <a:gd name="T89" fmla="*/ 177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13" h="481">
                  <a:moveTo>
                    <a:pt x="65" y="221"/>
                  </a:moveTo>
                  <a:cubicBezTo>
                    <a:pt x="94" y="220"/>
                    <a:pt x="122" y="212"/>
                    <a:pt x="149" y="203"/>
                  </a:cubicBezTo>
                  <a:cubicBezTo>
                    <a:pt x="184" y="190"/>
                    <a:pt x="215" y="167"/>
                    <a:pt x="235" y="136"/>
                  </a:cubicBezTo>
                  <a:cubicBezTo>
                    <a:pt x="259" y="157"/>
                    <a:pt x="260" y="192"/>
                    <a:pt x="251" y="225"/>
                  </a:cubicBezTo>
                  <a:cubicBezTo>
                    <a:pt x="245" y="244"/>
                    <a:pt x="236" y="263"/>
                    <a:pt x="226" y="280"/>
                  </a:cubicBezTo>
                  <a:cubicBezTo>
                    <a:pt x="202" y="276"/>
                    <a:pt x="176" y="277"/>
                    <a:pt x="156" y="280"/>
                  </a:cubicBezTo>
                  <a:cubicBezTo>
                    <a:pt x="135" y="284"/>
                    <a:pt x="111" y="294"/>
                    <a:pt x="100" y="314"/>
                  </a:cubicBezTo>
                  <a:cubicBezTo>
                    <a:pt x="91" y="331"/>
                    <a:pt x="96" y="354"/>
                    <a:pt x="108" y="368"/>
                  </a:cubicBezTo>
                  <a:cubicBezTo>
                    <a:pt x="130" y="393"/>
                    <a:pt x="168" y="364"/>
                    <a:pt x="185" y="349"/>
                  </a:cubicBezTo>
                  <a:cubicBezTo>
                    <a:pt x="202" y="333"/>
                    <a:pt x="218" y="315"/>
                    <a:pt x="231" y="294"/>
                  </a:cubicBezTo>
                  <a:cubicBezTo>
                    <a:pt x="242" y="297"/>
                    <a:pt x="252" y="302"/>
                    <a:pt x="262" y="308"/>
                  </a:cubicBezTo>
                  <a:cubicBezTo>
                    <a:pt x="294" y="329"/>
                    <a:pt x="299" y="384"/>
                    <a:pt x="290" y="418"/>
                  </a:cubicBezTo>
                  <a:cubicBezTo>
                    <a:pt x="284" y="443"/>
                    <a:pt x="258" y="474"/>
                    <a:pt x="229" y="466"/>
                  </a:cubicBezTo>
                  <a:cubicBezTo>
                    <a:pt x="218" y="463"/>
                    <a:pt x="213" y="451"/>
                    <a:pt x="209" y="441"/>
                  </a:cubicBezTo>
                  <a:cubicBezTo>
                    <a:pt x="199" y="412"/>
                    <a:pt x="236" y="422"/>
                    <a:pt x="248" y="431"/>
                  </a:cubicBezTo>
                  <a:cubicBezTo>
                    <a:pt x="254" y="435"/>
                    <a:pt x="260" y="425"/>
                    <a:pt x="254" y="420"/>
                  </a:cubicBezTo>
                  <a:cubicBezTo>
                    <a:pt x="233" y="406"/>
                    <a:pt x="194" y="403"/>
                    <a:pt x="196" y="438"/>
                  </a:cubicBezTo>
                  <a:cubicBezTo>
                    <a:pt x="198" y="462"/>
                    <a:pt x="218" y="481"/>
                    <a:pt x="242" y="479"/>
                  </a:cubicBezTo>
                  <a:cubicBezTo>
                    <a:pt x="266" y="477"/>
                    <a:pt x="285" y="457"/>
                    <a:pt x="296" y="437"/>
                  </a:cubicBezTo>
                  <a:cubicBezTo>
                    <a:pt x="313" y="402"/>
                    <a:pt x="306" y="361"/>
                    <a:pt x="293" y="327"/>
                  </a:cubicBezTo>
                  <a:cubicBezTo>
                    <a:pt x="284" y="303"/>
                    <a:pt x="262" y="290"/>
                    <a:pt x="238" y="283"/>
                  </a:cubicBezTo>
                  <a:cubicBezTo>
                    <a:pt x="247" y="268"/>
                    <a:pt x="254" y="252"/>
                    <a:pt x="260" y="236"/>
                  </a:cubicBezTo>
                  <a:cubicBezTo>
                    <a:pt x="272" y="200"/>
                    <a:pt x="275" y="155"/>
                    <a:pt x="244" y="128"/>
                  </a:cubicBezTo>
                  <a:cubicBezTo>
                    <a:pt x="243" y="127"/>
                    <a:pt x="242" y="126"/>
                    <a:pt x="242" y="125"/>
                  </a:cubicBezTo>
                  <a:cubicBezTo>
                    <a:pt x="245" y="118"/>
                    <a:pt x="249" y="110"/>
                    <a:pt x="251" y="102"/>
                  </a:cubicBezTo>
                  <a:cubicBezTo>
                    <a:pt x="269" y="45"/>
                    <a:pt x="223" y="10"/>
                    <a:pt x="173" y="1"/>
                  </a:cubicBezTo>
                  <a:cubicBezTo>
                    <a:pt x="165" y="0"/>
                    <a:pt x="162" y="11"/>
                    <a:pt x="169" y="13"/>
                  </a:cubicBezTo>
                  <a:cubicBezTo>
                    <a:pt x="208" y="20"/>
                    <a:pt x="245" y="39"/>
                    <a:pt x="243" y="83"/>
                  </a:cubicBezTo>
                  <a:cubicBezTo>
                    <a:pt x="242" y="95"/>
                    <a:pt x="238" y="107"/>
                    <a:pt x="232" y="119"/>
                  </a:cubicBezTo>
                  <a:cubicBezTo>
                    <a:pt x="190" y="93"/>
                    <a:pt x="126" y="101"/>
                    <a:pt x="83" y="114"/>
                  </a:cubicBezTo>
                  <a:cubicBezTo>
                    <a:pt x="58" y="122"/>
                    <a:pt x="31" y="134"/>
                    <a:pt x="15" y="155"/>
                  </a:cubicBezTo>
                  <a:cubicBezTo>
                    <a:pt x="5" y="168"/>
                    <a:pt x="0" y="192"/>
                    <a:pt x="11" y="207"/>
                  </a:cubicBezTo>
                  <a:cubicBezTo>
                    <a:pt x="24" y="222"/>
                    <a:pt x="47" y="222"/>
                    <a:pt x="65" y="221"/>
                  </a:cubicBezTo>
                  <a:close/>
                  <a:moveTo>
                    <a:pt x="174" y="342"/>
                  </a:moveTo>
                  <a:cubicBezTo>
                    <a:pt x="163" y="352"/>
                    <a:pt x="147" y="364"/>
                    <a:pt x="131" y="365"/>
                  </a:cubicBezTo>
                  <a:cubicBezTo>
                    <a:pt x="112" y="367"/>
                    <a:pt x="105" y="340"/>
                    <a:pt x="108" y="325"/>
                  </a:cubicBezTo>
                  <a:cubicBezTo>
                    <a:pt x="114" y="299"/>
                    <a:pt x="153" y="292"/>
                    <a:pt x="175" y="290"/>
                  </a:cubicBezTo>
                  <a:cubicBezTo>
                    <a:pt x="189" y="288"/>
                    <a:pt x="204" y="289"/>
                    <a:pt x="219" y="291"/>
                  </a:cubicBezTo>
                  <a:cubicBezTo>
                    <a:pt x="206" y="310"/>
                    <a:pt x="191" y="328"/>
                    <a:pt x="174" y="342"/>
                  </a:cubicBezTo>
                  <a:close/>
                  <a:moveTo>
                    <a:pt x="17" y="177"/>
                  </a:moveTo>
                  <a:cubicBezTo>
                    <a:pt x="23" y="141"/>
                    <a:pt x="80" y="126"/>
                    <a:pt x="109" y="120"/>
                  </a:cubicBezTo>
                  <a:cubicBezTo>
                    <a:pt x="141" y="112"/>
                    <a:pt x="177" y="112"/>
                    <a:pt x="208" y="122"/>
                  </a:cubicBezTo>
                  <a:cubicBezTo>
                    <a:pt x="215" y="124"/>
                    <a:pt x="221" y="126"/>
                    <a:pt x="226" y="129"/>
                  </a:cubicBezTo>
                  <a:cubicBezTo>
                    <a:pt x="214" y="147"/>
                    <a:pt x="199" y="162"/>
                    <a:pt x="183" y="173"/>
                  </a:cubicBezTo>
                  <a:cubicBezTo>
                    <a:pt x="157" y="192"/>
                    <a:pt x="7" y="243"/>
                    <a:pt x="17" y="1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6" name="组合 75"/>
          <p:cNvGrpSpPr/>
          <p:nvPr/>
        </p:nvGrpSpPr>
        <p:grpSpPr>
          <a:xfrm>
            <a:off x="3156045" y="3419671"/>
            <a:ext cx="2229736" cy="1267918"/>
            <a:chOff x="3430588" y="3282950"/>
            <a:chExt cx="2439988" cy="1387475"/>
          </a:xfrm>
          <a:solidFill>
            <a:schemeClr val="tx1">
              <a:lumMod val="65000"/>
              <a:lumOff val="35000"/>
            </a:schemeClr>
          </a:solidFill>
        </p:grpSpPr>
        <p:sp>
          <p:nvSpPr>
            <p:cNvPr id="77" name="Freeform 41"/>
            <p:cNvSpPr>
              <a:spLocks/>
            </p:cNvSpPr>
            <p:nvPr/>
          </p:nvSpPr>
          <p:spPr bwMode="auto">
            <a:xfrm>
              <a:off x="3430588" y="4308475"/>
              <a:ext cx="1654175" cy="361950"/>
            </a:xfrm>
            <a:custGeom>
              <a:avLst/>
              <a:gdLst>
                <a:gd name="T0" fmla="*/ 0 w 1042"/>
                <a:gd name="T1" fmla="*/ 228 h 228"/>
                <a:gd name="T2" fmla="*/ 1042 w 1042"/>
                <a:gd name="T3" fmla="*/ 228 h 228"/>
                <a:gd name="T4" fmla="*/ 1042 w 1042"/>
                <a:gd name="T5" fmla="*/ 52 h 228"/>
                <a:gd name="T6" fmla="*/ 476 w 1042"/>
                <a:gd name="T7" fmla="*/ 52 h 228"/>
                <a:gd name="T8" fmla="*/ 476 w 1042"/>
                <a:gd name="T9" fmla="*/ 0 h 228"/>
                <a:gd name="T10" fmla="*/ 402 w 1042"/>
                <a:gd name="T11" fmla="*/ 0 h 228"/>
                <a:gd name="T12" fmla="*/ 402 w 1042"/>
                <a:gd name="T13" fmla="*/ 52 h 228"/>
                <a:gd name="T14" fmla="*/ 0 w 1042"/>
                <a:gd name="T15" fmla="*/ 52 h 228"/>
                <a:gd name="T16" fmla="*/ 0 w 1042"/>
                <a:gd name="T17" fmla="*/ 228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2" h="228">
                  <a:moveTo>
                    <a:pt x="0" y="228"/>
                  </a:moveTo>
                  <a:lnTo>
                    <a:pt x="1042" y="228"/>
                  </a:lnTo>
                  <a:lnTo>
                    <a:pt x="1042" y="52"/>
                  </a:lnTo>
                  <a:lnTo>
                    <a:pt x="476" y="52"/>
                  </a:lnTo>
                  <a:lnTo>
                    <a:pt x="476" y="0"/>
                  </a:lnTo>
                  <a:lnTo>
                    <a:pt x="402" y="0"/>
                  </a:lnTo>
                  <a:lnTo>
                    <a:pt x="402" y="52"/>
                  </a:lnTo>
                  <a:lnTo>
                    <a:pt x="0" y="52"/>
                  </a:lnTo>
                  <a:lnTo>
                    <a:pt x="0" y="2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42"/>
            <p:cNvSpPr>
              <a:spLocks/>
            </p:cNvSpPr>
            <p:nvPr/>
          </p:nvSpPr>
          <p:spPr bwMode="auto">
            <a:xfrm>
              <a:off x="3732213" y="3557588"/>
              <a:ext cx="233363" cy="233363"/>
            </a:xfrm>
            <a:custGeom>
              <a:avLst/>
              <a:gdLst>
                <a:gd name="T0" fmla="*/ 25 w 206"/>
                <a:gd name="T1" fmla="*/ 58 h 206"/>
                <a:gd name="T2" fmla="*/ 59 w 206"/>
                <a:gd name="T3" fmla="*/ 181 h 206"/>
                <a:gd name="T4" fmla="*/ 181 w 206"/>
                <a:gd name="T5" fmla="*/ 148 h 206"/>
                <a:gd name="T6" fmla="*/ 148 w 206"/>
                <a:gd name="T7" fmla="*/ 25 h 206"/>
                <a:gd name="T8" fmla="*/ 25 w 206"/>
                <a:gd name="T9" fmla="*/ 58 h 206"/>
              </a:gdLst>
              <a:ahLst/>
              <a:cxnLst>
                <a:cxn ang="0">
                  <a:pos x="T0" y="T1"/>
                </a:cxn>
                <a:cxn ang="0">
                  <a:pos x="T2" y="T3"/>
                </a:cxn>
                <a:cxn ang="0">
                  <a:pos x="T4" y="T5"/>
                </a:cxn>
                <a:cxn ang="0">
                  <a:pos x="T6" y="T7"/>
                </a:cxn>
                <a:cxn ang="0">
                  <a:pos x="T8" y="T9"/>
                </a:cxn>
              </a:cxnLst>
              <a:rect l="0" t="0" r="r" b="b"/>
              <a:pathLst>
                <a:path w="206" h="206">
                  <a:moveTo>
                    <a:pt x="25" y="58"/>
                  </a:moveTo>
                  <a:cubicBezTo>
                    <a:pt x="0" y="102"/>
                    <a:pt x="15" y="157"/>
                    <a:pt x="59" y="181"/>
                  </a:cubicBezTo>
                  <a:cubicBezTo>
                    <a:pt x="102" y="206"/>
                    <a:pt x="157" y="191"/>
                    <a:pt x="181" y="148"/>
                  </a:cubicBezTo>
                  <a:cubicBezTo>
                    <a:pt x="206" y="104"/>
                    <a:pt x="191" y="49"/>
                    <a:pt x="148" y="25"/>
                  </a:cubicBezTo>
                  <a:cubicBezTo>
                    <a:pt x="105" y="0"/>
                    <a:pt x="50" y="15"/>
                    <a:pt x="25"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43"/>
            <p:cNvSpPr>
              <a:spLocks/>
            </p:cNvSpPr>
            <p:nvPr/>
          </p:nvSpPr>
          <p:spPr bwMode="auto">
            <a:xfrm>
              <a:off x="3984626" y="3613150"/>
              <a:ext cx="723900" cy="746125"/>
            </a:xfrm>
            <a:custGeom>
              <a:avLst/>
              <a:gdLst>
                <a:gd name="T0" fmla="*/ 309 w 641"/>
                <a:gd name="T1" fmla="*/ 159 h 661"/>
                <a:gd name="T2" fmla="*/ 130 w 641"/>
                <a:gd name="T3" fmla="*/ 25 h 661"/>
                <a:gd name="T4" fmla="*/ 10 w 641"/>
                <a:gd name="T5" fmla="*/ 54 h 661"/>
                <a:gd name="T6" fmla="*/ 4 w 641"/>
                <a:gd name="T7" fmla="*/ 73 h 661"/>
                <a:gd name="T8" fmla="*/ 2 w 641"/>
                <a:gd name="T9" fmla="*/ 85 h 661"/>
                <a:gd name="T10" fmla="*/ 2 w 641"/>
                <a:gd name="T11" fmla="*/ 85 h 661"/>
                <a:gd name="T12" fmla="*/ 2 w 641"/>
                <a:gd name="T13" fmla="*/ 86 h 661"/>
                <a:gd name="T14" fmla="*/ 0 w 641"/>
                <a:gd name="T15" fmla="*/ 111 h 661"/>
                <a:gd name="T16" fmla="*/ 45 w 641"/>
                <a:gd name="T17" fmla="*/ 57 h 661"/>
                <a:gd name="T18" fmla="*/ 79 w 641"/>
                <a:gd name="T19" fmla="*/ 39 h 661"/>
                <a:gd name="T20" fmla="*/ 101 w 641"/>
                <a:gd name="T21" fmla="*/ 45 h 661"/>
                <a:gd name="T22" fmla="*/ 113 w 641"/>
                <a:gd name="T23" fmla="*/ 100 h 661"/>
                <a:gd name="T24" fmla="*/ 112 w 641"/>
                <a:gd name="T25" fmla="*/ 101 h 661"/>
                <a:gd name="T26" fmla="*/ 68 w 641"/>
                <a:gd name="T27" fmla="*/ 155 h 661"/>
                <a:gd name="T28" fmla="*/ 187 w 641"/>
                <a:gd name="T29" fmla="*/ 238 h 661"/>
                <a:gd name="T30" fmla="*/ 184 w 641"/>
                <a:gd name="T31" fmla="*/ 246 h 661"/>
                <a:gd name="T32" fmla="*/ 151 w 641"/>
                <a:gd name="T33" fmla="*/ 399 h 661"/>
                <a:gd name="T34" fmla="*/ 252 w 641"/>
                <a:gd name="T35" fmla="*/ 645 h 661"/>
                <a:gd name="T36" fmla="*/ 289 w 641"/>
                <a:gd name="T37" fmla="*/ 661 h 661"/>
                <a:gd name="T38" fmla="*/ 323 w 641"/>
                <a:gd name="T39" fmla="*/ 648 h 661"/>
                <a:gd name="T40" fmla="*/ 326 w 641"/>
                <a:gd name="T41" fmla="*/ 577 h 661"/>
                <a:gd name="T42" fmla="*/ 251 w 641"/>
                <a:gd name="T43" fmla="*/ 399 h 661"/>
                <a:gd name="T44" fmla="*/ 266 w 641"/>
                <a:gd name="T45" fmla="*/ 311 h 661"/>
                <a:gd name="T46" fmla="*/ 318 w 641"/>
                <a:gd name="T47" fmla="*/ 349 h 661"/>
                <a:gd name="T48" fmla="*/ 412 w 641"/>
                <a:gd name="T49" fmla="*/ 372 h 661"/>
                <a:gd name="T50" fmla="*/ 614 w 641"/>
                <a:gd name="T51" fmla="*/ 291 h 661"/>
                <a:gd name="T52" fmla="*/ 624 w 641"/>
                <a:gd name="T53" fmla="*/ 221 h 661"/>
                <a:gd name="T54" fmla="*/ 554 w 641"/>
                <a:gd name="T55" fmla="*/ 211 h 661"/>
                <a:gd name="T56" fmla="*/ 412 w 641"/>
                <a:gd name="T57" fmla="*/ 272 h 661"/>
                <a:gd name="T58" fmla="*/ 365 w 641"/>
                <a:gd name="T59" fmla="*/ 261 h 661"/>
                <a:gd name="T60" fmla="*/ 327 w 641"/>
                <a:gd name="T61" fmla="*/ 229 h 661"/>
                <a:gd name="T62" fmla="*/ 309 w 641"/>
                <a:gd name="T63" fmla="*/ 159 h 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41" h="661">
                  <a:moveTo>
                    <a:pt x="309" y="159"/>
                  </a:moveTo>
                  <a:cubicBezTo>
                    <a:pt x="251" y="91"/>
                    <a:pt x="208" y="59"/>
                    <a:pt x="130" y="25"/>
                  </a:cubicBezTo>
                  <a:cubicBezTo>
                    <a:pt x="74" y="0"/>
                    <a:pt x="27" y="23"/>
                    <a:pt x="10" y="54"/>
                  </a:cubicBezTo>
                  <a:cubicBezTo>
                    <a:pt x="6" y="60"/>
                    <a:pt x="5" y="66"/>
                    <a:pt x="4" y="73"/>
                  </a:cubicBezTo>
                  <a:cubicBezTo>
                    <a:pt x="3" y="76"/>
                    <a:pt x="2" y="81"/>
                    <a:pt x="2" y="85"/>
                  </a:cubicBezTo>
                  <a:cubicBezTo>
                    <a:pt x="2" y="85"/>
                    <a:pt x="2" y="85"/>
                    <a:pt x="2" y="85"/>
                  </a:cubicBezTo>
                  <a:cubicBezTo>
                    <a:pt x="2" y="85"/>
                    <a:pt x="2" y="85"/>
                    <a:pt x="2" y="86"/>
                  </a:cubicBezTo>
                  <a:cubicBezTo>
                    <a:pt x="2" y="88"/>
                    <a:pt x="2" y="96"/>
                    <a:pt x="0" y="111"/>
                  </a:cubicBezTo>
                  <a:cubicBezTo>
                    <a:pt x="30" y="80"/>
                    <a:pt x="45" y="58"/>
                    <a:pt x="45" y="57"/>
                  </a:cubicBezTo>
                  <a:cubicBezTo>
                    <a:pt x="53" y="46"/>
                    <a:pt x="65" y="39"/>
                    <a:pt x="79" y="39"/>
                  </a:cubicBezTo>
                  <a:cubicBezTo>
                    <a:pt x="87" y="39"/>
                    <a:pt x="94" y="41"/>
                    <a:pt x="101" y="45"/>
                  </a:cubicBezTo>
                  <a:cubicBezTo>
                    <a:pt x="119" y="57"/>
                    <a:pt x="124" y="82"/>
                    <a:pt x="113" y="100"/>
                  </a:cubicBezTo>
                  <a:cubicBezTo>
                    <a:pt x="112" y="101"/>
                    <a:pt x="112" y="101"/>
                    <a:pt x="112" y="101"/>
                  </a:cubicBezTo>
                  <a:cubicBezTo>
                    <a:pt x="107" y="109"/>
                    <a:pt x="93" y="129"/>
                    <a:pt x="68" y="155"/>
                  </a:cubicBezTo>
                  <a:cubicBezTo>
                    <a:pt x="104" y="178"/>
                    <a:pt x="150" y="205"/>
                    <a:pt x="187" y="238"/>
                  </a:cubicBezTo>
                  <a:cubicBezTo>
                    <a:pt x="186" y="241"/>
                    <a:pt x="185" y="243"/>
                    <a:pt x="184" y="246"/>
                  </a:cubicBezTo>
                  <a:cubicBezTo>
                    <a:pt x="168" y="284"/>
                    <a:pt x="152" y="337"/>
                    <a:pt x="151" y="399"/>
                  </a:cubicBezTo>
                  <a:cubicBezTo>
                    <a:pt x="151" y="475"/>
                    <a:pt x="177" y="564"/>
                    <a:pt x="252" y="645"/>
                  </a:cubicBezTo>
                  <a:cubicBezTo>
                    <a:pt x="262" y="656"/>
                    <a:pt x="276" y="661"/>
                    <a:pt x="289" y="661"/>
                  </a:cubicBezTo>
                  <a:cubicBezTo>
                    <a:pt x="301" y="661"/>
                    <a:pt x="314" y="657"/>
                    <a:pt x="323" y="648"/>
                  </a:cubicBezTo>
                  <a:cubicBezTo>
                    <a:pt x="343" y="629"/>
                    <a:pt x="345" y="597"/>
                    <a:pt x="326" y="577"/>
                  </a:cubicBezTo>
                  <a:cubicBezTo>
                    <a:pt x="268" y="514"/>
                    <a:pt x="252" y="454"/>
                    <a:pt x="251" y="399"/>
                  </a:cubicBezTo>
                  <a:cubicBezTo>
                    <a:pt x="251" y="367"/>
                    <a:pt x="258" y="336"/>
                    <a:pt x="266" y="311"/>
                  </a:cubicBezTo>
                  <a:cubicBezTo>
                    <a:pt x="280" y="325"/>
                    <a:pt x="297" y="338"/>
                    <a:pt x="318" y="349"/>
                  </a:cubicBezTo>
                  <a:cubicBezTo>
                    <a:pt x="344" y="363"/>
                    <a:pt x="376" y="372"/>
                    <a:pt x="412" y="372"/>
                  </a:cubicBezTo>
                  <a:cubicBezTo>
                    <a:pt x="472" y="372"/>
                    <a:pt x="539" y="348"/>
                    <a:pt x="614" y="291"/>
                  </a:cubicBezTo>
                  <a:cubicBezTo>
                    <a:pt x="636" y="274"/>
                    <a:pt x="641" y="243"/>
                    <a:pt x="624" y="221"/>
                  </a:cubicBezTo>
                  <a:cubicBezTo>
                    <a:pt x="607" y="199"/>
                    <a:pt x="576" y="194"/>
                    <a:pt x="554" y="211"/>
                  </a:cubicBezTo>
                  <a:cubicBezTo>
                    <a:pt x="490" y="260"/>
                    <a:pt x="443" y="272"/>
                    <a:pt x="412" y="272"/>
                  </a:cubicBezTo>
                  <a:cubicBezTo>
                    <a:pt x="393" y="272"/>
                    <a:pt x="378" y="268"/>
                    <a:pt x="365" y="261"/>
                  </a:cubicBezTo>
                  <a:cubicBezTo>
                    <a:pt x="349" y="253"/>
                    <a:pt x="336" y="241"/>
                    <a:pt x="327" y="229"/>
                  </a:cubicBezTo>
                  <a:cubicBezTo>
                    <a:pt x="332" y="209"/>
                    <a:pt x="329" y="186"/>
                    <a:pt x="309" y="1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44"/>
            <p:cNvSpPr>
              <a:spLocks/>
            </p:cNvSpPr>
            <p:nvPr/>
          </p:nvSpPr>
          <p:spPr bwMode="auto">
            <a:xfrm>
              <a:off x="3887788" y="3808413"/>
              <a:ext cx="153988" cy="217488"/>
            </a:xfrm>
            <a:custGeom>
              <a:avLst/>
              <a:gdLst>
                <a:gd name="T0" fmla="*/ 8 w 137"/>
                <a:gd name="T1" fmla="*/ 145 h 192"/>
                <a:gd name="T2" fmla="*/ 21 w 137"/>
                <a:gd name="T3" fmla="*/ 188 h 192"/>
                <a:gd name="T4" fmla="*/ 36 w 137"/>
                <a:gd name="T5" fmla="*/ 192 h 192"/>
                <a:gd name="T6" fmla="*/ 65 w 137"/>
                <a:gd name="T7" fmla="*/ 175 h 192"/>
                <a:gd name="T8" fmla="*/ 137 w 137"/>
                <a:gd name="T9" fmla="*/ 0 h 192"/>
                <a:gd name="T10" fmla="*/ 40 w 137"/>
                <a:gd name="T11" fmla="*/ 80 h 192"/>
                <a:gd name="T12" fmla="*/ 8 w 137"/>
                <a:gd name="T13" fmla="*/ 145 h 192"/>
              </a:gdLst>
              <a:ahLst/>
              <a:cxnLst>
                <a:cxn ang="0">
                  <a:pos x="T0" y="T1"/>
                </a:cxn>
                <a:cxn ang="0">
                  <a:pos x="T2" y="T3"/>
                </a:cxn>
                <a:cxn ang="0">
                  <a:pos x="T4" y="T5"/>
                </a:cxn>
                <a:cxn ang="0">
                  <a:pos x="T6" y="T7"/>
                </a:cxn>
                <a:cxn ang="0">
                  <a:pos x="T8" y="T9"/>
                </a:cxn>
                <a:cxn ang="0">
                  <a:pos x="T10" y="T11"/>
                </a:cxn>
                <a:cxn ang="0">
                  <a:pos x="T12" y="T13"/>
                </a:cxn>
              </a:cxnLst>
              <a:rect l="0" t="0" r="r" b="b"/>
              <a:pathLst>
                <a:path w="137" h="192">
                  <a:moveTo>
                    <a:pt x="8" y="145"/>
                  </a:moveTo>
                  <a:cubicBezTo>
                    <a:pt x="0" y="161"/>
                    <a:pt x="6" y="180"/>
                    <a:pt x="21" y="188"/>
                  </a:cubicBezTo>
                  <a:cubicBezTo>
                    <a:pt x="26" y="191"/>
                    <a:pt x="31" y="192"/>
                    <a:pt x="36" y="192"/>
                  </a:cubicBezTo>
                  <a:cubicBezTo>
                    <a:pt x="48" y="192"/>
                    <a:pt x="59" y="186"/>
                    <a:pt x="65" y="175"/>
                  </a:cubicBezTo>
                  <a:cubicBezTo>
                    <a:pt x="103" y="101"/>
                    <a:pt x="125" y="43"/>
                    <a:pt x="137" y="0"/>
                  </a:cubicBezTo>
                  <a:cubicBezTo>
                    <a:pt x="112" y="25"/>
                    <a:pt x="80" y="52"/>
                    <a:pt x="40" y="80"/>
                  </a:cubicBezTo>
                  <a:cubicBezTo>
                    <a:pt x="31" y="100"/>
                    <a:pt x="20" y="121"/>
                    <a:pt x="8" y="1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45"/>
            <p:cNvSpPr>
              <a:spLocks/>
            </p:cNvSpPr>
            <p:nvPr/>
          </p:nvSpPr>
          <p:spPr bwMode="auto">
            <a:xfrm>
              <a:off x="3787776" y="3660775"/>
              <a:ext cx="327025" cy="282575"/>
            </a:xfrm>
            <a:custGeom>
              <a:avLst/>
              <a:gdLst>
                <a:gd name="T0" fmla="*/ 270 w 289"/>
                <a:gd name="T1" fmla="*/ 10 h 250"/>
                <a:gd name="T2" fmla="*/ 226 w 289"/>
                <a:gd name="T3" fmla="*/ 19 h 250"/>
                <a:gd name="T4" fmla="*/ 226 w 289"/>
                <a:gd name="T5" fmla="*/ 19 h 250"/>
                <a:gd name="T6" fmla="*/ 226 w 289"/>
                <a:gd name="T7" fmla="*/ 19 h 250"/>
                <a:gd name="T8" fmla="*/ 22 w 289"/>
                <a:gd name="T9" fmla="*/ 189 h 250"/>
                <a:gd name="T10" fmla="*/ 8 w 289"/>
                <a:gd name="T11" fmla="*/ 232 h 250"/>
                <a:gd name="T12" fmla="*/ 36 w 289"/>
                <a:gd name="T13" fmla="*/ 250 h 250"/>
                <a:gd name="T14" fmla="*/ 51 w 289"/>
                <a:gd name="T15" fmla="*/ 247 h 250"/>
                <a:gd name="T16" fmla="*/ 280 w 289"/>
                <a:gd name="T17" fmla="*/ 54 h 250"/>
                <a:gd name="T18" fmla="*/ 270 w 289"/>
                <a:gd name="T19" fmla="*/ 1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9" h="250">
                  <a:moveTo>
                    <a:pt x="270" y="10"/>
                  </a:moveTo>
                  <a:cubicBezTo>
                    <a:pt x="256" y="0"/>
                    <a:pt x="236" y="4"/>
                    <a:pt x="226" y="19"/>
                  </a:cubicBezTo>
                  <a:cubicBezTo>
                    <a:pt x="226" y="19"/>
                    <a:pt x="226" y="19"/>
                    <a:pt x="226" y="19"/>
                  </a:cubicBezTo>
                  <a:cubicBezTo>
                    <a:pt x="226" y="19"/>
                    <a:pt x="226" y="19"/>
                    <a:pt x="226" y="19"/>
                  </a:cubicBezTo>
                  <a:cubicBezTo>
                    <a:pt x="224" y="23"/>
                    <a:pt x="158" y="121"/>
                    <a:pt x="22" y="189"/>
                  </a:cubicBezTo>
                  <a:cubicBezTo>
                    <a:pt x="6" y="197"/>
                    <a:pt x="0" y="217"/>
                    <a:pt x="8" y="232"/>
                  </a:cubicBezTo>
                  <a:cubicBezTo>
                    <a:pt x="13" y="244"/>
                    <a:pt x="24" y="250"/>
                    <a:pt x="36" y="250"/>
                  </a:cubicBezTo>
                  <a:cubicBezTo>
                    <a:pt x="41" y="250"/>
                    <a:pt x="46" y="249"/>
                    <a:pt x="51" y="247"/>
                  </a:cubicBezTo>
                  <a:cubicBezTo>
                    <a:pt x="206" y="168"/>
                    <a:pt x="278" y="57"/>
                    <a:pt x="280" y="54"/>
                  </a:cubicBezTo>
                  <a:cubicBezTo>
                    <a:pt x="289" y="39"/>
                    <a:pt x="285" y="19"/>
                    <a:pt x="270"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46"/>
            <p:cNvSpPr>
              <a:spLocks/>
            </p:cNvSpPr>
            <p:nvPr/>
          </p:nvSpPr>
          <p:spPr bwMode="auto">
            <a:xfrm>
              <a:off x="3860801" y="4079875"/>
              <a:ext cx="260350" cy="268288"/>
            </a:xfrm>
            <a:custGeom>
              <a:avLst/>
              <a:gdLst>
                <a:gd name="T0" fmla="*/ 126 w 231"/>
                <a:gd name="T1" fmla="*/ 98 h 238"/>
                <a:gd name="T2" fmla="*/ 129 w 231"/>
                <a:gd name="T3" fmla="*/ 94 h 238"/>
                <a:gd name="T4" fmla="*/ 143 w 231"/>
                <a:gd name="T5" fmla="*/ 26 h 238"/>
                <a:gd name="T6" fmla="*/ 173 w 231"/>
                <a:gd name="T7" fmla="*/ 90 h 238"/>
                <a:gd name="T8" fmla="*/ 177 w 231"/>
                <a:gd name="T9" fmla="*/ 94 h 238"/>
                <a:gd name="T10" fmla="*/ 183 w 231"/>
                <a:gd name="T11" fmla="*/ 92 h 238"/>
                <a:gd name="T12" fmla="*/ 218 w 231"/>
                <a:gd name="T13" fmla="*/ 51 h 238"/>
                <a:gd name="T14" fmla="*/ 219 w 231"/>
                <a:gd name="T15" fmla="*/ 97 h 238"/>
                <a:gd name="T16" fmla="*/ 225 w 231"/>
                <a:gd name="T17" fmla="*/ 103 h 238"/>
                <a:gd name="T18" fmla="*/ 231 w 231"/>
                <a:gd name="T19" fmla="*/ 97 h 238"/>
                <a:gd name="T20" fmla="*/ 231 w 231"/>
                <a:gd name="T21" fmla="*/ 97 h 238"/>
                <a:gd name="T22" fmla="*/ 230 w 231"/>
                <a:gd name="T23" fmla="*/ 35 h 238"/>
                <a:gd name="T24" fmla="*/ 226 w 231"/>
                <a:gd name="T25" fmla="*/ 29 h 238"/>
                <a:gd name="T26" fmla="*/ 220 w 231"/>
                <a:gd name="T27" fmla="*/ 31 h 238"/>
                <a:gd name="T28" fmla="*/ 180 w 231"/>
                <a:gd name="T29" fmla="*/ 77 h 238"/>
                <a:gd name="T30" fmla="*/ 146 w 231"/>
                <a:gd name="T31" fmla="*/ 4 h 238"/>
                <a:gd name="T32" fmla="*/ 140 w 231"/>
                <a:gd name="T33" fmla="*/ 1 h 238"/>
                <a:gd name="T34" fmla="*/ 134 w 231"/>
                <a:gd name="T35" fmla="*/ 6 h 238"/>
                <a:gd name="T36" fmla="*/ 119 w 231"/>
                <a:gd name="T37" fmla="*/ 83 h 238"/>
                <a:gd name="T38" fmla="*/ 59 w 231"/>
                <a:gd name="T39" fmla="*/ 46 h 238"/>
                <a:gd name="T40" fmla="*/ 52 w 231"/>
                <a:gd name="T41" fmla="*/ 46 h 238"/>
                <a:gd name="T42" fmla="*/ 50 w 231"/>
                <a:gd name="T43" fmla="*/ 53 h 238"/>
                <a:gd name="T44" fmla="*/ 74 w 231"/>
                <a:gd name="T45" fmla="*/ 125 h 238"/>
                <a:gd name="T46" fmla="*/ 7 w 231"/>
                <a:gd name="T47" fmla="*/ 118 h 238"/>
                <a:gd name="T48" fmla="*/ 1 w 231"/>
                <a:gd name="T49" fmla="*/ 121 h 238"/>
                <a:gd name="T50" fmla="*/ 2 w 231"/>
                <a:gd name="T51" fmla="*/ 128 h 238"/>
                <a:gd name="T52" fmla="*/ 64 w 231"/>
                <a:gd name="T53" fmla="*/ 187 h 238"/>
                <a:gd name="T54" fmla="*/ 21 w 231"/>
                <a:gd name="T55" fmla="*/ 214 h 238"/>
                <a:gd name="T56" fmla="*/ 18 w 231"/>
                <a:gd name="T57" fmla="*/ 221 h 238"/>
                <a:gd name="T58" fmla="*/ 23 w 231"/>
                <a:gd name="T59" fmla="*/ 225 h 238"/>
                <a:gd name="T60" fmla="*/ 80 w 231"/>
                <a:gd name="T61" fmla="*/ 238 h 238"/>
                <a:gd name="T62" fmla="*/ 81 w 231"/>
                <a:gd name="T63" fmla="*/ 238 h 238"/>
                <a:gd name="T64" fmla="*/ 87 w 231"/>
                <a:gd name="T65" fmla="*/ 233 h 238"/>
                <a:gd name="T66" fmla="*/ 82 w 231"/>
                <a:gd name="T67" fmla="*/ 226 h 238"/>
                <a:gd name="T68" fmla="*/ 39 w 231"/>
                <a:gd name="T69" fmla="*/ 217 h 238"/>
                <a:gd name="T70" fmla="*/ 77 w 231"/>
                <a:gd name="T71" fmla="*/ 193 h 238"/>
                <a:gd name="T72" fmla="*/ 80 w 231"/>
                <a:gd name="T73" fmla="*/ 189 h 238"/>
                <a:gd name="T74" fmla="*/ 78 w 231"/>
                <a:gd name="T75" fmla="*/ 184 h 238"/>
                <a:gd name="T76" fmla="*/ 23 w 231"/>
                <a:gd name="T77" fmla="*/ 131 h 238"/>
                <a:gd name="T78" fmla="*/ 82 w 231"/>
                <a:gd name="T79" fmla="*/ 137 h 238"/>
                <a:gd name="T80" fmla="*/ 88 w 231"/>
                <a:gd name="T81" fmla="*/ 135 h 238"/>
                <a:gd name="T82" fmla="*/ 89 w 231"/>
                <a:gd name="T83" fmla="*/ 130 h 238"/>
                <a:gd name="T84" fmla="*/ 67 w 231"/>
                <a:gd name="T85" fmla="*/ 65 h 238"/>
                <a:gd name="T86" fmla="*/ 120 w 231"/>
                <a:gd name="T87" fmla="*/ 97 h 238"/>
                <a:gd name="T88" fmla="*/ 126 w 231"/>
                <a:gd name="T89" fmla="*/ 9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31" h="238">
                  <a:moveTo>
                    <a:pt x="126" y="98"/>
                  </a:moveTo>
                  <a:cubicBezTo>
                    <a:pt x="128" y="97"/>
                    <a:pt x="129" y="95"/>
                    <a:pt x="129" y="94"/>
                  </a:cubicBezTo>
                  <a:cubicBezTo>
                    <a:pt x="143" y="26"/>
                    <a:pt x="143" y="26"/>
                    <a:pt x="143" y="26"/>
                  </a:cubicBezTo>
                  <a:cubicBezTo>
                    <a:pt x="173" y="90"/>
                    <a:pt x="173" y="90"/>
                    <a:pt x="173" y="90"/>
                  </a:cubicBezTo>
                  <a:cubicBezTo>
                    <a:pt x="174" y="92"/>
                    <a:pt x="175" y="93"/>
                    <a:pt x="177" y="94"/>
                  </a:cubicBezTo>
                  <a:cubicBezTo>
                    <a:pt x="179" y="94"/>
                    <a:pt x="181" y="93"/>
                    <a:pt x="183" y="92"/>
                  </a:cubicBezTo>
                  <a:cubicBezTo>
                    <a:pt x="218" y="51"/>
                    <a:pt x="218" y="51"/>
                    <a:pt x="218" y="51"/>
                  </a:cubicBezTo>
                  <a:cubicBezTo>
                    <a:pt x="219" y="97"/>
                    <a:pt x="219" y="97"/>
                    <a:pt x="219" y="97"/>
                  </a:cubicBezTo>
                  <a:cubicBezTo>
                    <a:pt x="219" y="100"/>
                    <a:pt x="221" y="103"/>
                    <a:pt x="225" y="103"/>
                  </a:cubicBezTo>
                  <a:cubicBezTo>
                    <a:pt x="228" y="103"/>
                    <a:pt x="231" y="100"/>
                    <a:pt x="231" y="97"/>
                  </a:cubicBezTo>
                  <a:cubicBezTo>
                    <a:pt x="231" y="97"/>
                    <a:pt x="231" y="97"/>
                    <a:pt x="231" y="97"/>
                  </a:cubicBezTo>
                  <a:cubicBezTo>
                    <a:pt x="230" y="35"/>
                    <a:pt x="230" y="35"/>
                    <a:pt x="230" y="35"/>
                  </a:cubicBezTo>
                  <a:cubicBezTo>
                    <a:pt x="230" y="32"/>
                    <a:pt x="229" y="30"/>
                    <a:pt x="226" y="29"/>
                  </a:cubicBezTo>
                  <a:cubicBezTo>
                    <a:pt x="224" y="28"/>
                    <a:pt x="221" y="29"/>
                    <a:pt x="220" y="31"/>
                  </a:cubicBezTo>
                  <a:cubicBezTo>
                    <a:pt x="180" y="77"/>
                    <a:pt x="180" y="77"/>
                    <a:pt x="180" y="77"/>
                  </a:cubicBezTo>
                  <a:cubicBezTo>
                    <a:pt x="146" y="4"/>
                    <a:pt x="146" y="4"/>
                    <a:pt x="146" y="4"/>
                  </a:cubicBezTo>
                  <a:cubicBezTo>
                    <a:pt x="145" y="2"/>
                    <a:pt x="142" y="0"/>
                    <a:pt x="140" y="1"/>
                  </a:cubicBezTo>
                  <a:cubicBezTo>
                    <a:pt x="137" y="1"/>
                    <a:pt x="135" y="3"/>
                    <a:pt x="134" y="6"/>
                  </a:cubicBezTo>
                  <a:cubicBezTo>
                    <a:pt x="119" y="83"/>
                    <a:pt x="119" y="83"/>
                    <a:pt x="119" y="83"/>
                  </a:cubicBezTo>
                  <a:cubicBezTo>
                    <a:pt x="59" y="46"/>
                    <a:pt x="59" y="46"/>
                    <a:pt x="59" y="46"/>
                  </a:cubicBezTo>
                  <a:cubicBezTo>
                    <a:pt x="57" y="45"/>
                    <a:pt x="54" y="45"/>
                    <a:pt x="52" y="46"/>
                  </a:cubicBezTo>
                  <a:cubicBezTo>
                    <a:pt x="50" y="48"/>
                    <a:pt x="49" y="51"/>
                    <a:pt x="50" y="53"/>
                  </a:cubicBezTo>
                  <a:cubicBezTo>
                    <a:pt x="74" y="125"/>
                    <a:pt x="74" y="125"/>
                    <a:pt x="74" y="125"/>
                  </a:cubicBezTo>
                  <a:cubicBezTo>
                    <a:pt x="7" y="118"/>
                    <a:pt x="7" y="118"/>
                    <a:pt x="7" y="118"/>
                  </a:cubicBezTo>
                  <a:cubicBezTo>
                    <a:pt x="4" y="117"/>
                    <a:pt x="2" y="119"/>
                    <a:pt x="1" y="121"/>
                  </a:cubicBezTo>
                  <a:cubicBezTo>
                    <a:pt x="0" y="123"/>
                    <a:pt x="0" y="126"/>
                    <a:pt x="2" y="128"/>
                  </a:cubicBezTo>
                  <a:cubicBezTo>
                    <a:pt x="64" y="187"/>
                    <a:pt x="64" y="187"/>
                    <a:pt x="64" y="187"/>
                  </a:cubicBezTo>
                  <a:cubicBezTo>
                    <a:pt x="21" y="214"/>
                    <a:pt x="21" y="214"/>
                    <a:pt x="21" y="214"/>
                  </a:cubicBezTo>
                  <a:cubicBezTo>
                    <a:pt x="18" y="216"/>
                    <a:pt x="17" y="218"/>
                    <a:pt x="18" y="221"/>
                  </a:cubicBezTo>
                  <a:cubicBezTo>
                    <a:pt x="18" y="223"/>
                    <a:pt x="20" y="225"/>
                    <a:pt x="23" y="225"/>
                  </a:cubicBezTo>
                  <a:cubicBezTo>
                    <a:pt x="80" y="238"/>
                    <a:pt x="80" y="238"/>
                    <a:pt x="80" y="238"/>
                  </a:cubicBezTo>
                  <a:cubicBezTo>
                    <a:pt x="80" y="238"/>
                    <a:pt x="80" y="238"/>
                    <a:pt x="81" y="238"/>
                  </a:cubicBezTo>
                  <a:cubicBezTo>
                    <a:pt x="84" y="238"/>
                    <a:pt x="86" y="236"/>
                    <a:pt x="87" y="233"/>
                  </a:cubicBezTo>
                  <a:cubicBezTo>
                    <a:pt x="87" y="230"/>
                    <a:pt x="85" y="227"/>
                    <a:pt x="82" y="226"/>
                  </a:cubicBezTo>
                  <a:cubicBezTo>
                    <a:pt x="39" y="217"/>
                    <a:pt x="39" y="217"/>
                    <a:pt x="39" y="217"/>
                  </a:cubicBezTo>
                  <a:cubicBezTo>
                    <a:pt x="77" y="193"/>
                    <a:pt x="77" y="193"/>
                    <a:pt x="77" y="193"/>
                  </a:cubicBezTo>
                  <a:cubicBezTo>
                    <a:pt x="79" y="192"/>
                    <a:pt x="80" y="190"/>
                    <a:pt x="80" y="189"/>
                  </a:cubicBezTo>
                  <a:cubicBezTo>
                    <a:pt x="80" y="187"/>
                    <a:pt x="79" y="185"/>
                    <a:pt x="78" y="184"/>
                  </a:cubicBezTo>
                  <a:cubicBezTo>
                    <a:pt x="23" y="131"/>
                    <a:pt x="23" y="131"/>
                    <a:pt x="23" y="131"/>
                  </a:cubicBezTo>
                  <a:cubicBezTo>
                    <a:pt x="82" y="137"/>
                    <a:pt x="82" y="137"/>
                    <a:pt x="82" y="137"/>
                  </a:cubicBezTo>
                  <a:cubicBezTo>
                    <a:pt x="84" y="138"/>
                    <a:pt x="86" y="137"/>
                    <a:pt x="88" y="135"/>
                  </a:cubicBezTo>
                  <a:cubicBezTo>
                    <a:pt x="89" y="134"/>
                    <a:pt x="89" y="132"/>
                    <a:pt x="89" y="130"/>
                  </a:cubicBezTo>
                  <a:cubicBezTo>
                    <a:pt x="67" y="65"/>
                    <a:pt x="67" y="65"/>
                    <a:pt x="67" y="65"/>
                  </a:cubicBezTo>
                  <a:cubicBezTo>
                    <a:pt x="120" y="97"/>
                    <a:pt x="120" y="97"/>
                    <a:pt x="120" y="97"/>
                  </a:cubicBezTo>
                  <a:cubicBezTo>
                    <a:pt x="122" y="99"/>
                    <a:pt x="124" y="99"/>
                    <a:pt x="126" y="9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47"/>
            <p:cNvSpPr>
              <a:spLocks/>
            </p:cNvSpPr>
            <p:nvPr/>
          </p:nvSpPr>
          <p:spPr bwMode="auto">
            <a:xfrm>
              <a:off x="3914776" y="3282950"/>
              <a:ext cx="80963" cy="176213"/>
            </a:xfrm>
            <a:custGeom>
              <a:avLst/>
              <a:gdLst>
                <a:gd name="T0" fmla="*/ 0 w 51"/>
                <a:gd name="T1" fmla="*/ 6 h 111"/>
                <a:gd name="T2" fmla="*/ 23 w 51"/>
                <a:gd name="T3" fmla="*/ 111 h 111"/>
                <a:gd name="T4" fmla="*/ 51 w 51"/>
                <a:gd name="T5" fmla="*/ 109 h 111"/>
                <a:gd name="T6" fmla="*/ 43 w 51"/>
                <a:gd name="T7" fmla="*/ 0 h 111"/>
                <a:gd name="T8" fmla="*/ 0 w 51"/>
                <a:gd name="T9" fmla="*/ 6 h 111"/>
              </a:gdLst>
              <a:ahLst/>
              <a:cxnLst>
                <a:cxn ang="0">
                  <a:pos x="T0" y="T1"/>
                </a:cxn>
                <a:cxn ang="0">
                  <a:pos x="T2" y="T3"/>
                </a:cxn>
                <a:cxn ang="0">
                  <a:pos x="T4" y="T5"/>
                </a:cxn>
                <a:cxn ang="0">
                  <a:pos x="T6" y="T7"/>
                </a:cxn>
                <a:cxn ang="0">
                  <a:pos x="T8" y="T9"/>
                </a:cxn>
              </a:cxnLst>
              <a:rect l="0" t="0" r="r" b="b"/>
              <a:pathLst>
                <a:path w="51" h="111">
                  <a:moveTo>
                    <a:pt x="0" y="6"/>
                  </a:moveTo>
                  <a:lnTo>
                    <a:pt x="23" y="111"/>
                  </a:lnTo>
                  <a:lnTo>
                    <a:pt x="51" y="109"/>
                  </a:lnTo>
                  <a:lnTo>
                    <a:pt x="43" y="0"/>
                  </a:lnTo>
                  <a:lnTo>
                    <a:pt x="0"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Oval 48"/>
            <p:cNvSpPr>
              <a:spLocks noChangeArrowheads="1"/>
            </p:cNvSpPr>
            <p:nvPr/>
          </p:nvSpPr>
          <p:spPr bwMode="auto">
            <a:xfrm>
              <a:off x="3956051" y="3482975"/>
              <a:ext cx="58738"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76"/>
            <p:cNvSpPr>
              <a:spLocks/>
            </p:cNvSpPr>
            <p:nvPr/>
          </p:nvSpPr>
          <p:spPr bwMode="auto">
            <a:xfrm>
              <a:off x="5616576" y="3346450"/>
              <a:ext cx="80963" cy="176213"/>
            </a:xfrm>
            <a:custGeom>
              <a:avLst/>
              <a:gdLst>
                <a:gd name="T0" fmla="*/ 51 w 51"/>
                <a:gd name="T1" fmla="*/ 108 h 111"/>
                <a:gd name="T2" fmla="*/ 42 w 51"/>
                <a:gd name="T3" fmla="*/ 0 h 111"/>
                <a:gd name="T4" fmla="*/ 0 w 51"/>
                <a:gd name="T5" fmla="*/ 6 h 111"/>
                <a:gd name="T6" fmla="*/ 23 w 51"/>
                <a:gd name="T7" fmla="*/ 111 h 111"/>
                <a:gd name="T8" fmla="*/ 51 w 51"/>
                <a:gd name="T9" fmla="*/ 108 h 111"/>
              </a:gdLst>
              <a:ahLst/>
              <a:cxnLst>
                <a:cxn ang="0">
                  <a:pos x="T0" y="T1"/>
                </a:cxn>
                <a:cxn ang="0">
                  <a:pos x="T2" y="T3"/>
                </a:cxn>
                <a:cxn ang="0">
                  <a:pos x="T4" y="T5"/>
                </a:cxn>
                <a:cxn ang="0">
                  <a:pos x="T6" y="T7"/>
                </a:cxn>
                <a:cxn ang="0">
                  <a:pos x="T8" y="T9"/>
                </a:cxn>
              </a:cxnLst>
              <a:rect l="0" t="0" r="r" b="b"/>
              <a:pathLst>
                <a:path w="51" h="111">
                  <a:moveTo>
                    <a:pt x="51" y="108"/>
                  </a:moveTo>
                  <a:lnTo>
                    <a:pt x="42" y="0"/>
                  </a:lnTo>
                  <a:lnTo>
                    <a:pt x="0" y="6"/>
                  </a:lnTo>
                  <a:lnTo>
                    <a:pt x="23" y="111"/>
                  </a:lnTo>
                  <a:lnTo>
                    <a:pt x="51" y="1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Oval 77"/>
            <p:cNvSpPr>
              <a:spLocks noChangeArrowheads="1"/>
            </p:cNvSpPr>
            <p:nvPr/>
          </p:nvSpPr>
          <p:spPr bwMode="auto">
            <a:xfrm>
              <a:off x="5656263" y="3544888"/>
              <a:ext cx="58738" cy="460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78"/>
            <p:cNvSpPr>
              <a:spLocks/>
            </p:cNvSpPr>
            <p:nvPr/>
          </p:nvSpPr>
          <p:spPr bwMode="auto">
            <a:xfrm>
              <a:off x="5362576" y="4386263"/>
              <a:ext cx="203200" cy="139700"/>
            </a:xfrm>
            <a:custGeom>
              <a:avLst/>
              <a:gdLst>
                <a:gd name="T0" fmla="*/ 128 w 128"/>
                <a:gd name="T1" fmla="*/ 35 h 88"/>
                <a:gd name="T2" fmla="*/ 111 w 128"/>
                <a:gd name="T3" fmla="*/ 0 h 88"/>
                <a:gd name="T4" fmla="*/ 0 w 128"/>
                <a:gd name="T5" fmla="*/ 70 h 88"/>
                <a:gd name="T6" fmla="*/ 8 w 128"/>
                <a:gd name="T7" fmla="*/ 88 h 88"/>
                <a:gd name="T8" fmla="*/ 128 w 128"/>
                <a:gd name="T9" fmla="*/ 35 h 88"/>
              </a:gdLst>
              <a:ahLst/>
              <a:cxnLst>
                <a:cxn ang="0">
                  <a:pos x="T0" y="T1"/>
                </a:cxn>
                <a:cxn ang="0">
                  <a:pos x="T2" y="T3"/>
                </a:cxn>
                <a:cxn ang="0">
                  <a:pos x="T4" y="T5"/>
                </a:cxn>
                <a:cxn ang="0">
                  <a:pos x="T6" y="T7"/>
                </a:cxn>
                <a:cxn ang="0">
                  <a:pos x="T8" y="T9"/>
                </a:cxn>
              </a:cxnLst>
              <a:rect l="0" t="0" r="r" b="b"/>
              <a:pathLst>
                <a:path w="128" h="88">
                  <a:moveTo>
                    <a:pt x="128" y="35"/>
                  </a:moveTo>
                  <a:lnTo>
                    <a:pt x="111" y="0"/>
                  </a:lnTo>
                  <a:lnTo>
                    <a:pt x="0" y="70"/>
                  </a:lnTo>
                  <a:lnTo>
                    <a:pt x="8" y="88"/>
                  </a:lnTo>
                  <a:lnTo>
                    <a:pt x="128"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79"/>
            <p:cNvSpPr>
              <a:spLocks/>
            </p:cNvSpPr>
            <p:nvPr/>
          </p:nvSpPr>
          <p:spPr bwMode="auto">
            <a:xfrm>
              <a:off x="5359401" y="4557713"/>
              <a:ext cx="157163" cy="107950"/>
            </a:xfrm>
            <a:custGeom>
              <a:avLst/>
              <a:gdLst>
                <a:gd name="T0" fmla="*/ 83 w 99"/>
                <a:gd name="T1" fmla="*/ 68 h 68"/>
                <a:gd name="T2" fmla="*/ 99 w 99"/>
                <a:gd name="T3" fmla="*/ 43 h 68"/>
                <a:gd name="T4" fmla="*/ 9 w 99"/>
                <a:gd name="T5" fmla="*/ 0 h 68"/>
                <a:gd name="T6" fmla="*/ 0 w 99"/>
                <a:gd name="T7" fmla="*/ 13 h 68"/>
                <a:gd name="T8" fmla="*/ 83 w 99"/>
                <a:gd name="T9" fmla="*/ 68 h 68"/>
              </a:gdLst>
              <a:ahLst/>
              <a:cxnLst>
                <a:cxn ang="0">
                  <a:pos x="T0" y="T1"/>
                </a:cxn>
                <a:cxn ang="0">
                  <a:pos x="T2" y="T3"/>
                </a:cxn>
                <a:cxn ang="0">
                  <a:pos x="T4" y="T5"/>
                </a:cxn>
                <a:cxn ang="0">
                  <a:pos x="T6" y="T7"/>
                </a:cxn>
                <a:cxn ang="0">
                  <a:pos x="T8" y="T9"/>
                </a:cxn>
              </a:cxnLst>
              <a:rect l="0" t="0" r="r" b="b"/>
              <a:pathLst>
                <a:path w="99" h="68">
                  <a:moveTo>
                    <a:pt x="83" y="68"/>
                  </a:moveTo>
                  <a:lnTo>
                    <a:pt x="99" y="43"/>
                  </a:lnTo>
                  <a:lnTo>
                    <a:pt x="9" y="0"/>
                  </a:lnTo>
                  <a:lnTo>
                    <a:pt x="0" y="13"/>
                  </a:lnTo>
                  <a:lnTo>
                    <a:pt x="83"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80"/>
            <p:cNvSpPr>
              <a:spLocks/>
            </p:cNvSpPr>
            <p:nvPr/>
          </p:nvSpPr>
          <p:spPr bwMode="auto">
            <a:xfrm>
              <a:off x="5399088" y="3575050"/>
              <a:ext cx="231775" cy="231775"/>
            </a:xfrm>
            <a:custGeom>
              <a:avLst/>
              <a:gdLst>
                <a:gd name="T0" fmla="*/ 27 w 205"/>
                <a:gd name="T1" fmla="*/ 54 h 205"/>
                <a:gd name="T2" fmla="*/ 54 w 205"/>
                <a:gd name="T3" fmla="*/ 178 h 205"/>
                <a:gd name="T4" fmla="*/ 179 w 205"/>
                <a:gd name="T5" fmla="*/ 151 h 205"/>
                <a:gd name="T6" fmla="*/ 151 w 205"/>
                <a:gd name="T7" fmla="*/ 26 h 205"/>
                <a:gd name="T8" fmla="*/ 27 w 205"/>
                <a:gd name="T9" fmla="*/ 54 h 205"/>
              </a:gdLst>
              <a:ahLst/>
              <a:cxnLst>
                <a:cxn ang="0">
                  <a:pos x="T0" y="T1"/>
                </a:cxn>
                <a:cxn ang="0">
                  <a:pos x="T2" y="T3"/>
                </a:cxn>
                <a:cxn ang="0">
                  <a:pos x="T4" y="T5"/>
                </a:cxn>
                <a:cxn ang="0">
                  <a:pos x="T6" y="T7"/>
                </a:cxn>
                <a:cxn ang="0">
                  <a:pos x="T8" y="T9"/>
                </a:cxn>
              </a:cxnLst>
              <a:rect l="0" t="0" r="r" b="b"/>
              <a:pathLst>
                <a:path w="205" h="205">
                  <a:moveTo>
                    <a:pt x="27" y="54"/>
                  </a:moveTo>
                  <a:cubicBezTo>
                    <a:pt x="0" y="96"/>
                    <a:pt x="12" y="151"/>
                    <a:pt x="54" y="178"/>
                  </a:cubicBezTo>
                  <a:cubicBezTo>
                    <a:pt x="96" y="205"/>
                    <a:pt x="152" y="192"/>
                    <a:pt x="179" y="151"/>
                  </a:cubicBezTo>
                  <a:cubicBezTo>
                    <a:pt x="205" y="109"/>
                    <a:pt x="193" y="53"/>
                    <a:pt x="151" y="26"/>
                  </a:cubicBezTo>
                  <a:cubicBezTo>
                    <a:pt x="109" y="0"/>
                    <a:pt x="54" y="12"/>
                    <a:pt x="27"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81"/>
            <p:cNvSpPr>
              <a:spLocks/>
            </p:cNvSpPr>
            <p:nvPr/>
          </p:nvSpPr>
          <p:spPr bwMode="auto">
            <a:xfrm>
              <a:off x="4881563" y="3398838"/>
              <a:ext cx="989013" cy="1144588"/>
            </a:xfrm>
            <a:custGeom>
              <a:avLst/>
              <a:gdLst>
                <a:gd name="T0" fmla="*/ 867 w 875"/>
                <a:gd name="T1" fmla="*/ 328 h 1014"/>
                <a:gd name="T2" fmla="*/ 823 w 875"/>
                <a:gd name="T3" fmla="*/ 316 h 1014"/>
                <a:gd name="T4" fmla="*/ 568 w 875"/>
                <a:gd name="T5" fmla="*/ 383 h 1014"/>
                <a:gd name="T6" fmla="*/ 516 w 875"/>
                <a:gd name="T7" fmla="*/ 380 h 1014"/>
                <a:gd name="T8" fmla="*/ 508 w 875"/>
                <a:gd name="T9" fmla="*/ 379 h 1014"/>
                <a:gd name="T10" fmla="*/ 411 w 875"/>
                <a:gd name="T11" fmla="*/ 280 h 1014"/>
                <a:gd name="T12" fmla="*/ 407 w 875"/>
                <a:gd name="T13" fmla="*/ 237 h 1014"/>
                <a:gd name="T14" fmla="*/ 427 w 875"/>
                <a:gd name="T15" fmla="*/ 150 h 1014"/>
                <a:gd name="T16" fmla="*/ 517 w 875"/>
                <a:gd name="T17" fmla="*/ 65 h 1014"/>
                <a:gd name="T18" fmla="*/ 531 w 875"/>
                <a:gd name="T19" fmla="*/ 22 h 1014"/>
                <a:gd name="T20" fmla="*/ 488 w 875"/>
                <a:gd name="T21" fmla="*/ 8 h 1014"/>
                <a:gd name="T22" fmla="*/ 370 w 875"/>
                <a:gd name="T23" fmla="*/ 121 h 1014"/>
                <a:gd name="T24" fmla="*/ 343 w 875"/>
                <a:gd name="T25" fmla="*/ 237 h 1014"/>
                <a:gd name="T26" fmla="*/ 349 w 875"/>
                <a:gd name="T27" fmla="*/ 293 h 1014"/>
                <a:gd name="T28" fmla="*/ 199 w 875"/>
                <a:gd name="T29" fmla="*/ 486 h 1014"/>
                <a:gd name="T30" fmla="*/ 191 w 875"/>
                <a:gd name="T31" fmla="*/ 486 h 1014"/>
                <a:gd name="T32" fmla="*/ 67 w 875"/>
                <a:gd name="T33" fmla="*/ 525 h 1014"/>
                <a:gd name="T34" fmla="*/ 17 w 875"/>
                <a:gd name="T35" fmla="*/ 592 h 1014"/>
                <a:gd name="T36" fmla="*/ 0 w 875"/>
                <a:gd name="T37" fmla="*/ 691 h 1014"/>
                <a:gd name="T38" fmla="*/ 9 w 875"/>
                <a:gd name="T39" fmla="*/ 778 h 1014"/>
                <a:gd name="T40" fmla="*/ 58 w 875"/>
                <a:gd name="T41" fmla="*/ 819 h 1014"/>
                <a:gd name="T42" fmla="*/ 67 w 875"/>
                <a:gd name="T43" fmla="*/ 818 h 1014"/>
                <a:gd name="T44" fmla="*/ 107 w 875"/>
                <a:gd name="T45" fmla="*/ 760 h 1014"/>
                <a:gd name="T46" fmla="*/ 100 w 875"/>
                <a:gd name="T47" fmla="*/ 691 h 1014"/>
                <a:gd name="T48" fmla="*/ 110 w 875"/>
                <a:gd name="T49" fmla="*/ 631 h 1014"/>
                <a:gd name="T50" fmla="*/ 142 w 875"/>
                <a:gd name="T51" fmla="*/ 596 h 1014"/>
                <a:gd name="T52" fmla="*/ 191 w 875"/>
                <a:gd name="T53" fmla="*/ 586 h 1014"/>
                <a:gd name="T54" fmla="*/ 225 w 875"/>
                <a:gd name="T55" fmla="*/ 589 h 1014"/>
                <a:gd name="T56" fmla="*/ 235 w 875"/>
                <a:gd name="T57" fmla="*/ 591 h 1014"/>
                <a:gd name="T58" fmla="*/ 237 w 875"/>
                <a:gd name="T59" fmla="*/ 592 h 1014"/>
                <a:gd name="T60" fmla="*/ 238 w 875"/>
                <a:gd name="T61" fmla="*/ 592 h 1014"/>
                <a:gd name="T62" fmla="*/ 245 w 875"/>
                <a:gd name="T63" fmla="*/ 594 h 1014"/>
                <a:gd name="T64" fmla="*/ 272 w 875"/>
                <a:gd name="T65" fmla="*/ 636 h 1014"/>
                <a:gd name="T66" fmla="*/ 303 w 875"/>
                <a:gd name="T67" fmla="*/ 763 h 1014"/>
                <a:gd name="T68" fmla="*/ 245 w 875"/>
                <a:gd name="T69" fmla="*/ 936 h 1014"/>
                <a:gd name="T70" fmla="*/ 259 w 875"/>
                <a:gd name="T71" fmla="*/ 1006 h 1014"/>
                <a:gd name="T72" fmla="*/ 287 w 875"/>
                <a:gd name="T73" fmla="*/ 1014 h 1014"/>
                <a:gd name="T74" fmla="*/ 328 w 875"/>
                <a:gd name="T75" fmla="*/ 992 h 1014"/>
                <a:gd name="T76" fmla="*/ 403 w 875"/>
                <a:gd name="T77" fmla="*/ 763 h 1014"/>
                <a:gd name="T78" fmla="*/ 358 w 875"/>
                <a:gd name="T79" fmla="*/ 586 h 1014"/>
                <a:gd name="T80" fmla="*/ 357 w 875"/>
                <a:gd name="T81" fmla="*/ 583 h 1014"/>
                <a:gd name="T82" fmla="*/ 501 w 875"/>
                <a:gd name="T83" fmla="*/ 443 h 1014"/>
                <a:gd name="T84" fmla="*/ 568 w 875"/>
                <a:gd name="T85" fmla="*/ 447 h 1014"/>
                <a:gd name="T86" fmla="*/ 855 w 875"/>
                <a:gd name="T87" fmla="*/ 372 h 1014"/>
                <a:gd name="T88" fmla="*/ 867 w 875"/>
                <a:gd name="T89" fmla="*/ 328 h 10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75" h="1014">
                  <a:moveTo>
                    <a:pt x="867" y="328"/>
                  </a:moveTo>
                  <a:cubicBezTo>
                    <a:pt x="858" y="313"/>
                    <a:pt x="838" y="308"/>
                    <a:pt x="823" y="316"/>
                  </a:cubicBezTo>
                  <a:cubicBezTo>
                    <a:pt x="726" y="371"/>
                    <a:pt x="630" y="383"/>
                    <a:pt x="568" y="383"/>
                  </a:cubicBezTo>
                  <a:cubicBezTo>
                    <a:pt x="546" y="383"/>
                    <a:pt x="528" y="381"/>
                    <a:pt x="516" y="380"/>
                  </a:cubicBezTo>
                  <a:cubicBezTo>
                    <a:pt x="513" y="380"/>
                    <a:pt x="511" y="379"/>
                    <a:pt x="508" y="379"/>
                  </a:cubicBezTo>
                  <a:cubicBezTo>
                    <a:pt x="411" y="280"/>
                    <a:pt x="411" y="280"/>
                    <a:pt x="411" y="280"/>
                  </a:cubicBezTo>
                  <a:cubicBezTo>
                    <a:pt x="409" y="271"/>
                    <a:pt x="407" y="256"/>
                    <a:pt x="407" y="237"/>
                  </a:cubicBezTo>
                  <a:cubicBezTo>
                    <a:pt x="407" y="212"/>
                    <a:pt x="412" y="180"/>
                    <a:pt x="427" y="150"/>
                  </a:cubicBezTo>
                  <a:cubicBezTo>
                    <a:pt x="443" y="120"/>
                    <a:pt x="469" y="89"/>
                    <a:pt x="517" y="65"/>
                  </a:cubicBezTo>
                  <a:cubicBezTo>
                    <a:pt x="533" y="57"/>
                    <a:pt x="539" y="37"/>
                    <a:pt x="531" y="22"/>
                  </a:cubicBezTo>
                  <a:cubicBezTo>
                    <a:pt x="523" y="6"/>
                    <a:pt x="504" y="0"/>
                    <a:pt x="488" y="8"/>
                  </a:cubicBezTo>
                  <a:cubicBezTo>
                    <a:pt x="429" y="38"/>
                    <a:pt x="391" y="79"/>
                    <a:pt x="370" y="121"/>
                  </a:cubicBezTo>
                  <a:cubicBezTo>
                    <a:pt x="349" y="163"/>
                    <a:pt x="343" y="205"/>
                    <a:pt x="343" y="237"/>
                  </a:cubicBezTo>
                  <a:cubicBezTo>
                    <a:pt x="343" y="262"/>
                    <a:pt x="346" y="281"/>
                    <a:pt x="349" y="293"/>
                  </a:cubicBezTo>
                  <a:cubicBezTo>
                    <a:pt x="199" y="486"/>
                    <a:pt x="199" y="486"/>
                    <a:pt x="199" y="486"/>
                  </a:cubicBezTo>
                  <a:cubicBezTo>
                    <a:pt x="196" y="486"/>
                    <a:pt x="194" y="486"/>
                    <a:pt x="191" y="486"/>
                  </a:cubicBezTo>
                  <a:cubicBezTo>
                    <a:pt x="155" y="486"/>
                    <a:pt x="108" y="493"/>
                    <a:pt x="67" y="525"/>
                  </a:cubicBezTo>
                  <a:cubicBezTo>
                    <a:pt x="47" y="542"/>
                    <a:pt x="29" y="564"/>
                    <a:pt x="17" y="592"/>
                  </a:cubicBezTo>
                  <a:cubicBezTo>
                    <a:pt x="6" y="620"/>
                    <a:pt x="0" y="653"/>
                    <a:pt x="0" y="691"/>
                  </a:cubicBezTo>
                  <a:cubicBezTo>
                    <a:pt x="0" y="717"/>
                    <a:pt x="3" y="746"/>
                    <a:pt x="9" y="778"/>
                  </a:cubicBezTo>
                  <a:cubicBezTo>
                    <a:pt x="13" y="802"/>
                    <a:pt x="34" y="819"/>
                    <a:pt x="58" y="819"/>
                  </a:cubicBezTo>
                  <a:cubicBezTo>
                    <a:pt x="61" y="819"/>
                    <a:pt x="64" y="819"/>
                    <a:pt x="67" y="818"/>
                  </a:cubicBezTo>
                  <a:cubicBezTo>
                    <a:pt x="94" y="813"/>
                    <a:pt x="112" y="787"/>
                    <a:pt x="107" y="760"/>
                  </a:cubicBezTo>
                  <a:cubicBezTo>
                    <a:pt x="102" y="733"/>
                    <a:pt x="100" y="710"/>
                    <a:pt x="100" y="691"/>
                  </a:cubicBezTo>
                  <a:cubicBezTo>
                    <a:pt x="100" y="663"/>
                    <a:pt x="104" y="644"/>
                    <a:pt x="110" y="631"/>
                  </a:cubicBezTo>
                  <a:cubicBezTo>
                    <a:pt x="118" y="611"/>
                    <a:pt x="128" y="603"/>
                    <a:pt x="142" y="596"/>
                  </a:cubicBezTo>
                  <a:cubicBezTo>
                    <a:pt x="156" y="589"/>
                    <a:pt x="174" y="586"/>
                    <a:pt x="191" y="586"/>
                  </a:cubicBezTo>
                  <a:cubicBezTo>
                    <a:pt x="204" y="586"/>
                    <a:pt x="217" y="588"/>
                    <a:pt x="225" y="589"/>
                  </a:cubicBezTo>
                  <a:cubicBezTo>
                    <a:pt x="230" y="590"/>
                    <a:pt x="233" y="591"/>
                    <a:pt x="235" y="591"/>
                  </a:cubicBezTo>
                  <a:cubicBezTo>
                    <a:pt x="236" y="592"/>
                    <a:pt x="237" y="592"/>
                    <a:pt x="237" y="592"/>
                  </a:cubicBezTo>
                  <a:cubicBezTo>
                    <a:pt x="238" y="592"/>
                    <a:pt x="238" y="592"/>
                    <a:pt x="238" y="592"/>
                  </a:cubicBezTo>
                  <a:cubicBezTo>
                    <a:pt x="240" y="593"/>
                    <a:pt x="242" y="593"/>
                    <a:pt x="245" y="594"/>
                  </a:cubicBezTo>
                  <a:cubicBezTo>
                    <a:pt x="251" y="602"/>
                    <a:pt x="262" y="616"/>
                    <a:pt x="272" y="636"/>
                  </a:cubicBezTo>
                  <a:cubicBezTo>
                    <a:pt x="288" y="668"/>
                    <a:pt x="303" y="711"/>
                    <a:pt x="303" y="763"/>
                  </a:cubicBezTo>
                  <a:cubicBezTo>
                    <a:pt x="303" y="812"/>
                    <a:pt x="290" y="870"/>
                    <a:pt x="245" y="936"/>
                  </a:cubicBezTo>
                  <a:cubicBezTo>
                    <a:pt x="230" y="959"/>
                    <a:pt x="236" y="990"/>
                    <a:pt x="259" y="1006"/>
                  </a:cubicBezTo>
                  <a:cubicBezTo>
                    <a:pt x="267" y="1011"/>
                    <a:pt x="277" y="1014"/>
                    <a:pt x="287" y="1014"/>
                  </a:cubicBezTo>
                  <a:cubicBezTo>
                    <a:pt x="303" y="1014"/>
                    <a:pt x="319" y="1006"/>
                    <a:pt x="328" y="992"/>
                  </a:cubicBezTo>
                  <a:cubicBezTo>
                    <a:pt x="383" y="911"/>
                    <a:pt x="403" y="831"/>
                    <a:pt x="403" y="763"/>
                  </a:cubicBezTo>
                  <a:cubicBezTo>
                    <a:pt x="403" y="689"/>
                    <a:pt x="381" y="628"/>
                    <a:pt x="358" y="586"/>
                  </a:cubicBezTo>
                  <a:cubicBezTo>
                    <a:pt x="358" y="585"/>
                    <a:pt x="357" y="584"/>
                    <a:pt x="357" y="583"/>
                  </a:cubicBezTo>
                  <a:cubicBezTo>
                    <a:pt x="501" y="443"/>
                    <a:pt x="501" y="443"/>
                    <a:pt x="501" y="443"/>
                  </a:cubicBezTo>
                  <a:cubicBezTo>
                    <a:pt x="515" y="444"/>
                    <a:pt x="538" y="447"/>
                    <a:pt x="568" y="447"/>
                  </a:cubicBezTo>
                  <a:cubicBezTo>
                    <a:pt x="638" y="447"/>
                    <a:pt x="745" y="434"/>
                    <a:pt x="855" y="372"/>
                  </a:cubicBezTo>
                  <a:cubicBezTo>
                    <a:pt x="870" y="363"/>
                    <a:pt x="875" y="344"/>
                    <a:pt x="867" y="3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1" name="组合 90"/>
          <p:cNvGrpSpPr/>
          <p:nvPr/>
        </p:nvGrpSpPr>
        <p:grpSpPr>
          <a:xfrm>
            <a:off x="6049986" y="3622471"/>
            <a:ext cx="2325577" cy="2275314"/>
            <a:chOff x="1158875" y="3687762"/>
            <a:chExt cx="3011488" cy="2946400"/>
          </a:xfrm>
          <a:solidFill>
            <a:schemeClr val="tx1">
              <a:lumMod val="65000"/>
              <a:lumOff val="35000"/>
            </a:schemeClr>
          </a:solidFill>
        </p:grpSpPr>
        <p:sp>
          <p:nvSpPr>
            <p:cNvPr id="92" name="Freeform 5"/>
            <p:cNvSpPr>
              <a:spLocks/>
            </p:cNvSpPr>
            <p:nvPr/>
          </p:nvSpPr>
          <p:spPr bwMode="auto">
            <a:xfrm>
              <a:off x="3165475" y="4670425"/>
              <a:ext cx="177800" cy="620713"/>
            </a:xfrm>
            <a:custGeom>
              <a:avLst/>
              <a:gdLst>
                <a:gd name="T0" fmla="*/ 89 w 89"/>
                <a:gd name="T1" fmla="*/ 152 h 309"/>
                <a:gd name="T2" fmla="*/ 76 w 89"/>
                <a:gd name="T3" fmla="*/ 50 h 309"/>
                <a:gd name="T4" fmla="*/ 0 w 89"/>
                <a:gd name="T5" fmla="*/ 0 h 309"/>
                <a:gd name="T6" fmla="*/ 0 w 89"/>
                <a:gd name="T7" fmla="*/ 8 h 309"/>
                <a:gd name="T8" fmla="*/ 38 w 89"/>
                <a:gd name="T9" fmla="*/ 309 h 309"/>
                <a:gd name="T10" fmla="*/ 63 w 89"/>
                <a:gd name="T11" fmla="*/ 309 h 309"/>
                <a:gd name="T12" fmla="*/ 89 w 89"/>
                <a:gd name="T13" fmla="*/ 152 h 309"/>
              </a:gdLst>
              <a:ahLst/>
              <a:cxnLst>
                <a:cxn ang="0">
                  <a:pos x="T0" y="T1"/>
                </a:cxn>
                <a:cxn ang="0">
                  <a:pos x="T2" y="T3"/>
                </a:cxn>
                <a:cxn ang="0">
                  <a:pos x="T4" y="T5"/>
                </a:cxn>
                <a:cxn ang="0">
                  <a:pos x="T6" y="T7"/>
                </a:cxn>
                <a:cxn ang="0">
                  <a:pos x="T8" y="T9"/>
                </a:cxn>
                <a:cxn ang="0">
                  <a:pos x="T10" y="T11"/>
                </a:cxn>
                <a:cxn ang="0">
                  <a:pos x="T12" y="T13"/>
                </a:cxn>
              </a:cxnLst>
              <a:rect l="0" t="0" r="r" b="b"/>
              <a:pathLst>
                <a:path w="89" h="309">
                  <a:moveTo>
                    <a:pt x="89" y="152"/>
                  </a:moveTo>
                  <a:cubicBezTo>
                    <a:pt x="76" y="50"/>
                    <a:pt x="76" y="50"/>
                    <a:pt x="76" y="50"/>
                  </a:cubicBezTo>
                  <a:cubicBezTo>
                    <a:pt x="62" y="27"/>
                    <a:pt x="38" y="2"/>
                    <a:pt x="0" y="0"/>
                  </a:cubicBezTo>
                  <a:cubicBezTo>
                    <a:pt x="0" y="3"/>
                    <a:pt x="0" y="5"/>
                    <a:pt x="0" y="8"/>
                  </a:cubicBezTo>
                  <a:cubicBezTo>
                    <a:pt x="38" y="309"/>
                    <a:pt x="38" y="309"/>
                    <a:pt x="38" y="309"/>
                  </a:cubicBezTo>
                  <a:cubicBezTo>
                    <a:pt x="63" y="309"/>
                    <a:pt x="63" y="309"/>
                    <a:pt x="63" y="309"/>
                  </a:cubicBezTo>
                  <a:lnTo>
                    <a:pt x="89"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6"/>
            <p:cNvSpPr>
              <a:spLocks/>
            </p:cNvSpPr>
            <p:nvPr/>
          </p:nvSpPr>
          <p:spPr bwMode="auto">
            <a:xfrm>
              <a:off x="2979738" y="3765550"/>
              <a:ext cx="717550" cy="492125"/>
            </a:xfrm>
            <a:custGeom>
              <a:avLst/>
              <a:gdLst>
                <a:gd name="T0" fmla="*/ 319 w 357"/>
                <a:gd name="T1" fmla="*/ 7 h 245"/>
                <a:gd name="T2" fmla="*/ 270 w 357"/>
                <a:gd name="T3" fmla="*/ 0 h 245"/>
                <a:gd name="T4" fmla="*/ 230 w 357"/>
                <a:gd name="T5" fmla="*/ 3 h 245"/>
                <a:gd name="T6" fmla="*/ 254 w 357"/>
                <a:gd name="T7" fmla="*/ 44 h 245"/>
                <a:gd name="T8" fmla="*/ 270 w 357"/>
                <a:gd name="T9" fmla="*/ 44 h 245"/>
                <a:gd name="T10" fmla="*/ 308 w 357"/>
                <a:gd name="T11" fmla="*/ 51 h 245"/>
                <a:gd name="T12" fmla="*/ 312 w 357"/>
                <a:gd name="T13" fmla="*/ 55 h 245"/>
                <a:gd name="T14" fmla="*/ 313 w 357"/>
                <a:gd name="T15" fmla="*/ 59 h 245"/>
                <a:gd name="T16" fmla="*/ 304 w 357"/>
                <a:gd name="T17" fmla="*/ 82 h 245"/>
                <a:gd name="T18" fmla="*/ 256 w 357"/>
                <a:gd name="T19" fmla="*/ 129 h 245"/>
                <a:gd name="T20" fmla="*/ 185 w 357"/>
                <a:gd name="T21" fmla="*/ 161 h 245"/>
                <a:gd name="T22" fmla="*/ 111 w 357"/>
                <a:gd name="T23" fmla="*/ 169 h 245"/>
                <a:gd name="T24" fmla="*/ 57 w 357"/>
                <a:gd name="T25" fmla="*/ 162 h 245"/>
                <a:gd name="T26" fmla="*/ 46 w 357"/>
                <a:gd name="T27" fmla="*/ 156 h 245"/>
                <a:gd name="T28" fmla="*/ 45 w 357"/>
                <a:gd name="T29" fmla="*/ 153 h 245"/>
                <a:gd name="T30" fmla="*/ 48 w 357"/>
                <a:gd name="T31" fmla="*/ 144 h 245"/>
                <a:gd name="T32" fmla="*/ 94 w 357"/>
                <a:gd name="T33" fmla="*/ 97 h 245"/>
                <a:gd name="T34" fmla="*/ 88 w 357"/>
                <a:gd name="T35" fmla="*/ 46 h 245"/>
                <a:gd name="T36" fmla="*/ 31 w 357"/>
                <a:gd name="T37" fmla="*/ 94 h 245"/>
                <a:gd name="T38" fmla="*/ 9 w 357"/>
                <a:gd name="T39" fmla="*/ 123 h 245"/>
                <a:gd name="T40" fmla="*/ 1 w 357"/>
                <a:gd name="T41" fmla="*/ 153 h 245"/>
                <a:gd name="T42" fmla="*/ 13 w 357"/>
                <a:gd name="T43" fmla="*/ 186 h 245"/>
                <a:gd name="T44" fmla="*/ 57 w 357"/>
                <a:gd name="T45" fmla="*/ 208 h 245"/>
                <a:gd name="T46" fmla="*/ 81 w 357"/>
                <a:gd name="T47" fmla="*/ 212 h 245"/>
                <a:gd name="T48" fmla="*/ 100 w 357"/>
                <a:gd name="T49" fmla="*/ 245 h 245"/>
                <a:gd name="T50" fmla="*/ 139 w 357"/>
                <a:gd name="T51" fmla="*/ 230 h 245"/>
                <a:gd name="T52" fmla="*/ 183 w 357"/>
                <a:gd name="T53" fmla="*/ 244 h 245"/>
                <a:gd name="T54" fmla="*/ 199 w 357"/>
                <a:gd name="T55" fmla="*/ 241 h 245"/>
                <a:gd name="T56" fmla="*/ 237 w 357"/>
                <a:gd name="T57" fmla="*/ 215 h 245"/>
                <a:gd name="T58" fmla="*/ 277 w 357"/>
                <a:gd name="T59" fmla="*/ 216 h 245"/>
                <a:gd name="T60" fmla="*/ 297 w 357"/>
                <a:gd name="T61" fmla="*/ 154 h 245"/>
                <a:gd name="T62" fmla="*/ 305 w 357"/>
                <a:gd name="T63" fmla="*/ 147 h 245"/>
                <a:gd name="T64" fmla="*/ 341 w 357"/>
                <a:gd name="T65" fmla="*/ 106 h 245"/>
                <a:gd name="T66" fmla="*/ 357 w 357"/>
                <a:gd name="T67" fmla="*/ 59 h 245"/>
                <a:gd name="T68" fmla="*/ 351 w 357"/>
                <a:gd name="T69" fmla="*/ 33 h 245"/>
                <a:gd name="T70" fmla="*/ 319 w 357"/>
                <a:gd name="T71" fmla="*/ 7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7" h="245">
                  <a:moveTo>
                    <a:pt x="319" y="7"/>
                  </a:moveTo>
                  <a:cubicBezTo>
                    <a:pt x="305" y="2"/>
                    <a:pt x="289" y="0"/>
                    <a:pt x="270" y="0"/>
                  </a:cubicBezTo>
                  <a:cubicBezTo>
                    <a:pt x="258" y="0"/>
                    <a:pt x="245" y="1"/>
                    <a:pt x="230" y="3"/>
                  </a:cubicBezTo>
                  <a:cubicBezTo>
                    <a:pt x="242" y="14"/>
                    <a:pt x="250" y="29"/>
                    <a:pt x="254" y="44"/>
                  </a:cubicBezTo>
                  <a:cubicBezTo>
                    <a:pt x="260" y="44"/>
                    <a:pt x="265" y="44"/>
                    <a:pt x="270" y="44"/>
                  </a:cubicBezTo>
                  <a:cubicBezTo>
                    <a:pt x="291" y="44"/>
                    <a:pt x="303" y="48"/>
                    <a:pt x="308" y="51"/>
                  </a:cubicBezTo>
                  <a:cubicBezTo>
                    <a:pt x="311" y="53"/>
                    <a:pt x="312" y="54"/>
                    <a:pt x="312" y="55"/>
                  </a:cubicBezTo>
                  <a:cubicBezTo>
                    <a:pt x="313" y="56"/>
                    <a:pt x="313" y="57"/>
                    <a:pt x="313" y="59"/>
                  </a:cubicBezTo>
                  <a:cubicBezTo>
                    <a:pt x="313" y="63"/>
                    <a:pt x="311" y="72"/>
                    <a:pt x="304" y="82"/>
                  </a:cubicBezTo>
                  <a:cubicBezTo>
                    <a:pt x="295" y="97"/>
                    <a:pt x="277" y="115"/>
                    <a:pt x="256" y="129"/>
                  </a:cubicBezTo>
                  <a:cubicBezTo>
                    <a:pt x="235" y="144"/>
                    <a:pt x="210" y="156"/>
                    <a:pt x="185" y="161"/>
                  </a:cubicBezTo>
                  <a:cubicBezTo>
                    <a:pt x="162" y="166"/>
                    <a:pt x="135" y="169"/>
                    <a:pt x="111" y="169"/>
                  </a:cubicBezTo>
                  <a:cubicBezTo>
                    <a:pt x="88" y="169"/>
                    <a:pt x="68" y="166"/>
                    <a:pt x="57" y="162"/>
                  </a:cubicBezTo>
                  <a:cubicBezTo>
                    <a:pt x="51" y="159"/>
                    <a:pt x="47" y="157"/>
                    <a:pt x="46" y="156"/>
                  </a:cubicBezTo>
                  <a:cubicBezTo>
                    <a:pt x="45" y="154"/>
                    <a:pt x="45" y="154"/>
                    <a:pt x="45" y="153"/>
                  </a:cubicBezTo>
                  <a:cubicBezTo>
                    <a:pt x="45" y="152"/>
                    <a:pt x="45" y="149"/>
                    <a:pt x="48" y="144"/>
                  </a:cubicBezTo>
                  <a:cubicBezTo>
                    <a:pt x="53" y="134"/>
                    <a:pt x="68" y="117"/>
                    <a:pt x="94" y="97"/>
                  </a:cubicBezTo>
                  <a:cubicBezTo>
                    <a:pt x="87" y="81"/>
                    <a:pt x="85" y="63"/>
                    <a:pt x="88" y="46"/>
                  </a:cubicBezTo>
                  <a:cubicBezTo>
                    <a:pt x="64" y="63"/>
                    <a:pt x="45" y="79"/>
                    <a:pt x="31" y="94"/>
                  </a:cubicBezTo>
                  <a:cubicBezTo>
                    <a:pt x="21" y="104"/>
                    <a:pt x="14" y="113"/>
                    <a:pt x="9" y="123"/>
                  </a:cubicBezTo>
                  <a:cubicBezTo>
                    <a:pt x="4" y="133"/>
                    <a:pt x="1" y="143"/>
                    <a:pt x="1" y="153"/>
                  </a:cubicBezTo>
                  <a:cubicBezTo>
                    <a:pt x="0" y="165"/>
                    <a:pt x="6" y="177"/>
                    <a:pt x="13" y="186"/>
                  </a:cubicBezTo>
                  <a:cubicBezTo>
                    <a:pt x="25" y="198"/>
                    <a:pt x="40" y="204"/>
                    <a:pt x="57" y="208"/>
                  </a:cubicBezTo>
                  <a:cubicBezTo>
                    <a:pt x="64" y="210"/>
                    <a:pt x="73" y="211"/>
                    <a:pt x="81" y="212"/>
                  </a:cubicBezTo>
                  <a:cubicBezTo>
                    <a:pt x="85" y="218"/>
                    <a:pt x="92" y="230"/>
                    <a:pt x="100" y="245"/>
                  </a:cubicBezTo>
                  <a:cubicBezTo>
                    <a:pt x="105" y="234"/>
                    <a:pt x="120" y="231"/>
                    <a:pt x="139" y="230"/>
                  </a:cubicBezTo>
                  <a:cubicBezTo>
                    <a:pt x="159" y="229"/>
                    <a:pt x="177" y="231"/>
                    <a:pt x="183" y="244"/>
                  </a:cubicBezTo>
                  <a:cubicBezTo>
                    <a:pt x="199" y="241"/>
                    <a:pt x="199" y="241"/>
                    <a:pt x="199" y="241"/>
                  </a:cubicBezTo>
                  <a:cubicBezTo>
                    <a:pt x="201" y="228"/>
                    <a:pt x="217" y="220"/>
                    <a:pt x="237" y="215"/>
                  </a:cubicBezTo>
                  <a:cubicBezTo>
                    <a:pt x="254" y="210"/>
                    <a:pt x="269" y="209"/>
                    <a:pt x="277" y="216"/>
                  </a:cubicBezTo>
                  <a:cubicBezTo>
                    <a:pt x="284" y="192"/>
                    <a:pt x="292" y="169"/>
                    <a:pt x="297" y="154"/>
                  </a:cubicBezTo>
                  <a:cubicBezTo>
                    <a:pt x="300" y="152"/>
                    <a:pt x="302" y="150"/>
                    <a:pt x="305" y="147"/>
                  </a:cubicBezTo>
                  <a:cubicBezTo>
                    <a:pt x="320" y="134"/>
                    <a:pt x="332" y="120"/>
                    <a:pt x="341" y="106"/>
                  </a:cubicBezTo>
                  <a:cubicBezTo>
                    <a:pt x="351" y="91"/>
                    <a:pt x="357" y="76"/>
                    <a:pt x="357" y="59"/>
                  </a:cubicBezTo>
                  <a:cubicBezTo>
                    <a:pt x="357" y="50"/>
                    <a:pt x="355" y="41"/>
                    <a:pt x="351" y="33"/>
                  </a:cubicBezTo>
                  <a:cubicBezTo>
                    <a:pt x="344" y="21"/>
                    <a:pt x="333" y="12"/>
                    <a:pt x="319"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7"/>
            <p:cNvSpPr>
              <a:spLocks/>
            </p:cNvSpPr>
            <p:nvPr/>
          </p:nvSpPr>
          <p:spPr bwMode="auto">
            <a:xfrm>
              <a:off x="3179763" y="4275137"/>
              <a:ext cx="361950" cy="387350"/>
            </a:xfrm>
            <a:custGeom>
              <a:avLst/>
              <a:gdLst>
                <a:gd name="T0" fmla="*/ 102 w 181"/>
                <a:gd name="T1" fmla="*/ 0 h 193"/>
                <a:gd name="T2" fmla="*/ 86 w 181"/>
                <a:gd name="T3" fmla="*/ 3 h 193"/>
                <a:gd name="T4" fmla="*/ 45 w 181"/>
                <a:gd name="T5" fmla="*/ 35 h 193"/>
                <a:gd name="T6" fmla="*/ 18 w 181"/>
                <a:gd name="T7" fmla="*/ 29 h 193"/>
                <a:gd name="T8" fmla="*/ 28 w 181"/>
                <a:gd name="T9" fmla="*/ 82 h 193"/>
                <a:gd name="T10" fmla="*/ 0 w 181"/>
                <a:gd name="T11" fmla="*/ 167 h 193"/>
                <a:gd name="T12" fmla="*/ 91 w 181"/>
                <a:gd name="T13" fmla="*/ 193 h 193"/>
                <a:gd name="T14" fmla="*/ 181 w 181"/>
                <a:gd name="T15" fmla="*/ 167 h 193"/>
                <a:gd name="T16" fmla="*/ 180 w 181"/>
                <a:gd name="T17" fmla="*/ 160 h 193"/>
                <a:gd name="T18" fmla="*/ 153 w 181"/>
                <a:gd name="T19" fmla="*/ 82 h 193"/>
                <a:gd name="T20" fmla="*/ 163 w 181"/>
                <a:gd name="T21" fmla="*/ 14 h 193"/>
                <a:gd name="T22" fmla="*/ 151 w 181"/>
                <a:gd name="T23" fmla="*/ 19 h 193"/>
                <a:gd name="T24" fmla="*/ 102 w 181"/>
                <a:gd name="T25"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1" h="193">
                  <a:moveTo>
                    <a:pt x="102" y="0"/>
                  </a:moveTo>
                  <a:cubicBezTo>
                    <a:pt x="86" y="3"/>
                    <a:pt x="86" y="3"/>
                    <a:pt x="86" y="3"/>
                  </a:cubicBezTo>
                  <a:cubicBezTo>
                    <a:pt x="84" y="20"/>
                    <a:pt x="67" y="34"/>
                    <a:pt x="45" y="35"/>
                  </a:cubicBezTo>
                  <a:cubicBezTo>
                    <a:pt x="35" y="35"/>
                    <a:pt x="25" y="33"/>
                    <a:pt x="18" y="29"/>
                  </a:cubicBezTo>
                  <a:cubicBezTo>
                    <a:pt x="25" y="47"/>
                    <a:pt x="30" y="67"/>
                    <a:pt x="28" y="82"/>
                  </a:cubicBezTo>
                  <a:cubicBezTo>
                    <a:pt x="26" y="118"/>
                    <a:pt x="6" y="134"/>
                    <a:pt x="0" y="167"/>
                  </a:cubicBezTo>
                  <a:cubicBezTo>
                    <a:pt x="15" y="175"/>
                    <a:pt x="51" y="193"/>
                    <a:pt x="91" y="193"/>
                  </a:cubicBezTo>
                  <a:cubicBezTo>
                    <a:pt x="131" y="193"/>
                    <a:pt x="166" y="175"/>
                    <a:pt x="181" y="167"/>
                  </a:cubicBezTo>
                  <a:cubicBezTo>
                    <a:pt x="181" y="164"/>
                    <a:pt x="180" y="162"/>
                    <a:pt x="180" y="160"/>
                  </a:cubicBezTo>
                  <a:cubicBezTo>
                    <a:pt x="173" y="131"/>
                    <a:pt x="155" y="116"/>
                    <a:pt x="153" y="82"/>
                  </a:cubicBezTo>
                  <a:cubicBezTo>
                    <a:pt x="152" y="67"/>
                    <a:pt x="156" y="42"/>
                    <a:pt x="163" y="14"/>
                  </a:cubicBezTo>
                  <a:cubicBezTo>
                    <a:pt x="160" y="16"/>
                    <a:pt x="155" y="18"/>
                    <a:pt x="151" y="19"/>
                  </a:cubicBezTo>
                  <a:cubicBezTo>
                    <a:pt x="129" y="25"/>
                    <a:pt x="109" y="16"/>
                    <a:pt x="10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8"/>
            <p:cNvSpPr>
              <a:spLocks/>
            </p:cNvSpPr>
            <p:nvPr/>
          </p:nvSpPr>
          <p:spPr bwMode="auto">
            <a:xfrm>
              <a:off x="3306763" y="4670425"/>
              <a:ext cx="242888" cy="620713"/>
            </a:xfrm>
            <a:custGeom>
              <a:avLst/>
              <a:gdLst>
                <a:gd name="T0" fmla="*/ 117 w 121"/>
                <a:gd name="T1" fmla="*/ 27 h 309"/>
                <a:gd name="T2" fmla="*/ 121 w 121"/>
                <a:gd name="T3" fmla="*/ 0 h 309"/>
                <a:gd name="T4" fmla="*/ 42 w 121"/>
                <a:gd name="T5" fmla="*/ 53 h 309"/>
                <a:gd name="T6" fmla="*/ 0 w 121"/>
                <a:gd name="T7" fmla="*/ 309 h 309"/>
                <a:gd name="T8" fmla="*/ 70 w 121"/>
                <a:gd name="T9" fmla="*/ 309 h 309"/>
                <a:gd name="T10" fmla="*/ 109 w 121"/>
                <a:gd name="T11" fmla="*/ 71 h 309"/>
                <a:gd name="T12" fmla="*/ 117 w 121"/>
                <a:gd name="T13" fmla="*/ 27 h 309"/>
              </a:gdLst>
              <a:ahLst/>
              <a:cxnLst>
                <a:cxn ang="0">
                  <a:pos x="T0" y="T1"/>
                </a:cxn>
                <a:cxn ang="0">
                  <a:pos x="T2" y="T3"/>
                </a:cxn>
                <a:cxn ang="0">
                  <a:pos x="T4" y="T5"/>
                </a:cxn>
                <a:cxn ang="0">
                  <a:pos x="T6" y="T7"/>
                </a:cxn>
                <a:cxn ang="0">
                  <a:pos x="T8" y="T9"/>
                </a:cxn>
                <a:cxn ang="0">
                  <a:pos x="T10" y="T11"/>
                </a:cxn>
                <a:cxn ang="0">
                  <a:pos x="T12" y="T13"/>
                </a:cxn>
              </a:cxnLst>
              <a:rect l="0" t="0" r="r" b="b"/>
              <a:pathLst>
                <a:path w="121" h="309">
                  <a:moveTo>
                    <a:pt x="117" y="27"/>
                  </a:moveTo>
                  <a:cubicBezTo>
                    <a:pt x="121" y="0"/>
                    <a:pt x="121" y="0"/>
                    <a:pt x="121" y="0"/>
                  </a:cubicBezTo>
                  <a:cubicBezTo>
                    <a:pt x="83" y="3"/>
                    <a:pt x="57" y="29"/>
                    <a:pt x="42" y="53"/>
                  </a:cubicBezTo>
                  <a:cubicBezTo>
                    <a:pt x="0" y="309"/>
                    <a:pt x="0" y="309"/>
                    <a:pt x="0" y="309"/>
                  </a:cubicBezTo>
                  <a:cubicBezTo>
                    <a:pt x="70" y="309"/>
                    <a:pt x="70" y="309"/>
                    <a:pt x="70" y="309"/>
                  </a:cubicBezTo>
                  <a:cubicBezTo>
                    <a:pt x="109" y="71"/>
                    <a:pt x="109" y="71"/>
                    <a:pt x="109" y="71"/>
                  </a:cubicBezTo>
                  <a:cubicBezTo>
                    <a:pt x="112" y="59"/>
                    <a:pt x="115" y="45"/>
                    <a:pt x="117"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9"/>
            <p:cNvSpPr>
              <a:spLocks/>
            </p:cNvSpPr>
            <p:nvPr/>
          </p:nvSpPr>
          <p:spPr bwMode="auto">
            <a:xfrm>
              <a:off x="3152775" y="3721100"/>
              <a:ext cx="341313" cy="341313"/>
            </a:xfrm>
            <a:custGeom>
              <a:avLst/>
              <a:gdLst>
                <a:gd name="T0" fmla="*/ 10 w 170"/>
                <a:gd name="T1" fmla="*/ 67 h 170"/>
                <a:gd name="T2" fmla="*/ 68 w 170"/>
                <a:gd name="T3" fmla="*/ 160 h 170"/>
                <a:gd name="T4" fmla="*/ 160 w 170"/>
                <a:gd name="T5" fmla="*/ 102 h 170"/>
                <a:gd name="T6" fmla="*/ 103 w 170"/>
                <a:gd name="T7" fmla="*/ 10 h 170"/>
                <a:gd name="T8" fmla="*/ 10 w 170"/>
                <a:gd name="T9" fmla="*/ 67 h 170"/>
              </a:gdLst>
              <a:ahLst/>
              <a:cxnLst>
                <a:cxn ang="0">
                  <a:pos x="T0" y="T1"/>
                </a:cxn>
                <a:cxn ang="0">
                  <a:pos x="T2" y="T3"/>
                </a:cxn>
                <a:cxn ang="0">
                  <a:pos x="T4" y="T5"/>
                </a:cxn>
                <a:cxn ang="0">
                  <a:pos x="T6" y="T7"/>
                </a:cxn>
                <a:cxn ang="0">
                  <a:pos x="T8" y="T9"/>
                </a:cxn>
              </a:cxnLst>
              <a:rect l="0" t="0" r="r" b="b"/>
              <a:pathLst>
                <a:path w="170" h="170">
                  <a:moveTo>
                    <a:pt x="10" y="67"/>
                  </a:moveTo>
                  <a:cubicBezTo>
                    <a:pt x="0" y="109"/>
                    <a:pt x="26" y="150"/>
                    <a:pt x="68" y="160"/>
                  </a:cubicBezTo>
                  <a:cubicBezTo>
                    <a:pt x="109" y="170"/>
                    <a:pt x="151" y="144"/>
                    <a:pt x="160" y="102"/>
                  </a:cubicBezTo>
                  <a:cubicBezTo>
                    <a:pt x="170" y="61"/>
                    <a:pt x="144" y="19"/>
                    <a:pt x="103" y="10"/>
                  </a:cubicBezTo>
                  <a:cubicBezTo>
                    <a:pt x="61" y="0"/>
                    <a:pt x="20" y="26"/>
                    <a:pt x="10"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10"/>
            <p:cNvSpPr>
              <a:spLocks/>
            </p:cNvSpPr>
            <p:nvPr/>
          </p:nvSpPr>
          <p:spPr bwMode="auto">
            <a:xfrm>
              <a:off x="2997200" y="5730875"/>
              <a:ext cx="1173163" cy="228600"/>
            </a:xfrm>
            <a:custGeom>
              <a:avLst/>
              <a:gdLst>
                <a:gd name="T0" fmla="*/ 567 w 585"/>
                <a:gd name="T1" fmla="*/ 75 h 114"/>
                <a:gd name="T2" fmla="*/ 24 w 585"/>
                <a:gd name="T3" fmla="*/ 6 h 114"/>
                <a:gd name="T4" fmla="*/ 17 w 585"/>
                <a:gd name="T5" fmla="*/ 33 h 114"/>
                <a:gd name="T6" fmla="*/ 567 w 585"/>
                <a:gd name="T7" fmla="*/ 103 h 114"/>
                <a:gd name="T8" fmla="*/ 567 w 585"/>
                <a:gd name="T9" fmla="*/ 75 h 114"/>
              </a:gdLst>
              <a:ahLst/>
              <a:cxnLst>
                <a:cxn ang="0">
                  <a:pos x="T0" y="T1"/>
                </a:cxn>
                <a:cxn ang="0">
                  <a:pos x="T2" y="T3"/>
                </a:cxn>
                <a:cxn ang="0">
                  <a:pos x="T4" y="T5"/>
                </a:cxn>
                <a:cxn ang="0">
                  <a:pos x="T6" y="T7"/>
                </a:cxn>
                <a:cxn ang="0">
                  <a:pos x="T8" y="T9"/>
                </a:cxn>
              </a:cxnLst>
              <a:rect l="0" t="0" r="r" b="b"/>
              <a:pathLst>
                <a:path w="585" h="114">
                  <a:moveTo>
                    <a:pt x="567" y="75"/>
                  </a:moveTo>
                  <a:cubicBezTo>
                    <a:pt x="383" y="85"/>
                    <a:pt x="198" y="67"/>
                    <a:pt x="24" y="6"/>
                  </a:cubicBezTo>
                  <a:cubicBezTo>
                    <a:pt x="7" y="0"/>
                    <a:pt x="0" y="27"/>
                    <a:pt x="17" y="33"/>
                  </a:cubicBezTo>
                  <a:cubicBezTo>
                    <a:pt x="193" y="95"/>
                    <a:pt x="381" y="114"/>
                    <a:pt x="567" y="103"/>
                  </a:cubicBezTo>
                  <a:cubicBezTo>
                    <a:pt x="585" y="102"/>
                    <a:pt x="585" y="74"/>
                    <a:pt x="567"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11"/>
            <p:cNvSpPr>
              <a:spLocks/>
            </p:cNvSpPr>
            <p:nvPr/>
          </p:nvSpPr>
          <p:spPr bwMode="auto">
            <a:xfrm>
              <a:off x="1266825" y="3687762"/>
              <a:ext cx="927100" cy="1112838"/>
            </a:xfrm>
            <a:custGeom>
              <a:avLst/>
              <a:gdLst>
                <a:gd name="T0" fmla="*/ 331 w 462"/>
                <a:gd name="T1" fmla="*/ 312 h 555"/>
                <a:gd name="T2" fmla="*/ 423 w 462"/>
                <a:gd name="T3" fmla="*/ 364 h 555"/>
                <a:gd name="T4" fmla="*/ 420 w 462"/>
                <a:gd name="T5" fmla="*/ 431 h 555"/>
                <a:gd name="T6" fmla="*/ 377 w 462"/>
                <a:gd name="T7" fmla="*/ 476 h 555"/>
                <a:gd name="T8" fmla="*/ 362 w 462"/>
                <a:gd name="T9" fmla="*/ 550 h 555"/>
                <a:gd name="T10" fmla="*/ 382 w 462"/>
                <a:gd name="T11" fmla="*/ 549 h 555"/>
                <a:gd name="T12" fmla="*/ 396 w 462"/>
                <a:gd name="T13" fmla="*/ 477 h 555"/>
                <a:gd name="T14" fmla="*/ 437 w 462"/>
                <a:gd name="T15" fmla="*/ 435 h 555"/>
                <a:gd name="T16" fmla="*/ 453 w 462"/>
                <a:gd name="T17" fmla="*/ 378 h 555"/>
                <a:gd name="T18" fmla="*/ 400 w 462"/>
                <a:gd name="T19" fmla="*/ 330 h 555"/>
                <a:gd name="T20" fmla="*/ 300 w 462"/>
                <a:gd name="T21" fmla="*/ 290 h 555"/>
                <a:gd name="T22" fmla="*/ 177 w 462"/>
                <a:gd name="T23" fmla="*/ 252 h 555"/>
                <a:gd name="T24" fmla="*/ 64 w 462"/>
                <a:gd name="T25" fmla="*/ 211 h 555"/>
                <a:gd name="T26" fmla="*/ 36 w 462"/>
                <a:gd name="T27" fmla="*/ 171 h 555"/>
                <a:gd name="T28" fmla="*/ 68 w 462"/>
                <a:gd name="T29" fmla="*/ 126 h 555"/>
                <a:gd name="T30" fmla="*/ 217 w 462"/>
                <a:gd name="T31" fmla="*/ 43 h 555"/>
                <a:gd name="T32" fmla="*/ 312 w 462"/>
                <a:gd name="T33" fmla="*/ 6 h 555"/>
                <a:gd name="T34" fmla="*/ 298 w 462"/>
                <a:gd name="T35" fmla="*/ 2 h 555"/>
                <a:gd name="T36" fmla="*/ 67 w 462"/>
                <a:gd name="T37" fmla="*/ 111 h 555"/>
                <a:gd name="T38" fmla="*/ 21 w 462"/>
                <a:gd name="T39" fmla="*/ 194 h 555"/>
                <a:gd name="T40" fmla="*/ 81 w 462"/>
                <a:gd name="T41" fmla="*/ 229 h 555"/>
                <a:gd name="T42" fmla="*/ 203 w 462"/>
                <a:gd name="T43" fmla="*/ 269 h 555"/>
                <a:gd name="T44" fmla="*/ 331 w 462"/>
                <a:gd name="T45" fmla="*/ 312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62" h="555">
                  <a:moveTo>
                    <a:pt x="331" y="312"/>
                  </a:moveTo>
                  <a:cubicBezTo>
                    <a:pt x="363" y="324"/>
                    <a:pt x="399" y="338"/>
                    <a:pt x="423" y="364"/>
                  </a:cubicBezTo>
                  <a:cubicBezTo>
                    <a:pt x="443" y="385"/>
                    <a:pt x="438" y="410"/>
                    <a:pt x="420" y="431"/>
                  </a:cubicBezTo>
                  <a:cubicBezTo>
                    <a:pt x="407" y="447"/>
                    <a:pt x="389" y="458"/>
                    <a:pt x="377" y="476"/>
                  </a:cubicBezTo>
                  <a:cubicBezTo>
                    <a:pt x="364" y="498"/>
                    <a:pt x="361" y="525"/>
                    <a:pt x="362" y="550"/>
                  </a:cubicBezTo>
                  <a:cubicBezTo>
                    <a:pt x="363" y="555"/>
                    <a:pt x="383" y="554"/>
                    <a:pt x="382" y="549"/>
                  </a:cubicBezTo>
                  <a:cubicBezTo>
                    <a:pt x="381" y="524"/>
                    <a:pt x="384" y="500"/>
                    <a:pt x="396" y="477"/>
                  </a:cubicBezTo>
                  <a:cubicBezTo>
                    <a:pt x="406" y="460"/>
                    <a:pt x="424" y="449"/>
                    <a:pt x="437" y="435"/>
                  </a:cubicBezTo>
                  <a:cubicBezTo>
                    <a:pt x="452" y="420"/>
                    <a:pt x="462" y="398"/>
                    <a:pt x="453" y="378"/>
                  </a:cubicBezTo>
                  <a:cubicBezTo>
                    <a:pt x="443" y="355"/>
                    <a:pt x="420" y="341"/>
                    <a:pt x="400" y="330"/>
                  </a:cubicBezTo>
                  <a:cubicBezTo>
                    <a:pt x="368" y="313"/>
                    <a:pt x="334" y="302"/>
                    <a:pt x="300" y="290"/>
                  </a:cubicBezTo>
                  <a:cubicBezTo>
                    <a:pt x="259" y="277"/>
                    <a:pt x="218" y="264"/>
                    <a:pt x="177" y="252"/>
                  </a:cubicBezTo>
                  <a:cubicBezTo>
                    <a:pt x="140" y="240"/>
                    <a:pt x="100" y="229"/>
                    <a:pt x="64" y="211"/>
                  </a:cubicBezTo>
                  <a:cubicBezTo>
                    <a:pt x="49" y="203"/>
                    <a:pt x="34" y="190"/>
                    <a:pt x="36" y="171"/>
                  </a:cubicBezTo>
                  <a:cubicBezTo>
                    <a:pt x="38" y="153"/>
                    <a:pt x="55" y="137"/>
                    <a:pt x="68" y="126"/>
                  </a:cubicBezTo>
                  <a:cubicBezTo>
                    <a:pt x="111" y="90"/>
                    <a:pt x="166" y="66"/>
                    <a:pt x="217" y="43"/>
                  </a:cubicBezTo>
                  <a:cubicBezTo>
                    <a:pt x="248" y="30"/>
                    <a:pt x="280" y="17"/>
                    <a:pt x="312" y="6"/>
                  </a:cubicBezTo>
                  <a:cubicBezTo>
                    <a:pt x="321" y="3"/>
                    <a:pt x="302" y="0"/>
                    <a:pt x="298" y="2"/>
                  </a:cubicBezTo>
                  <a:cubicBezTo>
                    <a:pt x="218" y="29"/>
                    <a:pt x="136" y="63"/>
                    <a:pt x="67" y="111"/>
                  </a:cubicBezTo>
                  <a:cubicBezTo>
                    <a:pt x="43" y="128"/>
                    <a:pt x="0" y="161"/>
                    <a:pt x="21" y="194"/>
                  </a:cubicBezTo>
                  <a:cubicBezTo>
                    <a:pt x="33" y="213"/>
                    <a:pt x="61" y="222"/>
                    <a:pt x="81" y="229"/>
                  </a:cubicBezTo>
                  <a:cubicBezTo>
                    <a:pt x="121" y="244"/>
                    <a:pt x="162" y="257"/>
                    <a:pt x="203" y="269"/>
                  </a:cubicBezTo>
                  <a:cubicBezTo>
                    <a:pt x="246" y="283"/>
                    <a:pt x="289" y="296"/>
                    <a:pt x="331" y="3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12"/>
            <p:cNvSpPr>
              <a:spLocks/>
            </p:cNvSpPr>
            <p:nvPr/>
          </p:nvSpPr>
          <p:spPr bwMode="auto">
            <a:xfrm>
              <a:off x="2520950" y="5332412"/>
              <a:ext cx="501650" cy="1173163"/>
            </a:xfrm>
            <a:custGeom>
              <a:avLst/>
              <a:gdLst>
                <a:gd name="T0" fmla="*/ 145 w 250"/>
                <a:gd name="T1" fmla="*/ 10 h 584"/>
                <a:gd name="T2" fmla="*/ 133 w 250"/>
                <a:gd name="T3" fmla="*/ 0 h 584"/>
                <a:gd name="T4" fmla="*/ 89 w 250"/>
                <a:gd name="T5" fmla="*/ 0 h 584"/>
                <a:gd name="T6" fmla="*/ 45 w 250"/>
                <a:gd name="T7" fmla="*/ 0 h 584"/>
                <a:gd name="T8" fmla="*/ 33 w 250"/>
                <a:gd name="T9" fmla="*/ 10 h 584"/>
                <a:gd name="T10" fmla="*/ 31 w 250"/>
                <a:gd name="T11" fmla="*/ 24 h 584"/>
                <a:gd name="T12" fmla="*/ 32 w 250"/>
                <a:gd name="T13" fmla="*/ 37 h 584"/>
                <a:gd name="T14" fmla="*/ 43 w 250"/>
                <a:gd name="T15" fmla="*/ 65 h 584"/>
                <a:gd name="T16" fmla="*/ 47 w 250"/>
                <a:gd name="T17" fmla="*/ 67 h 584"/>
                <a:gd name="T18" fmla="*/ 55 w 250"/>
                <a:gd name="T19" fmla="*/ 24 h 584"/>
                <a:gd name="T20" fmla="*/ 81 w 250"/>
                <a:gd name="T21" fmla="*/ 24 h 584"/>
                <a:gd name="T22" fmla="*/ 81 w 250"/>
                <a:gd name="T23" fmla="*/ 71 h 584"/>
                <a:gd name="T24" fmla="*/ 92 w 250"/>
                <a:gd name="T25" fmla="*/ 70 h 584"/>
                <a:gd name="T26" fmla="*/ 96 w 250"/>
                <a:gd name="T27" fmla="*/ 70 h 584"/>
                <a:gd name="T28" fmla="*/ 97 w 250"/>
                <a:gd name="T29" fmla="*/ 70 h 584"/>
                <a:gd name="T30" fmla="*/ 97 w 250"/>
                <a:gd name="T31" fmla="*/ 24 h 584"/>
                <a:gd name="T32" fmla="*/ 123 w 250"/>
                <a:gd name="T33" fmla="*/ 24 h 584"/>
                <a:gd name="T34" fmla="*/ 156 w 250"/>
                <a:gd name="T35" fmla="*/ 200 h 584"/>
                <a:gd name="T36" fmla="*/ 22 w 250"/>
                <a:gd name="T37" fmla="*/ 200 h 584"/>
                <a:gd name="T38" fmla="*/ 32 w 250"/>
                <a:gd name="T39" fmla="*/ 146 h 584"/>
                <a:gd name="T40" fmla="*/ 10 w 250"/>
                <a:gd name="T41" fmla="*/ 138 h 584"/>
                <a:gd name="T42" fmla="*/ 0 w 250"/>
                <a:gd name="T43" fmla="*/ 190 h 584"/>
                <a:gd name="T44" fmla="*/ 0 w 250"/>
                <a:gd name="T45" fmla="*/ 207 h 584"/>
                <a:gd name="T46" fmla="*/ 0 w 250"/>
                <a:gd name="T47" fmla="*/ 321 h 584"/>
                <a:gd name="T48" fmla="*/ 18 w 250"/>
                <a:gd name="T49" fmla="*/ 222 h 584"/>
                <a:gd name="T50" fmla="*/ 160 w 250"/>
                <a:gd name="T51" fmla="*/ 222 h 584"/>
                <a:gd name="T52" fmla="*/ 225 w 250"/>
                <a:gd name="T53" fmla="*/ 573 h 584"/>
                <a:gd name="T54" fmla="*/ 239 w 250"/>
                <a:gd name="T55" fmla="*/ 583 h 584"/>
                <a:gd name="T56" fmla="*/ 249 w 250"/>
                <a:gd name="T57" fmla="*/ 569 h 584"/>
                <a:gd name="T58" fmla="*/ 145 w 250"/>
                <a:gd name="T59" fmla="*/ 10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50" h="584">
                  <a:moveTo>
                    <a:pt x="145" y="10"/>
                  </a:moveTo>
                  <a:cubicBezTo>
                    <a:pt x="144" y="4"/>
                    <a:pt x="139" y="0"/>
                    <a:pt x="133" y="0"/>
                  </a:cubicBezTo>
                  <a:cubicBezTo>
                    <a:pt x="89" y="0"/>
                    <a:pt x="89" y="0"/>
                    <a:pt x="89" y="0"/>
                  </a:cubicBezTo>
                  <a:cubicBezTo>
                    <a:pt x="45" y="0"/>
                    <a:pt x="45" y="0"/>
                    <a:pt x="45" y="0"/>
                  </a:cubicBezTo>
                  <a:cubicBezTo>
                    <a:pt x="39" y="0"/>
                    <a:pt x="34" y="4"/>
                    <a:pt x="33" y="10"/>
                  </a:cubicBezTo>
                  <a:cubicBezTo>
                    <a:pt x="31" y="24"/>
                    <a:pt x="31" y="24"/>
                    <a:pt x="31" y="24"/>
                  </a:cubicBezTo>
                  <a:cubicBezTo>
                    <a:pt x="31" y="29"/>
                    <a:pt x="32" y="33"/>
                    <a:pt x="32" y="37"/>
                  </a:cubicBezTo>
                  <a:cubicBezTo>
                    <a:pt x="34" y="49"/>
                    <a:pt x="38" y="59"/>
                    <a:pt x="43" y="65"/>
                  </a:cubicBezTo>
                  <a:cubicBezTo>
                    <a:pt x="43" y="65"/>
                    <a:pt x="45" y="66"/>
                    <a:pt x="47" y="67"/>
                  </a:cubicBezTo>
                  <a:cubicBezTo>
                    <a:pt x="55" y="24"/>
                    <a:pt x="55" y="24"/>
                    <a:pt x="55" y="24"/>
                  </a:cubicBezTo>
                  <a:cubicBezTo>
                    <a:pt x="81" y="24"/>
                    <a:pt x="81" y="24"/>
                    <a:pt x="81" y="24"/>
                  </a:cubicBezTo>
                  <a:cubicBezTo>
                    <a:pt x="81" y="71"/>
                    <a:pt x="81" y="71"/>
                    <a:pt x="81" y="71"/>
                  </a:cubicBezTo>
                  <a:cubicBezTo>
                    <a:pt x="86" y="71"/>
                    <a:pt x="90" y="71"/>
                    <a:pt x="92" y="70"/>
                  </a:cubicBezTo>
                  <a:cubicBezTo>
                    <a:pt x="93" y="70"/>
                    <a:pt x="95" y="70"/>
                    <a:pt x="96" y="70"/>
                  </a:cubicBezTo>
                  <a:cubicBezTo>
                    <a:pt x="96" y="70"/>
                    <a:pt x="97" y="70"/>
                    <a:pt x="97" y="70"/>
                  </a:cubicBezTo>
                  <a:cubicBezTo>
                    <a:pt x="97" y="24"/>
                    <a:pt x="97" y="24"/>
                    <a:pt x="97" y="24"/>
                  </a:cubicBezTo>
                  <a:cubicBezTo>
                    <a:pt x="123" y="24"/>
                    <a:pt x="123" y="24"/>
                    <a:pt x="123" y="24"/>
                  </a:cubicBezTo>
                  <a:cubicBezTo>
                    <a:pt x="156" y="200"/>
                    <a:pt x="156" y="200"/>
                    <a:pt x="156" y="200"/>
                  </a:cubicBezTo>
                  <a:cubicBezTo>
                    <a:pt x="22" y="200"/>
                    <a:pt x="22" y="200"/>
                    <a:pt x="22" y="200"/>
                  </a:cubicBezTo>
                  <a:cubicBezTo>
                    <a:pt x="32" y="146"/>
                    <a:pt x="32" y="146"/>
                    <a:pt x="32" y="146"/>
                  </a:cubicBezTo>
                  <a:cubicBezTo>
                    <a:pt x="25" y="144"/>
                    <a:pt x="18" y="142"/>
                    <a:pt x="10" y="138"/>
                  </a:cubicBezTo>
                  <a:cubicBezTo>
                    <a:pt x="0" y="190"/>
                    <a:pt x="0" y="190"/>
                    <a:pt x="0" y="190"/>
                  </a:cubicBezTo>
                  <a:cubicBezTo>
                    <a:pt x="0" y="207"/>
                    <a:pt x="0" y="207"/>
                    <a:pt x="0" y="207"/>
                  </a:cubicBezTo>
                  <a:cubicBezTo>
                    <a:pt x="0" y="321"/>
                    <a:pt x="0" y="321"/>
                    <a:pt x="0" y="321"/>
                  </a:cubicBezTo>
                  <a:cubicBezTo>
                    <a:pt x="18" y="222"/>
                    <a:pt x="18" y="222"/>
                    <a:pt x="18" y="222"/>
                  </a:cubicBezTo>
                  <a:cubicBezTo>
                    <a:pt x="160" y="222"/>
                    <a:pt x="160" y="222"/>
                    <a:pt x="160" y="222"/>
                  </a:cubicBezTo>
                  <a:cubicBezTo>
                    <a:pt x="225" y="573"/>
                    <a:pt x="225" y="573"/>
                    <a:pt x="225" y="573"/>
                  </a:cubicBezTo>
                  <a:cubicBezTo>
                    <a:pt x="226" y="579"/>
                    <a:pt x="233" y="584"/>
                    <a:pt x="239" y="583"/>
                  </a:cubicBezTo>
                  <a:cubicBezTo>
                    <a:pt x="246" y="581"/>
                    <a:pt x="250" y="575"/>
                    <a:pt x="249" y="569"/>
                  </a:cubicBezTo>
                  <a:lnTo>
                    <a:pt x="145"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13"/>
            <p:cNvSpPr>
              <a:spLocks noEditPoints="1"/>
            </p:cNvSpPr>
            <p:nvPr/>
          </p:nvSpPr>
          <p:spPr bwMode="auto">
            <a:xfrm>
              <a:off x="2503488" y="4951412"/>
              <a:ext cx="392113" cy="346075"/>
            </a:xfrm>
            <a:custGeom>
              <a:avLst/>
              <a:gdLst>
                <a:gd name="T0" fmla="*/ 24 w 196"/>
                <a:gd name="T1" fmla="*/ 107 h 172"/>
                <a:gd name="T2" fmla="*/ 24 w 196"/>
                <a:gd name="T3" fmla="*/ 64 h 172"/>
                <a:gd name="T4" fmla="*/ 136 w 196"/>
                <a:gd name="T5" fmla="*/ 64 h 172"/>
                <a:gd name="T6" fmla="*/ 136 w 196"/>
                <a:gd name="T7" fmla="*/ 147 h 172"/>
                <a:gd name="T8" fmla="*/ 37 w 196"/>
                <a:gd name="T9" fmla="*/ 147 h 172"/>
                <a:gd name="T10" fmla="*/ 38 w 196"/>
                <a:gd name="T11" fmla="*/ 157 h 172"/>
                <a:gd name="T12" fmla="*/ 38 w 196"/>
                <a:gd name="T13" fmla="*/ 158 h 172"/>
                <a:gd name="T14" fmla="*/ 38 w 196"/>
                <a:gd name="T15" fmla="*/ 172 h 172"/>
                <a:gd name="T16" fmla="*/ 176 w 196"/>
                <a:gd name="T17" fmla="*/ 172 h 172"/>
                <a:gd name="T18" fmla="*/ 196 w 196"/>
                <a:gd name="T19" fmla="*/ 152 h 172"/>
                <a:gd name="T20" fmla="*/ 196 w 196"/>
                <a:gd name="T21" fmla="*/ 48 h 172"/>
                <a:gd name="T22" fmla="*/ 176 w 196"/>
                <a:gd name="T23" fmla="*/ 28 h 172"/>
                <a:gd name="T24" fmla="*/ 114 w 196"/>
                <a:gd name="T25" fmla="*/ 28 h 172"/>
                <a:gd name="T26" fmla="*/ 114 w 196"/>
                <a:gd name="T27" fmla="*/ 12 h 172"/>
                <a:gd name="T28" fmla="*/ 102 w 196"/>
                <a:gd name="T29" fmla="*/ 0 h 172"/>
                <a:gd name="T30" fmla="*/ 43 w 196"/>
                <a:gd name="T31" fmla="*/ 0 h 172"/>
                <a:gd name="T32" fmla="*/ 31 w 196"/>
                <a:gd name="T33" fmla="*/ 12 h 172"/>
                <a:gd name="T34" fmla="*/ 31 w 196"/>
                <a:gd name="T35" fmla="*/ 28 h 172"/>
                <a:gd name="T36" fmla="*/ 20 w 196"/>
                <a:gd name="T37" fmla="*/ 28 h 172"/>
                <a:gd name="T38" fmla="*/ 0 w 196"/>
                <a:gd name="T39" fmla="*/ 48 h 172"/>
                <a:gd name="T40" fmla="*/ 0 w 196"/>
                <a:gd name="T41" fmla="*/ 88 h 172"/>
                <a:gd name="T42" fmla="*/ 13 w 196"/>
                <a:gd name="T43" fmla="*/ 95 h 172"/>
                <a:gd name="T44" fmla="*/ 24 w 196"/>
                <a:gd name="T45" fmla="*/ 107 h 172"/>
                <a:gd name="T46" fmla="*/ 166 w 196"/>
                <a:gd name="T47" fmla="*/ 96 h 172"/>
                <a:gd name="T48" fmla="*/ 182 w 196"/>
                <a:gd name="T49" fmla="*/ 112 h 172"/>
                <a:gd name="T50" fmla="*/ 166 w 196"/>
                <a:gd name="T51" fmla="*/ 128 h 172"/>
                <a:gd name="T52" fmla="*/ 151 w 196"/>
                <a:gd name="T53" fmla="*/ 112 h 172"/>
                <a:gd name="T54" fmla="*/ 166 w 196"/>
                <a:gd name="T55" fmla="*/ 96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6" h="172">
                  <a:moveTo>
                    <a:pt x="24" y="107"/>
                  </a:moveTo>
                  <a:cubicBezTo>
                    <a:pt x="24" y="64"/>
                    <a:pt x="24" y="64"/>
                    <a:pt x="24" y="64"/>
                  </a:cubicBezTo>
                  <a:cubicBezTo>
                    <a:pt x="136" y="64"/>
                    <a:pt x="136" y="64"/>
                    <a:pt x="136" y="64"/>
                  </a:cubicBezTo>
                  <a:cubicBezTo>
                    <a:pt x="136" y="147"/>
                    <a:pt x="136" y="147"/>
                    <a:pt x="136" y="147"/>
                  </a:cubicBezTo>
                  <a:cubicBezTo>
                    <a:pt x="37" y="147"/>
                    <a:pt x="37" y="147"/>
                    <a:pt x="37" y="147"/>
                  </a:cubicBezTo>
                  <a:cubicBezTo>
                    <a:pt x="37" y="150"/>
                    <a:pt x="37" y="154"/>
                    <a:pt x="38" y="157"/>
                  </a:cubicBezTo>
                  <a:cubicBezTo>
                    <a:pt x="38" y="158"/>
                    <a:pt x="38" y="158"/>
                    <a:pt x="38" y="158"/>
                  </a:cubicBezTo>
                  <a:cubicBezTo>
                    <a:pt x="38" y="163"/>
                    <a:pt x="38" y="168"/>
                    <a:pt x="38" y="172"/>
                  </a:cubicBezTo>
                  <a:cubicBezTo>
                    <a:pt x="176" y="172"/>
                    <a:pt x="176" y="172"/>
                    <a:pt x="176" y="172"/>
                  </a:cubicBezTo>
                  <a:cubicBezTo>
                    <a:pt x="187" y="172"/>
                    <a:pt x="196" y="163"/>
                    <a:pt x="196" y="152"/>
                  </a:cubicBezTo>
                  <a:cubicBezTo>
                    <a:pt x="196" y="48"/>
                    <a:pt x="196" y="48"/>
                    <a:pt x="196" y="48"/>
                  </a:cubicBezTo>
                  <a:cubicBezTo>
                    <a:pt x="196" y="37"/>
                    <a:pt x="187" y="28"/>
                    <a:pt x="176" y="28"/>
                  </a:cubicBezTo>
                  <a:cubicBezTo>
                    <a:pt x="114" y="28"/>
                    <a:pt x="114" y="28"/>
                    <a:pt x="114" y="28"/>
                  </a:cubicBezTo>
                  <a:cubicBezTo>
                    <a:pt x="114" y="12"/>
                    <a:pt x="114" y="12"/>
                    <a:pt x="114" y="12"/>
                  </a:cubicBezTo>
                  <a:cubicBezTo>
                    <a:pt x="114" y="5"/>
                    <a:pt x="109" y="0"/>
                    <a:pt x="102" y="0"/>
                  </a:cubicBezTo>
                  <a:cubicBezTo>
                    <a:pt x="43" y="0"/>
                    <a:pt x="43" y="0"/>
                    <a:pt x="43" y="0"/>
                  </a:cubicBezTo>
                  <a:cubicBezTo>
                    <a:pt x="36" y="0"/>
                    <a:pt x="31" y="5"/>
                    <a:pt x="31" y="12"/>
                  </a:cubicBezTo>
                  <a:cubicBezTo>
                    <a:pt x="31" y="28"/>
                    <a:pt x="31" y="28"/>
                    <a:pt x="31" y="28"/>
                  </a:cubicBezTo>
                  <a:cubicBezTo>
                    <a:pt x="20" y="28"/>
                    <a:pt x="20" y="28"/>
                    <a:pt x="20" y="28"/>
                  </a:cubicBezTo>
                  <a:cubicBezTo>
                    <a:pt x="9" y="28"/>
                    <a:pt x="0" y="37"/>
                    <a:pt x="0" y="48"/>
                  </a:cubicBezTo>
                  <a:cubicBezTo>
                    <a:pt x="0" y="88"/>
                    <a:pt x="0" y="88"/>
                    <a:pt x="0" y="88"/>
                  </a:cubicBezTo>
                  <a:cubicBezTo>
                    <a:pt x="5" y="90"/>
                    <a:pt x="9" y="92"/>
                    <a:pt x="13" y="95"/>
                  </a:cubicBezTo>
                  <a:cubicBezTo>
                    <a:pt x="17" y="99"/>
                    <a:pt x="21" y="103"/>
                    <a:pt x="24" y="107"/>
                  </a:cubicBezTo>
                  <a:close/>
                  <a:moveTo>
                    <a:pt x="166" y="96"/>
                  </a:moveTo>
                  <a:cubicBezTo>
                    <a:pt x="175" y="96"/>
                    <a:pt x="182" y="103"/>
                    <a:pt x="182" y="112"/>
                  </a:cubicBezTo>
                  <a:cubicBezTo>
                    <a:pt x="182" y="121"/>
                    <a:pt x="175" y="128"/>
                    <a:pt x="166" y="128"/>
                  </a:cubicBezTo>
                  <a:cubicBezTo>
                    <a:pt x="158" y="128"/>
                    <a:pt x="151" y="121"/>
                    <a:pt x="151" y="112"/>
                  </a:cubicBezTo>
                  <a:cubicBezTo>
                    <a:pt x="151" y="103"/>
                    <a:pt x="158" y="96"/>
                    <a:pt x="166"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Rectangle 14"/>
            <p:cNvSpPr>
              <a:spLocks noChangeArrowheads="1"/>
            </p:cNvSpPr>
            <p:nvPr/>
          </p:nvSpPr>
          <p:spPr bwMode="auto">
            <a:xfrm>
              <a:off x="2755900" y="4972050"/>
              <a:ext cx="6985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15"/>
            <p:cNvSpPr>
              <a:spLocks/>
            </p:cNvSpPr>
            <p:nvPr/>
          </p:nvSpPr>
          <p:spPr bwMode="auto">
            <a:xfrm>
              <a:off x="2135188" y="4800600"/>
              <a:ext cx="361950" cy="319088"/>
            </a:xfrm>
            <a:custGeom>
              <a:avLst/>
              <a:gdLst>
                <a:gd name="T0" fmla="*/ 180 w 180"/>
                <a:gd name="T1" fmla="*/ 90 h 159"/>
                <a:gd name="T2" fmla="*/ 90 w 180"/>
                <a:gd name="T3" fmla="*/ 0 h 159"/>
                <a:gd name="T4" fmla="*/ 0 w 180"/>
                <a:gd name="T5" fmla="*/ 90 h 159"/>
                <a:gd name="T6" fmla="*/ 32 w 180"/>
                <a:gd name="T7" fmla="*/ 159 h 159"/>
                <a:gd name="T8" fmla="*/ 148 w 180"/>
                <a:gd name="T9" fmla="*/ 159 h 159"/>
                <a:gd name="T10" fmla="*/ 180 w 180"/>
                <a:gd name="T11" fmla="*/ 90 h 159"/>
              </a:gdLst>
              <a:ahLst/>
              <a:cxnLst>
                <a:cxn ang="0">
                  <a:pos x="T0" y="T1"/>
                </a:cxn>
                <a:cxn ang="0">
                  <a:pos x="T2" y="T3"/>
                </a:cxn>
                <a:cxn ang="0">
                  <a:pos x="T4" y="T5"/>
                </a:cxn>
                <a:cxn ang="0">
                  <a:pos x="T6" y="T7"/>
                </a:cxn>
                <a:cxn ang="0">
                  <a:pos x="T8" y="T9"/>
                </a:cxn>
                <a:cxn ang="0">
                  <a:pos x="T10" y="T11"/>
                </a:cxn>
              </a:cxnLst>
              <a:rect l="0" t="0" r="r" b="b"/>
              <a:pathLst>
                <a:path w="180" h="159">
                  <a:moveTo>
                    <a:pt x="180" y="90"/>
                  </a:moveTo>
                  <a:cubicBezTo>
                    <a:pt x="180" y="41"/>
                    <a:pt x="139" y="0"/>
                    <a:pt x="90" y="0"/>
                  </a:cubicBezTo>
                  <a:cubicBezTo>
                    <a:pt x="40" y="0"/>
                    <a:pt x="0" y="41"/>
                    <a:pt x="0" y="90"/>
                  </a:cubicBezTo>
                  <a:cubicBezTo>
                    <a:pt x="0" y="118"/>
                    <a:pt x="12" y="143"/>
                    <a:pt x="32" y="159"/>
                  </a:cubicBezTo>
                  <a:cubicBezTo>
                    <a:pt x="148" y="159"/>
                    <a:pt x="148" y="159"/>
                    <a:pt x="148" y="159"/>
                  </a:cubicBezTo>
                  <a:cubicBezTo>
                    <a:pt x="167" y="143"/>
                    <a:pt x="180" y="118"/>
                    <a:pt x="180"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16"/>
            <p:cNvSpPr>
              <a:spLocks/>
            </p:cNvSpPr>
            <p:nvPr/>
          </p:nvSpPr>
          <p:spPr bwMode="auto">
            <a:xfrm>
              <a:off x="1897063" y="5135562"/>
              <a:ext cx="884238" cy="1498600"/>
            </a:xfrm>
            <a:custGeom>
              <a:avLst/>
              <a:gdLst>
                <a:gd name="T0" fmla="*/ 303 w 441"/>
                <a:gd name="T1" fmla="*/ 214 h 746"/>
                <a:gd name="T2" fmla="*/ 347 w 441"/>
                <a:gd name="T3" fmla="*/ 236 h 746"/>
                <a:gd name="T4" fmla="*/ 389 w 441"/>
                <a:gd name="T5" fmla="*/ 241 h 746"/>
                <a:gd name="T6" fmla="*/ 410 w 441"/>
                <a:gd name="T7" fmla="*/ 240 h 746"/>
                <a:gd name="T8" fmla="*/ 439 w 441"/>
                <a:gd name="T9" fmla="*/ 205 h 746"/>
                <a:gd name="T10" fmla="*/ 403 w 441"/>
                <a:gd name="T11" fmla="*/ 176 h 746"/>
                <a:gd name="T12" fmla="*/ 389 w 441"/>
                <a:gd name="T13" fmla="*/ 177 h 746"/>
                <a:gd name="T14" fmla="*/ 362 w 441"/>
                <a:gd name="T15" fmla="*/ 174 h 746"/>
                <a:gd name="T16" fmla="*/ 348 w 441"/>
                <a:gd name="T17" fmla="*/ 168 h 746"/>
                <a:gd name="T18" fmla="*/ 335 w 441"/>
                <a:gd name="T19" fmla="*/ 137 h 746"/>
                <a:gd name="T20" fmla="*/ 332 w 441"/>
                <a:gd name="T21" fmla="*/ 67 h 746"/>
                <a:gd name="T22" fmla="*/ 325 w 441"/>
                <a:gd name="T23" fmla="*/ 30 h 746"/>
                <a:gd name="T24" fmla="*/ 310 w 441"/>
                <a:gd name="T25" fmla="*/ 10 h 746"/>
                <a:gd name="T26" fmla="*/ 282 w 441"/>
                <a:gd name="T27" fmla="*/ 0 h 746"/>
                <a:gd name="T28" fmla="*/ 277 w 441"/>
                <a:gd name="T29" fmla="*/ 1 h 746"/>
                <a:gd name="T30" fmla="*/ 272 w 441"/>
                <a:gd name="T31" fmla="*/ 0 h 746"/>
                <a:gd name="T32" fmla="*/ 117 w 441"/>
                <a:gd name="T33" fmla="*/ 0 h 746"/>
                <a:gd name="T34" fmla="*/ 110 w 441"/>
                <a:gd name="T35" fmla="*/ 1 h 746"/>
                <a:gd name="T36" fmla="*/ 78 w 441"/>
                <a:gd name="T37" fmla="*/ 13 h 746"/>
                <a:gd name="T38" fmla="*/ 27 w 441"/>
                <a:gd name="T39" fmla="*/ 58 h 746"/>
                <a:gd name="T40" fmla="*/ 0 w 441"/>
                <a:gd name="T41" fmla="*/ 130 h 746"/>
                <a:gd name="T42" fmla="*/ 6 w 441"/>
                <a:gd name="T43" fmla="*/ 161 h 746"/>
                <a:gd name="T44" fmla="*/ 6 w 441"/>
                <a:gd name="T45" fmla="*/ 162 h 746"/>
                <a:gd name="T46" fmla="*/ 6 w 441"/>
                <a:gd name="T47" fmla="*/ 162 h 746"/>
                <a:gd name="T48" fmla="*/ 6 w 441"/>
                <a:gd name="T49" fmla="*/ 162 h 746"/>
                <a:gd name="T50" fmla="*/ 6 w 441"/>
                <a:gd name="T51" fmla="*/ 162 h 746"/>
                <a:gd name="T52" fmla="*/ 53 w 441"/>
                <a:gd name="T53" fmla="*/ 214 h 746"/>
                <a:gd name="T54" fmla="*/ 78 w 441"/>
                <a:gd name="T55" fmla="*/ 227 h 746"/>
                <a:gd name="T56" fmla="*/ 78 w 441"/>
                <a:gd name="T57" fmla="*/ 154 h 746"/>
                <a:gd name="T58" fmla="*/ 66 w 441"/>
                <a:gd name="T59" fmla="*/ 139 h 746"/>
                <a:gd name="T60" fmla="*/ 66 w 441"/>
                <a:gd name="T61" fmla="*/ 139 h 746"/>
                <a:gd name="T62" fmla="*/ 64 w 441"/>
                <a:gd name="T63" fmla="*/ 130 h 746"/>
                <a:gd name="T64" fmla="*/ 70 w 441"/>
                <a:gd name="T65" fmla="*/ 109 h 746"/>
                <a:gd name="T66" fmla="*/ 86 w 441"/>
                <a:gd name="T67" fmla="*/ 87 h 746"/>
                <a:gd name="T68" fmla="*/ 86 w 441"/>
                <a:gd name="T69" fmla="*/ 697 h 746"/>
                <a:gd name="T70" fmla="*/ 136 w 441"/>
                <a:gd name="T71" fmla="*/ 746 h 746"/>
                <a:gd name="T72" fmla="*/ 185 w 441"/>
                <a:gd name="T73" fmla="*/ 697 h 746"/>
                <a:gd name="T74" fmla="*/ 185 w 441"/>
                <a:gd name="T75" fmla="*/ 336 h 746"/>
                <a:gd name="T76" fmla="*/ 204 w 441"/>
                <a:gd name="T77" fmla="*/ 336 h 746"/>
                <a:gd name="T78" fmla="*/ 204 w 441"/>
                <a:gd name="T79" fmla="*/ 697 h 746"/>
                <a:gd name="T80" fmla="*/ 253 w 441"/>
                <a:gd name="T81" fmla="*/ 746 h 746"/>
                <a:gd name="T82" fmla="*/ 303 w 441"/>
                <a:gd name="T83" fmla="*/ 697 h 746"/>
                <a:gd name="T84" fmla="*/ 303 w 441"/>
                <a:gd name="T85" fmla="*/ 214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41" h="746">
                  <a:moveTo>
                    <a:pt x="303" y="214"/>
                  </a:moveTo>
                  <a:cubicBezTo>
                    <a:pt x="316" y="227"/>
                    <a:pt x="332" y="233"/>
                    <a:pt x="347" y="236"/>
                  </a:cubicBezTo>
                  <a:cubicBezTo>
                    <a:pt x="363" y="240"/>
                    <a:pt x="378" y="241"/>
                    <a:pt x="389" y="241"/>
                  </a:cubicBezTo>
                  <a:cubicBezTo>
                    <a:pt x="401" y="241"/>
                    <a:pt x="410" y="240"/>
                    <a:pt x="410" y="240"/>
                  </a:cubicBezTo>
                  <a:cubicBezTo>
                    <a:pt x="428" y="238"/>
                    <a:pt x="441" y="222"/>
                    <a:pt x="439" y="205"/>
                  </a:cubicBezTo>
                  <a:cubicBezTo>
                    <a:pt x="437" y="187"/>
                    <a:pt x="421" y="175"/>
                    <a:pt x="403" y="176"/>
                  </a:cubicBezTo>
                  <a:cubicBezTo>
                    <a:pt x="403" y="177"/>
                    <a:pt x="397" y="177"/>
                    <a:pt x="389" y="177"/>
                  </a:cubicBezTo>
                  <a:cubicBezTo>
                    <a:pt x="381" y="177"/>
                    <a:pt x="370" y="176"/>
                    <a:pt x="362" y="174"/>
                  </a:cubicBezTo>
                  <a:cubicBezTo>
                    <a:pt x="353" y="172"/>
                    <a:pt x="348" y="169"/>
                    <a:pt x="348" y="168"/>
                  </a:cubicBezTo>
                  <a:cubicBezTo>
                    <a:pt x="342" y="161"/>
                    <a:pt x="338" y="150"/>
                    <a:pt x="335" y="137"/>
                  </a:cubicBezTo>
                  <a:cubicBezTo>
                    <a:pt x="332" y="116"/>
                    <a:pt x="333" y="90"/>
                    <a:pt x="332" y="67"/>
                  </a:cubicBezTo>
                  <a:cubicBezTo>
                    <a:pt x="331" y="55"/>
                    <a:pt x="330" y="43"/>
                    <a:pt x="325" y="30"/>
                  </a:cubicBezTo>
                  <a:cubicBezTo>
                    <a:pt x="322" y="23"/>
                    <a:pt x="318" y="16"/>
                    <a:pt x="310" y="10"/>
                  </a:cubicBezTo>
                  <a:cubicBezTo>
                    <a:pt x="302" y="3"/>
                    <a:pt x="291" y="0"/>
                    <a:pt x="282" y="0"/>
                  </a:cubicBezTo>
                  <a:cubicBezTo>
                    <a:pt x="280" y="0"/>
                    <a:pt x="279" y="0"/>
                    <a:pt x="277" y="1"/>
                  </a:cubicBezTo>
                  <a:cubicBezTo>
                    <a:pt x="276" y="0"/>
                    <a:pt x="274" y="0"/>
                    <a:pt x="272" y="0"/>
                  </a:cubicBezTo>
                  <a:cubicBezTo>
                    <a:pt x="117" y="0"/>
                    <a:pt x="117" y="0"/>
                    <a:pt x="117" y="0"/>
                  </a:cubicBezTo>
                  <a:cubicBezTo>
                    <a:pt x="115" y="0"/>
                    <a:pt x="113" y="0"/>
                    <a:pt x="110" y="1"/>
                  </a:cubicBezTo>
                  <a:cubicBezTo>
                    <a:pt x="98" y="3"/>
                    <a:pt x="88" y="7"/>
                    <a:pt x="78" y="13"/>
                  </a:cubicBezTo>
                  <a:cubicBezTo>
                    <a:pt x="60" y="24"/>
                    <a:pt x="42" y="39"/>
                    <a:pt x="27" y="58"/>
                  </a:cubicBezTo>
                  <a:cubicBezTo>
                    <a:pt x="12" y="78"/>
                    <a:pt x="0" y="102"/>
                    <a:pt x="0" y="130"/>
                  </a:cubicBezTo>
                  <a:cubicBezTo>
                    <a:pt x="0" y="140"/>
                    <a:pt x="2" y="151"/>
                    <a:pt x="6" y="161"/>
                  </a:cubicBezTo>
                  <a:cubicBezTo>
                    <a:pt x="6" y="161"/>
                    <a:pt x="6" y="162"/>
                    <a:pt x="6" y="162"/>
                  </a:cubicBezTo>
                  <a:cubicBezTo>
                    <a:pt x="6" y="162"/>
                    <a:pt x="6" y="162"/>
                    <a:pt x="6" y="162"/>
                  </a:cubicBezTo>
                  <a:cubicBezTo>
                    <a:pt x="6" y="162"/>
                    <a:pt x="6" y="162"/>
                    <a:pt x="6" y="162"/>
                  </a:cubicBezTo>
                  <a:cubicBezTo>
                    <a:pt x="6" y="162"/>
                    <a:pt x="6" y="162"/>
                    <a:pt x="6" y="162"/>
                  </a:cubicBezTo>
                  <a:cubicBezTo>
                    <a:pt x="14" y="183"/>
                    <a:pt x="30" y="201"/>
                    <a:pt x="53" y="214"/>
                  </a:cubicBezTo>
                  <a:cubicBezTo>
                    <a:pt x="61" y="219"/>
                    <a:pt x="69" y="223"/>
                    <a:pt x="78" y="227"/>
                  </a:cubicBezTo>
                  <a:cubicBezTo>
                    <a:pt x="78" y="154"/>
                    <a:pt x="78" y="154"/>
                    <a:pt x="78" y="154"/>
                  </a:cubicBezTo>
                  <a:cubicBezTo>
                    <a:pt x="71" y="148"/>
                    <a:pt x="67" y="143"/>
                    <a:pt x="66" y="139"/>
                  </a:cubicBezTo>
                  <a:cubicBezTo>
                    <a:pt x="66" y="139"/>
                    <a:pt x="66" y="139"/>
                    <a:pt x="66" y="139"/>
                  </a:cubicBezTo>
                  <a:cubicBezTo>
                    <a:pt x="65" y="136"/>
                    <a:pt x="64" y="133"/>
                    <a:pt x="64" y="130"/>
                  </a:cubicBezTo>
                  <a:cubicBezTo>
                    <a:pt x="64" y="125"/>
                    <a:pt x="66" y="117"/>
                    <a:pt x="70" y="109"/>
                  </a:cubicBezTo>
                  <a:cubicBezTo>
                    <a:pt x="74" y="102"/>
                    <a:pt x="80" y="94"/>
                    <a:pt x="86" y="87"/>
                  </a:cubicBezTo>
                  <a:cubicBezTo>
                    <a:pt x="86" y="697"/>
                    <a:pt x="86" y="697"/>
                    <a:pt x="86" y="697"/>
                  </a:cubicBezTo>
                  <a:cubicBezTo>
                    <a:pt x="86" y="724"/>
                    <a:pt x="109" y="746"/>
                    <a:pt x="136" y="746"/>
                  </a:cubicBezTo>
                  <a:cubicBezTo>
                    <a:pt x="163" y="746"/>
                    <a:pt x="185" y="724"/>
                    <a:pt x="185" y="697"/>
                  </a:cubicBezTo>
                  <a:cubicBezTo>
                    <a:pt x="185" y="336"/>
                    <a:pt x="185" y="336"/>
                    <a:pt x="185" y="336"/>
                  </a:cubicBezTo>
                  <a:cubicBezTo>
                    <a:pt x="204" y="336"/>
                    <a:pt x="204" y="336"/>
                    <a:pt x="204" y="336"/>
                  </a:cubicBezTo>
                  <a:cubicBezTo>
                    <a:pt x="204" y="697"/>
                    <a:pt x="204" y="697"/>
                    <a:pt x="204" y="697"/>
                  </a:cubicBezTo>
                  <a:cubicBezTo>
                    <a:pt x="204" y="724"/>
                    <a:pt x="226" y="746"/>
                    <a:pt x="253" y="746"/>
                  </a:cubicBezTo>
                  <a:cubicBezTo>
                    <a:pt x="281" y="746"/>
                    <a:pt x="303" y="724"/>
                    <a:pt x="303" y="697"/>
                  </a:cubicBezTo>
                  <a:lnTo>
                    <a:pt x="303" y="2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Oval 17"/>
            <p:cNvSpPr>
              <a:spLocks noChangeArrowheads="1"/>
            </p:cNvSpPr>
            <p:nvPr/>
          </p:nvSpPr>
          <p:spPr bwMode="auto">
            <a:xfrm>
              <a:off x="1520825" y="4624387"/>
              <a:ext cx="42863"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Oval 18"/>
            <p:cNvSpPr>
              <a:spLocks noChangeArrowheads="1"/>
            </p:cNvSpPr>
            <p:nvPr/>
          </p:nvSpPr>
          <p:spPr bwMode="auto">
            <a:xfrm>
              <a:off x="1870075" y="4675187"/>
              <a:ext cx="42863" cy="412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Oval 19"/>
            <p:cNvSpPr>
              <a:spLocks noChangeArrowheads="1"/>
            </p:cNvSpPr>
            <p:nvPr/>
          </p:nvSpPr>
          <p:spPr bwMode="auto">
            <a:xfrm>
              <a:off x="1619250" y="5080000"/>
              <a:ext cx="42863" cy="428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Oval 20"/>
            <p:cNvSpPr>
              <a:spLocks noChangeArrowheads="1"/>
            </p:cNvSpPr>
            <p:nvPr/>
          </p:nvSpPr>
          <p:spPr bwMode="auto">
            <a:xfrm>
              <a:off x="1717675" y="4805362"/>
              <a:ext cx="42863" cy="412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Oval 21"/>
            <p:cNvSpPr>
              <a:spLocks noChangeArrowheads="1"/>
            </p:cNvSpPr>
            <p:nvPr/>
          </p:nvSpPr>
          <p:spPr bwMode="auto">
            <a:xfrm>
              <a:off x="1912938" y="4978400"/>
              <a:ext cx="41275" cy="428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22"/>
            <p:cNvSpPr>
              <a:spLocks/>
            </p:cNvSpPr>
            <p:nvPr/>
          </p:nvSpPr>
          <p:spPr bwMode="auto">
            <a:xfrm>
              <a:off x="1843088" y="4397375"/>
              <a:ext cx="47625" cy="49213"/>
            </a:xfrm>
            <a:custGeom>
              <a:avLst/>
              <a:gdLst>
                <a:gd name="T0" fmla="*/ 21 w 24"/>
                <a:gd name="T1" fmla="*/ 19 h 24"/>
                <a:gd name="T2" fmla="*/ 18 w 24"/>
                <a:gd name="T3" fmla="*/ 4 h 24"/>
                <a:gd name="T4" fmla="*/ 4 w 24"/>
                <a:gd name="T5" fmla="*/ 6 h 24"/>
                <a:gd name="T6" fmla="*/ 6 w 24"/>
                <a:gd name="T7" fmla="*/ 21 h 24"/>
                <a:gd name="T8" fmla="*/ 21 w 24"/>
                <a:gd name="T9" fmla="*/ 19 h 24"/>
              </a:gdLst>
              <a:ahLst/>
              <a:cxnLst>
                <a:cxn ang="0">
                  <a:pos x="T0" y="T1"/>
                </a:cxn>
                <a:cxn ang="0">
                  <a:pos x="T2" y="T3"/>
                </a:cxn>
                <a:cxn ang="0">
                  <a:pos x="T4" y="T5"/>
                </a:cxn>
                <a:cxn ang="0">
                  <a:pos x="T6" y="T7"/>
                </a:cxn>
                <a:cxn ang="0">
                  <a:pos x="T8" y="T9"/>
                </a:cxn>
              </a:cxnLst>
              <a:rect l="0" t="0" r="r" b="b"/>
              <a:pathLst>
                <a:path w="24" h="24">
                  <a:moveTo>
                    <a:pt x="21" y="19"/>
                  </a:moveTo>
                  <a:cubicBezTo>
                    <a:pt x="24" y="14"/>
                    <a:pt x="23" y="7"/>
                    <a:pt x="18" y="4"/>
                  </a:cubicBezTo>
                  <a:cubicBezTo>
                    <a:pt x="14" y="0"/>
                    <a:pt x="7" y="2"/>
                    <a:pt x="4" y="6"/>
                  </a:cubicBezTo>
                  <a:cubicBezTo>
                    <a:pt x="0" y="11"/>
                    <a:pt x="1" y="18"/>
                    <a:pt x="6" y="21"/>
                  </a:cubicBezTo>
                  <a:cubicBezTo>
                    <a:pt x="11" y="24"/>
                    <a:pt x="17" y="23"/>
                    <a:pt x="21"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23"/>
            <p:cNvSpPr>
              <a:spLocks/>
            </p:cNvSpPr>
            <p:nvPr/>
          </p:nvSpPr>
          <p:spPr bwMode="auto">
            <a:xfrm>
              <a:off x="1706563" y="4397375"/>
              <a:ext cx="47625" cy="49213"/>
            </a:xfrm>
            <a:custGeom>
              <a:avLst/>
              <a:gdLst>
                <a:gd name="T0" fmla="*/ 20 w 24"/>
                <a:gd name="T1" fmla="*/ 19 h 24"/>
                <a:gd name="T2" fmla="*/ 18 w 24"/>
                <a:gd name="T3" fmla="*/ 4 h 24"/>
                <a:gd name="T4" fmla="*/ 3 w 24"/>
                <a:gd name="T5" fmla="*/ 6 h 24"/>
                <a:gd name="T6" fmla="*/ 6 w 24"/>
                <a:gd name="T7" fmla="*/ 21 h 24"/>
                <a:gd name="T8" fmla="*/ 20 w 24"/>
                <a:gd name="T9" fmla="*/ 19 h 24"/>
              </a:gdLst>
              <a:ahLst/>
              <a:cxnLst>
                <a:cxn ang="0">
                  <a:pos x="T0" y="T1"/>
                </a:cxn>
                <a:cxn ang="0">
                  <a:pos x="T2" y="T3"/>
                </a:cxn>
                <a:cxn ang="0">
                  <a:pos x="T4" y="T5"/>
                </a:cxn>
                <a:cxn ang="0">
                  <a:pos x="T6" y="T7"/>
                </a:cxn>
                <a:cxn ang="0">
                  <a:pos x="T8" y="T9"/>
                </a:cxn>
              </a:cxnLst>
              <a:rect l="0" t="0" r="r" b="b"/>
              <a:pathLst>
                <a:path w="24" h="24">
                  <a:moveTo>
                    <a:pt x="20" y="19"/>
                  </a:moveTo>
                  <a:cubicBezTo>
                    <a:pt x="24" y="14"/>
                    <a:pt x="23" y="7"/>
                    <a:pt x="18" y="4"/>
                  </a:cubicBezTo>
                  <a:cubicBezTo>
                    <a:pt x="13" y="0"/>
                    <a:pt x="6" y="2"/>
                    <a:pt x="3" y="6"/>
                  </a:cubicBezTo>
                  <a:cubicBezTo>
                    <a:pt x="0" y="11"/>
                    <a:pt x="1" y="18"/>
                    <a:pt x="6" y="21"/>
                  </a:cubicBezTo>
                  <a:cubicBezTo>
                    <a:pt x="10" y="24"/>
                    <a:pt x="17" y="23"/>
                    <a:pt x="20"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24"/>
            <p:cNvSpPr>
              <a:spLocks/>
            </p:cNvSpPr>
            <p:nvPr/>
          </p:nvSpPr>
          <p:spPr bwMode="auto">
            <a:xfrm>
              <a:off x="1968500" y="4494212"/>
              <a:ext cx="49213" cy="47625"/>
            </a:xfrm>
            <a:custGeom>
              <a:avLst/>
              <a:gdLst>
                <a:gd name="T0" fmla="*/ 18 w 24"/>
                <a:gd name="T1" fmla="*/ 3 h 24"/>
                <a:gd name="T2" fmla="*/ 3 w 24"/>
                <a:gd name="T3" fmla="*/ 6 h 24"/>
                <a:gd name="T4" fmla="*/ 6 w 24"/>
                <a:gd name="T5" fmla="*/ 21 h 24"/>
                <a:gd name="T6" fmla="*/ 21 w 24"/>
                <a:gd name="T7" fmla="*/ 18 h 24"/>
                <a:gd name="T8" fmla="*/ 18 w 24"/>
                <a:gd name="T9" fmla="*/ 3 h 24"/>
              </a:gdLst>
              <a:ahLst/>
              <a:cxnLst>
                <a:cxn ang="0">
                  <a:pos x="T0" y="T1"/>
                </a:cxn>
                <a:cxn ang="0">
                  <a:pos x="T2" y="T3"/>
                </a:cxn>
                <a:cxn ang="0">
                  <a:pos x="T4" y="T5"/>
                </a:cxn>
                <a:cxn ang="0">
                  <a:pos x="T6" y="T7"/>
                </a:cxn>
                <a:cxn ang="0">
                  <a:pos x="T8" y="T9"/>
                </a:cxn>
              </a:cxnLst>
              <a:rect l="0" t="0" r="r" b="b"/>
              <a:pathLst>
                <a:path w="24" h="24">
                  <a:moveTo>
                    <a:pt x="18" y="3"/>
                  </a:moveTo>
                  <a:cubicBezTo>
                    <a:pt x="13" y="0"/>
                    <a:pt x="7" y="1"/>
                    <a:pt x="3" y="6"/>
                  </a:cubicBezTo>
                  <a:cubicBezTo>
                    <a:pt x="0" y="11"/>
                    <a:pt x="1" y="17"/>
                    <a:pt x="6" y="21"/>
                  </a:cubicBezTo>
                  <a:cubicBezTo>
                    <a:pt x="11" y="24"/>
                    <a:pt x="17" y="23"/>
                    <a:pt x="21" y="18"/>
                  </a:cubicBezTo>
                  <a:cubicBezTo>
                    <a:pt x="24" y="13"/>
                    <a:pt x="23" y="7"/>
                    <a:pt x="18"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25"/>
            <p:cNvSpPr>
              <a:spLocks/>
            </p:cNvSpPr>
            <p:nvPr/>
          </p:nvSpPr>
          <p:spPr bwMode="auto">
            <a:xfrm>
              <a:off x="1725613" y="4522787"/>
              <a:ext cx="49213" cy="47625"/>
            </a:xfrm>
            <a:custGeom>
              <a:avLst/>
              <a:gdLst>
                <a:gd name="T0" fmla="*/ 18 w 24"/>
                <a:gd name="T1" fmla="*/ 3 h 24"/>
                <a:gd name="T2" fmla="*/ 4 w 24"/>
                <a:gd name="T3" fmla="*/ 6 h 24"/>
                <a:gd name="T4" fmla="*/ 6 w 24"/>
                <a:gd name="T5" fmla="*/ 21 h 24"/>
                <a:gd name="T6" fmla="*/ 21 w 24"/>
                <a:gd name="T7" fmla="*/ 18 h 24"/>
                <a:gd name="T8" fmla="*/ 18 w 24"/>
                <a:gd name="T9" fmla="*/ 3 h 24"/>
              </a:gdLst>
              <a:ahLst/>
              <a:cxnLst>
                <a:cxn ang="0">
                  <a:pos x="T0" y="T1"/>
                </a:cxn>
                <a:cxn ang="0">
                  <a:pos x="T2" y="T3"/>
                </a:cxn>
                <a:cxn ang="0">
                  <a:pos x="T4" y="T5"/>
                </a:cxn>
                <a:cxn ang="0">
                  <a:pos x="T6" y="T7"/>
                </a:cxn>
                <a:cxn ang="0">
                  <a:pos x="T8" y="T9"/>
                </a:cxn>
              </a:cxnLst>
              <a:rect l="0" t="0" r="r" b="b"/>
              <a:pathLst>
                <a:path w="24" h="24">
                  <a:moveTo>
                    <a:pt x="18" y="3"/>
                  </a:moveTo>
                  <a:cubicBezTo>
                    <a:pt x="14" y="0"/>
                    <a:pt x="7" y="1"/>
                    <a:pt x="4" y="6"/>
                  </a:cubicBezTo>
                  <a:cubicBezTo>
                    <a:pt x="0" y="11"/>
                    <a:pt x="1" y="17"/>
                    <a:pt x="6" y="21"/>
                  </a:cubicBezTo>
                  <a:cubicBezTo>
                    <a:pt x="11" y="24"/>
                    <a:pt x="17" y="23"/>
                    <a:pt x="21" y="18"/>
                  </a:cubicBezTo>
                  <a:cubicBezTo>
                    <a:pt x="24" y="13"/>
                    <a:pt x="23" y="7"/>
                    <a:pt x="18"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Oval 26"/>
            <p:cNvSpPr>
              <a:spLocks noChangeArrowheads="1"/>
            </p:cNvSpPr>
            <p:nvPr/>
          </p:nvSpPr>
          <p:spPr bwMode="auto">
            <a:xfrm>
              <a:off x="1670050" y="4645025"/>
              <a:ext cx="41275" cy="412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27"/>
            <p:cNvSpPr>
              <a:spLocks/>
            </p:cNvSpPr>
            <p:nvPr/>
          </p:nvSpPr>
          <p:spPr bwMode="auto">
            <a:xfrm>
              <a:off x="1512888" y="4432300"/>
              <a:ext cx="49213" cy="47625"/>
            </a:xfrm>
            <a:custGeom>
              <a:avLst/>
              <a:gdLst>
                <a:gd name="T0" fmla="*/ 20 w 24"/>
                <a:gd name="T1" fmla="*/ 18 h 24"/>
                <a:gd name="T2" fmla="*/ 18 w 24"/>
                <a:gd name="T3" fmla="*/ 4 h 24"/>
                <a:gd name="T4" fmla="*/ 3 w 24"/>
                <a:gd name="T5" fmla="*/ 6 h 24"/>
                <a:gd name="T6" fmla="*/ 6 w 24"/>
                <a:gd name="T7" fmla="*/ 21 h 24"/>
                <a:gd name="T8" fmla="*/ 20 w 24"/>
                <a:gd name="T9" fmla="*/ 18 h 24"/>
              </a:gdLst>
              <a:ahLst/>
              <a:cxnLst>
                <a:cxn ang="0">
                  <a:pos x="T0" y="T1"/>
                </a:cxn>
                <a:cxn ang="0">
                  <a:pos x="T2" y="T3"/>
                </a:cxn>
                <a:cxn ang="0">
                  <a:pos x="T4" y="T5"/>
                </a:cxn>
                <a:cxn ang="0">
                  <a:pos x="T6" y="T7"/>
                </a:cxn>
                <a:cxn ang="0">
                  <a:pos x="T8" y="T9"/>
                </a:cxn>
              </a:cxnLst>
              <a:rect l="0" t="0" r="r" b="b"/>
              <a:pathLst>
                <a:path w="24" h="24">
                  <a:moveTo>
                    <a:pt x="20" y="18"/>
                  </a:moveTo>
                  <a:cubicBezTo>
                    <a:pt x="24" y="14"/>
                    <a:pt x="23" y="7"/>
                    <a:pt x="18" y="4"/>
                  </a:cubicBezTo>
                  <a:cubicBezTo>
                    <a:pt x="13" y="0"/>
                    <a:pt x="6" y="1"/>
                    <a:pt x="3" y="6"/>
                  </a:cubicBezTo>
                  <a:cubicBezTo>
                    <a:pt x="0" y="11"/>
                    <a:pt x="1" y="18"/>
                    <a:pt x="6" y="21"/>
                  </a:cubicBezTo>
                  <a:cubicBezTo>
                    <a:pt x="10" y="24"/>
                    <a:pt x="17" y="23"/>
                    <a:pt x="2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28"/>
            <p:cNvSpPr>
              <a:spLocks/>
            </p:cNvSpPr>
            <p:nvPr/>
          </p:nvSpPr>
          <p:spPr bwMode="auto">
            <a:xfrm>
              <a:off x="1292225" y="4154487"/>
              <a:ext cx="39688" cy="39688"/>
            </a:xfrm>
            <a:custGeom>
              <a:avLst/>
              <a:gdLst>
                <a:gd name="T0" fmla="*/ 15 w 20"/>
                <a:gd name="T1" fmla="*/ 3 h 20"/>
                <a:gd name="T2" fmla="*/ 3 w 20"/>
                <a:gd name="T3" fmla="*/ 5 h 20"/>
                <a:gd name="T4" fmla="*/ 5 w 20"/>
                <a:gd name="T5" fmla="*/ 17 h 20"/>
                <a:gd name="T6" fmla="*/ 17 w 20"/>
                <a:gd name="T7" fmla="*/ 15 h 20"/>
                <a:gd name="T8" fmla="*/ 15 w 20"/>
                <a:gd name="T9" fmla="*/ 3 h 20"/>
              </a:gdLst>
              <a:ahLst/>
              <a:cxnLst>
                <a:cxn ang="0">
                  <a:pos x="T0" y="T1"/>
                </a:cxn>
                <a:cxn ang="0">
                  <a:pos x="T2" y="T3"/>
                </a:cxn>
                <a:cxn ang="0">
                  <a:pos x="T4" y="T5"/>
                </a:cxn>
                <a:cxn ang="0">
                  <a:pos x="T6" y="T7"/>
                </a:cxn>
                <a:cxn ang="0">
                  <a:pos x="T8" y="T9"/>
                </a:cxn>
              </a:cxnLst>
              <a:rect l="0" t="0" r="r" b="b"/>
              <a:pathLst>
                <a:path w="20" h="20">
                  <a:moveTo>
                    <a:pt x="15" y="3"/>
                  </a:moveTo>
                  <a:cubicBezTo>
                    <a:pt x="11" y="0"/>
                    <a:pt x="5" y="1"/>
                    <a:pt x="3" y="5"/>
                  </a:cubicBezTo>
                  <a:cubicBezTo>
                    <a:pt x="0" y="9"/>
                    <a:pt x="1" y="15"/>
                    <a:pt x="5" y="17"/>
                  </a:cubicBezTo>
                  <a:cubicBezTo>
                    <a:pt x="8" y="20"/>
                    <a:pt x="14" y="19"/>
                    <a:pt x="17" y="15"/>
                  </a:cubicBezTo>
                  <a:cubicBezTo>
                    <a:pt x="20" y="12"/>
                    <a:pt x="19" y="6"/>
                    <a:pt x="1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29"/>
            <p:cNvSpPr>
              <a:spLocks/>
            </p:cNvSpPr>
            <p:nvPr/>
          </p:nvSpPr>
          <p:spPr bwMode="auto">
            <a:xfrm>
              <a:off x="1192213" y="4000500"/>
              <a:ext cx="39688" cy="39688"/>
            </a:xfrm>
            <a:custGeom>
              <a:avLst/>
              <a:gdLst>
                <a:gd name="T0" fmla="*/ 15 w 20"/>
                <a:gd name="T1" fmla="*/ 3 h 20"/>
                <a:gd name="T2" fmla="*/ 3 w 20"/>
                <a:gd name="T3" fmla="*/ 5 h 20"/>
                <a:gd name="T4" fmla="*/ 5 w 20"/>
                <a:gd name="T5" fmla="*/ 17 h 20"/>
                <a:gd name="T6" fmla="*/ 17 w 20"/>
                <a:gd name="T7" fmla="*/ 15 h 20"/>
                <a:gd name="T8" fmla="*/ 15 w 20"/>
                <a:gd name="T9" fmla="*/ 3 h 20"/>
              </a:gdLst>
              <a:ahLst/>
              <a:cxnLst>
                <a:cxn ang="0">
                  <a:pos x="T0" y="T1"/>
                </a:cxn>
                <a:cxn ang="0">
                  <a:pos x="T2" y="T3"/>
                </a:cxn>
                <a:cxn ang="0">
                  <a:pos x="T4" y="T5"/>
                </a:cxn>
                <a:cxn ang="0">
                  <a:pos x="T6" y="T7"/>
                </a:cxn>
                <a:cxn ang="0">
                  <a:pos x="T8" y="T9"/>
                </a:cxn>
              </a:cxnLst>
              <a:rect l="0" t="0" r="r" b="b"/>
              <a:pathLst>
                <a:path w="20" h="20">
                  <a:moveTo>
                    <a:pt x="15" y="3"/>
                  </a:moveTo>
                  <a:cubicBezTo>
                    <a:pt x="11" y="0"/>
                    <a:pt x="5" y="1"/>
                    <a:pt x="3" y="5"/>
                  </a:cubicBezTo>
                  <a:cubicBezTo>
                    <a:pt x="0" y="9"/>
                    <a:pt x="1" y="14"/>
                    <a:pt x="5" y="17"/>
                  </a:cubicBezTo>
                  <a:cubicBezTo>
                    <a:pt x="8" y="20"/>
                    <a:pt x="14" y="19"/>
                    <a:pt x="17" y="15"/>
                  </a:cubicBezTo>
                  <a:cubicBezTo>
                    <a:pt x="20" y="11"/>
                    <a:pt x="19" y="6"/>
                    <a:pt x="1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30"/>
            <p:cNvSpPr>
              <a:spLocks/>
            </p:cNvSpPr>
            <p:nvPr/>
          </p:nvSpPr>
          <p:spPr bwMode="auto">
            <a:xfrm>
              <a:off x="1158875" y="4100512"/>
              <a:ext cx="38100" cy="39688"/>
            </a:xfrm>
            <a:custGeom>
              <a:avLst/>
              <a:gdLst>
                <a:gd name="T0" fmla="*/ 15 w 19"/>
                <a:gd name="T1" fmla="*/ 3 h 20"/>
                <a:gd name="T2" fmla="*/ 2 w 19"/>
                <a:gd name="T3" fmla="*/ 5 h 20"/>
                <a:gd name="T4" fmla="*/ 4 w 19"/>
                <a:gd name="T5" fmla="*/ 17 h 20"/>
                <a:gd name="T6" fmla="*/ 17 w 19"/>
                <a:gd name="T7" fmla="*/ 15 h 20"/>
                <a:gd name="T8" fmla="*/ 15 w 19"/>
                <a:gd name="T9" fmla="*/ 3 h 20"/>
              </a:gdLst>
              <a:ahLst/>
              <a:cxnLst>
                <a:cxn ang="0">
                  <a:pos x="T0" y="T1"/>
                </a:cxn>
                <a:cxn ang="0">
                  <a:pos x="T2" y="T3"/>
                </a:cxn>
                <a:cxn ang="0">
                  <a:pos x="T4" y="T5"/>
                </a:cxn>
                <a:cxn ang="0">
                  <a:pos x="T6" y="T7"/>
                </a:cxn>
                <a:cxn ang="0">
                  <a:pos x="T8" y="T9"/>
                </a:cxn>
              </a:cxnLst>
              <a:rect l="0" t="0" r="r" b="b"/>
              <a:pathLst>
                <a:path w="19" h="20">
                  <a:moveTo>
                    <a:pt x="15" y="3"/>
                  </a:moveTo>
                  <a:cubicBezTo>
                    <a:pt x="11" y="0"/>
                    <a:pt x="5" y="1"/>
                    <a:pt x="2" y="5"/>
                  </a:cubicBezTo>
                  <a:cubicBezTo>
                    <a:pt x="0" y="9"/>
                    <a:pt x="1" y="15"/>
                    <a:pt x="4" y="17"/>
                  </a:cubicBezTo>
                  <a:cubicBezTo>
                    <a:pt x="8" y="20"/>
                    <a:pt x="14" y="19"/>
                    <a:pt x="17" y="15"/>
                  </a:cubicBezTo>
                  <a:cubicBezTo>
                    <a:pt x="19" y="11"/>
                    <a:pt x="19" y="6"/>
                    <a:pt x="1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Oval 31"/>
            <p:cNvSpPr>
              <a:spLocks noChangeArrowheads="1"/>
            </p:cNvSpPr>
            <p:nvPr/>
          </p:nvSpPr>
          <p:spPr bwMode="auto">
            <a:xfrm>
              <a:off x="3106738" y="6073775"/>
              <a:ext cx="52388" cy="523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Oval 32"/>
            <p:cNvSpPr>
              <a:spLocks noChangeArrowheads="1"/>
            </p:cNvSpPr>
            <p:nvPr/>
          </p:nvSpPr>
          <p:spPr bwMode="auto">
            <a:xfrm>
              <a:off x="3635375" y="6137275"/>
              <a:ext cx="53975" cy="555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Oval 33"/>
            <p:cNvSpPr>
              <a:spLocks noChangeArrowheads="1"/>
            </p:cNvSpPr>
            <p:nvPr/>
          </p:nvSpPr>
          <p:spPr bwMode="auto">
            <a:xfrm>
              <a:off x="3886200" y="6154737"/>
              <a:ext cx="50800" cy="508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Oval 34"/>
            <p:cNvSpPr>
              <a:spLocks noChangeArrowheads="1"/>
            </p:cNvSpPr>
            <p:nvPr/>
          </p:nvSpPr>
          <p:spPr bwMode="auto">
            <a:xfrm>
              <a:off x="3238500" y="6034087"/>
              <a:ext cx="55563" cy="523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Oval 35"/>
            <p:cNvSpPr>
              <a:spLocks noChangeArrowheads="1"/>
            </p:cNvSpPr>
            <p:nvPr/>
          </p:nvSpPr>
          <p:spPr bwMode="auto">
            <a:xfrm>
              <a:off x="3106738" y="5930900"/>
              <a:ext cx="52388" cy="539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Oval 36"/>
            <p:cNvSpPr>
              <a:spLocks noChangeArrowheads="1"/>
            </p:cNvSpPr>
            <p:nvPr/>
          </p:nvSpPr>
          <p:spPr bwMode="auto">
            <a:xfrm>
              <a:off x="3736975" y="6053137"/>
              <a:ext cx="53975" cy="539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Oval 37"/>
            <p:cNvSpPr>
              <a:spLocks noChangeArrowheads="1"/>
            </p:cNvSpPr>
            <p:nvPr/>
          </p:nvSpPr>
          <p:spPr bwMode="auto">
            <a:xfrm>
              <a:off x="3287713" y="6257925"/>
              <a:ext cx="53975" cy="523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Oval 38"/>
            <p:cNvSpPr>
              <a:spLocks noChangeArrowheads="1"/>
            </p:cNvSpPr>
            <p:nvPr/>
          </p:nvSpPr>
          <p:spPr bwMode="auto">
            <a:xfrm>
              <a:off x="3538538" y="6272212"/>
              <a:ext cx="53975" cy="539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Oval 39"/>
            <p:cNvSpPr>
              <a:spLocks noChangeArrowheads="1"/>
            </p:cNvSpPr>
            <p:nvPr/>
          </p:nvSpPr>
          <p:spPr bwMode="auto">
            <a:xfrm>
              <a:off x="3448050" y="6053137"/>
              <a:ext cx="53975" cy="539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40"/>
            <p:cNvSpPr>
              <a:spLocks/>
            </p:cNvSpPr>
            <p:nvPr/>
          </p:nvSpPr>
          <p:spPr bwMode="auto">
            <a:xfrm>
              <a:off x="2944813" y="5116512"/>
              <a:ext cx="239713" cy="61913"/>
            </a:xfrm>
            <a:custGeom>
              <a:avLst/>
              <a:gdLst>
                <a:gd name="T0" fmla="*/ 110 w 120"/>
                <a:gd name="T1" fmla="*/ 1 h 31"/>
                <a:gd name="T2" fmla="*/ 10 w 120"/>
                <a:gd name="T3" fmla="*/ 19 h 31"/>
                <a:gd name="T4" fmla="*/ 12 w 120"/>
                <a:gd name="T5" fmla="*/ 29 h 31"/>
                <a:gd name="T6" fmla="*/ 108 w 120"/>
                <a:gd name="T7" fmla="*/ 11 h 31"/>
                <a:gd name="T8" fmla="*/ 110 w 120"/>
                <a:gd name="T9" fmla="*/ 1 h 31"/>
              </a:gdLst>
              <a:ahLst/>
              <a:cxnLst>
                <a:cxn ang="0">
                  <a:pos x="T0" y="T1"/>
                </a:cxn>
                <a:cxn ang="0">
                  <a:pos x="T2" y="T3"/>
                </a:cxn>
                <a:cxn ang="0">
                  <a:pos x="T4" y="T5"/>
                </a:cxn>
                <a:cxn ang="0">
                  <a:pos x="T6" y="T7"/>
                </a:cxn>
                <a:cxn ang="0">
                  <a:pos x="T8" y="T9"/>
                </a:cxn>
              </a:cxnLst>
              <a:rect l="0" t="0" r="r" b="b"/>
              <a:pathLst>
                <a:path w="120" h="31">
                  <a:moveTo>
                    <a:pt x="110" y="1"/>
                  </a:moveTo>
                  <a:cubicBezTo>
                    <a:pt x="76" y="5"/>
                    <a:pt x="42" y="10"/>
                    <a:pt x="10" y="19"/>
                  </a:cubicBezTo>
                  <a:cubicBezTo>
                    <a:pt x="0" y="22"/>
                    <a:pt x="3" y="31"/>
                    <a:pt x="12" y="29"/>
                  </a:cubicBezTo>
                  <a:cubicBezTo>
                    <a:pt x="44" y="20"/>
                    <a:pt x="76" y="15"/>
                    <a:pt x="108" y="11"/>
                  </a:cubicBezTo>
                  <a:cubicBezTo>
                    <a:pt x="116" y="10"/>
                    <a:pt x="120" y="0"/>
                    <a:pt x="1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41"/>
            <p:cNvSpPr>
              <a:spLocks/>
            </p:cNvSpPr>
            <p:nvPr/>
          </p:nvSpPr>
          <p:spPr bwMode="auto">
            <a:xfrm>
              <a:off x="2863850" y="5378450"/>
              <a:ext cx="327025" cy="87313"/>
            </a:xfrm>
            <a:custGeom>
              <a:avLst/>
              <a:gdLst>
                <a:gd name="T0" fmla="*/ 154 w 163"/>
                <a:gd name="T1" fmla="*/ 33 h 43"/>
                <a:gd name="T2" fmla="*/ 151 w 163"/>
                <a:gd name="T3" fmla="*/ 33 h 43"/>
                <a:gd name="T4" fmla="*/ 18 w 163"/>
                <a:gd name="T5" fmla="*/ 3 h 43"/>
                <a:gd name="T6" fmla="*/ 9 w 163"/>
                <a:gd name="T7" fmla="*/ 12 h 43"/>
                <a:gd name="T8" fmla="*/ 148 w 163"/>
                <a:gd name="T9" fmla="*/ 43 h 43"/>
                <a:gd name="T10" fmla="*/ 151 w 163"/>
                <a:gd name="T11" fmla="*/ 43 h 43"/>
                <a:gd name="T12" fmla="*/ 154 w 163"/>
                <a:gd name="T13" fmla="*/ 33 h 43"/>
              </a:gdLst>
              <a:ahLst/>
              <a:cxnLst>
                <a:cxn ang="0">
                  <a:pos x="T0" y="T1"/>
                </a:cxn>
                <a:cxn ang="0">
                  <a:pos x="T2" y="T3"/>
                </a:cxn>
                <a:cxn ang="0">
                  <a:pos x="T4" y="T5"/>
                </a:cxn>
                <a:cxn ang="0">
                  <a:pos x="T6" y="T7"/>
                </a:cxn>
                <a:cxn ang="0">
                  <a:pos x="T8" y="T9"/>
                </a:cxn>
                <a:cxn ang="0">
                  <a:pos x="T10" y="T11"/>
                </a:cxn>
                <a:cxn ang="0">
                  <a:pos x="T12" y="T13"/>
                </a:cxn>
              </a:cxnLst>
              <a:rect l="0" t="0" r="r" b="b"/>
              <a:pathLst>
                <a:path w="163" h="43">
                  <a:moveTo>
                    <a:pt x="154" y="33"/>
                  </a:moveTo>
                  <a:cubicBezTo>
                    <a:pt x="153" y="33"/>
                    <a:pt x="152" y="33"/>
                    <a:pt x="151" y="33"/>
                  </a:cubicBezTo>
                  <a:cubicBezTo>
                    <a:pt x="106" y="27"/>
                    <a:pt x="61" y="19"/>
                    <a:pt x="18" y="3"/>
                  </a:cubicBezTo>
                  <a:cubicBezTo>
                    <a:pt x="13" y="0"/>
                    <a:pt x="0" y="9"/>
                    <a:pt x="9" y="12"/>
                  </a:cubicBezTo>
                  <a:cubicBezTo>
                    <a:pt x="53" y="30"/>
                    <a:pt x="101" y="38"/>
                    <a:pt x="148" y="43"/>
                  </a:cubicBezTo>
                  <a:cubicBezTo>
                    <a:pt x="149" y="43"/>
                    <a:pt x="150" y="43"/>
                    <a:pt x="151" y="43"/>
                  </a:cubicBezTo>
                  <a:cubicBezTo>
                    <a:pt x="157" y="41"/>
                    <a:pt x="163" y="34"/>
                    <a:pt x="154"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42"/>
            <p:cNvSpPr>
              <a:spLocks/>
            </p:cNvSpPr>
            <p:nvPr/>
          </p:nvSpPr>
          <p:spPr bwMode="auto">
            <a:xfrm>
              <a:off x="3263900" y="5427662"/>
              <a:ext cx="414338" cy="49213"/>
            </a:xfrm>
            <a:custGeom>
              <a:avLst/>
              <a:gdLst>
                <a:gd name="T0" fmla="*/ 16 w 207"/>
                <a:gd name="T1" fmla="*/ 13 h 25"/>
                <a:gd name="T2" fmla="*/ 11 w 207"/>
                <a:gd name="T3" fmla="*/ 23 h 25"/>
                <a:gd name="T4" fmla="*/ 120 w 207"/>
                <a:gd name="T5" fmla="*/ 21 h 25"/>
                <a:gd name="T6" fmla="*/ 195 w 207"/>
                <a:gd name="T7" fmla="*/ 12 h 25"/>
                <a:gd name="T8" fmla="*/ 197 w 207"/>
                <a:gd name="T9" fmla="*/ 2 h 25"/>
                <a:gd name="T10" fmla="*/ 120 w 207"/>
                <a:gd name="T11" fmla="*/ 11 h 25"/>
                <a:gd name="T12" fmla="*/ 16 w 207"/>
                <a:gd name="T13" fmla="*/ 13 h 25"/>
              </a:gdLst>
              <a:ahLst/>
              <a:cxnLst>
                <a:cxn ang="0">
                  <a:pos x="T0" y="T1"/>
                </a:cxn>
                <a:cxn ang="0">
                  <a:pos x="T2" y="T3"/>
                </a:cxn>
                <a:cxn ang="0">
                  <a:pos x="T4" y="T5"/>
                </a:cxn>
                <a:cxn ang="0">
                  <a:pos x="T6" y="T7"/>
                </a:cxn>
                <a:cxn ang="0">
                  <a:pos x="T8" y="T9"/>
                </a:cxn>
                <a:cxn ang="0">
                  <a:pos x="T10" y="T11"/>
                </a:cxn>
                <a:cxn ang="0">
                  <a:pos x="T12" y="T13"/>
                </a:cxn>
              </a:cxnLst>
              <a:rect l="0" t="0" r="r" b="b"/>
              <a:pathLst>
                <a:path w="207" h="25">
                  <a:moveTo>
                    <a:pt x="16" y="13"/>
                  </a:moveTo>
                  <a:cubicBezTo>
                    <a:pt x="10" y="13"/>
                    <a:pt x="0" y="23"/>
                    <a:pt x="11" y="23"/>
                  </a:cubicBezTo>
                  <a:cubicBezTo>
                    <a:pt x="47" y="25"/>
                    <a:pt x="84" y="24"/>
                    <a:pt x="120" y="21"/>
                  </a:cubicBezTo>
                  <a:cubicBezTo>
                    <a:pt x="145" y="19"/>
                    <a:pt x="170" y="17"/>
                    <a:pt x="195" y="12"/>
                  </a:cubicBezTo>
                  <a:cubicBezTo>
                    <a:pt x="203" y="11"/>
                    <a:pt x="207" y="0"/>
                    <a:pt x="197" y="2"/>
                  </a:cubicBezTo>
                  <a:cubicBezTo>
                    <a:pt x="171" y="6"/>
                    <a:pt x="146" y="9"/>
                    <a:pt x="120" y="11"/>
                  </a:cubicBezTo>
                  <a:cubicBezTo>
                    <a:pt x="86" y="14"/>
                    <a:pt x="51" y="14"/>
                    <a:pt x="1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43"/>
            <p:cNvSpPr>
              <a:spLocks/>
            </p:cNvSpPr>
            <p:nvPr/>
          </p:nvSpPr>
          <p:spPr bwMode="auto">
            <a:xfrm>
              <a:off x="3711575" y="5399087"/>
              <a:ext cx="92075" cy="39688"/>
            </a:xfrm>
            <a:custGeom>
              <a:avLst/>
              <a:gdLst>
                <a:gd name="T0" fmla="*/ 1 w 46"/>
                <a:gd name="T1" fmla="*/ 16 h 20"/>
                <a:gd name="T2" fmla="*/ 10 w 46"/>
                <a:gd name="T3" fmla="*/ 19 h 20"/>
                <a:gd name="T4" fmla="*/ 39 w 46"/>
                <a:gd name="T5" fmla="*/ 11 h 20"/>
                <a:gd name="T6" fmla="*/ 46 w 46"/>
                <a:gd name="T7" fmla="*/ 4 h 20"/>
                <a:gd name="T8" fmla="*/ 37 w 46"/>
                <a:gd name="T9" fmla="*/ 1 h 20"/>
                <a:gd name="T10" fmla="*/ 7 w 46"/>
                <a:gd name="T11" fmla="*/ 9 h 20"/>
                <a:gd name="T12" fmla="*/ 1 w 46"/>
                <a:gd name="T13" fmla="*/ 16 h 20"/>
              </a:gdLst>
              <a:ahLst/>
              <a:cxnLst>
                <a:cxn ang="0">
                  <a:pos x="T0" y="T1"/>
                </a:cxn>
                <a:cxn ang="0">
                  <a:pos x="T2" y="T3"/>
                </a:cxn>
                <a:cxn ang="0">
                  <a:pos x="T4" y="T5"/>
                </a:cxn>
                <a:cxn ang="0">
                  <a:pos x="T6" y="T7"/>
                </a:cxn>
                <a:cxn ang="0">
                  <a:pos x="T8" y="T9"/>
                </a:cxn>
                <a:cxn ang="0">
                  <a:pos x="T10" y="T11"/>
                </a:cxn>
                <a:cxn ang="0">
                  <a:pos x="T12" y="T13"/>
                </a:cxn>
              </a:cxnLst>
              <a:rect l="0" t="0" r="r" b="b"/>
              <a:pathLst>
                <a:path w="46" h="20">
                  <a:moveTo>
                    <a:pt x="1" y="16"/>
                  </a:moveTo>
                  <a:cubicBezTo>
                    <a:pt x="2" y="20"/>
                    <a:pt x="7" y="19"/>
                    <a:pt x="10" y="19"/>
                  </a:cubicBezTo>
                  <a:cubicBezTo>
                    <a:pt x="20" y="16"/>
                    <a:pt x="29" y="14"/>
                    <a:pt x="39" y="11"/>
                  </a:cubicBezTo>
                  <a:cubicBezTo>
                    <a:pt x="42" y="10"/>
                    <a:pt x="46" y="7"/>
                    <a:pt x="46" y="4"/>
                  </a:cubicBezTo>
                  <a:cubicBezTo>
                    <a:pt x="45" y="0"/>
                    <a:pt x="39" y="0"/>
                    <a:pt x="37" y="1"/>
                  </a:cubicBezTo>
                  <a:cubicBezTo>
                    <a:pt x="27" y="4"/>
                    <a:pt x="17" y="7"/>
                    <a:pt x="7" y="9"/>
                  </a:cubicBezTo>
                  <a:cubicBezTo>
                    <a:pt x="5" y="10"/>
                    <a:pt x="0" y="13"/>
                    <a:pt x="1"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44"/>
            <p:cNvSpPr>
              <a:spLocks/>
            </p:cNvSpPr>
            <p:nvPr/>
          </p:nvSpPr>
          <p:spPr bwMode="auto">
            <a:xfrm>
              <a:off x="3814763" y="5192712"/>
              <a:ext cx="160338" cy="212725"/>
            </a:xfrm>
            <a:custGeom>
              <a:avLst/>
              <a:gdLst>
                <a:gd name="T0" fmla="*/ 9 w 80"/>
                <a:gd name="T1" fmla="*/ 95 h 106"/>
                <a:gd name="T2" fmla="*/ 16 w 80"/>
                <a:gd name="T3" fmla="*/ 103 h 106"/>
                <a:gd name="T4" fmla="*/ 71 w 80"/>
                <a:gd name="T5" fmla="*/ 59 h 106"/>
                <a:gd name="T6" fmla="*/ 35 w 80"/>
                <a:gd name="T7" fmla="*/ 3 h 106"/>
                <a:gd name="T8" fmla="*/ 23 w 80"/>
                <a:gd name="T9" fmla="*/ 11 h 106"/>
                <a:gd name="T10" fmla="*/ 57 w 80"/>
                <a:gd name="T11" fmla="*/ 54 h 106"/>
                <a:gd name="T12" fmla="*/ 9 w 80"/>
                <a:gd name="T13" fmla="*/ 95 h 106"/>
              </a:gdLst>
              <a:ahLst/>
              <a:cxnLst>
                <a:cxn ang="0">
                  <a:pos x="T0" y="T1"/>
                </a:cxn>
                <a:cxn ang="0">
                  <a:pos x="T2" y="T3"/>
                </a:cxn>
                <a:cxn ang="0">
                  <a:pos x="T4" y="T5"/>
                </a:cxn>
                <a:cxn ang="0">
                  <a:pos x="T6" y="T7"/>
                </a:cxn>
                <a:cxn ang="0">
                  <a:pos x="T8" y="T9"/>
                </a:cxn>
                <a:cxn ang="0">
                  <a:pos x="T10" y="T11"/>
                </a:cxn>
                <a:cxn ang="0">
                  <a:pos x="T12" y="T13"/>
                </a:cxn>
              </a:cxnLst>
              <a:rect l="0" t="0" r="r" b="b"/>
              <a:pathLst>
                <a:path w="80" h="106">
                  <a:moveTo>
                    <a:pt x="9" y="95"/>
                  </a:moveTo>
                  <a:cubicBezTo>
                    <a:pt x="0" y="99"/>
                    <a:pt x="8" y="106"/>
                    <a:pt x="16" y="103"/>
                  </a:cubicBezTo>
                  <a:cubicBezTo>
                    <a:pt x="36" y="94"/>
                    <a:pt x="64" y="81"/>
                    <a:pt x="71" y="59"/>
                  </a:cubicBezTo>
                  <a:cubicBezTo>
                    <a:pt x="80" y="33"/>
                    <a:pt x="55" y="14"/>
                    <a:pt x="35" y="3"/>
                  </a:cubicBezTo>
                  <a:cubicBezTo>
                    <a:pt x="30" y="0"/>
                    <a:pt x="16" y="7"/>
                    <a:pt x="23" y="11"/>
                  </a:cubicBezTo>
                  <a:cubicBezTo>
                    <a:pt x="39" y="20"/>
                    <a:pt x="59" y="33"/>
                    <a:pt x="57" y="54"/>
                  </a:cubicBezTo>
                  <a:cubicBezTo>
                    <a:pt x="56" y="75"/>
                    <a:pt x="26" y="88"/>
                    <a:pt x="9" y="9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45"/>
            <p:cNvSpPr>
              <a:spLocks/>
            </p:cNvSpPr>
            <p:nvPr/>
          </p:nvSpPr>
          <p:spPr bwMode="auto">
            <a:xfrm>
              <a:off x="3524250" y="5114925"/>
              <a:ext cx="203200" cy="46038"/>
            </a:xfrm>
            <a:custGeom>
              <a:avLst/>
              <a:gdLst>
                <a:gd name="T0" fmla="*/ 92 w 101"/>
                <a:gd name="T1" fmla="*/ 13 h 23"/>
                <a:gd name="T2" fmla="*/ 16 w 101"/>
                <a:gd name="T3" fmla="*/ 1 h 23"/>
                <a:gd name="T4" fmla="*/ 11 w 101"/>
                <a:gd name="T5" fmla="*/ 11 h 23"/>
                <a:gd name="T6" fmla="*/ 82 w 101"/>
                <a:gd name="T7" fmla="*/ 22 h 23"/>
                <a:gd name="T8" fmla="*/ 92 w 101"/>
                <a:gd name="T9" fmla="*/ 13 h 23"/>
              </a:gdLst>
              <a:ahLst/>
              <a:cxnLst>
                <a:cxn ang="0">
                  <a:pos x="T0" y="T1"/>
                </a:cxn>
                <a:cxn ang="0">
                  <a:pos x="T2" y="T3"/>
                </a:cxn>
                <a:cxn ang="0">
                  <a:pos x="T4" y="T5"/>
                </a:cxn>
                <a:cxn ang="0">
                  <a:pos x="T6" y="T7"/>
                </a:cxn>
                <a:cxn ang="0">
                  <a:pos x="T8" y="T9"/>
                </a:cxn>
              </a:cxnLst>
              <a:rect l="0" t="0" r="r" b="b"/>
              <a:pathLst>
                <a:path w="101" h="23">
                  <a:moveTo>
                    <a:pt x="92" y="13"/>
                  </a:moveTo>
                  <a:cubicBezTo>
                    <a:pt x="67" y="8"/>
                    <a:pt x="42" y="4"/>
                    <a:pt x="16" y="1"/>
                  </a:cubicBezTo>
                  <a:cubicBezTo>
                    <a:pt x="10" y="0"/>
                    <a:pt x="0" y="10"/>
                    <a:pt x="11" y="11"/>
                  </a:cubicBezTo>
                  <a:cubicBezTo>
                    <a:pt x="35" y="14"/>
                    <a:pt x="59" y="17"/>
                    <a:pt x="82" y="22"/>
                  </a:cubicBezTo>
                  <a:cubicBezTo>
                    <a:pt x="88" y="23"/>
                    <a:pt x="101" y="15"/>
                    <a:pt x="92"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46"/>
            <p:cNvSpPr>
              <a:spLocks/>
            </p:cNvSpPr>
            <p:nvPr/>
          </p:nvSpPr>
          <p:spPr bwMode="auto">
            <a:xfrm>
              <a:off x="2936875" y="5199062"/>
              <a:ext cx="260350" cy="155575"/>
            </a:xfrm>
            <a:custGeom>
              <a:avLst/>
              <a:gdLst>
                <a:gd name="T0" fmla="*/ 64 w 130"/>
                <a:gd name="T1" fmla="*/ 20 h 78"/>
                <a:gd name="T2" fmla="*/ 116 w 130"/>
                <a:gd name="T3" fmla="*/ 8 h 78"/>
                <a:gd name="T4" fmla="*/ 119 w 130"/>
                <a:gd name="T5" fmla="*/ 2 h 78"/>
                <a:gd name="T6" fmla="*/ 28 w 130"/>
                <a:gd name="T7" fmla="*/ 32 h 78"/>
                <a:gd name="T8" fmla="*/ 71 w 130"/>
                <a:gd name="T9" fmla="*/ 77 h 78"/>
                <a:gd name="T10" fmla="*/ 84 w 130"/>
                <a:gd name="T11" fmla="*/ 71 h 78"/>
                <a:gd name="T12" fmla="*/ 38 w 130"/>
                <a:gd name="T13" fmla="*/ 36 h 78"/>
                <a:gd name="T14" fmla="*/ 64 w 130"/>
                <a:gd name="T15" fmla="*/ 20 h 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0" h="78">
                  <a:moveTo>
                    <a:pt x="64" y="20"/>
                  </a:moveTo>
                  <a:cubicBezTo>
                    <a:pt x="81" y="14"/>
                    <a:pt x="99" y="11"/>
                    <a:pt x="116" y="8"/>
                  </a:cubicBezTo>
                  <a:cubicBezTo>
                    <a:pt x="123" y="7"/>
                    <a:pt x="130" y="0"/>
                    <a:pt x="119" y="2"/>
                  </a:cubicBezTo>
                  <a:cubicBezTo>
                    <a:pt x="89" y="7"/>
                    <a:pt x="52" y="12"/>
                    <a:pt x="28" y="32"/>
                  </a:cubicBezTo>
                  <a:cubicBezTo>
                    <a:pt x="0" y="55"/>
                    <a:pt x="57" y="74"/>
                    <a:pt x="71" y="77"/>
                  </a:cubicBezTo>
                  <a:cubicBezTo>
                    <a:pt x="75" y="78"/>
                    <a:pt x="89" y="72"/>
                    <a:pt x="84" y="71"/>
                  </a:cubicBezTo>
                  <a:cubicBezTo>
                    <a:pt x="71" y="68"/>
                    <a:pt x="28" y="57"/>
                    <a:pt x="38" y="36"/>
                  </a:cubicBezTo>
                  <a:cubicBezTo>
                    <a:pt x="42" y="27"/>
                    <a:pt x="56" y="23"/>
                    <a:pt x="64"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47"/>
            <p:cNvSpPr>
              <a:spLocks/>
            </p:cNvSpPr>
            <p:nvPr/>
          </p:nvSpPr>
          <p:spPr bwMode="auto">
            <a:xfrm>
              <a:off x="3157538" y="5203825"/>
              <a:ext cx="550863" cy="185738"/>
            </a:xfrm>
            <a:custGeom>
              <a:avLst/>
              <a:gdLst>
                <a:gd name="T0" fmla="*/ 18 w 275"/>
                <a:gd name="T1" fmla="*/ 76 h 92"/>
                <a:gd name="T2" fmla="*/ 8 w 275"/>
                <a:gd name="T3" fmla="*/ 83 h 92"/>
                <a:gd name="T4" fmla="*/ 173 w 275"/>
                <a:gd name="T5" fmla="*/ 84 h 92"/>
                <a:gd name="T6" fmla="*/ 239 w 275"/>
                <a:gd name="T7" fmla="*/ 67 h 92"/>
                <a:gd name="T8" fmla="*/ 273 w 275"/>
                <a:gd name="T9" fmla="*/ 36 h 92"/>
                <a:gd name="T10" fmla="*/ 195 w 275"/>
                <a:gd name="T11" fmla="*/ 1 h 92"/>
                <a:gd name="T12" fmla="*/ 182 w 275"/>
                <a:gd name="T13" fmla="*/ 7 h 92"/>
                <a:gd name="T14" fmla="*/ 254 w 275"/>
                <a:gd name="T15" fmla="*/ 34 h 92"/>
                <a:gd name="T16" fmla="*/ 223 w 275"/>
                <a:gd name="T17" fmla="*/ 66 h 92"/>
                <a:gd name="T18" fmla="*/ 173 w 275"/>
                <a:gd name="T19" fmla="*/ 78 h 92"/>
                <a:gd name="T20" fmla="*/ 18 w 275"/>
                <a:gd name="T21" fmla="*/ 7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5" h="92">
                  <a:moveTo>
                    <a:pt x="18" y="76"/>
                  </a:moveTo>
                  <a:cubicBezTo>
                    <a:pt x="15" y="76"/>
                    <a:pt x="0" y="82"/>
                    <a:pt x="8" y="83"/>
                  </a:cubicBezTo>
                  <a:cubicBezTo>
                    <a:pt x="61" y="90"/>
                    <a:pt x="119" y="92"/>
                    <a:pt x="173" y="84"/>
                  </a:cubicBezTo>
                  <a:cubicBezTo>
                    <a:pt x="196" y="80"/>
                    <a:pt x="218" y="75"/>
                    <a:pt x="239" y="67"/>
                  </a:cubicBezTo>
                  <a:cubicBezTo>
                    <a:pt x="252" y="62"/>
                    <a:pt x="275" y="53"/>
                    <a:pt x="273" y="36"/>
                  </a:cubicBezTo>
                  <a:cubicBezTo>
                    <a:pt x="270" y="11"/>
                    <a:pt x="211" y="4"/>
                    <a:pt x="195" y="1"/>
                  </a:cubicBezTo>
                  <a:cubicBezTo>
                    <a:pt x="191" y="0"/>
                    <a:pt x="177" y="6"/>
                    <a:pt x="182" y="7"/>
                  </a:cubicBezTo>
                  <a:cubicBezTo>
                    <a:pt x="206" y="11"/>
                    <a:pt x="237" y="16"/>
                    <a:pt x="254" y="34"/>
                  </a:cubicBezTo>
                  <a:cubicBezTo>
                    <a:pt x="270" y="51"/>
                    <a:pt x="233" y="63"/>
                    <a:pt x="223" y="66"/>
                  </a:cubicBezTo>
                  <a:cubicBezTo>
                    <a:pt x="207" y="71"/>
                    <a:pt x="190" y="75"/>
                    <a:pt x="173" y="78"/>
                  </a:cubicBezTo>
                  <a:cubicBezTo>
                    <a:pt x="122" y="85"/>
                    <a:pt x="68" y="83"/>
                    <a:pt x="1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35" name="组合 134"/>
          <p:cNvGrpSpPr/>
          <p:nvPr/>
        </p:nvGrpSpPr>
        <p:grpSpPr>
          <a:xfrm>
            <a:off x="8802533" y="1005737"/>
            <a:ext cx="3118749" cy="2225052"/>
            <a:chOff x="4756150" y="-206376"/>
            <a:chExt cx="4038600" cy="2881314"/>
          </a:xfrm>
          <a:solidFill>
            <a:schemeClr val="tx1">
              <a:lumMod val="65000"/>
              <a:lumOff val="35000"/>
            </a:schemeClr>
          </a:solidFill>
        </p:grpSpPr>
        <p:sp>
          <p:nvSpPr>
            <p:cNvPr id="136" name="Freeform 48"/>
            <p:cNvSpPr>
              <a:spLocks/>
            </p:cNvSpPr>
            <p:nvPr/>
          </p:nvSpPr>
          <p:spPr bwMode="auto">
            <a:xfrm>
              <a:off x="7312025" y="385762"/>
              <a:ext cx="1482725" cy="860425"/>
            </a:xfrm>
            <a:custGeom>
              <a:avLst/>
              <a:gdLst>
                <a:gd name="T0" fmla="*/ 679 w 739"/>
                <a:gd name="T1" fmla="*/ 410 h 429"/>
                <a:gd name="T2" fmla="*/ 435 w 739"/>
                <a:gd name="T3" fmla="*/ 182 h 429"/>
                <a:gd name="T4" fmla="*/ 87 w 739"/>
                <a:gd name="T5" fmla="*/ 282 h 429"/>
                <a:gd name="T6" fmla="*/ 11 w 739"/>
                <a:gd name="T7" fmla="*/ 296 h 429"/>
                <a:gd name="T8" fmla="*/ 0 w 739"/>
                <a:gd name="T9" fmla="*/ 311 h 429"/>
                <a:gd name="T10" fmla="*/ 42 w 739"/>
                <a:gd name="T11" fmla="*/ 344 h 429"/>
                <a:gd name="T12" fmla="*/ 83 w 739"/>
                <a:gd name="T13" fmla="*/ 429 h 429"/>
                <a:gd name="T14" fmla="*/ 739 w 739"/>
                <a:gd name="T15" fmla="*/ 429 h 429"/>
                <a:gd name="T16" fmla="*/ 739 w 739"/>
                <a:gd name="T17" fmla="*/ 410 h 429"/>
                <a:gd name="T18" fmla="*/ 679 w 739"/>
                <a:gd name="T19" fmla="*/ 410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9" h="429">
                  <a:moveTo>
                    <a:pt x="679" y="410"/>
                  </a:moveTo>
                  <a:cubicBezTo>
                    <a:pt x="637" y="387"/>
                    <a:pt x="535" y="320"/>
                    <a:pt x="435" y="182"/>
                  </a:cubicBezTo>
                  <a:cubicBezTo>
                    <a:pt x="305" y="0"/>
                    <a:pt x="204" y="268"/>
                    <a:pt x="87" y="282"/>
                  </a:cubicBezTo>
                  <a:cubicBezTo>
                    <a:pt x="58" y="285"/>
                    <a:pt x="33" y="290"/>
                    <a:pt x="11" y="296"/>
                  </a:cubicBezTo>
                  <a:cubicBezTo>
                    <a:pt x="8" y="301"/>
                    <a:pt x="4" y="306"/>
                    <a:pt x="0" y="311"/>
                  </a:cubicBezTo>
                  <a:cubicBezTo>
                    <a:pt x="10" y="315"/>
                    <a:pt x="26" y="324"/>
                    <a:pt x="42" y="344"/>
                  </a:cubicBezTo>
                  <a:cubicBezTo>
                    <a:pt x="60" y="365"/>
                    <a:pt x="74" y="394"/>
                    <a:pt x="83" y="429"/>
                  </a:cubicBezTo>
                  <a:cubicBezTo>
                    <a:pt x="739" y="429"/>
                    <a:pt x="739" y="429"/>
                    <a:pt x="739" y="429"/>
                  </a:cubicBezTo>
                  <a:cubicBezTo>
                    <a:pt x="739" y="410"/>
                    <a:pt x="739" y="410"/>
                    <a:pt x="739" y="410"/>
                  </a:cubicBezTo>
                  <a:lnTo>
                    <a:pt x="679" y="4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49"/>
            <p:cNvSpPr>
              <a:spLocks/>
            </p:cNvSpPr>
            <p:nvPr/>
          </p:nvSpPr>
          <p:spPr bwMode="auto">
            <a:xfrm>
              <a:off x="6621463" y="71437"/>
              <a:ext cx="373063" cy="371475"/>
            </a:xfrm>
            <a:custGeom>
              <a:avLst/>
              <a:gdLst>
                <a:gd name="T0" fmla="*/ 74 w 186"/>
                <a:gd name="T1" fmla="*/ 175 h 185"/>
                <a:gd name="T2" fmla="*/ 175 w 186"/>
                <a:gd name="T3" fmla="*/ 112 h 185"/>
                <a:gd name="T4" fmla="*/ 112 w 186"/>
                <a:gd name="T5" fmla="*/ 10 h 185"/>
                <a:gd name="T6" fmla="*/ 11 w 186"/>
                <a:gd name="T7" fmla="*/ 73 h 185"/>
                <a:gd name="T8" fmla="*/ 74 w 186"/>
                <a:gd name="T9" fmla="*/ 175 h 185"/>
              </a:gdLst>
              <a:ahLst/>
              <a:cxnLst>
                <a:cxn ang="0">
                  <a:pos x="T0" y="T1"/>
                </a:cxn>
                <a:cxn ang="0">
                  <a:pos x="T2" y="T3"/>
                </a:cxn>
                <a:cxn ang="0">
                  <a:pos x="T4" y="T5"/>
                </a:cxn>
                <a:cxn ang="0">
                  <a:pos x="T6" y="T7"/>
                </a:cxn>
                <a:cxn ang="0">
                  <a:pos x="T8" y="T9"/>
                </a:cxn>
              </a:cxnLst>
              <a:rect l="0" t="0" r="r" b="b"/>
              <a:pathLst>
                <a:path w="186" h="185">
                  <a:moveTo>
                    <a:pt x="74" y="175"/>
                  </a:moveTo>
                  <a:cubicBezTo>
                    <a:pt x="119" y="185"/>
                    <a:pt x="165" y="157"/>
                    <a:pt x="175" y="112"/>
                  </a:cubicBezTo>
                  <a:cubicBezTo>
                    <a:pt x="186" y="66"/>
                    <a:pt x="158" y="21"/>
                    <a:pt x="112" y="10"/>
                  </a:cubicBezTo>
                  <a:cubicBezTo>
                    <a:pt x="67" y="0"/>
                    <a:pt x="21" y="28"/>
                    <a:pt x="11" y="73"/>
                  </a:cubicBezTo>
                  <a:cubicBezTo>
                    <a:pt x="0" y="119"/>
                    <a:pt x="29" y="164"/>
                    <a:pt x="74" y="1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50"/>
            <p:cNvSpPr>
              <a:spLocks/>
            </p:cNvSpPr>
            <p:nvPr/>
          </p:nvSpPr>
          <p:spPr bwMode="auto">
            <a:xfrm>
              <a:off x="7110413" y="989012"/>
              <a:ext cx="50800" cy="38100"/>
            </a:xfrm>
            <a:custGeom>
              <a:avLst/>
              <a:gdLst>
                <a:gd name="T0" fmla="*/ 25 w 25"/>
                <a:gd name="T1" fmla="*/ 15 h 19"/>
                <a:gd name="T2" fmla="*/ 0 w 25"/>
                <a:gd name="T3" fmla="*/ 0 h 19"/>
                <a:gd name="T4" fmla="*/ 3 w 25"/>
                <a:gd name="T5" fmla="*/ 19 h 19"/>
                <a:gd name="T6" fmla="*/ 25 w 25"/>
                <a:gd name="T7" fmla="*/ 15 h 19"/>
              </a:gdLst>
              <a:ahLst/>
              <a:cxnLst>
                <a:cxn ang="0">
                  <a:pos x="T0" y="T1"/>
                </a:cxn>
                <a:cxn ang="0">
                  <a:pos x="T2" y="T3"/>
                </a:cxn>
                <a:cxn ang="0">
                  <a:pos x="T4" y="T5"/>
                </a:cxn>
                <a:cxn ang="0">
                  <a:pos x="T6" y="T7"/>
                </a:cxn>
              </a:cxnLst>
              <a:rect l="0" t="0" r="r" b="b"/>
              <a:pathLst>
                <a:path w="25" h="19">
                  <a:moveTo>
                    <a:pt x="25" y="15"/>
                  </a:moveTo>
                  <a:cubicBezTo>
                    <a:pt x="16" y="12"/>
                    <a:pt x="7" y="7"/>
                    <a:pt x="0" y="0"/>
                  </a:cubicBezTo>
                  <a:cubicBezTo>
                    <a:pt x="1" y="6"/>
                    <a:pt x="2" y="13"/>
                    <a:pt x="3" y="19"/>
                  </a:cubicBezTo>
                  <a:cubicBezTo>
                    <a:pt x="9" y="17"/>
                    <a:pt x="17" y="16"/>
                    <a:pt x="25"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51"/>
            <p:cNvSpPr>
              <a:spLocks/>
            </p:cNvSpPr>
            <p:nvPr/>
          </p:nvSpPr>
          <p:spPr bwMode="auto">
            <a:xfrm>
              <a:off x="6083300" y="461962"/>
              <a:ext cx="1096963" cy="1338263"/>
            </a:xfrm>
            <a:custGeom>
              <a:avLst/>
              <a:gdLst>
                <a:gd name="T0" fmla="*/ 54 w 547"/>
                <a:gd name="T1" fmla="*/ 140 h 667"/>
                <a:gd name="T2" fmla="*/ 60 w 547"/>
                <a:gd name="T3" fmla="*/ 143 h 667"/>
                <a:gd name="T4" fmla="*/ 51 w 547"/>
                <a:gd name="T5" fmla="*/ 195 h 667"/>
                <a:gd name="T6" fmla="*/ 30 w 547"/>
                <a:gd name="T7" fmla="*/ 267 h 667"/>
                <a:gd name="T8" fmla="*/ 35 w 547"/>
                <a:gd name="T9" fmla="*/ 267 h 667"/>
                <a:gd name="T10" fmla="*/ 124 w 547"/>
                <a:gd name="T11" fmla="*/ 453 h 667"/>
                <a:gd name="T12" fmla="*/ 97 w 547"/>
                <a:gd name="T13" fmla="*/ 483 h 667"/>
                <a:gd name="T14" fmla="*/ 69 w 547"/>
                <a:gd name="T15" fmla="*/ 467 h 667"/>
                <a:gd name="T16" fmla="*/ 102 w 547"/>
                <a:gd name="T17" fmla="*/ 667 h 667"/>
                <a:gd name="T18" fmla="*/ 134 w 547"/>
                <a:gd name="T19" fmla="*/ 456 h 667"/>
                <a:gd name="T20" fmla="*/ 164 w 547"/>
                <a:gd name="T21" fmla="*/ 635 h 667"/>
                <a:gd name="T22" fmla="*/ 229 w 547"/>
                <a:gd name="T23" fmla="*/ 635 h 667"/>
                <a:gd name="T24" fmla="*/ 269 w 547"/>
                <a:gd name="T25" fmla="*/ 431 h 667"/>
                <a:gd name="T26" fmla="*/ 253 w 547"/>
                <a:gd name="T27" fmla="*/ 139 h 667"/>
                <a:gd name="T28" fmla="*/ 252 w 547"/>
                <a:gd name="T29" fmla="*/ 138 h 667"/>
                <a:gd name="T30" fmla="*/ 240 w 547"/>
                <a:gd name="T31" fmla="*/ 71 h 667"/>
                <a:gd name="T32" fmla="*/ 210 w 547"/>
                <a:gd name="T33" fmla="*/ 57 h 667"/>
                <a:gd name="T34" fmla="*/ 260 w 547"/>
                <a:gd name="T35" fmla="*/ 61 h 667"/>
                <a:gd name="T36" fmla="*/ 276 w 547"/>
                <a:gd name="T37" fmla="*/ 432 h 667"/>
                <a:gd name="T38" fmla="*/ 260 w 547"/>
                <a:gd name="T39" fmla="*/ 621 h 667"/>
                <a:gd name="T40" fmla="*/ 352 w 547"/>
                <a:gd name="T41" fmla="*/ 621 h 667"/>
                <a:gd name="T42" fmla="*/ 370 w 547"/>
                <a:gd name="T43" fmla="*/ 323 h 667"/>
                <a:gd name="T44" fmla="*/ 416 w 547"/>
                <a:gd name="T45" fmla="*/ 667 h 667"/>
                <a:gd name="T46" fmla="*/ 463 w 547"/>
                <a:gd name="T47" fmla="*/ 474 h 667"/>
                <a:gd name="T48" fmla="*/ 445 w 547"/>
                <a:gd name="T49" fmla="*/ 478 h 667"/>
                <a:gd name="T50" fmla="*/ 463 w 547"/>
                <a:gd name="T51" fmla="*/ 325 h 667"/>
                <a:gd name="T52" fmla="*/ 469 w 547"/>
                <a:gd name="T53" fmla="*/ 112 h 667"/>
                <a:gd name="T54" fmla="*/ 547 w 547"/>
                <a:gd name="T55" fmla="*/ 153 h 667"/>
                <a:gd name="T56" fmla="*/ 449 w 547"/>
                <a:gd name="T57" fmla="*/ 13 h 667"/>
                <a:gd name="T58" fmla="*/ 291 w 547"/>
                <a:gd name="T59" fmla="*/ 8 h 667"/>
                <a:gd name="T60" fmla="*/ 221 w 547"/>
                <a:gd name="T61" fmla="*/ 0 h 667"/>
                <a:gd name="T62" fmla="*/ 131 w 547"/>
                <a:gd name="T63" fmla="*/ 43 h 667"/>
                <a:gd name="T64" fmla="*/ 3 w 547"/>
                <a:gd name="T65" fmla="*/ 114 h 667"/>
                <a:gd name="T66" fmla="*/ 38 w 547"/>
                <a:gd name="T67" fmla="*/ 154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47" h="667">
                  <a:moveTo>
                    <a:pt x="38" y="154"/>
                  </a:moveTo>
                  <a:cubicBezTo>
                    <a:pt x="45" y="152"/>
                    <a:pt x="51" y="147"/>
                    <a:pt x="54" y="140"/>
                  </a:cubicBezTo>
                  <a:cubicBezTo>
                    <a:pt x="65" y="117"/>
                    <a:pt x="79" y="101"/>
                    <a:pt x="96" y="89"/>
                  </a:cubicBezTo>
                  <a:cubicBezTo>
                    <a:pt x="84" y="103"/>
                    <a:pt x="66" y="130"/>
                    <a:pt x="60" y="143"/>
                  </a:cubicBezTo>
                  <a:cubicBezTo>
                    <a:pt x="56" y="151"/>
                    <a:pt x="50" y="157"/>
                    <a:pt x="42" y="160"/>
                  </a:cubicBezTo>
                  <a:cubicBezTo>
                    <a:pt x="48" y="170"/>
                    <a:pt x="51" y="182"/>
                    <a:pt x="51" y="195"/>
                  </a:cubicBezTo>
                  <a:cubicBezTo>
                    <a:pt x="51" y="213"/>
                    <a:pt x="44" y="230"/>
                    <a:pt x="32" y="243"/>
                  </a:cubicBezTo>
                  <a:cubicBezTo>
                    <a:pt x="31" y="251"/>
                    <a:pt x="31" y="259"/>
                    <a:pt x="30" y="267"/>
                  </a:cubicBezTo>
                  <a:cubicBezTo>
                    <a:pt x="30" y="267"/>
                    <a:pt x="30" y="267"/>
                    <a:pt x="31" y="267"/>
                  </a:cubicBezTo>
                  <a:cubicBezTo>
                    <a:pt x="32" y="267"/>
                    <a:pt x="33" y="267"/>
                    <a:pt x="35" y="267"/>
                  </a:cubicBezTo>
                  <a:cubicBezTo>
                    <a:pt x="43" y="268"/>
                    <a:pt x="65" y="277"/>
                    <a:pt x="83" y="302"/>
                  </a:cubicBezTo>
                  <a:cubicBezTo>
                    <a:pt x="107" y="334"/>
                    <a:pt x="120" y="385"/>
                    <a:pt x="124" y="453"/>
                  </a:cubicBezTo>
                  <a:cubicBezTo>
                    <a:pt x="124" y="461"/>
                    <a:pt x="122" y="468"/>
                    <a:pt x="117" y="474"/>
                  </a:cubicBezTo>
                  <a:cubicBezTo>
                    <a:pt x="112" y="480"/>
                    <a:pt x="105" y="483"/>
                    <a:pt x="97" y="483"/>
                  </a:cubicBezTo>
                  <a:cubicBezTo>
                    <a:pt x="96" y="483"/>
                    <a:pt x="96" y="484"/>
                    <a:pt x="95" y="484"/>
                  </a:cubicBezTo>
                  <a:cubicBezTo>
                    <a:pt x="84" y="484"/>
                    <a:pt x="74" y="477"/>
                    <a:pt x="69" y="467"/>
                  </a:cubicBezTo>
                  <a:cubicBezTo>
                    <a:pt x="69" y="635"/>
                    <a:pt x="69" y="635"/>
                    <a:pt x="69" y="635"/>
                  </a:cubicBezTo>
                  <a:cubicBezTo>
                    <a:pt x="69" y="653"/>
                    <a:pt x="84" y="667"/>
                    <a:pt x="102" y="667"/>
                  </a:cubicBezTo>
                  <a:cubicBezTo>
                    <a:pt x="120" y="667"/>
                    <a:pt x="134" y="653"/>
                    <a:pt x="134" y="635"/>
                  </a:cubicBezTo>
                  <a:cubicBezTo>
                    <a:pt x="134" y="456"/>
                    <a:pt x="134" y="456"/>
                    <a:pt x="134" y="456"/>
                  </a:cubicBezTo>
                  <a:cubicBezTo>
                    <a:pt x="144" y="456"/>
                    <a:pt x="154" y="456"/>
                    <a:pt x="164" y="456"/>
                  </a:cubicBezTo>
                  <a:cubicBezTo>
                    <a:pt x="164" y="635"/>
                    <a:pt x="164" y="635"/>
                    <a:pt x="164" y="635"/>
                  </a:cubicBezTo>
                  <a:cubicBezTo>
                    <a:pt x="164" y="653"/>
                    <a:pt x="178" y="667"/>
                    <a:pt x="196" y="667"/>
                  </a:cubicBezTo>
                  <a:cubicBezTo>
                    <a:pt x="214" y="667"/>
                    <a:pt x="229" y="653"/>
                    <a:pt x="229" y="635"/>
                  </a:cubicBezTo>
                  <a:cubicBezTo>
                    <a:pt x="229" y="450"/>
                    <a:pt x="229" y="450"/>
                    <a:pt x="229" y="450"/>
                  </a:cubicBezTo>
                  <a:cubicBezTo>
                    <a:pt x="253" y="446"/>
                    <a:pt x="269" y="440"/>
                    <a:pt x="269" y="431"/>
                  </a:cubicBezTo>
                  <a:cubicBezTo>
                    <a:pt x="269" y="431"/>
                    <a:pt x="285" y="240"/>
                    <a:pt x="239" y="130"/>
                  </a:cubicBezTo>
                  <a:cubicBezTo>
                    <a:pt x="244" y="133"/>
                    <a:pt x="248" y="136"/>
                    <a:pt x="253" y="139"/>
                  </a:cubicBezTo>
                  <a:cubicBezTo>
                    <a:pt x="253" y="138"/>
                    <a:pt x="252" y="138"/>
                    <a:pt x="252" y="137"/>
                  </a:cubicBezTo>
                  <a:cubicBezTo>
                    <a:pt x="252" y="137"/>
                    <a:pt x="252" y="137"/>
                    <a:pt x="252" y="138"/>
                  </a:cubicBezTo>
                  <a:cubicBezTo>
                    <a:pt x="252" y="78"/>
                    <a:pt x="252" y="78"/>
                    <a:pt x="252" y="78"/>
                  </a:cubicBezTo>
                  <a:cubicBezTo>
                    <a:pt x="248" y="76"/>
                    <a:pt x="244" y="74"/>
                    <a:pt x="240" y="71"/>
                  </a:cubicBezTo>
                  <a:cubicBezTo>
                    <a:pt x="226" y="65"/>
                    <a:pt x="213" y="61"/>
                    <a:pt x="198" y="57"/>
                  </a:cubicBezTo>
                  <a:cubicBezTo>
                    <a:pt x="202" y="57"/>
                    <a:pt x="206" y="57"/>
                    <a:pt x="210" y="57"/>
                  </a:cubicBezTo>
                  <a:cubicBezTo>
                    <a:pt x="221" y="57"/>
                    <a:pt x="231" y="58"/>
                    <a:pt x="240" y="58"/>
                  </a:cubicBezTo>
                  <a:cubicBezTo>
                    <a:pt x="247" y="59"/>
                    <a:pt x="254" y="60"/>
                    <a:pt x="260" y="61"/>
                  </a:cubicBezTo>
                  <a:cubicBezTo>
                    <a:pt x="260" y="168"/>
                    <a:pt x="260" y="168"/>
                    <a:pt x="260" y="168"/>
                  </a:cubicBezTo>
                  <a:cubicBezTo>
                    <a:pt x="288" y="276"/>
                    <a:pt x="277" y="420"/>
                    <a:pt x="276" y="432"/>
                  </a:cubicBezTo>
                  <a:cubicBezTo>
                    <a:pt x="276" y="439"/>
                    <a:pt x="270" y="445"/>
                    <a:pt x="260" y="449"/>
                  </a:cubicBezTo>
                  <a:cubicBezTo>
                    <a:pt x="260" y="621"/>
                    <a:pt x="260" y="621"/>
                    <a:pt x="260" y="621"/>
                  </a:cubicBezTo>
                  <a:cubicBezTo>
                    <a:pt x="260" y="646"/>
                    <a:pt x="280" y="667"/>
                    <a:pt x="306" y="667"/>
                  </a:cubicBezTo>
                  <a:cubicBezTo>
                    <a:pt x="332" y="667"/>
                    <a:pt x="352" y="646"/>
                    <a:pt x="352" y="621"/>
                  </a:cubicBezTo>
                  <a:cubicBezTo>
                    <a:pt x="352" y="323"/>
                    <a:pt x="352" y="323"/>
                    <a:pt x="352" y="323"/>
                  </a:cubicBezTo>
                  <a:cubicBezTo>
                    <a:pt x="370" y="323"/>
                    <a:pt x="370" y="323"/>
                    <a:pt x="370" y="323"/>
                  </a:cubicBezTo>
                  <a:cubicBezTo>
                    <a:pt x="370" y="621"/>
                    <a:pt x="370" y="621"/>
                    <a:pt x="370" y="621"/>
                  </a:cubicBezTo>
                  <a:cubicBezTo>
                    <a:pt x="370" y="646"/>
                    <a:pt x="391" y="667"/>
                    <a:pt x="416" y="667"/>
                  </a:cubicBezTo>
                  <a:cubicBezTo>
                    <a:pt x="442" y="667"/>
                    <a:pt x="463" y="646"/>
                    <a:pt x="463" y="621"/>
                  </a:cubicBezTo>
                  <a:cubicBezTo>
                    <a:pt x="463" y="474"/>
                    <a:pt x="463" y="474"/>
                    <a:pt x="463" y="474"/>
                  </a:cubicBezTo>
                  <a:cubicBezTo>
                    <a:pt x="459" y="477"/>
                    <a:pt x="453" y="479"/>
                    <a:pt x="448" y="479"/>
                  </a:cubicBezTo>
                  <a:cubicBezTo>
                    <a:pt x="447" y="479"/>
                    <a:pt x="446" y="478"/>
                    <a:pt x="445" y="478"/>
                  </a:cubicBezTo>
                  <a:cubicBezTo>
                    <a:pt x="431" y="477"/>
                    <a:pt x="421" y="464"/>
                    <a:pt x="423" y="451"/>
                  </a:cubicBezTo>
                  <a:cubicBezTo>
                    <a:pt x="429" y="397"/>
                    <a:pt x="442" y="355"/>
                    <a:pt x="463" y="325"/>
                  </a:cubicBezTo>
                  <a:cubicBezTo>
                    <a:pt x="463" y="102"/>
                    <a:pt x="463" y="102"/>
                    <a:pt x="463" y="102"/>
                  </a:cubicBezTo>
                  <a:cubicBezTo>
                    <a:pt x="465" y="105"/>
                    <a:pt x="467" y="108"/>
                    <a:pt x="469" y="112"/>
                  </a:cubicBezTo>
                  <a:cubicBezTo>
                    <a:pt x="479" y="130"/>
                    <a:pt x="489" y="156"/>
                    <a:pt x="498" y="191"/>
                  </a:cubicBezTo>
                  <a:cubicBezTo>
                    <a:pt x="507" y="171"/>
                    <a:pt x="525" y="157"/>
                    <a:pt x="547" y="153"/>
                  </a:cubicBezTo>
                  <a:cubicBezTo>
                    <a:pt x="537" y="118"/>
                    <a:pt x="524" y="91"/>
                    <a:pt x="511" y="71"/>
                  </a:cubicBezTo>
                  <a:cubicBezTo>
                    <a:pt x="488" y="33"/>
                    <a:pt x="462" y="18"/>
                    <a:pt x="449" y="13"/>
                  </a:cubicBezTo>
                  <a:cubicBezTo>
                    <a:pt x="445" y="10"/>
                    <a:pt x="439" y="8"/>
                    <a:pt x="434" y="8"/>
                  </a:cubicBezTo>
                  <a:cubicBezTo>
                    <a:pt x="291" y="8"/>
                    <a:pt x="291" y="8"/>
                    <a:pt x="291" y="8"/>
                  </a:cubicBezTo>
                  <a:cubicBezTo>
                    <a:pt x="284" y="7"/>
                    <a:pt x="272" y="4"/>
                    <a:pt x="254" y="2"/>
                  </a:cubicBezTo>
                  <a:cubicBezTo>
                    <a:pt x="245" y="1"/>
                    <a:pt x="234" y="0"/>
                    <a:pt x="221" y="0"/>
                  </a:cubicBezTo>
                  <a:cubicBezTo>
                    <a:pt x="208" y="27"/>
                    <a:pt x="181" y="45"/>
                    <a:pt x="149" y="45"/>
                  </a:cubicBezTo>
                  <a:cubicBezTo>
                    <a:pt x="143" y="45"/>
                    <a:pt x="137" y="44"/>
                    <a:pt x="131" y="43"/>
                  </a:cubicBezTo>
                  <a:cubicBezTo>
                    <a:pt x="117" y="39"/>
                    <a:pt x="104" y="33"/>
                    <a:pt x="94" y="23"/>
                  </a:cubicBezTo>
                  <a:cubicBezTo>
                    <a:pt x="58" y="40"/>
                    <a:pt x="24" y="70"/>
                    <a:pt x="3" y="114"/>
                  </a:cubicBezTo>
                  <a:cubicBezTo>
                    <a:pt x="1" y="119"/>
                    <a:pt x="0" y="123"/>
                    <a:pt x="0" y="128"/>
                  </a:cubicBezTo>
                  <a:cubicBezTo>
                    <a:pt x="15" y="132"/>
                    <a:pt x="29" y="141"/>
                    <a:pt x="38" y="1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52"/>
            <p:cNvSpPr>
              <a:spLocks/>
            </p:cNvSpPr>
            <p:nvPr/>
          </p:nvSpPr>
          <p:spPr bwMode="auto">
            <a:xfrm>
              <a:off x="6221413" y="228600"/>
              <a:ext cx="323850" cy="323850"/>
            </a:xfrm>
            <a:custGeom>
              <a:avLst/>
              <a:gdLst>
                <a:gd name="T0" fmla="*/ 63 w 161"/>
                <a:gd name="T1" fmla="*/ 152 h 161"/>
                <a:gd name="T2" fmla="*/ 151 w 161"/>
                <a:gd name="T3" fmla="*/ 97 h 161"/>
                <a:gd name="T4" fmla="*/ 97 w 161"/>
                <a:gd name="T5" fmla="*/ 9 h 161"/>
                <a:gd name="T6" fmla="*/ 9 w 161"/>
                <a:gd name="T7" fmla="*/ 64 h 161"/>
                <a:gd name="T8" fmla="*/ 63 w 161"/>
                <a:gd name="T9" fmla="*/ 152 h 161"/>
              </a:gdLst>
              <a:ahLst/>
              <a:cxnLst>
                <a:cxn ang="0">
                  <a:pos x="T0" y="T1"/>
                </a:cxn>
                <a:cxn ang="0">
                  <a:pos x="T2" y="T3"/>
                </a:cxn>
                <a:cxn ang="0">
                  <a:pos x="T4" y="T5"/>
                </a:cxn>
                <a:cxn ang="0">
                  <a:pos x="T6" y="T7"/>
                </a:cxn>
                <a:cxn ang="0">
                  <a:pos x="T8" y="T9"/>
                </a:cxn>
              </a:cxnLst>
              <a:rect l="0" t="0" r="r" b="b"/>
              <a:pathLst>
                <a:path w="161" h="161">
                  <a:moveTo>
                    <a:pt x="63" y="152"/>
                  </a:moveTo>
                  <a:cubicBezTo>
                    <a:pt x="103" y="161"/>
                    <a:pt x="142" y="136"/>
                    <a:pt x="151" y="97"/>
                  </a:cubicBezTo>
                  <a:cubicBezTo>
                    <a:pt x="161" y="58"/>
                    <a:pt x="136" y="18"/>
                    <a:pt x="97" y="9"/>
                  </a:cubicBezTo>
                  <a:cubicBezTo>
                    <a:pt x="57" y="0"/>
                    <a:pt x="18" y="24"/>
                    <a:pt x="9" y="64"/>
                  </a:cubicBezTo>
                  <a:cubicBezTo>
                    <a:pt x="0" y="103"/>
                    <a:pt x="24" y="143"/>
                    <a:pt x="63"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Oval 53"/>
            <p:cNvSpPr>
              <a:spLocks noChangeArrowheads="1"/>
            </p:cNvSpPr>
            <p:nvPr/>
          </p:nvSpPr>
          <p:spPr bwMode="auto">
            <a:xfrm>
              <a:off x="5918200" y="727075"/>
              <a:ext cx="252413" cy="2524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54"/>
            <p:cNvSpPr>
              <a:spLocks/>
            </p:cNvSpPr>
            <p:nvPr/>
          </p:nvSpPr>
          <p:spPr bwMode="auto">
            <a:xfrm>
              <a:off x="5770563" y="1011237"/>
              <a:ext cx="549275" cy="787400"/>
            </a:xfrm>
            <a:custGeom>
              <a:avLst/>
              <a:gdLst>
                <a:gd name="T0" fmla="*/ 200 w 274"/>
                <a:gd name="T1" fmla="*/ 133 h 392"/>
                <a:gd name="T2" fmla="*/ 200 w 274"/>
                <a:gd name="T3" fmla="*/ 60 h 392"/>
                <a:gd name="T4" fmla="*/ 203 w 274"/>
                <a:gd name="T5" fmla="*/ 64 h 392"/>
                <a:gd name="T6" fmla="*/ 230 w 274"/>
                <a:gd name="T7" fmla="*/ 182 h 392"/>
                <a:gd name="T8" fmla="*/ 251 w 274"/>
                <a:gd name="T9" fmla="*/ 202 h 392"/>
                <a:gd name="T10" fmla="*/ 253 w 274"/>
                <a:gd name="T11" fmla="*/ 202 h 392"/>
                <a:gd name="T12" fmla="*/ 273 w 274"/>
                <a:gd name="T13" fmla="*/ 180 h 392"/>
                <a:gd name="T14" fmla="*/ 233 w 274"/>
                <a:gd name="T15" fmla="*/ 32 h 392"/>
                <a:gd name="T16" fmla="*/ 190 w 274"/>
                <a:gd name="T17" fmla="*/ 1 h 392"/>
                <a:gd name="T18" fmla="*/ 184 w 274"/>
                <a:gd name="T19" fmla="*/ 0 h 392"/>
                <a:gd name="T20" fmla="*/ 182 w 274"/>
                <a:gd name="T21" fmla="*/ 0 h 392"/>
                <a:gd name="T22" fmla="*/ 92 w 274"/>
                <a:gd name="T23" fmla="*/ 0 h 392"/>
                <a:gd name="T24" fmla="*/ 90 w 274"/>
                <a:gd name="T25" fmla="*/ 0 h 392"/>
                <a:gd name="T26" fmla="*/ 84 w 274"/>
                <a:gd name="T27" fmla="*/ 1 h 392"/>
                <a:gd name="T28" fmla="*/ 41 w 274"/>
                <a:gd name="T29" fmla="*/ 32 h 392"/>
                <a:gd name="T30" fmla="*/ 13 w 274"/>
                <a:gd name="T31" fmla="*/ 96 h 392"/>
                <a:gd name="T32" fmla="*/ 13 w 274"/>
                <a:gd name="T33" fmla="*/ 143 h 392"/>
                <a:gd name="T34" fmla="*/ 2 w 274"/>
                <a:gd name="T35" fmla="*/ 171 h 392"/>
                <a:gd name="T36" fmla="*/ 1 w 274"/>
                <a:gd name="T37" fmla="*/ 180 h 392"/>
                <a:gd name="T38" fmla="*/ 21 w 274"/>
                <a:gd name="T39" fmla="*/ 202 h 392"/>
                <a:gd name="T40" fmla="*/ 23 w 274"/>
                <a:gd name="T41" fmla="*/ 202 h 392"/>
                <a:gd name="T42" fmla="*/ 44 w 274"/>
                <a:gd name="T43" fmla="*/ 182 h 392"/>
                <a:gd name="T44" fmla="*/ 74 w 274"/>
                <a:gd name="T45" fmla="*/ 60 h 392"/>
                <a:gd name="T46" fmla="*/ 74 w 274"/>
                <a:gd name="T47" fmla="*/ 133 h 392"/>
                <a:gd name="T48" fmla="*/ 74 w 274"/>
                <a:gd name="T49" fmla="*/ 198 h 392"/>
                <a:gd name="T50" fmla="*/ 74 w 274"/>
                <a:gd name="T51" fmla="*/ 363 h 392"/>
                <a:gd name="T52" fmla="*/ 103 w 274"/>
                <a:gd name="T53" fmla="*/ 392 h 392"/>
                <a:gd name="T54" fmla="*/ 132 w 274"/>
                <a:gd name="T55" fmla="*/ 363 h 392"/>
                <a:gd name="T56" fmla="*/ 132 w 274"/>
                <a:gd name="T57" fmla="*/ 216 h 392"/>
                <a:gd name="T58" fmla="*/ 142 w 274"/>
                <a:gd name="T59" fmla="*/ 216 h 392"/>
                <a:gd name="T60" fmla="*/ 142 w 274"/>
                <a:gd name="T61" fmla="*/ 363 h 392"/>
                <a:gd name="T62" fmla="*/ 171 w 274"/>
                <a:gd name="T63" fmla="*/ 392 h 392"/>
                <a:gd name="T64" fmla="*/ 200 w 274"/>
                <a:gd name="T65" fmla="*/ 363 h 392"/>
                <a:gd name="T66" fmla="*/ 200 w 274"/>
                <a:gd name="T67" fmla="*/ 198 h 392"/>
                <a:gd name="T68" fmla="*/ 200 w 274"/>
                <a:gd name="T69" fmla="*/ 133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4" h="392">
                  <a:moveTo>
                    <a:pt x="200" y="133"/>
                  </a:moveTo>
                  <a:cubicBezTo>
                    <a:pt x="200" y="60"/>
                    <a:pt x="200" y="60"/>
                    <a:pt x="200" y="60"/>
                  </a:cubicBezTo>
                  <a:cubicBezTo>
                    <a:pt x="201" y="61"/>
                    <a:pt x="202" y="63"/>
                    <a:pt x="203" y="64"/>
                  </a:cubicBezTo>
                  <a:cubicBezTo>
                    <a:pt x="214" y="83"/>
                    <a:pt x="226" y="118"/>
                    <a:pt x="230" y="182"/>
                  </a:cubicBezTo>
                  <a:cubicBezTo>
                    <a:pt x="230" y="193"/>
                    <a:pt x="240" y="202"/>
                    <a:pt x="251" y="202"/>
                  </a:cubicBezTo>
                  <a:cubicBezTo>
                    <a:pt x="252" y="202"/>
                    <a:pt x="252" y="202"/>
                    <a:pt x="253" y="202"/>
                  </a:cubicBezTo>
                  <a:cubicBezTo>
                    <a:pt x="264" y="202"/>
                    <a:pt x="274" y="191"/>
                    <a:pt x="273" y="180"/>
                  </a:cubicBezTo>
                  <a:cubicBezTo>
                    <a:pt x="269" y="102"/>
                    <a:pt x="252" y="58"/>
                    <a:pt x="233" y="32"/>
                  </a:cubicBezTo>
                  <a:cubicBezTo>
                    <a:pt x="215" y="6"/>
                    <a:pt x="194" y="1"/>
                    <a:pt x="190" y="1"/>
                  </a:cubicBezTo>
                  <a:cubicBezTo>
                    <a:pt x="188" y="0"/>
                    <a:pt x="186" y="0"/>
                    <a:pt x="184" y="0"/>
                  </a:cubicBezTo>
                  <a:cubicBezTo>
                    <a:pt x="183" y="0"/>
                    <a:pt x="183" y="0"/>
                    <a:pt x="182" y="0"/>
                  </a:cubicBezTo>
                  <a:cubicBezTo>
                    <a:pt x="92" y="0"/>
                    <a:pt x="92" y="0"/>
                    <a:pt x="92" y="0"/>
                  </a:cubicBezTo>
                  <a:cubicBezTo>
                    <a:pt x="91" y="0"/>
                    <a:pt x="90" y="0"/>
                    <a:pt x="90" y="0"/>
                  </a:cubicBezTo>
                  <a:cubicBezTo>
                    <a:pt x="88" y="0"/>
                    <a:pt x="86" y="0"/>
                    <a:pt x="84" y="1"/>
                  </a:cubicBezTo>
                  <a:cubicBezTo>
                    <a:pt x="80" y="1"/>
                    <a:pt x="59" y="6"/>
                    <a:pt x="41" y="32"/>
                  </a:cubicBezTo>
                  <a:cubicBezTo>
                    <a:pt x="30" y="47"/>
                    <a:pt x="20" y="67"/>
                    <a:pt x="13" y="96"/>
                  </a:cubicBezTo>
                  <a:cubicBezTo>
                    <a:pt x="13" y="143"/>
                    <a:pt x="13" y="143"/>
                    <a:pt x="13" y="143"/>
                  </a:cubicBezTo>
                  <a:cubicBezTo>
                    <a:pt x="13" y="154"/>
                    <a:pt x="9" y="163"/>
                    <a:pt x="2" y="171"/>
                  </a:cubicBezTo>
                  <a:cubicBezTo>
                    <a:pt x="1" y="174"/>
                    <a:pt x="1" y="176"/>
                    <a:pt x="1" y="180"/>
                  </a:cubicBezTo>
                  <a:cubicBezTo>
                    <a:pt x="0" y="191"/>
                    <a:pt x="10" y="202"/>
                    <a:pt x="21" y="202"/>
                  </a:cubicBezTo>
                  <a:cubicBezTo>
                    <a:pt x="22" y="202"/>
                    <a:pt x="22" y="202"/>
                    <a:pt x="23" y="202"/>
                  </a:cubicBezTo>
                  <a:cubicBezTo>
                    <a:pt x="34" y="202"/>
                    <a:pt x="44" y="193"/>
                    <a:pt x="44" y="182"/>
                  </a:cubicBezTo>
                  <a:cubicBezTo>
                    <a:pt x="48" y="112"/>
                    <a:pt x="62" y="77"/>
                    <a:pt x="74" y="60"/>
                  </a:cubicBezTo>
                  <a:cubicBezTo>
                    <a:pt x="74" y="133"/>
                    <a:pt x="74" y="133"/>
                    <a:pt x="74" y="133"/>
                  </a:cubicBezTo>
                  <a:cubicBezTo>
                    <a:pt x="74" y="198"/>
                    <a:pt x="74" y="198"/>
                    <a:pt x="74" y="198"/>
                  </a:cubicBezTo>
                  <a:cubicBezTo>
                    <a:pt x="74" y="363"/>
                    <a:pt x="74" y="363"/>
                    <a:pt x="74" y="363"/>
                  </a:cubicBezTo>
                  <a:cubicBezTo>
                    <a:pt x="74" y="379"/>
                    <a:pt x="87" y="392"/>
                    <a:pt x="103" y="392"/>
                  </a:cubicBezTo>
                  <a:cubicBezTo>
                    <a:pt x="119" y="392"/>
                    <a:pt x="132" y="379"/>
                    <a:pt x="132" y="363"/>
                  </a:cubicBezTo>
                  <a:cubicBezTo>
                    <a:pt x="132" y="216"/>
                    <a:pt x="132" y="216"/>
                    <a:pt x="132" y="216"/>
                  </a:cubicBezTo>
                  <a:cubicBezTo>
                    <a:pt x="142" y="216"/>
                    <a:pt x="142" y="216"/>
                    <a:pt x="142" y="216"/>
                  </a:cubicBezTo>
                  <a:cubicBezTo>
                    <a:pt x="142" y="363"/>
                    <a:pt x="142" y="363"/>
                    <a:pt x="142" y="363"/>
                  </a:cubicBezTo>
                  <a:cubicBezTo>
                    <a:pt x="142" y="379"/>
                    <a:pt x="155" y="392"/>
                    <a:pt x="171" y="392"/>
                  </a:cubicBezTo>
                  <a:cubicBezTo>
                    <a:pt x="187" y="392"/>
                    <a:pt x="200" y="379"/>
                    <a:pt x="200" y="363"/>
                  </a:cubicBezTo>
                  <a:cubicBezTo>
                    <a:pt x="200" y="198"/>
                    <a:pt x="200" y="198"/>
                    <a:pt x="200" y="198"/>
                  </a:cubicBezTo>
                  <a:lnTo>
                    <a:pt x="200"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Oval 55"/>
            <p:cNvSpPr>
              <a:spLocks noChangeArrowheads="1"/>
            </p:cNvSpPr>
            <p:nvPr/>
          </p:nvSpPr>
          <p:spPr bwMode="auto">
            <a:xfrm>
              <a:off x="7086600" y="781050"/>
              <a:ext cx="230188" cy="2301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56"/>
            <p:cNvSpPr>
              <a:spLocks/>
            </p:cNvSpPr>
            <p:nvPr/>
          </p:nvSpPr>
          <p:spPr bwMode="auto">
            <a:xfrm>
              <a:off x="6943725" y="1031875"/>
              <a:ext cx="517525" cy="768350"/>
            </a:xfrm>
            <a:custGeom>
              <a:avLst/>
              <a:gdLst>
                <a:gd name="T0" fmla="*/ 63 w 258"/>
                <a:gd name="T1" fmla="*/ 77 h 383"/>
                <a:gd name="T2" fmla="*/ 45 w 258"/>
                <a:gd name="T3" fmla="*/ 230 h 383"/>
                <a:gd name="T4" fmla="*/ 74 w 258"/>
                <a:gd name="T5" fmla="*/ 247 h 383"/>
                <a:gd name="T6" fmla="*/ 74 w 258"/>
                <a:gd name="T7" fmla="*/ 360 h 383"/>
                <a:gd name="T8" fmla="*/ 97 w 258"/>
                <a:gd name="T9" fmla="*/ 383 h 383"/>
                <a:gd name="T10" fmla="*/ 121 w 258"/>
                <a:gd name="T11" fmla="*/ 360 h 383"/>
                <a:gd name="T12" fmla="*/ 121 w 258"/>
                <a:gd name="T13" fmla="*/ 255 h 383"/>
                <a:gd name="T14" fmla="*/ 129 w 258"/>
                <a:gd name="T15" fmla="*/ 255 h 383"/>
                <a:gd name="T16" fmla="*/ 137 w 258"/>
                <a:gd name="T17" fmla="*/ 255 h 383"/>
                <a:gd name="T18" fmla="*/ 137 w 258"/>
                <a:gd name="T19" fmla="*/ 360 h 383"/>
                <a:gd name="T20" fmla="*/ 160 w 258"/>
                <a:gd name="T21" fmla="*/ 383 h 383"/>
                <a:gd name="T22" fmla="*/ 184 w 258"/>
                <a:gd name="T23" fmla="*/ 360 h 383"/>
                <a:gd name="T24" fmla="*/ 184 w 258"/>
                <a:gd name="T25" fmla="*/ 247 h 383"/>
                <a:gd name="T26" fmla="*/ 212 w 258"/>
                <a:gd name="T27" fmla="*/ 230 h 383"/>
                <a:gd name="T28" fmla="*/ 195 w 258"/>
                <a:gd name="T29" fmla="*/ 77 h 383"/>
                <a:gd name="T30" fmla="*/ 221 w 258"/>
                <a:gd name="T31" fmla="*/ 171 h 383"/>
                <a:gd name="T32" fmla="*/ 239 w 258"/>
                <a:gd name="T33" fmla="*/ 187 h 383"/>
                <a:gd name="T34" fmla="*/ 241 w 258"/>
                <a:gd name="T35" fmla="*/ 187 h 383"/>
                <a:gd name="T36" fmla="*/ 256 w 258"/>
                <a:gd name="T37" fmla="*/ 167 h 383"/>
                <a:gd name="T38" fmla="*/ 210 w 258"/>
                <a:gd name="T39" fmla="*/ 34 h 383"/>
                <a:gd name="T40" fmla="*/ 170 w 258"/>
                <a:gd name="T41" fmla="*/ 6 h 383"/>
                <a:gd name="T42" fmla="*/ 129 w 258"/>
                <a:gd name="T43" fmla="*/ 0 h 383"/>
                <a:gd name="T44" fmla="*/ 87 w 258"/>
                <a:gd name="T45" fmla="*/ 6 h 383"/>
                <a:gd name="T46" fmla="*/ 48 w 258"/>
                <a:gd name="T47" fmla="*/ 34 h 383"/>
                <a:gd name="T48" fmla="*/ 1 w 258"/>
                <a:gd name="T49" fmla="*/ 167 h 383"/>
                <a:gd name="T50" fmla="*/ 17 w 258"/>
                <a:gd name="T51" fmla="*/ 187 h 383"/>
                <a:gd name="T52" fmla="*/ 19 w 258"/>
                <a:gd name="T53" fmla="*/ 187 h 383"/>
                <a:gd name="T54" fmla="*/ 37 w 258"/>
                <a:gd name="T55" fmla="*/ 171 h 383"/>
                <a:gd name="T56" fmla="*/ 63 w 258"/>
                <a:gd name="T57" fmla="*/ 77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58" h="383">
                  <a:moveTo>
                    <a:pt x="63" y="77"/>
                  </a:moveTo>
                  <a:cubicBezTo>
                    <a:pt x="54" y="124"/>
                    <a:pt x="45" y="187"/>
                    <a:pt x="45" y="230"/>
                  </a:cubicBezTo>
                  <a:cubicBezTo>
                    <a:pt x="45" y="237"/>
                    <a:pt x="58" y="243"/>
                    <a:pt x="74" y="247"/>
                  </a:cubicBezTo>
                  <a:cubicBezTo>
                    <a:pt x="74" y="360"/>
                    <a:pt x="74" y="360"/>
                    <a:pt x="74" y="360"/>
                  </a:cubicBezTo>
                  <a:cubicBezTo>
                    <a:pt x="74" y="373"/>
                    <a:pt x="84" y="383"/>
                    <a:pt x="97" y="383"/>
                  </a:cubicBezTo>
                  <a:cubicBezTo>
                    <a:pt x="110" y="383"/>
                    <a:pt x="121" y="373"/>
                    <a:pt x="121" y="360"/>
                  </a:cubicBezTo>
                  <a:cubicBezTo>
                    <a:pt x="121" y="255"/>
                    <a:pt x="121" y="255"/>
                    <a:pt x="121" y="255"/>
                  </a:cubicBezTo>
                  <a:cubicBezTo>
                    <a:pt x="124" y="255"/>
                    <a:pt x="126" y="255"/>
                    <a:pt x="129" y="255"/>
                  </a:cubicBezTo>
                  <a:cubicBezTo>
                    <a:pt x="131" y="255"/>
                    <a:pt x="134" y="255"/>
                    <a:pt x="137" y="255"/>
                  </a:cubicBezTo>
                  <a:cubicBezTo>
                    <a:pt x="137" y="360"/>
                    <a:pt x="137" y="360"/>
                    <a:pt x="137" y="360"/>
                  </a:cubicBezTo>
                  <a:cubicBezTo>
                    <a:pt x="137" y="373"/>
                    <a:pt x="147" y="383"/>
                    <a:pt x="160" y="383"/>
                  </a:cubicBezTo>
                  <a:cubicBezTo>
                    <a:pt x="173" y="383"/>
                    <a:pt x="184" y="373"/>
                    <a:pt x="184" y="360"/>
                  </a:cubicBezTo>
                  <a:cubicBezTo>
                    <a:pt x="184" y="247"/>
                    <a:pt x="184" y="247"/>
                    <a:pt x="184" y="247"/>
                  </a:cubicBezTo>
                  <a:cubicBezTo>
                    <a:pt x="200" y="243"/>
                    <a:pt x="212" y="237"/>
                    <a:pt x="212" y="230"/>
                  </a:cubicBezTo>
                  <a:cubicBezTo>
                    <a:pt x="212" y="187"/>
                    <a:pt x="203" y="124"/>
                    <a:pt x="195" y="77"/>
                  </a:cubicBezTo>
                  <a:cubicBezTo>
                    <a:pt x="205" y="96"/>
                    <a:pt x="215" y="126"/>
                    <a:pt x="221" y="171"/>
                  </a:cubicBezTo>
                  <a:cubicBezTo>
                    <a:pt x="222" y="181"/>
                    <a:pt x="229" y="187"/>
                    <a:pt x="239" y="187"/>
                  </a:cubicBezTo>
                  <a:cubicBezTo>
                    <a:pt x="239" y="187"/>
                    <a:pt x="240" y="187"/>
                    <a:pt x="241" y="187"/>
                  </a:cubicBezTo>
                  <a:cubicBezTo>
                    <a:pt x="250" y="186"/>
                    <a:pt x="258" y="177"/>
                    <a:pt x="256" y="167"/>
                  </a:cubicBezTo>
                  <a:cubicBezTo>
                    <a:pt x="248" y="98"/>
                    <a:pt x="229" y="58"/>
                    <a:pt x="210" y="34"/>
                  </a:cubicBezTo>
                  <a:cubicBezTo>
                    <a:pt x="193" y="13"/>
                    <a:pt x="176" y="7"/>
                    <a:pt x="170" y="6"/>
                  </a:cubicBezTo>
                  <a:cubicBezTo>
                    <a:pt x="162" y="3"/>
                    <a:pt x="149" y="0"/>
                    <a:pt x="129" y="0"/>
                  </a:cubicBezTo>
                  <a:cubicBezTo>
                    <a:pt x="108" y="0"/>
                    <a:pt x="95" y="3"/>
                    <a:pt x="87" y="6"/>
                  </a:cubicBezTo>
                  <a:cubicBezTo>
                    <a:pt x="82" y="7"/>
                    <a:pt x="65" y="13"/>
                    <a:pt x="48" y="34"/>
                  </a:cubicBezTo>
                  <a:cubicBezTo>
                    <a:pt x="28" y="58"/>
                    <a:pt x="9" y="98"/>
                    <a:pt x="1" y="167"/>
                  </a:cubicBezTo>
                  <a:cubicBezTo>
                    <a:pt x="0" y="177"/>
                    <a:pt x="7" y="186"/>
                    <a:pt x="17" y="187"/>
                  </a:cubicBezTo>
                  <a:cubicBezTo>
                    <a:pt x="18" y="187"/>
                    <a:pt x="18" y="187"/>
                    <a:pt x="19" y="187"/>
                  </a:cubicBezTo>
                  <a:cubicBezTo>
                    <a:pt x="28" y="187"/>
                    <a:pt x="36" y="181"/>
                    <a:pt x="37" y="171"/>
                  </a:cubicBezTo>
                  <a:cubicBezTo>
                    <a:pt x="42" y="126"/>
                    <a:pt x="52" y="96"/>
                    <a:pt x="63"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57"/>
            <p:cNvSpPr>
              <a:spLocks/>
            </p:cNvSpPr>
            <p:nvPr/>
          </p:nvSpPr>
          <p:spPr bwMode="auto">
            <a:xfrm>
              <a:off x="5380038" y="1379537"/>
              <a:ext cx="501650" cy="1163638"/>
            </a:xfrm>
            <a:custGeom>
              <a:avLst/>
              <a:gdLst>
                <a:gd name="T0" fmla="*/ 33 w 250"/>
                <a:gd name="T1" fmla="*/ 8 h 580"/>
                <a:gd name="T2" fmla="*/ 30 w 250"/>
                <a:gd name="T3" fmla="*/ 22 h 580"/>
                <a:gd name="T4" fmla="*/ 32 w 250"/>
                <a:gd name="T5" fmla="*/ 35 h 580"/>
                <a:gd name="T6" fmla="*/ 42 w 250"/>
                <a:gd name="T7" fmla="*/ 62 h 580"/>
                <a:gd name="T8" fmla="*/ 47 w 250"/>
                <a:gd name="T9" fmla="*/ 64 h 580"/>
                <a:gd name="T10" fmla="*/ 55 w 250"/>
                <a:gd name="T11" fmla="*/ 22 h 580"/>
                <a:gd name="T12" fmla="*/ 81 w 250"/>
                <a:gd name="T13" fmla="*/ 22 h 580"/>
                <a:gd name="T14" fmla="*/ 81 w 250"/>
                <a:gd name="T15" fmla="*/ 69 h 580"/>
                <a:gd name="T16" fmla="*/ 91 w 250"/>
                <a:gd name="T17" fmla="*/ 68 h 580"/>
                <a:gd name="T18" fmla="*/ 96 w 250"/>
                <a:gd name="T19" fmla="*/ 68 h 580"/>
                <a:gd name="T20" fmla="*/ 97 w 250"/>
                <a:gd name="T21" fmla="*/ 68 h 580"/>
                <a:gd name="T22" fmla="*/ 97 w 250"/>
                <a:gd name="T23" fmla="*/ 22 h 580"/>
                <a:gd name="T24" fmla="*/ 123 w 250"/>
                <a:gd name="T25" fmla="*/ 22 h 580"/>
                <a:gd name="T26" fmla="*/ 156 w 250"/>
                <a:gd name="T27" fmla="*/ 198 h 580"/>
                <a:gd name="T28" fmla="*/ 22 w 250"/>
                <a:gd name="T29" fmla="*/ 198 h 580"/>
                <a:gd name="T30" fmla="*/ 32 w 250"/>
                <a:gd name="T31" fmla="*/ 143 h 580"/>
                <a:gd name="T32" fmla="*/ 9 w 250"/>
                <a:gd name="T33" fmla="*/ 135 h 580"/>
                <a:gd name="T34" fmla="*/ 0 w 250"/>
                <a:gd name="T35" fmla="*/ 187 h 580"/>
                <a:gd name="T36" fmla="*/ 0 w 250"/>
                <a:gd name="T37" fmla="*/ 204 h 580"/>
                <a:gd name="T38" fmla="*/ 0 w 250"/>
                <a:gd name="T39" fmla="*/ 319 h 580"/>
                <a:gd name="T40" fmla="*/ 18 w 250"/>
                <a:gd name="T41" fmla="*/ 219 h 580"/>
                <a:gd name="T42" fmla="*/ 160 w 250"/>
                <a:gd name="T43" fmla="*/ 219 h 580"/>
                <a:gd name="T44" fmla="*/ 225 w 250"/>
                <a:gd name="T45" fmla="*/ 570 h 580"/>
                <a:gd name="T46" fmla="*/ 237 w 250"/>
                <a:gd name="T47" fmla="*/ 580 h 580"/>
                <a:gd name="T48" fmla="*/ 239 w 250"/>
                <a:gd name="T49" fmla="*/ 580 h 580"/>
                <a:gd name="T50" fmla="*/ 249 w 250"/>
                <a:gd name="T51" fmla="*/ 566 h 580"/>
                <a:gd name="T52" fmla="*/ 145 w 250"/>
                <a:gd name="T53" fmla="*/ 8 h 580"/>
                <a:gd name="T54" fmla="*/ 139 w 250"/>
                <a:gd name="T55" fmla="*/ 0 h 580"/>
                <a:gd name="T56" fmla="*/ 38 w 250"/>
                <a:gd name="T57" fmla="*/ 0 h 580"/>
                <a:gd name="T58" fmla="*/ 33 w 250"/>
                <a:gd name="T59" fmla="*/ 8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50" h="580">
                  <a:moveTo>
                    <a:pt x="33" y="8"/>
                  </a:moveTo>
                  <a:cubicBezTo>
                    <a:pt x="30" y="22"/>
                    <a:pt x="30" y="22"/>
                    <a:pt x="30" y="22"/>
                  </a:cubicBezTo>
                  <a:cubicBezTo>
                    <a:pt x="31" y="26"/>
                    <a:pt x="31" y="31"/>
                    <a:pt x="32" y="35"/>
                  </a:cubicBezTo>
                  <a:cubicBezTo>
                    <a:pt x="34" y="47"/>
                    <a:pt x="38" y="56"/>
                    <a:pt x="42" y="62"/>
                  </a:cubicBezTo>
                  <a:cubicBezTo>
                    <a:pt x="43" y="63"/>
                    <a:pt x="45" y="63"/>
                    <a:pt x="47" y="64"/>
                  </a:cubicBezTo>
                  <a:cubicBezTo>
                    <a:pt x="55" y="22"/>
                    <a:pt x="55" y="22"/>
                    <a:pt x="55" y="22"/>
                  </a:cubicBezTo>
                  <a:cubicBezTo>
                    <a:pt x="81" y="22"/>
                    <a:pt x="81" y="22"/>
                    <a:pt x="81" y="22"/>
                  </a:cubicBezTo>
                  <a:cubicBezTo>
                    <a:pt x="81" y="69"/>
                    <a:pt x="81" y="69"/>
                    <a:pt x="81" y="69"/>
                  </a:cubicBezTo>
                  <a:cubicBezTo>
                    <a:pt x="86" y="68"/>
                    <a:pt x="90" y="68"/>
                    <a:pt x="91" y="68"/>
                  </a:cubicBezTo>
                  <a:cubicBezTo>
                    <a:pt x="93" y="68"/>
                    <a:pt x="94" y="68"/>
                    <a:pt x="96" y="68"/>
                  </a:cubicBezTo>
                  <a:cubicBezTo>
                    <a:pt x="96" y="68"/>
                    <a:pt x="97" y="68"/>
                    <a:pt x="97" y="68"/>
                  </a:cubicBezTo>
                  <a:cubicBezTo>
                    <a:pt x="97" y="22"/>
                    <a:pt x="97" y="22"/>
                    <a:pt x="97" y="22"/>
                  </a:cubicBezTo>
                  <a:cubicBezTo>
                    <a:pt x="123" y="22"/>
                    <a:pt x="123" y="22"/>
                    <a:pt x="123" y="22"/>
                  </a:cubicBezTo>
                  <a:cubicBezTo>
                    <a:pt x="156" y="198"/>
                    <a:pt x="156" y="198"/>
                    <a:pt x="156" y="198"/>
                  </a:cubicBezTo>
                  <a:cubicBezTo>
                    <a:pt x="22" y="198"/>
                    <a:pt x="22" y="198"/>
                    <a:pt x="22" y="198"/>
                  </a:cubicBezTo>
                  <a:cubicBezTo>
                    <a:pt x="32" y="143"/>
                    <a:pt x="32" y="143"/>
                    <a:pt x="32" y="143"/>
                  </a:cubicBezTo>
                  <a:cubicBezTo>
                    <a:pt x="25" y="142"/>
                    <a:pt x="17" y="139"/>
                    <a:pt x="9" y="135"/>
                  </a:cubicBezTo>
                  <a:cubicBezTo>
                    <a:pt x="0" y="187"/>
                    <a:pt x="0" y="187"/>
                    <a:pt x="0" y="187"/>
                  </a:cubicBezTo>
                  <a:cubicBezTo>
                    <a:pt x="0" y="204"/>
                    <a:pt x="0" y="204"/>
                    <a:pt x="0" y="204"/>
                  </a:cubicBezTo>
                  <a:cubicBezTo>
                    <a:pt x="0" y="319"/>
                    <a:pt x="0" y="319"/>
                    <a:pt x="0" y="319"/>
                  </a:cubicBezTo>
                  <a:cubicBezTo>
                    <a:pt x="18" y="219"/>
                    <a:pt x="18" y="219"/>
                    <a:pt x="18" y="219"/>
                  </a:cubicBezTo>
                  <a:cubicBezTo>
                    <a:pt x="160" y="219"/>
                    <a:pt x="160" y="219"/>
                    <a:pt x="160" y="219"/>
                  </a:cubicBezTo>
                  <a:cubicBezTo>
                    <a:pt x="225" y="570"/>
                    <a:pt x="225" y="570"/>
                    <a:pt x="225" y="570"/>
                  </a:cubicBezTo>
                  <a:cubicBezTo>
                    <a:pt x="226" y="576"/>
                    <a:pt x="231" y="580"/>
                    <a:pt x="237" y="580"/>
                  </a:cubicBezTo>
                  <a:cubicBezTo>
                    <a:pt x="237" y="580"/>
                    <a:pt x="238" y="580"/>
                    <a:pt x="239" y="580"/>
                  </a:cubicBezTo>
                  <a:cubicBezTo>
                    <a:pt x="245" y="579"/>
                    <a:pt x="250" y="573"/>
                    <a:pt x="249" y="566"/>
                  </a:cubicBezTo>
                  <a:cubicBezTo>
                    <a:pt x="145" y="8"/>
                    <a:pt x="145" y="8"/>
                    <a:pt x="145" y="8"/>
                  </a:cubicBezTo>
                  <a:cubicBezTo>
                    <a:pt x="144" y="4"/>
                    <a:pt x="142" y="2"/>
                    <a:pt x="139" y="0"/>
                  </a:cubicBezTo>
                  <a:cubicBezTo>
                    <a:pt x="38" y="0"/>
                    <a:pt x="38" y="0"/>
                    <a:pt x="38" y="0"/>
                  </a:cubicBezTo>
                  <a:cubicBezTo>
                    <a:pt x="36" y="2"/>
                    <a:pt x="34" y="4"/>
                    <a:pt x="3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58"/>
            <p:cNvSpPr>
              <a:spLocks noEditPoints="1"/>
            </p:cNvSpPr>
            <p:nvPr/>
          </p:nvSpPr>
          <p:spPr bwMode="auto">
            <a:xfrm>
              <a:off x="5362575" y="992187"/>
              <a:ext cx="393700" cy="346075"/>
            </a:xfrm>
            <a:custGeom>
              <a:avLst/>
              <a:gdLst>
                <a:gd name="T0" fmla="*/ 196 w 196"/>
                <a:gd name="T1" fmla="*/ 49 h 173"/>
                <a:gd name="T2" fmla="*/ 176 w 196"/>
                <a:gd name="T3" fmla="*/ 29 h 173"/>
                <a:gd name="T4" fmla="*/ 114 w 196"/>
                <a:gd name="T5" fmla="*/ 29 h 173"/>
                <a:gd name="T6" fmla="*/ 114 w 196"/>
                <a:gd name="T7" fmla="*/ 12 h 173"/>
                <a:gd name="T8" fmla="*/ 102 w 196"/>
                <a:gd name="T9" fmla="*/ 0 h 173"/>
                <a:gd name="T10" fmla="*/ 42 w 196"/>
                <a:gd name="T11" fmla="*/ 0 h 173"/>
                <a:gd name="T12" fmla="*/ 30 w 196"/>
                <a:gd name="T13" fmla="*/ 12 h 173"/>
                <a:gd name="T14" fmla="*/ 30 w 196"/>
                <a:gd name="T15" fmla="*/ 29 h 173"/>
                <a:gd name="T16" fmla="*/ 20 w 196"/>
                <a:gd name="T17" fmla="*/ 29 h 173"/>
                <a:gd name="T18" fmla="*/ 0 w 196"/>
                <a:gd name="T19" fmla="*/ 49 h 173"/>
                <a:gd name="T20" fmla="*/ 0 w 196"/>
                <a:gd name="T21" fmla="*/ 89 h 173"/>
                <a:gd name="T22" fmla="*/ 12 w 196"/>
                <a:gd name="T23" fmla="*/ 96 h 173"/>
                <a:gd name="T24" fmla="*/ 24 w 196"/>
                <a:gd name="T25" fmla="*/ 108 h 173"/>
                <a:gd name="T26" fmla="*/ 24 w 196"/>
                <a:gd name="T27" fmla="*/ 65 h 173"/>
                <a:gd name="T28" fmla="*/ 136 w 196"/>
                <a:gd name="T29" fmla="*/ 65 h 173"/>
                <a:gd name="T30" fmla="*/ 136 w 196"/>
                <a:gd name="T31" fmla="*/ 148 h 173"/>
                <a:gd name="T32" fmla="*/ 37 w 196"/>
                <a:gd name="T33" fmla="*/ 148 h 173"/>
                <a:gd name="T34" fmla="*/ 37 w 196"/>
                <a:gd name="T35" fmla="*/ 158 h 173"/>
                <a:gd name="T36" fmla="*/ 37 w 196"/>
                <a:gd name="T37" fmla="*/ 159 h 173"/>
                <a:gd name="T38" fmla="*/ 38 w 196"/>
                <a:gd name="T39" fmla="*/ 173 h 173"/>
                <a:gd name="T40" fmla="*/ 176 w 196"/>
                <a:gd name="T41" fmla="*/ 173 h 173"/>
                <a:gd name="T42" fmla="*/ 196 w 196"/>
                <a:gd name="T43" fmla="*/ 153 h 173"/>
                <a:gd name="T44" fmla="*/ 196 w 196"/>
                <a:gd name="T45" fmla="*/ 49 h 173"/>
                <a:gd name="T46" fmla="*/ 166 w 196"/>
                <a:gd name="T47" fmla="*/ 128 h 173"/>
                <a:gd name="T48" fmla="*/ 151 w 196"/>
                <a:gd name="T49" fmla="*/ 113 h 173"/>
                <a:gd name="T50" fmla="*/ 166 w 196"/>
                <a:gd name="T51" fmla="*/ 97 h 173"/>
                <a:gd name="T52" fmla="*/ 182 w 196"/>
                <a:gd name="T53" fmla="*/ 113 h 173"/>
                <a:gd name="T54" fmla="*/ 166 w 196"/>
                <a:gd name="T55" fmla="*/ 128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6" h="173">
                  <a:moveTo>
                    <a:pt x="196" y="49"/>
                  </a:moveTo>
                  <a:cubicBezTo>
                    <a:pt x="196" y="38"/>
                    <a:pt x="187" y="29"/>
                    <a:pt x="176" y="29"/>
                  </a:cubicBezTo>
                  <a:cubicBezTo>
                    <a:pt x="114" y="29"/>
                    <a:pt x="114" y="29"/>
                    <a:pt x="114" y="29"/>
                  </a:cubicBezTo>
                  <a:cubicBezTo>
                    <a:pt x="114" y="12"/>
                    <a:pt x="114" y="12"/>
                    <a:pt x="114" y="12"/>
                  </a:cubicBezTo>
                  <a:cubicBezTo>
                    <a:pt x="114" y="6"/>
                    <a:pt x="109" y="0"/>
                    <a:pt x="102" y="0"/>
                  </a:cubicBezTo>
                  <a:cubicBezTo>
                    <a:pt x="42" y="0"/>
                    <a:pt x="42" y="0"/>
                    <a:pt x="42" y="0"/>
                  </a:cubicBezTo>
                  <a:cubicBezTo>
                    <a:pt x="36" y="0"/>
                    <a:pt x="30" y="6"/>
                    <a:pt x="30" y="12"/>
                  </a:cubicBezTo>
                  <a:cubicBezTo>
                    <a:pt x="30" y="29"/>
                    <a:pt x="30" y="29"/>
                    <a:pt x="30" y="29"/>
                  </a:cubicBezTo>
                  <a:cubicBezTo>
                    <a:pt x="20" y="29"/>
                    <a:pt x="20" y="29"/>
                    <a:pt x="20" y="29"/>
                  </a:cubicBezTo>
                  <a:cubicBezTo>
                    <a:pt x="9" y="29"/>
                    <a:pt x="0" y="38"/>
                    <a:pt x="0" y="49"/>
                  </a:cubicBezTo>
                  <a:cubicBezTo>
                    <a:pt x="0" y="89"/>
                    <a:pt x="0" y="89"/>
                    <a:pt x="0" y="89"/>
                  </a:cubicBezTo>
                  <a:cubicBezTo>
                    <a:pt x="4" y="90"/>
                    <a:pt x="9" y="93"/>
                    <a:pt x="12" y="96"/>
                  </a:cubicBezTo>
                  <a:cubicBezTo>
                    <a:pt x="17" y="99"/>
                    <a:pt x="21" y="103"/>
                    <a:pt x="24" y="108"/>
                  </a:cubicBezTo>
                  <a:cubicBezTo>
                    <a:pt x="24" y="65"/>
                    <a:pt x="24" y="65"/>
                    <a:pt x="24" y="65"/>
                  </a:cubicBezTo>
                  <a:cubicBezTo>
                    <a:pt x="136" y="65"/>
                    <a:pt x="136" y="65"/>
                    <a:pt x="136" y="65"/>
                  </a:cubicBezTo>
                  <a:cubicBezTo>
                    <a:pt x="136" y="148"/>
                    <a:pt x="136" y="148"/>
                    <a:pt x="136" y="148"/>
                  </a:cubicBezTo>
                  <a:cubicBezTo>
                    <a:pt x="37" y="148"/>
                    <a:pt x="37" y="148"/>
                    <a:pt x="37" y="148"/>
                  </a:cubicBezTo>
                  <a:cubicBezTo>
                    <a:pt x="37" y="151"/>
                    <a:pt x="37" y="154"/>
                    <a:pt x="37" y="158"/>
                  </a:cubicBezTo>
                  <a:cubicBezTo>
                    <a:pt x="37" y="159"/>
                    <a:pt x="37" y="159"/>
                    <a:pt x="37" y="159"/>
                  </a:cubicBezTo>
                  <a:cubicBezTo>
                    <a:pt x="38" y="163"/>
                    <a:pt x="38" y="168"/>
                    <a:pt x="38" y="173"/>
                  </a:cubicBezTo>
                  <a:cubicBezTo>
                    <a:pt x="176" y="173"/>
                    <a:pt x="176" y="173"/>
                    <a:pt x="176" y="173"/>
                  </a:cubicBezTo>
                  <a:cubicBezTo>
                    <a:pt x="187" y="173"/>
                    <a:pt x="196" y="164"/>
                    <a:pt x="196" y="153"/>
                  </a:cubicBezTo>
                  <a:lnTo>
                    <a:pt x="196" y="49"/>
                  </a:lnTo>
                  <a:close/>
                  <a:moveTo>
                    <a:pt x="166" y="128"/>
                  </a:moveTo>
                  <a:cubicBezTo>
                    <a:pt x="158" y="128"/>
                    <a:pt x="151" y="121"/>
                    <a:pt x="151" y="113"/>
                  </a:cubicBezTo>
                  <a:cubicBezTo>
                    <a:pt x="151" y="104"/>
                    <a:pt x="158" y="97"/>
                    <a:pt x="166" y="97"/>
                  </a:cubicBezTo>
                  <a:cubicBezTo>
                    <a:pt x="175" y="97"/>
                    <a:pt x="182" y="104"/>
                    <a:pt x="182" y="113"/>
                  </a:cubicBezTo>
                  <a:cubicBezTo>
                    <a:pt x="182" y="121"/>
                    <a:pt x="175" y="128"/>
                    <a:pt x="166" y="1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59"/>
            <p:cNvSpPr>
              <a:spLocks/>
            </p:cNvSpPr>
            <p:nvPr/>
          </p:nvSpPr>
          <p:spPr bwMode="auto">
            <a:xfrm>
              <a:off x="4992688" y="842962"/>
              <a:ext cx="361950" cy="319088"/>
            </a:xfrm>
            <a:custGeom>
              <a:avLst/>
              <a:gdLst>
                <a:gd name="T0" fmla="*/ 180 w 180"/>
                <a:gd name="T1" fmla="*/ 90 h 159"/>
                <a:gd name="T2" fmla="*/ 90 w 180"/>
                <a:gd name="T3" fmla="*/ 0 h 159"/>
                <a:gd name="T4" fmla="*/ 0 w 180"/>
                <a:gd name="T5" fmla="*/ 90 h 159"/>
                <a:gd name="T6" fmla="*/ 32 w 180"/>
                <a:gd name="T7" fmla="*/ 159 h 159"/>
                <a:gd name="T8" fmla="*/ 148 w 180"/>
                <a:gd name="T9" fmla="*/ 159 h 159"/>
                <a:gd name="T10" fmla="*/ 180 w 180"/>
                <a:gd name="T11" fmla="*/ 90 h 159"/>
              </a:gdLst>
              <a:ahLst/>
              <a:cxnLst>
                <a:cxn ang="0">
                  <a:pos x="T0" y="T1"/>
                </a:cxn>
                <a:cxn ang="0">
                  <a:pos x="T2" y="T3"/>
                </a:cxn>
                <a:cxn ang="0">
                  <a:pos x="T4" y="T5"/>
                </a:cxn>
                <a:cxn ang="0">
                  <a:pos x="T6" y="T7"/>
                </a:cxn>
                <a:cxn ang="0">
                  <a:pos x="T8" y="T9"/>
                </a:cxn>
                <a:cxn ang="0">
                  <a:pos x="T10" y="T11"/>
                </a:cxn>
              </a:cxnLst>
              <a:rect l="0" t="0" r="r" b="b"/>
              <a:pathLst>
                <a:path w="180" h="159">
                  <a:moveTo>
                    <a:pt x="180" y="90"/>
                  </a:moveTo>
                  <a:cubicBezTo>
                    <a:pt x="180" y="40"/>
                    <a:pt x="140" y="0"/>
                    <a:pt x="90" y="0"/>
                  </a:cubicBezTo>
                  <a:cubicBezTo>
                    <a:pt x="41" y="0"/>
                    <a:pt x="0" y="40"/>
                    <a:pt x="0" y="90"/>
                  </a:cubicBezTo>
                  <a:cubicBezTo>
                    <a:pt x="0" y="118"/>
                    <a:pt x="13" y="142"/>
                    <a:pt x="32" y="159"/>
                  </a:cubicBezTo>
                  <a:cubicBezTo>
                    <a:pt x="148" y="159"/>
                    <a:pt x="148" y="159"/>
                    <a:pt x="148" y="159"/>
                  </a:cubicBezTo>
                  <a:cubicBezTo>
                    <a:pt x="168" y="142"/>
                    <a:pt x="180" y="118"/>
                    <a:pt x="180"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60"/>
            <p:cNvSpPr>
              <a:spLocks/>
            </p:cNvSpPr>
            <p:nvPr/>
          </p:nvSpPr>
          <p:spPr bwMode="auto">
            <a:xfrm>
              <a:off x="4756150" y="1177925"/>
              <a:ext cx="882650" cy="1497013"/>
            </a:xfrm>
            <a:custGeom>
              <a:avLst/>
              <a:gdLst>
                <a:gd name="T0" fmla="*/ 303 w 440"/>
                <a:gd name="T1" fmla="*/ 213 h 746"/>
                <a:gd name="T2" fmla="*/ 346 w 440"/>
                <a:gd name="T3" fmla="*/ 236 h 746"/>
                <a:gd name="T4" fmla="*/ 389 w 440"/>
                <a:gd name="T5" fmla="*/ 241 h 746"/>
                <a:gd name="T6" fmla="*/ 410 w 440"/>
                <a:gd name="T7" fmla="*/ 240 h 746"/>
                <a:gd name="T8" fmla="*/ 439 w 440"/>
                <a:gd name="T9" fmla="*/ 204 h 746"/>
                <a:gd name="T10" fmla="*/ 403 w 440"/>
                <a:gd name="T11" fmla="*/ 176 h 746"/>
                <a:gd name="T12" fmla="*/ 389 w 440"/>
                <a:gd name="T13" fmla="*/ 177 h 746"/>
                <a:gd name="T14" fmla="*/ 361 w 440"/>
                <a:gd name="T15" fmla="*/ 174 h 746"/>
                <a:gd name="T16" fmla="*/ 348 w 440"/>
                <a:gd name="T17" fmla="*/ 168 h 746"/>
                <a:gd name="T18" fmla="*/ 335 w 440"/>
                <a:gd name="T19" fmla="*/ 136 h 746"/>
                <a:gd name="T20" fmla="*/ 331 w 440"/>
                <a:gd name="T21" fmla="*/ 66 h 746"/>
                <a:gd name="T22" fmla="*/ 325 w 440"/>
                <a:gd name="T23" fmla="*/ 29 h 746"/>
                <a:gd name="T24" fmla="*/ 310 w 440"/>
                <a:gd name="T25" fmla="*/ 9 h 746"/>
                <a:gd name="T26" fmla="*/ 282 w 440"/>
                <a:gd name="T27" fmla="*/ 0 h 746"/>
                <a:gd name="T28" fmla="*/ 277 w 440"/>
                <a:gd name="T29" fmla="*/ 0 h 746"/>
                <a:gd name="T30" fmla="*/ 272 w 440"/>
                <a:gd name="T31" fmla="*/ 0 h 746"/>
                <a:gd name="T32" fmla="*/ 117 w 440"/>
                <a:gd name="T33" fmla="*/ 0 h 746"/>
                <a:gd name="T34" fmla="*/ 110 w 440"/>
                <a:gd name="T35" fmla="*/ 1 h 746"/>
                <a:gd name="T36" fmla="*/ 78 w 440"/>
                <a:gd name="T37" fmla="*/ 13 h 746"/>
                <a:gd name="T38" fmla="*/ 27 w 440"/>
                <a:gd name="T39" fmla="*/ 58 h 746"/>
                <a:gd name="T40" fmla="*/ 0 w 440"/>
                <a:gd name="T41" fmla="*/ 130 h 746"/>
                <a:gd name="T42" fmla="*/ 5 w 440"/>
                <a:gd name="T43" fmla="*/ 160 h 746"/>
                <a:gd name="T44" fmla="*/ 6 w 440"/>
                <a:gd name="T45" fmla="*/ 161 h 746"/>
                <a:gd name="T46" fmla="*/ 6 w 440"/>
                <a:gd name="T47" fmla="*/ 161 h 746"/>
                <a:gd name="T48" fmla="*/ 53 w 440"/>
                <a:gd name="T49" fmla="*/ 214 h 746"/>
                <a:gd name="T50" fmla="*/ 78 w 440"/>
                <a:gd name="T51" fmla="*/ 226 h 746"/>
                <a:gd name="T52" fmla="*/ 78 w 440"/>
                <a:gd name="T53" fmla="*/ 154 h 746"/>
                <a:gd name="T54" fmla="*/ 65 w 440"/>
                <a:gd name="T55" fmla="*/ 138 h 746"/>
                <a:gd name="T56" fmla="*/ 65 w 440"/>
                <a:gd name="T57" fmla="*/ 138 h 746"/>
                <a:gd name="T58" fmla="*/ 64 w 440"/>
                <a:gd name="T59" fmla="*/ 130 h 746"/>
                <a:gd name="T60" fmla="*/ 70 w 440"/>
                <a:gd name="T61" fmla="*/ 109 h 746"/>
                <a:gd name="T62" fmla="*/ 86 w 440"/>
                <a:gd name="T63" fmla="*/ 87 h 746"/>
                <a:gd name="T64" fmla="*/ 86 w 440"/>
                <a:gd name="T65" fmla="*/ 696 h 746"/>
                <a:gd name="T66" fmla="*/ 136 w 440"/>
                <a:gd name="T67" fmla="*/ 746 h 746"/>
                <a:gd name="T68" fmla="*/ 185 w 440"/>
                <a:gd name="T69" fmla="*/ 696 h 746"/>
                <a:gd name="T70" fmla="*/ 185 w 440"/>
                <a:gd name="T71" fmla="*/ 335 h 746"/>
                <a:gd name="T72" fmla="*/ 204 w 440"/>
                <a:gd name="T73" fmla="*/ 335 h 746"/>
                <a:gd name="T74" fmla="*/ 204 w 440"/>
                <a:gd name="T75" fmla="*/ 696 h 746"/>
                <a:gd name="T76" fmla="*/ 253 w 440"/>
                <a:gd name="T77" fmla="*/ 746 h 746"/>
                <a:gd name="T78" fmla="*/ 303 w 440"/>
                <a:gd name="T79" fmla="*/ 696 h 746"/>
                <a:gd name="T80" fmla="*/ 303 w 440"/>
                <a:gd name="T81" fmla="*/ 213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40" h="746">
                  <a:moveTo>
                    <a:pt x="303" y="213"/>
                  </a:moveTo>
                  <a:cubicBezTo>
                    <a:pt x="316" y="227"/>
                    <a:pt x="332" y="232"/>
                    <a:pt x="346" y="236"/>
                  </a:cubicBezTo>
                  <a:cubicBezTo>
                    <a:pt x="362" y="240"/>
                    <a:pt x="378" y="241"/>
                    <a:pt x="389" y="241"/>
                  </a:cubicBezTo>
                  <a:cubicBezTo>
                    <a:pt x="401" y="241"/>
                    <a:pt x="409" y="240"/>
                    <a:pt x="410" y="240"/>
                  </a:cubicBezTo>
                  <a:cubicBezTo>
                    <a:pt x="428" y="238"/>
                    <a:pt x="440" y="222"/>
                    <a:pt x="439" y="204"/>
                  </a:cubicBezTo>
                  <a:cubicBezTo>
                    <a:pt x="437" y="187"/>
                    <a:pt x="421" y="174"/>
                    <a:pt x="403" y="176"/>
                  </a:cubicBezTo>
                  <a:cubicBezTo>
                    <a:pt x="402" y="176"/>
                    <a:pt x="397" y="177"/>
                    <a:pt x="389" y="177"/>
                  </a:cubicBezTo>
                  <a:cubicBezTo>
                    <a:pt x="381" y="177"/>
                    <a:pt x="370" y="176"/>
                    <a:pt x="361" y="174"/>
                  </a:cubicBezTo>
                  <a:cubicBezTo>
                    <a:pt x="353" y="172"/>
                    <a:pt x="348" y="168"/>
                    <a:pt x="348" y="168"/>
                  </a:cubicBezTo>
                  <a:cubicBezTo>
                    <a:pt x="342" y="161"/>
                    <a:pt x="338" y="150"/>
                    <a:pt x="335" y="136"/>
                  </a:cubicBezTo>
                  <a:cubicBezTo>
                    <a:pt x="331" y="115"/>
                    <a:pt x="332" y="89"/>
                    <a:pt x="331" y="66"/>
                  </a:cubicBezTo>
                  <a:cubicBezTo>
                    <a:pt x="331" y="54"/>
                    <a:pt x="330" y="43"/>
                    <a:pt x="325" y="29"/>
                  </a:cubicBezTo>
                  <a:cubicBezTo>
                    <a:pt x="322" y="23"/>
                    <a:pt x="318" y="15"/>
                    <a:pt x="310" y="9"/>
                  </a:cubicBezTo>
                  <a:cubicBezTo>
                    <a:pt x="302" y="3"/>
                    <a:pt x="291" y="0"/>
                    <a:pt x="282" y="0"/>
                  </a:cubicBezTo>
                  <a:cubicBezTo>
                    <a:pt x="280" y="0"/>
                    <a:pt x="279" y="0"/>
                    <a:pt x="277" y="0"/>
                  </a:cubicBezTo>
                  <a:cubicBezTo>
                    <a:pt x="275" y="0"/>
                    <a:pt x="274" y="0"/>
                    <a:pt x="272" y="0"/>
                  </a:cubicBezTo>
                  <a:cubicBezTo>
                    <a:pt x="117" y="0"/>
                    <a:pt x="117" y="0"/>
                    <a:pt x="117" y="0"/>
                  </a:cubicBezTo>
                  <a:cubicBezTo>
                    <a:pt x="115" y="0"/>
                    <a:pt x="112" y="0"/>
                    <a:pt x="110" y="1"/>
                  </a:cubicBezTo>
                  <a:cubicBezTo>
                    <a:pt x="98" y="2"/>
                    <a:pt x="88" y="7"/>
                    <a:pt x="78" y="13"/>
                  </a:cubicBezTo>
                  <a:cubicBezTo>
                    <a:pt x="60" y="23"/>
                    <a:pt x="42" y="39"/>
                    <a:pt x="27" y="58"/>
                  </a:cubicBezTo>
                  <a:cubicBezTo>
                    <a:pt x="12" y="77"/>
                    <a:pt x="0" y="101"/>
                    <a:pt x="0" y="130"/>
                  </a:cubicBezTo>
                  <a:cubicBezTo>
                    <a:pt x="0" y="140"/>
                    <a:pt x="2" y="150"/>
                    <a:pt x="5" y="160"/>
                  </a:cubicBezTo>
                  <a:cubicBezTo>
                    <a:pt x="6" y="161"/>
                    <a:pt x="6" y="161"/>
                    <a:pt x="6" y="161"/>
                  </a:cubicBezTo>
                  <a:cubicBezTo>
                    <a:pt x="6" y="161"/>
                    <a:pt x="6" y="161"/>
                    <a:pt x="6" y="161"/>
                  </a:cubicBezTo>
                  <a:cubicBezTo>
                    <a:pt x="14" y="182"/>
                    <a:pt x="30" y="200"/>
                    <a:pt x="53" y="214"/>
                  </a:cubicBezTo>
                  <a:cubicBezTo>
                    <a:pt x="60" y="218"/>
                    <a:pt x="69" y="223"/>
                    <a:pt x="78" y="226"/>
                  </a:cubicBezTo>
                  <a:cubicBezTo>
                    <a:pt x="78" y="154"/>
                    <a:pt x="78" y="154"/>
                    <a:pt x="78" y="154"/>
                  </a:cubicBezTo>
                  <a:cubicBezTo>
                    <a:pt x="70" y="148"/>
                    <a:pt x="67" y="142"/>
                    <a:pt x="65" y="138"/>
                  </a:cubicBezTo>
                  <a:cubicBezTo>
                    <a:pt x="65" y="138"/>
                    <a:pt x="65" y="138"/>
                    <a:pt x="65" y="138"/>
                  </a:cubicBezTo>
                  <a:cubicBezTo>
                    <a:pt x="64" y="135"/>
                    <a:pt x="64" y="133"/>
                    <a:pt x="64" y="130"/>
                  </a:cubicBezTo>
                  <a:cubicBezTo>
                    <a:pt x="64" y="124"/>
                    <a:pt x="66" y="117"/>
                    <a:pt x="70" y="109"/>
                  </a:cubicBezTo>
                  <a:cubicBezTo>
                    <a:pt x="74" y="101"/>
                    <a:pt x="80" y="94"/>
                    <a:pt x="86" y="87"/>
                  </a:cubicBezTo>
                  <a:cubicBezTo>
                    <a:pt x="86" y="696"/>
                    <a:pt x="86" y="696"/>
                    <a:pt x="86" y="696"/>
                  </a:cubicBezTo>
                  <a:cubicBezTo>
                    <a:pt x="86" y="724"/>
                    <a:pt x="108" y="746"/>
                    <a:pt x="136" y="746"/>
                  </a:cubicBezTo>
                  <a:cubicBezTo>
                    <a:pt x="163" y="746"/>
                    <a:pt x="185" y="724"/>
                    <a:pt x="185" y="696"/>
                  </a:cubicBezTo>
                  <a:cubicBezTo>
                    <a:pt x="185" y="335"/>
                    <a:pt x="185" y="335"/>
                    <a:pt x="185" y="335"/>
                  </a:cubicBezTo>
                  <a:cubicBezTo>
                    <a:pt x="204" y="335"/>
                    <a:pt x="204" y="335"/>
                    <a:pt x="204" y="335"/>
                  </a:cubicBezTo>
                  <a:cubicBezTo>
                    <a:pt x="204" y="696"/>
                    <a:pt x="204" y="696"/>
                    <a:pt x="204" y="696"/>
                  </a:cubicBezTo>
                  <a:cubicBezTo>
                    <a:pt x="204" y="724"/>
                    <a:pt x="226" y="746"/>
                    <a:pt x="253" y="746"/>
                  </a:cubicBezTo>
                  <a:cubicBezTo>
                    <a:pt x="280" y="746"/>
                    <a:pt x="303" y="724"/>
                    <a:pt x="303" y="696"/>
                  </a:cubicBezTo>
                  <a:lnTo>
                    <a:pt x="303" y="2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61"/>
            <p:cNvSpPr>
              <a:spLocks/>
            </p:cNvSpPr>
            <p:nvPr/>
          </p:nvSpPr>
          <p:spPr bwMode="auto">
            <a:xfrm>
              <a:off x="5772150" y="-200025"/>
              <a:ext cx="455613" cy="247650"/>
            </a:xfrm>
            <a:custGeom>
              <a:avLst/>
              <a:gdLst>
                <a:gd name="T0" fmla="*/ 37 w 227"/>
                <a:gd name="T1" fmla="*/ 120 h 124"/>
                <a:gd name="T2" fmla="*/ 62 w 227"/>
                <a:gd name="T3" fmla="*/ 110 h 124"/>
                <a:gd name="T4" fmla="*/ 102 w 227"/>
                <a:gd name="T5" fmla="*/ 124 h 124"/>
                <a:gd name="T6" fmla="*/ 141 w 227"/>
                <a:gd name="T7" fmla="*/ 111 h 124"/>
                <a:gd name="T8" fmla="*/ 176 w 227"/>
                <a:gd name="T9" fmla="*/ 124 h 124"/>
                <a:gd name="T10" fmla="*/ 227 w 227"/>
                <a:gd name="T11" fmla="*/ 73 h 124"/>
                <a:gd name="T12" fmla="*/ 176 w 227"/>
                <a:gd name="T13" fmla="*/ 22 h 124"/>
                <a:gd name="T14" fmla="*/ 165 w 227"/>
                <a:gd name="T15" fmla="*/ 23 h 124"/>
                <a:gd name="T16" fmla="*/ 173 w 227"/>
                <a:gd name="T17" fmla="*/ 52 h 124"/>
                <a:gd name="T18" fmla="*/ 154 w 227"/>
                <a:gd name="T19" fmla="*/ 97 h 124"/>
                <a:gd name="T20" fmla="*/ 164 w 227"/>
                <a:gd name="T21" fmla="*/ 62 h 124"/>
                <a:gd name="T22" fmla="*/ 102 w 227"/>
                <a:gd name="T23" fmla="*/ 0 h 124"/>
                <a:gd name="T24" fmla="*/ 59 w 227"/>
                <a:gd name="T25" fmla="*/ 17 h 124"/>
                <a:gd name="T26" fmla="*/ 42 w 227"/>
                <a:gd name="T27" fmla="*/ 47 h 124"/>
                <a:gd name="T28" fmla="*/ 37 w 227"/>
                <a:gd name="T29" fmla="*/ 47 h 124"/>
                <a:gd name="T30" fmla="*/ 0 w 227"/>
                <a:gd name="T31" fmla="*/ 84 h 124"/>
                <a:gd name="T32" fmla="*/ 37 w 227"/>
                <a:gd name="T33" fmla="*/ 12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7" h="124">
                  <a:moveTo>
                    <a:pt x="37" y="120"/>
                  </a:moveTo>
                  <a:cubicBezTo>
                    <a:pt x="47" y="120"/>
                    <a:pt x="56" y="116"/>
                    <a:pt x="62" y="110"/>
                  </a:cubicBezTo>
                  <a:cubicBezTo>
                    <a:pt x="73" y="119"/>
                    <a:pt x="87" y="124"/>
                    <a:pt x="102" y="124"/>
                  </a:cubicBezTo>
                  <a:cubicBezTo>
                    <a:pt x="117" y="124"/>
                    <a:pt x="130" y="119"/>
                    <a:pt x="141" y="111"/>
                  </a:cubicBezTo>
                  <a:cubicBezTo>
                    <a:pt x="150" y="119"/>
                    <a:pt x="162" y="124"/>
                    <a:pt x="176" y="124"/>
                  </a:cubicBezTo>
                  <a:cubicBezTo>
                    <a:pt x="204" y="124"/>
                    <a:pt x="227" y="101"/>
                    <a:pt x="227" y="73"/>
                  </a:cubicBezTo>
                  <a:cubicBezTo>
                    <a:pt x="227" y="45"/>
                    <a:pt x="204" y="22"/>
                    <a:pt x="176" y="22"/>
                  </a:cubicBezTo>
                  <a:cubicBezTo>
                    <a:pt x="172" y="22"/>
                    <a:pt x="169" y="22"/>
                    <a:pt x="165" y="23"/>
                  </a:cubicBezTo>
                  <a:cubicBezTo>
                    <a:pt x="170" y="31"/>
                    <a:pt x="173" y="41"/>
                    <a:pt x="173" y="52"/>
                  </a:cubicBezTo>
                  <a:cubicBezTo>
                    <a:pt x="173" y="70"/>
                    <a:pt x="165" y="86"/>
                    <a:pt x="154" y="97"/>
                  </a:cubicBezTo>
                  <a:cubicBezTo>
                    <a:pt x="160" y="87"/>
                    <a:pt x="164" y="75"/>
                    <a:pt x="164" y="62"/>
                  </a:cubicBezTo>
                  <a:cubicBezTo>
                    <a:pt x="164" y="28"/>
                    <a:pt x="136" y="0"/>
                    <a:pt x="102" y="0"/>
                  </a:cubicBezTo>
                  <a:cubicBezTo>
                    <a:pt x="85" y="0"/>
                    <a:pt x="70" y="6"/>
                    <a:pt x="59" y="17"/>
                  </a:cubicBezTo>
                  <a:cubicBezTo>
                    <a:pt x="51" y="25"/>
                    <a:pt x="45" y="36"/>
                    <a:pt x="42" y="47"/>
                  </a:cubicBezTo>
                  <a:cubicBezTo>
                    <a:pt x="40" y="47"/>
                    <a:pt x="38" y="47"/>
                    <a:pt x="37" y="47"/>
                  </a:cubicBezTo>
                  <a:cubicBezTo>
                    <a:pt x="17" y="47"/>
                    <a:pt x="0" y="63"/>
                    <a:pt x="0" y="84"/>
                  </a:cubicBezTo>
                  <a:cubicBezTo>
                    <a:pt x="0" y="104"/>
                    <a:pt x="17" y="120"/>
                    <a:pt x="37"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62"/>
            <p:cNvSpPr>
              <a:spLocks/>
            </p:cNvSpPr>
            <p:nvPr/>
          </p:nvSpPr>
          <p:spPr bwMode="auto">
            <a:xfrm>
              <a:off x="8304213" y="320675"/>
              <a:ext cx="455613" cy="250825"/>
            </a:xfrm>
            <a:custGeom>
              <a:avLst/>
              <a:gdLst>
                <a:gd name="T0" fmla="*/ 37 w 227"/>
                <a:gd name="T1" fmla="*/ 121 h 125"/>
                <a:gd name="T2" fmla="*/ 62 w 227"/>
                <a:gd name="T3" fmla="*/ 110 h 125"/>
                <a:gd name="T4" fmla="*/ 102 w 227"/>
                <a:gd name="T5" fmla="*/ 125 h 125"/>
                <a:gd name="T6" fmla="*/ 141 w 227"/>
                <a:gd name="T7" fmla="*/ 111 h 125"/>
                <a:gd name="T8" fmla="*/ 176 w 227"/>
                <a:gd name="T9" fmla="*/ 125 h 125"/>
                <a:gd name="T10" fmla="*/ 227 w 227"/>
                <a:gd name="T11" fmla="*/ 73 h 125"/>
                <a:gd name="T12" fmla="*/ 176 w 227"/>
                <a:gd name="T13" fmla="*/ 22 h 125"/>
                <a:gd name="T14" fmla="*/ 165 w 227"/>
                <a:gd name="T15" fmla="*/ 23 h 125"/>
                <a:gd name="T16" fmla="*/ 173 w 227"/>
                <a:gd name="T17" fmla="*/ 53 h 125"/>
                <a:gd name="T18" fmla="*/ 154 w 227"/>
                <a:gd name="T19" fmla="*/ 97 h 125"/>
                <a:gd name="T20" fmla="*/ 164 w 227"/>
                <a:gd name="T21" fmla="*/ 62 h 125"/>
                <a:gd name="T22" fmla="*/ 102 w 227"/>
                <a:gd name="T23" fmla="*/ 0 h 125"/>
                <a:gd name="T24" fmla="*/ 59 w 227"/>
                <a:gd name="T25" fmla="*/ 18 h 125"/>
                <a:gd name="T26" fmla="*/ 42 w 227"/>
                <a:gd name="T27" fmla="*/ 48 h 125"/>
                <a:gd name="T28" fmla="*/ 37 w 227"/>
                <a:gd name="T29" fmla="*/ 48 h 125"/>
                <a:gd name="T30" fmla="*/ 0 w 227"/>
                <a:gd name="T31" fmla="*/ 84 h 125"/>
                <a:gd name="T32" fmla="*/ 37 w 227"/>
                <a:gd name="T33" fmla="*/ 121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7" h="125">
                  <a:moveTo>
                    <a:pt x="37" y="121"/>
                  </a:moveTo>
                  <a:cubicBezTo>
                    <a:pt x="47" y="121"/>
                    <a:pt x="56" y="117"/>
                    <a:pt x="62" y="110"/>
                  </a:cubicBezTo>
                  <a:cubicBezTo>
                    <a:pt x="73" y="119"/>
                    <a:pt x="87" y="125"/>
                    <a:pt x="102" y="125"/>
                  </a:cubicBezTo>
                  <a:cubicBezTo>
                    <a:pt x="117" y="125"/>
                    <a:pt x="130" y="120"/>
                    <a:pt x="141" y="111"/>
                  </a:cubicBezTo>
                  <a:cubicBezTo>
                    <a:pt x="150" y="119"/>
                    <a:pt x="162" y="125"/>
                    <a:pt x="176" y="125"/>
                  </a:cubicBezTo>
                  <a:cubicBezTo>
                    <a:pt x="204" y="125"/>
                    <a:pt x="227" y="102"/>
                    <a:pt x="227" y="73"/>
                  </a:cubicBezTo>
                  <a:cubicBezTo>
                    <a:pt x="227" y="45"/>
                    <a:pt x="204" y="22"/>
                    <a:pt x="176" y="22"/>
                  </a:cubicBezTo>
                  <a:cubicBezTo>
                    <a:pt x="172" y="22"/>
                    <a:pt x="169" y="22"/>
                    <a:pt x="165" y="23"/>
                  </a:cubicBezTo>
                  <a:cubicBezTo>
                    <a:pt x="170" y="32"/>
                    <a:pt x="173" y="42"/>
                    <a:pt x="173" y="53"/>
                  </a:cubicBezTo>
                  <a:cubicBezTo>
                    <a:pt x="173" y="70"/>
                    <a:pt x="165" y="86"/>
                    <a:pt x="154" y="97"/>
                  </a:cubicBezTo>
                  <a:cubicBezTo>
                    <a:pt x="160" y="87"/>
                    <a:pt x="164" y="75"/>
                    <a:pt x="164" y="62"/>
                  </a:cubicBezTo>
                  <a:cubicBezTo>
                    <a:pt x="164" y="28"/>
                    <a:pt x="136" y="0"/>
                    <a:pt x="102" y="0"/>
                  </a:cubicBezTo>
                  <a:cubicBezTo>
                    <a:pt x="85" y="0"/>
                    <a:pt x="70" y="7"/>
                    <a:pt x="59" y="18"/>
                  </a:cubicBezTo>
                  <a:cubicBezTo>
                    <a:pt x="51" y="26"/>
                    <a:pt x="45" y="36"/>
                    <a:pt x="42" y="48"/>
                  </a:cubicBezTo>
                  <a:cubicBezTo>
                    <a:pt x="40" y="48"/>
                    <a:pt x="38" y="48"/>
                    <a:pt x="37" y="48"/>
                  </a:cubicBezTo>
                  <a:cubicBezTo>
                    <a:pt x="17" y="48"/>
                    <a:pt x="0" y="64"/>
                    <a:pt x="0" y="84"/>
                  </a:cubicBezTo>
                  <a:cubicBezTo>
                    <a:pt x="0" y="104"/>
                    <a:pt x="17" y="121"/>
                    <a:pt x="37" y="1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63"/>
            <p:cNvSpPr>
              <a:spLocks/>
            </p:cNvSpPr>
            <p:nvPr/>
          </p:nvSpPr>
          <p:spPr bwMode="auto">
            <a:xfrm>
              <a:off x="7980363" y="-38100"/>
              <a:ext cx="182563" cy="207963"/>
            </a:xfrm>
            <a:custGeom>
              <a:avLst/>
              <a:gdLst>
                <a:gd name="T0" fmla="*/ 0 w 91"/>
                <a:gd name="T1" fmla="*/ 86 h 104"/>
                <a:gd name="T2" fmla="*/ 40 w 91"/>
                <a:gd name="T3" fmla="*/ 104 h 104"/>
                <a:gd name="T4" fmla="*/ 91 w 91"/>
                <a:gd name="T5" fmla="*/ 52 h 104"/>
                <a:gd name="T6" fmla="*/ 40 w 91"/>
                <a:gd name="T7" fmla="*/ 0 h 104"/>
                <a:gd name="T8" fmla="*/ 39 w 91"/>
                <a:gd name="T9" fmla="*/ 0 h 104"/>
                <a:gd name="T10" fmla="*/ 39 w 91"/>
                <a:gd name="T11" fmla="*/ 10 h 104"/>
                <a:gd name="T12" fmla="*/ 0 w 91"/>
                <a:gd name="T13" fmla="*/ 86 h 104"/>
              </a:gdLst>
              <a:ahLst/>
              <a:cxnLst>
                <a:cxn ang="0">
                  <a:pos x="T0" y="T1"/>
                </a:cxn>
                <a:cxn ang="0">
                  <a:pos x="T2" y="T3"/>
                </a:cxn>
                <a:cxn ang="0">
                  <a:pos x="T4" y="T5"/>
                </a:cxn>
                <a:cxn ang="0">
                  <a:pos x="T6" y="T7"/>
                </a:cxn>
                <a:cxn ang="0">
                  <a:pos x="T8" y="T9"/>
                </a:cxn>
                <a:cxn ang="0">
                  <a:pos x="T10" y="T11"/>
                </a:cxn>
                <a:cxn ang="0">
                  <a:pos x="T12" y="T13"/>
                </a:cxn>
              </a:cxnLst>
              <a:rect l="0" t="0" r="r" b="b"/>
              <a:pathLst>
                <a:path w="91" h="104">
                  <a:moveTo>
                    <a:pt x="0" y="86"/>
                  </a:moveTo>
                  <a:cubicBezTo>
                    <a:pt x="10" y="97"/>
                    <a:pt x="24" y="104"/>
                    <a:pt x="40" y="104"/>
                  </a:cubicBezTo>
                  <a:cubicBezTo>
                    <a:pt x="68" y="104"/>
                    <a:pt x="91" y="81"/>
                    <a:pt x="91" y="52"/>
                  </a:cubicBezTo>
                  <a:cubicBezTo>
                    <a:pt x="91" y="23"/>
                    <a:pt x="68" y="0"/>
                    <a:pt x="40" y="0"/>
                  </a:cubicBezTo>
                  <a:cubicBezTo>
                    <a:pt x="39" y="0"/>
                    <a:pt x="39" y="0"/>
                    <a:pt x="39" y="0"/>
                  </a:cubicBezTo>
                  <a:cubicBezTo>
                    <a:pt x="39" y="3"/>
                    <a:pt x="39" y="7"/>
                    <a:pt x="39" y="10"/>
                  </a:cubicBezTo>
                  <a:cubicBezTo>
                    <a:pt x="39" y="41"/>
                    <a:pt x="24" y="69"/>
                    <a:pt x="0" y="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64"/>
            <p:cNvSpPr>
              <a:spLocks/>
            </p:cNvSpPr>
            <p:nvPr/>
          </p:nvSpPr>
          <p:spPr bwMode="auto">
            <a:xfrm>
              <a:off x="7515225" y="-206376"/>
              <a:ext cx="527050" cy="382588"/>
            </a:xfrm>
            <a:custGeom>
              <a:avLst/>
              <a:gdLst>
                <a:gd name="T0" fmla="*/ 37 w 262"/>
                <a:gd name="T1" fmla="*/ 191 h 191"/>
                <a:gd name="T2" fmla="*/ 62 w 262"/>
                <a:gd name="T3" fmla="*/ 181 h 191"/>
                <a:gd name="T4" fmla="*/ 90 w 262"/>
                <a:gd name="T5" fmla="*/ 188 h 191"/>
                <a:gd name="T6" fmla="*/ 125 w 262"/>
                <a:gd name="T7" fmla="*/ 177 h 191"/>
                <a:gd name="T8" fmla="*/ 168 w 262"/>
                <a:gd name="T9" fmla="*/ 188 h 191"/>
                <a:gd name="T10" fmla="*/ 172 w 262"/>
                <a:gd name="T11" fmla="*/ 188 h 191"/>
                <a:gd name="T12" fmla="*/ 262 w 262"/>
                <a:gd name="T13" fmla="*/ 94 h 191"/>
                <a:gd name="T14" fmla="*/ 172 w 262"/>
                <a:gd name="T15" fmla="*/ 0 h 191"/>
                <a:gd name="T16" fmla="*/ 168 w 262"/>
                <a:gd name="T17" fmla="*/ 0 h 191"/>
                <a:gd name="T18" fmla="*/ 84 w 262"/>
                <a:gd name="T19" fmla="*/ 52 h 191"/>
                <a:gd name="T20" fmla="*/ 134 w 262"/>
                <a:gd name="T21" fmla="*/ 80 h 191"/>
                <a:gd name="T22" fmla="*/ 90 w 262"/>
                <a:gd name="T23" fmla="*/ 62 h 191"/>
                <a:gd name="T24" fmla="*/ 29 w 262"/>
                <a:gd name="T25" fmla="*/ 110 h 191"/>
                <a:gd name="T26" fmla="*/ 37 w 262"/>
                <a:gd name="T27" fmla="*/ 110 h 191"/>
                <a:gd name="T28" fmla="*/ 74 w 262"/>
                <a:gd name="T29" fmla="*/ 147 h 191"/>
                <a:gd name="T30" fmla="*/ 74 w 262"/>
                <a:gd name="T31" fmla="*/ 150 h 191"/>
                <a:gd name="T32" fmla="*/ 37 w 262"/>
                <a:gd name="T33" fmla="*/ 117 h 191"/>
                <a:gd name="T34" fmla="*/ 0 w 262"/>
                <a:gd name="T35" fmla="*/ 150 h 191"/>
                <a:gd name="T36" fmla="*/ 0 w 262"/>
                <a:gd name="T37" fmla="*/ 154 h 191"/>
                <a:gd name="T38" fmla="*/ 37 w 262"/>
                <a:gd name="T39" fmla="*/ 191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2" h="191">
                  <a:moveTo>
                    <a:pt x="37" y="191"/>
                  </a:moveTo>
                  <a:cubicBezTo>
                    <a:pt x="47" y="191"/>
                    <a:pt x="55" y="187"/>
                    <a:pt x="62" y="181"/>
                  </a:cubicBezTo>
                  <a:cubicBezTo>
                    <a:pt x="71" y="185"/>
                    <a:pt x="80" y="188"/>
                    <a:pt x="90" y="188"/>
                  </a:cubicBezTo>
                  <a:cubicBezTo>
                    <a:pt x="103" y="188"/>
                    <a:pt x="115" y="184"/>
                    <a:pt x="125" y="177"/>
                  </a:cubicBezTo>
                  <a:cubicBezTo>
                    <a:pt x="138" y="184"/>
                    <a:pt x="153" y="188"/>
                    <a:pt x="168" y="188"/>
                  </a:cubicBezTo>
                  <a:cubicBezTo>
                    <a:pt x="170" y="188"/>
                    <a:pt x="171" y="188"/>
                    <a:pt x="172" y="188"/>
                  </a:cubicBezTo>
                  <a:cubicBezTo>
                    <a:pt x="222" y="186"/>
                    <a:pt x="262" y="145"/>
                    <a:pt x="262" y="94"/>
                  </a:cubicBezTo>
                  <a:cubicBezTo>
                    <a:pt x="262" y="44"/>
                    <a:pt x="222" y="2"/>
                    <a:pt x="172" y="0"/>
                  </a:cubicBezTo>
                  <a:cubicBezTo>
                    <a:pt x="171" y="0"/>
                    <a:pt x="170" y="0"/>
                    <a:pt x="168" y="0"/>
                  </a:cubicBezTo>
                  <a:cubicBezTo>
                    <a:pt x="131" y="0"/>
                    <a:pt x="100" y="21"/>
                    <a:pt x="84" y="52"/>
                  </a:cubicBezTo>
                  <a:cubicBezTo>
                    <a:pt x="105" y="53"/>
                    <a:pt x="123" y="64"/>
                    <a:pt x="134" y="80"/>
                  </a:cubicBezTo>
                  <a:cubicBezTo>
                    <a:pt x="123" y="69"/>
                    <a:pt x="107" y="62"/>
                    <a:pt x="90" y="62"/>
                  </a:cubicBezTo>
                  <a:cubicBezTo>
                    <a:pt x="61" y="62"/>
                    <a:pt x="36" y="83"/>
                    <a:pt x="29" y="110"/>
                  </a:cubicBezTo>
                  <a:cubicBezTo>
                    <a:pt x="32" y="110"/>
                    <a:pt x="34" y="110"/>
                    <a:pt x="37" y="110"/>
                  </a:cubicBezTo>
                  <a:cubicBezTo>
                    <a:pt x="57" y="110"/>
                    <a:pt x="74" y="126"/>
                    <a:pt x="74" y="147"/>
                  </a:cubicBezTo>
                  <a:cubicBezTo>
                    <a:pt x="74" y="148"/>
                    <a:pt x="74" y="149"/>
                    <a:pt x="74" y="150"/>
                  </a:cubicBezTo>
                  <a:cubicBezTo>
                    <a:pt x="72" y="132"/>
                    <a:pt x="56" y="117"/>
                    <a:pt x="37" y="117"/>
                  </a:cubicBezTo>
                  <a:cubicBezTo>
                    <a:pt x="18" y="117"/>
                    <a:pt x="2" y="132"/>
                    <a:pt x="0" y="150"/>
                  </a:cubicBezTo>
                  <a:cubicBezTo>
                    <a:pt x="0" y="152"/>
                    <a:pt x="0" y="153"/>
                    <a:pt x="0" y="154"/>
                  </a:cubicBezTo>
                  <a:cubicBezTo>
                    <a:pt x="0" y="174"/>
                    <a:pt x="17" y="191"/>
                    <a:pt x="37" y="1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65"/>
            <p:cNvSpPr>
              <a:spLocks/>
            </p:cNvSpPr>
            <p:nvPr/>
          </p:nvSpPr>
          <p:spPr bwMode="auto">
            <a:xfrm>
              <a:off x="4913313" y="352425"/>
              <a:ext cx="306388" cy="171450"/>
            </a:xfrm>
            <a:custGeom>
              <a:avLst/>
              <a:gdLst>
                <a:gd name="T0" fmla="*/ 83 w 153"/>
                <a:gd name="T1" fmla="*/ 85 h 85"/>
                <a:gd name="T2" fmla="*/ 153 w 153"/>
                <a:gd name="T3" fmla="*/ 40 h 85"/>
                <a:gd name="T4" fmla="*/ 77 w 153"/>
                <a:gd name="T5" fmla="*/ 61 h 85"/>
                <a:gd name="T6" fmla="*/ 0 w 153"/>
                <a:gd name="T7" fmla="*/ 80 h 85"/>
                <a:gd name="T8" fmla="*/ 83 w 153"/>
                <a:gd name="T9" fmla="*/ 85 h 85"/>
              </a:gdLst>
              <a:ahLst/>
              <a:cxnLst>
                <a:cxn ang="0">
                  <a:pos x="T0" y="T1"/>
                </a:cxn>
                <a:cxn ang="0">
                  <a:pos x="T2" y="T3"/>
                </a:cxn>
                <a:cxn ang="0">
                  <a:pos x="T4" y="T5"/>
                </a:cxn>
                <a:cxn ang="0">
                  <a:pos x="T6" y="T7"/>
                </a:cxn>
                <a:cxn ang="0">
                  <a:pos x="T8" y="T9"/>
                </a:cxn>
              </a:cxnLst>
              <a:rect l="0" t="0" r="r" b="b"/>
              <a:pathLst>
                <a:path w="153" h="85">
                  <a:moveTo>
                    <a:pt x="83" y="85"/>
                  </a:moveTo>
                  <a:cubicBezTo>
                    <a:pt x="92" y="70"/>
                    <a:pt x="120" y="33"/>
                    <a:pt x="153" y="40"/>
                  </a:cubicBezTo>
                  <a:cubicBezTo>
                    <a:pt x="118" y="0"/>
                    <a:pt x="77" y="61"/>
                    <a:pt x="77" y="61"/>
                  </a:cubicBezTo>
                  <a:cubicBezTo>
                    <a:pt x="77" y="61"/>
                    <a:pt x="12" y="27"/>
                    <a:pt x="0" y="80"/>
                  </a:cubicBezTo>
                  <a:cubicBezTo>
                    <a:pt x="26" y="57"/>
                    <a:pt x="68" y="76"/>
                    <a:pt x="83" y="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66"/>
            <p:cNvSpPr>
              <a:spLocks/>
            </p:cNvSpPr>
            <p:nvPr/>
          </p:nvSpPr>
          <p:spPr bwMode="auto">
            <a:xfrm>
              <a:off x="5224463" y="485775"/>
              <a:ext cx="307975" cy="169863"/>
            </a:xfrm>
            <a:custGeom>
              <a:avLst/>
              <a:gdLst>
                <a:gd name="T0" fmla="*/ 83 w 154"/>
                <a:gd name="T1" fmla="*/ 85 h 85"/>
                <a:gd name="T2" fmla="*/ 154 w 154"/>
                <a:gd name="T3" fmla="*/ 41 h 85"/>
                <a:gd name="T4" fmla="*/ 77 w 154"/>
                <a:gd name="T5" fmla="*/ 62 h 85"/>
                <a:gd name="T6" fmla="*/ 0 w 154"/>
                <a:gd name="T7" fmla="*/ 80 h 85"/>
                <a:gd name="T8" fmla="*/ 83 w 154"/>
                <a:gd name="T9" fmla="*/ 85 h 85"/>
              </a:gdLst>
              <a:ahLst/>
              <a:cxnLst>
                <a:cxn ang="0">
                  <a:pos x="T0" y="T1"/>
                </a:cxn>
                <a:cxn ang="0">
                  <a:pos x="T2" y="T3"/>
                </a:cxn>
                <a:cxn ang="0">
                  <a:pos x="T4" y="T5"/>
                </a:cxn>
                <a:cxn ang="0">
                  <a:pos x="T6" y="T7"/>
                </a:cxn>
                <a:cxn ang="0">
                  <a:pos x="T8" y="T9"/>
                </a:cxn>
              </a:cxnLst>
              <a:rect l="0" t="0" r="r" b="b"/>
              <a:pathLst>
                <a:path w="154" h="85">
                  <a:moveTo>
                    <a:pt x="83" y="85"/>
                  </a:moveTo>
                  <a:cubicBezTo>
                    <a:pt x="92" y="70"/>
                    <a:pt x="120" y="33"/>
                    <a:pt x="154" y="41"/>
                  </a:cubicBezTo>
                  <a:cubicBezTo>
                    <a:pt x="118" y="0"/>
                    <a:pt x="77" y="62"/>
                    <a:pt x="77" y="62"/>
                  </a:cubicBezTo>
                  <a:cubicBezTo>
                    <a:pt x="77" y="62"/>
                    <a:pt x="12" y="28"/>
                    <a:pt x="0" y="80"/>
                  </a:cubicBezTo>
                  <a:cubicBezTo>
                    <a:pt x="26" y="58"/>
                    <a:pt x="68" y="76"/>
                    <a:pt x="83" y="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67"/>
            <p:cNvSpPr>
              <a:spLocks/>
            </p:cNvSpPr>
            <p:nvPr/>
          </p:nvSpPr>
          <p:spPr bwMode="auto">
            <a:xfrm>
              <a:off x="5273675" y="128587"/>
              <a:ext cx="307975" cy="169863"/>
            </a:xfrm>
            <a:custGeom>
              <a:avLst/>
              <a:gdLst>
                <a:gd name="T0" fmla="*/ 83 w 153"/>
                <a:gd name="T1" fmla="*/ 85 h 85"/>
                <a:gd name="T2" fmla="*/ 153 w 153"/>
                <a:gd name="T3" fmla="*/ 40 h 85"/>
                <a:gd name="T4" fmla="*/ 77 w 153"/>
                <a:gd name="T5" fmla="*/ 62 h 85"/>
                <a:gd name="T6" fmla="*/ 0 w 153"/>
                <a:gd name="T7" fmla="*/ 80 h 85"/>
                <a:gd name="T8" fmla="*/ 83 w 153"/>
                <a:gd name="T9" fmla="*/ 85 h 85"/>
              </a:gdLst>
              <a:ahLst/>
              <a:cxnLst>
                <a:cxn ang="0">
                  <a:pos x="T0" y="T1"/>
                </a:cxn>
                <a:cxn ang="0">
                  <a:pos x="T2" y="T3"/>
                </a:cxn>
                <a:cxn ang="0">
                  <a:pos x="T4" y="T5"/>
                </a:cxn>
                <a:cxn ang="0">
                  <a:pos x="T6" y="T7"/>
                </a:cxn>
                <a:cxn ang="0">
                  <a:pos x="T8" y="T9"/>
                </a:cxn>
              </a:cxnLst>
              <a:rect l="0" t="0" r="r" b="b"/>
              <a:pathLst>
                <a:path w="153" h="85">
                  <a:moveTo>
                    <a:pt x="83" y="85"/>
                  </a:moveTo>
                  <a:cubicBezTo>
                    <a:pt x="92" y="70"/>
                    <a:pt x="120" y="33"/>
                    <a:pt x="153" y="40"/>
                  </a:cubicBezTo>
                  <a:cubicBezTo>
                    <a:pt x="117" y="0"/>
                    <a:pt x="77" y="62"/>
                    <a:pt x="77" y="62"/>
                  </a:cubicBezTo>
                  <a:cubicBezTo>
                    <a:pt x="77" y="62"/>
                    <a:pt x="12" y="27"/>
                    <a:pt x="0" y="80"/>
                  </a:cubicBezTo>
                  <a:cubicBezTo>
                    <a:pt x="26" y="57"/>
                    <a:pt x="68" y="76"/>
                    <a:pt x="83" y="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56" name="组合 155"/>
          <p:cNvGrpSpPr/>
          <p:nvPr/>
        </p:nvGrpSpPr>
        <p:grpSpPr>
          <a:xfrm>
            <a:off x="6072131" y="1221513"/>
            <a:ext cx="2381969" cy="2020323"/>
            <a:chOff x="1246188" y="58737"/>
            <a:chExt cx="3084512" cy="2616201"/>
          </a:xfrm>
          <a:solidFill>
            <a:schemeClr val="tx1">
              <a:lumMod val="65000"/>
              <a:lumOff val="35000"/>
            </a:schemeClr>
          </a:solidFill>
        </p:grpSpPr>
        <p:sp>
          <p:nvSpPr>
            <p:cNvPr id="157" name="Freeform 68"/>
            <p:cNvSpPr>
              <a:spLocks/>
            </p:cNvSpPr>
            <p:nvPr/>
          </p:nvSpPr>
          <p:spPr bwMode="auto">
            <a:xfrm>
              <a:off x="2462213" y="1374775"/>
              <a:ext cx="501650" cy="1168400"/>
            </a:xfrm>
            <a:custGeom>
              <a:avLst/>
              <a:gdLst>
                <a:gd name="T0" fmla="*/ 42 w 250"/>
                <a:gd name="T1" fmla="*/ 64 h 582"/>
                <a:gd name="T2" fmla="*/ 47 w 250"/>
                <a:gd name="T3" fmla="*/ 66 h 582"/>
                <a:gd name="T4" fmla="*/ 55 w 250"/>
                <a:gd name="T5" fmla="*/ 24 h 582"/>
                <a:gd name="T6" fmla="*/ 81 w 250"/>
                <a:gd name="T7" fmla="*/ 24 h 582"/>
                <a:gd name="T8" fmla="*/ 81 w 250"/>
                <a:gd name="T9" fmla="*/ 71 h 582"/>
                <a:gd name="T10" fmla="*/ 91 w 250"/>
                <a:gd name="T11" fmla="*/ 70 h 582"/>
                <a:gd name="T12" fmla="*/ 96 w 250"/>
                <a:gd name="T13" fmla="*/ 70 h 582"/>
                <a:gd name="T14" fmla="*/ 97 w 250"/>
                <a:gd name="T15" fmla="*/ 70 h 582"/>
                <a:gd name="T16" fmla="*/ 97 w 250"/>
                <a:gd name="T17" fmla="*/ 24 h 582"/>
                <a:gd name="T18" fmla="*/ 123 w 250"/>
                <a:gd name="T19" fmla="*/ 24 h 582"/>
                <a:gd name="T20" fmla="*/ 156 w 250"/>
                <a:gd name="T21" fmla="*/ 200 h 582"/>
                <a:gd name="T22" fmla="*/ 22 w 250"/>
                <a:gd name="T23" fmla="*/ 200 h 582"/>
                <a:gd name="T24" fmla="*/ 32 w 250"/>
                <a:gd name="T25" fmla="*/ 145 h 582"/>
                <a:gd name="T26" fmla="*/ 9 w 250"/>
                <a:gd name="T27" fmla="*/ 137 h 582"/>
                <a:gd name="T28" fmla="*/ 0 w 250"/>
                <a:gd name="T29" fmla="*/ 189 h 582"/>
                <a:gd name="T30" fmla="*/ 0 w 250"/>
                <a:gd name="T31" fmla="*/ 206 h 582"/>
                <a:gd name="T32" fmla="*/ 0 w 250"/>
                <a:gd name="T33" fmla="*/ 321 h 582"/>
                <a:gd name="T34" fmla="*/ 18 w 250"/>
                <a:gd name="T35" fmla="*/ 221 h 582"/>
                <a:gd name="T36" fmla="*/ 160 w 250"/>
                <a:gd name="T37" fmla="*/ 221 h 582"/>
                <a:gd name="T38" fmla="*/ 225 w 250"/>
                <a:gd name="T39" fmla="*/ 572 h 582"/>
                <a:gd name="T40" fmla="*/ 237 w 250"/>
                <a:gd name="T41" fmla="*/ 582 h 582"/>
                <a:gd name="T42" fmla="*/ 239 w 250"/>
                <a:gd name="T43" fmla="*/ 582 h 582"/>
                <a:gd name="T44" fmla="*/ 249 w 250"/>
                <a:gd name="T45" fmla="*/ 568 h 582"/>
                <a:gd name="T46" fmla="*/ 145 w 250"/>
                <a:gd name="T47" fmla="*/ 10 h 582"/>
                <a:gd name="T48" fmla="*/ 133 w 250"/>
                <a:gd name="T49" fmla="*/ 0 h 582"/>
                <a:gd name="T50" fmla="*/ 89 w 250"/>
                <a:gd name="T51" fmla="*/ 0 h 582"/>
                <a:gd name="T52" fmla="*/ 45 w 250"/>
                <a:gd name="T53" fmla="*/ 0 h 582"/>
                <a:gd name="T54" fmla="*/ 33 w 250"/>
                <a:gd name="T55" fmla="*/ 10 h 582"/>
                <a:gd name="T56" fmla="*/ 30 w 250"/>
                <a:gd name="T57" fmla="*/ 24 h 582"/>
                <a:gd name="T58" fmla="*/ 32 w 250"/>
                <a:gd name="T59" fmla="*/ 37 h 582"/>
                <a:gd name="T60" fmla="*/ 42 w 250"/>
                <a:gd name="T61" fmla="*/ 64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50" h="582">
                  <a:moveTo>
                    <a:pt x="42" y="64"/>
                  </a:moveTo>
                  <a:cubicBezTo>
                    <a:pt x="43" y="65"/>
                    <a:pt x="45" y="65"/>
                    <a:pt x="47" y="66"/>
                  </a:cubicBezTo>
                  <a:cubicBezTo>
                    <a:pt x="55" y="24"/>
                    <a:pt x="55" y="24"/>
                    <a:pt x="55" y="24"/>
                  </a:cubicBezTo>
                  <a:cubicBezTo>
                    <a:pt x="81" y="24"/>
                    <a:pt x="81" y="24"/>
                    <a:pt x="81" y="24"/>
                  </a:cubicBezTo>
                  <a:cubicBezTo>
                    <a:pt x="81" y="71"/>
                    <a:pt x="81" y="71"/>
                    <a:pt x="81" y="71"/>
                  </a:cubicBezTo>
                  <a:cubicBezTo>
                    <a:pt x="86" y="70"/>
                    <a:pt x="90" y="70"/>
                    <a:pt x="91" y="70"/>
                  </a:cubicBezTo>
                  <a:cubicBezTo>
                    <a:pt x="93" y="70"/>
                    <a:pt x="94" y="70"/>
                    <a:pt x="96" y="70"/>
                  </a:cubicBezTo>
                  <a:cubicBezTo>
                    <a:pt x="96" y="70"/>
                    <a:pt x="96" y="70"/>
                    <a:pt x="97" y="70"/>
                  </a:cubicBezTo>
                  <a:cubicBezTo>
                    <a:pt x="97" y="24"/>
                    <a:pt x="97" y="24"/>
                    <a:pt x="97" y="24"/>
                  </a:cubicBezTo>
                  <a:cubicBezTo>
                    <a:pt x="123" y="24"/>
                    <a:pt x="123" y="24"/>
                    <a:pt x="123" y="24"/>
                  </a:cubicBezTo>
                  <a:cubicBezTo>
                    <a:pt x="156" y="200"/>
                    <a:pt x="156" y="200"/>
                    <a:pt x="156" y="200"/>
                  </a:cubicBezTo>
                  <a:cubicBezTo>
                    <a:pt x="22" y="200"/>
                    <a:pt x="22" y="200"/>
                    <a:pt x="22" y="200"/>
                  </a:cubicBezTo>
                  <a:cubicBezTo>
                    <a:pt x="32" y="145"/>
                    <a:pt x="32" y="145"/>
                    <a:pt x="32" y="145"/>
                  </a:cubicBezTo>
                  <a:cubicBezTo>
                    <a:pt x="25" y="144"/>
                    <a:pt x="17" y="141"/>
                    <a:pt x="9" y="137"/>
                  </a:cubicBezTo>
                  <a:cubicBezTo>
                    <a:pt x="0" y="189"/>
                    <a:pt x="0" y="189"/>
                    <a:pt x="0" y="189"/>
                  </a:cubicBezTo>
                  <a:cubicBezTo>
                    <a:pt x="0" y="206"/>
                    <a:pt x="0" y="206"/>
                    <a:pt x="0" y="206"/>
                  </a:cubicBezTo>
                  <a:cubicBezTo>
                    <a:pt x="0" y="321"/>
                    <a:pt x="0" y="321"/>
                    <a:pt x="0" y="321"/>
                  </a:cubicBezTo>
                  <a:cubicBezTo>
                    <a:pt x="18" y="221"/>
                    <a:pt x="18" y="221"/>
                    <a:pt x="18" y="221"/>
                  </a:cubicBezTo>
                  <a:cubicBezTo>
                    <a:pt x="160" y="221"/>
                    <a:pt x="160" y="221"/>
                    <a:pt x="160" y="221"/>
                  </a:cubicBezTo>
                  <a:cubicBezTo>
                    <a:pt x="225" y="572"/>
                    <a:pt x="225" y="572"/>
                    <a:pt x="225" y="572"/>
                  </a:cubicBezTo>
                  <a:cubicBezTo>
                    <a:pt x="226" y="578"/>
                    <a:pt x="231" y="582"/>
                    <a:pt x="237" y="582"/>
                  </a:cubicBezTo>
                  <a:cubicBezTo>
                    <a:pt x="237" y="582"/>
                    <a:pt x="238" y="582"/>
                    <a:pt x="239" y="582"/>
                  </a:cubicBezTo>
                  <a:cubicBezTo>
                    <a:pt x="245" y="581"/>
                    <a:pt x="250" y="575"/>
                    <a:pt x="249" y="568"/>
                  </a:cubicBezTo>
                  <a:cubicBezTo>
                    <a:pt x="145" y="10"/>
                    <a:pt x="145" y="10"/>
                    <a:pt x="145" y="10"/>
                  </a:cubicBezTo>
                  <a:cubicBezTo>
                    <a:pt x="144" y="4"/>
                    <a:pt x="139" y="0"/>
                    <a:pt x="133" y="0"/>
                  </a:cubicBezTo>
                  <a:cubicBezTo>
                    <a:pt x="89" y="0"/>
                    <a:pt x="89" y="0"/>
                    <a:pt x="89" y="0"/>
                  </a:cubicBezTo>
                  <a:cubicBezTo>
                    <a:pt x="45" y="0"/>
                    <a:pt x="45" y="0"/>
                    <a:pt x="45" y="0"/>
                  </a:cubicBezTo>
                  <a:cubicBezTo>
                    <a:pt x="39" y="0"/>
                    <a:pt x="34" y="4"/>
                    <a:pt x="33" y="10"/>
                  </a:cubicBezTo>
                  <a:cubicBezTo>
                    <a:pt x="30" y="24"/>
                    <a:pt x="30" y="24"/>
                    <a:pt x="30" y="24"/>
                  </a:cubicBezTo>
                  <a:cubicBezTo>
                    <a:pt x="31" y="28"/>
                    <a:pt x="31" y="33"/>
                    <a:pt x="32" y="37"/>
                  </a:cubicBezTo>
                  <a:cubicBezTo>
                    <a:pt x="34" y="49"/>
                    <a:pt x="38" y="58"/>
                    <a:pt x="42" y="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69"/>
            <p:cNvSpPr>
              <a:spLocks noEditPoints="1"/>
            </p:cNvSpPr>
            <p:nvPr/>
          </p:nvSpPr>
          <p:spPr bwMode="auto">
            <a:xfrm>
              <a:off x="2444750" y="992187"/>
              <a:ext cx="393700" cy="346075"/>
            </a:xfrm>
            <a:custGeom>
              <a:avLst/>
              <a:gdLst>
                <a:gd name="T0" fmla="*/ 24 w 196"/>
                <a:gd name="T1" fmla="*/ 108 h 173"/>
                <a:gd name="T2" fmla="*/ 24 w 196"/>
                <a:gd name="T3" fmla="*/ 65 h 173"/>
                <a:gd name="T4" fmla="*/ 136 w 196"/>
                <a:gd name="T5" fmla="*/ 65 h 173"/>
                <a:gd name="T6" fmla="*/ 136 w 196"/>
                <a:gd name="T7" fmla="*/ 148 h 173"/>
                <a:gd name="T8" fmla="*/ 37 w 196"/>
                <a:gd name="T9" fmla="*/ 148 h 173"/>
                <a:gd name="T10" fmla="*/ 37 w 196"/>
                <a:gd name="T11" fmla="*/ 158 h 173"/>
                <a:gd name="T12" fmla="*/ 37 w 196"/>
                <a:gd name="T13" fmla="*/ 159 h 173"/>
                <a:gd name="T14" fmla="*/ 38 w 196"/>
                <a:gd name="T15" fmla="*/ 173 h 173"/>
                <a:gd name="T16" fmla="*/ 176 w 196"/>
                <a:gd name="T17" fmla="*/ 173 h 173"/>
                <a:gd name="T18" fmla="*/ 196 w 196"/>
                <a:gd name="T19" fmla="*/ 153 h 173"/>
                <a:gd name="T20" fmla="*/ 196 w 196"/>
                <a:gd name="T21" fmla="*/ 49 h 173"/>
                <a:gd name="T22" fmla="*/ 176 w 196"/>
                <a:gd name="T23" fmla="*/ 29 h 173"/>
                <a:gd name="T24" fmla="*/ 114 w 196"/>
                <a:gd name="T25" fmla="*/ 29 h 173"/>
                <a:gd name="T26" fmla="*/ 114 w 196"/>
                <a:gd name="T27" fmla="*/ 12 h 173"/>
                <a:gd name="T28" fmla="*/ 102 w 196"/>
                <a:gd name="T29" fmla="*/ 0 h 173"/>
                <a:gd name="T30" fmla="*/ 42 w 196"/>
                <a:gd name="T31" fmla="*/ 0 h 173"/>
                <a:gd name="T32" fmla="*/ 30 w 196"/>
                <a:gd name="T33" fmla="*/ 12 h 173"/>
                <a:gd name="T34" fmla="*/ 30 w 196"/>
                <a:gd name="T35" fmla="*/ 29 h 173"/>
                <a:gd name="T36" fmla="*/ 20 w 196"/>
                <a:gd name="T37" fmla="*/ 29 h 173"/>
                <a:gd name="T38" fmla="*/ 0 w 196"/>
                <a:gd name="T39" fmla="*/ 49 h 173"/>
                <a:gd name="T40" fmla="*/ 0 w 196"/>
                <a:gd name="T41" fmla="*/ 89 h 173"/>
                <a:gd name="T42" fmla="*/ 12 w 196"/>
                <a:gd name="T43" fmla="*/ 96 h 173"/>
                <a:gd name="T44" fmla="*/ 24 w 196"/>
                <a:gd name="T45" fmla="*/ 108 h 173"/>
                <a:gd name="T46" fmla="*/ 166 w 196"/>
                <a:gd name="T47" fmla="*/ 97 h 173"/>
                <a:gd name="T48" fmla="*/ 182 w 196"/>
                <a:gd name="T49" fmla="*/ 113 h 173"/>
                <a:gd name="T50" fmla="*/ 166 w 196"/>
                <a:gd name="T51" fmla="*/ 128 h 173"/>
                <a:gd name="T52" fmla="*/ 151 w 196"/>
                <a:gd name="T53" fmla="*/ 113 h 173"/>
                <a:gd name="T54" fmla="*/ 166 w 196"/>
                <a:gd name="T55" fmla="*/ 97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6" h="173">
                  <a:moveTo>
                    <a:pt x="24" y="108"/>
                  </a:moveTo>
                  <a:cubicBezTo>
                    <a:pt x="24" y="65"/>
                    <a:pt x="24" y="65"/>
                    <a:pt x="24" y="65"/>
                  </a:cubicBezTo>
                  <a:cubicBezTo>
                    <a:pt x="136" y="65"/>
                    <a:pt x="136" y="65"/>
                    <a:pt x="136" y="65"/>
                  </a:cubicBezTo>
                  <a:cubicBezTo>
                    <a:pt x="136" y="148"/>
                    <a:pt x="136" y="148"/>
                    <a:pt x="136" y="148"/>
                  </a:cubicBezTo>
                  <a:cubicBezTo>
                    <a:pt x="37" y="148"/>
                    <a:pt x="37" y="148"/>
                    <a:pt x="37" y="148"/>
                  </a:cubicBezTo>
                  <a:cubicBezTo>
                    <a:pt x="37" y="151"/>
                    <a:pt x="37" y="154"/>
                    <a:pt x="37" y="158"/>
                  </a:cubicBezTo>
                  <a:cubicBezTo>
                    <a:pt x="37" y="159"/>
                    <a:pt x="37" y="159"/>
                    <a:pt x="37" y="159"/>
                  </a:cubicBezTo>
                  <a:cubicBezTo>
                    <a:pt x="38" y="163"/>
                    <a:pt x="38" y="168"/>
                    <a:pt x="38" y="173"/>
                  </a:cubicBezTo>
                  <a:cubicBezTo>
                    <a:pt x="176" y="173"/>
                    <a:pt x="176" y="173"/>
                    <a:pt x="176" y="173"/>
                  </a:cubicBezTo>
                  <a:cubicBezTo>
                    <a:pt x="187" y="173"/>
                    <a:pt x="196" y="164"/>
                    <a:pt x="196" y="153"/>
                  </a:cubicBezTo>
                  <a:cubicBezTo>
                    <a:pt x="196" y="49"/>
                    <a:pt x="196" y="49"/>
                    <a:pt x="196" y="49"/>
                  </a:cubicBezTo>
                  <a:cubicBezTo>
                    <a:pt x="196" y="38"/>
                    <a:pt x="187" y="29"/>
                    <a:pt x="176" y="29"/>
                  </a:cubicBezTo>
                  <a:cubicBezTo>
                    <a:pt x="114" y="29"/>
                    <a:pt x="114" y="29"/>
                    <a:pt x="114" y="29"/>
                  </a:cubicBezTo>
                  <a:cubicBezTo>
                    <a:pt x="114" y="12"/>
                    <a:pt x="114" y="12"/>
                    <a:pt x="114" y="12"/>
                  </a:cubicBezTo>
                  <a:cubicBezTo>
                    <a:pt x="114" y="6"/>
                    <a:pt x="108" y="0"/>
                    <a:pt x="102" y="0"/>
                  </a:cubicBezTo>
                  <a:cubicBezTo>
                    <a:pt x="42" y="0"/>
                    <a:pt x="42" y="0"/>
                    <a:pt x="42" y="0"/>
                  </a:cubicBezTo>
                  <a:cubicBezTo>
                    <a:pt x="36" y="0"/>
                    <a:pt x="30" y="6"/>
                    <a:pt x="30" y="12"/>
                  </a:cubicBezTo>
                  <a:cubicBezTo>
                    <a:pt x="30" y="29"/>
                    <a:pt x="30" y="29"/>
                    <a:pt x="30" y="29"/>
                  </a:cubicBezTo>
                  <a:cubicBezTo>
                    <a:pt x="20" y="29"/>
                    <a:pt x="20" y="29"/>
                    <a:pt x="20" y="29"/>
                  </a:cubicBezTo>
                  <a:cubicBezTo>
                    <a:pt x="9" y="29"/>
                    <a:pt x="0" y="38"/>
                    <a:pt x="0" y="49"/>
                  </a:cubicBezTo>
                  <a:cubicBezTo>
                    <a:pt x="0" y="89"/>
                    <a:pt x="0" y="89"/>
                    <a:pt x="0" y="89"/>
                  </a:cubicBezTo>
                  <a:cubicBezTo>
                    <a:pt x="4" y="90"/>
                    <a:pt x="9" y="93"/>
                    <a:pt x="12" y="96"/>
                  </a:cubicBezTo>
                  <a:cubicBezTo>
                    <a:pt x="17" y="99"/>
                    <a:pt x="21" y="103"/>
                    <a:pt x="24" y="108"/>
                  </a:cubicBezTo>
                  <a:close/>
                  <a:moveTo>
                    <a:pt x="166" y="97"/>
                  </a:moveTo>
                  <a:cubicBezTo>
                    <a:pt x="175" y="97"/>
                    <a:pt x="182" y="104"/>
                    <a:pt x="182" y="113"/>
                  </a:cubicBezTo>
                  <a:cubicBezTo>
                    <a:pt x="182" y="121"/>
                    <a:pt x="175" y="128"/>
                    <a:pt x="166" y="128"/>
                  </a:cubicBezTo>
                  <a:cubicBezTo>
                    <a:pt x="158" y="128"/>
                    <a:pt x="151" y="121"/>
                    <a:pt x="151" y="113"/>
                  </a:cubicBezTo>
                  <a:cubicBezTo>
                    <a:pt x="151" y="104"/>
                    <a:pt x="158" y="97"/>
                    <a:pt x="166" y="9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Rectangle 70"/>
            <p:cNvSpPr>
              <a:spLocks noChangeArrowheads="1"/>
            </p:cNvSpPr>
            <p:nvPr/>
          </p:nvSpPr>
          <p:spPr bwMode="auto">
            <a:xfrm>
              <a:off x="2697163" y="1011237"/>
              <a:ext cx="69850"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71"/>
            <p:cNvSpPr>
              <a:spLocks/>
            </p:cNvSpPr>
            <p:nvPr/>
          </p:nvSpPr>
          <p:spPr bwMode="auto">
            <a:xfrm>
              <a:off x="2074863" y="842962"/>
              <a:ext cx="361950" cy="319088"/>
            </a:xfrm>
            <a:custGeom>
              <a:avLst/>
              <a:gdLst>
                <a:gd name="T0" fmla="*/ 0 w 180"/>
                <a:gd name="T1" fmla="*/ 90 h 159"/>
                <a:gd name="T2" fmla="*/ 32 w 180"/>
                <a:gd name="T3" fmla="*/ 159 h 159"/>
                <a:gd name="T4" fmla="*/ 148 w 180"/>
                <a:gd name="T5" fmla="*/ 159 h 159"/>
                <a:gd name="T6" fmla="*/ 180 w 180"/>
                <a:gd name="T7" fmla="*/ 90 h 159"/>
                <a:gd name="T8" fmla="*/ 90 w 180"/>
                <a:gd name="T9" fmla="*/ 0 h 159"/>
                <a:gd name="T10" fmla="*/ 0 w 180"/>
                <a:gd name="T11" fmla="*/ 90 h 159"/>
              </a:gdLst>
              <a:ahLst/>
              <a:cxnLst>
                <a:cxn ang="0">
                  <a:pos x="T0" y="T1"/>
                </a:cxn>
                <a:cxn ang="0">
                  <a:pos x="T2" y="T3"/>
                </a:cxn>
                <a:cxn ang="0">
                  <a:pos x="T4" y="T5"/>
                </a:cxn>
                <a:cxn ang="0">
                  <a:pos x="T6" y="T7"/>
                </a:cxn>
                <a:cxn ang="0">
                  <a:pos x="T8" y="T9"/>
                </a:cxn>
                <a:cxn ang="0">
                  <a:pos x="T10" y="T11"/>
                </a:cxn>
              </a:cxnLst>
              <a:rect l="0" t="0" r="r" b="b"/>
              <a:pathLst>
                <a:path w="180" h="159">
                  <a:moveTo>
                    <a:pt x="0" y="90"/>
                  </a:moveTo>
                  <a:cubicBezTo>
                    <a:pt x="0" y="118"/>
                    <a:pt x="13" y="142"/>
                    <a:pt x="32" y="159"/>
                  </a:cubicBezTo>
                  <a:cubicBezTo>
                    <a:pt x="148" y="159"/>
                    <a:pt x="148" y="159"/>
                    <a:pt x="148" y="159"/>
                  </a:cubicBezTo>
                  <a:cubicBezTo>
                    <a:pt x="168" y="142"/>
                    <a:pt x="180" y="118"/>
                    <a:pt x="180" y="90"/>
                  </a:cubicBezTo>
                  <a:cubicBezTo>
                    <a:pt x="180" y="40"/>
                    <a:pt x="140" y="0"/>
                    <a:pt x="90" y="0"/>
                  </a:cubicBezTo>
                  <a:cubicBezTo>
                    <a:pt x="41" y="0"/>
                    <a:pt x="0" y="40"/>
                    <a:pt x="0"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72"/>
            <p:cNvSpPr>
              <a:spLocks/>
            </p:cNvSpPr>
            <p:nvPr/>
          </p:nvSpPr>
          <p:spPr bwMode="auto">
            <a:xfrm>
              <a:off x="1838325" y="1177925"/>
              <a:ext cx="882650" cy="1497013"/>
            </a:xfrm>
            <a:custGeom>
              <a:avLst/>
              <a:gdLst>
                <a:gd name="T0" fmla="*/ 272 w 440"/>
                <a:gd name="T1" fmla="*/ 0 h 746"/>
                <a:gd name="T2" fmla="*/ 117 w 440"/>
                <a:gd name="T3" fmla="*/ 0 h 746"/>
                <a:gd name="T4" fmla="*/ 110 w 440"/>
                <a:gd name="T5" fmla="*/ 1 h 746"/>
                <a:gd name="T6" fmla="*/ 78 w 440"/>
                <a:gd name="T7" fmla="*/ 13 h 746"/>
                <a:gd name="T8" fmla="*/ 27 w 440"/>
                <a:gd name="T9" fmla="*/ 58 h 746"/>
                <a:gd name="T10" fmla="*/ 0 w 440"/>
                <a:gd name="T11" fmla="*/ 130 h 746"/>
                <a:gd name="T12" fmla="*/ 5 w 440"/>
                <a:gd name="T13" fmla="*/ 160 h 746"/>
                <a:gd name="T14" fmla="*/ 6 w 440"/>
                <a:gd name="T15" fmla="*/ 161 h 746"/>
                <a:gd name="T16" fmla="*/ 6 w 440"/>
                <a:gd name="T17" fmla="*/ 161 h 746"/>
                <a:gd name="T18" fmla="*/ 53 w 440"/>
                <a:gd name="T19" fmla="*/ 214 h 746"/>
                <a:gd name="T20" fmla="*/ 78 w 440"/>
                <a:gd name="T21" fmla="*/ 226 h 746"/>
                <a:gd name="T22" fmla="*/ 78 w 440"/>
                <a:gd name="T23" fmla="*/ 154 h 746"/>
                <a:gd name="T24" fmla="*/ 65 w 440"/>
                <a:gd name="T25" fmla="*/ 138 h 746"/>
                <a:gd name="T26" fmla="*/ 65 w 440"/>
                <a:gd name="T27" fmla="*/ 138 h 746"/>
                <a:gd name="T28" fmla="*/ 64 w 440"/>
                <a:gd name="T29" fmla="*/ 130 h 746"/>
                <a:gd name="T30" fmla="*/ 70 w 440"/>
                <a:gd name="T31" fmla="*/ 109 h 746"/>
                <a:gd name="T32" fmla="*/ 86 w 440"/>
                <a:gd name="T33" fmla="*/ 87 h 746"/>
                <a:gd name="T34" fmla="*/ 86 w 440"/>
                <a:gd name="T35" fmla="*/ 696 h 746"/>
                <a:gd name="T36" fmla="*/ 136 w 440"/>
                <a:gd name="T37" fmla="*/ 746 h 746"/>
                <a:gd name="T38" fmla="*/ 185 w 440"/>
                <a:gd name="T39" fmla="*/ 696 h 746"/>
                <a:gd name="T40" fmla="*/ 185 w 440"/>
                <a:gd name="T41" fmla="*/ 335 h 746"/>
                <a:gd name="T42" fmla="*/ 204 w 440"/>
                <a:gd name="T43" fmla="*/ 335 h 746"/>
                <a:gd name="T44" fmla="*/ 204 w 440"/>
                <a:gd name="T45" fmla="*/ 696 h 746"/>
                <a:gd name="T46" fmla="*/ 253 w 440"/>
                <a:gd name="T47" fmla="*/ 746 h 746"/>
                <a:gd name="T48" fmla="*/ 303 w 440"/>
                <a:gd name="T49" fmla="*/ 696 h 746"/>
                <a:gd name="T50" fmla="*/ 303 w 440"/>
                <a:gd name="T51" fmla="*/ 213 h 746"/>
                <a:gd name="T52" fmla="*/ 346 w 440"/>
                <a:gd name="T53" fmla="*/ 236 h 746"/>
                <a:gd name="T54" fmla="*/ 389 w 440"/>
                <a:gd name="T55" fmla="*/ 241 h 746"/>
                <a:gd name="T56" fmla="*/ 410 w 440"/>
                <a:gd name="T57" fmla="*/ 240 h 746"/>
                <a:gd name="T58" fmla="*/ 439 w 440"/>
                <a:gd name="T59" fmla="*/ 204 h 746"/>
                <a:gd name="T60" fmla="*/ 403 w 440"/>
                <a:gd name="T61" fmla="*/ 176 h 746"/>
                <a:gd name="T62" fmla="*/ 389 w 440"/>
                <a:gd name="T63" fmla="*/ 177 h 746"/>
                <a:gd name="T64" fmla="*/ 361 w 440"/>
                <a:gd name="T65" fmla="*/ 174 h 746"/>
                <a:gd name="T66" fmla="*/ 348 w 440"/>
                <a:gd name="T67" fmla="*/ 168 h 746"/>
                <a:gd name="T68" fmla="*/ 335 w 440"/>
                <a:gd name="T69" fmla="*/ 136 h 746"/>
                <a:gd name="T70" fmla="*/ 331 w 440"/>
                <a:gd name="T71" fmla="*/ 66 h 746"/>
                <a:gd name="T72" fmla="*/ 325 w 440"/>
                <a:gd name="T73" fmla="*/ 29 h 746"/>
                <a:gd name="T74" fmla="*/ 310 w 440"/>
                <a:gd name="T75" fmla="*/ 9 h 746"/>
                <a:gd name="T76" fmla="*/ 282 w 440"/>
                <a:gd name="T77" fmla="*/ 0 h 746"/>
                <a:gd name="T78" fmla="*/ 277 w 440"/>
                <a:gd name="T79" fmla="*/ 0 h 746"/>
                <a:gd name="T80" fmla="*/ 272 w 440"/>
                <a:gd name="T81" fmla="*/ 0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40" h="746">
                  <a:moveTo>
                    <a:pt x="272" y="0"/>
                  </a:moveTo>
                  <a:cubicBezTo>
                    <a:pt x="117" y="0"/>
                    <a:pt x="117" y="0"/>
                    <a:pt x="117" y="0"/>
                  </a:cubicBezTo>
                  <a:cubicBezTo>
                    <a:pt x="115" y="0"/>
                    <a:pt x="112" y="0"/>
                    <a:pt x="110" y="1"/>
                  </a:cubicBezTo>
                  <a:cubicBezTo>
                    <a:pt x="98" y="2"/>
                    <a:pt x="88" y="7"/>
                    <a:pt x="78" y="13"/>
                  </a:cubicBezTo>
                  <a:cubicBezTo>
                    <a:pt x="59" y="23"/>
                    <a:pt x="42" y="39"/>
                    <a:pt x="27" y="58"/>
                  </a:cubicBezTo>
                  <a:cubicBezTo>
                    <a:pt x="12" y="77"/>
                    <a:pt x="0" y="101"/>
                    <a:pt x="0" y="130"/>
                  </a:cubicBezTo>
                  <a:cubicBezTo>
                    <a:pt x="0" y="140"/>
                    <a:pt x="2" y="150"/>
                    <a:pt x="5" y="160"/>
                  </a:cubicBezTo>
                  <a:cubicBezTo>
                    <a:pt x="6" y="161"/>
                    <a:pt x="6" y="161"/>
                    <a:pt x="6" y="161"/>
                  </a:cubicBezTo>
                  <a:cubicBezTo>
                    <a:pt x="6" y="161"/>
                    <a:pt x="6" y="161"/>
                    <a:pt x="6" y="161"/>
                  </a:cubicBezTo>
                  <a:cubicBezTo>
                    <a:pt x="14" y="182"/>
                    <a:pt x="30" y="200"/>
                    <a:pt x="53" y="214"/>
                  </a:cubicBezTo>
                  <a:cubicBezTo>
                    <a:pt x="60" y="218"/>
                    <a:pt x="69" y="223"/>
                    <a:pt x="78" y="226"/>
                  </a:cubicBezTo>
                  <a:cubicBezTo>
                    <a:pt x="78" y="154"/>
                    <a:pt x="78" y="154"/>
                    <a:pt x="78" y="154"/>
                  </a:cubicBezTo>
                  <a:cubicBezTo>
                    <a:pt x="70" y="148"/>
                    <a:pt x="67" y="142"/>
                    <a:pt x="65" y="138"/>
                  </a:cubicBezTo>
                  <a:cubicBezTo>
                    <a:pt x="65" y="138"/>
                    <a:pt x="65" y="138"/>
                    <a:pt x="65" y="138"/>
                  </a:cubicBezTo>
                  <a:cubicBezTo>
                    <a:pt x="64" y="135"/>
                    <a:pt x="64" y="133"/>
                    <a:pt x="64" y="130"/>
                  </a:cubicBezTo>
                  <a:cubicBezTo>
                    <a:pt x="64" y="124"/>
                    <a:pt x="66" y="117"/>
                    <a:pt x="70" y="109"/>
                  </a:cubicBezTo>
                  <a:cubicBezTo>
                    <a:pt x="74" y="101"/>
                    <a:pt x="80" y="94"/>
                    <a:pt x="86" y="87"/>
                  </a:cubicBezTo>
                  <a:cubicBezTo>
                    <a:pt x="86" y="696"/>
                    <a:pt x="86" y="696"/>
                    <a:pt x="86" y="696"/>
                  </a:cubicBezTo>
                  <a:cubicBezTo>
                    <a:pt x="86" y="724"/>
                    <a:pt x="108" y="746"/>
                    <a:pt x="136" y="746"/>
                  </a:cubicBezTo>
                  <a:cubicBezTo>
                    <a:pt x="163" y="746"/>
                    <a:pt x="185" y="724"/>
                    <a:pt x="185" y="696"/>
                  </a:cubicBezTo>
                  <a:cubicBezTo>
                    <a:pt x="185" y="335"/>
                    <a:pt x="185" y="335"/>
                    <a:pt x="185" y="335"/>
                  </a:cubicBezTo>
                  <a:cubicBezTo>
                    <a:pt x="204" y="335"/>
                    <a:pt x="204" y="335"/>
                    <a:pt x="204" y="335"/>
                  </a:cubicBezTo>
                  <a:cubicBezTo>
                    <a:pt x="204" y="696"/>
                    <a:pt x="204" y="696"/>
                    <a:pt x="204" y="696"/>
                  </a:cubicBezTo>
                  <a:cubicBezTo>
                    <a:pt x="204" y="724"/>
                    <a:pt x="226" y="746"/>
                    <a:pt x="253" y="746"/>
                  </a:cubicBezTo>
                  <a:cubicBezTo>
                    <a:pt x="280" y="746"/>
                    <a:pt x="303" y="724"/>
                    <a:pt x="303" y="696"/>
                  </a:cubicBezTo>
                  <a:cubicBezTo>
                    <a:pt x="303" y="213"/>
                    <a:pt x="303" y="213"/>
                    <a:pt x="303" y="213"/>
                  </a:cubicBezTo>
                  <a:cubicBezTo>
                    <a:pt x="316" y="227"/>
                    <a:pt x="332" y="232"/>
                    <a:pt x="346" y="236"/>
                  </a:cubicBezTo>
                  <a:cubicBezTo>
                    <a:pt x="362" y="240"/>
                    <a:pt x="378" y="241"/>
                    <a:pt x="389" y="241"/>
                  </a:cubicBezTo>
                  <a:cubicBezTo>
                    <a:pt x="401" y="241"/>
                    <a:pt x="409" y="240"/>
                    <a:pt x="410" y="240"/>
                  </a:cubicBezTo>
                  <a:cubicBezTo>
                    <a:pt x="428" y="238"/>
                    <a:pt x="440" y="222"/>
                    <a:pt x="439" y="204"/>
                  </a:cubicBezTo>
                  <a:cubicBezTo>
                    <a:pt x="437" y="187"/>
                    <a:pt x="421" y="174"/>
                    <a:pt x="403" y="176"/>
                  </a:cubicBezTo>
                  <a:cubicBezTo>
                    <a:pt x="402" y="176"/>
                    <a:pt x="397" y="177"/>
                    <a:pt x="389" y="177"/>
                  </a:cubicBezTo>
                  <a:cubicBezTo>
                    <a:pt x="381" y="177"/>
                    <a:pt x="370" y="176"/>
                    <a:pt x="361" y="174"/>
                  </a:cubicBezTo>
                  <a:cubicBezTo>
                    <a:pt x="353" y="172"/>
                    <a:pt x="348" y="168"/>
                    <a:pt x="348" y="168"/>
                  </a:cubicBezTo>
                  <a:cubicBezTo>
                    <a:pt x="342" y="161"/>
                    <a:pt x="338" y="150"/>
                    <a:pt x="335" y="136"/>
                  </a:cubicBezTo>
                  <a:cubicBezTo>
                    <a:pt x="331" y="115"/>
                    <a:pt x="332" y="89"/>
                    <a:pt x="331" y="66"/>
                  </a:cubicBezTo>
                  <a:cubicBezTo>
                    <a:pt x="331" y="54"/>
                    <a:pt x="330" y="43"/>
                    <a:pt x="325" y="29"/>
                  </a:cubicBezTo>
                  <a:cubicBezTo>
                    <a:pt x="322" y="23"/>
                    <a:pt x="318" y="15"/>
                    <a:pt x="310" y="9"/>
                  </a:cubicBezTo>
                  <a:cubicBezTo>
                    <a:pt x="302" y="3"/>
                    <a:pt x="291" y="0"/>
                    <a:pt x="282" y="0"/>
                  </a:cubicBezTo>
                  <a:cubicBezTo>
                    <a:pt x="280" y="0"/>
                    <a:pt x="279" y="0"/>
                    <a:pt x="277" y="0"/>
                  </a:cubicBezTo>
                  <a:cubicBezTo>
                    <a:pt x="275" y="0"/>
                    <a:pt x="274" y="0"/>
                    <a:pt x="27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73"/>
            <p:cNvSpPr>
              <a:spLocks/>
            </p:cNvSpPr>
            <p:nvPr/>
          </p:nvSpPr>
          <p:spPr bwMode="auto">
            <a:xfrm>
              <a:off x="3859213" y="966787"/>
              <a:ext cx="160338" cy="188913"/>
            </a:xfrm>
            <a:custGeom>
              <a:avLst/>
              <a:gdLst>
                <a:gd name="T0" fmla="*/ 39 w 80"/>
                <a:gd name="T1" fmla="*/ 27 h 94"/>
                <a:gd name="T2" fmla="*/ 22 w 80"/>
                <a:gd name="T3" fmla="*/ 40 h 94"/>
                <a:gd name="T4" fmla="*/ 16 w 80"/>
                <a:gd name="T5" fmla="*/ 59 h 94"/>
                <a:gd name="T6" fmla="*/ 0 w 80"/>
                <a:gd name="T7" fmla="*/ 71 h 94"/>
                <a:gd name="T8" fmla="*/ 36 w 80"/>
                <a:gd name="T9" fmla="*/ 94 h 94"/>
                <a:gd name="T10" fmla="*/ 45 w 80"/>
                <a:gd name="T11" fmla="*/ 93 h 94"/>
                <a:gd name="T12" fmla="*/ 75 w 80"/>
                <a:gd name="T13" fmla="*/ 45 h 94"/>
                <a:gd name="T14" fmla="*/ 57 w 80"/>
                <a:gd name="T15" fmla="*/ 0 h 94"/>
                <a:gd name="T16" fmla="*/ 45 w 80"/>
                <a:gd name="T17" fmla="*/ 8 h 94"/>
                <a:gd name="T18" fmla="*/ 39 w 80"/>
                <a:gd name="T19" fmla="*/ 2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0" h="94">
                  <a:moveTo>
                    <a:pt x="39" y="27"/>
                  </a:moveTo>
                  <a:cubicBezTo>
                    <a:pt x="35" y="33"/>
                    <a:pt x="29" y="37"/>
                    <a:pt x="22" y="40"/>
                  </a:cubicBezTo>
                  <a:cubicBezTo>
                    <a:pt x="22" y="46"/>
                    <a:pt x="20" y="53"/>
                    <a:pt x="16" y="59"/>
                  </a:cubicBezTo>
                  <a:cubicBezTo>
                    <a:pt x="12" y="65"/>
                    <a:pt x="6" y="69"/>
                    <a:pt x="0" y="71"/>
                  </a:cubicBezTo>
                  <a:cubicBezTo>
                    <a:pt x="7" y="85"/>
                    <a:pt x="21" y="94"/>
                    <a:pt x="36" y="94"/>
                  </a:cubicBezTo>
                  <a:cubicBezTo>
                    <a:pt x="39" y="94"/>
                    <a:pt x="42" y="94"/>
                    <a:pt x="45" y="93"/>
                  </a:cubicBezTo>
                  <a:cubicBezTo>
                    <a:pt x="66" y="88"/>
                    <a:pt x="80" y="67"/>
                    <a:pt x="75" y="45"/>
                  </a:cubicBezTo>
                  <a:cubicBezTo>
                    <a:pt x="72" y="29"/>
                    <a:pt x="65" y="13"/>
                    <a:pt x="57" y="0"/>
                  </a:cubicBezTo>
                  <a:cubicBezTo>
                    <a:pt x="54" y="3"/>
                    <a:pt x="50" y="6"/>
                    <a:pt x="45" y="8"/>
                  </a:cubicBezTo>
                  <a:cubicBezTo>
                    <a:pt x="45" y="14"/>
                    <a:pt x="43" y="21"/>
                    <a:pt x="39"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74"/>
            <p:cNvSpPr>
              <a:spLocks/>
            </p:cNvSpPr>
            <p:nvPr/>
          </p:nvSpPr>
          <p:spPr bwMode="auto">
            <a:xfrm>
              <a:off x="3311525" y="606425"/>
              <a:ext cx="4763" cy="17463"/>
            </a:xfrm>
            <a:custGeom>
              <a:avLst/>
              <a:gdLst>
                <a:gd name="T0" fmla="*/ 1 w 2"/>
                <a:gd name="T1" fmla="*/ 0 h 9"/>
                <a:gd name="T2" fmla="*/ 0 w 2"/>
                <a:gd name="T3" fmla="*/ 9 h 9"/>
                <a:gd name="T4" fmla="*/ 2 w 2"/>
                <a:gd name="T5" fmla="*/ 8 h 9"/>
                <a:gd name="T6" fmla="*/ 1 w 2"/>
                <a:gd name="T7" fmla="*/ 0 h 9"/>
              </a:gdLst>
              <a:ahLst/>
              <a:cxnLst>
                <a:cxn ang="0">
                  <a:pos x="T0" y="T1"/>
                </a:cxn>
                <a:cxn ang="0">
                  <a:pos x="T2" y="T3"/>
                </a:cxn>
                <a:cxn ang="0">
                  <a:pos x="T4" y="T5"/>
                </a:cxn>
                <a:cxn ang="0">
                  <a:pos x="T6" y="T7"/>
                </a:cxn>
              </a:cxnLst>
              <a:rect l="0" t="0" r="r" b="b"/>
              <a:pathLst>
                <a:path w="2" h="9">
                  <a:moveTo>
                    <a:pt x="1" y="0"/>
                  </a:moveTo>
                  <a:cubicBezTo>
                    <a:pt x="1" y="4"/>
                    <a:pt x="0" y="7"/>
                    <a:pt x="0" y="9"/>
                  </a:cubicBezTo>
                  <a:cubicBezTo>
                    <a:pt x="0" y="8"/>
                    <a:pt x="1" y="8"/>
                    <a:pt x="2" y="8"/>
                  </a:cubicBezTo>
                  <a:cubicBezTo>
                    <a:pt x="1" y="6"/>
                    <a:pt x="1" y="4"/>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75"/>
            <p:cNvSpPr>
              <a:spLocks/>
            </p:cNvSpPr>
            <p:nvPr/>
          </p:nvSpPr>
          <p:spPr bwMode="auto">
            <a:xfrm>
              <a:off x="3303588" y="582612"/>
              <a:ext cx="17463" cy="17463"/>
            </a:xfrm>
            <a:custGeom>
              <a:avLst/>
              <a:gdLst>
                <a:gd name="T0" fmla="*/ 8 w 9"/>
                <a:gd name="T1" fmla="*/ 7 h 9"/>
                <a:gd name="T2" fmla="*/ 8 w 9"/>
                <a:gd name="T3" fmla="*/ 1 h 9"/>
                <a:gd name="T4" fmla="*/ 2 w 9"/>
                <a:gd name="T5" fmla="*/ 1 h 9"/>
                <a:gd name="T6" fmla="*/ 2 w 9"/>
                <a:gd name="T7" fmla="*/ 7 h 9"/>
                <a:gd name="T8" fmla="*/ 8 w 9"/>
                <a:gd name="T9" fmla="*/ 7 h 9"/>
              </a:gdLst>
              <a:ahLst/>
              <a:cxnLst>
                <a:cxn ang="0">
                  <a:pos x="T0" y="T1"/>
                </a:cxn>
                <a:cxn ang="0">
                  <a:pos x="T2" y="T3"/>
                </a:cxn>
                <a:cxn ang="0">
                  <a:pos x="T4" y="T5"/>
                </a:cxn>
                <a:cxn ang="0">
                  <a:pos x="T6" y="T7"/>
                </a:cxn>
                <a:cxn ang="0">
                  <a:pos x="T8" y="T9"/>
                </a:cxn>
              </a:cxnLst>
              <a:rect l="0" t="0" r="r" b="b"/>
              <a:pathLst>
                <a:path w="9" h="9">
                  <a:moveTo>
                    <a:pt x="8" y="7"/>
                  </a:moveTo>
                  <a:cubicBezTo>
                    <a:pt x="9" y="6"/>
                    <a:pt x="9" y="3"/>
                    <a:pt x="8" y="1"/>
                  </a:cubicBezTo>
                  <a:cubicBezTo>
                    <a:pt x="6" y="0"/>
                    <a:pt x="3" y="0"/>
                    <a:pt x="2" y="1"/>
                  </a:cubicBezTo>
                  <a:cubicBezTo>
                    <a:pt x="0" y="3"/>
                    <a:pt x="0" y="6"/>
                    <a:pt x="2" y="7"/>
                  </a:cubicBezTo>
                  <a:cubicBezTo>
                    <a:pt x="3" y="9"/>
                    <a:pt x="6" y="9"/>
                    <a:pt x="8"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76"/>
            <p:cNvSpPr>
              <a:spLocks/>
            </p:cNvSpPr>
            <p:nvPr/>
          </p:nvSpPr>
          <p:spPr bwMode="auto">
            <a:xfrm>
              <a:off x="2994025" y="827087"/>
              <a:ext cx="381000" cy="973138"/>
            </a:xfrm>
            <a:custGeom>
              <a:avLst/>
              <a:gdLst>
                <a:gd name="T0" fmla="*/ 61 w 190"/>
                <a:gd name="T1" fmla="*/ 1 h 485"/>
                <a:gd name="T2" fmla="*/ 47 w 190"/>
                <a:gd name="T3" fmla="*/ 0 h 485"/>
                <a:gd name="T4" fmla="*/ 10 w 190"/>
                <a:gd name="T5" fmla="*/ 39 h 485"/>
                <a:gd name="T6" fmla="*/ 0 w 190"/>
                <a:gd name="T7" fmla="*/ 45 h 485"/>
                <a:gd name="T8" fmla="*/ 0 w 190"/>
                <a:gd name="T9" fmla="*/ 441 h 485"/>
                <a:gd name="T10" fmla="*/ 44 w 190"/>
                <a:gd name="T11" fmla="*/ 485 h 485"/>
                <a:gd name="T12" fmla="*/ 87 w 190"/>
                <a:gd name="T13" fmla="*/ 441 h 485"/>
                <a:gd name="T14" fmla="*/ 87 w 190"/>
                <a:gd name="T15" fmla="*/ 135 h 485"/>
                <a:gd name="T16" fmla="*/ 104 w 190"/>
                <a:gd name="T17" fmla="*/ 135 h 485"/>
                <a:gd name="T18" fmla="*/ 104 w 190"/>
                <a:gd name="T19" fmla="*/ 441 h 485"/>
                <a:gd name="T20" fmla="*/ 147 w 190"/>
                <a:gd name="T21" fmla="*/ 485 h 485"/>
                <a:gd name="T22" fmla="*/ 190 w 190"/>
                <a:gd name="T23" fmla="*/ 441 h 485"/>
                <a:gd name="T24" fmla="*/ 190 w 190"/>
                <a:gd name="T25" fmla="*/ 34 h 485"/>
                <a:gd name="T26" fmla="*/ 61 w 190"/>
                <a:gd name="T27" fmla="*/ 1 h 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0" h="485">
                  <a:moveTo>
                    <a:pt x="61" y="1"/>
                  </a:moveTo>
                  <a:cubicBezTo>
                    <a:pt x="56" y="0"/>
                    <a:pt x="52" y="0"/>
                    <a:pt x="47" y="0"/>
                  </a:cubicBezTo>
                  <a:cubicBezTo>
                    <a:pt x="36" y="16"/>
                    <a:pt x="23" y="29"/>
                    <a:pt x="10" y="39"/>
                  </a:cubicBezTo>
                  <a:cubicBezTo>
                    <a:pt x="8" y="40"/>
                    <a:pt x="5" y="42"/>
                    <a:pt x="0" y="45"/>
                  </a:cubicBezTo>
                  <a:cubicBezTo>
                    <a:pt x="0" y="441"/>
                    <a:pt x="0" y="441"/>
                    <a:pt x="0" y="441"/>
                  </a:cubicBezTo>
                  <a:cubicBezTo>
                    <a:pt x="0" y="465"/>
                    <a:pt x="20" y="485"/>
                    <a:pt x="44" y="485"/>
                  </a:cubicBezTo>
                  <a:cubicBezTo>
                    <a:pt x="68" y="485"/>
                    <a:pt x="87" y="465"/>
                    <a:pt x="87" y="441"/>
                  </a:cubicBezTo>
                  <a:cubicBezTo>
                    <a:pt x="87" y="135"/>
                    <a:pt x="87" y="135"/>
                    <a:pt x="87" y="135"/>
                  </a:cubicBezTo>
                  <a:cubicBezTo>
                    <a:pt x="104" y="135"/>
                    <a:pt x="104" y="135"/>
                    <a:pt x="104" y="135"/>
                  </a:cubicBezTo>
                  <a:cubicBezTo>
                    <a:pt x="104" y="441"/>
                    <a:pt x="104" y="441"/>
                    <a:pt x="104" y="441"/>
                  </a:cubicBezTo>
                  <a:cubicBezTo>
                    <a:pt x="104" y="465"/>
                    <a:pt x="123" y="485"/>
                    <a:pt x="147" y="485"/>
                  </a:cubicBezTo>
                  <a:cubicBezTo>
                    <a:pt x="171" y="485"/>
                    <a:pt x="190" y="465"/>
                    <a:pt x="190" y="441"/>
                  </a:cubicBezTo>
                  <a:cubicBezTo>
                    <a:pt x="190" y="34"/>
                    <a:pt x="190" y="34"/>
                    <a:pt x="190" y="34"/>
                  </a:cubicBezTo>
                  <a:cubicBezTo>
                    <a:pt x="146" y="6"/>
                    <a:pt x="98" y="3"/>
                    <a:pt x="6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77"/>
            <p:cNvSpPr>
              <a:spLocks/>
            </p:cNvSpPr>
            <p:nvPr/>
          </p:nvSpPr>
          <p:spPr bwMode="auto">
            <a:xfrm>
              <a:off x="2894013" y="411162"/>
              <a:ext cx="227013" cy="134938"/>
            </a:xfrm>
            <a:custGeom>
              <a:avLst/>
              <a:gdLst>
                <a:gd name="T0" fmla="*/ 44 w 113"/>
                <a:gd name="T1" fmla="*/ 60 h 67"/>
                <a:gd name="T2" fmla="*/ 50 w 113"/>
                <a:gd name="T3" fmla="*/ 56 h 67"/>
                <a:gd name="T4" fmla="*/ 76 w 113"/>
                <a:gd name="T5" fmla="*/ 50 h 67"/>
                <a:gd name="T6" fmla="*/ 93 w 113"/>
                <a:gd name="T7" fmla="*/ 53 h 67"/>
                <a:gd name="T8" fmla="*/ 113 w 113"/>
                <a:gd name="T9" fmla="*/ 67 h 67"/>
                <a:gd name="T10" fmla="*/ 101 w 113"/>
                <a:gd name="T11" fmla="*/ 4 h 67"/>
                <a:gd name="T12" fmla="*/ 93 w 113"/>
                <a:gd name="T13" fmla="*/ 4 h 67"/>
                <a:gd name="T14" fmla="*/ 77 w 113"/>
                <a:gd name="T15" fmla="*/ 0 h 67"/>
                <a:gd name="T16" fmla="*/ 14 w 113"/>
                <a:gd name="T17" fmla="*/ 35 h 67"/>
                <a:gd name="T18" fmla="*/ 0 w 113"/>
                <a:gd name="T19" fmla="*/ 54 h 67"/>
                <a:gd name="T20" fmla="*/ 41 w 113"/>
                <a:gd name="T21" fmla="*/ 61 h 67"/>
                <a:gd name="T22" fmla="*/ 44 w 113"/>
                <a:gd name="T23" fmla="*/ 6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3" h="67">
                  <a:moveTo>
                    <a:pt x="44" y="60"/>
                  </a:moveTo>
                  <a:cubicBezTo>
                    <a:pt x="46" y="59"/>
                    <a:pt x="48" y="58"/>
                    <a:pt x="50" y="56"/>
                  </a:cubicBezTo>
                  <a:cubicBezTo>
                    <a:pt x="59" y="52"/>
                    <a:pt x="68" y="50"/>
                    <a:pt x="76" y="50"/>
                  </a:cubicBezTo>
                  <a:cubicBezTo>
                    <a:pt x="82" y="50"/>
                    <a:pt x="87" y="51"/>
                    <a:pt x="93" y="53"/>
                  </a:cubicBezTo>
                  <a:cubicBezTo>
                    <a:pt x="100" y="57"/>
                    <a:pt x="107" y="62"/>
                    <a:pt x="113" y="67"/>
                  </a:cubicBezTo>
                  <a:cubicBezTo>
                    <a:pt x="107" y="41"/>
                    <a:pt x="103" y="16"/>
                    <a:pt x="101" y="4"/>
                  </a:cubicBezTo>
                  <a:cubicBezTo>
                    <a:pt x="93" y="4"/>
                    <a:pt x="93" y="4"/>
                    <a:pt x="93" y="4"/>
                  </a:cubicBezTo>
                  <a:cubicBezTo>
                    <a:pt x="88" y="1"/>
                    <a:pt x="83" y="0"/>
                    <a:pt x="77" y="0"/>
                  </a:cubicBezTo>
                  <a:cubicBezTo>
                    <a:pt x="71" y="1"/>
                    <a:pt x="42" y="5"/>
                    <a:pt x="14" y="35"/>
                  </a:cubicBezTo>
                  <a:cubicBezTo>
                    <a:pt x="10" y="40"/>
                    <a:pt x="5" y="47"/>
                    <a:pt x="0" y="54"/>
                  </a:cubicBezTo>
                  <a:cubicBezTo>
                    <a:pt x="13" y="54"/>
                    <a:pt x="26" y="56"/>
                    <a:pt x="41" y="61"/>
                  </a:cubicBezTo>
                  <a:cubicBezTo>
                    <a:pt x="42" y="61"/>
                    <a:pt x="43" y="60"/>
                    <a:pt x="44"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78"/>
            <p:cNvSpPr>
              <a:spLocks/>
            </p:cNvSpPr>
            <p:nvPr/>
          </p:nvSpPr>
          <p:spPr bwMode="auto">
            <a:xfrm>
              <a:off x="3228975" y="411162"/>
              <a:ext cx="242888" cy="219075"/>
            </a:xfrm>
            <a:custGeom>
              <a:avLst/>
              <a:gdLst>
                <a:gd name="T0" fmla="*/ 46 w 121"/>
                <a:gd name="T1" fmla="*/ 26 h 109"/>
                <a:gd name="T2" fmla="*/ 8 w 121"/>
                <a:gd name="T3" fmla="*/ 80 h 109"/>
                <a:gd name="T4" fmla="*/ 0 w 121"/>
                <a:gd name="T5" fmla="*/ 107 h 109"/>
                <a:gd name="T6" fmla="*/ 18 w 121"/>
                <a:gd name="T7" fmla="*/ 109 h 109"/>
                <a:gd name="T8" fmla="*/ 28 w 121"/>
                <a:gd name="T9" fmla="*/ 108 h 109"/>
                <a:gd name="T10" fmla="*/ 34 w 121"/>
                <a:gd name="T11" fmla="*/ 89 h 109"/>
                <a:gd name="T12" fmla="*/ 42 w 121"/>
                <a:gd name="T13" fmla="*/ 81 h 109"/>
                <a:gd name="T14" fmla="*/ 50 w 121"/>
                <a:gd name="T15" fmla="*/ 89 h 109"/>
                <a:gd name="T16" fmla="*/ 63 w 121"/>
                <a:gd name="T17" fmla="*/ 96 h 109"/>
                <a:gd name="T18" fmla="*/ 88 w 121"/>
                <a:gd name="T19" fmla="*/ 82 h 109"/>
                <a:gd name="T20" fmla="*/ 94 w 121"/>
                <a:gd name="T21" fmla="*/ 78 h 109"/>
                <a:gd name="T22" fmla="*/ 121 w 121"/>
                <a:gd name="T23" fmla="*/ 64 h 109"/>
                <a:gd name="T24" fmla="*/ 114 w 121"/>
                <a:gd name="T25" fmla="*/ 48 h 109"/>
                <a:gd name="T26" fmla="*/ 79 w 121"/>
                <a:gd name="T27" fmla="*/ 10 h 109"/>
                <a:gd name="T28" fmla="*/ 47 w 121"/>
                <a:gd name="T29" fmla="*/ 0 h 109"/>
                <a:gd name="T30" fmla="*/ 46 w 121"/>
                <a:gd name="T31" fmla="*/ 2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1" h="109">
                  <a:moveTo>
                    <a:pt x="46" y="26"/>
                  </a:moveTo>
                  <a:cubicBezTo>
                    <a:pt x="34" y="46"/>
                    <a:pt x="21" y="64"/>
                    <a:pt x="8" y="80"/>
                  </a:cubicBezTo>
                  <a:cubicBezTo>
                    <a:pt x="5" y="89"/>
                    <a:pt x="3" y="98"/>
                    <a:pt x="0" y="107"/>
                  </a:cubicBezTo>
                  <a:cubicBezTo>
                    <a:pt x="6" y="108"/>
                    <a:pt x="12" y="109"/>
                    <a:pt x="18" y="109"/>
                  </a:cubicBezTo>
                  <a:cubicBezTo>
                    <a:pt x="21" y="109"/>
                    <a:pt x="24" y="109"/>
                    <a:pt x="28" y="108"/>
                  </a:cubicBezTo>
                  <a:cubicBezTo>
                    <a:pt x="20" y="103"/>
                    <a:pt x="15" y="89"/>
                    <a:pt x="34" y="89"/>
                  </a:cubicBezTo>
                  <a:cubicBezTo>
                    <a:pt x="0" y="89"/>
                    <a:pt x="42" y="47"/>
                    <a:pt x="42" y="81"/>
                  </a:cubicBezTo>
                  <a:cubicBezTo>
                    <a:pt x="42" y="47"/>
                    <a:pt x="84" y="89"/>
                    <a:pt x="50" y="89"/>
                  </a:cubicBezTo>
                  <a:cubicBezTo>
                    <a:pt x="59" y="89"/>
                    <a:pt x="63" y="93"/>
                    <a:pt x="63" y="96"/>
                  </a:cubicBezTo>
                  <a:cubicBezTo>
                    <a:pt x="71" y="92"/>
                    <a:pt x="80" y="87"/>
                    <a:pt x="88" y="82"/>
                  </a:cubicBezTo>
                  <a:cubicBezTo>
                    <a:pt x="94" y="78"/>
                    <a:pt x="94" y="78"/>
                    <a:pt x="94" y="78"/>
                  </a:cubicBezTo>
                  <a:cubicBezTo>
                    <a:pt x="103" y="73"/>
                    <a:pt x="112" y="68"/>
                    <a:pt x="121" y="64"/>
                  </a:cubicBezTo>
                  <a:cubicBezTo>
                    <a:pt x="119" y="58"/>
                    <a:pt x="116" y="53"/>
                    <a:pt x="114" y="48"/>
                  </a:cubicBezTo>
                  <a:cubicBezTo>
                    <a:pt x="104" y="30"/>
                    <a:pt x="92" y="17"/>
                    <a:pt x="79" y="10"/>
                  </a:cubicBezTo>
                  <a:cubicBezTo>
                    <a:pt x="67" y="2"/>
                    <a:pt x="55" y="0"/>
                    <a:pt x="47" y="0"/>
                  </a:cubicBezTo>
                  <a:cubicBezTo>
                    <a:pt x="51" y="8"/>
                    <a:pt x="51" y="18"/>
                    <a:pt x="46"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79"/>
            <p:cNvSpPr>
              <a:spLocks/>
            </p:cNvSpPr>
            <p:nvPr/>
          </p:nvSpPr>
          <p:spPr bwMode="auto">
            <a:xfrm>
              <a:off x="3395663" y="906462"/>
              <a:ext cx="84138" cy="85725"/>
            </a:xfrm>
            <a:custGeom>
              <a:avLst/>
              <a:gdLst>
                <a:gd name="T0" fmla="*/ 0 w 42"/>
                <a:gd name="T1" fmla="*/ 0 h 42"/>
                <a:gd name="T2" fmla="*/ 0 w 42"/>
                <a:gd name="T3" fmla="*/ 1 h 42"/>
                <a:gd name="T4" fmla="*/ 0 w 42"/>
                <a:gd name="T5" fmla="*/ 9 h 42"/>
                <a:gd name="T6" fmla="*/ 32 w 42"/>
                <a:gd name="T7" fmla="*/ 42 h 42"/>
                <a:gd name="T8" fmla="*/ 32 w 42"/>
                <a:gd name="T9" fmla="*/ 42 h 42"/>
                <a:gd name="T10" fmla="*/ 42 w 42"/>
                <a:gd name="T11" fmla="*/ 40 h 42"/>
                <a:gd name="T12" fmla="*/ 0 w 42"/>
                <a:gd name="T13" fmla="*/ 0 h 42"/>
              </a:gdLst>
              <a:ahLst/>
              <a:cxnLst>
                <a:cxn ang="0">
                  <a:pos x="T0" y="T1"/>
                </a:cxn>
                <a:cxn ang="0">
                  <a:pos x="T2" y="T3"/>
                </a:cxn>
                <a:cxn ang="0">
                  <a:pos x="T4" y="T5"/>
                </a:cxn>
                <a:cxn ang="0">
                  <a:pos x="T6" y="T7"/>
                </a:cxn>
                <a:cxn ang="0">
                  <a:pos x="T8" y="T9"/>
                </a:cxn>
                <a:cxn ang="0">
                  <a:pos x="T10" y="T11"/>
                </a:cxn>
                <a:cxn ang="0">
                  <a:pos x="T12" y="T13"/>
                </a:cxn>
              </a:cxnLst>
              <a:rect l="0" t="0" r="r" b="b"/>
              <a:pathLst>
                <a:path w="42" h="42">
                  <a:moveTo>
                    <a:pt x="0" y="0"/>
                  </a:moveTo>
                  <a:cubicBezTo>
                    <a:pt x="0" y="1"/>
                    <a:pt x="0" y="1"/>
                    <a:pt x="0" y="1"/>
                  </a:cubicBezTo>
                  <a:cubicBezTo>
                    <a:pt x="0" y="4"/>
                    <a:pt x="0" y="7"/>
                    <a:pt x="0" y="9"/>
                  </a:cubicBezTo>
                  <a:cubicBezTo>
                    <a:pt x="0" y="27"/>
                    <a:pt x="14" y="42"/>
                    <a:pt x="32" y="42"/>
                  </a:cubicBezTo>
                  <a:cubicBezTo>
                    <a:pt x="32" y="42"/>
                    <a:pt x="32" y="42"/>
                    <a:pt x="32" y="42"/>
                  </a:cubicBezTo>
                  <a:cubicBezTo>
                    <a:pt x="36" y="42"/>
                    <a:pt x="39" y="41"/>
                    <a:pt x="42" y="40"/>
                  </a:cubicBezTo>
                  <a:cubicBezTo>
                    <a:pt x="29" y="24"/>
                    <a:pt x="15" y="1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Oval 80"/>
            <p:cNvSpPr>
              <a:spLocks noChangeArrowheads="1"/>
            </p:cNvSpPr>
            <p:nvPr/>
          </p:nvSpPr>
          <p:spPr bwMode="auto">
            <a:xfrm>
              <a:off x="3025775" y="58737"/>
              <a:ext cx="317500" cy="3159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81"/>
            <p:cNvSpPr>
              <a:spLocks/>
            </p:cNvSpPr>
            <p:nvPr/>
          </p:nvSpPr>
          <p:spPr bwMode="auto">
            <a:xfrm>
              <a:off x="3128963" y="419100"/>
              <a:ext cx="50800" cy="61913"/>
            </a:xfrm>
            <a:custGeom>
              <a:avLst/>
              <a:gdLst>
                <a:gd name="T0" fmla="*/ 32 w 32"/>
                <a:gd name="T1" fmla="*/ 22 h 39"/>
                <a:gd name="T2" fmla="*/ 32 w 32"/>
                <a:gd name="T3" fmla="*/ 18 h 39"/>
                <a:gd name="T4" fmla="*/ 0 w 32"/>
                <a:gd name="T5" fmla="*/ 0 h 39"/>
                <a:gd name="T6" fmla="*/ 0 w 32"/>
                <a:gd name="T7" fmla="*/ 39 h 39"/>
                <a:gd name="T8" fmla="*/ 32 w 32"/>
                <a:gd name="T9" fmla="*/ 22 h 39"/>
              </a:gdLst>
              <a:ahLst/>
              <a:cxnLst>
                <a:cxn ang="0">
                  <a:pos x="T0" y="T1"/>
                </a:cxn>
                <a:cxn ang="0">
                  <a:pos x="T2" y="T3"/>
                </a:cxn>
                <a:cxn ang="0">
                  <a:pos x="T4" y="T5"/>
                </a:cxn>
                <a:cxn ang="0">
                  <a:pos x="T6" y="T7"/>
                </a:cxn>
                <a:cxn ang="0">
                  <a:pos x="T8" y="T9"/>
                </a:cxn>
              </a:cxnLst>
              <a:rect l="0" t="0" r="r" b="b"/>
              <a:pathLst>
                <a:path w="32" h="39">
                  <a:moveTo>
                    <a:pt x="32" y="22"/>
                  </a:moveTo>
                  <a:lnTo>
                    <a:pt x="32" y="18"/>
                  </a:lnTo>
                  <a:lnTo>
                    <a:pt x="0" y="0"/>
                  </a:lnTo>
                  <a:lnTo>
                    <a:pt x="0" y="39"/>
                  </a:lnTo>
                  <a:lnTo>
                    <a:pt x="32"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82"/>
            <p:cNvSpPr>
              <a:spLocks/>
            </p:cNvSpPr>
            <p:nvPr/>
          </p:nvSpPr>
          <p:spPr bwMode="auto">
            <a:xfrm>
              <a:off x="3192463" y="433387"/>
              <a:ext cx="25400" cy="23813"/>
            </a:xfrm>
            <a:custGeom>
              <a:avLst/>
              <a:gdLst>
                <a:gd name="T0" fmla="*/ 0 w 12"/>
                <a:gd name="T1" fmla="*/ 7 h 12"/>
                <a:gd name="T2" fmla="*/ 0 w 12"/>
                <a:gd name="T3" fmla="*/ 10 h 12"/>
                <a:gd name="T4" fmla="*/ 3 w 12"/>
                <a:gd name="T5" fmla="*/ 12 h 12"/>
                <a:gd name="T6" fmla="*/ 12 w 12"/>
                <a:gd name="T7" fmla="*/ 0 h 12"/>
                <a:gd name="T8" fmla="*/ 0 w 12"/>
                <a:gd name="T9" fmla="*/ 7 h 12"/>
              </a:gdLst>
              <a:ahLst/>
              <a:cxnLst>
                <a:cxn ang="0">
                  <a:pos x="T0" y="T1"/>
                </a:cxn>
                <a:cxn ang="0">
                  <a:pos x="T2" y="T3"/>
                </a:cxn>
                <a:cxn ang="0">
                  <a:pos x="T4" y="T5"/>
                </a:cxn>
                <a:cxn ang="0">
                  <a:pos x="T6" y="T7"/>
                </a:cxn>
                <a:cxn ang="0">
                  <a:pos x="T8" y="T9"/>
                </a:cxn>
              </a:cxnLst>
              <a:rect l="0" t="0" r="r" b="b"/>
              <a:pathLst>
                <a:path w="12" h="12">
                  <a:moveTo>
                    <a:pt x="0" y="7"/>
                  </a:moveTo>
                  <a:cubicBezTo>
                    <a:pt x="0" y="10"/>
                    <a:pt x="0" y="10"/>
                    <a:pt x="0" y="10"/>
                  </a:cubicBezTo>
                  <a:cubicBezTo>
                    <a:pt x="3" y="12"/>
                    <a:pt x="3" y="12"/>
                    <a:pt x="3" y="12"/>
                  </a:cubicBezTo>
                  <a:cubicBezTo>
                    <a:pt x="6" y="8"/>
                    <a:pt x="9" y="4"/>
                    <a:pt x="12" y="0"/>
                  </a:cubicBezTo>
                  <a:lnTo>
                    <a:pt x="0"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83"/>
            <p:cNvSpPr>
              <a:spLocks/>
            </p:cNvSpPr>
            <p:nvPr/>
          </p:nvSpPr>
          <p:spPr bwMode="auto">
            <a:xfrm>
              <a:off x="2481263" y="106362"/>
              <a:ext cx="506413" cy="477838"/>
            </a:xfrm>
            <a:custGeom>
              <a:avLst/>
              <a:gdLst>
                <a:gd name="T0" fmla="*/ 10 w 253"/>
                <a:gd name="T1" fmla="*/ 238 h 238"/>
                <a:gd name="T2" fmla="*/ 11 w 253"/>
                <a:gd name="T3" fmla="*/ 238 h 238"/>
                <a:gd name="T4" fmla="*/ 21 w 253"/>
                <a:gd name="T5" fmla="*/ 230 h 238"/>
                <a:gd name="T6" fmla="*/ 22 w 253"/>
                <a:gd name="T7" fmla="*/ 221 h 238"/>
                <a:gd name="T8" fmla="*/ 61 w 253"/>
                <a:gd name="T9" fmla="*/ 104 h 238"/>
                <a:gd name="T10" fmla="*/ 104 w 253"/>
                <a:gd name="T11" fmla="*/ 45 h 238"/>
                <a:gd name="T12" fmla="*/ 166 w 253"/>
                <a:gd name="T13" fmla="*/ 20 h 238"/>
                <a:gd name="T14" fmla="*/ 235 w 253"/>
                <a:gd name="T15" fmla="*/ 51 h 238"/>
                <a:gd name="T16" fmla="*/ 249 w 253"/>
                <a:gd name="T17" fmla="*/ 52 h 238"/>
                <a:gd name="T18" fmla="*/ 249 w 253"/>
                <a:gd name="T19" fmla="*/ 37 h 238"/>
                <a:gd name="T20" fmla="*/ 166 w 253"/>
                <a:gd name="T21" fmla="*/ 0 h 238"/>
                <a:gd name="T22" fmla="*/ 82 w 253"/>
                <a:gd name="T23" fmla="*/ 37 h 238"/>
                <a:gd name="T24" fmla="*/ 1 w 253"/>
                <a:gd name="T25" fmla="*/ 227 h 238"/>
                <a:gd name="T26" fmla="*/ 10 w 253"/>
                <a:gd name="T27"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3" h="238">
                  <a:moveTo>
                    <a:pt x="10" y="238"/>
                  </a:moveTo>
                  <a:cubicBezTo>
                    <a:pt x="10" y="238"/>
                    <a:pt x="11" y="238"/>
                    <a:pt x="11" y="238"/>
                  </a:cubicBezTo>
                  <a:cubicBezTo>
                    <a:pt x="16" y="238"/>
                    <a:pt x="20" y="235"/>
                    <a:pt x="21" y="230"/>
                  </a:cubicBezTo>
                  <a:cubicBezTo>
                    <a:pt x="21" y="230"/>
                    <a:pt x="21" y="227"/>
                    <a:pt x="22" y="221"/>
                  </a:cubicBezTo>
                  <a:cubicBezTo>
                    <a:pt x="26" y="200"/>
                    <a:pt x="37" y="149"/>
                    <a:pt x="61" y="104"/>
                  </a:cubicBezTo>
                  <a:cubicBezTo>
                    <a:pt x="72" y="81"/>
                    <a:pt x="87" y="60"/>
                    <a:pt x="104" y="45"/>
                  </a:cubicBezTo>
                  <a:cubicBezTo>
                    <a:pt x="121" y="30"/>
                    <a:pt x="141" y="20"/>
                    <a:pt x="166" y="20"/>
                  </a:cubicBezTo>
                  <a:cubicBezTo>
                    <a:pt x="193" y="20"/>
                    <a:pt x="216" y="32"/>
                    <a:pt x="235" y="51"/>
                  </a:cubicBezTo>
                  <a:cubicBezTo>
                    <a:pt x="238" y="55"/>
                    <a:pt x="245" y="55"/>
                    <a:pt x="249" y="52"/>
                  </a:cubicBezTo>
                  <a:cubicBezTo>
                    <a:pt x="253" y="48"/>
                    <a:pt x="253" y="41"/>
                    <a:pt x="249" y="37"/>
                  </a:cubicBezTo>
                  <a:cubicBezTo>
                    <a:pt x="227" y="16"/>
                    <a:pt x="199" y="0"/>
                    <a:pt x="166" y="0"/>
                  </a:cubicBezTo>
                  <a:cubicBezTo>
                    <a:pt x="132" y="0"/>
                    <a:pt x="104" y="16"/>
                    <a:pt x="82" y="37"/>
                  </a:cubicBezTo>
                  <a:cubicBezTo>
                    <a:pt x="18" y="103"/>
                    <a:pt x="2" y="226"/>
                    <a:pt x="1" y="227"/>
                  </a:cubicBezTo>
                  <a:cubicBezTo>
                    <a:pt x="0" y="232"/>
                    <a:pt x="4" y="237"/>
                    <a:pt x="10" y="2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Oval 84"/>
            <p:cNvSpPr>
              <a:spLocks noChangeArrowheads="1"/>
            </p:cNvSpPr>
            <p:nvPr/>
          </p:nvSpPr>
          <p:spPr bwMode="auto">
            <a:xfrm>
              <a:off x="2655888" y="184150"/>
              <a:ext cx="315913" cy="3175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85"/>
            <p:cNvSpPr>
              <a:spLocks/>
            </p:cNvSpPr>
            <p:nvPr/>
          </p:nvSpPr>
          <p:spPr bwMode="auto">
            <a:xfrm>
              <a:off x="2755900" y="487362"/>
              <a:ext cx="355600" cy="301625"/>
            </a:xfrm>
            <a:custGeom>
              <a:avLst/>
              <a:gdLst>
                <a:gd name="T0" fmla="*/ 112 w 177"/>
                <a:gd name="T1" fmla="*/ 112 h 150"/>
                <a:gd name="T2" fmla="*/ 112 w 177"/>
                <a:gd name="T3" fmla="*/ 112 h 150"/>
                <a:gd name="T4" fmla="*/ 111 w 177"/>
                <a:gd name="T5" fmla="*/ 112 h 150"/>
                <a:gd name="T6" fmla="*/ 51 w 177"/>
                <a:gd name="T7" fmla="*/ 97 h 150"/>
                <a:gd name="T8" fmla="*/ 43 w 177"/>
                <a:gd name="T9" fmla="*/ 60 h 150"/>
                <a:gd name="T10" fmla="*/ 65 w 177"/>
                <a:gd name="T11" fmla="*/ 48 h 150"/>
                <a:gd name="T12" fmla="*/ 79 w 177"/>
                <a:gd name="T13" fmla="*/ 52 h 150"/>
                <a:gd name="T14" fmla="*/ 80 w 177"/>
                <a:gd name="T15" fmla="*/ 53 h 150"/>
                <a:gd name="T16" fmla="*/ 86 w 177"/>
                <a:gd name="T17" fmla="*/ 55 h 150"/>
                <a:gd name="T18" fmla="*/ 111 w 177"/>
                <a:gd name="T19" fmla="*/ 60 h 150"/>
                <a:gd name="T20" fmla="*/ 117 w 177"/>
                <a:gd name="T21" fmla="*/ 59 h 150"/>
                <a:gd name="T22" fmla="*/ 112 w 177"/>
                <a:gd name="T23" fmla="*/ 37 h 150"/>
                <a:gd name="T24" fmla="*/ 119 w 177"/>
                <a:gd name="T25" fmla="*/ 34 h 150"/>
                <a:gd name="T26" fmla="*/ 125 w 177"/>
                <a:gd name="T27" fmla="*/ 31 h 150"/>
                <a:gd name="T28" fmla="*/ 145 w 177"/>
                <a:gd name="T29" fmla="*/ 26 h 150"/>
                <a:gd name="T30" fmla="*/ 156 w 177"/>
                <a:gd name="T31" fmla="*/ 28 h 150"/>
                <a:gd name="T32" fmla="*/ 171 w 177"/>
                <a:gd name="T33" fmla="*/ 38 h 150"/>
                <a:gd name="T34" fmla="*/ 177 w 177"/>
                <a:gd name="T35" fmla="*/ 34 h 150"/>
                <a:gd name="T36" fmla="*/ 159 w 177"/>
                <a:gd name="T37" fmla="*/ 22 h 150"/>
                <a:gd name="T38" fmla="*/ 110 w 177"/>
                <a:gd name="T39" fmla="*/ 31 h 150"/>
                <a:gd name="T40" fmla="*/ 8 w 177"/>
                <a:gd name="T41" fmla="*/ 90 h 150"/>
                <a:gd name="T42" fmla="*/ 92 w 177"/>
                <a:gd name="T43" fmla="*/ 150 h 150"/>
                <a:gd name="T44" fmla="*/ 112 w 177"/>
                <a:gd name="T45" fmla="*/ 123 h 150"/>
                <a:gd name="T46" fmla="*/ 123 w 177"/>
                <a:gd name="T47" fmla="*/ 112 h 150"/>
                <a:gd name="T48" fmla="*/ 112 w 177"/>
                <a:gd name="T49" fmla="*/ 112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7" h="150">
                  <a:moveTo>
                    <a:pt x="112" y="112"/>
                  </a:moveTo>
                  <a:cubicBezTo>
                    <a:pt x="112" y="112"/>
                    <a:pt x="112" y="112"/>
                    <a:pt x="112" y="112"/>
                  </a:cubicBezTo>
                  <a:cubicBezTo>
                    <a:pt x="111" y="112"/>
                    <a:pt x="111" y="112"/>
                    <a:pt x="111" y="112"/>
                  </a:cubicBezTo>
                  <a:cubicBezTo>
                    <a:pt x="79" y="112"/>
                    <a:pt x="57" y="101"/>
                    <a:pt x="51" y="97"/>
                  </a:cubicBezTo>
                  <a:cubicBezTo>
                    <a:pt x="39" y="89"/>
                    <a:pt x="35" y="73"/>
                    <a:pt x="43" y="60"/>
                  </a:cubicBezTo>
                  <a:cubicBezTo>
                    <a:pt x="48" y="53"/>
                    <a:pt x="56" y="48"/>
                    <a:pt x="65" y="48"/>
                  </a:cubicBezTo>
                  <a:cubicBezTo>
                    <a:pt x="70" y="48"/>
                    <a:pt x="75" y="50"/>
                    <a:pt x="79" y="52"/>
                  </a:cubicBezTo>
                  <a:cubicBezTo>
                    <a:pt x="79" y="52"/>
                    <a:pt x="80" y="53"/>
                    <a:pt x="80" y="53"/>
                  </a:cubicBezTo>
                  <a:cubicBezTo>
                    <a:pt x="81" y="53"/>
                    <a:pt x="83" y="54"/>
                    <a:pt x="86" y="55"/>
                  </a:cubicBezTo>
                  <a:cubicBezTo>
                    <a:pt x="92" y="57"/>
                    <a:pt x="100" y="60"/>
                    <a:pt x="111" y="60"/>
                  </a:cubicBezTo>
                  <a:cubicBezTo>
                    <a:pt x="113" y="60"/>
                    <a:pt x="115" y="60"/>
                    <a:pt x="117" y="59"/>
                  </a:cubicBezTo>
                  <a:cubicBezTo>
                    <a:pt x="115" y="52"/>
                    <a:pt x="114" y="44"/>
                    <a:pt x="112" y="37"/>
                  </a:cubicBezTo>
                  <a:cubicBezTo>
                    <a:pt x="114" y="37"/>
                    <a:pt x="116" y="36"/>
                    <a:pt x="119" y="34"/>
                  </a:cubicBezTo>
                  <a:cubicBezTo>
                    <a:pt x="121" y="33"/>
                    <a:pt x="123" y="32"/>
                    <a:pt x="125" y="31"/>
                  </a:cubicBezTo>
                  <a:cubicBezTo>
                    <a:pt x="133" y="28"/>
                    <a:pt x="139" y="26"/>
                    <a:pt x="145" y="26"/>
                  </a:cubicBezTo>
                  <a:cubicBezTo>
                    <a:pt x="149" y="26"/>
                    <a:pt x="153" y="27"/>
                    <a:pt x="156" y="28"/>
                  </a:cubicBezTo>
                  <a:cubicBezTo>
                    <a:pt x="162" y="31"/>
                    <a:pt x="166" y="34"/>
                    <a:pt x="171" y="38"/>
                  </a:cubicBezTo>
                  <a:cubicBezTo>
                    <a:pt x="173" y="37"/>
                    <a:pt x="175" y="35"/>
                    <a:pt x="177" y="34"/>
                  </a:cubicBezTo>
                  <a:cubicBezTo>
                    <a:pt x="171" y="29"/>
                    <a:pt x="166" y="25"/>
                    <a:pt x="159" y="22"/>
                  </a:cubicBezTo>
                  <a:cubicBezTo>
                    <a:pt x="135" y="12"/>
                    <a:pt x="113" y="32"/>
                    <a:pt x="110" y="31"/>
                  </a:cubicBezTo>
                  <a:cubicBezTo>
                    <a:pt x="18" y="0"/>
                    <a:pt x="0" y="66"/>
                    <a:pt x="8" y="90"/>
                  </a:cubicBezTo>
                  <a:cubicBezTo>
                    <a:pt x="18" y="123"/>
                    <a:pt x="47" y="140"/>
                    <a:pt x="92" y="150"/>
                  </a:cubicBezTo>
                  <a:cubicBezTo>
                    <a:pt x="99" y="143"/>
                    <a:pt x="107" y="132"/>
                    <a:pt x="112" y="123"/>
                  </a:cubicBezTo>
                  <a:cubicBezTo>
                    <a:pt x="115" y="118"/>
                    <a:pt x="119" y="115"/>
                    <a:pt x="123" y="112"/>
                  </a:cubicBezTo>
                  <a:cubicBezTo>
                    <a:pt x="119" y="112"/>
                    <a:pt x="115" y="112"/>
                    <a:pt x="112" y="1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86"/>
            <p:cNvSpPr>
              <a:spLocks/>
            </p:cNvSpPr>
            <p:nvPr/>
          </p:nvSpPr>
          <p:spPr bwMode="auto">
            <a:xfrm>
              <a:off x="3098800" y="242887"/>
              <a:ext cx="981075" cy="1123950"/>
            </a:xfrm>
            <a:custGeom>
              <a:avLst/>
              <a:gdLst>
                <a:gd name="T0" fmla="*/ 39 w 489"/>
                <a:gd name="T1" fmla="*/ 197 h 560"/>
                <a:gd name="T2" fmla="*/ 161 w 489"/>
                <a:gd name="T3" fmla="*/ 178 h 560"/>
                <a:gd name="T4" fmla="*/ 258 w 489"/>
                <a:gd name="T5" fmla="*/ 144 h 560"/>
                <a:gd name="T6" fmla="*/ 473 w 489"/>
                <a:gd name="T7" fmla="*/ 258 h 560"/>
                <a:gd name="T8" fmla="*/ 475 w 489"/>
                <a:gd name="T9" fmla="*/ 284 h 560"/>
                <a:gd name="T10" fmla="*/ 455 w 489"/>
                <a:gd name="T11" fmla="*/ 294 h 560"/>
                <a:gd name="T12" fmla="*/ 452 w 489"/>
                <a:gd name="T13" fmla="*/ 316 h 560"/>
                <a:gd name="T14" fmla="*/ 432 w 489"/>
                <a:gd name="T15" fmla="*/ 326 h 560"/>
                <a:gd name="T16" fmla="*/ 429 w 489"/>
                <a:gd name="T17" fmla="*/ 348 h 560"/>
                <a:gd name="T18" fmla="*/ 409 w 489"/>
                <a:gd name="T19" fmla="*/ 358 h 560"/>
                <a:gd name="T20" fmla="*/ 406 w 489"/>
                <a:gd name="T21" fmla="*/ 380 h 560"/>
                <a:gd name="T22" fmla="*/ 386 w 489"/>
                <a:gd name="T23" fmla="*/ 390 h 560"/>
                <a:gd name="T24" fmla="*/ 383 w 489"/>
                <a:gd name="T25" fmla="*/ 412 h 560"/>
                <a:gd name="T26" fmla="*/ 363 w 489"/>
                <a:gd name="T27" fmla="*/ 422 h 560"/>
                <a:gd name="T28" fmla="*/ 360 w 489"/>
                <a:gd name="T29" fmla="*/ 444 h 560"/>
                <a:gd name="T30" fmla="*/ 340 w 489"/>
                <a:gd name="T31" fmla="*/ 454 h 560"/>
                <a:gd name="T32" fmla="*/ 337 w 489"/>
                <a:gd name="T33" fmla="*/ 476 h 560"/>
                <a:gd name="T34" fmla="*/ 317 w 489"/>
                <a:gd name="T35" fmla="*/ 486 h 560"/>
                <a:gd name="T36" fmla="*/ 314 w 489"/>
                <a:gd name="T37" fmla="*/ 508 h 560"/>
                <a:gd name="T38" fmla="*/ 294 w 489"/>
                <a:gd name="T39" fmla="*/ 518 h 560"/>
                <a:gd name="T40" fmla="*/ 291 w 489"/>
                <a:gd name="T41" fmla="*/ 540 h 560"/>
                <a:gd name="T42" fmla="*/ 269 w 489"/>
                <a:gd name="T43" fmla="*/ 548 h 560"/>
                <a:gd name="T44" fmla="*/ 3 w 489"/>
                <a:gd name="T45" fmla="*/ 277 h 560"/>
                <a:gd name="T46" fmla="*/ 0 w 489"/>
                <a:gd name="T47" fmla="*/ 284 h 560"/>
                <a:gd name="T48" fmla="*/ 297 w 489"/>
                <a:gd name="T49" fmla="*/ 544 h 560"/>
                <a:gd name="T50" fmla="*/ 320 w 489"/>
                <a:gd name="T51" fmla="*/ 512 h 560"/>
                <a:gd name="T52" fmla="*/ 343 w 489"/>
                <a:gd name="T53" fmla="*/ 480 h 560"/>
                <a:gd name="T54" fmla="*/ 366 w 489"/>
                <a:gd name="T55" fmla="*/ 448 h 560"/>
                <a:gd name="T56" fmla="*/ 389 w 489"/>
                <a:gd name="T57" fmla="*/ 416 h 560"/>
                <a:gd name="T58" fmla="*/ 412 w 489"/>
                <a:gd name="T59" fmla="*/ 384 h 560"/>
                <a:gd name="T60" fmla="*/ 435 w 489"/>
                <a:gd name="T61" fmla="*/ 352 h 560"/>
                <a:gd name="T62" fmla="*/ 458 w 489"/>
                <a:gd name="T63" fmla="*/ 320 h 560"/>
                <a:gd name="T64" fmla="*/ 481 w 489"/>
                <a:gd name="T65" fmla="*/ 288 h 560"/>
                <a:gd name="T66" fmla="*/ 45 w 489"/>
                <a:gd name="T67" fmla="*/ 192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89" h="560">
                  <a:moveTo>
                    <a:pt x="45" y="192"/>
                  </a:moveTo>
                  <a:cubicBezTo>
                    <a:pt x="43" y="193"/>
                    <a:pt x="41" y="195"/>
                    <a:pt x="39" y="197"/>
                  </a:cubicBezTo>
                  <a:cubicBezTo>
                    <a:pt x="54" y="204"/>
                    <a:pt x="68" y="207"/>
                    <a:pt x="83" y="207"/>
                  </a:cubicBezTo>
                  <a:cubicBezTo>
                    <a:pt x="112" y="207"/>
                    <a:pt x="136" y="193"/>
                    <a:pt x="161" y="178"/>
                  </a:cubicBezTo>
                  <a:cubicBezTo>
                    <a:pt x="166" y="175"/>
                    <a:pt x="166" y="175"/>
                    <a:pt x="166" y="175"/>
                  </a:cubicBezTo>
                  <a:cubicBezTo>
                    <a:pt x="194" y="158"/>
                    <a:pt x="221" y="144"/>
                    <a:pt x="258" y="144"/>
                  </a:cubicBezTo>
                  <a:cubicBezTo>
                    <a:pt x="315" y="144"/>
                    <a:pt x="385" y="181"/>
                    <a:pt x="473" y="258"/>
                  </a:cubicBezTo>
                  <a:cubicBezTo>
                    <a:pt x="473" y="258"/>
                    <a:pt x="473" y="258"/>
                    <a:pt x="473" y="258"/>
                  </a:cubicBezTo>
                  <a:cubicBezTo>
                    <a:pt x="473" y="258"/>
                    <a:pt x="473" y="258"/>
                    <a:pt x="473" y="258"/>
                  </a:cubicBezTo>
                  <a:cubicBezTo>
                    <a:pt x="480" y="263"/>
                    <a:pt x="481" y="275"/>
                    <a:pt x="475" y="284"/>
                  </a:cubicBezTo>
                  <a:cubicBezTo>
                    <a:pt x="472" y="288"/>
                    <a:pt x="467" y="291"/>
                    <a:pt x="462" y="292"/>
                  </a:cubicBezTo>
                  <a:cubicBezTo>
                    <a:pt x="455" y="294"/>
                    <a:pt x="455" y="294"/>
                    <a:pt x="455" y="294"/>
                  </a:cubicBezTo>
                  <a:cubicBezTo>
                    <a:pt x="456" y="300"/>
                    <a:pt x="456" y="300"/>
                    <a:pt x="456" y="300"/>
                  </a:cubicBezTo>
                  <a:cubicBezTo>
                    <a:pt x="457" y="306"/>
                    <a:pt x="456" y="311"/>
                    <a:pt x="452" y="316"/>
                  </a:cubicBezTo>
                  <a:cubicBezTo>
                    <a:pt x="449" y="320"/>
                    <a:pt x="444" y="323"/>
                    <a:pt x="439" y="324"/>
                  </a:cubicBezTo>
                  <a:cubicBezTo>
                    <a:pt x="432" y="326"/>
                    <a:pt x="432" y="326"/>
                    <a:pt x="432" y="326"/>
                  </a:cubicBezTo>
                  <a:cubicBezTo>
                    <a:pt x="433" y="332"/>
                    <a:pt x="433" y="332"/>
                    <a:pt x="433" y="332"/>
                  </a:cubicBezTo>
                  <a:cubicBezTo>
                    <a:pt x="434" y="338"/>
                    <a:pt x="433" y="343"/>
                    <a:pt x="429" y="348"/>
                  </a:cubicBezTo>
                  <a:cubicBezTo>
                    <a:pt x="426" y="352"/>
                    <a:pt x="421" y="356"/>
                    <a:pt x="416" y="356"/>
                  </a:cubicBezTo>
                  <a:cubicBezTo>
                    <a:pt x="409" y="358"/>
                    <a:pt x="409" y="358"/>
                    <a:pt x="409" y="358"/>
                  </a:cubicBezTo>
                  <a:cubicBezTo>
                    <a:pt x="410" y="364"/>
                    <a:pt x="410" y="364"/>
                    <a:pt x="410" y="364"/>
                  </a:cubicBezTo>
                  <a:cubicBezTo>
                    <a:pt x="411" y="370"/>
                    <a:pt x="410" y="375"/>
                    <a:pt x="406" y="380"/>
                  </a:cubicBezTo>
                  <a:cubicBezTo>
                    <a:pt x="403" y="384"/>
                    <a:pt x="398" y="388"/>
                    <a:pt x="393" y="389"/>
                  </a:cubicBezTo>
                  <a:cubicBezTo>
                    <a:pt x="386" y="390"/>
                    <a:pt x="386" y="390"/>
                    <a:pt x="386" y="390"/>
                  </a:cubicBezTo>
                  <a:cubicBezTo>
                    <a:pt x="387" y="396"/>
                    <a:pt x="387" y="396"/>
                    <a:pt x="387" y="396"/>
                  </a:cubicBezTo>
                  <a:cubicBezTo>
                    <a:pt x="388" y="402"/>
                    <a:pt x="387" y="407"/>
                    <a:pt x="383" y="412"/>
                  </a:cubicBezTo>
                  <a:cubicBezTo>
                    <a:pt x="380" y="416"/>
                    <a:pt x="375" y="420"/>
                    <a:pt x="370" y="421"/>
                  </a:cubicBezTo>
                  <a:cubicBezTo>
                    <a:pt x="363" y="422"/>
                    <a:pt x="363" y="422"/>
                    <a:pt x="363" y="422"/>
                  </a:cubicBezTo>
                  <a:cubicBezTo>
                    <a:pt x="364" y="428"/>
                    <a:pt x="364" y="428"/>
                    <a:pt x="364" y="428"/>
                  </a:cubicBezTo>
                  <a:cubicBezTo>
                    <a:pt x="365" y="434"/>
                    <a:pt x="364" y="439"/>
                    <a:pt x="360" y="444"/>
                  </a:cubicBezTo>
                  <a:cubicBezTo>
                    <a:pt x="357" y="448"/>
                    <a:pt x="352" y="452"/>
                    <a:pt x="347" y="453"/>
                  </a:cubicBezTo>
                  <a:cubicBezTo>
                    <a:pt x="340" y="454"/>
                    <a:pt x="340" y="454"/>
                    <a:pt x="340" y="454"/>
                  </a:cubicBezTo>
                  <a:cubicBezTo>
                    <a:pt x="341" y="461"/>
                    <a:pt x="341" y="461"/>
                    <a:pt x="341" y="461"/>
                  </a:cubicBezTo>
                  <a:cubicBezTo>
                    <a:pt x="342" y="466"/>
                    <a:pt x="341" y="471"/>
                    <a:pt x="337" y="476"/>
                  </a:cubicBezTo>
                  <a:cubicBezTo>
                    <a:pt x="334" y="481"/>
                    <a:pt x="329" y="484"/>
                    <a:pt x="324" y="485"/>
                  </a:cubicBezTo>
                  <a:cubicBezTo>
                    <a:pt x="317" y="486"/>
                    <a:pt x="317" y="486"/>
                    <a:pt x="317" y="486"/>
                  </a:cubicBezTo>
                  <a:cubicBezTo>
                    <a:pt x="318" y="493"/>
                    <a:pt x="318" y="493"/>
                    <a:pt x="318" y="493"/>
                  </a:cubicBezTo>
                  <a:cubicBezTo>
                    <a:pt x="319" y="498"/>
                    <a:pt x="318" y="503"/>
                    <a:pt x="314" y="508"/>
                  </a:cubicBezTo>
                  <a:cubicBezTo>
                    <a:pt x="311" y="513"/>
                    <a:pt x="306" y="516"/>
                    <a:pt x="301" y="517"/>
                  </a:cubicBezTo>
                  <a:cubicBezTo>
                    <a:pt x="294" y="518"/>
                    <a:pt x="294" y="518"/>
                    <a:pt x="294" y="518"/>
                  </a:cubicBezTo>
                  <a:cubicBezTo>
                    <a:pt x="295" y="525"/>
                    <a:pt x="295" y="525"/>
                    <a:pt x="295" y="525"/>
                  </a:cubicBezTo>
                  <a:cubicBezTo>
                    <a:pt x="296" y="530"/>
                    <a:pt x="295" y="535"/>
                    <a:pt x="291" y="540"/>
                  </a:cubicBezTo>
                  <a:cubicBezTo>
                    <a:pt x="287" y="546"/>
                    <a:pt x="281" y="549"/>
                    <a:pt x="275" y="549"/>
                  </a:cubicBezTo>
                  <a:cubicBezTo>
                    <a:pt x="273" y="549"/>
                    <a:pt x="271" y="549"/>
                    <a:pt x="269" y="548"/>
                  </a:cubicBezTo>
                  <a:cubicBezTo>
                    <a:pt x="232" y="293"/>
                    <a:pt x="88" y="283"/>
                    <a:pt x="10" y="278"/>
                  </a:cubicBezTo>
                  <a:cubicBezTo>
                    <a:pt x="8" y="278"/>
                    <a:pt x="6" y="277"/>
                    <a:pt x="3" y="277"/>
                  </a:cubicBezTo>
                  <a:cubicBezTo>
                    <a:pt x="3" y="279"/>
                    <a:pt x="2" y="280"/>
                    <a:pt x="1" y="282"/>
                  </a:cubicBezTo>
                  <a:cubicBezTo>
                    <a:pt x="1" y="283"/>
                    <a:pt x="0" y="283"/>
                    <a:pt x="0" y="284"/>
                  </a:cubicBezTo>
                  <a:cubicBezTo>
                    <a:pt x="76" y="290"/>
                    <a:pt x="225" y="288"/>
                    <a:pt x="262" y="552"/>
                  </a:cubicBezTo>
                  <a:cubicBezTo>
                    <a:pt x="273" y="560"/>
                    <a:pt x="288" y="556"/>
                    <a:pt x="297" y="544"/>
                  </a:cubicBezTo>
                  <a:cubicBezTo>
                    <a:pt x="302" y="538"/>
                    <a:pt x="303" y="530"/>
                    <a:pt x="302" y="524"/>
                  </a:cubicBezTo>
                  <a:cubicBezTo>
                    <a:pt x="309" y="522"/>
                    <a:pt x="316" y="518"/>
                    <a:pt x="320" y="512"/>
                  </a:cubicBezTo>
                  <a:cubicBezTo>
                    <a:pt x="325" y="506"/>
                    <a:pt x="326" y="498"/>
                    <a:pt x="325" y="492"/>
                  </a:cubicBezTo>
                  <a:cubicBezTo>
                    <a:pt x="332" y="490"/>
                    <a:pt x="338" y="486"/>
                    <a:pt x="343" y="480"/>
                  </a:cubicBezTo>
                  <a:cubicBezTo>
                    <a:pt x="348" y="474"/>
                    <a:pt x="349" y="466"/>
                    <a:pt x="348" y="460"/>
                  </a:cubicBezTo>
                  <a:cubicBezTo>
                    <a:pt x="355" y="458"/>
                    <a:pt x="361" y="454"/>
                    <a:pt x="366" y="448"/>
                  </a:cubicBezTo>
                  <a:cubicBezTo>
                    <a:pt x="371" y="442"/>
                    <a:pt x="372" y="434"/>
                    <a:pt x="371" y="427"/>
                  </a:cubicBezTo>
                  <a:cubicBezTo>
                    <a:pt x="378" y="426"/>
                    <a:pt x="384" y="422"/>
                    <a:pt x="389" y="416"/>
                  </a:cubicBezTo>
                  <a:cubicBezTo>
                    <a:pt x="394" y="410"/>
                    <a:pt x="395" y="402"/>
                    <a:pt x="394" y="395"/>
                  </a:cubicBezTo>
                  <a:cubicBezTo>
                    <a:pt x="401" y="394"/>
                    <a:pt x="407" y="390"/>
                    <a:pt x="412" y="384"/>
                  </a:cubicBezTo>
                  <a:cubicBezTo>
                    <a:pt x="417" y="378"/>
                    <a:pt x="418" y="370"/>
                    <a:pt x="417" y="363"/>
                  </a:cubicBezTo>
                  <a:cubicBezTo>
                    <a:pt x="424" y="362"/>
                    <a:pt x="430" y="358"/>
                    <a:pt x="435" y="352"/>
                  </a:cubicBezTo>
                  <a:cubicBezTo>
                    <a:pt x="439" y="346"/>
                    <a:pt x="441" y="338"/>
                    <a:pt x="440" y="331"/>
                  </a:cubicBezTo>
                  <a:cubicBezTo>
                    <a:pt x="447" y="330"/>
                    <a:pt x="453" y="326"/>
                    <a:pt x="458" y="320"/>
                  </a:cubicBezTo>
                  <a:cubicBezTo>
                    <a:pt x="462" y="313"/>
                    <a:pt x="464" y="306"/>
                    <a:pt x="463" y="299"/>
                  </a:cubicBezTo>
                  <a:cubicBezTo>
                    <a:pt x="470" y="298"/>
                    <a:pt x="476" y="294"/>
                    <a:pt x="481" y="288"/>
                  </a:cubicBezTo>
                  <a:cubicBezTo>
                    <a:pt x="489" y="276"/>
                    <a:pt x="487" y="260"/>
                    <a:pt x="477" y="252"/>
                  </a:cubicBezTo>
                  <a:cubicBezTo>
                    <a:pt x="190" y="0"/>
                    <a:pt x="172" y="247"/>
                    <a:pt x="45" y="1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87"/>
            <p:cNvSpPr>
              <a:spLocks/>
            </p:cNvSpPr>
            <p:nvPr/>
          </p:nvSpPr>
          <p:spPr bwMode="auto">
            <a:xfrm>
              <a:off x="2841625" y="390525"/>
              <a:ext cx="479425" cy="307975"/>
            </a:xfrm>
            <a:custGeom>
              <a:avLst/>
              <a:gdLst>
                <a:gd name="T0" fmla="*/ 200 w 239"/>
                <a:gd name="T1" fmla="*/ 12 h 153"/>
                <a:gd name="T2" fmla="*/ 125 w 239"/>
                <a:gd name="T3" fmla="*/ 96 h 153"/>
                <a:gd name="T4" fmla="*/ 68 w 239"/>
                <a:gd name="T5" fmla="*/ 115 h 153"/>
                <a:gd name="T6" fmla="*/ 41 w 239"/>
                <a:gd name="T7" fmla="*/ 110 h 153"/>
                <a:gd name="T8" fmla="*/ 34 w 239"/>
                <a:gd name="T9" fmla="*/ 107 h 153"/>
                <a:gd name="T10" fmla="*/ 32 w 239"/>
                <a:gd name="T11" fmla="*/ 106 h 153"/>
                <a:gd name="T12" fmla="*/ 32 w 239"/>
                <a:gd name="T13" fmla="*/ 106 h 153"/>
                <a:gd name="T14" fmla="*/ 6 w 239"/>
                <a:gd name="T15" fmla="*/ 112 h 153"/>
                <a:gd name="T16" fmla="*/ 12 w 239"/>
                <a:gd name="T17" fmla="*/ 139 h 153"/>
                <a:gd name="T18" fmla="*/ 12 w 239"/>
                <a:gd name="T19" fmla="*/ 139 h 153"/>
                <a:gd name="T20" fmla="*/ 68 w 239"/>
                <a:gd name="T21" fmla="*/ 153 h 153"/>
                <a:gd name="T22" fmla="*/ 69 w 239"/>
                <a:gd name="T23" fmla="*/ 153 h 153"/>
                <a:gd name="T24" fmla="*/ 146 w 239"/>
                <a:gd name="T25" fmla="*/ 129 h 153"/>
                <a:gd name="T26" fmla="*/ 233 w 239"/>
                <a:gd name="T27" fmla="*/ 32 h 153"/>
                <a:gd name="T28" fmla="*/ 227 w 239"/>
                <a:gd name="T29" fmla="*/ 6 h 153"/>
                <a:gd name="T30" fmla="*/ 200 w 239"/>
                <a:gd name="T31" fmla="*/ 12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9" h="153">
                  <a:moveTo>
                    <a:pt x="200" y="12"/>
                  </a:moveTo>
                  <a:cubicBezTo>
                    <a:pt x="174" y="56"/>
                    <a:pt x="148" y="82"/>
                    <a:pt x="125" y="96"/>
                  </a:cubicBezTo>
                  <a:cubicBezTo>
                    <a:pt x="103" y="111"/>
                    <a:pt x="84" y="115"/>
                    <a:pt x="68" y="115"/>
                  </a:cubicBezTo>
                  <a:cubicBezTo>
                    <a:pt x="57" y="115"/>
                    <a:pt x="47" y="112"/>
                    <a:pt x="41" y="110"/>
                  </a:cubicBezTo>
                  <a:cubicBezTo>
                    <a:pt x="38" y="109"/>
                    <a:pt x="35" y="108"/>
                    <a:pt x="34" y="107"/>
                  </a:cubicBezTo>
                  <a:cubicBezTo>
                    <a:pt x="33" y="107"/>
                    <a:pt x="33" y="106"/>
                    <a:pt x="32" y="106"/>
                  </a:cubicBezTo>
                  <a:cubicBezTo>
                    <a:pt x="32" y="106"/>
                    <a:pt x="32" y="106"/>
                    <a:pt x="32" y="106"/>
                  </a:cubicBezTo>
                  <a:cubicBezTo>
                    <a:pt x="23" y="101"/>
                    <a:pt x="11" y="103"/>
                    <a:pt x="6" y="112"/>
                  </a:cubicBezTo>
                  <a:cubicBezTo>
                    <a:pt x="0" y="121"/>
                    <a:pt x="3" y="133"/>
                    <a:pt x="12" y="139"/>
                  </a:cubicBezTo>
                  <a:cubicBezTo>
                    <a:pt x="12" y="139"/>
                    <a:pt x="12" y="139"/>
                    <a:pt x="12" y="139"/>
                  </a:cubicBezTo>
                  <a:cubicBezTo>
                    <a:pt x="13" y="140"/>
                    <a:pt x="35" y="153"/>
                    <a:pt x="68" y="153"/>
                  </a:cubicBezTo>
                  <a:cubicBezTo>
                    <a:pt x="68" y="153"/>
                    <a:pt x="69" y="153"/>
                    <a:pt x="69" y="153"/>
                  </a:cubicBezTo>
                  <a:cubicBezTo>
                    <a:pt x="91" y="153"/>
                    <a:pt x="118" y="147"/>
                    <a:pt x="146" y="129"/>
                  </a:cubicBezTo>
                  <a:cubicBezTo>
                    <a:pt x="175" y="111"/>
                    <a:pt x="204" y="80"/>
                    <a:pt x="233" y="32"/>
                  </a:cubicBezTo>
                  <a:cubicBezTo>
                    <a:pt x="239" y="23"/>
                    <a:pt x="236" y="11"/>
                    <a:pt x="227" y="6"/>
                  </a:cubicBezTo>
                  <a:cubicBezTo>
                    <a:pt x="218" y="0"/>
                    <a:pt x="206" y="3"/>
                    <a:pt x="20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88"/>
            <p:cNvSpPr>
              <a:spLocks/>
            </p:cNvSpPr>
            <p:nvPr/>
          </p:nvSpPr>
          <p:spPr bwMode="auto">
            <a:xfrm>
              <a:off x="2811463" y="706437"/>
              <a:ext cx="293688" cy="222250"/>
            </a:xfrm>
            <a:custGeom>
              <a:avLst/>
              <a:gdLst>
                <a:gd name="T0" fmla="*/ 96 w 146"/>
                <a:gd name="T1" fmla="*/ 93 h 111"/>
                <a:gd name="T2" fmla="*/ 138 w 146"/>
                <a:gd name="T3" fmla="*/ 47 h 111"/>
                <a:gd name="T4" fmla="*/ 129 w 146"/>
                <a:gd name="T5" fmla="*/ 9 h 111"/>
                <a:gd name="T6" fmla="*/ 90 w 146"/>
                <a:gd name="T7" fmla="*/ 17 h 111"/>
                <a:gd name="T8" fmla="*/ 63 w 146"/>
                <a:gd name="T9" fmla="*/ 48 h 111"/>
                <a:gd name="T10" fmla="*/ 57 w 146"/>
                <a:gd name="T11" fmla="*/ 52 h 111"/>
                <a:gd name="T12" fmla="*/ 56 w 146"/>
                <a:gd name="T13" fmla="*/ 50 h 111"/>
                <a:gd name="T14" fmla="*/ 59 w 146"/>
                <a:gd name="T15" fmla="*/ 47 h 111"/>
                <a:gd name="T16" fmla="*/ 53 w 146"/>
                <a:gd name="T17" fmla="*/ 45 h 111"/>
                <a:gd name="T18" fmla="*/ 34 w 146"/>
                <a:gd name="T19" fmla="*/ 36 h 111"/>
                <a:gd name="T20" fmla="*/ 27 w 146"/>
                <a:gd name="T21" fmla="*/ 37 h 111"/>
                <a:gd name="T22" fmla="*/ 4 w 146"/>
                <a:gd name="T23" fmla="*/ 24 h 111"/>
                <a:gd name="T24" fmla="*/ 0 w 146"/>
                <a:gd name="T25" fmla="*/ 63 h 111"/>
                <a:gd name="T26" fmla="*/ 8 w 146"/>
                <a:gd name="T27" fmla="*/ 85 h 111"/>
                <a:gd name="T28" fmla="*/ 17 w 146"/>
                <a:gd name="T29" fmla="*/ 99 h 111"/>
                <a:gd name="T30" fmla="*/ 49 w 146"/>
                <a:gd name="T31" fmla="*/ 111 h 111"/>
                <a:gd name="T32" fmla="*/ 49 w 146"/>
                <a:gd name="T33" fmla="*/ 111 h 111"/>
                <a:gd name="T34" fmla="*/ 57 w 146"/>
                <a:gd name="T35" fmla="*/ 111 h 111"/>
                <a:gd name="T36" fmla="*/ 96 w 146"/>
                <a:gd name="T37" fmla="*/ 93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6" h="111">
                  <a:moveTo>
                    <a:pt x="96" y="93"/>
                  </a:moveTo>
                  <a:cubicBezTo>
                    <a:pt x="111" y="83"/>
                    <a:pt x="126" y="67"/>
                    <a:pt x="138" y="47"/>
                  </a:cubicBezTo>
                  <a:cubicBezTo>
                    <a:pt x="146" y="34"/>
                    <a:pt x="142" y="17"/>
                    <a:pt x="129" y="9"/>
                  </a:cubicBezTo>
                  <a:cubicBezTo>
                    <a:pt x="116" y="0"/>
                    <a:pt x="99" y="4"/>
                    <a:pt x="90" y="17"/>
                  </a:cubicBezTo>
                  <a:cubicBezTo>
                    <a:pt x="81" y="32"/>
                    <a:pt x="71" y="42"/>
                    <a:pt x="63" y="48"/>
                  </a:cubicBezTo>
                  <a:cubicBezTo>
                    <a:pt x="61" y="50"/>
                    <a:pt x="59" y="51"/>
                    <a:pt x="57" y="52"/>
                  </a:cubicBezTo>
                  <a:cubicBezTo>
                    <a:pt x="57" y="51"/>
                    <a:pt x="57" y="50"/>
                    <a:pt x="56" y="50"/>
                  </a:cubicBezTo>
                  <a:cubicBezTo>
                    <a:pt x="57" y="49"/>
                    <a:pt x="58" y="48"/>
                    <a:pt x="59" y="47"/>
                  </a:cubicBezTo>
                  <a:cubicBezTo>
                    <a:pt x="57" y="47"/>
                    <a:pt x="55" y="46"/>
                    <a:pt x="53" y="45"/>
                  </a:cubicBezTo>
                  <a:cubicBezTo>
                    <a:pt x="48" y="40"/>
                    <a:pt x="41" y="37"/>
                    <a:pt x="34" y="36"/>
                  </a:cubicBezTo>
                  <a:cubicBezTo>
                    <a:pt x="31" y="36"/>
                    <a:pt x="29" y="37"/>
                    <a:pt x="27" y="37"/>
                  </a:cubicBezTo>
                  <a:cubicBezTo>
                    <a:pt x="19" y="33"/>
                    <a:pt x="11" y="29"/>
                    <a:pt x="4" y="24"/>
                  </a:cubicBezTo>
                  <a:cubicBezTo>
                    <a:pt x="2" y="36"/>
                    <a:pt x="1" y="49"/>
                    <a:pt x="0" y="63"/>
                  </a:cubicBezTo>
                  <a:cubicBezTo>
                    <a:pt x="0" y="72"/>
                    <a:pt x="3" y="79"/>
                    <a:pt x="8" y="85"/>
                  </a:cubicBezTo>
                  <a:cubicBezTo>
                    <a:pt x="10" y="90"/>
                    <a:pt x="13" y="95"/>
                    <a:pt x="17" y="99"/>
                  </a:cubicBezTo>
                  <a:cubicBezTo>
                    <a:pt x="26" y="108"/>
                    <a:pt x="38" y="111"/>
                    <a:pt x="49" y="111"/>
                  </a:cubicBezTo>
                  <a:cubicBezTo>
                    <a:pt x="49" y="111"/>
                    <a:pt x="49" y="111"/>
                    <a:pt x="49" y="111"/>
                  </a:cubicBezTo>
                  <a:cubicBezTo>
                    <a:pt x="52" y="111"/>
                    <a:pt x="54" y="111"/>
                    <a:pt x="57" y="111"/>
                  </a:cubicBezTo>
                  <a:cubicBezTo>
                    <a:pt x="71" y="109"/>
                    <a:pt x="84" y="102"/>
                    <a:pt x="96" y="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Oval 89"/>
            <p:cNvSpPr>
              <a:spLocks noChangeArrowheads="1"/>
            </p:cNvSpPr>
            <p:nvPr/>
          </p:nvSpPr>
          <p:spPr bwMode="auto">
            <a:xfrm>
              <a:off x="4122738" y="1162050"/>
              <a:ext cx="77788" cy="762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90"/>
            <p:cNvSpPr>
              <a:spLocks noEditPoints="1"/>
            </p:cNvSpPr>
            <p:nvPr/>
          </p:nvSpPr>
          <p:spPr bwMode="auto">
            <a:xfrm>
              <a:off x="3536950" y="1238250"/>
              <a:ext cx="793750" cy="307975"/>
            </a:xfrm>
            <a:custGeom>
              <a:avLst/>
              <a:gdLst>
                <a:gd name="T0" fmla="*/ 386 w 396"/>
                <a:gd name="T1" fmla="*/ 64 h 153"/>
                <a:gd name="T2" fmla="*/ 382 w 396"/>
                <a:gd name="T3" fmla="*/ 28 h 153"/>
                <a:gd name="T4" fmla="*/ 374 w 396"/>
                <a:gd name="T5" fmla="*/ 30 h 153"/>
                <a:gd name="T6" fmla="*/ 378 w 396"/>
                <a:gd name="T7" fmla="*/ 64 h 153"/>
                <a:gd name="T8" fmla="*/ 366 w 396"/>
                <a:gd name="T9" fmla="*/ 119 h 153"/>
                <a:gd name="T10" fmla="*/ 359 w 396"/>
                <a:gd name="T11" fmla="*/ 133 h 153"/>
                <a:gd name="T12" fmla="*/ 349 w 396"/>
                <a:gd name="T13" fmla="*/ 133 h 153"/>
                <a:gd name="T14" fmla="*/ 354 w 396"/>
                <a:gd name="T15" fmla="*/ 88 h 153"/>
                <a:gd name="T16" fmla="*/ 328 w 396"/>
                <a:gd name="T17" fmla="*/ 0 h 153"/>
                <a:gd name="T18" fmla="*/ 322 w 396"/>
                <a:gd name="T19" fmla="*/ 5 h 153"/>
                <a:gd name="T20" fmla="*/ 346 w 396"/>
                <a:gd name="T21" fmla="*/ 88 h 153"/>
                <a:gd name="T22" fmla="*/ 343 w 396"/>
                <a:gd name="T23" fmla="*/ 126 h 153"/>
                <a:gd name="T24" fmla="*/ 341 w 396"/>
                <a:gd name="T25" fmla="*/ 133 h 153"/>
                <a:gd name="T26" fmla="*/ 329 w 396"/>
                <a:gd name="T27" fmla="*/ 133 h 153"/>
                <a:gd name="T28" fmla="*/ 292 w 396"/>
                <a:gd name="T29" fmla="*/ 56 h 153"/>
                <a:gd name="T30" fmla="*/ 287 w 396"/>
                <a:gd name="T31" fmla="*/ 63 h 153"/>
                <a:gd name="T32" fmla="*/ 321 w 396"/>
                <a:gd name="T33" fmla="*/ 133 h 153"/>
                <a:gd name="T34" fmla="*/ 0 w 396"/>
                <a:gd name="T35" fmla="*/ 133 h 153"/>
                <a:gd name="T36" fmla="*/ 0 w 396"/>
                <a:gd name="T37" fmla="*/ 153 h 153"/>
                <a:gd name="T38" fmla="*/ 396 w 396"/>
                <a:gd name="T39" fmla="*/ 153 h 153"/>
                <a:gd name="T40" fmla="*/ 396 w 396"/>
                <a:gd name="T41" fmla="*/ 133 h 153"/>
                <a:gd name="T42" fmla="*/ 368 w 396"/>
                <a:gd name="T43" fmla="*/ 133 h 153"/>
                <a:gd name="T44" fmla="*/ 386 w 396"/>
                <a:gd name="T45" fmla="*/ 64 h 153"/>
                <a:gd name="T46" fmla="*/ 330 w 396"/>
                <a:gd name="T47" fmla="*/ 143 h 153"/>
                <a:gd name="T48" fmla="*/ 330 w 396"/>
                <a:gd name="T49" fmla="*/ 143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96" h="153">
                  <a:moveTo>
                    <a:pt x="386" y="64"/>
                  </a:moveTo>
                  <a:cubicBezTo>
                    <a:pt x="386" y="53"/>
                    <a:pt x="385" y="41"/>
                    <a:pt x="382" y="28"/>
                  </a:cubicBezTo>
                  <a:cubicBezTo>
                    <a:pt x="374" y="30"/>
                    <a:pt x="374" y="30"/>
                    <a:pt x="374" y="30"/>
                  </a:cubicBezTo>
                  <a:cubicBezTo>
                    <a:pt x="377" y="42"/>
                    <a:pt x="378" y="53"/>
                    <a:pt x="378" y="64"/>
                  </a:cubicBezTo>
                  <a:cubicBezTo>
                    <a:pt x="378" y="87"/>
                    <a:pt x="372" y="106"/>
                    <a:pt x="366" y="119"/>
                  </a:cubicBezTo>
                  <a:cubicBezTo>
                    <a:pt x="364" y="125"/>
                    <a:pt x="361" y="130"/>
                    <a:pt x="359" y="133"/>
                  </a:cubicBezTo>
                  <a:cubicBezTo>
                    <a:pt x="349" y="133"/>
                    <a:pt x="349" y="133"/>
                    <a:pt x="349" y="133"/>
                  </a:cubicBezTo>
                  <a:cubicBezTo>
                    <a:pt x="351" y="123"/>
                    <a:pt x="354" y="107"/>
                    <a:pt x="354" y="88"/>
                  </a:cubicBezTo>
                  <a:cubicBezTo>
                    <a:pt x="354" y="61"/>
                    <a:pt x="349" y="28"/>
                    <a:pt x="328" y="0"/>
                  </a:cubicBezTo>
                  <a:cubicBezTo>
                    <a:pt x="322" y="5"/>
                    <a:pt x="322" y="5"/>
                    <a:pt x="322" y="5"/>
                  </a:cubicBezTo>
                  <a:cubicBezTo>
                    <a:pt x="341" y="30"/>
                    <a:pt x="346" y="62"/>
                    <a:pt x="346" y="88"/>
                  </a:cubicBezTo>
                  <a:cubicBezTo>
                    <a:pt x="346" y="103"/>
                    <a:pt x="344" y="116"/>
                    <a:pt x="343" y="126"/>
                  </a:cubicBezTo>
                  <a:cubicBezTo>
                    <a:pt x="342" y="129"/>
                    <a:pt x="342" y="131"/>
                    <a:pt x="341" y="133"/>
                  </a:cubicBezTo>
                  <a:cubicBezTo>
                    <a:pt x="329" y="133"/>
                    <a:pt x="329" y="133"/>
                    <a:pt x="329" y="133"/>
                  </a:cubicBezTo>
                  <a:cubicBezTo>
                    <a:pt x="328" y="115"/>
                    <a:pt x="321" y="77"/>
                    <a:pt x="292" y="56"/>
                  </a:cubicBezTo>
                  <a:cubicBezTo>
                    <a:pt x="287" y="63"/>
                    <a:pt x="287" y="63"/>
                    <a:pt x="287" y="63"/>
                  </a:cubicBezTo>
                  <a:cubicBezTo>
                    <a:pt x="313" y="80"/>
                    <a:pt x="320" y="116"/>
                    <a:pt x="321" y="133"/>
                  </a:cubicBezTo>
                  <a:cubicBezTo>
                    <a:pt x="0" y="133"/>
                    <a:pt x="0" y="133"/>
                    <a:pt x="0" y="133"/>
                  </a:cubicBezTo>
                  <a:cubicBezTo>
                    <a:pt x="0" y="153"/>
                    <a:pt x="0" y="153"/>
                    <a:pt x="0" y="153"/>
                  </a:cubicBezTo>
                  <a:cubicBezTo>
                    <a:pt x="396" y="153"/>
                    <a:pt x="396" y="153"/>
                    <a:pt x="396" y="153"/>
                  </a:cubicBezTo>
                  <a:cubicBezTo>
                    <a:pt x="396" y="133"/>
                    <a:pt x="396" y="133"/>
                    <a:pt x="396" y="133"/>
                  </a:cubicBezTo>
                  <a:cubicBezTo>
                    <a:pt x="368" y="133"/>
                    <a:pt x="368" y="133"/>
                    <a:pt x="368" y="133"/>
                  </a:cubicBezTo>
                  <a:cubicBezTo>
                    <a:pt x="376" y="120"/>
                    <a:pt x="386" y="96"/>
                    <a:pt x="386" y="64"/>
                  </a:cubicBezTo>
                  <a:close/>
                  <a:moveTo>
                    <a:pt x="330" y="143"/>
                  </a:moveTo>
                  <a:cubicBezTo>
                    <a:pt x="330" y="143"/>
                    <a:pt x="330" y="143"/>
                    <a:pt x="330" y="1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91"/>
            <p:cNvSpPr>
              <a:spLocks/>
            </p:cNvSpPr>
            <p:nvPr/>
          </p:nvSpPr>
          <p:spPr bwMode="auto">
            <a:xfrm>
              <a:off x="4240213" y="1214437"/>
              <a:ext cx="74613" cy="74613"/>
            </a:xfrm>
            <a:custGeom>
              <a:avLst/>
              <a:gdLst>
                <a:gd name="T0" fmla="*/ 15 w 37"/>
                <a:gd name="T1" fmla="*/ 35 h 37"/>
                <a:gd name="T2" fmla="*/ 35 w 37"/>
                <a:gd name="T3" fmla="*/ 22 h 37"/>
                <a:gd name="T4" fmla="*/ 22 w 37"/>
                <a:gd name="T5" fmla="*/ 2 h 37"/>
                <a:gd name="T6" fmla="*/ 2 w 37"/>
                <a:gd name="T7" fmla="*/ 16 h 37"/>
                <a:gd name="T8" fmla="*/ 15 w 37"/>
                <a:gd name="T9" fmla="*/ 35 h 37"/>
              </a:gdLst>
              <a:ahLst/>
              <a:cxnLst>
                <a:cxn ang="0">
                  <a:pos x="T0" y="T1"/>
                </a:cxn>
                <a:cxn ang="0">
                  <a:pos x="T2" y="T3"/>
                </a:cxn>
                <a:cxn ang="0">
                  <a:pos x="T4" y="T5"/>
                </a:cxn>
                <a:cxn ang="0">
                  <a:pos x="T6" y="T7"/>
                </a:cxn>
                <a:cxn ang="0">
                  <a:pos x="T8" y="T9"/>
                </a:cxn>
              </a:cxnLst>
              <a:rect l="0" t="0" r="r" b="b"/>
              <a:pathLst>
                <a:path w="37" h="37">
                  <a:moveTo>
                    <a:pt x="15" y="35"/>
                  </a:moveTo>
                  <a:cubicBezTo>
                    <a:pt x="25" y="37"/>
                    <a:pt x="33" y="31"/>
                    <a:pt x="35" y="22"/>
                  </a:cubicBezTo>
                  <a:cubicBezTo>
                    <a:pt x="37" y="13"/>
                    <a:pt x="31" y="4"/>
                    <a:pt x="22" y="2"/>
                  </a:cubicBezTo>
                  <a:cubicBezTo>
                    <a:pt x="13" y="0"/>
                    <a:pt x="4" y="6"/>
                    <a:pt x="2" y="16"/>
                  </a:cubicBezTo>
                  <a:cubicBezTo>
                    <a:pt x="0" y="25"/>
                    <a:pt x="6" y="34"/>
                    <a:pt x="15"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92"/>
            <p:cNvSpPr>
              <a:spLocks/>
            </p:cNvSpPr>
            <p:nvPr/>
          </p:nvSpPr>
          <p:spPr bwMode="auto">
            <a:xfrm>
              <a:off x="4049713" y="1300162"/>
              <a:ext cx="69850" cy="71438"/>
            </a:xfrm>
            <a:custGeom>
              <a:avLst/>
              <a:gdLst>
                <a:gd name="T0" fmla="*/ 12 w 35"/>
                <a:gd name="T1" fmla="*/ 3 h 35"/>
                <a:gd name="T2" fmla="*/ 3 w 35"/>
                <a:gd name="T3" fmla="*/ 22 h 35"/>
                <a:gd name="T4" fmla="*/ 22 w 35"/>
                <a:gd name="T5" fmla="*/ 32 h 35"/>
                <a:gd name="T6" fmla="*/ 32 w 35"/>
                <a:gd name="T7" fmla="*/ 13 h 35"/>
                <a:gd name="T8" fmla="*/ 12 w 35"/>
                <a:gd name="T9" fmla="*/ 3 h 35"/>
              </a:gdLst>
              <a:ahLst/>
              <a:cxnLst>
                <a:cxn ang="0">
                  <a:pos x="T0" y="T1"/>
                </a:cxn>
                <a:cxn ang="0">
                  <a:pos x="T2" y="T3"/>
                </a:cxn>
                <a:cxn ang="0">
                  <a:pos x="T4" y="T5"/>
                </a:cxn>
                <a:cxn ang="0">
                  <a:pos x="T6" y="T7"/>
                </a:cxn>
                <a:cxn ang="0">
                  <a:pos x="T8" y="T9"/>
                </a:cxn>
              </a:cxnLst>
              <a:rect l="0" t="0" r="r" b="b"/>
              <a:pathLst>
                <a:path w="35" h="35">
                  <a:moveTo>
                    <a:pt x="12" y="3"/>
                  </a:moveTo>
                  <a:cubicBezTo>
                    <a:pt x="4" y="6"/>
                    <a:pt x="0" y="14"/>
                    <a:pt x="3" y="22"/>
                  </a:cubicBezTo>
                  <a:cubicBezTo>
                    <a:pt x="6" y="30"/>
                    <a:pt x="14" y="35"/>
                    <a:pt x="22" y="32"/>
                  </a:cubicBezTo>
                  <a:cubicBezTo>
                    <a:pt x="30" y="29"/>
                    <a:pt x="35" y="21"/>
                    <a:pt x="32" y="13"/>
                  </a:cubicBezTo>
                  <a:cubicBezTo>
                    <a:pt x="29" y="5"/>
                    <a:pt x="20" y="0"/>
                    <a:pt x="1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Oval 93"/>
            <p:cNvSpPr>
              <a:spLocks noChangeArrowheads="1"/>
            </p:cNvSpPr>
            <p:nvPr/>
          </p:nvSpPr>
          <p:spPr bwMode="auto">
            <a:xfrm>
              <a:off x="1566863" y="1149350"/>
              <a:ext cx="76200" cy="762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94"/>
            <p:cNvSpPr>
              <a:spLocks noEditPoints="1"/>
            </p:cNvSpPr>
            <p:nvPr/>
          </p:nvSpPr>
          <p:spPr bwMode="auto">
            <a:xfrm>
              <a:off x="1495425" y="1225550"/>
              <a:ext cx="279400" cy="320675"/>
            </a:xfrm>
            <a:custGeom>
              <a:avLst/>
              <a:gdLst>
                <a:gd name="T0" fmla="*/ 126 w 139"/>
                <a:gd name="T1" fmla="*/ 28 h 159"/>
                <a:gd name="T2" fmla="*/ 118 w 139"/>
                <a:gd name="T3" fmla="*/ 30 h 159"/>
                <a:gd name="T4" fmla="*/ 122 w 139"/>
                <a:gd name="T5" fmla="*/ 64 h 159"/>
                <a:gd name="T6" fmla="*/ 110 w 139"/>
                <a:gd name="T7" fmla="*/ 119 h 159"/>
                <a:gd name="T8" fmla="*/ 102 w 139"/>
                <a:gd name="T9" fmla="*/ 134 h 159"/>
                <a:gd name="T10" fmla="*/ 98 w 139"/>
                <a:gd name="T11" fmla="*/ 139 h 159"/>
                <a:gd name="T12" fmla="*/ 99 w 139"/>
                <a:gd name="T13" fmla="*/ 139 h 159"/>
                <a:gd name="T14" fmla="*/ 92 w 139"/>
                <a:gd name="T15" fmla="*/ 139 h 159"/>
                <a:gd name="T16" fmla="*/ 98 w 139"/>
                <a:gd name="T17" fmla="*/ 88 h 159"/>
                <a:gd name="T18" fmla="*/ 72 w 139"/>
                <a:gd name="T19" fmla="*/ 0 h 159"/>
                <a:gd name="T20" fmla="*/ 65 w 139"/>
                <a:gd name="T21" fmla="*/ 5 h 159"/>
                <a:gd name="T22" fmla="*/ 90 w 139"/>
                <a:gd name="T23" fmla="*/ 88 h 159"/>
                <a:gd name="T24" fmla="*/ 86 w 139"/>
                <a:gd name="T25" fmla="*/ 126 h 159"/>
                <a:gd name="T26" fmla="*/ 83 w 139"/>
                <a:gd name="T27" fmla="*/ 139 h 159"/>
                <a:gd name="T28" fmla="*/ 73 w 139"/>
                <a:gd name="T29" fmla="*/ 139 h 159"/>
                <a:gd name="T30" fmla="*/ 36 w 139"/>
                <a:gd name="T31" fmla="*/ 56 h 159"/>
                <a:gd name="T32" fmla="*/ 31 w 139"/>
                <a:gd name="T33" fmla="*/ 63 h 159"/>
                <a:gd name="T34" fmla="*/ 65 w 139"/>
                <a:gd name="T35" fmla="*/ 139 h 159"/>
                <a:gd name="T36" fmla="*/ 0 w 139"/>
                <a:gd name="T37" fmla="*/ 139 h 159"/>
                <a:gd name="T38" fmla="*/ 0 w 139"/>
                <a:gd name="T39" fmla="*/ 159 h 159"/>
                <a:gd name="T40" fmla="*/ 139 w 139"/>
                <a:gd name="T41" fmla="*/ 159 h 159"/>
                <a:gd name="T42" fmla="*/ 139 w 139"/>
                <a:gd name="T43" fmla="*/ 139 h 159"/>
                <a:gd name="T44" fmla="*/ 108 w 139"/>
                <a:gd name="T45" fmla="*/ 139 h 159"/>
                <a:gd name="T46" fmla="*/ 130 w 139"/>
                <a:gd name="T47" fmla="*/ 64 h 159"/>
                <a:gd name="T48" fmla="*/ 126 w 139"/>
                <a:gd name="T49" fmla="*/ 28 h 159"/>
                <a:gd name="T50" fmla="*/ 73 w 139"/>
                <a:gd name="T51" fmla="*/ 143 h 159"/>
                <a:gd name="T52" fmla="*/ 73 w 139"/>
                <a:gd name="T53" fmla="*/ 143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9" h="159">
                  <a:moveTo>
                    <a:pt x="126" y="28"/>
                  </a:moveTo>
                  <a:cubicBezTo>
                    <a:pt x="118" y="30"/>
                    <a:pt x="118" y="30"/>
                    <a:pt x="118" y="30"/>
                  </a:cubicBezTo>
                  <a:cubicBezTo>
                    <a:pt x="121" y="42"/>
                    <a:pt x="122" y="53"/>
                    <a:pt x="122" y="64"/>
                  </a:cubicBezTo>
                  <a:cubicBezTo>
                    <a:pt x="122" y="87"/>
                    <a:pt x="116" y="106"/>
                    <a:pt x="110" y="119"/>
                  </a:cubicBezTo>
                  <a:cubicBezTo>
                    <a:pt x="107" y="126"/>
                    <a:pt x="104" y="131"/>
                    <a:pt x="102" y="134"/>
                  </a:cubicBezTo>
                  <a:cubicBezTo>
                    <a:pt x="100" y="137"/>
                    <a:pt x="98" y="139"/>
                    <a:pt x="98" y="139"/>
                  </a:cubicBezTo>
                  <a:cubicBezTo>
                    <a:pt x="99" y="139"/>
                    <a:pt x="99" y="139"/>
                    <a:pt x="99" y="139"/>
                  </a:cubicBezTo>
                  <a:cubicBezTo>
                    <a:pt x="92" y="139"/>
                    <a:pt x="92" y="139"/>
                    <a:pt x="92" y="139"/>
                  </a:cubicBezTo>
                  <a:cubicBezTo>
                    <a:pt x="94" y="131"/>
                    <a:pt x="98" y="112"/>
                    <a:pt x="98" y="88"/>
                  </a:cubicBezTo>
                  <a:cubicBezTo>
                    <a:pt x="98" y="61"/>
                    <a:pt x="92" y="28"/>
                    <a:pt x="72" y="0"/>
                  </a:cubicBezTo>
                  <a:cubicBezTo>
                    <a:pt x="65" y="5"/>
                    <a:pt x="65" y="5"/>
                    <a:pt x="65" y="5"/>
                  </a:cubicBezTo>
                  <a:cubicBezTo>
                    <a:pt x="84" y="30"/>
                    <a:pt x="90" y="62"/>
                    <a:pt x="90" y="88"/>
                  </a:cubicBezTo>
                  <a:cubicBezTo>
                    <a:pt x="90" y="103"/>
                    <a:pt x="88" y="116"/>
                    <a:pt x="86" y="126"/>
                  </a:cubicBezTo>
                  <a:cubicBezTo>
                    <a:pt x="85" y="132"/>
                    <a:pt x="84" y="137"/>
                    <a:pt x="83" y="139"/>
                  </a:cubicBezTo>
                  <a:cubicBezTo>
                    <a:pt x="73" y="139"/>
                    <a:pt x="73" y="139"/>
                    <a:pt x="73" y="139"/>
                  </a:cubicBezTo>
                  <a:cubicBezTo>
                    <a:pt x="73" y="126"/>
                    <a:pt x="69" y="80"/>
                    <a:pt x="36" y="56"/>
                  </a:cubicBezTo>
                  <a:cubicBezTo>
                    <a:pt x="31" y="63"/>
                    <a:pt x="31" y="63"/>
                    <a:pt x="31" y="63"/>
                  </a:cubicBezTo>
                  <a:cubicBezTo>
                    <a:pt x="60" y="83"/>
                    <a:pt x="65" y="126"/>
                    <a:pt x="65" y="139"/>
                  </a:cubicBezTo>
                  <a:cubicBezTo>
                    <a:pt x="0" y="139"/>
                    <a:pt x="0" y="139"/>
                    <a:pt x="0" y="139"/>
                  </a:cubicBezTo>
                  <a:cubicBezTo>
                    <a:pt x="0" y="159"/>
                    <a:pt x="0" y="159"/>
                    <a:pt x="0" y="159"/>
                  </a:cubicBezTo>
                  <a:cubicBezTo>
                    <a:pt x="139" y="159"/>
                    <a:pt x="139" y="159"/>
                    <a:pt x="139" y="159"/>
                  </a:cubicBezTo>
                  <a:cubicBezTo>
                    <a:pt x="139" y="139"/>
                    <a:pt x="139" y="139"/>
                    <a:pt x="139" y="139"/>
                  </a:cubicBezTo>
                  <a:cubicBezTo>
                    <a:pt x="108" y="139"/>
                    <a:pt x="108" y="139"/>
                    <a:pt x="108" y="139"/>
                  </a:cubicBezTo>
                  <a:cubicBezTo>
                    <a:pt x="115" y="129"/>
                    <a:pt x="130" y="102"/>
                    <a:pt x="130" y="64"/>
                  </a:cubicBezTo>
                  <a:cubicBezTo>
                    <a:pt x="130" y="53"/>
                    <a:pt x="129" y="41"/>
                    <a:pt x="126" y="28"/>
                  </a:cubicBezTo>
                  <a:close/>
                  <a:moveTo>
                    <a:pt x="73" y="143"/>
                  </a:moveTo>
                  <a:cubicBezTo>
                    <a:pt x="73" y="143"/>
                    <a:pt x="73" y="143"/>
                    <a:pt x="73" y="1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95"/>
            <p:cNvSpPr>
              <a:spLocks/>
            </p:cNvSpPr>
            <p:nvPr/>
          </p:nvSpPr>
          <p:spPr bwMode="auto">
            <a:xfrm>
              <a:off x="1685925" y="1201737"/>
              <a:ext cx="74613" cy="74613"/>
            </a:xfrm>
            <a:custGeom>
              <a:avLst/>
              <a:gdLst>
                <a:gd name="T0" fmla="*/ 22 w 37"/>
                <a:gd name="T1" fmla="*/ 2 h 37"/>
                <a:gd name="T2" fmla="*/ 2 w 37"/>
                <a:gd name="T3" fmla="*/ 16 h 37"/>
                <a:gd name="T4" fmla="*/ 15 w 37"/>
                <a:gd name="T5" fmla="*/ 35 h 37"/>
                <a:gd name="T6" fmla="*/ 35 w 37"/>
                <a:gd name="T7" fmla="*/ 22 h 37"/>
                <a:gd name="T8" fmla="*/ 22 w 37"/>
                <a:gd name="T9" fmla="*/ 2 h 37"/>
              </a:gdLst>
              <a:ahLst/>
              <a:cxnLst>
                <a:cxn ang="0">
                  <a:pos x="T0" y="T1"/>
                </a:cxn>
                <a:cxn ang="0">
                  <a:pos x="T2" y="T3"/>
                </a:cxn>
                <a:cxn ang="0">
                  <a:pos x="T4" y="T5"/>
                </a:cxn>
                <a:cxn ang="0">
                  <a:pos x="T6" y="T7"/>
                </a:cxn>
                <a:cxn ang="0">
                  <a:pos x="T8" y="T9"/>
                </a:cxn>
              </a:cxnLst>
              <a:rect l="0" t="0" r="r" b="b"/>
              <a:pathLst>
                <a:path w="37" h="37">
                  <a:moveTo>
                    <a:pt x="22" y="2"/>
                  </a:moveTo>
                  <a:cubicBezTo>
                    <a:pt x="12" y="0"/>
                    <a:pt x="4" y="6"/>
                    <a:pt x="2" y="16"/>
                  </a:cubicBezTo>
                  <a:cubicBezTo>
                    <a:pt x="0" y="25"/>
                    <a:pt x="6" y="34"/>
                    <a:pt x="15" y="35"/>
                  </a:cubicBezTo>
                  <a:cubicBezTo>
                    <a:pt x="24" y="37"/>
                    <a:pt x="33" y="31"/>
                    <a:pt x="35" y="22"/>
                  </a:cubicBezTo>
                  <a:cubicBezTo>
                    <a:pt x="37" y="13"/>
                    <a:pt x="31" y="4"/>
                    <a:pt x="2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96"/>
            <p:cNvSpPr>
              <a:spLocks/>
            </p:cNvSpPr>
            <p:nvPr/>
          </p:nvSpPr>
          <p:spPr bwMode="auto">
            <a:xfrm>
              <a:off x="1495425" y="1289050"/>
              <a:ext cx="68263" cy="69850"/>
            </a:xfrm>
            <a:custGeom>
              <a:avLst/>
              <a:gdLst>
                <a:gd name="T0" fmla="*/ 12 w 34"/>
                <a:gd name="T1" fmla="*/ 3 h 35"/>
                <a:gd name="T2" fmla="*/ 2 w 34"/>
                <a:gd name="T3" fmla="*/ 22 h 35"/>
                <a:gd name="T4" fmla="*/ 22 w 34"/>
                <a:gd name="T5" fmla="*/ 32 h 35"/>
                <a:gd name="T6" fmla="*/ 32 w 34"/>
                <a:gd name="T7" fmla="*/ 13 h 35"/>
                <a:gd name="T8" fmla="*/ 12 w 34"/>
                <a:gd name="T9" fmla="*/ 3 h 35"/>
              </a:gdLst>
              <a:ahLst/>
              <a:cxnLst>
                <a:cxn ang="0">
                  <a:pos x="T0" y="T1"/>
                </a:cxn>
                <a:cxn ang="0">
                  <a:pos x="T2" y="T3"/>
                </a:cxn>
                <a:cxn ang="0">
                  <a:pos x="T4" y="T5"/>
                </a:cxn>
                <a:cxn ang="0">
                  <a:pos x="T6" y="T7"/>
                </a:cxn>
                <a:cxn ang="0">
                  <a:pos x="T8" y="T9"/>
                </a:cxn>
              </a:cxnLst>
              <a:rect l="0" t="0" r="r" b="b"/>
              <a:pathLst>
                <a:path w="34" h="35">
                  <a:moveTo>
                    <a:pt x="12" y="3"/>
                  </a:moveTo>
                  <a:cubicBezTo>
                    <a:pt x="4" y="6"/>
                    <a:pt x="0" y="14"/>
                    <a:pt x="2" y="22"/>
                  </a:cubicBezTo>
                  <a:cubicBezTo>
                    <a:pt x="5" y="30"/>
                    <a:pt x="14" y="35"/>
                    <a:pt x="22" y="32"/>
                  </a:cubicBezTo>
                  <a:cubicBezTo>
                    <a:pt x="30" y="29"/>
                    <a:pt x="34" y="21"/>
                    <a:pt x="32" y="13"/>
                  </a:cubicBezTo>
                  <a:cubicBezTo>
                    <a:pt x="29" y="5"/>
                    <a:pt x="20" y="0"/>
                    <a:pt x="1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97"/>
            <p:cNvSpPr>
              <a:spLocks/>
            </p:cNvSpPr>
            <p:nvPr/>
          </p:nvSpPr>
          <p:spPr bwMode="auto">
            <a:xfrm>
              <a:off x="1681163" y="265112"/>
              <a:ext cx="690563" cy="98425"/>
            </a:xfrm>
            <a:custGeom>
              <a:avLst/>
              <a:gdLst>
                <a:gd name="T0" fmla="*/ 162 w 344"/>
                <a:gd name="T1" fmla="*/ 10 h 49"/>
                <a:gd name="T2" fmla="*/ 297 w 344"/>
                <a:gd name="T3" fmla="*/ 41 h 49"/>
                <a:gd name="T4" fmla="*/ 342 w 344"/>
                <a:gd name="T5" fmla="*/ 11 h 49"/>
                <a:gd name="T6" fmla="*/ 295 w 344"/>
                <a:gd name="T7" fmla="*/ 33 h 49"/>
                <a:gd name="T8" fmla="*/ 163 w 344"/>
                <a:gd name="T9" fmla="*/ 6 h 49"/>
                <a:gd name="T10" fmla="*/ 28 w 344"/>
                <a:gd name="T11" fmla="*/ 30 h 49"/>
                <a:gd name="T12" fmla="*/ 28 w 344"/>
                <a:gd name="T13" fmla="*/ 32 h 49"/>
                <a:gd name="T14" fmla="*/ 162 w 344"/>
                <a:gd name="T15" fmla="*/ 10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4" h="49">
                  <a:moveTo>
                    <a:pt x="162" y="10"/>
                  </a:moveTo>
                  <a:cubicBezTo>
                    <a:pt x="206" y="19"/>
                    <a:pt x="247" y="49"/>
                    <a:pt x="297" y="41"/>
                  </a:cubicBezTo>
                  <a:cubicBezTo>
                    <a:pt x="329" y="35"/>
                    <a:pt x="344" y="12"/>
                    <a:pt x="342" y="11"/>
                  </a:cubicBezTo>
                  <a:cubicBezTo>
                    <a:pt x="340" y="9"/>
                    <a:pt x="323" y="27"/>
                    <a:pt x="295" y="33"/>
                  </a:cubicBezTo>
                  <a:cubicBezTo>
                    <a:pt x="250" y="42"/>
                    <a:pt x="209" y="14"/>
                    <a:pt x="163" y="6"/>
                  </a:cubicBezTo>
                  <a:cubicBezTo>
                    <a:pt x="116" y="0"/>
                    <a:pt x="70" y="14"/>
                    <a:pt x="28" y="30"/>
                  </a:cubicBezTo>
                  <a:cubicBezTo>
                    <a:pt x="0" y="42"/>
                    <a:pt x="0" y="43"/>
                    <a:pt x="28" y="32"/>
                  </a:cubicBezTo>
                  <a:cubicBezTo>
                    <a:pt x="71" y="17"/>
                    <a:pt x="117" y="4"/>
                    <a:pt x="162"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98"/>
            <p:cNvSpPr>
              <a:spLocks/>
            </p:cNvSpPr>
            <p:nvPr/>
          </p:nvSpPr>
          <p:spPr bwMode="auto">
            <a:xfrm>
              <a:off x="1246188" y="552450"/>
              <a:ext cx="1004888" cy="152400"/>
            </a:xfrm>
            <a:custGeom>
              <a:avLst/>
              <a:gdLst>
                <a:gd name="T0" fmla="*/ 236 w 501"/>
                <a:gd name="T1" fmla="*/ 17 h 76"/>
                <a:gd name="T2" fmla="*/ 432 w 501"/>
                <a:gd name="T3" fmla="*/ 63 h 76"/>
                <a:gd name="T4" fmla="*/ 498 w 501"/>
                <a:gd name="T5" fmla="*/ 18 h 76"/>
                <a:gd name="T6" fmla="*/ 429 w 501"/>
                <a:gd name="T7" fmla="*/ 51 h 76"/>
                <a:gd name="T8" fmla="*/ 237 w 501"/>
                <a:gd name="T9" fmla="*/ 9 h 76"/>
                <a:gd name="T10" fmla="*/ 40 w 501"/>
                <a:gd name="T11" fmla="*/ 47 h 76"/>
                <a:gd name="T12" fmla="*/ 41 w 501"/>
                <a:gd name="T13" fmla="*/ 49 h 76"/>
                <a:gd name="T14" fmla="*/ 236 w 501"/>
                <a:gd name="T15" fmla="*/ 17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1" h="76">
                  <a:moveTo>
                    <a:pt x="236" y="17"/>
                  </a:moveTo>
                  <a:cubicBezTo>
                    <a:pt x="299" y="30"/>
                    <a:pt x="359" y="76"/>
                    <a:pt x="432" y="63"/>
                  </a:cubicBezTo>
                  <a:cubicBezTo>
                    <a:pt x="479" y="54"/>
                    <a:pt x="501" y="19"/>
                    <a:pt x="498" y="18"/>
                  </a:cubicBezTo>
                  <a:cubicBezTo>
                    <a:pt x="495" y="14"/>
                    <a:pt x="470" y="42"/>
                    <a:pt x="429" y="51"/>
                  </a:cubicBezTo>
                  <a:cubicBezTo>
                    <a:pt x="364" y="65"/>
                    <a:pt x="303" y="22"/>
                    <a:pt x="237" y="9"/>
                  </a:cubicBezTo>
                  <a:cubicBezTo>
                    <a:pt x="168" y="0"/>
                    <a:pt x="102" y="23"/>
                    <a:pt x="40" y="47"/>
                  </a:cubicBezTo>
                  <a:cubicBezTo>
                    <a:pt x="0" y="65"/>
                    <a:pt x="1" y="66"/>
                    <a:pt x="41" y="49"/>
                  </a:cubicBezTo>
                  <a:cubicBezTo>
                    <a:pt x="103" y="26"/>
                    <a:pt x="170" y="6"/>
                    <a:pt x="236"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88" name="组合 187"/>
          <p:cNvGrpSpPr/>
          <p:nvPr/>
        </p:nvGrpSpPr>
        <p:grpSpPr>
          <a:xfrm>
            <a:off x="8526351" y="3309861"/>
            <a:ext cx="3325929" cy="2684772"/>
            <a:chOff x="4408488" y="3157537"/>
            <a:chExt cx="4306887" cy="3476625"/>
          </a:xfrm>
          <a:solidFill>
            <a:schemeClr val="tx1">
              <a:lumMod val="65000"/>
              <a:lumOff val="35000"/>
            </a:schemeClr>
          </a:solidFill>
        </p:grpSpPr>
        <p:sp>
          <p:nvSpPr>
            <p:cNvPr id="189" name="Freeform 99"/>
            <p:cNvSpPr>
              <a:spLocks/>
            </p:cNvSpPr>
            <p:nvPr/>
          </p:nvSpPr>
          <p:spPr bwMode="auto">
            <a:xfrm>
              <a:off x="4679950" y="4064000"/>
              <a:ext cx="1250950" cy="587375"/>
            </a:xfrm>
            <a:custGeom>
              <a:avLst/>
              <a:gdLst>
                <a:gd name="T0" fmla="*/ 612 w 623"/>
                <a:gd name="T1" fmla="*/ 267 h 292"/>
                <a:gd name="T2" fmla="*/ 616 w 623"/>
                <a:gd name="T3" fmla="*/ 266 h 292"/>
                <a:gd name="T4" fmla="*/ 621 w 623"/>
                <a:gd name="T5" fmla="*/ 264 h 292"/>
                <a:gd name="T6" fmla="*/ 623 w 623"/>
                <a:gd name="T7" fmla="*/ 251 h 292"/>
                <a:gd name="T8" fmla="*/ 623 w 623"/>
                <a:gd name="T9" fmla="*/ 229 h 292"/>
                <a:gd name="T10" fmla="*/ 565 w 623"/>
                <a:gd name="T11" fmla="*/ 262 h 292"/>
                <a:gd name="T12" fmla="*/ 550 w 623"/>
                <a:gd name="T13" fmla="*/ 254 h 292"/>
                <a:gd name="T14" fmla="*/ 548 w 623"/>
                <a:gd name="T15" fmla="*/ 236 h 292"/>
                <a:gd name="T16" fmla="*/ 602 w 623"/>
                <a:gd name="T17" fmla="*/ 168 h 292"/>
                <a:gd name="T18" fmla="*/ 448 w 623"/>
                <a:gd name="T19" fmla="*/ 96 h 292"/>
                <a:gd name="T20" fmla="*/ 260 w 623"/>
                <a:gd name="T21" fmla="*/ 100 h 292"/>
                <a:gd name="T22" fmla="*/ 56 w 623"/>
                <a:gd name="T23" fmla="*/ 268 h 292"/>
                <a:gd name="T24" fmla="*/ 0 w 623"/>
                <a:gd name="T25" fmla="*/ 268 h 292"/>
                <a:gd name="T26" fmla="*/ 0 w 623"/>
                <a:gd name="T27" fmla="*/ 292 h 292"/>
                <a:gd name="T28" fmla="*/ 576 w 623"/>
                <a:gd name="T29" fmla="*/ 292 h 292"/>
                <a:gd name="T30" fmla="*/ 612 w 623"/>
                <a:gd name="T31" fmla="*/ 267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23" h="292">
                  <a:moveTo>
                    <a:pt x="612" y="267"/>
                  </a:moveTo>
                  <a:cubicBezTo>
                    <a:pt x="613" y="267"/>
                    <a:pt x="614" y="266"/>
                    <a:pt x="616" y="266"/>
                  </a:cubicBezTo>
                  <a:cubicBezTo>
                    <a:pt x="617" y="265"/>
                    <a:pt x="619" y="265"/>
                    <a:pt x="621" y="264"/>
                  </a:cubicBezTo>
                  <a:cubicBezTo>
                    <a:pt x="621" y="263"/>
                    <a:pt x="622" y="259"/>
                    <a:pt x="623" y="251"/>
                  </a:cubicBezTo>
                  <a:cubicBezTo>
                    <a:pt x="623" y="244"/>
                    <a:pt x="623" y="236"/>
                    <a:pt x="623" y="229"/>
                  </a:cubicBezTo>
                  <a:cubicBezTo>
                    <a:pt x="580" y="262"/>
                    <a:pt x="569" y="262"/>
                    <a:pt x="565" y="262"/>
                  </a:cubicBezTo>
                  <a:cubicBezTo>
                    <a:pt x="559" y="262"/>
                    <a:pt x="554" y="259"/>
                    <a:pt x="550" y="254"/>
                  </a:cubicBezTo>
                  <a:cubicBezTo>
                    <a:pt x="548" y="251"/>
                    <a:pt x="545" y="245"/>
                    <a:pt x="548" y="236"/>
                  </a:cubicBezTo>
                  <a:cubicBezTo>
                    <a:pt x="556" y="210"/>
                    <a:pt x="578" y="186"/>
                    <a:pt x="602" y="168"/>
                  </a:cubicBezTo>
                  <a:cubicBezTo>
                    <a:pt x="539" y="143"/>
                    <a:pt x="478" y="113"/>
                    <a:pt x="448" y="96"/>
                  </a:cubicBezTo>
                  <a:cubicBezTo>
                    <a:pt x="380" y="60"/>
                    <a:pt x="368" y="0"/>
                    <a:pt x="260" y="100"/>
                  </a:cubicBezTo>
                  <a:cubicBezTo>
                    <a:pt x="176" y="177"/>
                    <a:pt x="91" y="243"/>
                    <a:pt x="56" y="268"/>
                  </a:cubicBezTo>
                  <a:cubicBezTo>
                    <a:pt x="0" y="268"/>
                    <a:pt x="0" y="268"/>
                    <a:pt x="0" y="268"/>
                  </a:cubicBezTo>
                  <a:cubicBezTo>
                    <a:pt x="0" y="292"/>
                    <a:pt x="0" y="292"/>
                    <a:pt x="0" y="292"/>
                  </a:cubicBezTo>
                  <a:cubicBezTo>
                    <a:pt x="576" y="292"/>
                    <a:pt x="576" y="292"/>
                    <a:pt x="576" y="292"/>
                  </a:cubicBezTo>
                  <a:cubicBezTo>
                    <a:pt x="584" y="284"/>
                    <a:pt x="597" y="271"/>
                    <a:pt x="612" y="2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100"/>
            <p:cNvSpPr>
              <a:spLocks noEditPoints="1"/>
            </p:cNvSpPr>
            <p:nvPr/>
          </p:nvSpPr>
          <p:spPr bwMode="auto">
            <a:xfrm>
              <a:off x="5734050" y="3771900"/>
              <a:ext cx="1209675" cy="1184275"/>
            </a:xfrm>
            <a:custGeom>
              <a:avLst/>
              <a:gdLst>
                <a:gd name="T0" fmla="*/ 531 w 603"/>
                <a:gd name="T1" fmla="*/ 426 h 590"/>
                <a:gd name="T2" fmla="*/ 490 w 603"/>
                <a:gd name="T3" fmla="*/ 379 h 590"/>
                <a:gd name="T4" fmla="*/ 552 w 603"/>
                <a:gd name="T5" fmla="*/ 382 h 590"/>
                <a:gd name="T6" fmla="*/ 583 w 603"/>
                <a:gd name="T7" fmla="*/ 420 h 590"/>
                <a:gd name="T8" fmla="*/ 595 w 603"/>
                <a:gd name="T9" fmla="*/ 413 h 590"/>
                <a:gd name="T10" fmla="*/ 603 w 603"/>
                <a:gd name="T11" fmla="*/ 408 h 590"/>
                <a:gd name="T12" fmla="*/ 565 w 603"/>
                <a:gd name="T13" fmla="*/ 357 h 590"/>
                <a:gd name="T14" fmla="*/ 492 w 603"/>
                <a:gd name="T15" fmla="*/ 323 h 590"/>
                <a:gd name="T16" fmla="*/ 522 w 603"/>
                <a:gd name="T17" fmla="*/ 209 h 590"/>
                <a:gd name="T18" fmla="*/ 567 w 603"/>
                <a:gd name="T19" fmla="*/ 199 h 590"/>
                <a:gd name="T20" fmla="*/ 576 w 603"/>
                <a:gd name="T21" fmla="*/ 168 h 590"/>
                <a:gd name="T22" fmla="*/ 469 w 603"/>
                <a:gd name="T23" fmla="*/ 123 h 590"/>
                <a:gd name="T24" fmla="*/ 468 w 603"/>
                <a:gd name="T25" fmla="*/ 107 h 590"/>
                <a:gd name="T26" fmla="*/ 519 w 603"/>
                <a:gd name="T27" fmla="*/ 113 h 590"/>
                <a:gd name="T28" fmla="*/ 549 w 603"/>
                <a:gd name="T29" fmla="*/ 85 h 590"/>
                <a:gd name="T30" fmla="*/ 522 w 603"/>
                <a:gd name="T31" fmla="*/ 100 h 590"/>
                <a:gd name="T32" fmla="*/ 507 w 603"/>
                <a:gd name="T33" fmla="*/ 90 h 590"/>
                <a:gd name="T34" fmla="*/ 511 w 603"/>
                <a:gd name="T35" fmla="*/ 67 h 590"/>
                <a:gd name="T36" fmla="*/ 490 w 603"/>
                <a:gd name="T37" fmla="*/ 88 h 590"/>
                <a:gd name="T38" fmla="*/ 473 w 603"/>
                <a:gd name="T39" fmla="*/ 87 h 590"/>
                <a:gd name="T40" fmla="*/ 471 w 603"/>
                <a:gd name="T41" fmla="*/ 76 h 590"/>
                <a:gd name="T42" fmla="*/ 479 w 603"/>
                <a:gd name="T43" fmla="*/ 52 h 590"/>
                <a:gd name="T44" fmla="*/ 500 w 603"/>
                <a:gd name="T45" fmla="*/ 27 h 590"/>
                <a:gd name="T46" fmla="*/ 465 w 603"/>
                <a:gd name="T47" fmla="*/ 48 h 590"/>
                <a:gd name="T48" fmla="*/ 451 w 603"/>
                <a:gd name="T49" fmla="*/ 68 h 590"/>
                <a:gd name="T50" fmla="*/ 442 w 603"/>
                <a:gd name="T51" fmla="*/ 43 h 590"/>
                <a:gd name="T52" fmla="*/ 456 w 603"/>
                <a:gd name="T53" fmla="*/ 0 h 590"/>
                <a:gd name="T54" fmla="*/ 425 w 603"/>
                <a:gd name="T55" fmla="*/ 44 h 590"/>
                <a:gd name="T56" fmla="*/ 451 w 603"/>
                <a:gd name="T57" fmla="*/ 103 h 590"/>
                <a:gd name="T58" fmla="*/ 451 w 603"/>
                <a:gd name="T59" fmla="*/ 118 h 590"/>
                <a:gd name="T60" fmla="*/ 427 w 603"/>
                <a:gd name="T61" fmla="*/ 122 h 590"/>
                <a:gd name="T62" fmla="*/ 452 w 603"/>
                <a:gd name="T63" fmla="*/ 162 h 590"/>
                <a:gd name="T64" fmla="*/ 376 w 603"/>
                <a:gd name="T65" fmla="*/ 250 h 590"/>
                <a:gd name="T66" fmla="*/ 240 w 603"/>
                <a:gd name="T67" fmla="*/ 295 h 590"/>
                <a:gd name="T68" fmla="*/ 128 w 603"/>
                <a:gd name="T69" fmla="*/ 306 h 590"/>
                <a:gd name="T70" fmla="*/ 38 w 603"/>
                <a:gd name="T71" fmla="*/ 386 h 590"/>
                <a:gd name="T72" fmla="*/ 111 w 603"/>
                <a:gd name="T73" fmla="*/ 343 h 590"/>
                <a:gd name="T74" fmla="*/ 113 w 603"/>
                <a:gd name="T75" fmla="*/ 399 h 590"/>
                <a:gd name="T76" fmla="*/ 91 w 603"/>
                <a:gd name="T77" fmla="*/ 428 h 590"/>
                <a:gd name="T78" fmla="*/ 56 w 603"/>
                <a:gd name="T79" fmla="*/ 456 h 590"/>
                <a:gd name="T80" fmla="*/ 53 w 603"/>
                <a:gd name="T81" fmla="*/ 525 h 590"/>
                <a:gd name="T82" fmla="*/ 26 w 603"/>
                <a:gd name="T83" fmla="*/ 560 h 590"/>
                <a:gd name="T84" fmla="*/ 10 w 603"/>
                <a:gd name="T85" fmla="*/ 559 h 590"/>
                <a:gd name="T86" fmla="*/ 8 w 603"/>
                <a:gd name="T87" fmla="*/ 590 h 590"/>
                <a:gd name="T88" fmla="*/ 63 w 603"/>
                <a:gd name="T89" fmla="*/ 553 h 590"/>
                <a:gd name="T90" fmla="*/ 90 w 603"/>
                <a:gd name="T91" fmla="*/ 481 h 590"/>
                <a:gd name="T92" fmla="*/ 191 w 603"/>
                <a:gd name="T93" fmla="*/ 466 h 590"/>
                <a:gd name="T94" fmla="*/ 253 w 603"/>
                <a:gd name="T95" fmla="*/ 401 h 590"/>
                <a:gd name="T96" fmla="*/ 441 w 603"/>
                <a:gd name="T97" fmla="*/ 390 h 590"/>
                <a:gd name="T98" fmla="*/ 502 w 603"/>
                <a:gd name="T99" fmla="*/ 430 h 590"/>
                <a:gd name="T100" fmla="*/ 489 w 603"/>
                <a:gd name="T101" fmla="*/ 452 h 590"/>
                <a:gd name="T102" fmla="*/ 525 w 603"/>
                <a:gd name="T103" fmla="*/ 442 h 590"/>
                <a:gd name="T104" fmla="*/ 531 w 603"/>
                <a:gd name="T105" fmla="*/ 426 h 590"/>
                <a:gd name="T106" fmla="*/ 505 w 603"/>
                <a:gd name="T107" fmla="*/ 153 h 590"/>
                <a:gd name="T108" fmla="*/ 516 w 603"/>
                <a:gd name="T109" fmla="*/ 162 h 590"/>
                <a:gd name="T110" fmla="*/ 507 w 603"/>
                <a:gd name="T111" fmla="*/ 173 h 590"/>
                <a:gd name="T112" fmla="*/ 496 w 603"/>
                <a:gd name="T113" fmla="*/ 164 h 590"/>
                <a:gd name="T114" fmla="*/ 505 w 603"/>
                <a:gd name="T115" fmla="*/ 153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03" h="590">
                  <a:moveTo>
                    <a:pt x="531" y="426"/>
                  </a:moveTo>
                  <a:cubicBezTo>
                    <a:pt x="529" y="418"/>
                    <a:pt x="502" y="390"/>
                    <a:pt x="490" y="379"/>
                  </a:cubicBezTo>
                  <a:cubicBezTo>
                    <a:pt x="520" y="378"/>
                    <a:pt x="552" y="382"/>
                    <a:pt x="552" y="382"/>
                  </a:cubicBezTo>
                  <a:cubicBezTo>
                    <a:pt x="583" y="420"/>
                    <a:pt x="583" y="420"/>
                    <a:pt x="583" y="420"/>
                  </a:cubicBezTo>
                  <a:cubicBezTo>
                    <a:pt x="587" y="418"/>
                    <a:pt x="591" y="416"/>
                    <a:pt x="595" y="413"/>
                  </a:cubicBezTo>
                  <a:cubicBezTo>
                    <a:pt x="598" y="412"/>
                    <a:pt x="600" y="410"/>
                    <a:pt x="603" y="408"/>
                  </a:cubicBezTo>
                  <a:cubicBezTo>
                    <a:pt x="590" y="385"/>
                    <a:pt x="576" y="364"/>
                    <a:pt x="565" y="357"/>
                  </a:cubicBezTo>
                  <a:cubicBezTo>
                    <a:pt x="565" y="357"/>
                    <a:pt x="488" y="357"/>
                    <a:pt x="492" y="323"/>
                  </a:cubicBezTo>
                  <a:cubicBezTo>
                    <a:pt x="496" y="289"/>
                    <a:pt x="522" y="209"/>
                    <a:pt x="522" y="209"/>
                  </a:cubicBezTo>
                  <a:cubicBezTo>
                    <a:pt x="522" y="209"/>
                    <a:pt x="552" y="200"/>
                    <a:pt x="567" y="199"/>
                  </a:cubicBezTo>
                  <a:cubicBezTo>
                    <a:pt x="581" y="197"/>
                    <a:pt x="603" y="185"/>
                    <a:pt x="576" y="168"/>
                  </a:cubicBezTo>
                  <a:cubicBezTo>
                    <a:pt x="549" y="151"/>
                    <a:pt x="469" y="123"/>
                    <a:pt x="469" y="123"/>
                  </a:cubicBezTo>
                  <a:cubicBezTo>
                    <a:pt x="468" y="107"/>
                    <a:pt x="468" y="107"/>
                    <a:pt x="468" y="107"/>
                  </a:cubicBezTo>
                  <a:cubicBezTo>
                    <a:pt x="468" y="107"/>
                    <a:pt x="501" y="112"/>
                    <a:pt x="519" y="113"/>
                  </a:cubicBezTo>
                  <a:cubicBezTo>
                    <a:pt x="537" y="114"/>
                    <a:pt x="549" y="85"/>
                    <a:pt x="549" y="85"/>
                  </a:cubicBezTo>
                  <a:cubicBezTo>
                    <a:pt x="549" y="85"/>
                    <a:pt x="533" y="102"/>
                    <a:pt x="522" y="100"/>
                  </a:cubicBezTo>
                  <a:cubicBezTo>
                    <a:pt x="510" y="98"/>
                    <a:pt x="500" y="97"/>
                    <a:pt x="507" y="90"/>
                  </a:cubicBezTo>
                  <a:cubicBezTo>
                    <a:pt x="514" y="83"/>
                    <a:pt x="512" y="72"/>
                    <a:pt x="511" y="67"/>
                  </a:cubicBezTo>
                  <a:cubicBezTo>
                    <a:pt x="507" y="76"/>
                    <a:pt x="490" y="88"/>
                    <a:pt x="490" y="88"/>
                  </a:cubicBezTo>
                  <a:cubicBezTo>
                    <a:pt x="473" y="87"/>
                    <a:pt x="473" y="87"/>
                    <a:pt x="473" y="87"/>
                  </a:cubicBezTo>
                  <a:cubicBezTo>
                    <a:pt x="471" y="76"/>
                    <a:pt x="471" y="76"/>
                    <a:pt x="471" y="76"/>
                  </a:cubicBezTo>
                  <a:cubicBezTo>
                    <a:pt x="479" y="52"/>
                    <a:pt x="479" y="52"/>
                    <a:pt x="479" y="52"/>
                  </a:cubicBezTo>
                  <a:cubicBezTo>
                    <a:pt x="500" y="27"/>
                    <a:pt x="500" y="27"/>
                    <a:pt x="500" y="27"/>
                  </a:cubicBezTo>
                  <a:cubicBezTo>
                    <a:pt x="465" y="48"/>
                    <a:pt x="465" y="48"/>
                    <a:pt x="465" y="48"/>
                  </a:cubicBezTo>
                  <a:cubicBezTo>
                    <a:pt x="451" y="68"/>
                    <a:pt x="451" y="68"/>
                    <a:pt x="451" y="68"/>
                  </a:cubicBezTo>
                  <a:cubicBezTo>
                    <a:pt x="451" y="68"/>
                    <a:pt x="445" y="63"/>
                    <a:pt x="442" y="43"/>
                  </a:cubicBezTo>
                  <a:cubicBezTo>
                    <a:pt x="440" y="23"/>
                    <a:pt x="456" y="0"/>
                    <a:pt x="456" y="0"/>
                  </a:cubicBezTo>
                  <a:cubicBezTo>
                    <a:pt x="456" y="0"/>
                    <a:pt x="429" y="12"/>
                    <a:pt x="425" y="44"/>
                  </a:cubicBezTo>
                  <a:cubicBezTo>
                    <a:pt x="421" y="75"/>
                    <a:pt x="451" y="103"/>
                    <a:pt x="451" y="103"/>
                  </a:cubicBezTo>
                  <a:cubicBezTo>
                    <a:pt x="451" y="118"/>
                    <a:pt x="451" y="118"/>
                    <a:pt x="451" y="118"/>
                  </a:cubicBezTo>
                  <a:cubicBezTo>
                    <a:pt x="427" y="122"/>
                    <a:pt x="427" y="122"/>
                    <a:pt x="427" y="122"/>
                  </a:cubicBezTo>
                  <a:cubicBezTo>
                    <a:pt x="452" y="162"/>
                    <a:pt x="452" y="162"/>
                    <a:pt x="452" y="162"/>
                  </a:cubicBezTo>
                  <a:cubicBezTo>
                    <a:pt x="452" y="162"/>
                    <a:pt x="417" y="224"/>
                    <a:pt x="376" y="250"/>
                  </a:cubicBezTo>
                  <a:cubicBezTo>
                    <a:pt x="344" y="270"/>
                    <a:pt x="287" y="284"/>
                    <a:pt x="240" y="295"/>
                  </a:cubicBezTo>
                  <a:cubicBezTo>
                    <a:pt x="208" y="304"/>
                    <a:pt x="161" y="298"/>
                    <a:pt x="128" y="306"/>
                  </a:cubicBezTo>
                  <a:cubicBezTo>
                    <a:pt x="95" y="315"/>
                    <a:pt x="49" y="351"/>
                    <a:pt x="38" y="386"/>
                  </a:cubicBezTo>
                  <a:cubicBezTo>
                    <a:pt x="30" y="411"/>
                    <a:pt x="111" y="343"/>
                    <a:pt x="111" y="343"/>
                  </a:cubicBezTo>
                  <a:cubicBezTo>
                    <a:pt x="111" y="343"/>
                    <a:pt x="116" y="373"/>
                    <a:pt x="113" y="399"/>
                  </a:cubicBezTo>
                  <a:cubicBezTo>
                    <a:pt x="111" y="425"/>
                    <a:pt x="108" y="423"/>
                    <a:pt x="91" y="428"/>
                  </a:cubicBezTo>
                  <a:cubicBezTo>
                    <a:pt x="74" y="433"/>
                    <a:pt x="56" y="456"/>
                    <a:pt x="56" y="456"/>
                  </a:cubicBezTo>
                  <a:cubicBezTo>
                    <a:pt x="56" y="456"/>
                    <a:pt x="62" y="499"/>
                    <a:pt x="53" y="525"/>
                  </a:cubicBezTo>
                  <a:cubicBezTo>
                    <a:pt x="49" y="535"/>
                    <a:pt x="32" y="556"/>
                    <a:pt x="26" y="560"/>
                  </a:cubicBezTo>
                  <a:cubicBezTo>
                    <a:pt x="19" y="565"/>
                    <a:pt x="16" y="555"/>
                    <a:pt x="10" y="559"/>
                  </a:cubicBezTo>
                  <a:cubicBezTo>
                    <a:pt x="3" y="564"/>
                    <a:pt x="0" y="590"/>
                    <a:pt x="8" y="590"/>
                  </a:cubicBezTo>
                  <a:cubicBezTo>
                    <a:pt x="17" y="589"/>
                    <a:pt x="58" y="561"/>
                    <a:pt x="63" y="553"/>
                  </a:cubicBezTo>
                  <a:cubicBezTo>
                    <a:pt x="69" y="544"/>
                    <a:pt x="83" y="498"/>
                    <a:pt x="90" y="481"/>
                  </a:cubicBezTo>
                  <a:cubicBezTo>
                    <a:pt x="97" y="464"/>
                    <a:pt x="167" y="476"/>
                    <a:pt x="191" y="466"/>
                  </a:cubicBezTo>
                  <a:cubicBezTo>
                    <a:pt x="215" y="456"/>
                    <a:pt x="224" y="424"/>
                    <a:pt x="253" y="401"/>
                  </a:cubicBezTo>
                  <a:cubicBezTo>
                    <a:pt x="280" y="378"/>
                    <a:pt x="345" y="438"/>
                    <a:pt x="441" y="390"/>
                  </a:cubicBezTo>
                  <a:cubicBezTo>
                    <a:pt x="502" y="430"/>
                    <a:pt x="502" y="430"/>
                    <a:pt x="502" y="430"/>
                  </a:cubicBezTo>
                  <a:cubicBezTo>
                    <a:pt x="502" y="430"/>
                    <a:pt x="496" y="441"/>
                    <a:pt x="489" y="452"/>
                  </a:cubicBezTo>
                  <a:cubicBezTo>
                    <a:pt x="501" y="449"/>
                    <a:pt x="513" y="446"/>
                    <a:pt x="525" y="442"/>
                  </a:cubicBezTo>
                  <a:cubicBezTo>
                    <a:pt x="529" y="435"/>
                    <a:pt x="532" y="429"/>
                    <a:pt x="531" y="426"/>
                  </a:cubicBezTo>
                  <a:close/>
                  <a:moveTo>
                    <a:pt x="505" y="153"/>
                  </a:moveTo>
                  <a:cubicBezTo>
                    <a:pt x="510" y="153"/>
                    <a:pt x="515" y="157"/>
                    <a:pt x="516" y="162"/>
                  </a:cubicBezTo>
                  <a:cubicBezTo>
                    <a:pt x="516" y="167"/>
                    <a:pt x="513" y="172"/>
                    <a:pt x="507" y="173"/>
                  </a:cubicBezTo>
                  <a:cubicBezTo>
                    <a:pt x="502" y="173"/>
                    <a:pt x="497" y="170"/>
                    <a:pt x="496" y="164"/>
                  </a:cubicBezTo>
                  <a:cubicBezTo>
                    <a:pt x="496" y="159"/>
                    <a:pt x="499" y="154"/>
                    <a:pt x="505" y="1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101"/>
            <p:cNvSpPr>
              <a:spLocks/>
            </p:cNvSpPr>
            <p:nvPr/>
          </p:nvSpPr>
          <p:spPr bwMode="auto">
            <a:xfrm>
              <a:off x="8027988" y="4724400"/>
              <a:ext cx="71438" cy="73025"/>
            </a:xfrm>
            <a:custGeom>
              <a:avLst/>
              <a:gdLst>
                <a:gd name="T0" fmla="*/ 2 w 36"/>
                <a:gd name="T1" fmla="*/ 0 h 36"/>
                <a:gd name="T2" fmla="*/ 3 w 36"/>
                <a:gd name="T3" fmla="*/ 2 h 36"/>
                <a:gd name="T4" fmla="*/ 0 w 36"/>
                <a:gd name="T5" fmla="*/ 16 h 36"/>
                <a:gd name="T6" fmla="*/ 34 w 36"/>
                <a:gd name="T7" fmla="*/ 34 h 36"/>
                <a:gd name="T8" fmla="*/ 21 w 36"/>
                <a:gd name="T9" fmla="*/ 2 h 36"/>
                <a:gd name="T10" fmla="*/ 6 w 36"/>
                <a:gd name="T11" fmla="*/ 0 h 36"/>
                <a:gd name="T12" fmla="*/ 2 w 36"/>
                <a:gd name="T13" fmla="*/ 0 h 36"/>
              </a:gdLst>
              <a:ahLst/>
              <a:cxnLst>
                <a:cxn ang="0">
                  <a:pos x="T0" y="T1"/>
                </a:cxn>
                <a:cxn ang="0">
                  <a:pos x="T2" y="T3"/>
                </a:cxn>
                <a:cxn ang="0">
                  <a:pos x="T4" y="T5"/>
                </a:cxn>
                <a:cxn ang="0">
                  <a:pos x="T6" y="T7"/>
                </a:cxn>
                <a:cxn ang="0">
                  <a:pos x="T8" y="T9"/>
                </a:cxn>
                <a:cxn ang="0">
                  <a:pos x="T10" y="T11"/>
                </a:cxn>
                <a:cxn ang="0">
                  <a:pos x="T12" y="T13"/>
                </a:cxn>
              </a:cxnLst>
              <a:rect l="0" t="0" r="r" b="b"/>
              <a:pathLst>
                <a:path w="36" h="36">
                  <a:moveTo>
                    <a:pt x="2" y="0"/>
                  </a:moveTo>
                  <a:cubicBezTo>
                    <a:pt x="3" y="2"/>
                    <a:pt x="3" y="2"/>
                    <a:pt x="3" y="2"/>
                  </a:cubicBezTo>
                  <a:cubicBezTo>
                    <a:pt x="0" y="16"/>
                    <a:pt x="0" y="16"/>
                    <a:pt x="0" y="16"/>
                  </a:cubicBezTo>
                  <a:cubicBezTo>
                    <a:pt x="0" y="16"/>
                    <a:pt x="29" y="36"/>
                    <a:pt x="34" y="34"/>
                  </a:cubicBezTo>
                  <a:cubicBezTo>
                    <a:pt x="36" y="33"/>
                    <a:pt x="30" y="19"/>
                    <a:pt x="21" y="2"/>
                  </a:cubicBezTo>
                  <a:cubicBezTo>
                    <a:pt x="16" y="1"/>
                    <a:pt x="11" y="0"/>
                    <a:pt x="6" y="0"/>
                  </a:cubicBezTo>
                  <a:cubicBezTo>
                    <a:pt x="5" y="0"/>
                    <a:pt x="4"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102"/>
            <p:cNvSpPr>
              <a:spLocks/>
            </p:cNvSpPr>
            <p:nvPr/>
          </p:nvSpPr>
          <p:spPr bwMode="auto">
            <a:xfrm>
              <a:off x="8296275" y="4697412"/>
              <a:ext cx="174625" cy="204788"/>
            </a:xfrm>
            <a:custGeom>
              <a:avLst/>
              <a:gdLst>
                <a:gd name="T0" fmla="*/ 21 w 87"/>
                <a:gd name="T1" fmla="*/ 5 h 102"/>
                <a:gd name="T2" fmla="*/ 16 w 87"/>
                <a:gd name="T3" fmla="*/ 8 h 102"/>
                <a:gd name="T4" fmla="*/ 61 w 87"/>
                <a:gd name="T5" fmla="*/ 38 h 102"/>
                <a:gd name="T6" fmla="*/ 34 w 87"/>
                <a:gd name="T7" fmla="*/ 81 h 102"/>
                <a:gd name="T8" fmla="*/ 23 w 87"/>
                <a:gd name="T9" fmla="*/ 77 h 102"/>
                <a:gd name="T10" fmla="*/ 0 w 87"/>
                <a:gd name="T11" fmla="*/ 93 h 102"/>
                <a:gd name="T12" fmla="*/ 44 w 87"/>
                <a:gd name="T13" fmla="*/ 95 h 102"/>
                <a:gd name="T14" fmla="*/ 85 w 87"/>
                <a:gd name="T15" fmla="*/ 35 h 102"/>
                <a:gd name="T16" fmla="*/ 56 w 87"/>
                <a:gd name="T17" fmla="*/ 0 h 102"/>
                <a:gd name="T18" fmla="*/ 56 w 87"/>
                <a:gd name="T19" fmla="*/ 0 h 102"/>
                <a:gd name="T20" fmla="*/ 21 w 87"/>
                <a:gd name="T21" fmla="*/ 5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102">
                  <a:moveTo>
                    <a:pt x="21" y="5"/>
                  </a:moveTo>
                  <a:cubicBezTo>
                    <a:pt x="19" y="6"/>
                    <a:pt x="18" y="7"/>
                    <a:pt x="16" y="8"/>
                  </a:cubicBezTo>
                  <a:cubicBezTo>
                    <a:pt x="61" y="38"/>
                    <a:pt x="61" y="38"/>
                    <a:pt x="61" y="38"/>
                  </a:cubicBezTo>
                  <a:cubicBezTo>
                    <a:pt x="61" y="38"/>
                    <a:pt x="36" y="80"/>
                    <a:pt x="34" y="81"/>
                  </a:cubicBezTo>
                  <a:cubicBezTo>
                    <a:pt x="31" y="81"/>
                    <a:pt x="23" y="77"/>
                    <a:pt x="23" y="77"/>
                  </a:cubicBezTo>
                  <a:cubicBezTo>
                    <a:pt x="23" y="77"/>
                    <a:pt x="11" y="81"/>
                    <a:pt x="0" y="93"/>
                  </a:cubicBezTo>
                  <a:cubicBezTo>
                    <a:pt x="1" y="100"/>
                    <a:pt x="37" y="102"/>
                    <a:pt x="44" y="95"/>
                  </a:cubicBezTo>
                  <a:cubicBezTo>
                    <a:pt x="52" y="88"/>
                    <a:pt x="87" y="43"/>
                    <a:pt x="85" y="35"/>
                  </a:cubicBezTo>
                  <a:cubicBezTo>
                    <a:pt x="83" y="29"/>
                    <a:pt x="66" y="11"/>
                    <a:pt x="56" y="0"/>
                  </a:cubicBezTo>
                  <a:cubicBezTo>
                    <a:pt x="56" y="0"/>
                    <a:pt x="56" y="0"/>
                    <a:pt x="56" y="0"/>
                  </a:cubicBezTo>
                  <a:cubicBezTo>
                    <a:pt x="34" y="0"/>
                    <a:pt x="25" y="3"/>
                    <a:pt x="2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103"/>
            <p:cNvSpPr>
              <a:spLocks/>
            </p:cNvSpPr>
            <p:nvPr/>
          </p:nvSpPr>
          <p:spPr bwMode="auto">
            <a:xfrm>
              <a:off x="8426450" y="4602162"/>
              <a:ext cx="277813" cy="49213"/>
            </a:xfrm>
            <a:custGeom>
              <a:avLst/>
              <a:gdLst>
                <a:gd name="T0" fmla="*/ 138 w 138"/>
                <a:gd name="T1" fmla="*/ 0 h 24"/>
                <a:gd name="T2" fmla="*/ 0 w 138"/>
                <a:gd name="T3" fmla="*/ 0 h 24"/>
                <a:gd name="T4" fmla="*/ 1 w 138"/>
                <a:gd name="T5" fmla="*/ 2 h 24"/>
                <a:gd name="T6" fmla="*/ 48 w 138"/>
                <a:gd name="T7" fmla="*/ 13 h 24"/>
                <a:gd name="T8" fmla="*/ 51 w 138"/>
                <a:gd name="T9" fmla="*/ 13 h 24"/>
                <a:gd name="T10" fmla="*/ 55 w 138"/>
                <a:gd name="T11" fmla="*/ 15 h 24"/>
                <a:gd name="T12" fmla="*/ 64 w 138"/>
                <a:gd name="T13" fmla="*/ 24 h 24"/>
                <a:gd name="T14" fmla="*/ 138 w 138"/>
                <a:gd name="T15" fmla="*/ 24 h 24"/>
                <a:gd name="T16" fmla="*/ 138 w 138"/>
                <a:gd name="T1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8" h="24">
                  <a:moveTo>
                    <a:pt x="138" y="0"/>
                  </a:moveTo>
                  <a:cubicBezTo>
                    <a:pt x="0" y="0"/>
                    <a:pt x="0" y="0"/>
                    <a:pt x="0" y="0"/>
                  </a:cubicBezTo>
                  <a:cubicBezTo>
                    <a:pt x="0" y="1"/>
                    <a:pt x="0" y="1"/>
                    <a:pt x="1" y="2"/>
                  </a:cubicBezTo>
                  <a:cubicBezTo>
                    <a:pt x="8" y="9"/>
                    <a:pt x="33" y="13"/>
                    <a:pt x="48" y="13"/>
                  </a:cubicBezTo>
                  <a:cubicBezTo>
                    <a:pt x="51" y="13"/>
                    <a:pt x="51" y="13"/>
                    <a:pt x="51" y="13"/>
                  </a:cubicBezTo>
                  <a:cubicBezTo>
                    <a:pt x="55" y="15"/>
                    <a:pt x="55" y="15"/>
                    <a:pt x="55" y="15"/>
                  </a:cubicBezTo>
                  <a:cubicBezTo>
                    <a:pt x="57" y="17"/>
                    <a:pt x="61" y="20"/>
                    <a:pt x="64" y="24"/>
                  </a:cubicBezTo>
                  <a:cubicBezTo>
                    <a:pt x="138" y="24"/>
                    <a:pt x="138" y="24"/>
                    <a:pt x="138" y="24"/>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104"/>
            <p:cNvSpPr>
              <a:spLocks noEditPoints="1"/>
            </p:cNvSpPr>
            <p:nvPr/>
          </p:nvSpPr>
          <p:spPr bwMode="auto">
            <a:xfrm>
              <a:off x="7262813" y="4006850"/>
              <a:ext cx="781050" cy="776288"/>
            </a:xfrm>
            <a:custGeom>
              <a:avLst/>
              <a:gdLst>
                <a:gd name="T0" fmla="*/ 269 w 389"/>
                <a:gd name="T1" fmla="*/ 269 h 387"/>
                <a:gd name="T2" fmla="*/ 298 w 389"/>
                <a:gd name="T3" fmla="*/ 265 h 387"/>
                <a:gd name="T4" fmla="*/ 322 w 389"/>
                <a:gd name="T5" fmla="*/ 172 h 387"/>
                <a:gd name="T6" fmla="*/ 359 w 389"/>
                <a:gd name="T7" fmla="*/ 164 h 387"/>
                <a:gd name="T8" fmla="*/ 366 w 389"/>
                <a:gd name="T9" fmla="*/ 138 h 387"/>
                <a:gd name="T10" fmla="*/ 278 w 389"/>
                <a:gd name="T11" fmla="*/ 101 h 387"/>
                <a:gd name="T12" fmla="*/ 278 w 389"/>
                <a:gd name="T13" fmla="*/ 88 h 387"/>
                <a:gd name="T14" fmla="*/ 320 w 389"/>
                <a:gd name="T15" fmla="*/ 93 h 387"/>
                <a:gd name="T16" fmla="*/ 344 w 389"/>
                <a:gd name="T17" fmla="*/ 70 h 387"/>
                <a:gd name="T18" fmla="*/ 322 w 389"/>
                <a:gd name="T19" fmla="*/ 83 h 387"/>
                <a:gd name="T20" fmla="*/ 310 w 389"/>
                <a:gd name="T21" fmla="*/ 74 h 387"/>
                <a:gd name="T22" fmla="*/ 313 w 389"/>
                <a:gd name="T23" fmla="*/ 56 h 387"/>
                <a:gd name="T24" fmla="*/ 296 w 389"/>
                <a:gd name="T25" fmla="*/ 72 h 387"/>
                <a:gd name="T26" fmla="*/ 282 w 389"/>
                <a:gd name="T27" fmla="*/ 72 h 387"/>
                <a:gd name="T28" fmla="*/ 281 w 389"/>
                <a:gd name="T29" fmla="*/ 63 h 387"/>
                <a:gd name="T30" fmla="*/ 287 w 389"/>
                <a:gd name="T31" fmla="*/ 43 h 387"/>
                <a:gd name="T32" fmla="*/ 304 w 389"/>
                <a:gd name="T33" fmla="*/ 22 h 387"/>
                <a:gd name="T34" fmla="*/ 275 w 389"/>
                <a:gd name="T35" fmla="*/ 39 h 387"/>
                <a:gd name="T36" fmla="*/ 264 w 389"/>
                <a:gd name="T37" fmla="*/ 56 h 387"/>
                <a:gd name="T38" fmla="*/ 257 w 389"/>
                <a:gd name="T39" fmla="*/ 36 h 387"/>
                <a:gd name="T40" fmla="*/ 268 w 389"/>
                <a:gd name="T41" fmla="*/ 0 h 387"/>
                <a:gd name="T42" fmla="*/ 243 w 389"/>
                <a:gd name="T43" fmla="*/ 36 h 387"/>
                <a:gd name="T44" fmla="*/ 264 w 389"/>
                <a:gd name="T45" fmla="*/ 85 h 387"/>
                <a:gd name="T46" fmla="*/ 264 w 389"/>
                <a:gd name="T47" fmla="*/ 97 h 387"/>
                <a:gd name="T48" fmla="*/ 244 w 389"/>
                <a:gd name="T49" fmla="*/ 100 h 387"/>
                <a:gd name="T50" fmla="*/ 265 w 389"/>
                <a:gd name="T51" fmla="*/ 134 h 387"/>
                <a:gd name="T52" fmla="*/ 202 w 389"/>
                <a:gd name="T53" fmla="*/ 206 h 387"/>
                <a:gd name="T54" fmla="*/ 110 w 389"/>
                <a:gd name="T55" fmla="*/ 238 h 387"/>
                <a:gd name="T56" fmla="*/ 109 w 389"/>
                <a:gd name="T57" fmla="*/ 243 h 387"/>
                <a:gd name="T58" fmla="*/ 66 w 389"/>
                <a:gd name="T59" fmla="*/ 274 h 387"/>
                <a:gd name="T60" fmla="*/ 29 w 389"/>
                <a:gd name="T61" fmla="*/ 282 h 387"/>
                <a:gd name="T62" fmla="*/ 0 w 389"/>
                <a:gd name="T63" fmla="*/ 387 h 387"/>
                <a:gd name="T64" fmla="*/ 51 w 389"/>
                <a:gd name="T65" fmla="*/ 383 h 387"/>
                <a:gd name="T66" fmla="*/ 101 w 389"/>
                <a:gd name="T67" fmla="*/ 330 h 387"/>
                <a:gd name="T68" fmla="*/ 190 w 389"/>
                <a:gd name="T69" fmla="*/ 336 h 387"/>
                <a:gd name="T70" fmla="*/ 269 w 389"/>
                <a:gd name="T71" fmla="*/ 269 h 387"/>
                <a:gd name="T72" fmla="*/ 308 w 389"/>
                <a:gd name="T73" fmla="*/ 126 h 387"/>
                <a:gd name="T74" fmla="*/ 317 w 389"/>
                <a:gd name="T75" fmla="*/ 133 h 387"/>
                <a:gd name="T76" fmla="*/ 310 w 389"/>
                <a:gd name="T77" fmla="*/ 142 h 387"/>
                <a:gd name="T78" fmla="*/ 301 w 389"/>
                <a:gd name="T79" fmla="*/ 135 h 387"/>
                <a:gd name="T80" fmla="*/ 308 w 389"/>
                <a:gd name="T81" fmla="*/ 12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89" h="387">
                  <a:moveTo>
                    <a:pt x="269" y="269"/>
                  </a:moveTo>
                  <a:cubicBezTo>
                    <a:pt x="278" y="267"/>
                    <a:pt x="288" y="266"/>
                    <a:pt x="298" y="265"/>
                  </a:cubicBezTo>
                  <a:cubicBezTo>
                    <a:pt x="301" y="237"/>
                    <a:pt x="322" y="172"/>
                    <a:pt x="322" y="172"/>
                  </a:cubicBezTo>
                  <a:cubicBezTo>
                    <a:pt x="322" y="172"/>
                    <a:pt x="347" y="165"/>
                    <a:pt x="359" y="164"/>
                  </a:cubicBezTo>
                  <a:cubicBezTo>
                    <a:pt x="371" y="162"/>
                    <a:pt x="389" y="152"/>
                    <a:pt x="366" y="138"/>
                  </a:cubicBezTo>
                  <a:cubicBezTo>
                    <a:pt x="344" y="125"/>
                    <a:pt x="278" y="101"/>
                    <a:pt x="278" y="101"/>
                  </a:cubicBezTo>
                  <a:cubicBezTo>
                    <a:pt x="278" y="88"/>
                    <a:pt x="278" y="88"/>
                    <a:pt x="278" y="88"/>
                  </a:cubicBezTo>
                  <a:cubicBezTo>
                    <a:pt x="278" y="88"/>
                    <a:pt x="305" y="92"/>
                    <a:pt x="320" y="93"/>
                  </a:cubicBezTo>
                  <a:cubicBezTo>
                    <a:pt x="335" y="94"/>
                    <a:pt x="344" y="70"/>
                    <a:pt x="344" y="70"/>
                  </a:cubicBezTo>
                  <a:cubicBezTo>
                    <a:pt x="344" y="70"/>
                    <a:pt x="332" y="84"/>
                    <a:pt x="322" y="83"/>
                  </a:cubicBezTo>
                  <a:cubicBezTo>
                    <a:pt x="313" y="81"/>
                    <a:pt x="304" y="80"/>
                    <a:pt x="310" y="74"/>
                  </a:cubicBezTo>
                  <a:cubicBezTo>
                    <a:pt x="315" y="68"/>
                    <a:pt x="314" y="60"/>
                    <a:pt x="313" y="56"/>
                  </a:cubicBezTo>
                  <a:cubicBezTo>
                    <a:pt x="310" y="63"/>
                    <a:pt x="296" y="72"/>
                    <a:pt x="296" y="72"/>
                  </a:cubicBezTo>
                  <a:cubicBezTo>
                    <a:pt x="282" y="72"/>
                    <a:pt x="282" y="72"/>
                    <a:pt x="282" y="72"/>
                  </a:cubicBezTo>
                  <a:cubicBezTo>
                    <a:pt x="281" y="63"/>
                    <a:pt x="281" y="63"/>
                    <a:pt x="281" y="63"/>
                  </a:cubicBezTo>
                  <a:cubicBezTo>
                    <a:pt x="287" y="43"/>
                    <a:pt x="287" y="43"/>
                    <a:pt x="287" y="43"/>
                  </a:cubicBezTo>
                  <a:cubicBezTo>
                    <a:pt x="304" y="22"/>
                    <a:pt x="304" y="22"/>
                    <a:pt x="304" y="22"/>
                  </a:cubicBezTo>
                  <a:cubicBezTo>
                    <a:pt x="275" y="39"/>
                    <a:pt x="275" y="39"/>
                    <a:pt x="275" y="39"/>
                  </a:cubicBezTo>
                  <a:cubicBezTo>
                    <a:pt x="264" y="56"/>
                    <a:pt x="264" y="56"/>
                    <a:pt x="264" y="56"/>
                  </a:cubicBezTo>
                  <a:cubicBezTo>
                    <a:pt x="264" y="56"/>
                    <a:pt x="259" y="52"/>
                    <a:pt x="257" y="36"/>
                  </a:cubicBezTo>
                  <a:cubicBezTo>
                    <a:pt x="255" y="19"/>
                    <a:pt x="268" y="0"/>
                    <a:pt x="268" y="0"/>
                  </a:cubicBezTo>
                  <a:cubicBezTo>
                    <a:pt x="268" y="0"/>
                    <a:pt x="246" y="10"/>
                    <a:pt x="243" y="36"/>
                  </a:cubicBezTo>
                  <a:cubicBezTo>
                    <a:pt x="239" y="62"/>
                    <a:pt x="264" y="85"/>
                    <a:pt x="264" y="85"/>
                  </a:cubicBezTo>
                  <a:cubicBezTo>
                    <a:pt x="264" y="97"/>
                    <a:pt x="264" y="97"/>
                    <a:pt x="264" y="97"/>
                  </a:cubicBezTo>
                  <a:cubicBezTo>
                    <a:pt x="244" y="100"/>
                    <a:pt x="244" y="100"/>
                    <a:pt x="244" y="100"/>
                  </a:cubicBezTo>
                  <a:cubicBezTo>
                    <a:pt x="265" y="134"/>
                    <a:pt x="265" y="134"/>
                    <a:pt x="265" y="134"/>
                  </a:cubicBezTo>
                  <a:cubicBezTo>
                    <a:pt x="265" y="134"/>
                    <a:pt x="236" y="185"/>
                    <a:pt x="202" y="206"/>
                  </a:cubicBezTo>
                  <a:cubicBezTo>
                    <a:pt x="180" y="219"/>
                    <a:pt x="144" y="230"/>
                    <a:pt x="110" y="238"/>
                  </a:cubicBezTo>
                  <a:cubicBezTo>
                    <a:pt x="110" y="240"/>
                    <a:pt x="110" y="242"/>
                    <a:pt x="109" y="243"/>
                  </a:cubicBezTo>
                  <a:cubicBezTo>
                    <a:pt x="105" y="262"/>
                    <a:pt x="85" y="272"/>
                    <a:pt x="66" y="274"/>
                  </a:cubicBezTo>
                  <a:cubicBezTo>
                    <a:pt x="57" y="275"/>
                    <a:pt x="41" y="279"/>
                    <a:pt x="29" y="282"/>
                  </a:cubicBezTo>
                  <a:cubicBezTo>
                    <a:pt x="22" y="304"/>
                    <a:pt x="7" y="355"/>
                    <a:pt x="0" y="387"/>
                  </a:cubicBezTo>
                  <a:cubicBezTo>
                    <a:pt x="19" y="386"/>
                    <a:pt x="40" y="387"/>
                    <a:pt x="51" y="383"/>
                  </a:cubicBezTo>
                  <a:cubicBezTo>
                    <a:pt x="70" y="375"/>
                    <a:pt x="78" y="349"/>
                    <a:pt x="101" y="330"/>
                  </a:cubicBezTo>
                  <a:cubicBezTo>
                    <a:pt x="117" y="317"/>
                    <a:pt x="147" y="336"/>
                    <a:pt x="190" y="336"/>
                  </a:cubicBezTo>
                  <a:cubicBezTo>
                    <a:pt x="203" y="305"/>
                    <a:pt x="240" y="277"/>
                    <a:pt x="269" y="269"/>
                  </a:cubicBezTo>
                  <a:close/>
                  <a:moveTo>
                    <a:pt x="308" y="126"/>
                  </a:moveTo>
                  <a:cubicBezTo>
                    <a:pt x="313" y="126"/>
                    <a:pt x="317" y="129"/>
                    <a:pt x="317" y="133"/>
                  </a:cubicBezTo>
                  <a:cubicBezTo>
                    <a:pt x="318" y="138"/>
                    <a:pt x="314" y="142"/>
                    <a:pt x="310" y="142"/>
                  </a:cubicBezTo>
                  <a:cubicBezTo>
                    <a:pt x="306" y="143"/>
                    <a:pt x="302" y="140"/>
                    <a:pt x="301" y="135"/>
                  </a:cubicBezTo>
                  <a:cubicBezTo>
                    <a:pt x="301" y="131"/>
                    <a:pt x="304" y="127"/>
                    <a:pt x="308" y="1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105"/>
            <p:cNvSpPr>
              <a:spLocks noEditPoints="1"/>
            </p:cNvSpPr>
            <p:nvPr/>
          </p:nvSpPr>
          <p:spPr bwMode="auto">
            <a:xfrm>
              <a:off x="7600950" y="4070350"/>
              <a:ext cx="1042988" cy="963613"/>
            </a:xfrm>
            <a:custGeom>
              <a:avLst/>
              <a:gdLst>
                <a:gd name="T0" fmla="*/ 104 w 520"/>
                <a:gd name="T1" fmla="*/ 249 h 480"/>
                <a:gd name="T2" fmla="*/ 31 w 520"/>
                <a:gd name="T3" fmla="*/ 314 h 480"/>
                <a:gd name="T4" fmla="*/ 90 w 520"/>
                <a:gd name="T5" fmla="*/ 279 h 480"/>
                <a:gd name="T6" fmla="*/ 92 w 520"/>
                <a:gd name="T7" fmla="*/ 324 h 480"/>
                <a:gd name="T8" fmla="*/ 74 w 520"/>
                <a:gd name="T9" fmla="*/ 348 h 480"/>
                <a:gd name="T10" fmla="*/ 45 w 520"/>
                <a:gd name="T11" fmla="*/ 371 h 480"/>
                <a:gd name="T12" fmla="*/ 43 w 520"/>
                <a:gd name="T13" fmla="*/ 427 h 480"/>
                <a:gd name="T14" fmla="*/ 21 w 520"/>
                <a:gd name="T15" fmla="*/ 456 h 480"/>
                <a:gd name="T16" fmla="*/ 8 w 520"/>
                <a:gd name="T17" fmla="*/ 455 h 480"/>
                <a:gd name="T18" fmla="*/ 7 w 520"/>
                <a:gd name="T19" fmla="*/ 479 h 480"/>
                <a:gd name="T20" fmla="*/ 51 w 520"/>
                <a:gd name="T21" fmla="*/ 449 h 480"/>
                <a:gd name="T22" fmla="*/ 73 w 520"/>
                <a:gd name="T23" fmla="*/ 391 h 480"/>
                <a:gd name="T24" fmla="*/ 155 w 520"/>
                <a:gd name="T25" fmla="*/ 379 h 480"/>
                <a:gd name="T26" fmla="*/ 205 w 520"/>
                <a:gd name="T27" fmla="*/ 326 h 480"/>
                <a:gd name="T28" fmla="*/ 366 w 520"/>
                <a:gd name="T29" fmla="*/ 313 h 480"/>
                <a:gd name="T30" fmla="*/ 449 w 520"/>
                <a:gd name="T31" fmla="*/ 311 h 480"/>
                <a:gd name="T32" fmla="*/ 486 w 520"/>
                <a:gd name="T33" fmla="*/ 356 h 480"/>
                <a:gd name="T34" fmla="*/ 483 w 520"/>
                <a:gd name="T35" fmla="*/ 370 h 480"/>
                <a:gd name="T36" fmla="*/ 516 w 520"/>
                <a:gd name="T37" fmla="*/ 388 h 480"/>
                <a:gd name="T38" fmla="*/ 460 w 520"/>
                <a:gd name="T39" fmla="*/ 290 h 480"/>
                <a:gd name="T40" fmla="*/ 400 w 520"/>
                <a:gd name="T41" fmla="*/ 263 h 480"/>
                <a:gd name="T42" fmla="*/ 425 w 520"/>
                <a:gd name="T43" fmla="*/ 170 h 480"/>
                <a:gd name="T44" fmla="*/ 461 w 520"/>
                <a:gd name="T45" fmla="*/ 161 h 480"/>
                <a:gd name="T46" fmla="*/ 468 w 520"/>
                <a:gd name="T47" fmla="*/ 137 h 480"/>
                <a:gd name="T48" fmla="*/ 381 w 520"/>
                <a:gd name="T49" fmla="*/ 100 h 480"/>
                <a:gd name="T50" fmla="*/ 380 w 520"/>
                <a:gd name="T51" fmla="*/ 87 h 480"/>
                <a:gd name="T52" fmla="*/ 422 w 520"/>
                <a:gd name="T53" fmla="*/ 91 h 480"/>
                <a:gd name="T54" fmla="*/ 446 w 520"/>
                <a:gd name="T55" fmla="*/ 69 h 480"/>
                <a:gd name="T56" fmla="*/ 424 w 520"/>
                <a:gd name="T57" fmla="*/ 81 h 480"/>
                <a:gd name="T58" fmla="*/ 412 w 520"/>
                <a:gd name="T59" fmla="*/ 73 h 480"/>
                <a:gd name="T60" fmla="*/ 415 w 520"/>
                <a:gd name="T61" fmla="*/ 55 h 480"/>
                <a:gd name="T62" fmla="*/ 398 w 520"/>
                <a:gd name="T63" fmla="*/ 71 h 480"/>
                <a:gd name="T64" fmla="*/ 384 w 520"/>
                <a:gd name="T65" fmla="*/ 70 h 480"/>
                <a:gd name="T66" fmla="*/ 383 w 520"/>
                <a:gd name="T67" fmla="*/ 62 h 480"/>
                <a:gd name="T68" fmla="*/ 389 w 520"/>
                <a:gd name="T69" fmla="*/ 42 h 480"/>
                <a:gd name="T70" fmla="*/ 407 w 520"/>
                <a:gd name="T71" fmla="*/ 21 h 480"/>
                <a:gd name="T72" fmla="*/ 378 w 520"/>
                <a:gd name="T73" fmla="*/ 38 h 480"/>
                <a:gd name="T74" fmla="*/ 367 w 520"/>
                <a:gd name="T75" fmla="*/ 55 h 480"/>
                <a:gd name="T76" fmla="*/ 360 w 520"/>
                <a:gd name="T77" fmla="*/ 35 h 480"/>
                <a:gd name="T78" fmla="*/ 371 w 520"/>
                <a:gd name="T79" fmla="*/ 0 h 480"/>
                <a:gd name="T80" fmla="*/ 346 w 520"/>
                <a:gd name="T81" fmla="*/ 35 h 480"/>
                <a:gd name="T82" fmla="*/ 367 w 520"/>
                <a:gd name="T83" fmla="*/ 84 h 480"/>
                <a:gd name="T84" fmla="*/ 367 w 520"/>
                <a:gd name="T85" fmla="*/ 96 h 480"/>
                <a:gd name="T86" fmla="*/ 347 w 520"/>
                <a:gd name="T87" fmla="*/ 99 h 480"/>
                <a:gd name="T88" fmla="*/ 367 w 520"/>
                <a:gd name="T89" fmla="*/ 132 h 480"/>
                <a:gd name="T90" fmla="*/ 305 w 520"/>
                <a:gd name="T91" fmla="*/ 203 h 480"/>
                <a:gd name="T92" fmla="*/ 195 w 520"/>
                <a:gd name="T93" fmla="*/ 240 h 480"/>
                <a:gd name="T94" fmla="*/ 104 w 520"/>
                <a:gd name="T95" fmla="*/ 249 h 480"/>
                <a:gd name="T96" fmla="*/ 410 w 520"/>
                <a:gd name="T97" fmla="*/ 125 h 480"/>
                <a:gd name="T98" fmla="*/ 419 w 520"/>
                <a:gd name="T99" fmla="*/ 131 h 480"/>
                <a:gd name="T100" fmla="*/ 412 w 520"/>
                <a:gd name="T101" fmla="*/ 140 h 480"/>
                <a:gd name="T102" fmla="*/ 403 w 520"/>
                <a:gd name="T103" fmla="*/ 133 h 480"/>
                <a:gd name="T104" fmla="*/ 410 w 520"/>
                <a:gd name="T105" fmla="*/ 125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0" h="480">
                  <a:moveTo>
                    <a:pt x="104" y="249"/>
                  </a:moveTo>
                  <a:cubicBezTo>
                    <a:pt x="77" y="256"/>
                    <a:pt x="40" y="285"/>
                    <a:pt x="31" y="314"/>
                  </a:cubicBezTo>
                  <a:cubicBezTo>
                    <a:pt x="24" y="334"/>
                    <a:pt x="90" y="279"/>
                    <a:pt x="90" y="279"/>
                  </a:cubicBezTo>
                  <a:cubicBezTo>
                    <a:pt x="90" y="279"/>
                    <a:pt x="94" y="303"/>
                    <a:pt x="92" y="324"/>
                  </a:cubicBezTo>
                  <a:cubicBezTo>
                    <a:pt x="90" y="345"/>
                    <a:pt x="88" y="344"/>
                    <a:pt x="74" y="348"/>
                  </a:cubicBezTo>
                  <a:cubicBezTo>
                    <a:pt x="60" y="352"/>
                    <a:pt x="45" y="371"/>
                    <a:pt x="45" y="371"/>
                  </a:cubicBezTo>
                  <a:cubicBezTo>
                    <a:pt x="45" y="371"/>
                    <a:pt x="50" y="406"/>
                    <a:pt x="43" y="427"/>
                  </a:cubicBezTo>
                  <a:cubicBezTo>
                    <a:pt x="40" y="435"/>
                    <a:pt x="26" y="452"/>
                    <a:pt x="21" y="456"/>
                  </a:cubicBezTo>
                  <a:cubicBezTo>
                    <a:pt x="16" y="459"/>
                    <a:pt x="13" y="451"/>
                    <a:pt x="8" y="455"/>
                  </a:cubicBezTo>
                  <a:cubicBezTo>
                    <a:pt x="3" y="458"/>
                    <a:pt x="0" y="480"/>
                    <a:pt x="7" y="479"/>
                  </a:cubicBezTo>
                  <a:cubicBezTo>
                    <a:pt x="13" y="479"/>
                    <a:pt x="47" y="456"/>
                    <a:pt x="51" y="449"/>
                  </a:cubicBezTo>
                  <a:cubicBezTo>
                    <a:pt x="56" y="443"/>
                    <a:pt x="67" y="405"/>
                    <a:pt x="73" y="391"/>
                  </a:cubicBezTo>
                  <a:cubicBezTo>
                    <a:pt x="79" y="377"/>
                    <a:pt x="136" y="387"/>
                    <a:pt x="155" y="379"/>
                  </a:cubicBezTo>
                  <a:cubicBezTo>
                    <a:pt x="175" y="371"/>
                    <a:pt x="182" y="345"/>
                    <a:pt x="205" y="326"/>
                  </a:cubicBezTo>
                  <a:cubicBezTo>
                    <a:pt x="228" y="307"/>
                    <a:pt x="284" y="359"/>
                    <a:pt x="366" y="313"/>
                  </a:cubicBezTo>
                  <a:cubicBezTo>
                    <a:pt x="384" y="303"/>
                    <a:pt x="449" y="311"/>
                    <a:pt x="449" y="311"/>
                  </a:cubicBezTo>
                  <a:cubicBezTo>
                    <a:pt x="486" y="356"/>
                    <a:pt x="486" y="356"/>
                    <a:pt x="486" y="356"/>
                  </a:cubicBezTo>
                  <a:cubicBezTo>
                    <a:pt x="483" y="370"/>
                    <a:pt x="483" y="370"/>
                    <a:pt x="483" y="370"/>
                  </a:cubicBezTo>
                  <a:cubicBezTo>
                    <a:pt x="483" y="370"/>
                    <a:pt x="512" y="390"/>
                    <a:pt x="516" y="388"/>
                  </a:cubicBezTo>
                  <a:cubicBezTo>
                    <a:pt x="520" y="385"/>
                    <a:pt x="480" y="304"/>
                    <a:pt x="460" y="290"/>
                  </a:cubicBezTo>
                  <a:cubicBezTo>
                    <a:pt x="460" y="290"/>
                    <a:pt x="397" y="290"/>
                    <a:pt x="400" y="263"/>
                  </a:cubicBezTo>
                  <a:cubicBezTo>
                    <a:pt x="403" y="235"/>
                    <a:pt x="425" y="170"/>
                    <a:pt x="425" y="170"/>
                  </a:cubicBezTo>
                  <a:cubicBezTo>
                    <a:pt x="425" y="170"/>
                    <a:pt x="449" y="163"/>
                    <a:pt x="461" y="161"/>
                  </a:cubicBezTo>
                  <a:cubicBezTo>
                    <a:pt x="472" y="160"/>
                    <a:pt x="490" y="150"/>
                    <a:pt x="468" y="137"/>
                  </a:cubicBezTo>
                  <a:cubicBezTo>
                    <a:pt x="446" y="123"/>
                    <a:pt x="381" y="100"/>
                    <a:pt x="381" y="100"/>
                  </a:cubicBezTo>
                  <a:cubicBezTo>
                    <a:pt x="380" y="87"/>
                    <a:pt x="380" y="87"/>
                    <a:pt x="380" y="87"/>
                  </a:cubicBezTo>
                  <a:cubicBezTo>
                    <a:pt x="380" y="87"/>
                    <a:pt x="407" y="91"/>
                    <a:pt x="422" y="91"/>
                  </a:cubicBezTo>
                  <a:cubicBezTo>
                    <a:pt x="437" y="92"/>
                    <a:pt x="446" y="69"/>
                    <a:pt x="446" y="69"/>
                  </a:cubicBezTo>
                  <a:cubicBezTo>
                    <a:pt x="446" y="69"/>
                    <a:pt x="434" y="83"/>
                    <a:pt x="424" y="81"/>
                  </a:cubicBezTo>
                  <a:cubicBezTo>
                    <a:pt x="415" y="80"/>
                    <a:pt x="407" y="78"/>
                    <a:pt x="412" y="73"/>
                  </a:cubicBezTo>
                  <a:cubicBezTo>
                    <a:pt x="418" y="67"/>
                    <a:pt x="416" y="59"/>
                    <a:pt x="415" y="55"/>
                  </a:cubicBezTo>
                  <a:cubicBezTo>
                    <a:pt x="412" y="62"/>
                    <a:pt x="398" y="71"/>
                    <a:pt x="398" y="71"/>
                  </a:cubicBezTo>
                  <a:cubicBezTo>
                    <a:pt x="384" y="70"/>
                    <a:pt x="384" y="70"/>
                    <a:pt x="384" y="70"/>
                  </a:cubicBezTo>
                  <a:cubicBezTo>
                    <a:pt x="383" y="62"/>
                    <a:pt x="383" y="62"/>
                    <a:pt x="383" y="62"/>
                  </a:cubicBezTo>
                  <a:cubicBezTo>
                    <a:pt x="389" y="42"/>
                    <a:pt x="389" y="42"/>
                    <a:pt x="389" y="42"/>
                  </a:cubicBezTo>
                  <a:cubicBezTo>
                    <a:pt x="407" y="21"/>
                    <a:pt x="407" y="21"/>
                    <a:pt x="407" y="21"/>
                  </a:cubicBezTo>
                  <a:cubicBezTo>
                    <a:pt x="378" y="38"/>
                    <a:pt x="378" y="38"/>
                    <a:pt x="378" y="38"/>
                  </a:cubicBezTo>
                  <a:cubicBezTo>
                    <a:pt x="367" y="55"/>
                    <a:pt x="367" y="55"/>
                    <a:pt x="367" y="55"/>
                  </a:cubicBezTo>
                  <a:cubicBezTo>
                    <a:pt x="367" y="55"/>
                    <a:pt x="362" y="51"/>
                    <a:pt x="360" y="35"/>
                  </a:cubicBezTo>
                  <a:cubicBezTo>
                    <a:pt x="358" y="18"/>
                    <a:pt x="371" y="0"/>
                    <a:pt x="371" y="0"/>
                  </a:cubicBezTo>
                  <a:cubicBezTo>
                    <a:pt x="371" y="0"/>
                    <a:pt x="349" y="10"/>
                    <a:pt x="346" y="35"/>
                  </a:cubicBezTo>
                  <a:cubicBezTo>
                    <a:pt x="342" y="61"/>
                    <a:pt x="367" y="84"/>
                    <a:pt x="367" y="84"/>
                  </a:cubicBezTo>
                  <a:cubicBezTo>
                    <a:pt x="367" y="96"/>
                    <a:pt x="367" y="96"/>
                    <a:pt x="367" y="96"/>
                  </a:cubicBezTo>
                  <a:cubicBezTo>
                    <a:pt x="347" y="99"/>
                    <a:pt x="347" y="99"/>
                    <a:pt x="347" y="99"/>
                  </a:cubicBezTo>
                  <a:cubicBezTo>
                    <a:pt x="367" y="132"/>
                    <a:pt x="367" y="132"/>
                    <a:pt x="367" y="132"/>
                  </a:cubicBezTo>
                  <a:cubicBezTo>
                    <a:pt x="367" y="132"/>
                    <a:pt x="339" y="182"/>
                    <a:pt x="305" y="203"/>
                  </a:cubicBezTo>
                  <a:cubicBezTo>
                    <a:pt x="279" y="219"/>
                    <a:pt x="233" y="231"/>
                    <a:pt x="195" y="240"/>
                  </a:cubicBezTo>
                  <a:cubicBezTo>
                    <a:pt x="169" y="247"/>
                    <a:pt x="131" y="242"/>
                    <a:pt x="104" y="249"/>
                  </a:cubicBezTo>
                  <a:close/>
                  <a:moveTo>
                    <a:pt x="410" y="125"/>
                  </a:moveTo>
                  <a:cubicBezTo>
                    <a:pt x="415" y="124"/>
                    <a:pt x="419" y="127"/>
                    <a:pt x="419" y="131"/>
                  </a:cubicBezTo>
                  <a:cubicBezTo>
                    <a:pt x="420" y="136"/>
                    <a:pt x="417" y="140"/>
                    <a:pt x="412" y="140"/>
                  </a:cubicBezTo>
                  <a:cubicBezTo>
                    <a:pt x="408" y="141"/>
                    <a:pt x="404" y="138"/>
                    <a:pt x="403" y="133"/>
                  </a:cubicBezTo>
                  <a:cubicBezTo>
                    <a:pt x="403" y="129"/>
                    <a:pt x="406" y="125"/>
                    <a:pt x="410" y="1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106"/>
            <p:cNvSpPr>
              <a:spLocks/>
            </p:cNvSpPr>
            <p:nvPr/>
          </p:nvSpPr>
          <p:spPr bwMode="auto">
            <a:xfrm>
              <a:off x="4408488" y="3863975"/>
              <a:ext cx="309563" cy="169863"/>
            </a:xfrm>
            <a:custGeom>
              <a:avLst/>
              <a:gdLst>
                <a:gd name="T0" fmla="*/ 154 w 154"/>
                <a:gd name="T1" fmla="*/ 41 h 85"/>
                <a:gd name="T2" fmla="*/ 77 w 154"/>
                <a:gd name="T3" fmla="*/ 62 h 85"/>
                <a:gd name="T4" fmla="*/ 0 w 154"/>
                <a:gd name="T5" fmla="*/ 80 h 85"/>
                <a:gd name="T6" fmla="*/ 83 w 154"/>
                <a:gd name="T7" fmla="*/ 85 h 85"/>
                <a:gd name="T8" fmla="*/ 154 w 154"/>
                <a:gd name="T9" fmla="*/ 41 h 85"/>
              </a:gdLst>
              <a:ahLst/>
              <a:cxnLst>
                <a:cxn ang="0">
                  <a:pos x="T0" y="T1"/>
                </a:cxn>
                <a:cxn ang="0">
                  <a:pos x="T2" y="T3"/>
                </a:cxn>
                <a:cxn ang="0">
                  <a:pos x="T4" y="T5"/>
                </a:cxn>
                <a:cxn ang="0">
                  <a:pos x="T6" y="T7"/>
                </a:cxn>
                <a:cxn ang="0">
                  <a:pos x="T8" y="T9"/>
                </a:cxn>
              </a:cxnLst>
              <a:rect l="0" t="0" r="r" b="b"/>
              <a:pathLst>
                <a:path w="154" h="85">
                  <a:moveTo>
                    <a:pt x="154" y="41"/>
                  </a:moveTo>
                  <a:cubicBezTo>
                    <a:pt x="118" y="0"/>
                    <a:pt x="77" y="62"/>
                    <a:pt x="77" y="62"/>
                  </a:cubicBezTo>
                  <a:cubicBezTo>
                    <a:pt x="77" y="62"/>
                    <a:pt x="12" y="27"/>
                    <a:pt x="0" y="80"/>
                  </a:cubicBezTo>
                  <a:cubicBezTo>
                    <a:pt x="26" y="57"/>
                    <a:pt x="68" y="76"/>
                    <a:pt x="83" y="85"/>
                  </a:cubicBezTo>
                  <a:cubicBezTo>
                    <a:pt x="92" y="70"/>
                    <a:pt x="120" y="33"/>
                    <a:pt x="154"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107"/>
            <p:cNvSpPr>
              <a:spLocks/>
            </p:cNvSpPr>
            <p:nvPr/>
          </p:nvSpPr>
          <p:spPr bwMode="auto">
            <a:xfrm>
              <a:off x="4719638" y="3998912"/>
              <a:ext cx="309563" cy="169863"/>
            </a:xfrm>
            <a:custGeom>
              <a:avLst/>
              <a:gdLst>
                <a:gd name="T0" fmla="*/ 0 w 154"/>
                <a:gd name="T1" fmla="*/ 80 h 85"/>
                <a:gd name="T2" fmla="*/ 83 w 154"/>
                <a:gd name="T3" fmla="*/ 85 h 85"/>
                <a:gd name="T4" fmla="*/ 154 w 154"/>
                <a:gd name="T5" fmla="*/ 40 h 85"/>
                <a:gd name="T6" fmla="*/ 77 w 154"/>
                <a:gd name="T7" fmla="*/ 62 h 85"/>
                <a:gd name="T8" fmla="*/ 0 w 154"/>
                <a:gd name="T9" fmla="*/ 80 h 85"/>
              </a:gdLst>
              <a:ahLst/>
              <a:cxnLst>
                <a:cxn ang="0">
                  <a:pos x="T0" y="T1"/>
                </a:cxn>
                <a:cxn ang="0">
                  <a:pos x="T2" y="T3"/>
                </a:cxn>
                <a:cxn ang="0">
                  <a:pos x="T4" y="T5"/>
                </a:cxn>
                <a:cxn ang="0">
                  <a:pos x="T6" y="T7"/>
                </a:cxn>
                <a:cxn ang="0">
                  <a:pos x="T8" y="T9"/>
                </a:cxn>
              </a:cxnLst>
              <a:rect l="0" t="0" r="r" b="b"/>
              <a:pathLst>
                <a:path w="154" h="85">
                  <a:moveTo>
                    <a:pt x="0" y="80"/>
                  </a:moveTo>
                  <a:cubicBezTo>
                    <a:pt x="26" y="57"/>
                    <a:pt x="68" y="76"/>
                    <a:pt x="83" y="85"/>
                  </a:cubicBezTo>
                  <a:cubicBezTo>
                    <a:pt x="92" y="70"/>
                    <a:pt x="120" y="33"/>
                    <a:pt x="154" y="40"/>
                  </a:cubicBezTo>
                  <a:cubicBezTo>
                    <a:pt x="118" y="0"/>
                    <a:pt x="77" y="62"/>
                    <a:pt x="77" y="62"/>
                  </a:cubicBezTo>
                  <a:cubicBezTo>
                    <a:pt x="77" y="62"/>
                    <a:pt x="12" y="27"/>
                    <a:pt x="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108"/>
            <p:cNvSpPr>
              <a:spLocks/>
            </p:cNvSpPr>
            <p:nvPr/>
          </p:nvSpPr>
          <p:spPr bwMode="auto">
            <a:xfrm>
              <a:off x="4770438" y="3641725"/>
              <a:ext cx="309563" cy="169863"/>
            </a:xfrm>
            <a:custGeom>
              <a:avLst/>
              <a:gdLst>
                <a:gd name="T0" fmla="*/ 83 w 154"/>
                <a:gd name="T1" fmla="*/ 85 h 85"/>
                <a:gd name="T2" fmla="*/ 154 w 154"/>
                <a:gd name="T3" fmla="*/ 40 h 85"/>
                <a:gd name="T4" fmla="*/ 77 w 154"/>
                <a:gd name="T5" fmla="*/ 61 h 85"/>
                <a:gd name="T6" fmla="*/ 0 w 154"/>
                <a:gd name="T7" fmla="*/ 79 h 85"/>
                <a:gd name="T8" fmla="*/ 83 w 154"/>
                <a:gd name="T9" fmla="*/ 85 h 85"/>
              </a:gdLst>
              <a:ahLst/>
              <a:cxnLst>
                <a:cxn ang="0">
                  <a:pos x="T0" y="T1"/>
                </a:cxn>
                <a:cxn ang="0">
                  <a:pos x="T2" y="T3"/>
                </a:cxn>
                <a:cxn ang="0">
                  <a:pos x="T4" y="T5"/>
                </a:cxn>
                <a:cxn ang="0">
                  <a:pos x="T6" y="T7"/>
                </a:cxn>
                <a:cxn ang="0">
                  <a:pos x="T8" y="T9"/>
                </a:cxn>
              </a:cxnLst>
              <a:rect l="0" t="0" r="r" b="b"/>
              <a:pathLst>
                <a:path w="154" h="85">
                  <a:moveTo>
                    <a:pt x="83" y="85"/>
                  </a:moveTo>
                  <a:cubicBezTo>
                    <a:pt x="92" y="69"/>
                    <a:pt x="120" y="33"/>
                    <a:pt x="154" y="40"/>
                  </a:cubicBezTo>
                  <a:cubicBezTo>
                    <a:pt x="118" y="0"/>
                    <a:pt x="77" y="61"/>
                    <a:pt x="77" y="61"/>
                  </a:cubicBezTo>
                  <a:cubicBezTo>
                    <a:pt x="77" y="61"/>
                    <a:pt x="12" y="27"/>
                    <a:pt x="0" y="79"/>
                  </a:cubicBezTo>
                  <a:cubicBezTo>
                    <a:pt x="26" y="57"/>
                    <a:pt x="68" y="76"/>
                    <a:pt x="83" y="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109"/>
            <p:cNvSpPr>
              <a:spLocks noEditPoints="1"/>
            </p:cNvSpPr>
            <p:nvPr/>
          </p:nvSpPr>
          <p:spPr bwMode="auto">
            <a:xfrm>
              <a:off x="6075363" y="4054475"/>
              <a:ext cx="1487488" cy="1371600"/>
            </a:xfrm>
            <a:custGeom>
              <a:avLst/>
              <a:gdLst>
                <a:gd name="T0" fmla="*/ 511 w 741"/>
                <a:gd name="T1" fmla="*/ 451 h 683"/>
                <a:gd name="T2" fmla="*/ 582 w 741"/>
                <a:gd name="T3" fmla="*/ 498 h 683"/>
                <a:gd name="T4" fmla="*/ 543 w 741"/>
                <a:gd name="T5" fmla="*/ 559 h 683"/>
                <a:gd name="T6" fmla="*/ 528 w 741"/>
                <a:gd name="T7" fmla="*/ 554 h 683"/>
                <a:gd name="T8" fmla="*/ 495 w 741"/>
                <a:gd name="T9" fmla="*/ 577 h 683"/>
                <a:gd name="T10" fmla="*/ 558 w 741"/>
                <a:gd name="T11" fmla="*/ 579 h 683"/>
                <a:gd name="T12" fmla="*/ 615 w 741"/>
                <a:gd name="T13" fmla="*/ 494 h 683"/>
                <a:gd name="T14" fmla="*/ 568 w 741"/>
                <a:gd name="T15" fmla="*/ 439 h 683"/>
                <a:gd name="T16" fmla="*/ 639 w 741"/>
                <a:gd name="T17" fmla="*/ 443 h 683"/>
                <a:gd name="T18" fmla="*/ 693 w 741"/>
                <a:gd name="T19" fmla="*/ 507 h 683"/>
                <a:gd name="T20" fmla="*/ 688 w 741"/>
                <a:gd name="T21" fmla="*/ 526 h 683"/>
                <a:gd name="T22" fmla="*/ 735 w 741"/>
                <a:gd name="T23" fmla="*/ 552 h 683"/>
                <a:gd name="T24" fmla="*/ 655 w 741"/>
                <a:gd name="T25" fmla="*/ 413 h 683"/>
                <a:gd name="T26" fmla="*/ 570 w 741"/>
                <a:gd name="T27" fmla="*/ 374 h 683"/>
                <a:gd name="T28" fmla="*/ 605 w 741"/>
                <a:gd name="T29" fmla="*/ 242 h 683"/>
                <a:gd name="T30" fmla="*/ 656 w 741"/>
                <a:gd name="T31" fmla="*/ 230 h 683"/>
                <a:gd name="T32" fmla="*/ 667 w 741"/>
                <a:gd name="T33" fmla="*/ 194 h 683"/>
                <a:gd name="T34" fmla="*/ 543 w 741"/>
                <a:gd name="T35" fmla="*/ 142 h 683"/>
                <a:gd name="T36" fmla="*/ 542 w 741"/>
                <a:gd name="T37" fmla="*/ 123 h 683"/>
                <a:gd name="T38" fmla="*/ 601 w 741"/>
                <a:gd name="T39" fmla="*/ 130 h 683"/>
                <a:gd name="T40" fmla="*/ 636 w 741"/>
                <a:gd name="T41" fmla="*/ 98 h 683"/>
                <a:gd name="T42" fmla="*/ 605 w 741"/>
                <a:gd name="T43" fmla="*/ 116 h 683"/>
                <a:gd name="T44" fmla="*/ 587 w 741"/>
                <a:gd name="T45" fmla="*/ 104 h 683"/>
                <a:gd name="T46" fmla="*/ 592 w 741"/>
                <a:gd name="T47" fmla="*/ 78 h 683"/>
                <a:gd name="T48" fmla="*/ 567 w 741"/>
                <a:gd name="T49" fmla="*/ 101 h 683"/>
                <a:gd name="T50" fmla="*/ 548 w 741"/>
                <a:gd name="T51" fmla="*/ 100 h 683"/>
                <a:gd name="T52" fmla="*/ 546 w 741"/>
                <a:gd name="T53" fmla="*/ 88 h 683"/>
                <a:gd name="T54" fmla="*/ 555 w 741"/>
                <a:gd name="T55" fmla="*/ 60 h 683"/>
                <a:gd name="T56" fmla="*/ 580 w 741"/>
                <a:gd name="T57" fmla="*/ 31 h 683"/>
                <a:gd name="T58" fmla="*/ 539 w 741"/>
                <a:gd name="T59" fmla="*/ 55 h 683"/>
                <a:gd name="T60" fmla="*/ 523 w 741"/>
                <a:gd name="T61" fmla="*/ 78 h 683"/>
                <a:gd name="T62" fmla="*/ 513 w 741"/>
                <a:gd name="T63" fmla="*/ 50 h 683"/>
                <a:gd name="T64" fmla="*/ 528 w 741"/>
                <a:gd name="T65" fmla="*/ 0 h 683"/>
                <a:gd name="T66" fmla="*/ 493 w 741"/>
                <a:gd name="T67" fmla="*/ 50 h 683"/>
                <a:gd name="T68" fmla="*/ 523 w 741"/>
                <a:gd name="T69" fmla="*/ 119 h 683"/>
                <a:gd name="T70" fmla="*/ 523 w 741"/>
                <a:gd name="T71" fmla="*/ 136 h 683"/>
                <a:gd name="T72" fmla="*/ 494 w 741"/>
                <a:gd name="T73" fmla="*/ 141 h 683"/>
                <a:gd name="T74" fmla="*/ 523 w 741"/>
                <a:gd name="T75" fmla="*/ 188 h 683"/>
                <a:gd name="T76" fmla="*/ 435 w 741"/>
                <a:gd name="T77" fmla="*/ 289 h 683"/>
                <a:gd name="T78" fmla="*/ 279 w 741"/>
                <a:gd name="T79" fmla="*/ 342 h 683"/>
                <a:gd name="T80" fmla="*/ 149 w 741"/>
                <a:gd name="T81" fmla="*/ 355 h 683"/>
                <a:gd name="T82" fmla="*/ 44 w 741"/>
                <a:gd name="T83" fmla="*/ 447 h 683"/>
                <a:gd name="T84" fmla="*/ 129 w 741"/>
                <a:gd name="T85" fmla="*/ 397 h 683"/>
                <a:gd name="T86" fmla="*/ 132 w 741"/>
                <a:gd name="T87" fmla="*/ 462 h 683"/>
                <a:gd name="T88" fmla="*/ 106 w 741"/>
                <a:gd name="T89" fmla="*/ 496 h 683"/>
                <a:gd name="T90" fmla="*/ 65 w 741"/>
                <a:gd name="T91" fmla="*/ 528 h 683"/>
                <a:gd name="T92" fmla="*/ 61 w 741"/>
                <a:gd name="T93" fmla="*/ 608 h 683"/>
                <a:gd name="T94" fmla="*/ 30 w 741"/>
                <a:gd name="T95" fmla="*/ 649 h 683"/>
                <a:gd name="T96" fmla="*/ 11 w 741"/>
                <a:gd name="T97" fmla="*/ 648 h 683"/>
                <a:gd name="T98" fmla="*/ 10 w 741"/>
                <a:gd name="T99" fmla="*/ 683 h 683"/>
                <a:gd name="T100" fmla="*/ 74 w 741"/>
                <a:gd name="T101" fmla="*/ 640 h 683"/>
                <a:gd name="T102" fmla="*/ 105 w 741"/>
                <a:gd name="T103" fmla="*/ 556 h 683"/>
                <a:gd name="T104" fmla="*/ 222 w 741"/>
                <a:gd name="T105" fmla="*/ 539 h 683"/>
                <a:gd name="T106" fmla="*/ 293 w 741"/>
                <a:gd name="T107" fmla="*/ 464 h 683"/>
                <a:gd name="T108" fmla="*/ 511 w 741"/>
                <a:gd name="T109" fmla="*/ 451 h 683"/>
                <a:gd name="T110" fmla="*/ 585 w 741"/>
                <a:gd name="T111" fmla="*/ 177 h 683"/>
                <a:gd name="T112" fmla="*/ 597 w 741"/>
                <a:gd name="T113" fmla="*/ 187 h 683"/>
                <a:gd name="T114" fmla="*/ 588 w 741"/>
                <a:gd name="T115" fmla="*/ 200 h 683"/>
                <a:gd name="T116" fmla="*/ 575 w 741"/>
                <a:gd name="T117" fmla="*/ 190 h 683"/>
                <a:gd name="T118" fmla="*/ 585 w 741"/>
                <a:gd name="T119" fmla="*/ 177 h 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41" h="683">
                  <a:moveTo>
                    <a:pt x="511" y="451"/>
                  </a:moveTo>
                  <a:cubicBezTo>
                    <a:pt x="582" y="498"/>
                    <a:pt x="582" y="498"/>
                    <a:pt x="582" y="498"/>
                  </a:cubicBezTo>
                  <a:cubicBezTo>
                    <a:pt x="582" y="498"/>
                    <a:pt x="547" y="558"/>
                    <a:pt x="543" y="559"/>
                  </a:cubicBezTo>
                  <a:cubicBezTo>
                    <a:pt x="539" y="560"/>
                    <a:pt x="528" y="554"/>
                    <a:pt x="528" y="554"/>
                  </a:cubicBezTo>
                  <a:cubicBezTo>
                    <a:pt x="528" y="554"/>
                    <a:pt x="510" y="560"/>
                    <a:pt x="495" y="577"/>
                  </a:cubicBezTo>
                  <a:cubicBezTo>
                    <a:pt x="497" y="587"/>
                    <a:pt x="547" y="590"/>
                    <a:pt x="558" y="579"/>
                  </a:cubicBezTo>
                  <a:cubicBezTo>
                    <a:pt x="568" y="569"/>
                    <a:pt x="618" y="505"/>
                    <a:pt x="615" y="494"/>
                  </a:cubicBezTo>
                  <a:cubicBezTo>
                    <a:pt x="613" y="484"/>
                    <a:pt x="581" y="452"/>
                    <a:pt x="568" y="439"/>
                  </a:cubicBezTo>
                  <a:cubicBezTo>
                    <a:pt x="602" y="438"/>
                    <a:pt x="639" y="443"/>
                    <a:pt x="639" y="443"/>
                  </a:cubicBezTo>
                  <a:cubicBezTo>
                    <a:pt x="693" y="507"/>
                    <a:pt x="693" y="507"/>
                    <a:pt x="693" y="507"/>
                  </a:cubicBezTo>
                  <a:cubicBezTo>
                    <a:pt x="688" y="526"/>
                    <a:pt x="688" y="526"/>
                    <a:pt x="688" y="526"/>
                  </a:cubicBezTo>
                  <a:cubicBezTo>
                    <a:pt x="688" y="526"/>
                    <a:pt x="729" y="555"/>
                    <a:pt x="735" y="552"/>
                  </a:cubicBezTo>
                  <a:cubicBezTo>
                    <a:pt x="741" y="549"/>
                    <a:pt x="683" y="433"/>
                    <a:pt x="655" y="413"/>
                  </a:cubicBezTo>
                  <a:cubicBezTo>
                    <a:pt x="655" y="413"/>
                    <a:pt x="566" y="413"/>
                    <a:pt x="570" y="374"/>
                  </a:cubicBezTo>
                  <a:cubicBezTo>
                    <a:pt x="575" y="335"/>
                    <a:pt x="605" y="242"/>
                    <a:pt x="605" y="242"/>
                  </a:cubicBezTo>
                  <a:cubicBezTo>
                    <a:pt x="605" y="242"/>
                    <a:pt x="640" y="232"/>
                    <a:pt x="656" y="230"/>
                  </a:cubicBezTo>
                  <a:cubicBezTo>
                    <a:pt x="673" y="228"/>
                    <a:pt x="699" y="214"/>
                    <a:pt x="667" y="194"/>
                  </a:cubicBezTo>
                  <a:cubicBezTo>
                    <a:pt x="636" y="175"/>
                    <a:pt x="543" y="142"/>
                    <a:pt x="543" y="142"/>
                  </a:cubicBezTo>
                  <a:cubicBezTo>
                    <a:pt x="542" y="123"/>
                    <a:pt x="542" y="123"/>
                    <a:pt x="542" y="123"/>
                  </a:cubicBezTo>
                  <a:cubicBezTo>
                    <a:pt x="542" y="123"/>
                    <a:pt x="581" y="129"/>
                    <a:pt x="601" y="130"/>
                  </a:cubicBezTo>
                  <a:cubicBezTo>
                    <a:pt x="622" y="132"/>
                    <a:pt x="636" y="98"/>
                    <a:pt x="636" y="98"/>
                  </a:cubicBezTo>
                  <a:cubicBezTo>
                    <a:pt x="636" y="98"/>
                    <a:pt x="618" y="118"/>
                    <a:pt x="605" y="116"/>
                  </a:cubicBezTo>
                  <a:cubicBezTo>
                    <a:pt x="591" y="114"/>
                    <a:pt x="579" y="112"/>
                    <a:pt x="587" y="104"/>
                  </a:cubicBezTo>
                  <a:cubicBezTo>
                    <a:pt x="595" y="96"/>
                    <a:pt x="593" y="84"/>
                    <a:pt x="592" y="78"/>
                  </a:cubicBezTo>
                  <a:cubicBezTo>
                    <a:pt x="587" y="88"/>
                    <a:pt x="567" y="101"/>
                    <a:pt x="567" y="101"/>
                  </a:cubicBezTo>
                  <a:cubicBezTo>
                    <a:pt x="548" y="100"/>
                    <a:pt x="548" y="100"/>
                    <a:pt x="548" y="100"/>
                  </a:cubicBezTo>
                  <a:cubicBezTo>
                    <a:pt x="546" y="88"/>
                    <a:pt x="546" y="88"/>
                    <a:pt x="546" y="88"/>
                  </a:cubicBezTo>
                  <a:cubicBezTo>
                    <a:pt x="555" y="60"/>
                    <a:pt x="555" y="60"/>
                    <a:pt x="555" y="60"/>
                  </a:cubicBezTo>
                  <a:cubicBezTo>
                    <a:pt x="580" y="31"/>
                    <a:pt x="580" y="31"/>
                    <a:pt x="580" y="31"/>
                  </a:cubicBezTo>
                  <a:cubicBezTo>
                    <a:pt x="539" y="55"/>
                    <a:pt x="539" y="55"/>
                    <a:pt x="539" y="55"/>
                  </a:cubicBezTo>
                  <a:cubicBezTo>
                    <a:pt x="523" y="78"/>
                    <a:pt x="523" y="78"/>
                    <a:pt x="523" y="78"/>
                  </a:cubicBezTo>
                  <a:cubicBezTo>
                    <a:pt x="523" y="78"/>
                    <a:pt x="515" y="73"/>
                    <a:pt x="513" y="50"/>
                  </a:cubicBezTo>
                  <a:cubicBezTo>
                    <a:pt x="510" y="26"/>
                    <a:pt x="528" y="0"/>
                    <a:pt x="528" y="0"/>
                  </a:cubicBezTo>
                  <a:cubicBezTo>
                    <a:pt x="528" y="0"/>
                    <a:pt x="497" y="14"/>
                    <a:pt x="493" y="50"/>
                  </a:cubicBezTo>
                  <a:cubicBezTo>
                    <a:pt x="488" y="87"/>
                    <a:pt x="523" y="119"/>
                    <a:pt x="523" y="119"/>
                  </a:cubicBezTo>
                  <a:cubicBezTo>
                    <a:pt x="523" y="136"/>
                    <a:pt x="523" y="136"/>
                    <a:pt x="523" y="136"/>
                  </a:cubicBezTo>
                  <a:cubicBezTo>
                    <a:pt x="494" y="141"/>
                    <a:pt x="494" y="141"/>
                    <a:pt x="494" y="141"/>
                  </a:cubicBezTo>
                  <a:cubicBezTo>
                    <a:pt x="523" y="188"/>
                    <a:pt x="523" y="188"/>
                    <a:pt x="523" y="188"/>
                  </a:cubicBezTo>
                  <a:cubicBezTo>
                    <a:pt x="523" y="188"/>
                    <a:pt x="483" y="260"/>
                    <a:pt x="435" y="289"/>
                  </a:cubicBezTo>
                  <a:cubicBezTo>
                    <a:pt x="398" y="312"/>
                    <a:pt x="332" y="329"/>
                    <a:pt x="279" y="342"/>
                  </a:cubicBezTo>
                  <a:cubicBezTo>
                    <a:pt x="241" y="351"/>
                    <a:pt x="187" y="344"/>
                    <a:pt x="149" y="355"/>
                  </a:cubicBezTo>
                  <a:cubicBezTo>
                    <a:pt x="110" y="365"/>
                    <a:pt x="57" y="406"/>
                    <a:pt x="44" y="447"/>
                  </a:cubicBezTo>
                  <a:cubicBezTo>
                    <a:pt x="35" y="476"/>
                    <a:pt x="129" y="397"/>
                    <a:pt x="129" y="397"/>
                  </a:cubicBezTo>
                  <a:cubicBezTo>
                    <a:pt x="129" y="397"/>
                    <a:pt x="135" y="432"/>
                    <a:pt x="132" y="462"/>
                  </a:cubicBezTo>
                  <a:cubicBezTo>
                    <a:pt x="129" y="492"/>
                    <a:pt x="126" y="490"/>
                    <a:pt x="106" y="496"/>
                  </a:cubicBezTo>
                  <a:cubicBezTo>
                    <a:pt x="86" y="502"/>
                    <a:pt x="65" y="528"/>
                    <a:pt x="65" y="528"/>
                  </a:cubicBezTo>
                  <a:cubicBezTo>
                    <a:pt x="65" y="528"/>
                    <a:pt x="72" y="578"/>
                    <a:pt x="61" y="608"/>
                  </a:cubicBezTo>
                  <a:cubicBezTo>
                    <a:pt x="57" y="619"/>
                    <a:pt x="37" y="643"/>
                    <a:pt x="30" y="649"/>
                  </a:cubicBezTo>
                  <a:cubicBezTo>
                    <a:pt x="23" y="654"/>
                    <a:pt x="19" y="643"/>
                    <a:pt x="11" y="648"/>
                  </a:cubicBezTo>
                  <a:cubicBezTo>
                    <a:pt x="4" y="653"/>
                    <a:pt x="0" y="683"/>
                    <a:pt x="10" y="683"/>
                  </a:cubicBezTo>
                  <a:cubicBezTo>
                    <a:pt x="20" y="682"/>
                    <a:pt x="67" y="650"/>
                    <a:pt x="74" y="640"/>
                  </a:cubicBezTo>
                  <a:cubicBezTo>
                    <a:pt x="80" y="630"/>
                    <a:pt x="97" y="576"/>
                    <a:pt x="105" y="556"/>
                  </a:cubicBezTo>
                  <a:cubicBezTo>
                    <a:pt x="113" y="537"/>
                    <a:pt x="194" y="551"/>
                    <a:pt x="222" y="539"/>
                  </a:cubicBezTo>
                  <a:cubicBezTo>
                    <a:pt x="249" y="528"/>
                    <a:pt x="260" y="491"/>
                    <a:pt x="293" y="464"/>
                  </a:cubicBezTo>
                  <a:cubicBezTo>
                    <a:pt x="325" y="438"/>
                    <a:pt x="400" y="507"/>
                    <a:pt x="511" y="451"/>
                  </a:cubicBezTo>
                  <a:close/>
                  <a:moveTo>
                    <a:pt x="585" y="177"/>
                  </a:moveTo>
                  <a:cubicBezTo>
                    <a:pt x="591" y="177"/>
                    <a:pt x="597" y="181"/>
                    <a:pt x="597" y="187"/>
                  </a:cubicBezTo>
                  <a:cubicBezTo>
                    <a:pt x="598" y="193"/>
                    <a:pt x="594" y="199"/>
                    <a:pt x="588" y="200"/>
                  </a:cubicBezTo>
                  <a:cubicBezTo>
                    <a:pt x="581" y="201"/>
                    <a:pt x="576" y="196"/>
                    <a:pt x="575" y="190"/>
                  </a:cubicBezTo>
                  <a:cubicBezTo>
                    <a:pt x="574" y="184"/>
                    <a:pt x="579" y="178"/>
                    <a:pt x="585" y="1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110"/>
            <p:cNvSpPr>
              <a:spLocks/>
            </p:cNvSpPr>
            <p:nvPr/>
          </p:nvSpPr>
          <p:spPr bwMode="auto">
            <a:xfrm>
              <a:off x="5665788" y="3641725"/>
              <a:ext cx="454025" cy="247650"/>
            </a:xfrm>
            <a:custGeom>
              <a:avLst/>
              <a:gdLst>
                <a:gd name="T0" fmla="*/ 62 w 226"/>
                <a:gd name="T1" fmla="*/ 110 h 124"/>
                <a:gd name="T2" fmla="*/ 101 w 226"/>
                <a:gd name="T3" fmla="*/ 124 h 124"/>
                <a:gd name="T4" fmla="*/ 140 w 226"/>
                <a:gd name="T5" fmla="*/ 110 h 124"/>
                <a:gd name="T6" fmla="*/ 175 w 226"/>
                <a:gd name="T7" fmla="*/ 124 h 124"/>
                <a:gd name="T8" fmla="*/ 226 w 226"/>
                <a:gd name="T9" fmla="*/ 73 h 124"/>
                <a:gd name="T10" fmla="*/ 175 w 226"/>
                <a:gd name="T11" fmla="*/ 21 h 124"/>
                <a:gd name="T12" fmla="*/ 165 w 226"/>
                <a:gd name="T13" fmla="*/ 22 h 124"/>
                <a:gd name="T14" fmla="*/ 172 w 226"/>
                <a:gd name="T15" fmla="*/ 52 h 124"/>
                <a:gd name="T16" fmla="*/ 153 w 226"/>
                <a:gd name="T17" fmla="*/ 97 h 124"/>
                <a:gd name="T18" fmla="*/ 164 w 226"/>
                <a:gd name="T19" fmla="*/ 62 h 124"/>
                <a:gd name="T20" fmla="*/ 101 w 226"/>
                <a:gd name="T21" fmla="*/ 0 h 124"/>
                <a:gd name="T22" fmla="*/ 58 w 226"/>
                <a:gd name="T23" fmla="*/ 17 h 124"/>
                <a:gd name="T24" fmla="*/ 41 w 226"/>
                <a:gd name="T25" fmla="*/ 47 h 124"/>
                <a:gd name="T26" fmla="*/ 36 w 226"/>
                <a:gd name="T27" fmla="*/ 47 h 124"/>
                <a:gd name="T28" fmla="*/ 0 w 226"/>
                <a:gd name="T29" fmla="*/ 83 h 124"/>
                <a:gd name="T30" fmla="*/ 36 w 226"/>
                <a:gd name="T31" fmla="*/ 120 h 124"/>
                <a:gd name="T32" fmla="*/ 62 w 226"/>
                <a:gd name="T33" fmla="*/ 11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6" h="124">
                  <a:moveTo>
                    <a:pt x="62" y="110"/>
                  </a:moveTo>
                  <a:cubicBezTo>
                    <a:pt x="72" y="119"/>
                    <a:pt x="86" y="124"/>
                    <a:pt x="101" y="124"/>
                  </a:cubicBezTo>
                  <a:cubicBezTo>
                    <a:pt x="116" y="124"/>
                    <a:pt x="130" y="119"/>
                    <a:pt x="140" y="110"/>
                  </a:cubicBezTo>
                  <a:cubicBezTo>
                    <a:pt x="149" y="119"/>
                    <a:pt x="161" y="124"/>
                    <a:pt x="175" y="124"/>
                  </a:cubicBezTo>
                  <a:cubicBezTo>
                    <a:pt x="203" y="124"/>
                    <a:pt x="226" y="101"/>
                    <a:pt x="226" y="73"/>
                  </a:cubicBezTo>
                  <a:cubicBezTo>
                    <a:pt x="226" y="44"/>
                    <a:pt x="203" y="21"/>
                    <a:pt x="175" y="21"/>
                  </a:cubicBezTo>
                  <a:cubicBezTo>
                    <a:pt x="171" y="21"/>
                    <a:pt x="168" y="22"/>
                    <a:pt x="165" y="22"/>
                  </a:cubicBezTo>
                  <a:cubicBezTo>
                    <a:pt x="169" y="31"/>
                    <a:pt x="172" y="41"/>
                    <a:pt x="172" y="52"/>
                  </a:cubicBezTo>
                  <a:cubicBezTo>
                    <a:pt x="172" y="70"/>
                    <a:pt x="165" y="85"/>
                    <a:pt x="153" y="97"/>
                  </a:cubicBezTo>
                  <a:cubicBezTo>
                    <a:pt x="160" y="87"/>
                    <a:pt x="164" y="75"/>
                    <a:pt x="164" y="62"/>
                  </a:cubicBezTo>
                  <a:cubicBezTo>
                    <a:pt x="164" y="27"/>
                    <a:pt x="136" y="0"/>
                    <a:pt x="101" y="0"/>
                  </a:cubicBezTo>
                  <a:cubicBezTo>
                    <a:pt x="85" y="0"/>
                    <a:pt x="70" y="6"/>
                    <a:pt x="58" y="17"/>
                  </a:cubicBezTo>
                  <a:cubicBezTo>
                    <a:pt x="50" y="25"/>
                    <a:pt x="44" y="35"/>
                    <a:pt x="41" y="47"/>
                  </a:cubicBezTo>
                  <a:cubicBezTo>
                    <a:pt x="39" y="47"/>
                    <a:pt x="38" y="47"/>
                    <a:pt x="36" y="47"/>
                  </a:cubicBezTo>
                  <a:cubicBezTo>
                    <a:pt x="16" y="47"/>
                    <a:pt x="0" y="63"/>
                    <a:pt x="0" y="83"/>
                  </a:cubicBezTo>
                  <a:cubicBezTo>
                    <a:pt x="0" y="104"/>
                    <a:pt x="16" y="120"/>
                    <a:pt x="36" y="120"/>
                  </a:cubicBezTo>
                  <a:cubicBezTo>
                    <a:pt x="46" y="120"/>
                    <a:pt x="55" y="116"/>
                    <a:pt x="62" y="1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111"/>
            <p:cNvSpPr>
              <a:spLocks/>
            </p:cNvSpPr>
            <p:nvPr/>
          </p:nvSpPr>
          <p:spPr bwMode="auto">
            <a:xfrm>
              <a:off x="7710488" y="3475037"/>
              <a:ext cx="455613" cy="247650"/>
            </a:xfrm>
            <a:custGeom>
              <a:avLst/>
              <a:gdLst>
                <a:gd name="T0" fmla="*/ 62 w 227"/>
                <a:gd name="T1" fmla="*/ 110 h 124"/>
                <a:gd name="T2" fmla="*/ 102 w 227"/>
                <a:gd name="T3" fmla="*/ 124 h 124"/>
                <a:gd name="T4" fmla="*/ 141 w 227"/>
                <a:gd name="T5" fmla="*/ 111 h 124"/>
                <a:gd name="T6" fmla="*/ 176 w 227"/>
                <a:gd name="T7" fmla="*/ 124 h 124"/>
                <a:gd name="T8" fmla="*/ 227 w 227"/>
                <a:gd name="T9" fmla="*/ 73 h 124"/>
                <a:gd name="T10" fmla="*/ 176 w 227"/>
                <a:gd name="T11" fmla="*/ 21 h 124"/>
                <a:gd name="T12" fmla="*/ 165 w 227"/>
                <a:gd name="T13" fmla="*/ 23 h 124"/>
                <a:gd name="T14" fmla="*/ 173 w 227"/>
                <a:gd name="T15" fmla="*/ 52 h 124"/>
                <a:gd name="T16" fmla="*/ 154 w 227"/>
                <a:gd name="T17" fmla="*/ 97 h 124"/>
                <a:gd name="T18" fmla="*/ 164 w 227"/>
                <a:gd name="T19" fmla="*/ 62 h 124"/>
                <a:gd name="T20" fmla="*/ 102 w 227"/>
                <a:gd name="T21" fmla="*/ 0 h 124"/>
                <a:gd name="T22" fmla="*/ 59 w 227"/>
                <a:gd name="T23" fmla="*/ 17 h 124"/>
                <a:gd name="T24" fmla="*/ 42 w 227"/>
                <a:gd name="T25" fmla="*/ 47 h 124"/>
                <a:gd name="T26" fmla="*/ 37 w 227"/>
                <a:gd name="T27" fmla="*/ 47 h 124"/>
                <a:gd name="T28" fmla="*/ 0 w 227"/>
                <a:gd name="T29" fmla="*/ 84 h 124"/>
                <a:gd name="T30" fmla="*/ 37 w 227"/>
                <a:gd name="T31" fmla="*/ 120 h 124"/>
                <a:gd name="T32" fmla="*/ 62 w 227"/>
                <a:gd name="T33" fmla="*/ 11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7" h="124">
                  <a:moveTo>
                    <a:pt x="62" y="110"/>
                  </a:moveTo>
                  <a:cubicBezTo>
                    <a:pt x="73" y="119"/>
                    <a:pt x="87" y="124"/>
                    <a:pt x="102" y="124"/>
                  </a:cubicBezTo>
                  <a:cubicBezTo>
                    <a:pt x="117" y="124"/>
                    <a:pt x="130" y="119"/>
                    <a:pt x="141" y="111"/>
                  </a:cubicBezTo>
                  <a:cubicBezTo>
                    <a:pt x="150" y="119"/>
                    <a:pt x="162" y="124"/>
                    <a:pt x="176" y="124"/>
                  </a:cubicBezTo>
                  <a:cubicBezTo>
                    <a:pt x="204" y="124"/>
                    <a:pt x="227" y="101"/>
                    <a:pt x="227" y="73"/>
                  </a:cubicBezTo>
                  <a:cubicBezTo>
                    <a:pt x="227" y="44"/>
                    <a:pt x="204" y="21"/>
                    <a:pt x="176" y="21"/>
                  </a:cubicBezTo>
                  <a:cubicBezTo>
                    <a:pt x="172" y="21"/>
                    <a:pt x="169" y="22"/>
                    <a:pt x="165" y="23"/>
                  </a:cubicBezTo>
                  <a:cubicBezTo>
                    <a:pt x="170" y="31"/>
                    <a:pt x="173" y="41"/>
                    <a:pt x="173" y="52"/>
                  </a:cubicBezTo>
                  <a:cubicBezTo>
                    <a:pt x="173" y="70"/>
                    <a:pt x="165" y="86"/>
                    <a:pt x="154" y="97"/>
                  </a:cubicBezTo>
                  <a:cubicBezTo>
                    <a:pt x="160" y="87"/>
                    <a:pt x="164" y="75"/>
                    <a:pt x="164" y="62"/>
                  </a:cubicBezTo>
                  <a:cubicBezTo>
                    <a:pt x="164" y="28"/>
                    <a:pt x="137" y="0"/>
                    <a:pt x="102" y="0"/>
                  </a:cubicBezTo>
                  <a:cubicBezTo>
                    <a:pt x="86" y="0"/>
                    <a:pt x="70" y="6"/>
                    <a:pt x="59" y="17"/>
                  </a:cubicBezTo>
                  <a:cubicBezTo>
                    <a:pt x="51" y="25"/>
                    <a:pt x="45" y="36"/>
                    <a:pt x="42" y="47"/>
                  </a:cubicBezTo>
                  <a:cubicBezTo>
                    <a:pt x="40" y="47"/>
                    <a:pt x="39" y="47"/>
                    <a:pt x="37" y="47"/>
                  </a:cubicBezTo>
                  <a:cubicBezTo>
                    <a:pt x="17" y="47"/>
                    <a:pt x="0" y="63"/>
                    <a:pt x="0" y="84"/>
                  </a:cubicBezTo>
                  <a:cubicBezTo>
                    <a:pt x="0" y="104"/>
                    <a:pt x="17" y="120"/>
                    <a:pt x="37" y="120"/>
                  </a:cubicBezTo>
                  <a:cubicBezTo>
                    <a:pt x="47" y="120"/>
                    <a:pt x="56" y="116"/>
                    <a:pt x="62" y="1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112"/>
            <p:cNvSpPr>
              <a:spLocks/>
            </p:cNvSpPr>
            <p:nvPr/>
          </p:nvSpPr>
          <p:spPr bwMode="auto">
            <a:xfrm>
              <a:off x="7381875" y="3324225"/>
              <a:ext cx="182563" cy="207963"/>
            </a:xfrm>
            <a:custGeom>
              <a:avLst/>
              <a:gdLst>
                <a:gd name="T0" fmla="*/ 0 w 91"/>
                <a:gd name="T1" fmla="*/ 86 h 104"/>
                <a:gd name="T2" fmla="*/ 39 w 91"/>
                <a:gd name="T3" fmla="*/ 104 h 104"/>
                <a:gd name="T4" fmla="*/ 91 w 91"/>
                <a:gd name="T5" fmla="*/ 52 h 104"/>
                <a:gd name="T6" fmla="*/ 39 w 91"/>
                <a:gd name="T7" fmla="*/ 0 h 104"/>
                <a:gd name="T8" fmla="*/ 38 w 91"/>
                <a:gd name="T9" fmla="*/ 1 h 104"/>
                <a:gd name="T10" fmla="*/ 38 w 91"/>
                <a:gd name="T11" fmla="*/ 10 h 104"/>
                <a:gd name="T12" fmla="*/ 0 w 91"/>
                <a:gd name="T13" fmla="*/ 86 h 104"/>
              </a:gdLst>
              <a:ahLst/>
              <a:cxnLst>
                <a:cxn ang="0">
                  <a:pos x="T0" y="T1"/>
                </a:cxn>
                <a:cxn ang="0">
                  <a:pos x="T2" y="T3"/>
                </a:cxn>
                <a:cxn ang="0">
                  <a:pos x="T4" y="T5"/>
                </a:cxn>
                <a:cxn ang="0">
                  <a:pos x="T6" y="T7"/>
                </a:cxn>
                <a:cxn ang="0">
                  <a:pos x="T8" y="T9"/>
                </a:cxn>
                <a:cxn ang="0">
                  <a:pos x="T10" y="T11"/>
                </a:cxn>
                <a:cxn ang="0">
                  <a:pos x="T12" y="T13"/>
                </a:cxn>
              </a:cxnLst>
              <a:rect l="0" t="0" r="r" b="b"/>
              <a:pathLst>
                <a:path w="91" h="104">
                  <a:moveTo>
                    <a:pt x="0" y="86"/>
                  </a:moveTo>
                  <a:cubicBezTo>
                    <a:pt x="9" y="97"/>
                    <a:pt x="23" y="104"/>
                    <a:pt x="39" y="104"/>
                  </a:cubicBezTo>
                  <a:cubicBezTo>
                    <a:pt x="68" y="104"/>
                    <a:pt x="91" y="81"/>
                    <a:pt x="91" y="52"/>
                  </a:cubicBezTo>
                  <a:cubicBezTo>
                    <a:pt x="91" y="24"/>
                    <a:pt x="68" y="0"/>
                    <a:pt x="39" y="0"/>
                  </a:cubicBezTo>
                  <a:cubicBezTo>
                    <a:pt x="39" y="0"/>
                    <a:pt x="38" y="1"/>
                    <a:pt x="38" y="1"/>
                  </a:cubicBezTo>
                  <a:cubicBezTo>
                    <a:pt x="38" y="4"/>
                    <a:pt x="38" y="7"/>
                    <a:pt x="38" y="10"/>
                  </a:cubicBezTo>
                  <a:cubicBezTo>
                    <a:pt x="38" y="42"/>
                    <a:pt x="23" y="69"/>
                    <a:pt x="0" y="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113"/>
            <p:cNvSpPr>
              <a:spLocks/>
            </p:cNvSpPr>
            <p:nvPr/>
          </p:nvSpPr>
          <p:spPr bwMode="auto">
            <a:xfrm>
              <a:off x="6915150" y="3157537"/>
              <a:ext cx="527050" cy="381000"/>
            </a:xfrm>
            <a:custGeom>
              <a:avLst/>
              <a:gdLst>
                <a:gd name="T0" fmla="*/ 37 w 262"/>
                <a:gd name="T1" fmla="*/ 190 h 190"/>
                <a:gd name="T2" fmla="*/ 62 w 262"/>
                <a:gd name="T3" fmla="*/ 180 h 190"/>
                <a:gd name="T4" fmla="*/ 91 w 262"/>
                <a:gd name="T5" fmla="*/ 187 h 190"/>
                <a:gd name="T6" fmla="*/ 126 w 262"/>
                <a:gd name="T7" fmla="*/ 177 h 190"/>
                <a:gd name="T8" fmla="*/ 169 w 262"/>
                <a:gd name="T9" fmla="*/ 187 h 190"/>
                <a:gd name="T10" fmla="*/ 173 w 262"/>
                <a:gd name="T11" fmla="*/ 187 h 190"/>
                <a:gd name="T12" fmla="*/ 262 w 262"/>
                <a:gd name="T13" fmla="*/ 93 h 190"/>
                <a:gd name="T14" fmla="*/ 173 w 262"/>
                <a:gd name="T15" fmla="*/ 0 h 190"/>
                <a:gd name="T16" fmla="*/ 169 w 262"/>
                <a:gd name="T17" fmla="*/ 0 h 190"/>
                <a:gd name="T18" fmla="*/ 85 w 262"/>
                <a:gd name="T19" fmla="*/ 52 h 190"/>
                <a:gd name="T20" fmla="*/ 134 w 262"/>
                <a:gd name="T21" fmla="*/ 79 h 190"/>
                <a:gd name="T22" fmla="*/ 91 w 262"/>
                <a:gd name="T23" fmla="*/ 62 h 190"/>
                <a:gd name="T24" fmla="*/ 30 w 262"/>
                <a:gd name="T25" fmla="*/ 110 h 190"/>
                <a:gd name="T26" fmla="*/ 37 w 262"/>
                <a:gd name="T27" fmla="*/ 109 h 190"/>
                <a:gd name="T28" fmla="*/ 74 w 262"/>
                <a:gd name="T29" fmla="*/ 146 h 190"/>
                <a:gd name="T30" fmla="*/ 74 w 262"/>
                <a:gd name="T31" fmla="*/ 150 h 190"/>
                <a:gd name="T32" fmla="*/ 37 w 262"/>
                <a:gd name="T33" fmla="*/ 116 h 190"/>
                <a:gd name="T34" fmla="*/ 1 w 262"/>
                <a:gd name="T35" fmla="*/ 150 h 190"/>
                <a:gd name="T36" fmla="*/ 0 w 262"/>
                <a:gd name="T37" fmla="*/ 153 h 190"/>
                <a:gd name="T38" fmla="*/ 37 w 262"/>
                <a:gd name="T39"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2" h="190">
                  <a:moveTo>
                    <a:pt x="37" y="190"/>
                  </a:moveTo>
                  <a:cubicBezTo>
                    <a:pt x="47" y="190"/>
                    <a:pt x="56" y="187"/>
                    <a:pt x="62" y="180"/>
                  </a:cubicBezTo>
                  <a:cubicBezTo>
                    <a:pt x="71" y="185"/>
                    <a:pt x="81" y="187"/>
                    <a:pt x="91" y="187"/>
                  </a:cubicBezTo>
                  <a:cubicBezTo>
                    <a:pt x="104" y="187"/>
                    <a:pt x="116" y="183"/>
                    <a:pt x="126" y="177"/>
                  </a:cubicBezTo>
                  <a:cubicBezTo>
                    <a:pt x="138" y="184"/>
                    <a:pt x="153" y="187"/>
                    <a:pt x="169" y="187"/>
                  </a:cubicBezTo>
                  <a:cubicBezTo>
                    <a:pt x="170" y="187"/>
                    <a:pt x="171" y="187"/>
                    <a:pt x="173" y="187"/>
                  </a:cubicBezTo>
                  <a:cubicBezTo>
                    <a:pt x="223" y="185"/>
                    <a:pt x="262" y="144"/>
                    <a:pt x="262" y="93"/>
                  </a:cubicBezTo>
                  <a:cubicBezTo>
                    <a:pt x="262" y="43"/>
                    <a:pt x="223" y="2"/>
                    <a:pt x="173" y="0"/>
                  </a:cubicBezTo>
                  <a:cubicBezTo>
                    <a:pt x="171" y="0"/>
                    <a:pt x="170" y="0"/>
                    <a:pt x="169" y="0"/>
                  </a:cubicBezTo>
                  <a:cubicBezTo>
                    <a:pt x="132" y="0"/>
                    <a:pt x="100" y="21"/>
                    <a:pt x="85" y="52"/>
                  </a:cubicBezTo>
                  <a:cubicBezTo>
                    <a:pt x="105" y="52"/>
                    <a:pt x="123" y="63"/>
                    <a:pt x="134" y="79"/>
                  </a:cubicBezTo>
                  <a:cubicBezTo>
                    <a:pt x="123" y="68"/>
                    <a:pt x="108" y="62"/>
                    <a:pt x="91" y="62"/>
                  </a:cubicBezTo>
                  <a:cubicBezTo>
                    <a:pt x="61" y="62"/>
                    <a:pt x="36" y="82"/>
                    <a:pt x="30" y="110"/>
                  </a:cubicBezTo>
                  <a:cubicBezTo>
                    <a:pt x="32" y="109"/>
                    <a:pt x="35" y="109"/>
                    <a:pt x="37" y="109"/>
                  </a:cubicBezTo>
                  <a:cubicBezTo>
                    <a:pt x="58" y="109"/>
                    <a:pt x="74" y="125"/>
                    <a:pt x="74" y="146"/>
                  </a:cubicBezTo>
                  <a:cubicBezTo>
                    <a:pt x="74" y="147"/>
                    <a:pt x="74" y="148"/>
                    <a:pt x="74" y="150"/>
                  </a:cubicBezTo>
                  <a:cubicBezTo>
                    <a:pt x="72" y="131"/>
                    <a:pt x="56" y="116"/>
                    <a:pt x="37" y="116"/>
                  </a:cubicBezTo>
                  <a:cubicBezTo>
                    <a:pt x="18" y="116"/>
                    <a:pt x="2" y="131"/>
                    <a:pt x="1" y="150"/>
                  </a:cubicBezTo>
                  <a:cubicBezTo>
                    <a:pt x="0" y="151"/>
                    <a:pt x="0" y="152"/>
                    <a:pt x="0" y="153"/>
                  </a:cubicBezTo>
                  <a:cubicBezTo>
                    <a:pt x="0" y="174"/>
                    <a:pt x="17" y="190"/>
                    <a:pt x="37" y="1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114"/>
            <p:cNvSpPr>
              <a:spLocks/>
            </p:cNvSpPr>
            <p:nvPr/>
          </p:nvSpPr>
          <p:spPr bwMode="auto">
            <a:xfrm>
              <a:off x="5216525" y="5337175"/>
              <a:ext cx="503238" cy="1168400"/>
            </a:xfrm>
            <a:custGeom>
              <a:avLst/>
              <a:gdLst>
                <a:gd name="T0" fmla="*/ 249 w 251"/>
                <a:gd name="T1" fmla="*/ 567 h 582"/>
                <a:gd name="T2" fmla="*/ 145 w 251"/>
                <a:gd name="T3" fmla="*/ 8 h 582"/>
                <a:gd name="T4" fmla="*/ 140 w 251"/>
                <a:gd name="T5" fmla="*/ 0 h 582"/>
                <a:gd name="T6" fmla="*/ 39 w 251"/>
                <a:gd name="T7" fmla="*/ 0 h 582"/>
                <a:gd name="T8" fmla="*/ 34 w 251"/>
                <a:gd name="T9" fmla="*/ 8 h 582"/>
                <a:gd name="T10" fmla="*/ 31 w 251"/>
                <a:gd name="T11" fmla="*/ 22 h 582"/>
                <a:gd name="T12" fmla="*/ 33 w 251"/>
                <a:gd name="T13" fmla="*/ 35 h 582"/>
                <a:gd name="T14" fmla="*/ 43 w 251"/>
                <a:gd name="T15" fmla="*/ 63 h 582"/>
                <a:gd name="T16" fmla="*/ 48 w 251"/>
                <a:gd name="T17" fmla="*/ 65 h 582"/>
                <a:gd name="T18" fmla="*/ 56 w 251"/>
                <a:gd name="T19" fmla="*/ 22 h 582"/>
                <a:gd name="T20" fmla="*/ 82 w 251"/>
                <a:gd name="T21" fmla="*/ 22 h 582"/>
                <a:gd name="T22" fmla="*/ 82 w 251"/>
                <a:gd name="T23" fmla="*/ 69 h 582"/>
                <a:gd name="T24" fmla="*/ 92 w 251"/>
                <a:gd name="T25" fmla="*/ 68 h 582"/>
                <a:gd name="T26" fmla="*/ 97 w 251"/>
                <a:gd name="T27" fmla="*/ 68 h 582"/>
                <a:gd name="T28" fmla="*/ 98 w 251"/>
                <a:gd name="T29" fmla="*/ 68 h 582"/>
                <a:gd name="T30" fmla="*/ 98 w 251"/>
                <a:gd name="T31" fmla="*/ 22 h 582"/>
                <a:gd name="T32" fmla="*/ 124 w 251"/>
                <a:gd name="T33" fmla="*/ 22 h 582"/>
                <a:gd name="T34" fmla="*/ 156 w 251"/>
                <a:gd name="T35" fmla="*/ 198 h 582"/>
                <a:gd name="T36" fmla="*/ 23 w 251"/>
                <a:gd name="T37" fmla="*/ 198 h 582"/>
                <a:gd name="T38" fmla="*/ 33 w 251"/>
                <a:gd name="T39" fmla="*/ 144 h 582"/>
                <a:gd name="T40" fmla="*/ 10 w 251"/>
                <a:gd name="T41" fmla="*/ 136 h 582"/>
                <a:gd name="T42" fmla="*/ 0 w 251"/>
                <a:gd name="T43" fmla="*/ 188 h 582"/>
                <a:gd name="T44" fmla="*/ 0 w 251"/>
                <a:gd name="T45" fmla="*/ 205 h 582"/>
                <a:gd name="T46" fmla="*/ 0 w 251"/>
                <a:gd name="T47" fmla="*/ 319 h 582"/>
                <a:gd name="T48" fmla="*/ 19 w 251"/>
                <a:gd name="T49" fmla="*/ 220 h 582"/>
                <a:gd name="T50" fmla="*/ 160 w 251"/>
                <a:gd name="T51" fmla="*/ 220 h 582"/>
                <a:gd name="T52" fmla="*/ 226 w 251"/>
                <a:gd name="T53" fmla="*/ 571 h 582"/>
                <a:gd name="T54" fmla="*/ 240 w 251"/>
                <a:gd name="T55" fmla="*/ 581 h 582"/>
                <a:gd name="T56" fmla="*/ 249 w 251"/>
                <a:gd name="T57" fmla="*/ 567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51" h="582">
                  <a:moveTo>
                    <a:pt x="249" y="567"/>
                  </a:moveTo>
                  <a:cubicBezTo>
                    <a:pt x="145" y="8"/>
                    <a:pt x="145" y="8"/>
                    <a:pt x="145" y="8"/>
                  </a:cubicBezTo>
                  <a:cubicBezTo>
                    <a:pt x="145" y="5"/>
                    <a:pt x="143" y="2"/>
                    <a:pt x="140" y="0"/>
                  </a:cubicBezTo>
                  <a:cubicBezTo>
                    <a:pt x="39" y="0"/>
                    <a:pt x="39" y="0"/>
                    <a:pt x="39" y="0"/>
                  </a:cubicBezTo>
                  <a:cubicBezTo>
                    <a:pt x="36" y="2"/>
                    <a:pt x="34" y="5"/>
                    <a:pt x="34" y="8"/>
                  </a:cubicBezTo>
                  <a:cubicBezTo>
                    <a:pt x="31" y="22"/>
                    <a:pt x="31" y="22"/>
                    <a:pt x="31" y="22"/>
                  </a:cubicBezTo>
                  <a:cubicBezTo>
                    <a:pt x="32" y="27"/>
                    <a:pt x="32" y="31"/>
                    <a:pt x="33" y="35"/>
                  </a:cubicBezTo>
                  <a:cubicBezTo>
                    <a:pt x="35" y="47"/>
                    <a:pt x="39" y="57"/>
                    <a:pt x="43" y="63"/>
                  </a:cubicBezTo>
                  <a:cubicBezTo>
                    <a:pt x="44" y="63"/>
                    <a:pt x="45" y="64"/>
                    <a:pt x="48" y="65"/>
                  </a:cubicBezTo>
                  <a:cubicBezTo>
                    <a:pt x="56" y="22"/>
                    <a:pt x="56" y="22"/>
                    <a:pt x="56" y="22"/>
                  </a:cubicBezTo>
                  <a:cubicBezTo>
                    <a:pt x="82" y="22"/>
                    <a:pt x="82" y="22"/>
                    <a:pt x="82" y="22"/>
                  </a:cubicBezTo>
                  <a:cubicBezTo>
                    <a:pt x="82" y="69"/>
                    <a:pt x="82" y="69"/>
                    <a:pt x="82" y="69"/>
                  </a:cubicBezTo>
                  <a:cubicBezTo>
                    <a:pt x="87" y="69"/>
                    <a:pt x="91" y="69"/>
                    <a:pt x="92" y="68"/>
                  </a:cubicBezTo>
                  <a:cubicBezTo>
                    <a:pt x="94" y="68"/>
                    <a:pt x="95" y="68"/>
                    <a:pt x="97" y="68"/>
                  </a:cubicBezTo>
                  <a:cubicBezTo>
                    <a:pt x="97" y="68"/>
                    <a:pt x="97" y="68"/>
                    <a:pt x="98" y="68"/>
                  </a:cubicBezTo>
                  <a:cubicBezTo>
                    <a:pt x="98" y="22"/>
                    <a:pt x="98" y="22"/>
                    <a:pt x="98" y="22"/>
                  </a:cubicBezTo>
                  <a:cubicBezTo>
                    <a:pt x="124" y="22"/>
                    <a:pt x="124" y="22"/>
                    <a:pt x="124" y="22"/>
                  </a:cubicBezTo>
                  <a:cubicBezTo>
                    <a:pt x="156" y="198"/>
                    <a:pt x="156" y="198"/>
                    <a:pt x="156" y="198"/>
                  </a:cubicBezTo>
                  <a:cubicBezTo>
                    <a:pt x="23" y="198"/>
                    <a:pt x="23" y="198"/>
                    <a:pt x="23" y="198"/>
                  </a:cubicBezTo>
                  <a:cubicBezTo>
                    <a:pt x="33" y="144"/>
                    <a:pt x="33" y="144"/>
                    <a:pt x="33" y="144"/>
                  </a:cubicBezTo>
                  <a:cubicBezTo>
                    <a:pt x="26" y="142"/>
                    <a:pt x="18" y="140"/>
                    <a:pt x="10" y="136"/>
                  </a:cubicBezTo>
                  <a:cubicBezTo>
                    <a:pt x="0" y="188"/>
                    <a:pt x="0" y="188"/>
                    <a:pt x="0" y="188"/>
                  </a:cubicBezTo>
                  <a:cubicBezTo>
                    <a:pt x="0" y="205"/>
                    <a:pt x="0" y="205"/>
                    <a:pt x="0" y="205"/>
                  </a:cubicBezTo>
                  <a:cubicBezTo>
                    <a:pt x="0" y="319"/>
                    <a:pt x="0" y="319"/>
                    <a:pt x="0" y="319"/>
                  </a:cubicBezTo>
                  <a:cubicBezTo>
                    <a:pt x="19" y="220"/>
                    <a:pt x="19" y="220"/>
                    <a:pt x="19" y="220"/>
                  </a:cubicBezTo>
                  <a:cubicBezTo>
                    <a:pt x="160" y="220"/>
                    <a:pt x="160" y="220"/>
                    <a:pt x="160" y="220"/>
                  </a:cubicBezTo>
                  <a:cubicBezTo>
                    <a:pt x="226" y="571"/>
                    <a:pt x="226" y="571"/>
                    <a:pt x="226" y="571"/>
                  </a:cubicBezTo>
                  <a:cubicBezTo>
                    <a:pt x="227" y="577"/>
                    <a:pt x="233" y="582"/>
                    <a:pt x="240" y="581"/>
                  </a:cubicBezTo>
                  <a:cubicBezTo>
                    <a:pt x="246" y="579"/>
                    <a:pt x="251" y="573"/>
                    <a:pt x="249" y="5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Freeform 115"/>
            <p:cNvSpPr>
              <a:spLocks noEditPoints="1"/>
            </p:cNvSpPr>
            <p:nvPr/>
          </p:nvSpPr>
          <p:spPr bwMode="auto">
            <a:xfrm>
              <a:off x="5200650" y="4951412"/>
              <a:ext cx="392113" cy="346075"/>
            </a:xfrm>
            <a:custGeom>
              <a:avLst/>
              <a:gdLst>
                <a:gd name="T0" fmla="*/ 0 w 196"/>
                <a:gd name="T1" fmla="*/ 88 h 172"/>
                <a:gd name="T2" fmla="*/ 12 w 196"/>
                <a:gd name="T3" fmla="*/ 95 h 172"/>
                <a:gd name="T4" fmla="*/ 24 w 196"/>
                <a:gd name="T5" fmla="*/ 107 h 172"/>
                <a:gd name="T6" fmla="*/ 24 w 196"/>
                <a:gd name="T7" fmla="*/ 64 h 172"/>
                <a:gd name="T8" fmla="*/ 136 w 196"/>
                <a:gd name="T9" fmla="*/ 64 h 172"/>
                <a:gd name="T10" fmla="*/ 136 w 196"/>
                <a:gd name="T11" fmla="*/ 147 h 172"/>
                <a:gd name="T12" fmla="*/ 36 w 196"/>
                <a:gd name="T13" fmla="*/ 147 h 172"/>
                <a:gd name="T14" fmla="*/ 37 w 196"/>
                <a:gd name="T15" fmla="*/ 157 h 172"/>
                <a:gd name="T16" fmla="*/ 37 w 196"/>
                <a:gd name="T17" fmla="*/ 158 h 172"/>
                <a:gd name="T18" fmla="*/ 38 w 196"/>
                <a:gd name="T19" fmla="*/ 172 h 172"/>
                <a:gd name="T20" fmla="*/ 176 w 196"/>
                <a:gd name="T21" fmla="*/ 172 h 172"/>
                <a:gd name="T22" fmla="*/ 196 w 196"/>
                <a:gd name="T23" fmla="*/ 152 h 172"/>
                <a:gd name="T24" fmla="*/ 196 w 196"/>
                <a:gd name="T25" fmla="*/ 48 h 172"/>
                <a:gd name="T26" fmla="*/ 176 w 196"/>
                <a:gd name="T27" fmla="*/ 28 h 172"/>
                <a:gd name="T28" fmla="*/ 114 w 196"/>
                <a:gd name="T29" fmla="*/ 28 h 172"/>
                <a:gd name="T30" fmla="*/ 114 w 196"/>
                <a:gd name="T31" fmla="*/ 12 h 172"/>
                <a:gd name="T32" fmla="*/ 102 w 196"/>
                <a:gd name="T33" fmla="*/ 0 h 172"/>
                <a:gd name="T34" fmla="*/ 42 w 196"/>
                <a:gd name="T35" fmla="*/ 0 h 172"/>
                <a:gd name="T36" fmla="*/ 30 w 196"/>
                <a:gd name="T37" fmla="*/ 12 h 172"/>
                <a:gd name="T38" fmla="*/ 30 w 196"/>
                <a:gd name="T39" fmla="*/ 28 h 172"/>
                <a:gd name="T40" fmla="*/ 20 w 196"/>
                <a:gd name="T41" fmla="*/ 28 h 172"/>
                <a:gd name="T42" fmla="*/ 0 w 196"/>
                <a:gd name="T43" fmla="*/ 48 h 172"/>
                <a:gd name="T44" fmla="*/ 0 w 196"/>
                <a:gd name="T45" fmla="*/ 88 h 172"/>
                <a:gd name="T46" fmla="*/ 166 w 196"/>
                <a:gd name="T47" fmla="*/ 96 h 172"/>
                <a:gd name="T48" fmla="*/ 182 w 196"/>
                <a:gd name="T49" fmla="*/ 112 h 172"/>
                <a:gd name="T50" fmla="*/ 166 w 196"/>
                <a:gd name="T51" fmla="*/ 128 h 172"/>
                <a:gd name="T52" fmla="*/ 150 w 196"/>
                <a:gd name="T53" fmla="*/ 112 h 172"/>
                <a:gd name="T54" fmla="*/ 166 w 196"/>
                <a:gd name="T55" fmla="*/ 96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6" h="172">
                  <a:moveTo>
                    <a:pt x="0" y="88"/>
                  </a:moveTo>
                  <a:cubicBezTo>
                    <a:pt x="4" y="90"/>
                    <a:pt x="9" y="92"/>
                    <a:pt x="12" y="95"/>
                  </a:cubicBezTo>
                  <a:cubicBezTo>
                    <a:pt x="17" y="99"/>
                    <a:pt x="20" y="103"/>
                    <a:pt x="24" y="107"/>
                  </a:cubicBezTo>
                  <a:cubicBezTo>
                    <a:pt x="24" y="64"/>
                    <a:pt x="24" y="64"/>
                    <a:pt x="24" y="64"/>
                  </a:cubicBezTo>
                  <a:cubicBezTo>
                    <a:pt x="136" y="64"/>
                    <a:pt x="136" y="64"/>
                    <a:pt x="136" y="64"/>
                  </a:cubicBezTo>
                  <a:cubicBezTo>
                    <a:pt x="136" y="147"/>
                    <a:pt x="136" y="147"/>
                    <a:pt x="136" y="147"/>
                  </a:cubicBezTo>
                  <a:cubicBezTo>
                    <a:pt x="36" y="147"/>
                    <a:pt x="36" y="147"/>
                    <a:pt x="36" y="147"/>
                  </a:cubicBezTo>
                  <a:cubicBezTo>
                    <a:pt x="37" y="150"/>
                    <a:pt x="37" y="154"/>
                    <a:pt x="37" y="157"/>
                  </a:cubicBezTo>
                  <a:cubicBezTo>
                    <a:pt x="37" y="158"/>
                    <a:pt x="37" y="158"/>
                    <a:pt x="37" y="158"/>
                  </a:cubicBezTo>
                  <a:cubicBezTo>
                    <a:pt x="37" y="163"/>
                    <a:pt x="38" y="168"/>
                    <a:pt x="38" y="172"/>
                  </a:cubicBezTo>
                  <a:cubicBezTo>
                    <a:pt x="176" y="172"/>
                    <a:pt x="176" y="172"/>
                    <a:pt x="176" y="172"/>
                  </a:cubicBezTo>
                  <a:cubicBezTo>
                    <a:pt x="187" y="172"/>
                    <a:pt x="196" y="163"/>
                    <a:pt x="196" y="152"/>
                  </a:cubicBezTo>
                  <a:cubicBezTo>
                    <a:pt x="196" y="48"/>
                    <a:pt x="196" y="48"/>
                    <a:pt x="196" y="48"/>
                  </a:cubicBezTo>
                  <a:cubicBezTo>
                    <a:pt x="196" y="37"/>
                    <a:pt x="187" y="28"/>
                    <a:pt x="176" y="28"/>
                  </a:cubicBezTo>
                  <a:cubicBezTo>
                    <a:pt x="114" y="28"/>
                    <a:pt x="114" y="28"/>
                    <a:pt x="114" y="28"/>
                  </a:cubicBezTo>
                  <a:cubicBezTo>
                    <a:pt x="114" y="12"/>
                    <a:pt x="114" y="12"/>
                    <a:pt x="114" y="12"/>
                  </a:cubicBezTo>
                  <a:cubicBezTo>
                    <a:pt x="114" y="5"/>
                    <a:pt x="108" y="0"/>
                    <a:pt x="102" y="0"/>
                  </a:cubicBezTo>
                  <a:cubicBezTo>
                    <a:pt x="42" y="0"/>
                    <a:pt x="42" y="0"/>
                    <a:pt x="42" y="0"/>
                  </a:cubicBezTo>
                  <a:cubicBezTo>
                    <a:pt x="36" y="0"/>
                    <a:pt x="30" y="5"/>
                    <a:pt x="30" y="12"/>
                  </a:cubicBezTo>
                  <a:cubicBezTo>
                    <a:pt x="30" y="28"/>
                    <a:pt x="30" y="28"/>
                    <a:pt x="30" y="28"/>
                  </a:cubicBezTo>
                  <a:cubicBezTo>
                    <a:pt x="20" y="28"/>
                    <a:pt x="20" y="28"/>
                    <a:pt x="20" y="28"/>
                  </a:cubicBezTo>
                  <a:cubicBezTo>
                    <a:pt x="9" y="28"/>
                    <a:pt x="0" y="37"/>
                    <a:pt x="0" y="48"/>
                  </a:cubicBezTo>
                  <a:lnTo>
                    <a:pt x="0" y="88"/>
                  </a:lnTo>
                  <a:close/>
                  <a:moveTo>
                    <a:pt x="166" y="96"/>
                  </a:moveTo>
                  <a:cubicBezTo>
                    <a:pt x="175" y="96"/>
                    <a:pt x="182" y="103"/>
                    <a:pt x="182" y="112"/>
                  </a:cubicBezTo>
                  <a:cubicBezTo>
                    <a:pt x="182" y="121"/>
                    <a:pt x="175" y="128"/>
                    <a:pt x="166" y="128"/>
                  </a:cubicBezTo>
                  <a:cubicBezTo>
                    <a:pt x="157" y="128"/>
                    <a:pt x="150" y="121"/>
                    <a:pt x="150" y="112"/>
                  </a:cubicBezTo>
                  <a:cubicBezTo>
                    <a:pt x="150" y="103"/>
                    <a:pt x="157" y="96"/>
                    <a:pt x="166"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Rectangle 116"/>
            <p:cNvSpPr>
              <a:spLocks noChangeArrowheads="1"/>
            </p:cNvSpPr>
            <p:nvPr/>
          </p:nvSpPr>
          <p:spPr bwMode="auto">
            <a:xfrm>
              <a:off x="5453063" y="4972050"/>
              <a:ext cx="6985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117"/>
            <p:cNvSpPr>
              <a:spLocks/>
            </p:cNvSpPr>
            <p:nvPr/>
          </p:nvSpPr>
          <p:spPr bwMode="auto">
            <a:xfrm>
              <a:off x="4830763" y="4800600"/>
              <a:ext cx="361950" cy="319088"/>
            </a:xfrm>
            <a:custGeom>
              <a:avLst/>
              <a:gdLst>
                <a:gd name="T0" fmla="*/ 180 w 180"/>
                <a:gd name="T1" fmla="*/ 90 h 159"/>
                <a:gd name="T2" fmla="*/ 90 w 180"/>
                <a:gd name="T3" fmla="*/ 0 h 159"/>
                <a:gd name="T4" fmla="*/ 0 w 180"/>
                <a:gd name="T5" fmla="*/ 90 h 159"/>
                <a:gd name="T6" fmla="*/ 32 w 180"/>
                <a:gd name="T7" fmla="*/ 159 h 159"/>
                <a:gd name="T8" fmla="*/ 148 w 180"/>
                <a:gd name="T9" fmla="*/ 159 h 159"/>
                <a:gd name="T10" fmla="*/ 180 w 180"/>
                <a:gd name="T11" fmla="*/ 90 h 159"/>
              </a:gdLst>
              <a:ahLst/>
              <a:cxnLst>
                <a:cxn ang="0">
                  <a:pos x="T0" y="T1"/>
                </a:cxn>
                <a:cxn ang="0">
                  <a:pos x="T2" y="T3"/>
                </a:cxn>
                <a:cxn ang="0">
                  <a:pos x="T4" y="T5"/>
                </a:cxn>
                <a:cxn ang="0">
                  <a:pos x="T6" y="T7"/>
                </a:cxn>
                <a:cxn ang="0">
                  <a:pos x="T8" y="T9"/>
                </a:cxn>
                <a:cxn ang="0">
                  <a:pos x="T10" y="T11"/>
                </a:cxn>
              </a:cxnLst>
              <a:rect l="0" t="0" r="r" b="b"/>
              <a:pathLst>
                <a:path w="180" h="159">
                  <a:moveTo>
                    <a:pt x="180" y="90"/>
                  </a:moveTo>
                  <a:cubicBezTo>
                    <a:pt x="180" y="41"/>
                    <a:pt x="140" y="0"/>
                    <a:pt x="90" y="0"/>
                  </a:cubicBezTo>
                  <a:cubicBezTo>
                    <a:pt x="41" y="0"/>
                    <a:pt x="0" y="41"/>
                    <a:pt x="0" y="90"/>
                  </a:cubicBezTo>
                  <a:cubicBezTo>
                    <a:pt x="0" y="118"/>
                    <a:pt x="13" y="143"/>
                    <a:pt x="32" y="159"/>
                  </a:cubicBezTo>
                  <a:cubicBezTo>
                    <a:pt x="148" y="159"/>
                    <a:pt x="148" y="159"/>
                    <a:pt x="148" y="159"/>
                  </a:cubicBezTo>
                  <a:cubicBezTo>
                    <a:pt x="168" y="143"/>
                    <a:pt x="180" y="118"/>
                    <a:pt x="180"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118"/>
            <p:cNvSpPr>
              <a:spLocks/>
            </p:cNvSpPr>
            <p:nvPr/>
          </p:nvSpPr>
          <p:spPr bwMode="auto">
            <a:xfrm>
              <a:off x="4594225" y="5135562"/>
              <a:ext cx="882650" cy="1498600"/>
            </a:xfrm>
            <a:custGeom>
              <a:avLst/>
              <a:gdLst>
                <a:gd name="T0" fmla="*/ 302 w 440"/>
                <a:gd name="T1" fmla="*/ 214 h 746"/>
                <a:gd name="T2" fmla="*/ 346 w 440"/>
                <a:gd name="T3" fmla="*/ 236 h 746"/>
                <a:gd name="T4" fmla="*/ 389 w 440"/>
                <a:gd name="T5" fmla="*/ 241 h 746"/>
                <a:gd name="T6" fmla="*/ 410 w 440"/>
                <a:gd name="T7" fmla="*/ 240 h 746"/>
                <a:gd name="T8" fmla="*/ 438 w 440"/>
                <a:gd name="T9" fmla="*/ 205 h 746"/>
                <a:gd name="T10" fmla="*/ 403 w 440"/>
                <a:gd name="T11" fmla="*/ 176 h 746"/>
                <a:gd name="T12" fmla="*/ 389 w 440"/>
                <a:gd name="T13" fmla="*/ 177 h 746"/>
                <a:gd name="T14" fmla="*/ 361 w 440"/>
                <a:gd name="T15" fmla="*/ 174 h 746"/>
                <a:gd name="T16" fmla="*/ 347 w 440"/>
                <a:gd name="T17" fmla="*/ 168 h 746"/>
                <a:gd name="T18" fmla="*/ 335 w 440"/>
                <a:gd name="T19" fmla="*/ 137 h 746"/>
                <a:gd name="T20" fmla="*/ 331 w 440"/>
                <a:gd name="T21" fmla="*/ 67 h 746"/>
                <a:gd name="T22" fmla="*/ 325 w 440"/>
                <a:gd name="T23" fmla="*/ 30 h 746"/>
                <a:gd name="T24" fmla="*/ 309 w 440"/>
                <a:gd name="T25" fmla="*/ 10 h 746"/>
                <a:gd name="T26" fmla="*/ 281 w 440"/>
                <a:gd name="T27" fmla="*/ 0 h 746"/>
                <a:gd name="T28" fmla="*/ 277 w 440"/>
                <a:gd name="T29" fmla="*/ 1 h 746"/>
                <a:gd name="T30" fmla="*/ 271 w 440"/>
                <a:gd name="T31" fmla="*/ 0 h 746"/>
                <a:gd name="T32" fmla="*/ 117 w 440"/>
                <a:gd name="T33" fmla="*/ 0 h 746"/>
                <a:gd name="T34" fmla="*/ 110 w 440"/>
                <a:gd name="T35" fmla="*/ 1 h 746"/>
                <a:gd name="T36" fmla="*/ 77 w 440"/>
                <a:gd name="T37" fmla="*/ 13 h 746"/>
                <a:gd name="T38" fmla="*/ 27 w 440"/>
                <a:gd name="T39" fmla="*/ 59 h 746"/>
                <a:gd name="T40" fmla="*/ 0 w 440"/>
                <a:gd name="T41" fmla="*/ 130 h 746"/>
                <a:gd name="T42" fmla="*/ 5 w 440"/>
                <a:gd name="T43" fmla="*/ 161 h 746"/>
                <a:gd name="T44" fmla="*/ 6 w 440"/>
                <a:gd name="T45" fmla="*/ 162 h 746"/>
                <a:gd name="T46" fmla="*/ 6 w 440"/>
                <a:gd name="T47" fmla="*/ 162 h 746"/>
                <a:gd name="T48" fmla="*/ 52 w 440"/>
                <a:gd name="T49" fmla="*/ 214 h 746"/>
                <a:gd name="T50" fmla="*/ 78 w 440"/>
                <a:gd name="T51" fmla="*/ 227 h 746"/>
                <a:gd name="T52" fmla="*/ 78 w 440"/>
                <a:gd name="T53" fmla="*/ 154 h 746"/>
                <a:gd name="T54" fmla="*/ 65 w 440"/>
                <a:gd name="T55" fmla="*/ 139 h 746"/>
                <a:gd name="T56" fmla="*/ 65 w 440"/>
                <a:gd name="T57" fmla="*/ 139 h 746"/>
                <a:gd name="T58" fmla="*/ 64 w 440"/>
                <a:gd name="T59" fmla="*/ 130 h 746"/>
                <a:gd name="T60" fmla="*/ 70 w 440"/>
                <a:gd name="T61" fmla="*/ 109 h 746"/>
                <a:gd name="T62" fmla="*/ 86 w 440"/>
                <a:gd name="T63" fmla="*/ 87 h 746"/>
                <a:gd name="T64" fmla="*/ 86 w 440"/>
                <a:gd name="T65" fmla="*/ 138 h 746"/>
                <a:gd name="T66" fmla="*/ 86 w 440"/>
                <a:gd name="T67" fmla="*/ 138 h 746"/>
                <a:gd name="T68" fmla="*/ 86 w 440"/>
                <a:gd name="T69" fmla="*/ 697 h 746"/>
                <a:gd name="T70" fmla="*/ 136 w 440"/>
                <a:gd name="T71" fmla="*/ 746 h 746"/>
                <a:gd name="T72" fmla="*/ 185 w 440"/>
                <a:gd name="T73" fmla="*/ 697 h 746"/>
                <a:gd name="T74" fmla="*/ 185 w 440"/>
                <a:gd name="T75" fmla="*/ 336 h 746"/>
                <a:gd name="T76" fmla="*/ 203 w 440"/>
                <a:gd name="T77" fmla="*/ 336 h 746"/>
                <a:gd name="T78" fmla="*/ 203 w 440"/>
                <a:gd name="T79" fmla="*/ 697 h 746"/>
                <a:gd name="T80" fmla="*/ 253 w 440"/>
                <a:gd name="T81" fmla="*/ 746 h 746"/>
                <a:gd name="T82" fmla="*/ 302 w 440"/>
                <a:gd name="T83" fmla="*/ 697 h 746"/>
                <a:gd name="T84" fmla="*/ 302 w 440"/>
                <a:gd name="T85" fmla="*/ 214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40" h="746">
                  <a:moveTo>
                    <a:pt x="302" y="214"/>
                  </a:moveTo>
                  <a:cubicBezTo>
                    <a:pt x="316" y="227"/>
                    <a:pt x="332" y="233"/>
                    <a:pt x="346" y="236"/>
                  </a:cubicBezTo>
                  <a:cubicBezTo>
                    <a:pt x="362" y="240"/>
                    <a:pt x="377" y="241"/>
                    <a:pt x="389" y="241"/>
                  </a:cubicBezTo>
                  <a:cubicBezTo>
                    <a:pt x="401" y="241"/>
                    <a:pt x="409" y="240"/>
                    <a:pt x="410" y="240"/>
                  </a:cubicBezTo>
                  <a:cubicBezTo>
                    <a:pt x="428" y="238"/>
                    <a:pt x="440" y="222"/>
                    <a:pt x="438" y="205"/>
                  </a:cubicBezTo>
                  <a:cubicBezTo>
                    <a:pt x="436" y="187"/>
                    <a:pt x="421" y="175"/>
                    <a:pt x="403" y="176"/>
                  </a:cubicBezTo>
                  <a:cubicBezTo>
                    <a:pt x="402" y="177"/>
                    <a:pt x="397" y="177"/>
                    <a:pt x="389" y="177"/>
                  </a:cubicBezTo>
                  <a:cubicBezTo>
                    <a:pt x="381" y="177"/>
                    <a:pt x="370" y="176"/>
                    <a:pt x="361" y="174"/>
                  </a:cubicBezTo>
                  <a:cubicBezTo>
                    <a:pt x="352" y="172"/>
                    <a:pt x="347" y="169"/>
                    <a:pt x="347" y="168"/>
                  </a:cubicBezTo>
                  <a:cubicBezTo>
                    <a:pt x="342" y="161"/>
                    <a:pt x="337" y="150"/>
                    <a:pt x="335" y="137"/>
                  </a:cubicBezTo>
                  <a:cubicBezTo>
                    <a:pt x="331" y="116"/>
                    <a:pt x="332" y="90"/>
                    <a:pt x="331" y="67"/>
                  </a:cubicBezTo>
                  <a:cubicBezTo>
                    <a:pt x="330" y="55"/>
                    <a:pt x="330" y="43"/>
                    <a:pt x="325" y="30"/>
                  </a:cubicBezTo>
                  <a:cubicBezTo>
                    <a:pt x="322" y="23"/>
                    <a:pt x="317" y="16"/>
                    <a:pt x="309" y="10"/>
                  </a:cubicBezTo>
                  <a:cubicBezTo>
                    <a:pt x="301" y="3"/>
                    <a:pt x="291" y="0"/>
                    <a:pt x="281" y="0"/>
                  </a:cubicBezTo>
                  <a:cubicBezTo>
                    <a:pt x="280" y="0"/>
                    <a:pt x="278" y="0"/>
                    <a:pt x="277" y="1"/>
                  </a:cubicBezTo>
                  <a:cubicBezTo>
                    <a:pt x="275" y="0"/>
                    <a:pt x="273" y="0"/>
                    <a:pt x="271" y="0"/>
                  </a:cubicBezTo>
                  <a:cubicBezTo>
                    <a:pt x="117" y="0"/>
                    <a:pt x="117" y="0"/>
                    <a:pt x="117" y="0"/>
                  </a:cubicBezTo>
                  <a:cubicBezTo>
                    <a:pt x="115" y="0"/>
                    <a:pt x="112" y="0"/>
                    <a:pt x="110" y="1"/>
                  </a:cubicBezTo>
                  <a:cubicBezTo>
                    <a:pt x="98" y="3"/>
                    <a:pt x="88" y="7"/>
                    <a:pt x="77" y="13"/>
                  </a:cubicBezTo>
                  <a:cubicBezTo>
                    <a:pt x="59" y="24"/>
                    <a:pt x="41" y="39"/>
                    <a:pt x="27" y="59"/>
                  </a:cubicBezTo>
                  <a:cubicBezTo>
                    <a:pt x="12" y="78"/>
                    <a:pt x="0" y="102"/>
                    <a:pt x="0" y="130"/>
                  </a:cubicBezTo>
                  <a:cubicBezTo>
                    <a:pt x="0" y="140"/>
                    <a:pt x="1" y="151"/>
                    <a:pt x="5" y="161"/>
                  </a:cubicBezTo>
                  <a:cubicBezTo>
                    <a:pt x="5" y="161"/>
                    <a:pt x="5" y="161"/>
                    <a:pt x="6" y="162"/>
                  </a:cubicBezTo>
                  <a:cubicBezTo>
                    <a:pt x="6" y="162"/>
                    <a:pt x="6" y="162"/>
                    <a:pt x="6" y="162"/>
                  </a:cubicBezTo>
                  <a:cubicBezTo>
                    <a:pt x="14" y="183"/>
                    <a:pt x="30" y="201"/>
                    <a:pt x="52" y="214"/>
                  </a:cubicBezTo>
                  <a:cubicBezTo>
                    <a:pt x="60" y="219"/>
                    <a:pt x="69" y="223"/>
                    <a:pt x="78" y="227"/>
                  </a:cubicBezTo>
                  <a:cubicBezTo>
                    <a:pt x="78" y="154"/>
                    <a:pt x="78" y="154"/>
                    <a:pt x="78" y="154"/>
                  </a:cubicBezTo>
                  <a:cubicBezTo>
                    <a:pt x="70" y="148"/>
                    <a:pt x="67" y="143"/>
                    <a:pt x="65" y="139"/>
                  </a:cubicBezTo>
                  <a:cubicBezTo>
                    <a:pt x="65" y="139"/>
                    <a:pt x="65" y="139"/>
                    <a:pt x="65" y="139"/>
                  </a:cubicBezTo>
                  <a:cubicBezTo>
                    <a:pt x="64" y="136"/>
                    <a:pt x="64" y="133"/>
                    <a:pt x="64" y="130"/>
                  </a:cubicBezTo>
                  <a:cubicBezTo>
                    <a:pt x="64" y="125"/>
                    <a:pt x="66" y="117"/>
                    <a:pt x="70" y="109"/>
                  </a:cubicBezTo>
                  <a:cubicBezTo>
                    <a:pt x="74" y="102"/>
                    <a:pt x="79" y="94"/>
                    <a:pt x="86" y="87"/>
                  </a:cubicBezTo>
                  <a:cubicBezTo>
                    <a:pt x="86" y="138"/>
                    <a:pt x="86" y="138"/>
                    <a:pt x="86" y="138"/>
                  </a:cubicBezTo>
                  <a:cubicBezTo>
                    <a:pt x="86" y="138"/>
                    <a:pt x="86" y="138"/>
                    <a:pt x="86" y="138"/>
                  </a:cubicBezTo>
                  <a:cubicBezTo>
                    <a:pt x="86" y="697"/>
                    <a:pt x="86" y="697"/>
                    <a:pt x="86" y="697"/>
                  </a:cubicBezTo>
                  <a:cubicBezTo>
                    <a:pt x="86" y="724"/>
                    <a:pt x="108" y="746"/>
                    <a:pt x="136" y="746"/>
                  </a:cubicBezTo>
                  <a:cubicBezTo>
                    <a:pt x="163" y="746"/>
                    <a:pt x="185" y="724"/>
                    <a:pt x="185" y="697"/>
                  </a:cubicBezTo>
                  <a:cubicBezTo>
                    <a:pt x="185" y="336"/>
                    <a:pt x="185" y="336"/>
                    <a:pt x="185" y="336"/>
                  </a:cubicBezTo>
                  <a:cubicBezTo>
                    <a:pt x="203" y="336"/>
                    <a:pt x="203" y="336"/>
                    <a:pt x="203" y="336"/>
                  </a:cubicBezTo>
                  <a:cubicBezTo>
                    <a:pt x="203" y="697"/>
                    <a:pt x="203" y="697"/>
                    <a:pt x="203" y="697"/>
                  </a:cubicBezTo>
                  <a:cubicBezTo>
                    <a:pt x="203" y="724"/>
                    <a:pt x="226" y="746"/>
                    <a:pt x="253" y="746"/>
                  </a:cubicBezTo>
                  <a:cubicBezTo>
                    <a:pt x="280" y="746"/>
                    <a:pt x="302" y="724"/>
                    <a:pt x="302" y="697"/>
                  </a:cubicBezTo>
                  <a:lnTo>
                    <a:pt x="302" y="2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Rectangle 119"/>
            <p:cNvSpPr>
              <a:spLocks noChangeArrowheads="1"/>
            </p:cNvSpPr>
            <p:nvPr/>
          </p:nvSpPr>
          <p:spPr bwMode="auto">
            <a:xfrm>
              <a:off x="6389688" y="5640387"/>
              <a:ext cx="577850" cy="301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Rectangle 120"/>
            <p:cNvSpPr>
              <a:spLocks noChangeArrowheads="1"/>
            </p:cNvSpPr>
            <p:nvPr/>
          </p:nvSpPr>
          <p:spPr bwMode="auto">
            <a:xfrm>
              <a:off x="6076950" y="6022975"/>
              <a:ext cx="898525" cy="571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Rectangle 121"/>
            <p:cNvSpPr>
              <a:spLocks noChangeArrowheads="1"/>
            </p:cNvSpPr>
            <p:nvPr/>
          </p:nvSpPr>
          <p:spPr bwMode="auto">
            <a:xfrm>
              <a:off x="7137400" y="6240462"/>
              <a:ext cx="1169988" cy="555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Rectangle 122"/>
            <p:cNvSpPr>
              <a:spLocks noChangeArrowheads="1"/>
            </p:cNvSpPr>
            <p:nvPr/>
          </p:nvSpPr>
          <p:spPr bwMode="auto">
            <a:xfrm>
              <a:off x="7046913" y="5373687"/>
              <a:ext cx="835025" cy="269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Rectangle 123"/>
            <p:cNvSpPr>
              <a:spLocks noChangeArrowheads="1"/>
            </p:cNvSpPr>
            <p:nvPr/>
          </p:nvSpPr>
          <p:spPr bwMode="auto">
            <a:xfrm>
              <a:off x="8083550" y="5011737"/>
              <a:ext cx="501650"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Rectangle 124"/>
            <p:cNvSpPr>
              <a:spLocks noChangeArrowheads="1"/>
            </p:cNvSpPr>
            <p:nvPr/>
          </p:nvSpPr>
          <p:spPr bwMode="auto">
            <a:xfrm>
              <a:off x="7694613" y="5662612"/>
              <a:ext cx="501650" cy="269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Rectangle 125"/>
            <p:cNvSpPr>
              <a:spLocks noChangeArrowheads="1"/>
            </p:cNvSpPr>
            <p:nvPr/>
          </p:nvSpPr>
          <p:spPr bwMode="auto">
            <a:xfrm>
              <a:off x="8524875" y="5662612"/>
              <a:ext cx="190500" cy="269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1954205431"/>
      </p:ext>
    </p:extLst>
  </p:cSld>
  <p:clrMapOvr>
    <a:masterClrMapping/>
  </p:clrMapOvr>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6370638" y="1271588"/>
            <a:ext cx="1674812" cy="1663700"/>
            <a:chOff x="6370638" y="1271588"/>
            <a:chExt cx="1674812" cy="1663700"/>
          </a:xfrm>
          <a:solidFill>
            <a:schemeClr val="tx1">
              <a:lumMod val="65000"/>
              <a:lumOff val="35000"/>
            </a:schemeClr>
          </a:solidFill>
        </p:grpSpPr>
        <p:sp>
          <p:nvSpPr>
            <p:cNvPr id="3" name="Freeform 5"/>
            <p:cNvSpPr>
              <a:spLocks/>
            </p:cNvSpPr>
            <p:nvPr/>
          </p:nvSpPr>
          <p:spPr bwMode="auto">
            <a:xfrm>
              <a:off x="6370638" y="1627188"/>
              <a:ext cx="703263" cy="1306513"/>
            </a:xfrm>
            <a:custGeom>
              <a:avLst/>
              <a:gdLst>
                <a:gd name="T0" fmla="*/ 10 w 401"/>
                <a:gd name="T1" fmla="*/ 353 h 746"/>
                <a:gd name="T2" fmla="*/ 41 w 401"/>
                <a:gd name="T3" fmla="*/ 383 h 746"/>
                <a:gd name="T4" fmla="*/ 43 w 401"/>
                <a:gd name="T5" fmla="*/ 383 h 746"/>
                <a:gd name="T6" fmla="*/ 73 w 401"/>
                <a:gd name="T7" fmla="*/ 349 h 746"/>
                <a:gd name="T8" fmla="*/ 99 w 401"/>
                <a:gd name="T9" fmla="*/ 97 h 746"/>
                <a:gd name="T10" fmla="*/ 99 w 401"/>
                <a:gd name="T11" fmla="*/ 229 h 746"/>
                <a:gd name="T12" fmla="*/ 99 w 401"/>
                <a:gd name="T13" fmla="*/ 305 h 746"/>
                <a:gd name="T14" fmla="*/ 99 w 401"/>
                <a:gd name="T15" fmla="*/ 697 h 746"/>
                <a:gd name="T16" fmla="*/ 149 w 401"/>
                <a:gd name="T17" fmla="*/ 746 h 746"/>
                <a:gd name="T18" fmla="*/ 198 w 401"/>
                <a:gd name="T19" fmla="*/ 697 h 746"/>
                <a:gd name="T20" fmla="*/ 198 w 401"/>
                <a:gd name="T21" fmla="*/ 336 h 746"/>
                <a:gd name="T22" fmla="*/ 217 w 401"/>
                <a:gd name="T23" fmla="*/ 336 h 746"/>
                <a:gd name="T24" fmla="*/ 217 w 401"/>
                <a:gd name="T25" fmla="*/ 697 h 746"/>
                <a:gd name="T26" fmla="*/ 266 w 401"/>
                <a:gd name="T27" fmla="*/ 746 h 746"/>
                <a:gd name="T28" fmla="*/ 315 w 401"/>
                <a:gd name="T29" fmla="*/ 697 h 746"/>
                <a:gd name="T30" fmla="*/ 315 w 401"/>
                <a:gd name="T31" fmla="*/ 482 h 746"/>
                <a:gd name="T32" fmla="*/ 297 w 401"/>
                <a:gd name="T33" fmla="*/ 451 h 746"/>
                <a:gd name="T34" fmla="*/ 315 w 401"/>
                <a:gd name="T35" fmla="*/ 260 h 746"/>
                <a:gd name="T36" fmla="*/ 315 w 401"/>
                <a:gd name="T37" fmla="*/ 229 h 746"/>
                <a:gd name="T38" fmla="*/ 315 w 401"/>
                <a:gd name="T39" fmla="*/ 97 h 746"/>
                <a:gd name="T40" fmla="*/ 341 w 401"/>
                <a:gd name="T41" fmla="*/ 210 h 746"/>
                <a:gd name="T42" fmla="*/ 349 w 401"/>
                <a:gd name="T43" fmla="*/ 201 h 746"/>
                <a:gd name="T44" fmla="*/ 401 w 401"/>
                <a:gd name="T45" fmla="*/ 173 h 746"/>
                <a:gd name="T46" fmla="*/ 396 w 401"/>
                <a:gd name="T47" fmla="*/ 139 h 746"/>
                <a:gd name="T48" fmla="*/ 381 w 401"/>
                <a:gd name="T49" fmla="*/ 89 h 746"/>
                <a:gd name="T50" fmla="*/ 381 w 401"/>
                <a:gd name="T51" fmla="*/ 87 h 746"/>
                <a:gd name="T52" fmla="*/ 342 w 401"/>
                <a:gd name="T53" fmla="*/ 25 h 746"/>
                <a:gd name="T54" fmla="*/ 287 w 401"/>
                <a:gd name="T55" fmla="*/ 0 h 746"/>
                <a:gd name="T56" fmla="*/ 285 w 401"/>
                <a:gd name="T57" fmla="*/ 0 h 746"/>
                <a:gd name="T58" fmla="*/ 130 w 401"/>
                <a:gd name="T59" fmla="*/ 0 h 746"/>
                <a:gd name="T60" fmla="*/ 128 w 401"/>
                <a:gd name="T61" fmla="*/ 0 h 746"/>
                <a:gd name="T62" fmla="*/ 72 w 401"/>
                <a:gd name="T63" fmla="*/ 25 h 746"/>
                <a:gd name="T64" fmla="*/ 10 w 401"/>
                <a:gd name="T65" fmla="*/ 353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1" h="746">
                  <a:moveTo>
                    <a:pt x="10" y="353"/>
                  </a:moveTo>
                  <a:cubicBezTo>
                    <a:pt x="11" y="370"/>
                    <a:pt x="25" y="383"/>
                    <a:pt x="41" y="383"/>
                  </a:cubicBezTo>
                  <a:cubicBezTo>
                    <a:pt x="42" y="383"/>
                    <a:pt x="43" y="383"/>
                    <a:pt x="43" y="383"/>
                  </a:cubicBezTo>
                  <a:cubicBezTo>
                    <a:pt x="61" y="382"/>
                    <a:pt x="75" y="367"/>
                    <a:pt x="73" y="349"/>
                  </a:cubicBezTo>
                  <a:cubicBezTo>
                    <a:pt x="65" y="209"/>
                    <a:pt x="81" y="134"/>
                    <a:pt x="99" y="97"/>
                  </a:cubicBezTo>
                  <a:cubicBezTo>
                    <a:pt x="99" y="229"/>
                    <a:pt x="99" y="229"/>
                    <a:pt x="99" y="229"/>
                  </a:cubicBezTo>
                  <a:cubicBezTo>
                    <a:pt x="99" y="305"/>
                    <a:pt x="99" y="305"/>
                    <a:pt x="99" y="305"/>
                  </a:cubicBezTo>
                  <a:cubicBezTo>
                    <a:pt x="99" y="697"/>
                    <a:pt x="99" y="697"/>
                    <a:pt x="99" y="697"/>
                  </a:cubicBezTo>
                  <a:cubicBezTo>
                    <a:pt x="99" y="724"/>
                    <a:pt x="121" y="746"/>
                    <a:pt x="149" y="746"/>
                  </a:cubicBezTo>
                  <a:cubicBezTo>
                    <a:pt x="176" y="746"/>
                    <a:pt x="198" y="724"/>
                    <a:pt x="198" y="697"/>
                  </a:cubicBezTo>
                  <a:cubicBezTo>
                    <a:pt x="198" y="336"/>
                    <a:pt x="198" y="336"/>
                    <a:pt x="198" y="336"/>
                  </a:cubicBezTo>
                  <a:cubicBezTo>
                    <a:pt x="217" y="336"/>
                    <a:pt x="217" y="336"/>
                    <a:pt x="217" y="336"/>
                  </a:cubicBezTo>
                  <a:cubicBezTo>
                    <a:pt x="217" y="697"/>
                    <a:pt x="217" y="697"/>
                    <a:pt x="217" y="697"/>
                  </a:cubicBezTo>
                  <a:cubicBezTo>
                    <a:pt x="217" y="724"/>
                    <a:pt x="239" y="746"/>
                    <a:pt x="266" y="746"/>
                  </a:cubicBezTo>
                  <a:cubicBezTo>
                    <a:pt x="293" y="746"/>
                    <a:pt x="315" y="724"/>
                    <a:pt x="315" y="697"/>
                  </a:cubicBezTo>
                  <a:cubicBezTo>
                    <a:pt x="315" y="482"/>
                    <a:pt x="315" y="482"/>
                    <a:pt x="315" y="482"/>
                  </a:cubicBezTo>
                  <a:cubicBezTo>
                    <a:pt x="305" y="476"/>
                    <a:pt x="298" y="464"/>
                    <a:pt x="297" y="451"/>
                  </a:cubicBezTo>
                  <a:cubicBezTo>
                    <a:pt x="293" y="371"/>
                    <a:pt x="299" y="307"/>
                    <a:pt x="315" y="260"/>
                  </a:cubicBezTo>
                  <a:cubicBezTo>
                    <a:pt x="315" y="229"/>
                    <a:pt x="315" y="229"/>
                    <a:pt x="315" y="229"/>
                  </a:cubicBezTo>
                  <a:cubicBezTo>
                    <a:pt x="315" y="97"/>
                    <a:pt x="315" y="97"/>
                    <a:pt x="315" y="97"/>
                  </a:cubicBezTo>
                  <a:cubicBezTo>
                    <a:pt x="326" y="119"/>
                    <a:pt x="336" y="155"/>
                    <a:pt x="341" y="210"/>
                  </a:cubicBezTo>
                  <a:cubicBezTo>
                    <a:pt x="343" y="207"/>
                    <a:pt x="346" y="204"/>
                    <a:pt x="349" y="201"/>
                  </a:cubicBezTo>
                  <a:cubicBezTo>
                    <a:pt x="364" y="185"/>
                    <a:pt x="382" y="176"/>
                    <a:pt x="401" y="173"/>
                  </a:cubicBezTo>
                  <a:cubicBezTo>
                    <a:pt x="400" y="161"/>
                    <a:pt x="398" y="150"/>
                    <a:pt x="396" y="139"/>
                  </a:cubicBezTo>
                  <a:cubicBezTo>
                    <a:pt x="386" y="124"/>
                    <a:pt x="381" y="107"/>
                    <a:pt x="381" y="89"/>
                  </a:cubicBezTo>
                  <a:cubicBezTo>
                    <a:pt x="381" y="88"/>
                    <a:pt x="381" y="88"/>
                    <a:pt x="381" y="87"/>
                  </a:cubicBezTo>
                  <a:cubicBezTo>
                    <a:pt x="371" y="61"/>
                    <a:pt x="358" y="40"/>
                    <a:pt x="342" y="25"/>
                  </a:cubicBezTo>
                  <a:cubicBezTo>
                    <a:pt x="320" y="4"/>
                    <a:pt x="298" y="1"/>
                    <a:pt x="287" y="0"/>
                  </a:cubicBezTo>
                  <a:cubicBezTo>
                    <a:pt x="286" y="0"/>
                    <a:pt x="285" y="0"/>
                    <a:pt x="285" y="0"/>
                  </a:cubicBezTo>
                  <a:cubicBezTo>
                    <a:pt x="130" y="0"/>
                    <a:pt x="130" y="0"/>
                    <a:pt x="130" y="0"/>
                  </a:cubicBezTo>
                  <a:cubicBezTo>
                    <a:pt x="129" y="0"/>
                    <a:pt x="129" y="0"/>
                    <a:pt x="128" y="0"/>
                  </a:cubicBezTo>
                  <a:cubicBezTo>
                    <a:pt x="117" y="1"/>
                    <a:pt x="95" y="4"/>
                    <a:pt x="72" y="25"/>
                  </a:cubicBezTo>
                  <a:cubicBezTo>
                    <a:pt x="21" y="74"/>
                    <a:pt x="0" y="184"/>
                    <a:pt x="10"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Oval 6"/>
            <p:cNvSpPr>
              <a:spLocks noChangeArrowheads="1"/>
            </p:cNvSpPr>
            <p:nvPr/>
          </p:nvSpPr>
          <p:spPr bwMode="auto">
            <a:xfrm>
              <a:off x="6575425" y="1271588"/>
              <a:ext cx="315913" cy="3159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 name="Freeform 7"/>
            <p:cNvSpPr>
              <a:spLocks/>
            </p:cNvSpPr>
            <p:nvPr/>
          </p:nvSpPr>
          <p:spPr bwMode="auto">
            <a:xfrm>
              <a:off x="7483475" y="2506663"/>
              <a:ext cx="139700" cy="428625"/>
            </a:xfrm>
            <a:custGeom>
              <a:avLst/>
              <a:gdLst>
                <a:gd name="T0" fmla="*/ 0 w 80"/>
                <a:gd name="T1" fmla="*/ 205 h 245"/>
                <a:gd name="T2" fmla="*/ 40 w 80"/>
                <a:gd name="T3" fmla="*/ 245 h 245"/>
                <a:gd name="T4" fmla="*/ 80 w 80"/>
                <a:gd name="T5" fmla="*/ 205 h 245"/>
                <a:gd name="T6" fmla="*/ 80 w 80"/>
                <a:gd name="T7" fmla="*/ 8 h 245"/>
                <a:gd name="T8" fmla="*/ 0 w 80"/>
                <a:gd name="T9" fmla="*/ 0 h 245"/>
                <a:gd name="T10" fmla="*/ 0 w 80"/>
                <a:gd name="T11" fmla="*/ 205 h 245"/>
              </a:gdLst>
              <a:ahLst/>
              <a:cxnLst>
                <a:cxn ang="0">
                  <a:pos x="T0" y="T1"/>
                </a:cxn>
                <a:cxn ang="0">
                  <a:pos x="T2" y="T3"/>
                </a:cxn>
                <a:cxn ang="0">
                  <a:pos x="T4" y="T5"/>
                </a:cxn>
                <a:cxn ang="0">
                  <a:pos x="T6" y="T7"/>
                </a:cxn>
                <a:cxn ang="0">
                  <a:pos x="T8" y="T9"/>
                </a:cxn>
                <a:cxn ang="0">
                  <a:pos x="T10" y="T11"/>
                </a:cxn>
              </a:cxnLst>
              <a:rect l="0" t="0" r="r" b="b"/>
              <a:pathLst>
                <a:path w="80" h="245">
                  <a:moveTo>
                    <a:pt x="0" y="205"/>
                  </a:moveTo>
                  <a:cubicBezTo>
                    <a:pt x="0" y="227"/>
                    <a:pt x="18" y="245"/>
                    <a:pt x="40" y="245"/>
                  </a:cubicBezTo>
                  <a:cubicBezTo>
                    <a:pt x="62" y="245"/>
                    <a:pt x="80" y="227"/>
                    <a:pt x="80" y="205"/>
                  </a:cubicBezTo>
                  <a:cubicBezTo>
                    <a:pt x="80" y="8"/>
                    <a:pt x="80" y="8"/>
                    <a:pt x="80" y="8"/>
                  </a:cubicBezTo>
                  <a:cubicBezTo>
                    <a:pt x="49" y="7"/>
                    <a:pt x="22" y="4"/>
                    <a:pt x="0" y="0"/>
                  </a:cubicBezTo>
                  <a:lnTo>
                    <a:pt x="0"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Freeform 8"/>
            <p:cNvSpPr>
              <a:spLocks/>
            </p:cNvSpPr>
            <p:nvPr/>
          </p:nvSpPr>
          <p:spPr bwMode="auto">
            <a:xfrm>
              <a:off x="7645400" y="2506663"/>
              <a:ext cx="139700" cy="428625"/>
            </a:xfrm>
            <a:custGeom>
              <a:avLst/>
              <a:gdLst>
                <a:gd name="T0" fmla="*/ 0 w 80"/>
                <a:gd name="T1" fmla="*/ 205 h 245"/>
                <a:gd name="T2" fmla="*/ 40 w 80"/>
                <a:gd name="T3" fmla="*/ 245 h 245"/>
                <a:gd name="T4" fmla="*/ 80 w 80"/>
                <a:gd name="T5" fmla="*/ 205 h 245"/>
                <a:gd name="T6" fmla="*/ 80 w 80"/>
                <a:gd name="T7" fmla="*/ 0 h 245"/>
                <a:gd name="T8" fmla="*/ 0 w 80"/>
                <a:gd name="T9" fmla="*/ 8 h 245"/>
                <a:gd name="T10" fmla="*/ 0 w 80"/>
                <a:gd name="T11" fmla="*/ 205 h 245"/>
              </a:gdLst>
              <a:ahLst/>
              <a:cxnLst>
                <a:cxn ang="0">
                  <a:pos x="T0" y="T1"/>
                </a:cxn>
                <a:cxn ang="0">
                  <a:pos x="T2" y="T3"/>
                </a:cxn>
                <a:cxn ang="0">
                  <a:pos x="T4" y="T5"/>
                </a:cxn>
                <a:cxn ang="0">
                  <a:pos x="T6" y="T7"/>
                </a:cxn>
                <a:cxn ang="0">
                  <a:pos x="T8" y="T9"/>
                </a:cxn>
                <a:cxn ang="0">
                  <a:pos x="T10" y="T11"/>
                </a:cxn>
              </a:cxnLst>
              <a:rect l="0" t="0" r="r" b="b"/>
              <a:pathLst>
                <a:path w="80" h="245">
                  <a:moveTo>
                    <a:pt x="0" y="205"/>
                  </a:moveTo>
                  <a:cubicBezTo>
                    <a:pt x="0" y="227"/>
                    <a:pt x="18" y="245"/>
                    <a:pt x="40" y="245"/>
                  </a:cubicBezTo>
                  <a:cubicBezTo>
                    <a:pt x="62" y="245"/>
                    <a:pt x="80" y="227"/>
                    <a:pt x="80" y="205"/>
                  </a:cubicBezTo>
                  <a:cubicBezTo>
                    <a:pt x="80" y="0"/>
                    <a:pt x="80" y="0"/>
                    <a:pt x="80" y="0"/>
                  </a:cubicBezTo>
                  <a:cubicBezTo>
                    <a:pt x="57" y="4"/>
                    <a:pt x="31" y="7"/>
                    <a:pt x="0" y="8"/>
                  </a:cubicBezTo>
                  <a:lnTo>
                    <a:pt x="0"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9"/>
            <p:cNvSpPr>
              <a:spLocks/>
            </p:cNvSpPr>
            <p:nvPr/>
          </p:nvSpPr>
          <p:spPr bwMode="auto">
            <a:xfrm>
              <a:off x="7383463" y="2432050"/>
              <a:ext cx="23813" cy="36513"/>
            </a:xfrm>
            <a:custGeom>
              <a:avLst/>
              <a:gdLst>
                <a:gd name="T0" fmla="*/ 9 w 14"/>
                <a:gd name="T1" fmla="*/ 16 h 21"/>
                <a:gd name="T2" fmla="*/ 0 w 14"/>
                <a:gd name="T3" fmla="*/ 0 h 21"/>
                <a:gd name="T4" fmla="*/ 0 w 14"/>
                <a:gd name="T5" fmla="*/ 16 h 21"/>
                <a:gd name="T6" fmla="*/ 14 w 14"/>
                <a:gd name="T7" fmla="*/ 21 h 21"/>
                <a:gd name="T8" fmla="*/ 9 w 14"/>
                <a:gd name="T9" fmla="*/ 16 h 21"/>
              </a:gdLst>
              <a:ahLst/>
              <a:cxnLst>
                <a:cxn ang="0">
                  <a:pos x="T0" y="T1"/>
                </a:cxn>
                <a:cxn ang="0">
                  <a:pos x="T2" y="T3"/>
                </a:cxn>
                <a:cxn ang="0">
                  <a:pos x="T4" y="T5"/>
                </a:cxn>
                <a:cxn ang="0">
                  <a:pos x="T6" y="T7"/>
                </a:cxn>
                <a:cxn ang="0">
                  <a:pos x="T8" y="T9"/>
                </a:cxn>
              </a:cxnLst>
              <a:rect l="0" t="0" r="r" b="b"/>
              <a:pathLst>
                <a:path w="14" h="21">
                  <a:moveTo>
                    <a:pt x="9" y="16"/>
                  </a:moveTo>
                  <a:cubicBezTo>
                    <a:pt x="5" y="11"/>
                    <a:pt x="2" y="6"/>
                    <a:pt x="0" y="0"/>
                  </a:cubicBezTo>
                  <a:cubicBezTo>
                    <a:pt x="0" y="16"/>
                    <a:pt x="0" y="16"/>
                    <a:pt x="0" y="16"/>
                  </a:cubicBezTo>
                  <a:cubicBezTo>
                    <a:pt x="4" y="17"/>
                    <a:pt x="9" y="19"/>
                    <a:pt x="14" y="21"/>
                  </a:cubicBezTo>
                  <a:cubicBezTo>
                    <a:pt x="12" y="19"/>
                    <a:pt x="10" y="18"/>
                    <a:pt x="9"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10"/>
            <p:cNvSpPr>
              <a:spLocks/>
            </p:cNvSpPr>
            <p:nvPr/>
          </p:nvSpPr>
          <p:spPr bwMode="auto">
            <a:xfrm>
              <a:off x="7299325" y="1674813"/>
              <a:ext cx="746125" cy="825500"/>
            </a:xfrm>
            <a:custGeom>
              <a:avLst/>
              <a:gdLst>
                <a:gd name="T0" fmla="*/ 6 w 426"/>
                <a:gd name="T1" fmla="*/ 133 h 471"/>
                <a:gd name="T2" fmla="*/ 0 w 426"/>
                <a:gd name="T3" fmla="*/ 146 h 471"/>
                <a:gd name="T4" fmla="*/ 5 w 426"/>
                <a:gd name="T5" fmla="*/ 146 h 471"/>
                <a:gd name="T6" fmla="*/ 8 w 426"/>
                <a:gd name="T7" fmla="*/ 145 h 471"/>
                <a:gd name="T8" fmla="*/ 11 w 426"/>
                <a:gd name="T9" fmla="*/ 146 h 471"/>
                <a:gd name="T10" fmla="*/ 12 w 426"/>
                <a:gd name="T11" fmla="*/ 146 h 471"/>
                <a:gd name="T12" fmla="*/ 16 w 426"/>
                <a:gd name="T13" fmla="*/ 146 h 471"/>
                <a:gd name="T14" fmla="*/ 52 w 426"/>
                <a:gd name="T15" fmla="*/ 158 h 471"/>
                <a:gd name="T16" fmla="*/ 69 w 426"/>
                <a:gd name="T17" fmla="*/ 123 h 471"/>
                <a:gd name="T18" fmla="*/ 87 w 426"/>
                <a:gd name="T19" fmla="*/ 97 h 471"/>
                <a:gd name="T20" fmla="*/ 71 w 426"/>
                <a:gd name="T21" fmla="*/ 174 h 471"/>
                <a:gd name="T22" fmla="*/ 123 w 426"/>
                <a:gd name="T23" fmla="*/ 424 h 471"/>
                <a:gd name="T24" fmla="*/ 90 w 426"/>
                <a:gd name="T25" fmla="*/ 460 h 471"/>
                <a:gd name="T26" fmla="*/ 191 w 426"/>
                <a:gd name="T27" fmla="*/ 471 h 471"/>
                <a:gd name="T28" fmla="*/ 365 w 426"/>
                <a:gd name="T29" fmla="*/ 435 h 471"/>
                <a:gd name="T30" fmla="*/ 296 w 426"/>
                <a:gd name="T31" fmla="*/ 97 h 471"/>
                <a:gd name="T32" fmla="*/ 314 w 426"/>
                <a:gd name="T33" fmla="*/ 123 h 471"/>
                <a:gd name="T34" fmla="*/ 372 w 426"/>
                <a:gd name="T35" fmla="*/ 323 h 471"/>
                <a:gd name="T36" fmla="*/ 398 w 426"/>
                <a:gd name="T37" fmla="*/ 346 h 471"/>
                <a:gd name="T38" fmla="*/ 402 w 426"/>
                <a:gd name="T39" fmla="*/ 346 h 471"/>
                <a:gd name="T40" fmla="*/ 424 w 426"/>
                <a:gd name="T41" fmla="*/ 317 h 471"/>
                <a:gd name="T42" fmla="*/ 293 w 426"/>
                <a:gd name="T43" fmla="*/ 23 h 471"/>
                <a:gd name="T44" fmla="*/ 257 w 426"/>
                <a:gd name="T45" fmla="*/ 8 h 471"/>
                <a:gd name="T46" fmla="*/ 191 w 426"/>
                <a:gd name="T47" fmla="*/ 0 h 471"/>
                <a:gd name="T48" fmla="*/ 126 w 426"/>
                <a:gd name="T49" fmla="*/ 8 h 471"/>
                <a:gd name="T50" fmla="*/ 89 w 426"/>
                <a:gd name="T51" fmla="*/ 23 h 471"/>
                <a:gd name="T52" fmla="*/ 38 w 426"/>
                <a:gd name="T53" fmla="*/ 75 h 471"/>
                <a:gd name="T54" fmla="*/ 6 w 426"/>
                <a:gd name="T55" fmla="*/ 133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6" h="471">
                  <a:moveTo>
                    <a:pt x="6" y="133"/>
                  </a:moveTo>
                  <a:cubicBezTo>
                    <a:pt x="4" y="137"/>
                    <a:pt x="2" y="141"/>
                    <a:pt x="0" y="146"/>
                  </a:cubicBezTo>
                  <a:cubicBezTo>
                    <a:pt x="5" y="146"/>
                    <a:pt x="5" y="146"/>
                    <a:pt x="5" y="146"/>
                  </a:cubicBezTo>
                  <a:cubicBezTo>
                    <a:pt x="6" y="145"/>
                    <a:pt x="7" y="145"/>
                    <a:pt x="8" y="145"/>
                  </a:cubicBezTo>
                  <a:cubicBezTo>
                    <a:pt x="9" y="145"/>
                    <a:pt x="10" y="145"/>
                    <a:pt x="11" y="146"/>
                  </a:cubicBezTo>
                  <a:cubicBezTo>
                    <a:pt x="12" y="146"/>
                    <a:pt x="12" y="146"/>
                    <a:pt x="12" y="146"/>
                  </a:cubicBezTo>
                  <a:cubicBezTo>
                    <a:pt x="14" y="146"/>
                    <a:pt x="15" y="146"/>
                    <a:pt x="16" y="146"/>
                  </a:cubicBezTo>
                  <a:cubicBezTo>
                    <a:pt x="29" y="147"/>
                    <a:pt x="41" y="151"/>
                    <a:pt x="52" y="158"/>
                  </a:cubicBezTo>
                  <a:cubicBezTo>
                    <a:pt x="57" y="144"/>
                    <a:pt x="63" y="133"/>
                    <a:pt x="69" y="123"/>
                  </a:cubicBezTo>
                  <a:cubicBezTo>
                    <a:pt x="75" y="113"/>
                    <a:pt x="81" y="104"/>
                    <a:pt x="87" y="97"/>
                  </a:cubicBezTo>
                  <a:cubicBezTo>
                    <a:pt x="71" y="174"/>
                    <a:pt x="71" y="174"/>
                    <a:pt x="71" y="174"/>
                  </a:cubicBezTo>
                  <a:cubicBezTo>
                    <a:pt x="111" y="216"/>
                    <a:pt x="129" y="303"/>
                    <a:pt x="123" y="424"/>
                  </a:cubicBezTo>
                  <a:cubicBezTo>
                    <a:pt x="122" y="443"/>
                    <a:pt x="108" y="458"/>
                    <a:pt x="90" y="460"/>
                  </a:cubicBezTo>
                  <a:cubicBezTo>
                    <a:pt x="116" y="466"/>
                    <a:pt x="150" y="471"/>
                    <a:pt x="191" y="471"/>
                  </a:cubicBezTo>
                  <a:cubicBezTo>
                    <a:pt x="305" y="471"/>
                    <a:pt x="365" y="435"/>
                    <a:pt x="365" y="435"/>
                  </a:cubicBezTo>
                  <a:cubicBezTo>
                    <a:pt x="296" y="97"/>
                    <a:pt x="296" y="97"/>
                    <a:pt x="296" y="97"/>
                  </a:cubicBezTo>
                  <a:cubicBezTo>
                    <a:pt x="302" y="104"/>
                    <a:pt x="308" y="113"/>
                    <a:pt x="314" y="123"/>
                  </a:cubicBezTo>
                  <a:cubicBezTo>
                    <a:pt x="336" y="162"/>
                    <a:pt x="359" y="224"/>
                    <a:pt x="372" y="323"/>
                  </a:cubicBezTo>
                  <a:cubicBezTo>
                    <a:pt x="374" y="336"/>
                    <a:pt x="385" y="346"/>
                    <a:pt x="398" y="346"/>
                  </a:cubicBezTo>
                  <a:cubicBezTo>
                    <a:pt x="399" y="346"/>
                    <a:pt x="401" y="346"/>
                    <a:pt x="402" y="346"/>
                  </a:cubicBezTo>
                  <a:cubicBezTo>
                    <a:pt x="416" y="344"/>
                    <a:pt x="426" y="331"/>
                    <a:pt x="424" y="317"/>
                  </a:cubicBezTo>
                  <a:cubicBezTo>
                    <a:pt x="398" y="122"/>
                    <a:pt x="335" y="50"/>
                    <a:pt x="293" y="23"/>
                  </a:cubicBezTo>
                  <a:cubicBezTo>
                    <a:pt x="276" y="13"/>
                    <a:pt x="263" y="9"/>
                    <a:pt x="257" y="8"/>
                  </a:cubicBezTo>
                  <a:cubicBezTo>
                    <a:pt x="250" y="6"/>
                    <a:pt x="221" y="0"/>
                    <a:pt x="191" y="0"/>
                  </a:cubicBezTo>
                  <a:cubicBezTo>
                    <a:pt x="162" y="0"/>
                    <a:pt x="133" y="6"/>
                    <a:pt x="126" y="8"/>
                  </a:cubicBezTo>
                  <a:cubicBezTo>
                    <a:pt x="120" y="9"/>
                    <a:pt x="107" y="13"/>
                    <a:pt x="89" y="23"/>
                  </a:cubicBezTo>
                  <a:cubicBezTo>
                    <a:pt x="74" y="33"/>
                    <a:pt x="56" y="49"/>
                    <a:pt x="38" y="75"/>
                  </a:cubicBezTo>
                  <a:cubicBezTo>
                    <a:pt x="35" y="98"/>
                    <a:pt x="23" y="119"/>
                    <a:pt x="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Oval 11"/>
            <p:cNvSpPr>
              <a:spLocks noChangeArrowheads="1"/>
            </p:cNvSpPr>
            <p:nvPr/>
          </p:nvSpPr>
          <p:spPr bwMode="auto">
            <a:xfrm>
              <a:off x="7483475" y="1341438"/>
              <a:ext cx="300038" cy="3016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12"/>
            <p:cNvSpPr>
              <a:spLocks/>
            </p:cNvSpPr>
            <p:nvPr/>
          </p:nvSpPr>
          <p:spPr bwMode="auto">
            <a:xfrm>
              <a:off x="6902450" y="1949450"/>
              <a:ext cx="601663" cy="509588"/>
            </a:xfrm>
            <a:custGeom>
              <a:avLst/>
              <a:gdLst>
                <a:gd name="T0" fmla="*/ 108 w 344"/>
                <a:gd name="T1" fmla="*/ 0 h 291"/>
                <a:gd name="T2" fmla="*/ 105 w 344"/>
                <a:gd name="T3" fmla="*/ 1 h 291"/>
                <a:gd name="T4" fmla="*/ 105 w 344"/>
                <a:gd name="T5" fmla="*/ 1 h 291"/>
                <a:gd name="T6" fmla="*/ 102 w 344"/>
                <a:gd name="T7" fmla="*/ 1 h 291"/>
                <a:gd name="T8" fmla="*/ 55 w 344"/>
                <a:gd name="T9" fmla="*/ 25 h 291"/>
                <a:gd name="T10" fmla="*/ 6 w 344"/>
                <a:gd name="T11" fmla="*/ 267 h 291"/>
                <a:gd name="T12" fmla="*/ 32 w 344"/>
                <a:gd name="T13" fmla="*/ 291 h 291"/>
                <a:gd name="T14" fmla="*/ 33 w 344"/>
                <a:gd name="T15" fmla="*/ 291 h 291"/>
                <a:gd name="T16" fmla="*/ 58 w 344"/>
                <a:gd name="T17" fmla="*/ 264 h 291"/>
                <a:gd name="T18" fmla="*/ 81 w 344"/>
                <a:gd name="T19" fmla="*/ 78 h 291"/>
                <a:gd name="T20" fmla="*/ 81 w 344"/>
                <a:gd name="T21" fmla="*/ 179 h 291"/>
                <a:gd name="T22" fmla="*/ 81 w 344"/>
                <a:gd name="T23" fmla="*/ 231 h 291"/>
                <a:gd name="T24" fmla="*/ 263 w 344"/>
                <a:gd name="T25" fmla="*/ 231 h 291"/>
                <a:gd name="T26" fmla="*/ 263 w 344"/>
                <a:gd name="T27" fmla="*/ 179 h 291"/>
                <a:gd name="T28" fmla="*/ 263 w 344"/>
                <a:gd name="T29" fmla="*/ 78 h 291"/>
                <a:gd name="T30" fmla="*/ 286 w 344"/>
                <a:gd name="T31" fmla="*/ 264 h 291"/>
                <a:gd name="T32" fmla="*/ 311 w 344"/>
                <a:gd name="T33" fmla="*/ 291 h 291"/>
                <a:gd name="T34" fmla="*/ 312 w 344"/>
                <a:gd name="T35" fmla="*/ 291 h 291"/>
                <a:gd name="T36" fmla="*/ 338 w 344"/>
                <a:gd name="T37" fmla="*/ 267 h 291"/>
                <a:gd name="T38" fmla="*/ 289 w 344"/>
                <a:gd name="T39" fmla="*/ 25 h 291"/>
                <a:gd name="T40" fmla="*/ 242 w 344"/>
                <a:gd name="T41" fmla="*/ 1 h 291"/>
                <a:gd name="T42" fmla="*/ 239 w 344"/>
                <a:gd name="T43" fmla="*/ 1 h 291"/>
                <a:gd name="T44" fmla="*/ 239 w 344"/>
                <a:gd name="T45" fmla="*/ 1 h 291"/>
                <a:gd name="T46" fmla="*/ 235 w 344"/>
                <a:gd name="T47" fmla="*/ 0 h 291"/>
                <a:gd name="T48" fmla="*/ 233 w 344"/>
                <a:gd name="T49" fmla="*/ 1 h 291"/>
                <a:gd name="T50" fmla="*/ 111 w 344"/>
                <a:gd name="T51" fmla="*/ 1 h 291"/>
                <a:gd name="T52" fmla="*/ 108 w 344"/>
                <a:gd name="T53" fmla="*/ 0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44" h="291">
                  <a:moveTo>
                    <a:pt x="108" y="0"/>
                  </a:moveTo>
                  <a:cubicBezTo>
                    <a:pt x="107" y="0"/>
                    <a:pt x="106" y="1"/>
                    <a:pt x="105" y="1"/>
                  </a:cubicBezTo>
                  <a:cubicBezTo>
                    <a:pt x="105" y="1"/>
                    <a:pt x="105" y="1"/>
                    <a:pt x="105" y="1"/>
                  </a:cubicBezTo>
                  <a:cubicBezTo>
                    <a:pt x="104" y="1"/>
                    <a:pt x="103" y="1"/>
                    <a:pt x="102" y="1"/>
                  </a:cubicBezTo>
                  <a:cubicBezTo>
                    <a:pt x="84" y="2"/>
                    <a:pt x="68" y="11"/>
                    <a:pt x="55" y="25"/>
                  </a:cubicBezTo>
                  <a:cubicBezTo>
                    <a:pt x="17" y="65"/>
                    <a:pt x="0" y="148"/>
                    <a:pt x="6" y="267"/>
                  </a:cubicBezTo>
                  <a:cubicBezTo>
                    <a:pt x="7" y="280"/>
                    <a:pt x="18" y="291"/>
                    <a:pt x="32" y="291"/>
                  </a:cubicBezTo>
                  <a:cubicBezTo>
                    <a:pt x="32" y="291"/>
                    <a:pt x="33" y="291"/>
                    <a:pt x="33" y="291"/>
                  </a:cubicBezTo>
                  <a:cubicBezTo>
                    <a:pt x="48" y="290"/>
                    <a:pt x="59" y="278"/>
                    <a:pt x="58" y="264"/>
                  </a:cubicBezTo>
                  <a:cubicBezTo>
                    <a:pt x="53" y="157"/>
                    <a:pt x="68" y="103"/>
                    <a:pt x="81" y="78"/>
                  </a:cubicBezTo>
                  <a:cubicBezTo>
                    <a:pt x="81" y="179"/>
                    <a:pt x="81" y="179"/>
                    <a:pt x="81" y="179"/>
                  </a:cubicBezTo>
                  <a:cubicBezTo>
                    <a:pt x="81" y="231"/>
                    <a:pt x="81" y="231"/>
                    <a:pt x="81" y="231"/>
                  </a:cubicBezTo>
                  <a:cubicBezTo>
                    <a:pt x="263" y="231"/>
                    <a:pt x="263" y="231"/>
                    <a:pt x="263" y="231"/>
                  </a:cubicBezTo>
                  <a:cubicBezTo>
                    <a:pt x="263" y="179"/>
                    <a:pt x="263" y="179"/>
                    <a:pt x="263" y="179"/>
                  </a:cubicBezTo>
                  <a:cubicBezTo>
                    <a:pt x="263" y="78"/>
                    <a:pt x="263" y="78"/>
                    <a:pt x="263" y="78"/>
                  </a:cubicBezTo>
                  <a:cubicBezTo>
                    <a:pt x="276" y="103"/>
                    <a:pt x="291" y="157"/>
                    <a:pt x="286" y="264"/>
                  </a:cubicBezTo>
                  <a:cubicBezTo>
                    <a:pt x="285" y="278"/>
                    <a:pt x="296" y="290"/>
                    <a:pt x="311" y="291"/>
                  </a:cubicBezTo>
                  <a:cubicBezTo>
                    <a:pt x="311" y="291"/>
                    <a:pt x="311" y="291"/>
                    <a:pt x="312" y="291"/>
                  </a:cubicBezTo>
                  <a:cubicBezTo>
                    <a:pt x="326" y="291"/>
                    <a:pt x="337" y="280"/>
                    <a:pt x="338" y="267"/>
                  </a:cubicBezTo>
                  <a:cubicBezTo>
                    <a:pt x="344" y="148"/>
                    <a:pt x="327" y="65"/>
                    <a:pt x="289" y="25"/>
                  </a:cubicBezTo>
                  <a:cubicBezTo>
                    <a:pt x="275" y="11"/>
                    <a:pt x="259" y="2"/>
                    <a:pt x="242" y="1"/>
                  </a:cubicBezTo>
                  <a:cubicBezTo>
                    <a:pt x="241" y="1"/>
                    <a:pt x="240" y="1"/>
                    <a:pt x="239" y="1"/>
                  </a:cubicBezTo>
                  <a:cubicBezTo>
                    <a:pt x="239" y="1"/>
                    <a:pt x="239" y="1"/>
                    <a:pt x="239" y="1"/>
                  </a:cubicBezTo>
                  <a:cubicBezTo>
                    <a:pt x="238" y="1"/>
                    <a:pt x="237" y="0"/>
                    <a:pt x="235" y="0"/>
                  </a:cubicBezTo>
                  <a:cubicBezTo>
                    <a:pt x="234" y="0"/>
                    <a:pt x="234" y="0"/>
                    <a:pt x="233" y="1"/>
                  </a:cubicBezTo>
                  <a:cubicBezTo>
                    <a:pt x="111" y="1"/>
                    <a:pt x="111" y="1"/>
                    <a:pt x="111" y="1"/>
                  </a:cubicBezTo>
                  <a:cubicBezTo>
                    <a:pt x="110" y="0"/>
                    <a:pt x="109" y="0"/>
                    <a:pt x="10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3"/>
            <p:cNvSpPr>
              <a:spLocks/>
            </p:cNvSpPr>
            <p:nvPr/>
          </p:nvSpPr>
          <p:spPr bwMode="auto">
            <a:xfrm>
              <a:off x="7043738" y="2374900"/>
              <a:ext cx="319088" cy="558800"/>
            </a:xfrm>
            <a:custGeom>
              <a:avLst/>
              <a:gdLst>
                <a:gd name="T0" fmla="*/ 182 w 182"/>
                <a:gd name="T1" fmla="*/ 14 h 319"/>
                <a:gd name="T2" fmla="*/ 182 w 182"/>
                <a:gd name="T3" fmla="*/ 0 h 319"/>
                <a:gd name="T4" fmla="*/ 0 w 182"/>
                <a:gd name="T5" fmla="*/ 0 h 319"/>
                <a:gd name="T6" fmla="*/ 0 w 182"/>
                <a:gd name="T7" fmla="*/ 14 h 319"/>
                <a:gd name="T8" fmla="*/ 0 w 182"/>
                <a:gd name="T9" fmla="*/ 277 h 319"/>
                <a:gd name="T10" fmla="*/ 41 w 182"/>
                <a:gd name="T11" fmla="*/ 319 h 319"/>
                <a:gd name="T12" fmla="*/ 83 w 182"/>
                <a:gd name="T13" fmla="*/ 277 h 319"/>
                <a:gd name="T14" fmla="*/ 83 w 182"/>
                <a:gd name="T15" fmla="*/ 79 h 319"/>
                <a:gd name="T16" fmla="*/ 99 w 182"/>
                <a:gd name="T17" fmla="*/ 79 h 319"/>
                <a:gd name="T18" fmla="*/ 99 w 182"/>
                <a:gd name="T19" fmla="*/ 277 h 319"/>
                <a:gd name="T20" fmla="*/ 141 w 182"/>
                <a:gd name="T21" fmla="*/ 319 h 319"/>
                <a:gd name="T22" fmla="*/ 182 w 182"/>
                <a:gd name="T23" fmla="*/ 277 h 319"/>
                <a:gd name="T24" fmla="*/ 182 w 182"/>
                <a:gd name="T25" fmla="*/ 14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2" h="319">
                  <a:moveTo>
                    <a:pt x="182" y="14"/>
                  </a:moveTo>
                  <a:cubicBezTo>
                    <a:pt x="182" y="0"/>
                    <a:pt x="182" y="0"/>
                    <a:pt x="182" y="0"/>
                  </a:cubicBezTo>
                  <a:cubicBezTo>
                    <a:pt x="0" y="0"/>
                    <a:pt x="0" y="0"/>
                    <a:pt x="0" y="0"/>
                  </a:cubicBezTo>
                  <a:cubicBezTo>
                    <a:pt x="0" y="14"/>
                    <a:pt x="0" y="14"/>
                    <a:pt x="0" y="14"/>
                  </a:cubicBezTo>
                  <a:cubicBezTo>
                    <a:pt x="0" y="277"/>
                    <a:pt x="0" y="277"/>
                    <a:pt x="0" y="277"/>
                  </a:cubicBezTo>
                  <a:cubicBezTo>
                    <a:pt x="0" y="300"/>
                    <a:pt x="18" y="319"/>
                    <a:pt x="41" y="319"/>
                  </a:cubicBezTo>
                  <a:cubicBezTo>
                    <a:pt x="64" y="319"/>
                    <a:pt x="83" y="300"/>
                    <a:pt x="83" y="277"/>
                  </a:cubicBezTo>
                  <a:cubicBezTo>
                    <a:pt x="83" y="79"/>
                    <a:pt x="83" y="79"/>
                    <a:pt x="83" y="79"/>
                  </a:cubicBezTo>
                  <a:cubicBezTo>
                    <a:pt x="99" y="79"/>
                    <a:pt x="99" y="79"/>
                    <a:pt x="99" y="79"/>
                  </a:cubicBezTo>
                  <a:cubicBezTo>
                    <a:pt x="99" y="277"/>
                    <a:pt x="99" y="277"/>
                    <a:pt x="99" y="277"/>
                  </a:cubicBezTo>
                  <a:cubicBezTo>
                    <a:pt x="99" y="300"/>
                    <a:pt x="118" y="319"/>
                    <a:pt x="141" y="319"/>
                  </a:cubicBezTo>
                  <a:cubicBezTo>
                    <a:pt x="164" y="319"/>
                    <a:pt x="182" y="300"/>
                    <a:pt x="182" y="277"/>
                  </a:cubicBezTo>
                  <a:lnTo>
                    <a:pt x="182"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Oval 14"/>
            <p:cNvSpPr>
              <a:spLocks noChangeArrowheads="1"/>
            </p:cNvSpPr>
            <p:nvPr/>
          </p:nvSpPr>
          <p:spPr bwMode="auto">
            <a:xfrm>
              <a:off x="7059613" y="1639888"/>
              <a:ext cx="287338" cy="2873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3" name="组合 12"/>
          <p:cNvGrpSpPr/>
          <p:nvPr/>
        </p:nvGrpSpPr>
        <p:grpSpPr>
          <a:xfrm>
            <a:off x="8366125" y="1263650"/>
            <a:ext cx="969963" cy="1677988"/>
            <a:chOff x="8366125" y="1263650"/>
            <a:chExt cx="969963" cy="1677988"/>
          </a:xfrm>
          <a:solidFill>
            <a:schemeClr val="tx1">
              <a:lumMod val="65000"/>
              <a:lumOff val="35000"/>
            </a:schemeClr>
          </a:solidFill>
        </p:grpSpPr>
        <p:sp>
          <p:nvSpPr>
            <p:cNvPr id="14" name="Freeform 38"/>
            <p:cNvSpPr>
              <a:spLocks/>
            </p:cNvSpPr>
            <p:nvPr/>
          </p:nvSpPr>
          <p:spPr bwMode="auto">
            <a:xfrm>
              <a:off x="8366125" y="1563688"/>
              <a:ext cx="969963" cy="846138"/>
            </a:xfrm>
            <a:custGeom>
              <a:avLst/>
              <a:gdLst>
                <a:gd name="T0" fmla="*/ 373 w 554"/>
                <a:gd name="T1" fmla="*/ 0 h 483"/>
                <a:gd name="T2" fmla="*/ 277 w 554"/>
                <a:gd name="T3" fmla="*/ 50 h 483"/>
                <a:gd name="T4" fmla="*/ 181 w 554"/>
                <a:gd name="T5" fmla="*/ 0 h 483"/>
                <a:gd name="T6" fmla="*/ 81 w 554"/>
                <a:gd name="T7" fmla="*/ 64 h 483"/>
                <a:gd name="T8" fmla="*/ 20 w 554"/>
                <a:gd name="T9" fmla="*/ 419 h 483"/>
                <a:gd name="T10" fmla="*/ 59 w 554"/>
                <a:gd name="T11" fmla="*/ 453 h 483"/>
                <a:gd name="T12" fmla="*/ 63 w 554"/>
                <a:gd name="T13" fmla="*/ 453 h 483"/>
                <a:gd name="T14" fmla="*/ 95 w 554"/>
                <a:gd name="T15" fmla="*/ 427 h 483"/>
                <a:gd name="T16" fmla="*/ 55 w 554"/>
                <a:gd name="T17" fmla="*/ 307 h 483"/>
                <a:gd name="T18" fmla="*/ 82 w 554"/>
                <a:gd name="T19" fmla="*/ 187 h 483"/>
                <a:gd name="T20" fmla="*/ 93 w 554"/>
                <a:gd name="T21" fmla="*/ 187 h 483"/>
                <a:gd name="T22" fmla="*/ 66 w 554"/>
                <a:gd name="T23" fmla="*/ 307 h 483"/>
                <a:gd name="T24" fmla="*/ 277 w 554"/>
                <a:gd name="T25" fmla="*/ 483 h 483"/>
                <a:gd name="T26" fmla="*/ 489 w 554"/>
                <a:gd name="T27" fmla="*/ 307 h 483"/>
                <a:gd name="T28" fmla="*/ 461 w 554"/>
                <a:gd name="T29" fmla="*/ 187 h 483"/>
                <a:gd name="T30" fmla="*/ 473 w 554"/>
                <a:gd name="T31" fmla="*/ 187 h 483"/>
                <a:gd name="T32" fmla="*/ 499 w 554"/>
                <a:gd name="T33" fmla="*/ 307 h 483"/>
                <a:gd name="T34" fmla="*/ 459 w 554"/>
                <a:gd name="T35" fmla="*/ 427 h 483"/>
                <a:gd name="T36" fmla="*/ 491 w 554"/>
                <a:gd name="T37" fmla="*/ 453 h 483"/>
                <a:gd name="T38" fmla="*/ 496 w 554"/>
                <a:gd name="T39" fmla="*/ 453 h 483"/>
                <a:gd name="T40" fmla="*/ 534 w 554"/>
                <a:gd name="T41" fmla="*/ 419 h 483"/>
                <a:gd name="T42" fmla="*/ 473 w 554"/>
                <a:gd name="T43" fmla="*/ 64 h 483"/>
                <a:gd name="T44" fmla="*/ 373 w 554"/>
                <a:gd name="T45" fmla="*/ 0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54" h="483">
                  <a:moveTo>
                    <a:pt x="373" y="0"/>
                  </a:moveTo>
                  <a:cubicBezTo>
                    <a:pt x="352" y="30"/>
                    <a:pt x="317" y="50"/>
                    <a:pt x="277" y="50"/>
                  </a:cubicBezTo>
                  <a:cubicBezTo>
                    <a:pt x="237" y="50"/>
                    <a:pt x="202" y="30"/>
                    <a:pt x="181" y="0"/>
                  </a:cubicBezTo>
                  <a:cubicBezTo>
                    <a:pt x="159" y="5"/>
                    <a:pt x="118" y="20"/>
                    <a:pt x="81" y="64"/>
                  </a:cubicBezTo>
                  <a:cubicBezTo>
                    <a:pt x="21" y="137"/>
                    <a:pt x="0" y="257"/>
                    <a:pt x="20" y="419"/>
                  </a:cubicBezTo>
                  <a:cubicBezTo>
                    <a:pt x="23" y="439"/>
                    <a:pt x="39" y="453"/>
                    <a:pt x="59" y="453"/>
                  </a:cubicBezTo>
                  <a:cubicBezTo>
                    <a:pt x="60" y="453"/>
                    <a:pt x="62" y="453"/>
                    <a:pt x="63" y="453"/>
                  </a:cubicBezTo>
                  <a:cubicBezTo>
                    <a:pt x="79" y="451"/>
                    <a:pt x="91" y="441"/>
                    <a:pt x="95" y="427"/>
                  </a:cubicBezTo>
                  <a:cubicBezTo>
                    <a:pt x="69" y="396"/>
                    <a:pt x="55" y="356"/>
                    <a:pt x="55" y="307"/>
                  </a:cubicBezTo>
                  <a:cubicBezTo>
                    <a:pt x="55" y="267"/>
                    <a:pt x="65" y="226"/>
                    <a:pt x="82" y="187"/>
                  </a:cubicBezTo>
                  <a:cubicBezTo>
                    <a:pt x="93" y="187"/>
                    <a:pt x="93" y="187"/>
                    <a:pt x="93" y="187"/>
                  </a:cubicBezTo>
                  <a:cubicBezTo>
                    <a:pt x="76" y="225"/>
                    <a:pt x="66" y="266"/>
                    <a:pt x="66" y="307"/>
                  </a:cubicBezTo>
                  <a:cubicBezTo>
                    <a:pt x="66" y="437"/>
                    <a:pt x="167" y="483"/>
                    <a:pt x="277" y="483"/>
                  </a:cubicBezTo>
                  <a:cubicBezTo>
                    <a:pt x="388" y="483"/>
                    <a:pt x="489" y="437"/>
                    <a:pt x="489" y="307"/>
                  </a:cubicBezTo>
                  <a:cubicBezTo>
                    <a:pt x="489" y="266"/>
                    <a:pt x="479" y="225"/>
                    <a:pt x="461" y="187"/>
                  </a:cubicBezTo>
                  <a:cubicBezTo>
                    <a:pt x="473" y="187"/>
                    <a:pt x="473" y="187"/>
                    <a:pt x="473" y="187"/>
                  </a:cubicBezTo>
                  <a:cubicBezTo>
                    <a:pt x="490" y="226"/>
                    <a:pt x="499" y="267"/>
                    <a:pt x="499" y="307"/>
                  </a:cubicBezTo>
                  <a:cubicBezTo>
                    <a:pt x="499" y="356"/>
                    <a:pt x="486" y="396"/>
                    <a:pt x="459" y="427"/>
                  </a:cubicBezTo>
                  <a:cubicBezTo>
                    <a:pt x="464" y="441"/>
                    <a:pt x="476" y="451"/>
                    <a:pt x="491" y="453"/>
                  </a:cubicBezTo>
                  <a:cubicBezTo>
                    <a:pt x="493" y="453"/>
                    <a:pt x="494" y="453"/>
                    <a:pt x="496" y="453"/>
                  </a:cubicBezTo>
                  <a:cubicBezTo>
                    <a:pt x="515" y="453"/>
                    <a:pt x="532" y="439"/>
                    <a:pt x="534" y="419"/>
                  </a:cubicBezTo>
                  <a:cubicBezTo>
                    <a:pt x="554" y="257"/>
                    <a:pt x="534" y="137"/>
                    <a:pt x="473" y="64"/>
                  </a:cubicBezTo>
                  <a:cubicBezTo>
                    <a:pt x="436" y="20"/>
                    <a:pt x="395" y="5"/>
                    <a:pt x="37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39"/>
            <p:cNvSpPr>
              <a:spLocks/>
            </p:cNvSpPr>
            <p:nvPr/>
          </p:nvSpPr>
          <p:spPr bwMode="auto">
            <a:xfrm>
              <a:off x="8545513" y="2324100"/>
              <a:ext cx="290513" cy="617538"/>
            </a:xfrm>
            <a:custGeom>
              <a:avLst/>
              <a:gdLst>
                <a:gd name="T0" fmla="*/ 0 w 166"/>
                <a:gd name="T1" fmla="*/ 0 h 352"/>
                <a:gd name="T2" fmla="*/ 61 w 166"/>
                <a:gd name="T3" fmla="*/ 310 h 352"/>
                <a:gd name="T4" fmla="*/ 114 w 166"/>
                <a:gd name="T5" fmla="*/ 352 h 352"/>
                <a:gd name="T6" fmla="*/ 166 w 166"/>
                <a:gd name="T7" fmla="*/ 310 h 352"/>
                <a:gd name="T8" fmla="*/ 166 w 166"/>
                <a:gd name="T9" fmla="*/ 60 h 352"/>
                <a:gd name="T10" fmla="*/ 22 w 166"/>
                <a:gd name="T11" fmla="*/ 19 h 352"/>
                <a:gd name="T12" fmla="*/ 0 w 166"/>
                <a:gd name="T13" fmla="*/ 0 h 352"/>
              </a:gdLst>
              <a:ahLst/>
              <a:cxnLst>
                <a:cxn ang="0">
                  <a:pos x="T0" y="T1"/>
                </a:cxn>
                <a:cxn ang="0">
                  <a:pos x="T2" y="T3"/>
                </a:cxn>
                <a:cxn ang="0">
                  <a:pos x="T4" y="T5"/>
                </a:cxn>
                <a:cxn ang="0">
                  <a:pos x="T6" y="T7"/>
                </a:cxn>
                <a:cxn ang="0">
                  <a:pos x="T8" y="T9"/>
                </a:cxn>
                <a:cxn ang="0">
                  <a:pos x="T10" y="T11"/>
                </a:cxn>
                <a:cxn ang="0">
                  <a:pos x="T12" y="T13"/>
                </a:cxn>
              </a:cxnLst>
              <a:rect l="0" t="0" r="r" b="b"/>
              <a:pathLst>
                <a:path w="166" h="352">
                  <a:moveTo>
                    <a:pt x="0" y="0"/>
                  </a:moveTo>
                  <a:cubicBezTo>
                    <a:pt x="61" y="310"/>
                    <a:pt x="61" y="310"/>
                    <a:pt x="61" y="310"/>
                  </a:cubicBezTo>
                  <a:cubicBezTo>
                    <a:pt x="61" y="334"/>
                    <a:pt x="85" y="352"/>
                    <a:pt x="114" y="352"/>
                  </a:cubicBezTo>
                  <a:cubicBezTo>
                    <a:pt x="142" y="352"/>
                    <a:pt x="166" y="334"/>
                    <a:pt x="166" y="310"/>
                  </a:cubicBezTo>
                  <a:cubicBezTo>
                    <a:pt x="166" y="60"/>
                    <a:pt x="166" y="60"/>
                    <a:pt x="166" y="60"/>
                  </a:cubicBezTo>
                  <a:cubicBezTo>
                    <a:pt x="108" y="58"/>
                    <a:pt x="58" y="44"/>
                    <a:pt x="22" y="19"/>
                  </a:cubicBezTo>
                  <a:cubicBezTo>
                    <a:pt x="14" y="13"/>
                    <a:pt x="7" y="7"/>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40"/>
            <p:cNvSpPr>
              <a:spLocks/>
            </p:cNvSpPr>
            <p:nvPr/>
          </p:nvSpPr>
          <p:spPr bwMode="auto">
            <a:xfrm>
              <a:off x="8869363" y="2324100"/>
              <a:ext cx="290513" cy="617538"/>
            </a:xfrm>
            <a:custGeom>
              <a:avLst/>
              <a:gdLst>
                <a:gd name="T0" fmla="*/ 0 w 166"/>
                <a:gd name="T1" fmla="*/ 60 h 352"/>
                <a:gd name="T2" fmla="*/ 0 w 166"/>
                <a:gd name="T3" fmla="*/ 310 h 352"/>
                <a:gd name="T4" fmla="*/ 52 w 166"/>
                <a:gd name="T5" fmla="*/ 352 h 352"/>
                <a:gd name="T6" fmla="*/ 104 w 166"/>
                <a:gd name="T7" fmla="*/ 310 h 352"/>
                <a:gd name="T8" fmla="*/ 166 w 166"/>
                <a:gd name="T9" fmla="*/ 0 h 352"/>
                <a:gd name="T10" fmla="*/ 144 w 166"/>
                <a:gd name="T11" fmla="*/ 19 h 352"/>
                <a:gd name="T12" fmla="*/ 0 w 166"/>
                <a:gd name="T13" fmla="*/ 60 h 352"/>
              </a:gdLst>
              <a:ahLst/>
              <a:cxnLst>
                <a:cxn ang="0">
                  <a:pos x="T0" y="T1"/>
                </a:cxn>
                <a:cxn ang="0">
                  <a:pos x="T2" y="T3"/>
                </a:cxn>
                <a:cxn ang="0">
                  <a:pos x="T4" y="T5"/>
                </a:cxn>
                <a:cxn ang="0">
                  <a:pos x="T6" y="T7"/>
                </a:cxn>
                <a:cxn ang="0">
                  <a:pos x="T8" y="T9"/>
                </a:cxn>
                <a:cxn ang="0">
                  <a:pos x="T10" y="T11"/>
                </a:cxn>
                <a:cxn ang="0">
                  <a:pos x="T12" y="T13"/>
                </a:cxn>
              </a:cxnLst>
              <a:rect l="0" t="0" r="r" b="b"/>
              <a:pathLst>
                <a:path w="166" h="352">
                  <a:moveTo>
                    <a:pt x="0" y="60"/>
                  </a:moveTo>
                  <a:cubicBezTo>
                    <a:pt x="0" y="310"/>
                    <a:pt x="0" y="310"/>
                    <a:pt x="0" y="310"/>
                  </a:cubicBezTo>
                  <a:cubicBezTo>
                    <a:pt x="0" y="334"/>
                    <a:pt x="23" y="352"/>
                    <a:pt x="52" y="352"/>
                  </a:cubicBezTo>
                  <a:cubicBezTo>
                    <a:pt x="81" y="352"/>
                    <a:pt x="104" y="334"/>
                    <a:pt x="104" y="310"/>
                  </a:cubicBezTo>
                  <a:cubicBezTo>
                    <a:pt x="166" y="0"/>
                    <a:pt x="166" y="0"/>
                    <a:pt x="166" y="0"/>
                  </a:cubicBezTo>
                  <a:cubicBezTo>
                    <a:pt x="159" y="7"/>
                    <a:pt x="152" y="13"/>
                    <a:pt x="144" y="19"/>
                  </a:cubicBezTo>
                  <a:cubicBezTo>
                    <a:pt x="108" y="44"/>
                    <a:pt x="58" y="58"/>
                    <a:pt x="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Oval 41"/>
            <p:cNvSpPr>
              <a:spLocks noChangeArrowheads="1"/>
            </p:cNvSpPr>
            <p:nvPr/>
          </p:nvSpPr>
          <p:spPr bwMode="auto">
            <a:xfrm>
              <a:off x="8666163" y="1263650"/>
              <a:ext cx="371475" cy="3714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8" name="组合 17"/>
          <p:cNvGrpSpPr/>
          <p:nvPr/>
        </p:nvGrpSpPr>
        <p:grpSpPr>
          <a:xfrm>
            <a:off x="9590088" y="1285875"/>
            <a:ext cx="923925" cy="1663700"/>
            <a:chOff x="9590088" y="1285875"/>
            <a:chExt cx="923925" cy="1663700"/>
          </a:xfrm>
          <a:solidFill>
            <a:schemeClr val="tx1">
              <a:lumMod val="65000"/>
              <a:lumOff val="35000"/>
            </a:schemeClr>
          </a:solidFill>
        </p:grpSpPr>
        <p:sp>
          <p:nvSpPr>
            <p:cNvPr id="19" name="Freeform 51"/>
            <p:cNvSpPr>
              <a:spLocks/>
            </p:cNvSpPr>
            <p:nvPr/>
          </p:nvSpPr>
          <p:spPr bwMode="auto">
            <a:xfrm>
              <a:off x="9590088" y="1543050"/>
              <a:ext cx="923925" cy="1406525"/>
            </a:xfrm>
            <a:custGeom>
              <a:avLst/>
              <a:gdLst>
                <a:gd name="T0" fmla="*/ 523 w 528"/>
                <a:gd name="T1" fmla="*/ 164 h 803"/>
                <a:gd name="T2" fmla="*/ 467 w 528"/>
                <a:gd name="T3" fmla="*/ 30 h 803"/>
                <a:gd name="T4" fmla="*/ 465 w 528"/>
                <a:gd name="T5" fmla="*/ 27 h 803"/>
                <a:gd name="T6" fmla="*/ 467 w 528"/>
                <a:gd name="T7" fmla="*/ 0 h 803"/>
                <a:gd name="T8" fmla="*/ 384 w 528"/>
                <a:gd name="T9" fmla="*/ 0 h 803"/>
                <a:gd name="T10" fmla="*/ 390 w 528"/>
                <a:gd name="T11" fmla="*/ 69 h 803"/>
                <a:gd name="T12" fmla="*/ 348 w 528"/>
                <a:gd name="T13" fmla="*/ 57 h 803"/>
                <a:gd name="T14" fmla="*/ 342 w 528"/>
                <a:gd name="T15" fmla="*/ 56 h 803"/>
                <a:gd name="T16" fmla="*/ 187 w 528"/>
                <a:gd name="T17" fmla="*/ 56 h 803"/>
                <a:gd name="T18" fmla="*/ 180 w 528"/>
                <a:gd name="T19" fmla="*/ 57 h 803"/>
                <a:gd name="T20" fmla="*/ 109 w 528"/>
                <a:gd name="T21" fmla="*/ 83 h 803"/>
                <a:gd name="T22" fmla="*/ 121 w 528"/>
                <a:gd name="T23" fmla="*/ 55 h 803"/>
                <a:gd name="T24" fmla="*/ 123 w 528"/>
                <a:gd name="T25" fmla="*/ 47 h 803"/>
                <a:gd name="T26" fmla="*/ 55 w 528"/>
                <a:gd name="T27" fmla="*/ 47 h 803"/>
                <a:gd name="T28" fmla="*/ 6 w 528"/>
                <a:gd name="T29" fmla="*/ 164 h 803"/>
                <a:gd name="T30" fmla="*/ 17 w 528"/>
                <a:gd name="T31" fmla="*/ 202 h 803"/>
                <a:gd name="T32" fmla="*/ 35 w 528"/>
                <a:gd name="T33" fmla="*/ 208 h 803"/>
                <a:gd name="T34" fmla="*/ 57 w 528"/>
                <a:gd name="T35" fmla="*/ 200 h 803"/>
                <a:gd name="T36" fmla="*/ 156 w 528"/>
                <a:gd name="T37" fmla="*/ 131 h 803"/>
                <a:gd name="T38" fmla="*/ 156 w 528"/>
                <a:gd name="T39" fmla="*/ 304 h 803"/>
                <a:gd name="T40" fmla="*/ 115 w 528"/>
                <a:gd name="T41" fmla="*/ 747 h 803"/>
                <a:gd name="T42" fmla="*/ 160 w 528"/>
                <a:gd name="T43" fmla="*/ 801 h 803"/>
                <a:gd name="T44" fmla="*/ 214 w 528"/>
                <a:gd name="T45" fmla="*/ 756 h 803"/>
                <a:gd name="T46" fmla="*/ 247 w 528"/>
                <a:gd name="T47" fmla="*/ 392 h 803"/>
                <a:gd name="T48" fmla="*/ 281 w 528"/>
                <a:gd name="T49" fmla="*/ 392 h 803"/>
                <a:gd name="T50" fmla="*/ 315 w 528"/>
                <a:gd name="T51" fmla="*/ 756 h 803"/>
                <a:gd name="T52" fmla="*/ 369 w 528"/>
                <a:gd name="T53" fmla="*/ 801 h 803"/>
                <a:gd name="T54" fmla="*/ 413 w 528"/>
                <a:gd name="T55" fmla="*/ 747 h 803"/>
                <a:gd name="T56" fmla="*/ 372 w 528"/>
                <a:gd name="T57" fmla="*/ 304 h 803"/>
                <a:gd name="T58" fmla="*/ 372 w 528"/>
                <a:gd name="T59" fmla="*/ 131 h 803"/>
                <a:gd name="T60" fmla="*/ 472 w 528"/>
                <a:gd name="T61" fmla="*/ 200 h 803"/>
                <a:gd name="T62" fmla="*/ 493 w 528"/>
                <a:gd name="T63" fmla="*/ 208 h 803"/>
                <a:gd name="T64" fmla="*/ 512 w 528"/>
                <a:gd name="T65" fmla="*/ 202 h 803"/>
                <a:gd name="T66" fmla="*/ 523 w 528"/>
                <a:gd name="T67" fmla="*/ 164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28" h="803">
                  <a:moveTo>
                    <a:pt x="523" y="164"/>
                  </a:moveTo>
                  <a:cubicBezTo>
                    <a:pt x="467" y="30"/>
                    <a:pt x="467" y="30"/>
                    <a:pt x="467" y="30"/>
                  </a:cubicBezTo>
                  <a:cubicBezTo>
                    <a:pt x="466" y="29"/>
                    <a:pt x="465" y="28"/>
                    <a:pt x="465" y="27"/>
                  </a:cubicBezTo>
                  <a:cubicBezTo>
                    <a:pt x="467" y="0"/>
                    <a:pt x="467" y="0"/>
                    <a:pt x="467" y="0"/>
                  </a:cubicBezTo>
                  <a:cubicBezTo>
                    <a:pt x="384" y="0"/>
                    <a:pt x="384" y="0"/>
                    <a:pt x="384" y="0"/>
                  </a:cubicBezTo>
                  <a:cubicBezTo>
                    <a:pt x="390" y="69"/>
                    <a:pt x="390" y="69"/>
                    <a:pt x="390" y="69"/>
                  </a:cubicBezTo>
                  <a:cubicBezTo>
                    <a:pt x="376" y="63"/>
                    <a:pt x="362" y="58"/>
                    <a:pt x="348" y="57"/>
                  </a:cubicBezTo>
                  <a:cubicBezTo>
                    <a:pt x="346" y="56"/>
                    <a:pt x="344" y="56"/>
                    <a:pt x="342" y="56"/>
                  </a:cubicBezTo>
                  <a:cubicBezTo>
                    <a:pt x="187" y="56"/>
                    <a:pt x="187" y="56"/>
                    <a:pt x="187" y="56"/>
                  </a:cubicBezTo>
                  <a:cubicBezTo>
                    <a:pt x="185" y="56"/>
                    <a:pt x="183" y="56"/>
                    <a:pt x="180" y="57"/>
                  </a:cubicBezTo>
                  <a:cubicBezTo>
                    <a:pt x="158" y="59"/>
                    <a:pt x="133" y="70"/>
                    <a:pt x="109" y="83"/>
                  </a:cubicBezTo>
                  <a:cubicBezTo>
                    <a:pt x="121" y="55"/>
                    <a:pt x="121" y="55"/>
                    <a:pt x="121" y="55"/>
                  </a:cubicBezTo>
                  <a:cubicBezTo>
                    <a:pt x="122" y="53"/>
                    <a:pt x="123" y="50"/>
                    <a:pt x="123" y="47"/>
                  </a:cubicBezTo>
                  <a:cubicBezTo>
                    <a:pt x="55" y="47"/>
                    <a:pt x="55" y="47"/>
                    <a:pt x="55" y="47"/>
                  </a:cubicBezTo>
                  <a:cubicBezTo>
                    <a:pt x="6" y="164"/>
                    <a:pt x="6" y="164"/>
                    <a:pt x="6" y="164"/>
                  </a:cubicBezTo>
                  <a:cubicBezTo>
                    <a:pt x="0" y="178"/>
                    <a:pt x="5" y="194"/>
                    <a:pt x="17" y="202"/>
                  </a:cubicBezTo>
                  <a:cubicBezTo>
                    <a:pt x="22" y="206"/>
                    <a:pt x="29" y="208"/>
                    <a:pt x="35" y="208"/>
                  </a:cubicBezTo>
                  <a:cubicBezTo>
                    <a:pt x="43" y="208"/>
                    <a:pt x="51" y="205"/>
                    <a:pt x="57" y="200"/>
                  </a:cubicBezTo>
                  <a:cubicBezTo>
                    <a:pt x="83" y="176"/>
                    <a:pt x="123" y="146"/>
                    <a:pt x="156" y="131"/>
                  </a:cubicBezTo>
                  <a:cubicBezTo>
                    <a:pt x="156" y="304"/>
                    <a:pt x="156" y="304"/>
                    <a:pt x="156" y="304"/>
                  </a:cubicBezTo>
                  <a:cubicBezTo>
                    <a:pt x="115" y="747"/>
                    <a:pt x="115" y="747"/>
                    <a:pt x="115" y="747"/>
                  </a:cubicBezTo>
                  <a:cubicBezTo>
                    <a:pt x="113" y="774"/>
                    <a:pt x="133" y="798"/>
                    <a:pt x="160" y="801"/>
                  </a:cubicBezTo>
                  <a:cubicBezTo>
                    <a:pt x="187" y="803"/>
                    <a:pt x="211" y="783"/>
                    <a:pt x="214" y="756"/>
                  </a:cubicBezTo>
                  <a:cubicBezTo>
                    <a:pt x="247" y="392"/>
                    <a:pt x="247" y="392"/>
                    <a:pt x="247" y="392"/>
                  </a:cubicBezTo>
                  <a:cubicBezTo>
                    <a:pt x="281" y="392"/>
                    <a:pt x="281" y="392"/>
                    <a:pt x="281" y="392"/>
                  </a:cubicBezTo>
                  <a:cubicBezTo>
                    <a:pt x="315" y="756"/>
                    <a:pt x="315" y="756"/>
                    <a:pt x="315" y="756"/>
                  </a:cubicBezTo>
                  <a:cubicBezTo>
                    <a:pt x="317" y="783"/>
                    <a:pt x="342" y="803"/>
                    <a:pt x="369" y="801"/>
                  </a:cubicBezTo>
                  <a:cubicBezTo>
                    <a:pt x="396" y="798"/>
                    <a:pt x="416" y="774"/>
                    <a:pt x="413" y="747"/>
                  </a:cubicBezTo>
                  <a:cubicBezTo>
                    <a:pt x="372" y="304"/>
                    <a:pt x="372" y="304"/>
                    <a:pt x="372" y="304"/>
                  </a:cubicBezTo>
                  <a:cubicBezTo>
                    <a:pt x="372" y="131"/>
                    <a:pt x="372" y="131"/>
                    <a:pt x="372" y="131"/>
                  </a:cubicBezTo>
                  <a:cubicBezTo>
                    <a:pt x="405" y="146"/>
                    <a:pt x="446" y="176"/>
                    <a:pt x="472" y="200"/>
                  </a:cubicBezTo>
                  <a:cubicBezTo>
                    <a:pt x="478" y="205"/>
                    <a:pt x="485" y="208"/>
                    <a:pt x="493" y="208"/>
                  </a:cubicBezTo>
                  <a:cubicBezTo>
                    <a:pt x="500" y="208"/>
                    <a:pt x="506" y="206"/>
                    <a:pt x="512" y="202"/>
                  </a:cubicBezTo>
                  <a:cubicBezTo>
                    <a:pt x="524" y="194"/>
                    <a:pt x="528" y="178"/>
                    <a:pt x="523" y="1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52"/>
            <p:cNvSpPr>
              <a:spLocks noEditPoints="1"/>
            </p:cNvSpPr>
            <p:nvPr/>
          </p:nvSpPr>
          <p:spPr bwMode="auto">
            <a:xfrm>
              <a:off x="9894888" y="1285875"/>
              <a:ext cx="315913" cy="315913"/>
            </a:xfrm>
            <a:custGeom>
              <a:avLst/>
              <a:gdLst>
                <a:gd name="T0" fmla="*/ 90 w 180"/>
                <a:gd name="T1" fmla="*/ 180 h 180"/>
                <a:gd name="T2" fmla="*/ 180 w 180"/>
                <a:gd name="T3" fmla="*/ 90 h 180"/>
                <a:gd name="T4" fmla="*/ 90 w 180"/>
                <a:gd name="T5" fmla="*/ 0 h 180"/>
                <a:gd name="T6" fmla="*/ 0 w 180"/>
                <a:gd name="T7" fmla="*/ 90 h 180"/>
                <a:gd name="T8" fmla="*/ 90 w 180"/>
                <a:gd name="T9" fmla="*/ 180 h 180"/>
                <a:gd name="T10" fmla="*/ 67 w 180"/>
                <a:gd name="T11" fmla="*/ 96 h 180"/>
                <a:gd name="T12" fmla="*/ 96 w 180"/>
                <a:gd name="T13" fmla="*/ 127 h 180"/>
                <a:gd name="T14" fmla="*/ 67 w 180"/>
                <a:gd name="T15" fmla="*/ 158 h 180"/>
                <a:gd name="T16" fmla="*/ 38 w 180"/>
                <a:gd name="T17" fmla="*/ 127 h 180"/>
                <a:gd name="T18" fmla="*/ 67 w 180"/>
                <a:gd name="T19" fmla="*/ 96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0" h="180">
                  <a:moveTo>
                    <a:pt x="90" y="180"/>
                  </a:moveTo>
                  <a:cubicBezTo>
                    <a:pt x="140" y="180"/>
                    <a:pt x="180" y="140"/>
                    <a:pt x="180" y="90"/>
                  </a:cubicBezTo>
                  <a:cubicBezTo>
                    <a:pt x="180" y="41"/>
                    <a:pt x="140" y="0"/>
                    <a:pt x="90" y="0"/>
                  </a:cubicBezTo>
                  <a:cubicBezTo>
                    <a:pt x="41" y="0"/>
                    <a:pt x="0" y="41"/>
                    <a:pt x="0" y="90"/>
                  </a:cubicBezTo>
                  <a:cubicBezTo>
                    <a:pt x="0" y="140"/>
                    <a:pt x="41" y="180"/>
                    <a:pt x="90" y="180"/>
                  </a:cubicBezTo>
                  <a:close/>
                  <a:moveTo>
                    <a:pt x="67" y="96"/>
                  </a:moveTo>
                  <a:cubicBezTo>
                    <a:pt x="83" y="96"/>
                    <a:pt x="96" y="110"/>
                    <a:pt x="96" y="127"/>
                  </a:cubicBezTo>
                  <a:cubicBezTo>
                    <a:pt x="96" y="144"/>
                    <a:pt x="83" y="158"/>
                    <a:pt x="67" y="158"/>
                  </a:cubicBezTo>
                  <a:cubicBezTo>
                    <a:pt x="51" y="158"/>
                    <a:pt x="38" y="144"/>
                    <a:pt x="38" y="127"/>
                  </a:cubicBezTo>
                  <a:cubicBezTo>
                    <a:pt x="38" y="110"/>
                    <a:pt x="51" y="96"/>
                    <a:pt x="67"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53"/>
            <p:cNvSpPr>
              <a:spLocks noEditPoints="1"/>
            </p:cNvSpPr>
            <p:nvPr/>
          </p:nvSpPr>
          <p:spPr bwMode="auto">
            <a:xfrm>
              <a:off x="9620250" y="1400175"/>
              <a:ext cx="250825" cy="68263"/>
            </a:xfrm>
            <a:custGeom>
              <a:avLst/>
              <a:gdLst>
                <a:gd name="T0" fmla="*/ 7 w 143"/>
                <a:gd name="T1" fmla="*/ 39 h 39"/>
                <a:gd name="T2" fmla="*/ 137 w 143"/>
                <a:gd name="T3" fmla="*/ 39 h 39"/>
                <a:gd name="T4" fmla="*/ 142 w 143"/>
                <a:gd name="T5" fmla="*/ 32 h 39"/>
                <a:gd name="T6" fmla="*/ 72 w 143"/>
                <a:gd name="T7" fmla="*/ 0 h 39"/>
                <a:gd name="T8" fmla="*/ 1 w 143"/>
                <a:gd name="T9" fmla="*/ 32 h 39"/>
                <a:gd name="T10" fmla="*/ 7 w 143"/>
                <a:gd name="T11" fmla="*/ 39 h 39"/>
                <a:gd name="T12" fmla="*/ 107 w 143"/>
                <a:gd name="T13" fmla="*/ 11 h 39"/>
                <a:gd name="T14" fmla="*/ 110 w 143"/>
                <a:gd name="T15" fmla="*/ 14 h 39"/>
                <a:gd name="T16" fmla="*/ 107 w 143"/>
                <a:gd name="T17" fmla="*/ 17 h 39"/>
                <a:gd name="T18" fmla="*/ 104 w 143"/>
                <a:gd name="T19" fmla="*/ 14 h 39"/>
                <a:gd name="T20" fmla="*/ 107 w 143"/>
                <a:gd name="T21" fmla="*/ 11 h 39"/>
                <a:gd name="T22" fmla="*/ 91 w 143"/>
                <a:gd name="T23" fmla="*/ 10 h 39"/>
                <a:gd name="T24" fmla="*/ 94 w 143"/>
                <a:gd name="T25" fmla="*/ 13 h 39"/>
                <a:gd name="T26" fmla="*/ 91 w 143"/>
                <a:gd name="T27" fmla="*/ 16 h 39"/>
                <a:gd name="T28" fmla="*/ 88 w 143"/>
                <a:gd name="T29" fmla="*/ 13 h 39"/>
                <a:gd name="T30" fmla="*/ 91 w 143"/>
                <a:gd name="T31" fmla="*/ 10 h 39"/>
                <a:gd name="T32" fmla="*/ 73 w 143"/>
                <a:gd name="T33" fmla="*/ 7 h 39"/>
                <a:gd name="T34" fmla="*/ 76 w 143"/>
                <a:gd name="T35" fmla="*/ 10 h 39"/>
                <a:gd name="T36" fmla="*/ 73 w 143"/>
                <a:gd name="T37" fmla="*/ 13 h 39"/>
                <a:gd name="T38" fmla="*/ 70 w 143"/>
                <a:gd name="T39" fmla="*/ 10 h 39"/>
                <a:gd name="T40" fmla="*/ 73 w 143"/>
                <a:gd name="T41" fmla="*/ 7 h 39"/>
                <a:gd name="T42" fmla="*/ 63 w 143"/>
                <a:gd name="T43" fmla="*/ 15 h 39"/>
                <a:gd name="T44" fmla="*/ 66 w 143"/>
                <a:gd name="T45" fmla="*/ 18 h 39"/>
                <a:gd name="T46" fmla="*/ 63 w 143"/>
                <a:gd name="T47" fmla="*/ 21 h 39"/>
                <a:gd name="T48" fmla="*/ 60 w 143"/>
                <a:gd name="T49" fmla="*/ 18 h 39"/>
                <a:gd name="T50" fmla="*/ 63 w 143"/>
                <a:gd name="T51" fmla="*/ 15 h 39"/>
                <a:gd name="T52" fmla="*/ 50 w 143"/>
                <a:gd name="T53" fmla="*/ 10 h 39"/>
                <a:gd name="T54" fmla="*/ 53 w 143"/>
                <a:gd name="T55" fmla="*/ 13 h 39"/>
                <a:gd name="T56" fmla="*/ 50 w 143"/>
                <a:gd name="T57" fmla="*/ 16 h 39"/>
                <a:gd name="T58" fmla="*/ 47 w 143"/>
                <a:gd name="T59" fmla="*/ 13 h 39"/>
                <a:gd name="T60" fmla="*/ 50 w 143"/>
                <a:gd name="T61" fmla="*/ 10 h 39"/>
                <a:gd name="T62" fmla="*/ 34 w 143"/>
                <a:gd name="T63" fmla="*/ 13 h 39"/>
                <a:gd name="T64" fmla="*/ 37 w 143"/>
                <a:gd name="T65" fmla="*/ 16 h 39"/>
                <a:gd name="T66" fmla="*/ 34 w 143"/>
                <a:gd name="T67" fmla="*/ 19 h 39"/>
                <a:gd name="T68" fmla="*/ 31 w 143"/>
                <a:gd name="T69" fmla="*/ 16 h 39"/>
                <a:gd name="T70" fmla="*/ 34 w 143"/>
                <a:gd name="T71" fmla="*/ 1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3" h="39">
                  <a:moveTo>
                    <a:pt x="7" y="39"/>
                  </a:moveTo>
                  <a:cubicBezTo>
                    <a:pt x="137" y="39"/>
                    <a:pt x="137" y="39"/>
                    <a:pt x="137" y="39"/>
                  </a:cubicBezTo>
                  <a:cubicBezTo>
                    <a:pt x="141" y="39"/>
                    <a:pt x="143" y="35"/>
                    <a:pt x="142" y="32"/>
                  </a:cubicBezTo>
                  <a:cubicBezTo>
                    <a:pt x="136" y="14"/>
                    <a:pt x="107" y="0"/>
                    <a:pt x="72" y="0"/>
                  </a:cubicBezTo>
                  <a:cubicBezTo>
                    <a:pt x="37" y="0"/>
                    <a:pt x="8" y="14"/>
                    <a:pt x="1" y="32"/>
                  </a:cubicBezTo>
                  <a:cubicBezTo>
                    <a:pt x="0" y="35"/>
                    <a:pt x="3" y="39"/>
                    <a:pt x="7" y="39"/>
                  </a:cubicBezTo>
                  <a:close/>
                  <a:moveTo>
                    <a:pt x="107" y="11"/>
                  </a:moveTo>
                  <a:cubicBezTo>
                    <a:pt x="109" y="11"/>
                    <a:pt x="110" y="12"/>
                    <a:pt x="110" y="14"/>
                  </a:cubicBezTo>
                  <a:cubicBezTo>
                    <a:pt x="110" y="16"/>
                    <a:pt x="109" y="17"/>
                    <a:pt x="107" y="17"/>
                  </a:cubicBezTo>
                  <a:cubicBezTo>
                    <a:pt x="106" y="17"/>
                    <a:pt x="104" y="16"/>
                    <a:pt x="104" y="14"/>
                  </a:cubicBezTo>
                  <a:cubicBezTo>
                    <a:pt x="104" y="12"/>
                    <a:pt x="106" y="11"/>
                    <a:pt x="107" y="11"/>
                  </a:cubicBezTo>
                  <a:close/>
                  <a:moveTo>
                    <a:pt x="91" y="10"/>
                  </a:moveTo>
                  <a:cubicBezTo>
                    <a:pt x="93" y="10"/>
                    <a:pt x="94" y="11"/>
                    <a:pt x="94" y="13"/>
                  </a:cubicBezTo>
                  <a:cubicBezTo>
                    <a:pt x="94" y="15"/>
                    <a:pt x="93" y="16"/>
                    <a:pt x="91" y="16"/>
                  </a:cubicBezTo>
                  <a:cubicBezTo>
                    <a:pt x="90" y="16"/>
                    <a:pt x="88" y="15"/>
                    <a:pt x="88" y="13"/>
                  </a:cubicBezTo>
                  <a:cubicBezTo>
                    <a:pt x="88" y="11"/>
                    <a:pt x="90" y="10"/>
                    <a:pt x="91" y="10"/>
                  </a:cubicBezTo>
                  <a:close/>
                  <a:moveTo>
                    <a:pt x="73" y="7"/>
                  </a:moveTo>
                  <a:cubicBezTo>
                    <a:pt x="74" y="7"/>
                    <a:pt x="76" y="9"/>
                    <a:pt x="76" y="10"/>
                  </a:cubicBezTo>
                  <a:cubicBezTo>
                    <a:pt x="76" y="12"/>
                    <a:pt x="74" y="13"/>
                    <a:pt x="73" y="13"/>
                  </a:cubicBezTo>
                  <a:cubicBezTo>
                    <a:pt x="71" y="13"/>
                    <a:pt x="70" y="12"/>
                    <a:pt x="70" y="10"/>
                  </a:cubicBezTo>
                  <a:cubicBezTo>
                    <a:pt x="70" y="9"/>
                    <a:pt x="71" y="7"/>
                    <a:pt x="73" y="7"/>
                  </a:cubicBezTo>
                  <a:close/>
                  <a:moveTo>
                    <a:pt x="63" y="15"/>
                  </a:moveTo>
                  <a:cubicBezTo>
                    <a:pt x="64" y="15"/>
                    <a:pt x="66" y="16"/>
                    <a:pt x="66" y="18"/>
                  </a:cubicBezTo>
                  <a:cubicBezTo>
                    <a:pt x="66" y="19"/>
                    <a:pt x="64" y="21"/>
                    <a:pt x="63" y="21"/>
                  </a:cubicBezTo>
                  <a:cubicBezTo>
                    <a:pt x="61" y="21"/>
                    <a:pt x="60" y="19"/>
                    <a:pt x="60" y="18"/>
                  </a:cubicBezTo>
                  <a:cubicBezTo>
                    <a:pt x="60" y="16"/>
                    <a:pt x="61" y="15"/>
                    <a:pt x="63" y="15"/>
                  </a:cubicBezTo>
                  <a:close/>
                  <a:moveTo>
                    <a:pt x="50" y="10"/>
                  </a:moveTo>
                  <a:cubicBezTo>
                    <a:pt x="52" y="10"/>
                    <a:pt x="53" y="11"/>
                    <a:pt x="53" y="13"/>
                  </a:cubicBezTo>
                  <a:cubicBezTo>
                    <a:pt x="53" y="15"/>
                    <a:pt x="52" y="16"/>
                    <a:pt x="50" y="16"/>
                  </a:cubicBezTo>
                  <a:cubicBezTo>
                    <a:pt x="48" y="16"/>
                    <a:pt x="47" y="15"/>
                    <a:pt x="47" y="13"/>
                  </a:cubicBezTo>
                  <a:cubicBezTo>
                    <a:pt x="47" y="11"/>
                    <a:pt x="48" y="10"/>
                    <a:pt x="50" y="10"/>
                  </a:cubicBezTo>
                  <a:close/>
                  <a:moveTo>
                    <a:pt x="34" y="13"/>
                  </a:moveTo>
                  <a:cubicBezTo>
                    <a:pt x="35" y="13"/>
                    <a:pt x="37" y="15"/>
                    <a:pt x="37" y="16"/>
                  </a:cubicBezTo>
                  <a:cubicBezTo>
                    <a:pt x="37" y="18"/>
                    <a:pt x="35" y="19"/>
                    <a:pt x="34" y="19"/>
                  </a:cubicBezTo>
                  <a:cubicBezTo>
                    <a:pt x="32" y="19"/>
                    <a:pt x="31" y="18"/>
                    <a:pt x="31" y="16"/>
                  </a:cubicBezTo>
                  <a:cubicBezTo>
                    <a:pt x="31" y="15"/>
                    <a:pt x="32" y="13"/>
                    <a:pt x="34"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54"/>
            <p:cNvSpPr>
              <a:spLocks/>
            </p:cNvSpPr>
            <p:nvPr/>
          </p:nvSpPr>
          <p:spPr bwMode="auto">
            <a:xfrm>
              <a:off x="9618663" y="1481138"/>
              <a:ext cx="254000" cy="34925"/>
            </a:xfrm>
            <a:custGeom>
              <a:avLst/>
              <a:gdLst>
                <a:gd name="T0" fmla="*/ 10 w 145"/>
                <a:gd name="T1" fmla="*/ 20 h 20"/>
                <a:gd name="T2" fmla="*/ 135 w 145"/>
                <a:gd name="T3" fmla="*/ 20 h 20"/>
                <a:gd name="T4" fmla="*/ 145 w 145"/>
                <a:gd name="T5" fmla="*/ 10 h 20"/>
                <a:gd name="T6" fmla="*/ 137 w 145"/>
                <a:gd name="T7" fmla="*/ 0 h 20"/>
                <a:gd name="T8" fmla="*/ 134 w 145"/>
                <a:gd name="T9" fmla="*/ 9 h 20"/>
                <a:gd name="T10" fmla="*/ 124 w 145"/>
                <a:gd name="T11" fmla="*/ 2 h 20"/>
                <a:gd name="T12" fmla="*/ 108 w 145"/>
                <a:gd name="T13" fmla="*/ 8 h 20"/>
                <a:gd name="T14" fmla="*/ 92 w 145"/>
                <a:gd name="T15" fmla="*/ 0 h 20"/>
                <a:gd name="T16" fmla="*/ 77 w 145"/>
                <a:gd name="T17" fmla="*/ 0 h 20"/>
                <a:gd name="T18" fmla="*/ 63 w 145"/>
                <a:gd name="T19" fmla="*/ 9 h 20"/>
                <a:gd name="T20" fmla="*/ 43 w 145"/>
                <a:gd name="T21" fmla="*/ 0 h 20"/>
                <a:gd name="T22" fmla="*/ 38 w 145"/>
                <a:gd name="T23" fmla="*/ 0 h 20"/>
                <a:gd name="T24" fmla="*/ 22 w 145"/>
                <a:gd name="T25" fmla="*/ 9 h 20"/>
                <a:gd name="T26" fmla="*/ 13 w 145"/>
                <a:gd name="T27" fmla="*/ 0 h 20"/>
                <a:gd name="T28" fmla="*/ 10 w 145"/>
                <a:gd name="T29" fmla="*/ 0 h 20"/>
                <a:gd name="T30" fmla="*/ 0 w 145"/>
                <a:gd name="T31" fmla="*/ 10 h 20"/>
                <a:gd name="T32" fmla="*/ 10 w 145"/>
                <a:gd name="T33"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5" h="20">
                  <a:moveTo>
                    <a:pt x="10" y="20"/>
                  </a:moveTo>
                  <a:cubicBezTo>
                    <a:pt x="135" y="20"/>
                    <a:pt x="135" y="20"/>
                    <a:pt x="135" y="20"/>
                  </a:cubicBezTo>
                  <a:cubicBezTo>
                    <a:pt x="141" y="20"/>
                    <a:pt x="145" y="15"/>
                    <a:pt x="145" y="10"/>
                  </a:cubicBezTo>
                  <a:cubicBezTo>
                    <a:pt x="145" y="5"/>
                    <a:pt x="141" y="1"/>
                    <a:pt x="137" y="0"/>
                  </a:cubicBezTo>
                  <a:cubicBezTo>
                    <a:pt x="137" y="3"/>
                    <a:pt x="137" y="9"/>
                    <a:pt x="134" y="9"/>
                  </a:cubicBezTo>
                  <a:cubicBezTo>
                    <a:pt x="129" y="11"/>
                    <a:pt x="127" y="3"/>
                    <a:pt x="124" y="2"/>
                  </a:cubicBezTo>
                  <a:cubicBezTo>
                    <a:pt x="120" y="1"/>
                    <a:pt x="117" y="6"/>
                    <a:pt x="108" y="8"/>
                  </a:cubicBezTo>
                  <a:cubicBezTo>
                    <a:pt x="101" y="9"/>
                    <a:pt x="98" y="3"/>
                    <a:pt x="92" y="0"/>
                  </a:cubicBezTo>
                  <a:cubicBezTo>
                    <a:pt x="77" y="0"/>
                    <a:pt x="77" y="0"/>
                    <a:pt x="77" y="0"/>
                  </a:cubicBezTo>
                  <a:cubicBezTo>
                    <a:pt x="70" y="2"/>
                    <a:pt x="68" y="8"/>
                    <a:pt x="63" y="9"/>
                  </a:cubicBezTo>
                  <a:cubicBezTo>
                    <a:pt x="57" y="10"/>
                    <a:pt x="48" y="2"/>
                    <a:pt x="43" y="0"/>
                  </a:cubicBezTo>
                  <a:cubicBezTo>
                    <a:pt x="38" y="0"/>
                    <a:pt x="38" y="0"/>
                    <a:pt x="38" y="0"/>
                  </a:cubicBezTo>
                  <a:cubicBezTo>
                    <a:pt x="33" y="2"/>
                    <a:pt x="26" y="9"/>
                    <a:pt x="22" y="9"/>
                  </a:cubicBezTo>
                  <a:cubicBezTo>
                    <a:pt x="18" y="9"/>
                    <a:pt x="14" y="2"/>
                    <a:pt x="13" y="0"/>
                  </a:cubicBezTo>
                  <a:cubicBezTo>
                    <a:pt x="10" y="0"/>
                    <a:pt x="10" y="0"/>
                    <a:pt x="10" y="0"/>
                  </a:cubicBezTo>
                  <a:cubicBezTo>
                    <a:pt x="5" y="0"/>
                    <a:pt x="0" y="4"/>
                    <a:pt x="0" y="10"/>
                  </a:cubicBezTo>
                  <a:cubicBezTo>
                    <a:pt x="0" y="15"/>
                    <a:pt x="5" y="20"/>
                    <a:pt x="10"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55"/>
            <p:cNvSpPr>
              <a:spLocks/>
            </p:cNvSpPr>
            <p:nvPr/>
          </p:nvSpPr>
          <p:spPr bwMode="auto">
            <a:xfrm>
              <a:off x="9618663" y="1527175"/>
              <a:ext cx="254000" cy="34925"/>
            </a:xfrm>
            <a:custGeom>
              <a:avLst/>
              <a:gdLst>
                <a:gd name="T0" fmla="*/ 10 w 145"/>
                <a:gd name="T1" fmla="*/ 20 h 20"/>
                <a:gd name="T2" fmla="*/ 135 w 145"/>
                <a:gd name="T3" fmla="*/ 20 h 20"/>
                <a:gd name="T4" fmla="*/ 144 w 145"/>
                <a:gd name="T5" fmla="*/ 15 h 20"/>
                <a:gd name="T6" fmla="*/ 145 w 145"/>
                <a:gd name="T7" fmla="*/ 10 h 20"/>
                <a:gd name="T8" fmla="*/ 135 w 145"/>
                <a:gd name="T9" fmla="*/ 0 h 20"/>
                <a:gd name="T10" fmla="*/ 113 w 145"/>
                <a:gd name="T11" fmla="*/ 0 h 20"/>
                <a:gd name="T12" fmla="*/ 101 w 145"/>
                <a:gd name="T13" fmla="*/ 11 h 20"/>
                <a:gd name="T14" fmla="*/ 88 w 145"/>
                <a:gd name="T15" fmla="*/ 0 h 20"/>
                <a:gd name="T16" fmla="*/ 10 w 145"/>
                <a:gd name="T17" fmla="*/ 0 h 20"/>
                <a:gd name="T18" fmla="*/ 0 w 145"/>
                <a:gd name="T19" fmla="*/ 10 h 20"/>
                <a:gd name="T20" fmla="*/ 1 w 145"/>
                <a:gd name="T21" fmla="*/ 15 h 20"/>
                <a:gd name="T22" fmla="*/ 10 w 145"/>
                <a:gd name="T23"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5" h="20">
                  <a:moveTo>
                    <a:pt x="10" y="20"/>
                  </a:moveTo>
                  <a:cubicBezTo>
                    <a:pt x="135" y="20"/>
                    <a:pt x="135" y="20"/>
                    <a:pt x="135" y="20"/>
                  </a:cubicBezTo>
                  <a:cubicBezTo>
                    <a:pt x="139" y="20"/>
                    <a:pt x="143" y="18"/>
                    <a:pt x="144" y="15"/>
                  </a:cubicBezTo>
                  <a:cubicBezTo>
                    <a:pt x="145" y="13"/>
                    <a:pt x="145" y="12"/>
                    <a:pt x="145" y="10"/>
                  </a:cubicBezTo>
                  <a:cubicBezTo>
                    <a:pt x="145" y="5"/>
                    <a:pt x="141" y="0"/>
                    <a:pt x="135" y="0"/>
                  </a:cubicBezTo>
                  <a:cubicBezTo>
                    <a:pt x="113" y="0"/>
                    <a:pt x="113" y="0"/>
                    <a:pt x="113" y="0"/>
                  </a:cubicBezTo>
                  <a:cubicBezTo>
                    <a:pt x="101" y="11"/>
                    <a:pt x="101" y="11"/>
                    <a:pt x="101" y="11"/>
                  </a:cubicBezTo>
                  <a:cubicBezTo>
                    <a:pt x="88" y="0"/>
                    <a:pt x="88" y="0"/>
                    <a:pt x="88" y="0"/>
                  </a:cubicBezTo>
                  <a:cubicBezTo>
                    <a:pt x="10" y="0"/>
                    <a:pt x="10" y="0"/>
                    <a:pt x="10" y="0"/>
                  </a:cubicBezTo>
                  <a:cubicBezTo>
                    <a:pt x="5" y="0"/>
                    <a:pt x="0" y="5"/>
                    <a:pt x="0" y="10"/>
                  </a:cubicBezTo>
                  <a:cubicBezTo>
                    <a:pt x="0" y="12"/>
                    <a:pt x="1" y="13"/>
                    <a:pt x="1" y="15"/>
                  </a:cubicBezTo>
                  <a:cubicBezTo>
                    <a:pt x="3" y="18"/>
                    <a:pt x="6" y="20"/>
                    <a:pt x="10"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56"/>
            <p:cNvSpPr>
              <a:spLocks/>
            </p:cNvSpPr>
            <p:nvPr/>
          </p:nvSpPr>
          <p:spPr bwMode="auto">
            <a:xfrm>
              <a:off x="9620250" y="1576388"/>
              <a:ext cx="252413" cy="41275"/>
            </a:xfrm>
            <a:custGeom>
              <a:avLst/>
              <a:gdLst>
                <a:gd name="T0" fmla="*/ 132 w 144"/>
                <a:gd name="T1" fmla="*/ 23 h 23"/>
                <a:gd name="T2" fmla="*/ 144 w 144"/>
                <a:gd name="T3" fmla="*/ 11 h 23"/>
                <a:gd name="T4" fmla="*/ 144 w 144"/>
                <a:gd name="T5" fmla="*/ 4 h 23"/>
                <a:gd name="T6" fmla="*/ 140 w 144"/>
                <a:gd name="T7" fmla="*/ 0 h 23"/>
                <a:gd name="T8" fmla="*/ 4 w 144"/>
                <a:gd name="T9" fmla="*/ 0 h 23"/>
                <a:gd name="T10" fmla="*/ 0 w 144"/>
                <a:gd name="T11" fmla="*/ 4 h 23"/>
                <a:gd name="T12" fmla="*/ 0 w 144"/>
                <a:gd name="T13" fmla="*/ 11 h 23"/>
                <a:gd name="T14" fmla="*/ 11 w 144"/>
                <a:gd name="T15" fmla="*/ 23 h 23"/>
                <a:gd name="T16" fmla="*/ 132 w 144"/>
                <a:gd name="T17"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4" h="23">
                  <a:moveTo>
                    <a:pt x="132" y="23"/>
                  </a:moveTo>
                  <a:cubicBezTo>
                    <a:pt x="139" y="23"/>
                    <a:pt x="144" y="17"/>
                    <a:pt x="144" y="11"/>
                  </a:cubicBezTo>
                  <a:cubicBezTo>
                    <a:pt x="144" y="4"/>
                    <a:pt x="144" y="4"/>
                    <a:pt x="144" y="4"/>
                  </a:cubicBezTo>
                  <a:cubicBezTo>
                    <a:pt x="144" y="2"/>
                    <a:pt x="142" y="0"/>
                    <a:pt x="140" y="0"/>
                  </a:cubicBezTo>
                  <a:cubicBezTo>
                    <a:pt x="4" y="0"/>
                    <a:pt x="4" y="0"/>
                    <a:pt x="4" y="0"/>
                  </a:cubicBezTo>
                  <a:cubicBezTo>
                    <a:pt x="1" y="0"/>
                    <a:pt x="0" y="2"/>
                    <a:pt x="0" y="4"/>
                  </a:cubicBezTo>
                  <a:cubicBezTo>
                    <a:pt x="0" y="11"/>
                    <a:pt x="0" y="11"/>
                    <a:pt x="0" y="11"/>
                  </a:cubicBezTo>
                  <a:cubicBezTo>
                    <a:pt x="0" y="17"/>
                    <a:pt x="5" y="23"/>
                    <a:pt x="11" y="23"/>
                  </a:cubicBezTo>
                  <a:lnTo>
                    <a:pt x="132"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57"/>
            <p:cNvSpPr>
              <a:spLocks/>
            </p:cNvSpPr>
            <p:nvPr/>
          </p:nvSpPr>
          <p:spPr bwMode="auto">
            <a:xfrm>
              <a:off x="10240963" y="1298575"/>
              <a:ext cx="180975" cy="227013"/>
            </a:xfrm>
            <a:custGeom>
              <a:avLst/>
              <a:gdLst>
                <a:gd name="T0" fmla="*/ 5 w 114"/>
                <a:gd name="T1" fmla="*/ 143 h 143"/>
                <a:gd name="T2" fmla="*/ 114 w 114"/>
                <a:gd name="T3" fmla="*/ 143 h 143"/>
                <a:gd name="T4" fmla="*/ 114 w 114"/>
                <a:gd name="T5" fmla="*/ 122 h 143"/>
                <a:gd name="T6" fmla="*/ 65 w 114"/>
                <a:gd name="T7" fmla="*/ 122 h 143"/>
                <a:gd name="T8" fmla="*/ 49 w 114"/>
                <a:gd name="T9" fmla="*/ 32 h 143"/>
                <a:gd name="T10" fmla="*/ 9 w 114"/>
                <a:gd name="T11" fmla="*/ 0 h 143"/>
                <a:gd name="T12" fmla="*/ 0 w 114"/>
                <a:gd name="T13" fmla="*/ 10 h 143"/>
                <a:gd name="T14" fmla="*/ 37 w 114"/>
                <a:gd name="T15" fmla="*/ 39 h 143"/>
                <a:gd name="T16" fmla="*/ 52 w 114"/>
                <a:gd name="T17" fmla="*/ 122 h 143"/>
                <a:gd name="T18" fmla="*/ 5 w 114"/>
                <a:gd name="T19" fmla="*/ 122 h 143"/>
                <a:gd name="T20" fmla="*/ 5 w 114"/>
                <a:gd name="T21" fmla="*/ 14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4" h="143">
                  <a:moveTo>
                    <a:pt x="5" y="143"/>
                  </a:moveTo>
                  <a:lnTo>
                    <a:pt x="114" y="143"/>
                  </a:lnTo>
                  <a:lnTo>
                    <a:pt x="114" y="122"/>
                  </a:lnTo>
                  <a:lnTo>
                    <a:pt x="65" y="122"/>
                  </a:lnTo>
                  <a:lnTo>
                    <a:pt x="49" y="32"/>
                  </a:lnTo>
                  <a:lnTo>
                    <a:pt x="9" y="0"/>
                  </a:lnTo>
                  <a:lnTo>
                    <a:pt x="0" y="10"/>
                  </a:lnTo>
                  <a:lnTo>
                    <a:pt x="37" y="39"/>
                  </a:lnTo>
                  <a:lnTo>
                    <a:pt x="52" y="122"/>
                  </a:lnTo>
                  <a:lnTo>
                    <a:pt x="5" y="122"/>
                  </a:lnTo>
                  <a:lnTo>
                    <a:pt x="5" y="1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6" name="组合 25"/>
          <p:cNvGrpSpPr/>
          <p:nvPr/>
        </p:nvGrpSpPr>
        <p:grpSpPr>
          <a:xfrm>
            <a:off x="6326188" y="3968750"/>
            <a:ext cx="2551113" cy="1509713"/>
            <a:chOff x="6326188" y="3968750"/>
            <a:chExt cx="2551113" cy="1509713"/>
          </a:xfrm>
          <a:solidFill>
            <a:schemeClr val="tx1">
              <a:lumMod val="65000"/>
              <a:lumOff val="35000"/>
            </a:schemeClr>
          </a:solidFill>
        </p:grpSpPr>
        <p:sp>
          <p:nvSpPr>
            <p:cNvPr id="27" name="Freeform 79"/>
            <p:cNvSpPr>
              <a:spLocks/>
            </p:cNvSpPr>
            <p:nvPr/>
          </p:nvSpPr>
          <p:spPr bwMode="auto">
            <a:xfrm>
              <a:off x="8121650" y="5122863"/>
              <a:ext cx="3175"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80"/>
            <p:cNvSpPr>
              <a:spLocks/>
            </p:cNvSpPr>
            <p:nvPr/>
          </p:nvSpPr>
          <p:spPr bwMode="auto">
            <a:xfrm>
              <a:off x="6450013" y="4541838"/>
              <a:ext cx="796925" cy="630238"/>
            </a:xfrm>
            <a:custGeom>
              <a:avLst/>
              <a:gdLst>
                <a:gd name="T0" fmla="*/ 162 w 455"/>
                <a:gd name="T1" fmla="*/ 258 h 360"/>
                <a:gd name="T2" fmla="*/ 162 w 455"/>
                <a:gd name="T3" fmla="*/ 47 h 360"/>
                <a:gd name="T4" fmla="*/ 159 w 455"/>
                <a:gd name="T5" fmla="*/ 28 h 360"/>
                <a:gd name="T6" fmla="*/ 148 w 455"/>
                <a:gd name="T7" fmla="*/ 12 h 360"/>
                <a:gd name="T8" fmla="*/ 123 w 455"/>
                <a:gd name="T9" fmla="*/ 0 h 360"/>
                <a:gd name="T10" fmla="*/ 0 w 455"/>
                <a:gd name="T11" fmla="*/ 149 h 360"/>
                <a:gd name="T12" fmla="*/ 0 w 455"/>
                <a:gd name="T13" fmla="*/ 360 h 360"/>
                <a:gd name="T14" fmla="*/ 162 w 455"/>
                <a:gd name="T15" fmla="*/ 360 h 360"/>
                <a:gd name="T16" fmla="*/ 162 w 455"/>
                <a:gd name="T17" fmla="*/ 332 h 360"/>
                <a:gd name="T18" fmla="*/ 455 w 455"/>
                <a:gd name="T19" fmla="*/ 332 h 360"/>
                <a:gd name="T20" fmla="*/ 404 w 455"/>
                <a:gd name="T21" fmla="*/ 258 h 360"/>
                <a:gd name="T22" fmla="*/ 162 w 455"/>
                <a:gd name="T23" fmla="*/ 258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55" h="360">
                  <a:moveTo>
                    <a:pt x="162" y="258"/>
                  </a:moveTo>
                  <a:cubicBezTo>
                    <a:pt x="162" y="47"/>
                    <a:pt x="162" y="47"/>
                    <a:pt x="162" y="47"/>
                  </a:cubicBezTo>
                  <a:cubicBezTo>
                    <a:pt x="162" y="40"/>
                    <a:pt x="161" y="34"/>
                    <a:pt x="159" y="28"/>
                  </a:cubicBezTo>
                  <a:cubicBezTo>
                    <a:pt x="155" y="23"/>
                    <a:pt x="151" y="18"/>
                    <a:pt x="148" y="12"/>
                  </a:cubicBezTo>
                  <a:cubicBezTo>
                    <a:pt x="141" y="6"/>
                    <a:pt x="132" y="1"/>
                    <a:pt x="123" y="0"/>
                  </a:cubicBezTo>
                  <a:cubicBezTo>
                    <a:pt x="0" y="149"/>
                    <a:pt x="0" y="149"/>
                    <a:pt x="0" y="149"/>
                  </a:cubicBezTo>
                  <a:cubicBezTo>
                    <a:pt x="0" y="360"/>
                    <a:pt x="0" y="360"/>
                    <a:pt x="0" y="360"/>
                  </a:cubicBezTo>
                  <a:cubicBezTo>
                    <a:pt x="162" y="360"/>
                    <a:pt x="162" y="360"/>
                    <a:pt x="162" y="360"/>
                  </a:cubicBezTo>
                  <a:cubicBezTo>
                    <a:pt x="162" y="332"/>
                    <a:pt x="162" y="332"/>
                    <a:pt x="162" y="332"/>
                  </a:cubicBezTo>
                  <a:cubicBezTo>
                    <a:pt x="455" y="332"/>
                    <a:pt x="455" y="332"/>
                    <a:pt x="455" y="332"/>
                  </a:cubicBezTo>
                  <a:cubicBezTo>
                    <a:pt x="440" y="306"/>
                    <a:pt x="423" y="282"/>
                    <a:pt x="404" y="258"/>
                  </a:cubicBezTo>
                  <a:lnTo>
                    <a:pt x="162" y="2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81"/>
            <p:cNvSpPr>
              <a:spLocks/>
            </p:cNvSpPr>
            <p:nvPr/>
          </p:nvSpPr>
          <p:spPr bwMode="auto">
            <a:xfrm>
              <a:off x="7405688" y="4994275"/>
              <a:ext cx="384175" cy="128588"/>
            </a:xfrm>
            <a:custGeom>
              <a:avLst/>
              <a:gdLst>
                <a:gd name="T0" fmla="*/ 188 w 219"/>
                <a:gd name="T1" fmla="*/ 16 h 74"/>
                <a:gd name="T2" fmla="*/ 188 w 219"/>
                <a:gd name="T3" fmla="*/ 0 h 74"/>
                <a:gd name="T4" fmla="*/ 0 w 219"/>
                <a:gd name="T5" fmla="*/ 0 h 74"/>
                <a:gd name="T6" fmla="*/ 40 w 219"/>
                <a:gd name="T7" fmla="*/ 74 h 74"/>
                <a:gd name="T8" fmla="*/ 219 w 219"/>
                <a:gd name="T9" fmla="*/ 74 h 74"/>
                <a:gd name="T10" fmla="*/ 188 w 219"/>
                <a:gd name="T11" fmla="*/ 16 h 74"/>
              </a:gdLst>
              <a:ahLst/>
              <a:cxnLst>
                <a:cxn ang="0">
                  <a:pos x="T0" y="T1"/>
                </a:cxn>
                <a:cxn ang="0">
                  <a:pos x="T2" y="T3"/>
                </a:cxn>
                <a:cxn ang="0">
                  <a:pos x="T4" y="T5"/>
                </a:cxn>
                <a:cxn ang="0">
                  <a:pos x="T6" y="T7"/>
                </a:cxn>
                <a:cxn ang="0">
                  <a:pos x="T8" y="T9"/>
                </a:cxn>
                <a:cxn ang="0">
                  <a:pos x="T10" y="T11"/>
                </a:cxn>
              </a:cxnLst>
              <a:rect l="0" t="0" r="r" b="b"/>
              <a:pathLst>
                <a:path w="219" h="74">
                  <a:moveTo>
                    <a:pt x="188" y="16"/>
                  </a:moveTo>
                  <a:cubicBezTo>
                    <a:pt x="188" y="0"/>
                    <a:pt x="188" y="0"/>
                    <a:pt x="188" y="0"/>
                  </a:cubicBezTo>
                  <a:cubicBezTo>
                    <a:pt x="0" y="0"/>
                    <a:pt x="0" y="0"/>
                    <a:pt x="0" y="0"/>
                  </a:cubicBezTo>
                  <a:cubicBezTo>
                    <a:pt x="14" y="22"/>
                    <a:pt x="28" y="47"/>
                    <a:pt x="40" y="74"/>
                  </a:cubicBezTo>
                  <a:cubicBezTo>
                    <a:pt x="219" y="74"/>
                    <a:pt x="219" y="74"/>
                    <a:pt x="219" y="74"/>
                  </a:cubicBezTo>
                  <a:cubicBezTo>
                    <a:pt x="200" y="62"/>
                    <a:pt x="188" y="41"/>
                    <a:pt x="18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82"/>
            <p:cNvSpPr>
              <a:spLocks/>
            </p:cNvSpPr>
            <p:nvPr/>
          </p:nvSpPr>
          <p:spPr bwMode="auto">
            <a:xfrm>
              <a:off x="6767513" y="4716463"/>
              <a:ext cx="363538" cy="247650"/>
            </a:xfrm>
            <a:custGeom>
              <a:avLst/>
              <a:gdLst>
                <a:gd name="T0" fmla="*/ 0 w 208"/>
                <a:gd name="T1" fmla="*/ 47 h 141"/>
                <a:gd name="T2" fmla="*/ 0 w 208"/>
                <a:gd name="T3" fmla="*/ 93 h 141"/>
                <a:gd name="T4" fmla="*/ 48 w 208"/>
                <a:gd name="T5" fmla="*/ 141 h 141"/>
                <a:gd name="T6" fmla="*/ 208 w 208"/>
                <a:gd name="T7" fmla="*/ 141 h 141"/>
                <a:gd name="T8" fmla="*/ 128 w 208"/>
                <a:gd name="T9" fmla="*/ 66 h 141"/>
                <a:gd name="T10" fmla="*/ 122 w 208"/>
                <a:gd name="T11" fmla="*/ 62 h 141"/>
                <a:gd name="T12" fmla="*/ 43 w 208"/>
                <a:gd name="T13" fmla="*/ 0 h 141"/>
                <a:gd name="T14" fmla="*/ 0 w 208"/>
                <a:gd name="T15" fmla="*/ 47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8" h="141">
                  <a:moveTo>
                    <a:pt x="0" y="47"/>
                  </a:moveTo>
                  <a:cubicBezTo>
                    <a:pt x="0" y="93"/>
                    <a:pt x="0" y="93"/>
                    <a:pt x="0" y="93"/>
                  </a:cubicBezTo>
                  <a:cubicBezTo>
                    <a:pt x="0" y="119"/>
                    <a:pt x="21" y="141"/>
                    <a:pt x="48" y="141"/>
                  </a:cubicBezTo>
                  <a:cubicBezTo>
                    <a:pt x="208" y="141"/>
                    <a:pt x="208" y="141"/>
                    <a:pt x="208" y="141"/>
                  </a:cubicBezTo>
                  <a:cubicBezTo>
                    <a:pt x="165" y="91"/>
                    <a:pt x="128" y="66"/>
                    <a:pt x="128" y="66"/>
                  </a:cubicBezTo>
                  <a:cubicBezTo>
                    <a:pt x="126" y="65"/>
                    <a:pt x="124" y="64"/>
                    <a:pt x="122" y="62"/>
                  </a:cubicBezTo>
                  <a:cubicBezTo>
                    <a:pt x="92" y="40"/>
                    <a:pt x="66" y="20"/>
                    <a:pt x="43" y="0"/>
                  </a:cubicBezTo>
                  <a:cubicBezTo>
                    <a:pt x="18" y="2"/>
                    <a:pt x="0" y="23"/>
                    <a:pt x="0"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83"/>
            <p:cNvSpPr>
              <a:spLocks/>
            </p:cNvSpPr>
            <p:nvPr/>
          </p:nvSpPr>
          <p:spPr bwMode="auto">
            <a:xfrm>
              <a:off x="7245350" y="4714875"/>
              <a:ext cx="488950" cy="249238"/>
            </a:xfrm>
            <a:custGeom>
              <a:avLst/>
              <a:gdLst>
                <a:gd name="T0" fmla="*/ 280 w 280"/>
                <a:gd name="T1" fmla="*/ 28 h 142"/>
                <a:gd name="T2" fmla="*/ 262 w 280"/>
                <a:gd name="T3" fmla="*/ 31 h 142"/>
                <a:gd name="T4" fmla="*/ 225 w 280"/>
                <a:gd name="T5" fmla="*/ 18 h 142"/>
                <a:gd name="T6" fmla="*/ 203 w 280"/>
                <a:gd name="T7" fmla="*/ 0 h 142"/>
                <a:gd name="T8" fmla="*/ 44 w 280"/>
                <a:gd name="T9" fmla="*/ 0 h 142"/>
                <a:gd name="T10" fmla="*/ 13 w 280"/>
                <a:gd name="T11" fmla="*/ 31 h 142"/>
                <a:gd name="T12" fmla="*/ 0 w 280"/>
                <a:gd name="T13" fmla="*/ 41 h 142"/>
                <a:gd name="T14" fmla="*/ 22 w 280"/>
                <a:gd name="T15" fmla="*/ 64 h 142"/>
                <a:gd name="T16" fmla="*/ 81 w 280"/>
                <a:gd name="T17" fmla="*/ 142 h 142"/>
                <a:gd name="T18" fmla="*/ 280 w 280"/>
                <a:gd name="T19" fmla="*/ 142 h 142"/>
                <a:gd name="T20" fmla="*/ 280 w 280"/>
                <a:gd name="T21" fmla="*/ 28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0" h="142">
                  <a:moveTo>
                    <a:pt x="280" y="28"/>
                  </a:moveTo>
                  <a:cubicBezTo>
                    <a:pt x="274" y="30"/>
                    <a:pt x="268" y="31"/>
                    <a:pt x="262" y="31"/>
                  </a:cubicBezTo>
                  <a:cubicBezTo>
                    <a:pt x="249" y="31"/>
                    <a:pt x="236" y="27"/>
                    <a:pt x="225" y="18"/>
                  </a:cubicBezTo>
                  <a:cubicBezTo>
                    <a:pt x="203" y="0"/>
                    <a:pt x="203" y="0"/>
                    <a:pt x="203" y="0"/>
                  </a:cubicBezTo>
                  <a:cubicBezTo>
                    <a:pt x="44" y="0"/>
                    <a:pt x="44" y="0"/>
                    <a:pt x="44" y="0"/>
                  </a:cubicBezTo>
                  <a:cubicBezTo>
                    <a:pt x="13" y="31"/>
                    <a:pt x="13" y="31"/>
                    <a:pt x="13" y="31"/>
                  </a:cubicBezTo>
                  <a:cubicBezTo>
                    <a:pt x="9" y="35"/>
                    <a:pt x="4" y="38"/>
                    <a:pt x="0" y="41"/>
                  </a:cubicBezTo>
                  <a:cubicBezTo>
                    <a:pt x="7" y="48"/>
                    <a:pt x="15" y="56"/>
                    <a:pt x="22" y="64"/>
                  </a:cubicBezTo>
                  <a:cubicBezTo>
                    <a:pt x="40" y="85"/>
                    <a:pt x="61" y="111"/>
                    <a:pt x="81" y="142"/>
                  </a:cubicBezTo>
                  <a:cubicBezTo>
                    <a:pt x="280" y="142"/>
                    <a:pt x="280" y="142"/>
                    <a:pt x="280" y="142"/>
                  </a:cubicBezTo>
                  <a:lnTo>
                    <a:pt x="280"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84"/>
            <p:cNvSpPr>
              <a:spLocks/>
            </p:cNvSpPr>
            <p:nvPr/>
          </p:nvSpPr>
          <p:spPr bwMode="auto">
            <a:xfrm>
              <a:off x="6326188" y="4225925"/>
              <a:ext cx="1408113" cy="1208088"/>
            </a:xfrm>
            <a:custGeom>
              <a:avLst/>
              <a:gdLst>
                <a:gd name="T0" fmla="*/ 12 w 805"/>
                <a:gd name="T1" fmla="*/ 287 h 689"/>
                <a:gd name="T2" fmla="*/ 16 w 805"/>
                <a:gd name="T3" fmla="*/ 332 h 689"/>
                <a:gd name="T4" fmla="*/ 36 w 805"/>
                <a:gd name="T5" fmla="*/ 339 h 689"/>
                <a:gd name="T6" fmla="*/ 61 w 805"/>
                <a:gd name="T7" fmla="*/ 327 h 689"/>
                <a:gd name="T8" fmla="*/ 192 w 805"/>
                <a:gd name="T9" fmla="*/ 168 h 689"/>
                <a:gd name="T10" fmla="*/ 199 w 805"/>
                <a:gd name="T11" fmla="*/ 159 h 689"/>
                <a:gd name="T12" fmla="*/ 199 w 805"/>
                <a:gd name="T13" fmla="*/ 158 h 689"/>
                <a:gd name="T14" fmla="*/ 206 w 805"/>
                <a:gd name="T15" fmla="*/ 156 h 689"/>
                <a:gd name="T16" fmla="*/ 379 w 805"/>
                <a:gd name="T17" fmla="*/ 336 h 689"/>
                <a:gd name="T18" fmla="*/ 384 w 805"/>
                <a:gd name="T19" fmla="*/ 339 h 689"/>
                <a:gd name="T20" fmla="*/ 384 w 805"/>
                <a:gd name="T21" fmla="*/ 339 h 689"/>
                <a:gd name="T22" fmla="*/ 384 w 805"/>
                <a:gd name="T23" fmla="*/ 339 h 689"/>
                <a:gd name="T24" fmla="*/ 470 w 805"/>
                <a:gd name="T25" fmla="*/ 420 h 689"/>
                <a:gd name="T26" fmla="*/ 594 w 805"/>
                <a:gd name="T27" fmla="*/ 652 h 689"/>
                <a:gd name="T28" fmla="*/ 643 w 805"/>
                <a:gd name="T29" fmla="*/ 689 h 689"/>
                <a:gd name="T30" fmla="*/ 655 w 805"/>
                <a:gd name="T31" fmla="*/ 687 h 689"/>
                <a:gd name="T32" fmla="*/ 690 w 805"/>
                <a:gd name="T33" fmla="*/ 625 h 689"/>
                <a:gd name="T34" fmla="*/ 541 w 805"/>
                <a:gd name="T35" fmla="*/ 349 h 689"/>
                <a:gd name="T36" fmla="*/ 511 w 805"/>
                <a:gd name="T37" fmla="*/ 317 h 689"/>
                <a:gd name="T38" fmla="*/ 532 w 805"/>
                <a:gd name="T39" fmla="*/ 304 h 689"/>
                <a:gd name="T40" fmla="*/ 532 w 805"/>
                <a:gd name="T41" fmla="*/ 304 h 689"/>
                <a:gd name="T42" fmla="*/ 639 w 805"/>
                <a:gd name="T43" fmla="*/ 199 h 689"/>
                <a:gd name="T44" fmla="*/ 755 w 805"/>
                <a:gd name="T45" fmla="*/ 291 h 689"/>
                <a:gd name="T46" fmla="*/ 805 w 805"/>
                <a:gd name="T47" fmla="*/ 298 h 689"/>
                <a:gd name="T48" fmla="*/ 805 w 805"/>
                <a:gd name="T49" fmla="*/ 203 h 689"/>
                <a:gd name="T50" fmla="*/ 667 w 805"/>
                <a:gd name="T51" fmla="*/ 93 h 689"/>
                <a:gd name="T52" fmla="*/ 601 w 805"/>
                <a:gd name="T53" fmla="*/ 96 h 689"/>
                <a:gd name="T54" fmla="*/ 497 w 805"/>
                <a:gd name="T55" fmla="*/ 199 h 689"/>
                <a:gd name="T56" fmla="*/ 418 w 805"/>
                <a:gd name="T57" fmla="*/ 65 h 689"/>
                <a:gd name="T58" fmla="*/ 427 w 805"/>
                <a:gd name="T59" fmla="*/ 65 h 689"/>
                <a:gd name="T60" fmla="*/ 625 w 805"/>
                <a:gd name="T61" fmla="*/ 75 h 689"/>
                <a:gd name="T62" fmla="*/ 652 w 805"/>
                <a:gd name="T63" fmla="*/ 76 h 689"/>
                <a:gd name="T64" fmla="*/ 682 w 805"/>
                <a:gd name="T65" fmla="*/ 78 h 689"/>
                <a:gd name="T66" fmla="*/ 715 w 805"/>
                <a:gd name="T67" fmla="*/ 47 h 689"/>
                <a:gd name="T68" fmla="*/ 685 w 805"/>
                <a:gd name="T69" fmla="*/ 14 h 689"/>
                <a:gd name="T70" fmla="*/ 406 w 805"/>
                <a:gd name="T71" fmla="*/ 0 h 689"/>
                <a:gd name="T72" fmla="*/ 391 w 805"/>
                <a:gd name="T73" fmla="*/ 3 h 689"/>
                <a:gd name="T74" fmla="*/ 385 w 805"/>
                <a:gd name="T75" fmla="*/ 6 h 689"/>
                <a:gd name="T76" fmla="*/ 351 w 805"/>
                <a:gd name="T77" fmla="*/ 71 h 689"/>
                <a:gd name="T78" fmla="*/ 287 w 805"/>
                <a:gd name="T79" fmla="*/ 95 h 689"/>
                <a:gd name="T80" fmla="*/ 228 w 805"/>
                <a:gd name="T81" fmla="*/ 76 h 689"/>
                <a:gd name="T82" fmla="*/ 166 w 805"/>
                <a:gd name="T83" fmla="*/ 103 h 689"/>
                <a:gd name="T84" fmla="*/ 154 w 805"/>
                <a:gd name="T85" fmla="*/ 112 h 689"/>
                <a:gd name="T86" fmla="*/ 152 w 805"/>
                <a:gd name="T87" fmla="*/ 115 h 689"/>
                <a:gd name="T88" fmla="*/ 152 w 805"/>
                <a:gd name="T89" fmla="*/ 115 h 689"/>
                <a:gd name="T90" fmla="*/ 136 w 805"/>
                <a:gd name="T91" fmla="*/ 134 h 689"/>
                <a:gd name="T92" fmla="*/ 12 w 805"/>
                <a:gd name="T93" fmla="*/ 287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05" h="689">
                  <a:moveTo>
                    <a:pt x="12" y="287"/>
                  </a:moveTo>
                  <a:cubicBezTo>
                    <a:pt x="0" y="300"/>
                    <a:pt x="3" y="321"/>
                    <a:pt x="16" y="332"/>
                  </a:cubicBezTo>
                  <a:cubicBezTo>
                    <a:pt x="22" y="337"/>
                    <a:pt x="29" y="339"/>
                    <a:pt x="36" y="339"/>
                  </a:cubicBezTo>
                  <a:cubicBezTo>
                    <a:pt x="46" y="339"/>
                    <a:pt x="55" y="335"/>
                    <a:pt x="61" y="327"/>
                  </a:cubicBezTo>
                  <a:cubicBezTo>
                    <a:pt x="192" y="168"/>
                    <a:pt x="192" y="168"/>
                    <a:pt x="192" y="168"/>
                  </a:cubicBezTo>
                  <a:cubicBezTo>
                    <a:pt x="199" y="159"/>
                    <a:pt x="199" y="159"/>
                    <a:pt x="199" y="159"/>
                  </a:cubicBezTo>
                  <a:cubicBezTo>
                    <a:pt x="199" y="158"/>
                    <a:pt x="199" y="158"/>
                    <a:pt x="199" y="158"/>
                  </a:cubicBezTo>
                  <a:cubicBezTo>
                    <a:pt x="206" y="156"/>
                    <a:pt x="206" y="156"/>
                    <a:pt x="206" y="156"/>
                  </a:cubicBezTo>
                  <a:cubicBezTo>
                    <a:pt x="254" y="241"/>
                    <a:pt x="304" y="281"/>
                    <a:pt x="379" y="336"/>
                  </a:cubicBezTo>
                  <a:cubicBezTo>
                    <a:pt x="381" y="337"/>
                    <a:pt x="382" y="338"/>
                    <a:pt x="384" y="339"/>
                  </a:cubicBezTo>
                  <a:cubicBezTo>
                    <a:pt x="384" y="339"/>
                    <a:pt x="384" y="339"/>
                    <a:pt x="384" y="339"/>
                  </a:cubicBezTo>
                  <a:cubicBezTo>
                    <a:pt x="384" y="339"/>
                    <a:pt x="384" y="339"/>
                    <a:pt x="384" y="339"/>
                  </a:cubicBezTo>
                  <a:cubicBezTo>
                    <a:pt x="387" y="341"/>
                    <a:pt x="426" y="368"/>
                    <a:pt x="470" y="420"/>
                  </a:cubicBezTo>
                  <a:cubicBezTo>
                    <a:pt x="515" y="472"/>
                    <a:pt x="566" y="549"/>
                    <a:pt x="594" y="652"/>
                  </a:cubicBezTo>
                  <a:cubicBezTo>
                    <a:pt x="600" y="674"/>
                    <a:pt x="621" y="689"/>
                    <a:pt x="643" y="689"/>
                  </a:cubicBezTo>
                  <a:cubicBezTo>
                    <a:pt x="647" y="688"/>
                    <a:pt x="651" y="688"/>
                    <a:pt x="655" y="687"/>
                  </a:cubicBezTo>
                  <a:cubicBezTo>
                    <a:pt x="682" y="679"/>
                    <a:pt x="698" y="652"/>
                    <a:pt x="690" y="625"/>
                  </a:cubicBezTo>
                  <a:cubicBezTo>
                    <a:pt x="656" y="501"/>
                    <a:pt x="594" y="410"/>
                    <a:pt x="541" y="349"/>
                  </a:cubicBezTo>
                  <a:cubicBezTo>
                    <a:pt x="530" y="337"/>
                    <a:pt x="520" y="326"/>
                    <a:pt x="511" y="317"/>
                  </a:cubicBezTo>
                  <a:cubicBezTo>
                    <a:pt x="518" y="314"/>
                    <a:pt x="526" y="310"/>
                    <a:pt x="532" y="304"/>
                  </a:cubicBezTo>
                  <a:cubicBezTo>
                    <a:pt x="532" y="304"/>
                    <a:pt x="532" y="304"/>
                    <a:pt x="532" y="304"/>
                  </a:cubicBezTo>
                  <a:cubicBezTo>
                    <a:pt x="639" y="199"/>
                    <a:pt x="639" y="199"/>
                    <a:pt x="639" y="199"/>
                  </a:cubicBezTo>
                  <a:cubicBezTo>
                    <a:pt x="755" y="291"/>
                    <a:pt x="755" y="291"/>
                    <a:pt x="755" y="291"/>
                  </a:cubicBezTo>
                  <a:cubicBezTo>
                    <a:pt x="770" y="303"/>
                    <a:pt x="789" y="305"/>
                    <a:pt x="805" y="298"/>
                  </a:cubicBezTo>
                  <a:cubicBezTo>
                    <a:pt x="805" y="203"/>
                    <a:pt x="805" y="203"/>
                    <a:pt x="805" y="203"/>
                  </a:cubicBezTo>
                  <a:cubicBezTo>
                    <a:pt x="667" y="93"/>
                    <a:pt x="667" y="93"/>
                    <a:pt x="667" y="93"/>
                  </a:cubicBezTo>
                  <a:cubicBezTo>
                    <a:pt x="647" y="77"/>
                    <a:pt x="619" y="78"/>
                    <a:pt x="601" y="96"/>
                  </a:cubicBezTo>
                  <a:cubicBezTo>
                    <a:pt x="497" y="199"/>
                    <a:pt x="497" y="199"/>
                    <a:pt x="497" y="199"/>
                  </a:cubicBezTo>
                  <a:cubicBezTo>
                    <a:pt x="444" y="159"/>
                    <a:pt x="428" y="118"/>
                    <a:pt x="418" y="65"/>
                  </a:cubicBezTo>
                  <a:cubicBezTo>
                    <a:pt x="427" y="65"/>
                    <a:pt x="427" y="65"/>
                    <a:pt x="427" y="65"/>
                  </a:cubicBezTo>
                  <a:cubicBezTo>
                    <a:pt x="625" y="75"/>
                    <a:pt x="625" y="75"/>
                    <a:pt x="625" y="75"/>
                  </a:cubicBezTo>
                  <a:cubicBezTo>
                    <a:pt x="652" y="76"/>
                    <a:pt x="652" y="76"/>
                    <a:pt x="652" y="76"/>
                  </a:cubicBezTo>
                  <a:cubicBezTo>
                    <a:pt x="682" y="78"/>
                    <a:pt x="682" y="78"/>
                    <a:pt x="682" y="78"/>
                  </a:cubicBezTo>
                  <a:cubicBezTo>
                    <a:pt x="699" y="78"/>
                    <a:pt x="714" y="65"/>
                    <a:pt x="715" y="47"/>
                  </a:cubicBezTo>
                  <a:cubicBezTo>
                    <a:pt x="716" y="30"/>
                    <a:pt x="702" y="15"/>
                    <a:pt x="685" y="14"/>
                  </a:cubicBezTo>
                  <a:cubicBezTo>
                    <a:pt x="406" y="0"/>
                    <a:pt x="406" y="0"/>
                    <a:pt x="406" y="0"/>
                  </a:cubicBezTo>
                  <a:cubicBezTo>
                    <a:pt x="401" y="0"/>
                    <a:pt x="396" y="1"/>
                    <a:pt x="391" y="3"/>
                  </a:cubicBezTo>
                  <a:cubicBezTo>
                    <a:pt x="385" y="6"/>
                    <a:pt x="385" y="6"/>
                    <a:pt x="385" y="6"/>
                  </a:cubicBezTo>
                  <a:cubicBezTo>
                    <a:pt x="383" y="31"/>
                    <a:pt x="371" y="54"/>
                    <a:pt x="351" y="71"/>
                  </a:cubicBezTo>
                  <a:cubicBezTo>
                    <a:pt x="333" y="86"/>
                    <a:pt x="310" y="95"/>
                    <a:pt x="287" y="95"/>
                  </a:cubicBezTo>
                  <a:cubicBezTo>
                    <a:pt x="265" y="95"/>
                    <a:pt x="245" y="88"/>
                    <a:pt x="228" y="76"/>
                  </a:cubicBezTo>
                  <a:cubicBezTo>
                    <a:pt x="166" y="103"/>
                    <a:pt x="166" y="103"/>
                    <a:pt x="166" y="103"/>
                  </a:cubicBezTo>
                  <a:cubicBezTo>
                    <a:pt x="162" y="105"/>
                    <a:pt x="158" y="108"/>
                    <a:pt x="154" y="112"/>
                  </a:cubicBezTo>
                  <a:cubicBezTo>
                    <a:pt x="152" y="115"/>
                    <a:pt x="152" y="115"/>
                    <a:pt x="152" y="115"/>
                  </a:cubicBezTo>
                  <a:cubicBezTo>
                    <a:pt x="152" y="115"/>
                    <a:pt x="152" y="115"/>
                    <a:pt x="152" y="115"/>
                  </a:cubicBezTo>
                  <a:cubicBezTo>
                    <a:pt x="136" y="134"/>
                    <a:pt x="136" y="134"/>
                    <a:pt x="136" y="134"/>
                  </a:cubicBezTo>
                  <a:lnTo>
                    <a:pt x="12" y="2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85"/>
            <p:cNvSpPr>
              <a:spLocks/>
            </p:cNvSpPr>
            <p:nvPr/>
          </p:nvSpPr>
          <p:spPr bwMode="auto">
            <a:xfrm>
              <a:off x="7680325" y="4000500"/>
              <a:ext cx="161925" cy="301625"/>
            </a:xfrm>
            <a:custGeom>
              <a:avLst/>
              <a:gdLst>
                <a:gd name="T0" fmla="*/ 102 w 102"/>
                <a:gd name="T1" fmla="*/ 188 h 190"/>
                <a:gd name="T2" fmla="*/ 20 w 102"/>
                <a:gd name="T3" fmla="*/ 0 h 190"/>
                <a:gd name="T4" fmla="*/ 0 w 102"/>
                <a:gd name="T5" fmla="*/ 3 h 190"/>
                <a:gd name="T6" fmla="*/ 92 w 102"/>
                <a:gd name="T7" fmla="*/ 190 h 190"/>
                <a:gd name="T8" fmla="*/ 102 w 102"/>
                <a:gd name="T9" fmla="*/ 188 h 190"/>
              </a:gdLst>
              <a:ahLst/>
              <a:cxnLst>
                <a:cxn ang="0">
                  <a:pos x="T0" y="T1"/>
                </a:cxn>
                <a:cxn ang="0">
                  <a:pos x="T2" y="T3"/>
                </a:cxn>
                <a:cxn ang="0">
                  <a:pos x="T4" y="T5"/>
                </a:cxn>
                <a:cxn ang="0">
                  <a:pos x="T6" y="T7"/>
                </a:cxn>
                <a:cxn ang="0">
                  <a:pos x="T8" y="T9"/>
                </a:cxn>
              </a:cxnLst>
              <a:rect l="0" t="0" r="r" b="b"/>
              <a:pathLst>
                <a:path w="102" h="190">
                  <a:moveTo>
                    <a:pt x="102" y="188"/>
                  </a:moveTo>
                  <a:lnTo>
                    <a:pt x="20" y="0"/>
                  </a:lnTo>
                  <a:lnTo>
                    <a:pt x="0" y="3"/>
                  </a:lnTo>
                  <a:lnTo>
                    <a:pt x="92" y="190"/>
                  </a:lnTo>
                  <a:lnTo>
                    <a:pt x="102" y="1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86"/>
            <p:cNvSpPr>
              <a:spLocks/>
            </p:cNvSpPr>
            <p:nvPr/>
          </p:nvSpPr>
          <p:spPr bwMode="auto">
            <a:xfrm>
              <a:off x="7886700" y="3968750"/>
              <a:ext cx="58738" cy="333375"/>
            </a:xfrm>
            <a:custGeom>
              <a:avLst/>
              <a:gdLst>
                <a:gd name="T0" fmla="*/ 9 w 37"/>
                <a:gd name="T1" fmla="*/ 210 h 210"/>
                <a:gd name="T2" fmla="*/ 37 w 37"/>
                <a:gd name="T3" fmla="*/ 7 h 210"/>
                <a:gd name="T4" fmla="*/ 18 w 37"/>
                <a:gd name="T5" fmla="*/ 0 h 210"/>
                <a:gd name="T6" fmla="*/ 0 w 37"/>
                <a:gd name="T7" fmla="*/ 208 h 210"/>
                <a:gd name="T8" fmla="*/ 9 w 37"/>
                <a:gd name="T9" fmla="*/ 210 h 210"/>
              </a:gdLst>
              <a:ahLst/>
              <a:cxnLst>
                <a:cxn ang="0">
                  <a:pos x="T0" y="T1"/>
                </a:cxn>
                <a:cxn ang="0">
                  <a:pos x="T2" y="T3"/>
                </a:cxn>
                <a:cxn ang="0">
                  <a:pos x="T4" y="T5"/>
                </a:cxn>
                <a:cxn ang="0">
                  <a:pos x="T6" y="T7"/>
                </a:cxn>
                <a:cxn ang="0">
                  <a:pos x="T8" y="T9"/>
                </a:cxn>
              </a:cxnLst>
              <a:rect l="0" t="0" r="r" b="b"/>
              <a:pathLst>
                <a:path w="37" h="210">
                  <a:moveTo>
                    <a:pt x="9" y="210"/>
                  </a:moveTo>
                  <a:lnTo>
                    <a:pt x="37" y="7"/>
                  </a:lnTo>
                  <a:lnTo>
                    <a:pt x="18" y="0"/>
                  </a:lnTo>
                  <a:lnTo>
                    <a:pt x="0" y="208"/>
                  </a:lnTo>
                  <a:lnTo>
                    <a:pt x="9" y="2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87"/>
            <p:cNvSpPr>
              <a:spLocks/>
            </p:cNvSpPr>
            <p:nvPr/>
          </p:nvSpPr>
          <p:spPr bwMode="auto">
            <a:xfrm>
              <a:off x="7496175" y="4129088"/>
              <a:ext cx="276225" cy="215900"/>
            </a:xfrm>
            <a:custGeom>
              <a:avLst/>
              <a:gdLst>
                <a:gd name="T0" fmla="*/ 174 w 174"/>
                <a:gd name="T1" fmla="*/ 130 h 136"/>
                <a:gd name="T2" fmla="*/ 16 w 174"/>
                <a:gd name="T3" fmla="*/ 0 h 136"/>
                <a:gd name="T4" fmla="*/ 0 w 174"/>
                <a:gd name="T5" fmla="*/ 12 h 136"/>
                <a:gd name="T6" fmla="*/ 167 w 174"/>
                <a:gd name="T7" fmla="*/ 136 h 136"/>
                <a:gd name="T8" fmla="*/ 174 w 174"/>
                <a:gd name="T9" fmla="*/ 130 h 136"/>
              </a:gdLst>
              <a:ahLst/>
              <a:cxnLst>
                <a:cxn ang="0">
                  <a:pos x="T0" y="T1"/>
                </a:cxn>
                <a:cxn ang="0">
                  <a:pos x="T2" y="T3"/>
                </a:cxn>
                <a:cxn ang="0">
                  <a:pos x="T4" y="T5"/>
                </a:cxn>
                <a:cxn ang="0">
                  <a:pos x="T6" y="T7"/>
                </a:cxn>
                <a:cxn ang="0">
                  <a:pos x="T8" y="T9"/>
                </a:cxn>
              </a:cxnLst>
              <a:rect l="0" t="0" r="r" b="b"/>
              <a:pathLst>
                <a:path w="174" h="136">
                  <a:moveTo>
                    <a:pt x="174" y="130"/>
                  </a:moveTo>
                  <a:lnTo>
                    <a:pt x="16" y="0"/>
                  </a:lnTo>
                  <a:lnTo>
                    <a:pt x="0" y="12"/>
                  </a:lnTo>
                  <a:lnTo>
                    <a:pt x="167" y="136"/>
                  </a:lnTo>
                  <a:lnTo>
                    <a:pt x="174" y="1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88"/>
            <p:cNvSpPr>
              <a:spLocks/>
            </p:cNvSpPr>
            <p:nvPr/>
          </p:nvSpPr>
          <p:spPr bwMode="auto">
            <a:xfrm>
              <a:off x="8072438" y="5305425"/>
              <a:ext cx="655638" cy="173038"/>
            </a:xfrm>
            <a:custGeom>
              <a:avLst/>
              <a:gdLst>
                <a:gd name="T0" fmla="*/ 192 w 374"/>
                <a:gd name="T1" fmla="*/ 74 h 99"/>
                <a:gd name="T2" fmla="*/ 1 w 374"/>
                <a:gd name="T3" fmla="*/ 27 h 99"/>
                <a:gd name="T4" fmla="*/ 0 w 374"/>
                <a:gd name="T5" fmla="*/ 38 h 99"/>
                <a:gd name="T6" fmla="*/ 192 w 374"/>
                <a:gd name="T7" fmla="*/ 90 h 99"/>
                <a:gd name="T8" fmla="*/ 371 w 374"/>
                <a:gd name="T9" fmla="*/ 6 h 99"/>
                <a:gd name="T10" fmla="*/ 370 w 374"/>
                <a:gd name="T11" fmla="*/ 0 h 99"/>
                <a:gd name="T12" fmla="*/ 192 w 374"/>
                <a:gd name="T13" fmla="*/ 74 h 99"/>
              </a:gdLst>
              <a:ahLst/>
              <a:cxnLst>
                <a:cxn ang="0">
                  <a:pos x="T0" y="T1"/>
                </a:cxn>
                <a:cxn ang="0">
                  <a:pos x="T2" y="T3"/>
                </a:cxn>
                <a:cxn ang="0">
                  <a:pos x="T4" y="T5"/>
                </a:cxn>
                <a:cxn ang="0">
                  <a:pos x="T6" y="T7"/>
                </a:cxn>
                <a:cxn ang="0">
                  <a:pos x="T8" y="T9"/>
                </a:cxn>
                <a:cxn ang="0">
                  <a:pos x="T10" y="T11"/>
                </a:cxn>
                <a:cxn ang="0">
                  <a:pos x="T12" y="T13"/>
                </a:cxn>
              </a:cxnLst>
              <a:rect l="0" t="0" r="r" b="b"/>
              <a:pathLst>
                <a:path w="374" h="99">
                  <a:moveTo>
                    <a:pt x="192" y="74"/>
                  </a:moveTo>
                  <a:cubicBezTo>
                    <a:pt x="94" y="83"/>
                    <a:pt x="12" y="62"/>
                    <a:pt x="1" y="27"/>
                  </a:cubicBezTo>
                  <a:cubicBezTo>
                    <a:pt x="0" y="31"/>
                    <a:pt x="0" y="34"/>
                    <a:pt x="0" y="38"/>
                  </a:cubicBezTo>
                  <a:cubicBezTo>
                    <a:pt x="4" y="76"/>
                    <a:pt x="89" y="99"/>
                    <a:pt x="192" y="90"/>
                  </a:cubicBezTo>
                  <a:cubicBezTo>
                    <a:pt x="294" y="82"/>
                    <a:pt x="374" y="44"/>
                    <a:pt x="371" y="6"/>
                  </a:cubicBezTo>
                  <a:cubicBezTo>
                    <a:pt x="371" y="4"/>
                    <a:pt x="370" y="2"/>
                    <a:pt x="370" y="0"/>
                  </a:cubicBezTo>
                  <a:cubicBezTo>
                    <a:pt x="359" y="34"/>
                    <a:pt x="285" y="66"/>
                    <a:pt x="192"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89"/>
            <p:cNvSpPr>
              <a:spLocks/>
            </p:cNvSpPr>
            <p:nvPr/>
          </p:nvSpPr>
          <p:spPr bwMode="auto">
            <a:xfrm>
              <a:off x="7791450" y="4360863"/>
              <a:ext cx="1030288" cy="719138"/>
            </a:xfrm>
            <a:custGeom>
              <a:avLst/>
              <a:gdLst>
                <a:gd name="T0" fmla="*/ 557 w 589"/>
                <a:gd name="T1" fmla="*/ 40 h 410"/>
                <a:gd name="T2" fmla="*/ 40 w 589"/>
                <a:gd name="T3" fmla="*/ 1 h 410"/>
                <a:gd name="T4" fmla="*/ 0 w 589"/>
                <a:gd name="T5" fmla="*/ 38 h 410"/>
                <a:gd name="T6" fmla="*/ 0 w 589"/>
                <a:gd name="T7" fmla="*/ 377 h 410"/>
                <a:gd name="T8" fmla="*/ 20 w 589"/>
                <a:gd name="T9" fmla="*/ 410 h 410"/>
                <a:gd name="T10" fmla="*/ 13 w 589"/>
                <a:gd name="T11" fmla="*/ 389 h 410"/>
                <a:gd name="T12" fmla="*/ 13 w 589"/>
                <a:gd name="T13" fmla="*/ 50 h 410"/>
                <a:gd name="T14" fmla="*/ 53 w 589"/>
                <a:gd name="T15" fmla="*/ 13 h 410"/>
                <a:gd name="T16" fmla="*/ 571 w 589"/>
                <a:gd name="T17" fmla="*/ 52 h 410"/>
                <a:gd name="T18" fmla="*/ 589 w 589"/>
                <a:gd name="T19" fmla="*/ 57 h 410"/>
                <a:gd name="T20" fmla="*/ 557 w 589"/>
                <a:gd name="T21" fmla="*/ 40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9" h="410">
                  <a:moveTo>
                    <a:pt x="557" y="40"/>
                  </a:moveTo>
                  <a:cubicBezTo>
                    <a:pt x="40" y="1"/>
                    <a:pt x="40" y="1"/>
                    <a:pt x="40" y="1"/>
                  </a:cubicBezTo>
                  <a:cubicBezTo>
                    <a:pt x="18" y="0"/>
                    <a:pt x="0" y="16"/>
                    <a:pt x="0" y="38"/>
                  </a:cubicBezTo>
                  <a:cubicBezTo>
                    <a:pt x="0" y="377"/>
                    <a:pt x="0" y="377"/>
                    <a:pt x="0" y="377"/>
                  </a:cubicBezTo>
                  <a:cubicBezTo>
                    <a:pt x="0" y="392"/>
                    <a:pt x="8" y="404"/>
                    <a:pt x="20" y="410"/>
                  </a:cubicBezTo>
                  <a:cubicBezTo>
                    <a:pt x="16" y="404"/>
                    <a:pt x="13" y="397"/>
                    <a:pt x="13" y="389"/>
                  </a:cubicBezTo>
                  <a:cubicBezTo>
                    <a:pt x="13" y="50"/>
                    <a:pt x="13" y="50"/>
                    <a:pt x="13" y="50"/>
                  </a:cubicBezTo>
                  <a:cubicBezTo>
                    <a:pt x="13" y="28"/>
                    <a:pt x="31" y="12"/>
                    <a:pt x="53" y="13"/>
                  </a:cubicBezTo>
                  <a:cubicBezTo>
                    <a:pt x="571" y="52"/>
                    <a:pt x="571" y="52"/>
                    <a:pt x="571" y="52"/>
                  </a:cubicBezTo>
                  <a:cubicBezTo>
                    <a:pt x="577" y="52"/>
                    <a:pt x="583" y="54"/>
                    <a:pt x="589" y="57"/>
                  </a:cubicBezTo>
                  <a:cubicBezTo>
                    <a:pt x="581" y="47"/>
                    <a:pt x="570" y="40"/>
                    <a:pt x="557"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90"/>
            <p:cNvSpPr>
              <a:spLocks/>
            </p:cNvSpPr>
            <p:nvPr/>
          </p:nvSpPr>
          <p:spPr bwMode="auto">
            <a:xfrm>
              <a:off x="7831138" y="4405313"/>
              <a:ext cx="1046163" cy="728663"/>
            </a:xfrm>
            <a:custGeom>
              <a:avLst/>
              <a:gdLst>
                <a:gd name="T0" fmla="*/ 598 w 598"/>
                <a:gd name="T1" fmla="*/ 82 h 416"/>
                <a:gd name="T2" fmla="*/ 558 w 598"/>
                <a:gd name="T3" fmla="*/ 40 h 416"/>
                <a:gd name="T4" fmla="*/ 40 w 598"/>
                <a:gd name="T5" fmla="*/ 1 h 416"/>
                <a:gd name="T6" fmla="*/ 0 w 598"/>
                <a:gd name="T7" fmla="*/ 38 h 416"/>
                <a:gd name="T8" fmla="*/ 0 w 598"/>
                <a:gd name="T9" fmla="*/ 377 h 416"/>
                <a:gd name="T10" fmla="*/ 40 w 598"/>
                <a:gd name="T11" fmla="*/ 414 h 416"/>
                <a:gd name="T12" fmla="*/ 238 w 598"/>
                <a:gd name="T13" fmla="*/ 399 h 416"/>
                <a:gd name="T14" fmla="*/ 238 w 598"/>
                <a:gd name="T15" fmla="*/ 211 h 416"/>
                <a:gd name="T16" fmla="*/ 238 w 598"/>
                <a:gd name="T17" fmla="*/ 202 h 416"/>
                <a:gd name="T18" fmla="*/ 247 w 598"/>
                <a:gd name="T19" fmla="*/ 203 h 416"/>
                <a:gd name="T20" fmla="*/ 402 w 598"/>
                <a:gd name="T21" fmla="*/ 219 h 416"/>
                <a:gd name="T22" fmla="*/ 409 w 598"/>
                <a:gd name="T23" fmla="*/ 220 h 416"/>
                <a:gd name="T24" fmla="*/ 409 w 598"/>
                <a:gd name="T25" fmla="*/ 227 h 416"/>
                <a:gd name="T26" fmla="*/ 409 w 598"/>
                <a:gd name="T27" fmla="*/ 387 h 416"/>
                <a:gd name="T28" fmla="*/ 558 w 598"/>
                <a:gd name="T29" fmla="*/ 376 h 416"/>
                <a:gd name="T30" fmla="*/ 565 w 598"/>
                <a:gd name="T31" fmla="*/ 374 h 416"/>
                <a:gd name="T32" fmla="*/ 595 w 598"/>
                <a:gd name="T33" fmla="*/ 346 h 416"/>
                <a:gd name="T34" fmla="*/ 598 w 598"/>
                <a:gd name="T35" fmla="*/ 333 h 416"/>
                <a:gd name="T36" fmla="*/ 598 w 598"/>
                <a:gd name="T37" fmla="*/ 82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98" h="416">
                  <a:moveTo>
                    <a:pt x="598" y="82"/>
                  </a:moveTo>
                  <a:cubicBezTo>
                    <a:pt x="598" y="60"/>
                    <a:pt x="580" y="41"/>
                    <a:pt x="558" y="40"/>
                  </a:cubicBezTo>
                  <a:cubicBezTo>
                    <a:pt x="40" y="1"/>
                    <a:pt x="40" y="1"/>
                    <a:pt x="40" y="1"/>
                  </a:cubicBezTo>
                  <a:cubicBezTo>
                    <a:pt x="18" y="0"/>
                    <a:pt x="0" y="16"/>
                    <a:pt x="0" y="38"/>
                  </a:cubicBezTo>
                  <a:cubicBezTo>
                    <a:pt x="0" y="377"/>
                    <a:pt x="0" y="377"/>
                    <a:pt x="0" y="377"/>
                  </a:cubicBezTo>
                  <a:cubicBezTo>
                    <a:pt x="0" y="399"/>
                    <a:pt x="18" y="416"/>
                    <a:pt x="40" y="414"/>
                  </a:cubicBezTo>
                  <a:cubicBezTo>
                    <a:pt x="238" y="399"/>
                    <a:pt x="238" y="399"/>
                    <a:pt x="238" y="399"/>
                  </a:cubicBezTo>
                  <a:cubicBezTo>
                    <a:pt x="238" y="211"/>
                    <a:pt x="238" y="211"/>
                    <a:pt x="238" y="211"/>
                  </a:cubicBezTo>
                  <a:cubicBezTo>
                    <a:pt x="238" y="202"/>
                    <a:pt x="238" y="202"/>
                    <a:pt x="238" y="202"/>
                  </a:cubicBezTo>
                  <a:cubicBezTo>
                    <a:pt x="247" y="203"/>
                    <a:pt x="247" y="203"/>
                    <a:pt x="247" y="203"/>
                  </a:cubicBezTo>
                  <a:cubicBezTo>
                    <a:pt x="402" y="219"/>
                    <a:pt x="402" y="219"/>
                    <a:pt x="402" y="219"/>
                  </a:cubicBezTo>
                  <a:cubicBezTo>
                    <a:pt x="409" y="220"/>
                    <a:pt x="409" y="220"/>
                    <a:pt x="409" y="220"/>
                  </a:cubicBezTo>
                  <a:cubicBezTo>
                    <a:pt x="409" y="227"/>
                    <a:pt x="409" y="227"/>
                    <a:pt x="409" y="227"/>
                  </a:cubicBezTo>
                  <a:cubicBezTo>
                    <a:pt x="409" y="387"/>
                    <a:pt x="409" y="387"/>
                    <a:pt x="409" y="387"/>
                  </a:cubicBezTo>
                  <a:cubicBezTo>
                    <a:pt x="558" y="376"/>
                    <a:pt x="558" y="376"/>
                    <a:pt x="558" y="376"/>
                  </a:cubicBezTo>
                  <a:cubicBezTo>
                    <a:pt x="560" y="376"/>
                    <a:pt x="563" y="375"/>
                    <a:pt x="565" y="374"/>
                  </a:cubicBezTo>
                  <a:cubicBezTo>
                    <a:pt x="579" y="371"/>
                    <a:pt x="591" y="360"/>
                    <a:pt x="595" y="346"/>
                  </a:cubicBezTo>
                  <a:cubicBezTo>
                    <a:pt x="597" y="342"/>
                    <a:pt x="598" y="337"/>
                    <a:pt x="598" y="333"/>
                  </a:cubicBezTo>
                  <a:lnTo>
                    <a:pt x="598" y="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91"/>
            <p:cNvSpPr>
              <a:spLocks/>
            </p:cNvSpPr>
            <p:nvPr/>
          </p:nvSpPr>
          <p:spPr bwMode="auto">
            <a:xfrm>
              <a:off x="8070850" y="4775200"/>
              <a:ext cx="655638" cy="652463"/>
            </a:xfrm>
            <a:custGeom>
              <a:avLst/>
              <a:gdLst>
                <a:gd name="T0" fmla="*/ 264 w 374"/>
                <a:gd name="T1" fmla="*/ 16 h 373"/>
                <a:gd name="T2" fmla="*/ 109 w 374"/>
                <a:gd name="T3" fmla="*/ 0 h 373"/>
                <a:gd name="T4" fmla="*/ 109 w 374"/>
                <a:gd name="T5" fmla="*/ 238 h 373"/>
                <a:gd name="T6" fmla="*/ 101 w 374"/>
                <a:gd name="T7" fmla="*/ 241 h 373"/>
                <a:gd name="T8" fmla="*/ 3 w 374"/>
                <a:gd name="T9" fmla="*/ 311 h 373"/>
                <a:gd name="T10" fmla="*/ 3 w 374"/>
                <a:gd name="T11" fmla="*/ 313 h 373"/>
                <a:gd name="T12" fmla="*/ 194 w 374"/>
                <a:gd name="T13" fmla="*/ 364 h 373"/>
                <a:gd name="T14" fmla="*/ 372 w 374"/>
                <a:gd name="T15" fmla="*/ 291 h 373"/>
                <a:gd name="T16" fmla="*/ 373 w 374"/>
                <a:gd name="T17" fmla="*/ 279 h 373"/>
                <a:gd name="T18" fmla="*/ 272 w 374"/>
                <a:gd name="T19" fmla="*/ 227 h 373"/>
                <a:gd name="T20" fmla="*/ 264 w 374"/>
                <a:gd name="T21" fmla="*/ 226 h 373"/>
                <a:gd name="T22" fmla="*/ 264 w 374"/>
                <a:gd name="T23" fmla="*/ 16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4" h="373">
                  <a:moveTo>
                    <a:pt x="264" y="16"/>
                  </a:moveTo>
                  <a:cubicBezTo>
                    <a:pt x="109" y="0"/>
                    <a:pt x="109" y="0"/>
                    <a:pt x="109" y="0"/>
                  </a:cubicBezTo>
                  <a:cubicBezTo>
                    <a:pt x="109" y="238"/>
                    <a:pt x="109" y="238"/>
                    <a:pt x="109" y="238"/>
                  </a:cubicBezTo>
                  <a:cubicBezTo>
                    <a:pt x="107" y="239"/>
                    <a:pt x="104" y="240"/>
                    <a:pt x="101" y="241"/>
                  </a:cubicBezTo>
                  <a:cubicBezTo>
                    <a:pt x="41" y="257"/>
                    <a:pt x="0" y="284"/>
                    <a:pt x="3" y="311"/>
                  </a:cubicBezTo>
                  <a:cubicBezTo>
                    <a:pt x="3" y="312"/>
                    <a:pt x="3" y="312"/>
                    <a:pt x="3" y="313"/>
                  </a:cubicBezTo>
                  <a:cubicBezTo>
                    <a:pt x="9" y="350"/>
                    <a:pt x="93" y="373"/>
                    <a:pt x="194" y="364"/>
                  </a:cubicBezTo>
                  <a:cubicBezTo>
                    <a:pt x="286" y="356"/>
                    <a:pt x="360" y="325"/>
                    <a:pt x="372" y="291"/>
                  </a:cubicBezTo>
                  <a:cubicBezTo>
                    <a:pt x="373" y="287"/>
                    <a:pt x="374" y="283"/>
                    <a:pt x="373" y="279"/>
                  </a:cubicBezTo>
                  <a:cubicBezTo>
                    <a:pt x="371" y="253"/>
                    <a:pt x="330" y="234"/>
                    <a:pt x="272" y="227"/>
                  </a:cubicBezTo>
                  <a:cubicBezTo>
                    <a:pt x="269" y="227"/>
                    <a:pt x="267" y="227"/>
                    <a:pt x="264" y="226"/>
                  </a:cubicBezTo>
                  <a:lnTo>
                    <a:pt x="264"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92"/>
            <p:cNvSpPr>
              <a:spLocks/>
            </p:cNvSpPr>
            <p:nvPr/>
          </p:nvSpPr>
          <p:spPr bwMode="auto">
            <a:xfrm>
              <a:off x="6651625" y="4043363"/>
              <a:ext cx="350838" cy="350838"/>
            </a:xfrm>
            <a:custGeom>
              <a:avLst/>
              <a:gdLst>
                <a:gd name="T0" fmla="*/ 159 w 201"/>
                <a:gd name="T1" fmla="*/ 169 h 201"/>
                <a:gd name="T2" fmla="*/ 169 w 201"/>
                <a:gd name="T3" fmla="*/ 42 h 201"/>
                <a:gd name="T4" fmla="*/ 42 w 201"/>
                <a:gd name="T5" fmla="*/ 32 h 201"/>
                <a:gd name="T6" fmla="*/ 32 w 201"/>
                <a:gd name="T7" fmla="*/ 159 h 201"/>
                <a:gd name="T8" fmla="*/ 159 w 201"/>
                <a:gd name="T9" fmla="*/ 169 h 201"/>
              </a:gdLst>
              <a:ahLst/>
              <a:cxnLst>
                <a:cxn ang="0">
                  <a:pos x="T0" y="T1"/>
                </a:cxn>
                <a:cxn ang="0">
                  <a:pos x="T2" y="T3"/>
                </a:cxn>
                <a:cxn ang="0">
                  <a:pos x="T4" y="T5"/>
                </a:cxn>
                <a:cxn ang="0">
                  <a:pos x="T6" y="T7"/>
                </a:cxn>
                <a:cxn ang="0">
                  <a:pos x="T8" y="T9"/>
                </a:cxn>
              </a:cxnLst>
              <a:rect l="0" t="0" r="r" b="b"/>
              <a:pathLst>
                <a:path w="201" h="201">
                  <a:moveTo>
                    <a:pt x="159" y="169"/>
                  </a:moveTo>
                  <a:cubicBezTo>
                    <a:pt x="197" y="137"/>
                    <a:pt x="201" y="80"/>
                    <a:pt x="169" y="42"/>
                  </a:cubicBezTo>
                  <a:cubicBezTo>
                    <a:pt x="137" y="4"/>
                    <a:pt x="80" y="0"/>
                    <a:pt x="42" y="32"/>
                  </a:cubicBezTo>
                  <a:cubicBezTo>
                    <a:pt x="5" y="64"/>
                    <a:pt x="0" y="121"/>
                    <a:pt x="32" y="159"/>
                  </a:cubicBezTo>
                  <a:cubicBezTo>
                    <a:pt x="64" y="197"/>
                    <a:pt x="121" y="201"/>
                    <a:pt x="159" y="1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1" name="组合 40"/>
          <p:cNvGrpSpPr/>
          <p:nvPr/>
        </p:nvGrpSpPr>
        <p:grpSpPr>
          <a:xfrm>
            <a:off x="6711950" y="3094038"/>
            <a:ext cx="5430838" cy="163512"/>
            <a:chOff x="6711950" y="3094038"/>
            <a:chExt cx="5430838" cy="163512"/>
          </a:xfrm>
          <a:solidFill>
            <a:schemeClr val="tx1">
              <a:lumMod val="65000"/>
              <a:lumOff val="35000"/>
            </a:schemeClr>
          </a:solidFill>
        </p:grpSpPr>
        <p:sp>
          <p:nvSpPr>
            <p:cNvPr id="42" name="Freeform 15"/>
            <p:cNvSpPr>
              <a:spLocks/>
            </p:cNvSpPr>
            <p:nvPr/>
          </p:nvSpPr>
          <p:spPr bwMode="auto">
            <a:xfrm>
              <a:off x="6711950" y="3114675"/>
              <a:ext cx="79375" cy="106363"/>
            </a:xfrm>
            <a:custGeom>
              <a:avLst/>
              <a:gdLst>
                <a:gd name="T0" fmla="*/ 45 w 45"/>
                <a:gd name="T1" fmla="*/ 3 h 61"/>
                <a:gd name="T2" fmla="*/ 43 w 45"/>
                <a:gd name="T3" fmla="*/ 1 h 61"/>
                <a:gd name="T4" fmla="*/ 37 w 45"/>
                <a:gd name="T5" fmla="*/ 0 h 61"/>
                <a:gd name="T6" fmla="*/ 27 w 45"/>
                <a:gd name="T7" fmla="*/ 0 h 61"/>
                <a:gd name="T8" fmla="*/ 14 w 45"/>
                <a:gd name="T9" fmla="*/ 2 h 61"/>
                <a:gd name="T10" fmla="*/ 11 w 45"/>
                <a:gd name="T11" fmla="*/ 1 h 61"/>
                <a:gd name="T12" fmla="*/ 9 w 45"/>
                <a:gd name="T13" fmla="*/ 1 h 61"/>
                <a:gd name="T14" fmla="*/ 6 w 45"/>
                <a:gd name="T15" fmla="*/ 3 h 61"/>
                <a:gd name="T16" fmla="*/ 4 w 45"/>
                <a:gd name="T17" fmla="*/ 6 h 61"/>
                <a:gd name="T18" fmla="*/ 5 w 45"/>
                <a:gd name="T19" fmla="*/ 8 h 61"/>
                <a:gd name="T20" fmla="*/ 5 w 45"/>
                <a:gd name="T21" fmla="*/ 11 h 61"/>
                <a:gd name="T22" fmla="*/ 1 w 45"/>
                <a:gd name="T23" fmla="*/ 40 h 61"/>
                <a:gd name="T24" fmla="*/ 0 w 45"/>
                <a:gd name="T25" fmla="*/ 55 h 61"/>
                <a:gd name="T26" fmla="*/ 2 w 45"/>
                <a:gd name="T27" fmla="*/ 59 h 61"/>
                <a:gd name="T28" fmla="*/ 6 w 45"/>
                <a:gd name="T29" fmla="*/ 61 h 61"/>
                <a:gd name="T30" fmla="*/ 10 w 45"/>
                <a:gd name="T31" fmla="*/ 56 h 61"/>
                <a:gd name="T32" fmla="*/ 10 w 45"/>
                <a:gd name="T33" fmla="*/ 51 h 61"/>
                <a:gd name="T34" fmla="*/ 11 w 45"/>
                <a:gd name="T35" fmla="*/ 43 h 61"/>
                <a:gd name="T36" fmla="*/ 11 w 45"/>
                <a:gd name="T37" fmla="*/ 38 h 61"/>
                <a:gd name="T38" fmla="*/ 12 w 45"/>
                <a:gd name="T39" fmla="*/ 38 h 61"/>
                <a:gd name="T40" fmla="*/ 21 w 45"/>
                <a:gd name="T41" fmla="*/ 36 h 61"/>
                <a:gd name="T42" fmla="*/ 31 w 45"/>
                <a:gd name="T43" fmla="*/ 35 h 61"/>
                <a:gd name="T44" fmla="*/ 36 w 45"/>
                <a:gd name="T45" fmla="*/ 34 h 61"/>
                <a:gd name="T46" fmla="*/ 39 w 45"/>
                <a:gd name="T47" fmla="*/ 32 h 61"/>
                <a:gd name="T48" fmla="*/ 40 w 45"/>
                <a:gd name="T49" fmla="*/ 30 h 61"/>
                <a:gd name="T50" fmla="*/ 34 w 45"/>
                <a:gd name="T51" fmla="*/ 26 h 61"/>
                <a:gd name="T52" fmla="*/ 27 w 45"/>
                <a:gd name="T53" fmla="*/ 26 h 61"/>
                <a:gd name="T54" fmla="*/ 16 w 45"/>
                <a:gd name="T55" fmla="*/ 28 h 61"/>
                <a:gd name="T56" fmla="*/ 12 w 45"/>
                <a:gd name="T57" fmla="*/ 29 h 61"/>
                <a:gd name="T58" fmla="*/ 15 w 45"/>
                <a:gd name="T59" fmla="*/ 11 h 61"/>
                <a:gd name="T60" fmla="*/ 24 w 45"/>
                <a:gd name="T61" fmla="*/ 9 h 61"/>
                <a:gd name="T62" fmla="*/ 35 w 45"/>
                <a:gd name="T63" fmla="*/ 8 h 61"/>
                <a:gd name="T64" fmla="*/ 38 w 45"/>
                <a:gd name="T65" fmla="*/ 8 h 61"/>
                <a:gd name="T66" fmla="*/ 40 w 45"/>
                <a:gd name="T67" fmla="*/ 9 h 61"/>
                <a:gd name="T68" fmla="*/ 42 w 45"/>
                <a:gd name="T69" fmla="*/ 8 h 61"/>
                <a:gd name="T70" fmla="*/ 42 w 45"/>
                <a:gd name="T71" fmla="*/ 8 h 61"/>
                <a:gd name="T72" fmla="*/ 45 w 45"/>
                <a:gd name="T73" fmla="*/ 3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5" h="61">
                  <a:moveTo>
                    <a:pt x="45" y="3"/>
                  </a:moveTo>
                  <a:cubicBezTo>
                    <a:pt x="45" y="2"/>
                    <a:pt x="45" y="2"/>
                    <a:pt x="43" y="1"/>
                  </a:cubicBezTo>
                  <a:cubicBezTo>
                    <a:pt x="42" y="0"/>
                    <a:pt x="40" y="0"/>
                    <a:pt x="37" y="0"/>
                  </a:cubicBezTo>
                  <a:cubicBezTo>
                    <a:pt x="35" y="0"/>
                    <a:pt x="31" y="0"/>
                    <a:pt x="27" y="0"/>
                  </a:cubicBezTo>
                  <a:cubicBezTo>
                    <a:pt x="19" y="1"/>
                    <a:pt x="15" y="2"/>
                    <a:pt x="14" y="2"/>
                  </a:cubicBezTo>
                  <a:cubicBezTo>
                    <a:pt x="13" y="2"/>
                    <a:pt x="12" y="2"/>
                    <a:pt x="11" y="1"/>
                  </a:cubicBezTo>
                  <a:cubicBezTo>
                    <a:pt x="10" y="1"/>
                    <a:pt x="10" y="1"/>
                    <a:pt x="9" y="1"/>
                  </a:cubicBezTo>
                  <a:cubicBezTo>
                    <a:pt x="8" y="1"/>
                    <a:pt x="7" y="2"/>
                    <a:pt x="6" y="3"/>
                  </a:cubicBezTo>
                  <a:cubicBezTo>
                    <a:pt x="5" y="4"/>
                    <a:pt x="4" y="5"/>
                    <a:pt x="4" y="6"/>
                  </a:cubicBezTo>
                  <a:cubicBezTo>
                    <a:pt x="4" y="6"/>
                    <a:pt x="4" y="7"/>
                    <a:pt x="5" y="8"/>
                  </a:cubicBezTo>
                  <a:cubicBezTo>
                    <a:pt x="5" y="9"/>
                    <a:pt x="5" y="10"/>
                    <a:pt x="5" y="11"/>
                  </a:cubicBezTo>
                  <a:cubicBezTo>
                    <a:pt x="2" y="30"/>
                    <a:pt x="1" y="40"/>
                    <a:pt x="1" y="40"/>
                  </a:cubicBezTo>
                  <a:cubicBezTo>
                    <a:pt x="0" y="46"/>
                    <a:pt x="0" y="51"/>
                    <a:pt x="0" y="55"/>
                  </a:cubicBezTo>
                  <a:cubicBezTo>
                    <a:pt x="0" y="56"/>
                    <a:pt x="1" y="58"/>
                    <a:pt x="2" y="59"/>
                  </a:cubicBezTo>
                  <a:cubicBezTo>
                    <a:pt x="3" y="60"/>
                    <a:pt x="5" y="61"/>
                    <a:pt x="6" y="61"/>
                  </a:cubicBezTo>
                  <a:cubicBezTo>
                    <a:pt x="9" y="61"/>
                    <a:pt x="10" y="59"/>
                    <a:pt x="10" y="56"/>
                  </a:cubicBezTo>
                  <a:cubicBezTo>
                    <a:pt x="10" y="51"/>
                    <a:pt x="10" y="51"/>
                    <a:pt x="10" y="51"/>
                  </a:cubicBezTo>
                  <a:cubicBezTo>
                    <a:pt x="10" y="49"/>
                    <a:pt x="10" y="46"/>
                    <a:pt x="11" y="43"/>
                  </a:cubicBezTo>
                  <a:cubicBezTo>
                    <a:pt x="11" y="40"/>
                    <a:pt x="11" y="39"/>
                    <a:pt x="11" y="38"/>
                  </a:cubicBezTo>
                  <a:cubicBezTo>
                    <a:pt x="11" y="38"/>
                    <a:pt x="12" y="38"/>
                    <a:pt x="12" y="38"/>
                  </a:cubicBezTo>
                  <a:cubicBezTo>
                    <a:pt x="14" y="37"/>
                    <a:pt x="17" y="37"/>
                    <a:pt x="21" y="36"/>
                  </a:cubicBezTo>
                  <a:cubicBezTo>
                    <a:pt x="31" y="35"/>
                    <a:pt x="31" y="35"/>
                    <a:pt x="31" y="35"/>
                  </a:cubicBezTo>
                  <a:cubicBezTo>
                    <a:pt x="34" y="34"/>
                    <a:pt x="35" y="34"/>
                    <a:pt x="36" y="34"/>
                  </a:cubicBezTo>
                  <a:cubicBezTo>
                    <a:pt x="37" y="33"/>
                    <a:pt x="38" y="33"/>
                    <a:pt x="39" y="32"/>
                  </a:cubicBezTo>
                  <a:cubicBezTo>
                    <a:pt x="40" y="31"/>
                    <a:pt x="40" y="30"/>
                    <a:pt x="40" y="30"/>
                  </a:cubicBezTo>
                  <a:cubicBezTo>
                    <a:pt x="40" y="27"/>
                    <a:pt x="38" y="26"/>
                    <a:pt x="34" y="26"/>
                  </a:cubicBezTo>
                  <a:cubicBezTo>
                    <a:pt x="32" y="26"/>
                    <a:pt x="30" y="26"/>
                    <a:pt x="27" y="26"/>
                  </a:cubicBezTo>
                  <a:cubicBezTo>
                    <a:pt x="23" y="27"/>
                    <a:pt x="20" y="28"/>
                    <a:pt x="16" y="28"/>
                  </a:cubicBezTo>
                  <a:cubicBezTo>
                    <a:pt x="14" y="28"/>
                    <a:pt x="13" y="28"/>
                    <a:pt x="12" y="29"/>
                  </a:cubicBezTo>
                  <a:cubicBezTo>
                    <a:pt x="13" y="22"/>
                    <a:pt x="14" y="16"/>
                    <a:pt x="15" y="11"/>
                  </a:cubicBezTo>
                  <a:cubicBezTo>
                    <a:pt x="17" y="10"/>
                    <a:pt x="20" y="9"/>
                    <a:pt x="24" y="9"/>
                  </a:cubicBezTo>
                  <a:cubicBezTo>
                    <a:pt x="28" y="9"/>
                    <a:pt x="32" y="8"/>
                    <a:pt x="35" y="8"/>
                  </a:cubicBezTo>
                  <a:cubicBezTo>
                    <a:pt x="37" y="8"/>
                    <a:pt x="38" y="8"/>
                    <a:pt x="38" y="8"/>
                  </a:cubicBezTo>
                  <a:cubicBezTo>
                    <a:pt x="39" y="9"/>
                    <a:pt x="39" y="9"/>
                    <a:pt x="40" y="9"/>
                  </a:cubicBezTo>
                  <a:cubicBezTo>
                    <a:pt x="41" y="9"/>
                    <a:pt x="42" y="8"/>
                    <a:pt x="42" y="8"/>
                  </a:cubicBezTo>
                  <a:cubicBezTo>
                    <a:pt x="42" y="8"/>
                    <a:pt x="42" y="8"/>
                    <a:pt x="42" y="8"/>
                  </a:cubicBezTo>
                  <a:cubicBezTo>
                    <a:pt x="44" y="7"/>
                    <a:pt x="45" y="5"/>
                    <a:pt x="4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16"/>
            <p:cNvSpPr>
              <a:spLocks noEditPoints="1"/>
            </p:cNvSpPr>
            <p:nvPr/>
          </p:nvSpPr>
          <p:spPr bwMode="auto">
            <a:xfrm>
              <a:off x="6789738" y="3138488"/>
              <a:ext cx="73025" cy="79375"/>
            </a:xfrm>
            <a:custGeom>
              <a:avLst/>
              <a:gdLst>
                <a:gd name="T0" fmla="*/ 36 w 42"/>
                <a:gd name="T1" fmla="*/ 45 h 45"/>
                <a:gd name="T2" fmla="*/ 40 w 42"/>
                <a:gd name="T3" fmla="*/ 44 h 45"/>
                <a:gd name="T4" fmla="*/ 42 w 42"/>
                <a:gd name="T5" fmla="*/ 40 h 45"/>
                <a:gd name="T6" fmla="*/ 40 w 42"/>
                <a:gd name="T7" fmla="*/ 38 h 45"/>
                <a:gd name="T8" fmla="*/ 38 w 42"/>
                <a:gd name="T9" fmla="*/ 37 h 45"/>
                <a:gd name="T10" fmla="*/ 37 w 42"/>
                <a:gd name="T11" fmla="*/ 34 h 45"/>
                <a:gd name="T12" fmla="*/ 37 w 42"/>
                <a:gd name="T13" fmla="*/ 27 h 45"/>
                <a:gd name="T14" fmla="*/ 38 w 42"/>
                <a:gd name="T15" fmla="*/ 14 h 45"/>
                <a:gd name="T16" fmla="*/ 39 w 42"/>
                <a:gd name="T17" fmla="*/ 8 h 45"/>
                <a:gd name="T18" fmla="*/ 35 w 42"/>
                <a:gd name="T19" fmla="*/ 5 h 45"/>
                <a:gd name="T20" fmla="*/ 28 w 42"/>
                <a:gd name="T21" fmla="*/ 0 h 45"/>
                <a:gd name="T22" fmla="*/ 9 w 42"/>
                <a:gd name="T23" fmla="*/ 11 h 45"/>
                <a:gd name="T24" fmla="*/ 0 w 42"/>
                <a:gd name="T25" fmla="*/ 34 h 45"/>
                <a:gd name="T26" fmla="*/ 3 w 42"/>
                <a:gd name="T27" fmla="*/ 41 h 45"/>
                <a:gd name="T28" fmla="*/ 9 w 42"/>
                <a:gd name="T29" fmla="*/ 44 h 45"/>
                <a:gd name="T30" fmla="*/ 29 w 42"/>
                <a:gd name="T31" fmla="*/ 30 h 45"/>
                <a:gd name="T32" fmla="*/ 36 w 42"/>
                <a:gd name="T33" fmla="*/ 45 h 45"/>
                <a:gd name="T34" fmla="*/ 23 w 42"/>
                <a:gd name="T35" fmla="*/ 27 h 45"/>
                <a:gd name="T36" fmla="*/ 11 w 42"/>
                <a:gd name="T37" fmla="*/ 35 h 45"/>
                <a:gd name="T38" fmla="*/ 10 w 42"/>
                <a:gd name="T39" fmla="*/ 32 h 45"/>
                <a:gd name="T40" fmla="*/ 16 w 42"/>
                <a:gd name="T41" fmla="*/ 17 h 45"/>
                <a:gd name="T42" fmla="*/ 27 w 42"/>
                <a:gd name="T43" fmla="*/ 8 h 45"/>
                <a:gd name="T44" fmla="*/ 29 w 42"/>
                <a:gd name="T45" fmla="*/ 9 h 45"/>
                <a:gd name="T46" fmla="*/ 29 w 42"/>
                <a:gd name="T47" fmla="*/ 12 h 45"/>
                <a:gd name="T48" fmla="*/ 23 w 42"/>
                <a:gd name="T49"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 h="45">
                  <a:moveTo>
                    <a:pt x="36" y="45"/>
                  </a:moveTo>
                  <a:cubicBezTo>
                    <a:pt x="37" y="45"/>
                    <a:pt x="38" y="44"/>
                    <a:pt x="40" y="44"/>
                  </a:cubicBezTo>
                  <a:cubicBezTo>
                    <a:pt x="41" y="43"/>
                    <a:pt x="42" y="42"/>
                    <a:pt x="42" y="40"/>
                  </a:cubicBezTo>
                  <a:cubicBezTo>
                    <a:pt x="42" y="39"/>
                    <a:pt x="41" y="39"/>
                    <a:pt x="40" y="38"/>
                  </a:cubicBezTo>
                  <a:cubicBezTo>
                    <a:pt x="39" y="38"/>
                    <a:pt x="39" y="37"/>
                    <a:pt x="38" y="37"/>
                  </a:cubicBezTo>
                  <a:cubicBezTo>
                    <a:pt x="38" y="36"/>
                    <a:pt x="38" y="35"/>
                    <a:pt x="37" y="34"/>
                  </a:cubicBezTo>
                  <a:cubicBezTo>
                    <a:pt x="37" y="33"/>
                    <a:pt x="37" y="30"/>
                    <a:pt x="37" y="27"/>
                  </a:cubicBezTo>
                  <a:cubicBezTo>
                    <a:pt x="37" y="24"/>
                    <a:pt x="37" y="19"/>
                    <a:pt x="38" y="14"/>
                  </a:cubicBezTo>
                  <a:cubicBezTo>
                    <a:pt x="39" y="11"/>
                    <a:pt x="39" y="9"/>
                    <a:pt x="39" y="8"/>
                  </a:cubicBezTo>
                  <a:cubicBezTo>
                    <a:pt x="39" y="6"/>
                    <a:pt x="38" y="5"/>
                    <a:pt x="35" y="5"/>
                  </a:cubicBezTo>
                  <a:cubicBezTo>
                    <a:pt x="34" y="1"/>
                    <a:pt x="31" y="0"/>
                    <a:pt x="28" y="0"/>
                  </a:cubicBezTo>
                  <a:cubicBezTo>
                    <a:pt x="22" y="0"/>
                    <a:pt x="16" y="4"/>
                    <a:pt x="9" y="11"/>
                  </a:cubicBezTo>
                  <a:cubicBezTo>
                    <a:pt x="3" y="19"/>
                    <a:pt x="0" y="27"/>
                    <a:pt x="0" y="34"/>
                  </a:cubicBezTo>
                  <a:cubicBezTo>
                    <a:pt x="0" y="37"/>
                    <a:pt x="1" y="39"/>
                    <a:pt x="3" y="41"/>
                  </a:cubicBezTo>
                  <a:cubicBezTo>
                    <a:pt x="4" y="43"/>
                    <a:pt x="6" y="44"/>
                    <a:pt x="9" y="44"/>
                  </a:cubicBezTo>
                  <a:cubicBezTo>
                    <a:pt x="15" y="44"/>
                    <a:pt x="22" y="39"/>
                    <a:pt x="29" y="30"/>
                  </a:cubicBezTo>
                  <a:cubicBezTo>
                    <a:pt x="28" y="40"/>
                    <a:pt x="31" y="45"/>
                    <a:pt x="36" y="45"/>
                  </a:cubicBezTo>
                  <a:close/>
                  <a:moveTo>
                    <a:pt x="23" y="27"/>
                  </a:moveTo>
                  <a:cubicBezTo>
                    <a:pt x="18" y="32"/>
                    <a:pt x="14" y="35"/>
                    <a:pt x="11" y="35"/>
                  </a:cubicBezTo>
                  <a:cubicBezTo>
                    <a:pt x="10" y="35"/>
                    <a:pt x="10" y="34"/>
                    <a:pt x="10" y="32"/>
                  </a:cubicBezTo>
                  <a:cubicBezTo>
                    <a:pt x="10" y="28"/>
                    <a:pt x="12" y="23"/>
                    <a:pt x="16" y="17"/>
                  </a:cubicBezTo>
                  <a:cubicBezTo>
                    <a:pt x="20" y="11"/>
                    <a:pt x="24" y="8"/>
                    <a:pt x="27" y="8"/>
                  </a:cubicBezTo>
                  <a:cubicBezTo>
                    <a:pt x="27" y="8"/>
                    <a:pt x="28" y="9"/>
                    <a:pt x="29" y="9"/>
                  </a:cubicBezTo>
                  <a:cubicBezTo>
                    <a:pt x="29" y="10"/>
                    <a:pt x="29" y="11"/>
                    <a:pt x="29" y="12"/>
                  </a:cubicBezTo>
                  <a:cubicBezTo>
                    <a:pt x="29" y="17"/>
                    <a:pt x="27" y="21"/>
                    <a:pt x="23"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17"/>
            <p:cNvSpPr>
              <a:spLocks/>
            </p:cNvSpPr>
            <p:nvPr/>
          </p:nvSpPr>
          <p:spPr bwMode="auto">
            <a:xfrm>
              <a:off x="6877050" y="3138488"/>
              <a:ext cx="130175" cy="79375"/>
            </a:xfrm>
            <a:custGeom>
              <a:avLst/>
              <a:gdLst>
                <a:gd name="T0" fmla="*/ 12 w 74"/>
                <a:gd name="T1" fmla="*/ 7 h 45"/>
                <a:gd name="T2" fmla="*/ 6 w 74"/>
                <a:gd name="T3" fmla="*/ 0 h 45"/>
                <a:gd name="T4" fmla="*/ 3 w 74"/>
                <a:gd name="T5" fmla="*/ 1 h 45"/>
                <a:gd name="T6" fmla="*/ 2 w 74"/>
                <a:gd name="T7" fmla="*/ 4 h 45"/>
                <a:gd name="T8" fmla="*/ 1 w 74"/>
                <a:gd name="T9" fmla="*/ 17 h 45"/>
                <a:gd name="T10" fmla="*/ 0 w 74"/>
                <a:gd name="T11" fmla="*/ 37 h 45"/>
                <a:gd name="T12" fmla="*/ 5 w 74"/>
                <a:gd name="T13" fmla="*/ 45 h 45"/>
                <a:gd name="T14" fmla="*/ 10 w 74"/>
                <a:gd name="T15" fmla="*/ 41 h 45"/>
                <a:gd name="T16" fmla="*/ 19 w 74"/>
                <a:gd name="T17" fmla="*/ 23 h 45"/>
                <a:gd name="T18" fmla="*/ 27 w 74"/>
                <a:gd name="T19" fmla="*/ 14 h 45"/>
                <a:gd name="T20" fmla="*/ 28 w 74"/>
                <a:gd name="T21" fmla="*/ 25 h 45"/>
                <a:gd name="T22" fmla="*/ 31 w 74"/>
                <a:gd name="T23" fmla="*/ 39 h 45"/>
                <a:gd name="T24" fmla="*/ 36 w 74"/>
                <a:gd name="T25" fmla="*/ 41 h 45"/>
                <a:gd name="T26" fmla="*/ 41 w 74"/>
                <a:gd name="T27" fmla="*/ 38 h 45"/>
                <a:gd name="T28" fmla="*/ 47 w 74"/>
                <a:gd name="T29" fmla="*/ 27 h 45"/>
                <a:gd name="T30" fmla="*/ 53 w 74"/>
                <a:gd name="T31" fmla="*/ 16 h 45"/>
                <a:gd name="T32" fmla="*/ 55 w 74"/>
                <a:gd name="T33" fmla="*/ 13 h 45"/>
                <a:gd name="T34" fmla="*/ 57 w 74"/>
                <a:gd name="T35" fmla="*/ 15 h 45"/>
                <a:gd name="T36" fmla="*/ 58 w 74"/>
                <a:gd name="T37" fmla="*/ 23 h 45"/>
                <a:gd name="T38" fmla="*/ 61 w 74"/>
                <a:gd name="T39" fmla="*/ 39 h 45"/>
                <a:gd name="T40" fmla="*/ 67 w 74"/>
                <a:gd name="T41" fmla="*/ 43 h 45"/>
                <a:gd name="T42" fmla="*/ 72 w 74"/>
                <a:gd name="T43" fmla="*/ 41 h 45"/>
                <a:gd name="T44" fmla="*/ 74 w 74"/>
                <a:gd name="T45" fmla="*/ 38 h 45"/>
                <a:gd name="T46" fmla="*/ 72 w 74"/>
                <a:gd name="T47" fmla="*/ 35 h 45"/>
                <a:gd name="T48" fmla="*/ 69 w 74"/>
                <a:gd name="T49" fmla="*/ 30 h 45"/>
                <a:gd name="T50" fmla="*/ 67 w 74"/>
                <a:gd name="T51" fmla="*/ 19 h 45"/>
                <a:gd name="T52" fmla="*/ 64 w 74"/>
                <a:gd name="T53" fmla="*/ 6 h 45"/>
                <a:gd name="T54" fmla="*/ 58 w 74"/>
                <a:gd name="T55" fmla="*/ 3 h 45"/>
                <a:gd name="T56" fmla="*/ 51 w 74"/>
                <a:gd name="T57" fmla="*/ 6 h 45"/>
                <a:gd name="T58" fmla="*/ 43 w 74"/>
                <a:gd name="T59" fmla="*/ 19 h 45"/>
                <a:gd name="T60" fmla="*/ 38 w 74"/>
                <a:gd name="T61" fmla="*/ 28 h 45"/>
                <a:gd name="T62" fmla="*/ 37 w 74"/>
                <a:gd name="T63" fmla="*/ 19 h 45"/>
                <a:gd name="T64" fmla="*/ 35 w 74"/>
                <a:gd name="T65" fmla="*/ 6 h 45"/>
                <a:gd name="T66" fmla="*/ 29 w 74"/>
                <a:gd name="T67" fmla="*/ 3 h 45"/>
                <a:gd name="T68" fmla="*/ 8 w 74"/>
                <a:gd name="T69" fmla="*/ 27 h 45"/>
                <a:gd name="T70" fmla="*/ 10 w 74"/>
                <a:gd name="T71" fmla="*/ 19 h 45"/>
                <a:gd name="T72" fmla="*/ 12 w 74"/>
                <a:gd name="T73" fmla="*/ 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4" h="45">
                  <a:moveTo>
                    <a:pt x="12" y="7"/>
                  </a:moveTo>
                  <a:cubicBezTo>
                    <a:pt x="12" y="3"/>
                    <a:pt x="10" y="0"/>
                    <a:pt x="6" y="0"/>
                  </a:cubicBezTo>
                  <a:cubicBezTo>
                    <a:pt x="5" y="0"/>
                    <a:pt x="4" y="1"/>
                    <a:pt x="3" y="1"/>
                  </a:cubicBezTo>
                  <a:cubicBezTo>
                    <a:pt x="2" y="2"/>
                    <a:pt x="2" y="3"/>
                    <a:pt x="2" y="4"/>
                  </a:cubicBezTo>
                  <a:cubicBezTo>
                    <a:pt x="2" y="8"/>
                    <a:pt x="2" y="12"/>
                    <a:pt x="1" y="17"/>
                  </a:cubicBezTo>
                  <a:cubicBezTo>
                    <a:pt x="0" y="23"/>
                    <a:pt x="0" y="29"/>
                    <a:pt x="0" y="37"/>
                  </a:cubicBezTo>
                  <a:cubicBezTo>
                    <a:pt x="0" y="42"/>
                    <a:pt x="2" y="45"/>
                    <a:pt x="5" y="45"/>
                  </a:cubicBezTo>
                  <a:cubicBezTo>
                    <a:pt x="8" y="45"/>
                    <a:pt x="9" y="44"/>
                    <a:pt x="10" y="41"/>
                  </a:cubicBezTo>
                  <a:cubicBezTo>
                    <a:pt x="12" y="36"/>
                    <a:pt x="15" y="30"/>
                    <a:pt x="19" y="23"/>
                  </a:cubicBezTo>
                  <a:cubicBezTo>
                    <a:pt x="23" y="17"/>
                    <a:pt x="26" y="14"/>
                    <a:pt x="27" y="14"/>
                  </a:cubicBezTo>
                  <a:cubicBezTo>
                    <a:pt x="28" y="14"/>
                    <a:pt x="28" y="17"/>
                    <a:pt x="28" y="25"/>
                  </a:cubicBezTo>
                  <a:cubicBezTo>
                    <a:pt x="29" y="33"/>
                    <a:pt x="29" y="38"/>
                    <a:pt x="31" y="39"/>
                  </a:cubicBezTo>
                  <a:cubicBezTo>
                    <a:pt x="32" y="40"/>
                    <a:pt x="34" y="41"/>
                    <a:pt x="36" y="41"/>
                  </a:cubicBezTo>
                  <a:cubicBezTo>
                    <a:pt x="37" y="41"/>
                    <a:pt x="39" y="40"/>
                    <a:pt x="41" y="38"/>
                  </a:cubicBezTo>
                  <a:cubicBezTo>
                    <a:pt x="43" y="36"/>
                    <a:pt x="45" y="32"/>
                    <a:pt x="47" y="27"/>
                  </a:cubicBezTo>
                  <a:cubicBezTo>
                    <a:pt x="50" y="22"/>
                    <a:pt x="52" y="18"/>
                    <a:pt x="53" y="16"/>
                  </a:cubicBezTo>
                  <a:cubicBezTo>
                    <a:pt x="54" y="14"/>
                    <a:pt x="55" y="13"/>
                    <a:pt x="55" y="13"/>
                  </a:cubicBezTo>
                  <a:cubicBezTo>
                    <a:pt x="56" y="13"/>
                    <a:pt x="57" y="14"/>
                    <a:pt x="57" y="15"/>
                  </a:cubicBezTo>
                  <a:cubicBezTo>
                    <a:pt x="57" y="16"/>
                    <a:pt x="58" y="19"/>
                    <a:pt x="58" y="23"/>
                  </a:cubicBezTo>
                  <a:cubicBezTo>
                    <a:pt x="58" y="31"/>
                    <a:pt x="59" y="36"/>
                    <a:pt x="61" y="39"/>
                  </a:cubicBezTo>
                  <a:cubicBezTo>
                    <a:pt x="62" y="41"/>
                    <a:pt x="65" y="43"/>
                    <a:pt x="67" y="43"/>
                  </a:cubicBezTo>
                  <a:cubicBezTo>
                    <a:pt x="69" y="43"/>
                    <a:pt x="70" y="42"/>
                    <a:pt x="72" y="41"/>
                  </a:cubicBezTo>
                  <a:cubicBezTo>
                    <a:pt x="73" y="40"/>
                    <a:pt x="74" y="39"/>
                    <a:pt x="74" y="38"/>
                  </a:cubicBezTo>
                  <a:cubicBezTo>
                    <a:pt x="74" y="36"/>
                    <a:pt x="73" y="35"/>
                    <a:pt x="72" y="35"/>
                  </a:cubicBezTo>
                  <a:cubicBezTo>
                    <a:pt x="70" y="34"/>
                    <a:pt x="69" y="32"/>
                    <a:pt x="69" y="30"/>
                  </a:cubicBezTo>
                  <a:cubicBezTo>
                    <a:pt x="68" y="27"/>
                    <a:pt x="67" y="24"/>
                    <a:pt x="67" y="19"/>
                  </a:cubicBezTo>
                  <a:cubicBezTo>
                    <a:pt x="66" y="13"/>
                    <a:pt x="66" y="9"/>
                    <a:pt x="64" y="6"/>
                  </a:cubicBezTo>
                  <a:cubicBezTo>
                    <a:pt x="63" y="4"/>
                    <a:pt x="61" y="3"/>
                    <a:pt x="58" y="3"/>
                  </a:cubicBezTo>
                  <a:cubicBezTo>
                    <a:pt x="55" y="3"/>
                    <a:pt x="53" y="4"/>
                    <a:pt x="51" y="6"/>
                  </a:cubicBezTo>
                  <a:cubicBezTo>
                    <a:pt x="49" y="8"/>
                    <a:pt x="46" y="12"/>
                    <a:pt x="43" y="19"/>
                  </a:cubicBezTo>
                  <a:cubicBezTo>
                    <a:pt x="40" y="25"/>
                    <a:pt x="38" y="28"/>
                    <a:pt x="38" y="28"/>
                  </a:cubicBezTo>
                  <a:cubicBezTo>
                    <a:pt x="37" y="28"/>
                    <a:pt x="37" y="25"/>
                    <a:pt x="37" y="19"/>
                  </a:cubicBezTo>
                  <a:cubicBezTo>
                    <a:pt x="37" y="12"/>
                    <a:pt x="36" y="8"/>
                    <a:pt x="35" y="6"/>
                  </a:cubicBezTo>
                  <a:cubicBezTo>
                    <a:pt x="33" y="4"/>
                    <a:pt x="31" y="3"/>
                    <a:pt x="29" y="3"/>
                  </a:cubicBezTo>
                  <a:cubicBezTo>
                    <a:pt x="23" y="3"/>
                    <a:pt x="16" y="11"/>
                    <a:pt x="8" y="27"/>
                  </a:cubicBezTo>
                  <a:cubicBezTo>
                    <a:pt x="8" y="26"/>
                    <a:pt x="9" y="23"/>
                    <a:pt x="10" y="19"/>
                  </a:cubicBezTo>
                  <a:cubicBezTo>
                    <a:pt x="11" y="13"/>
                    <a:pt x="12" y="9"/>
                    <a:pt x="12"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18"/>
            <p:cNvSpPr>
              <a:spLocks/>
            </p:cNvSpPr>
            <p:nvPr/>
          </p:nvSpPr>
          <p:spPr bwMode="auto">
            <a:xfrm>
              <a:off x="7016750" y="3143250"/>
              <a:ext cx="25400" cy="74613"/>
            </a:xfrm>
            <a:custGeom>
              <a:avLst/>
              <a:gdLst>
                <a:gd name="T0" fmla="*/ 13 w 14"/>
                <a:gd name="T1" fmla="*/ 11 h 43"/>
                <a:gd name="T2" fmla="*/ 13 w 14"/>
                <a:gd name="T3" fmla="*/ 11 h 43"/>
                <a:gd name="T4" fmla="*/ 14 w 14"/>
                <a:gd name="T5" fmla="*/ 4 h 43"/>
                <a:gd name="T6" fmla="*/ 13 w 14"/>
                <a:gd name="T7" fmla="*/ 1 h 43"/>
                <a:gd name="T8" fmla="*/ 9 w 14"/>
                <a:gd name="T9" fmla="*/ 0 h 43"/>
                <a:gd name="T10" fmla="*/ 5 w 14"/>
                <a:gd name="T11" fmla="*/ 2 h 43"/>
                <a:gd name="T12" fmla="*/ 4 w 14"/>
                <a:gd name="T13" fmla="*/ 7 h 43"/>
                <a:gd name="T14" fmla="*/ 3 w 14"/>
                <a:gd name="T15" fmla="*/ 15 h 43"/>
                <a:gd name="T16" fmla="*/ 3 w 14"/>
                <a:gd name="T17" fmla="*/ 15 h 43"/>
                <a:gd name="T18" fmla="*/ 2 w 14"/>
                <a:gd name="T19" fmla="*/ 19 h 43"/>
                <a:gd name="T20" fmla="*/ 0 w 14"/>
                <a:gd name="T21" fmla="*/ 35 h 43"/>
                <a:gd name="T22" fmla="*/ 5 w 14"/>
                <a:gd name="T23" fmla="*/ 43 h 43"/>
                <a:gd name="T24" fmla="*/ 9 w 14"/>
                <a:gd name="T25" fmla="*/ 42 h 43"/>
                <a:gd name="T26" fmla="*/ 11 w 14"/>
                <a:gd name="T27" fmla="*/ 39 h 43"/>
                <a:gd name="T28" fmla="*/ 11 w 14"/>
                <a:gd name="T29" fmla="*/ 38 h 43"/>
                <a:gd name="T30" fmla="*/ 10 w 14"/>
                <a:gd name="T31" fmla="*/ 32 h 43"/>
                <a:gd name="T32" fmla="*/ 10 w 14"/>
                <a:gd name="T33" fmla="*/ 24 h 43"/>
                <a:gd name="T34" fmla="*/ 13 w 14"/>
                <a:gd name="T35" fmla="*/ 1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43">
                  <a:moveTo>
                    <a:pt x="13" y="11"/>
                  </a:moveTo>
                  <a:cubicBezTo>
                    <a:pt x="13" y="11"/>
                    <a:pt x="13" y="11"/>
                    <a:pt x="13" y="11"/>
                  </a:cubicBezTo>
                  <a:cubicBezTo>
                    <a:pt x="14" y="7"/>
                    <a:pt x="14" y="5"/>
                    <a:pt x="14" y="4"/>
                  </a:cubicBezTo>
                  <a:cubicBezTo>
                    <a:pt x="14" y="3"/>
                    <a:pt x="14" y="2"/>
                    <a:pt x="13" y="1"/>
                  </a:cubicBezTo>
                  <a:cubicBezTo>
                    <a:pt x="12" y="0"/>
                    <a:pt x="11" y="0"/>
                    <a:pt x="9" y="0"/>
                  </a:cubicBezTo>
                  <a:cubicBezTo>
                    <a:pt x="7" y="0"/>
                    <a:pt x="6" y="1"/>
                    <a:pt x="5" y="2"/>
                  </a:cubicBezTo>
                  <a:cubicBezTo>
                    <a:pt x="4" y="3"/>
                    <a:pt x="4" y="5"/>
                    <a:pt x="4" y="7"/>
                  </a:cubicBezTo>
                  <a:cubicBezTo>
                    <a:pt x="4" y="8"/>
                    <a:pt x="4" y="10"/>
                    <a:pt x="3" y="15"/>
                  </a:cubicBezTo>
                  <a:cubicBezTo>
                    <a:pt x="3" y="15"/>
                    <a:pt x="3" y="15"/>
                    <a:pt x="3" y="15"/>
                  </a:cubicBezTo>
                  <a:cubicBezTo>
                    <a:pt x="2" y="16"/>
                    <a:pt x="2" y="18"/>
                    <a:pt x="2" y="19"/>
                  </a:cubicBezTo>
                  <a:cubicBezTo>
                    <a:pt x="1" y="25"/>
                    <a:pt x="0" y="31"/>
                    <a:pt x="0" y="35"/>
                  </a:cubicBezTo>
                  <a:cubicBezTo>
                    <a:pt x="0" y="41"/>
                    <a:pt x="2" y="43"/>
                    <a:pt x="5" y="43"/>
                  </a:cubicBezTo>
                  <a:cubicBezTo>
                    <a:pt x="7" y="43"/>
                    <a:pt x="8" y="43"/>
                    <a:pt x="9" y="42"/>
                  </a:cubicBezTo>
                  <a:cubicBezTo>
                    <a:pt x="10" y="41"/>
                    <a:pt x="11" y="40"/>
                    <a:pt x="11" y="39"/>
                  </a:cubicBezTo>
                  <a:cubicBezTo>
                    <a:pt x="11" y="39"/>
                    <a:pt x="11" y="39"/>
                    <a:pt x="11" y="38"/>
                  </a:cubicBezTo>
                  <a:cubicBezTo>
                    <a:pt x="10" y="35"/>
                    <a:pt x="10" y="33"/>
                    <a:pt x="10" y="32"/>
                  </a:cubicBezTo>
                  <a:cubicBezTo>
                    <a:pt x="10" y="30"/>
                    <a:pt x="10" y="27"/>
                    <a:pt x="10" y="24"/>
                  </a:cubicBezTo>
                  <a:cubicBezTo>
                    <a:pt x="10" y="21"/>
                    <a:pt x="11" y="17"/>
                    <a:pt x="13"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19"/>
            <p:cNvSpPr>
              <a:spLocks/>
            </p:cNvSpPr>
            <p:nvPr/>
          </p:nvSpPr>
          <p:spPr bwMode="auto">
            <a:xfrm>
              <a:off x="7032625" y="3101975"/>
              <a:ext cx="23813" cy="22225"/>
            </a:xfrm>
            <a:custGeom>
              <a:avLst/>
              <a:gdLst>
                <a:gd name="T0" fmla="*/ 10 w 13"/>
                <a:gd name="T1" fmla="*/ 11 h 13"/>
                <a:gd name="T2" fmla="*/ 13 w 13"/>
                <a:gd name="T3" fmla="*/ 6 h 13"/>
                <a:gd name="T4" fmla="*/ 11 w 13"/>
                <a:gd name="T5" fmla="*/ 2 h 13"/>
                <a:gd name="T6" fmla="*/ 7 w 13"/>
                <a:gd name="T7" fmla="*/ 0 h 13"/>
                <a:gd name="T8" fmla="*/ 2 w 13"/>
                <a:gd name="T9" fmla="*/ 2 h 13"/>
                <a:gd name="T10" fmla="*/ 0 w 13"/>
                <a:gd name="T11" fmla="*/ 7 h 13"/>
                <a:gd name="T12" fmla="*/ 2 w 13"/>
                <a:gd name="T13" fmla="*/ 11 h 13"/>
                <a:gd name="T14" fmla="*/ 6 w 13"/>
                <a:gd name="T15" fmla="*/ 13 h 13"/>
                <a:gd name="T16" fmla="*/ 10 w 13"/>
                <a:gd name="T17"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3">
                  <a:moveTo>
                    <a:pt x="10" y="11"/>
                  </a:moveTo>
                  <a:cubicBezTo>
                    <a:pt x="12" y="9"/>
                    <a:pt x="13" y="7"/>
                    <a:pt x="13" y="6"/>
                  </a:cubicBezTo>
                  <a:cubicBezTo>
                    <a:pt x="13" y="4"/>
                    <a:pt x="12" y="3"/>
                    <a:pt x="11" y="2"/>
                  </a:cubicBezTo>
                  <a:cubicBezTo>
                    <a:pt x="10" y="1"/>
                    <a:pt x="9" y="0"/>
                    <a:pt x="7" y="0"/>
                  </a:cubicBezTo>
                  <a:cubicBezTo>
                    <a:pt x="5" y="0"/>
                    <a:pt x="3" y="1"/>
                    <a:pt x="2" y="2"/>
                  </a:cubicBezTo>
                  <a:cubicBezTo>
                    <a:pt x="0" y="3"/>
                    <a:pt x="0" y="5"/>
                    <a:pt x="0" y="7"/>
                  </a:cubicBezTo>
                  <a:cubicBezTo>
                    <a:pt x="0" y="8"/>
                    <a:pt x="0" y="9"/>
                    <a:pt x="2" y="11"/>
                  </a:cubicBezTo>
                  <a:cubicBezTo>
                    <a:pt x="3" y="12"/>
                    <a:pt x="4" y="13"/>
                    <a:pt x="6" y="13"/>
                  </a:cubicBezTo>
                  <a:cubicBezTo>
                    <a:pt x="7" y="13"/>
                    <a:pt x="9" y="12"/>
                    <a:pt x="1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20"/>
            <p:cNvSpPr>
              <a:spLocks/>
            </p:cNvSpPr>
            <p:nvPr/>
          </p:nvSpPr>
          <p:spPr bwMode="auto">
            <a:xfrm>
              <a:off x="7059613" y="3097213"/>
              <a:ext cx="31750" cy="122238"/>
            </a:xfrm>
            <a:custGeom>
              <a:avLst/>
              <a:gdLst>
                <a:gd name="T0" fmla="*/ 14 w 18"/>
                <a:gd name="T1" fmla="*/ 22 h 70"/>
                <a:gd name="T2" fmla="*/ 17 w 18"/>
                <a:gd name="T3" fmla="*/ 10 h 70"/>
                <a:gd name="T4" fmla="*/ 18 w 18"/>
                <a:gd name="T5" fmla="*/ 5 h 70"/>
                <a:gd name="T6" fmla="*/ 14 w 18"/>
                <a:gd name="T7" fmla="*/ 0 h 70"/>
                <a:gd name="T8" fmla="*/ 9 w 18"/>
                <a:gd name="T9" fmla="*/ 4 h 70"/>
                <a:gd name="T10" fmla="*/ 4 w 18"/>
                <a:gd name="T11" fmla="*/ 26 h 70"/>
                <a:gd name="T12" fmla="*/ 0 w 18"/>
                <a:gd name="T13" fmla="*/ 59 h 70"/>
                <a:gd name="T14" fmla="*/ 1 w 18"/>
                <a:gd name="T15" fmla="*/ 68 h 70"/>
                <a:gd name="T16" fmla="*/ 5 w 18"/>
                <a:gd name="T17" fmla="*/ 70 h 70"/>
                <a:gd name="T18" fmla="*/ 9 w 18"/>
                <a:gd name="T19" fmla="*/ 69 h 70"/>
                <a:gd name="T20" fmla="*/ 11 w 18"/>
                <a:gd name="T21" fmla="*/ 65 h 70"/>
                <a:gd name="T22" fmla="*/ 11 w 18"/>
                <a:gd name="T23" fmla="*/ 62 h 70"/>
                <a:gd name="T24" fmla="*/ 10 w 18"/>
                <a:gd name="T25" fmla="*/ 50 h 70"/>
                <a:gd name="T26" fmla="*/ 11 w 18"/>
                <a:gd name="T27" fmla="*/ 37 h 70"/>
                <a:gd name="T28" fmla="*/ 14 w 18"/>
                <a:gd name="T29" fmla="*/ 2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70">
                  <a:moveTo>
                    <a:pt x="14" y="22"/>
                  </a:moveTo>
                  <a:cubicBezTo>
                    <a:pt x="16" y="15"/>
                    <a:pt x="17" y="11"/>
                    <a:pt x="17" y="10"/>
                  </a:cubicBezTo>
                  <a:cubicBezTo>
                    <a:pt x="18" y="8"/>
                    <a:pt x="18" y="7"/>
                    <a:pt x="18" y="5"/>
                  </a:cubicBezTo>
                  <a:cubicBezTo>
                    <a:pt x="18" y="2"/>
                    <a:pt x="16" y="0"/>
                    <a:pt x="14" y="0"/>
                  </a:cubicBezTo>
                  <a:cubicBezTo>
                    <a:pt x="12" y="0"/>
                    <a:pt x="10" y="2"/>
                    <a:pt x="9" y="4"/>
                  </a:cubicBezTo>
                  <a:cubicBezTo>
                    <a:pt x="8" y="6"/>
                    <a:pt x="6" y="13"/>
                    <a:pt x="4" y="26"/>
                  </a:cubicBezTo>
                  <a:cubicBezTo>
                    <a:pt x="1" y="39"/>
                    <a:pt x="0" y="49"/>
                    <a:pt x="0" y="59"/>
                  </a:cubicBezTo>
                  <a:cubicBezTo>
                    <a:pt x="0" y="63"/>
                    <a:pt x="1" y="66"/>
                    <a:pt x="1" y="68"/>
                  </a:cubicBezTo>
                  <a:cubicBezTo>
                    <a:pt x="2" y="69"/>
                    <a:pt x="4" y="70"/>
                    <a:pt x="5" y="70"/>
                  </a:cubicBezTo>
                  <a:cubicBezTo>
                    <a:pt x="7" y="70"/>
                    <a:pt x="8" y="70"/>
                    <a:pt x="9" y="69"/>
                  </a:cubicBezTo>
                  <a:cubicBezTo>
                    <a:pt x="10" y="68"/>
                    <a:pt x="11" y="66"/>
                    <a:pt x="11" y="65"/>
                  </a:cubicBezTo>
                  <a:cubicBezTo>
                    <a:pt x="11" y="64"/>
                    <a:pt x="11" y="63"/>
                    <a:pt x="11" y="62"/>
                  </a:cubicBezTo>
                  <a:cubicBezTo>
                    <a:pt x="10" y="58"/>
                    <a:pt x="10" y="54"/>
                    <a:pt x="10" y="50"/>
                  </a:cubicBezTo>
                  <a:cubicBezTo>
                    <a:pt x="10" y="47"/>
                    <a:pt x="10" y="43"/>
                    <a:pt x="11" y="37"/>
                  </a:cubicBezTo>
                  <a:cubicBezTo>
                    <a:pt x="12" y="32"/>
                    <a:pt x="13" y="27"/>
                    <a:pt x="14"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21"/>
            <p:cNvSpPr>
              <a:spLocks/>
            </p:cNvSpPr>
            <p:nvPr/>
          </p:nvSpPr>
          <p:spPr bwMode="auto">
            <a:xfrm>
              <a:off x="7091363" y="3140075"/>
              <a:ext cx="74613" cy="117475"/>
            </a:xfrm>
            <a:custGeom>
              <a:avLst/>
              <a:gdLst>
                <a:gd name="T0" fmla="*/ 20 w 43"/>
                <a:gd name="T1" fmla="*/ 67 h 67"/>
                <a:gd name="T2" fmla="*/ 28 w 43"/>
                <a:gd name="T3" fmla="*/ 64 h 67"/>
                <a:gd name="T4" fmla="*/ 35 w 43"/>
                <a:gd name="T5" fmla="*/ 54 h 67"/>
                <a:gd name="T6" fmla="*/ 40 w 43"/>
                <a:gd name="T7" fmla="*/ 38 h 67"/>
                <a:gd name="T8" fmla="*/ 42 w 43"/>
                <a:gd name="T9" fmla="*/ 19 h 67"/>
                <a:gd name="T10" fmla="*/ 43 w 43"/>
                <a:gd name="T11" fmla="*/ 6 h 67"/>
                <a:gd name="T12" fmla="*/ 42 w 43"/>
                <a:gd name="T13" fmla="*/ 1 h 67"/>
                <a:gd name="T14" fmla="*/ 38 w 43"/>
                <a:gd name="T15" fmla="*/ 0 h 67"/>
                <a:gd name="T16" fmla="*/ 35 w 43"/>
                <a:gd name="T17" fmla="*/ 1 h 67"/>
                <a:gd name="T18" fmla="*/ 34 w 43"/>
                <a:gd name="T19" fmla="*/ 3 h 67"/>
                <a:gd name="T20" fmla="*/ 33 w 43"/>
                <a:gd name="T21" fmla="*/ 9 h 67"/>
                <a:gd name="T22" fmla="*/ 32 w 43"/>
                <a:gd name="T23" fmla="*/ 19 h 67"/>
                <a:gd name="T24" fmla="*/ 31 w 43"/>
                <a:gd name="T25" fmla="*/ 22 h 67"/>
                <a:gd name="T26" fmla="*/ 26 w 43"/>
                <a:gd name="T27" fmla="*/ 27 h 67"/>
                <a:gd name="T28" fmla="*/ 19 w 43"/>
                <a:gd name="T29" fmla="*/ 31 h 67"/>
                <a:gd name="T30" fmla="*/ 15 w 43"/>
                <a:gd name="T31" fmla="*/ 32 h 67"/>
                <a:gd name="T32" fmla="*/ 13 w 43"/>
                <a:gd name="T33" fmla="*/ 30 h 67"/>
                <a:gd name="T34" fmla="*/ 13 w 43"/>
                <a:gd name="T35" fmla="*/ 26 h 67"/>
                <a:gd name="T36" fmla="*/ 16 w 43"/>
                <a:gd name="T37" fmla="*/ 13 h 67"/>
                <a:gd name="T38" fmla="*/ 19 w 43"/>
                <a:gd name="T39" fmla="*/ 7 h 67"/>
                <a:gd name="T40" fmla="*/ 18 w 43"/>
                <a:gd name="T41" fmla="*/ 3 h 67"/>
                <a:gd name="T42" fmla="*/ 15 w 43"/>
                <a:gd name="T43" fmla="*/ 2 h 67"/>
                <a:gd name="T44" fmla="*/ 10 w 43"/>
                <a:gd name="T45" fmla="*/ 4 h 67"/>
                <a:gd name="T46" fmla="*/ 6 w 43"/>
                <a:gd name="T47" fmla="*/ 15 h 67"/>
                <a:gd name="T48" fmla="*/ 4 w 43"/>
                <a:gd name="T49" fmla="*/ 29 h 67"/>
                <a:gd name="T50" fmla="*/ 6 w 43"/>
                <a:gd name="T51" fmla="*/ 37 h 67"/>
                <a:gd name="T52" fmla="*/ 13 w 43"/>
                <a:gd name="T53" fmla="*/ 40 h 67"/>
                <a:gd name="T54" fmla="*/ 32 w 43"/>
                <a:gd name="T55" fmla="*/ 31 h 67"/>
                <a:gd name="T56" fmla="*/ 27 w 43"/>
                <a:gd name="T57" fmla="*/ 50 h 67"/>
                <a:gd name="T58" fmla="*/ 20 w 43"/>
                <a:gd name="T59" fmla="*/ 59 h 67"/>
                <a:gd name="T60" fmla="*/ 5 w 43"/>
                <a:gd name="T61" fmla="*/ 52 h 67"/>
                <a:gd name="T62" fmla="*/ 3 w 43"/>
                <a:gd name="T63" fmla="*/ 51 h 67"/>
                <a:gd name="T64" fmla="*/ 0 w 43"/>
                <a:gd name="T65" fmla="*/ 52 h 67"/>
                <a:gd name="T66" fmla="*/ 0 w 43"/>
                <a:gd name="T67" fmla="*/ 55 h 67"/>
                <a:gd name="T68" fmla="*/ 3 w 43"/>
                <a:gd name="T69" fmla="*/ 60 h 67"/>
                <a:gd name="T70" fmla="*/ 10 w 43"/>
                <a:gd name="T71" fmla="*/ 65 h 67"/>
                <a:gd name="T72" fmla="*/ 10 w 43"/>
                <a:gd name="T73" fmla="*/ 65 h 67"/>
                <a:gd name="T74" fmla="*/ 20 w 43"/>
                <a:gd name="T75"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3" h="67">
                  <a:moveTo>
                    <a:pt x="20" y="67"/>
                  </a:moveTo>
                  <a:cubicBezTo>
                    <a:pt x="23" y="67"/>
                    <a:pt x="26" y="66"/>
                    <a:pt x="28" y="64"/>
                  </a:cubicBezTo>
                  <a:cubicBezTo>
                    <a:pt x="31" y="62"/>
                    <a:pt x="33" y="59"/>
                    <a:pt x="35" y="54"/>
                  </a:cubicBezTo>
                  <a:cubicBezTo>
                    <a:pt x="37" y="49"/>
                    <a:pt x="39" y="44"/>
                    <a:pt x="40" y="38"/>
                  </a:cubicBezTo>
                  <a:cubicBezTo>
                    <a:pt x="41" y="32"/>
                    <a:pt x="42" y="25"/>
                    <a:pt x="42" y="19"/>
                  </a:cubicBezTo>
                  <a:cubicBezTo>
                    <a:pt x="43" y="6"/>
                    <a:pt x="43" y="6"/>
                    <a:pt x="43" y="6"/>
                  </a:cubicBezTo>
                  <a:cubicBezTo>
                    <a:pt x="43" y="3"/>
                    <a:pt x="43" y="1"/>
                    <a:pt x="42" y="1"/>
                  </a:cubicBezTo>
                  <a:cubicBezTo>
                    <a:pt x="41" y="0"/>
                    <a:pt x="40" y="0"/>
                    <a:pt x="38" y="0"/>
                  </a:cubicBezTo>
                  <a:cubicBezTo>
                    <a:pt x="37" y="0"/>
                    <a:pt x="36" y="0"/>
                    <a:pt x="35" y="1"/>
                  </a:cubicBezTo>
                  <a:cubicBezTo>
                    <a:pt x="34" y="1"/>
                    <a:pt x="34" y="2"/>
                    <a:pt x="34" y="3"/>
                  </a:cubicBezTo>
                  <a:cubicBezTo>
                    <a:pt x="34" y="4"/>
                    <a:pt x="33" y="5"/>
                    <a:pt x="33" y="9"/>
                  </a:cubicBezTo>
                  <a:cubicBezTo>
                    <a:pt x="33" y="14"/>
                    <a:pt x="33" y="17"/>
                    <a:pt x="32" y="19"/>
                  </a:cubicBezTo>
                  <a:cubicBezTo>
                    <a:pt x="32" y="20"/>
                    <a:pt x="31" y="21"/>
                    <a:pt x="31" y="22"/>
                  </a:cubicBezTo>
                  <a:cubicBezTo>
                    <a:pt x="30" y="23"/>
                    <a:pt x="28" y="25"/>
                    <a:pt x="26" y="27"/>
                  </a:cubicBezTo>
                  <a:cubicBezTo>
                    <a:pt x="23" y="29"/>
                    <a:pt x="21" y="30"/>
                    <a:pt x="19" y="31"/>
                  </a:cubicBezTo>
                  <a:cubicBezTo>
                    <a:pt x="18" y="31"/>
                    <a:pt x="16" y="32"/>
                    <a:pt x="15" y="32"/>
                  </a:cubicBezTo>
                  <a:cubicBezTo>
                    <a:pt x="14" y="32"/>
                    <a:pt x="14" y="31"/>
                    <a:pt x="13" y="30"/>
                  </a:cubicBezTo>
                  <a:cubicBezTo>
                    <a:pt x="13" y="29"/>
                    <a:pt x="13" y="28"/>
                    <a:pt x="13" y="26"/>
                  </a:cubicBezTo>
                  <a:cubicBezTo>
                    <a:pt x="13" y="23"/>
                    <a:pt x="14" y="18"/>
                    <a:pt x="16" y="13"/>
                  </a:cubicBezTo>
                  <a:cubicBezTo>
                    <a:pt x="18" y="9"/>
                    <a:pt x="19" y="7"/>
                    <a:pt x="19" y="7"/>
                  </a:cubicBezTo>
                  <a:cubicBezTo>
                    <a:pt x="19" y="5"/>
                    <a:pt x="19" y="4"/>
                    <a:pt x="18" y="3"/>
                  </a:cubicBezTo>
                  <a:cubicBezTo>
                    <a:pt x="17" y="2"/>
                    <a:pt x="16" y="2"/>
                    <a:pt x="15" y="2"/>
                  </a:cubicBezTo>
                  <a:cubicBezTo>
                    <a:pt x="13" y="2"/>
                    <a:pt x="11" y="2"/>
                    <a:pt x="10" y="4"/>
                  </a:cubicBezTo>
                  <a:cubicBezTo>
                    <a:pt x="9" y="5"/>
                    <a:pt x="8" y="9"/>
                    <a:pt x="6" y="15"/>
                  </a:cubicBezTo>
                  <a:cubicBezTo>
                    <a:pt x="5" y="21"/>
                    <a:pt x="4" y="26"/>
                    <a:pt x="4" y="29"/>
                  </a:cubicBezTo>
                  <a:cubicBezTo>
                    <a:pt x="4" y="32"/>
                    <a:pt x="5" y="35"/>
                    <a:pt x="6" y="37"/>
                  </a:cubicBezTo>
                  <a:cubicBezTo>
                    <a:pt x="8" y="39"/>
                    <a:pt x="10" y="40"/>
                    <a:pt x="13" y="40"/>
                  </a:cubicBezTo>
                  <a:cubicBezTo>
                    <a:pt x="17" y="40"/>
                    <a:pt x="24" y="37"/>
                    <a:pt x="32" y="31"/>
                  </a:cubicBezTo>
                  <a:cubicBezTo>
                    <a:pt x="31" y="38"/>
                    <a:pt x="30" y="45"/>
                    <a:pt x="27" y="50"/>
                  </a:cubicBezTo>
                  <a:cubicBezTo>
                    <a:pt x="25" y="56"/>
                    <a:pt x="22" y="59"/>
                    <a:pt x="20" y="59"/>
                  </a:cubicBezTo>
                  <a:cubicBezTo>
                    <a:pt x="13" y="59"/>
                    <a:pt x="8" y="56"/>
                    <a:pt x="5" y="52"/>
                  </a:cubicBezTo>
                  <a:cubicBezTo>
                    <a:pt x="4" y="51"/>
                    <a:pt x="4" y="51"/>
                    <a:pt x="3" y="51"/>
                  </a:cubicBezTo>
                  <a:cubicBezTo>
                    <a:pt x="2" y="51"/>
                    <a:pt x="1" y="51"/>
                    <a:pt x="0" y="52"/>
                  </a:cubicBezTo>
                  <a:cubicBezTo>
                    <a:pt x="0" y="53"/>
                    <a:pt x="0" y="54"/>
                    <a:pt x="0" y="55"/>
                  </a:cubicBezTo>
                  <a:cubicBezTo>
                    <a:pt x="0" y="56"/>
                    <a:pt x="1" y="58"/>
                    <a:pt x="3" y="60"/>
                  </a:cubicBezTo>
                  <a:cubicBezTo>
                    <a:pt x="5" y="62"/>
                    <a:pt x="7" y="63"/>
                    <a:pt x="10" y="65"/>
                  </a:cubicBezTo>
                  <a:cubicBezTo>
                    <a:pt x="10" y="65"/>
                    <a:pt x="10" y="65"/>
                    <a:pt x="10" y="65"/>
                  </a:cubicBezTo>
                  <a:cubicBezTo>
                    <a:pt x="13" y="66"/>
                    <a:pt x="16" y="67"/>
                    <a:pt x="20"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22"/>
            <p:cNvSpPr>
              <a:spLocks/>
            </p:cNvSpPr>
            <p:nvPr/>
          </p:nvSpPr>
          <p:spPr bwMode="auto">
            <a:xfrm>
              <a:off x="7239000" y="3109913"/>
              <a:ext cx="98425" cy="109538"/>
            </a:xfrm>
            <a:custGeom>
              <a:avLst/>
              <a:gdLst>
                <a:gd name="T0" fmla="*/ 40 w 56"/>
                <a:gd name="T1" fmla="*/ 58 h 63"/>
                <a:gd name="T2" fmla="*/ 42 w 56"/>
                <a:gd name="T3" fmla="*/ 61 h 63"/>
                <a:gd name="T4" fmla="*/ 45 w 56"/>
                <a:gd name="T5" fmla="*/ 62 h 63"/>
                <a:gd name="T6" fmla="*/ 49 w 56"/>
                <a:gd name="T7" fmla="*/ 60 h 63"/>
                <a:gd name="T8" fmla="*/ 51 w 56"/>
                <a:gd name="T9" fmla="*/ 56 h 63"/>
                <a:gd name="T10" fmla="*/ 52 w 56"/>
                <a:gd name="T11" fmla="*/ 38 h 63"/>
                <a:gd name="T12" fmla="*/ 55 w 56"/>
                <a:gd name="T13" fmla="*/ 16 h 63"/>
                <a:gd name="T14" fmla="*/ 56 w 56"/>
                <a:gd name="T15" fmla="*/ 5 h 63"/>
                <a:gd name="T16" fmla="*/ 55 w 56"/>
                <a:gd name="T17" fmla="*/ 1 h 63"/>
                <a:gd name="T18" fmla="*/ 51 w 56"/>
                <a:gd name="T19" fmla="*/ 0 h 63"/>
                <a:gd name="T20" fmla="*/ 48 w 56"/>
                <a:gd name="T21" fmla="*/ 2 h 63"/>
                <a:gd name="T22" fmla="*/ 46 w 56"/>
                <a:gd name="T23" fmla="*/ 4 h 63"/>
                <a:gd name="T24" fmla="*/ 45 w 56"/>
                <a:gd name="T25" fmla="*/ 18 h 63"/>
                <a:gd name="T26" fmla="*/ 43 w 56"/>
                <a:gd name="T27" fmla="*/ 26 h 63"/>
                <a:gd name="T28" fmla="*/ 33 w 56"/>
                <a:gd name="T29" fmla="*/ 29 h 63"/>
                <a:gd name="T30" fmla="*/ 17 w 56"/>
                <a:gd name="T31" fmla="*/ 29 h 63"/>
                <a:gd name="T32" fmla="*/ 14 w 56"/>
                <a:gd name="T33" fmla="*/ 29 h 63"/>
                <a:gd name="T34" fmla="*/ 15 w 56"/>
                <a:gd name="T35" fmla="*/ 18 h 63"/>
                <a:gd name="T36" fmla="*/ 17 w 56"/>
                <a:gd name="T37" fmla="*/ 9 h 63"/>
                <a:gd name="T38" fmla="*/ 11 w 56"/>
                <a:gd name="T39" fmla="*/ 3 h 63"/>
                <a:gd name="T40" fmla="*/ 8 w 56"/>
                <a:gd name="T41" fmla="*/ 4 h 63"/>
                <a:gd name="T42" fmla="*/ 7 w 56"/>
                <a:gd name="T43" fmla="*/ 7 h 63"/>
                <a:gd name="T44" fmla="*/ 1 w 56"/>
                <a:gd name="T45" fmla="*/ 50 h 63"/>
                <a:gd name="T46" fmla="*/ 0 w 56"/>
                <a:gd name="T47" fmla="*/ 57 h 63"/>
                <a:gd name="T48" fmla="*/ 2 w 56"/>
                <a:gd name="T49" fmla="*/ 61 h 63"/>
                <a:gd name="T50" fmla="*/ 6 w 56"/>
                <a:gd name="T51" fmla="*/ 63 h 63"/>
                <a:gd name="T52" fmla="*/ 9 w 56"/>
                <a:gd name="T53" fmla="*/ 59 h 63"/>
                <a:gd name="T54" fmla="*/ 11 w 56"/>
                <a:gd name="T55" fmla="*/ 50 h 63"/>
                <a:gd name="T56" fmla="*/ 13 w 56"/>
                <a:gd name="T57" fmla="*/ 38 h 63"/>
                <a:gd name="T58" fmla="*/ 19 w 56"/>
                <a:gd name="T59" fmla="*/ 37 h 63"/>
                <a:gd name="T60" fmla="*/ 27 w 56"/>
                <a:gd name="T61" fmla="*/ 37 h 63"/>
                <a:gd name="T62" fmla="*/ 34 w 56"/>
                <a:gd name="T63" fmla="*/ 36 h 63"/>
                <a:gd name="T64" fmla="*/ 42 w 56"/>
                <a:gd name="T65" fmla="*/ 36 h 63"/>
                <a:gd name="T66" fmla="*/ 42 w 56"/>
                <a:gd name="T67" fmla="*/ 38 h 63"/>
                <a:gd name="T68" fmla="*/ 41 w 56"/>
                <a:gd name="T69" fmla="*/ 49 h 63"/>
                <a:gd name="T70" fmla="*/ 40 w 56"/>
                <a:gd name="T71" fmla="*/ 5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6" h="63">
                  <a:moveTo>
                    <a:pt x="40" y="58"/>
                  </a:moveTo>
                  <a:cubicBezTo>
                    <a:pt x="40" y="59"/>
                    <a:pt x="41" y="60"/>
                    <a:pt x="42" y="61"/>
                  </a:cubicBezTo>
                  <a:cubicBezTo>
                    <a:pt x="43" y="62"/>
                    <a:pt x="44" y="62"/>
                    <a:pt x="45" y="62"/>
                  </a:cubicBezTo>
                  <a:cubicBezTo>
                    <a:pt x="46" y="62"/>
                    <a:pt x="47" y="62"/>
                    <a:pt x="49" y="60"/>
                  </a:cubicBezTo>
                  <a:cubicBezTo>
                    <a:pt x="50" y="59"/>
                    <a:pt x="51" y="58"/>
                    <a:pt x="51" y="56"/>
                  </a:cubicBezTo>
                  <a:cubicBezTo>
                    <a:pt x="51" y="53"/>
                    <a:pt x="51" y="47"/>
                    <a:pt x="52" y="38"/>
                  </a:cubicBezTo>
                  <a:cubicBezTo>
                    <a:pt x="53" y="29"/>
                    <a:pt x="54" y="21"/>
                    <a:pt x="55" y="16"/>
                  </a:cubicBezTo>
                  <a:cubicBezTo>
                    <a:pt x="56" y="10"/>
                    <a:pt x="56" y="7"/>
                    <a:pt x="56" y="5"/>
                  </a:cubicBezTo>
                  <a:cubicBezTo>
                    <a:pt x="56" y="4"/>
                    <a:pt x="56" y="2"/>
                    <a:pt x="55" y="1"/>
                  </a:cubicBezTo>
                  <a:cubicBezTo>
                    <a:pt x="54" y="1"/>
                    <a:pt x="53" y="0"/>
                    <a:pt x="51" y="0"/>
                  </a:cubicBezTo>
                  <a:cubicBezTo>
                    <a:pt x="50" y="0"/>
                    <a:pt x="49" y="1"/>
                    <a:pt x="48" y="2"/>
                  </a:cubicBezTo>
                  <a:cubicBezTo>
                    <a:pt x="46" y="3"/>
                    <a:pt x="46" y="4"/>
                    <a:pt x="46" y="4"/>
                  </a:cubicBezTo>
                  <a:cubicBezTo>
                    <a:pt x="46" y="9"/>
                    <a:pt x="46" y="14"/>
                    <a:pt x="45" y="18"/>
                  </a:cubicBezTo>
                  <a:cubicBezTo>
                    <a:pt x="45" y="23"/>
                    <a:pt x="44" y="25"/>
                    <a:pt x="43" y="26"/>
                  </a:cubicBezTo>
                  <a:cubicBezTo>
                    <a:pt x="43" y="27"/>
                    <a:pt x="39" y="28"/>
                    <a:pt x="33" y="29"/>
                  </a:cubicBezTo>
                  <a:cubicBezTo>
                    <a:pt x="26" y="29"/>
                    <a:pt x="21" y="29"/>
                    <a:pt x="17" y="29"/>
                  </a:cubicBezTo>
                  <a:cubicBezTo>
                    <a:pt x="15" y="29"/>
                    <a:pt x="14" y="29"/>
                    <a:pt x="14" y="29"/>
                  </a:cubicBezTo>
                  <a:cubicBezTo>
                    <a:pt x="14" y="27"/>
                    <a:pt x="15" y="23"/>
                    <a:pt x="15" y="18"/>
                  </a:cubicBezTo>
                  <a:cubicBezTo>
                    <a:pt x="16" y="14"/>
                    <a:pt x="17" y="11"/>
                    <a:pt x="17" y="9"/>
                  </a:cubicBezTo>
                  <a:cubicBezTo>
                    <a:pt x="17" y="5"/>
                    <a:pt x="15" y="3"/>
                    <a:pt x="11" y="3"/>
                  </a:cubicBezTo>
                  <a:cubicBezTo>
                    <a:pt x="10" y="3"/>
                    <a:pt x="9" y="3"/>
                    <a:pt x="8" y="4"/>
                  </a:cubicBezTo>
                  <a:cubicBezTo>
                    <a:pt x="8" y="5"/>
                    <a:pt x="7" y="6"/>
                    <a:pt x="7" y="7"/>
                  </a:cubicBezTo>
                  <a:cubicBezTo>
                    <a:pt x="5" y="28"/>
                    <a:pt x="3" y="43"/>
                    <a:pt x="1" y="50"/>
                  </a:cubicBezTo>
                  <a:cubicBezTo>
                    <a:pt x="0" y="53"/>
                    <a:pt x="0" y="55"/>
                    <a:pt x="0" y="57"/>
                  </a:cubicBezTo>
                  <a:cubicBezTo>
                    <a:pt x="0" y="59"/>
                    <a:pt x="1" y="60"/>
                    <a:pt x="2" y="61"/>
                  </a:cubicBezTo>
                  <a:cubicBezTo>
                    <a:pt x="3" y="62"/>
                    <a:pt x="4" y="63"/>
                    <a:pt x="6" y="63"/>
                  </a:cubicBezTo>
                  <a:cubicBezTo>
                    <a:pt x="7" y="63"/>
                    <a:pt x="9" y="62"/>
                    <a:pt x="9" y="59"/>
                  </a:cubicBezTo>
                  <a:cubicBezTo>
                    <a:pt x="10" y="57"/>
                    <a:pt x="11" y="54"/>
                    <a:pt x="11" y="50"/>
                  </a:cubicBezTo>
                  <a:cubicBezTo>
                    <a:pt x="11" y="43"/>
                    <a:pt x="12" y="39"/>
                    <a:pt x="13" y="38"/>
                  </a:cubicBezTo>
                  <a:cubicBezTo>
                    <a:pt x="13" y="38"/>
                    <a:pt x="15" y="38"/>
                    <a:pt x="19" y="37"/>
                  </a:cubicBezTo>
                  <a:cubicBezTo>
                    <a:pt x="23" y="37"/>
                    <a:pt x="26" y="37"/>
                    <a:pt x="27" y="37"/>
                  </a:cubicBezTo>
                  <a:cubicBezTo>
                    <a:pt x="28" y="37"/>
                    <a:pt x="30" y="37"/>
                    <a:pt x="34" y="36"/>
                  </a:cubicBezTo>
                  <a:cubicBezTo>
                    <a:pt x="38" y="36"/>
                    <a:pt x="40" y="36"/>
                    <a:pt x="42" y="36"/>
                  </a:cubicBezTo>
                  <a:cubicBezTo>
                    <a:pt x="42" y="36"/>
                    <a:pt x="42" y="37"/>
                    <a:pt x="42" y="38"/>
                  </a:cubicBezTo>
                  <a:cubicBezTo>
                    <a:pt x="42" y="40"/>
                    <a:pt x="42" y="43"/>
                    <a:pt x="41" y="49"/>
                  </a:cubicBezTo>
                  <a:cubicBezTo>
                    <a:pt x="40" y="54"/>
                    <a:pt x="40" y="57"/>
                    <a:pt x="40"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23"/>
            <p:cNvSpPr>
              <a:spLocks/>
            </p:cNvSpPr>
            <p:nvPr/>
          </p:nvSpPr>
          <p:spPr bwMode="auto">
            <a:xfrm>
              <a:off x="7351713" y="3143250"/>
              <a:ext cx="23813" cy="74613"/>
            </a:xfrm>
            <a:custGeom>
              <a:avLst/>
              <a:gdLst>
                <a:gd name="T0" fmla="*/ 13 w 14"/>
                <a:gd name="T1" fmla="*/ 11 h 43"/>
                <a:gd name="T2" fmla="*/ 13 w 14"/>
                <a:gd name="T3" fmla="*/ 11 h 43"/>
                <a:gd name="T4" fmla="*/ 14 w 14"/>
                <a:gd name="T5" fmla="*/ 4 h 43"/>
                <a:gd name="T6" fmla="*/ 13 w 14"/>
                <a:gd name="T7" fmla="*/ 1 h 43"/>
                <a:gd name="T8" fmla="*/ 9 w 14"/>
                <a:gd name="T9" fmla="*/ 0 h 43"/>
                <a:gd name="T10" fmla="*/ 5 w 14"/>
                <a:gd name="T11" fmla="*/ 2 h 43"/>
                <a:gd name="T12" fmla="*/ 4 w 14"/>
                <a:gd name="T13" fmla="*/ 7 h 43"/>
                <a:gd name="T14" fmla="*/ 3 w 14"/>
                <a:gd name="T15" fmla="*/ 15 h 43"/>
                <a:gd name="T16" fmla="*/ 3 w 14"/>
                <a:gd name="T17" fmla="*/ 15 h 43"/>
                <a:gd name="T18" fmla="*/ 2 w 14"/>
                <a:gd name="T19" fmla="*/ 19 h 43"/>
                <a:gd name="T20" fmla="*/ 0 w 14"/>
                <a:gd name="T21" fmla="*/ 35 h 43"/>
                <a:gd name="T22" fmla="*/ 5 w 14"/>
                <a:gd name="T23" fmla="*/ 43 h 43"/>
                <a:gd name="T24" fmla="*/ 9 w 14"/>
                <a:gd name="T25" fmla="*/ 42 h 43"/>
                <a:gd name="T26" fmla="*/ 11 w 14"/>
                <a:gd name="T27" fmla="*/ 39 h 43"/>
                <a:gd name="T28" fmla="*/ 10 w 14"/>
                <a:gd name="T29" fmla="*/ 38 h 43"/>
                <a:gd name="T30" fmla="*/ 10 w 14"/>
                <a:gd name="T31" fmla="*/ 32 h 43"/>
                <a:gd name="T32" fmla="*/ 10 w 14"/>
                <a:gd name="T33" fmla="*/ 24 h 43"/>
                <a:gd name="T34" fmla="*/ 13 w 14"/>
                <a:gd name="T35" fmla="*/ 1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43">
                  <a:moveTo>
                    <a:pt x="13" y="11"/>
                  </a:moveTo>
                  <a:cubicBezTo>
                    <a:pt x="13" y="11"/>
                    <a:pt x="13" y="11"/>
                    <a:pt x="13" y="11"/>
                  </a:cubicBezTo>
                  <a:cubicBezTo>
                    <a:pt x="14" y="7"/>
                    <a:pt x="14" y="5"/>
                    <a:pt x="14" y="4"/>
                  </a:cubicBezTo>
                  <a:cubicBezTo>
                    <a:pt x="14" y="3"/>
                    <a:pt x="14" y="2"/>
                    <a:pt x="13" y="1"/>
                  </a:cubicBezTo>
                  <a:cubicBezTo>
                    <a:pt x="12" y="0"/>
                    <a:pt x="10" y="0"/>
                    <a:pt x="9" y="0"/>
                  </a:cubicBezTo>
                  <a:cubicBezTo>
                    <a:pt x="7" y="0"/>
                    <a:pt x="6" y="1"/>
                    <a:pt x="5" y="2"/>
                  </a:cubicBezTo>
                  <a:cubicBezTo>
                    <a:pt x="4" y="3"/>
                    <a:pt x="4" y="5"/>
                    <a:pt x="4" y="7"/>
                  </a:cubicBezTo>
                  <a:cubicBezTo>
                    <a:pt x="4" y="8"/>
                    <a:pt x="3" y="10"/>
                    <a:pt x="3" y="15"/>
                  </a:cubicBezTo>
                  <a:cubicBezTo>
                    <a:pt x="3" y="15"/>
                    <a:pt x="3" y="15"/>
                    <a:pt x="3" y="15"/>
                  </a:cubicBezTo>
                  <a:cubicBezTo>
                    <a:pt x="2" y="16"/>
                    <a:pt x="2" y="18"/>
                    <a:pt x="2" y="19"/>
                  </a:cubicBezTo>
                  <a:cubicBezTo>
                    <a:pt x="1" y="25"/>
                    <a:pt x="0" y="31"/>
                    <a:pt x="0" y="35"/>
                  </a:cubicBezTo>
                  <a:cubicBezTo>
                    <a:pt x="0" y="41"/>
                    <a:pt x="2" y="43"/>
                    <a:pt x="5" y="43"/>
                  </a:cubicBezTo>
                  <a:cubicBezTo>
                    <a:pt x="7" y="43"/>
                    <a:pt x="8" y="43"/>
                    <a:pt x="9" y="42"/>
                  </a:cubicBezTo>
                  <a:cubicBezTo>
                    <a:pt x="10" y="41"/>
                    <a:pt x="11" y="40"/>
                    <a:pt x="11" y="39"/>
                  </a:cubicBezTo>
                  <a:cubicBezTo>
                    <a:pt x="11" y="39"/>
                    <a:pt x="11" y="39"/>
                    <a:pt x="10" y="38"/>
                  </a:cubicBezTo>
                  <a:cubicBezTo>
                    <a:pt x="10" y="35"/>
                    <a:pt x="10" y="33"/>
                    <a:pt x="10" y="32"/>
                  </a:cubicBezTo>
                  <a:cubicBezTo>
                    <a:pt x="10" y="30"/>
                    <a:pt x="10" y="27"/>
                    <a:pt x="10" y="24"/>
                  </a:cubicBezTo>
                  <a:cubicBezTo>
                    <a:pt x="10" y="21"/>
                    <a:pt x="11" y="17"/>
                    <a:pt x="13"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24"/>
            <p:cNvSpPr>
              <a:spLocks/>
            </p:cNvSpPr>
            <p:nvPr/>
          </p:nvSpPr>
          <p:spPr bwMode="auto">
            <a:xfrm>
              <a:off x="7367588" y="3101975"/>
              <a:ext cx="22225" cy="22225"/>
            </a:xfrm>
            <a:custGeom>
              <a:avLst/>
              <a:gdLst>
                <a:gd name="T0" fmla="*/ 10 w 13"/>
                <a:gd name="T1" fmla="*/ 11 h 13"/>
                <a:gd name="T2" fmla="*/ 13 w 13"/>
                <a:gd name="T3" fmla="*/ 6 h 13"/>
                <a:gd name="T4" fmla="*/ 11 w 13"/>
                <a:gd name="T5" fmla="*/ 2 h 13"/>
                <a:gd name="T6" fmla="*/ 7 w 13"/>
                <a:gd name="T7" fmla="*/ 0 h 13"/>
                <a:gd name="T8" fmla="*/ 2 w 13"/>
                <a:gd name="T9" fmla="*/ 2 h 13"/>
                <a:gd name="T10" fmla="*/ 0 w 13"/>
                <a:gd name="T11" fmla="*/ 7 h 13"/>
                <a:gd name="T12" fmla="*/ 2 w 13"/>
                <a:gd name="T13" fmla="*/ 11 h 13"/>
                <a:gd name="T14" fmla="*/ 6 w 13"/>
                <a:gd name="T15" fmla="*/ 13 h 13"/>
                <a:gd name="T16" fmla="*/ 10 w 13"/>
                <a:gd name="T17"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3">
                  <a:moveTo>
                    <a:pt x="10" y="11"/>
                  </a:moveTo>
                  <a:cubicBezTo>
                    <a:pt x="12" y="9"/>
                    <a:pt x="13" y="7"/>
                    <a:pt x="13" y="6"/>
                  </a:cubicBezTo>
                  <a:cubicBezTo>
                    <a:pt x="13" y="4"/>
                    <a:pt x="12" y="3"/>
                    <a:pt x="11" y="2"/>
                  </a:cubicBezTo>
                  <a:cubicBezTo>
                    <a:pt x="10" y="1"/>
                    <a:pt x="8" y="0"/>
                    <a:pt x="7" y="0"/>
                  </a:cubicBezTo>
                  <a:cubicBezTo>
                    <a:pt x="4" y="0"/>
                    <a:pt x="3" y="1"/>
                    <a:pt x="2" y="2"/>
                  </a:cubicBezTo>
                  <a:cubicBezTo>
                    <a:pt x="0" y="3"/>
                    <a:pt x="0" y="5"/>
                    <a:pt x="0" y="7"/>
                  </a:cubicBezTo>
                  <a:cubicBezTo>
                    <a:pt x="0" y="8"/>
                    <a:pt x="0" y="9"/>
                    <a:pt x="2" y="11"/>
                  </a:cubicBezTo>
                  <a:cubicBezTo>
                    <a:pt x="3" y="12"/>
                    <a:pt x="4" y="13"/>
                    <a:pt x="6" y="13"/>
                  </a:cubicBezTo>
                  <a:cubicBezTo>
                    <a:pt x="7" y="13"/>
                    <a:pt x="8" y="12"/>
                    <a:pt x="1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25"/>
            <p:cNvSpPr>
              <a:spLocks/>
            </p:cNvSpPr>
            <p:nvPr/>
          </p:nvSpPr>
          <p:spPr bwMode="auto">
            <a:xfrm>
              <a:off x="7383463" y="3135313"/>
              <a:ext cx="57150" cy="84138"/>
            </a:xfrm>
            <a:custGeom>
              <a:avLst/>
              <a:gdLst>
                <a:gd name="T0" fmla="*/ 18 w 33"/>
                <a:gd name="T1" fmla="*/ 11 h 48"/>
                <a:gd name="T2" fmla="*/ 26 w 33"/>
                <a:gd name="T3" fmla="*/ 8 h 48"/>
                <a:gd name="T4" fmla="*/ 28 w 33"/>
                <a:gd name="T5" fmla="*/ 9 h 48"/>
                <a:gd name="T6" fmla="*/ 29 w 33"/>
                <a:gd name="T7" fmla="*/ 9 h 48"/>
                <a:gd name="T8" fmla="*/ 32 w 33"/>
                <a:gd name="T9" fmla="*/ 8 h 48"/>
                <a:gd name="T10" fmla="*/ 33 w 33"/>
                <a:gd name="T11" fmla="*/ 6 h 48"/>
                <a:gd name="T12" fmla="*/ 27 w 33"/>
                <a:gd name="T13" fmla="*/ 0 h 48"/>
                <a:gd name="T14" fmla="*/ 12 w 33"/>
                <a:gd name="T15" fmla="*/ 5 h 48"/>
                <a:gd name="T16" fmla="*/ 4 w 33"/>
                <a:gd name="T17" fmla="*/ 17 h 48"/>
                <a:gd name="T18" fmla="*/ 6 w 33"/>
                <a:gd name="T19" fmla="*/ 23 h 48"/>
                <a:gd name="T20" fmla="*/ 17 w 33"/>
                <a:gd name="T21" fmla="*/ 30 h 48"/>
                <a:gd name="T22" fmla="*/ 24 w 33"/>
                <a:gd name="T23" fmla="*/ 35 h 48"/>
                <a:gd name="T24" fmla="*/ 18 w 33"/>
                <a:gd name="T25" fmla="*/ 38 h 48"/>
                <a:gd name="T26" fmla="*/ 10 w 33"/>
                <a:gd name="T27" fmla="*/ 39 h 48"/>
                <a:gd name="T28" fmla="*/ 8 w 33"/>
                <a:gd name="T29" fmla="*/ 39 h 48"/>
                <a:gd name="T30" fmla="*/ 5 w 33"/>
                <a:gd name="T31" fmla="*/ 38 h 48"/>
                <a:gd name="T32" fmla="*/ 2 w 33"/>
                <a:gd name="T33" fmla="*/ 39 h 48"/>
                <a:gd name="T34" fmla="*/ 0 w 33"/>
                <a:gd name="T35" fmla="*/ 43 h 48"/>
                <a:gd name="T36" fmla="*/ 7 w 33"/>
                <a:gd name="T37" fmla="*/ 48 h 48"/>
                <a:gd name="T38" fmla="*/ 25 w 33"/>
                <a:gd name="T39" fmla="*/ 44 h 48"/>
                <a:gd name="T40" fmla="*/ 33 w 33"/>
                <a:gd name="T41" fmla="*/ 34 h 48"/>
                <a:gd name="T42" fmla="*/ 31 w 33"/>
                <a:gd name="T43" fmla="*/ 29 h 48"/>
                <a:gd name="T44" fmla="*/ 22 w 33"/>
                <a:gd name="T45" fmla="*/ 23 h 48"/>
                <a:gd name="T46" fmla="*/ 15 w 33"/>
                <a:gd name="T47" fmla="*/ 19 h 48"/>
                <a:gd name="T48" fmla="*/ 14 w 33"/>
                <a:gd name="T49" fmla="*/ 16 h 48"/>
                <a:gd name="T50" fmla="*/ 18 w 33"/>
                <a:gd name="T51"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3" h="48">
                  <a:moveTo>
                    <a:pt x="18" y="11"/>
                  </a:moveTo>
                  <a:cubicBezTo>
                    <a:pt x="21" y="9"/>
                    <a:pt x="24" y="8"/>
                    <a:pt x="26" y="8"/>
                  </a:cubicBezTo>
                  <a:cubicBezTo>
                    <a:pt x="26" y="8"/>
                    <a:pt x="27" y="9"/>
                    <a:pt x="28" y="9"/>
                  </a:cubicBezTo>
                  <a:cubicBezTo>
                    <a:pt x="28" y="9"/>
                    <a:pt x="29" y="9"/>
                    <a:pt x="29" y="9"/>
                  </a:cubicBezTo>
                  <a:cubicBezTo>
                    <a:pt x="30" y="9"/>
                    <a:pt x="31" y="9"/>
                    <a:pt x="32" y="8"/>
                  </a:cubicBezTo>
                  <a:cubicBezTo>
                    <a:pt x="33" y="7"/>
                    <a:pt x="33" y="7"/>
                    <a:pt x="33" y="6"/>
                  </a:cubicBezTo>
                  <a:cubicBezTo>
                    <a:pt x="33" y="2"/>
                    <a:pt x="31" y="0"/>
                    <a:pt x="27" y="0"/>
                  </a:cubicBezTo>
                  <a:cubicBezTo>
                    <a:pt x="22" y="0"/>
                    <a:pt x="17" y="1"/>
                    <a:pt x="12" y="5"/>
                  </a:cubicBezTo>
                  <a:cubicBezTo>
                    <a:pt x="7" y="8"/>
                    <a:pt x="4" y="12"/>
                    <a:pt x="4" y="17"/>
                  </a:cubicBezTo>
                  <a:cubicBezTo>
                    <a:pt x="4" y="19"/>
                    <a:pt x="5" y="21"/>
                    <a:pt x="6" y="23"/>
                  </a:cubicBezTo>
                  <a:cubicBezTo>
                    <a:pt x="8" y="25"/>
                    <a:pt x="11" y="27"/>
                    <a:pt x="17" y="30"/>
                  </a:cubicBezTo>
                  <a:cubicBezTo>
                    <a:pt x="21" y="32"/>
                    <a:pt x="23" y="34"/>
                    <a:pt x="24" y="35"/>
                  </a:cubicBezTo>
                  <a:cubicBezTo>
                    <a:pt x="23" y="36"/>
                    <a:pt x="21" y="37"/>
                    <a:pt x="18" y="38"/>
                  </a:cubicBezTo>
                  <a:cubicBezTo>
                    <a:pt x="15" y="39"/>
                    <a:pt x="13" y="39"/>
                    <a:pt x="10" y="39"/>
                  </a:cubicBezTo>
                  <a:cubicBezTo>
                    <a:pt x="10" y="39"/>
                    <a:pt x="9" y="39"/>
                    <a:pt x="8" y="39"/>
                  </a:cubicBezTo>
                  <a:cubicBezTo>
                    <a:pt x="6" y="38"/>
                    <a:pt x="6" y="38"/>
                    <a:pt x="5" y="38"/>
                  </a:cubicBezTo>
                  <a:cubicBezTo>
                    <a:pt x="4" y="38"/>
                    <a:pt x="3" y="39"/>
                    <a:pt x="2" y="39"/>
                  </a:cubicBezTo>
                  <a:cubicBezTo>
                    <a:pt x="1" y="40"/>
                    <a:pt x="0" y="41"/>
                    <a:pt x="0" y="43"/>
                  </a:cubicBezTo>
                  <a:cubicBezTo>
                    <a:pt x="0" y="46"/>
                    <a:pt x="3" y="48"/>
                    <a:pt x="7" y="48"/>
                  </a:cubicBezTo>
                  <a:cubicBezTo>
                    <a:pt x="14" y="48"/>
                    <a:pt x="20" y="47"/>
                    <a:pt x="25" y="44"/>
                  </a:cubicBezTo>
                  <a:cubicBezTo>
                    <a:pt x="30" y="41"/>
                    <a:pt x="33" y="38"/>
                    <a:pt x="33" y="34"/>
                  </a:cubicBezTo>
                  <a:cubicBezTo>
                    <a:pt x="33" y="32"/>
                    <a:pt x="32" y="30"/>
                    <a:pt x="31" y="29"/>
                  </a:cubicBezTo>
                  <a:cubicBezTo>
                    <a:pt x="29" y="27"/>
                    <a:pt x="26" y="25"/>
                    <a:pt x="22" y="23"/>
                  </a:cubicBezTo>
                  <a:cubicBezTo>
                    <a:pt x="19" y="21"/>
                    <a:pt x="16" y="20"/>
                    <a:pt x="15" y="19"/>
                  </a:cubicBezTo>
                  <a:cubicBezTo>
                    <a:pt x="14" y="18"/>
                    <a:pt x="14" y="17"/>
                    <a:pt x="14" y="16"/>
                  </a:cubicBezTo>
                  <a:cubicBezTo>
                    <a:pt x="14" y="14"/>
                    <a:pt x="15" y="12"/>
                    <a:pt x="1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26"/>
            <p:cNvSpPr>
              <a:spLocks/>
            </p:cNvSpPr>
            <p:nvPr/>
          </p:nvSpPr>
          <p:spPr bwMode="auto">
            <a:xfrm>
              <a:off x="7445375" y="3114675"/>
              <a:ext cx="68263" cy="103188"/>
            </a:xfrm>
            <a:custGeom>
              <a:avLst/>
              <a:gdLst>
                <a:gd name="T0" fmla="*/ 8 w 39"/>
                <a:gd name="T1" fmla="*/ 56 h 59"/>
                <a:gd name="T2" fmla="*/ 16 w 39"/>
                <a:gd name="T3" fmla="*/ 59 h 59"/>
                <a:gd name="T4" fmla="*/ 28 w 39"/>
                <a:gd name="T5" fmla="*/ 55 h 59"/>
                <a:gd name="T6" fmla="*/ 34 w 39"/>
                <a:gd name="T7" fmla="*/ 47 h 59"/>
                <a:gd name="T8" fmla="*/ 33 w 39"/>
                <a:gd name="T9" fmla="*/ 45 h 59"/>
                <a:gd name="T10" fmla="*/ 31 w 39"/>
                <a:gd name="T11" fmla="*/ 45 h 59"/>
                <a:gd name="T12" fmla="*/ 28 w 39"/>
                <a:gd name="T13" fmla="*/ 46 h 59"/>
                <a:gd name="T14" fmla="*/ 22 w 39"/>
                <a:gd name="T15" fmla="*/ 50 h 59"/>
                <a:gd name="T16" fmla="*/ 18 w 39"/>
                <a:gd name="T17" fmla="*/ 50 h 59"/>
                <a:gd name="T18" fmla="*/ 16 w 39"/>
                <a:gd name="T19" fmla="*/ 49 h 59"/>
                <a:gd name="T20" fmla="*/ 15 w 39"/>
                <a:gd name="T21" fmla="*/ 45 h 59"/>
                <a:gd name="T22" fmla="*/ 17 w 39"/>
                <a:gd name="T23" fmla="*/ 34 h 59"/>
                <a:gd name="T24" fmla="*/ 19 w 39"/>
                <a:gd name="T25" fmla="*/ 25 h 59"/>
                <a:gd name="T26" fmla="*/ 33 w 39"/>
                <a:gd name="T27" fmla="*/ 23 h 59"/>
                <a:gd name="T28" fmla="*/ 39 w 39"/>
                <a:gd name="T29" fmla="*/ 18 h 59"/>
                <a:gd name="T30" fmla="*/ 38 w 39"/>
                <a:gd name="T31" fmla="*/ 16 h 59"/>
                <a:gd name="T32" fmla="*/ 35 w 39"/>
                <a:gd name="T33" fmla="*/ 15 h 59"/>
                <a:gd name="T34" fmla="*/ 22 w 39"/>
                <a:gd name="T35" fmla="*/ 17 h 59"/>
                <a:gd name="T36" fmla="*/ 25 w 39"/>
                <a:gd name="T37" fmla="*/ 4 h 59"/>
                <a:gd name="T38" fmla="*/ 24 w 39"/>
                <a:gd name="T39" fmla="*/ 1 h 59"/>
                <a:gd name="T40" fmla="*/ 20 w 39"/>
                <a:gd name="T41" fmla="*/ 0 h 59"/>
                <a:gd name="T42" fmla="*/ 15 w 39"/>
                <a:gd name="T43" fmla="*/ 5 h 59"/>
                <a:gd name="T44" fmla="*/ 12 w 39"/>
                <a:gd name="T45" fmla="*/ 17 h 59"/>
                <a:gd name="T46" fmla="*/ 3 w 39"/>
                <a:gd name="T47" fmla="*/ 18 h 59"/>
                <a:gd name="T48" fmla="*/ 0 w 39"/>
                <a:gd name="T49" fmla="*/ 21 h 59"/>
                <a:gd name="T50" fmla="*/ 1 w 39"/>
                <a:gd name="T51" fmla="*/ 25 h 59"/>
                <a:gd name="T52" fmla="*/ 5 w 39"/>
                <a:gd name="T53" fmla="*/ 26 h 59"/>
                <a:gd name="T54" fmla="*/ 6 w 39"/>
                <a:gd name="T55" fmla="*/ 26 h 59"/>
                <a:gd name="T56" fmla="*/ 9 w 39"/>
                <a:gd name="T57" fmla="*/ 26 h 59"/>
                <a:gd name="T58" fmla="*/ 5 w 39"/>
                <a:gd name="T59" fmla="*/ 47 h 59"/>
                <a:gd name="T60" fmla="*/ 8 w 39"/>
                <a:gd name="T61" fmla="*/ 56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9" h="59">
                  <a:moveTo>
                    <a:pt x="8" y="56"/>
                  </a:moveTo>
                  <a:cubicBezTo>
                    <a:pt x="10" y="58"/>
                    <a:pt x="13" y="59"/>
                    <a:pt x="16" y="59"/>
                  </a:cubicBezTo>
                  <a:cubicBezTo>
                    <a:pt x="20" y="59"/>
                    <a:pt x="24" y="57"/>
                    <a:pt x="28" y="55"/>
                  </a:cubicBezTo>
                  <a:cubicBezTo>
                    <a:pt x="32" y="52"/>
                    <a:pt x="34" y="49"/>
                    <a:pt x="34" y="47"/>
                  </a:cubicBezTo>
                  <a:cubicBezTo>
                    <a:pt x="34" y="46"/>
                    <a:pt x="33" y="46"/>
                    <a:pt x="33" y="45"/>
                  </a:cubicBezTo>
                  <a:cubicBezTo>
                    <a:pt x="32" y="45"/>
                    <a:pt x="32" y="45"/>
                    <a:pt x="31" y="45"/>
                  </a:cubicBezTo>
                  <a:cubicBezTo>
                    <a:pt x="30" y="45"/>
                    <a:pt x="29" y="45"/>
                    <a:pt x="28" y="46"/>
                  </a:cubicBezTo>
                  <a:cubicBezTo>
                    <a:pt x="25" y="48"/>
                    <a:pt x="24" y="49"/>
                    <a:pt x="22" y="50"/>
                  </a:cubicBezTo>
                  <a:cubicBezTo>
                    <a:pt x="21" y="50"/>
                    <a:pt x="20" y="50"/>
                    <a:pt x="18" y="50"/>
                  </a:cubicBezTo>
                  <a:cubicBezTo>
                    <a:pt x="17" y="50"/>
                    <a:pt x="16" y="50"/>
                    <a:pt x="16" y="49"/>
                  </a:cubicBezTo>
                  <a:cubicBezTo>
                    <a:pt x="15" y="48"/>
                    <a:pt x="15" y="47"/>
                    <a:pt x="15" y="45"/>
                  </a:cubicBezTo>
                  <a:cubicBezTo>
                    <a:pt x="15" y="43"/>
                    <a:pt x="16" y="40"/>
                    <a:pt x="17" y="34"/>
                  </a:cubicBezTo>
                  <a:cubicBezTo>
                    <a:pt x="18" y="28"/>
                    <a:pt x="19" y="25"/>
                    <a:pt x="19" y="25"/>
                  </a:cubicBezTo>
                  <a:cubicBezTo>
                    <a:pt x="33" y="23"/>
                    <a:pt x="33" y="23"/>
                    <a:pt x="33" y="23"/>
                  </a:cubicBezTo>
                  <a:cubicBezTo>
                    <a:pt x="37" y="22"/>
                    <a:pt x="39" y="21"/>
                    <a:pt x="39" y="18"/>
                  </a:cubicBezTo>
                  <a:cubicBezTo>
                    <a:pt x="39" y="17"/>
                    <a:pt x="39" y="17"/>
                    <a:pt x="38" y="16"/>
                  </a:cubicBezTo>
                  <a:cubicBezTo>
                    <a:pt x="38" y="16"/>
                    <a:pt x="37" y="15"/>
                    <a:pt x="35" y="15"/>
                  </a:cubicBezTo>
                  <a:cubicBezTo>
                    <a:pt x="34" y="15"/>
                    <a:pt x="30" y="16"/>
                    <a:pt x="22" y="17"/>
                  </a:cubicBezTo>
                  <a:cubicBezTo>
                    <a:pt x="24" y="9"/>
                    <a:pt x="25" y="5"/>
                    <a:pt x="25" y="4"/>
                  </a:cubicBezTo>
                  <a:cubicBezTo>
                    <a:pt x="25" y="3"/>
                    <a:pt x="24" y="2"/>
                    <a:pt x="24" y="1"/>
                  </a:cubicBezTo>
                  <a:cubicBezTo>
                    <a:pt x="23" y="1"/>
                    <a:pt x="22" y="0"/>
                    <a:pt x="20" y="0"/>
                  </a:cubicBezTo>
                  <a:cubicBezTo>
                    <a:pt x="18" y="0"/>
                    <a:pt x="16" y="2"/>
                    <a:pt x="15" y="5"/>
                  </a:cubicBezTo>
                  <a:cubicBezTo>
                    <a:pt x="14" y="10"/>
                    <a:pt x="13" y="14"/>
                    <a:pt x="12" y="17"/>
                  </a:cubicBezTo>
                  <a:cubicBezTo>
                    <a:pt x="3" y="18"/>
                    <a:pt x="3" y="18"/>
                    <a:pt x="3" y="18"/>
                  </a:cubicBezTo>
                  <a:cubicBezTo>
                    <a:pt x="1" y="18"/>
                    <a:pt x="0" y="19"/>
                    <a:pt x="0" y="21"/>
                  </a:cubicBezTo>
                  <a:cubicBezTo>
                    <a:pt x="0" y="23"/>
                    <a:pt x="0" y="24"/>
                    <a:pt x="1" y="25"/>
                  </a:cubicBezTo>
                  <a:cubicBezTo>
                    <a:pt x="3" y="26"/>
                    <a:pt x="4" y="26"/>
                    <a:pt x="5" y="26"/>
                  </a:cubicBezTo>
                  <a:cubicBezTo>
                    <a:pt x="6" y="26"/>
                    <a:pt x="6" y="26"/>
                    <a:pt x="6" y="26"/>
                  </a:cubicBezTo>
                  <a:cubicBezTo>
                    <a:pt x="7" y="26"/>
                    <a:pt x="8" y="26"/>
                    <a:pt x="9" y="26"/>
                  </a:cubicBezTo>
                  <a:cubicBezTo>
                    <a:pt x="7" y="36"/>
                    <a:pt x="5" y="43"/>
                    <a:pt x="5" y="47"/>
                  </a:cubicBezTo>
                  <a:cubicBezTo>
                    <a:pt x="5" y="51"/>
                    <a:pt x="6" y="54"/>
                    <a:pt x="8" y="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27"/>
            <p:cNvSpPr>
              <a:spLocks noEditPoints="1"/>
            </p:cNvSpPr>
            <p:nvPr/>
          </p:nvSpPr>
          <p:spPr bwMode="auto">
            <a:xfrm>
              <a:off x="7516813" y="3138488"/>
              <a:ext cx="68263" cy="79375"/>
            </a:xfrm>
            <a:custGeom>
              <a:avLst/>
              <a:gdLst>
                <a:gd name="T0" fmla="*/ 13 w 39"/>
                <a:gd name="T1" fmla="*/ 45 h 45"/>
                <a:gd name="T2" fmla="*/ 28 w 39"/>
                <a:gd name="T3" fmla="*/ 39 h 45"/>
                <a:gd name="T4" fmla="*/ 38 w 39"/>
                <a:gd name="T5" fmla="*/ 23 h 45"/>
                <a:gd name="T6" fmla="*/ 38 w 39"/>
                <a:gd name="T7" fmla="*/ 23 h 45"/>
                <a:gd name="T8" fmla="*/ 39 w 39"/>
                <a:gd name="T9" fmla="*/ 17 h 45"/>
                <a:gd name="T10" fmla="*/ 35 w 39"/>
                <a:gd name="T11" fmla="*/ 5 h 45"/>
                <a:gd name="T12" fmla="*/ 24 w 39"/>
                <a:gd name="T13" fmla="*/ 0 h 45"/>
                <a:gd name="T14" fmla="*/ 7 w 39"/>
                <a:gd name="T15" fmla="*/ 10 h 45"/>
                <a:gd name="T16" fmla="*/ 0 w 39"/>
                <a:gd name="T17" fmla="*/ 30 h 45"/>
                <a:gd name="T18" fmla="*/ 4 w 39"/>
                <a:gd name="T19" fmla="*/ 41 h 45"/>
                <a:gd name="T20" fmla="*/ 13 w 39"/>
                <a:gd name="T21" fmla="*/ 45 h 45"/>
                <a:gd name="T22" fmla="*/ 12 w 39"/>
                <a:gd name="T23" fmla="*/ 19 h 45"/>
                <a:gd name="T24" fmla="*/ 18 w 39"/>
                <a:gd name="T25" fmla="*/ 11 h 45"/>
                <a:gd name="T26" fmla="*/ 18 w 39"/>
                <a:gd name="T27" fmla="*/ 11 h 45"/>
                <a:gd name="T28" fmla="*/ 23 w 39"/>
                <a:gd name="T29" fmla="*/ 9 h 45"/>
                <a:gd name="T30" fmla="*/ 28 w 39"/>
                <a:gd name="T31" fmla="*/ 11 h 45"/>
                <a:gd name="T32" fmla="*/ 29 w 39"/>
                <a:gd name="T33" fmla="*/ 18 h 45"/>
                <a:gd name="T34" fmla="*/ 24 w 39"/>
                <a:gd name="T35" fmla="*/ 31 h 45"/>
                <a:gd name="T36" fmla="*/ 14 w 39"/>
                <a:gd name="T37" fmla="*/ 37 h 45"/>
                <a:gd name="T38" fmla="*/ 11 w 39"/>
                <a:gd name="T39" fmla="*/ 35 h 45"/>
                <a:gd name="T40" fmla="*/ 10 w 39"/>
                <a:gd name="T41" fmla="*/ 29 h 45"/>
                <a:gd name="T42" fmla="*/ 12 w 39"/>
                <a:gd name="T43" fmla="*/ 1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9" h="45">
                  <a:moveTo>
                    <a:pt x="13" y="45"/>
                  </a:moveTo>
                  <a:cubicBezTo>
                    <a:pt x="18" y="45"/>
                    <a:pt x="23" y="43"/>
                    <a:pt x="28" y="39"/>
                  </a:cubicBezTo>
                  <a:cubicBezTo>
                    <a:pt x="33" y="35"/>
                    <a:pt x="36" y="29"/>
                    <a:pt x="38" y="23"/>
                  </a:cubicBezTo>
                  <a:cubicBezTo>
                    <a:pt x="38" y="23"/>
                    <a:pt x="38" y="23"/>
                    <a:pt x="38" y="23"/>
                  </a:cubicBezTo>
                  <a:cubicBezTo>
                    <a:pt x="39" y="21"/>
                    <a:pt x="39" y="19"/>
                    <a:pt x="39" y="17"/>
                  </a:cubicBezTo>
                  <a:cubicBezTo>
                    <a:pt x="39" y="13"/>
                    <a:pt x="37" y="9"/>
                    <a:pt x="35" y="5"/>
                  </a:cubicBezTo>
                  <a:cubicBezTo>
                    <a:pt x="32" y="2"/>
                    <a:pt x="28" y="0"/>
                    <a:pt x="24" y="0"/>
                  </a:cubicBezTo>
                  <a:cubicBezTo>
                    <a:pt x="17" y="0"/>
                    <a:pt x="11" y="4"/>
                    <a:pt x="7" y="10"/>
                  </a:cubicBezTo>
                  <a:cubicBezTo>
                    <a:pt x="2" y="17"/>
                    <a:pt x="0" y="24"/>
                    <a:pt x="0" y="30"/>
                  </a:cubicBezTo>
                  <a:cubicBezTo>
                    <a:pt x="0" y="34"/>
                    <a:pt x="1" y="38"/>
                    <a:pt x="4" y="41"/>
                  </a:cubicBezTo>
                  <a:cubicBezTo>
                    <a:pt x="6" y="44"/>
                    <a:pt x="9" y="45"/>
                    <a:pt x="13" y="45"/>
                  </a:cubicBezTo>
                  <a:close/>
                  <a:moveTo>
                    <a:pt x="12" y="19"/>
                  </a:moveTo>
                  <a:cubicBezTo>
                    <a:pt x="14" y="15"/>
                    <a:pt x="16" y="12"/>
                    <a:pt x="18" y="11"/>
                  </a:cubicBezTo>
                  <a:cubicBezTo>
                    <a:pt x="18" y="11"/>
                    <a:pt x="18" y="11"/>
                    <a:pt x="18" y="11"/>
                  </a:cubicBezTo>
                  <a:cubicBezTo>
                    <a:pt x="19" y="9"/>
                    <a:pt x="21" y="9"/>
                    <a:pt x="23" y="9"/>
                  </a:cubicBezTo>
                  <a:cubicBezTo>
                    <a:pt x="25" y="9"/>
                    <a:pt x="26" y="10"/>
                    <a:pt x="28" y="11"/>
                  </a:cubicBezTo>
                  <a:cubicBezTo>
                    <a:pt x="29" y="13"/>
                    <a:pt x="29" y="15"/>
                    <a:pt x="29" y="18"/>
                  </a:cubicBezTo>
                  <a:cubicBezTo>
                    <a:pt x="29" y="23"/>
                    <a:pt x="28" y="27"/>
                    <a:pt x="24" y="31"/>
                  </a:cubicBezTo>
                  <a:cubicBezTo>
                    <a:pt x="21" y="35"/>
                    <a:pt x="17" y="37"/>
                    <a:pt x="14" y="37"/>
                  </a:cubicBezTo>
                  <a:cubicBezTo>
                    <a:pt x="13" y="37"/>
                    <a:pt x="12" y="36"/>
                    <a:pt x="11" y="35"/>
                  </a:cubicBezTo>
                  <a:cubicBezTo>
                    <a:pt x="10" y="33"/>
                    <a:pt x="10" y="32"/>
                    <a:pt x="10" y="29"/>
                  </a:cubicBezTo>
                  <a:cubicBezTo>
                    <a:pt x="10" y="26"/>
                    <a:pt x="10" y="22"/>
                    <a:pt x="12"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28"/>
            <p:cNvSpPr>
              <a:spLocks/>
            </p:cNvSpPr>
            <p:nvPr/>
          </p:nvSpPr>
          <p:spPr bwMode="auto">
            <a:xfrm>
              <a:off x="7599363" y="3140075"/>
              <a:ext cx="68263" cy="77788"/>
            </a:xfrm>
            <a:custGeom>
              <a:avLst/>
              <a:gdLst>
                <a:gd name="T0" fmla="*/ 10 w 39"/>
                <a:gd name="T1" fmla="*/ 12 h 44"/>
                <a:gd name="T2" fmla="*/ 12 w 39"/>
                <a:gd name="T3" fmla="*/ 4 h 44"/>
                <a:gd name="T4" fmla="*/ 11 w 39"/>
                <a:gd name="T5" fmla="*/ 1 h 44"/>
                <a:gd name="T6" fmla="*/ 8 w 39"/>
                <a:gd name="T7" fmla="*/ 0 h 44"/>
                <a:gd name="T8" fmla="*/ 4 w 39"/>
                <a:gd name="T9" fmla="*/ 1 h 44"/>
                <a:gd name="T10" fmla="*/ 2 w 39"/>
                <a:gd name="T11" fmla="*/ 4 h 44"/>
                <a:gd name="T12" fmla="*/ 1 w 39"/>
                <a:gd name="T13" fmla="*/ 9 h 44"/>
                <a:gd name="T14" fmla="*/ 1 w 39"/>
                <a:gd name="T15" fmla="*/ 12 h 44"/>
                <a:gd name="T16" fmla="*/ 0 w 39"/>
                <a:gd name="T17" fmla="*/ 23 h 44"/>
                <a:gd name="T18" fmla="*/ 0 w 39"/>
                <a:gd name="T19" fmla="*/ 31 h 44"/>
                <a:gd name="T20" fmla="*/ 1 w 39"/>
                <a:gd name="T21" fmla="*/ 41 h 44"/>
                <a:gd name="T22" fmla="*/ 5 w 39"/>
                <a:gd name="T23" fmla="*/ 44 h 44"/>
                <a:gd name="T24" fmla="*/ 9 w 39"/>
                <a:gd name="T25" fmla="*/ 43 h 44"/>
                <a:gd name="T26" fmla="*/ 11 w 39"/>
                <a:gd name="T27" fmla="*/ 38 h 44"/>
                <a:gd name="T28" fmla="*/ 19 w 39"/>
                <a:gd name="T29" fmla="*/ 18 h 44"/>
                <a:gd name="T30" fmla="*/ 29 w 39"/>
                <a:gd name="T31" fmla="*/ 9 h 44"/>
                <a:gd name="T32" fmla="*/ 31 w 39"/>
                <a:gd name="T33" fmla="*/ 10 h 44"/>
                <a:gd name="T34" fmla="*/ 36 w 39"/>
                <a:gd name="T35" fmla="*/ 12 h 44"/>
                <a:gd name="T36" fmla="*/ 38 w 39"/>
                <a:gd name="T37" fmla="*/ 11 h 44"/>
                <a:gd name="T38" fmla="*/ 39 w 39"/>
                <a:gd name="T39" fmla="*/ 7 h 44"/>
                <a:gd name="T40" fmla="*/ 36 w 39"/>
                <a:gd name="T41" fmla="*/ 2 h 44"/>
                <a:gd name="T42" fmla="*/ 30 w 39"/>
                <a:gd name="T43" fmla="*/ 0 h 44"/>
                <a:gd name="T44" fmla="*/ 19 w 39"/>
                <a:gd name="T45" fmla="*/ 6 h 44"/>
                <a:gd name="T46" fmla="*/ 9 w 39"/>
                <a:gd name="T47" fmla="*/ 21 h 44"/>
                <a:gd name="T48" fmla="*/ 8 w 39"/>
                <a:gd name="T49" fmla="*/ 23 h 44"/>
                <a:gd name="T50" fmla="*/ 9 w 39"/>
                <a:gd name="T51" fmla="*/ 17 h 44"/>
                <a:gd name="T52" fmla="*/ 10 w 39"/>
                <a:gd name="T53"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9" h="44">
                  <a:moveTo>
                    <a:pt x="10" y="12"/>
                  </a:moveTo>
                  <a:cubicBezTo>
                    <a:pt x="11" y="8"/>
                    <a:pt x="12" y="5"/>
                    <a:pt x="12" y="4"/>
                  </a:cubicBezTo>
                  <a:cubicBezTo>
                    <a:pt x="12" y="3"/>
                    <a:pt x="12" y="2"/>
                    <a:pt x="11" y="1"/>
                  </a:cubicBezTo>
                  <a:cubicBezTo>
                    <a:pt x="10" y="1"/>
                    <a:pt x="9" y="0"/>
                    <a:pt x="8" y="0"/>
                  </a:cubicBezTo>
                  <a:cubicBezTo>
                    <a:pt x="6" y="0"/>
                    <a:pt x="5" y="1"/>
                    <a:pt x="4" y="1"/>
                  </a:cubicBezTo>
                  <a:cubicBezTo>
                    <a:pt x="3" y="2"/>
                    <a:pt x="2" y="3"/>
                    <a:pt x="2" y="4"/>
                  </a:cubicBezTo>
                  <a:cubicBezTo>
                    <a:pt x="2" y="5"/>
                    <a:pt x="1" y="7"/>
                    <a:pt x="1" y="9"/>
                  </a:cubicBezTo>
                  <a:cubicBezTo>
                    <a:pt x="1" y="10"/>
                    <a:pt x="1" y="11"/>
                    <a:pt x="1" y="12"/>
                  </a:cubicBezTo>
                  <a:cubicBezTo>
                    <a:pt x="0" y="17"/>
                    <a:pt x="0" y="20"/>
                    <a:pt x="0" y="23"/>
                  </a:cubicBezTo>
                  <a:cubicBezTo>
                    <a:pt x="0" y="27"/>
                    <a:pt x="0" y="29"/>
                    <a:pt x="0" y="31"/>
                  </a:cubicBezTo>
                  <a:cubicBezTo>
                    <a:pt x="0" y="36"/>
                    <a:pt x="0" y="39"/>
                    <a:pt x="1" y="41"/>
                  </a:cubicBezTo>
                  <a:cubicBezTo>
                    <a:pt x="2" y="43"/>
                    <a:pt x="3" y="44"/>
                    <a:pt x="5" y="44"/>
                  </a:cubicBezTo>
                  <a:cubicBezTo>
                    <a:pt x="6" y="44"/>
                    <a:pt x="8" y="44"/>
                    <a:pt x="9" y="43"/>
                  </a:cubicBezTo>
                  <a:cubicBezTo>
                    <a:pt x="10" y="42"/>
                    <a:pt x="10" y="41"/>
                    <a:pt x="11" y="38"/>
                  </a:cubicBezTo>
                  <a:cubicBezTo>
                    <a:pt x="12" y="31"/>
                    <a:pt x="14" y="24"/>
                    <a:pt x="19" y="18"/>
                  </a:cubicBezTo>
                  <a:cubicBezTo>
                    <a:pt x="24" y="12"/>
                    <a:pt x="27" y="9"/>
                    <a:pt x="29" y="9"/>
                  </a:cubicBezTo>
                  <a:cubicBezTo>
                    <a:pt x="30" y="9"/>
                    <a:pt x="30" y="9"/>
                    <a:pt x="31" y="10"/>
                  </a:cubicBezTo>
                  <a:cubicBezTo>
                    <a:pt x="33" y="11"/>
                    <a:pt x="34" y="12"/>
                    <a:pt x="36" y="12"/>
                  </a:cubicBezTo>
                  <a:cubicBezTo>
                    <a:pt x="37" y="12"/>
                    <a:pt x="38" y="11"/>
                    <a:pt x="38" y="11"/>
                  </a:cubicBezTo>
                  <a:cubicBezTo>
                    <a:pt x="39" y="10"/>
                    <a:pt x="39" y="9"/>
                    <a:pt x="39" y="7"/>
                  </a:cubicBezTo>
                  <a:cubicBezTo>
                    <a:pt x="39" y="5"/>
                    <a:pt x="38" y="4"/>
                    <a:pt x="36" y="2"/>
                  </a:cubicBezTo>
                  <a:cubicBezTo>
                    <a:pt x="35" y="1"/>
                    <a:pt x="33" y="0"/>
                    <a:pt x="30" y="0"/>
                  </a:cubicBezTo>
                  <a:cubicBezTo>
                    <a:pt x="26" y="0"/>
                    <a:pt x="23" y="2"/>
                    <a:pt x="19" y="6"/>
                  </a:cubicBezTo>
                  <a:cubicBezTo>
                    <a:pt x="15" y="10"/>
                    <a:pt x="12" y="15"/>
                    <a:pt x="9" y="21"/>
                  </a:cubicBezTo>
                  <a:cubicBezTo>
                    <a:pt x="8" y="23"/>
                    <a:pt x="8" y="23"/>
                    <a:pt x="8" y="23"/>
                  </a:cubicBezTo>
                  <a:cubicBezTo>
                    <a:pt x="9" y="17"/>
                    <a:pt x="9" y="17"/>
                    <a:pt x="9" y="17"/>
                  </a:cubicBezTo>
                  <a:cubicBezTo>
                    <a:pt x="9" y="15"/>
                    <a:pt x="10" y="13"/>
                    <a:pt x="1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29"/>
            <p:cNvSpPr>
              <a:spLocks/>
            </p:cNvSpPr>
            <p:nvPr/>
          </p:nvSpPr>
          <p:spPr bwMode="auto">
            <a:xfrm>
              <a:off x="7661275" y="3140075"/>
              <a:ext cx="76200" cy="117475"/>
            </a:xfrm>
            <a:custGeom>
              <a:avLst/>
              <a:gdLst>
                <a:gd name="T0" fmla="*/ 20 w 43"/>
                <a:gd name="T1" fmla="*/ 59 h 67"/>
                <a:gd name="T2" fmla="*/ 5 w 43"/>
                <a:gd name="T3" fmla="*/ 52 h 67"/>
                <a:gd name="T4" fmla="*/ 3 w 43"/>
                <a:gd name="T5" fmla="*/ 51 h 67"/>
                <a:gd name="T6" fmla="*/ 1 w 43"/>
                <a:gd name="T7" fmla="*/ 52 h 67"/>
                <a:gd name="T8" fmla="*/ 0 w 43"/>
                <a:gd name="T9" fmla="*/ 55 h 67"/>
                <a:gd name="T10" fmla="*/ 3 w 43"/>
                <a:gd name="T11" fmla="*/ 60 h 67"/>
                <a:gd name="T12" fmla="*/ 10 w 43"/>
                <a:gd name="T13" fmla="*/ 65 h 67"/>
                <a:gd name="T14" fmla="*/ 10 w 43"/>
                <a:gd name="T15" fmla="*/ 65 h 67"/>
                <a:gd name="T16" fmla="*/ 20 w 43"/>
                <a:gd name="T17" fmla="*/ 67 h 67"/>
                <a:gd name="T18" fmla="*/ 29 w 43"/>
                <a:gd name="T19" fmla="*/ 64 h 67"/>
                <a:gd name="T20" fmla="*/ 35 w 43"/>
                <a:gd name="T21" fmla="*/ 54 h 67"/>
                <a:gd name="T22" fmla="*/ 40 w 43"/>
                <a:gd name="T23" fmla="*/ 38 h 67"/>
                <a:gd name="T24" fmla="*/ 42 w 43"/>
                <a:gd name="T25" fmla="*/ 19 h 67"/>
                <a:gd name="T26" fmla="*/ 43 w 43"/>
                <a:gd name="T27" fmla="*/ 6 h 67"/>
                <a:gd name="T28" fmla="*/ 42 w 43"/>
                <a:gd name="T29" fmla="*/ 1 h 67"/>
                <a:gd name="T30" fmla="*/ 38 w 43"/>
                <a:gd name="T31" fmla="*/ 0 h 67"/>
                <a:gd name="T32" fmla="*/ 35 w 43"/>
                <a:gd name="T33" fmla="*/ 1 h 67"/>
                <a:gd name="T34" fmla="*/ 34 w 43"/>
                <a:gd name="T35" fmla="*/ 3 h 67"/>
                <a:gd name="T36" fmla="*/ 33 w 43"/>
                <a:gd name="T37" fmla="*/ 9 h 67"/>
                <a:gd name="T38" fmla="*/ 33 w 43"/>
                <a:gd name="T39" fmla="*/ 19 h 67"/>
                <a:gd name="T40" fmla="*/ 31 w 43"/>
                <a:gd name="T41" fmla="*/ 22 h 67"/>
                <a:gd name="T42" fmla="*/ 26 w 43"/>
                <a:gd name="T43" fmla="*/ 27 h 67"/>
                <a:gd name="T44" fmla="*/ 20 w 43"/>
                <a:gd name="T45" fmla="*/ 31 h 67"/>
                <a:gd name="T46" fmla="*/ 15 w 43"/>
                <a:gd name="T47" fmla="*/ 32 h 67"/>
                <a:gd name="T48" fmla="*/ 14 w 43"/>
                <a:gd name="T49" fmla="*/ 30 h 67"/>
                <a:gd name="T50" fmla="*/ 13 w 43"/>
                <a:gd name="T51" fmla="*/ 26 h 67"/>
                <a:gd name="T52" fmla="*/ 16 w 43"/>
                <a:gd name="T53" fmla="*/ 13 h 67"/>
                <a:gd name="T54" fmla="*/ 19 w 43"/>
                <a:gd name="T55" fmla="*/ 7 h 67"/>
                <a:gd name="T56" fmla="*/ 18 w 43"/>
                <a:gd name="T57" fmla="*/ 3 h 67"/>
                <a:gd name="T58" fmla="*/ 15 w 43"/>
                <a:gd name="T59" fmla="*/ 2 h 67"/>
                <a:gd name="T60" fmla="*/ 10 w 43"/>
                <a:gd name="T61" fmla="*/ 4 h 67"/>
                <a:gd name="T62" fmla="*/ 6 w 43"/>
                <a:gd name="T63" fmla="*/ 15 h 67"/>
                <a:gd name="T64" fmla="*/ 4 w 43"/>
                <a:gd name="T65" fmla="*/ 29 h 67"/>
                <a:gd name="T66" fmla="*/ 7 w 43"/>
                <a:gd name="T67" fmla="*/ 37 h 67"/>
                <a:gd name="T68" fmla="*/ 13 w 43"/>
                <a:gd name="T69" fmla="*/ 40 h 67"/>
                <a:gd name="T70" fmla="*/ 32 w 43"/>
                <a:gd name="T71" fmla="*/ 31 h 67"/>
                <a:gd name="T72" fmla="*/ 28 w 43"/>
                <a:gd name="T73" fmla="*/ 50 h 67"/>
                <a:gd name="T74" fmla="*/ 20 w 43"/>
                <a:gd name="T75" fmla="*/ 5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3" h="67">
                  <a:moveTo>
                    <a:pt x="20" y="59"/>
                  </a:moveTo>
                  <a:cubicBezTo>
                    <a:pt x="14" y="59"/>
                    <a:pt x="9" y="56"/>
                    <a:pt x="5" y="52"/>
                  </a:cubicBezTo>
                  <a:cubicBezTo>
                    <a:pt x="5" y="51"/>
                    <a:pt x="4" y="51"/>
                    <a:pt x="3" y="51"/>
                  </a:cubicBezTo>
                  <a:cubicBezTo>
                    <a:pt x="2" y="51"/>
                    <a:pt x="1" y="51"/>
                    <a:pt x="1" y="52"/>
                  </a:cubicBezTo>
                  <a:cubicBezTo>
                    <a:pt x="0" y="53"/>
                    <a:pt x="0" y="54"/>
                    <a:pt x="0" y="55"/>
                  </a:cubicBezTo>
                  <a:cubicBezTo>
                    <a:pt x="0" y="56"/>
                    <a:pt x="1" y="58"/>
                    <a:pt x="3" y="60"/>
                  </a:cubicBezTo>
                  <a:cubicBezTo>
                    <a:pt x="5" y="62"/>
                    <a:pt x="7" y="63"/>
                    <a:pt x="10" y="65"/>
                  </a:cubicBezTo>
                  <a:cubicBezTo>
                    <a:pt x="10" y="65"/>
                    <a:pt x="10" y="65"/>
                    <a:pt x="10" y="65"/>
                  </a:cubicBezTo>
                  <a:cubicBezTo>
                    <a:pt x="13" y="66"/>
                    <a:pt x="17" y="67"/>
                    <a:pt x="20" y="67"/>
                  </a:cubicBezTo>
                  <a:cubicBezTo>
                    <a:pt x="24" y="67"/>
                    <a:pt x="26" y="66"/>
                    <a:pt x="29" y="64"/>
                  </a:cubicBezTo>
                  <a:cubicBezTo>
                    <a:pt x="31" y="62"/>
                    <a:pt x="33" y="59"/>
                    <a:pt x="35" y="54"/>
                  </a:cubicBezTo>
                  <a:cubicBezTo>
                    <a:pt x="37" y="49"/>
                    <a:pt x="39" y="44"/>
                    <a:pt x="40" y="38"/>
                  </a:cubicBezTo>
                  <a:cubicBezTo>
                    <a:pt x="41" y="32"/>
                    <a:pt x="42" y="25"/>
                    <a:pt x="42" y="19"/>
                  </a:cubicBezTo>
                  <a:cubicBezTo>
                    <a:pt x="43" y="6"/>
                    <a:pt x="43" y="6"/>
                    <a:pt x="43" y="6"/>
                  </a:cubicBezTo>
                  <a:cubicBezTo>
                    <a:pt x="43" y="3"/>
                    <a:pt x="43" y="1"/>
                    <a:pt x="42" y="1"/>
                  </a:cubicBezTo>
                  <a:cubicBezTo>
                    <a:pt x="41" y="0"/>
                    <a:pt x="40" y="0"/>
                    <a:pt x="38" y="0"/>
                  </a:cubicBezTo>
                  <a:cubicBezTo>
                    <a:pt x="37" y="0"/>
                    <a:pt x="36" y="0"/>
                    <a:pt x="35" y="1"/>
                  </a:cubicBezTo>
                  <a:cubicBezTo>
                    <a:pt x="35" y="1"/>
                    <a:pt x="34" y="2"/>
                    <a:pt x="34" y="3"/>
                  </a:cubicBezTo>
                  <a:cubicBezTo>
                    <a:pt x="34" y="4"/>
                    <a:pt x="34" y="5"/>
                    <a:pt x="33" y="9"/>
                  </a:cubicBezTo>
                  <a:cubicBezTo>
                    <a:pt x="33" y="14"/>
                    <a:pt x="33" y="17"/>
                    <a:pt x="33" y="19"/>
                  </a:cubicBezTo>
                  <a:cubicBezTo>
                    <a:pt x="32" y="20"/>
                    <a:pt x="32" y="21"/>
                    <a:pt x="31" y="22"/>
                  </a:cubicBezTo>
                  <a:cubicBezTo>
                    <a:pt x="30" y="23"/>
                    <a:pt x="29" y="25"/>
                    <a:pt x="26" y="27"/>
                  </a:cubicBezTo>
                  <a:cubicBezTo>
                    <a:pt x="24" y="29"/>
                    <a:pt x="22" y="30"/>
                    <a:pt x="20" y="31"/>
                  </a:cubicBezTo>
                  <a:cubicBezTo>
                    <a:pt x="18" y="31"/>
                    <a:pt x="16" y="32"/>
                    <a:pt x="15" y="32"/>
                  </a:cubicBezTo>
                  <a:cubicBezTo>
                    <a:pt x="15" y="32"/>
                    <a:pt x="14" y="31"/>
                    <a:pt x="14" y="30"/>
                  </a:cubicBezTo>
                  <a:cubicBezTo>
                    <a:pt x="13" y="29"/>
                    <a:pt x="13" y="28"/>
                    <a:pt x="13" y="26"/>
                  </a:cubicBezTo>
                  <a:cubicBezTo>
                    <a:pt x="13" y="23"/>
                    <a:pt x="14" y="18"/>
                    <a:pt x="16" y="13"/>
                  </a:cubicBezTo>
                  <a:cubicBezTo>
                    <a:pt x="18" y="9"/>
                    <a:pt x="19" y="7"/>
                    <a:pt x="19" y="7"/>
                  </a:cubicBezTo>
                  <a:cubicBezTo>
                    <a:pt x="19" y="5"/>
                    <a:pt x="19" y="4"/>
                    <a:pt x="18" y="3"/>
                  </a:cubicBezTo>
                  <a:cubicBezTo>
                    <a:pt x="17" y="2"/>
                    <a:pt x="16" y="2"/>
                    <a:pt x="15" y="2"/>
                  </a:cubicBezTo>
                  <a:cubicBezTo>
                    <a:pt x="13" y="2"/>
                    <a:pt x="11" y="2"/>
                    <a:pt x="10" y="4"/>
                  </a:cubicBezTo>
                  <a:cubicBezTo>
                    <a:pt x="9" y="5"/>
                    <a:pt x="8" y="9"/>
                    <a:pt x="6" y="15"/>
                  </a:cubicBezTo>
                  <a:cubicBezTo>
                    <a:pt x="5" y="21"/>
                    <a:pt x="4" y="26"/>
                    <a:pt x="4" y="29"/>
                  </a:cubicBezTo>
                  <a:cubicBezTo>
                    <a:pt x="4" y="32"/>
                    <a:pt x="5" y="35"/>
                    <a:pt x="7" y="37"/>
                  </a:cubicBezTo>
                  <a:cubicBezTo>
                    <a:pt x="8" y="39"/>
                    <a:pt x="10" y="40"/>
                    <a:pt x="13" y="40"/>
                  </a:cubicBezTo>
                  <a:cubicBezTo>
                    <a:pt x="18" y="40"/>
                    <a:pt x="24" y="37"/>
                    <a:pt x="32" y="31"/>
                  </a:cubicBezTo>
                  <a:cubicBezTo>
                    <a:pt x="31" y="38"/>
                    <a:pt x="30" y="45"/>
                    <a:pt x="28" y="50"/>
                  </a:cubicBezTo>
                  <a:cubicBezTo>
                    <a:pt x="25" y="56"/>
                    <a:pt x="23" y="59"/>
                    <a:pt x="20"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30"/>
            <p:cNvSpPr>
              <a:spLocks noEditPoints="1"/>
            </p:cNvSpPr>
            <p:nvPr/>
          </p:nvSpPr>
          <p:spPr bwMode="auto">
            <a:xfrm>
              <a:off x="8613775" y="3114675"/>
              <a:ext cx="101600" cy="104775"/>
            </a:xfrm>
            <a:custGeom>
              <a:avLst/>
              <a:gdLst>
                <a:gd name="T0" fmla="*/ 17 w 58"/>
                <a:gd name="T1" fmla="*/ 60 h 60"/>
                <a:gd name="T2" fmla="*/ 33 w 58"/>
                <a:gd name="T3" fmla="*/ 56 h 60"/>
                <a:gd name="T4" fmla="*/ 46 w 58"/>
                <a:gd name="T5" fmla="*/ 47 h 60"/>
                <a:gd name="T6" fmla="*/ 55 w 58"/>
                <a:gd name="T7" fmla="*/ 33 h 60"/>
                <a:gd name="T8" fmla="*/ 58 w 58"/>
                <a:gd name="T9" fmla="*/ 21 h 60"/>
                <a:gd name="T10" fmla="*/ 57 w 58"/>
                <a:gd name="T11" fmla="*/ 12 h 60"/>
                <a:gd name="T12" fmla="*/ 52 w 58"/>
                <a:gd name="T13" fmla="*/ 6 h 60"/>
                <a:gd name="T14" fmla="*/ 44 w 58"/>
                <a:gd name="T15" fmla="*/ 1 h 60"/>
                <a:gd name="T16" fmla="*/ 34 w 58"/>
                <a:gd name="T17" fmla="*/ 0 h 60"/>
                <a:gd name="T18" fmla="*/ 17 w 58"/>
                <a:gd name="T19" fmla="*/ 6 h 60"/>
                <a:gd name="T20" fmla="*/ 5 w 58"/>
                <a:gd name="T21" fmla="*/ 22 h 60"/>
                <a:gd name="T22" fmla="*/ 0 w 58"/>
                <a:gd name="T23" fmla="*/ 40 h 60"/>
                <a:gd name="T24" fmla="*/ 5 w 58"/>
                <a:gd name="T25" fmla="*/ 54 h 60"/>
                <a:gd name="T26" fmla="*/ 17 w 58"/>
                <a:gd name="T27" fmla="*/ 60 h 60"/>
                <a:gd name="T28" fmla="*/ 18 w 58"/>
                <a:gd name="T29" fmla="*/ 18 h 60"/>
                <a:gd name="T30" fmla="*/ 34 w 58"/>
                <a:gd name="T31" fmla="*/ 7 h 60"/>
                <a:gd name="T32" fmla="*/ 41 w 58"/>
                <a:gd name="T33" fmla="*/ 9 h 60"/>
                <a:gd name="T34" fmla="*/ 47 w 58"/>
                <a:gd name="T35" fmla="*/ 13 h 60"/>
                <a:gd name="T36" fmla="*/ 48 w 58"/>
                <a:gd name="T37" fmla="*/ 20 h 60"/>
                <a:gd name="T38" fmla="*/ 39 w 58"/>
                <a:gd name="T39" fmla="*/ 41 h 60"/>
                <a:gd name="T40" fmla="*/ 19 w 58"/>
                <a:gd name="T41" fmla="*/ 51 h 60"/>
                <a:gd name="T42" fmla="*/ 13 w 58"/>
                <a:gd name="T43" fmla="*/ 48 h 60"/>
                <a:gd name="T44" fmla="*/ 10 w 58"/>
                <a:gd name="T45" fmla="*/ 40 h 60"/>
                <a:gd name="T46" fmla="*/ 18 w 58"/>
                <a:gd name="T4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8" h="60">
                  <a:moveTo>
                    <a:pt x="17" y="60"/>
                  </a:moveTo>
                  <a:cubicBezTo>
                    <a:pt x="24" y="60"/>
                    <a:pt x="29" y="59"/>
                    <a:pt x="33" y="56"/>
                  </a:cubicBezTo>
                  <a:cubicBezTo>
                    <a:pt x="38" y="54"/>
                    <a:pt x="42" y="51"/>
                    <a:pt x="46" y="47"/>
                  </a:cubicBezTo>
                  <a:cubicBezTo>
                    <a:pt x="50" y="42"/>
                    <a:pt x="53" y="38"/>
                    <a:pt x="55" y="33"/>
                  </a:cubicBezTo>
                  <a:cubicBezTo>
                    <a:pt x="57" y="28"/>
                    <a:pt x="58" y="24"/>
                    <a:pt x="58" y="21"/>
                  </a:cubicBezTo>
                  <a:cubicBezTo>
                    <a:pt x="58" y="17"/>
                    <a:pt x="58" y="14"/>
                    <a:pt x="57" y="12"/>
                  </a:cubicBezTo>
                  <a:cubicBezTo>
                    <a:pt x="56" y="10"/>
                    <a:pt x="55" y="8"/>
                    <a:pt x="52" y="6"/>
                  </a:cubicBezTo>
                  <a:cubicBezTo>
                    <a:pt x="50" y="4"/>
                    <a:pt x="47" y="2"/>
                    <a:pt x="44" y="1"/>
                  </a:cubicBezTo>
                  <a:cubicBezTo>
                    <a:pt x="42" y="0"/>
                    <a:pt x="38" y="0"/>
                    <a:pt x="34" y="0"/>
                  </a:cubicBezTo>
                  <a:cubicBezTo>
                    <a:pt x="28" y="0"/>
                    <a:pt x="23" y="2"/>
                    <a:pt x="17" y="6"/>
                  </a:cubicBezTo>
                  <a:cubicBezTo>
                    <a:pt x="12" y="10"/>
                    <a:pt x="8" y="16"/>
                    <a:pt x="5" y="22"/>
                  </a:cubicBezTo>
                  <a:cubicBezTo>
                    <a:pt x="1" y="29"/>
                    <a:pt x="0" y="35"/>
                    <a:pt x="0" y="40"/>
                  </a:cubicBezTo>
                  <a:cubicBezTo>
                    <a:pt x="0" y="45"/>
                    <a:pt x="1" y="49"/>
                    <a:pt x="5" y="54"/>
                  </a:cubicBezTo>
                  <a:cubicBezTo>
                    <a:pt x="8" y="58"/>
                    <a:pt x="12" y="60"/>
                    <a:pt x="17" y="60"/>
                  </a:cubicBezTo>
                  <a:close/>
                  <a:moveTo>
                    <a:pt x="18" y="18"/>
                  </a:moveTo>
                  <a:cubicBezTo>
                    <a:pt x="23" y="11"/>
                    <a:pt x="29" y="7"/>
                    <a:pt x="34" y="7"/>
                  </a:cubicBezTo>
                  <a:cubicBezTo>
                    <a:pt x="36" y="7"/>
                    <a:pt x="39" y="8"/>
                    <a:pt x="41" y="9"/>
                  </a:cubicBezTo>
                  <a:cubicBezTo>
                    <a:pt x="44" y="10"/>
                    <a:pt x="46" y="11"/>
                    <a:pt x="47" y="13"/>
                  </a:cubicBezTo>
                  <a:cubicBezTo>
                    <a:pt x="48" y="15"/>
                    <a:pt x="48" y="17"/>
                    <a:pt x="48" y="20"/>
                  </a:cubicBezTo>
                  <a:cubicBezTo>
                    <a:pt x="48" y="27"/>
                    <a:pt x="45" y="34"/>
                    <a:pt x="39" y="41"/>
                  </a:cubicBezTo>
                  <a:cubicBezTo>
                    <a:pt x="33" y="48"/>
                    <a:pt x="26" y="51"/>
                    <a:pt x="19" y="51"/>
                  </a:cubicBezTo>
                  <a:cubicBezTo>
                    <a:pt x="17" y="51"/>
                    <a:pt x="14" y="50"/>
                    <a:pt x="13" y="48"/>
                  </a:cubicBezTo>
                  <a:cubicBezTo>
                    <a:pt x="11" y="46"/>
                    <a:pt x="10" y="43"/>
                    <a:pt x="10" y="40"/>
                  </a:cubicBezTo>
                  <a:cubicBezTo>
                    <a:pt x="10" y="33"/>
                    <a:pt x="12" y="26"/>
                    <a:pt x="18"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31"/>
            <p:cNvSpPr>
              <a:spLocks noEditPoints="1"/>
            </p:cNvSpPr>
            <p:nvPr/>
          </p:nvSpPr>
          <p:spPr bwMode="auto">
            <a:xfrm>
              <a:off x="8728075" y="3094038"/>
              <a:ext cx="71438" cy="122238"/>
            </a:xfrm>
            <a:custGeom>
              <a:avLst/>
              <a:gdLst>
                <a:gd name="T0" fmla="*/ 18 w 41"/>
                <a:gd name="T1" fmla="*/ 6 h 70"/>
                <a:gd name="T2" fmla="*/ 15 w 41"/>
                <a:gd name="T3" fmla="*/ 0 h 70"/>
                <a:gd name="T4" fmla="*/ 9 w 41"/>
                <a:gd name="T5" fmla="*/ 4 h 70"/>
                <a:gd name="T6" fmla="*/ 4 w 41"/>
                <a:gd name="T7" fmla="*/ 31 h 70"/>
                <a:gd name="T8" fmla="*/ 1 w 41"/>
                <a:gd name="T9" fmla="*/ 47 h 70"/>
                <a:gd name="T10" fmla="*/ 0 w 41"/>
                <a:gd name="T11" fmla="*/ 57 h 70"/>
                <a:gd name="T12" fmla="*/ 1 w 41"/>
                <a:gd name="T13" fmla="*/ 61 h 70"/>
                <a:gd name="T14" fmla="*/ 2 w 41"/>
                <a:gd name="T15" fmla="*/ 62 h 70"/>
                <a:gd name="T16" fmla="*/ 3 w 41"/>
                <a:gd name="T17" fmla="*/ 64 h 70"/>
                <a:gd name="T18" fmla="*/ 6 w 41"/>
                <a:gd name="T19" fmla="*/ 68 h 70"/>
                <a:gd name="T20" fmla="*/ 12 w 41"/>
                <a:gd name="T21" fmla="*/ 70 h 70"/>
                <a:gd name="T22" fmla="*/ 31 w 41"/>
                <a:gd name="T23" fmla="*/ 59 h 70"/>
                <a:gd name="T24" fmla="*/ 41 w 41"/>
                <a:gd name="T25" fmla="*/ 36 h 70"/>
                <a:gd name="T26" fmla="*/ 38 w 41"/>
                <a:gd name="T27" fmla="*/ 29 h 70"/>
                <a:gd name="T28" fmla="*/ 32 w 41"/>
                <a:gd name="T29" fmla="*/ 26 h 70"/>
                <a:gd name="T30" fmla="*/ 22 w 41"/>
                <a:gd name="T31" fmla="*/ 30 h 70"/>
                <a:gd name="T32" fmla="*/ 11 w 41"/>
                <a:gd name="T33" fmla="*/ 40 h 70"/>
                <a:gd name="T34" fmla="*/ 15 w 41"/>
                <a:gd name="T35" fmla="*/ 22 h 70"/>
                <a:gd name="T36" fmla="*/ 18 w 41"/>
                <a:gd name="T37" fmla="*/ 6 h 70"/>
                <a:gd name="T38" fmla="*/ 16 w 41"/>
                <a:gd name="T39" fmla="*/ 44 h 70"/>
                <a:gd name="T40" fmla="*/ 30 w 41"/>
                <a:gd name="T41" fmla="*/ 34 h 70"/>
                <a:gd name="T42" fmla="*/ 32 w 41"/>
                <a:gd name="T43" fmla="*/ 38 h 70"/>
                <a:gd name="T44" fmla="*/ 28 w 41"/>
                <a:gd name="T45" fmla="*/ 49 h 70"/>
                <a:gd name="T46" fmla="*/ 20 w 41"/>
                <a:gd name="T47" fmla="*/ 58 h 70"/>
                <a:gd name="T48" fmla="*/ 12 w 41"/>
                <a:gd name="T49" fmla="*/ 62 h 70"/>
                <a:gd name="T50" fmla="*/ 9 w 41"/>
                <a:gd name="T51" fmla="*/ 59 h 70"/>
                <a:gd name="T52" fmla="*/ 16 w 41"/>
                <a:gd name="T53" fmla="*/ 4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1" h="70">
                  <a:moveTo>
                    <a:pt x="18" y="6"/>
                  </a:moveTo>
                  <a:cubicBezTo>
                    <a:pt x="18" y="2"/>
                    <a:pt x="17" y="0"/>
                    <a:pt x="15" y="0"/>
                  </a:cubicBezTo>
                  <a:cubicBezTo>
                    <a:pt x="12" y="0"/>
                    <a:pt x="10" y="1"/>
                    <a:pt x="9" y="4"/>
                  </a:cubicBezTo>
                  <a:cubicBezTo>
                    <a:pt x="8" y="7"/>
                    <a:pt x="6" y="16"/>
                    <a:pt x="4" y="31"/>
                  </a:cubicBezTo>
                  <a:cubicBezTo>
                    <a:pt x="1" y="47"/>
                    <a:pt x="1" y="47"/>
                    <a:pt x="1" y="47"/>
                  </a:cubicBezTo>
                  <a:cubicBezTo>
                    <a:pt x="0" y="52"/>
                    <a:pt x="0" y="56"/>
                    <a:pt x="0" y="57"/>
                  </a:cubicBezTo>
                  <a:cubicBezTo>
                    <a:pt x="0" y="59"/>
                    <a:pt x="0" y="60"/>
                    <a:pt x="1" y="61"/>
                  </a:cubicBezTo>
                  <a:cubicBezTo>
                    <a:pt x="1" y="61"/>
                    <a:pt x="2" y="61"/>
                    <a:pt x="2" y="62"/>
                  </a:cubicBezTo>
                  <a:cubicBezTo>
                    <a:pt x="2" y="62"/>
                    <a:pt x="3" y="63"/>
                    <a:pt x="3" y="64"/>
                  </a:cubicBezTo>
                  <a:cubicBezTo>
                    <a:pt x="3" y="65"/>
                    <a:pt x="4" y="67"/>
                    <a:pt x="6" y="68"/>
                  </a:cubicBezTo>
                  <a:cubicBezTo>
                    <a:pt x="8" y="69"/>
                    <a:pt x="9" y="70"/>
                    <a:pt x="12" y="70"/>
                  </a:cubicBezTo>
                  <a:cubicBezTo>
                    <a:pt x="19" y="70"/>
                    <a:pt x="25" y="66"/>
                    <a:pt x="31" y="59"/>
                  </a:cubicBezTo>
                  <a:cubicBezTo>
                    <a:pt x="38" y="52"/>
                    <a:pt x="41" y="44"/>
                    <a:pt x="41" y="36"/>
                  </a:cubicBezTo>
                  <a:cubicBezTo>
                    <a:pt x="41" y="33"/>
                    <a:pt x="40" y="31"/>
                    <a:pt x="38" y="29"/>
                  </a:cubicBezTo>
                  <a:cubicBezTo>
                    <a:pt x="37" y="27"/>
                    <a:pt x="35" y="26"/>
                    <a:pt x="32" y="26"/>
                  </a:cubicBezTo>
                  <a:cubicBezTo>
                    <a:pt x="29" y="26"/>
                    <a:pt x="26" y="27"/>
                    <a:pt x="22" y="30"/>
                  </a:cubicBezTo>
                  <a:cubicBezTo>
                    <a:pt x="18" y="32"/>
                    <a:pt x="14" y="36"/>
                    <a:pt x="11" y="40"/>
                  </a:cubicBezTo>
                  <a:cubicBezTo>
                    <a:pt x="13" y="32"/>
                    <a:pt x="14" y="26"/>
                    <a:pt x="15" y="22"/>
                  </a:cubicBezTo>
                  <a:cubicBezTo>
                    <a:pt x="17" y="14"/>
                    <a:pt x="18" y="8"/>
                    <a:pt x="18" y="6"/>
                  </a:cubicBezTo>
                  <a:close/>
                  <a:moveTo>
                    <a:pt x="16" y="44"/>
                  </a:moveTo>
                  <a:cubicBezTo>
                    <a:pt x="22" y="38"/>
                    <a:pt x="26" y="34"/>
                    <a:pt x="30" y="34"/>
                  </a:cubicBezTo>
                  <a:cubicBezTo>
                    <a:pt x="31" y="34"/>
                    <a:pt x="32" y="36"/>
                    <a:pt x="32" y="38"/>
                  </a:cubicBezTo>
                  <a:cubicBezTo>
                    <a:pt x="32" y="41"/>
                    <a:pt x="30" y="45"/>
                    <a:pt x="28" y="49"/>
                  </a:cubicBezTo>
                  <a:cubicBezTo>
                    <a:pt x="26" y="53"/>
                    <a:pt x="23" y="56"/>
                    <a:pt x="20" y="58"/>
                  </a:cubicBezTo>
                  <a:cubicBezTo>
                    <a:pt x="17" y="61"/>
                    <a:pt x="15" y="62"/>
                    <a:pt x="12" y="62"/>
                  </a:cubicBezTo>
                  <a:cubicBezTo>
                    <a:pt x="11" y="62"/>
                    <a:pt x="10" y="61"/>
                    <a:pt x="9" y="59"/>
                  </a:cubicBezTo>
                  <a:cubicBezTo>
                    <a:pt x="9" y="55"/>
                    <a:pt x="11" y="50"/>
                    <a:pt x="16"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32"/>
            <p:cNvSpPr>
              <a:spLocks noEditPoints="1"/>
            </p:cNvSpPr>
            <p:nvPr/>
          </p:nvSpPr>
          <p:spPr bwMode="auto">
            <a:xfrm>
              <a:off x="8805863" y="3136900"/>
              <a:ext cx="65088" cy="80963"/>
            </a:xfrm>
            <a:custGeom>
              <a:avLst/>
              <a:gdLst>
                <a:gd name="T0" fmla="*/ 11 w 37"/>
                <a:gd name="T1" fmla="*/ 31 h 46"/>
                <a:gd name="T2" fmla="*/ 28 w 37"/>
                <a:gd name="T3" fmla="*/ 22 h 46"/>
                <a:gd name="T4" fmla="*/ 35 w 37"/>
                <a:gd name="T5" fmla="*/ 9 h 46"/>
                <a:gd name="T6" fmla="*/ 32 w 37"/>
                <a:gd name="T7" fmla="*/ 3 h 46"/>
                <a:gd name="T8" fmla="*/ 25 w 37"/>
                <a:gd name="T9" fmla="*/ 0 h 46"/>
                <a:gd name="T10" fmla="*/ 8 w 37"/>
                <a:gd name="T11" fmla="*/ 10 h 46"/>
                <a:gd name="T12" fmla="*/ 0 w 37"/>
                <a:gd name="T13" fmla="*/ 30 h 46"/>
                <a:gd name="T14" fmla="*/ 4 w 37"/>
                <a:gd name="T15" fmla="*/ 42 h 46"/>
                <a:gd name="T16" fmla="*/ 15 w 37"/>
                <a:gd name="T17" fmla="*/ 46 h 46"/>
                <a:gd name="T18" fmla="*/ 30 w 37"/>
                <a:gd name="T19" fmla="*/ 40 h 46"/>
                <a:gd name="T20" fmla="*/ 37 w 37"/>
                <a:gd name="T21" fmla="*/ 31 h 46"/>
                <a:gd name="T22" fmla="*/ 35 w 37"/>
                <a:gd name="T23" fmla="*/ 28 h 46"/>
                <a:gd name="T24" fmla="*/ 32 w 37"/>
                <a:gd name="T25" fmla="*/ 30 h 46"/>
                <a:gd name="T26" fmla="*/ 16 w 37"/>
                <a:gd name="T27" fmla="*/ 38 h 46"/>
                <a:gd name="T28" fmla="*/ 12 w 37"/>
                <a:gd name="T29" fmla="*/ 36 h 46"/>
                <a:gd name="T30" fmla="*/ 10 w 37"/>
                <a:gd name="T31" fmla="*/ 32 h 46"/>
                <a:gd name="T32" fmla="*/ 11 w 37"/>
                <a:gd name="T33" fmla="*/ 31 h 46"/>
                <a:gd name="T34" fmla="*/ 16 w 37"/>
                <a:gd name="T35" fmla="*/ 13 h 46"/>
                <a:gd name="T36" fmla="*/ 24 w 37"/>
                <a:gd name="T37" fmla="*/ 8 h 46"/>
                <a:gd name="T38" fmla="*/ 26 w 37"/>
                <a:gd name="T39" fmla="*/ 9 h 46"/>
                <a:gd name="T40" fmla="*/ 26 w 37"/>
                <a:gd name="T41" fmla="*/ 11 h 46"/>
                <a:gd name="T42" fmla="*/ 22 w 37"/>
                <a:gd name="T43" fmla="*/ 18 h 46"/>
                <a:gd name="T44" fmla="*/ 11 w 37"/>
                <a:gd name="T45" fmla="*/ 24 h 46"/>
                <a:gd name="T46" fmla="*/ 16 w 37"/>
                <a:gd name="T47"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 h="46">
                  <a:moveTo>
                    <a:pt x="11" y="31"/>
                  </a:moveTo>
                  <a:cubicBezTo>
                    <a:pt x="18" y="29"/>
                    <a:pt x="24" y="27"/>
                    <a:pt x="28" y="22"/>
                  </a:cubicBezTo>
                  <a:cubicBezTo>
                    <a:pt x="32" y="18"/>
                    <a:pt x="35" y="14"/>
                    <a:pt x="35" y="9"/>
                  </a:cubicBezTo>
                  <a:cubicBezTo>
                    <a:pt x="35" y="7"/>
                    <a:pt x="34" y="5"/>
                    <a:pt x="32" y="3"/>
                  </a:cubicBezTo>
                  <a:cubicBezTo>
                    <a:pt x="30" y="1"/>
                    <a:pt x="28" y="0"/>
                    <a:pt x="25" y="0"/>
                  </a:cubicBezTo>
                  <a:cubicBezTo>
                    <a:pt x="19" y="0"/>
                    <a:pt x="13" y="3"/>
                    <a:pt x="8" y="10"/>
                  </a:cubicBezTo>
                  <a:cubicBezTo>
                    <a:pt x="3" y="16"/>
                    <a:pt x="0" y="23"/>
                    <a:pt x="0" y="30"/>
                  </a:cubicBezTo>
                  <a:cubicBezTo>
                    <a:pt x="0" y="35"/>
                    <a:pt x="2" y="39"/>
                    <a:pt x="4" y="42"/>
                  </a:cubicBezTo>
                  <a:cubicBezTo>
                    <a:pt x="7" y="45"/>
                    <a:pt x="10" y="46"/>
                    <a:pt x="15" y="46"/>
                  </a:cubicBezTo>
                  <a:cubicBezTo>
                    <a:pt x="20" y="46"/>
                    <a:pt x="26" y="44"/>
                    <a:pt x="30" y="40"/>
                  </a:cubicBezTo>
                  <a:cubicBezTo>
                    <a:pt x="35" y="37"/>
                    <a:pt x="37" y="33"/>
                    <a:pt x="37" y="31"/>
                  </a:cubicBezTo>
                  <a:cubicBezTo>
                    <a:pt x="37" y="29"/>
                    <a:pt x="36" y="28"/>
                    <a:pt x="35" y="28"/>
                  </a:cubicBezTo>
                  <a:cubicBezTo>
                    <a:pt x="34" y="28"/>
                    <a:pt x="33" y="29"/>
                    <a:pt x="32" y="30"/>
                  </a:cubicBezTo>
                  <a:cubicBezTo>
                    <a:pt x="27" y="35"/>
                    <a:pt x="21" y="38"/>
                    <a:pt x="16" y="38"/>
                  </a:cubicBezTo>
                  <a:cubicBezTo>
                    <a:pt x="14" y="38"/>
                    <a:pt x="13" y="37"/>
                    <a:pt x="12" y="36"/>
                  </a:cubicBezTo>
                  <a:cubicBezTo>
                    <a:pt x="10" y="35"/>
                    <a:pt x="10" y="34"/>
                    <a:pt x="10" y="32"/>
                  </a:cubicBezTo>
                  <a:cubicBezTo>
                    <a:pt x="10" y="32"/>
                    <a:pt x="10" y="31"/>
                    <a:pt x="11" y="31"/>
                  </a:cubicBezTo>
                  <a:close/>
                  <a:moveTo>
                    <a:pt x="16" y="13"/>
                  </a:moveTo>
                  <a:cubicBezTo>
                    <a:pt x="19" y="10"/>
                    <a:pt x="21" y="8"/>
                    <a:pt x="24" y="8"/>
                  </a:cubicBezTo>
                  <a:cubicBezTo>
                    <a:pt x="24" y="8"/>
                    <a:pt x="25" y="8"/>
                    <a:pt x="26" y="9"/>
                  </a:cubicBezTo>
                  <a:cubicBezTo>
                    <a:pt x="26" y="9"/>
                    <a:pt x="26" y="10"/>
                    <a:pt x="26" y="11"/>
                  </a:cubicBezTo>
                  <a:cubicBezTo>
                    <a:pt x="26" y="13"/>
                    <a:pt x="25" y="16"/>
                    <a:pt x="22" y="18"/>
                  </a:cubicBezTo>
                  <a:cubicBezTo>
                    <a:pt x="18" y="21"/>
                    <a:pt x="15" y="23"/>
                    <a:pt x="11" y="24"/>
                  </a:cubicBezTo>
                  <a:cubicBezTo>
                    <a:pt x="11" y="20"/>
                    <a:pt x="13" y="16"/>
                    <a:pt x="1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33"/>
            <p:cNvSpPr>
              <a:spLocks/>
            </p:cNvSpPr>
            <p:nvPr/>
          </p:nvSpPr>
          <p:spPr bwMode="auto">
            <a:xfrm>
              <a:off x="8874125" y="3135313"/>
              <a:ext cx="58738" cy="84138"/>
            </a:xfrm>
            <a:custGeom>
              <a:avLst/>
              <a:gdLst>
                <a:gd name="T0" fmla="*/ 18 w 33"/>
                <a:gd name="T1" fmla="*/ 11 h 48"/>
                <a:gd name="T2" fmla="*/ 26 w 33"/>
                <a:gd name="T3" fmla="*/ 8 h 48"/>
                <a:gd name="T4" fmla="*/ 27 w 33"/>
                <a:gd name="T5" fmla="*/ 9 h 48"/>
                <a:gd name="T6" fmla="*/ 29 w 33"/>
                <a:gd name="T7" fmla="*/ 9 h 48"/>
                <a:gd name="T8" fmla="*/ 31 w 33"/>
                <a:gd name="T9" fmla="*/ 8 h 48"/>
                <a:gd name="T10" fmla="*/ 33 w 33"/>
                <a:gd name="T11" fmla="*/ 6 h 48"/>
                <a:gd name="T12" fmla="*/ 26 w 33"/>
                <a:gd name="T13" fmla="*/ 0 h 48"/>
                <a:gd name="T14" fmla="*/ 12 w 33"/>
                <a:gd name="T15" fmla="*/ 5 h 48"/>
                <a:gd name="T16" fmla="*/ 4 w 33"/>
                <a:gd name="T17" fmla="*/ 17 h 48"/>
                <a:gd name="T18" fmla="*/ 6 w 33"/>
                <a:gd name="T19" fmla="*/ 23 h 48"/>
                <a:gd name="T20" fmla="*/ 16 w 33"/>
                <a:gd name="T21" fmla="*/ 30 h 48"/>
                <a:gd name="T22" fmla="*/ 23 w 33"/>
                <a:gd name="T23" fmla="*/ 35 h 48"/>
                <a:gd name="T24" fmla="*/ 18 w 33"/>
                <a:gd name="T25" fmla="*/ 38 h 48"/>
                <a:gd name="T26" fmla="*/ 10 w 33"/>
                <a:gd name="T27" fmla="*/ 39 h 48"/>
                <a:gd name="T28" fmla="*/ 7 w 33"/>
                <a:gd name="T29" fmla="*/ 39 h 48"/>
                <a:gd name="T30" fmla="*/ 5 w 33"/>
                <a:gd name="T31" fmla="*/ 38 h 48"/>
                <a:gd name="T32" fmla="*/ 1 w 33"/>
                <a:gd name="T33" fmla="*/ 39 h 48"/>
                <a:gd name="T34" fmla="*/ 0 w 33"/>
                <a:gd name="T35" fmla="*/ 43 h 48"/>
                <a:gd name="T36" fmla="*/ 7 w 33"/>
                <a:gd name="T37" fmla="*/ 48 h 48"/>
                <a:gd name="T38" fmla="*/ 25 w 33"/>
                <a:gd name="T39" fmla="*/ 44 h 48"/>
                <a:gd name="T40" fmla="*/ 32 w 33"/>
                <a:gd name="T41" fmla="*/ 34 h 48"/>
                <a:gd name="T42" fmla="*/ 30 w 33"/>
                <a:gd name="T43" fmla="*/ 29 h 48"/>
                <a:gd name="T44" fmla="*/ 21 w 33"/>
                <a:gd name="T45" fmla="*/ 23 h 48"/>
                <a:gd name="T46" fmla="*/ 15 w 33"/>
                <a:gd name="T47" fmla="*/ 19 h 48"/>
                <a:gd name="T48" fmla="*/ 14 w 33"/>
                <a:gd name="T49" fmla="*/ 16 h 48"/>
                <a:gd name="T50" fmla="*/ 18 w 33"/>
                <a:gd name="T51"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3" h="48">
                  <a:moveTo>
                    <a:pt x="18" y="11"/>
                  </a:moveTo>
                  <a:cubicBezTo>
                    <a:pt x="21" y="9"/>
                    <a:pt x="23" y="8"/>
                    <a:pt x="26" y="8"/>
                  </a:cubicBezTo>
                  <a:cubicBezTo>
                    <a:pt x="26" y="8"/>
                    <a:pt x="26" y="9"/>
                    <a:pt x="27" y="9"/>
                  </a:cubicBezTo>
                  <a:cubicBezTo>
                    <a:pt x="28" y="9"/>
                    <a:pt x="28" y="9"/>
                    <a:pt x="29" y="9"/>
                  </a:cubicBezTo>
                  <a:cubicBezTo>
                    <a:pt x="29" y="9"/>
                    <a:pt x="30" y="9"/>
                    <a:pt x="31" y="8"/>
                  </a:cubicBezTo>
                  <a:cubicBezTo>
                    <a:pt x="32" y="7"/>
                    <a:pt x="33" y="7"/>
                    <a:pt x="33" y="6"/>
                  </a:cubicBezTo>
                  <a:cubicBezTo>
                    <a:pt x="33" y="2"/>
                    <a:pt x="31" y="0"/>
                    <a:pt x="26" y="0"/>
                  </a:cubicBezTo>
                  <a:cubicBezTo>
                    <a:pt x="22" y="0"/>
                    <a:pt x="17" y="1"/>
                    <a:pt x="12" y="5"/>
                  </a:cubicBezTo>
                  <a:cubicBezTo>
                    <a:pt x="6" y="8"/>
                    <a:pt x="4" y="12"/>
                    <a:pt x="4" y="17"/>
                  </a:cubicBezTo>
                  <a:cubicBezTo>
                    <a:pt x="4" y="19"/>
                    <a:pt x="5" y="21"/>
                    <a:pt x="6" y="23"/>
                  </a:cubicBezTo>
                  <a:cubicBezTo>
                    <a:pt x="8" y="25"/>
                    <a:pt x="11" y="27"/>
                    <a:pt x="16" y="30"/>
                  </a:cubicBezTo>
                  <a:cubicBezTo>
                    <a:pt x="21" y="32"/>
                    <a:pt x="23" y="34"/>
                    <a:pt x="23" y="35"/>
                  </a:cubicBezTo>
                  <a:cubicBezTo>
                    <a:pt x="22" y="36"/>
                    <a:pt x="21" y="37"/>
                    <a:pt x="18" y="38"/>
                  </a:cubicBezTo>
                  <a:cubicBezTo>
                    <a:pt x="15" y="39"/>
                    <a:pt x="13" y="39"/>
                    <a:pt x="10" y="39"/>
                  </a:cubicBezTo>
                  <a:cubicBezTo>
                    <a:pt x="9" y="39"/>
                    <a:pt x="8" y="39"/>
                    <a:pt x="7" y="39"/>
                  </a:cubicBezTo>
                  <a:cubicBezTo>
                    <a:pt x="6" y="38"/>
                    <a:pt x="5" y="38"/>
                    <a:pt x="5" y="38"/>
                  </a:cubicBezTo>
                  <a:cubicBezTo>
                    <a:pt x="4" y="38"/>
                    <a:pt x="2" y="39"/>
                    <a:pt x="1" y="39"/>
                  </a:cubicBezTo>
                  <a:cubicBezTo>
                    <a:pt x="0" y="40"/>
                    <a:pt x="0" y="41"/>
                    <a:pt x="0" y="43"/>
                  </a:cubicBezTo>
                  <a:cubicBezTo>
                    <a:pt x="0" y="46"/>
                    <a:pt x="2" y="48"/>
                    <a:pt x="7" y="48"/>
                  </a:cubicBezTo>
                  <a:cubicBezTo>
                    <a:pt x="14" y="48"/>
                    <a:pt x="19" y="47"/>
                    <a:pt x="25" y="44"/>
                  </a:cubicBezTo>
                  <a:cubicBezTo>
                    <a:pt x="30" y="41"/>
                    <a:pt x="32" y="38"/>
                    <a:pt x="32" y="34"/>
                  </a:cubicBezTo>
                  <a:cubicBezTo>
                    <a:pt x="32" y="32"/>
                    <a:pt x="32" y="30"/>
                    <a:pt x="30" y="29"/>
                  </a:cubicBezTo>
                  <a:cubicBezTo>
                    <a:pt x="29" y="27"/>
                    <a:pt x="26" y="25"/>
                    <a:pt x="21" y="23"/>
                  </a:cubicBezTo>
                  <a:cubicBezTo>
                    <a:pt x="18" y="21"/>
                    <a:pt x="16" y="20"/>
                    <a:pt x="15" y="19"/>
                  </a:cubicBezTo>
                  <a:cubicBezTo>
                    <a:pt x="14" y="18"/>
                    <a:pt x="14" y="17"/>
                    <a:pt x="14" y="16"/>
                  </a:cubicBezTo>
                  <a:cubicBezTo>
                    <a:pt x="14" y="14"/>
                    <a:pt x="15" y="12"/>
                    <a:pt x="1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34"/>
            <p:cNvSpPr>
              <a:spLocks/>
            </p:cNvSpPr>
            <p:nvPr/>
          </p:nvSpPr>
          <p:spPr bwMode="auto">
            <a:xfrm>
              <a:off x="8958263" y="3101975"/>
              <a:ext cx="23813" cy="22225"/>
            </a:xfrm>
            <a:custGeom>
              <a:avLst/>
              <a:gdLst>
                <a:gd name="T0" fmla="*/ 13 w 13"/>
                <a:gd name="T1" fmla="*/ 6 h 13"/>
                <a:gd name="T2" fmla="*/ 11 w 13"/>
                <a:gd name="T3" fmla="*/ 2 h 13"/>
                <a:gd name="T4" fmla="*/ 7 w 13"/>
                <a:gd name="T5" fmla="*/ 0 h 13"/>
                <a:gd name="T6" fmla="*/ 1 w 13"/>
                <a:gd name="T7" fmla="*/ 2 h 13"/>
                <a:gd name="T8" fmla="*/ 0 w 13"/>
                <a:gd name="T9" fmla="*/ 7 h 13"/>
                <a:gd name="T10" fmla="*/ 1 w 13"/>
                <a:gd name="T11" fmla="*/ 11 h 13"/>
                <a:gd name="T12" fmla="*/ 6 w 13"/>
                <a:gd name="T13" fmla="*/ 13 h 13"/>
                <a:gd name="T14" fmla="*/ 10 w 13"/>
                <a:gd name="T15" fmla="*/ 11 h 13"/>
                <a:gd name="T16" fmla="*/ 13 w 13"/>
                <a:gd name="T17"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3">
                  <a:moveTo>
                    <a:pt x="13" y="6"/>
                  </a:moveTo>
                  <a:cubicBezTo>
                    <a:pt x="13" y="4"/>
                    <a:pt x="12" y="3"/>
                    <a:pt x="11" y="2"/>
                  </a:cubicBezTo>
                  <a:cubicBezTo>
                    <a:pt x="10" y="1"/>
                    <a:pt x="8" y="0"/>
                    <a:pt x="7" y="0"/>
                  </a:cubicBezTo>
                  <a:cubicBezTo>
                    <a:pt x="4" y="0"/>
                    <a:pt x="3" y="1"/>
                    <a:pt x="1" y="2"/>
                  </a:cubicBezTo>
                  <a:cubicBezTo>
                    <a:pt x="0" y="3"/>
                    <a:pt x="0" y="5"/>
                    <a:pt x="0" y="7"/>
                  </a:cubicBezTo>
                  <a:cubicBezTo>
                    <a:pt x="0" y="8"/>
                    <a:pt x="0" y="9"/>
                    <a:pt x="1" y="11"/>
                  </a:cubicBezTo>
                  <a:cubicBezTo>
                    <a:pt x="3" y="12"/>
                    <a:pt x="4" y="13"/>
                    <a:pt x="6" y="13"/>
                  </a:cubicBezTo>
                  <a:cubicBezTo>
                    <a:pt x="7" y="13"/>
                    <a:pt x="8" y="12"/>
                    <a:pt x="10" y="11"/>
                  </a:cubicBezTo>
                  <a:cubicBezTo>
                    <a:pt x="12" y="9"/>
                    <a:pt x="13" y="7"/>
                    <a:pt x="1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35"/>
            <p:cNvSpPr>
              <a:spLocks/>
            </p:cNvSpPr>
            <p:nvPr/>
          </p:nvSpPr>
          <p:spPr bwMode="auto">
            <a:xfrm>
              <a:off x="8942388" y="3143250"/>
              <a:ext cx="25400" cy="74613"/>
            </a:xfrm>
            <a:custGeom>
              <a:avLst/>
              <a:gdLst>
                <a:gd name="T0" fmla="*/ 9 w 14"/>
                <a:gd name="T1" fmla="*/ 0 h 43"/>
                <a:gd name="T2" fmla="*/ 5 w 14"/>
                <a:gd name="T3" fmla="*/ 2 h 43"/>
                <a:gd name="T4" fmla="*/ 4 w 14"/>
                <a:gd name="T5" fmla="*/ 7 h 43"/>
                <a:gd name="T6" fmla="*/ 3 w 14"/>
                <a:gd name="T7" fmla="*/ 15 h 43"/>
                <a:gd name="T8" fmla="*/ 3 w 14"/>
                <a:gd name="T9" fmla="*/ 15 h 43"/>
                <a:gd name="T10" fmla="*/ 2 w 14"/>
                <a:gd name="T11" fmla="*/ 19 h 43"/>
                <a:gd name="T12" fmla="*/ 0 w 14"/>
                <a:gd name="T13" fmla="*/ 35 h 43"/>
                <a:gd name="T14" fmla="*/ 5 w 14"/>
                <a:gd name="T15" fmla="*/ 43 h 43"/>
                <a:gd name="T16" fmla="*/ 9 w 14"/>
                <a:gd name="T17" fmla="*/ 42 h 43"/>
                <a:gd name="T18" fmla="*/ 11 w 14"/>
                <a:gd name="T19" fmla="*/ 39 h 43"/>
                <a:gd name="T20" fmla="*/ 10 w 14"/>
                <a:gd name="T21" fmla="*/ 38 h 43"/>
                <a:gd name="T22" fmla="*/ 10 w 14"/>
                <a:gd name="T23" fmla="*/ 32 h 43"/>
                <a:gd name="T24" fmla="*/ 10 w 14"/>
                <a:gd name="T25" fmla="*/ 24 h 43"/>
                <a:gd name="T26" fmla="*/ 13 w 14"/>
                <a:gd name="T27" fmla="*/ 11 h 43"/>
                <a:gd name="T28" fmla="*/ 13 w 14"/>
                <a:gd name="T29" fmla="*/ 11 h 43"/>
                <a:gd name="T30" fmla="*/ 14 w 14"/>
                <a:gd name="T31" fmla="*/ 4 h 43"/>
                <a:gd name="T32" fmla="*/ 13 w 14"/>
                <a:gd name="T33" fmla="*/ 1 h 43"/>
                <a:gd name="T34" fmla="*/ 9 w 14"/>
                <a:gd name="T35"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43">
                  <a:moveTo>
                    <a:pt x="9" y="0"/>
                  </a:moveTo>
                  <a:cubicBezTo>
                    <a:pt x="7" y="0"/>
                    <a:pt x="6" y="1"/>
                    <a:pt x="5" y="2"/>
                  </a:cubicBezTo>
                  <a:cubicBezTo>
                    <a:pt x="4" y="3"/>
                    <a:pt x="4" y="5"/>
                    <a:pt x="4" y="7"/>
                  </a:cubicBezTo>
                  <a:cubicBezTo>
                    <a:pt x="4" y="8"/>
                    <a:pt x="3" y="10"/>
                    <a:pt x="3" y="15"/>
                  </a:cubicBezTo>
                  <a:cubicBezTo>
                    <a:pt x="3" y="15"/>
                    <a:pt x="3" y="15"/>
                    <a:pt x="3" y="15"/>
                  </a:cubicBezTo>
                  <a:cubicBezTo>
                    <a:pt x="2" y="16"/>
                    <a:pt x="2" y="18"/>
                    <a:pt x="2" y="19"/>
                  </a:cubicBezTo>
                  <a:cubicBezTo>
                    <a:pt x="1" y="25"/>
                    <a:pt x="0" y="31"/>
                    <a:pt x="0" y="35"/>
                  </a:cubicBezTo>
                  <a:cubicBezTo>
                    <a:pt x="0" y="41"/>
                    <a:pt x="2" y="43"/>
                    <a:pt x="5" y="43"/>
                  </a:cubicBezTo>
                  <a:cubicBezTo>
                    <a:pt x="6" y="43"/>
                    <a:pt x="8" y="43"/>
                    <a:pt x="9" y="42"/>
                  </a:cubicBezTo>
                  <a:cubicBezTo>
                    <a:pt x="10" y="41"/>
                    <a:pt x="11" y="40"/>
                    <a:pt x="11" y="39"/>
                  </a:cubicBezTo>
                  <a:cubicBezTo>
                    <a:pt x="11" y="39"/>
                    <a:pt x="10" y="39"/>
                    <a:pt x="10" y="38"/>
                  </a:cubicBezTo>
                  <a:cubicBezTo>
                    <a:pt x="10" y="35"/>
                    <a:pt x="10" y="33"/>
                    <a:pt x="10" y="32"/>
                  </a:cubicBezTo>
                  <a:cubicBezTo>
                    <a:pt x="10" y="30"/>
                    <a:pt x="10" y="27"/>
                    <a:pt x="10" y="24"/>
                  </a:cubicBezTo>
                  <a:cubicBezTo>
                    <a:pt x="10" y="21"/>
                    <a:pt x="11" y="17"/>
                    <a:pt x="13" y="11"/>
                  </a:cubicBezTo>
                  <a:cubicBezTo>
                    <a:pt x="13" y="11"/>
                    <a:pt x="13" y="11"/>
                    <a:pt x="13" y="11"/>
                  </a:cubicBezTo>
                  <a:cubicBezTo>
                    <a:pt x="14" y="7"/>
                    <a:pt x="14" y="5"/>
                    <a:pt x="14" y="4"/>
                  </a:cubicBezTo>
                  <a:cubicBezTo>
                    <a:pt x="14" y="3"/>
                    <a:pt x="14" y="2"/>
                    <a:pt x="13" y="1"/>
                  </a:cubicBezTo>
                  <a:cubicBezTo>
                    <a:pt x="12" y="0"/>
                    <a:pt x="10"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36"/>
            <p:cNvSpPr>
              <a:spLocks/>
            </p:cNvSpPr>
            <p:nvPr/>
          </p:nvSpPr>
          <p:spPr bwMode="auto">
            <a:xfrm>
              <a:off x="8975725" y="3114675"/>
              <a:ext cx="69850" cy="103188"/>
            </a:xfrm>
            <a:custGeom>
              <a:avLst/>
              <a:gdLst>
                <a:gd name="T0" fmla="*/ 32 w 40"/>
                <a:gd name="T1" fmla="*/ 45 h 59"/>
                <a:gd name="T2" fmla="*/ 28 w 40"/>
                <a:gd name="T3" fmla="*/ 46 h 59"/>
                <a:gd name="T4" fmla="*/ 23 w 40"/>
                <a:gd name="T5" fmla="*/ 50 h 59"/>
                <a:gd name="T6" fmla="*/ 19 w 40"/>
                <a:gd name="T7" fmla="*/ 50 h 59"/>
                <a:gd name="T8" fmla="*/ 17 w 40"/>
                <a:gd name="T9" fmla="*/ 49 h 59"/>
                <a:gd name="T10" fmla="*/ 16 w 40"/>
                <a:gd name="T11" fmla="*/ 45 h 59"/>
                <a:gd name="T12" fmla="*/ 18 w 40"/>
                <a:gd name="T13" fmla="*/ 34 h 59"/>
                <a:gd name="T14" fmla="*/ 20 w 40"/>
                <a:gd name="T15" fmla="*/ 25 h 59"/>
                <a:gd name="T16" fmla="*/ 34 w 40"/>
                <a:gd name="T17" fmla="*/ 23 h 59"/>
                <a:gd name="T18" fmla="*/ 40 w 40"/>
                <a:gd name="T19" fmla="*/ 18 h 59"/>
                <a:gd name="T20" fmla="*/ 39 w 40"/>
                <a:gd name="T21" fmla="*/ 16 h 59"/>
                <a:gd name="T22" fmla="*/ 36 w 40"/>
                <a:gd name="T23" fmla="*/ 15 h 59"/>
                <a:gd name="T24" fmla="*/ 22 w 40"/>
                <a:gd name="T25" fmla="*/ 17 h 59"/>
                <a:gd name="T26" fmla="*/ 26 w 40"/>
                <a:gd name="T27" fmla="*/ 4 h 59"/>
                <a:gd name="T28" fmla="*/ 24 w 40"/>
                <a:gd name="T29" fmla="*/ 1 h 59"/>
                <a:gd name="T30" fmla="*/ 21 w 40"/>
                <a:gd name="T31" fmla="*/ 0 h 59"/>
                <a:gd name="T32" fmla="*/ 16 w 40"/>
                <a:gd name="T33" fmla="*/ 5 h 59"/>
                <a:gd name="T34" fmla="*/ 13 w 40"/>
                <a:gd name="T35" fmla="*/ 17 h 59"/>
                <a:gd name="T36" fmla="*/ 4 w 40"/>
                <a:gd name="T37" fmla="*/ 18 h 59"/>
                <a:gd name="T38" fmla="*/ 0 w 40"/>
                <a:gd name="T39" fmla="*/ 21 h 59"/>
                <a:gd name="T40" fmla="*/ 2 w 40"/>
                <a:gd name="T41" fmla="*/ 25 h 59"/>
                <a:gd name="T42" fmla="*/ 6 w 40"/>
                <a:gd name="T43" fmla="*/ 26 h 59"/>
                <a:gd name="T44" fmla="*/ 7 w 40"/>
                <a:gd name="T45" fmla="*/ 26 h 59"/>
                <a:gd name="T46" fmla="*/ 10 w 40"/>
                <a:gd name="T47" fmla="*/ 26 h 59"/>
                <a:gd name="T48" fmla="*/ 6 w 40"/>
                <a:gd name="T49" fmla="*/ 47 h 59"/>
                <a:gd name="T50" fmla="*/ 9 w 40"/>
                <a:gd name="T51" fmla="*/ 56 h 59"/>
                <a:gd name="T52" fmla="*/ 17 w 40"/>
                <a:gd name="T53" fmla="*/ 59 h 59"/>
                <a:gd name="T54" fmla="*/ 29 w 40"/>
                <a:gd name="T55" fmla="*/ 55 h 59"/>
                <a:gd name="T56" fmla="*/ 34 w 40"/>
                <a:gd name="T57" fmla="*/ 47 h 59"/>
                <a:gd name="T58" fmla="*/ 34 w 40"/>
                <a:gd name="T59" fmla="*/ 45 h 59"/>
                <a:gd name="T60" fmla="*/ 32 w 40"/>
                <a:gd name="T61" fmla="*/ 4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0" h="59">
                  <a:moveTo>
                    <a:pt x="32" y="45"/>
                  </a:moveTo>
                  <a:cubicBezTo>
                    <a:pt x="31" y="45"/>
                    <a:pt x="30" y="45"/>
                    <a:pt x="28" y="46"/>
                  </a:cubicBezTo>
                  <a:cubicBezTo>
                    <a:pt x="26" y="48"/>
                    <a:pt x="24" y="49"/>
                    <a:pt x="23" y="50"/>
                  </a:cubicBezTo>
                  <a:cubicBezTo>
                    <a:pt x="22" y="50"/>
                    <a:pt x="20" y="50"/>
                    <a:pt x="19" y="50"/>
                  </a:cubicBezTo>
                  <a:cubicBezTo>
                    <a:pt x="18" y="50"/>
                    <a:pt x="17" y="50"/>
                    <a:pt x="17" y="49"/>
                  </a:cubicBezTo>
                  <a:cubicBezTo>
                    <a:pt x="16" y="48"/>
                    <a:pt x="16" y="47"/>
                    <a:pt x="16" y="45"/>
                  </a:cubicBezTo>
                  <a:cubicBezTo>
                    <a:pt x="16" y="43"/>
                    <a:pt x="17" y="40"/>
                    <a:pt x="18" y="34"/>
                  </a:cubicBezTo>
                  <a:cubicBezTo>
                    <a:pt x="19" y="28"/>
                    <a:pt x="20" y="25"/>
                    <a:pt x="20" y="25"/>
                  </a:cubicBezTo>
                  <a:cubicBezTo>
                    <a:pt x="34" y="23"/>
                    <a:pt x="34" y="23"/>
                    <a:pt x="34" y="23"/>
                  </a:cubicBezTo>
                  <a:cubicBezTo>
                    <a:pt x="38" y="22"/>
                    <a:pt x="40" y="21"/>
                    <a:pt x="40" y="18"/>
                  </a:cubicBezTo>
                  <a:cubicBezTo>
                    <a:pt x="40" y="17"/>
                    <a:pt x="39" y="17"/>
                    <a:pt x="39" y="16"/>
                  </a:cubicBezTo>
                  <a:cubicBezTo>
                    <a:pt x="38" y="16"/>
                    <a:pt x="38" y="15"/>
                    <a:pt x="36" y="15"/>
                  </a:cubicBezTo>
                  <a:cubicBezTo>
                    <a:pt x="35" y="15"/>
                    <a:pt x="31" y="16"/>
                    <a:pt x="22" y="17"/>
                  </a:cubicBezTo>
                  <a:cubicBezTo>
                    <a:pt x="25" y="9"/>
                    <a:pt x="26" y="5"/>
                    <a:pt x="26" y="4"/>
                  </a:cubicBezTo>
                  <a:cubicBezTo>
                    <a:pt x="26" y="3"/>
                    <a:pt x="25" y="2"/>
                    <a:pt x="24" y="1"/>
                  </a:cubicBezTo>
                  <a:cubicBezTo>
                    <a:pt x="24" y="1"/>
                    <a:pt x="23" y="0"/>
                    <a:pt x="21" y="0"/>
                  </a:cubicBezTo>
                  <a:cubicBezTo>
                    <a:pt x="18" y="0"/>
                    <a:pt x="17" y="2"/>
                    <a:pt x="16" y="5"/>
                  </a:cubicBezTo>
                  <a:cubicBezTo>
                    <a:pt x="15" y="10"/>
                    <a:pt x="14" y="14"/>
                    <a:pt x="13" y="17"/>
                  </a:cubicBezTo>
                  <a:cubicBezTo>
                    <a:pt x="4" y="18"/>
                    <a:pt x="4" y="18"/>
                    <a:pt x="4" y="18"/>
                  </a:cubicBezTo>
                  <a:cubicBezTo>
                    <a:pt x="2" y="18"/>
                    <a:pt x="0" y="19"/>
                    <a:pt x="0" y="21"/>
                  </a:cubicBezTo>
                  <a:cubicBezTo>
                    <a:pt x="0" y="23"/>
                    <a:pt x="1" y="24"/>
                    <a:pt x="2" y="25"/>
                  </a:cubicBezTo>
                  <a:cubicBezTo>
                    <a:pt x="4" y="26"/>
                    <a:pt x="5" y="26"/>
                    <a:pt x="6" y="26"/>
                  </a:cubicBezTo>
                  <a:cubicBezTo>
                    <a:pt x="7" y="26"/>
                    <a:pt x="7" y="26"/>
                    <a:pt x="7" y="26"/>
                  </a:cubicBezTo>
                  <a:cubicBezTo>
                    <a:pt x="7" y="26"/>
                    <a:pt x="9" y="26"/>
                    <a:pt x="10" y="26"/>
                  </a:cubicBezTo>
                  <a:cubicBezTo>
                    <a:pt x="8" y="36"/>
                    <a:pt x="6" y="43"/>
                    <a:pt x="6" y="47"/>
                  </a:cubicBezTo>
                  <a:cubicBezTo>
                    <a:pt x="6" y="51"/>
                    <a:pt x="7" y="54"/>
                    <a:pt x="9" y="56"/>
                  </a:cubicBezTo>
                  <a:cubicBezTo>
                    <a:pt x="11" y="58"/>
                    <a:pt x="14" y="59"/>
                    <a:pt x="17" y="59"/>
                  </a:cubicBezTo>
                  <a:cubicBezTo>
                    <a:pt x="21" y="59"/>
                    <a:pt x="25" y="57"/>
                    <a:pt x="29" y="55"/>
                  </a:cubicBezTo>
                  <a:cubicBezTo>
                    <a:pt x="33" y="52"/>
                    <a:pt x="34" y="49"/>
                    <a:pt x="34" y="47"/>
                  </a:cubicBezTo>
                  <a:cubicBezTo>
                    <a:pt x="34" y="46"/>
                    <a:pt x="34" y="46"/>
                    <a:pt x="34" y="45"/>
                  </a:cubicBezTo>
                  <a:cubicBezTo>
                    <a:pt x="33" y="45"/>
                    <a:pt x="33" y="45"/>
                    <a:pt x="32"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37"/>
            <p:cNvSpPr>
              <a:spLocks/>
            </p:cNvSpPr>
            <p:nvPr/>
          </p:nvSpPr>
          <p:spPr bwMode="auto">
            <a:xfrm>
              <a:off x="9040813" y="3140075"/>
              <a:ext cx="77788" cy="117475"/>
            </a:xfrm>
            <a:custGeom>
              <a:avLst/>
              <a:gdLst>
                <a:gd name="T0" fmla="*/ 39 w 44"/>
                <a:gd name="T1" fmla="*/ 0 h 67"/>
                <a:gd name="T2" fmla="*/ 36 w 44"/>
                <a:gd name="T3" fmla="*/ 1 h 67"/>
                <a:gd name="T4" fmla="*/ 34 w 44"/>
                <a:gd name="T5" fmla="*/ 3 h 67"/>
                <a:gd name="T6" fmla="*/ 34 w 44"/>
                <a:gd name="T7" fmla="*/ 9 h 67"/>
                <a:gd name="T8" fmla="*/ 33 w 44"/>
                <a:gd name="T9" fmla="*/ 19 h 67"/>
                <a:gd name="T10" fmla="*/ 31 w 44"/>
                <a:gd name="T11" fmla="*/ 22 h 67"/>
                <a:gd name="T12" fmla="*/ 26 w 44"/>
                <a:gd name="T13" fmla="*/ 27 h 67"/>
                <a:gd name="T14" fmla="*/ 20 w 44"/>
                <a:gd name="T15" fmla="*/ 31 h 67"/>
                <a:gd name="T16" fmla="*/ 15 w 44"/>
                <a:gd name="T17" fmla="*/ 32 h 67"/>
                <a:gd name="T18" fmla="*/ 14 w 44"/>
                <a:gd name="T19" fmla="*/ 30 h 67"/>
                <a:gd name="T20" fmla="*/ 13 w 44"/>
                <a:gd name="T21" fmla="*/ 26 h 67"/>
                <a:gd name="T22" fmla="*/ 17 w 44"/>
                <a:gd name="T23" fmla="*/ 13 h 67"/>
                <a:gd name="T24" fmla="*/ 19 w 44"/>
                <a:gd name="T25" fmla="*/ 7 h 67"/>
                <a:gd name="T26" fmla="*/ 18 w 44"/>
                <a:gd name="T27" fmla="*/ 3 h 67"/>
                <a:gd name="T28" fmla="*/ 15 w 44"/>
                <a:gd name="T29" fmla="*/ 2 h 67"/>
                <a:gd name="T30" fmla="*/ 10 w 44"/>
                <a:gd name="T31" fmla="*/ 4 h 67"/>
                <a:gd name="T32" fmla="*/ 7 w 44"/>
                <a:gd name="T33" fmla="*/ 15 h 67"/>
                <a:gd name="T34" fmla="*/ 4 w 44"/>
                <a:gd name="T35" fmla="*/ 29 h 67"/>
                <a:gd name="T36" fmla="*/ 7 w 44"/>
                <a:gd name="T37" fmla="*/ 37 h 67"/>
                <a:gd name="T38" fmla="*/ 14 w 44"/>
                <a:gd name="T39" fmla="*/ 40 h 67"/>
                <a:gd name="T40" fmla="*/ 32 w 44"/>
                <a:gd name="T41" fmla="*/ 31 h 67"/>
                <a:gd name="T42" fmla="*/ 28 w 44"/>
                <a:gd name="T43" fmla="*/ 50 h 67"/>
                <a:gd name="T44" fmla="*/ 20 w 44"/>
                <a:gd name="T45" fmla="*/ 59 h 67"/>
                <a:gd name="T46" fmla="*/ 6 w 44"/>
                <a:gd name="T47" fmla="*/ 52 h 67"/>
                <a:gd name="T48" fmla="*/ 3 w 44"/>
                <a:gd name="T49" fmla="*/ 51 h 67"/>
                <a:gd name="T50" fmla="*/ 1 w 44"/>
                <a:gd name="T51" fmla="*/ 52 h 67"/>
                <a:gd name="T52" fmla="*/ 0 w 44"/>
                <a:gd name="T53" fmla="*/ 55 h 67"/>
                <a:gd name="T54" fmla="*/ 3 w 44"/>
                <a:gd name="T55" fmla="*/ 60 h 67"/>
                <a:gd name="T56" fmla="*/ 10 w 44"/>
                <a:gd name="T57" fmla="*/ 65 h 67"/>
                <a:gd name="T58" fmla="*/ 10 w 44"/>
                <a:gd name="T59" fmla="*/ 65 h 67"/>
                <a:gd name="T60" fmla="*/ 21 w 44"/>
                <a:gd name="T61" fmla="*/ 67 h 67"/>
                <a:gd name="T62" fmla="*/ 29 w 44"/>
                <a:gd name="T63" fmla="*/ 64 h 67"/>
                <a:gd name="T64" fmla="*/ 36 w 44"/>
                <a:gd name="T65" fmla="*/ 54 h 67"/>
                <a:gd name="T66" fmla="*/ 40 w 44"/>
                <a:gd name="T67" fmla="*/ 38 h 67"/>
                <a:gd name="T68" fmla="*/ 43 w 44"/>
                <a:gd name="T69" fmla="*/ 19 h 67"/>
                <a:gd name="T70" fmla="*/ 44 w 44"/>
                <a:gd name="T71" fmla="*/ 6 h 67"/>
                <a:gd name="T72" fmla="*/ 42 w 44"/>
                <a:gd name="T73" fmla="*/ 1 h 67"/>
                <a:gd name="T74" fmla="*/ 39 w 44"/>
                <a:gd name="T75"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4" h="67">
                  <a:moveTo>
                    <a:pt x="39" y="0"/>
                  </a:moveTo>
                  <a:cubicBezTo>
                    <a:pt x="37" y="0"/>
                    <a:pt x="36" y="0"/>
                    <a:pt x="36" y="1"/>
                  </a:cubicBezTo>
                  <a:cubicBezTo>
                    <a:pt x="35" y="1"/>
                    <a:pt x="34" y="2"/>
                    <a:pt x="34" y="3"/>
                  </a:cubicBezTo>
                  <a:cubicBezTo>
                    <a:pt x="34" y="4"/>
                    <a:pt x="34" y="5"/>
                    <a:pt x="34" y="9"/>
                  </a:cubicBezTo>
                  <a:cubicBezTo>
                    <a:pt x="34" y="14"/>
                    <a:pt x="33" y="17"/>
                    <a:pt x="33" y="19"/>
                  </a:cubicBezTo>
                  <a:cubicBezTo>
                    <a:pt x="32" y="20"/>
                    <a:pt x="32" y="21"/>
                    <a:pt x="31" y="22"/>
                  </a:cubicBezTo>
                  <a:cubicBezTo>
                    <a:pt x="30" y="23"/>
                    <a:pt x="29" y="25"/>
                    <a:pt x="26" y="27"/>
                  </a:cubicBezTo>
                  <a:cubicBezTo>
                    <a:pt x="24" y="29"/>
                    <a:pt x="22" y="30"/>
                    <a:pt x="20" y="31"/>
                  </a:cubicBezTo>
                  <a:cubicBezTo>
                    <a:pt x="18" y="31"/>
                    <a:pt x="17" y="32"/>
                    <a:pt x="15" y="32"/>
                  </a:cubicBezTo>
                  <a:cubicBezTo>
                    <a:pt x="15" y="32"/>
                    <a:pt x="14" y="31"/>
                    <a:pt x="14" y="30"/>
                  </a:cubicBezTo>
                  <a:cubicBezTo>
                    <a:pt x="13" y="29"/>
                    <a:pt x="13" y="28"/>
                    <a:pt x="13" y="26"/>
                  </a:cubicBezTo>
                  <a:cubicBezTo>
                    <a:pt x="13" y="23"/>
                    <a:pt x="14" y="18"/>
                    <a:pt x="17" y="13"/>
                  </a:cubicBezTo>
                  <a:cubicBezTo>
                    <a:pt x="18" y="9"/>
                    <a:pt x="19" y="7"/>
                    <a:pt x="19" y="7"/>
                  </a:cubicBezTo>
                  <a:cubicBezTo>
                    <a:pt x="19" y="5"/>
                    <a:pt x="19" y="4"/>
                    <a:pt x="18" y="3"/>
                  </a:cubicBezTo>
                  <a:cubicBezTo>
                    <a:pt x="18" y="2"/>
                    <a:pt x="17" y="2"/>
                    <a:pt x="15" y="2"/>
                  </a:cubicBezTo>
                  <a:cubicBezTo>
                    <a:pt x="13" y="2"/>
                    <a:pt x="11" y="2"/>
                    <a:pt x="10" y="4"/>
                  </a:cubicBezTo>
                  <a:cubicBezTo>
                    <a:pt x="9" y="5"/>
                    <a:pt x="8" y="9"/>
                    <a:pt x="7" y="15"/>
                  </a:cubicBezTo>
                  <a:cubicBezTo>
                    <a:pt x="5" y="21"/>
                    <a:pt x="4" y="26"/>
                    <a:pt x="4" y="29"/>
                  </a:cubicBezTo>
                  <a:cubicBezTo>
                    <a:pt x="4" y="32"/>
                    <a:pt x="5" y="35"/>
                    <a:pt x="7" y="37"/>
                  </a:cubicBezTo>
                  <a:cubicBezTo>
                    <a:pt x="9" y="39"/>
                    <a:pt x="11" y="40"/>
                    <a:pt x="14" y="40"/>
                  </a:cubicBezTo>
                  <a:cubicBezTo>
                    <a:pt x="18" y="40"/>
                    <a:pt x="24" y="37"/>
                    <a:pt x="32" y="31"/>
                  </a:cubicBezTo>
                  <a:cubicBezTo>
                    <a:pt x="32" y="38"/>
                    <a:pt x="30" y="45"/>
                    <a:pt x="28" y="50"/>
                  </a:cubicBezTo>
                  <a:cubicBezTo>
                    <a:pt x="25" y="56"/>
                    <a:pt x="23" y="59"/>
                    <a:pt x="20" y="59"/>
                  </a:cubicBezTo>
                  <a:cubicBezTo>
                    <a:pt x="14" y="59"/>
                    <a:pt x="9" y="56"/>
                    <a:pt x="6" y="52"/>
                  </a:cubicBezTo>
                  <a:cubicBezTo>
                    <a:pt x="5" y="51"/>
                    <a:pt x="4" y="51"/>
                    <a:pt x="3" y="51"/>
                  </a:cubicBezTo>
                  <a:cubicBezTo>
                    <a:pt x="2" y="51"/>
                    <a:pt x="2" y="51"/>
                    <a:pt x="1" y="52"/>
                  </a:cubicBezTo>
                  <a:cubicBezTo>
                    <a:pt x="0" y="53"/>
                    <a:pt x="0" y="54"/>
                    <a:pt x="0" y="55"/>
                  </a:cubicBezTo>
                  <a:cubicBezTo>
                    <a:pt x="0" y="56"/>
                    <a:pt x="1" y="58"/>
                    <a:pt x="3" y="60"/>
                  </a:cubicBezTo>
                  <a:cubicBezTo>
                    <a:pt x="5" y="62"/>
                    <a:pt x="8" y="63"/>
                    <a:pt x="10" y="65"/>
                  </a:cubicBezTo>
                  <a:cubicBezTo>
                    <a:pt x="10" y="65"/>
                    <a:pt x="10" y="65"/>
                    <a:pt x="10" y="65"/>
                  </a:cubicBezTo>
                  <a:cubicBezTo>
                    <a:pt x="14" y="66"/>
                    <a:pt x="17" y="67"/>
                    <a:pt x="21" y="67"/>
                  </a:cubicBezTo>
                  <a:cubicBezTo>
                    <a:pt x="24" y="67"/>
                    <a:pt x="27" y="66"/>
                    <a:pt x="29" y="64"/>
                  </a:cubicBezTo>
                  <a:cubicBezTo>
                    <a:pt x="31" y="62"/>
                    <a:pt x="34" y="59"/>
                    <a:pt x="36" y="54"/>
                  </a:cubicBezTo>
                  <a:cubicBezTo>
                    <a:pt x="38" y="49"/>
                    <a:pt x="39" y="44"/>
                    <a:pt x="40" y="38"/>
                  </a:cubicBezTo>
                  <a:cubicBezTo>
                    <a:pt x="41" y="32"/>
                    <a:pt x="42" y="25"/>
                    <a:pt x="43" y="19"/>
                  </a:cubicBezTo>
                  <a:cubicBezTo>
                    <a:pt x="44" y="6"/>
                    <a:pt x="44" y="6"/>
                    <a:pt x="44" y="6"/>
                  </a:cubicBezTo>
                  <a:cubicBezTo>
                    <a:pt x="44" y="3"/>
                    <a:pt x="43" y="1"/>
                    <a:pt x="42" y="1"/>
                  </a:cubicBezTo>
                  <a:cubicBezTo>
                    <a:pt x="42" y="0"/>
                    <a:pt x="40" y="0"/>
                    <a:pt x="3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42"/>
            <p:cNvSpPr>
              <a:spLocks noEditPoints="1"/>
            </p:cNvSpPr>
            <p:nvPr/>
          </p:nvSpPr>
          <p:spPr bwMode="auto">
            <a:xfrm>
              <a:off x="9701213" y="3113088"/>
              <a:ext cx="87313" cy="106363"/>
            </a:xfrm>
            <a:custGeom>
              <a:avLst/>
              <a:gdLst>
                <a:gd name="T0" fmla="*/ 0 w 50"/>
                <a:gd name="T1" fmla="*/ 55 h 61"/>
                <a:gd name="T2" fmla="*/ 5 w 50"/>
                <a:gd name="T3" fmla="*/ 61 h 61"/>
                <a:gd name="T4" fmla="*/ 8 w 50"/>
                <a:gd name="T5" fmla="*/ 59 h 61"/>
                <a:gd name="T6" fmla="*/ 10 w 50"/>
                <a:gd name="T7" fmla="*/ 55 h 61"/>
                <a:gd name="T8" fmla="*/ 11 w 50"/>
                <a:gd name="T9" fmla="*/ 40 h 61"/>
                <a:gd name="T10" fmla="*/ 17 w 50"/>
                <a:gd name="T11" fmla="*/ 39 h 61"/>
                <a:gd name="T12" fmla="*/ 40 w 50"/>
                <a:gd name="T13" fmla="*/ 29 h 61"/>
                <a:gd name="T14" fmla="*/ 50 w 50"/>
                <a:gd name="T15" fmla="*/ 14 h 61"/>
                <a:gd name="T16" fmla="*/ 45 w 50"/>
                <a:gd name="T17" fmla="*/ 4 h 61"/>
                <a:gd name="T18" fmla="*/ 30 w 50"/>
                <a:gd name="T19" fmla="*/ 0 h 61"/>
                <a:gd name="T20" fmla="*/ 12 w 50"/>
                <a:gd name="T21" fmla="*/ 2 h 61"/>
                <a:gd name="T22" fmla="*/ 1 w 50"/>
                <a:gd name="T23" fmla="*/ 8 h 61"/>
                <a:gd name="T24" fmla="*/ 4 w 50"/>
                <a:gd name="T25" fmla="*/ 13 h 61"/>
                <a:gd name="T26" fmla="*/ 4 w 50"/>
                <a:gd name="T27" fmla="*/ 17 h 61"/>
                <a:gd name="T28" fmla="*/ 2 w 50"/>
                <a:gd name="T29" fmla="*/ 34 h 61"/>
                <a:gd name="T30" fmla="*/ 0 w 50"/>
                <a:gd name="T31" fmla="*/ 55 h 61"/>
                <a:gd name="T32" fmla="*/ 14 w 50"/>
                <a:gd name="T33" fmla="*/ 11 h 61"/>
                <a:gd name="T34" fmla="*/ 30 w 50"/>
                <a:gd name="T35" fmla="*/ 8 h 61"/>
                <a:gd name="T36" fmla="*/ 40 w 50"/>
                <a:gd name="T37" fmla="*/ 14 h 61"/>
                <a:gd name="T38" fmla="*/ 32 w 50"/>
                <a:gd name="T39" fmla="*/ 25 h 61"/>
                <a:gd name="T40" fmla="*/ 12 w 50"/>
                <a:gd name="T41" fmla="*/ 31 h 61"/>
                <a:gd name="T42" fmla="*/ 14 w 50"/>
                <a:gd name="T43" fmla="*/ 1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 h="61">
                  <a:moveTo>
                    <a:pt x="0" y="55"/>
                  </a:moveTo>
                  <a:cubicBezTo>
                    <a:pt x="0" y="59"/>
                    <a:pt x="2" y="61"/>
                    <a:pt x="5" y="61"/>
                  </a:cubicBezTo>
                  <a:cubicBezTo>
                    <a:pt x="6" y="61"/>
                    <a:pt x="8" y="60"/>
                    <a:pt x="8" y="59"/>
                  </a:cubicBezTo>
                  <a:cubicBezTo>
                    <a:pt x="9" y="58"/>
                    <a:pt x="10" y="56"/>
                    <a:pt x="10" y="55"/>
                  </a:cubicBezTo>
                  <a:cubicBezTo>
                    <a:pt x="10" y="51"/>
                    <a:pt x="10" y="46"/>
                    <a:pt x="11" y="40"/>
                  </a:cubicBezTo>
                  <a:cubicBezTo>
                    <a:pt x="11" y="40"/>
                    <a:pt x="13" y="40"/>
                    <a:pt x="17" y="39"/>
                  </a:cubicBezTo>
                  <a:cubicBezTo>
                    <a:pt x="26" y="37"/>
                    <a:pt x="34" y="34"/>
                    <a:pt x="40" y="29"/>
                  </a:cubicBezTo>
                  <a:cubicBezTo>
                    <a:pt x="47" y="25"/>
                    <a:pt x="50" y="20"/>
                    <a:pt x="50" y="14"/>
                  </a:cubicBezTo>
                  <a:cubicBezTo>
                    <a:pt x="50" y="9"/>
                    <a:pt x="48" y="6"/>
                    <a:pt x="45" y="4"/>
                  </a:cubicBezTo>
                  <a:cubicBezTo>
                    <a:pt x="41" y="1"/>
                    <a:pt x="36" y="0"/>
                    <a:pt x="30" y="0"/>
                  </a:cubicBezTo>
                  <a:cubicBezTo>
                    <a:pt x="25" y="0"/>
                    <a:pt x="19" y="1"/>
                    <a:pt x="12" y="2"/>
                  </a:cubicBezTo>
                  <a:cubicBezTo>
                    <a:pt x="5" y="4"/>
                    <a:pt x="1" y="6"/>
                    <a:pt x="1" y="8"/>
                  </a:cubicBezTo>
                  <a:cubicBezTo>
                    <a:pt x="1" y="11"/>
                    <a:pt x="2" y="12"/>
                    <a:pt x="4" y="13"/>
                  </a:cubicBezTo>
                  <a:cubicBezTo>
                    <a:pt x="4" y="13"/>
                    <a:pt x="4" y="14"/>
                    <a:pt x="4" y="17"/>
                  </a:cubicBezTo>
                  <a:cubicBezTo>
                    <a:pt x="4" y="18"/>
                    <a:pt x="4" y="24"/>
                    <a:pt x="2" y="34"/>
                  </a:cubicBezTo>
                  <a:cubicBezTo>
                    <a:pt x="1" y="46"/>
                    <a:pt x="0" y="53"/>
                    <a:pt x="0" y="55"/>
                  </a:cubicBezTo>
                  <a:close/>
                  <a:moveTo>
                    <a:pt x="14" y="11"/>
                  </a:moveTo>
                  <a:cubicBezTo>
                    <a:pt x="20" y="9"/>
                    <a:pt x="25" y="8"/>
                    <a:pt x="30" y="8"/>
                  </a:cubicBezTo>
                  <a:cubicBezTo>
                    <a:pt x="37" y="8"/>
                    <a:pt x="40" y="10"/>
                    <a:pt x="40" y="14"/>
                  </a:cubicBezTo>
                  <a:cubicBezTo>
                    <a:pt x="40" y="18"/>
                    <a:pt x="38" y="22"/>
                    <a:pt x="32" y="25"/>
                  </a:cubicBezTo>
                  <a:cubicBezTo>
                    <a:pt x="26" y="28"/>
                    <a:pt x="19" y="30"/>
                    <a:pt x="12" y="31"/>
                  </a:cubicBezTo>
                  <a:lnTo>
                    <a:pt x="14"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43"/>
            <p:cNvSpPr>
              <a:spLocks noEditPoints="1"/>
            </p:cNvSpPr>
            <p:nvPr/>
          </p:nvSpPr>
          <p:spPr bwMode="auto">
            <a:xfrm>
              <a:off x="9790113" y="3138488"/>
              <a:ext cx="68263" cy="79375"/>
            </a:xfrm>
            <a:custGeom>
              <a:avLst/>
              <a:gdLst>
                <a:gd name="T0" fmla="*/ 28 w 39"/>
                <a:gd name="T1" fmla="*/ 39 h 45"/>
                <a:gd name="T2" fmla="*/ 38 w 39"/>
                <a:gd name="T3" fmla="*/ 23 h 45"/>
                <a:gd name="T4" fmla="*/ 38 w 39"/>
                <a:gd name="T5" fmla="*/ 23 h 45"/>
                <a:gd name="T6" fmla="*/ 39 w 39"/>
                <a:gd name="T7" fmla="*/ 17 h 45"/>
                <a:gd name="T8" fmla="*/ 35 w 39"/>
                <a:gd name="T9" fmla="*/ 5 h 45"/>
                <a:gd name="T10" fmla="*/ 24 w 39"/>
                <a:gd name="T11" fmla="*/ 0 h 45"/>
                <a:gd name="T12" fmla="*/ 7 w 39"/>
                <a:gd name="T13" fmla="*/ 10 h 45"/>
                <a:gd name="T14" fmla="*/ 0 w 39"/>
                <a:gd name="T15" fmla="*/ 30 h 45"/>
                <a:gd name="T16" fmla="*/ 4 w 39"/>
                <a:gd name="T17" fmla="*/ 41 h 45"/>
                <a:gd name="T18" fmla="*/ 14 w 39"/>
                <a:gd name="T19" fmla="*/ 45 h 45"/>
                <a:gd name="T20" fmla="*/ 28 w 39"/>
                <a:gd name="T21" fmla="*/ 39 h 45"/>
                <a:gd name="T22" fmla="*/ 11 w 39"/>
                <a:gd name="T23" fmla="*/ 35 h 45"/>
                <a:gd name="T24" fmla="*/ 10 w 39"/>
                <a:gd name="T25" fmla="*/ 29 h 45"/>
                <a:gd name="T26" fmla="*/ 12 w 39"/>
                <a:gd name="T27" fmla="*/ 19 h 45"/>
                <a:gd name="T28" fmla="*/ 18 w 39"/>
                <a:gd name="T29" fmla="*/ 11 h 45"/>
                <a:gd name="T30" fmla="*/ 18 w 39"/>
                <a:gd name="T31" fmla="*/ 11 h 45"/>
                <a:gd name="T32" fmla="*/ 23 w 39"/>
                <a:gd name="T33" fmla="*/ 9 h 45"/>
                <a:gd name="T34" fmla="*/ 28 w 39"/>
                <a:gd name="T35" fmla="*/ 11 h 45"/>
                <a:gd name="T36" fmla="*/ 30 w 39"/>
                <a:gd name="T37" fmla="*/ 18 h 45"/>
                <a:gd name="T38" fmla="*/ 24 w 39"/>
                <a:gd name="T39" fmla="*/ 31 h 45"/>
                <a:gd name="T40" fmla="*/ 14 w 39"/>
                <a:gd name="T41" fmla="*/ 37 h 45"/>
                <a:gd name="T42" fmla="*/ 11 w 39"/>
                <a:gd name="T43" fmla="*/ 3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9" h="45">
                  <a:moveTo>
                    <a:pt x="28" y="39"/>
                  </a:moveTo>
                  <a:cubicBezTo>
                    <a:pt x="33" y="35"/>
                    <a:pt x="37" y="29"/>
                    <a:pt x="38" y="23"/>
                  </a:cubicBezTo>
                  <a:cubicBezTo>
                    <a:pt x="38" y="23"/>
                    <a:pt x="38" y="23"/>
                    <a:pt x="38" y="23"/>
                  </a:cubicBezTo>
                  <a:cubicBezTo>
                    <a:pt x="39" y="21"/>
                    <a:pt x="39" y="19"/>
                    <a:pt x="39" y="17"/>
                  </a:cubicBezTo>
                  <a:cubicBezTo>
                    <a:pt x="39" y="13"/>
                    <a:pt x="38" y="9"/>
                    <a:pt x="35" y="5"/>
                  </a:cubicBezTo>
                  <a:cubicBezTo>
                    <a:pt x="32" y="2"/>
                    <a:pt x="28" y="0"/>
                    <a:pt x="24" y="0"/>
                  </a:cubicBezTo>
                  <a:cubicBezTo>
                    <a:pt x="17" y="0"/>
                    <a:pt x="12" y="4"/>
                    <a:pt x="7" y="10"/>
                  </a:cubicBezTo>
                  <a:cubicBezTo>
                    <a:pt x="2" y="17"/>
                    <a:pt x="0" y="24"/>
                    <a:pt x="0" y="30"/>
                  </a:cubicBezTo>
                  <a:cubicBezTo>
                    <a:pt x="0" y="34"/>
                    <a:pt x="1" y="38"/>
                    <a:pt x="4" y="41"/>
                  </a:cubicBezTo>
                  <a:cubicBezTo>
                    <a:pt x="6" y="44"/>
                    <a:pt x="10" y="45"/>
                    <a:pt x="14" y="45"/>
                  </a:cubicBezTo>
                  <a:cubicBezTo>
                    <a:pt x="18" y="45"/>
                    <a:pt x="23" y="43"/>
                    <a:pt x="28" y="39"/>
                  </a:cubicBezTo>
                  <a:close/>
                  <a:moveTo>
                    <a:pt x="11" y="35"/>
                  </a:moveTo>
                  <a:cubicBezTo>
                    <a:pt x="10" y="33"/>
                    <a:pt x="10" y="32"/>
                    <a:pt x="10" y="29"/>
                  </a:cubicBezTo>
                  <a:cubicBezTo>
                    <a:pt x="10" y="26"/>
                    <a:pt x="11" y="22"/>
                    <a:pt x="12" y="19"/>
                  </a:cubicBezTo>
                  <a:cubicBezTo>
                    <a:pt x="14" y="15"/>
                    <a:pt x="16" y="12"/>
                    <a:pt x="18" y="11"/>
                  </a:cubicBezTo>
                  <a:cubicBezTo>
                    <a:pt x="18" y="11"/>
                    <a:pt x="18" y="11"/>
                    <a:pt x="18" y="11"/>
                  </a:cubicBezTo>
                  <a:cubicBezTo>
                    <a:pt x="19" y="9"/>
                    <a:pt x="21" y="9"/>
                    <a:pt x="23" y="9"/>
                  </a:cubicBezTo>
                  <a:cubicBezTo>
                    <a:pt x="25" y="9"/>
                    <a:pt x="27" y="10"/>
                    <a:pt x="28" y="11"/>
                  </a:cubicBezTo>
                  <a:cubicBezTo>
                    <a:pt x="29" y="13"/>
                    <a:pt x="30" y="15"/>
                    <a:pt x="30" y="18"/>
                  </a:cubicBezTo>
                  <a:cubicBezTo>
                    <a:pt x="30" y="23"/>
                    <a:pt x="28" y="27"/>
                    <a:pt x="24" y="31"/>
                  </a:cubicBezTo>
                  <a:cubicBezTo>
                    <a:pt x="21" y="35"/>
                    <a:pt x="17" y="37"/>
                    <a:pt x="14" y="37"/>
                  </a:cubicBezTo>
                  <a:cubicBezTo>
                    <a:pt x="13" y="37"/>
                    <a:pt x="12" y="36"/>
                    <a:pt x="11"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44"/>
            <p:cNvSpPr>
              <a:spLocks noEditPoints="1"/>
            </p:cNvSpPr>
            <p:nvPr/>
          </p:nvSpPr>
          <p:spPr bwMode="auto">
            <a:xfrm>
              <a:off x="9871075" y="3138488"/>
              <a:ext cx="66675" cy="79375"/>
            </a:xfrm>
            <a:custGeom>
              <a:avLst/>
              <a:gdLst>
                <a:gd name="T0" fmla="*/ 23 w 38"/>
                <a:gd name="T1" fmla="*/ 0 h 45"/>
                <a:gd name="T2" fmla="*/ 7 w 38"/>
                <a:gd name="T3" fmla="*/ 10 h 45"/>
                <a:gd name="T4" fmla="*/ 0 w 38"/>
                <a:gd name="T5" fmla="*/ 30 h 45"/>
                <a:gd name="T6" fmla="*/ 3 w 38"/>
                <a:gd name="T7" fmla="*/ 41 h 45"/>
                <a:gd name="T8" fmla="*/ 13 w 38"/>
                <a:gd name="T9" fmla="*/ 45 h 45"/>
                <a:gd name="T10" fmla="*/ 28 w 38"/>
                <a:gd name="T11" fmla="*/ 39 h 45"/>
                <a:gd name="T12" fmla="*/ 38 w 38"/>
                <a:gd name="T13" fmla="*/ 23 h 45"/>
                <a:gd name="T14" fmla="*/ 38 w 38"/>
                <a:gd name="T15" fmla="*/ 23 h 45"/>
                <a:gd name="T16" fmla="*/ 38 w 38"/>
                <a:gd name="T17" fmla="*/ 17 h 45"/>
                <a:gd name="T18" fmla="*/ 34 w 38"/>
                <a:gd name="T19" fmla="*/ 5 h 45"/>
                <a:gd name="T20" fmla="*/ 23 w 38"/>
                <a:gd name="T21" fmla="*/ 0 h 45"/>
                <a:gd name="T22" fmla="*/ 24 w 38"/>
                <a:gd name="T23" fmla="*/ 31 h 45"/>
                <a:gd name="T24" fmla="*/ 14 w 38"/>
                <a:gd name="T25" fmla="*/ 37 h 45"/>
                <a:gd name="T26" fmla="*/ 10 w 38"/>
                <a:gd name="T27" fmla="*/ 35 h 45"/>
                <a:gd name="T28" fmla="*/ 9 w 38"/>
                <a:gd name="T29" fmla="*/ 29 h 45"/>
                <a:gd name="T30" fmla="*/ 12 w 38"/>
                <a:gd name="T31" fmla="*/ 19 h 45"/>
                <a:gd name="T32" fmla="*/ 17 w 38"/>
                <a:gd name="T33" fmla="*/ 11 h 45"/>
                <a:gd name="T34" fmla="*/ 17 w 38"/>
                <a:gd name="T35" fmla="*/ 11 h 45"/>
                <a:gd name="T36" fmla="*/ 23 w 38"/>
                <a:gd name="T37" fmla="*/ 9 h 45"/>
                <a:gd name="T38" fmla="*/ 27 w 38"/>
                <a:gd name="T39" fmla="*/ 11 h 45"/>
                <a:gd name="T40" fmla="*/ 29 w 38"/>
                <a:gd name="T41" fmla="*/ 18 h 45"/>
                <a:gd name="T42" fmla="*/ 24 w 38"/>
                <a:gd name="T43" fmla="*/ 3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 h="45">
                  <a:moveTo>
                    <a:pt x="23" y="0"/>
                  </a:moveTo>
                  <a:cubicBezTo>
                    <a:pt x="17" y="0"/>
                    <a:pt x="11" y="4"/>
                    <a:pt x="7" y="10"/>
                  </a:cubicBezTo>
                  <a:cubicBezTo>
                    <a:pt x="2" y="17"/>
                    <a:pt x="0" y="24"/>
                    <a:pt x="0" y="30"/>
                  </a:cubicBezTo>
                  <a:cubicBezTo>
                    <a:pt x="0" y="34"/>
                    <a:pt x="1" y="38"/>
                    <a:pt x="3" y="41"/>
                  </a:cubicBezTo>
                  <a:cubicBezTo>
                    <a:pt x="6" y="44"/>
                    <a:pt x="9" y="45"/>
                    <a:pt x="13" y="45"/>
                  </a:cubicBezTo>
                  <a:cubicBezTo>
                    <a:pt x="18" y="45"/>
                    <a:pt x="23" y="43"/>
                    <a:pt x="28" y="39"/>
                  </a:cubicBezTo>
                  <a:cubicBezTo>
                    <a:pt x="33" y="35"/>
                    <a:pt x="36" y="29"/>
                    <a:pt x="38" y="23"/>
                  </a:cubicBezTo>
                  <a:cubicBezTo>
                    <a:pt x="38" y="23"/>
                    <a:pt x="38" y="23"/>
                    <a:pt x="38" y="23"/>
                  </a:cubicBezTo>
                  <a:cubicBezTo>
                    <a:pt x="38" y="21"/>
                    <a:pt x="38" y="19"/>
                    <a:pt x="38" y="17"/>
                  </a:cubicBezTo>
                  <a:cubicBezTo>
                    <a:pt x="38" y="13"/>
                    <a:pt x="37" y="9"/>
                    <a:pt x="34" y="5"/>
                  </a:cubicBezTo>
                  <a:cubicBezTo>
                    <a:pt x="32" y="2"/>
                    <a:pt x="28" y="0"/>
                    <a:pt x="23" y="0"/>
                  </a:cubicBezTo>
                  <a:close/>
                  <a:moveTo>
                    <a:pt x="24" y="31"/>
                  </a:moveTo>
                  <a:cubicBezTo>
                    <a:pt x="20" y="35"/>
                    <a:pt x="17" y="37"/>
                    <a:pt x="14" y="37"/>
                  </a:cubicBezTo>
                  <a:cubicBezTo>
                    <a:pt x="12" y="37"/>
                    <a:pt x="11" y="36"/>
                    <a:pt x="10" y="35"/>
                  </a:cubicBezTo>
                  <a:cubicBezTo>
                    <a:pt x="10" y="33"/>
                    <a:pt x="9" y="32"/>
                    <a:pt x="9" y="29"/>
                  </a:cubicBezTo>
                  <a:cubicBezTo>
                    <a:pt x="9" y="26"/>
                    <a:pt x="10" y="22"/>
                    <a:pt x="12" y="19"/>
                  </a:cubicBezTo>
                  <a:cubicBezTo>
                    <a:pt x="14" y="15"/>
                    <a:pt x="15" y="12"/>
                    <a:pt x="17" y="11"/>
                  </a:cubicBezTo>
                  <a:cubicBezTo>
                    <a:pt x="17" y="11"/>
                    <a:pt x="17" y="11"/>
                    <a:pt x="17" y="11"/>
                  </a:cubicBezTo>
                  <a:cubicBezTo>
                    <a:pt x="19" y="9"/>
                    <a:pt x="21" y="9"/>
                    <a:pt x="23" y="9"/>
                  </a:cubicBezTo>
                  <a:cubicBezTo>
                    <a:pt x="25" y="9"/>
                    <a:pt x="26" y="10"/>
                    <a:pt x="27" y="11"/>
                  </a:cubicBezTo>
                  <a:cubicBezTo>
                    <a:pt x="29" y="13"/>
                    <a:pt x="29" y="15"/>
                    <a:pt x="29" y="18"/>
                  </a:cubicBezTo>
                  <a:cubicBezTo>
                    <a:pt x="29" y="23"/>
                    <a:pt x="27" y="27"/>
                    <a:pt x="24"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45"/>
            <p:cNvSpPr>
              <a:spLocks/>
            </p:cNvSpPr>
            <p:nvPr/>
          </p:nvSpPr>
          <p:spPr bwMode="auto">
            <a:xfrm>
              <a:off x="9952038" y="3140075"/>
              <a:ext cx="71438" cy="77788"/>
            </a:xfrm>
            <a:custGeom>
              <a:avLst/>
              <a:gdLst>
                <a:gd name="T0" fmla="*/ 11 w 40"/>
                <a:gd name="T1" fmla="*/ 12 h 44"/>
                <a:gd name="T2" fmla="*/ 13 w 40"/>
                <a:gd name="T3" fmla="*/ 4 h 44"/>
                <a:gd name="T4" fmla="*/ 12 w 40"/>
                <a:gd name="T5" fmla="*/ 1 h 44"/>
                <a:gd name="T6" fmla="*/ 8 w 40"/>
                <a:gd name="T7" fmla="*/ 0 h 44"/>
                <a:gd name="T8" fmla="*/ 5 w 40"/>
                <a:gd name="T9" fmla="*/ 1 h 44"/>
                <a:gd name="T10" fmla="*/ 3 w 40"/>
                <a:gd name="T11" fmla="*/ 4 h 44"/>
                <a:gd name="T12" fmla="*/ 2 w 40"/>
                <a:gd name="T13" fmla="*/ 9 h 44"/>
                <a:gd name="T14" fmla="*/ 2 w 40"/>
                <a:gd name="T15" fmla="*/ 12 h 44"/>
                <a:gd name="T16" fmla="*/ 1 w 40"/>
                <a:gd name="T17" fmla="*/ 23 h 44"/>
                <a:gd name="T18" fmla="*/ 0 w 40"/>
                <a:gd name="T19" fmla="*/ 31 h 44"/>
                <a:gd name="T20" fmla="*/ 2 w 40"/>
                <a:gd name="T21" fmla="*/ 41 h 44"/>
                <a:gd name="T22" fmla="*/ 5 w 40"/>
                <a:gd name="T23" fmla="*/ 44 h 44"/>
                <a:gd name="T24" fmla="*/ 10 w 40"/>
                <a:gd name="T25" fmla="*/ 43 h 44"/>
                <a:gd name="T26" fmla="*/ 11 w 40"/>
                <a:gd name="T27" fmla="*/ 38 h 44"/>
                <a:gd name="T28" fmla="*/ 20 w 40"/>
                <a:gd name="T29" fmla="*/ 18 h 44"/>
                <a:gd name="T30" fmla="*/ 30 w 40"/>
                <a:gd name="T31" fmla="*/ 9 h 44"/>
                <a:gd name="T32" fmla="*/ 32 w 40"/>
                <a:gd name="T33" fmla="*/ 10 h 44"/>
                <a:gd name="T34" fmla="*/ 36 w 40"/>
                <a:gd name="T35" fmla="*/ 12 h 44"/>
                <a:gd name="T36" fmla="*/ 39 w 40"/>
                <a:gd name="T37" fmla="*/ 11 h 44"/>
                <a:gd name="T38" fmla="*/ 40 w 40"/>
                <a:gd name="T39" fmla="*/ 7 h 44"/>
                <a:gd name="T40" fmla="*/ 37 w 40"/>
                <a:gd name="T41" fmla="*/ 2 h 44"/>
                <a:gd name="T42" fmla="*/ 31 w 40"/>
                <a:gd name="T43" fmla="*/ 0 h 44"/>
                <a:gd name="T44" fmla="*/ 20 w 40"/>
                <a:gd name="T45" fmla="*/ 6 h 44"/>
                <a:gd name="T46" fmla="*/ 10 w 40"/>
                <a:gd name="T47" fmla="*/ 21 h 44"/>
                <a:gd name="T48" fmla="*/ 9 w 40"/>
                <a:gd name="T49" fmla="*/ 23 h 44"/>
                <a:gd name="T50" fmla="*/ 10 w 40"/>
                <a:gd name="T51" fmla="*/ 17 h 44"/>
                <a:gd name="T52" fmla="*/ 11 w 40"/>
                <a:gd name="T53"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0" h="44">
                  <a:moveTo>
                    <a:pt x="11" y="12"/>
                  </a:moveTo>
                  <a:cubicBezTo>
                    <a:pt x="12" y="8"/>
                    <a:pt x="13" y="5"/>
                    <a:pt x="13" y="4"/>
                  </a:cubicBezTo>
                  <a:cubicBezTo>
                    <a:pt x="13" y="3"/>
                    <a:pt x="12" y="2"/>
                    <a:pt x="12" y="1"/>
                  </a:cubicBezTo>
                  <a:cubicBezTo>
                    <a:pt x="11" y="1"/>
                    <a:pt x="10" y="0"/>
                    <a:pt x="8" y="0"/>
                  </a:cubicBezTo>
                  <a:cubicBezTo>
                    <a:pt x="7" y="0"/>
                    <a:pt x="6" y="1"/>
                    <a:pt x="5" y="1"/>
                  </a:cubicBezTo>
                  <a:cubicBezTo>
                    <a:pt x="4" y="2"/>
                    <a:pt x="3" y="3"/>
                    <a:pt x="3" y="4"/>
                  </a:cubicBezTo>
                  <a:cubicBezTo>
                    <a:pt x="2" y="5"/>
                    <a:pt x="2" y="7"/>
                    <a:pt x="2" y="9"/>
                  </a:cubicBezTo>
                  <a:cubicBezTo>
                    <a:pt x="2" y="10"/>
                    <a:pt x="2" y="11"/>
                    <a:pt x="2" y="12"/>
                  </a:cubicBezTo>
                  <a:cubicBezTo>
                    <a:pt x="1" y="17"/>
                    <a:pt x="1" y="20"/>
                    <a:pt x="1" y="23"/>
                  </a:cubicBezTo>
                  <a:cubicBezTo>
                    <a:pt x="1" y="27"/>
                    <a:pt x="0" y="29"/>
                    <a:pt x="0" y="31"/>
                  </a:cubicBezTo>
                  <a:cubicBezTo>
                    <a:pt x="0" y="36"/>
                    <a:pt x="1" y="39"/>
                    <a:pt x="2" y="41"/>
                  </a:cubicBezTo>
                  <a:cubicBezTo>
                    <a:pt x="2" y="43"/>
                    <a:pt x="4" y="44"/>
                    <a:pt x="5" y="44"/>
                  </a:cubicBezTo>
                  <a:cubicBezTo>
                    <a:pt x="7" y="44"/>
                    <a:pt x="9" y="44"/>
                    <a:pt x="10" y="43"/>
                  </a:cubicBezTo>
                  <a:cubicBezTo>
                    <a:pt x="11" y="42"/>
                    <a:pt x="11" y="41"/>
                    <a:pt x="11" y="38"/>
                  </a:cubicBezTo>
                  <a:cubicBezTo>
                    <a:pt x="12" y="31"/>
                    <a:pt x="15" y="24"/>
                    <a:pt x="20" y="18"/>
                  </a:cubicBezTo>
                  <a:cubicBezTo>
                    <a:pt x="24" y="12"/>
                    <a:pt x="28" y="9"/>
                    <a:pt x="30" y="9"/>
                  </a:cubicBezTo>
                  <a:cubicBezTo>
                    <a:pt x="30" y="9"/>
                    <a:pt x="31" y="9"/>
                    <a:pt x="32" y="10"/>
                  </a:cubicBezTo>
                  <a:cubicBezTo>
                    <a:pt x="33" y="11"/>
                    <a:pt x="35" y="12"/>
                    <a:pt x="36" y="12"/>
                  </a:cubicBezTo>
                  <a:cubicBezTo>
                    <a:pt x="37" y="12"/>
                    <a:pt x="38" y="11"/>
                    <a:pt x="39" y="11"/>
                  </a:cubicBezTo>
                  <a:cubicBezTo>
                    <a:pt x="39" y="10"/>
                    <a:pt x="40" y="9"/>
                    <a:pt x="40" y="7"/>
                  </a:cubicBezTo>
                  <a:cubicBezTo>
                    <a:pt x="40" y="5"/>
                    <a:pt x="39" y="4"/>
                    <a:pt x="37" y="2"/>
                  </a:cubicBezTo>
                  <a:cubicBezTo>
                    <a:pt x="35" y="1"/>
                    <a:pt x="33" y="0"/>
                    <a:pt x="31" y="0"/>
                  </a:cubicBezTo>
                  <a:cubicBezTo>
                    <a:pt x="27" y="0"/>
                    <a:pt x="24" y="2"/>
                    <a:pt x="20" y="6"/>
                  </a:cubicBezTo>
                  <a:cubicBezTo>
                    <a:pt x="16" y="10"/>
                    <a:pt x="13" y="15"/>
                    <a:pt x="10" y="21"/>
                  </a:cubicBezTo>
                  <a:cubicBezTo>
                    <a:pt x="9" y="23"/>
                    <a:pt x="9" y="23"/>
                    <a:pt x="9" y="23"/>
                  </a:cubicBezTo>
                  <a:cubicBezTo>
                    <a:pt x="10" y="17"/>
                    <a:pt x="10" y="17"/>
                    <a:pt x="10" y="17"/>
                  </a:cubicBezTo>
                  <a:cubicBezTo>
                    <a:pt x="10" y="15"/>
                    <a:pt x="11" y="13"/>
                    <a:pt x="11"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46"/>
            <p:cNvSpPr>
              <a:spLocks noEditPoints="1"/>
            </p:cNvSpPr>
            <p:nvPr/>
          </p:nvSpPr>
          <p:spPr bwMode="auto">
            <a:xfrm>
              <a:off x="10082213" y="3114675"/>
              <a:ext cx="96838" cy="106363"/>
            </a:xfrm>
            <a:custGeom>
              <a:avLst/>
              <a:gdLst>
                <a:gd name="T0" fmla="*/ 2 w 55"/>
                <a:gd name="T1" fmla="*/ 44 h 61"/>
                <a:gd name="T2" fmla="*/ 1 w 55"/>
                <a:gd name="T3" fmla="*/ 51 h 61"/>
                <a:gd name="T4" fmla="*/ 1 w 55"/>
                <a:gd name="T5" fmla="*/ 53 h 61"/>
                <a:gd name="T6" fmla="*/ 0 w 55"/>
                <a:gd name="T7" fmla="*/ 56 h 61"/>
                <a:gd name="T8" fmla="*/ 1 w 55"/>
                <a:gd name="T9" fmla="*/ 59 h 61"/>
                <a:gd name="T10" fmla="*/ 5 w 55"/>
                <a:gd name="T11" fmla="*/ 61 h 61"/>
                <a:gd name="T12" fmla="*/ 10 w 55"/>
                <a:gd name="T13" fmla="*/ 59 h 61"/>
                <a:gd name="T14" fmla="*/ 14 w 55"/>
                <a:gd name="T15" fmla="*/ 57 h 61"/>
                <a:gd name="T16" fmla="*/ 20 w 55"/>
                <a:gd name="T17" fmla="*/ 55 h 61"/>
                <a:gd name="T18" fmla="*/ 45 w 55"/>
                <a:gd name="T19" fmla="*/ 43 h 61"/>
                <a:gd name="T20" fmla="*/ 55 w 55"/>
                <a:gd name="T21" fmla="*/ 22 h 61"/>
                <a:gd name="T22" fmla="*/ 49 w 55"/>
                <a:gd name="T23" fmla="*/ 6 h 61"/>
                <a:gd name="T24" fmla="*/ 31 w 55"/>
                <a:gd name="T25" fmla="*/ 0 h 61"/>
                <a:gd name="T26" fmla="*/ 22 w 55"/>
                <a:gd name="T27" fmla="*/ 0 h 61"/>
                <a:gd name="T28" fmla="*/ 12 w 55"/>
                <a:gd name="T29" fmla="*/ 1 h 61"/>
                <a:gd name="T30" fmla="*/ 7 w 55"/>
                <a:gd name="T31" fmla="*/ 1 h 61"/>
                <a:gd name="T32" fmla="*/ 3 w 55"/>
                <a:gd name="T33" fmla="*/ 2 h 61"/>
                <a:gd name="T34" fmla="*/ 1 w 55"/>
                <a:gd name="T35" fmla="*/ 6 h 61"/>
                <a:gd name="T36" fmla="*/ 6 w 55"/>
                <a:gd name="T37" fmla="*/ 10 h 61"/>
                <a:gd name="T38" fmla="*/ 6 w 55"/>
                <a:gd name="T39" fmla="*/ 10 h 61"/>
                <a:gd name="T40" fmla="*/ 6 w 55"/>
                <a:gd name="T41" fmla="*/ 15 h 61"/>
                <a:gd name="T42" fmla="*/ 2 w 55"/>
                <a:gd name="T43" fmla="*/ 44 h 61"/>
                <a:gd name="T44" fmla="*/ 16 w 55"/>
                <a:gd name="T45" fmla="*/ 9 h 61"/>
                <a:gd name="T46" fmla="*/ 17 w 55"/>
                <a:gd name="T47" fmla="*/ 9 h 61"/>
                <a:gd name="T48" fmla="*/ 29 w 55"/>
                <a:gd name="T49" fmla="*/ 8 h 61"/>
                <a:gd name="T50" fmla="*/ 41 w 55"/>
                <a:gd name="T51" fmla="*/ 12 h 61"/>
                <a:gd name="T52" fmla="*/ 46 w 55"/>
                <a:gd name="T53" fmla="*/ 22 h 61"/>
                <a:gd name="T54" fmla="*/ 40 w 55"/>
                <a:gd name="T55" fmla="*/ 36 h 61"/>
                <a:gd name="T56" fmla="*/ 24 w 55"/>
                <a:gd name="T57" fmla="*/ 46 h 61"/>
                <a:gd name="T58" fmla="*/ 12 w 55"/>
                <a:gd name="T59" fmla="*/ 49 h 61"/>
                <a:gd name="T60" fmla="*/ 12 w 55"/>
                <a:gd name="T61" fmla="*/ 46 h 61"/>
                <a:gd name="T62" fmla="*/ 16 w 55"/>
                <a:gd name="T63" fmla="*/ 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5" h="61">
                  <a:moveTo>
                    <a:pt x="2" y="44"/>
                  </a:moveTo>
                  <a:cubicBezTo>
                    <a:pt x="2" y="47"/>
                    <a:pt x="2" y="50"/>
                    <a:pt x="1" y="51"/>
                  </a:cubicBezTo>
                  <a:cubicBezTo>
                    <a:pt x="1" y="53"/>
                    <a:pt x="1" y="53"/>
                    <a:pt x="1" y="53"/>
                  </a:cubicBezTo>
                  <a:cubicBezTo>
                    <a:pt x="0" y="54"/>
                    <a:pt x="0" y="55"/>
                    <a:pt x="0" y="56"/>
                  </a:cubicBezTo>
                  <a:cubicBezTo>
                    <a:pt x="0" y="56"/>
                    <a:pt x="0" y="58"/>
                    <a:pt x="1" y="59"/>
                  </a:cubicBezTo>
                  <a:cubicBezTo>
                    <a:pt x="2" y="60"/>
                    <a:pt x="4" y="61"/>
                    <a:pt x="5" y="61"/>
                  </a:cubicBezTo>
                  <a:cubicBezTo>
                    <a:pt x="7" y="61"/>
                    <a:pt x="8" y="60"/>
                    <a:pt x="10" y="59"/>
                  </a:cubicBezTo>
                  <a:cubicBezTo>
                    <a:pt x="12" y="58"/>
                    <a:pt x="13" y="57"/>
                    <a:pt x="14" y="57"/>
                  </a:cubicBezTo>
                  <a:cubicBezTo>
                    <a:pt x="15" y="56"/>
                    <a:pt x="17" y="56"/>
                    <a:pt x="20" y="55"/>
                  </a:cubicBezTo>
                  <a:cubicBezTo>
                    <a:pt x="29" y="53"/>
                    <a:pt x="38" y="49"/>
                    <a:pt x="45" y="43"/>
                  </a:cubicBezTo>
                  <a:cubicBezTo>
                    <a:pt x="52" y="37"/>
                    <a:pt x="55" y="30"/>
                    <a:pt x="55" y="22"/>
                  </a:cubicBezTo>
                  <a:cubicBezTo>
                    <a:pt x="55" y="16"/>
                    <a:pt x="53" y="10"/>
                    <a:pt x="49" y="6"/>
                  </a:cubicBezTo>
                  <a:cubicBezTo>
                    <a:pt x="44" y="2"/>
                    <a:pt x="38" y="0"/>
                    <a:pt x="31" y="0"/>
                  </a:cubicBezTo>
                  <a:cubicBezTo>
                    <a:pt x="29" y="0"/>
                    <a:pt x="26" y="0"/>
                    <a:pt x="22" y="0"/>
                  </a:cubicBezTo>
                  <a:cubicBezTo>
                    <a:pt x="18" y="1"/>
                    <a:pt x="14" y="1"/>
                    <a:pt x="12" y="1"/>
                  </a:cubicBezTo>
                  <a:cubicBezTo>
                    <a:pt x="7" y="1"/>
                    <a:pt x="7" y="1"/>
                    <a:pt x="7" y="1"/>
                  </a:cubicBezTo>
                  <a:cubicBezTo>
                    <a:pt x="5" y="1"/>
                    <a:pt x="4" y="1"/>
                    <a:pt x="3" y="2"/>
                  </a:cubicBezTo>
                  <a:cubicBezTo>
                    <a:pt x="2" y="3"/>
                    <a:pt x="1" y="5"/>
                    <a:pt x="1" y="6"/>
                  </a:cubicBezTo>
                  <a:cubicBezTo>
                    <a:pt x="1" y="8"/>
                    <a:pt x="3" y="9"/>
                    <a:pt x="6" y="10"/>
                  </a:cubicBezTo>
                  <a:cubicBezTo>
                    <a:pt x="6" y="10"/>
                    <a:pt x="6" y="10"/>
                    <a:pt x="6" y="10"/>
                  </a:cubicBezTo>
                  <a:cubicBezTo>
                    <a:pt x="6" y="12"/>
                    <a:pt x="6" y="13"/>
                    <a:pt x="6" y="15"/>
                  </a:cubicBezTo>
                  <a:cubicBezTo>
                    <a:pt x="4" y="25"/>
                    <a:pt x="3" y="35"/>
                    <a:pt x="2" y="44"/>
                  </a:cubicBezTo>
                  <a:close/>
                  <a:moveTo>
                    <a:pt x="16" y="9"/>
                  </a:moveTo>
                  <a:cubicBezTo>
                    <a:pt x="16" y="9"/>
                    <a:pt x="17" y="9"/>
                    <a:pt x="17" y="9"/>
                  </a:cubicBezTo>
                  <a:cubicBezTo>
                    <a:pt x="22" y="8"/>
                    <a:pt x="26" y="8"/>
                    <a:pt x="29" y="8"/>
                  </a:cubicBezTo>
                  <a:cubicBezTo>
                    <a:pt x="34" y="8"/>
                    <a:pt x="38" y="9"/>
                    <a:pt x="41" y="12"/>
                  </a:cubicBezTo>
                  <a:cubicBezTo>
                    <a:pt x="44" y="14"/>
                    <a:pt x="46" y="18"/>
                    <a:pt x="46" y="22"/>
                  </a:cubicBezTo>
                  <a:cubicBezTo>
                    <a:pt x="46" y="27"/>
                    <a:pt x="44" y="32"/>
                    <a:pt x="40" y="36"/>
                  </a:cubicBezTo>
                  <a:cubicBezTo>
                    <a:pt x="36" y="41"/>
                    <a:pt x="30" y="44"/>
                    <a:pt x="24" y="46"/>
                  </a:cubicBezTo>
                  <a:cubicBezTo>
                    <a:pt x="17" y="48"/>
                    <a:pt x="13" y="49"/>
                    <a:pt x="12" y="49"/>
                  </a:cubicBezTo>
                  <a:cubicBezTo>
                    <a:pt x="12" y="48"/>
                    <a:pt x="12" y="47"/>
                    <a:pt x="12" y="46"/>
                  </a:cubicBezTo>
                  <a:cubicBezTo>
                    <a:pt x="12" y="39"/>
                    <a:pt x="13" y="26"/>
                    <a:pt x="16"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47"/>
            <p:cNvSpPr>
              <a:spLocks/>
            </p:cNvSpPr>
            <p:nvPr/>
          </p:nvSpPr>
          <p:spPr bwMode="auto">
            <a:xfrm>
              <a:off x="10206038" y="3101975"/>
              <a:ext cx="23813" cy="22225"/>
            </a:xfrm>
            <a:custGeom>
              <a:avLst/>
              <a:gdLst>
                <a:gd name="T0" fmla="*/ 7 w 13"/>
                <a:gd name="T1" fmla="*/ 0 h 13"/>
                <a:gd name="T2" fmla="*/ 2 w 13"/>
                <a:gd name="T3" fmla="*/ 2 h 13"/>
                <a:gd name="T4" fmla="*/ 0 w 13"/>
                <a:gd name="T5" fmla="*/ 7 h 13"/>
                <a:gd name="T6" fmla="*/ 2 w 13"/>
                <a:gd name="T7" fmla="*/ 11 h 13"/>
                <a:gd name="T8" fmla="*/ 6 w 13"/>
                <a:gd name="T9" fmla="*/ 13 h 13"/>
                <a:gd name="T10" fmla="*/ 11 w 13"/>
                <a:gd name="T11" fmla="*/ 11 h 13"/>
                <a:gd name="T12" fmla="*/ 13 w 13"/>
                <a:gd name="T13" fmla="*/ 6 h 13"/>
                <a:gd name="T14" fmla="*/ 12 w 13"/>
                <a:gd name="T15" fmla="*/ 2 h 13"/>
                <a:gd name="T16" fmla="*/ 7 w 13"/>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3">
                  <a:moveTo>
                    <a:pt x="7" y="0"/>
                  </a:moveTo>
                  <a:cubicBezTo>
                    <a:pt x="5" y="0"/>
                    <a:pt x="3" y="1"/>
                    <a:pt x="2" y="2"/>
                  </a:cubicBezTo>
                  <a:cubicBezTo>
                    <a:pt x="1" y="3"/>
                    <a:pt x="0" y="5"/>
                    <a:pt x="0" y="7"/>
                  </a:cubicBezTo>
                  <a:cubicBezTo>
                    <a:pt x="0" y="8"/>
                    <a:pt x="1" y="9"/>
                    <a:pt x="2" y="11"/>
                  </a:cubicBezTo>
                  <a:cubicBezTo>
                    <a:pt x="3" y="12"/>
                    <a:pt x="5" y="13"/>
                    <a:pt x="6" y="13"/>
                  </a:cubicBezTo>
                  <a:cubicBezTo>
                    <a:pt x="8" y="13"/>
                    <a:pt x="9" y="12"/>
                    <a:pt x="11" y="11"/>
                  </a:cubicBezTo>
                  <a:cubicBezTo>
                    <a:pt x="12" y="9"/>
                    <a:pt x="13" y="7"/>
                    <a:pt x="13" y="6"/>
                  </a:cubicBezTo>
                  <a:cubicBezTo>
                    <a:pt x="13" y="4"/>
                    <a:pt x="13" y="3"/>
                    <a:pt x="12" y="2"/>
                  </a:cubicBezTo>
                  <a:cubicBezTo>
                    <a:pt x="10" y="1"/>
                    <a:pt x="9"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48"/>
            <p:cNvSpPr>
              <a:spLocks/>
            </p:cNvSpPr>
            <p:nvPr/>
          </p:nvSpPr>
          <p:spPr bwMode="auto">
            <a:xfrm>
              <a:off x="10193338" y="3143250"/>
              <a:ext cx="23813" cy="74613"/>
            </a:xfrm>
            <a:custGeom>
              <a:avLst/>
              <a:gdLst>
                <a:gd name="T0" fmla="*/ 1 w 14"/>
                <a:gd name="T1" fmla="*/ 19 h 43"/>
                <a:gd name="T2" fmla="*/ 0 w 14"/>
                <a:gd name="T3" fmla="*/ 35 h 43"/>
                <a:gd name="T4" fmla="*/ 5 w 14"/>
                <a:gd name="T5" fmla="*/ 43 h 43"/>
                <a:gd name="T6" fmla="*/ 8 w 14"/>
                <a:gd name="T7" fmla="*/ 42 h 43"/>
                <a:gd name="T8" fmla="*/ 10 w 14"/>
                <a:gd name="T9" fmla="*/ 39 h 43"/>
                <a:gd name="T10" fmla="*/ 10 w 14"/>
                <a:gd name="T11" fmla="*/ 38 h 43"/>
                <a:gd name="T12" fmla="*/ 9 w 14"/>
                <a:gd name="T13" fmla="*/ 32 h 43"/>
                <a:gd name="T14" fmla="*/ 10 w 14"/>
                <a:gd name="T15" fmla="*/ 24 h 43"/>
                <a:gd name="T16" fmla="*/ 12 w 14"/>
                <a:gd name="T17" fmla="*/ 11 h 43"/>
                <a:gd name="T18" fmla="*/ 12 w 14"/>
                <a:gd name="T19" fmla="*/ 11 h 43"/>
                <a:gd name="T20" fmla="*/ 14 w 14"/>
                <a:gd name="T21" fmla="*/ 4 h 43"/>
                <a:gd name="T22" fmla="*/ 12 w 14"/>
                <a:gd name="T23" fmla="*/ 1 h 43"/>
                <a:gd name="T24" fmla="*/ 8 w 14"/>
                <a:gd name="T25" fmla="*/ 0 h 43"/>
                <a:gd name="T26" fmla="*/ 5 w 14"/>
                <a:gd name="T27" fmla="*/ 2 h 43"/>
                <a:gd name="T28" fmla="*/ 3 w 14"/>
                <a:gd name="T29" fmla="*/ 7 h 43"/>
                <a:gd name="T30" fmla="*/ 2 w 14"/>
                <a:gd name="T31" fmla="*/ 15 h 43"/>
                <a:gd name="T32" fmla="*/ 2 w 14"/>
                <a:gd name="T33" fmla="*/ 15 h 43"/>
                <a:gd name="T34" fmla="*/ 1 w 14"/>
                <a:gd name="T35" fmla="*/ 1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43">
                  <a:moveTo>
                    <a:pt x="1" y="19"/>
                  </a:moveTo>
                  <a:cubicBezTo>
                    <a:pt x="0" y="25"/>
                    <a:pt x="0" y="31"/>
                    <a:pt x="0" y="35"/>
                  </a:cubicBezTo>
                  <a:cubicBezTo>
                    <a:pt x="0" y="41"/>
                    <a:pt x="1" y="43"/>
                    <a:pt x="5" y="43"/>
                  </a:cubicBezTo>
                  <a:cubicBezTo>
                    <a:pt x="6" y="43"/>
                    <a:pt x="7" y="43"/>
                    <a:pt x="8" y="42"/>
                  </a:cubicBezTo>
                  <a:cubicBezTo>
                    <a:pt x="10" y="41"/>
                    <a:pt x="10" y="40"/>
                    <a:pt x="10" y="39"/>
                  </a:cubicBezTo>
                  <a:cubicBezTo>
                    <a:pt x="10" y="39"/>
                    <a:pt x="10" y="39"/>
                    <a:pt x="10" y="38"/>
                  </a:cubicBezTo>
                  <a:cubicBezTo>
                    <a:pt x="9" y="35"/>
                    <a:pt x="9" y="33"/>
                    <a:pt x="9" y="32"/>
                  </a:cubicBezTo>
                  <a:cubicBezTo>
                    <a:pt x="9" y="30"/>
                    <a:pt x="9" y="27"/>
                    <a:pt x="10" y="24"/>
                  </a:cubicBezTo>
                  <a:cubicBezTo>
                    <a:pt x="10" y="21"/>
                    <a:pt x="11" y="17"/>
                    <a:pt x="12" y="11"/>
                  </a:cubicBezTo>
                  <a:cubicBezTo>
                    <a:pt x="12" y="11"/>
                    <a:pt x="12" y="11"/>
                    <a:pt x="12" y="11"/>
                  </a:cubicBezTo>
                  <a:cubicBezTo>
                    <a:pt x="13" y="7"/>
                    <a:pt x="14" y="5"/>
                    <a:pt x="14" y="4"/>
                  </a:cubicBezTo>
                  <a:cubicBezTo>
                    <a:pt x="14" y="3"/>
                    <a:pt x="13" y="2"/>
                    <a:pt x="12" y="1"/>
                  </a:cubicBezTo>
                  <a:cubicBezTo>
                    <a:pt x="11" y="0"/>
                    <a:pt x="10" y="0"/>
                    <a:pt x="8" y="0"/>
                  </a:cubicBezTo>
                  <a:cubicBezTo>
                    <a:pt x="7" y="0"/>
                    <a:pt x="6" y="1"/>
                    <a:pt x="5" y="2"/>
                  </a:cubicBezTo>
                  <a:cubicBezTo>
                    <a:pt x="4" y="3"/>
                    <a:pt x="3" y="5"/>
                    <a:pt x="3" y="7"/>
                  </a:cubicBezTo>
                  <a:cubicBezTo>
                    <a:pt x="3" y="8"/>
                    <a:pt x="3" y="10"/>
                    <a:pt x="2" y="15"/>
                  </a:cubicBezTo>
                  <a:cubicBezTo>
                    <a:pt x="2" y="15"/>
                    <a:pt x="2" y="15"/>
                    <a:pt x="2" y="15"/>
                  </a:cubicBezTo>
                  <a:cubicBezTo>
                    <a:pt x="2" y="16"/>
                    <a:pt x="2" y="18"/>
                    <a:pt x="1"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49"/>
            <p:cNvSpPr>
              <a:spLocks noEditPoints="1"/>
            </p:cNvSpPr>
            <p:nvPr/>
          </p:nvSpPr>
          <p:spPr bwMode="auto">
            <a:xfrm>
              <a:off x="10229850" y="3136900"/>
              <a:ext cx="65088" cy="80963"/>
            </a:xfrm>
            <a:custGeom>
              <a:avLst/>
              <a:gdLst>
                <a:gd name="T0" fmla="*/ 11 w 37"/>
                <a:gd name="T1" fmla="*/ 31 h 46"/>
                <a:gd name="T2" fmla="*/ 28 w 37"/>
                <a:gd name="T3" fmla="*/ 22 h 46"/>
                <a:gd name="T4" fmla="*/ 34 w 37"/>
                <a:gd name="T5" fmla="*/ 9 h 46"/>
                <a:gd name="T6" fmla="*/ 32 w 37"/>
                <a:gd name="T7" fmla="*/ 3 h 46"/>
                <a:gd name="T8" fmla="*/ 25 w 37"/>
                <a:gd name="T9" fmla="*/ 0 h 46"/>
                <a:gd name="T10" fmla="*/ 8 w 37"/>
                <a:gd name="T11" fmla="*/ 10 h 46"/>
                <a:gd name="T12" fmla="*/ 0 w 37"/>
                <a:gd name="T13" fmla="*/ 30 h 46"/>
                <a:gd name="T14" fmla="*/ 4 w 37"/>
                <a:gd name="T15" fmla="*/ 42 h 46"/>
                <a:gd name="T16" fmla="*/ 14 w 37"/>
                <a:gd name="T17" fmla="*/ 46 h 46"/>
                <a:gd name="T18" fmla="*/ 30 w 37"/>
                <a:gd name="T19" fmla="*/ 40 h 46"/>
                <a:gd name="T20" fmla="*/ 37 w 37"/>
                <a:gd name="T21" fmla="*/ 31 h 46"/>
                <a:gd name="T22" fmla="*/ 34 w 37"/>
                <a:gd name="T23" fmla="*/ 28 h 46"/>
                <a:gd name="T24" fmla="*/ 32 w 37"/>
                <a:gd name="T25" fmla="*/ 30 h 46"/>
                <a:gd name="T26" fmla="*/ 16 w 37"/>
                <a:gd name="T27" fmla="*/ 38 h 46"/>
                <a:gd name="T28" fmla="*/ 11 w 37"/>
                <a:gd name="T29" fmla="*/ 36 h 46"/>
                <a:gd name="T30" fmla="*/ 10 w 37"/>
                <a:gd name="T31" fmla="*/ 32 h 46"/>
                <a:gd name="T32" fmla="*/ 11 w 37"/>
                <a:gd name="T33" fmla="*/ 31 h 46"/>
                <a:gd name="T34" fmla="*/ 16 w 37"/>
                <a:gd name="T35" fmla="*/ 13 h 46"/>
                <a:gd name="T36" fmla="*/ 24 w 37"/>
                <a:gd name="T37" fmla="*/ 8 h 46"/>
                <a:gd name="T38" fmla="*/ 25 w 37"/>
                <a:gd name="T39" fmla="*/ 9 h 46"/>
                <a:gd name="T40" fmla="*/ 26 w 37"/>
                <a:gd name="T41" fmla="*/ 11 h 46"/>
                <a:gd name="T42" fmla="*/ 21 w 37"/>
                <a:gd name="T43" fmla="*/ 18 h 46"/>
                <a:gd name="T44" fmla="*/ 10 w 37"/>
                <a:gd name="T45" fmla="*/ 24 h 46"/>
                <a:gd name="T46" fmla="*/ 16 w 37"/>
                <a:gd name="T47"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 h="46">
                  <a:moveTo>
                    <a:pt x="11" y="31"/>
                  </a:moveTo>
                  <a:cubicBezTo>
                    <a:pt x="18" y="29"/>
                    <a:pt x="23" y="27"/>
                    <a:pt x="28" y="22"/>
                  </a:cubicBezTo>
                  <a:cubicBezTo>
                    <a:pt x="32" y="18"/>
                    <a:pt x="34" y="14"/>
                    <a:pt x="34" y="9"/>
                  </a:cubicBezTo>
                  <a:cubicBezTo>
                    <a:pt x="34" y="7"/>
                    <a:pt x="33" y="5"/>
                    <a:pt x="32" y="3"/>
                  </a:cubicBezTo>
                  <a:cubicBezTo>
                    <a:pt x="30" y="1"/>
                    <a:pt x="27" y="0"/>
                    <a:pt x="25" y="0"/>
                  </a:cubicBezTo>
                  <a:cubicBezTo>
                    <a:pt x="19" y="0"/>
                    <a:pt x="13" y="3"/>
                    <a:pt x="8" y="10"/>
                  </a:cubicBezTo>
                  <a:cubicBezTo>
                    <a:pt x="3" y="16"/>
                    <a:pt x="0" y="23"/>
                    <a:pt x="0" y="30"/>
                  </a:cubicBezTo>
                  <a:cubicBezTo>
                    <a:pt x="0" y="35"/>
                    <a:pt x="1" y="39"/>
                    <a:pt x="4" y="42"/>
                  </a:cubicBezTo>
                  <a:cubicBezTo>
                    <a:pt x="6" y="45"/>
                    <a:pt x="10" y="46"/>
                    <a:pt x="14" y="46"/>
                  </a:cubicBezTo>
                  <a:cubicBezTo>
                    <a:pt x="20" y="46"/>
                    <a:pt x="25" y="44"/>
                    <a:pt x="30" y="40"/>
                  </a:cubicBezTo>
                  <a:cubicBezTo>
                    <a:pt x="35" y="37"/>
                    <a:pt x="37" y="33"/>
                    <a:pt x="37" y="31"/>
                  </a:cubicBezTo>
                  <a:cubicBezTo>
                    <a:pt x="37" y="29"/>
                    <a:pt x="36" y="28"/>
                    <a:pt x="34" y="28"/>
                  </a:cubicBezTo>
                  <a:cubicBezTo>
                    <a:pt x="34" y="28"/>
                    <a:pt x="33" y="29"/>
                    <a:pt x="32" y="30"/>
                  </a:cubicBezTo>
                  <a:cubicBezTo>
                    <a:pt x="26" y="35"/>
                    <a:pt x="21" y="38"/>
                    <a:pt x="16" y="38"/>
                  </a:cubicBezTo>
                  <a:cubicBezTo>
                    <a:pt x="14" y="38"/>
                    <a:pt x="12" y="37"/>
                    <a:pt x="11" y="36"/>
                  </a:cubicBezTo>
                  <a:cubicBezTo>
                    <a:pt x="10" y="35"/>
                    <a:pt x="10" y="34"/>
                    <a:pt x="10" y="32"/>
                  </a:cubicBezTo>
                  <a:cubicBezTo>
                    <a:pt x="10" y="32"/>
                    <a:pt x="10" y="31"/>
                    <a:pt x="11" y="31"/>
                  </a:cubicBezTo>
                  <a:close/>
                  <a:moveTo>
                    <a:pt x="16" y="13"/>
                  </a:moveTo>
                  <a:cubicBezTo>
                    <a:pt x="19" y="10"/>
                    <a:pt x="21" y="8"/>
                    <a:pt x="24" y="8"/>
                  </a:cubicBezTo>
                  <a:cubicBezTo>
                    <a:pt x="24" y="8"/>
                    <a:pt x="25" y="8"/>
                    <a:pt x="25" y="9"/>
                  </a:cubicBezTo>
                  <a:cubicBezTo>
                    <a:pt x="26" y="9"/>
                    <a:pt x="26" y="10"/>
                    <a:pt x="26" y="11"/>
                  </a:cubicBezTo>
                  <a:cubicBezTo>
                    <a:pt x="26" y="13"/>
                    <a:pt x="25" y="16"/>
                    <a:pt x="21" y="18"/>
                  </a:cubicBezTo>
                  <a:cubicBezTo>
                    <a:pt x="18" y="21"/>
                    <a:pt x="15" y="23"/>
                    <a:pt x="10" y="24"/>
                  </a:cubicBezTo>
                  <a:cubicBezTo>
                    <a:pt x="11" y="20"/>
                    <a:pt x="13" y="16"/>
                    <a:pt x="1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50"/>
            <p:cNvSpPr>
              <a:spLocks/>
            </p:cNvSpPr>
            <p:nvPr/>
          </p:nvSpPr>
          <p:spPr bwMode="auto">
            <a:xfrm>
              <a:off x="10299700" y="3114675"/>
              <a:ext cx="68263" cy="103188"/>
            </a:xfrm>
            <a:custGeom>
              <a:avLst/>
              <a:gdLst>
                <a:gd name="T0" fmla="*/ 31 w 39"/>
                <a:gd name="T1" fmla="*/ 45 h 59"/>
                <a:gd name="T2" fmla="*/ 28 w 39"/>
                <a:gd name="T3" fmla="*/ 46 h 59"/>
                <a:gd name="T4" fmla="*/ 23 w 39"/>
                <a:gd name="T5" fmla="*/ 50 h 59"/>
                <a:gd name="T6" fmla="*/ 18 w 39"/>
                <a:gd name="T7" fmla="*/ 50 h 59"/>
                <a:gd name="T8" fmla="*/ 16 w 39"/>
                <a:gd name="T9" fmla="*/ 49 h 59"/>
                <a:gd name="T10" fmla="*/ 15 w 39"/>
                <a:gd name="T11" fmla="*/ 45 h 59"/>
                <a:gd name="T12" fmla="*/ 17 w 39"/>
                <a:gd name="T13" fmla="*/ 34 h 59"/>
                <a:gd name="T14" fmla="*/ 19 w 39"/>
                <a:gd name="T15" fmla="*/ 25 h 59"/>
                <a:gd name="T16" fmla="*/ 33 w 39"/>
                <a:gd name="T17" fmla="*/ 23 h 59"/>
                <a:gd name="T18" fmla="*/ 39 w 39"/>
                <a:gd name="T19" fmla="*/ 18 h 59"/>
                <a:gd name="T20" fmla="*/ 38 w 39"/>
                <a:gd name="T21" fmla="*/ 16 h 59"/>
                <a:gd name="T22" fmla="*/ 36 w 39"/>
                <a:gd name="T23" fmla="*/ 15 h 59"/>
                <a:gd name="T24" fmla="*/ 22 w 39"/>
                <a:gd name="T25" fmla="*/ 17 h 59"/>
                <a:gd name="T26" fmla="*/ 25 w 39"/>
                <a:gd name="T27" fmla="*/ 4 h 59"/>
                <a:gd name="T28" fmla="*/ 24 w 39"/>
                <a:gd name="T29" fmla="*/ 1 h 59"/>
                <a:gd name="T30" fmla="*/ 21 w 39"/>
                <a:gd name="T31" fmla="*/ 0 h 59"/>
                <a:gd name="T32" fmla="*/ 16 w 39"/>
                <a:gd name="T33" fmla="*/ 5 h 59"/>
                <a:gd name="T34" fmla="*/ 12 w 39"/>
                <a:gd name="T35" fmla="*/ 17 h 59"/>
                <a:gd name="T36" fmla="*/ 4 w 39"/>
                <a:gd name="T37" fmla="*/ 18 h 59"/>
                <a:gd name="T38" fmla="*/ 0 w 39"/>
                <a:gd name="T39" fmla="*/ 21 h 59"/>
                <a:gd name="T40" fmla="*/ 2 w 39"/>
                <a:gd name="T41" fmla="*/ 25 h 59"/>
                <a:gd name="T42" fmla="*/ 5 w 39"/>
                <a:gd name="T43" fmla="*/ 26 h 59"/>
                <a:gd name="T44" fmla="*/ 6 w 39"/>
                <a:gd name="T45" fmla="*/ 26 h 59"/>
                <a:gd name="T46" fmla="*/ 10 w 39"/>
                <a:gd name="T47" fmla="*/ 26 h 59"/>
                <a:gd name="T48" fmla="*/ 6 w 39"/>
                <a:gd name="T49" fmla="*/ 47 h 59"/>
                <a:gd name="T50" fmla="*/ 9 w 39"/>
                <a:gd name="T51" fmla="*/ 56 h 59"/>
                <a:gd name="T52" fmla="*/ 16 w 39"/>
                <a:gd name="T53" fmla="*/ 59 h 59"/>
                <a:gd name="T54" fmla="*/ 28 w 39"/>
                <a:gd name="T55" fmla="*/ 55 h 59"/>
                <a:gd name="T56" fmla="*/ 34 w 39"/>
                <a:gd name="T57" fmla="*/ 47 h 59"/>
                <a:gd name="T58" fmla="*/ 33 w 39"/>
                <a:gd name="T59" fmla="*/ 45 h 59"/>
                <a:gd name="T60" fmla="*/ 31 w 39"/>
                <a:gd name="T61" fmla="*/ 4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9" h="59">
                  <a:moveTo>
                    <a:pt x="31" y="45"/>
                  </a:moveTo>
                  <a:cubicBezTo>
                    <a:pt x="30" y="45"/>
                    <a:pt x="29" y="45"/>
                    <a:pt x="28" y="46"/>
                  </a:cubicBezTo>
                  <a:cubicBezTo>
                    <a:pt x="26" y="48"/>
                    <a:pt x="24" y="49"/>
                    <a:pt x="23" y="50"/>
                  </a:cubicBezTo>
                  <a:cubicBezTo>
                    <a:pt x="21" y="50"/>
                    <a:pt x="20" y="50"/>
                    <a:pt x="18" y="50"/>
                  </a:cubicBezTo>
                  <a:cubicBezTo>
                    <a:pt x="17" y="50"/>
                    <a:pt x="17" y="50"/>
                    <a:pt x="16" y="49"/>
                  </a:cubicBezTo>
                  <a:cubicBezTo>
                    <a:pt x="16" y="48"/>
                    <a:pt x="15" y="47"/>
                    <a:pt x="15" y="45"/>
                  </a:cubicBezTo>
                  <a:cubicBezTo>
                    <a:pt x="15" y="43"/>
                    <a:pt x="16" y="40"/>
                    <a:pt x="17" y="34"/>
                  </a:cubicBezTo>
                  <a:cubicBezTo>
                    <a:pt x="18" y="28"/>
                    <a:pt x="19" y="25"/>
                    <a:pt x="19" y="25"/>
                  </a:cubicBezTo>
                  <a:cubicBezTo>
                    <a:pt x="33" y="23"/>
                    <a:pt x="33" y="23"/>
                    <a:pt x="33" y="23"/>
                  </a:cubicBezTo>
                  <a:cubicBezTo>
                    <a:pt x="37" y="22"/>
                    <a:pt x="39" y="21"/>
                    <a:pt x="39" y="18"/>
                  </a:cubicBezTo>
                  <a:cubicBezTo>
                    <a:pt x="39" y="17"/>
                    <a:pt x="39" y="17"/>
                    <a:pt x="38" y="16"/>
                  </a:cubicBezTo>
                  <a:cubicBezTo>
                    <a:pt x="38" y="16"/>
                    <a:pt x="37" y="15"/>
                    <a:pt x="36" y="15"/>
                  </a:cubicBezTo>
                  <a:cubicBezTo>
                    <a:pt x="35" y="15"/>
                    <a:pt x="30" y="16"/>
                    <a:pt x="22" y="17"/>
                  </a:cubicBezTo>
                  <a:cubicBezTo>
                    <a:pt x="24" y="9"/>
                    <a:pt x="25" y="5"/>
                    <a:pt x="25" y="4"/>
                  </a:cubicBezTo>
                  <a:cubicBezTo>
                    <a:pt x="25" y="3"/>
                    <a:pt x="25" y="2"/>
                    <a:pt x="24" y="1"/>
                  </a:cubicBezTo>
                  <a:cubicBezTo>
                    <a:pt x="23" y="1"/>
                    <a:pt x="22" y="0"/>
                    <a:pt x="21" y="0"/>
                  </a:cubicBezTo>
                  <a:cubicBezTo>
                    <a:pt x="18" y="0"/>
                    <a:pt x="16" y="2"/>
                    <a:pt x="16" y="5"/>
                  </a:cubicBezTo>
                  <a:cubicBezTo>
                    <a:pt x="14" y="10"/>
                    <a:pt x="13" y="14"/>
                    <a:pt x="12" y="17"/>
                  </a:cubicBezTo>
                  <a:cubicBezTo>
                    <a:pt x="4" y="18"/>
                    <a:pt x="4" y="18"/>
                    <a:pt x="4" y="18"/>
                  </a:cubicBezTo>
                  <a:cubicBezTo>
                    <a:pt x="1" y="18"/>
                    <a:pt x="0" y="19"/>
                    <a:pt x="0" y="21"/>
                  </a:cubicBezTo>
                  <a:cubicBezTo>
                    <a:pt x="0" y="23"/>
                    <a:pt x="0" y="24"/>
                    <a:pt x="2" y="25"/>
                  </a:cubicBezTo>
                  <a:cubicBezTo>
                    <a:pt x="3" y="26"/>
                    <a:pt x="4" y="26"/>
                    <a:pt x="5" y="26"/>
                  </a:cubicBezTo>
                  <a:cubicBezTo>
                    <a:pt x="6" y="26"/>
                    <a:pt x="6" y="26"/>
                    <a:pt x="6" y="26"/>
                  </a:cubicBezTo>
                  <a:cubicBezTo>
                    <a:pt x="7" y="26"/>
                    <a:pt x="8" y="26"/>
                    <a:pt x="10" y="26"/>
                  </a:cubicBezTo>
                  <a:cubicBezTo>
                    <a:pt x="7" y="36"/>
                    <a:pt x="6" y="43"/>
                    <a:pt x="6" y="47"/>
                  </a:cubicBezTo>
                  <a:cubicBezTo>
                    <a:pt x="6" y="51"/>
                    <a:pt x="7" y="54"/>
                    <a:pt x="9" y="56"/>
                  </a:cubicBezTo>
                  <a:cubicBezTo>
                    <a:pt x="10" y="58"/>
                    <a:pt x="13" y="59"/>
                    <a:pt x="16" y="59"/>
                  </a:cubicBezTo>
                  <a:cubicBezTo>
                    <a:pt x="21" y="59"/>
                    <a:pt x="25" y="57"/>
                    <a:pt x="28" y="55"/>
                  </a:cubicBezTo>
                  <a:cubicBezTo>
                    <a:pt x="32" y="52"/>
                    <a:pt x="34" y="49"/>
                    <a:pt x="34" y="47"/>
                  </a:cubicBezTo>
                  <a:cubicBezTo>
                    <a:pt x="34" y="46"/>
                    <a:pt x="34" y="46"/>
                    <a:pt x="33" y="45"/>
                  </a:cubicBezTo>
                  <a:cubicBezTo>
                    <a:pt x="33" y="45"/>
                    <a:pt x="32" y="45"/>
                    <a:pt x="31"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93"/>
            <p:cNvSpPr>
              <a:spLocks/>
            </p:cNvSpPr>
            <p:nvPr/>
          </p:nvSpPr>
          <p:spPr bwMode="auto">
            <a:xfrm>
              <a:off x="10712450" y="3109913"/>
              <a:ext cx="95250" cy="120650"/>
            </a:xfrm>
            <a:custGeom>
              <a:avLst/>
              <a:gdLst>
                <a:gd name="T0" fmla="*/ 27 w 54"/>
                <a:gd name="T1" fmla="*/ 15 h 69"/>
                <a:gd name="T2" fmla="*/ 40 w 54"/>
                <a:gd name="T3" fmla="*/ 9 h 69"/>
                <a:gd name="T4" fmla="*/ 43 w 54"/>
                <a:gd name="T5" fmla="*/ 10 h 69"/>
                <a:gd name="T6" fmla="*/ 45 w 54"/>
                <a:gd name="T7" fmla="*/ 12 h 69"/>
                <a:gd name="T8" fmla="*/ 46 w 54"/>
                <a:gd name="T9" fmla="*/ 14 h 69"/>
                <a:gd name="T10" fmla="*/ 48 w 54"/>
                <a:gd name="T11" fmla="*/ 15 h 69"/>
                <a:gd name="T12" fmla="*/ 52 w 54"/>
                <a:gd name="T13" fmla="*/ 12 h 69"/>
                <a:gd name="T14" fmla="*/ 54 w 54"/>
                <a:gd name="T15" fmla="*/ 6 h 69"/>
                <a:gd name="T16" fmla="*/ 51 w 54"/>
                <a:gd name="T17" fmla="*/ 2 h 69"/>
                <a:gd name="T18" fmla="*/ 43 w 54"/>
                <a:gd name="T19" fmla="*/ 0 h 69"/>
                <a:gd name="T20" fmla="*/ 23 w 54"/>
                <a:gd name="T21" fmla="*/ 6 h 69"/>
                <a:gd name="T22" fmla="*/ 6 w 54"/>
                <a:gd name="T23" fmla="*/ 23 h 69"/>
                <a:gd name="T24" fmla="*/ 6 w 54"/>
                <a:gd name="T25" fmla="*/ 23 h 69"/>
                <a:gd name="T26" fmla="*/ 0 w 54"/>
                <a:gd name="T27" fmla="*/ 45 h 69"/>
                <a:gd name="T28" fmla="*/ 4 w 54"/>
                <a:gd name="T29" fmla="*/ 56 h 69"/>
                <a:gd name="T30" fmla="*/ 15 w 54"/>
                <a:gd name="T31" fmla="*/ 60 h 69"/>
                <a:gd name="T32" fmla="*/ 39 w 54"/>
                <a:gd name="T33" fmla="*/ 50 h 69"/>
                <a:gd name="T34" fmla="*/ 37 w 54"/>
                <a:gd name="T35" fmla="*/ 58 h 69"/>
                <a:gd name="T36" fmla="*/ 36 w 54"/>
                <a:gd name="T37" fmla="*/ 64 h 69"/>
                <a:gd name="T38" fmla="*/ 38 w 54"/>
                <a:gd name="T39" fmla="*/ 67 h 69"/>
                <a:gd name="T40" fmla="*/ 42 w 54"/>
                <a:gd name="T41" fmla="*/ 69 h 69"/>
                <a:gd name="T42" fmla="*/ 44 w 54"/>
                <a:gd name="T43" fmla="*/ 68 h 69"/>
                <a:gd name="T44" fmla="*/ 46 w 54"/>
                <a:gd name="T45" fmla="*/ 66 h 69"/>
                <a:gd name="T46" fmla="*/ 47 w 54"/>
                <a:gd name="T47" fmla="*/ 64 h 69"/>
                <a:gd name="T48" fmla="*/ 47 w 54"/>
                <a:gd name="T49" fmla="*/ 57 h 69"/>
                <a:gd name="T50" fmla="*/ 48 w 54"/>
                <a:gd name="T51" fmla="*/ 49 h 69"/>
                <a:gd name="T52" fmla="*/ 49 w 54"/>
                <a:gd name="T53" fmla="*/ 41 h 69"/>
                <a:gd name="T54" fmla="*/ 49 w 54"/>
                <a:gd name="T55" fmla="*/ 41 h 69"/>
                <a:gd name="T56" fmla="*/ 51 w 54"/>
                <a:gd name="T57" fmla="*/ 35 h 69"/>
                <a:gd name="T58" fmla="*/ 53 w 54"/>
                <a:gd name="T59" fmla="*/ 31 h 69"/>
                <a:gd name="T60" fmla="*/ 48 w 54"/>
                <a:gd name="T61" fmla="*/ 27 h 69"/>
                <a:gd name="T62" fmla="*/ 44 w 54"/>
                <a:gd name="T63" fmla="*/ 28 h 69"/>
                <a:gd name="T64" fmla="*/ 42 w 54"/>
                <a:gd name="T65" fmla="*/ 31 h 69"/>
                <a:gd name="T66" fmla="*/ 41 w 54"/>
                <a:gd name="T67" fmla="*/ 38 h 69"/>
                <a:gd name="T68" fmla="*/ 34 w 54"/>
                <a:gd name="T69" fmla="*/ 44 h 69"/>
                <a:gd name="T70" fmla="*/ 24 w 54"/>
                <a:gd name="T71" fmla="*/ 50 h 69"/>
                <a:gd name="T72" fmla="*/ 16 w 54"/>
                <a:gd name="T73" fmla="*/ 52 h 69"/>
                <a:gd name="T74" fmla="*/ 9 w 54"/>
                <a:gd name="T75" fmla="*/ 44 h 69"/>
                <a:gd name="T76" fmla="*/ 14 w 54"/>
                <a:gd name="T77" fmla="*/ 29 h 69"/>
                <a:gd name="T78" fmla="*/ 27 w 54"/>
                <a:gd name="T79" fmla="*/ 1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4" h="69">
                  <a:moveTo>
                    <a:pt x="27" y="15"/>
                  </a:moveTo>
                  <a:cubicBezTo>
                    <a:pt x="32" y="11"/>
                    <a:pt x="36" y="9"/>
                    <a:pt x="40" y="9"/>
                  </a:cubicBezTo>
                  <a:cubicBezTo>
                    <a:pt x="41" y="9"/>
                    <a:pt x="42" y="9"/>
                    <a:pt x="43" y="10"/>
                  </a:cubicBezTo>
                  <a:cubicBezTo>
                    <a:pt x="44" y="10"/>
                    <a:pt x="44" y="11"/>
                    <a:pt x="45" y="12"/>
                  </a:cubicBezTo>
                  <a:cubicBezTo>
                    <a:pt x="45" y="13"/>
                    <a:pt x="46" y="14"/>
                    <a:pt x="46" y="14"/>
                  </a:cubicBezTo>
                  <a:cubicBezTo>
                    <a:pt x="46" y="14"/>
                    <a:pt x="47" y="15"/>
                    <a:pt x="48" y="15"/>
                  </a:cubicBezTo>
                  <a:cubicBezTo>
                    <a:pt x="49" y="15"/>
                    <a:pt x="51" y="14"/>
                    <a:pt x="52" y="12"/>
                  </a:cubicBezTo>
                  <a:cubicBezTo>
                    <a:pt x="53" y="10"/>
                    <a:pt x="54" y="8"/>
                    <a:pt x="54" y="6"/>
                  </a:cubicBezTo>
                  <a:cubicBezTo>
                    <a:pt x="54" y="5"/>
                    <a:pt x="53" y="3"/>
                    <a:pt x="51" y="2"/>
                  </a:cubicBezTo>
                  <a:cubicBezTo>
                    <a:pt x="49" y="0"/>
                    <a:pt x="46" y="0"/>
                    <a:pt x="43" y="0"/>
                  </a:cubicBezTo>
                  <a:cubicBezTo>
                    <a:pt x="37" y="0"/>
                    <a:pt x="30" y="2"/>
                    <a:pt x="23" y="6"/>
                  </a:cubicBezTo>
                  <a:cubicBezTo>
                    <a:pt x="17" y="10"/>
                    <a:pt x="11" y="16"/>
                    <a:pt x="6" y="23"/>
                  </a:cubicBezTo>
                  <a:cubicBezTo>
                    <a:pt x="6" y="23"/>
                    <a:pt x="6" y="23"/>
                    <a:pt x="6" y="23"/>
                  </a:cubicBezTo>
                  <a:cubicBezTo>
                    <a:pt x="2" y="30"/>
                    <a:pt x="0" y="37"/>
                    <a:pt x="0" y="45"/>
                  </a:cubicBezTo>
                  <a:cubicBezTo>
                    <a:pt x="0" y="49"/>
                    <a:pt x="1" y="53"/>
                    <a:pt x="4" y="56"/>
                  </a:cubicBezTo>
                  <a:cubicBezTo>
                    <a:pt x="7" y="59"/>
                    <a:pt x="10" y="60"/>
                    <a:pt x="15" y="60"/>
                  </a:cubicBezTo>
                  <a:cubicBezTo>
                    <a:pt x="22" y="60"/>
                    <a:pt x="30" y="57"/>
                    <a:pt x="39" y="50"/>
                  </a:cubicBezTo>
                  <a:cubicBezTo>
                    <a:pt x="38" y="52"/>
                    <a:pt x="38" y="55"/>
                    <a:pt x="37" y="58"/>
                  </a:cubicBezTo>
                  <a:cubicBezTo>
                    <a:pt x="36" y="61"/>
                    <a:pt x="36" y="63"/>
                    <a:pt x="36" y="64"/>
                  </a:cubicBezTo>
                  <a:cubicBezTo>
                    <a:pt x="36" y="65"/>
                    <a:pt x="37" y="66"/>
                    <a:pt x="38" y="67"/>
                  </a:cubicBezTo>
                  <a:cubicBezTo>
                    <a:pt x="39" y="68"/>
                    <a:pt x="40" y="69"/>
                    <a:pt x="42" y="69"/>
                  </a:cubicBezTo>
                  <a:cubicBezTo>
                    <a:pt x="43" y="69"/>
                    <a:pt x="43" y="69"/>
                    <a:pt x="44" y="68"/>
                  </a:cubicBezTo>
                  <a:cubicBezTo>
                    <a:pt x="45" y="68"/>
                    <a:pt x="45" y="67"/>
                    <a:pt x="46" y="66"/>
                  </a:cubicBezTo>
                  <a:cubicBezTo>
                    <a:pt x="46" y="66"/>
                    <a:pt x="47" y="65"/>
                    <a:pt x="47" y="64"/>
                  </a:cubicBezTo>
                  <a:cubicBezTo>
                    <a:pt x="47" y="62"/>
                    <a:pt x="47" y="60"/>
                    <a:pt x="47" y="57"/>
                  </a:cubicBezTo>
                  <a:cubicBezTo>
                    <a:pt x="47" y="56"/>
                    <a:pt x="47" y="53"/>
                    <a:pt x="48" y="49"/>
                  </a:cubicBezTo>
                  <a:cubicBezTo>
                    <a:pt x="48" y="46"/>
                    <a:pt x="49" y="43"/>
                    <a:pt x="49" y="41"/>
                  </a:cubicBezTo>
                  <a:cubicBezTo>
                    <a:pt x="49" y="41"/>
                    <a:pt x="49" y="41"/>
                    <a:pt x="49" y="41"/>
                  </a:cubicBezTo>
                  <a:cubicBezTo>
                    <a:pt x="50" y="39"/>
                    <a:pt x="51" y="37"/>
                    <a:pt x="51" y="35"/>
                  </a:cubicBezTo>
                  <a:cubicBezTo>
                    <a:pt x="52" y="33"/>
                    <a:pt x="53" y="31"/>
                    <a:pt x="53" y="31"/>
                  </a:cubicBezTo>
                  <a:cubicBezTo>
                    <a:pt x="53" y="28"/>
                    <a:pt x="51" y="27"/>
                    <a:pt x="48" y="27"/>
                  </a:cubicBezTo>
                  <a:cubicBezTo>
                    <a:pt x="46" y="27"/>
                    <a:pt x="45" y="27"/>
                    <a:pt x="44" y="28"/>
                  </a:cubicBezTo>
                  <a:cubicBezTo>
                    <a:pt x="43" y="28"/>
                    <a:pt x="43" y="29"/>
                    <a:pt x="42" y="31"/>
                  </a:cubicBezTo>
                  <a:cubicBezTo>
                    <a:pt x="42" y="33"/>
                    <a:pt x="41" y="35"/>
                    <a:pt x="41" y="38"/>
                  </a:cubicBezTo>
                  <a:cubicBezTo>
                    <a:pt x="40" y="40"/>
                    <a:pt x="38" y="42"/>
                    <a:pt x="34" y="44"/>
                  </a:cubicBezTo>
                  <a:cubicBezTo>
                    <a:pt x="31" y="47"/>
                    <a:pt x="27" y="49"/>
                    <a:pt x="24" y="50"/>
                  </a:cubicBezTo>
                  <a:cubicBezTo>
                    <a:pt x="21" y="51"/>
                    <a:pt x="18" y="52"/>
                    <a:pt x="16" y="52"/>
                  </a:cubicBezTo>
                  <a:cubicBezTo>
                    <a:pt x="11" y="52"/>
                    <a:pt x="9" y="49"/>
                    <a:pt x="9" y="44"/>
                  </a:cubicBezTo>
                  <a:cubicBezTo>
                    <a:pt x="9" y="39"/>
                    <a:pt x="11" y="34"/>
                    <a:pt x="14" y="29"/>
                  </a:cubicBezTo>
                  <a:cubicBezTo>
                    <a:pt x="17" y="23"/>
                    <a:pt x="21" y="19"/>
                    <a:pt x="27"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94"/>
            <p:cNvSpPr>
              <a:spLocks noEditPoints="1"/>
            </p:cNvSpPr>
            <p:nvPr/>
          </p:nvSpPr>
          <p:spPr bwMode="auto">
            <a:xfrm>
              <a:off x="10818813" y="3136900"/>
              <a:ext cx="65088" cy="80963"/>
            </a:xfrm>
            <a:custGeom>
              <a:avLst/>
              <a:gdLst>
                <a:gd name="T0" fmla="*/ 37 w 37"/>
                <a:gd name="T1" fmla="*/ 31 h 46"/>
                <a:gd name="T2" fmla="*/ 34 w 37"/>
                <a:gd name="T3" fmla="*/ 28 h 46"/>
                <a:gd name="T4" fmla="*/ 31 w 37"/>
                <a:gd name="T5" fmla="*/ 30 h 46"/>
                <a:gd name="T6" fmla="*/ 16 w 37"/>
                <a:gd name="T7" fmla="*/ 38 h 46"/>
                <a:gd name="T8" fmla="*/ 11 w 37"/>
                <a:gd name="T9" fmla="*/ 36 h 46"/>
                <a:gd name="T10" fmla="*/ 10 w 37"/>
                <a:gd name="T11" fmla="*/ 32 h 46"/>
                <a:gd name="T12" fmla="*/ 11 w 37"/>
                <a:gd name="T13" fmla="*/ 31 h 46"/>
                <a:gd name="T14" fmla="*/ 28 w 37"/>
                <a:gd name="T15" fmla="*/ 22 h 46"/>
                <a:gd name="T16" fmla="*/ 34 w 37"/>
                <a:gd name="T17" fmla="*/ 9 h 46"/>
                <a:gd name="T18" fmla="*/ 31 w 37"/>
                <a:gd name="T19" fmla="*/ 3 h 46"/>
                <a:gd name="T20" fmla="*/ 24 w 37"/>
                <a:gd name="T21" fmla="*/ 0 h 46"/>
                <a:gd name="T22" fmla="*/ 8 w 37"/>
                <a:gd name="T23" fmla="*/ 10 h 46"/>
                <a:gd name="T24" fmla="*/ 0 w 37"/>
                <a:gd name="T25" fmla="*/ 30 h 46"/>
                <a:gd name="T26" fmla="*/ 4 w 37"/>
                <a:gd name="T27" fmla="*/ 42 h 46"/>
                <a:gd name="T28" fmla="*/ 14 w 37"/>
                <a:gd name="T29" fmla="*/ 46 h 46"/>
                <a:gd name="T30" fmla="*/ 30 w 37"/>
                <a:gd name="T31" fmla="*/ 40 h 46"/>
                <a:gd name="T32" fmla="*/ 37 w 37"/>
                <a:gd name="T33" fmla="*/ 31 h 46"/>
                <a:gd name="T34" fmla="*/ 16 w 37"/>
                <a:gd name="T35" fmla="*/ 13 h 46"/>
                <a:gd name="T36" fmla="*/ 23 w 37"/>
                <a:gd name="T37" fmla="*/ 8 h 46"/>
                <a:gd name="T38" fmla="*/ 25 w 37"/>
                <a:gd name="T39" fmla="*/ 9 h 46"/>
                <a:gd name="T40" fmla="*/ 26 w 37"/>
                <a:gd name="T41" fmla="*/ 11 h 46"/>
                <a:gd name="T42" fmla="*/ 21 w 37"/>
                <a:gd name="T43" fmla="*/ 18 h 46"/>
                <a:gd name="T44" fmla="*/ 10 w 37"/>
                <a:gd name="T45" fmla="*/ 24 h 46"/>
                <a:gd name="T46" fmla="*/ 16 w 37"/>
                <a:gd name="T47"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 h="46">
                  <a:moveTo>
                    <a:pt x="37" y="31"/>
                  </a:moveTo>
                  <a:cubicBezTo>
                    <a:pt x="37" y="29"/>
                    <a:pt x="36" y="28"/>
                    <a:pt x="34" y="28"/>
                  </a:cubicBezTo>
                  <a:cubicBezTo>
                    <a:pt x="33" y="28"/>
                    <a:pt x="32" y="29"/>
                    <a:pt x="31" y="30"/>
                  </a:cubicBezTo>
                  <a:cubicBezTo>
                    <a:pt x="26" y="35"/>
                    <a:pt x="21" y="38"/>
                    <a:pt x="16" y="38"/>
                  </a:cubicBezTo>
                  <a:cubicBezTo>
                    <a:pt x="14" y="38"/>
                    <a:pt x="12" y="37"/>
                    <a:pt x="11" y="36"/>
                  </a:cubicBezTo>
                  <a:cubicBezTo>
                    <a:pt x="10" y="35"/>
                    <a:pt x="10" y="34"/>
                    <a:pt x="10" y="32"/>
                  </a:cubicBezTo>
                  <a:cubicBezTo>
                    <a:pt x="10" y="32"/>
                    <a:pt x="10" y="31"/>
                    <a:pt x="11" y="31"/>
                  </a:cubicBezTo>
                  <a:cubicBezTo>
                    <a:pt x="18" y="29"/>
                    <a:pt x="23" y="27"/>
                    <a:pt x="28" y="22"/>
                  </a:cubicBezTo>
                  <a:cubicBezTo>
                    <a:pt x="32" y="18"/>
                    <a:pt x="34" y="14"/>
                    <a:pt x="34" y="9"/>
                  </a:cubicBezTo>
                  <a:cubicBezTo>
                    <a:pt x="34" y="7"/>
                    <a:pt x="33" y="5"/>
                    <a:pt x="31" y="3"/>
                  </a:cubicBezTo>
                  <a:cubicBezTo>
                    <a:pt x="30" y="1"/>
                    <a:pt x="27" y="0"/>
                    <a:pt x="24" y="0"/>
                  </a:cubicBezTo>
                  <a:cubicBezTo>
                    <a:pt x="18" y="0"/>
                    <a:pt x="13" y="3"/>
                    <a:pt x="8" y="10"/>
                  </a:cubicBezTo>
                  <a:cubicBezTo>
                    <a:pt x="2" y="16"/>
                    <a:pt x="0" y="23"/>
                    <a:pt x="0" y="30"/>
                  </a:cubicBezTo>
                  <a:cubicBezTo>
                    <a:pt x="0" y="35"/>
                    <a:pt x="1" y="39"/>
                    <a:pt x="4" y="42"/>
                  </a:cubicBezTo>
                  <a:cubicBezTo>
                    <a:pt x="6" y="45"/>
                    <a:pt x="10" y="46"/>
                    <a:pt x="14" y="46"/>
                  </a:cubicBezTo>
                  <a:cubicBezTo>
                    <a:pt x="20" y="46"/>
                    <a:pt x="25" y="44"/>
                    <a:pt x="30" y="40"/>
                  </a:cubicBezTo>
                  <a:cubicBezTo>
                    <a:pt x="34" y="37"/>
                    <a:pt x="37" y="33"/>
                    <a:pt x="37" y="31"/>
                  </a:cubicBezTo>
                  <a:close/>
                  <a:moveTo>
                    <a:pt x="16" y="13"/>
                  </a:moveTo>
                  <a:cubicBezTo>
                    <a:pt x="19" y="10"/>
                    <a:pt x="21" y="8"/>
                    <a:pt x="23" y="8"/>
                  </a:cubicBezTo>
                  <a:cubicBezTo>
                    <a:pt x="24" y="8"/>
                    <a:pt x="25" y="8"/>
                    <a:pt x="25" y="9"/>
                  </a:cubicBezTo>
                  <a:cubicBezTo>
                    <a:pt x="26" y="9"/>
                    <a:pt x="26" y="10"/>
                    <a:pt x="26" y="11"/>
                  </a:cubicBezTo>
                  <a:cubicBezTo>
                    <a:pt x="26" y="13"/>
                    <a:pt x="24" y="16"/>
                    <a:pt x="21" y="18"/>
                  </a:cubicBezTo>
                  <a:cubicBezTo>
                    <a:pt x="18" y="21"/>
                    <a:pt x="14" y="23"/>
                    <a:pt x="10" y="24"/>
                  </a:cubicBezTo>
                  <a:cubicBezTo>
                    <a:pt x="11" y="20"/>
                    <a:pt x="13" y="16"/>
                    <a:pt x="1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95"/>
            <p:cNvSpPr>
              <a:spLocks/>
            </p:cNvSpPr>
            <p:nvPr/>
          </p:nvSpPr>
          <p:spPr bwMode="auto">
            <a:xfrm>
              <a:off x="10887075" y="3135313"/>
              <a:ext cx="57150" cy="84138"/>
            </a:xfrm>
            <a:custGeom>
              <a:avLst/>
              <a:gdLst>
                <a:gd name="T0" fmla="*/ 17 w 32"/>
                <a:gd name="T1" fmla="*/ 11 h 48"/>
                <a:gd name="T2" fmla="*/ 25 w 32"/>
                <a:gd name="T3" fmla="*/ 8 h 48"/>
                <a:gd name="T4" fmla="*/ 27 w 32"/>
                <a:gd name="T5" fmla="*/ 9 h 48"/>
                <a:gd name="T6" fmla="*/ 28 w 32"/>
                <a:gd name="T7" fmla="*/ 9 h 48"/>
                <a:gd name="T8" fmla="*/ 31 w 32"/>
                <a:gd name="T9" fmla="*/ 8 h 48"/>
                <a:gd name="T10" fmla="*/ 32 w 32"/>
                <a:gd name="T11" fmla="*/ 6 h 48"/>
                <a:gd name="T12" fmla="*/ 26 w 32"/>
                <a:gd name="T13" fmla="*/ 0 h 48"/>
                <a:gd name="T14" fmla="*/ 11 w 32"/>
                <a:gd name="T15" fmla="*/ 5 h 48"/>
                <a:gd name="T16" fmla="*/ 3 w 32"/>
                <a:gd name="T17" fmla="*/ 17 h 48"/>
                <a:gd name="T18" fmla="*/ 6 w 32"/>
                <a:gd name="T19" fmla="*/ 23 h 48"/>
                <a:gd name="T20" fmla="*/ 16 w 32"/>
                <a:gd name="T21" fmla="*/ 30 h 48"/>
                <a:gd name="T22" fmla="*/ 23 w 32"/>
                <a:gd name="T23" fmla="*/ 35 h 48"/>
                <a:gd name="T24" fmla="*/ 17 w 32"/>
                <a:gd name="T25" fmla="*/ 38 h 48"/>
                <a:gd name="T26" fmla="*/ 10 w 32"/>
                <a:gd name="T27" fmla="*/ 39 h 48"/>
                <a:gd name="T28" fmla="*/ 7 w 32"/>
                <a:gd name="T29" fmla="*/ 39 h 48"/>
                <a:gd name="T30" fmla="*/ 4 w 32"/>
                <a:gd name="T31" fmla="*/ 38 h 48"/>
                <a:gd name="T32" fmla="*/ 1 w 32"/>
                <a:gd name="T33" fmla="*/ 39 h 48"/>
                <a:gd name="T34" fmla="*/ 0 w 32"/>
                <a:gd name="T35" fmla="*/ 43 h 48"/>
                <a:gd name="T36" fmla="*/ 7 w 32"/>
                <a:gd name="T37" fmla="*/ 48 h 48"/>
                <a:gd name="T38" fmla="*/ 24 w 32"/>
                <a:gd name="T39" fmla="*/ 44 h 48"/>
                <a:gd name="T40" fmla="*/ 32 w 32"/>
                <a:gd name="T41" fmla="*/ 34 h 48"/>
                <a:gd name="T42" fmla="*/ 30 w 32"/>
                <a:gd name="T43" fmla="*/ 29 h 48"/>
                <a:gd name="T44" fmla="*/ 21 w 32"/>
                <a:gd name="T45" fmla="*/ 23 h 48"/>
                <a:gd name="T46" fmla="*/ 15 w 32"/>
                <a:gd name="T47" fmla="*/ 19 h 48"/>
                <a:gd name="T48" fmla="*/ 13 w 32"/>
                <a:gd name="T49" fmla="*/ 16 h 48"/>
                <a:gd name="T50" fmla="*/ 17 w 32"/>
                <a:gd name="T51"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2" h="48">
                  <a:moveTo>
                    <a:pt x="17" y="11"/>
                  </a:moveTo>
                  <a:cubicBezTo>
                    <a:pt x="20" y="9"/>
                    <a:pt x="23" y="8"/>
                    <a:pt x="25" y="8"/>
                  </a:cubicBezTo>
                  <a:cubicBezTo>
                    <a:pt x="26" y="8"/>
                    <a:pt x="26" y="9"/>
                    <a:pt x="27" y="9"/>
                  </a:cubicBezTo>
                  <a:cubicBezTo>
                    <a:pt x="28" y="9"/>
                    <a:pt x="28" y="9"/>
                    <a:pt x="28" y="9"/>
                  </a:cubicBezTo>
                  <a:cubicBezTo>
                    <a:pt x="29" y="9"/>
                    <a:pt x="30" y="9"/>
                    <a:pt x="31" y="8"/>
                  </a:cubicBezTo>
                  <a:cubicBezTo>
                    <a:pt x="32" y="7"/>
                    <a:pt x="32" y="7"/>
                    <a:pt x="32" y="6"/>
                  </a:cubicBezTo>
                  <a:cubicBezTo>
                    <a:pt x="32" y="2"/>
                    <a:pt x="30" y="0"/>
                    <a:pt x="26" y="0"/>
                  </a:cubicBezTo>
                  <a:cubicBezTo>
                    <a:pt x="21" y="0"/>
                    <a:pt x="16" y="1"/>
                    <a:pt x="11" y="5"/>
                  </a:cubicBezTo>
                  <a:cubicBezTo>
                    <a:pt x="6" y="8"/>
                    <a:pt x="3" y="12"/>
                    <a:pt x="3" y="17"/>
                  </a:cubicBezTo>
                  <a:cubicBezTo>
                    <a:pt x="3" y="19"/>
                    <a:pt x="4" y="21"/>
                    <a:pt x="6" y="23"/>
                  </a:cubicBezTo>
                  <a:cubicBezTo>
                    <a:pt x="7" y="25"/>
                    <a:pt x="11" y="27"/>
                    <a:pt x="16" y="30"/>
                  </a:cubicBezTo>
                  <a:cubicBezTo>
                    <a:pt x="20" y="32"/>
                    <a:pt x="23" y="34"/>
                    <a:pt x="23" y="35"/>
                  </a:cubicBezTo>
                  <a:cubicBezTo>
                    <a:pt x="22" y="36"/>
                    <a:pt x="20" y="37"/>
                    <a:pt x="17" y="38"/>
                  </a:cubicBezTo>
                  <a:cubicBezTo>
                    <a:pt x="15" y="39"/>
                    <a:pt x="12" y="39"/>
                    <a:pt x="10" y="39"/>
                  </a:cubicBezTo>
                  <a:cubicBezTo>
                    <a:pt x="9" y="39"/>
                    <a:pt x="8" y="39"/>
                    <a:pt x="7" y="39"/>
                  </a:cubicBezTo>
                  <a:cubicBezTo>
                    <a:pt x="6" y="38"/>
                    <a:pt x="5" y="38"/>
                    <a:pt x="4" y="38"/>
                  </a:cubicBezTo>
                  <a:cubicBezTo>
                    <a:pt x="3" y="38"/>
                    <a:pt x="2" y="39"/>
                    <a:pt x="1" y="39"/>
                  </a:cubicBezTo>
                  <a:cubicBezTo>
                    <a:pt x="0" y="40"/>
                    <a:pt x="0" y="41"/>
                    <a:pt x="0" y="43"/>
                  </a:cubicBezTo>
                  <a:cubicBezTo>
                    <a:pt x="0" y="46"/>
                    <a:pt x="2" y="48"/>
                    <a:pt x="7" y="48"/>
                  </a:cubicBezTo>
                  <a:cubicBezTo>
                    <a:pt x="13" y="48"/>
                    <a:pt x="19" y="47"/>
                    <a:pt x="24" y="44"/>
                  </a:cubicBezTo>
                  <a:cubicBezTo>
                    <a:pt x="29" y="41"/>
                    <a:pt x="32" y="38"/>
                    <a:pt x="32" y="34"/>
                  </a:cubicBezTo>
                  <a:cubicBezTo>
                    <a:pt x="32" y="32"/>
                    <a:pt x="31" y="30"/>
                    <a:pt x="30" y="29"/>
                  </a:cubicBezTo>
                  <a:cubicBezTo>
                    <a:pt x="28" y="27"/>
                    <a:pt x="25" y="25"/>
                    <a:pt x="21" y="23"/>
                  </a:cubicBezTo>
                  <a:cubicBezTo>
                    <a:pt x="18" y="21"/>
                    <a:pt x="16" y="20"/>
                    <a:pt x="15" y="19"/>
                  </a:cubicBezTo>
                  <a:cubicBezTo>
                    <a:pt x="14" y="18"/>
                    <a:pt x="13" y="17"/>
                    <a:pt x="13" y="16"/>
                  </a:cubicBezTo>
                  <a:cubicBezTo>
                    <a:pt x="13" y="14"/>
                    <a:pt x="15" y="12"/>
                    <a:pt x="17"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96"/>
            <p:cNvSpPr>
              <a:spLocks/>
            </p:cNvSpPr>
            <p:nvPr/>
          </p:nvSpPr>
          <p:spPr bwMode="auto">
            <a:xfrm>
              <a:off x="10948988" y="3114675"/>
              <a:ext cx="68263" cy="103188"/>
            </a:xfrm>
            <a:custGeom>
              <a:avLst/>
              <a:gdLst>
                <a:gd name="T0" fmla="*/ 19 w 39"/>
                <a:gd name="T1" fmla="*/ 25 h 59"/>
                <a:gd name="T2" fmla="*/ 33 w 39"/>
                <a:gd name="T3" fmla="*/ 23 h 59"/>
                <a:gd name="T4" fmla="*/ 39 w 39"/>
                <a:gd name="T5" fmla="*/ 18 h 59"/>
                <a:gd name="T6" fmla="*/ 38 w 39"/>
                <a:gd name="T7" fmla="*/ 16 h 59"/>
                <a:gd name="T8" fmla="*/ 36 w 39"/>
                <a:gd name="T9" fmla="*/ 15 h 59"/>
                <a:gd name="T10" fmla="*/ 22 w 39"/>
                <a:gd name="T11" fmla="*/ 17 h 59"/>
                <a:gd name="T12" fmla="*/ 25 w 39"/>
                <a:gd name="T13" fmla="*/ 4 h 59"/>
                <a:gd name="T14" fmla="*/ 24 w 39"/>
                <a:gd name="T15" fmla="*/ 1 h 59"/>
                <a:gd name="T16" fmla="*/ 21 w 39"/>
                <a:gd name="T17" fmla="*/ 0 h 59"/>
                <a:gd name="T18" fmla="*/ 16 w 39"/>
                <a:gd name="T19" fmla="*/ 5 h 59"/>
                <a:gd name="T20" fmla="*/ 12 w 39"/>
                <a:gd name="T21" fmla="*/ 17 h 59"/>
                <a:gd name="T22" fmla="*/ 4 w 39"/>
                <a:gd name="T23" fmla="*/ 18 h 59"/>
                <a:gd name="T24" fmla="*/ 0 w 39"/>
                <a:gd name="T25" fmla="*/ 21 h 59"/>
                <a:gd name="T26" fmla="*/ 2 w 39"/>
                <a:gd name="T27" fmla="*/ 25 h 59"/>
                <a:gd name="T28" fmla="*/ 5 w 39"/>
                <a:gd name="T29" fmla="*/ 26 h 59"/>
                <a:gd name="T30" fmla="*/ 6 w 39"/>
                <a:gd name="T31" fmla="*/ 26 h 59"/>
                <a:gd name="T32" fmla="*/ 10 w 39"/>
                <a:gd name="T33" fmla="*/ 26 h 59"/>
                <a:gd name="T34" fmla="*/ 6 w 39"/>
                <a:gd name="T35" fmla="*/ 47 h 59"/>
                <a:gd name="T36" fmla="*/ 8 w 39"/>
                <a:gd name="T37" fmla="*/ 56 h 59"/>
                <a:gd name="T38" fmla="*/ 16 w 39"/>
                <a:gd name="T39" fmla="*/ 59 h 59"/>
                <a:gd name="T40" fmla="*/ 28 w 39"/>
                <a:gd name="T41" fmla="*/ 55 h 59"/>
                <a:gd name="T42" fmla="*/ 34 w 39"/>
                <a:gd name="T43" fmla="*/ 47 h 59"/>
                <a:gd name="T44" fmla="*/ 33 w 39"/>
                <a:gd name="T45" fmla="*/ 45 h 59"/>
                <a:gd name="T46" fmla="*/ 31 w 39"/>
                <a:gd name="T47" fmla="*/ 45 h 59"/>
                <a:gd name="T48" fmla="*/ 28 w 39"/>
                <a:gd name="T49" fmla="*/ 46 h 59"/>
                <a:gd name="T50" fmla="*/ 23 w 39"/>
                <a:gd name="T51" fmla="*/ 50 h 59"/>
                <a:gd name="T52" fmla="*/ 18 w 39"/>
                <a:gd name="T53" fmla="*/ 50 h 59"/>
                <a:gd name="T54" fmla="*/ 16 w 39"/>
                <a:gd name="T55" fmla="*/ 49 h 59"/>
                <a:gd name="T56" fmla="*/ 15 w 39"/>
                <a:gd name="T57" fmla="*/ 45 h 59"/>
                <a:gd name="T58" fmla="*/ 17 w 39"/>
                <a:gd name="T59" fmla="*/ 34 h 59"/>
                <a:gd name="T60" fmla="*/ 19 w 39"/>
                <a:gd name="T61" fmla="*/ 2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9" h="59">
                  <a:moveTo>
                    <a:pt x="19" y="25"/>
                  </a:moveTo>
                  <a:cubicBezTo>
                    <a:pt x="33" y="23"/>
                    <a:pt x="33" y="23"/>
                    <a:pt x="33" y="23"/>
                  </a:cubicBezTo>
                  <a:cubicBezTo>
                    <a:pt x="37" y="22"/>
                    <a:pt x="39" y="21"/>
                    <a:pt x="39" y="18"/>
                  </a:cubicBezTo>
                  <a:cubicBezTo>
                    <a:pt x="39" y="17"/>
                    <a:pt x="39" y="17"/>
                    <a:pt x="38" y="16"/>
                  </a:cubicBezTo>
                  <a:cubicBezTo>
                    <a:pt x="38" y="16"/>
                    <a:pt x="37" y="15"/>
                    <a:pt x="36" y="15"/>
                  </a:cubicBezTo>
                  <a:cubicBezTo>
                    <a:pt x="35" y="15"/>
                    <a:pt x="30" y="16"/>
                    <a:pt x="22" y="17"/>
                  </a:cubicBezTo>
                  <a:cubicBezTo>
                    <a:pt x="24" y="9"/>
                    <a:pt x="25" y="5"/>
                    <a:pt x="25" y="4"/>
                  </a:cubicBezTo>
                  <a:cubicBezTo>
                    <a:pt x="25" y="3"/>
                    <a:pt x="25" y="2"/>
                    <a:pt x="24" y="1"/>
                  </a:cubicBezTo>
                  <a:cubicBezTo>
                    <a:pt x="23" y="1"/>
                    <a:pt x="22" y="0"/>
                    <a:pt x="21" y="0"/>
                  </a:cubicBezTo>
                  <a:cubicBezTo>
                    <a:pt x="18" y="0"/>
                    <a:pt x="16" y="2"/>
                    <a:pt x="16" y="5"/>
                  </a:cubicBezTo>
                  <a:cubicBezTo>
                    <a:pt x="14" y="10"/>
                    <a:pt x="13" y="14"/>
                    <a:pt x="12" y="17"/>
                  </a:cubicBezTo>
                  <a:cubicBezTo>
                    <a:pt x="4" y="18"/>
                    <a:pt x="4" y="18"/>
                    <a:pt x="4" y="18"/>
                  </a:cubicBezTo>
                  <a:cubicBezTo>
                    <a:pt x="1" y="18"/>
                    <a:pt x="0" y="19"/>
                    <a:pt x="0" y="21"/>
                  </a:cubicBezTo>
                  <a:cubicBezTo>
                    <a:pt x="0" y="23"/>
                    <a:pt x="0" y="24"/>
                    <a:pt x="2" y="25"/>
                  </a:cubicBezTo>
                  <a:cubicBezTo>
                    <a:pt x="3" y="26"/>
                    <a:pt x="4" y="26"/>
                    <a:pt x="5" y="26"/>
                  </a:cubicBezTo>
                  <a:cubicBezTo>
                    <a:pt x="6" y="26"/>
                    <a:pt x="6" y="26"/>
                    <a:pt x="6" y="26"/>
                  </a:cubicBezTo>
                  <a:cubicBezTo>
                    <a:pt x="7" y="26"/>
                    <a:pt x="8" y="26"/>
                    <a:pt x="10" y="26"/>
                  </a:cubicBezTo>
                  <a:cubicBezTo>
                    <a:pt x="7" y="36"/>
                    <a:pt x="6" y="43"/>
                    <a:pt x="6" y="47"/>
                  </a:cubicBezTo>
                  <a:cubicBezTo>
                    <a:pt x="6" y="51"/>
                    <a:pt x="7" y="54"/>
                    <a:pt x="8" y="56"/>
                  </a:cubicBezTo>
                  <a:cubicBezTo>
                    <a:pt x="10" y="58"/>
                    <a:pt x="13" y="59"/>
                    <a:pt x="16" y="59"/>
                  </a:cubicBezTo>
                  <a:cubicBezTo>
                    <a:pt x="21" y="59"/>
                    <a:pt x="25" y="57"/>
                    <a:pt x="28" y="55"/>
                  </a:cubicBezTo>
                  <a:cubicBezTo>
                    <a:pt x="32" y="52"/>
                    <a:pt x="34" y="49"/>
                    <a:pt x="34" y="47"/>
                  </a:cubicBezTo>
                  <a:cubicBezTo>
                    <a:pt x="34" y="46"/>
                    <a:pt x="34" y="46"/>
                    <a:pt x="33" y="45"/>
                  </a:cubicBezTo>
                  <a:cubicBezTo>
                    <a:pt x="33" y="45"/>
                    <a:pt x="32" y="45"/>
                    <a:pt x="31" y="45"/>
                  </a:cubicBezTo>
                  <a:cubicBezTo>
                    <a:pt x="30" y="45"/>
                    <a:pt x="29" y="45"/>
                    <a:pt x="28" y="46"/>
                  </a:cubicBezTo>
                  <a:cubicBezTo>
                    <a:pt x="26" y="48"/>
                    <a:pt x="24" y="49"/>
                    <a:pt x="23" y="50"/>
                  </a:cubicBezTo>
                  <a:cubicBezTo>
                    <a:pt x="21" y="50"/>
                    <a:pt x="20" y="50"/>
                    <a:pt x="18" y="50"/>
                  </a:cubicBezTo>
                  <a:cubicBezTo>
                    <a:pt x="17" y="50"/>
                    <a:pt x="16" y="50"/>
                    <a:pt x="16" y="49"/>
                  </a:cubicBezTo>
                  <a:cubicBezTo>
                    <a:pt x="16" y="48"/>
                    <a:pt x="15" y="47"/>
                    <a:pt x="15" y="45"/>
                  </a:cubicBezTo>
                  <a:cubicBezTo>
                    <a:pt x="15" y="43"/>
                    <a:pt x="16" y="40"/>
                    <a:pt x="17" y="34"/>
                  </a:cubicBezTo>
                  <a:cubicBezTo>
                    <a:pt x="18" y="28"/>
                    <a:pt x="19" y="25"/>
                    <a:pt x="19"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97"/>
            <p:cNvSpPr>
              <a:spLocks noEditPoints="1"/>
            </p:cNvSpPr>
            <p:nvPr/>
          </p:nvSpPr>
          <p:spPr bwMode="auto">
            <a:xfrm>
              <a:off x="11017250" y="3138488"/>
              <a:ext cx="73025" cy="79375"/>
            </a:xfrm>
            <a:custGeom>
              <a:avLst/>
              <a:gdLst>
                <a:gd name="T0" fmla="*/ 36 w 42"/>
                <a:gd name="T1" fmla="*/ 45 h 45"/>
                <a:gd name="T2" fmla="*/ 40 w 42"/>
                <a:gd name="T3" fmla="*/ 44 h 45"/>
                <a:gd name="T4" fmla="*/ 42 w 42"/>
                <a:gd name="T5" fmla="*/ 40 h 45"/>
                <a:gd name="T6" fmla="*/ 40 w 42"/>
                <a:gd name="T7" fmla="*/ 38 h 45"/>
                <a:gd name="T8" fmla="*/ 39 w 42"/>
                <a:gd name="T9" fmla="*/ 37 h 45"/>
                <a:gd name="T10" fmla="*/ 38 w 42"/>
                <a:gd name="T11" fmla="*/ 34 h 45"/>
                <a:gd name="T12" fmla="*/ 37 w 42"/>
                <a:gd name="T13" fmla="*/ 27 h 45"/>
                <a:gd name="T14" fmla="*/ 38 w 42"/>
                <a:gd name="T15" fmla="*/ 14 h 45"/>
                <a:gd name="T16" fmla="*/ 39 w 42"/>
                <a:gd name="T17" fmla="*/ 8 h 45"/>
                <a:gd name="T18" fmla="*/ 35 w 42"/>
                <a:gd name="T19" fmla="*/ 5 h 45"/>
                <a:gd name="T20" fmla="*/ 28 w 42"/>
                <a:gd name="T21" fmla="*/ 0 h 45"/>
                <a:gd name="T22" fmla="*/ 10 w 42"/>
                <a:gd name="T23" fmla="*/ 11 h 45"/>
                <a:gd name="T24" fmla="*/ 0 w 42"/>
                <a:gd name="T25" fmla="*/ 34 h 45"/>
                <a:gd name="T26" fmla="*/ 3 w 42"/>
                <a:gd name="T27" fmla="*/ 41 h 45"/>
                <a:gd name="T28" fmla="*/ 9 w 42"/>
                <a:gd name="T29" fmla="*/ 44 h 45"/>
                <a:gd name="T30" fmla="*/ 29 w 42"/>
                <a:gd name="T31" fmla="*/ 30 h 45"/>
                <a:gd name="T32" fmla="*/ 36 w 42"/>
                <a:gd name="T33" fmla="*/ 45 h 45"/>
                <a:gd name="T34" fmla="*/ 23 w 42"/>
                <a:gd name="T35" fmla="*/ 27 h 45"/>
                <a:gd name="T36" fmla="*/ 11 w 42"/>
                <a:gd name="T37" fmla="*/ 35 h 45"/>
                <a:gd name="T38" fmla="*/ 10 w 42"/>
                <a:gd name="T39" fmla="*/ 32 h 45"/>
                <a:gd name="T40" fmla="*/ 16 w 42"/>
                <a:gd name="T41" fmla="*/ 17 h 45"/>
                <a:gd name="T42" fmla="*/ 27 w 42"/>
                <a:gd name="T43" fmla="*/ 8 h 45"/>
                <a:gd name="T44" fmla="*/ 29 w 42"/>
                <a:gd name="T45" fmla="*/ 9 h 45"/>
                <a:gd name="T46" fmla="*/ 30 w 42"/>
                <a:gd name="T47" fmla="*/ 12 h 45"/>
                <a:gd name="T48" fmla="*/ 23 w 42"/>
                <a:gd name="T49"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 h="45">
                  <a:moveTo>
                    <a:pt x="36" y="45"/>
                  </a:moveTo>
                  <a:cubicBezTo>
                    <a:pt x="37" y="45"/>
                    <a:pt x="39" y="44"/>
                    <a:pt x="40" y="44"/>
                  </a:cubicBezTo>
                  <a:cubicBezTo>
                    <a:pt x="41" y="43"/>
                    <a:pt x="42" y="42"/>
                    <a:pt x="42" y="40"/>
                  </a:cubicBezTo>
                  <a:cubicBezTo>
                    <a:pt x="42" y="39"/>
                    <a:pt x="41" y="39"/>
                    <a:pt x="40" y="38"/>
                  </a:cubicBezTo>
                  <a:cubicBezTo>
                    <a:pt x="39" y="38"/>
                    <a:pt x="39" y="37"/>
                    <a:pt x="39" y="37"/>
                  </a:cubicBezTo>
                  <a:cubicBezTo>
                    <a:pt x="38" y="36"/>
                    <a:pt x="38" y="35"/>
                    <a:pt x="38" y="34"/>
                  </a:cubicBezTo>
                  <a:cubicBezTo>
                    <a:pt x="37" y="33"/>
                    <a:pt x="37" y="30"/>
                    <a:pt x="37" y="27"/>
                  </a:cubicBezTo>
                  <a:cubicBezTo>
                    <a:pt x="37" y="24"/>
                    <a:pt x="37" y="19"/>
                    <a:pt x="38" y="14"/>
                  </a:cubicBezTo>
                  <a:cubicBezTo>
                    <a:pt x="39" y="11"/>
                    <a:pt x="39" y="9"/>
                    <a:pt x="39" y="8"/>
                  </a:cubicBezTo>
                  <a:cubicBezTo>
                    <a:pt x="39" y="6"/>
                    <a:pt x="38" y="5"/>
                    <a:pt x="35" y="5"/>
                  </a:cubicBezTo>
                  <a:cubicBezTo>
                    <a:pt x="34" y="1"/>
                    <a:pt x="32" y="0"/>
                    <a:pt x="28" y="0"/>
                  </a:cubicBezTo>
                  <a:cubicBezTo>
                    <a:pt x="22" y="0"/>
                    <a:pt x="16" y="4"/>
                    <a:pt x="10" y="11"/>
                  </a:cubicBezTo>
                  <a:cubicBezTo>
                    <a:pt x="3" y="19"/>
                    <a:pt x="0" y="27"/>
                    <a:pt x="0" y="34"/>
                  </a:cubicBezTo>
                  <a:cubicBezTo>
                    <a:pt x="0" y="37"/>
                    <a:pt x="1" y="39"/>
                    <a:pt x="3" y="41"/>
                  </a:cubicBezTo>
                  <a:cubicBezTo>
                    <a:pt x="5" y="43"/>
                    <a:pt x="7" y="44"/>
                    <a:pt x="9" y="44"/>
                  </a:cubicBezTo>
                  <a:cubicBezTo>
                    <a:pt x="15" y="44"/>
                    <a:pt x="22" y="39"/>
                    <a:pt x="29" y="30"/>
                  </a:cubicBezTo>
                  <a:cubicBezTo>
                    <a:pt x="29" y="40"/>
                    <a:pt x="31" y="45"/>
                    <a:pt x="36" y="45"/>
                  </a:cubicBezTo>
                  <a:close/>
                  <a:moveTo>
                    <a:pt x="23" y="27"/>
                  </a:moveTo>
                  <a:cubicBezTo>
                    <a:pt x="18" y="32"/>
                    <a:pt x="14" y="35"/>
                    <a:pt x="11" y="35"/>
                  </a:cubicBezTo>
                  <a:cubicBezTo>
                    <a:pt x="10" y="35"/>
                    <a:pt x="10" y="34"/>
                    <a:pt x="10" y="32"/>
                  </a:cubicBezTo>
                  <a:cubicBezTo>
                    <a:pt x="10" y="28"/>
                    <a:pt x="12" y="23"/>
                    <a:pt x="16" y="17"/>
                  </a:cubicBezTo>
                  <a:cubicBezTo>
                    <a:pt x="21" y="11"/>
                    <a:pt x="24" y="8"/>
                    <a:pt x="27" y="8"/>
                  </a:cubicBezTo>
                  <a:cubicBezTo>
                    <a:pt x="27" y="8"/>
                    <a:pt x="28" y="9"/>
                    <a:pt x="29" y="9"/>
                  </a:cubicBezTo>
                  <a:cubicBezTo>
                    <a:pt x="29" y="10"/>
                    <a:pt x="30" y="11"/>
                    <a:pt x="30" y="12"/>
                  </a:cubicBezTo>
                  <a:cubicBezTo>
                    <a:pt x="30" y="17"/>
                    <a:pt x="27" y="21"/>
                    <a:pt x="23"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98"/>
            <p:cNvSpPr>
              <a:spLocks/>
            </p:cNvSpPr>
            <p:nvPr/>
          </p:nvSpPr>
          <p:spPr bwMode="auto">
            <a:xfrm>
              <a:off x="11098213" y="3114675"/>
              <a:ext cx="68263" cy="103188"/>
            </a:xfrm>
            <a:custGeom>
              <a:avLst/>
              <a:gdLst>
                <a:gd name="T0" fmla="*/ 19 w 39"/>
                <a:gd name="T1" fmla="*/ 25 h 59"/>
                <a:gd name="T2" fmla="*/ 33 w 39"/>
                <a:gd name="T3" fmla="*/ 23 h 59"/>
                <a:gd name="T4" fmla="*/ 39 w 39"/>
                <a:gd name="T5" fmla="*/ 18 h 59"/>
                <a:gd name="T6" fmla="*/ 38 w 39"/>
                <a:gd name="T7" fmla="*/ 16 h 59"/>
                <a:gd name="T8" fmla="*/ 35 w 39"/>
                <a:gd name="T9" fmla="*/ 15 h 59"/>
                <a:gd name="T10" fmla="*/ 22 w 39"/>
                <a:gd name="T11" fmla="*/ 17 h 59"/>
                <a:gd name="T12" fmla="*/ 25 w 39"/>
                <a:gd name="T13" fmla="*/ 4 h 59"/>
                <a:gd name="T14" fmla="*/ 24 w 39"/>
                <a:gd name="T15" fmla="*/ 1 h 59"/>
                <a:gd name="T16" fmla="*/ 20 w 39"/>
                <a:gd name="T17" fmla="*/ 0 h 59"/>
                <a:gd name="T18" fmla="*/ 15 w 39"/>
                <a:gd name="T19" fmla="*/ 5 h 59"/>
                <a:gd name="T20" fmla="*/ 12 w 39"/>
                <a:gd name="T21" fmla="*/ 17 h 59"/>
                <a:gd name="T22" fmla="*/ 4 w 39"/>
                <a:gd name="T23" fmla="*/ 18 h 59"/>
                <a:gd name="T24" fmla="*/ 0 w 39"/>
                <a:gd name="T25" fmla="*/ 21 h 59"/>
                <a:gd name="T26" fmla="*/ 2 w 39"/>
                <a:gd name="T27" fmla="*/ 25 h 59"/>
                <a:gd name="T28" fmla="*/ 5 w 39"/>
                <a:gd name="T29" fmla="*/ 26 h 59"/>
                <a:gd name="T30" fmla="*/ 6 w 39"/>
                <a:gd name="T31" fmla="*/ 26 h 59"/>
                <a:gd name="T32" fmla="*/ 10 w 39"/>
                <a:gd name="T33" fmla="*/ 26 h 59"/>
                <a:gd name="T34" fmla="*/ 6 w 39"/>
                <a:gd name="T35" fmla="*/ 47 h 59"/>
                <a:gd name="T36" fmla="*/ 8 w 39"/>
                <a:gd name="T37" fmla="*/ 56 h 59"/>
                <a:gd name="T38" fmla="*/ 16 w 39"/>
                <a:gd name="T39" fmla="*/ 59 h 59"/>
                <a:gd name="T40" fmla="*/ 28 w 39"/>
                <a:gd name="T41" fmla="*/ 55 h 59"/>
                <a:gd name="T42" fmla="*/ 34 w 39"/>
                <a:gd name="T43" fmla="*/ 47 h 59"/>
                <a:gd name="T44" fmla="*/ 33 w 39"/>
                <a:gd name="T45" fmla="*/ 45 h 59"/>
                <a:gd name="T46" fmla="*/ 31 w 39"/>
                <a:gd name="T47" fmla="*/ 45 h 59"/>
                <a:gd name="T48" fmla="*/ 28 w 39"/>
                <a:gd name="T49" fmla="*/ 46 h 59"/>
                <a:gd name="T50" fmla="*/ 22 w 39"/>
                <a:gd name="T51" fmla="*/ 50 h 59"/>
                <a:gd name="T52" fmla="*/ 18 w 39"/>
                <a:gd name="T53" fmla="*/ 50 h 59"/>
                <a:gd name="T54" fmla="*/ 16 w 39"/>
                <a:gd name="T55" fmla="*/ 49 h 59"/>
                <a:gd name="T56" fmla="*/ 15 w 39"/>
                <a:gd name="T57" fmla="*/ 45 h 59"/>
                <a:gd name="T58" fmla="*/ 17 w 39"/>
                <a:gd name="T59" fmla="*/ 34 h 59"/>
                <a:gd name="T60" fmla="*/ 19 w 39"/>
                <a:gd name="T61" fmla="*/ 2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9" h="59">
                  <a:moveTo>
                    <a:pt x="19" y="25"/>
                  </a:moveTo>
                  <a:cubicBezTo>
                    <a:pt x="33" y="23"/>
                    <a:pt x="33" y="23"/>
                    <a:pt x="33" y="23"/>
                  </a:cubicBezTo>
                  <a:cubicBezTo>
                    <a:pt x="37" y="22"/>
                    <a:pt x="39" y="21"/>
                    <a:pt x="39" y="18"/>
                  </a:cubicBezTo>
                  <a:cubicBezTo>
                    <a:pt x="39" y="17"/>
                    <a:pt x="39" y="17"/>
                    <a:pt x="38" y="16"/>
                  </a:cubicBezTo>
                  <a:cubicBezTo>
                    <a:pt x="38" y="16"/>
                    <a:pt x="37" y="15"/>
                    <a:pt x="35" y="15"/>
                  </a:cubicBezTo>
                  <a:cubicBezTo>
                    <a:pt x="35" y="15"/>
                    <a:pt x="30" y="16"/>
                    <a:pt x="22" y="17"/>
                  </a:cubicBezTo>
                  <a:cubicBezTo>
                    <a:pt x="24" y="9"/>
                    <a:pt x="25" y="5"/>
                    <a:pt x="25" y="4"/>
                  </a:cubicBezTo>
                  <a:cubicBezTo>
                    <a:pt x="25" y="3"/>
                    <a:pt x="25" y="2"/>
                    <a:pt x="24" y="1"/>
                  </a:cubicBezTo>
                  <a:cubicBezTo>
                    <a:pt x="23" y="1"/>
                    <a:pt x="22" y="0"/>
                    <a:pt x="20" y="0"/>
                  </a:cubicBezTo>
                  <a:cubicBezTo>
                    <a:pt x="18" y="0"/>
                    <a:pt x="16" y="2"/>
                    <a:pt x="15" y="5"/>
                  </a:cubicBezTo>
                  <a:cubicBezTo>
                    <a:pt x="14" y="10"/>
                    <a:pt x="13" y="14"/>
                    <a:pt x="12" y="17"/>
                  </a:cubicBezTo>
                  <a:cubicBezTo>
                    <a:pt x="4" y="18"/>
                    <a:pt x="4" y="18"/>
                    <a:pt x="4" y="18"/>
                  </a:cubicBezTo>
                  <a:cubicBezTo>
                    <a:pt x="1" y="18"/>
                    <a:pt x="0" y="19"/>
                    <a:pt x="0" y="21"/>
                  </a:cubicBezTo>
                  <a:cubicBezTo>
                    <a:pt x="0" y="23"/>
                    <a:pt x="0" y="24"/>
                    <a:pt x="2" y="25"/>
                  </a:cubicBezTo>
                  <a:cubicBezTo>
                    <a:pt x="3" y="26"/>
                    <a:pt x="4" y="26"/>
                    <a:pt x="5" y="26"/>
                  </a:cubicBezTo>
                  <a:cubicBezTo>
                    <a:pt x="6" y="26"/>
                    <a:pt x="6" y="26"/>
                    <a:pt x="6" y="26"/>
                  </a:cubicBezTo>
                  <a:cubicBezTo>
                    <a:pt x="7" y="26"/>
                    <a:pt x="8" y="26"/>
                    <a:pt x="10" y="26"/>
                  </a:cubicBezTo>
                  <a:cubicBezTo>
                    <a:pt x="7" y="36"/>
                    <a:pt x="6" y="43"/>
                    <a:pt x="6" y="47"/>
                  </a:cubicBezTo>
                  <a:cubicBezTo>
                    <a:pt x="6" y="51"/>
                    <a:pt x="7" y="54"/>
                    <a:pt x="8" y="56"/>
                  </a:cubicBezTo>
                  <a:cubicBezTo>
                    <a:pt x="10" y="58"/>
                    <a:pt x="13" y="59"/>
                    <a:pt x="16" y="59"/>
                  </a:cubicBezTo>
                  <a:cubicBezTo>
                    <a:pt x="21" y="59"/>
                    <a:pt x="24" y="57"/>
                    <a:pt x="28" y="55"/>
                  </a:cubicBezTo>
                  <a:cubicBezTo>
                    <a:pt x="32" y="52"/>
                    <a:pt x="34" y="49"/>
                    <a:pt x="34" y="47"/>
                  </a:cubicBezTo>
                  <a:cubicBezTo>
                    <a:pt x="34" y="46"/>
                    <a:pt x="34" y="46"/>
                    <a:pt x="33" y="45"/>
                  </a:cubicBezTo>
                  <a:cubicBezTo>
                    <a:pt x="33" y="45"/>
                    <a:pt x="32" y="45"/>
                    <a:pt x="31" y="45"/>
                  </a:cubicBezTo>
                  <a:cubicBezTo>
                    <a:pt x="30" y="45"/>
                    <a:pt x="29" y="45"/>
                    <a:pt x="28" y="46"/>
                  </a:cubicBezTo>
                  <a:cubicBezTo>
                    <a:pt x="26" y="48"/>
                    <a:pt x="24" y="49"/>
                    <a:pt x="22" y="50"/>
                  </a:cubicBezTo>
                  <a:cubicBezTo>
                    <a:pt x="21" y="50"/>
                    <a:pt x="20" y="50"/>
                    <a:pt x="18" y="50"/>
                  </a:cubicBezTo>
                  <a:cubicBezTo>
                    <a:pt x="17" y="50"/>
                    <a:pt x="16" y="50"/>
                    <a:pt x="16" y="49"/>
                  </a:cubicBezTo>
                  <a:cubicBezTo>
                    <a:pt x="15" y="48"/>
                    <a:pt x="15" y="47"/>
                    <a:pt x="15" y="45"/>
                  </a:cubicBezTo>
                  <a:cubicBezTo>
                    <a:pt x="15" y="43"/>
                    <a:pt x="16" y="40"/>
                    <a:pt x="17" y="34"/>
                  </a:cubicBezTo>
                  <a:cubicBezTo>
                    <a:pt x="18" y="28"/>
                    <a:pt x="19" y="25"/>
                    <a:pt x="19"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99"/>
            <p:cNvSpPr>
              <a:spLocks/>
            </p:cNvSpPr>
            <p:nvPr/>
          </p:nvSpPr>
          <p:spPr bwMode="auto">
            <a:xfrm>
              <a:off x="11169650" y="3143250"/>
              <a:ext cx="25400" cy="74613"/>
            </a:xfrm>
            <a:custGeom>
              <a:avLst/>
              <a:gdLst>
                <a:gd name="T0" fmla="*/ 13 w 15"/>
                <a:gd name="T1" fmla="*/ 11 h 43"/>
                <a:gd name="T2" fmla="*/ 13 w 15"/>
                <a:gd name="T3" fmla="*/ 11 h 43"/>
                <a:gd name="T4" fmla="*/ 15 w 15"/>
                <a:gd name="T5" fmla="*/ 4 h 43"/>
                <a:gd name="T6" fmla="*/ 13 w 15"/>
                <a:gd name="T7" fmla="*/ 1 h 43"/>
                <a:gd name="T8" fmla="*/ 9 w 15"/>
                <a:gd name="T9" fmla="*/ 0 h 43"/>
                <a:gd name="T10" fmla="*/ 5 w 15"/>
                <a:gd name="T11" fmla="*/ 2 h 43"/>
                <a:gd name="T12" fmla="*/ 4 w 15"/>
                <a:gd name="T13" fmla="*/ 7 h 43"/>
                <a:gd name="T14" fmla="*/ 3 w 15"/>
                <a:gd name="T15" fmla="*/ 15 h 43"/>
                <a:gd name="T16" fmla="*/ 3 w 15"/>
                <a:gd name="T17" fmla="*/ 15 h 43"/>
                <a:gd name="T18" fmla="*/ 2 w 15"/>
                <a:gd name="T19" fmla="*/ 19 h 43"/>
                <a:gd name="T20" fmla="*/ 0 w 15"/>
                <a:gd name="T21" fmla="*/ 35 h 43"/>
                <a:gd name="T22" fmla="*/ 5 w 15"/>
                <a:gd name="T23" fmla="*/ 43 h 43"/>
                <a:gd name="T24" fmla="*/ 9 w 15"/>
                <a:gd name="T25" fmla="*/ 42 h 43"/>
                <a:gd name="T26" fmla="*/ 11 w 15"/>
                <a:gd name="T27" fmla="*/ 39 h 43"/>
                <a:gd name="T28" fmla="*/ 11 w 15"/>
                <a:gd name="T29" fmla="*/ 38 h 43"/>
                <a:gd name="T30" fmla="*/ 10 w 15"/>
                <a:gd name="T31" fmla="*/ 32 h 43"/>
                <a:gd name="T32" fmla="*/ 10 w 15"/>
                <a:gd name="T33" fmla="*/ 24 h 43"/>
                <a:gd name="T34" fmla="*/ 13 w 15"/>
                <a:gd name="T35" fmla="*/ 1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43">
                  <a:moveTo>
                    <a:pt x="13" y="11"/>
                  </a:moveTo>
                  <a:cubicBezTo>
                    <a:pt x="13" y="11"/>
                    <a:pt x="13" y="11"/>
                    <a:pt x="13" y="11"/>
                  </a:cubicBezTo>
                  <a:cubicBezTo>
                    <a:pt x="14" y="7"/>
                    <a:pt x="15" y="5"/>
                    <a:pt x="15" y="4"/>
                  </a:cubicBezTo>
                  <a:cubicBezTo>
                    <a:pt x="15" y="3"/>
                    <a:pt x="14" y="2"/>
                    <a:pt x="13" y="1"/>
                  </a:cubicBezTo>
                  <a:cubicBezTo>
                    <a:pt x="12" y="0"/>
                    <a:pt x="11" y="0"/>
                    <a:pt x="9" y="0"/>
                  </a:cubicBezTo>
                  <a:cubicBezTo>
                    <a:pt x="7" y="0"/>
                    <a:pt x="6" y="1"/>
                    <a:pt x="5" y="2"/>
                  </a:cubicBezTo>
                  <a:cubicBezTo>
                    <a:pt x="4" y="3"/>
                    <a:pt x="4" y="5"/>
                    <a:pt x="4" y="7"/>
                  </a:cubicBezTo>
                  <a:cubicBezTo>
                    <a:pt x="4" y="8"/>
                    <a:pt x="4" y="10"/>
                    <a:pt x="3" y="15"/>
                  </a:cubicBezTo>
                  <a:cubicBezTo>
                    <a:pt x="3" y="15"/>
                    <a:pt x="3" y="15"/>
                    <a:pt x="3" y="15"/>
                  </a:cubicBezTo>
                  <a:cubicBezTo>
                    <a:pt x="3" y="16"/>
                    <a:pt x="2" y="18"/>
                    <a:pt x="2" y="19"/>
                  </a:cubicBezTo>
                  <a:cubicBezTo>
                    <a:pt x="1" y="25"/>
                    <a:pt x="0" y="31"/>
                    <a:pt x="0" y="35"/>
                  </a:cubicBezTo>
                  <a:cubicBezTo>
                    <a:pt x="0" y="41"/>
                    <a:pt x="2" y="43"/>
                    <a:pt x="5" y="43"/>
                  </a:cubicBezTo>
                  <a:cubicBezTo>
                    <a:pt x="7" y="43"/>
                    <a:pt x="8" y="43"/>
                    <a:pt x="9" y="42"/>
                  </a:cubicBezTo>
                  <a:cubicBezTo>
                    <a:pt x="10" y="41"/>
                    <a:pt x="11" y="40"/>
                    <a:pt x="11" y="39"/>
                  </a:cubicBezTo>
                  <a:cubicBezTo>
                    <a:pt x="11" y="39"/>
                    <a:pt x="11" y="39"/>
                    <a:pt x="11" y="38"/>
                  </a:cubicBezTo>
                  <a:cubicBezTo>
                    <a:pt x="10" y="35"/>
                    <a:pt x="10" y="33"/>
                    <a:pt x="10" y="32"/>
                  </a:cubicBezTo>
                  <a:cubicBezTo>
                    <a:pt x="10" y="30"/>
                    <a:pt x="10" y="27"/>
                    <a:pt x="10" y="24"/>
                  </a:cubicBezTo>
                  <a:cubicBezTo>
                    <a:pt x="11" y="21"/>
                    <a:pt x="11" y="17"/>
                    <a:pt x="13"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100"/>
            <p:cNvSpPr>
              <a:spLocks/>
            </p:cNvSpPr>
            <p:nvPr/>
          </p:nvSpPr>
          <p:spPr bwMode="auto">
            <a:xfrm>
              <a:off x="11185525" y="3101975"/>
              <a:ext cx="22225" cy="22225"/>
            </a:xfrm>
            <a:custGeom>
              <a:avLst/>
              <a:gdLst>
                <a:gd name="T0" fmla="*/ 10 w 13"/>
                <a:gd name="T1" fmla="*/ 11 h 13"/>
                <a:gd name="T2" fmla="*/ 13 w 13"/>
                <a:gd name="T3" fmla="*/ 6 h 13"/>
                <a:gd name="T4" fmla="*/ 11 w 13"/>
                <a:gd name="T5" fmla="*/ 2 h 13"/>
                <a:gd name="T6" fmla="*/ 7 w 13"/>
                <a:gd name="T7" fmla="*/ 0 h 13"/>
                <a:gd name="T8" fmla="*/ 2 w 13"/>
                <a:gd name="T9" fmla="*/ 2 h 13"/>
                <a:gd name="T10" fmla="*/ 0 w 13"/>
                <a:gd name="T11" fmla="*/ 7 h 13"/>
                <a:gd name="T12" fmla="*/ 2 w 13"/>
                <a:gd name="T13" fmla="*/ 11 h 13"/>
                <a:gd name="T14" fmla="*/ 6 w 13"/>
                <a:gd name="T15" fmla="*/ 13 h 13"/>
                <a:gd name="T16" fmla="*/ 10 w 13"/>
                <a:gd name="T17"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3">
                  <a:moveTo>
                    <a:pt x="10" y="11"/>
                  </a:moveTo>
                  <a:cubicBezTo>
                    <a:pt x="12" y="9"/>
                    <a:pt x="13" y="7"/>
                    <a:pt x="13" y="6"/>
                  </a:cubicBezTo>
                  <a:cubicBezTo>
                    <a:pt x="13" y="4"/>
                    <a:pt x="12" y="3"/>
                    <a:pt x="11" y="2"/>
                  </a:cubicBezTo>
                  <a:cubicBezTo>
                    <a:pt x="10" y="1"/>
                    <a:pt x="9" y="0"/>
                    <a:pt x="7" y="0"/>
                  </a:cubicBezTo>
                  <a:cubicBezTo>
                    <a:pt x="5" y="0"/>
                    <a:pt x="3" y="1"/>
                    <a:pt x="2" y="2"/>
                  </a:cubicBezTo>
                  <a:cubicBezTo>
                    <a:pt x="0" y="3"/>
                    <a:pt x="0" y="5"/>
                    <a:pt x="0" y="7"/>
                  </a:cubicBezTo>
                  <a:cubicBezTo>
                    <a:pt x="0" y="8"/>
                    <a:pt x="1" y="9"/>
                    <a:pt x="2" y="11"/>
                  </a:cubicBezTo>
                  <a:cubicBezTo>
                    <a:pt x="3" y="12"/>
                    <a:pt x="4" y="13"/>
                    <a:pt x="6" y="13"/>
                  </a:cubicBezTo>
                  <a:cubicBezTo>
                    <a:pt x="7" y="13"/>
                    <a:pt x="9" y="12"/>
                    <a:pt x="1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101"/>
            <p:cNvSpPr>
              <a:spLocks noEditPoints="1"/>
            </p:cNvSpPr>
            <p:nvPr/>
          </p:nvSpPr>
          <p:spPr bwMode="auto">
            <a:xfrm>
              <a:off x="11207750" y="3138488"/>
              <a:ext cx="68263" cy="79375"/>
            </a:xfrm>
            <a:custGeom>
              <a:avLst/>
              <a:gdLst>
                <a:gd name="T0" fmla="*/ 7 w 39"/>
                <a:gd name="T1" fmla="*/ 10 h 45"/>
                <a:gd name="T2" fmla="*/ 0 w 39"/>
                <a:gd name="T3" fmla="*/ 30 h 45"/>
                <a:gd name="T4" fmla="*/ 4 w 39"/>
                <a:gd name="T5" fmla="*/ 41 h 45"/>
                <a:gd name="T6" fmla="*/ 14 w 39"/>
                <a:gd name="T7" fmla="*/ 45 h 45"/>
                <a:gd name="T8" fmla="*/ 28 w 39"/>
                <a:gd name="T9" fmla="*/ 39 h 45"/>
                <a:gd name="T10" fmla="*/ 38 w 39"/>
                <a:gd name="T11" fmla="*/ 23 h 45"/>
                <a:gd name="T12" fmla="*/ 38 w 39"/>
                <a:gd name="T13" fmla="*/ 23 h 45"/>
                <a:gd name="T14" fmla="*/ 39 w 39"/>
                <a:gd name="T15" fmla="*/ 17 h 45"/>
                <a:gd name="T16" fmla="*/ 35 w 39"/>
                <a:gd name="T17" fmla="*/ 5 h 45"/>
                <a:gd name="T18" fmla="*/ 24 w 39"/>
                <a:gd name="T19" fmla="*/ 0 h 45"/>
                <a:gd name="T20" fmla="*/ 7 w 39"/>
                <a:gd name="T21" fmla="*/ 10 h 45"/>
                <a:gd name="T22" fmla="*/ 28 w 39"/>
                <a:gd name="T23" fmla="*/ 11 h 45"/>
                <a:gd name="T24" fmla="*/ 30 w 39"/>
                <a:gd name="T25" fmla="*/ 18 h 45"/>
                <a:gd name="T26" fmla="*/ 24 w 39"/>
                <a:gd name="T27" fmla="*/ 31 h 45"/>
                <a:gd name="T28" fmla="*/ 14 w 39"/>
                <a:gd name="T29" fmla="*/ 37 h 45"/>
                <a:gd name="T30" fmla="*/ 11 w 39"/>
                <a:gd name="T31" fmla="*/ 35 h 45"/>
                <a:gd name="T32" fmla="*/ 10 w 39"/>
                <a:gd name="T33" fmla="*/ 29 h 45"/>
                <a:gd name="T34" fmla="*/ 13 w 39"/>
                <a:gd name="T35" fmla="*/ 19 h 45"/>
                <a:gd name="T36" fmla="*/ 18 w 39"/>
                <a:gd name="T37" fmla="*/ 11 h 45"/>
                <a:gd name="T38" fmla="*/ 18 w 39"/>
                <a:gd name="T39" fmla="*/ 11 h 45"/>
                <a:gd name="T40" fmla="*/ 23 w 39"/>
                <a:gd name="T41" fmla="*/ 9 h 45"/>
                <a:gd name="T42" fmla="*/ 28 w 39"/>
                <a:gd name="T43" fmla="*/ 1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9" h="45">
                  <a:moveTo>
                    <a:pt x="7" y="10"/>
                  </a:moveTo>
                  <a:cubicBezTo>
                    <a:pt x="3" y="17"/>
                    <a:pt x="0" y="24"/>
                    <a:pt x="0" y="30"/>
                  </a:cubicBezTo>
                  <a:cubicBezTo>
                    <a:pt x="0" y="34"/>
                    <a:pt x="1" y="38"/>
                    <a:pt x="4" y="41"/>
                  </a:cubicBezTo>
                  <a:cubicBezTo>
                    <a:pt x="7" y="44"/>
                    <a:pt x="10" y="45"/>
                    <a:pt x="14" y="45"/>
                  </a:cubicBezTo>
                  <a:cubicBezTo>
                    <a:pt x="19" y="45"/>
                    <a:pt x="23" y="43"/>
                    <a:pt x="28" y="39"/>
                  </a:cubicBezTo>
                  <a:cubicBezTo>
                    <a:pt x="33" y="35"/>
                    <a:pt x="37" y="29"/>
                    <a:pt x="38" y="23"/>
                  </a:cubicBezTo>
                  <a:cubicBezTo>
                    <a:pt x="38" y="23"/>
                    <a:pt x="38" y="23"/>
                    <a:pt x="38" y="23"/>
                  </a:cubicBezTo>
                  <a:cubicBezTo>
                    <a:pt x="39" y="21"/>
                    <a:pt x="39" y="19"/>
                    <a:pt x="39" y="17"/>
                  </a:cubicBezTo>
                  <a:cubicBezTo>
                    <a:pt x="39" y="13"/>
                    <a:pt x="38" y="9"/>
                    <a:pt x="35" y="5"/>
                  </a:cubicBezTo>
                  <a:cubicBezTo>
                    <a:pt x="32" y="2"/>
                    <a:pt x="28" y="0"/>
                    <a:pt x="24" y="0"/>
                  </a:cubicBezTo>
                  <a:cubicBezTo>
                    <a:pt x="17" y="0"/>
                    <a:pt x="12" y="4"/>
                    <a:pt x="7" y="10"/>
                  </a:cubicBezTo>
                  <a:close/>
                  <a:moveTo>
                    <a:pt x="28" y="11"/>
                  </a:moveTo>
                  <a:cubicBezTo>
                    <a:pt x="29" y="13"/>
                    <a:pt x="30" y="15"/>
                    <a:pt x="30" y="18"/>
                  </a:cubicBezTo>
                  <a:cubicBezTo>
                    <a:pt x="30" y="23"/>
                    <a:pt x="28" y="27"/>
                    <a:pt x="24" y="31"/>
                  </a:cubicBezTo>
                  <a:cubicBezTo>
                    <a:pt x="21" y="35"/>
                    <a:pt x="18" y="37"/>
                    <a:pt x="14" y="37"/>
                  </a:cubicBezTo>
                  <a:cubicBezTo>
                    <a:pt x="13" y="37"/>
                    <a:pt x="12" y="36"/>
                    <a:pt x="11" y="35"/>
                  </a:cubicBezTo>
                  <a:cubicBezTo>
                    <a:pt x="10" y="33"/>
                    <a:pt x="10" y="32"/>
                    <a:pt x="10" y="29"/>
                  </a:cubicBezTo>
                  <a:cubicBezTo>
                    <a:pt x="10" y="26"/>
                    <a:pt x="11" y="22"/>
                    <a:pt x="13" y="19"/>
                  </a:cubicBezTo>
                  <a:cubicBezTo>
                    <a:pt x="14" y="15"/>
                    <a:pt x="16" y="12"/>
                    <a:pt x="18" y="11"/>
                  </a:cubicBezTo>
                  <a:cubicBezTo>
                    <a:pt x="18" y="11"/>
                    <a:pt x="18" y="11"/>
                    <a:pt x="18" y="11"/>
                  </a:cubicBezTo>
                  <a:cubicBezTo>
                    <a:pt x="20" y="9"/>
                    <a:pt x="21" y="9"/>
                    <a:pt x="23" y="9"/>
                  </a:cubicBezTo>
                  <a:cubicBezTo>
                    <a:pt x="25" y="9"/>
                    <a:pt x="27" y="10"/>
                    <a:pt x="2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102"/>
            <p:cNvSpPr>
              <a:spLocks/>
            </p:cNvSpPr>
            <p:nvPr/>
          </p:nvSpPr>
          <p:spPr bwMode="auto">
            <a:xfrm>
              <a:off x="11288713" y="3144838"/>
              <a:ext cx="85725" cy="71438"/>
            </a:xfrm>
            <a:custGeom>
              <a:avLst/>
              <a:gdLst>
                <a:gd name="T0" fmla="*/ 11 w 49"/>
                <a:gd name="T1" fmla="*/ 1 h 41"/>
                <a:gd name="T2" fmla="*/ 7 w 49"/>
                <a:gd name="T3" fmla="*/ 0 h 41"/>
                <a:gd name="T4" fmla="*/ 4 w 49"/>
                <a:gd name="T5" fmla="*/ 2 h 41"/>
                <a:gd name="T6" fmla="*/ 2 w 49"/>
                <a:gd name="T7" fmla="*/ 6 h 41"/>
                <a:gd name="T8" fmla="*/ 1 w 49"/>
                <a:gd name="T9" fmla="*/ 27 h 41"/>
                <a:gd name="T10" fmla="*/ 0 w 49"/>
                <a:gd name="T11" fmla="*/ 35 h 41"/>
                <a:gd name="T12" fmla="*/ 6 w 49"/>
                <a:gd name="T13" fmla="*/ 41 h 41"/>
                <a:gd name="T14" fmla="*/ 7 w 49"/>
                <a:gd name="T15" fmla="*/ 40 h 41"/>
                <a:gd name="T16" fmla="*/ 9 w 49"/>
                <a:gd name="T17" fmla="*/ 37 h 41"/>
                <a:gd name="T18" fmla="*/ 17 w 49"/>
                <a:gd name="T19" fmla="*/ 22 h 41"/>
                <a:gd name="T20" fmla="*/ 27 w 49"/>
                <a:gd name="T21" fmla="*/ 11 h 41"/>
                <a:gd name="T22" fmla="*/ 31 w 49"/>
                <a:gd name="T23" fmla="*/ 21 h 41"/>
                <a:gd name="T24" fmla="*/ 34 w 49"/>
                <a:gd name="T25" fmla="*/ 34 h 41"/>
                <a:gd name="T26" fmla="*/ 34 w 49"/>
                <a:gd name="T27" fmla="*/ 34 h 41"/>
                <a:gd name="T28" fmla="*/ 40 w 49"/>
                <a:gd name="T29" fmla="*/ 38 h 41"/>
                <a:gd name="T30" fmla="*/ 47 w 49"/>
                <a:gd name="T31" fmla="*/ 36 h 41"/>
                <a:gd name="T32" fmla="*/ 49 w 49"/>
                <a:gd name="T33" fmla="*/ 32 h 41"/>
                <a:gd name="T34" fmla="*/ 48 w 49"/>
                <a:gd name="T35" fmla="*/ 30 h 41"/>
                <a:gd name="T36" fmla="*/ 45 w 49"/>
                <a:gd name="T37" fmla="*/ 30 h 41"/>
                <a:gd name="T38" fmla="*/ 43 w 49"/>
                <a:gd name="T39" fmla="*/ 31 h 41"/>
                <a:gd name="T40" fmla="*/ 40 w 49"/>
                <a:gd name="T41" fmla="*/ 16 h 41"/>
                <a:gd name="T42" fmla="*/ 29 w 49"/>
                <a:gd name="T43" fmla="*/ 1 h 41"/>
                <a:gd name="T44" fmla="*/ 10 w 49"/>
                <a:gd name="T45" fmla="*/ 22 h 41"/>
                <a:gd name="T46" fmla="*/ 12 w 49"/>
                <a:gd name="T47" fmla="*/ 7 h 41"/>
                <a:gd name="T48" fmla="*/ 11 w 49"/>
                <a:gd name="T49" fmla="*/ 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9" h="41">
                  <a:moveTo>
                    <a:pt x="11" y="1"/>
                  </a:moveTo>
                  <a:cubicBezTo>
                    <a:pt x="10" y="0"/>
                    <a:pt x="9" y="0"/>
                    <a:pt x="7" y="0"/>
                  </a:cubicBezTo>
                  <a:cubicBezTo>
                    <a:pt x="6" y="0"/>
                    <a:pt x="5" y="0"/>
                    <a:pt x="4" y="2"/>
                  </a:cubicBezTo>
                  <a:cubicBezTo>
                    <a:pt x="3" y="3"/>
                    <a:pt x="2" y="5"/>
                    <a:pt x="2" y="6"/>
                  </a:cubicBezTo>
                  <a:cubicBezTo>
                    <a:pt x="2" y="14"/>
                    <a:pt x="2" y="21"/>
                    <a:pt x="1" y="27"/>
                  </a:cubicBezTo>
                  <a:cubicBezTo>
                    <a:pt x="0" y="31"/>
                    <a:pt x="0" y="34"/>
                    <a:pt x="0" y="35"/>
                  </a:cubicBezTo>
                  <a:cubicBezTo>
                    <a:pt x="0" y="39"/>
                    <a:pt x="2" y="41"/>
                    <a:pt x="6" y="41"/>
                  </a:cubicBezTo>
                  <a:cubicBezTo>
                    <a:pt x="6" y="41"/>
                    <a:pt x="7" y="40"/>
                    <a:pt x="7" y="40"/>
                  </a:cubicBezTo>
                  <a:cubicBezTo>
                    <a:pt x="8" y="39"/>
                    <a:pt x="9" y="38"/>
                    <a:pt x="9" y="37"/>
                  </a:cubicBezTo>
                  <a:cubicBezTo>
                    <a:pt x="10" y="34"/>
                    <a:pt x="13" y="29"/>
                    <a:pt x="17" y="22"/>
                  </a:cubicBezTo>
                  <a:cubicBezTo>
                    <a:pt x="22" y="15"/>
                    <a:pt x="25" y="11"/>
                    <a:pt x="27" y="11"/>
                  </a:cubicBezTo>
                  <a:cubicBezTo>
                    <a:pt x="29" y="11"/>
                    <a:pt x="30" y="14"/>
                    <a:pt x="31" y="21"/>
                  </a:cubicBezTo>
                  <a:cubicBezTo>
                    <a:pt x="32" y="28"/>
                    <a:pt x="33" y="32"/>
                    <a:pt x="34" y="34"/>
                  </a:cubicBezTo>
                  <a:cubicBezTo>
                    <a:pt x="34" y="34"/>
                    <a:pt x="34" y="34"/>
                    <a:pt x="34" y="34"/>
                  </a:cubicBezTo>
                  <a:cubicBezTo>
                    <a:pt x="35" y="37"/>
                    <a:pt x="37" y="38"/>
                    <a:pt x="40" y="38"/>
                  </a:cubicBezTo>
                  <a:cubicBezTo>
                    <a:pt x="43" y="38"/>
                    <a:pt x="45" y="38"/>
                    <a:pt x="47" y="36"/>
                  </a:cubicBezTo>
                  <a:cubicBezTo>
                    <a:pt x="49" y="35"/>
                    <a:pt x="49" y="33"/>
                    <a:pt x="49" y="32"/>
                  </a:cubicBezTo>
                  <a:cubicBezTo>
                    <a:pt x="49" y="30"/>
                    <a:pt x="49" y="30"/>
                    <a:pt x="48" y="30"/>
                  </a:cubicBezTo>
                  <a:cubicBezTo>
                    <a:pt x="47" y="30"/>
                    <a:pt x="46" y="30"/>
                    <a:pt x="45" y="30"/>
                  </a:cubicBezTo>
                  <a:cubicBezTo>
                    <a:pt x="45" y="30"/>
                    <a:pt x="44" y="31"/>
                    <a:pt x="43" y="31"/>
                  </a:cubicBezTo>
                  <a:cubicBezTo>
                    <a:pt x="42" y="31"/>
                    <a:pt x="41" y="26"/>
                    <a:pt x="40" y="16"/>
                  </a:cubicBezTo>
                  <a:cubicBezTo>
                    <a:pt x="39" y="6"/>
                    <a:pt x="35" y="1"/>
                    <a:pt x="29" y="1"/>
                  </a:cubicBezTo>
                  <a:cubicBezTo>
                    <a:pt x="22" y="1"/>
                    <a:pt x="15" y="8"/>
                    <a:pt x="10" y="22"/>
                  </a:cubicBezTo>
                  <a:cubicBezTo>
                    <a:pt x="11" y="14"/>
                    <a:pt x="12" y="10"/>
                    <a:pt x="12" y="7"/>
                  </a:cubicBezTo>
                  <a:cubicBezTo>
                    <a:pt x="12" y="4"/>
                    <a:pt x="12" y="2"/>
                    <a:pt x="1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103"/>
            <p:cNvSpPr>
              <a:spLocks noEditPoints="1"/>
            </p:cNvSpPr>
            <p:nvPr/>
          </p:nvSpPr>
          <p:spPr bwMode="auto">
            <a:xfrm>
              <a:off x="11379200" y="3138488"/>
              <a:ext cx="73025" cy="79375"/>
            </a:xfrm>
            <a:custGeom>
              <a:avLst/>
              <a:gdLst>
                <a:gd name="T0" fmla="*/ 39 w 42"/>
                <a:gd name="T1" fmla="*/ 8 h 45"/>
                <a:gd name="T2" fmla="*/ 35 w 42"/>
                <a:gd name="T3" fmla="*/ 5 h 45"/>
                <a:gd name="T4" fmla="*/ 28 w 42"/>
                <a:gd name="T5" fmla="*/ 0 h 45"/>
                <a:gd name="T6" fmla="*/ 10 w 42"/>
                <a:gd name="T7" fmla="*/ 11 h 45"/>
                <a:gd name="T8" fmla="*/ 0 w 42"/>
                <a:gd name="T9" fmla="*/ 34 h 45"/>
                <a:gd name="T10" fmla="*/ 3 w 42"/>
                <a:gd name="T11" fmla="*/ 41 h 45"/>
                <a:gd name="T12" fmla="*/ 9 w 42"/>
                <a:gd name="T13" fmla="*/ 44 h 45"/>
                <a:gd name="T14" fmla="*/ 29 w 42"/>
                <a:gd name="T15" fmla="*/ 30 h 45"/>
                <a:gd name="T16" fmla="*/ 36 w 42"/>
                <a:gd name="T17" fmla="*/ 45 h 45"/>
                <a:gd name="T18" fmla="*/ 40 w 42"/>
                <a:gd name="T19" fmla="*/ 44 h 45"/>
                <a:gd name="T20" fmla="*/ 42 w 42"/>
                <a:gd name="T21" fmla="*/ 40 h 45"/>
                <a:gd name="T22" fmla="*/ 40 w 42"/>
                <a:gd name="T23" fmla="*/ 38 h 45"/>
                <a:gd name="T24" fmla="*/ 39 w 42"/>
                <a:gd name="T25" fmla="*/ 37 h 45"/>
                <a:gd name="T26" fmla="*/ 38 w 42"/>
                <a:gd name="T27" fmla="*/ 34 h 45"/>
                <a:gd name="T28" fmla="*/ 37 w 42"/>
                <a:gd name="T29" fmla="*/ 27 h 45"/>
                <a:gd name="T30" fmla="*/ 38 w 42"/>
                <a:gd name="T31" fmla="*/ 14 h 45"/>
                <a:gd name="T32" fmla="*/ 39 w 42"/>
                <a:gd name="T33" fmla="*/ 8 h 45"/>
                <a:gd name="T34" fmla="*/ 23 w 42"/>
                <a:gd name="T35" fmla="*/ 27 h 45"/>
                <a:gd name="T36" fmla="*/ 11 w 42"/>
                <a:gd name="T37" fmla="*/ 35 h 45"/>
                <a:gd name="T38" fmla="*/ 10 w 42"/>
                <a:gd name="T39" fmla="*/ 32 h 45"/>
                <a:gd name="T40" fmla="*/ 16 w 42"/>
                <a:gd name="T41" fmla="*/ 17 h 45"/>
                <a:gd name="T42" fmla="*/ 27 w 42"/>
                <a:gd name="T43" fmla="*/ 8 h 45"/>
                <a:gd name="T44" fmla="*/ 29 w 42"/>
                <a:gd name="T45" fmla="*/ 9 h 45"/>
                <a:gd name="T46" fmla="*/ 30 w 42"/>
                <a:gd name="T47" fmla="*/ 12 h 45"/>
                <a:gd name="T48" fmla="*/ 23 w 42"/>
                <a:gd name="T49"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 h="45">
                  <a:moveTo>
                    <a:pt x="39" y="8"/>
                  </a:moveTo>
                  <a:cubicBezTo>
                    <a:pt x="39" y="6"/>
                    <a:pt x="38" y="5"/>
                    <a:pt x="35" y="5"/>
                  </a:cubicBezTo>
                  <a:cubicBezTo>
                    <a:pt x="34" y="1"/>
                    <a:pt x="32" y="0"/>
                    <a:pt x="28" y="0"/>
                  </a:cubicBezTo>
                  <a:cubicBezTo>
                    <a:pt x="22" y="0"/>
                    <a:pt x="16" y="4"/>
                    <a:pt x="10" y="11"/>
                  </a:cubicBezTo>
                  <a:cubicBezTo>
                    <a:pt x="3" y="19"/>
                    <a:pt x="0" y="27"/>
                    <a:pt x="0" y="34"/>
                  </a:cubicBezTo>
                  <a:cubicBezTo>
                    <a:pt x="0" y="37"/>
                    <a:pt x="1" y="39"/>
                    <a:pt x="3" y="41"/>
                  </a:cubicBezTo>
                  <a:cubicBezTo>
                    <a:pt x="5" y="43"/>
                    <a:pt x="7" y="44"/>
                    <a:pt x="9" y="44"/>
                  </a:cubicBezTo>
                  <a:cubicBezTo>
                    <a:pt x="15" y="44"/>
                    <a:pt x="22" y="39"/>
                    <a:pt x="29" y="30"/>
                  </a:cubicBezTo>
                  <a:cubicBezTo>
                    <a:pt x="29" y="40"/>
                    <a:pt x="31" y="45"/>
                    <a:pt x="36" y="45"/>
                  </a:cubicBezTo>
                  <a:cubicBezTo>
                    <a:pt x="37" y="45"/>
                    <a:pt x="39" y="44"/>
                    <a:pt x="40" y="44"/>
                  </a:cubicBezTo>
                  <a:cubicBezTo>
                    <a:pt x="41" y="43"/>
                    <a:pt x="42" y="42"/>
                    <a:pt x="42" y="40"/>
                  </a:cubicBezTo>
                  <a:cubicBezTo>
                    <a:pt x="42" y="39"/>
                    <a:pt x="41" y="39"/>
                    <a:pt x="40" y="38"/>
                  </a:cubicBezTo>
                  <a:cubicBezTo>
                    <a:pt x="39" y="38"/>
                    <a:pt x="39" y="37"/>
                    <a:pt x="39" y="37"/>
                  </a:cubicBezTo>
                  <a:cubicBezTo>
                    <a:pt x="38" y="36"/>
                    <a:pt x="38" y="35"/>
                    <a:pt x="38" y="34"/>
                  </a:cubicBezTo>
                  <a:cubicBezTo>
                    <a:pt x="37" y="33"/>
                    <a:pt x="37" y="30"/>
                    <a:pt x="37" y="27"/>
                  </a:cubicBezTo>
                  <a:cubicBezTo>
                    <a:pt x="37" y="24"/>
                    <a:pt x="37" y="19"/>
                    <a:pt x="38" y="14"/>
                  </a:cubicBezTo>
                  <a:cubicBezTo>
                    <a:pt x="39" y="11"/>
                    <a:pt x="39" y="9"/>
                    <a:pt x="39" y="8"/>
                  </a:cubicBezTo>
                  <a:close/>
                  <a:moveTo>
                    <a:pt x="23" y="27"/>
                  </a:moveTo>
                  <a:cubicBezTo>
                    <a:pt x="18" y="32"/>
                    <a:pt x="14" y="35"/>
                    <a:pt x="11" y="35"/>
                  </a:cubicBezTo>
                  <a:cubicBezTo>
                    <a:pt x="10" y="35"/>
                    <a:pt x="10" y="34"/>
                    <a:pt x="10" y="32"/>
                  </a:cubicBezTo>
                  <a:cubicBezTo>
                    <a:pt x="10" y="28"/>
                    <a:pt x="12" y="23"/>
                    <a:pt x="16" y="17"/>
                  </a:cubicBezTo>
                  <a:cubicBezTo>
                    <a:pt x="21" y="11"/>
                    <a:pt x="24" y="8"/>
                    <a:pt x="27" y="8"/>
                  </a:cubicBezTo>
                  <a:cubicBezTo>
                    <a:pt x="27" y="8"/>
                    <a:pt x="28" y="9"/>
                    <a:pt x="29" y="9"/>
                  </a:cubicBezTo>
                  <a:cubicBezTo>
                    <a:pt x="29" y="10"/>
                    <a:pt x="30" y="11"/>
                    <a:pt x="30" y="12"/>
                  </a:cubicBezTo>
                  <a:cubicBezTo>
                    <a:pt x="30" y="17"/>
                    <a:pt x="27" y="21"/>
                    <a:pt x="23"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104"/>
            <p:cNvSpPr>
              <a:spLocks/>
            </p:cNvSpPr>
            <p:nvPr/>
          </p:nvSpPr>
          <p:spPr bwMode="auto">
            <a:xfrm>
              <a:off x="11468100" y="3097213"/>
              <a:ext cx="30163" cy="122238"/>
            </a:xfrm>
            <a:custGeom>
              <a:avLst/>
              <a:gdLst>
                <a:gd name="T0" fmla="*/ 13 w 17"/>
                <a:gd name="T1" fmla="*/ 22 h 70"/>
                <a:gd name="T2" fmla="*/ 16 w 17"/>
                <a:gd name="T3" fmla="*/ 10 h 70"/>
                <a:gd name="T4" fmla="*/ 17 w 17"/>
                <a:gd name="T5" fmla="*/ 5 h 70"/>
                <a:gd name="T6" fmla="*/ 13 w 17"/>
                <a:gd name="T7" fmla="*/ 0 h 70"/>
                <a:gd name="T8" fmla="*/ 8 w 17"/>
                <a:gd name="T9" fmla="*/ 4 h 70"/>
                <a:gd name="T10" fmla="*/ 3 w 17"/>
                <a:gd name="T11" fmla="*/ 26 h 70"/>
                <a:gd name="T12" fmla="*/ 0 w 17"/>
                <a:gd name="T13" fmla="*/ 59 h 70"/>
                <a:gd name="T14" fmla="*/ 1 w 17"/>
                <a:gd name="T15" fmla="*/ 68 h 70"/>
                <a:gd name="T16" fmla="*/ 5 w 17"/>
                <a:gd name="T17" fmla="*/ 70 h 70"/>
                <a:gd name="T18" fmla="*/ 8 w 17"/>
                <a:gd name="T19" fmla="*/ 69 h 70"/>
                <a:gd name="T20" fmla="*/ 10 w 17"/>
                <a:gd name="T21" fmla="*/ 65 h 70"/>
                <a:gd name="T22" fmla="*/ 10 w 17"/>
                <a:gd name="T23" fmla="*/ 62 h 70"/>
                <a:gd name="T24" fmla="*/ 9 w 17"/>
                <a:gd name="T25" fmla="*/ 50 h 70"/>
                <a:gd name="T26" fmla="*/ 10 w 17"/>
                <a:gd name="T27" fmla="*/ 37 h 70"/>
                <a:gd name="T28" fmla="*/ 13 w 17"/>
                <a:gd name="T29" fmla="*/ 2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70">
                  <a:moveTo>
                    <a:pt x="13" y="22"/>
                  </a:moveTo>
                  <a:cubicBezTo>
                    <a:pt x="15" y="15"/>
                    <a:pt x="16" y="11"/>
                    <a:pt x="16" y="10"/>
                  </a:cubicBezTo>
                  <a:cubicBezTo>
                    <a:pt x="17" y="8"/>
                    <a:pt x="17" y="7"/>
                    <a:pt x="17" y="5"/>
                  </a:cubicBezTo>
                  <a:cubicBezTo>
                    <a:pt x="17" y="2"/>
                    <a:pt x="16" y="0"/>
                    <a:pt x="13" y="0"/>
                  </a:cubicBezTo>
                  <a:cubicBezTo>
                    <a:pt x="11" y="0"/>
                    <a:pt x="10" y="2"/>
                    <a:pt x="8" y="4"/>
                  </a:cubicBezTo>
                  <a:cubicBezTo>
                    <a:pt x="7" y="6"/>
                    <a:pt x="5" y="13"/>
                    <a:pt x="3" y="26"/>
                  </a:cubicBezTo>
                  <a:cubicBezTo>
                    <a:pt x="1" y="39"/>
                    <a:pt x="0" y="49"/>
                    <a:pt x="0" y="59"/>
                  </a:cubicBezTo>
                  <a:cubicBezTo>
                    <a:pt x="0" y="63"/>
                    <a:pt x="0" y="66"/>
                    <a:pt x="1" y="68"/>
                  </a:cubicBezTo>
                  <a:cubicBezTo>
                    <a:pt x="1" y="69"/>
                    <a:pt x="3" y="70"/>
                    <a:pt x="5" y="70"/>
                  </a:cubicBezTo>
                  <a:cubicBezTo>
                    <a:pt x="6" y="70"/>
                    <a:pt x="7" y="70"/>
                    <a:pt x="8" y="69"/>
                  </a:cubicBezTo>
                  <a:cubicBezTo>
                    <a:pt x="10" y="68"/>
                    <a:pt x="10" y="66"/>
                    <a:pt x="10" y="65"/>
                  </a:cubicBezTo>
                  <a:cubicBezTo>
                    <a:pt x="10" y="64"/>
                    <a:pt x="10" y="63"/>
                    <a:pt x="10" y="62"/>
                  </a:cubicBezTo>
                  <a:cubicBezTo>
                    <a:pt x="9" y="58"/>
                    <a:pt x="9" y="54"/>
                    <a:pt x="9" y="50"/>
                  </a:cubicBezTo>
                  <a:cubicBezTo>
                    <a:pt x="9" y="47"/>
                    <a:pt x="10" y="43"/>
                    <a:pt x="10" y="37"/>
                  </a:cubicBezTo>
                  <a:cubicBezTo>
                    <a:pt x="11" y="32"/>
                    <a:pt x="12" y="27"/>
                    <a:pt x="13"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105"/>
            <p:cNvSpPr>
              <a:spLocks noEditPoints="1"/>
            </p:cNvSpPr>
            <p:nvPr/>
          </p:nvSpPr>
          <p:spPr bwMode="auto">
            <a:xfrm>
              <a:off x="11564938" y="3114675"/>
              <a:ext cx="98425" cy="106363"/>
            </a:xfrm>
            <a:custGeom>
              <a:avLst/>
              <a:gdLst>
                <a:gd name="T0" fmla="*/ 49 w 56"/>
                <a:gd name="T1" fmla="*/ 6 h 61"/>
                <a:gd name="T2" fmla="*/ 31 w 56"/>
                <a:gd name="T3" fmla="*/ 0 h 61"/>
                <a:gd name="T4" fmla="*/ 22 w 56"/>
                <a:gd name="T5" fmla="*/ 0 h 61"/>
                <a:gd name="T6" fmla="*/ 12 w 56"/>
                <a:gd name="T7" fmla="*/ 1 h 61"/>
                <a:gd name="T8" fmla="*/ 7 w 56"/>
                <a:gd name="T9" fmla="*/ 1 h 61"/>
                <a:gd name="T10" fmla="*/ 3 w 56"/>
                <a:gd name="T11" fmla="*/ 2 h 61"/>
                <a:gd name="T12" fmla="*/ 2 w 56"/>
                <a:gd name="T13" fmla="*/ 6 h 61"/>
                <a:gd name="T14" fmla="*/ 6 w 56"/>
                <a:gd name="T15" fmla="*/ 10 h 61"/>
                <a:gd name="T16" fmla="*/ 6 w 56"/>
                <a:gd name="T17" fmla="*/ 10 h 61"/>
                <a:gd name="T18" fmla="*/ 6 w 56"/>
                <a:gd name="T19" fmla="*/ 15 h 61"/>
                <a:gd name="T20" fmla="*/ 2 w 56"/>
                <a:gd name="T21" fmla="*/ 44 h 61"/>
                <a:gd name="T22" fmla="*/ 2 w 56"/>
                <a:gd name="T23" fmla="*/ 51 h 61"/>
                <a:gd name="T24" fmla="*/ 1 w 56"/>
                <a:gd name="T25" fmla="*/ 53 h 61"/>
                <a:gd name="T26" fmla="*/ 0 w 56"/>
                <a:gd name="T27" fmla="*/ 56 h 61"/>
                <a:gd name="T28" fmla="*/ 2 w 56"/>
                <a:gd name="T29" fmla="*/ 59 h 61"/>
                <a:gd name="T30" fmla="*/ 5 w 56"/>
                <a:gd name="T31" fmla="*/ 61 h 61"/>
                <a:gd name="T32" fmla="*/ 10 w 56"/>
                <a:gd name="T33" fmla="*/ 59 h 61"/>
                <a:gd name="T34" fmla="*/ 14 w 56"/>
                <a:gd name="T35" fmla="*/ 57 h 61"/>
                <a:gd name="T36" fmla="*/ 20 w 56"/>
                <a:gd name="T37" fmla="*/ 55 h 61"/>
                <a:gd name="T38" fmla="*/ 45 w 56"/>
                <a:gd name="T39" fmla="*/ 43 h 61"/>
                <a:gd name="T40" fmla="*/ 56 w 56"/>
                <a:gd name="T41" fmla="*/ 22 h 61"/>
                <a:gd name="T42" fmla="*/ 49 w 56"/>
                <a:gd name="T43" fmla="*/ 6 h 61"/>
                <a:gd name="T44" fmla="*/ 40 w 56"/>
                <a:gd name="T45" fmla="*/ 36 h 61"/>
                <a:gd name="T46" fmla="*/ 24 w 56"/>
                <a:gd name="T47" fmla="*/ 46 h 61"/>
                <a:gd name="T48" fmla="*/ 12 w 56"/>
                <a:gd name="T49" fmla="*/ 49 h 61"/>
                <a:gd name="T50" fmla="*/ 12 w 56"/>
                <a:gd name="T51" fmla="*/ 46 h 61"/>
                <a:gd name="T52" fmla="*/ 16 w 56"/>
                <a:gd name="T53" fmla="*/ 9 h 61"/>
                <a:gd name="T54" fmla="*/ 18 w 56"/>
                <a:gd name="T55" fmla="*/ 9 h 61"/>
                <a:gd name="T56" fmla="*/ 30 w 56"/>
                <a:gd name="T57" fmla="*/ 8 h 61"/>
                <a:gd name="T58" fmla="*/ 42 w 56"/>
                <a:gd name="T59" fmla="*/ 12 h 61"/>
                <a:gd name="T60" fmla="*/ 46 w 56"/>
                <a:gd name="T61" fmla="*/ 22 h 61"/>
                <a:gd name="T62" fmla="*/ 40 w 56"/>
                <a:gd name="T63" fmla="*/ 3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6" h="61">
                  <a:moveTo>
                    <a:pt x="49" y="6"/>
                  </a:moveTo>
                  <a:cubicBezTo>
                    <a:pt x="44" y="2"/>
                    <a:pt x="38" y="0"/>
                    <a:pt x="31" y="0"/>
                  </a:cubicBezTo>
                  <a:cubicBezTo>
                    <a:pt x="29" y="0"/>
                    <a:pt x="26" y="0"/>
                    <a:pt x="22" y="0"/>
                  </a:cubicBezTo>
                  <a:cubicBezTo>
                    <a:pt x="18" y="1"/>
                    <a:pt x="15" y="1"/>
                    <a:pt x="12" y="1"/>
                  </a:cubicBezTo>
                  <a:cubicBezTo>
                    <a:pt x="7" y="1"/>
                    <a:pt x="7" y="1"/>
                    <a:pt x="7" y="1"/>
                  </a:cubicBezTo>
                  <a:cubicBezTo>
                    <a:pt x="6" y="1"/>
                    <a:pt x="4" y="1"/>
                    <a:pt x="3" y="2"/>
                  </a:cubicBezTo>
                  <a:cubicBezTo>
                    <a:pt x="2" y="3"/>
                    <a:pt x="2" y="5"/>
                    <a:pt x="2" y="6"/>
                  </a:cubicBezTo>
                  <a:cubicBezTo>
                    <a:pt x="2" y="8"/>
                    <a:pt x="3" y="9"/>
                    <a:pt x="6" y="10"/>
                  </a:cubicBezTo>
                  <a:cubicBezTo>
                    <a:pt x="6" y="10"/>
                    <a:pt x="6" y="10"/>
                    <a:pt x="6" y="10"/>
                  </a:cubicBezTo>
                  <a:cubicBezTo>
                    <a:pt x="6" y="12"/>
                    <a:pt x="6" y="13"/>
                    <a:pt x="6" y="15"/>
                  </a:cubicBezTo>
                  <a:cubicBezTo>
                    <a:pt x="4" y="25"/>
                    <a:pt x="3" y="35"/>
                    <a:pt x="2" y="44"/>
                  </a:cubicBezTo>
                  <a:cubicBezTo>
                    <a:pt x="2" y="47"/>
                    <a:pt x="2" y="50"/>
                    <a:pt x="2" y="51"/>
                  </a:cubicBezTo>
                  <a:cubicBezTo>
                    <a:pt x="1" y="53"/>
                    <a:pt x="1" y="53"/>
                    <a:pt x="1" y="53"/>
                  </a:cubicBezTo>
                  <a:cubicBezTo>
                    <a:pt x="0" y="54"/>
                    <a:pt x="0" y="55"/>
                    <a:pt x="0" y="56"/>
                  </a:cubicBezTo>
                  <a:cubicBezTo>
                    <a:pt x="0" y="56"/>
                    <a:pt x="0" y="58"/>
                    <a:pt x="2" y="59"/>
                  </a:cubicBezTo>
                  <a:cubicBezTo>
                    <a:pt x="3" y="60"/>
                    <a:pt x="4" y="61"/>
                    <a:pt x="5" y="61"/>
                  </a:cubicBezTo>
                  <a:cubicBezTo>
                    <a:pt x="7" y="61"/>
                    <a:pt x="9" y="60"/>
                    <a:pt x="10" y="59"/>
                  </a:cubicBezTo>
                  <a:cubicBezTo>
                    <a:pt x="12" y="58"/>
                    <a:pt x="13" y="57"/>
                    <a:pt x="14" y="57"/>
                  </a:cubicBezTo>
                  <a:cubicBezTo>
                    <a:pt x="15" y="56"/>
                    <a:pt x="17" y="56"/>
                    <a:pt x="20" y="55"/>
                  </a:cubicBezTo>
                  <a:cubicBezTo>
                    <a:pt x="30" y="53"/>
                    <a:pt x="38" y="49"/>
                    <a:pt x="45" y="43"/>
                  </a:cubicBezTo>
                  <a:cubicBezTo>
                    <a:pt x="52" y="37"/>
                    <a:pt x="56" y="30"/>
                    <a:pt x="56" y="22"/>
                  </a:cubicBezTo>
                  <a:cubicBezTo>
                    <a:pt x="56" y="16"/>
                    <a:pt x="53" y="10"/>
                    <a:pt x="49" y="6"/>
                  </a:cubicBezTo>
                  <a:close/>
                  <a:moveTo>
                    <a:pt x="40" y="36"/>
                  </a:moveTo>
                  <a:cubicBezTo>
                    <a:pt x="36" y="41"/>
                    <a:pt x="31" y="44"/>
                    <a:pt x="24" y="46"/>
                  </a:cubicBezTo>
                  <a:cubicBezTo>
                    <a:pt x="17" y="48"/>
                    <a:pt x="13" y="49"/>
                    <a:pt x="12" y="49"/>
                  </a:cubicBezTo>
                  <a:cubicBezTo>
                    <a:pt x="12" y="48"/>
                    <a:pt x="12" y="47"/>
                    <a:pt x="12" y="46"/>
                  </a:cubicBezTo>
                  <a:cubicBezTo>
                    <a:pt x="12" y="39"/>
                    <a:pt x="13" y="26"/>
                    <a:pt x="16" y="9"/>
                  </a:cubicBezTo>
                  <a:cubicBezTo>
                    <a:pt x="16" y="9"/>
                    <a:pt x="17" y="9"/>
                    <a:pt x="18" y="9"/>
                  </a:cubicBezTo>
                  <a:cubicBezTo>
                    <a:pt x="22" y="8"/>
                    <a:pt x="26" y="8"/>
                    <a:pt x="30" y="8"/>
                  </a:cubicBezTo>
                  <a:cubicBezTo>
                    <a:pt x="35" y="8"/>
                    <a:pt x="39" y="9"/>
                    <a:pt x="42" y="12"/>
                  </a:cubicBezTo>
                  <a:cubicBezTo>
                    <a:pt x="45" y="14"/>
                    <a:pt x="46" y="18"/>
                    <a:pt x="46" y="22"/>
                  </a:cubicBezTo>
                  <a:cubicBezTo>
                    <a:pt x="46" y="27"/>
                    <a:pt x="44" y="32"/>
                    <a:pt x="40"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106"/>
            <p:cNvSpPr>
              <a:spLocks/>
            </p:cNvSpPr>
            <p:nvPr/>
          </p:nvSpPr>
          <p:spPr bwMode="auto">
            <a:xfrm>
              <a:off x="11676063" y="3143250"/>
              <a:ext cx="23813" cy="74613"/>
            </a:xfrm>
            <a:custGeom>
              <a:avLst/>
              <a:gdLst>
                <a:gd name="T0" fmla="*/ 12 w 14"/>
                <a:gd name="T1" fmla="*/ 11 h 43"/>
                <a:gd name="T2" fmla="*/ 13 w 14"/>
                <a:gd name="T3" fmla="*/ 11 h 43"/>
                <a:gd name="T4" fmla="*/ 14 w 14"/>
                <a:gd name="T5" fmla="*/ 4 h 43"/>
                <a:gd name="T6" fmla="*/ 13 w 14"/>
                <a:gd name="T7" fmla="*/ 1 h 43"/>
                <a:gd name="T8" fmla="*/ 8 w 14"/>
                <a:gd name="T9" fmla="*/ 0 h 43"/>
                <a:gd name="T10" fmla="*/ 5 w 14"/>
                <a:gd name="T11" fmla="*/ 2 h 43"/>
                <a:gd name="T12" fmla="*/ 4 w 14"/>
                <a:gd name="T13" fmla="*/ 7 h 43"/>
                <a:gd name="T14" fmla="*/ 2 w 14"/>
                <a:gd name="T15" fmla="*/ 15 h 43"/>
                <a:gd name="T16" fmla="*/ 2 w 14"/>
                <a:gd name="T17" fmla="*/ 15 h 43"/>
                <a:gd name="T18" fmla="*/ 2 w 14"/>
                <a:gd name="T19" fmla="*/ 19 h 43"/>
                <a:gd name="T20" fmla="*/ 0 w 14"/>
                <a:gd name="T21" fmla="*/ 35 h 43"/>
                <a:gd name="T22" fmla="*/ 5 w 14"/>
                <a:gd name="T23" fmla="*/ 43 h 43"/>
                <a:gd name="T24" fmla="*/ 9 w 14"/>
                <a:gd name="T25" fmla="*/ 42 h 43"/>
                <a:gd name="T26" fmla="*/ 10 w 14"/>
                <a:gd name="T27" fmla="*/ 39 h 43"/>
                <a:gd name="T28" fmla="*/ 10 w 14"/>
                <a:gd name="T29" fmla="*/ 38 h 43"/>
                <a:gd name="T30" fmla="*/ 9 w 14"/>
                <a:gd name="T31" fmla="*/ 32 h 43"/>
                <a:gd name="T32" fmla="*/ 10 w 14"/>
                <a:gd name="T33" fmla="*/ 24 h 43"/>
                <a:gd name="T34" fmla="*/ 12 w 14"/>
                <a:gd name="T35" fmla="*/ 1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43">
                  <a:moveTo>
                    <a:pt x="12" y="11"/>
                  </a:moveTo>
                  <a:cubicBezTo>
                    <a:pt x="13" y="11"/>
                    <a:pt x="13" y="11"/>
                    <a:pt x="13" y="11"/>
                  </a:cubicBezTo>
                  <a:cubicBezTo>
                    <a:pt x="14" y="7"/>
                    <a:pt x="14" y="5"/>
                    <a:pt x="14" y="4"/>
                  </a:cubicBezTo>
                  <a:cubicBezTo>
                    <a:pt x="14" y="3"/>
                    <a:pt x="14" y="2"/>
                    <a:pt x="13" y="1"/>
                  </a:cubicBezTo>
                  <a:cubicBezTo>
                    <a:pt x="12" y="0"/>
                    <a:pt x="10" y="0"/>
                    <a:pt x="8" y="0"/>
                  </a:cubicBezTo>
                  <a:cubicBezTo>
                    <a:pt x="7" y="0"/>
                    <a:pt x="6" y="1"/>
                    <a:pt x="5" y="2"/>
                  </a:cubicBezTo>
                  <a:cubicBezTo>
                    <a:pt x="4" y="3"/>
                    <a:pt x="4" y="5"/>
                    <a:pt x="4" y="7"/>
                  </a:cubicBezTo>
                  <a:cubicBezTo>
                    <a:pt x="4" y="8"/>
                    <a:pt x="3" y="10"/>
                    <a:pt x="2" y="15"/>
                  </a:cubicBezTo>
                  <a:cubicBezTo>
                    <a:pt x="2" y="15"/>
                    <a:pt x="2" y="15"/>
                    <a:pt x="2" y="15"/>
                  </a:cubicBezTo>
                  <a:cubicBezTo>
                    <a:pt x="2" y="16"/>
                    <a:pt x="2" y="18"/>
                    <a:pt x="2" y="19"/>
                  </a:cubicBezTo>
                  <a:cubicBezTo>
                    <a:pt x="0" y="25"/>
                    <a:pt x="0" y="31"/>
                    <a:pt x="0" y="35"/>
                  </a:cubicBezTo>
                  <a:cubicBezTo>
                    <a:pt x="0" y="41"/>
                    <a:pt x="2" y="43"/>
                    <a:pt x="5" y="43"/>
                  </a:cubicBezTo>
                  <a:cubicBezTo>
                    <a:pt x="6" y="43"/>
                    <a:pt x="8" y="43"/>
                    <a:pt x="9" y="42"/>
                  </a:cubicBezTo>
                  <a:cubicBezTo>
                    <a:pt x="10" y="41"/>
                    <a:pt x="10" y="40"/>
                    <a:pt x="10" y="39"/>
                  </a:cubicBezTo>
                  <a:cubicBezTo>
                    <a:pt x="10" y="39"/>
                    <a:pt x="10" y="39"/>
                    <a:pt x="10" y="38"/>
                  </a:cubicBezTo>
                  <a:cubicBezTo>
                    <a:pt x="10" y="35"/>
                    <a:pt x="9" y="33"/>
                    <a:pt x="9" y="32"/>
                  </a:cubicBezTo>
                  <a:cubicBezTo>
                    <a:pt x="9" y="30"/>
                    <a:pt x="10" y="27"/>
                    <a:pt x="10" y="24"/>
                  </a:cubicBezTo>
                  <a:cubicBezTo>
                    <a:pt x="10" y="21"/>
                    <a:pt x="11" y="17"/>
                    <a:pt x="12"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107"/>
            <p:cNvSpPr>
              <a:spLocks/>
            </p:cNvSpPr>
            <p:nvPr/>
          </p:nvSpPr>
          <p:spPr bwMode="auto">
            <a:xfrm>
              <a:off x="11688763" y="3101975"/>
              <a:ext cx="23813" cy="22225"/>
            </a:xfrm>
            <a:custGeom>
              <a:avLst/>
              <a:gdLst>
                <a:gd name="T0" fmla="*/ 11 w 13"/>
                <a:gd name="T1" fmla="*/ 11 h 13"/>
                <a:gd name="T2" fmla="*/ 13 w 13"/>
                <a:gd name="T3" fmla="*/ 6 h 13"/>
                <a:gd name="T4" fmla="*/ 12 w 13"/>
                <a:gd name="T5" fmla="*/ 2 h 13"/>
                <a:gd name="T6" fmla="*/ 8 w 13"/>
                <a:gd name="T7" fmla="*/ 0 h 13"/>
                <a:gd name="T8" fmla="*/ 2 w 13"/>
                <a:gd name="T9" fmla="*/ 2 h 13"/>
                <a:gd name="T10" fmla="*/ 0 w 13"/>
                <a:gd name="T11" fmla="*/ 7 h 13"/>
                <a:gd name="T12" fmla="*/ 2 w 13"/>
                <a:gd name="T13" fmla="*/ 11 h 13"/>
                <a:gd name="T14" fmla="*/ 7 w 13"/>
                <a:gd name="T15" fmla="*/ 13 h 13"/>
                <a:gd name="T16" fmla="*/ 11 w 13"/>
                <a:gd name="T17"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3">
                  <a:moveTo>
                    <a:pt x="11" y="11"/>
                  </a:moveTo>
                  <a:cubicBezTo>
                    <a:pt x="13" y="9"/>
                    <a:pt x="13" y="7"/>
                    <a:pt x="13" y="6"/>
                  </a:cubicBezTo>
                  <a:cubicBezTo>
                    <a:pt x="13" y="4"/>
                    <a:pt x="13" y="3"/>
                    <a:pt x="12" y="2"/>
                  </a:cubicBezTo>
                  <a:cubicBezTo>
                    <a:pt x="11" y="1"/>
                    <a:pt x="9" y="0"/>
                    <a:pt x="8" y="0"/>
                  </a:cubicBezTo>
                  <a:cubicBezTo>
                    <a:pt x="5" y="0"/>
                    <a:pt x="4" y="1"/>
                    <a:pt x="2" y="2"/>
                  </a:cubicBezTo>
                  <a:cubicBezTo>
                    <a:pt x="1" y="3"/>
                    <a:pt x="0" y="5"/>
                    <a:pt x="0" y="7"/>
                  </a:cubicBezTo>
                  <a:cubicBezTo>
                    <a:pt x="0" y="8"/>
                    <a:pt x="1" y="9"/>
                    <a:pt x="2" y="11"/>
                  </a:cubicBezTo>
                  <a:cubicBezTo>
                    <a:pt x="4" y="12"/>
                    <a:pt x="5" y="13"/>
                    <a:pt x="7" y="13"/>
                  </a:cubicBezTo>
                  <a:cubicBezTo>
                    <a:pt x="8" y="13"/>
                    <a:pt x="9" y="12"/>
                    <a:pt x="11"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108"/>
            <p:cNvSpPr>
              <a:spLocks noEditPoints="1"/>
            </p:cNvSpPr>
            <p:nvPr/>
          </p:nvSpPr>
          <p:spPr bwMode="auto">
            <a:xfrm>
              <a:off x="11712575" y="3138488"/>
              <a:ext cx="73025" cy="79375"/>
            </a:xfrm>
            <a:custGeom>
              <a:avLst/>
              <a:gdLst>
                <a:gd name="T0" fmla="*/ 35 w 42"/>
                <a:gd name="T1" fmla="*/ 45 h 45"/>
                <a:gd name="T2" fmla="*/ 40 w 42"/>
                <a:gd name="T3" fmla="*/ 44 h 45"/>
                <a:gd name="T4" fmla="*/ 42 w 42"/>
                <a:gd name="T5" fmla="*/ 40 h 45"/>
                <a:gd name="T6" fmla="*/ 40 w 42"/>
                <a:gd name="T7" fmla="*/ 38 h 45"/>
                <a:gd name="T8" fmla="*/ 38 w 42"/>
                <a:gd name="T9" fmla="*/ 37 h 45"/>
                <a:gd name="T10" fmla="*/ 37 w 42"/>
                <a:gd name="T11" fmla="*/ 34 h 45"/>
                <a:gd name="T12" fmla="*/ 37 w 42"/>
                <a:gd name="T13" fmla="*/ 27 h 45"/>
                <a:gd name="T14" fmla="*/ 38 w 42"/>
                <a:gd name="T15" fmla="*/ 14 h 45"/>
                <a:gd name="T16" fmla="*/ 39 w 42"/>
                <a:gd name="T17" fmla="*/ 8 h 45"/>
                <a:gd name="T18" fmla="*/ 34 w 42"/>
                <a:gd name="T19" fmla="*/ 5 h 45"/>
                <a:gd name="T20" fmla="*/ 28 w 42"/>
                <a:gd name="T21" fmla="*/ 0 h 45"/>
                <a:gd name="T22" fmla="*/ 9 w 42"/>
                <a:gd name="T23" fmla="*/ 11 h 45"/>
                <a:gd name="T24" fmla="*/ 0 w 42"/>
                <a:gd name="T25" fmla="*/ 34 h 45"/>
                <a:gd name="T26" fmla="*/ 3 w 42"/>
                <a:gd name="T27" fmla="*/ 41 h 45"/>
                <a:gd name="T28" fmla="*/ 9 w 42"/>
                <a:gd name="T29" fmla="*/ 44 h 45"/>
                <a:gd name="T30" fmla="*/ 29 w 42"/>
                <a:gd name="T31" fmla="*/ 30 h 45"/>
                <a:gd name="T32" fmla="*/ 35 w 42"/>
                <a:gd name="T33" fmla="*/ 45 h 45"/>
                <a:gd name="T34" fmla="*/ 22 w 42"/>
                <a:gd name="T35" fmla="*/ 27 h 45"/>
                <a:gd name="T36" fmla="*/ 11 w 42"/>
                <a:gd name="T37" fmla="*/ 35 h 45"/>
                <a:gd name="T38" fmla="*/ 10 w 42"/>
                <a:gd name="T39" fmla="*/ 32 h 45"/>
                <a:gd name="T40" fmla="*/ 16 w 42"/>
                <a:gd name="T41" fmla="*/ 17 h 45"/>
                <a:gd name="T42" fmla="*/ 26 w 42"/>
                <a:gd name="T43" fmla="*/ 8 h 45"/>
                <a:gd name="T44" fmla="*/ 28 w 42"/>
                <a:gd name="T45" fmla="*/ 9 h 45"/>
                <a:gd name="T46" fmla="*/ 29 w 42"/>
                <a:gd name="T47" fmla="*/ 12 h 45"/>
                <a:gd name="T48" fmla="*/ 22 w 42"/>
                <a:gd name="T49"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 h="45">
                  <a:moveTo>
                    <a:pt x="35" y="45"/>
                  </a:moveTo>
                  <a:cubicBezTo>
                    <a:pt x="37" y="45"/>
                    <a:pt x="38" y="44"/>
                    <a:pt x="40" y="44"/>
                  </a:cubicBezTo>
                  <a:cubicBezTo>
                    <a:pt x="41" y="43"/>
                    <a:pt x="42" y="42"/>
                    <a:pt x="42" y="40"/>
                  </a:cubicBezTo>
                  <a:cubicBezTo>
                    <a:pt x="42" y="39"/>
                    <a:pt x="41" y="39"/>
                    <a:pt x="40" y="38"/>
                  </a:cubicBezTo>
                  <a:cubicBezTo>
                    <a:pt x="39" y="38"/>
                    <a:pt x="38" y="37"/>
                    <a:pt x="38" y="37"/>
                  </a:cubicBezTo>
                  <a:cubicBezTo>
                    <a:pt x="38" y="36"/>
                    <a:pt x="38" y="35"/>
                    <a:pt x="37" y="34"/>
                  </a:cubicBezTo>
                  <a:cubicBezTo>
                    <a:pt x="37" y="33"/>
                    <a:pt x="37" y="30"/>
                    <a:pt x="37" y="27"/>
                  </a:cubicBezTo>
                  <a:cubicBezTo>
                    <a:pt x="37" y="24"/>
                    <a:pt x="37" y="19"/>
                    <a:pt x="38" y="14"/>
                  </a:cubicBezTo>
                  <a:cubicBezTo>
                    <a:pt x="39" y="11"/>
                    <a:pt x="39" y="9"/>
                    <a:pt x="39" y="8"/>
                  </a:cubicBezTo>
                  <a:cubicBezTo>
                    <a:pt x="39" y="6"/>
                    <a:pt x="37" y="5"/>
                    <a:pt x="34" y="5"/>
                  </a:cubicBezTo>
                  <a:cubicBezTo>
                    <a:pt x="33" y="1"/>
                    <a:pt x="31" y="0"/>
                    <a:pt x="28" y="0"/>
                  </a:cubicBezTo>
                  <a:cubicBezTo>
                    <a:pt x="22" y="0"/>
                    <a:pt x="16" y="4"/>
                    <a:pt x="9" y="11"/>
                  </a:cubicBezTo>
                  <a:cubicBezTo>
                    <a:pt x="3" y="19"/>
                    <a:pt x="0" y="27"/>
                    <a:pt x="0" y="34"/>
                  </a:cubicBezTo>
                  <a:cubicBezTo>
                    <a:pt x="0" y="37"/>
                    <a:pt x="1" y="39"/>
                    <a:pt x="3" y="41"/>
                  </a:cubicBezTo>
                  <a:cubicBezTo>
                    <a:pt x="4" y="43"/>
                    <a:pt x="6" y="44"/>
                    <a:pt x="9" y="44"/>
                  </a:cubicBezTo>
                  <a:cubicBezTo>
                    <a:pt x="15" y="44"/>
                    <a:pt x="22" y="39"/>
                    <a:pt x="29" y="30"/>
                  </a:cubicBezTo>
                  <a:cubicBezTo>
                    <a:pt x="28" y="40"/>
                    <a:pt x="30" y="45"/>
                    <a:pt x="35" y="45"/>
                  </a:cubicBezTo>
                  <a:close/>
                  <a:moveTo>
                    <a:pt x="22" y="27"/>
                  </a:moveTo>
                  <a:cubicBezTo>
                    <a:pt x="18" y="32"/>
                    <a:pt x="14" y="35"/>
                    <a:pt x="11" y="35"/>
                  </a:cubicBezTo>
                  <a:cubicBezTo>
                    <a:pt x="10" y="35"/>
                    <a:pt x="10" y="34"/>
                    <a:pt x="10" y="32"/>
                  </a:cubicBezTo>
                  <a:cubicBezTo>
                    <a:pt x="10" y="28"/>
                    <a:pt x="12" y="23"/>
                    <a:pt x="16" y="17"/>
                  </a:cubicBezTo>
                  <a:cubicBezTo>
                    <a:pt x="20" y="11"/>
                    <a:pt x="24" y="8"/>
                    <a:pt x="26" y="8"/>
                  </a:cubicBezTo>
                  <a:cubicBezTo>
                    <a:pt x="27" y="8"/>
                    <a:pt x="28" y="9"/>
                    <a:pt x="28" y="9"/>
                  </a:cubicBezTo>
                  <a:cubicBezTo>
                    <a:pt x="29" y="10"/>
                    <a:pt x="29" y="11"/>
                    <a:pt x="29" y="12"/>
                  </a:cubicBezTo>
                  <a:cubicBezTo>
                    <a:pt x="29" y="17"/>
                    <a:pt x="27" y="21"/>
                    <a:pt x="22"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109"/>
            <p:cNvSpPr>
              <a:spLocks noEditPoints="1"/>
            </p:cNvSpPr>
            <p:nvPr/>
          </p:nvSpPr>
          <p:spPr bwMode="auto">
            <a:xfrm>
              <a:off x="11798300" y="3094038"/>
              <a:ext cx="71438" cy="122238"/>
            </a:xfrm>
            <a:custGeom>
              <a:avLst/>
              <a:gdLst>
                <a:gd name="T0" fmla="*/ 19 w 41"/>
                <a:gd name="T1" fmla="*/ 6 h 70"/>
                <a:gd name="T2" fmla="*/ 15 w 41"/>
                <a:gd name="T3" fmla="*/ 0 h 70"/>
                <a:gd name="T4" fmla="*/ 9 w 41"/>
                <a:gd name="T5" fmla="*/ 4 h 70"/>
                <a:gd name="T6" fmla="*/ 4 w 41"/>
                <a:gd name="T7" fmla="*/ 31 h 70"/>
                <a:gd name="T8" fmla="*/ 1 w 41"/>
                <a:gd name="T9" fmla="*/ 47 h 70"/>
                <a:gd name="T10" fmla="*/ 0 w 41"/>
                <a:gd name="T11" fmla="*/ 57 h 70"/>
                <a:gd name="T12" fmla="*/ 1 w 41"/>
                <a:gd name="T13" fmla="*/ 61 h 70"/>
                <a:gd name="T14" fmla="*/ 2 w 41"/>
                <a:gd name="T15" fmla="*/ 62 h 70"/>
                <a:gd name="T16" fmla="*/ 3 w 41"/>
                <a:gd name="T17" fmla="*/ 64 h 70"/>
                <a:gd name="T18" fmla="*/ 6 w 41"/>
                <a:gd name="T19" fmla="*/ 68 h 70"/>
                <a:gd name="T20" fmla="*/ 12 w 41"/>
                <a:gd name="T21" fmla="*/ 70 h 70"/>
                <a:gd name="T22" fmla="*/ 31 w 41"/>
                <a:gd name="T23" fmla="*/ 59 h 70"/>
                <a:gd name="T24" fmla="*/ 41 w 41"/>
                <a:gd name="T25" fmla="*/ 36 h 70"/>
                <a:gd name="T26" fmla="*/ 38 w 41"/>
                <a:gd name="T27" fmla="*/ 29 h 70"/>
                <a:gd name="T28" fmla="*/ 32 w 41"/>
                <a:gd name="T29" fmla="*/ 26 h 70"/>
                <a:gd name="T30" fmla="*/ 22 w 41"/>
                <a:gd name="T31" fmla="*/ 30 h 70"/>
                <a:gd name="T32" fmla="*/ 11 w 41"/>
                <a:gd name="T33" fmla="*/ 40 h 70"/>
                <a:gd name="T34" fmla="*/ 15 w 41"/>
                <a:gd name="T35" fmla="*/ 22 h 70"/>
                <a:gd name="T36" fmla="*/ 19 w 41"/>
                <a:gd name="T37" fmla="*/ 6 h 70"/>
                <a:gd name="T38" fmla="*/ 16 w 41"/>
                <a:gd name="T39" fmla="*/ 44 h 70"/>
                <a:gd name="T40" fmla="*/ 30 w 41"/>
                <a:gd name="T41" fmla="*/ 34 h 70"/>
                <a:gd name="T42" fmla="*/ 32 w 41"/>
                <a:gd name="T43" fmla="*/ 38 h 70"/>
                <a:gd name="T44" fmla="*/ 28 w 41"/>
                <a:gd name="T45" fmla="*/ 49 h 70"/>
                <a:gd name="T46" fmla="*/ 21 w 41"/>
                <a:gd name="T47" fmla="*/ 58 h 70"/>
                <a:gd name="T48" fmla="*/ 12 w 41"/>
                <a:gd name="T49" fmla="*/ 62 h 70"/>
                <a:gd name="T50" fmla="*/ 9 w 41"/>
                <a:gd name="T51" fmla="*/ 59 h 70"/>
                <a:gd name="T52" fmla="*/ 16 w 41"/>
                <a:gd name="T53" fmla="*/ 4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1" h="70">
                  <a:moveTo>
                    <a:pt x="19" y="6"/>
                  </a:moveTo>
                  <a:cubicBezTo>
                    <a:pt x="19" y="2"/>
                    <a:pt x="17" y="0"/>
                    <a:pt x="15" y="0"/>
                  </a:cubicBezTo>
                  <a:cubicBezTo>
                    <a:pt x="13" y="0"/>
                    <a:pt x="11" y="1"/>
                    <a:pt x="9" y="4"/>
                  </a:cubicBezTo>
                  <a:cubicBezTo>
                    <a:pt x="8" y="7"/>
                    <a:pt x="7" y="16"/>
                    <a:pt x="4" y="31"/>
                  </a:cubicBezTo>
                  <a:cubicBezTo>
                    <a:pt x="1" y="47"/>
                    <a:pt x="1" y="47"/>
                    <a:pt x="1" y="47"/>
                  </a:cubicBezTo>
                  <a:cubicBezTo>
                    <a:pt x="0" y="52"/>
                    <a:pt x="0" y="56"/>
                    <a:pt x="0" y="57"/>
                  </a:cubicBezTo>
                  <a:cubicBezTo>
                    <a:pt x="0" y="59"/>
                    <a:pt x="0" y="60"/>
                    <a:pt x="1" y="61"/>
                  </a:cubicBezTo>
                  <a:cubicBezTo>
                    <a:pt x="2" y="61"/>
                    <a:pt x="2" y="61"/>
                    <a:pt x="2" y="62"/>
                  </a:cubicBezTo>
                  <a:cubicBezTo>
                    <a:pt x="2" y="62"/>
                    <a:pt x="3" y="63"/>
                    <a:pt x="3" y="64"/>
                  </a:cubicBezTo>
                  <a:cubicBezTo>
                    <a:pt x="3" y="65"/>
                    <a:pt x="4" y="67"/>
                    <a:pt x="6" y="68"/>
                  </a:cubicBezTo>
                  <a:cubicBezTo>
                    <a:pt x="8" y="69"/>
                    <a:pt x="10" y="70"/>
                    <a:pt x="12" y="70"/>
                  </a:cubicBezTo>
                  <a:cubicBezTo>
                    <a:pt x="19" y="70"/>
                    <a:pt x="25" y="66"/>
                    <a:pt x="31" y="59"/>
                  </a:cubicBezTo>
                  <a:cubicBezTo>
                    <a:pt x="38" y="52"/>
                    <a:pt x="41" y="44"/>
                    <a:pt x="41" y="36"/>
                  </a:cubicBezTo>
                  <a:cubicBezTo>
                    <a:pt x="41" y="33"/>
                    <a:pt x="40" y="31"/>
                    <a:pt x="38" y="29"/>
                  </a:cubicBezTo>
                  <a:cubicBezTo>
                    <a:pt x="37" y="27"/>
                    <a:pt x="35" y="26"/>
                    <a:pt x="32" y="26"/>
                  </a:cubicBezTo>
                  <a:cubicBezTo>
                    <a:pt x="29" y="26"/>
                    <a:pt x="26" y="27"/>
                    <a:pt x="22" y="30"/>
                  </a:cubicBezTo>
                  <a:cubicBezTo>
                    <a:pt x="18" y="32"/>
                    <a:pt x="14" y="36"/>
                    <a:pt x="11" y="40"/>
                  </a:cubicBezTo>
                  <a:cubicBezTo>
                    <a:pt x="13" y="32"/>
                    <a:pt x="14" y="26"/>
                    <a:pt x="15" y="22"/>
                  </a:cubicBezTo>
                  <a:cubicBezTo>
                    <a:pt x="17" y="14"/>
                    <a:pt x="19" y="8"/>
                    <a:pt x="19" y="6"/>
                  </a:cubicBezTo>
                  <a:close/>
                  <a:moveTo>
                    <a:pt x="16" y="44"/>
                  </a:moveTo>
                  <a:cubicBezTo>
                    <a:pt x="22" y="38"/>
                    <a:pt x="26" y="34"/>
                    <a:pt x="30" y="34"/>
                  </a:cubicBezTo>
                  <a:cubicBezTo>
                    <a:pt x="31" y="34"/>
                    <a:pt x="32" y="36"/>
                    <a:pt x="32" y="38"/>
                  </a:cubicBezTo>
                  <a:cubicBezTo>
                    <a:pt x="32" y="41"/>
                    <a:pt x="31" y="45"/>
                    <a:pt x="28" y="49"/>
                  </a:cubicBezTo>
                  <a:cubicBezTo>
                    <a:pt x="26" y="53"/>
                    <a:pt x="24" y="56"/>
                    <a:pt x="21" y="58"/>
                  </a:cubicBezTo>
                  <a:cubicBezTo>
                    <a:pt x="18" y="61"/>
                    <a:pt x="15" y="62"/>
                    <a:pt x="12" y="62"/>
                  </a:cubicBezTo>
                  <a:cubicBezTo>
                    <a:pt x="11" y="62"/>
                    <a:pt x="10" y="61"/>
                    <a:pt x="9" y="59"/>
                  </a:cubicBezTo>
                  <a:cubicBezTo>
                    <a:pt x="9" y="55"/>
                    <a:pt x="11" y="50"/>
                    <a:pt x="16"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110"/>
            <p:cNvSpPr>
              <a:spLocks noEditPoints="1"/>
            </p:cNvSpPr>
            <p:nvPr/>
          </p:nvSpPr>
          <p:spPr bwMode="auto">
            <a:xfrm>
              <a:off x="11876088" y="3136900"/>
              <a:ext cx="65088" cy="80963"/>
            </a:xfrm>
            <a:custGeom>
              <a:avLst/>
              <a:gdLst>
                <a:gd name="T0" fmla="*/ 11 w 37"/>
                <a:gd name="T1" fmla="*/ 31 h 46"/>
                <a:gd name="T2" fmla="*/ 28 w 37"/>
                <a:gd name="T3" fmla="*/ 22 h 46"/>
                <a:gd name="T4" fmla="*/ 35 w 37"/>
                <a:gd name="T5" fmla="*/ 9 h 46"/>
                <a:gd name="T6" fmla="*/ 32 w 37"/>
                <a:gd name="T7" fmla="*/ 3 h 46"/>
                <a:gd name="T8" fmla="*/ 25 w 37"/>
                <a:gd name="T9" fmla="*/ 0 h 46"/>
                <a:gd name="T10" fmla="*/ 8 w 37"/>
                <a:gd name="T11" fmla="*/ 10 h 46"/>
                <a:gd name="T12" fmla="*/ 0 w 37"/>
                <a:gd name="T13" fmla="*/ 30 h 46"/>
                <a:gd name="T14" fmla="*/ 4 w 37"/>
                <a:gd name="T15" fmla="*/ 42 h 46"/>
                <a:gd name="T16" fmla="*/ 15 w 37"/>
                <a:gd name="T17" fmla="*/ 46 h 46"/>
                <a:gd name="T18" fmla="*/ 30 w 37"/>
                <a:gd name="T19" fmla="*/ 40 h 46"/>
                <a:gd name="T20" fmla="*/ 37 w 37"/>
                <a:gd name="T21" fmla="*/ 31 h 46"/>
                <a:gd name="T22" fmla="*/ 35 w 37"/>
                <a:gd name="T23" fmla="*/ 28 h 46"/>
                <a:gd name="T24" fmla="*/ 32 w 37"/>
                <a:gd name="T25" fmla="*/ 30 h 46"/>
                <a:gd name="T26" fmla="*/ 16 w 37"/>
                <a:gd name="T27" fmla="*/ 38 h 46"/>
                <a:gd name="T28" fmla="*/ 12 w 37"/>
                <a:gd name="T29" fmla="*/ 36 h 46"/>
                <a:gd name="T30" fmla="*/ 10 w 37"/>
                <a:gd name="T31" fmla="*/ 32 h 46"/>
                <a:gd name="T32" fmla="*/ 11 w 37"/>
                <a:gd name="T33" fmla="*/ 31 h 46"/>
                <a:gd name="T34" fmla="*/ 16 w 37"/>
                <a:gd name="T35" fmla="*/ 13 h 46"/>
                <a:gd name="T36" fmla="*/ 24 w 37"/>
                <a:gd name="T37" fmla="*/ 8 h 46"/>
                <a:gd name="T38" fmla="*/ 26 w 37"/>
                <a:gd name="T39" fmla="*/ 9 h 46"/>
                <a:gd name="T40" fmla="*/ 26 w 37"/>
                <a:gd name="T41" fmla="*/ 11 h 46"/>
                <a:gd name="T42" fmla="*/ 22 w 37"/>
                <a:gd name="T43" fmla="*/ 18 h 46"/>
                <a:gd name="T44" fmla="*/ 11 w 37"/>
                <a:gd name="T45" fmla="*/ 24 h 46"/>
                <a:gd name="T46" fmla="*/ 16 w 37"/>
                <a:gd name="T47"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 h="46">
                  <a:moveTo>
                    <a:pt x="11" y="31"/>
                  </a:moveTo>
                  <a:cubicBezTo>
                    <a:pt x="18" y="29"/>
                    <a:pt x="24" y="27"/>
                    <a:pt x="28" y="22"/>
                  </a:cubicBezTo>
                  <a:cubicBezTo>
                    <a:pt x="32" y="18"/>
                    <a:pt x="35" y="14"/>
                    <a:pt x="35" y="9"/>
                  </a:cubicBezTo>
                  <a:cubicBezTo>
                    <a:pt x="35" y="7"/>
                    <a:pt x="34" y="5"/>
                    <a:pt x="32" y="3"/>
                  </a:cubicBezTo>
                  <a:cubicBezTo>
                    <a:pt x="30" y="1"/>
                    <a:pt x="28" y="0"/>
                    <a:pt x="25" y="0"/>
                  </a:cubicBezTo>
                  <a:cubicBezTo>
                    <a:pt x="19" y="0"/>
                    <a:pt x="13" y="3"/>
                    <a:pt x="8" y="10"/>
                  </a:cubicBezTo>
                  <a:cubicBezTo>
                    <a:pt x="3" y="16"/>
                    <a:pt x="0" y="23"/>
                    <a:pt x="0" y="30"/>
                  </a:cubicBezTo>
                  <a:cubicBezTo>
                    <a:pt x="0" y="35"/>
                    <a:pt x="2" y="39"/>
                    <a:pt x="4" y="42"/>
                  </a:cubicBezTo>
                  <a:cubicBezTo>
                    <a:pt x="7" y="45"/>
                    <a:pt x="10" y="46"/>
                    <a:pt x="15" y="46"/>
                  </a:cubicBezTo>
                  <a:cubicBezTo>
                    <a:pt x="20" y="46"/>
                    <a:pt x="26" y="44"/>
                    <a:pt x="30" y="40"/>
                  </a:cubicBezTo>
                  <a:cubicBezTo>
                    <a:pt x="35" y="37"/>
                    <a:pt x="37" y="33"/>
                    <a:pt x="37" y="31"/>
                  </a:cubicBezTo>
                  <a:cubicBezTo>
                    <a:pt x="37" y="29"/>
                    <a:pt x="36" y="28"/>
                    <a:pt x="35" y="28"/>
                  </a:cubicBezTo>
                  <a:cubicBezTo>
                    <a:pt x="34" y="28"/>
                    <a:pt x="33" y="29"/>
                    <a:pt x="32" y="30"/>
                  </a:cubicBezTo>
                  <a:cubicBezTo>
                    <a:pt x="27" y="35"/>
                    <a:pt x="21" y="38"/>
                    <a:pt x="16" y="38"/>
                  </a:cubicBezTo>
                  <a:cubicBezTo>
                    <a:pt x="14" y="38"/>
                    <a:pt x="13" y="37"/>
                    <a:pt x="12" y="36"/>
                  </a:cubicBezTo>
                  <a:cubicBezTo>
                    <a:pt x="11" y="35"/>
                    <a:pt x="10" y="34"/>
                    <a:pt x="10" y="32"/>
                  </a:cubicBezTo>
                  <a:cubicBezTo>
                    <a:pt x="10" y="32"/>
                    <a:pt x="10" y="31"/>
                    <a:pt x="11" y="31"/>
                  </a:cubicBezTo>
                  <a:close/>
                  <a:moveTo>
                    <a:pt x="16" y="13"/>
                  </a:moveTo>
                  <a:cubicBezTo>
                    <a:pt x="19" y="10"/>
                    <a:pt x="22" y="8"/>
                    <a:pt x="24" y="8"/>
                  </a:cubicBezTo>
                  <a:cubicBezTo>
                    <a:pt x="25" y="8"/>
                    <a:pt x="25" y="8"/>
                    <a:pt x="26" y="9"/>
                  </a:cubicBezTo>
                  <a:cubicBezTo>
                    <a:pt x="26" y="9"/>
                    <a:pt x="26" y="10"/>
                    <a:pt x="26" y="11"/>
                  </a:cubicBezTo>
                  <a:cubicBezTo>
                    <a:pt x="26" y="13"/>
                    <a:pt x="25" y="16"/>
                    <a:pt x="22" y="18"/>
                  </a:cubicBezTo>
                  <a:cubicBezTo>
                    <a:pt x="19" y="21"/>
                    <a:pt x="15" y="23"/>
                    <a:pt x="11" y="24"/>
                  </a:cubicBezTo>
                  <a:cubicBezTo>
                    <a:pt x="12" y="20"/>
                    <a:pt x="13" y="16"/>
                    <a:pt x="1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111"/>
            <p:cNvSpPr>
              <a:spLocks/>
            </p:cNvSpPr>
            <p:nvPr/>
          </p:nvSpPr>
          <p:spPr bwMode="auto">
            <a:xfrm>
              <a:off x="11945938" y="3114675"/>
              <a:ext cx="68263" cy="103188"/>
            </a:xfrm>
            <a:custGeom>
              <a:avLst/>
              <a:gdLst>
                <a:gd name="T0" fmla="*/ 20 w 39"/>
                <a:gd name="T1" fmla="*/ 25 h 59"/>
                <a:gd name="T2" fmla="*/ 33 w 39"/>
                <a:gd name="T3" fmla="*/ 23 h 59"/>
                <a:gd name="T4" fmla="*/ 39 w 39"/>
                <a:gd name="T5" fmla="*/ 18 h 59"/>
                <a:gd name="T6" fmla="*/ 39 w 39"/>
                <a:gd name="T7" fmla="*/ 16 h 59"/>
                <a:gd name="T8" fmla="*/ 36 w 39"/>
                <a:gd name="T9" fmla="*/ 15 h 59"/>
                <a:gd name="T10" fmla="*/ 22 w 39"/>
                <a:gd name="T11" fmla="*/ 17 h 59"/>
                <a:gd name="T12" fmla="*/ 26 w 39"/>
                <a:gd name="T13" fmla="*/ 4 h 59"/>
                <a:gd name="T14" fmla="*/ 24 w 39"/>
                <a:gd name="T15" fmla="*/ 1 h 59"/>
                <a:gd name="T16" fmla="*/ 21 w 39"/>
                <a:gd name="T17" fmla="*/ 0 h 59"/>
                <a:gd name="T18" fmla="*/ 16 w 39"/>
                <a:gd name="T19" fmla="*/ 5 h 59"/>
                <a:gd name="T20" fmla="*/ 12 w 39"/>
                <a:gd name="T21" fmla="*/ 17 h 59"/>
                <a:gd name="T22" fmla="*/ 4 w 39"/>
                <a:gd name="T23" fmla="*/ 18 h 59"/>
                <a:gd name="T24" fmla="*/ 0 w 39"/>
                <a:gd name="T25" fmla="*/ 21 h 59"/>
                <a:gd name="T26" fmla="*/ 2 w 39"/>
                <a:gd name="T27" fmla="*/ 25 h 59"/>
                <a:gd name="T28" fmla="*/ 6 w 39"/>
                <a:gd name="T29" fmla="*/ 26 h 59"/>
                <a:gd name="T30" fmla="*/ 7 w 39"/>
                <a:gd name="T31" fmla="*/ 26 h 59"/>
                <a:gd name="T32" fmla="*/ 10 w 39"/>
                <a:gd name="T33" fmla="*/ 26 h 59"/>
                <a:gd name="T34" fmla="*/ 6 w 39"/>
                <a:gd name="T35" fmla="*/ 47 h 59"/>
                <a:gd name="T36" fmla="*/ 9 w 39"/>
                <a:gd name="T37" fmla="*/ 56 h 59"/>
                <a:gd name="T38" fmla="*/ 17 w 39"/>
                <a:gd name="T39" fmla="*/ 59 h 59"/>
                <a:gd name="T40" fmla="*/ 29 w 39"/>
                <a:gd name="T41" fmla="*/ 55 h 59"/>
                <a:gd name="T42" fmla="*/ 34 w 39"/>
                <a:gd name="T43" fmla="*/ 47 h 59"/>
                <a:gd name="T44" fmla="*/ 34 w 39"/>
                <a:gd name="T45" fmla="*/ 45 h 59"/>
                <a:gd name="T46" fmla="*/ 32 w 39"/>
                <a:gd name="T47" fmla="*/ 45 h 59"/>
                <a:gd name="T48" fmla="*/ 28 w 39"/>
                <a:gd name="T49" fmla="*/ 46 h 59"/>
                <a:gd name="T50" fmla="*/ 23 w 39"/>
                <a:gd name="T51" fmla="*/ 50 h 59"/>
                <a:gd name="T52" fmla="*/ 19 w 39"/>
                <a:gd name="T53" fmla="*/ 50 h 59"/>
                <a:gd name="T54" fmla="*/ 16 w 39"/>
                <a:gd name="T55" fmla="*/ 49 h 59"/>
                <a:gd name="T56" fmla="*/ 16 w 39"/>
                <a:gd name="T57" fmla="*/ 45 h 59"/>
                <a:gd name="T58" fmla="*/ 18 w 39"/>
                <a:gd name="T59" fmla="*/ 34 h 59"/>
                <a:gd name="T60" fmla="*/ 20 w 39"/>
                <a:gd name="T61" fmla="*/ 2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9" h="59">
                  <a:moveTo>
                    <a:pt x="20" y="25"/>
                  </a:moveTo>
                  <a:cubicBezTo>
                    <a:pt x="33" y="23"/>
                    <a:pt x="33" y="23"/>
                    <a:pt x="33" y="23"/>
                  </a:cubicBezTo>
                  <a:cubicBezTo>
                    <a:pt x="37" y="22"/>
                    <a:pt x="39" y="21"/>
                    <a:pt x="39" y="18"/>
                  </a:cubicBezTo>
                  <a:cubicBezTo>
                    <a:pt x="39" y="17"/>
                    <a:pt x="39" y="17"/>
                    <a:pt x="39" y="16"/>
                  </a:cubicBezTo>
                  <a:cubicBezTo>
                    <a:pt x="38" y="16"/>
                    <a:pt x="37" y="15"/>
                    <a:pt x="36" y="15"/>
                  </a:cubicBezTo>
                  <a:cubicBezTo>
                    <a:pt x="35" y="15"/>
                    <a:pt x="31" y="16"/>
                    <a:pt x="22" y="17"/>
                  </a:cubicBezTo>
                  <a:cubicBezTo>
                    <a:pt x="24" y="9"/>
                    <a:pt x="26" y="5"/>
                    <a:pt x="26" y="4"/>
                  </a:cubicBezTo>
                  <a:cubicBezTo>
                    <a:pt x="26" y="3"/>
                    <a:pt x="25" y="2"/>
                    <a:pt x="24" y="1"/>
                  </a:cubicBezTo>
                  <a:cubicBezTo>
                    <a:pt x="23" y="1"/>
                    <a:pt x="22" y="0"/>
                    <a:pt x="21" y="0"/>
                  </a:cubicBezTo>
                  <a:cubicBezTo>
                    <a:pt x="18" y="0"/>
                    <a:pt x="17" y="2"/>
                    <a:pt x="16" y="5"/>
                  </a:cubicBezTo>
                  <a:cubicBezTo>
                    <a:pt x="15" y="10"/>
                    <a:pt x="13" y="14"/>
                    <a:pt x="12" y="17"/>
                  </a:cubicBezTo>
                  <a:cubicBezTo>
                    <a:pt x="4" y="18"/>
                    <a:pt x="4" y="18"/>
                    <a:pt x="4" y="18"/>
                  </a:cubicBezTo>
                  <a:cubicBezTo>
                    <a:pt x="1" y="18"/>
                    <a:pt x="0" y="19"/>
                    <a:pt x="0" y="21"/>
                  </a:cubicBezTo>
                  <a:cubicBezTo>
                    <a:pt x="0" y="23"/>
                    <a:pt x="1" y="24"/>
                    <a:pt x="2" y="25"/>
                  </a:cubicBezTo>
                  <a:cubicBezTo>
                    <a:pt x="3" y="26"/>
                    <a:pt x="5" y="26"/>
                    <a:pt x="6" y="26"/>
                  </a:cubicBezTo>
                  <a:cubicBezTo>
                    <a:pt x="7" y="26"/>
                    <a:pt x="7" y="26"/>
                    <a:pt x="7" y="26"/>
                  </a:cubicBezTo>
                  <a:cubicBezTo>
                    <a:pt x="7" y="26"/>
                    <a:pt x="8" y="26"/>
                    <a:pt x="10" y="26"/>
                  </a:cubicBezTo>
                  <a:cubicBezTo>
                    <a:pt x="7" y="36"/>
                    <a:pt x="6" y="43"/>
                    <a:pt x="6" y="47"/>
                  </a:cubicBezTo>
                  <a:cubicBezTo>
                    <a:pt x="6" y="51"/>
                    <a:pt x="7" y="54"/>
                    <a:pt x="9" y="56"/>
                  </a:cubicBezTo>
                  <a:cubicBezTo>
                    <a:pt x="11" y="58"/>
                    <a:pt x="13" y="59"/>
                    <a:pt x="17" y="59"/>
                  </a:cubicBezTo>
                  <a:cubicBezTo>
                    <a:pt x="21" y="59"/>
                    <a:pt x="25" y="57"/>
                    <a:pt x="29" y="55"/>
                  </a:cubicBezTo>
                  <a:cubicBezTo>
                    <a:pt x="32" y="52"/>
                    <a:pt x="34" y="49"/>
                    <a:pt x="34" y="47"/>
                  </a:cubicBezTo>
                  <a:cubicBezTo>
                    <a:pt x="34" y="46"/>
                    <a:pt x="34" y="46"/>
                    <a:pt x="34" y="45"/>
                  </a:cubicBezTo>
                  <a:cubicBezTo>
                    <a:pt x="33" y="45"/>
                    <a:pt x="32" y="45"/>
                    <a:pt x="32" y="45"/>
                  </a:cubicBezTo>
                  <a:cubicBezTo>
                    <a:pt x="31" y="45"/>
                    <a:pt x="30" y="45"/>
                    <a:pt x="28" y="46"/>
                  </a:cubicBezTo>
                  <a:cubicBezTo>
                    <a:pt x="26" y="48"/>
                    <a:pt x="24" y="49"/>
                    <a:pt x="23" y="50"/>
                  </a:cubicBezTo>
                  <a:cubicBezTo>
                    <a:pt x="22" y="50"/>
                    <a:pt x="20" y="50"/>
                    <a:pt x="19" y="50"/>
                  </a:cubicBezTo>
                  <a:cubicBezTo>
                    <a:pt x="18" y="50"/>
                    <a:pt x="17" y="50"/>
                    <a:pt x="16" y="49"/>
                  </a:cubicBezTo>
                  <a:cubicBezTo>
                    <a:pt x="16" y="48"/>
                    <a:pt x="16" y="47"/>
                    <a:pt x="16" y="45"/>
                  </a:cubicBezTo>
                  <a:cubicBezTo>
                    <a:pt x="16" y="43"/>
                    <a:pt x="16" y="40"/>
                    <a:pt x="18" y="34"/>
                  </a:cubicBezTo>
                  <a:cubicBezTo>
                    <a:pt x="19" y="28"/>
                    <a:pt x="20" y="25"/>
                    <a:pt x="20"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112"/>
            <p:cNvSpPr>
              <a:spLocks noEditPoints="1"/>
            </p:cNvSpPr>
            <p:nvPr/>
          </p:nvSpPr>
          <p:spPr bwMode="auto">
            <a:xfrm>
              <a:off x="12017375" y="3136900"/>
              <a:ext cx="63500" cy="80963"/>
            </a:xfrm>
            <a:custGeom>
              <a:avLst/>
              <a:gdLst>
                <a:gd name="T0" fmla="*/ 34 w 37"/>
                <a:gd name="T1" fmla="*/ 28 h 46"/>
                <a:gd name="T2" fmla="*/ 31 w 37"/>
                <a:gd name="T3" fmla="*/ 30 h 46"/>
                <a:gd name="T4" fmla="*/ 16 w 37"/>
                <a:gd name="T5" fmla="*/ 38 h 46"/>
                <a:gd name="T6" fmla="*/ 11 w 37"/>
                <a:gd name="T7" fmla="*/ 36 h 46"/>
                <a:gd name="T8" fmla="*/ 10 w 37"/>
                <a:gd name="T9" fmla="*/ 32 h 46"/>
                <a:gd name="T10" fmla="*/ 11 w 37"/>
                <a:gd name="T11" fmla="*/ 31 h 46"/>
                <a:gd name="T12" fmla="*/ 28 w 37"/>
                <a:gd name="T13" fmla="*/ 22 h 46"/>
                <a:gd name="T14" fmla="*/ 34 w 37"/>
                <a:gd name="T15" fmla="*/ 9 h 46"/>
                <a:gd name="T16" fmla="*/ 31 w 37"/>
                <a:gd name="T17" fmla="*/ 3 h 46"/>
                <a:gd name="T18" fmla="*/ 24 w 37"/>
                <a:gd name="T19" fmla="*/ 0 h 46"/>
                <a:gd name="T20" fmla="*/ 8 w 37"/>
                <a:gd name="T21" fmla="*/ 10 h 46"/>
                <a:gd name="T22" fmla="*/ 0 w 37"/>
                <a:gd name="T23" fmla="*/ 30 h 46"/>
                <a:gd name="T24" fmla="*/ 4 w 37"/>
                <a:gd name="T25" fmla="*/ 42 h 46"/>
                <a:gd name="T26" fmla="*/ 14 w 37"/>
                <a:gd name="T27" fmla="*/ 46 h 46"/>
                <a:gd name="T28" fmla="*/ 30 w 37"/>
                <a:gd name="T29" fmla="*/ 40 h 46"/>
                <a:gd name="T30" fmla="*/ 37 w 37"/>
                <a:gd name="T31" fmla="*/ 31 h 46"/>
                <a:gd name="T32" fmla="*/ 34 w 37"/>
                <a:gd name="T33" fmla="*/ 28 h 46"/>
                <a:gd name="T34" fmla="*/ 16 w 37"/>
                <a:gd name="T35" fmla="*/ 13 h 46"/>
                <a:gd name="T36" fmla="*/ 23 w 37"/>
                <a:gd name="T37" fmla="*/ 8 h 46"/>
                <a:gd name="T38" fmla="*/ 25 w 37"/>
                <a:gd name="T39" fmla="*/ 9 h 46"/>
                <a:gd name="T40" fmla="*/ 26 w 37"/>
                <a:gd name="T41" fmla="*/ 11 h 46"/>
                <a:gd name="T42" fmla="*/ 21 w 37"/>
                <a:gd name="T43" fmla="*/ 18 h 46"/>
                <a:gd name="T44" fmla="*/ 10 w 37"/>
                <a:gd name="T45" fmla="*/ 24 h 46"/>
                <a:gd name="T46" fmla="*/ 16 w 37"/>
                <a:gd name="T47"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 h="46">
                  <a:moveTo>
                    <a:pt x="34" y="28"/>
                  </a:moveTo>
                  <a:cubicBezTo>
                    <a:pt x="33" y="28"/>
                    <a:pt x="32" y="29"/>
                    <a:pt x="31" y="30"/>
                  </a:cubicBezTo>
                  <a:cubicBezTo>
                    <a:pt x="26" y="35"/>
                    <a:pt x="21" y="38"/>
                    <a:pt x="16" y="38"/>
                  </a:cubicBezTo>
                  <a:cubicBezTo>
                    <a:pt x="14" y="38"/>
                    <a:pt x="12" y="37"/>
                    <a:pt x="11" y="36"/>
                  </a:cubicBezTo>
                  <a:cubicBezTo>
                    <a:pt x="10" y="35"/>
                    <a:pt x="10" y="34"/>
                    <a:pt x="10" y="32"/>
                  </a:cubicBezTo>
                  <a:cubicBezTo>
                    <a:pt x="10" y="32"/>
                    <a:pt x="10" y="31"/>
                    <a:pt x="11" y="31"/>
                  </a:cubicBezTo>
                  <a:cubicBezTo>
                    <a:pt x="18" y="29"/>
                    <a:pt x="23" y="27"/>
                    <a:pt x="28" y="22"/>
                  </a:cubicBezTo>
                  <a:cubicBezTo>
                    <a:pt x="32" y="18"/>
                    <a:pt x="34" y="14"/>
                    <a:pt x="34" y="9"/>
                  </a:cubicBezTo>
                  <a:cubicBezTo>
                    <a:pt x="34" y="7"/>
                    <a:pt x="33" y="5"/>
                    <a:pt x="31" y="3"/>
                  </a:cubicBezTo>
                  <a:cubicBezTo>
                    <a:pt x="30" y="1"/>
                    <a:pt x="27" y="0"/>
                    <a:pt x="24" y="0"/>
                  </a:cubicBezTo>
                  <a:cubicBezTo>
                    <a:pt x="18" y="0"/>
                    <a:pt x="13" y="3"/>
                    <a:pt x="8" y="10"/>
                  </a:cubicBezTo>
                  <a:cubicBezTo>
                    <a:pt x="3" y="16"/>
                    <a:pt x="0" y="23"/>
                    <a:pt x="0" y="30"/>
                  </a:cubicBezTo>
                  <a:cubicBezTo>
                    <a:pt x="0" y="35"/>
                    <a:pt x="1" y="39"/>
                    <a:pt x="4" y="42"/>
                  </a:cubicBezTo>
                  <a:cubicBezTo>
                    <a:pt x="6" y="45"/>
                    <a:pt x="10" y="46"/>
                    <a:pt x="14" y="46"/>
                  </a:cubicBezTo>
                  <a:cubicBezTo>
                    <a:pt x="20" y="46"/>
                    <a:pt x="25" y="44"/>
                    <a:pt x="30" y="40"/>
                  </a:cubicBezTo>
                  <a:cubicBezTo>
                    <a:pt x="34" y="37"/>
                    <a:pt x="37" y="33"/>
                    <a:pt x="37" y="31"/>
                  </a:cubicBezTo>
                  <a:cubicBezTo>
                    <a:pt x="37" y="29"/>
                    <a:pt x="36" y="28"/>
                    <a:pt x="34" y="28"/>
                  </a:cubicBezTo>
                  <a:close/>
                  <a:moveTo>
                    <a:pt x="16" y="13"/>
                  </a:moveTo>
                  <a:cubicBezTo>
                    <a:pt x="19" y="10"/>
                    <a:pt x="21" y="8"/>
                    <a:pt x="23" y="8"/>
                  </a:cubicBezTo>
                  <a:cubicBezTo>
                    <a:pt x="24" y="8"/>
                    <a:pt x="25" y="8"/>
                    <a:pt x="25" y="9"/>
                  </a:cubicBezTo>
                  <a:cubicBezTo>
                    <a:pt x="26" y="9"/>
                    <a:pt x="26" y="10"/>
                    <a:pt x="26" y="11"/>
                  </a:cubicBezTo>
                  <a:cubicBezTo>
                    <a:pt x="26" y="13"/>
                    <a:pt x="24" y="16"/>
                    <a:pt x="21" y="18"/>
                  </a:cubicBezTo>
                  <a:cubicBezTo>
                    <a:pt x="18" y="21"/>
                    <a:pt x="14" y="23"/>
                    <a:pt x="10" y="24"/>
                  </a:cubicBezTo>
                  <a:cubicBezTo>
                    <a:pt x="11" y="20"/>
                    <a:pt x="13" y="16"/>
                    <a:pt x="1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113"/>
            <p:cNvSpPr>
              <a:spLocks/>
            </p:cNvSpPr>
            <p:nvPr/>
          </p:nvSpPr>
          <p:spPr bwMode="auto">
            <a:xfrm>
              <a:off x="12085638" y="3135313"/>
              <a:ext cx="57150" cy="84138"/>
            </a:xfrm>
            <a:custGeom>
              <a:avLst/>
              <a:gdLst>
                <a:gd name="T0" fmla="*/ 17 w 33"/>
                <a:gd name="T1" fmla="*/ 11 h 48"/>
                <a:gd name="T2" fmla="*/ 25 w 33"/>
                <a:gd name="T3" fmla="*/ 8 h 48"/>
                <a:gd name="T4" fmla="*/ 27 w 33"/>
                <a:gd name="T5" fmla="*/ 9 h 48"/>
                <a:gd name="T6" fmla="*/ 28 w 33"/>
                <a:gd name="T7" fmla="*/ 9 h 48"/>
                <a:gd name="T8" fmla="*/ 31 w 33"/>
                <a:gd name="T9" fmla="*/ 8 h 48"/>
                <a:gd name="T10" fmla="*/ 33 w 33"/>
                <a:gd name="T11" fmla="*/ 6 h 48"/>
                <a:gd name="T12" fmla="*/ 26 w 33"/>
                <a:gd name="T13" fmla="*/ 0 h 48"/>
                <a:gd name="T14" fmla="*/ 11 w 33"/>
                <a:gd name="T15" fmla="*/ 5 h 48"/>
                <a:gd name="T16" fmla="*/ 3 w 33"/>
                <a:gd name="T17" fmla="*/ 17 h 48"/>
                <a:gd name="T18" fmla="*/ 6 w 33"/>
                <a:gd name="T19" fmla="*/ 23 h 48"/>
                <a:gd name="T20" fmla="*/ 16 w 33"/>
                <a:gd name="T21" fmla="*/ 30 h 48"/>
                <a:gd name="T22" fmla="*/ 23 w 33"/>
                <a:gd name="T23" fmla="*/ 35 h 48"/>
                <a:gd name="T24" fmla="*/ 17 w 33"/>
                <a:gd name="T25" fmla="*/ 38 h 48"/>
                <a:gd name="T26" fmla="*/ 10 w 33"/>
                <a:gd name="T27" fmla="*/ 39 h 48"/>
                <a:gd name="T28" fmla="*/ 7 w 33"/>
                <a:gd name="T29" fmla="*/ 39 h 48"/>
                <a:gd name="T30" fmla="*/ 4 w 33"/>
                <a:gd name="T31" fmla="*/ 38 h 48"/>
                <a:gd name="T32" fmla="*/ 1 w 33"/>
                <a:gd name="T33" fmla="*/ 39 h 48"/>
                <a:gd name="T34" fmla="*/ 0 w 33"/>
                <a:gd name="T35" fmla="*/ 43 h 48"/>
                <a:gd name="T36" fmla="*/ 7 w 33"/>
                <a:gd name="T37" fmla="*/ 48 h 48"/>
                <a:gd name="T38" fmla="*/ 24 w 33"/>
                <a:gd name="T39" fmla="*/ 44 h 48"/>
                <a:gd name="T40" fmla="*/ 32 w 33"/>
                <a:gd name="T41" fmla="*/ 34 h 48"/>
                <a:gd name="T42" fmla="*/ 30 w 33"/>
                <a:gd name="T43" fmla="*/ 29 h 48"/>
                <a:gd name="T44" fmla="*/ 21 w 33"/>
                <a:gd name="T45" fmla="*/ 23 h 48"/>
                <a:gd name="T46" fmla="*/ 15 w 33"/>
                <a:gd name="T47" fmla="*/ 19 h 48"/>
                <a:gd name="T48" fmla="*/ 13 w 33"/>
                <a:gd name="T49" fmla="*/ 16 h 48"/>
                <a:gd name="T50" fmla="*/ 17 w 33"/>
                <a:gd name="T51"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3" h="48">
                  <a:moveTo>
                    <a:pt x="17" y="11"/>
                  </a:moveTo>
                  <a:cubicBezTo>
                    <a:pt x="20" y="9"/>
                    <a:pt x="23" y="8"/>
                    <a:pt x="25" y="8"/>
                  </a:cubicBezTo>
                  <a:cubicBezTo>
                    <a:pt x="26" y="8"/>
                    <a:pt x="26" y="9"/>
                    <a:pt x="27" y="9"/>
                  </a:cubicBezTo>
                  <a:cubicBezTo>
                    <a:pt x="28" y="9"/>
                    <a:pt x="28" y="9"/>
                    <a:pt x="28" y="9"/>
                  </a:cubicBezTo>
                  <a:cubicBezTo>
                    <a:pt x="29" y="9"/>
                    <a:pt x="30" y="9"/>
                    <a:pt x="31" y="8"/>
                  </a:cubicBezTo>
                  <a:cubicBezTo>
                    <a:pt x="32" y="7"/>
                    <a:pt x="33" y="7"/>
                    <a:pt x="33" y="6"/>
                  </a:cubicBezTo>
                  <a:cubicBezTo>
                    <a:pt x="33" y="2"/>
                    <a:pt x="30" y="0"/>
                    <a:pt x="26" y="0"/>
                  </a:cubicBezTo>
                  <a:cubicBezTo>
                    <a:pt x="21" y="0"/>
                    <a:pt x="16" y="1"/>
                    <a:pt x="11" y="5"/>
                  </a:cubicBezTo>
                  <a:cubicBezTo>
                    <a:pt x="6" y="8"/>
                    <a:pt x="3" y="12"/>
                    <a:pt x="3" y="17"/>
                  </a:cubicBezTo>
                  <a:cubicBezTo>
                    <a:pt x="3" y="19"/>
                    <a:pt x="4" y="21"/>
                    <a:pt x="6" y="23"/>
                  </a:cubicBezTo>
                  <a:cubicBezTo>
                    <a:pt x="7" y="25"/>
                    <a:pt x="11" y="27"/>
                    <a:pt x="16" y="30"/>
                  </a:cubicBezTo>
                  <a:cubicBezTo>
                    <a:pt x="20" y="32"/>
                    <a:pt x="23" y="34"/>
                    <a:pt x="23" y="35"/>
                  </a:cubicBezTo>
                  <a:cubicBezTo>
                    <a:pt x="22" y="36"/>
                    <a:pt x="20" y="37"/>
                    <a:pt x="17" y="38"/>
                  </a:cubicBezTo>
                  <a:cubicBezTo>
                    <a:pt x="15" y="39"/>
                    <a:pt x="12" y="39"/>
                    <a:pt x="10" y="39"/>
                  </a:cubicBezTo>
                  <a:cubicBezTo>
                    <a:pt x="9" y="39"/>
                    <a:pt x="8" y="39"/>
                    <a:pt x="7" y="39"/>
                  </a:cubicBezTo>
                  <a:cubicBezTo>
                    <a:pt x="6" y="38"/>
                    <a:pt x="5" y="38"/>
                    <a:pt x="4" y="38"/>
                  </a:cubicBezTo>
                  <a:cubicBezTo>
                    <a:pt x="3" y="38"/>
                    <a:pt x="2" y="39"/>
                    <a:pt x="1" y="39"/>
                  </a:cubicBezTo>
                  <a:cubicBezTo>
                    <a:pt x="0" y="40"/>
                    <a:pt x="0" y="41"/>
                    <a:pt x="0" y="43"/>
                  </a:cubicBezTo>
                  <a:cubicBezTo>
                    <a:pt x="0" y="46"/>
                    <a:pt x="2" y="48"/>
                    <a:pt x="7" y="48"/>
                  </a:cubicBezTo>
                  <a:cubicBezTo>
                    <a:pt x="13" y="48"/>
                    <a:pt x="19" y="47"/>
                    <a:pt x="24" y="44"/>
                  </a:cubicBezTo>
                  <a:cubicBezTo>
                    <a:pt x="29" y="41"/>
                    <a:pt x="32" y="38"/>
                    <a:pt x="32" y="34"/>
                  </a:cubicBezTo>
                  <a:cubicBezTo>
                    <a:pt x="32" y="32"/>
                    <a:pt x="31" y="30"/>
                    <a:pt x="30" y="29"/>
                  </a:cubicBezTo>
                  <a:cubicBezTo>
                    <a:pt x="28" y="27"/>
                    <a:pt x="25" y="25"/>
                    <a:pt x="21" y="23"/>
                  </a:cubicBezTo>
                  <a:cubicBezTo>
                    <a:pt x="18" y="21"/>
                    <a:pt x="16" y="20"/>
                    <a:pt x="15" y="19"/>
                  </a:cubicBezTo>
                  <a:cubicBezTo>
                    <a:pt x="14" y="18"/>
                    <a:pt x="13" y="17"/>
                    <a:pt x="13" y="16"/>
                  </a:cubicBezTo>
                  <a:cubicBezTo>
                    <a:pt x="13" y="14"/>
                    <a:pt x="15" y="12"/>
                    <a:pt x="17"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5" name="组合 94"/>
          <p:cNvGrpSpPr/>
          <p:nvPr/>
        </p:nvGrpSpPr>
        <p:grpSpPr>
          <a:xfrm>
            <a:off x="10836275" y="1046163"/>
            <a:ext cx="1293813" cy="1903413"/>
            <a:chOff x="10836275" y="1046163"/>
            <a:chExt cx="1293813" cy="1903413"/>
          </a:xfrm>
          <a:solidFill>
            <a:schemeClr val="tx1">
              <a:lumMod val="65000"/>
              <a:lumOff val="35000"/>
            </a:schemeClr>
          </a:solidFill>
        </p:grpSpPr>
        <p:sp>
          <p:nvSpPr>
            <p:cNvPr id="96" name="Freeform 114"/>
            <p:cNvSpPr>
              <a:spLocks/>
            </p:cNvSpPr>
            <p:nvPr/>
          </p:nvSpPr>
          <p:spPr bwMode="auto">
            <a:xfrm>
              <a:off x="11017250" y="2814638"/>
              <a:ext cx="139700" cy="134938"/>
            </a:xfrm>
            <a:custGeom>
              <a:avLst/>
              <a:gdLst>
                <a:gd name="T0" fmla="*/ 0 w 80"/>
                <a:gd name="T1" fmla="*/ 37 h 77"/>
                <a:gd name="T2" fmla="*/ 40 w 80"/>
                <a:gd name="T3" fmla="*/ 77 h 77"/>
                <a:gd name="T4" fmla="*/ 80 w 80"/>
                <a:gd name="T5" fmla="*/ 37 h 77"/>
                <a:gd name="T6" fmla="*/ 80 w 80"/>
                <a:gd name="T7" fmla="*/ 7 h 77"/>
                <a:gd name="T8" fmla="*/ 0 w 80"/>
                <a:gd name="T9" fmla="*/ 0 h 77"/>
                <a:gd name="T10" fmla="*/ 0 w 80"/>
                <a:gd name="T11" fmla="*/ 37 h 77"/>
              </a:gdLst>
              <a:ahLst/>
              <a:cxnLst>
                <a:cxn ang="0">
                  <a:pos x="T0" y="T1"/>
                </a:cxn>
                <a:cxn ang="0">
                  <a:pos x="T2" y="T3"/>
                </a:cxn>
                <a:cxn ang="0">
                  <a:pos x="T4" y="T5"/>
                </a:cxn>
                <a:cxn ang="0">
                  <a:pos x="T6" y="T7"/>
                </a:cxn>
                <a:cxn ang="0">
                  <a:pos x="T8" y="T9"/>
                </a:cxn>
                <a:cxn ang="0">
                  <a:pos x="T10" y="T11"/>
                </a:cxn>
              </a:cxnLst>
              <a:rect l="0" t="0" r="r" b="b"/>
              <a:pathLst>
                <a:path w="80" h="77">
                  <a:moveTo>
                    <a:pt x="0" y="37"/>
                  </a:moveTo>
                  <a:cubicBezTo>
                    <a:pt x="0" y="59"/>
                    <a:pt x="18" y="77"/>
                    <a:pt x="40" y="77"/>
                  </a:cubicBezTo>
                  <a:cubicBezTo>
                    <a:pt x="63" y="77"/>
                    <a:pt x="80" y="59"/>
                    <a:pt x="80" y="37"/>
                  </a:cubicBezTo>
                  <a:cubicBezTo>
                    <a:pt x="80" y="7"/>
                    <a:pt x="80" y="7"/>
                    <a:pt x="80" y="7"/>
                  </a:cubicBezTo>
                  <a:cubicBezTo>
                    <a:pt x="50" y="7"/>
                    <a:pt x="23" y="4"/>
                    <a:pt x="0" y="0"/>
                  </a:cubicBezTo>
                  <a:lnTo>
                    <a:pt x="0"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115"/>
            <p:cNvSpPr>
              <a:spLocks/>
            </p:cNvSpPr>
            <p:nvPr/>
          </p:nvSpPr>
          <p:spPr bwMode="auto">
            <a:xfrm>
              <a:off x="11182350" y="2814638"/>
              <a:ext cx="139700" cy="134938"/>
            </a:xfrm>
            <a:custGeom>
              <a:avLst/>
              <a:gdLst>
                <a:gd name="T0" fmla="*/ 0 w 80"/>
                <a:gd name="T1" fmla="*/ 37 h 77"/>
                <a:gd name="T2" fmla="*/ 40 w 80"/>
                <a:gd name="T3" fmla="*/ 77 h 77"/>
                <a:gd name="T4" fmla="*/ 80 w 80"/>
                <a:gd name="T5" fmla="*/ 37 h 77"/>
                <a:gd name="T6" fmla="*/ 80 w 80"/>
                <a:gd name="T7" fmla="*/ 0 h 77"/>
                <a:gd name="T8" fmla="*/ 0 w 80"/>
                <a:gd name="T9" fmla="*/ 7 h 77"/>
                <a:gd name="T10" fmla="*/ 0 w 80"/>
                <a:gd name="T11" fmla="*/ 37 h 77"/>
              </a:gdLst>
              <a:ahLst/>
              <a:cxnLst>
                <a:cxn ang="0">
                  <a:pos x="T0" y="T1"/>
                </a:cxn>
                <a:cxn ang="0">
                  <a:pos x="T2" y="T3"/>
                </a:cxn>
                <a:cxn ang="0">
                  <a:pos x="T4" y="T5"/>
                </a:cxn>
                <a:cxn ang="0">
                  <a:pos x="T6" y="T7"/>
                </a:cxn>
                <a:cxn ang="0">
                  <a:pos x="T8" y="T9"/>
                </a:cxn>
                <a:cxn ang="0">
                  <a:pos x="T10" y="T11"/>
                </a:cxn>
              </a:cxnLst>
              <a:rect l="0" t="0" r="r" b="b"/>
              <a:pathLst>
                <a:path w="80" h="77">
                  <a:moveTo>
                    <a:pt x="0" y="37"/>
                  </a:moveTo>
                  <a:cubicBezTo>
                    <a:pt x="0" y="59"/>
                    <a:pt x="18" y="77"/>
                    <a:pt x="40" y="77"/>
                  </a:cubicBezTo>
                  <a:cubicBezTo>
                    <a:pt x="62" y="77"/>
                    <a:pt x="80" y="59"/>
                    <a:pt x="80" y="37"/>
                  </a:cubicBezTo>
                  <a:cubicBezTo>
                    <a:pt x="80" y="0"/>
                    <a:pt x="80" y="0"/>
                    <a:pt x="80" y="0"/>
                  </a:cubicBezTo>
                  <a:cubicBezTo>
                    <a:pt x="57" y="4"/>
                    <a:pt x="30" y="7"/>
                    <a:pt x="0" y="7"/>
                  </a:cubicBezTo>
                  <a:lnTo>
                    <a:pt x="0"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116"/>
            <p:cNvSpPr>
              <a:spLocks noEditPoints="1"/>
            </p:cNvSpPr>
            <p:nvPr/>
          </p:nvSpPr>
          <p:spPr bwMode="auto">
            <a:xfrm>
              <a:off x="10836275" y="1604963"/>
              <a:ext cx="777875" cy="771525"/>
            </a:xfrm>
            <a:custGeom>
              <a:avLst/>
              <a:gdLst>
                <a:gd name="T0" fmla="*/ 110 w 444"/>
                <a:gd name="T1" fmla="*/ 45 h 441"/>
                <a:gd name="T2" fmla="*/ 107 w 444"/>
                <a:gd name="T3" fmla="*/ 46 h 441"/>
                <a:gd name="T4" fmla="*/ 1 w 444"/>
                <a:gd name="T5" fmla="*/ 372 h 441"/>
                <a:gd name="T6" fmla="*/ 26 w 444"/>
                <a:gd name="T7" fmla="*/ 400 h 441"/>
                <a:gd name="T8" fmla="*/ 34 w 444"/>
                <a:gd name="T9" fmla="*/ 399 h 441"/>
                <a:gd name="T10" fmla="*/ 55 w 444"/>
                <a:gd name="T11" fmla="*/ 220 h 441"/>
                <a:gd name="T12" fmla="*/ 67 w 444"/>
                <a:gd name="T13" fmla="*/ 220 h 441"/>
                <a:gd name="T14" fmla="*/ 56 w 444"/>
                <a:gd name="T15" fmla="*/ 316 h 441"/>
                <a:gd name="T16" fmla="*/ 57 w 444"/>
                <a:gd name="T17" fmla="*/ 316 h 441"/>
                <a:gd name="T18" fmla="*/ 190 w 444"/>
                <a:gd name="T19" fmla="*/ 441 h 441"/>
                <a:gd name="T20" fmla="*/ 323 w 444"/>
                <a:gd name="T21" fmla="*/ 314 h 441"/>
                <a:gd name="T22" fmla="*/ 324 w 444"/>
                <a:gd name="T23" fmla="*/ 314 h 441"/>
                <a:gd name="T24" fmla="*/ 313 w 444"/>
                <a:gd name="T25" fmla="*/ 220 h 441"/>
                <a:gd name="T26" fmla="*/ 300 w 444"/>
                <a:gd name="T27" fmla="*/ 113 h 441"/>
                <a:gd name="T28" fmla="*/ 349 w 444"/>
                <a:gd name="T29" fmla="*/ 133 h 441"/>
                <a:gd name="T30" fmla="*/ 359 w 444"/>
                <a:gd name="T31" fmla="*/ 135 h 441"/>
                <a:gd name="T32" fmla="*/ 380 w 444"/>
                <a:gd name="T33" fmla="*/ 126 h 441"/>
                <a:gd name="T34" fmla="*/ 444 w 444"/>
                <a:gd name="T35" fmla="*/ 54 h 441"/>
                <a:gd name="T36" fmla="*/ 444 w 444"/>
                <a:gd name="T37" fmla="*/ 41 h 441"/>
                <a:gd name="T38" fmla="*/ 417 w 444"/>
                <a:gd name="T39" fmla="*/ 0 h 441"/>
                <a:gd name="T40" fmla="*/ 352 w 444"/>
                <a:gd name="T41" fmla="*/ 74 h 441"/>
                <a:gd name="T42" fmla="*/ 261 w 444"/>
                <a:gd name="T43" fmla="*/ 36 h 441"/>
                <a:gd name="T44" fmla="*/ 190 w 444"/>
                <a:gd name="T45" fmla="*/ 68 h 441"/>
                <a:gd name="T46" fmla="*/ 125 w 444"/>
                <a:gd name="T47" fmla="*/ 43 h 441"/>
                <a:gd name="T48" fmla="*/ 112 w 444"/>
                <a:gd name="T49" fmla="*/ 45 h 441"/>
                <a:gd name="T50" fmla="*/ 110 w 444"/>
                <a:gd name="T51" fmla="*/ 45 h 441"/>
                <a:gd name="T52" fmla="*/ 190 w 444"/>
                <a:gd name="T53" fmla="*/ 392 h 441"/>
                <a:gd name="T54" fmla="*/ 105 w 444"/>
                <a:gd name="T55" fmla="*/ 307 h 441"/>
                <a:gd name="T56" fmla="*/ 190 w 444"/>
                <a:gd name="T57" fmla="*/ 222 h 441"/>
                <a:gd name="T58" fmla="*/ 275 w 444"/>
                <a:gd name="T59" fmla="*/ 307 h 441"/>
                <a:gd name="T60" fmla="*/ 190 w 444"/>
                <a:gd name="T61" fmla="*/ 392 h 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44" h="441">
                  <a:moveTo>
                    <a:pt x="110" y="45"/>
                  </a:moveTo>
                  <a:cubicBezTo>
                    <a:pt x="107" y="46"/>
                    <a:pt x="107" y="46"/>
                    <a:pt x="107" y="46"/>
                  </a:cubicBezTo>
                  <a:cubicBezTo>
                    <a:pt x="92" y="51"/>
                    <a:pt x="17" y="90"/>
                    <a:pt x="1" y="372"/>
                  </a:cubicBezTo>
                  <a:cubicBezTo>
                    <a:pt x="0" y="387"/>
                    <a:pt x="11" y="399"/>
                    <a:pt x="26" y="400"/>
                  </a:cubicBezTo>
                  <a:cubicBezTo>
                    <a:pt x="29" y="400"/>
                    <a:pt x="32" y="399"/>
                    <a:pt x="34" y="399"/>
                  </a:cubicBezTo>
                  <a:cubicBezTo>
                    <a:pt x="55" y="220"/>
                    <a:pt x="55" y="220"/>
                    <a:pt x="55" y="220"/>
                  </a:cubicBezTo>
                  <a:cubicBezTo>
                    <a:pt x="67" y="220"/>
                    <a:pt x="67" y="220"/>
                    <a:pt x="67" y="220"/>
                  </a:cubicBezTo>
                  <a:cubicBezTo>
                    <a:pt x="56" y="316"/>
                    <a:pt x="56" y="316"/>
                    <a:pt x="56" y="316"/>
                  </a:cubicBezTo>
                  <a:cubicBezTo>
                    <a:pt x="57" y="316"/>
                    <a:pt x="57" y="316"/>
                    <a:pt x="57" y="316"/>
                  </a:cubicBezTo>
                  <a:cubicBezTo>
                    <a:pt x="58" y="385"/>
                    <a:pt x="117" y="441"/>
                    <a:pt x="190" y="441"/>
                  </a:cubicBezTo>
                  <a:cubicBezTo>
                    <a:pt x="263" y="441"/>
                    <a:pt x="323" y="385"/>
                    <a:pt x="323" y="314"/>
                  </a:cubicBezTo>
                  <a:cubicBezTo>
                    <a:pt x="324" y="314"/>
                    <a:pt x="324" y="314"/>
                    <a:pt x="324" y="314"/>
                  </a:cubicBezTo>
                  <a:cubicBezTo>
                    <a:pt x="313" y="220"/>
                    <a:pt x="313" y="220"/>
                    <a:pt x="313" y="220"/>
                  </a:cubicBezTo>
                  <a:cubicBezTo>
                    <a:pt x="300" y="113"/>
                    <a:pt x="300" y="113"/>
                    <a:pt x="300" y="113"/>
                  </a:cubicBezTo>
                  <a:cubicBezTo>
                    <a:pt x="349" y="133"/>
                    <a:pt x="349" y="133"/>
                    <a:pt x="349" y="133"/>
                  </a:cubicBezTo>
                  <a:cubicBezTo>
                    <a:pt x="352" y="135"/>
                    <a:pt x="356" y="135"/>
                    <a:pt x="359" y="135"/>
                  </a:cubicBezTo>
                  <a:cubicBezTo>
                    <a:pt x="367" y="135"/>
                    <a:pt x="375" y="132"/>
                    <a:pt x="380" y="126"/>
                  </a:cubicBezTo>
                  <a:cubicBezTo>
                    <a:pt x="444" y="54"/>
                    <a:pt x="444" y="54"/>
                    <a:pt x="444" y="54"/>
                  </a:cubicBezTo>
                  <a:cubicBezTo>
                    <a:pt x="444" y="41"/>
                    <a:pt x="444" y="41"/>
                    <a:pt x="444" y="41"/>
                  </a:cubicBezTo>
                  <a:cubicBezTo>
                    <a:pt x="428" y="34"/>
                    <a:pt x="417" y="18"/>
                    <a:pt x="417" y="0"/>
                  </a:cubicBezTo>
                  <a:cubicBezTo>
                    <a:pt x="352" y="74"/>
                    <a:pt x="352" y="74"/>
                    <a:pt x="352" y="74"/>
                  </a:cubicBezTo>
                  <a:cubicBezTo>
                    <a:pt x="261" y="36"/>
                    <a:pt x="261" y="36"/>
                    <a:pt x="261" y="36"/>
                  </a:cubicBezTo>
                  <a:cubicBezTo>
                    <a:pt x="244" y="56"/>
                    <a:pt x="219" y="68"/>
                    <a:pt x="190" y="68"/>
                  </a:cubicBezTo>
                  <a:cubicBezTo>
                    <a:pt x="165" y="68"/>
                    <a:pt x="142" y="59"/>
                    <a:pt x="125" y="43"/>
                  </a:cubicBezTo>
                  <a:cubicBezTo>
                    <a:pt x="118" y="44"/>
                    <a:pt x="113" y="44"/>
                    <a:pt x="112" y="45"/>
                  </a:cubicBezTo>
                  <a:lnTo>
                    <a:pt x="110" y="45"/>
                  </a:lnTo>
                  <a:close/>
                  <a:moveTo>
                    <a:pt x="190" y="392"/>
                  </a:moveTo>
                  <a:cubicBezTo>
                    <a:pt x="143" y="392"/>
                    <a:pt x="105" y="354"/>
                    <a:pt x="105" y="307"/>
                  </a:cubicBezTo>
                  <a:cubicBezTo>
                    <a:pt x="105" y="260"/>
                    <a:pt x="143" y="222"/>
                    <a:pt x="190" y="222"/>
                  </a:cubicBezTo>
                  <a:cubicBezTo>
                    <a:pt x="237" y="222"/>
                    <a:pt x="275" y="260"/>
                    <a:pt x="275" y="307"/>
                  </a:cubicBezTo>
                  <a:cubicBezTo>
                    <a:pt x="275" y="354"/>
                    <a:pt x="237" y="392"/>
                    <a:pt x="190" y="3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117"/>
            <p:cNvSpPr>
              <a:spLocks/>
            </p:cNvSpPr>
            <p:nvPr/>
          </p:nvSpPr>
          <p:spPr bwMode="auto">
            <a:xfrm>
              <a:off x="10866438" y="2227263"/>
              <a:ext cx="606425" cy="579438"/>
            </a:xfrm>
            <a:custGeom>
              <a:avLst/>
              <a:gdLst>
                <a:gd name="T0" fmla="*/ 173 w 346"/>
                <a:gd name="T1" fmla="*/ 98 h 331"/>
                <a:gd name="T2" fmla="*/ 35 w 346"/>
                <a:gd name="T3" fmla="*/ 0 h 331"/>
                <a:gd name="T4" fmla="*/ 0 w 346"/>
                <a:gd name="T5" fmla="*/ 295 h 331"/>
                <a:gd name="T6" fmla="*/ 173 w 346"/>
                <a:gd name="T7" fmla="*/ 331 h 331"/>
                <a:gd name="T8" fmla="*/ 346 w 346"/>
                <a:gd name="T9" fmla="*/ 295 h 331"/>
                <a:gd name="T10" fmla="*/ 312 w 346"/>
                <a:gd name="T11" fmla="*/ 0 h 331"/>
                <a:gd name="T12" fmla="*/ 173 w 346"/>
                <a:gd name="T13" fmla="*/ 98 h 331"/>
              </a:gdLst>
              <a:ahLst/>
              <a:cxnLst>
                <a:cxn ang="0">
                  <a:pos x="T0" y="T1"/>
                </a:cxn>
                <a:cxn ang="0">
                  <a:pos x="T2" y="T3"/>
                </a:cxn>
                <a:cxn ang="0">
                  <a:pos x="T4" y="T5"/>
                </a:cxn>
                <a:cxn ang="0">
                  <a:pos x="T6" y="T7"/>
                </a:cxn>
                <a:cxn ang="0">
                  <a:pos x="T8" y="T9"/>
                </a:cxn>
                <a:cxn ang="0">
                  <a:pos x="T10" y="T11"/>
                </a:cxn>
                <a:cxn ang="0">
                  <a:pos x="T12" y="T13"/>
                </a:cxn>
              </a:cxnLst>
              <a:rect l="0" t="0" r="r" b="b"/>
              <a:pathLst>
                <a:path w="346" h="331">
                  <a:moveTo>
                    <a:pt x="173" y="98"/>
                  </a:moveTo>
                  <a:cubicBezTo>
                    <a:pt x="108" y="98"/>
                    <a:pt x="53" y="57"/>
                    <a:pt x="35" y="0"/>
                  </a:cubicBezTo>
                  <a:cubicBezTo>
                    <a:pt x="0" y="295"/>
                    <a:pt x="0" y="295"/>
                    <a:pt x="0" y="295"/>
                  </a:cubicBezTo>
                  <a:cubicBezTo>
                    <a:pt x="0" y="295"/>
                    <a:pt x="60" y="331"/>
                    <a:pt x="173" y="331"/>
                  </a:cubicBezTo>
                  <a:cubicBezTo>
                    <a:pt x="286" y="331"/>
                    <a:pt x="346" y="295"/>
                    <a:pt x="346" y="295"/>
                  </a:cubicBezTo>
                  <a:cubicBezTo>
                    <a:pt x="312" y="0"/>
                    <a:pt x="312" y="0"/>
                    <a:pt x="312" y="0"/>
                  </a:cubicBezTo>
                  <a:cubicBezTo>
                    <a:pt x="294" y="57"/>
                    <a:pt x="238" y="98"/>
                    <a:pt x="173" y="9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118"/>
            <p:cNvSpPr>
              <a:spLocks/>
            </p:cNvSpPr>
            <p:nvPr/>
          </p:nvSpPr>
          <p:spPr bwMode="auto">
            <a:xfrm>
              <a:off x="11114088" y="2100263"/>
              <a:ext cx="144463" cy="144463"/>
            </a:xfrm>
            <a:custGeom>
              <a:avLst/>
              <a:gdLst>
                <a:gd name="T0" fmla="*/ 72 w 83"/>
                <a:gd name="T1" fmla="*/ 26 h 82"/>
                <a:gd name="T2" fmla="*/ 60 w 83"/>
                <a:gd name="T3" fmla="*/ 30 h 82"/>
                <a:gd name="T4" fmla="*/ 53 w 83"/>
                <a:gd name="T5" fmla="*/ 42 h 82"/>
                <a:gd name="T6" fmla="*/ 40 w 83"/>
                <a:gd name="T7" fmla="*/ 29 h 82"/>
                <a:gd name="T8" fmla="*/ 52 w 83"/>
                <a:gd name="T9" fmla="*/ 22 h 82"/>
                <a:gd name="T10" fmla="*/ 53 w 83"/>
                <a:gd name="T11" fmla="*/ 20 h 82"/>
                <a:gd name="T12" fmla="*/ 55 w 83"/>
                <a:gd name="T13" fmla="*/ 7 h 82"/>
                <a:gd name="T14" fmla="*/ 40 w 83"/>
                <a:gd name="T15" fmla="*/ 4 h 82"/>
                <a:gd name="T16" fmla="*/ 11 w 83"/>
                <a:gd name="T17" fmla="*/ 23 h 82"/>
                <a:gd name="T18" fmla="*/ 8 w 83"/>
                <a:gd name="T19" fmla="*/ 25 h 82"/>
                <a:gd name="T20" fmla="*/ 8 w 83"/>
                <a:gd name="T21" fmla="*/ 54 h 82"/>
                <a:gd name="T22" fmla="*/ 28 w 83"/>
                <a:gd name="T23" fmla="*/ 74 h 82"/>
                <a:gd name="T24" fmla="*/ 57 w 83"/>
                <a:gd name="T25" fmla="*/ 74 h 82"/>
                <a:gd name="T26" fmla="*/ 57 w 83"/>
                <a:gd name="T27" fmla="*/ 74 h 82"/>
                <a:gd name="T28" fmla="*/ 59 w 83"/>
                <a:gd name="T29" fmla="*/ 72 h 82"/>
                <a:gd name="T30" fmla="*/ 61 w 83"/>
                <a:gd name="T31" fmla="*/ 69 h 82"/>
                <a:gd name="T32" fmla="*/ 61 w 83"/>
                <a:gd name="T33" fmla="*/ 70 h 82"/>
                <a:gd name="T34" fmla="*/ 72 w 83"/>
                <a:gd name="T35" fmla="*/ 80 h 82"/>
                <a:gd name="T36" fmla="*/ 79 w 83"/>
                <a:gd name="T37" fmla="*/ 77 h 82"/>
                <a:gd name="T38" fmla="*/ 82 w 83"/>
                <a:gd name="T39" fmla="*/ 69 h 82"/>
                <a:gd name="T40" fmla="*/ 80 w 83"/>
                <a:gd name="T41" fmla="*/ 36 h 82"/>
                <a:gd name="T42" fmla="*/ 72 w 83"/>
                <a:gd name="T43" fmla="*/ 26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3" h="82">
                  <a:moveTo>
                    <a:pt x="72" y="26"/>
                  </a:moveTo>
                  <a:cubicBezTo>
                    <a:pt x="68" y="25"/>
                    <a:pt x="63" y="26"/>
                    <a:pt x="60" y="30"/>
                  </a:cubicBezTo>
                  <a:cubicBezTo>
                    <a:pt x="53" y="42"/>
                    <a:pt x="53" y="42"/>
                    <a:pt x="53" y="42"/>
                  </a:cubicBezTo>
                  <a:cubicBezTo>
                    <a:pt x="40" y="29"/>
                    <a:pt x="40" y="29"/>
                    <a:pt x="40" y="29"/>
                  </a:cubicBezTo>
                  <a:cubicBezTo>
                    <a:pt x="52" y="22"/>
                    <a:pt x="52" y="22"/>
                    <a:pt x="52" y="22"/>
                  </a:cubicBezTo>
                  <a:cubicBezTo>
                    <a:pt x="52" y="21"/>
                    <a:pt x="53" y="21"/>
                    <a:pt x="53" y="20"/>
                  </a:cubicBezTo>
                  <a:cubicBezTo>
                    <a:pt x="57" y="17"/>
                    <a:pt x="58" y="11"/>
                    <a:pt x="55" y="7"/>
                  </a:cubicBezTo>
                  <a:cubicBezTo>
                    <a:pt x="51" y="2"/>
                    <a:pt x="45" y="0"/>
                    <a:pt x="40" y="4"/>
                  </a:cubicBezTo>
                  <a:cubicBezTo>
                    <a:pt x="11" y="23"/>
                    <a:pt x="11" y="23"/>
                    <a:pt x="11" y="23"/>
                  </a:cubicBezTo>
                  <a:cubicBezTo>
                    <a:pt x="10" y="23"/>
                    <a:pt x="9" y="24"/>
                    <a:pt x="8" y="25"/>
                  </a:cubicBezTo>
                  <a:cubicBezTo>
                    <a:pt x="0" y="33"/>
                    <a:pt x="0" y="46"/>
                    <a:pt x="8" y="54"/>
                  </a:cubicBezTo>
                  <a:cubicBezTo>
                    <a:pt x="28" y="74"/>
                    <a:pt x="28" y="74"/>
                    <a:pt x="28" y="74"/>
                  </a:cubicBezTo>
                  <a:cubicBezTo>
                    <a:pt x="36" y="82"/>
                    <a:pt x="49" y="82"/>
                    <a:pt x="57" y="74"/>
                  </a:cubicBezTo>
                  <a:cubicBezTo>
                    <a:pt x="57" y="74"/>
                    <a:pt x="57" y="74"/>
                    <a:pt x="57" y="74"/>
                  </a:cubicBezTo>
                  <a:cubicBezTo>
                    <a:pt x="58" y="73"/>
                    <a:pt x="58" y="73"/>
                    <a:pt x="59" y="72"/>
                  </a:cubicBezTo>
                  <a:cubicBezTo>
                    <a:pt x="61" y="69"/>
                    <a:pt x="61" y="69"/>
                    <a:pt x="61" y="69"/>
                  </a:cubicBezTo>
                  <a:cubicBezTo>
                    <a:pt x="61" y="70"/>
                    <a:pt x="61" y="70"/>
                    <a:pt x="61" y="70"/>
                  </a:cubicBezTo>
                  <a:cubicBezTo>
                    <a:pt x="61" y="76"/>
                    <a:pt x="66" y="81"/>
                    <a:pt x="72" y="80"/>
                  </a:cubicBezTo>
                  <a:cubicBezTo>
                    <a:pt x="75" y="80"/>
                    <a:pt x="78" y="79"/>
                    <a:pt x="79" y="77"/>
                  </a:cubicBezTo>
                  <a:cubicBezTo>
                    <a:pt x="81" y="75"/>
                    <a:pt x="83" y="72"/>
                    <a:pt x="82" y="69"/>
                  </a:cubicBezTo>
                  <a:cubicBezTo>
                    <a:pt x="80" y="36"/>
                    <a:pt x="80" y="36"/>
                    <a:pt x="80" y="36"/>
                  </a:cubicBezTo>
                  <a:cubicBezTo>
                    <a:pt x="80" y="31"/>
                    <a:pt x="77" y="27"/>
                    <a:pt x="72"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119"/>
            <p:cNvSpPr>
              <a:spLocks/>
            </p:cNvSpPr>
            <p:nvPr/>
          </p:nvSpPr>
          <p:spPr bwMode="auto">
            <a:xfrm>
              <a:off x="11075988" y="2038350"/>
              <a:ext cx="95250" cy="95250"/>
            </a:xfrm>
            <a:custGeom>
              <a:avLst/>
              <a:gdLst>
                <a:gd name="T0" fmla="*/ 45 w 54"/>
                <a:gd name="T1" fmla="*/ 44 h 54"/>
                <a:gd name="T2" fmla="*/ 45 w 54"/>
                <a:gd name="T3" fmla="*/ 10 h 54"/>
                <a:gd name="T4" fmla="*/ 10 w 54"/>
                <a:gd name="T5" fmla="*/ 10 h 54"/>
                <a:gd name="T6" fmla="*/ 10 w 54"/>
                <a:gd name="T7" fmla="*/ 44 h 54"/>
                <a:gd name="T8" fmla="*/ 45 w 54"/>
                <a:gd name="T9" fmla="*/ 44 h 54"/>
              </a:gdLst>
              <a:ahLst/>
              <a:cxnLst>
                <a:cxn ang="0">
                  <a:pos x="T0" y="T1"/>
                </a:cxn>
                <a:cxn ang="0">
                  <a:pos x="T2" y="T3"/>
                </a:cxn>
                <a:cxn ang="0">
                  <a:pos x="T4" y="T5"/>
                </a:cxn>
                <a:cxn ang="0">
                  <a:pos x="T6" y="T7"/>
                </a:cxn>
                <a:cxn ang="0">
                  <a:pos x="T8" y="T9"/>
                </a:cxn>
              </a:cxnLst>
              <a:rect l="0" t="0" r="r" b="b"/>
              <a:pathLst>
                <a:path w="54" h="54">
                  <a:moveTo>
                    <a:pt x="45" y="44"/>
                  </a:moveTo>
                  <a:cubicBezTo>
                    <a:pt x="54" y="35"/>
                    <a:pt x="54" y="19"/>
                    <a:pt x="45" y="10"/>
                  </a:cubicBezTo>
                  <a:cubicBezTo>
                    <a:pt x="35" y="0"/>
                    <a:pt x="20" y="0"/>
                    <a:pt x="10" y="10"/>
                  </a:cubicBezTo>
                  <a:cubicBezTo>
                    <a:pt x="0" y="19"/>
                    <a:pt x="0" y="35"/>
                    <a:pt x="10" y="44"/>
                  </a:cubicBezTo>
                  <a:cubicBezTo>
                    <a:pt x="20" y="54"/>
                    <a:pt x="35" y="54"/>
                    <a:pt x="45"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120"/>
            <p:cNvSpPr>
              <a:spLocks noEditPoints="1"/>
            </p:cNvSpPr>
            <p:nvPr/>
          </p:nvSpPr>
          <p:spPr bwMode="auto">
            <a:xfrm>
              <a:off x="11018838" y="1406525"/>
              <a:ext cx="301625" cy="301625"/>
            </a:xfrm>
            <a:custGeom>
              <a:avLst/>
              <a:gdLst>
                <a:gd name="T0" fmla="*/ 86 w 172"/>
                <a:gd name="T1" fmla="*/ 172 h 172"/>
                <a:gd name="T2" fmla="*/ 172 w 172"/>
                <a:gd name="T3" fmla="*/ 86 h 172"/>
                <a:gd name="T4" fmla="*/ 86 w 172"/>
                <a:gd name="T5" fmla="*/ 0 h 172"/>
                <a:gd name="T6" fmla="*/ 0 w 172"/>
                <a:gd name="T7" fmla="*/ 86 h 172"/>
                <a:gd name="T8" fmla="*/ 86 w 172"/>
                <a:gd name="T9" fmla="*/ 172 h 172"/>
                <a:gd name="T10" fmla="*/ 141 w 172"/>
                <a:gd name="T11" fmla="*/ 118 h 172"/>
                <a:gd name="T12" fmla="*/ 136 w 172"/>
                <a:gd name="T13" fmla="*/ 129 h 172"/>
                <a:gd name="T14" fmla="*/ 54 w 172"/>
                <a:gd name="T15" fmla="*/ 142 h 172"/>
                <a:gd name="T16" fmla="*/ 47 w 172"/>
                <a:gd name="T17" fmla="*/ 132 h 172"/>
                <a:gd name="T18" fmla="*/ 141 w 172"/>
                <a:gd name="T19" fmla="*/ 118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2" h="172">
                  <a:moveTo>
                    <a:pt x="86" y="172"/>
                  </a:moveTo>
                  <a:cubicBezTo>
                    <a:pt x="134" y="172"/>
                    <a:pt x="172" y="134"/>
                    <a:pt x="172" y="86"/>
                  </a:cubicBezTo>
                  <a:cubicBezTo>
                    <a:pt x="172" y="39"/>
                    <a:pt x="134" y="0"/>
                    <a:pt x="86" y="0"/>
                  </a:cubicBezTo>
                  <a:cubicBezTo>
                    <a:pt x="39" y="0"/>
                    <a:pt x="0" y="39"/>
                    <a:pt x="0" y="86"/>
                  </a:cubicBezTo>
                  <a:cubicBezTo>
                    <a:pt x="0" y="134"/>
                    <a:pt x="39" y="172"/>
                    <a:pt x="86" y="172"/>
                  </a:cubicBezTo>
                  <a:close/>
                  <a:moveTo>
                    <a:pt x="141" y="118"/>
                  </a:moveTo>
                  <a:cubicBezTo>
                    <a:pt x="136" y="129"/>
                    <a:pt x="136" y="129"/>
                    <a:pt x="136" y="129"/>
                  </a:cubicBezTo>
                  <a:cubicBezTo>
                    <a:pt x="99" y="111"/>
                    <a:pt x="54" y="141"/>
                    <a:pt x="54" y="142"/>
                  </a:cubicBezTo>
                  <a:cubicBezTo>
                    <a:pt x="47" y="132"/>
                    <a:pt x="47" y="132"/>
                    <a:pt x="47" y="132"/>
                  </a:cubicBezTo>
                  <a:cubicBezTo>
                    <a:pt x="49" y="131"/>
                    <a:pt x="98" y="97"/>
                    <a:pt x="14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121"/>
            <p:cNvSpPr>
              <a:spLocks noEditPoints="1"/>
            </p:cNvSpPr>
            <p:nvPr/>
          </p:nvSpPr>
          <p:spPr bwMode="auto">
            <a:xfrm>
              <a:off x="11582400" y="1501775"/>
              <a:ext cx="123825" cy="234950"/>
            </a:xfrm>
            <a:custGeom>
              <a:avLst/>
              <a:gdLst>
                <a:gd name="T0" fmla="*/ 27 w 71"/>
                <a:gd name="T1" fmla="*/ 93 h 134"/>
                <a:gd name="T2" fmla="*/ 27 w 71"/>
                <a:gd name="T3" fmla="*/ 134 h 134"/>
                <a:gd name="T4" fmla="*/ 43 w 71"/>
                <a:gd name="T5" fmla="*/ 134 h 134"/>
                <a:gd name="T6" fmla="*/ 43 w 71"/>
                <a:gd name="T7" fmla="*/ 93 h 134"/>
                <a:gd name="T8" fmla="*/ 71 w 71"/>
                <a:gd name="T9" fmla="*/ 59 h 134"/>
                <a:gd name="T10" fmla="*/ 71 w 71"/>
                <a:gd name="T11" fmla="*/ 35 h 134"/>
                <a:gd name="T12" fmla="*/ 35 w 71"/>
                <a:gd name="T13" fmla="*/ 0 h 134"/>
                <a:gd name="T14" fmla="*/ 0 w 71"/>
                <a:gd name="T15" fmla="*/ 35 h 134"/>
                <a:gd name="T16" fmla="*/ 0 w 71"/>
                <a:gd name="T17" fmla="*/ 59 h 134"/>
                <a:gd name="T18" fmla="*/ 27 w 71"/>
                <a:gd name="T19" fmla="*/ 93 h 134"/>
                <a:gd name="T20" fmla="*/ 59 w 71"/>
                <a:gd name="T21" fmla="*/ 33 h 134"/>
                <a:gd name="T22" fmla="*/ 59 w 71"/>
                <a:gd name="T23" fmla="*/ 61 h 134"/>
                <a:gd name="T24" fmla="*/ 11 w 71"/>
                <a:gd name="T25" fmla="*/ 61 h 134"/>
                <a:gd name="T26" fmla="*/ 11 w 71"/>
                <a:gd name="T27" fmla="*/ 33 h 134"/>
                <a:gd name="T28" fmla="*/ 59 w 71"/>
                <a:gd name="T29" fmla="*/ 33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134">
                  <a:moveTo>
                    <a:pt x="27" y="93"/>
                  </a:moveTo>
                  <a:cubicBezTo>
                    <a:pt x="27" y="134"/>
                    <a:pt x="27" y="134"/>
                    <a:pt x="27" y="134"/>
                  </a:cubicBezTo>
                  <a:cubicBezTo>
                    <a:pt x="43" y="134"/>
                    <a:pt x="43" y="134"/>
                    <a:pt x="43" y="134"/>
                  </a:cubicBezTo>
                  <a:cubicBezTo>
                    <a:pt x="43" y="93"/>
                    <a:pt x="43" y="93"/>
                    <a:pt x="43" y="93"/>
                  </a:cubicBezTo>
                  <a:cubicBezTo>
                    <a:pt x="59" y="89"/>
                    <a:pt x="71" y="75"/>
                    <a:pt x="71" y="59"/>
                  </a:cubicBezTo>
                  <a:cubicBezTo>
                    <a:pt x="71" y="35"/>
                    <a:pt x="71" y="35"/>
                    <a:pt x="71" y="35"/>
                  </a:cubicBezTo>
                  <a:cubicBezTo>
                    <a:pt x="71" y="15"/>
                    <a:pt x="55" y="0"/>
                    <a:pt x="35" y="0"/>
                  </a:cubicBezTo>
                  <a:cubicBezTo>
                    <a:pt x="16" y="0"/>
                    <a:pt x="0" y="15"/>
                    <a:pt x="0" y="35"/>
                  </a:cubicBezTo>
                  <a:cubicBezTo>
                    <a:pt x="0" y="59"/>
                    <a:pt x="0" y="59"/>
                    <a:pt x="0" y="59"/>
                  </a:cubicBezTo>
                  <a:cubicBezTo>
                    <a:pt x="0" y="75"/>
                    <a:pt x="12" y="89"/>
                    <a:pt x="27" y="93"/>
                  </a:cubicBezTo>
                  <a:close/>
                  <a:moveTo>
                    <a:pt x="59" y="33"/>
                  </a:moveTo>
                  <a:cubicBezTo>
                    <a:pt x="59" y="61"/>
                    <a:pt x="59" y="61"/>
                    <a:pt x="59" y="61"/>
                  </a:cubicBezTo>
                  <a:cubicBezTo>
                    <a:pt x="11" y="61"/>
                    <a:pt x="11" y="61"/>
                    <a:pt x="11" y="61"/>
                  </a:cubicBezTo>
                  <a:cubicBezTo>
                    <a:pt x="11" y="33"/>
                    <a:pt x="11" y="33"/>
                    <a:pt x="11" y="33"/>
                  </a:cubicBezTo>
                  <a:lnTo>
                    <a:pt x="59"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122"/>
            <p:cNvSpPr>
              <a:spLocks noEditPoints="1"/>
            </p:cNvSpPr>
            <p:nvPr/>
          </p:nvSpPr>
          <p:spPr bwMode="auto">
            <a:xfrm>
              <a:off x="11639550" y="1046163"/>
              <a:ext cx="490538" cy="430213"/>
            </a:xfrm>
            <a:custGeom>
              <a:avLst/>
              <a:gdLst>
                <a:gd name="T0" fmla="*/ 280 w 280"/>
                <a:gd name="T1" fmla="*/ 59 h 246"/>
                <a:gd name="T2" fmla="*/ 32 w 280"/>
                <a:gd name="T3" fmla="*/ 0 h 246"/>
                <a:gd name="T4" fmla="*/ 0 w 280"/>
                <a:gd name="T5" fmla="*/ 155 h 246"/>
                <a:gd name="T6" fmla="*/ 65 w 280"/>
                <a:gd name="T7" fmla="*/ 172 h 246"/>
                <a:gd name="T8" fmla="*/ 34 w 280"/>
                <a:gd name="T9" fmla="*/ 246 h 246"/>
                <a:gd name="T10" fmla="*/ 104 w 280"/>
                <a:gd name="T11" fmla="*/ 182 h 246"/>
                <a:gd name="T12" fmla="*/ 229 w 280"/>
                <a:gd name="T13" fmla="*/ 214 h 246"/>
                <a:gd name="T14" fmla="*/ 280 w 280"/>
                <a:gd name="T15" fmla="*/ 59 h 246"/>
                <a:gd name="T16" fmla="*/ 62 w 280"/>
                <a:gd name="T17" fmla="*/ 115 h 246"/>
                <a:gd name="T18" fmla="*/ 71 w 280"/>
                <a:gd name="T19" fmla="*/ 116 h 246"/>
                <a:gd name="T20" fmla="*/ 74 w 280"/>
                <a:gd name="T21" fmla="*/ 114 h 246"/>
                <a:gd name="T22" fmla="*/ 85 w 280"/>
                <a:gd name="T23" fmla="*/ 72 h 246"/>
                <a:gd name="T24" fmla="*/ 69 w 280"/>
                <a:gd name="T25" fmla="*/ 76 h 246"/>
                <a:gd name="T26" fmla="*/ 67 w 280"/>
                <a:gd name="T27" fmla="*/ 68 h 246"/>
                <a:gd name="T28" fmla="*/ 89 w 280"/>
                <a:gd name="T29" fmla="*/ 61 h 246"/>
                <a:gd name="T30" fmla="*/ 99 w 280"/>
                <a:gd name="T31" fmla="*/ 64 h 246"/>
                <a:gd name="T32" fmla="*/ 85 w 280"/>
                <a:gd name="T33" fmla="*/ 120 h 246"/>
                <a:gd name="T34" fmla="*/ 96 w 280"/>
                <a:gd name="T35" fmla="*/ 123 h 246"/>
                <a:gd name="T36" fmla="*/ 94 w 280"/>
                <a:gd name="T37" fmla="*/ 130 h 246"/>
                <a:gd name="T38" fmla="*/ 60 w 280"/>
                <a:gd name="T39" fmla="*/ 122 h 246"/>
                <a:gd name="T40" fmla="*/ 62 w 280"/>
                <a:gd name="T41" fmla="*/ 115 h 246"/>
                <a:gd name="T42" fmla="*/ 139 w 280"/>
                <a:gd name="T43" fmla="*/ 133 h 246"/>
                <a:gd name="T44" fmla="*/ 137 w 280"/>
                <a:gd name="T45" fmla="*/ 141 h 246"/>
                <a:gd name="T46" fmla="*/ 102 w 280"/>
                <a:gd name="T47" fmla="*/ 132 h 246"/>
                <a:gd name="T48" fmla="*/ 104 w 280"/>
                <a:gd name="T49" fmla="*/ 125 h 246"/>
                <a:gd name="T50" fmla="*/ 113 w 280"/>
                <a:gd name="T51" fmla="*/ 127 h 246"/>
                <a:gd name="T52" fmla="*/ 117 w 280"/>
                <a:gd name="T53" fmla="*/ 125 h 246"/>
                <a:gd name="T54" fmla="*/ 127 w 280"/>
                <a:gd name="T55" fmla="*/ 83 h 246"/>
                <a:gd name="T56" fmla="*/ 112 w 280"/>
                <a:gd name="T57" fmla="*/ 87 h 246"/>
                <a:gd name="T58" fmla="*/ 110 w 280"/>
                <a:gd name="T59" fmla="*/ 79 h 246"/>
                <a:gd name="T60" fmla="*/ 132 w 280"/>
                <a:gd name="T61" fmla="*/ 72 h 246"/>
                <a:gd name="T62" fmla="*/ 142 w 280"/>
                <a:gd name="T63" fmla="*/ 75 h 246"/>
                <a:gd name="T64" fmla="*/ 128 w 280"/>
                <a:gd name="T65" fmla="*/ 130 h 246"/>
                <a:gd name="T66" fmla="*/ 139 w 280"/>
                <a:gd name="T67" fmla="*/ 133 h 246"/>
                <a:gd name="T68" fmla="*/ 159 w 280"/>
                <a:gd name="T69" fmla="*/ 140 h 246"/>
                <a:gd name="T70" fmla="*/ 150 w 280"/>
                <a:gd name="T71" fmla="*/ 146 h 246"/>
                <a:gd name="T72" fmla="*/ 145 w 280"/>
                <a:gd name="T73" fmla="*/ 137 h 246"/>
                <a:gd name="T74" fmla="*/ 153 w 280"/>
                <a:gd name="T75" fmla="*/ 132 h 246"/>
                <a:gd name="T76" fmla="*/ 159 w 280"/>
                <a:gd name="T77" fmla="*/ 140 h 246"/>
                <a:gd name="T78" fmla="*/ 222 w 280"/>
                <a:gd name="T79" fmla="*/ 103 h 246"/>
                <a:gd name="T80" fmla="*/ 182 w 280"/>
                <a:gd name="T81" fmla="*/ 152 h 246"/>
                <a:gd name="T82" fmla="*/ 169 w 280"/>
                <a:gd name="T83" fmla="*/ 149 h 246"/>
                <a:gd name="T84" fmla="*/ 210 w 280"/>
                <a:gd name="T85" fmla="*/ 101 h 246"/>
                <a:gd name="T86" fmla="*/ 191 w 280"/>
                <a:gd name="T87" fmla="*/ 96 h 246"/>
                <a:gd name="T88" fmla="*/ 188 w 280"/>
                <a:gd name="T89" fmla="*/ 98 h 246"/>
                <a:gd name="T90" fmla="*/ 187 w 280"/>
                <a:gd name="T91" fmla="*/ 103 h 246"/>
                <a:gd name="T92" fmla="*/ 177 w 280"/>
                <a:gd name="T93" fmla="*/ 100 h 246"/>
                <a:gd name="T94" fmla="*/ 181 w 280"/>
                <a:gd name="T95" fmla="*/ 84 h 246"/>
                <a:gd name="T96" fmla="*/ 224 w 280"/>
                <a:gd name="T97" fmla="*/ 95 h 246"/>
                <a:gd name="T98" fmla="*/ 222 w 280"/>
                <a:gd name="T99" fmla="*/ 103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0" h="246">
                  <a:moveTo>
                    <a:pt x="280" y="59"/>
                  </a:moveTo>
                  <a:cubicBezTo>
                    <a:pt x="32" y="0"/>
                    <a:pt x="32" y="0"/>
                    <a:pt x="32" y="0"/>
                  </a:cubicBezTo>
                  <a:cubicBezTo>
                    <a:pt x="0" y="155"/>
                    <a:pt x="0" y="155"/>
                    <a:pt x="0" y="155"/>
                  </a:cubicBezTo>
                  <a:cubicBezTo>
                    <a:pt x="65" y="172"/>
                    <a:pt x="65" y="172"/>
                    <a:pt x="65" y="172"/>
                  </a:cubicBezTo>
                  <a:cubicBezTo>
                    <a:pt x="34" y="246"/>
                    <a:pt x="34" y="246"/>
                    <a:pt x="34" y="246"/>
                  </a:cubicBezTo>
                  <a:cubicBezTo>
                    <a:pt x="104" y="182"/>
                    <a:pt x="104" y="182"/>
                    <a:pt x="104" y="182"/>
                  </a:cubicBezTo>
                  <a:cubicBezTo>
                    <a:pt x="229" y="214"/>
                    <a:pt x="229" y="214"/>
                    <a:pt x="229" y="214"/>
                  </a:cubicBezTo>
                  <a:lnTo>
                    <a:pt x="280" y="59"/>
                  </a:lnTo>
                  <a:close/>
                  <a:moveTo>
                    <a:pt x="62" y="115"/>
                  </a:moveTo>
                  <a:cubicBezTo>
                    <a:pt x="71" y="116"/>
                    <a:pt x="71" y="116"/>
                    <a:pt x="71" y="116"/>
                  </a:cubicBezTo>
                  <a:cubicBezTo>
                    <a:pt x="73" y="117"/>
                    <a:pt x="74" y="117"/>
                    <a:pt x="74" y="114"/>
                  </a:cubicBezTo>
                  <a:cubicBezTo>
                    <a:pt x="85" y="72"/>
                    <a:pt x="85" y="72"/>
                    <a:pt x="85" y="72"/>
                  </a:cubicBezTo>
                  <a:cubicBezTo>
                    <a:pt x="69" y="76"/>
                    <a:pt x="69" y="76"/>
                    <a:pt x="69" y="76"/>
                  </a:cubicBezTo>
                  <a:cubicBezTo>
                    <a:pt x="67" y="68"/>
                    <a:pt x="67" y="68"/>
                    <a:pt x="67" y="68"/>
                  </a:cubicBezTo>
                  <a:cubicBezTo>
                    <a:pt x="89" y="61"/>
                    <a:pt x="89" y="61"/>
                    <a:pt x="89" y="61"/>
                  </a:cubicBezTo>
                  <a:cubicBezTo>
                    <a:pt x="99" y="64"/>
                    <a:pt x="99" y="64"/>
                    <a:pt x="99" y="64"/>
                  </a:cubicBezTo>
                  <a:cubicBezTo>
                    <a:pt x="85" y="120"/>
                    <a:pt x="85" y="120"/>
                    <a:pt x="85" y="120"/>
                  </a:cubicBezTo>
                  <a:cubicBezTo>
                    <a:pt x="96" y="123"/>
                    <a:pt x="96" y="123"/>
                    <a:pt x="96" y="123"/>
                  </a:cubicBezTo>
                  <a:cubicBezTo>
                    <a:pt x="94" y="130"/>
                    <a:pt x="94" y="130"/>
                    <a:pt x="94" y="130"/>
                  </a:cubicBezTo>
                  <a:cubicBezTo>
                    <a:pt x="60" y="122"/>
                    <a:pt x="60" y="122"/>
                    <a:pt x="60" y="122"/>
                  </a:cubicBezTo>
                  <a:lnTo>
                    <a:pt x="62" y="115"/>
                  </a:lnTo>
                  <a:close/>
                  <a:moveTo>
                    <a:pt x="139" y="133"/>
                  </a:moveTo>
                  <a:cubicBezTo>
                    <a:pt x="137" y="141"/>
                    <a:pt x="137" y="141"/>
                    <a:pt x="137" y="141"/>
                  </a:cubicBezTo>
                  <a:cubicBezTo>
                    <a:pt x="102" y="132"/>
                    <a:pt x="102" y="132"/>
                    <a:pt x="102" y="132"/>
                  </a:cubicBezTo>
                  <a:cubicBezTo>
                    <a:pt x="104" y="125"/>
                    <a:pt x="104" y="125"/>
                    <a:pt x="104" y="125"/>
                  </a:cubicBezTo>
                  <a:cubicBezTo>
                    <a:pt x="113" y="127"/>
                    <a:pt x="113" y="127"/>
                    <a:pt x="113" y="127"/>
                  </a:cubicBezTo>
                  <a:cubicBezTo>
                    <a:pt x="115" y="127"/>
                    <a:pt x="116" y="127"/>
                    <a:pt x="117" y="125"/>
                  </a:cubicBezTo>
                  <a:cubicBezTo>
                    <a:pt x="127" y="83"/>
                    <a:pt x="127" y="83"/>
                    <a:pt x="127" y="83"/>
                  </a:cubicBezTo>
                  <a:cubicBezTo>
                    <a:pt x="112" y="87"/>
                    <a:pt x="112" y="87"/>
                    <a:pt x="112" y="87"/>
                  </a:cubicBezTo>
                  <a:cubicBezTo>
                    <a:pt x="110" y="79"/>
                    <a:pt x="110" y="79"/>
                    <a:pt x="110" y="79"/>
                  </a:cubicBezTo>
                  <a:cubicBezTo>
                    <a:pt x="132" y="72"/>
                    <a:pt x="132" y="72"/>
                    <a:pt x="132" y="72"/>
                  </a:cubicBezTo>
                  <a:cubicBezTo>
                    <a:pt x="142" y="75"/>
                    <a:pt x="142" y="75"/>
                    <a:pt x="142" y="75"/>
                  </a:cubicBezTo>
                  <a:cubicBezTo>
                    <a:pt x="128" y="130"/>
                    <a:pt x="128" y="130"/>
                    <a:pt x="128" y="130"/>
                  </a:cubicBezTo>
                  <a:lnTo>
                    <a:pt x="139" y="133"/>
                  </a:lnTo>
                  <a:close/>
                  <a:moveTo>
                    <a:pt x="159" y="140"/>
                  </a:moveTo>
                  <a:cubicBezTo>
                    <a:pt x="158" y="144"/>
                    <a:pt x="154" y="147"/>
                    <a:pt x="150" y="146"/>
                  </a:cubicBezTo>
                  <a:cubicBezTo>
                    <a:pt x="145" y="145"/>
                    <a:pt x="144" y="141"/>
                    <a:pt x="145" y="137"/>
                  </a:cubicBezTo>
                  <a:cubicBezTo>
                    <a:pt x="145" y="133"/>
                    <a:pt x="149" y="131"/>
                    <a:pt x="153" y="132"/>
                  </a:cubicBezTo>
                  <a:cubicBezTo>
                    <a:pt x="158" y="133"/>
                    <a:pt x="160" y="136"/>
                    <a:pt x="159" y="140"/>
                  </a:cubicBezTo>
                  <a:close/>
                  <a:moveTo>
                    <a:pt x="222" y="103"/>
                  </a:moveTo>
                  <a:cubicBezTo>
                    <a:pt x="182" y="152"/>
                    <a:pt x="182" y="152"/>
                    <a:pt x="182" y="152"/>
                  </a:cubicBezTo>
                  <a:cubicBezTo>
                    <a:pt x="169" y="149"/>
                    <a:pt x="169" y="149"/>
                    <a:pt x="169" y="149"/>
                  </a:cubicBezTo>
                  <a:cubicBezTo>
                    <a:pt x="210" y="101"/>
                    <a:pt x="210" y="101"/>
                    <a:pt x="210" y="101"/>
                  </a:cubicBezTo>
                  <a:cubicBezTo>
                    <a:pt x="191" y="96"/>
                    <a:pt x="191" y="96"/>
                    <a:pt x="191" y="96"/>
                  </a:cubicBezTo>
                  <a:cubicBezTo>
                    <a:pt x="189" y="96"/>
                    <a:pt x="188" y="96"/>
                    <a:pt x="188" y="98"/>
                  </a:cubicBezTo>
                  <a:cubicBezTo>
                    <a:pt x="187" y="103"/>
                    <a:pt x="187" y="103"/>
                    <a:pt x="187" y="103"/>
                  </a:cubicBezTo>
                  <a:cubicBezTo>
                    <a:pt x="177" y="100"/>
                    <a:pt x="177" y="100"/>
                    <a:pt x="177" y="100"/>
                  </a:cubicBezTo>
                  <a:cubicBezTo>
                    <a:pt x="181" y="84"/>
                    <a:pt x="181" y="84"/>
                    <a:pt x="181" y="84"/>
                  </a:cubicBezTo>
                  <a:cubicBezTo>
                    <a:pt x="224" y="95"/>
                    <a:pt x="224" y="95"/>
                    <a:pt x="224" y="95"/>
                  </a:cubicBezTo>
                  <a:lnTo>
                    <a:pt x="222" y="10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5" name="组合 104"/>
          <p:cNvGrpSpPr/>
          <p:nvPr/>
        </p:nvGrpSpPr>
        <p:grpSpPr>
          <a:xfrm>
            <a:off x="9575800" y="3902075"/>
            <a:ext cx="733425" cy="1603375"/>
            <a:chOff x="9575800" y="3902075"/>
            <a:chExt cx="733425" cy="1603375"/>
          </a:xfrm>
          <a:solidFill>
            <a:schemeClr val="tx1">
              <a:lumMod val="65000"/>
              <a:lumOff val="35000"/>
            </a:schemeClr>
          </a:solidFill>
        </p:grpSpPr>
        <p:sp>
          <p:nvSpPr>
            <p:cNvPr id="106" name="Freeform 139"/>
            <p:cNvSpPr>
              <a:spLocks/>
            </p:cNvSpPr>
            <p:nvPr/>
          </p:nvSpPr>
          <p:spPr bwMode="auto">
            <a:xfrm>
              <a:off x="9575800" y="4222750"/>
              <a:ext cx="690563" cy="1282700"/>
            </a:xfrm>
            <a:custGeom>
              <a:avLst/>
              <a:gdLst>
                <a:gd name="T0" fmla="*/ 66 w 394"/>
                <a:gd name="T1" fmla="*/ 278 h 732"/>
                <a:gd name="T2" fmla="*/ 120 w 394"/>
                <a:gd name="T3" fmla="*/ 139 h 732"/>
                <a:gd name="T4" fmla="*/ 117 w 394"/>
                <a:gd name="T5" fmla="*/ 293 h 732"/>
                <a:gd name="T6" fmla="*/ 165 w 394"/>
                <a:gd name="T7" fmla="*/ 358 h 732"/>
                <a:gd name="T8" fmla="*/ 173 w 394"/>
                <a:gd name="T9" fmla="*/ 467 h 732"/>
                <a:gd name="T10" fmla="*/ 86 w 394"/>
                <a:gd name="T11" fmla="*/ 507 h 732"/>
                <a:gd name="T12" fmla="*/ 40 w 394"/>
                <a:gd name="T13" fmla="*/ 562 h 732"/>
                <a:gd name="T14" fmla="*/ 95 w 394"/>
                <a:gd name="T15" fmla="*/ 607 h 732"/>
                <a:gd name="T16" fmla="*/ 259 w 394"/>
                <a:gd name="T17" fmla="*/ 517 h 732"/>
                <a:gd name="T18" fmla="*/ 292 w 394"/>
                <a:gd name="T19" fmla="*/ 686 h 732"/>
                <a:gd name="T20" fmla="*/ 342 w 394"/>
                <a:gd name="T21" fmla="*/ 732 h 732"/>
                <a:gd name="T22" fmla="*/ 346 w 394"/>
                <a:gd name="T23" fmla="*/ 732 h 732"/>
                <a:gd name="T24" fmla="*/ 392 w 394"/>
                <a:gd name="T25" fmla="*/ 678 h 732"/>
                <a:gd name="T26" fmla="*/ 259 w 394"/>
                <a:gd name="T27" fmla="*/ 297 h 732"/>
                <a:gd name="T28" fmla="*/ 258 w 394"/>
                <a:gd name="T29" fmla="*/ 245 h 732"/>
                <a:gd name="T30" fmla="*/ 173 w 394"/>
                <a:gd name="T31" fmla="*/ 79 h 732"/>
                <a:gd name="T32" fmla="*/ 183 w 394"/>
                <a:gd name="T33" fmla="*/ 49 h 732"/>
                <a:gd name="T34" fmla="*/ 211 w 394"/>
                <a:gd name="T35" fmla="*/ 35 h 732"/>
                <a:gd name="T36" fmla="*/ 214 w 394"/>
                <a:gd name="T37" fmla="*/ 35 h 732"/>
                <a:gd name="T38" fmla="*/ 255 w 394"/>
                <a:gd name="T39" fmla="*/ 73 h 732"/>
                <a:gd name="T40" fmla="*/ 274 w 394"/>
                <a:gd name="T41" fmla="*/ 134 h 732"/>
                <a:gd name="T42" fmla="*/ 281 w 394"/>
                <a:gd name="T43" fmla="*/ 99 h 732"/>
                <a:gd name="T44" fmla="*/ 243 w 394"/>
                <a:gd name="T45" fmla="*/ 3 h 732"/>
                <a:gd name="T46" fmla="*/ 214 w 394"/>
                <a:gd name="T47" fmla="*/ 2 h 732"/>
                <a:gd name="T48" fmla="*/ 209 w 394"/>
                <a:gd name="T49" fmla="*/ 2 h 732"/>
                <a:gd name="T50" fmla="*/ 3 w 394"/>
                <a:gd name="T51" fmla="*/ 267 h 732"/>
                <a:gd name="T52" fmla="*/ 29 w 394"/>
                <a:gd name="T53" fmla="*/ 304 h 732"/>
                <a:gd name="T54" fmla="*/ 34 w 394"/>
                <a:gd name="T55" fmla="*/ 304 h 732"/>
                <a:gd name="T56" fmla="*/ 66 w 394"/>
                <a:gd name="T57" fmla="*/ 278 h 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94" h="732">
                  <a:moveTo>
                    <a:pt x="66" y="278"/>
                  </a:moveTo>
                  <a:cubicBezTo>
                    <a:pt x="76" y="215"/>
                    <a:pt x="97" y="170"/>
                    <a:pt x="120" y="139"/>
                  </a:cubicBezTo>
                  <a:cubicBezTo>
                    <a:pt x="110" y="187"/>
                    <a:pt x="109" y="231"/>
                    <a:pt x="117" y="293"/>
                  </a:cubicBezTo>
                  <a:cubicBezTo>
                    <a:pt x="124" y="332"/>
                    <a:pt x="143" y="350"/>
                    <a:pt x="165" y="358"/>
                  </a:cubicBezTo>
                  <a:cubicBezTo>
                    <a:pt x="178" y="393"/>
                    <a:pt x="187" y="438"/>
                    <a:pt x="173" y="467"/>
                  </a:cubicBezTo>
                  <a:cubicBezTo>
                    <a:pt x="161" y="489"/>
                    <a:pt x="132" y="503"/>
                    <a:pt x="86" y="507"/>
                  </a:cubicBezTo>
                  <a:cubicBezTo>
                    <a:pt x="58" y="510"/>
                    <a:pt x="38" y="534"/>
                    <a:pt x="40" y="562"/>
                  </a:cubicBezTo>
                  <a:cubicBezTo>
                    <a:pt x="43" y="589"/>
                    <a:pt x="68" y="609"/>
                    <a:pt x="95" y="607"/>
                  </a:cubicBezTo>
                  <a:cubicBezTo>
                    <a:pt x="175" y="599"/>
                    <a:pt x="230" y="569"/>
                    <a:pt x="259" y="517"/>
                  </a:cubicBezTo>
                  <a:cubicBezTo>
                    <a:pt x="275" y="564"/>
                    <a:pt x="287" y="621"/>
                    <a:pt x="292" y="686"/>
                  </a:cubicBezTo>
                  <a:cubicBezTo>
                    <a:pt x="294" y="712"/>
                    <a:pt x="316" y="732"/>
                    <a:pt x="342" y="732"/>
                  </a:cubicBezTo>
                  <a:cubicBezTo>
                    <a:pt x="344" y="732"/>
                    <a:pt x="345" y="732"/>
                    <a:pt x="346" y="732"/>
                  </a:cubicBezTo>
                  <a:cubicBezTo>
                    <a:pt x="374" y="730"/>
                    <a:pt x="394" y="706"/>
                    <a:pt x="392" y="678"/>
                  </a:cubicBezTo>
                  <a:cubicBezTo>
                    <a:pt x="377" y="484"/>
                    <a:pt x="303" y="357"/>
                    <a:pt x="259" y="297"/>
                  </a:cubicBezTo>
                  <a:cubicBezTo>
                    <a:pt x="257" y="280"/>
                    <a:pt x="257" y="263"/>
                    <a:pt x="258" y="245"/>
                  </a:cubicBezTo>
                  <a:cubicBezTo>
                    <a:pt x="198" y="192"/>
                    <a:pt x="176" y="121"/>
                    <a:pt x="173" y="79"/>
                  </a:cubicBezTo>
                  <a:cubicBezTo>
                    <a:pt x="172" y="68"/>
                    <a:pt x="176" y="57"/>
                    <a:pt x="183" y="49"/>
                  </a:cubicBezTo>
                  <a:cubicBezTo>
                    <a:pt x="190" y="41"/>
                    <a:pt x="200" y="36"/>
                    <a:pt x="211" y="35"/>
                  </a:cubicBezTo>
                  <a:cubicBezTo>
                    <a:pt x="212" y="35"/>
                    <a:pt x="213" y="35"/>
                    <a:pt x="214" y="35"/>
                  </a:cubicBezTo>
                  <a:cubicBezTo>
                    <a:pt x="236" y="35"/>
                    <a:pt x="254" y="52"/>
                    <a:pt x="255" y="73"/>
                  </a:cubicBezTo>
                  <a:cubicBezTo>
                    <a:pt x="255" y="76"/>
                    <a:pt x="258" y="103"/>
                    <a:pt x="274" y="134"/>
                  </a:cubicBezTo>
                  <a:cubicBezTo>
                    <a:pt x="276" y="121"/>
                    <a:pt x="279" y="109"/>
                    <a:pt x="281" y="99"/>
                  </a:cubicBezTo>
                  <a:cubicBezTo>
                    <a:pt x="292" y="59"/>
                    <a:pt x="277" y="11"/>
                    <a:pt x="243" y="3"/>
                  </a:cubicBezTo>
                  <a:cubicBezTo>
                    <a:pt x="234" y="0"/>
                    <a:pt x="224" y="0"/>
                    <a:pt x="214" y="2"/>
                  </a:cubicBezTo>
                  <a:cubicBezTo>
                    <a:pt x="213" y="2"/>
                    <a:pt x="211" y="2"/>
                    <a:pt x="209" y="2"/>
                  </a:cubicBezTo>
                  <a:cubicBezTo>
                    <a:pt x="203" y="3"/>
                    <a:pt x="42" y="36"/>
                    <a:pt x="3" y="267"/>
                  </a:cubicBezTo>
                  <a:cubicBezTo>
                    <a:pt x="0" y="284"/>
                    <a:pt x="11" y="301"/>
                    <a:pt x="29" y="304"/>
                  </a:cubicBezTo>
                  <a:cubicBezTo>
                    <a:pt x="31" y="304"/>
                    <a:pt x="32" y="304"/>
                    <a:pt x="34" y="304"/>
                  </a:cubicBezTo>
                  <a:cubicBezTo>
                    <a:pt x="50" y="304"/>
                    <a:pt x="63" y="293"/>
                    <a:pt x="66" y="2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140"/>
            <p:cNvSpPr>
              <a:spLocks/>
            </p:cNvSpPr>
            <p:nvPr/>
          </p:nvSpPr>
          <p:spPr bwMode="auto">
            <a:xfrm>
              <a:off x="9893300" y="4298950"/>
              <a:ext cx="415925" cy="442913"/>
            </a:xfrm>
            <a:custGeom>
              <a:avLst/>
              <a:gdLst>
                <a:gd name="T0" fmla="*/ 31 w 238"/>
                <a:gd name="T1" fmla="*/ 1 h 253"/>
                <a:gd name="T2" fmla="*/ 1 w 238"/>
                <a:gd name="T3" fmla="*/ 35 h 253"/>
                <a:gd name="T4" fmla="*/ 196 w 238"/>
                <a:gd name="T5" fmla="*/ 252 h 253"/>
                <a:gd name="T6" fmla="*/ 203 w 238"/>
                <a:gd name="T7" fmla="*/ 253 h 253"/>
                <a:gd name="T8" fmla="*/ 234 w 238"/>
                <a:gd name="T9" fmla="*/ 228 h 253"/>
                <a:gd name="T10" fmla="*/ 211 w 238"/>
                <a:gd name="T11" fmla="*/ 190 h 253"/>
                <a:gd name="T12" fmla="*/ 65 w 238"/>
                <a:gd name="T13" fmla="*/ 31 h 253"/>
                <a:gd name="T14" fmla="*/ 31 w 238"/>
                <a:gd name="T15" fmla="*/ 1 h 2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8" h="253">
                  <a:moveTo>
                    <a:pt x="31" y="1"/>
                  </a:moveTo>
                  <a:cubicBezTo>
                    <a:pt x="13" y="3"/>
                    <a:pt x="0" y="18"/>
                    <a:pt x="1" y="35"/>
                  </a:cubicBezTo>
                  <a:cubicBezTo>
                    <a:pt x="5" y="96"/>
                    <a:pt x="51" y="219"/>
                    <a:pt x="196" y="252"/>
                  </a:cubicBezTo>
                  <a:cubicBezTo>
                    <a:pt x="198" y="253"/>
                    <a:pt x="201" y="253"/>
                    <a:pt x="203" y="253"/>
                  </a:cubicBezTo>
                  <a:cubicBezTo>
                    <a:pt x="218" y="253"/>
                    <a:pt x="231" y="243"/>
                    <a:pt x="234" y="228"/>
                  </a:cubicBezTo>
                  <a:cubicBezTo>
                    <a:pt x="238" y="211"/>
                    <a:pt x="228" y="194"/>
                    <a:pt x="211" y="190"/>
                  </a:cubicBezTo>
                  <a:cubicBezTo>
                    <a:pt x="77" y="159"/>
                    <a:pt x="65" y="36"/>
                    <a:pt x="65" y="31"/>
                  </a:cubicBezTo>
                  <a:cubicBezTo>
                    <a:pt x="64" y="13"/>
                    <a:pt x="49" y="0"/>
                    <a:pt x="3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141"/>
            <p:cNvSpPr>
              <a:spLocks/>
            </p:cNvSpPr>
            <p:nvPr/>
          </p:nvSpPr>
          <p:spPr bwMode="auto">
            <a:xfrm>
              <a:off x="9963150" y="3902075"/>
              <a:ext cx="265113" cy="134938"/>
            </a:xfrm>
            <a:custGeom>
              <a:avLst/>
              <a:gdLst>
                <a:gd name="T0" fmla="*/ 89 w 151"/>
                <a:gd name="T1" fmla="*/ 0 h 77"/>
                <a:gd name="T2" fmla="*/ 0 w 151"/>
                <a:gd name="T3" fmla="*/ 77 h 77"/>
                <a:gd name="T4" fmla="*/ 151 w 151"/>
                <a:gd name="T5" fmla="*/ 24 h 77"/>
                <a:gd name="T6" fmla="*/ 89 w 151"/>
                <a:gd name="T7" fmla="*/ 0 h 77"/>
              </a:gdLst>
              <a:ahLst/>
              <a:cxnLst>
                <a:cxn ang="0">
                  <a:pos x="T0" y="T1"/>
                </a:cxn>
                <a:cxn ang="0">
                  <a:pos x="T2" y="T3"/>
                </a:cxn>
                <a:cxn ang="0">
                  <a:pos x="T4" y="T5"/>
                </a:cxn>
                <a:cxn ang="0">
                  <a:pos x="T6" y="T7"/>
                </a:cxn>
              </a:cxnLst>
              <a:rect l="0" t="0" r="r" b="b"/>
              <a:pathLst>
                <a:path w="151" h="77">
                  <a:moveTo>
                    <a:pt x="89" y="0"/>
                  </a:moveTo>
                  <a:cubicBezTo>
                    <a:pt x="44" y="0"/>
                    <a:pt x="6" y="34"/>
                    <a:pt x="0" y="77"/>
                  </a:cubicBezTo>
                  <a:cubicBezTo>
                    <a:pt x="151" y="24"/>
                    <a:pt x="151" y="24"/>
                    <a:pt x="151" y="24"/>
                  </a:cubicBezTo>
                  <a:cubicBezTo>
                    <a:pt x="134" y="9"/>
                    <a:pt x="113" y="0"/>
                    <a:pt x="8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142"/>
            <p:cNvSpPr>
              <a:spLocks/>
            </p:cNvSpPr>
            <p:nvPr/>
          </p:nvSpPr>
          <p:spPr bwMode="auto">
            <a:xfrm>
              <a:off x="9963150" y="3971925"/>
              <a:ext cx="312738" cy="246063"/>
            </a:xfrm>
            <a:custGeom>
              <a:avLst/>
              <a:gdLst>
                <a:gd name="T0" fmla="*/ 89 w 179"/>
                <a:gd name="T1" fmla="*/ 140 h 140"/>
                <a:gd name="T2" fmla="*/ 179 w 179"/>
                <a:gd name="T3" fmla="*/ 50 h 140"/>
                <a:gd name="T4" fmla="*/ 164 w 179"/>
                <a:gd name="T5" fmla="*/ 0 h 140"/>
                <a:gd name="T6" fmla="*/ 0 w 179"/>
                <a:gd name="T7" fmla="*/ 59 h 140"/>
                <a:gd name="T8" fmla="*/ 89 w 179"/>
                <a:gd name="T9" fmla="*/ 140 h 140"/>
              </a:gdLst>
              <a:ahLst/>
              <a:cxnLst>
                <a:cxn ang="0">
                  <a:pos x="T0" y="T1"/>
                </a:cxn>
                <a:cxn ang="0">
                  <a:pos x="T2" y="T3"/>
                </a:cxn>
                <a:cxn ang="0">
                  <a:pos x="T4" y="T5"/>
                </a:cxn>
                <a:cxn ang="0">
                  <a:pos x="T6" y="T7"/>
                </a:cxn>
                <a:cxn ang="0">
                  <a:pos x="T8" y="T9"/>
                </a:cxn>
              </a:cxnLst>
              <a:rect l="0" t="0" r="r" b="b"/>
              <a:pathLst>
                <a:path w="179" h="140">
                  <a:moveTo>
                    <a:pt x="89" y="140"/>
                  </a:moveTo>
                  <a:cubicBezTo>
                    <a:pt x="139" y="140"/>
                    <a:pt x="179" y="100"/>
                    <a:pt x="179" y="50"/>
                  </a:cubicBezTo>
                  <a:cubicBezTo>
                    <a:pt x="179" y="32"/>
                    <a:pt x="174" y="15"/>
                    <a:pt x="164" y="0"/>
                  </a:cubicBezTo>
                  <a:cubicBezTo>
                    <a:pt x="0" y="59"/>
                    <a:pt x="0" y="59"/>
                    <a:pt x="0" y="59"/>
                  </a:cubicBezTo>
                  <a:cubicBezTo>
                    <a:pt x="4" y="104"/>
                    <a:pt x="43" y="140"/>
                    <a:pt x="89" y="1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10" name="组合 109"/>
          <p:cNvGrpSpPr/>
          <p:nvPr/>
        </p:nvGrpSpPr>
        <p:grpSpPr>
          <a:xfrm>
            <a:off x="7035800" y="5649913"/>
            <a:ext cx="4991101" cy="161925"/>
            <a:chOff x="7035800" y="5649913"/>
            <a:chExt cx="4991101" cy="161925"/>
          </a:xfrm>
          <a:solidFill>
            <a:schemeClr val="tx1">
              <a:lumMod val="65000"/>
              <a:lumOff val="35000"/>
            </a:schemeClr>
          </a:solidFill>
        </p:grpSpPr>
        <p:sp>
          <p:nvSpPr>
            <p:cNvPr id="111" name="Freeform 58"/>
            <p:cNvSpPr>
              <a:spLocks noEditPoints="1"/>
            </p:cNvSpPr>
            <p:nvPr/>
          </p:nvSpPr>
          <p:spPr bwMode="auto">
            <a:xfrm>
              <a:off x="7035800" y="5665788"/>
              <a:ext cx="88900" cy="107950"/>
            </a:xfrm>
            <a:custGeom>
              <a:avLst/>
              <a:gdLst>
                <a:gd name="T0" fmla="*/ 45 w 50"/>
                <a:gd name="T1" fmla="*/ 4 h 61"/>
                <a:gd name="T2" fmla="*/ 30 w 50"/>
                <a:gd name="T3" fmla="*/ 0 h 61"/>
                <a:gd name="T4" fmla="*/ 12 w 50"/>
                <a:gd name="T5" fmla="*/ 2 h 61"/>
                <a:gd name="T6" fmla="*/ 1 w 50"/>
                <a:gd name="T7" fmla="*/ 8 h 61"/>
                <a:gd name="T8" fmla="*/ 4 w 50"/>
                <a:gd name="T9" fmla="*/ 13 h 61"/>
                <a:gd name="T10" fmla="*/ 4 w 50"/>
                <a:gd name="T11" fmla="*/ 17 h 61"/>
                <a:gd name="T12" fmla="*/ 2 w 50"/>
                <a:gd name="T13" fmla="*/ 34 h 61"/>
                <a:gd name="T14" fmla="*/ 0 w 50"/>
                <a:gd name="T15" fmla="*/ 55 h 61"/>
                <a:gd name="T16" fmla="*/ 5 w 50"/>
                <a:gd name="T17" fmla="*/ 61 h 61"/>
                <a:gd name="T18" fmla="*/ 8 w 50"/>
                <a:gd name="T19" fmla="*/ 59 h 61"/>
                <a:gd name="T20" fmla="*/ 10 w 50"/>
                <a:gd name="T21" fmla="*/ 55 h 61"/>
                <a:gd name="T22" fmla="*/ 11 w 50"/>
                <a:gd name="T23" fmla="*/ 40 h 61"/>
                <a:gd name="T24" fmla="*/ 17 w 50"/>
                <a:gd name="T25" fmla="*/ 39 h 61"/>
                <a:gd name="T26" fmla="*/ 40 w 50"/>
                <a:gd name="T27" fmla="*/ 29 h 61"/>
                <a:gd name="T28" fmla="*/ 50 w 50"/>
                <a:gd name="T29" fmla="*/ 14 h 61"/>
                <a:gd name="T30" fmla="*/ 45 w 50"/>
                <a:gd name="T31" fmla="*/ 4 h 61"/>
                <a:gd name="T32" fmla="*/ 32 w 50"/>
                <a:gd name="T33" fmla="*/ 25 h 61"/>
                <a:gd name="T34" fmla="*/ 12 w 50"/>
                <a:gd name="T35" fmla="*/ 31 h 61"/>
                <a:gd name="T36" fmla="*/ 14 w 50"/>
                <a:gd name="T37" fmla="*/ 11 h 61"/>
                <a:gd name="T38" fmla="*/ 30 w 50"/>
                <a:gd name="T39" fmla="*/ 8 h 61"/>
                <a:gd name="T40" fmla="*/ 40 w 50"/>
                <a:gd name="T41" fmla="*/ 14 h 61"/>
                <a:gd name="T42" fmla="*/ 32 w 50"/>
                <a:gd name="T43"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 h="61">
                  <a:moveTo>
                    <a:pt x="45" y="4"/>
                  </a:moveTo>
                  <a:cubicBezTo>
                    <a:pt x="41" y="1"/>
                    <a:pt x="36" y="0"/>
                    <a:pt x="30" y="0"/>
                  </a:cubicBezTo>
                  <a:cubicBezTo>
                    <a:pt x="25" y="0"/>
                    <a:pt x="19" y="1"/>
                    <a:pt x="12" y="2"/>
                  </a:cubicBezTo>
                  <a:cubicBezTo>
                    <a:pt x="5" y="4"/>
                    <a:pt x="1" y="6"/>
                    <a:pt x="1" y="8"/>
                  </a:cubicBezTo>
                  <a:cubicBezTo>
                    <a:pt x="1" y="10"/>
                    <a:pt x="2" y="12"/>
                    <a:pt x="4" y="13"/>
                  </a:cubicBezTo>
                  <a:cubicBezTo>
                    <a:pt x="4" y="13"/>
                    <a:pt x="4" y="14"/>
                    <a:pt x="4" y="17"/>
                  </a:cubicBezTo>
                  <a:cubicBezTo>
                    <a:pt x="4" y="18"/>
                    <a:pt x="4" y="24"/>
                    <a:pt x="2" y="34"/>
                  </a:cubicBezTo>
                  <a:cubicBezTo>
                    <a:pt x="1" y="46"/>
                    <a:pt x="0" y="53"/>
                    <a:pt x="0" y="55"/>
                  </a:cubicBezTo>
                  <a:cubicBezTo>
                    <a:pt x="0" y="59"/>
                    <a:pt x="2" y="61"/>
                    <a:pt x="5" y="61"/>
                  </a:cubicBezTo>
                  <a:cubicBezTo>
                    <a:pt x="6" y="61"/>
                    <a:pt x="8" y="60"/>
                    <a:pt x="8" y="59"/>
                  </a:cubicBezTo>
                  <a:cubicBezTo>
                    <a:pt x="9" y="58"/>
                    <a:pt x="10" y="56"/>
                    <a:pt x="10" y="55"/>
                  </a:cubicBezTo>
                  <a:cubicBezTo>
                    <a:pt x="10" y="51"/>
                    <a:pt x="10" y="46"/>
                    <a:pt x="11" y="40"/>
                  </a:cubicBezTo>
                  <a:cubicBezTo>
                    <a:pt x="11" y="40"/>
                    <a:pt x="13" y="40"/>
                    <a:pt x="17" y="39"/>
                  </a:cubicBezTo>
                  <a:cubicBezTo>
                    <a:pt x="26" y="37"/>
                    <a:pt x="34" y="34"/>
                    <a:pt x="40" y="29"/>
                  </a:cubicBezTo>
                  <a:cubicBezTo>
                    <a:pt x="47" y="25"/>
                    <a:pt x="50" y="19"/>
                    <a:pt x="50" y="14"/>
                  </a:cubicBezTo>
                  <a:cubicBezTo>
                    <a:pt x="50" y="9"/>
                    <a:pt x="48" y="6"/>
                    <a:pt x="45" y="4"/>
                  </a:cubicBezTo>
                  <a:close/>
                  <a:moveTo>
                    <a:pt x="32" y="25"/>
                  </a:moveTo>
                  <a:cubicBezTo>
                    <a:pt x="26" y="28"/>
                    <a:pt x="20" y="30"/>
                    <a:pt x="12" y="31"/>
                  </a:cubicBezTo>
                  <a:cubicBezTo>
                    <a:pt x="14" y="11"/>
                    <a:pt x="14" y="11"/>
                    <a:pt x="14" y="11"/>
                  </a:cubicBezTo>
                  <a:cubicBezTo>
                    <a:pt x="20" y="9"/>
                    <a:pt x="25" y="8"/>
                    <a:pt x="30" y="8"/>
                  </a:cubicBezTo>
                  <a:cubicBezTo>
                    <a:pt x="37" y="8"/>
                    <a:pt x="40" y="10"/>
                    <a:pt x="40" y="14"/>
                  </a:cubicBezTo>
                  <a:cubicBezTo>
                    <a:pt x="40" y="18"/>
                    <a:pt x="38" y="21"/>
                    <a:pt x="32"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59"/>
            <p:cNvSpPr>
              <a:spLocks/>
            </p:cNvSpPr>
            <p:nvPr/>
          </p:nvSpPr>
          <p:spPr bwMode="auto">
            <a:xfrm>
              <a:off x="7127875" y="5654675"/>
              <a:ext cx="82550" cy="117475"/>
            </a:xfrm>
            <a:custGeom>
              <a:avLst/>
              <a:gdLst>
                <a:gd name="T0" fmla="*/ 43 w 47"/>
                <a:gd name="T1" fmla="*/ 53 h 67"/>
                <a:gd name="T2" fmla="*/ 42 w 47"/>
                <a:gd name="T3" fmla="*/ 48 h 67"/>
                <a:gd name="T4" fmla="*/ 41 w 47"/>
                <a:gd name="T5" fmla="*/ 40 h 67"/>
                <a:gd name="T6" fmla="*/ 37 w 47"/>
                <a:gd name="T7" fmla="*/ 28 h 67"/>
                <a:gd name="T8" fmla="*/ 32 w 47"/>
                <a:gd name="T9" fmla="*/ 26 h 67"/>
                <a:gd name="T10" fmla="*/ 22 w 47"/>
                <a:gd name="T11" fmla="*/ 30 h 67"/>
                <a:gd name="T12" fmla="*/ 11 w 47"/>
                <a:gd name="T13" fmla="*/ 47 h 67"/>
                <a:gd name="T14" fmla="*/ 14 w 47"/>
                <a:gd name="T15" fmla="*/ 35 h 67"/>
                <a:gd name="T16" fmla="*/ 18 w 47"/>
                <a:gd name="T17" fmla="*/ 16 h 67"/>
                <a:gd name="T18" fmla="*/ 19 w 47"/>
                <a:gd name="T19" fmla="*/ 6 h 67"/>
                <a:gd name="T20" fmla="*/ 17 w 47"/>
                <a:gd name="T21" fmla="*/ 2 h 67"/>
                <a:gd name="T22" fmla="*/ 13 w 47"/>
                <a:gd name="T23" fmla="*/ 0 h 67"/>
                <a:gd name="T24" fmla="*/ 10 w 47"/>
                <a:gd name="T25" fmla="*/ 2 h 67"/>
                <a:gd name="T26" fmla="*/ 8 w 47"/>
                <a:gd name="T27" fmla="*/ 10 h 67"/>
                <a:gd name="T28" fmla="*/ 1 w 47"/>
                <a:gd name="T29" fmla="*/ 55 h 67"/>
                <a:gd name="T30" fmla="*/ 0 w 47"/>
                <a:gd name="T31" fmla="*/ 62 h 67"/>
                <a:gd name="T32" fmla="*/ 2 w 47"/>
                <a:gd name="T33" fmla="*/ 65 h 67"/>
                <a:gd name="T34" fmla="*/ 5 w 47"/>
                <a:gd name="T35" fmla="*/ 67 h 67"/>
                <a:gd name="T36" fmla="*/ 8 w 47"/>
                <a:gd name="T37" fmla="*/ 65 h 67"/>
                <a:gd name="T38" fmla="*/ 11 w 47"/>
                <a:gd name="T39" fmla="*/ 60 h 67"/>
                <a:gd name="T40" fmla="*/ 20 w 47"/>
                <a:gd name="T41" fmla="*/ 45 h 67"/>
                <a:gd name="T42" fmla="*/ 29 w 47"/>
                <a:gd name="T43" fmla="*/ 36 h 67"/>
                <a:gd name="T44" fmla="*/ 32 w 47"/>
                <a:gd name="T45" fmla="*/ 39 h 67"/>
                <a:gd name="T46" fmla="*/ 33 w 47"/>
                <a:gd name="T47" fmla="*/ 49 h 67"/>
                <a:gd name="T48" fmla="*/ 36 w 47"/>
                <a:gd name="T49" fmla="*/ 60 h 67"/>
                <a:gd name="T50" fmla="*/ 42 w 47"/>
                <a:gd name="T51" fmla="*/ 63 h 67"/>
                <a:gd name="T52" fmla="*/ 46 w 47"/>
                <a:gd name="T53" fmla="*/ 62 h 67"/>
                <a:gd name="T54" fmla="*/ 47 w 47"/>
                <a:gd name="T55" fmla="*/ 60 h 67"/>
                <a:gd name="T56" fmla="*/ 46 w 47"/>
                <a:gd name="T57" fmla="*/ 57 h 67"/>
                <a:gd name="T58" fmla="*/ 43 w 47"/>
                <a:gd name="T59" fmla="*/ 53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7" h="67">
                  <a:moveTo>
                    <a:pt x="43" y="53"/>
                  </a:moveTo>
                  <a:cubicBezTo>
                    <a:pt x="43" y="51"/>
                    <a:pt x="42" y="49"/>
                    <a:pt x="42" y="48"/>
                  </a:cubicBezTo>
                  <a:cubicBezTo>
                    <a:pt x="41" y="46"/>
                    <a:pt x="41" y="43"/>
                    <a:pt x="41" y="40"/>
                  </a:cubicBezTo>
                  <a:cubicBezTo>
                    <a:pt x="40" y="34"/>
                    <a:pt x="39" y="30"/>
                    <a:pt x="37" y="28"/>
                  </a:cubicBezTo>
                  <a:cubicBezTo>
                    <a:pt x="36" y="27"/>
                    <a:pt x="34" y="26"/>
                    <a:pt x="32" y="26"/>
                  </a:cubicBezTo>
                  <a:cubicBezTo>
                    <a:pt x="29" y="26"/>
                    <a:pt x="25" y="27"/>
                    <a:pt x="22" y="30"/>
                  </a:cubicBezTo>
                  <a:cubicBezTo>
                    <a:pt x="19" y="33"/>
                    <a:pt x="15" y="39"/>
                    <a:pt x="11" y="47"/>
                  </a:cubicBezTo>
                  <a:cubicBezTo>
                    <a:pt x="12" y="44"/>
                    <a:pt x="12" y="40"/>
                    <a:pt x="14" y="35"/>
                  </a:cubicBezTo>
                  <a:cubicBezTo>
                    <a:pt x="16" y="26"/>
                    <a:pt x="17" y="20"/>
                    <a:pt x="18" y="16"/>
                  </a:cubicBezTo>
                  <a:cubicBezTo>
                    <a:pt x="18" y="13"/>
                    <a:pt x="19" y="9"/>
                    <a:pt x="19" y="6"/>
                  </a:cubicBezTo>
                  <a:cubicBezTo>
                    <a:pt x="19" y="4"/>
                    <a:pt x="18" y="3"/>
                    <a:pt x="17" y="2"/>
                  </a:cubicBezTo>
                  <a:cubicBezTo>
                    <a:pt x="16" y="1"/>
                    <a:pt x="15" y="0"/>
                    <a:pt x="13" y="0"/>
                  </a:cubicBezTo>
                  <a:cubicBezTo>
                    <a:pt x="12" y="0"/>
                    <a:pt x="11" y="1"/>
                    <a:pt x="10" y="2"/>
                  </a:cubicBezTo>
                  <a:cubicBezTo>
                    <a:pt x="9" y="4"/>
                    <a:pt x="8" y="6"/>
                    <a:pt x="8" y="10"/>
                  </a:cubicBezTo>
                  <a:cubicBezTo>
                    <a:pt x="6" y="26"/>
                    <a:pt x="4" y="41"/>
                    <a:pt x="1" y="55"/>
                  </a:cubicBezTo>
                  <a:cubicBezTo>
                    <a:pt x="0" y="59"/>
                    <a:pt x="0" y="61"/>
                    <a:pt x="0" y="62"/>
                  </a:cubicBezTo>
                  <a:cubicBezTo>
                    <a:pt x="0" y="64"/>
                    <a:pt x="1" y="65"/>
                    <a:pt x="2" y="65"/>
                  </a:cubicBezTo>
                  <a:cubicBezTo>
                    <a:pt x="3" y="66"/>
                    <a:pt x="4" y="67"/>
                    <a:pt x="5" y="67"/>
                  </a:cubicBezTo>
                  <a:cubicBezTo>
                    <a:pt x="6" y="67"/>
                    <a:pt x="7" y="66"/>
                    <a:pt x="8" y="65"/>
                  </a:cubicBezTo>
                  <a:cubicBezTo>
                    <a:pt x="9" y="65"/>
                    <a:pt x="10" y="63"/>
                    <a:pt x="11" y="60"/>
                  </a:cubicBezTo>
                  <a:cubicBezTo>
                    <a:pt x="13" y="56"/>
                    <a:pt x="16" y="51"/>
                    <a:pt x="20" y="45"/>
                  </a:cubicBezTo>
                  <a:cubicBezTo>
                    <a:pt x="25" y="39"/>
                    <a:pt x="28" y="36"/>
                    <a:pt x="29" y="36"/>
                  </a:cubicBezTo>
                  <a:cubicBezTo>
                    <a:pt x="30" y="36"/>
                    <a:pt x="31" y="37"/>
                    <a:pt x="32" y="39"/>
                  </a:cubicBezTo>
                  <a:cubicBezTo>
                    <a:pt x="32" y="40"/>
                    <a:pt x="33" y="44"/>
                    <a:pt x="33" y="49"/>
                  </a:cubicBezTo>
                  <a:cubicBezTo>
                    <a:pt x="33" y="54"/>
                    <a:pt x="34" y="57"/>
                    <a:pt x="36" y="60"/>
                  </a:cubicBezTo>
                  <a:cubicBezTo>
                    <a:pt x="38" y="62"/>
                    <a:pt x="40" y="63"/>
                    <a:pt x="42" y="63"/>
                  </a:cubicBezTo>
                  <a:cubicBezTo>
                    <a:pt x="44" y="63"/>
                    <a:pt x="45" y="63"/>
                    <a:pt x="46" y="62"/>
                  </a:cubicBezTo>
                  <a:cubicBezTo>
                    <a:pt x="46" y="62"/>
                    <a:pt x="47" y="61"/>
                    <a:pt x="47" y="60"/>
                  </a:cubicBezTo>
                  <a:cubicBezTo>
                    <a:pt x="47" y="59"/>
                    <a:pt x="47" y="58"/>
                    <a:pt x="46" y="57"/>
                  </a:cubicBezTo>
                  <a:cubicBezTo>
                    <a:pt x="45" y="55"/>
                    <a:pt x="44" y="54"/>
                    <a:pt x="43"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60"/>
            <p:cNvSpPr>
              <a:spLocks/>
            </p:cNvSpPr>
            <p:nvPr/>
          </p:nvSpPr>
          <p:spPr bwMode="auto">
            <a:xfrm>
              <a:off x="7212013" y="5694363"/>
              <a:ext cx="74613" cy="117475"/>
            </a:xfrm>
            <a:custGeom>
              <a:avLst/>
              <a:gdLst>
                <a:gd name="T0" fmla="*/ 39 w 43"/>
                <a:gd name="T1" fmla="*/ 0 h 67"/>
                <a:gd name="T2" fmla="*/ 36 w 43"/>
                <a:gd name="T3" fmla="*/ 1 h 67"/>
                <a:gd name="T4" fmla="*/ 34 w 43"/>
                <a:gd name="T5" fmla="*/ 3 h 67"/>
                <a:gd name="T6" fmla="*/ 34 w 43"/>
                <a:gd name="T7" fmla="*/ 8 h 67"/>
                <a:gd name="T8" fmla="*/ 33 w 43"/>
                <a:gd name="T9" fmla="*/ 19 h 67"/>
                <a:gd name="T10" fmla="*/ 31 w 43"/>
                <a:gd name="T11" fmla="*/ 22 h 67"/>
                <a:gd name="T12" fmla="*/ 26 w 43"/>
                <a:gd name="T13" fmla="*/ 27 h 67"/>
                <a:gd name="T14" fmla="*/ 20 w 43"/>
                <a:gd name="T15" fmla="*/ 31 h 67"/>
                <a:gd name="T16" fmla="*/ 15 w 43"/>
                <a:gd name="T17" fmla="*/ 32 h 67"/>
                <a:gd name="T18" fmla="*/ 14 w 43"/>
                <a:gd name="T19" fmla="*/ 30 h 67"/>
                <a:gd name="T20" fmla="*/ 13 w 43"/>
                <a:gd name="T21" fmla="*/ 26 h 67"/>
                <a:gd name="T22" fmla="*/ 16 w 43"/>
                <a:gd name="T23" fmla="*/ 13 h 67"/>
                <a:gd name="T24" fmla="*/ 19 w 43"/>
                <a:gd name="T25" fmla="*/ 7 h 67"/>
                <a:gd name="T26" fmla="*/ 18 w 43"/>
                <a:gd name="T27" fmla="*/ 3 h 67"/>
                <a:gd name="T28" fmla="*/ 15 w 43"/>
                <a:gd name="T29" fmla="*/ 1 h 67"/>
                <a:gd name="T30" fmla="*/ 10 w 43"/>
                <a:gd name="T31" fmla="*/ 4 h 67"/>
                <a:gd name="T32" fmla="*/ 6 w 43"/>
                <a:gd name="T33" fmla="*/ 15 h 67"/>
                <a:gd name="T34" fmla="*/ 4 w 43"/>
                <a:gd name="T35" fmla="*/ 29 h 67"/>
                <a:gd name="T36" fmla="*/ 7 w 43"/>
                <a:gd name="T37" fmla="*/ 37 h 67"/>
                <a:gd name="T38" fmla="*/ 13 w 43"/>
                <a:gd name="T39" fmla="*/ 40 h 67"/>
                <a:gd name="T40" fmla="*/ 32 w 43"/>
                <a:gd name="T41" fmla="*/ 31 h 67"/>
                <a:gd name="T42" fmla="*/ 28 w 43"/>
                <a:gd name="T43" fmla="*/ 50 h 67"/>
                <a:gd name="T44" fmla="*/ 20 w 43"/>
                <a:gd name="T45" fmla="*/ 58 h 67"/>
                <a:gd name="T46" fmla="*/ 5 w 43"/>
                <a:gd name="T47" fmla="*/ 52 h 67"/>
                <a:gd name="T48" fmla="*/ 3 w 43"/>
                <a:gd name="T49" fmla="*/ 51 h 67"/>
                <a:gd name="T50" fmla="*/ 1 w 43"/>
                <a:gd name="T51" fmla="*/ 52 h 67"/>
                <a:gd name="T52" fmla="*/ 0 w 43"/>
                <a:gd name="T53" fmla="*/ 55 h 67"/>
                <a:gd name="T54" fmla="*/ 3 w 43"/>
                <a:gd name="T55" fmla="*/ 60 h 67"/>
                <a:gd name="T56" fmla="*/ 10 w 43"/>
                <a:gd name="T57" fmla="*/ 65 h 67"/>
                <a:gd name="T58" fmla="*/ 10 w 43"/>
                <a:gd name="T59" fmla="*/ 65 h 67"/>
                <a:gd name="T60" fmla="*/ 20 w 43"/>
                <a:gd name="T61" fmla="*/ 67 h 67"/>
                <a:gd name="T62" fmla="*/ 29 w 43"/>
                <a:gd name="T63" fmla="*/ 64 h 67"/>
                <a:gd name="T64" fmla="*/ 36 w 43"/>
                <a:gd name="T65" fmla="*/ 54 h 67"/>
                <a:gd name="T66" fmla="*/ 40 w 43"/>
                <a:gd name="T67" fmla="*/ 38 h 67"/>
                <a:gd name="T68" fmla="*/ 43 w 43"/>
                <a:gd name="T69" fmla="*/ 19 h 67"/>
                <a:gd name="T70" fmla="*/ 43 w 43"/>
                <a:gd name="T71" fmla="*/ 6 h 67"/>
                <a:gd name="T72" fmla="*/ 42 w 43"/>
                <a:gd name="T73" fmla="*/ 1 h 67"/>
                <a:gd name="T74" fmla="*/ 39 w 43"/>
                <a:gd name="T75"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3" h="67">
                  <a:moveTo>
                    <a:pt x="39" y="0"/>
                  </a:moveTo>
                  <a:cubicBezTo>
                    <a:pt x="37" y="0"/>
                    <a:pt x="36" y="0"/>
                    <a:pt x="36" y="1"/>
                  </a:cubicBezTo>
                  <a:cubicBezTo>
                    <a:pt x="35" y="1"/>
                    <a:pt x="34" y="2"/>
                    <a:pt x="34" y="3"/>
                  </a:cubicBezTo>
                  <a:cubicBezTo>
                    <a:pt x="34" y="3"/>
                    <a:pt x="34" y="5"/>
                    <a:pt x="34" y="8"/>
                  </a:cubicBezTo>
                  <a:cubicBezTo>
                    <a:pt x="33" y="14"/>
                    <a:pt x="33" y="17"/>
                    <a:pt x="33" y="19"/>
                  </a:cubicBezTo>
                  <a:cubicBezTo>
                    <a:pt x="32" y="20"/>
                    <a:pt x="32" y="21"/>
                    <a:pt x="31" y="22"/>
                  </a:cubicBezTo>
                  <a:cubicBezTo>
                    <a:pt x="30" y="23"/>
                    <a:pt x="29" y="25"/>
                    <a:pt x="26" y="27"/>
                  </a:cubicBezTo>
                  <a:cubicBezTo>
                    <a:pt x="24" y="29"/>
                    <a:pt x="22" y="30"/>
                    <a:pt x="20" y="31"/>
                  </a:cubicBezTo>
                  <a:cubicBezTo>
                    <a:pt x="18" y="31"/>
                    <a:pt x="17" y="32"/>
                    <a:pt x="15" y="32"/>
                  </a:cubicBezTo>
                  <a:cubicBezTo>
                    <a:pt x="15" y="32"/>
                    <a:pt x="14" y="31"/>
                    <a:pt x="14" y="30"/>
                  </a:cubicBezTo>
                  <a:cubicBezTo>
                    <a:pt x="13" y="29"/>
                    <a:pt x="13" y="28"/>
                    <a:pt x="13" y="26"/>
                  </a:cubicBezTo>
                  <a:cubicBezTo>
                    <a:pt x="13" y="23"/>
                    <a:pt x="14" y="18"/>
                    <a:pt x="16" y="13"/>
                  </a:cubicBezTo>
                  <a:cubicBezTo>
                    <a:pt x="18" y="9"/>
                    <a:pt x="19" y="7"/>
                    <a:pt x="19" y="7"/>
                  </a:cubicBezTo>
                  <a:cubicBezTo>
                    <a:pt x="19" y="5"/>
                    <a:pt x="19" y="4"/>
                    <a:pt x="18" y="3"/>
                  </a:cubicBezTo>
                  <a:cubicBezTo>
                    <a:pt x="18" y="2"/>
                    <a:pt x="17" y="1"/>
                    <a:pt x="15" y="1"/>
                  </a:cubicBezTo>
                  <a:cubicBezTo>
                    <a:pt x="13" y="1"/>
                    <a:pt x="11" y="2"/>
                    <a:pt x="10" y="4"/>
                  </a:cubicBezTo>
                  <a:cubicBezTo>
                    <a:pt x="9" y="5"/>
                    <a:pt x="8" y="9"/>
                    <a:pt x="6" y="15"/>
                  </a:cubicBezTo>
                  <a:cubicBezTo>
                    <a:pt x="5" y="21"/>
                    <a:pt x="4" y="26"/>
                    <a:pt x="4" y="29"/>
                  </a:cubicBezTo>
                  <a:cubicBezTo>
                    <a:pt x="4" y="32"/>
                    <a:pt x="5" y="35"/>
                    <a:pt x="7" y="37"/>
                  </a:cubicBezTo>
                  <a:cubicBezTo>
                    <a:pt x="8" y="39"/>
                    <a:pt x="11" y="40"/>
                    <a:pt x="13" y="40"/>
                  </a:cubicBezTo>
                  <a:cubicBezTo>
                    <a:pt x="18" y="40"/>
                    <a:pt x="24" y="37"/>
                    <a:pt x="32" y="31"/>
                  </a:cubicBezTo>
                  <a:cubicBezTo>
                    <a:pt x="32" y="38"/>
                    <a:pt x="30" y="45"/>
                    <a:pt x="28" y="50"/>
                  </a:cubicBezTo>
                  <a:cubicBezTo>
                    <a:pt x="25" y="56"/>
                    <a:pt x="23" y="58"/>
                    <a:pt x="20" y="58"/>
                  </a:cubicBezTo>
                  <a:cubicBezTo>
                    <a:pt x="14" y="58"/>
                    <a:pt x="9" y="56"/>
                    <a:pt x="5" y="52"/>
                  </a:cubicBezTo>
                  <a:cubicBezTo>
                    <a:pt x="5" y="51"/>
                    <a:pt x="4" y="51"/>
                    <a:pt x="3" y="51"/>
                  </a:cubicBezTo>
                  <a:cubicBezTo>
                    <a:pt x="2" y="51"/>
                    <a:pt x="2" y="51"/>
                    <a:pt x="1" y="52"/>
                  </a:cubicBezTo>
                  <a:cubicBezTo>
                    <a:pt x="0" y="53"/>
                    <a:pt x="0" y="54"/>
                    <a:pt x="0" y="55"/>
                  </a:cubicBezTo>
                  <a:cubicBezTo>
                    <a:pt x="0" y="56"/>
                    <a:pt x="1" y="58"/>
                    <a:pt x="3" y="60"/>
                  </a:cubicBezTo>
                  <a:cubicBezTo>
                    <a:pt x="5" y="62"/>
                    <a:pt x="8" y="63"/>
                    <a:pt x="10" y="65"/>
                  </a:cubicBezTo>
                  <a:cubicBezTo>
                    <a:pt x="10" y="65"/>
                    <a:pt x="10" y="65"/>
                    <a:pt x="10" y="65"/>
                  </a:cubicBezTo>
                  <a:cubicBezTo>
                    <a:pt x="14" y="66"/>
                    <a:pt x="17" y="67"/>
                    <a:pt x="20" y="67"/>
                  </a:cubicBezTo>
                  <a:cubicBezTo>
                    <a:pt x="24" y="67"/>
                    <a:pt x="27" y="66"/>
                    <a:pt x="29" y="64"/>
                  </a:cubicBezTo>
                  <a:cubicBezTo>
                    <a:pt x="31" y="62"/>
                    <a:pt x="34" y="59"/>
                    <a:pt x="36" y="54"/>
                  </a:cubicBezTo>
                  <a:cubicBezTo>
                    <a:pt x="38" y="49"/>
                    <a:pt x="39" y="44"/>
                    <a:pt x="40" y="38"/>
                  </a:cubicBezTo>
                  <a:cubicBezTo>
                    <a:pt x="41" y="32"/>
                    <a:pt x="42" y="25"/>
                    <a:pt x="43" y="19"/>
                  </a:cubicBezTo>
                  <a:cubicBezTo>
                    <a:pt x="43" y="6"/>
                    <a:pt x="43" y="6"/>
                    <a:pt x="43" y="6"/>
                  </a:cubicBezTo>
                  <a:cubicBezTo>
                    <a:pt x="43" y="3"/>
                    <a:pt x="43" y="1"/>
                    <a:pt x="42" y="1"/>
                  </a:cubicBezTo>
                  <a:cubicBezTo>
                    <a:pt x="42" y="0"/>
                    <a:pt x="40" y="0"/>
                    <a:pt x="3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61"/>
            <p:cNvSpPr>
              <a:spLocks/>
            </p:cNvSpPr>
            <p:nvPr/>
          </p:nvSpPr>
          <p:spPr bwMode="auto">
            <a:xfrm>
              <a:off x="7294563" y="5689600"/>
              <a:ext cx="57150" cy="84138"/>
            </a:xfrm>
            <a:custGeom>
              <a:avLst/>
              <a:gdLst>
                <a:gd name="T0" fmla="*/ 18 w 33"/>
                <a:gd name="T1" fmla="*/ 11 h 48"/>
                <a:gd name="T2" fmla="*/ 26 w 33"/>
                <a:gd name="T3" fmla="*/ 8 h 48"/>
                <a:gd name="T4" fmla="*/ 28 w 33"/>
                <a:gd name="T5" fmla="*/ 9 h 48"/>
                <a:gd name="T6" fmla="*/ 29 w 33"/>
                <a:gd name="T7" fmla="*/ 9 h 48"/>
                <a:gd name="T8" fmla="*/ 32 w 33"/>
                <a:gd name="T9" fmla="*/ 8 h 48"/>
                <a:gd name="T10" fmla="*/ 33 w 33"/>
                <a:gd name="T11" fmla="*/ 5 h 48"/>
                <a:gd name="T12" fmla="*/ 27 w 33"/>
                <a:gd name="T13" fmla="*/ 0 h 48"/>
                <a:gd name="T14" fmla="*/ 12 w 33"/>
                <a:gd name="T15" fmla="*/ 5 h 48"/>
                <a:gd name="T16" fmla="*/ 4 w 33"/>
                <a:gd name="T17" fmla="*/ 17 h 48"/>
                <a:gd name="T18" fmla="*/ 6 w 33"/>
                <a:gd name="T19" fmla="*/ 23 h 48"/>
                <a:gd name="T20" fmla="*/ 17 w 33"/>
                <a:gd name="T21" fmla="*/ 30 h 48"/>
                <a:gd name="T22" fmla="*/ 24 w 33"/>
                <a:gd name="T23" fmla="*/ 35 h 48"/>
                <a:gd name="T24" fmla="*/ 18 w 33"/>
                <a:gd name="T25" fmla="*/ 38 h 48"/>
                <a:gd name="T26" fmla="*/ 10 w 33"/>
                <a:gd name="T27" fmla="*/ 39 h 48"/>
                <a:gd name="T28" fmla="*/ 8 w 33"/>
                <a:gd name="T29" fmla="*/ 39 h 48"/>
                <a:gd name="T30" fmla="*/ 5 w 33"/>
                <a:gd name="T31" fmla="*/ 38 h 48"/>
                <a:gd name="T32" fmla="*/ 2 w 33"/>
                <a:gd name="T33" fmla="*/ 39 h 48"/>
                <a:gd name="T34" fmla="*/ 0 w 33"/>
                <a:gd name="T35" fmla="*/ 43 h 48"/>
                <a:gd name="T36" fmla="*/ 8 w 33"/>
                <a:gd name="T37" fmla="*/ 48 h 48"/>
                <a:gd name="T38" fmla="*/ 25 w 33"/>
                <a:gd name="T39" fmla="*/ 44 h 48"/>
                <a:gd name="T40" fmla="*/ 33 w 33"/>
                <a:gd name="T41" fmla="*/ 34 h 48"/>
                <a:gd name="T42" fmla="*/ 31 w 33"/>
                <a:gd name="T43" fmla="*/ 29 h 48"/>
                <a:gd name="T44" fmla="*/ 22 w 33"/>
                <a:gd name="T45" fmla="*/ 23 h 48"/>
                <a:gd name="T46" fmla="*/ 16 w 33"/>
                <a:gd name="T47" fmla="*/ 19 h 48"/>
                <a:gd name="T48" fmla="*/ 14 w 33"/>
                <a:gd name="T49" fmla="*/ 16 h 48"/>
                <a:gd name="T50" fmla="*/ 18 w 33"/>
                <a:gd name="T51"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3" h="48">
                  <a:moveTo>
                    <a:pt x="18" y="11"/>
                  </a:moveTo>
                  <a:cubicBezTo>
                    <a:pt x="21" y="9"/>
                    <a:pt x="24" y="8"/>
                    <a:pt x="26" y="8"/>
                  </a:cubicBezTo>
                  <a:cubicBezTo>
                    <a:pt x="26" y="8"/>
                    <a:pt x="27" y="8"/>
                    <a:pt x="28" y="9"/>
                  </a:cubicBezTo>
                  <a:cubicBezTo>
                    <a:pt x="28" y="9"/>
                    <a:pt x="29" y="9"/>
                    <a:pt x="29" y="9"/>
                  </a:cubicBezTo>
                  <a:cubicBezTo>
                    <a:pt x="30" y="9"/>
                    <a:pt x="31" y="9"/>
                    <a:pt x="32" y="8"/>
                  </a:cubicBezTo>
                  <a:cubicBezTo>
                    <a:pt x="33" y="7"/>
                    <a:pt x="33" y="6"/>
                    <a:pt x="33" y="5"/>
                  </a:cubicBezTo>
                  <a:cubicBezTo>
                    <a:pt x="33" y="2"/>
                    <a:pt x="31" y="0"/>
                    <a:pt x="27" y="0"/>
                  </a:cubicBezTo>
                  <a:cubicBezTo>
                    <a:pt x="22" y="0"/>
                    <a:pt x="17" y="1"/>
                    <a:pt x="12" y="5"/>
                  </a:cubicBezTo>
                  <a:cubicBezTo>
                    <a:pt x="7" y="8"/>
                    <a:pt x="4" y="12"/>
                    <a:pt x="4" y="17"/>
                  </a:cubicBezTo>
                  <a:cubicBezTo>
                    <a:pt x="4" y="19"/>
                    <a:pt x="5" y="21"/>
                    <a:pt x="6" y="23"/>
                  </a:cubicBezTo>
                  <a:cubicBezTo>
                    <a:pt x="8" y="25"/>
                    <a:pt x="11" y="27"/>
                    <a:pt x="17" y="30"/>
                  </a:cubicBezTo>
                  <a:cubicBezTo>
                    <a:pt x="21" y="32"/>
                    <a:pt x="23" y="34"/>
                    <a:pt x="24" y="35"/>
                  </a:cubicBezTo>
                  <a:cubicBezTo>
                    <a:pt x="23" y="36"/>
                    <a:pt x="21" y="37"/>
                    <a:pt x="18" y="38"/>
                  </a:cubicBezTo>
                  <a:cubicBezTo>
                    <a:pt x="16" y="39"/>
                    <a:pt x="13" y="39"/>
                    <a:pt x="10" y="39"/>
                  </a:cubicBezTo>
                  <a:cubicBezTo>
                    <a:pt x="10" y="39"/>
                    <a:pt x="9" y="39"/>
                    <a:pt x="8" y="39"/>
                  </a:cubicBezTo>
                  <a:cubicBezTo>
                    <a:pt x="6" y="38"/>
                    <a:pt x="6" y="38"/>
                    <a:pt x="5" y="38"/>
                  </a:cubicBezTo>
                  <a:cubicBezTo>
                    <a:pt x="4" y="38"/>
                    <a:pt x="3" y="39"/>
                    <a:pt x="2" y="39"/>
                  </a:cubicBezTo>
                  <a:cubicBezTo>
                    <a:pt x="1" y="40"/>
                    <a:pt x="0" y="41"/>
                    <a:pt x="0" y="43"/>
                  </a:cubicBezTo>
                  <a:cubicBezTo>
                    <a:pt x="0" y="46"/>
                    <a:pt x="3" y="48"/>
                    <a:pt x="8" y="48"/>
                  </a:cubicBezTo>
                  <a:cubicBezTo>
                    <a:pt x="14" y="48"/>
                    <a:pt x="20" y="47"/>
                    <a:pt x="25" y="44"/>
                  </a:cubicBezTo>
                  <a:cubicBezTo>
                    <a:pt x="30" y="41"/>
                    <a:pt x="33" y="38"/>
                    <a:pt x="33" y="34"/>
                  </a:cubicBezTo>
                  <a:cubicBezTo>
                    <a:pt x="33" y="32"/>
                    <a:pt x="32" y="30"/>
                    <a:pt x="31" y="29"/>
                  </a:cubicBezTo>
                  <a:cubicBezTo>
                    <a:pt x="29" y="27"/>
                    <a:pt x="26" y="25"/>
                    <a:pt x="22" y="23"/>
                  </a:cubicBezTo>
                  <a:cubicBezTo>
                    <a:pt x="19" y="21"/>
                    <a:pt x="17" y="20"/>
                    <a:pt x="16" y="19"/>
                  </a:cubicBezTo>
                  <a:cubicBezTo>
                    <a:pt x="15" y="18"/>
                    <a:pt x="14" y="17"/>
                    <a:pt x="14" y="16"/>
                  </a:cubicBezTo>
                  <a:cubicBezTo>
                    <a:pt x="14" y="14"/>
                    <a:pt x="15" y="12"/>
                    <a:pt x="1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62"/>
            <p:cNvSpPr>
              <a:spLocks/>
            </p:cNvSpPr>
            <p:nvPr/>
          </p:nvSpPr>
          <p:spPr bwMode="auto">
            <a:xfrm>
              <a:off x="7362825" y="5695950"/>
              <a:ext cx="25400" cy="76200"/>
            </a:xfrm>
            <a:custGeom>
              <a:avLst/>
              <a:gdLst>
                <a:gd name="T0" fmla="*/ 9 w 15"/>
                <a:gd name="T1" fmla="*/ 0 h 43"/>
                <a:gd name="T2" fmla="*/ 5 w 15"/>
                <a:gd name="T3" fmla="*/ 2 h 43"/>
                <a:gd name="T4" fmla="*/ 4 w 15"/>
                <a:gd name="T5" fmla="*/ 7 h 43"/>
                <a:gd name="T6" fmla="*/ 3 w 15"/>
                <a:gd name="T7" fmla="*/ 15 h 43"/>
                <a:gd name="T8" fmla="*/ 3 w 15"/>
                <a:gd name="T9" fmla="*/ 15 h 43"/>
                <a:gd name="T10" fmla="*/ 2 w 15"/>
                <a:gd name="T11" fmla="*/ 19 h 43"/>
                <a:gd name="T12" fmla="*/ 0 w 15"/>
                <a:gd name="T13" fmla="*/ 35 h 43"/>
                <a:gd name="T14" fmla="*/ 6 w 15"/>
                <a:gd name="T15" fmla="*/ 43 h 43"/>
                <a:gd name="T16" fmla="*/ 9 w 15"/>
                <a:gd name="T17" fmla="*/ 42 h 43"/>
                <a:gd name="T18" fmla="*/ 11 w 15"/>
                <a:gd name="T19" fmla="*/ 39 h 43"/>
                <a:gd name="T20" fmla="*/ 11 w 15"/>
                <a:gd name="T21" fmla="*/ 38 h 43"/>
                <a:gd name="T22" fmla="*/ 10 w 15"/>
                <a:gd name="T23" fmla="*/ 32 h 43"/>
                <a:gd name="T24" fmla="*/ 10 w 15"/>
                <a:gd name="T25" fmla="*/ 24 h 43"/>
                <a:gd name="T26" fmla="*/ 13 w 15"/>
                <a:gd name="T27" fmla="*/ 11 h 43"/>
                <a:gd name="T28" fmla="*/ 13 w 15"/>
                <a:gd name="T29" fmla="*/ 11 h 43"/>
                <a:gd name="T30" fmla="*/ 15 w 15"/>
                <a:gd name="T31" fmla="*/ 4 h 43"/>
                <a:gd name="T32" fmla="*/ 13 w 15"/>
                <a:gd name="T33" fmla="*/ 1 h 43"/>
                <a:gd name="T34" fmla="*/ 9 w 15"/>
                <a:gd name="T35"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43">
                  <a:moveTo>
                    <a:pt x="9" y="0"/>
                  </a:moveTo>
                  <a:cubicBezTo>
                    <a:pt x="8" y="0"/>
                    <a:pt x="6" y="1"/>
                    <a:pt x="5" y="2"/>
                  </a:cubicBezTo>
                  <a:cubicBezTo>
                    <a:pt x="5" y="3"/>
                    <a:pt x="4" y="5"/>
                    <a:pt x="4" y="7"/>
                  </a:cubicBezTo>
                  <a:cubicBezTo>
                    <a:pt x="4" y="7"/>
                    <a:pt x="4" y="10"/>
                    <a:pt x="3" y="15"/>
                  </a:cubicBezTo>
                  <a:cubicBezTo>
                    <a:pt x="3" y="15"/>
                    <a:pt x="3" y="15"/>
                    <a:pt x="3" y="15"/>
                  </a:cubicBezTo>
                  <a:cubicBezTo>
                    <a:pt x="3" y="16"/>
                    <a:pt x="2" y="18"/>
                    <a:pt x="2" y="19"/>
                  </a:cubicBezTo>
                  <a:cubicBezTo>
                    <a:pt x="1" y="25"/>
                    <a:pt x="0" y="31"/>
                    <a:pt x="0" y="35"/>
                  </a:cubicBezTo>
                  <a:cubicBezTo>
                    <a:pt x="0" y="41"/>
                    <a:pt x="2" y="43"/>
                    <a:pt x="6" y="43"/>
                  </a:cubicBezTo>
                  <a:cubicBezTo>
                    <a:pt x="7" y="43"/>
                    <a:pt x="8" y="43"/>
                    <a:pt x="9" y="42"/>
                  </a:cubicBezTo>
                  <a:cubicBezTo>
                    <a:pt x="10" y="41"/>
                    <a:pt x="11" y="40"/>
                    <a:pt x="11" y="39"/>
                  </a:cubicBezTo>
                  <a:cubicBezTo>
                    <a:pt x="11" y="39"/>
                    <a:pt x="11" y="39"/>
                    <a:pt x="11" y="38"/>
                  </a:cubicBezTo>
                  <a:cubicBezTo>
                    <a:pt x="10" y="35"/>
                    <a:pt x="10" y="33"/>
                    <a:pt x="10" y="32"/>
                  </a:cubicBezTo>
                  <a:cubicBezTo>
                    <a:pt x="10" y="30"/>
                    <a:pt x="10" y="27"/>
                    <a:pt x="10" y="24"/>
                  </a:cubicBezTo>
                  <a:cubicBezTo>
                    <a:pt x="11" y="21"/>
                    <a:pt x="12" y="16"/>
                    <a:pt x="13" y="11"/>
                  </a:cubicBezTo>
                  <a:cubicBezTo>
                    <a:pt x="13" y="11"/>
                    <a:pt x="13" y="11"/>
                    <a:pt x="13" y="11"/>
                  </a:cubicBezTo>
                  <a:cubicBezTo>
                    <a:pt x="14" y="7"/>
                    <a:pt x="15" y="5"/>
                    <a:pt x="15" y="4"/>
                  </a:cubicBezTo>
                  <a:cubicBezTo>
                    <a:pt x="15" y="3"/>
                    <a:pt x="14" y="2"/>
                    <a:pt x="13" y="1"/>
                  </a:cubicBezTo>
                  <a:cubicBezTo>
                    <a:pt x="12" y="0"/>
                    <a:pt x="11"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63"/>
            <p:cNvSpPr>
              <a:spLocks/>
            </p:cNvSpPr>
            <p:nvPr/>
          </p:nvSpPr>
          <p:spPr bwMode="auto">
            <a:xfrm>
              <a:off x="7377113" y="5656263"/>
              <a:ext cx="23813" cy="22225"/>
            </a:xfrm>
            <a:custGeom>
              <a:avLst/>
              <a:gdLst>
                <a:gd name="T0" fmla="*/ 11 w 13"/>
                <a:gd name="T1" fmla="*/ 2 h 13"/>
                <a:gd name="T2" fmla="*/ 7 w 13"/>
                <a:gd name="T3" fmla="*/ 0 h 13"/>
                <a:gd name="T4" fmla="*/ 2 w 13"/>
                <a:gd name="T5" fmla="*/ 2 h 13"/>
                <a:gd name="T6" fmla="*/ 0 w 13"/>
                <a:gd name="T7" fmla="*/ 7 h 13"/>
                <a:gd name="T8" fmla="*/ 2 w 13"/>
                <a:gd name="T9" fmla="*/ 11 h 13"/>
                <a:gd name="T10" fmla="*/ 6 w 13"/>
                <a:gd name="T11" fmla="*/ 13 h 13"/>
                <a:gd name="T12" fmla="*/ 10 w 13"/>
                <a:gd name="T13" fmla="*/ 10 h 13"/>
                <a:gd name="T14" fmla="*/ 13 w 13"/>
                <a:gd name="T15" fmla="*/ 6 h 13"/>
                <a:gd name="T16" fmla="*/ 11 w 13"/>
                <a:gd name="T17"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3">
                  <a:moveTo>
                    <a:pt x="11" y="2"/>
                  </a:moveTo>
                  <a:cubicBezTo>
                    <a:pt x="10" y="1"/>
                    <a:pt x="9" y="0"/>
                    <a:pt x="7" y="0"/>
                  </a:cubicBezTo>
                  <a:cubicBezTo>
                    <a:pt x="5" y="0"/>
                    <a:pt x="3" y="1"/>
                    <a:pt x="2" y="2"/>
                  </a:cubicBezTo>
                  <a:cubicBezTo>
                    <a:pt x="1" y="3"/>
                    <a:pt x="0" y="5"/>
                    <a:pt x="0" y="7"/>
                  </a:cubicBezTo>
                  <a:cubicBezTo>
                    <a:pt x="0" y="8"/>
                    <a:pt x="1" y="9"/>
                    <a:pt x="2" y="11"/>
                  </a:cubicBezTo>
                  <a:cubicBezTo>
                    <a:pt x="3" y="12"/>
                    <a:pt x="4" y="13"/>
                    <a:pt x="6" y="13"/>
                  </a:cubicBezTo>
                  <a:cubicBezTo>
                    <a:pt x="7" y="13"/>
                    <a:pt x="9" y="12"/>
                    <a:pt x="10" y="10"/>
                  </a:cubicBezTo>
                  <a:cubicBezTo>
                    <a:pt x="12" y="9"/>
                    <a:pt x="13" y="7"/>
                    <a:pt x="13" y="6"/>
                  </a:cubicBezTo>
                  <a:cubicBezTo>
                    <a:pt x="13" y="4"/>
                    <a:pt x="12" y="3"/>
                    <a:pt x="1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64"/>
            <p:cNvSpPr>
              <a:spLocks/>
            </p:cNvSpPr>
            <p:nvPr/>
          </p:nvSpPr>
          <p:spPr bwMode="auto">
            <a:xfrm>
              <a:off x="7400925" y="5691188"/>
              <a:ext cx="60325" cy="80963"/>
            </a:xfrm>
            <a:custGeom>
              <a:avLst/>
              <a:gdLst>
                <a:gd name="T0" fmla="*/ 32 w 35"/>
                <a:gd name="T1" fmla="*/ 31 h 46"/>
                <a:gd name="T2" fmla="*/ 28 w 35"/>
                <a:gd name="T3" fmla="*/ 34 h 46"/>
                <a:gd name="T4" fmla="*/ 15 w 35"/>
                <a:gd name="T5" fmla="*/ 38 h 46"/>
                <a:gd name="T6" fmla="*/ 9 w 35"/>
                <a:gd name="T7" fmla="*/ 33 h 46"/>
                <a:gd name="T8" fmla="*/ 14 w 35"/>
                <a:gd name="T9" fmla="*/ 17 h 46"/>
                <a:gd name="T10" fmla="*/ 22 w 35"/>
                <a:gd name="T11" fmla="*/ 9 h 46"/>
                <a:gd name="T12" fmla="*/ 24 w 35"/>
                <a:gd name="T13" fmla="*/ 12 h 46"/>
                <a:gd name="T14" fmla="*/ 29 w 35"/>
                <a:gd name="T15" fmla="*/ 18 h 46"/>
                <a:gd name="T16" fmla="*/ 31 w 35"/>
                <a:gd name="T17" fmla="*/ 16 h 46"/>
                <a:gd name="T18" fmla="*/ 33 w 35"/>
                <a:gd name="T19" fmla="*/ 11 h 46"/>
                <a:gd name="T20" fmla="*/ 30 w 35"/>
                <a:gd name="T21" fmla="*/ 4 h 46"/>
                <a:gd name="T22" fmla="*/ 24 w 35"/>
                <a:gd name="T23" fmla="*/ 0 h 46"/>
                <a:gd name="T24" fmla="*/ 8 w 35"/>
                <a:gd name="T25" fmla="*/ 11 h 46"/>
                <a:gd name="T26" fmla="*/ 0 w 35"/>
                <a:gd name="T27" fmla="*/ 33 h 46"/>
                <a:gd name="T28" fmla="*/ 3 w 35"/>
                <a:gd name="T29" fmla="*/ 43 h 46"/>
                <a:gd name="T30" fmla="*/ 13 w 35"/>
                <a:gd name="T31" fmla="*/ 46 h 46"/>
                <a:gd name="T32" fmla="*/ 28 w 35"/>
                <a:gd name="T33" fmla="*/ 41 h 46"/>
                <a:gd name="T34" fmla="*/ 35 w 35"/>
                <a:gd name="T35" fmla="*/ 34 h 46"/>
                <a:gd name="T36" fmla="*/ 32 w 35"/>
                <a:gd name="T37" fmla="*/ 3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 h="46">
                  <a:moveTo>
                    <a:pt x="32" y="31"/>
                  </a:moveTo>
                  <a:cubicBezTo>
                    <a:pt x="31" y="31"/>
                    <a:pt x="30" y="32"/>
                    <a:pt x="28" y="34"/>
                  </a:cubicBezTo>
                  <a:cubicBezTo>
                    <a:pt x="23" y="37"/>
                    <a:pt x="19" y="38"/>
                    <a:pt x="15" y="38"/>
                  </a:cubicBezTo>
                  <a:cubicBezTo>
                    <a:pt x="11" y="38"/>
                    <a:pt x="9" y="36"/>
                    <a:pt x="9" y="33"/>
                  </a:cubicBezTo>
                  <a:cubicBezTo>
                    <a:pt x="9" y="28"/>
                    <a:pt x="11" y="23"/>
                    <a:pt x="14" y="17"/>
                  </a:cubicBezTo>
                  <a:cubicBezTo>
                    <a:pt x="17" y="12"/>
                    <a:pt x="20" y="9"/>
                    <a:pt x="22" y="9"/>
                  </a:cubicBezTo>
                  <a:cubicBezTo>
                    <a:pt x="23" y="9"/>
                    <a:pt x="24" y="10"/>
                    <a:pt x="24" y="12"/>
                  </a:cubicBezTo>
                  <a:cubicBezTo>
                    <a:pt x="24" y="16"/>
                    <a:pt x="26" y="18"/>
                    <a:pt x="29" y="18"/>
                  </a:cubicBezTo>
                  <a:cubicBezTo>
                    <a:pt x="29" y="18"/>
                    <a:pt x="30" y="17"/>
                    <a:pt x="31" y="16"/>
                  </a:cubicBezTo>
                  <a:cubicBezTo>
                    <a:pt x="32" y="16"/>
                    <a:pt x="33" y="14"/>
                    <a:pt x="33" y="11"/>
                  </a:cubicBezTo>
                  <a:cubicBezTo>
                    <a:pt x="33" y="9"/>
                    <a:pt x="32" y="6"/>
                    <a:pt x="30" y="4"/>
                  </a:cubicBezTo>
                  <a:cubicBezTo>
                    <a:pt x="28" y="1"/>
                    <a:pt x="26" y="0"/>
                    <a:pt x="24" y="0"/>
                  </a:cubicBezTo>
                  <a:cubicBezTo>
                    <a:pt x="18" y="0"/>
                    <a:pt x="13" y="4"/>
                    <a:pt x="8" y="11"/>
                  </a:cubicBezTo>
                  <a:cubicBezTo>
                    <a:pt x="2" y="19"/>
                    <a:pt x="0" y="26"/>
                    <a:pt x="0" y="33"/>
                  </a:cubicBezTo>
                  <a:cubicBezTo>
                    <a:pt x="0" y="37"/>
                    <a:pt x="1" y="40"/>
                    <a:pt x="3" y="43"/>
                  </a:cubicBezTo>
                  <a:cubicBezTo>
                    <a:pt x="5" y="45"/>
                    <a:pt x="9" y="46"/>
                    <a:pt x="13" y="46"/>
                  </a:cubicBezTo>
                  <a:cubicBezTo>
                    <a:pt x="18" y="46"/>
                    <a:pt x="23" y="45"/>
                    <a:pt x="28" y="41"/>
                  </a:cubicBezTo>
                  <a:cubicBezTo>
                    <a:pt x="32" y="38"/>
                    <a:pt x="35" y="36"/>
                    <a:pt x="35" y="34"/>
                  </a:cubicBezTo>
                  <a:cubicBezTo>
                    <a:pt x="35" y="32"/>
                    <a:pt x="34" y="31"/>
                    <a:pt x="32"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65"/>
            <p:cNvSpPr>
              <a:spLocks noEditPoints="1"/>
            </p:cNvSpPr>
            <p:nvPr/>
          </p:nvSpPr>
          <p:spPr bwMode="auto">
            <a:xfrm>
              <a:off x="7470775" y="5692775"/>
              <a:ext cx="73025" cy="79375"/>
            </a:xfrm>
            <a:custGeom>
              <a:avLst/>
              <a:gdLst>
                <a:gd name="T0" fmla="*/ 40 w 42"/>
                <a:gd name="T1" fmla="*/ 38 h 45"/>
                <a:gd name="T2" fmla="*/ 39 w 42"/>
                <a:gd name="T3" fmla="*/ 37 h 45"/>
                <a:gd name="T4" fmla="*/ 38 w 42"/>
                <a:gd name="T5" fmla="*/ 34 h 45"/>
                <a:gd name="T6" fmla="*/ 37 w 42"/>
                <a:gd name="T7" fmla="*/ 27 h 45"/>
                <a:gd name="T8" fmla="*/ 38 w 42"/>
                <a:gd name="T9" fmla="*/ 14 h 45"/>
                <a:gd name="T10" fmla="*/ 39 w 42"/>
                <a:gd name="T11" fmla="*/ 8 h 45"/>
                <a:gd name="T12" fmla="*/ 35 w 42"/>
                <a:gd name="T13" fmla="*/ 4 h 45"/>
                <a:gd name="T14" fmla="*/ 28 w 42"/>
                <a:gd name="T15" fmla="*/ 0 h 45"/>
                <a:gd name="T16" fmla="*/ 10 w 42"/>
                <a:gd name="T17" fmla="*/ 11 h 45"/>
                <a:gd name="T18" fmla="*/ 0 w 42"/>
                <a:gd name="T19" fmla="*/ 34 h 45"/>
                <a:gd name="T20" fmla="*/ 3 w 42"/>
                <a:gd name="T21" fmla="*/ 41 h 45"/>
                <a:gd name="T22" fmla="*/ 9 w 42"/>
                <a:gd name="T23" fmla="*/ 44 h 45"/>
                <a:gd name="T24" fmla="*/ 29 w 42"/>
                <a:gd name="T25" fmla="*/ 30 h 45"/>
                <a:gd name="T26" fmla="*/ 36 w 42"/>
                <a:gd name="T27" fmla="*/ 45 h 45"/>
                <a:gd name="T28" fmla="*/ 40 w 42"/>
                <a:gd name="T29" fmla="*/ 43 h 45"/>
                <a:gd name="T30" fmla="*/ 42 w 42"/>
                <a:gd name="T31" fmla="*/ 40 h 45"/>
                <a:gd name="T32" fmla="*/ 40 w 42"/>
                <a:gd name="T33" fmla="*/ 38 h 45"/>
                <a:gd name="T34" fmla="*/ 23 w 42"/>
                <a:gd name="T35" fmla="*/ 27 h 45"/>
                <a:gd name="T36" fmla="*/ 11 w 42"/>
                <a:gd name="T37" fmla="*/ 35 h 45"/>
                <a:gd name="T38" fmla="*/ 10 w 42"/>
                <a:gd name="T39" fmla="*/ 32 h 45"/>
                <a:gd name="T40" fmla="*/ 16 w 42"/>
                <a:gd name="T41" fmla="*/ 17 h 45"/>
                <a:gd name="T42" fmla="*/ 27 w 42"/>
                <a:gd name="T43" fmla="*/ 8 h 45"/>
                <a:gd name="T44" fmla="*/ 29 w 42"/>
                <a:gd name="T45" fmla="*/ 9 h 45"/>
                <a:gd name="T46" fmla="*/ 30 w 42"/>
                <a:gd name="T47" fmla="*/ 12 h 45"/>
                <a:gd name="T48" fmla="*/ 23 w 42"/>
                <a:gd name="T49"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 h="45">
                  <a:moveTo>
                    <a:pt x="40" y="38"/>
                  </a:moveTo>
                  <a:cubicBezTo>
                    <a:pt x="39" y="38"/>
                    <a:pt x="39" y="37"/>
                    <a:pt x="39" y="37"/>
                  </a:cubicBezTo>
                  <a:cubicBezTo>
                    <a:pt x="38" y="36"/>
                    <a:pt x="38" y="35"/>
                    <a:pt x="38" y="34"/>
                  </a:cubicBezTo>
                  <a:cubicBezTo>
                    <a:pt x="37" y="33"/>
                    <a:pt x="37" y="30"/>
                    <a:pt x="37" y="27"/>
                  </a:cubicBezTo>
                  <a:cubicBezTo>
                    <a:pt x="37" y="24"/>
                    <a:pt x="37" y="19"/>
                    <a:pt x="38" y="14"/>
                  </a:cubicBezTo>
                  <a:cubicBezTo>
                    <a:pt x="39" y="11"/>
                    <a:pt x="39" y="9"/>
                    <a:pt x="39" y="8"/>
                  </a:cubicBezTo>
                  <a:cubicBezTo>
                    <a:pt x="39" y="6"/>
                    <a:pt x="38" y="4"/>
                    <a:pt x="35" y="4"/>
                  </a:cubicBezTo>
                  <a:cubicBezTo>
                    <a:pt x="34" y="1"/>
                    <a:pt x="32" y="0"/>
                    <a:pt x="28" y="0"/>
                  </a:cubicBezTo>
                  <a:cubicBezTo>
                    <a:pt x="22" y="0"/>
                    <a:pt x="16" y="4"/>
                    <a:pt x="10" y="11"/>
                  </a:cubicBezTo>
                  <a:cubicBezTo>
                    <a:pt x="4" y="19"/>
                    <a:pt x="0" y="27"/>
                    <a:pt x="0" y="34"/>
                  </a:cubicBezTo>
                  <a:cubicBezTo>
                    <a:pt x="0" y="37"/>
                    <a:pt x="1" y="39"/>
                    <a:pt x="3" y="41"/>
                  </a:cubicBezTo>
                  <a:cubicBezTo>
                    <a:pt x="5" y="43"/>
                    <a:pt x="7" y="44"/>
                    <a:pt x="9" y="44"/>
                  </a:cubicBezTo>
                  <a:cubicBezTo>
                    <a:pt x="16" y="44"/>
                    <a:pt x="22" y="39"/>
                    <a:pt x="29" y="30"/>
                  </a:cubicBezTo>
                  <a:cubicBezTo>
                    <a:pt x="29" y="40"/>
                    <a:pt x="31" y="45"/>
                    <a:pt x="36" y="45"/>
                  </a:cubicBezTo>
                  <a:cubicBezTo>
                    <a:pt x="37" y="45"/>
                    <a:pt x="39" y="44"/>
                    <a:pt x="40" y="43"/>
                  </a:cubicBezTo>
                  <a:cubicBezTo>
                    <a:pt x="41" y="43"/>
                    <a:pt x="42" y="41"/>
                    <a:pt x="42" y="40"/>
                  </a:cubicBezTo>
                  <a:cubicBezTo>
                    <a:pt x="42" y="39"/>
                    <a:pt x="42" y="39"/>
                    <a:pt x="40" y="38"/>
                  </a:cubicBezTo>
                  <a:close/>
                  <a:moveTo>
                    <a:pt x="23" y="27"/>
                  </a:moveTo>
                  <a:cubicBezTo>
                    <a:pt x="18" y="32"/>
                    <a:pt x="14" y="35"/>
                    <a:pt x="11" y="35"/>
                  </a:cubicBezTo>
                  <a:cubicBezTo>
                    <a:pt x="10" y="35"/>
                    <a:pt x="10" y="34"/>
                    <a:pt x="10" y="32"/>
                  </a:cubicBezTo>
                  <a:cubicBezTo>
                    <a:pt x="10" y="28"/>
                    <a:pt x="12" y="23"/>
                    <a:pt x="16" y="17"/>
                  </a:cubicBezTo>
                  <a:cubicBezTo>
                    <a:pt x="21" y="11"/>
                    <a:pt x="24" y="8"/>
                    <a:pt x="27" y="8"/>
                  </a:cubicBezTo>
                  <a:cubicBezTo>
                    <a:pt x="27" y="8"/>
                    <a:pt x="28" y="8"/>
                    <a:pt x="29" y="9"/>
                  </a:cubicBezTo>
                  <a:cubicBezTo>
                    <a:pt x="29" y="10"/>
                    <a:pt x="30" y="11"/>
                    <a:pt x="30" y="12"/>
                  </a:cubicBezTo>
                  <a:cubicBezTo>
                    <a:pt x="30" y="16"/>
                    <a:pt x="27" y="21"/>
                    <a:pt x="23"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66"/>
            <p:cNvSpPr>
              <a:spLocks/>
            </p:cNvSpPr>
            <p:nvPr/>
          </p:nvSpPr>
          <p:spPr bwMode="auto">
            <a:xfrm>
              <a:off x="7559675" y="5649913"/>
              <a:ext cx="30163" cy="123825"/>
            </a:xfrm>
            <a:custGeom>
              <a:avLst/>
              <a:gdLst>
                <a:gd name="T0" fmla="*/ 13 w 17"/>
                <a:gd name="T1" fmla="*/ 0 h 70"/>
                <a:gd name="T2" fmla="*/ 8 w 17"/>
                <a:gd name="T3" fmla="*/ 4 h 70"/>
                <a:gd name="T4" fmla="*/ 3 w 17"/>
                <a:gd name="T5" fmla="*/ 26 h 70"/>
                <a:gd name="T6" fmla="*/ 0 w 17"/>
                <a:gd name="T7" fmla="*/ 59 h 70"/>
                <a:gd name="T8" fmla="*/ 1 w 17"/>
                <a:gd name="T9" fmla="*/ 68 h 70"/>
                <a:gd name="T10" fmla="*/ 5 w 17"/>
                <a:gd name="T11" fmla="*/ 70 h 70"/>
                <a:gd name="T12" fmla="*/ 8 w 17"/>
                <a:gd name="T13" fmla="*/ 69 h 70"/>
                <a:gd name="T14" fmla="*/ 10 w 17"/>
                <a:gd name="T15" fmla="*/ 65 h 70"/>
                <a:gd name="T16" fmla="*/ 10 w 17"/>
                <a:gd name="T17" fmla="*/ 62 h 70"/>
                <a:gd name="T18" fmla="*/ 9 w 17"/>
                <a:gd name="T19" fmla="*/ 50 h 70"/>
                <a:gd name="T20" fmla="*/ 10 w 17"/>
                <a:gd name="T21" fmla="*/ 37 h 70"/>
                <a:gd name="T22" fmla="*/ 13 w 17"/>
                <a:gd name="T23" fmla="*/ 22 h 70"/>
                <a:gd name="T24" fmla="*/ 16 w 17"/>
                <a:gd name="T25" fmla="*/ 10 h 70"/>
                <a:gd name="T26" fmla="*/ 17 w 17"/>
                <a:gd name="T27" fmla="*/ 5 h 70"/>
                <a:gd name="T28" fmla="*/ 13 w 17"/>
                <a:gd name="T29"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70">
                  <a:moveTo>
                    <a:pt x="13" y="0"/>
                  </a:moveTo>
                  <a:cubicBezTo>
                    <a:pt x="11" y="0"/>
                    <a:pt x="10" y="2"/>
                    <a:pt x="8" y="4"/>
                  </a:cubicBezTo>
                  <a:cubicBezTo>
                    <a:pt x="7" y="6"/>
                    <a:pt x="5" y="13"/>
                    <a:pt x="3" y="26"/>
                  </a:cubicBezTo>
                  <a:cubicBezTo>
                    <a:pt x="1" y="38"/>
                    <a:pt x="0" y="49"/>
                    <a:pt x="0" y="59"/>
                  </a:cubicBezTo>
                  <a:cubicBezTo>
                    <a:pt x="0" y="63"/>
                    <a:pt x="0" y="66"/>
                    <a:pt x="1" y="68"/>
                  </a:cubicBezTo>
                  <a:cubicBezTo>
                    <a:pt x="2" y="69"/>
                    <a:pt x="3" y="70"/>
                    <a:pt x="5" y="70"/>
                  </a:cubicBezTo>
                  <a:cubicBezTo>
                    <a:pt x="6" y="70"/>
                    <a:pt x="7" y="70"/>
                    <a:pt x="8" y="69"/>
                  </a:cubicBezTo>
                  <a:cubicBezTo>
                    <a:pt x="10" y="67"/>
                    <a:pt x="10" y="66"/>
                    <a:pt x="10" y="65"/>
                  </a:cubicBezTo>
                  <a:cubicBezTo>
                    <a:pt x="10" y="64"/>
                    <a:pt x="10" y="63"/>
                    <a:pt x="10" y="62"/>
                  </a:cubicBezTo>
                  <a:cubicBezTo>
                    <a:pt x="10" y="58"/>
                    <a:pt x="9" y="54"/>
                    <a:pt x="9" y="50"/>
                  </a:cubicBezTo>
                  <a:cubicBezTo>
                    <a:pt x="9" y="47"/>
                    <a:pt x="10" y="43"/>
                    <a:pt x="10" y="37"/>
                  </a:cubicBezTo>
                  <a:cubicBezTo>
                    <a:pt x="11" y="32"/>
                    <a:pt x="12" y="27"/>
                    <a:pt x="13" y="22"/>
                  </a:cubicBezTo>
                  <a:cubicBezTo>
                    <a:pt x="15" y="15"/>
                    <a:pt x="16" y="11"/>
                    <a:pt x="16" y="10"/>
                  </a:cubicBezTo>
                  <a:cubicBezTo>
                    <a:pt x="17" y="8"/>
                    <a:pt x="17" y="6"/>
                    <a:pt x="17" y="5"/>
                  </a:cubicBezTo>
                  <a:cubicBezTo>
                    <a:pt x="17" y="2"/>
                    <a:pt x="16" y="0"/>
                    <a:pt x="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67"/>
            <p:cNvSpPr>
              <a:spLocks/>
            </p:cNvSpPr>
            <p:nvPr/>
          </p:nvSpPr>
          <p:spPr bwMode="auto">
            <a:xfrm>
              <a:off x="7656513" y="5667375"/>
              <a:ext cx="26988" cy="101600"/>
            </a:xfrm>
            <a:custGeom>
              <a:avLst/>
              <a:gdLst>
                <a:gd name="T0" fmla="*/ 12 w 16"/>
                <a:gd name="T1" fmla="*/ 0 h 58"/>
                <a:gd name="T2" fmla="*/ 9 w 16"/>
                <a:gd name="T3" fmla="*/ 1 h 58"/>
                <a:gd name="T4" fmla="*/ 7 w 16"/>
                <a:gd name="T5" fmla="*/ 3 h 58"/>
                <a:gd name="T6" fmla="*/ 5 w 16"/>
                <a:gd name="T7" fmla="*/ 8 h 58"/>
                <a:gd name="T8" fmla="*/ 5 w 16"/>
                <a:gd name="T9" fmla="*/ 14 h 58"/>
                <a:gd name="T10" fmla="*/ 2 w 16"/>
                <a:gd name="T11" fmla="*/ 30 h 58"/>
                <a:gd name="T12" fmla="*/ 0 w 16"/>
                <a:gd name="T13" fmla="*/ 48 h 58"/>
                <a:gd name="T14" fmla="*/ 2 w 16"/>
                <a:gd name="T15" fmla="*/ 56 h 58"/>
                <a:gd name="T16" fmla="*/ 6 w 16"/>
                <a:gd name="T17" fmla="*/ 58 h 58"/>
                <a:gd name="T18" fmla="*/ 10 w 16"/>
                <a:gd name="T19" fmla="*/ 57 h 58"/>
                <a:gd name="T20" fmla="*/ 11 w 16"/>
                <a:gd name="T21" fmla="*/ 51 h 58"/>
                <a:gd name="T22" fmla="*/ 10 w 16"/>
                <a:gd name="T23" fmla="*/ 41 h 58"/>
                <a:gd name="T24" fmla="*/ 12 w 16"/>
                <a:gd name="T25" fmla="*/ 30 h 58"/>
                <a:gd name="T26" fmla="*/ 13 w 16"/>
                <a:gd name="T27" fmla="*/ 24 h 58"/>
                <a:gd name="T28" fmla="*/ 14 w 16"/>
                <a:gd name="T29" fmla="*/ 18 h 58"/>
                <a:gd name="T30" fmla="*/ 16 w 16"/>
                <a:gd name="T31" fmla="*/ 6 h 58"/>
                <a:gd name="T32" fmla="*/ 15 w 16"/>
                <a:gd name="T33" fmla="*/ 1 h 58"/>
                <a:gd name="T34" fmla="*/ 12 w 16"/>
                <a:gd name="T35"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58">
                  <a:moveTo>
                    <a:pt x="12" y="0"/>
                  </a:moveTo>
                  <a:cubicBezTo>
                    <a:pt x="11" y="0"/>
                    <a:pt x="10" y="0"/>
                    <a:pt x="9" y="1"/>
                  </a:cubicBezTo>
                  <a:cubicBezTo>
                    <a:pt x="8" y="1"/>
                    <a:pt x="7" y="2"/>
                    <a:pt x="7" y="3"/>
                  </a:cubicBezTo>
                  <a:cubicBezTo>
                    <a:pt x="6" y="4"/>
                    <a:pt x="6" y="5"/>
                    <a:pt x="5" y="8"/>
                  </a:cubicBezTo>
                  <a:cubicBezTo>
                    <a:pt x="5" y="10"/>
                    <a:pt x="5" y="12"/>
                    <a:pt x="5" y="14"/>
                  </a:cubicBezTo>
                  <a:cubicBezTo>
                    <a:pt x="2" y="30"/>
                    <a:pt x="2" y="30"/>
                    <a:pt x="2" y="30"/>
                  </a:cubicBezTo>
                  <a:cubicBezTo>
                    <a:pt x="1" y="39"/>
                    <a:pt x="0" y="45"/>
                    <a:pt x="0" y="48"/>
                  </a:cubicBezTo>
                  <a:cubicBezTo>
                    <a:pt x="0" y="52"/>
                    <a:pt x="1" y="54"/>
                    <a:pt x="2" y="56"/>
                  </a:cubicBezTo>
                  <a:cubicBezTo>
                    <a:pt x="2" y="58"/>
                    <a:pt x="4" y="58"/>
                    <a:pt x="6" y="58"/>
                  </a:cubicBezTo>
                  <a:cubicBezTo>
                    <a:pt x="7" y="58"/>
                    <a:pt x="8" y="58"/>
                    <a:pt x="10" y="57"/>
                  </a:cubicBezTo>
                  <a:cubicBezTo>
                    <a:pt x="11" y="56"/>
                    <a:pt x="11" y="54"/>
                    <a:pt x="11" y="51"/>
                  </a:cubicBezTo>
                  <a:cubicBezTo>
                    <a:pt x="11" y="48"/>
                    <a:pt x="10" y="45"/>
                    <a:pt x="10" y="41"/>
                  </a:cubicBezTo>
                  <a:cubicBezTo>
                    <a:pt x="10" y="39"/>
                    <a:pt x="11" y="35"/>
                    <a:pt x="12" y="30"/>
                  </a:cubicBezTo>
                  <a:cubicBezTo>
                    <a:pt x="12" y="26"/>
                    <a:pt x="13" y="25"/>
                    <a:pt x="13" y="24"/>
                  </a:cubicBezTo>
                  <a:cubicBezTo>
                    <a:pt x="13" y="22"/>
                    <a:pt x="13" y="20"/>
                    <a:pt x="14" y="18"/>
                  </a:cubicBezTo>
                  <a:cubicBezTo>
                    <a:pt x="16" y="6"/>
                    <a:pt x="16" y="6"/>
                    <a:pt x="16" y="6"/>
                  </a:cubicBezTo>
                  <a:cubicBezTo>
                    <a:pt x="16" y="4"/>
                    <a:pt x="16" y="3"/>
                    <a:pt x="15" y="1"/>
                  </a:cubicBezTo>
                  <a:cubicBezTo>
                    <a:pt x="14" y="0"/>
                    <a:pt x="13" y="0"/>
                    <a:pt x="1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68"/>
            <p:cNvSpPr>
              <a:spLocks/>
            </p:cNvSpPr>
            <p:nvPr/>
          </p:nvSpPr>
          <p:spPr bwMode="auto">
            <a:xfrm>
              <a:off x="7696200" y="5697538"/>
              <a:ext cx="87313" cy="71438"/>
            </a:xfrm>
            <a:custGeom>
              <a:avLst/>
              <a:gdLst>
                <a:gd name="T0" fmla="*/ 48 w 50"/>
                <a:gd name="T1" fmla="*/ 30 h 41"/>
                <a:gd name="T2" fmla="*/ 46 w 50"/>
                <a:gd name="T3" fmla="*/ 30 h 41"/>
                <a:gd name="T4" fmla="*/ 44 w 50"/>
                <a:gd name="T5" fmla="*/ 30 h 41"/>
                <a:gd name="T6" fmla="*/ 40 w 50"/>
                <a:gd name="T7" fmla="*/ 16 h 41"/>
                <a:gd name="T8" fmla="*/ 29 w 50"/>
                <a:gd name="T9" fmla="*/ 1 h 41"/>
                <a:gd name="T10" fmla="*/ 10 w 50"/>
                <a:gd name="T11" fmla="*/ 21 h 41"/>
                <a:gd name="T12" fmla="*/ 12 w 50"/>
                <a:gd name="T13" fmla="*/ 7 h 41"/>
                <a:gd name="T14" fmla="*/ 11 w 50"/>
                <a:gd name="T15" fmla="*/ 1 h 41"/>
                <a:gd name="T16" fmla="*/ 8 w 50"/>
                <a:gd name="T17" fmla="*/ 0 h 41"/>
                <a:gd name="T18" fmla="*/ 4 w 50"/>
                <a:gd name="T19" fmla="*/ 2 h 41"/>
                <a:gd name="T20" fmla="*/ 3 w 50"/>
                <a:gd name="T21" fmla="*/ 6 h 41"/>
                <a:gd name="T22" fmla="*/ 1 w 50"/>
                <a:gd name="T23" fmla="*/ 27 h 41"/>
                <a:gd name="T24" fmla="*/ 0 w 50"/>
                <a:gd name="T25" fmla="*/ 35 h 41"/>
                <a:gd name="T26" fmla="*/ 6 w 50"/>
                <a:gd name="T27" fmla="*/ 41 h 41"/>
                <a:gd name="T28" fmla="*/ 8 w 50"/>
                <a:gd name="T29" fmla="*/ 40 h 41"/>
                <a:gd name="T30" fmla="*/ 9 w 50"/>
                <a:gd name="T31" fmla="*/ 37 h 41"/>
                <a:gd name="T32" fmla="*/ 18 w 50"/>
                <a:gd name="T33" fmla="*/ 22 h 41"/>
                <a:gd name="T34" fmla="*/ 28 w 50"/>
                <a:gd name="T35" fmla="*/ 11 h 41"/>
                <a:gd name="T36" fmla="*/ 31 w 50"/>
                <a:gd name="T37" fmla="*/ 21 h 41"/>
                <a:gd name="T38" fmla="*/ 34 w 50"/>
                <a:gd name="T39" fmla="*/ 34 h 41"/>
                <a:gd name="T40" fmla="*/ 34 w 50"/>
                <a:gd name="T41" fmla="*/ 34 h 41"/>
                <a:gd name="T42" fmla="*/ 41 w 50"/>
                <a:gd name="T43" fmla="*/ 38 h 41"/>
                <a:gd name="T44" fmla="*/ 47 w 50"/>
                <a:gd name="T45" fmla="*/ 36 h 41"/>
                <a:gd name="T46" fmla="*/ 50 w 50"/>
                <a:gd name="T47" fmla="*/ 32 h 41"/>
                <a:gd name="T48" fmla="*/ 48 w 50"/>
                <a:gd name="T49" fmla="*/ 3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0" h="41">
                  <a:moveTo>
                    <a:pt x="48" y="30"/>
                  </a:moveTo>
                  <a:cubicBezTo>
                    <a:pt x="47" y="30"/>
                    <a:pt x="47" y="30"/>
                    <a:pt x="46" y="30"/>
                  </a:cubicBezTo>
                  <a:cubicBezTo>
                    <a:pt x="45" y="30"/>
                    <a:pt x="44" y="30"/>
                    <a:pt x="44" y="30"/>
                  </a:cubicBezTo>
                  <a:cubicBezTo>
                    <a:pt x="42" y="30"/>
                    <a:pt x="41" y="26"/>
                    <a:pt x="40" y="16"/>
                  </a:cubicBezTo>
                  <a:cubicBezTo>
                    <a:pt x="39" y="6"/>
                    <a:pt x="35" y="1"/>
                    <a:pt x="29" y="1"/>
                  </a:cubicBezTo>
                  <a:cubicBezTo>
                    <a:pt x="22" y="1"/>
                    <a:pt x="16" y="8"/>
                    <a:pt x="10" y="21"/>
                  </a:cubicBezTo>
                  <a:cubicBezTo>
                    <a:pt x="12" y="14"/>
                    <a:pt x="12" y="9"/>
                    <a:pt x="12" y="7"/>
                  </a:cubicBezTo>
                  <a:cubicBezTo>
                    <a:pt x="12" y="4"/>
                    <a:pt x="12" y="2"/>
                    <a:pt x="11" y="1"/>
                  </a:cubicBezTo>
                  <a:cubicBezTo>
                    <a:pt x="10" y="0"/>
                    <a:pt x="9" y="0"/>
                    <a:pt x="8" y="0"/>
                  </a:cubicBezTo>
                  <a:cubicBezTo>
                    <a:pt x="6" y="0"/>
                    <a:pt x="5" y="0"/>
                    <a:pt x="4" y="2"/>
                  </a:cubicBezTo>
                  <a:cubicBezTo>
                    <a:pt x="3" y="3"/>
                    <a:pt x="3" y="5"/>
                    <a:pt x="3" y="6"/>
                  </a:cubicBezTo>
                  <a:cubicBezTo>
                    <a:pt x="3" y="14"/>
                    <a:pt x="2" y="21"/>
                    <a:pt x="1" y="27"/>
                  </a:cubicBezTo>
                  <a:cubicBezTo>
                    <a:pt x="0" y="31"/>
                    <a:pt x="0" y="34"/>
                    <a:pt x="0" y="35"/>
                  </a:cubicBezTo>
                  <a:cubicBezTo>
                    <a:pt x="0" y="39"/>
                    <a:pt x="2" y="41"/>
                    <a:pt x="6" y="41"/>
                  </a:cubicBezTo>
                  <a:cubicBezTo>
                    <a:pt x="7" y="41"/>
                    <a:pt x="7" y="40"/>
                    <a:pt x="8" y="40"/>
                  </a:cubicBezTo>
                  <a:cubicBezTo>
                    <a:pt x="8" y="39"/>
                    <a:pt x="9" y="38"/>
                    <a:pt x="9" y="37"/>
                  </a:cubicBezTo>
                  <a:cubicBezTo>
                    <a:pt x="10" y="34"/>
                    <a:pt x="13" y="29"/>
                    <a:pt x="18" y="22"/>
                  </a:cubicBezTo>
                  <a:cubicBezTo>
                    <a:pt x="22" y="15"/>
                    <a:pt x="26" y="11"/>
                    <a:pt x="28" y="11"/>
                  </a:cubicBezTo>
                  <a:cubicBezTo>
                    <a:pt x="30" y="11"/>
                    <a:pt x="31" y="14"/>
                    <a:pt x="31" y="21"/>
                  </a:cubicBezTo>
                  <a:cubicBezTo>
                    <a:pt x="32" y="28"/>
                    <a:pt x="33" y="32"/>
                    <a:pt x="34" y="34"/>
                  </a:cubicBezTo>
                  <a:cubicBezTo>
                    <a:pt x="34" y="34"/>
                    <a:pt x="34" y="34"/>
                    <a:pt x="34" y="34"/>
                  </a:cubicBezTo>
                  <a:cubicBezTo>
                    <a:pt x="35" y="37"/>
                    <a:pt x="38" y="38"/>
                    <a:pt x="41" y="38"/>
                  </a:cubicBezTo>
                  <a:cubicBezTo>
                    <a:pt x="43" y="38"/>
                    <a:pt x="45" y="38"/>
                    <a:pt x="47" y="36"/>
                  </a:cubicBezTo>
                  <a:cubicBezTo>
                    <a:pt x="49" y="35"/>
                    <a:pt x="50" y="33"/>
                    <a:pt x="50" y="32"/>
                  </a:cubicBezTo>
                  <a:cubicBezTo>
                    <a:pt x="50" y="30"/>
                    <a:pt x="49" y="30"/>
                    <a:pt x="48"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69"/>
            <p:cNvSpPr>
              <a:spLocks noEditPoints="1"/>
            </p:cNvSpPr>
            <p:nvPr/>
          </p:nvSpPr>
          <p:spPr bwMode="auto">
            <a:xfrm>
              <a:off x="7789863" y="5692775"/>
              <a:ext cx="71438" cy="79375"/>
            </a:xfrm>
            <a:custGeom>
              <a:avLst/>
              <a:gdLst>
                <a:gd name="T0" fmla="*/ 40 w 41"/>
                <a:gd name="T1" fmla="*/ 38 h 45"/>
                <a:gd name="T2" fmla="*/ 38 w 41"/>
                <a:gd name="T3" fmla="*/ 37 h 45"/>
                <a:gd name="T4" fmla="*/ 37 w 41"/>
                <a:gd name="T5" fmla="*/ 34 h 45"/>
                <a:gd name="T6" fmla="*/ 36 w 41"/>
                <a:gd name="T7" fmla="*/ 27 h 45"/>
                <a:gd name="T8" fmla="*/ 38 w 41"/>
                <a:gd name="T9" fmla="*/ 14 h 45"/>
                <a:gd name="T10" fmla="*/ 39 w 41"/>
                <a:gd name="T11" fmla="*/ 8 h 45"/>
                <a:gd name="T12" fmla="*/ 34 w 41"/>
                <a:gd name="T13" fmla="*/ 4 h 45"/>
                <a:gd name="T14" fmla="*/ 28 w 41"/>
                <a:gd name="T15" fmla="*/ 0 h 45"/>
                <a:gd name="T16" fmla="*/ 9 w 41"/>
                <a:gd name="T17" fmla="*/ 11 h 45"/>
                <a:gd name="T18" fmla="*/ 0 w 41"/>
                <a:gd name="T19" fmla="*/ 34 h 45"/>
                <a:gd name="T20" fmla="*/ 2 w 41"/>
                <a:gd name="T21" fmla="*/ 41 h 45"/>
                <a:gd name="T22" fmla="*/ 8 w 41"/>
                <a:gd name="T23" fmla="*/ 44 h 45"/>
                <a:gd name="T24" fmla="*/ 28 w 41"/>
                <a:gd name="T25" fmla="*/ 30 h 45"/>
                <a:gd name="T26" fmla="*/ 35 w 41"/>
                <a:gd name="T27" fmla="*/ 45 h 45"/>
                <a:gd name="T28" fmla="*/ 39 w 41"/>
                <a:gd name="T29" fmla="*/ 43 h 45"/>
                <a:gd name="T30" fmla="*/ 41 w 41"/>
                <a:gd name="T31" fmla="*/ 40 h 45"/>
                <a:gd name="T32" fmla="*/ 40 w 41"/>
                <a:gd name="T33" fmla="*/ 38 h 45"/>
                <a:gd name="T34" fmla="*/ 22 w 41"/>
                <a:gd name="T35" fmla="*/ 27 h 45"/>
                <a:gd name="T36" fmla="*/ 11 w 41"/>
                <a:gd name="T37" fmla="*/ 35 h 45"/>
                <a:gd name="T38" fmla="*/ 9 w 41"/>
                <a:gd name="T39" fmla="*/ 32 h 45"/>
                <a:gd name="T40" fmla="*/ 16 w 41"/>
                <a:gd name="T41" fmla="*/ 17 h 45"/>
                <a:gd name="T42" fmla="*/ 26 w 41"/>
                <a:gd name="T43" fmla="*/ 8 h 45"/>
                <a:gd name="T44" fmla="*/ 28 w 41"/>
                <a:gd name="T45" fmla="*/ 9 h 45"/>
                <a:gd name="T46" fmla="*/ 29 w 41"/>
                <a:gd name="T47" fmla="*/ 12 h 45"/>
                <a:gd name="T48" fmla="*/ 22 w 41"/>
                <a:gd name="T49"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 h="45">
                  <a:moveTo>
                    <a:pt x="40" y="38"/>
                  </a:moveTo>
                  <a:cubicBezTo>
                    <a:pt x="39" y="38"/>
                    <a:pt x="38" y="37"/>
                    <a:pt x="38" y="37"/>
                  </a:cubicBezTo>
                  <a:cubicBezTo>
                    <a:pt x="38" y="36"/>
                    <a:pt x="37" y="35"/>
                    <a:pt x="37" y="34"/>
                  </a:cubicBezTo>
                  <a:cubicBezTo>
                    <a:pt x="36" y="33"/>
                    <a:pt x="36" y="30"/>
                    <a:pt x="36" y="27"/>
                  </a:cubicBezTo>
                  <a:cubicBezTo>
                    <a:pt x="36" y="24"/>
                    <a:pt x="37" y="19"/>
                    <a:pt x="38" y="14"/>
                  </a:cubicBezTo>
                  <a:cubicBezTo>
                    <a:pt x="38" y="11"/>
                    <a:pt x="39" y="9"/>
                    <a:pt x="39" y="8"/>
                  </a:cubicBezTo>
                  <a:cubicBezTo>
                    <a:pt x="39" y="6"/>
                    <a:pt x="37" y="4"/>
                    <a:pt x="34" y="4"/>
                  </a:cubicBezTo>
                  <a:cubicBezTo>
                    <a:pt x="33" y="1"/>
                    <a:pt x="31" y="0"/>
                    <a:pt x="28" y="0"/>
                  </a:cubicBezTo>
                  <a:cubicBezTo>
                    <a:pt x="21" y="0"/>
                    <a:pt x="15" y="4"/>
                    <a:pt x="9" y="11"/>
                  </a:cubicBezTo>
                  <a:cubicBezTo>
                    <a:pt x="3" y="19"/>
                    <a:pt x="0" y="27"/>
                    <a:pt x="0" y="34"/>
                  </a:cubicBezTo>
                  <a:cubicBezTo>
                    <a:pt x="0" y="37"/>
                    <a:pt x="1" y="39"/>
                    <a:pt x="2" y="41"/>
                  </a:cubicBezTo>
                  <a:cubicBezTo>
                    <a:pt x="4" y="43"/>
                    <a:pt x="6" y="44"/>
                    <a:pt x="8" y="44"/>
                  </a:cubicBezTo>
                  <a:cubicBezTo>
                    <a:pt x="15" y="44"/>
                    <a:pt x="22" y="39"/>
                    <a:pt x="28" y="30"/>
                  </a:cubicBezTo>
                  <a:cubicBezTo>
                    <a:pt x="28" y="40"/>
                    <a:pt x="30" y="45"/>
                    <a:pt x="35" y="45"/>
                  </a:cubicBezTo>
                  <a:cubicBezTo>
                    <a:pt x="37" y="45"/>
                    <a:pt x="38" y="44"/>
                    <a:pt x="39" y="43"/>
                  </a:cubicBezTo>
                  <a:cubicBezTo>
                    <a:pt x="41" y="43"/>
                    <a:pt x="41" y="41"/>
                    <a:pt x="41" y="40"/>
                  </a:cubicBezTo>
                  <a:cubicBezTo>
                    <a:pt x="41" y="39"/>
                    <a:pt x="41" y="39"/>
                    <a:pt x="40" y="38"/>
                  </a:cubicBezTo>
                  <a:close/>
                  <a:moveTo>
                    <a:pt x="22" y="27"/>
                  </a:moveTo>
                  <a:cubicBezTo>
                    <a:pt x="18" y="32"/>
                    <a:pt x="14" y="35"/>
                    <a:pt x="11" y="35"/>
                  </a:cubicBezTo>
                  <a:cubicBezTo>
                    <a:pt x="10" y="35"/>
                    <a:pt x="9" y="34"/>
                    <a:pt x="9" y="32"/>
                  </a:cubicBezTo>
                  <a:cubicBezTo>
                    <a:pt x="9" y="28"/>
                    <a:pt x="11" y="23"/>
                    <a:pt x="16" y="17"/>
                  </a:cubicBezTo>
                  <a:cubicBezTo>
                    <a:pt x="20" y="11"/>
                    <a:pt x="23" y="8"/>
                    <a:pt x="26" y="8"/>
                  </a:cubicBezTo>
                  <a:cubicBezTo>
                    <a:pt x="27" y="8"/>
                    <a:pt x="27" y="8"/>
                    <a:pt x="28" y="9"/>
                  </a:cubicBezTo>
                  <a:cubicBezTo>
                    <a:pt x="29" y="10"/>
                    <a:pt x="29" y="11"/>
                    <a:pt x="29" y="12"/>
                  </a:cubicBezTo>
                  <a:cubicBezTo>
                    <a:pt x="29" y="16"/>
                    <a:pt x="27" y="21"/>
                    <a:pt x="22"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70"/>
            <p:cNvSpPr>
              <a:spLocks/>
            </p:cNvSpPr>
            <p:nvPr/>
          </p:nvSpPr>
          <p:spPr bwMode="auto">
            <a:xfrm>
              <a:off x="7870825" y="5691188"/>
              <a:ext cx="61913" cy="80963"/>
            </a:xfrm>
            <a:custGeom>
              <a:avLst/>
              <a:gdLst>
                <a:gd name="T0" fmla="*/ 33 w 35"/>
                <a:gd name="T1" fmla="*/ 31 h 46"/>
                <a:gd name="T2" fmla="*/ 28 w 35"/>
                <a:gd name="T3" fmla="*/ 34 h 46"/>
                <a:gd name="T4" fmla="*/ 15 w 35"/>
                <a:gd name="T5" fmla="*/ 38 h 46"/>
                <a:gd name="T6" fmla="*/ 9 w 35"/>
                <a:gd name="T7" fmla="*/ 33 h 46"/>
                <a:gd name="T8" fmla="*/ 14 w 35"/>
                <a:gd name="T9" fmla="*/ 17 h 46"/>
                <a:gd name="T10" fmla="*/ 22 w 35"/>
                <a:gd name="T11" fmla="*/ 9 h 46"/>
                <a:gd name="T12" fmla="*/ 24 w 35"/>
                <a:gd name="T13" fmla="*/ 12 h 46"/>
                <a:gd name="T14" fmla="*/ 29 w 35"/>
                <a:gd name="T15" fmla="*/ 18 h 46"/>
                <a:gd name="T16" fmla="*/ 32 w 35"/>
                <a:gd name="T17" fmla="*/ 16 h 46"/>
                <a:gd name="T18" fmla="*/ 33 w 35"/>
                <a:gd name="T19" fmla="*/ 11 h 46"/>
                <a:gd name="T20" fmla="*/ 30 w 35"/>
                <a:gd name="T21" fmla="*/ 4 h 46"/>
                <a:gd name="T22" fmla="*/ 24 w 35"/>
                <a:gd name="T23" fmla="*/ 0 h 46"/>
                <a:gd name="T24" fmla="*/ 8 w 35"/>
                <a:gd name="T25" fmla="*/ 11 h 46"/>
                <a:gd name="T26" fmla="*/ 0 w 35"/>
                <a:gd name="T27" fmla="*/ 33 h 46"/>
                <a:gd name="T28" fmla="*/ 3 w 35"/>
                <a:gd name="T29" fmla="*/ 43 h 46"/>
                <a:gd name="T30" fmla="*/ 13 w 35"/>
                <a:gd name="T31" fmla="*/ 46 h 46"/>
                <a:gd name="T32" fmla="*/ 28 w 35"/>
                <a:gd name="T33" fmla="*/ 41 h 46"/>
                <a:gd name="T34" fmla="*/ 35 w 35"/>
                <a:gd name="T35" fmla="*/ 34 h 46"/>
                <a:gd name="T36" fmla="*/ 33 w 35"/>
                <a:gd name="T37" fmla="*/ 3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 h="46">
                  <a:moveTo>
                    <a:pt x="33" y="31"/>
                  </a:moveTo>
                  <a:cubicBezTo>
                    <a:pt x="32" y="31"/>
                    <a:pt x="30" y="32"/>
                    <a:pt x="28" y="34"/>
                  </a:cubicBezTo>
                  <a:cubicBezTo>
                    <a:pt x="24" y="37"/>
                    <a:pt x="19" y="38"/>
                    <a:pt x="15" y="38"/>
                  </a:cubicBezTo>
                  <a:cubicBezTo>
                    <a:pt x="11" y="38"/>
                    <a:pt x="9" y="36"/>
                    <a:pt x="9" y="33"/>
                  </a:cubicBezTo>
                  <a:cubicBezTo>
                    <a:pt x="9" y="28"/>
                    <a:pt x="11" y="23"/>
                    <a:pt x="14" y="17"/>
                  </a:cubicBezTo>
                  <a:cubicBezTo>
                    <a:pt x="18" y="12"/>
                    <a:pt x="20" y="9"/>
                    <a:pt x="22" y="9"/>
                  </a:cubicBezTo>
                  <a:cubicBezTo>
                    <a:pt x="23" y="9"/>
                    <a:pt x="24" y="10"/>
                    <a:pt x="24" y="12"/>
                  </a:cubicBezTo>
                  <a:cubicBezTo>
                    <a:pt x="25" y="16"/>
                    <a:pt x="26" y="18"/>
                    <a:pt x="29" y="18"/>
                  </a:cubicBezTo>
                  <a:cubicBezTo>
                    <a:pt x="30" y="18"/>
                    <a:pt x="31" y="17"/>
                    <a:pt x="32" y="16"/>
                  </a:cubicBezTo>
                  <a:cubicBezTo>
                    <a:pt x="33" y="16"/>
                    <a:pt x="33" y="14"/>
                    <a:pt x="33" y="11"/>
                  </a:cubicBezTo>
                  <a:cubicBezTo>
                    <a:pt x="33" y="9"/>
                    <a:pt x="32" y="6"/>
                    <a:pt x="30" y="4"/>
                  </a:cubicBezTo>
                  <a:cubicBezTo>
                    <a:pt x="29" y="1"/>
                    <a:pt x="26" y="0"/>
                    <a:pt x="24" y="0"/>
                  </a:cubicBezTo>
                  <a:cubicBezTo>
                    <a:pt x="19" y="0"/>
                    <a:pt x="13" y="4"/>
                    <a:pt x="8" y="11"/>
                  </a:cubicBezTo>
                  <a:cubicBezTo>
                    <a:pt x="3" y="19"/>
                    <a:pt x="0" y="26"/>
                    <a:pt x="0" y="33"/>
                  </a:cubicBezTo>
                  <a:cubicBezTo>
                    <a:pt x="0" y="37"/>
                    <a:pt x="1" y="40"/>
                    <a:pt x="3" y="43"/>
                  </a:cubicBezTo>
                  <a:cubicBezTo>
                    <a:pt x="6" y="45"/>
                    <a:pt x="9" y="46"/>
                    <a:pt x="13" y="46"/>
                  </a:cubicBezTo>
                  <a:cubicBezTo>
                    <a:pt x="18" y="46"/>
                    <a:pt x="23" y="45"/>
                    <a:pt x="28" y="41"/>
                  </a:cubicBezTo>
                  <a:cubicBezTo>
                    <a:pt x="33" y="38"/>
                    <a:pt x="35" y="36"/>
                    <a:pt x="35" y="34"/>
                  </a:cubicBezTo>
                  <a:cubicBezTo>
                    <a:pt x="35" y="32"/>
                    <a:pt x="34" y="31"/>
                    <a:pt x="33"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71"/>
            <p:cNvSpPr>
              <a:spLocks/>
            </p:cNvSpPr>
            <p:nvPr/>
          </p:nvSpPr>
          <p:spPr bwMode="auto">
            <a:xfrm>
              <a:off x="7939088" y="5667375"/>
              <a:ext cx="68263" cy="104775"/>
            </a:xfrm>
            <a:custGeom>
              <a:avLst/>
              <a:gdLst>
                <a:gd name="T0" fmla="*/ 36 w 39"/>
                <a:gd name="T1" fmla="*/ 15 h 59"/>
                <a:gd name="T2" fmla="*/ 22 w 39"/>
                <a:gd name="T3" fmla="*/ 17 h 59"/>
                <a:gd name="T4" fmla="*/ 25 w 39"/>
                <a:gd name="T5" fmla="*/ 4 h 59"/>
                <a:gd name="T6" fmla="*/ 24 w 39"/>
                <a:gd name="T7" fmla="*/ 1 h 59"/>
                <a:gd name="T8" fmla="*/ 21 w 39"/>
                <a:gd name="T9" fmla="*/ 0 h 59"/>
                <a:gd name="T10" fmla="*/ 16 w 39"/>
                <a:gd name="T11" fmla="*/ 5 h 59"/>
                <a:gd name="T12" fmla="*/ 12 w 39"/>
                <a:gd name="T13" fmla="*/ 17 h 59"/>
                <a:gd name="T14" fmla="*/ 4 w 39"/>
                <a:gd name="T15" fmla="*/ 18 h 59"/>
                <a:gd name="T16" fmla="*/ 0 w 39"/>
                <a:gd name="T17" fmla="*/ 21 h 59"/>
                <a:gd name="T18" fmla="*/ 2 w 39"/>
                <a:gd name="T19" fmla="*/ 25 h 59"/>
                <a:gd name="T20" fmla="*/ 5 w 39"/>
                <a:gd name="T21" fmla="*/ 26 h 59"/>
                <a:gd name="T22" fmla="*/ 6 w 39"/>
                <a:gd name="T23" fmla="*/ 26 h 59"/>
                <a:gd name="T24" fmla="*/ 10 w 39"/>
                <a:gd name="T25" fmla="*/ 26 h 59"/>
                <a:gd name="T26" fmla="*/ 6 w 39"/>
                <a:gd name="T27" fmla="*/ 47 h 59"/>
                <a:gd name="T28" fmla="*/ 9 w 39"/>
                <a:gd name="T29" fmla="*/ 56 h 59"/>
                <a:gd name="T30" fmla="*/ 17 w 39"/>
                <a:gd name="T31" fmla="*/ 59 h 59"/>
                <a:gd name="T32" fmla="*/ 28 w 39"/>
                <a:gd name="T33" fmla="*/ 54 h 59"/>
                <a:gd name="T34" fmla="*/ 34 w 39"/>
                <a:gd name="T35" fmla="*/ 47 h 59"/>
                <a:gd name="T36" fmla="*/ 33 w 39"/>
                <a:gd name="T37" fmla="*/ 45 h 59"/>
                <a:gd name="T38" fmla="*/ 31 w 39"/>
                <a:gd name="T39" fmla="*/ 44 h 59"/>
                <a:gd name="T40" fmla="*/ 28 w 39"/>
                <a:gd name="T41" fmla="*/ 46 h 59"/>
                <a:gd name="T42" fmla="*/ 23 w 39"/>
                <a:gd name="T43" fmla="*/ 50 h 59"/>
                <a:gd name="T44" fmla="*/ 18 w 39"/>
                <a:gd name="T45" fmla="*/ 50 h 59"/>
                <a:gd name="T46" fmla="*/ 16 w 39"/>
                <a:gd name="T47" fmla="*/ 49 h 59"/>
                <a:gd name="T48" fmla="*/ 15 w 39"/>
                <a:gd name="T49" fmla="*/ 45 h 59"/>
                <a:gd name="T50" fmla="*/ 17 w 39"/>
                <a:gd name="T51" fmla="*/ 34 h 59"/>
                <a:gd name="T52" fmla="*/ 20 w 39"/>
                <a:gd name="T53" fmla="*/ 25 h 59"/>
                <a:gd name="T54" fmla="*/ 33 w 39"/>
                <a:gd name="T55" fmla="*/ 23 h 59"/>
                <a:gd name="T56" fmla="*/ 39 w 39"/>
                <a:gd name="T57" fmla="*/ 18 h 59"/>
                <a:gd name="T58" fmla="*/ 38 w 39"/>
                <a:gd name="T59" fmla="*/ 16 h 59"/>
                <a:gd name="T60" fmla="*/ 36 w 39"/>
                <a:gd name="T61" fmla="*/ 1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9" h="59">
                  <a:moveTo>
                    <a:pt x="36" y="15"/>
                  </a:moveTo>
                  <a:cubicBezTo>
                    <a:pt x="35" y="15"/>
                    <a:pt x="30" y="16"/>
                    <a:pt x="22" y="17"/>
                  </a:cubicBezTo>
                  <a:cubicBezTo>
                    <a:pt x="24" y="9"/>
                    <a:pt x="25" y="5"/>
                    <a:pt x="25" y="4"/>
                  </a:cubicBezTo>
                  <a:cubicBezTo>
                    <a:pt x="25" y="3"/>
                    <a:pt x="25" y="2"/>
                    <a:pt x="24" y="1"/>
                  </a:cubicBezTo>
                  <a:cubicBezTo>
                    <a:pt x="23" y="1"/>
                    <a:pt x="22" y="0"/>
                    <a:pt x="21" y="0"/>
                  </a:cubicBezTo>
                  <a:cubicBezTo>
                    <a:pt x="18" y="0"/>
                    <a:pt x="16" y="2"/>
                    <a:pt x="16" y="5"/>
                  </a:cubicBezTo>
                  <a:cubicBezTo>
                    <a:pt x="14" y="10"/>
                    <a:pt x="13" y="14"/>
                    <a:pt x="12" y="17"/>
                  </a:cubicBezTo>
                  <a:cubicBezTo>
                    <a:pt x="4" y="18"/>
                    <a:pt x="4" y="18"/>
                    <a:pt x="4" y="18"/>
                  </a:cubicBezTo>
                  <a:cubicBezTo>
                    <a:pt x="1" y="18"/>
                    <a:pt x="0" y="19"/>
                    <a:pt x="0" y="21"/>
                  </a:cubicBezTo>
                  <a:cubicBezTo>
                    <a:pt x="0" y="23"/>
                    <a:pt x="1" y="24"/>
                    <a:pt x="2" y="25"/>
                  </a:cubicBezTo>
                  <a:cubicBezTo>
                    <a:pt x="3" y="26"/>
                    <a:pt x="4" y="26"/>
                    <a:pt x="5" y="26"/>
                  </a:cubicBezTo>
                  <a:cubicBezTo>
                    <a:pt x="6" y="26"/>
                    <a:pt x="6" y="26"/>
                    <a:pt x="6" y="26"/>
                  </a:cubicBezTo>
                  <a:cubicBezTo>
                    <a:pt x="7" y="26"/>
                    <a:pt x="8" y="26"/>
                    <a:pt x="10" y="26"/>
                  </a:cubicBezTo>
                  <a:cubicBezTo>
                    <a:pt x="7" y="36"/>
                    <a:pt x="6" y="43"/>
                    <a:pt x="6" y="47"/>
                  </a:cubicBezTo>
                  <a:cubicBezTo>
                    <a:pt x="6" y="51"/>
                    <a:pt x="7" y="54"/>
                    <a:pt x="9" y="56"/>
                  </a:cubicBezTo>
                  <a:cubicBezTo>
                    <a:pt x="10" y="58"/>
                    <a:pt x="13" y="59"/>
                    <a:pt x="17" y="59"/>
                  </a:cubicBezTo>
                  <a:cubicBezTo>
                    <a:pt x="21" y="59"/>
                    <a:pt x="25" y="57"/>
                    <a:pt x="28" y="54"/>
                  </a:cubicBezTo>
                  <a:cubicBezTo>
                    <a:pt x="32" y="52"/>
                    <a:pt x="34" y="49"/>
                    <a:pt x="34" y="47"/>
                  </a:cubicBezTo>
                  <a:cubicBezTo>
                    <a:pt x="34" y="46"/>
                    <a:pt x="34" y="46"/>
                    <a:pt x="33" y="45"/>
                  </a:cubicBezTo>
                  <a:cubicBezTo>
                    <a:pt x="33" y="45"/>
                    <a:pt x="32" y="44"/>
                    <a:pt x="31" y="44"/>
                  </a:cubicBezTo>
                  <a:cubicBezTo>
                    <a:pt x="30" y="44"/>
                    <a:pt x="29" y="45"/>
                    <a:pt x="28" y="46"/>
                  </a:cubicBezTo>
                  <a:cubicBezTo>
                    <a:pt x="26" y="48"/>
                    <a:pt x="24" y="49"/>
                    <a:pt x="23" y="50"/>
                  </a:cubicBezTo>
                  <a:cubicBezTo>
                    <a:pt x="21" y="50"/>
                    <a:pt x="20" y="50"/>
                    <a:pt x="18" y="50"/>
                  </a:cubicBezTo>
                  <a:cubicBezTo>
                    <a:pt x="17" y="50"/>
                    <a:pt x="17" y="50"/>
                    <a:pt x="16" y="49"/>
                  </a:cubicBezTo>
                  <a:cubicBezTo>
                    <a:pt x="16" y="48"/>
                    <a:pt x="15" y="47"/>
                    <a:pt x="15" y="45"/>
                  </a:cubicBezTo>
                  <a:cubicBezTo>
                    <a:pt x="15" y="43"/>
                    <a:pt x="16" y="40"/>
                    <a:pt x="17" y="34"/>
                  </a:cubicBezTo>
                  <a:cubicBezTo>
                    <a:pt x="19" y="28"/>
                    <a:pt x="19" y="25"/>
                    <a:pt x="20" y="25"/>
                  </a:cubicBezTo>
                  <a:cubicBezTo>
                    <a:pt x="33" y="23"/>
                    <a:pt x="33" y="23"/>
                    <a:pt x="33" y="23"/>
                  </a:cubicBezTo>
                  <a:cubicBezTo>
                    <a:pt x="37" y="22"/>
                    <a:pt x="39" y="21"/>
                    <a:pt x="39" y="18"/>
                  </a:cubicBezTo>
                  <a:cubicBezTo>
                    <a:pt x="39" y="17"/>
                    <a:pt x="39" y="16"/>
                    <a:pt x="38" y="16"/>
                  </a:cubicBezTo>
                  <a:cubicBezTo>
                    <a:pt x="38" y="16"/>
                    <a:pt x="37" y="15"/>
                    <a:pt x="36"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72"/>
            <p:cNvSpPr>
              <a:spLocks/>
            </p:cNvSpPr>
            <p:nvPr/>
          </p:nvSpPr>
          <p:spPr bwMode="auto">
            <a:xfrm>
              <a:off x="8027988" y="5656263"/>
              <a:ext cx="22225" cy="22225"/>
            </a:xfrm>
            <a:custGeom>
              <a:avLst/>
              <a:gdLst>
                <a:gd name="T0" fmla="*/ 11 w 13"/>
                <a:gd name="T1" fmla="*/ 2 h 13"/>
                <a:gd name="T2" fmla="*/ 7 w 13"/>
                <a:gd name="T3" fmla="*/ 0 h 13"/>
                <a:gd name="T4" fmla="*/ 2 w 13"/>
                <a:gd name="T5" fmla="*/ 2 h 13"/>
                <a:gd name="T6" fmla="*/ 0 w 13"/>
                <a:gd name="T7" fmla="*/ 7 h 13"/>
                <a:gd name="T8" fmla="*/ 2 w 13"/>
                <a:gd name="T9" fmla="*/ 11 h 13"/>
                <a:gd name="T10" fmla="*/ 6 w 13"/>
                <a:gd name="T11" fmla="*/ 13 h 13"/>
                <a:gd name="T12" fmla="*/ 10 w 13"/>
                <a:gd name="T13" fmla="*/ 10 h 13"/>
                <a:gd name="T14" fmla="*/ 13 w 13"/>
                <a:gd name="T15" fmla="*/ 6 h 13"/>
                <a:gd name="T16" fmla="*/ 11 w 13"/>
                <a:gd name="T17"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3">
                  <a:moveTo>
                    <a:pt x="11" y="2"/>
                  </a:moveTo>
                  <a:cubicBezTo>
                    <a:pt x="10" y="1"/>
                    <a:pt x="9" y="0"/>
                    <a:pt x="7" y="0"/>
                  </a:cubicBezTo>
                  <a:cubicBezTo>
                    <a:pt x="5" y="0"/>
                    <a:pt x="3" y="1"/>
                    <a:pt x="2" y="2"/>
                  </a:cubicBezTo>
                  <a:cubicBezTo>
                    <a:pt x="1" y="3"/>
                    <a:pt x="0" y="5"/>
                    <a:pt x="0" y="7"/>
                  </a:cubicBezTo>
                  <a:cubicBezTo>
                    <a:pt x="0" y="8"/>
                    <a:pt x="1" y="9"/>
                    <a:pt x="2" y="11"/>
                  </a:cubicBezTo>
                  <a:cubicBezTo>
                    <a:pt x="3" y="12"/>
                    <a:pt x="5" y="13"/>
                    <a:pt x="6" y="13"/>
                  </a:cubicBezTo>
                  <a:cubicBezTo>
                    <a:pt x="7" y="13"/>
                    <a:pt x="9" y="12"/>
                    <a:pt x="10" y="10"/>
                  </a:cubicBezTo>
                  <a:cubicBezTo>
                    <a:pt x="12" y="9"/>
                    <a:pt x="13" y="7"/>
                    <a:pt x="13" y="6"/>
                  </a:cubicBezTo>
                  <a:cubicBezTo>
                    <a:pt x="13" y="4"/>
                    <a:pt x="12" y="3"/>
                    <a:pt x="1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73"/>
            <p:cNvSpPr>
              <a:spLocks/>
            </p:cNvSpPr>
            <p:nvPr/>
          </p:nvSpPr>
          <p:spPr bwMode="auto">
            <a:xfrm>
              <a:off x="8012113" y="5695950"/>
              <a:ext cx="25400" cy="76200"/>
            </a:xfrm>
            <a:custGeom>
              <a:avLst/>
              <a:gdLst>
                <a:gd name="T0" fmla="*/ 9 w 15"/>
                <a:gd name="T1" fmla="*/ 0 h 43"/>
                <a:gd name="T2" fmla="*/ 5 w 15"/>
                <a:gd name="T3" fmla="*/ 2 h 43"/>
                <a:gd name="T4" fmla="*/ 4 w 15"/>
                <a:gd name="T5" fmla="*/ 7 h 43"/>
                <a:gd name="T6" fmla="*/ 3 w 15"/>
                <a:gd name="T7" fmla="*/ 15 h 43"/>
                <a:gd name="T8" fmla="*/ 3 w 15"/>
                <a:gd name="T9" fmla="*/ 15 h 43"/>
                <a:gd name="T10" fmla="*/ 2 w 15"/>
                <a:gd name="T11" fmla="*/ 19 h 43"/>
                <a:gd name="T12" fmla="*/ 0 w 15"/>
                <a:gd name="T13" fmla="*/ 35 h 43"/>
                <a:gd name="T14" fmla="*/ 6 w 15"/>
                <a:gd name="T15" fmla="*/ 43 h 43"/>
                <a:gd name="T16" fmla="*/ 9 w 15"/>
                <a:gd name="T17" fmla="*/ 42 h 43"/>
                <a:gd name="T18" fmla="*/ 11 w 15"/>
                <a:gd name="T19" fmla="*/ 39 h 43"/>
                <a:gd name="T20" fmla="*/ 11 w 15"/>
                <a:gd name="T21" fmla="*/ 38 h 43"/>
                <a:gd name="T22" fmla="*/ 10 w 15"/>
                <a:gd name="T23" fmla="*/ 32 h 43"/>
                <a:gd name="T24" fmla="*/ 10 w 15"/>
                <a:gd name="T25" fmla="*/ 24 h 43"/>
                <a:gd name="T26" fmla="*/ 13 w 15"/>
                <a:gd name="T27" fmla="*/ 11 h 43"/>
                <a:gd name="T28" fmla="*/ 13 w 15"/>
                <a:gd name="T29" fmla="*/ 11 h 43"/>
                <a:gd name="T30" fmla="*/ 15 w 15"/>
                <a:gd name="T31" fmla="*/ 4 h 43"/>
                <a:gd name="T32" fmla="*/ 13 w 15"/>
                <a:gd name="T33" fmla="*/ 1 h 43"/>
                <a:gd name="T34" fmla="*/ 9 w 15"/>
                <a:gd name="T35"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43">
                  <a:moveTo>
                    <a:pt x="9" y="0"/>
                  </a:moveTo>
                  <a:cubicBezTo>
                    <a:pt x="8" y="0"/>
                    <a:pt x="6" y="1"/>
                    <a:pt x="5" y="2"/>
                  </a:cubicBezTo>
                  <a:cubicBezTo>
                    <a:pt x="5" y="3"/>
                    <a:pt x="4" y="5"/>
                    <a:pt x="4" y="7"/>
                  </a:cubicBezTo>
                  <a:cubicBezTo>
                    <a:pt x="4" y="7"/>
                    <a:pt x="4" y="10"/>
                    <a:pt x="3" y="15"/>
                  </a:cubicBezTo>
                  <a:cubicBezTo>
                    <a:pt x="3" y="15"/>
                    <a:pt x="3" y="15"/>
                    <a:pt x="3" y="15"/>
                  </a:cubicBezTo>
                  <a:cubicBezTo>
                    <a:pt x="3" y="16"/>
                    <a:pt x="2" y="18"/>
                    <a:pt x="2" y="19"/>
                  </a:cubicBezTo>
                  <a:cubicBezTo>
                    <a:pt x="1" y="25"/>
                    <a:pt x="0" y="31"/>
                    <a:pt x="0" y="35"/>
                  </a:cubicBezTo>
                  <a:cubicBezTo>
                    <a:pt x="0" y="41"/>
                    <a:pt x="2" y="43"/>
                    <a:pt x="6" y="43"/>
                  </a:cubicBezTo>
                  <a:cubicBezTo>
                    <a:pt x="7" y="43"/>
                    <a:pt x="8" y="43"/>
                    <a:pt x="9" y="42"/>
                  </a:cubicBezTo>
                  <a:cubicBezTo>
                    <a:pt x="10" y="41"/>
                    <a:pt x="11" y="40"/>
                    <a:pt x="11" y="39"/>
                  </a:cubicBezTo>
                  <a:cubicBezTo>
                    <a:pt x="11" y="39"/>
                    <a:pt x="11" y="39"/>
                    <a:pt x="11" y="38"/>
                  </a:cubicBezTo>
                  <a:cubicBezTo>
                    <a:pt x="10" y="35"/>
                    <a:pt x="10" y="33"/>
                    <a:pt x="10" y="32"/>
                  </a:cubicBezTo>
                  <a:cubicBezTo>
                    <a:pt x="10" y="30"/>
                    <a:pt x="10" y="27"/>
                    <a:pt x="10" y="24"/>
                  </a:cubicBezTo>
                  <a:cubicBezTo>
                    <a:pt x="11" y="21"/>
                    <a:pt x="12" y="16"/>
                    <a:pt x="13" y="11"/>
                  </a:cubicBezTo>
                  <a:cubicBezTo>
                    <a:pt x="13" y="11"/>
                    <a:pt x="13" y="11"/>
                    <a:pt x="13" y="11"/>
                  </a:cubicBezTo>
                  <a:cubicBezTo>
                    <a:pt x="14" y="7"/>
                    <a:pt x="15" y="5"/>
                    <a:pt x="15" y="4"/>
                  </a:cubicBezTo>
                  <a:cubicBezTo>
                    <a:pt x="15" y="3"/>
                    <a:pt x="14" y="2"/>
                    <a:pt x="13" y="1"/>
                  </a:cubicBezTo>
                  <a:cubicBezTo>
                    <a:pt x="12" y="0"/>
                    <a:pt x="11"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74"/>
            <p:cNvSpPr>
              <a:spLocks/>
            </p:cNvSpPr>
            <p:nvPr/>
          </p:nvSpPr>
          <p:spPr bwMode="auto">
            <a:xfrm>
              <a:off x="8048625" y="5692775"/>
              <a:ext cx="77788" cy="80963"/>
            </a:xfrm>
            <a:custGeom>
              <a:avLst/>
              <a:gdLst>
                <a:gd name="T0" fmla="*/ 41 w 45"/>
                <a:gd name="T1" fmla="*/ 0 h 46"/>
                <a:gd name="T2" fmla="*/ 37 w 45"/>
                <a:gd name="T3" fmla="*/ 1 h 46"/>
                <a:gd name="T4" fmla="*/ 32 w 45"/>
                <a:gd name="T5" fmla="*/ 7 h 46"/>
                <a:gd name="T6" fmla="*/ 23 w 45"/>
                <a:gd name="T7" fmla="*/ 19 h 46"/>
                <a:gd name="T8" fmla="*/ 18 w 45"/>
                <a:gd name="T9" fmla="*/ 29 h 46"/>
                <a:gd name="T10" fmla="*/ 16 w 45"/>
                <a:gd name="T11" fmla="*/ 32 h 46"/>
                <a:gd name="T12" fmla="*/ 15 w 45"/>
                <a:gd name="T13" fmla="*/ 29 h 46"/>
                <a:gd name="T14" fmla="*/ 14 w 45"/>
                <a:gd name="T15" fmla="*/ 25 h 46"/>
                <a:gd name="T16" fmla="*/ 12 w 45"/>
                <a:gd name="T17" fmla="*/ 18 h 46"/>
                <a:gd name="T18" fmla="*/ 10 w 45"/>
                <a:gd name="T19" fmla="*/ 12 h 46"/>
                <a:gd name="T20" fmla="*/ 10 w 45"/>
                <a:gd name="T21" fmla="*/ 7 h 46"/>
                <a:gd name="T22" fmla="*/ 5 w 45"/>
                <a:gd name="T23" fmla="*/ 1 h 46"/>
                <a:gd name="T24" fmla="*/ 0 w 45"/>
                <a:gd name="T25" fmla="*/ 7 h 46"/>
                <a:gd name="T26" fmla="*/ 6 w 45"/>
                <a:gd name="T27" fmla="*/ 32 h 46"/>
                <a:gd name="T28" fmla="*/ 10 w 45"/>
                <a:gd name="T29" fmla="*/ 43 h 46"/>
                <a:gd name="T30" fmla="*/ 15 w 45"/>
                <a:gd name="T31" fmla="*/ 46 h 46"/>
                <a:gd name="T32" fmla="*/ 21 w 45"/>
                <a:gd name="T33" fmla="*/ 39 h 46"/>
                <a:gd name="T34" fmla="*/ 33 w 45"/>
                <a:gd name="T35" fmla="*/ 19 h 46"/>
                <a:gd name="T36" fmla="*/ 42 w 45"/>
                <a:gd name="T37" fmla="*/ 9 h 46"/>
                <a:gd name="T38" fmla="*/ 45 w 45"/>
                <a:gd name="T39" fmla="*/ 5 h 46"/>
                <a:gd name="T40" fmla="*/ 44 w 45"/>
                <a:gd name="T41" fmla="*/ 2 h 46"/>
                <a:gd name="T42" fmla="*/ 41 w 45"/>
                <a:gd name="T43"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5" h="46">
                  <a:moveTo>
                    <a:pt x="41" y="0"/>
                  </a:moveTo>
                  <a:cubicBezTo>
                    <a:pt x="39" y="0"/>
                    <a:pt x="38" y="1"/>
                    <a:pt x="37" y="1"/>
                  </a:cubicBezTo>
                  <a:cubicBezTo>
                    <a:pt x="36" y="2"/>
                    <a:pt x="34" y="4"/>
                    <a:pt x="32" y="7"/>
                  </a:cubicBezTo>
                  <a:cubicBezTo>
                    <a:pt x="29" y="10"/>
                    <a:pt x="26" y="14"/>
                    <a:pt x="23" y="19"/>
                  </a:cubicBezTo>
                  <a:cubicBezTo>
                    <a:pt x="20" y="24"/>
                    <a:pt x="18" y="28"/>
                    <a:pt x="18" y="29"/>
                  </a:cubicBezTo>
                  <a:cubicBezTo>
                    <a:pt x="17" y="30"/>
                    <a:pt x="16" y="32"/>
                    <a:pt x="16" y="32"/>
                  </a:cubicBezTo>
                  <a:cubicBezTo>
                    <a:pt x="16" y="31"/>
                    <a:pt x="15" y="31"/>
                    <a:pt x="15" y="29"/>
                  </a:cubicBezTo>
                  <a:cubicBezTo>
                    <a:pt x="15" y="28"/>
                    <a:pt x="14" y="26"/>
                    <a:pt x="14" y="25"/>
                  </a:cubicBezTo>
                  <a:cubicBezTo>
                    <a:pt x="13" y="23"/>
                    <a:pt x="12" y="21"/>
                    <a:pt x="12" y="18"/>
                  </a:cubicBezTo>
                  <a:cubicBezTo>
                    <a:pt x="11" y="15"/>
                    <a:pt x="10" y="13"/>
                    <a:pt x="10" y="12"/>
                  </a:cubicBezTo>
                  <a:cubicBezTo>
                    <a:pt x="10" y="11"/>
                    <a:pt x="10" y="9"/>
                    <a:pt x="10" y="7"/>
                  </a:cubicBezTo>
                  <a:cubicBezTo>
                    <a:pt x="10" y="3"/>
                    <a:pt x="9" y="1"/>
                    <a:pt x="5" y="1"/>
                  </a:cubicBezTo>
                  <a:cubicBezTo>
                    <a:pt x="2" y="1"/>
                    <a:pt x="0" y="3"/>
                    <a:pt x="0" y="7"/>
                  </a:cubicBezTo>
                  <a:cubicBezTo>
                    <a:pt x="0" y="12"/>
                    <a:pt x="2" y="20"/>
                    <a:pt x="6" y="32"/>
                  </a:cubicBezTo>
                  <a:cubicBezTo>
                    <a:pt x="9" y="37"/>
                    <a:pt x="10" y="41"/>
                    <a:pt x="10" y="43"/>
                  </a:cubicBezTo>
                  <a:cubicBezTo>
                    <a:pt x="11" y="45"/>
                    <a:pt x="13" y="46"/>
                    <a:pt x="15" y="46"/>
                  </a:cubicBezTo>
                  <a:cubicBezTo>
                    <a:pt x="17" y="46"/>
                    <a:pt x="19" y="44"/>
                    <a:pt x="21" y="39"/>
                  </a:cubicBezTo>
                  <a:cubicBezTo>
                    <a:pt x="26" y="31"/>
                    <a:pt x="30" y="25"/>
                    <a:pt x="33" y="19"/>
                  </a:cubicBezTo>
                  <a:cubicBezTo>
                    <a:pt x="37" y="14"/>
                    <a:pt x="40" y="11"/>
                    <a:pt x="42" y="9"/>
                  </a:cubicBezTo>
                  <a:cubicBezTo>
                    <a:pt x="44" y="8"/>
                    <a:pt x="45" y="6"/>
                    <a:pt x="45" y="5"/>
                  </a:cubicBezTo>
                  <a:cubicBezTo>
                    <a:pt x="45" y="4"/>
                    <a:pt x="45" y="2"/>
                    <a:pt x="44" y="2"/>
                  </a:cubicBezTo>
                  <a:cubicBezTo>
                    <a:pt x="43" y="1"/>
                    <a:pt x="42" y="0"/>
                    <a:pt x="4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75"/>
            <p:cNvSpPr>
              <a:spLocks/>
            </p:cNvSpPr>
            <p:nvPr/>
          </p:nvSpPr>
          <p:spPr bwMode="auto">
            <a:xfrm>
              <a:off x="8129588" y="5695950"/>
              <a:ext cx="25400" cy="76200"/>
            </a:xfrm>
            <a:custGeom>
              <a:avLst/>
              <a:gdLst>
                <a:gd name="T0" fmla="*/ 9 w 15"/>
                <a:gd name="T1" fmla="*/ 0 h 43"/>
                <a:gd name="T2" fmla="*/ 6 w 15"/>
                <a:gd name="T3" fmla="*/ 2 h 43"/>
                <a:gd name="T4" fmla="*/ 4 w 15"/>
                <a:gd name="T5" fmla="*/ 7 h 43"/>
                <a:gd name="T6" fmla="*/ 3 w 15"/>
                <a:gd name="T7" fmla="*/ 15 h 43"/>
                <a:gd name="T8" fmla="*/ 3 w 15"/>
                <a:gd name="T9" fmla="*/ 15 h 43"/>
                <a:gd name="T10" fmla="*/ 2 w 15"/>
                <a:gd name="T11" fmla="*/ 19 h 43"/>
                <a:gd name="T12" fmla="*/ 0 w 15"/>
                <a:gd name="T13" fmla="*/ 35 h 43"/>
                <a:gd name="T14" fmla="*/ 6 w 15"/>
                <a:gd name="T15" fmla="*/ 43 h 43"/>
                <a:gd name="T16" fmla="*/ 9 w 15"/>
                <a:gd name="T17" fmla="*/ 42 h 43"/>
                <a:gd name="T18" fmla="*/ 11 w 15"/>
                <a:gd name="T19" fmla="*/ 39 h 43"/>
                <a:gd name="T20" fmla="*/ 11 w 15"/>
                <a:gd name="T21" fmla="*/ 38 h 43"/>
                <a:gd name="T22" fmla="*/ 10 w 15"/>
                <a:gd name="T23" fmla="*/ 32 h 43"/>
                <a:gd name="T24" fmla="*/ 11 w 15"/>
                <a:gd name="T25" fmla="*/ 24 h 43"/>
                <a:gd name="T26" fmla="*/ 13 w 15"/>
                <a:gd name="T27" fmla="*/ 11 h 43"/>
                <a:gd name="T28" fmla="*/ 13 w 15"/>
                <a:gd name="T29" fmla="*/ 11 h 43"/>
                <a:gd name="T30" fmla="*/ 15 w 15"/>
                <a:gd name="T31" fmla="*/ 4 h 43"/>
                <a:gd name="T32" fmla="*/ 13 w 15"/>
                <a:gd name="T33" fmla="*/ 1 h 43"/>
                <a:gd name="T34" fmla="*/ 9 w 15"/>
                <a:gd name="T35"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43">
                  <a:moveTo>
                    <a:pt x="9" y="0"/>
                  </a:moveTo>
                  <a:cubicBezTo>
                    <a:pt x="8" y="0"/>
                    <a:pt x="6" y="1"/>
                    <a:pt x="6" y="2"/>
                  </a:cubicBezTo>
                  <a:cubicBezTo>
                    <a:pt x="5" y="3"/>
                    <a:pt x="4" y="5"/>
                    <a:pt x="4" y="7"/>
                  </a:cubicBezTo>
                  <a:cubicBezTo>
                    <a:pt x="4" y="7"/>
                    <a:pt x="4" y="10"/>
                    <a:pt x="3" y="15"/>
                  </a:cubicBezTo>
                  <a:cubicBezTo>
                    <a:pt x="3" y="15"/>
                    <a:pt x="3" y="15"/>
                    <a:pt x="3" y="15"/>
                  </a:cubicBezTo>
                  <a:cubicBezTo>
                    <a:pt x="3" y="16"/>
                    <a:pt x="3" y="18"/>
                    <a:pt x="2" y="19"/>
                  </a:cubicBezTo>
                  <a:cubicBezTo>
                    <a:pt x="1" y="25"/>
                    <a:pt x="0" y="31"/>
                    <a:pt x="0" y="35"/>
                  </a:cubicBezTo>
                  <a:cubicBezTo>
                    <a:pt x="0" y="41"/>
                    <a:pt x="2" y="43"/>
                    <a:pt x="6" y="43"/>
                  </a:cubicBezTo>
                  <a:cubicBezTo>
                    <a:pt x="7" y="43"/>
                    <a:pt x="8" y="43"/>
                    <a:pt x="9" y="42"/>
                  </a:cubicBezTo>
                  <a:cubicBezTo>
                    <a:pt x="11" y="41"/>
                    <a:pt x="11" y="40"/>
                    <a:pt x="11" y="39"/>
                  </a:cubicBezTo>
                  <a:cubicBezTo>
                    <a:pt x="11" y="39"/>
                    <a:pt x="11" y="39"/>
                    <a:pt x="11" y="38"/>
                  </a:cubicBezTo>
                  <a:cubicBezTo>
                    <a:pt x="10" y="35"/>
                    <a:pt x="10" y="33"/>
                    <a:pt x="10" y="32"/>
                  </a:cubicBezTo>
                  <a:cubicBezTo>
                    <a:pt x="10" y="30"/>
                    <a:pt x="10" y="27"/>
                    <a:pt x="11" y="24"/>
                  </a:cubicBezTo>
                  <a:cubicBezTo>
                    <a:pt x="11" y="21"/>
                    <a:pt x="12" y="16"/>
                    <a:pt x="13" y="11"/>
                  </a:cubicBezTo>
                  <a:cubicBezTo>
                    <a:pt x="13" y="11"/>
                    <a:pt x="13" y="11"/>
                    <a:pt x="13" y="11"/>
                  </a:cubicBezTo>
                  <a:cubicBezTo>
                    <a:pt x="14" y="7"/>
                    <a:pt x="15" y="5"/>
                    <a:pt x="15" y="4"/>
                  </a:cubicBezTo>
                  <a:cubicBezTo>
                    <a:pt x="15" y="3"/>
                    <a:pt x="14" y="2"/>
                    <a:pt x="13" y="1"/>
                  </a:cubicBezTo>
                  <a:cubicBezTo>
                    <a:pt x="12" y="0"/>
                    <a:pt x="11"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76"/>
            <p:cNvSpPr>
              <a:spLocks/>
            </p:cNvSpPr>
            <p:nvPr/>
          </p:nvSpPr>
          <p:spPr bwMode="auto">
            <a:xfrm>
              <a:off x="8143875" y="5656263"/>
              <a:ext cx="23813" cy="22225"/>
            </a:xfrm>
            <a:custGeom>
              <a:avLst/>
              <a:gdLst>
                <a:gd name="T0" fmla="*/ 13 w 13"/>
                <a:gd name="T1" fmla="*/ 6 h 13"/>
                <a:gd name="T2" fmla="*/ 11 w 13"/>
                <a:gd name="T3" fmla="*/ 2 h 13"/>
                <a:gd name="T4" fmla="*/ 7 w 13"/>
                <a:gd name="T5" fmla="*/ 0 h 13"/>
                <a:gd name="T6" fmla="*/ 2 w 13"/>
                <a:gd name="T7" fmla="*/ 2 h 13"/>
                <a:gd name="T8" fmla="*/ 0 w 13"/>
                <a:gd name="T9" fmla="*/ 7 h 13"/>
                <a:gd name="T10" fmla="*/ 2 w 13"/>
                <a:gd name="T11" fmla="*/ 11 h 13"/>
                <a:gd name="T12" fmla="*/ 6 w 13"/>
                <a:gd name="T13" fmla="*/ 13 h 13"/>
                <a:gd name="T14" fmla="*/ 11 w 13"/>
                <a:gd name="T15" fmla="*/ 10 h 13"/>
                <a:gd name="T16" fmla="*/ 13 w 13"/>
                <a:gd name="T17"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3">
                  <a:moveTo>
                    <a:pt x="13" y="6"/>
                  </a:moveTo>
                  <a:cubicBezTo>
                    <a:pt x="13" y="4"/>
                    <a:pt x="13" y="3"/>
                    <a:pt x="11" y="2"/>
                  </a:cubicBezTo>
                  <a:cubicBezTo>
                    <a:pt x="10" y="1"/>
                    <a:pt x="9" y="0"/>
                    <a:pt x="7" y="0"/>
                  </a:cubicBezTo>
                  <a:cubicBezTo>
                    <a:pt x="5" y="0"/>
                    <a:pt x="3" y="1"/>
                    <a:pt x="2" y="2"/>
                  </a:cubicBezTo>
                  <a:cubicBezTo>
                    <a:pt x="1" y="3"/>
                    <a:pt x="0" y="5"/>
                    <a:pt x="0" y="7"/>
                  </a:cubicBezTo>
                  <a:cubicBezTo>
                    <a:pt x="0" y="8"/>
                    <a:pt x="1" y="9"/>
                    <a:pt x="2" y="11"/>
                  </a:cubicBezTo>
                  <a:cubicBezTo>
                    <a:pt x="3" y="12"/>
                    <a:pt x="5" y="13"/>
                    <a:pt x="6" y="13"/>
                  </a:cubicBezTo>
                  <a:cubicBezTo>
                    <a:pt x="7" y="13"/>
                    <a:pt x="9" y="12"/>
                    <a:pt x="11" y="10"/>
                  </a:cubicBezTo>
                  <a:cubicBezTo>
                    <a:pt x="12" y="9"/>
                    <a:pt x="13" y="7"/>
                    <a:pt x="1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77"/>
            <p:cNvSpPr>
              <a:spLocks/>
            </p:cNvSpPr>
            <p:nvPr/>
          </p:nvSpPr>
          <p:spPr bwMode="auto">
            <a:xfrm>
              <a:off x="8164513" y="5667375"/>
              <a:ext cx="68263" cy="104775"/>
            </a:xfrm>
            <a:custGeom>
              <a:avLst/>
              <a:gdLst>
                <a:gd name="T0" fmla="*/ 31 w 39"/>
                <a:gd name="T1" fmla="*/ 44 h 59"/>
                <a:gd name="T2" fmla="*/ 28 w 39"/>
                <a:gd name="T3" fmla="*/ 46 h 59"/>
                <a:gd name="T4" fmla="*/ 23 w 39"/>
                <a:gd name="T5" fmla="*/ 50 h 59"/>
                <a:gd name="T6" fmla="*/ 18 w 39"/>
                <a:gd name="T7" fmla="*/ 50 h 59"/>
                <a:gd name="T8" fmla="*/ 16 w 39"/>
                <a:gd name="T9" fmla="*/ 49 h 59"/>
                <a:gd name="T10" fmla="*/ 15 w 39"/>
                <a:gd name="T11" fmla="*/ 45 h 59"/>
                <a:gd name="T12" fmla="*/ 17 w 39"/>
                <a:gd name="T13" fmla="*/ 34 h 59"/>
                <a:gd name="T14" fmla="*/ 20 w 39"/>
                <a:gd name="T15" fmla="*/ 25 h 59"/>
                <a:gd name="T16" fmla="*/ 33 w 39"/>
                <a:gd name="T17" fmla="*/ 23 h 59"/>
                <a:gd name="T18" fmla="*/ 39 w 39"/>
                <a:gd name="T19" fmla="*/ 18 h 59"/>
                <a:gd name="T20" fmla="*/ 38 w 39"/>
                <a:gd name="T21" fmla="*/ 16 h 59"/>
                <a:gd name="T22" fmla="*/ 36 w 39"/>
                <a:gd name="T23" fmla="*/ 15 h 59"/>
                <a:gd name="T24" fmla="*/ 22 w 39"/>
                <a:gd name="T25" fmla="*/ 17 h 59"/>
                <a:gd name="T26" fmla="*/ 25 w 39"/>
                <a:gd name="T27" fmla="*/ 4 h 59"/>
                <a:gd name="T28" fmla="*/ 24 w 39"/>
                <a:gd name="T29" fmla="*/ 1 h 59"/>
                <a:gd name="T30" fmla="*/ 21 w 39"/>
                <a:gd name="T31" fmla="*/ 0 h 59"/>
                <a:gd name="T32" fmla="*/ 16 w 39"/>
                <a:gd name="T33" fmla="*/ 5 h 59"/>
                <a:gd name="T34" fmla="*/ 12 w 39"/>
                <a:gd name="T35" fmla="*/ 17 h 59"/>
                <a:gd name="T36" fmla="*/ 4 w 39"/>
                <a:gd name="T37" fmla="*/ 18 h 59"/>
                <a:gd name="T38" fmla="*/ 0 w 39"/>
                <a:gd name="T39" fmla="*/ 21 h 59"/>
                <a:gd name="T40" fmla="*/ 2 w 39"/>
                <a:gd name="T41" fmla="*/ 25 h 59"/>
                <a:gd name="T42" fmla="*/ 6 w 39"/>
                <a:gd name="T43" fmla="*/ 26 h 59"/>
                <a:gd name="T44" fmla="*/ 6 w 39"/>
                <a:gd name="T45" fmla="*/ 26 h 59"/>
                <a:gd name="T46" fmla="*/ 10 w 39"/>
                <a:gd name="T47" fmla="*/ 26 h 59"/>
                <a:gd name="T48" fmla="*/ 6 w 39"/>
                <a:gd name="T49" fmla="*/ 47 h 59"/>
                <a:gd name="T50" fmla="*/ 9 w 39"/>
                <a:gd name="T51" fmla="*/ 56 h 59"/>
                <a:gd name="T52" fmla="*/ 17 w 39"/>
                <a:gd name="T53" fmla="*/ 59 h 59"/>
                <a:gd name="T54" fmla="*/ 28 w 39"/>
                <a:gd name="T55" fmla="*/ 54 h 59"/>
                <a:gd name="T56" fmla="*/ 34 w 39"/>
                <a:gd name="T57" fmla="*/ 47 h 59"/>
                <a:gd name="T58" fmla="*/ 33 w 39"/>
                <a:gd name="T59" fmla="*/ 45 h 59"/>
                <a:gd name="T60" fmla="*/ 31 w 39"/>
                <a:gd name="T61" fmla="*/ 4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9" h="59">
                  <a:moveTo>
                    <a:pt x="31" y="44"/>
                  </a:moveTo>
                  <a:cubicBezTo>
                    <a:pt x="31" y="44"/>
                    <a:pt x="29" y="45"/>
                    <a:pt x="28" y="46"/>
                  </a:cubicBezTo>
                  <a:cubicBezTo>
                    <a:pt x="26" y="48"/>
                    <a:pt x="24" y="49"/>
                    <a:pt x="23" y="50"/>
                  </a:cubicBezTo>
                  <a:cubicBezTo>
                    <a:pt x="21" y="50"/>
                    <a:pt x="20" y="50"/>
                    <a:pt x="18" y="50"/>
                  </a:cubicBezTo>
                  <a:cubicBezTo>
                    <a:pt x="17" y="50"/>
                    <a:pt x="17" y="50"/>
                    <a:pt x="16" y="49"/>
                  </a:cubicBezTo>
                  <a:cubicBezTo>
                    <a:pt x="16" y="48"/>
                    <a:pt x="15" y="47"/>
                    <a:pt x="15" y="45"/>
                  </a:cubicBezTo>
                  <a:cubicBezTo>
                    <a:pt x="15" y="43"/>
                    <a:pt x="16" y="40"/>
                    <a:pt x="17" y="34"/>
                  </a:cubicBezTo>
                  <a:cubicBezTo>
                    <a:pt x="19" y="28"/>
                    <a:pt x="19" y="25"/>
                    <a:pt x="20" y="25"/>
                  </a:cubicBezTo>
                  <a:cubicBezTo>
                    <a:pt x="33" y="23"/>
                    <a:pt x="33" y="23"/>
                    <a:pt x="33" y="23"/>
                  </a:cubicBezTo>
                  <a:cubicBezTo>
                    <a:pt x="37" y="22"/>
                    <a:pt x="39" y="21"/>
                    <a:pt x="39" y="18"/>
                  </a:cubicBezTo>
                  <a:cubicBezTo>
                    <a:pt x="39" y="17"/>
                    <a:pt x="39" y="16"/>
                    <a:pt x="38" y="16"/>
                  </a:cubicBezTo>
                  <a:cubicBezTo>
                    <a:pt x="38" y="16"/>
                    <a:pt x="37" y="15"/>
                    <a:pt x="36" y="15"/>
                  </a:cubicBezTo>
                  <a:cubicBezTo>
                    <a:pt x="35" y="15"/>
                    <a:pt x="30" y="16"/>
                    <a:pt x="22" y="17"/>
                  </a:cubicBezTo>
                  <a:cubicBezTo>
                    <a:pt x="24" y="9"/>
                    <a:pt x="25" y="5"/>
                    <a:pt x="25" y="4"/>
                  </a:cubicBezTo>
                  <a:cubicBezTo>
                    <a:pt x="25" y="3"/>
                    <a:pt x="25" y="2"/>
                    <a:pt x="24" y="1"/>
                  </a:cubicBezTo>
                  <a:cubicBezTo>
                    <a:pt x="23" y="1"/>
                    <a:pt x="22" y="0"/>
                    <a:pt x="21" y="0"/>
                  </a:cubicBezTo>
                  <a:cubicBezTo>
                    <a:pt x="18" y="0"/>
                    <a:pt x="16" y="2"/>
                    <a:pt x="16" y="5"/>
                  </a:cubicBezTo>
                  <a:cubicBezTo>
                    <a:pt x="14" y="10"/>
                    <a:pt x="13" y="14"/>
                    <a:pt x="12" y="17"/>
                  </a:cubicBezTo>
                  <a:cubicBezTo>
                    <a:pt x="4" y="18"/>
                    <a:pt x="4" y="18"/>
                    <a:pt x="4" y="18"/>
                  </a:cubicBezTo>
                  <a:cubicBezTo>
                    <a:pt x="1" y="18"/>
                    <a:pt x="0" y="19"/>
                    <a:pt x="0" y="21"/>
                  </a:cubicBezTo>
                  <a:cubicBezTo>
                    <a:pt x="0" y="23"/>
                    <a:pt x="1" y="24"/>
                    <a:pt x="2" y="25"/>
                  </a:cubicBezTo>
                  <a:cubicBezTo>
                    <a:pt x="3" y="26"/>
                    <a:pt x="4" y="26"/>
                    <a:pt x="6" y="26"/>
                  </a:cubicBezTo>
                  <a:cubicBezTo>
                    <a:pt x="6" y="26"/>
                    <a:pt x="6" y="26"/>
                    <a:pt x="6" y="26"/>
                  </a:cubicBezTo>
                  <a:cubicBezTo>
                    <a:pt x="7" y="26"/>
                    <a:pt x="8" y="26"/>
                    <a:pt x="10" y="26"/>
                  </a:cubicBezTo>
                  <a:cubicBezTo>
                    <a:pt x="7" y="36"/>
                    <a:pt x="6" y="43"/>
                    <a:pt x="6" y="47"/>
                  </a:cubicBezTo>
                  <a:cubicBezTo>
                    <a:pt x="6" y="51"/>
                    <a:pt x="7" y="54"/>
                    <a:pt x="9" y="56"/>
                  </a:cubicBezTo>
                  <a:cubicBezTo>
                    <a:pt x="10" y="58"/>
                    <a:pt x="13" y="59"/>
                    <a:pt x="17" y="59"/>
                  </a:cubicBezTo>
                  <a:cubicBezTo>
                    <a:pt x="21" y="59"/>
                    <a:pt x="25" y="57"/>
                    <a:pt x="28" y="54"/>
                  </a:cubicBezTo>
                  <a:cubicBezTo>
                    <a:pt x="32" y="52"/>
                    <a:pt x="34" y="49"/>
                    <a:pt x="34" y="47"/>
                  </a:cubicBezTo>
                  <a:cubicBezTo>
                    <a:pt x="34" y="46"/>
                    <a:pt x="34" y="46"/>
                    <a:pt x="33" y="45"/>
                  </a:cubicBezTo>
                  <a:cubicBezTo>
                    <a:pt x="33" y="45"/>
                    <a:pt x="32" y="44"/>
                    <a:pt x="31"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78"/>
            <p:cNvSpPr>
              <a:spLocks/>
            </p:cNvSpPr>
            <p:nvPr/>
          </p:nvSpPr>
          <p:spPr bwMode="auto">
            <a:xfrm>
              <a:off x="8228013" y="5694363"/>
              <a:ext cx="76200" cy="117475"/>
            </a:xfrm>
            <a:custGeom>
              <a:avLst/>
              <a:gdLst>
                <a:gd name="T0" fmla="*/ 38 w 43"/>
                <a:gd name="T1" fmla="*/ 0 h 67"/>
                <a:gd name="T2" fmla="*/ 35 w 43"/>
                <a:gd name="T3" fmla="*/ 1 h 67"/>
                <a:gd name="T4" fmla="*/ 34 w 43"/>
                <a:gd name="T5" fmla="*/ 3 h 67"/>
                <a:gd name="T6" fmla="*/ 33 w 43"/>
                <a:gd name="T7" fmla="*/ 8 h 67"/>
                <a:gd name="T8" fmla="*/ 32 w 43"/>
                <a:gd name="T9" fmla="*/ 19 h 67"/>
                <a:gd name="T10" fmla="*/ 31 w 43"/>
                <a:gd name="T11" fmla="*/ 22 h 67"/>
                <a:gd name="T12" fmla="*/ 26 w 43"/>
                <a:gd name="T13" fmla="*/ 27 h 67"/>
                <a:gd name="T14" fmla="*/ 20 w 43"/>
                <a:gd name="T15" fmla="*/ 31 h 67"/>
                <a:gd name="T16" fmla="*/ 15 w 43"/>
                <a:gd name="T17" fmla="*/ 32 h 67"/>
                <a:gd name="T18" fmla="*/ 13 w 43"/>
                <a:gd name="T19" fmla="*/ 30 h 67"/>
                <a:gd name="T20" fmla="*/ 13 w 43"/>
                <a:gd name="T21" fmla="*/ 26 h 67"/>
                <a:gd name="T22" fmla="*/ 16 w 43"/>
                <a:gd name="T23" fmla="*/ 13 h 67"/>
                <a:gd name="T24" fmla="*/ 19 w 43"/>
                <a:gd name="T25" fmla="*/ 7 h 67"/>
                <a:gd name="T26" fmla="*/ 18 w 43"/>
                <a:gd name="T27" fmla="*/ 3 h 67"/>
                <a:gd name="T28" fmla="*/ 15 w 43"/>
                <a:gd name="T29" fmla="*/ 1 h 67"/>
                <a:gd name="T30" fmla="*/ 10 w 43"/>
                <a:gd name="T31" fmla="*/ 4 h 67"/>
                <a:gd name="T32" fmla="*/ 6 w 43"/>
                <a:gd name="T33" fmla="*/ 15 h 67"/>
                <a:gd name="T34" fmla="*/ 4 w 43"/>
                <a:gd name="T35" fmla="*/ 29 h 67"/>
                <a:gd name="T36" fmla="*/ 6 w 43"/>
                <a:gd name="T37" fmla="*/ 37 h 67"/>
                <a:gd name="T38" fmla="*/ 13 w 43"/>
                <a:gd name="T39" fmla="*/ 40 h 67"/>
                <a:gd name="T40" fmla="*/ 32 w 43"/>
                <a:gd name="T41" fmla="*/ 31 h 67"/>
                <a:gd name="T42" fmla="*/ 27 w 43"/>
                <a:gd name="T43" fmla="*/ 50 h 67"/>
                <a:gd name="T44" fmla="*/ 20 w 43"/>
                <a:gd name="T45" fmla="*/ 58 h 67"/>
                <a:gd name="T46" fmla="*/ 5 w 43"/>
                <a:gd name="T47" fmla="*/ 52 h 67"/>
                <a:gd name="T48" fmla="*/ 3 w 43"/>
                <a:gd name="T49" fmla="*/ 51 h 67"/>
                <a:gd name="T50" fmla="*/ 1 w 43"/>
                <a:gd name="T51" fmla="*/ 52 h 67"/>
                <a:gd name="T52" fmla="*/ 0 w 43"/>
                <a:gd name="T53" fmla="*/ 55 h 67"/>
                <a:gd name="T54" fmla="*/ 3 w 43"/>
                <a:gd name="T55" fmla="*/ 60 h 67"/>
                <a:gd name="T56" fmla="*/ 10 w 43"/>
                <a:gd name="T57" fmla="*/ 65 h 67"/>
                <a:gd name="T58" fmla="*/ 10 w 43"/>
                <a:gd name="T59" fmla="*/ 65 h 67"/>
                <a:gd name="T60" fmla="*/ 20 w 43"/>
                <a:gd name="T61" fmla="*/ 67 h 67"/>
                <a:gd name="T62" fmla="*/ 29 w 43"/>
                <a:gd name="T63" fmla="*/ 64 h 67"/>
                <a:gd name="T64" fmla="*/ 35 w 43"/>
                <a:gd name="T65" fmla="*/ 54 h 67"/>
                <a:gd name="T66" fmla="*/ 40 w 43"/>
                <a:gd name="T67" fmla="*/ 38 h 67"/>
                <a:gd name="T68" fmla="*/ 42 w 43"/>
                <a:gd name="T69" fmla="*/ 19 h 67"/>
                <a:gd name="T70" fmla="*/ 43 w 43"/>
                <a:gd name="T71" fmla="*/ 6 h 67"/>
                <a:gd name="T72" fmla="*/ 42 w 43"/>
                <a:gd name="T73" fmla="*/ 1 h 67"/>
                <a:gd name="T74" fmla="*/ 38 w 43"/>
                <a:gd name="T75"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3" h="67">
                  <a:moveTo>
                    <a:pt x="38" y="0"/>
                  </a:moveTo>
                  <a:cubicBezTo>
                    <a:pt x="37" y="0"/>
                    <a:pt x="36" y="0"/>
                    <a:pt x="35" y="1"/>
                  </a:cubicBezTo>
                  <a:cubicBezTo>
                    <a:pt x="34" y="1"/>
                    <a:pt x="34" y="2"/>
                    <a:pt x="34" y="3"/>
                  </a:cubicBezTo>
                  <a:cubicBezTo>
                    <a:pt x="34" y="3"/>
                    <a:pt x="34" y="5"/>
                    <a:pt x="33" y="8"/>
                  </a:cubicBezTo>
                  <a:cubicBezTo>
                    <a:pt x="33" y="14"/>
                    <a:pt x="33" y="17"/>
                    <a:pt x="32" y="19"/>
                  </a:cubicBezTo>
                  <a:cubicBezTo>
                    <a:pt x="32" y="20"/>
                    <a:pt x="31" y="21"/>
                    <a:pt x="31" y="22"/>
                  </a:cubicBezTo>
                  <a:cubicBezTo>
                    <a:pt x="30" y="23"/>
                    <a:pt x="28" y="25"/>
                    <a:pt x="26" y="27"/>
                  </a:cubicBezTo>
                  <a:cubicBezTo>
                    <a:pt x="24" y="29"/>
                    <a:pt x="21" y="30"/>
                    <a:pt x="20" y="31"/>
                  </a:cubicBezTo>
                  <a:cubicBezTo>
                    <a:pt x="18" y="31"/>
                    <a:pt x="16" y="32"/>
                    <a:pt x="15" y="32"/>
                  </a:cubicBezTo>
                  <a:cubicBezTo>
                    <a:pt x="14" y="32"/>
                    <a:pt x="14" y="31"/>
                    <a:pt x="13" y="30"/>
                  </a:cubicBezTo>
                  <a:cubicBezTo>
                    <a:pt x="13" y="29"/>
                    <a:pt x="13" y="28"/>
                    <a:pt x="13" y="26"/>
                  </a:cubicBezTo>
                  <a:cubicBezTo>
                    <a:pt x="13" y="23"/>
                    <a:pt x="14" y="18"/>
                    <a:pt x="16" y="13"/>
                  </a:cubicBezTo>
                  <a:cubicBezTo>
                    <a:pt x="18" y="9"/>
                    <a:pt x="19" y="7"/>
                    <a:pt x="19" y="7"/>
                  </a:cubicBezTo>
                  <a:cubicBezTo>
                    <a:pt x="19" y="5"/>
                    <a:pt x="19" y="4"/>
                    <a:pt x="18" y="3"/>
                  </a:cubicBezTo>
                  <a:cubicBezTo>
                    <a:pt x="17" y="2"/>
                    <a:pt x="16" y="1"/>
                    <a:pt x="15" y="1"/>
                  </a:cubicBezTo>
                  <a:cubicBezTo>
                    <a:pt x="13" y="1"/>
                    <a:pt x="11" y="2"/>
                    <a:pt x="10" y="4"/>
                  </a:cubicBezTo>
                  <a:cubicBezTo>
                    <a:pt x="9" y="5"/>
                    <a:pt x="8" y="9"/>
                    <a:pt x="6" y="15"/>
                  </a:cubicBezTo>
                  <a:cubicBezTo>
                    <a:pt x="5" y="21"/>
                    <a:pt x="4" y="26"/>
                    <a:pt x="4" y="29"/>
                  </a:cubicBezTo>
                  <a:cubicBezTo>
                    <a:pt x="4" y="32"/>
                    <a:pt x="5" y="35"/>
                    <a:pt x="6" y="37"/>
                  </a:cubicBezTo>
                  <a:cubicBezTo>
                    <a:pt x="8" y="39"/>
                    <a:pt x="10" y="40"/>
                    <a:pt x="13" y="40"/>
                  </a:cubicBezTo>
                  <a:cubicBezTo>
                    <a:pt x="18" y="40"/>
                    <a:pt x="24" y="37"/>
                    <a:pt x="32" y="31"/>
                  </a:cubicBezTo>
                  <a:cubicBezTo>
                    <a:pt x="31" y="38"/>
                    <a:pt x="30" y="45"/>
                    <a:pt x="27" y="50"/>
                  </a:cubicBezTo>
                  <a:cubicBezTo>
                    <a:pt x="25" y="56"/>
                    <a:pt x="22" y="58"/>
                    <a:pt x="20" y="58"/>
                  </a:cubicBezTo>
                  <a:cubicBezTo>
                    <a:pt x="13" y="58"/>
                    <a:pt x="9" y="56"/>
                    <a:pt x="5" y="52"/>
                  </a:cubicBezTo>
                  <a:cubicBezTo>
                    <a:pt x="5" y="51"/>
                    <a:pt x="4" y="51"/>
                    <a:pt x="3" y="51"/>
                  </a:cubicBezTo>
                  <a:cubicBezTo>
                    <a:pt x="2" y="51"/>
                    <a:pt x="1" y="51"/>
                    <a:pt x="1" y="52"/>
                  </a:cubicBezTo>
                  <a:cubicBezTo>
                    <a:pt x="0" y="53"/>
                    <a:pt x="0" y="54"/>
                    <a:pt x="0" y="55"/>
                  </a:cubicBezTo>
                  <a:cubicBezTo>
                    <a:pt x="0" y="56"/>
                    <a:pt x="1" y="58"/>
                    <a:pt x="3" y="60"/>
                  </a:cubicBezTo>
                  <a:cubicBezTo>
                    <a:pt x="5" y="62"/>
                    <a:pt x="7" y="63"/>
                    <a:pt x="10" y="65"/>
                  </a:cubicBezTo>
                  <a:cubicBezTo>
                    <a:pt x="10" y="65"/>
                    <a:pt x="10" y="65"/>
                    <a:pt x="10" y="65"/>
                  </a:cubicBezTo>
                  <a:cubicBezTo>
                    <a:pt x="13" y="66"/>
                    <a:pt x="17" y="67"/>
                    <a:pt x="20" y="67"/>
                  </a:cubicBezTo>
                  <a:cubicBezTo>
                    <a:pt x="23" y="67"/>
                    <a:pt x="26" y="66"/>
                    <a:pt x="29" y="64"/>
                  </a:cubicBezTo>
                  <a:cubicBezTo>
                    <a:pt x="31" y="62"/>
                    <a:pt x="33" y="59"/>
                    <a:pt x="35" y="54"/>
                  </a:cubicBezTo>
                  <a:cubicBezTo>
                    <a:pt x="37" y="49"/>
                    <a:pt x="39" y="44"/>
                    <a:pt x="40" y="38"/>
                  </a:cubicBezTo>
                  <a:cubicBezTo>
                    <a:pt x="41" y="32"/>
                    <a:pt x="42" y="25"/>
                    <a:pt x="42" y="19"/>
                  </a:cubicBezTo>
                  <a:cubicBezTo>
                    <a:pt x="43" y="6"/>
                    <a:pt x="43" y="6"/>
                    <a:pt x="43" y="6"/>
                  </a:cubicBezTo>
                  <a:cubicBezTo>
                    <a:pt x="43" y="3"/>
                    <a:pt x="43" y="1"/>
                    <a:pt x="42" y="1"/>
                  </a:cubicBezTo>
                  <a:cubicBezTo>
                    <a:pt x="41" y="0"/>
                    <a:pt x="40" y="0"/>
                    <a:pt x="3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123"/>
            <p:cNvSpPr>
              <a:spLocks/>
            </p:cNvSpPr>
            <p:nvPr/>
          </p:nvSpPr>
          <p:spPr bwMode="auto">
            <a:xfrm>
              <a:off x="9378950" y="5667375"/>
              <a:ext cx="92075" cy="104775"/>
            </a:xfrm>
            <a:custGeom>
              <a:avLst/>
              <a:gdLst>
                <a:gd name="T0" fmla="*/ 51 w 53"/>
                <a:gd name="T1" fmla="*/ 49 h 59"/>
                <a:gd name="T2" fmla="*/ 29 w 53"/>
                <a:gd name="T3" fmla="*/ 34 h 59"/>
                <a:gd name="T4" fmla="*/ 43 w 53"/>
                <a:gd name="T5" fmla="*/ 25 h 59"/>
                <a:gd name="T6" fmla="*/ 48 w 53"/>
                <a:gd name="T7" fmla="*/ 14 h 59"/>
                <a:gd name="T8" fmla="*/ 43 w 53"/>
                <a:gd name="T9" fmla="*/ 4 h 59"/>
                <a:gd name="T10" fmla="*/ 29 w 53"/>
                <a:gd name="T11" fmla="*/ 0 h 59"/>
                <a:gd name="T12" fmla="*/ 12 w 53"/>
                <a:gd name="T13" fmla="*/ 1 h 59"/>
                <a:gd name="T14" fmla="*/ 11 w 53"/>
                <a:gd name="T15" fmla="*/ 1 h 59"/>
                <a:gd name="T16" fmla="*/ 9 w 53"/>
                <a:gd name="T17" fmla="*/ 1 h 59"/>
                <a:gd name="T18" fmla="*/ 6 w 53"/>
                <a:gd name="T19" fmla="*/ 3 h 59"/>
                <a:gd name="T20" fmla="*/ 4 w 53"/>
                <a:gd name="T21" fmla="*/ 6 h 59"/>
                <a:gd name="T22" fmla="*/ 5 w 53"/>
                <a:gd name="T23" fmla="*/ 9 h 59"/>
                <a:gd name="T24" fmla="*/ 6 w 53"/>
                <a:gd name="T25" fmla="*/ 10 h 59"/>
                <a:gd name="T26" fmla="*/ 5 w 53"/>
                <a:gd name="T27" fmla="*/ 12 h 59"/>
                <a:gd name="T28" fmla="*/ 5 w 53"/>
                <a:gd name="T29" fmla="*/ 15 h 59"/>
                <a:gd name="T30" fmla="*/ 1 w 53"/>
                <a:gd name="T31" fmla="*/ 34 h 59"/>
                <a:gd name="T32" fmla="*/ 0 w 53"/>
                <a:gd name="T33" fmla="*/ 52 h 59"/>
                <a:gd name="T34" fmla="*/ 6 w 53"/>
                <a:gd name="T35" fmla="*/ 59 h 59"/>
                <a:gd name="T36" fmla="*/ 9 w 53"/>
                <a:gd name="T37" fmla="*/ 58 h 59"/>
                <a:gd name="T38" fmla="*/ 11 w 53"/>
                <a:gd name="T39" fmla="*/ 54 h 59"/>
                <a:gd name="T40" fmla="*/ 11 w 53"/>
                <a:gd name="T41" fmla="*/ 51 h 59"/>
                <a:gd name="T42" fmla="*/ 10 w 53"/>
                <a:gd name="T43" fmla="*/ 46 h 59"/>
                <a:gd name="T44" fmla="*/ 11 w 53"/>
                <a:gd name="T45" fmla="*/ 34 h 59"/>
                <a:gd name="T46" fmla="*/ 14 w 53"/>
                <a:gd name="T47" fmla="*/ 18 h 59"/>
                <a:gd name="T48" fmla="*/ 15 w 53"/>
                <a:gd name="T49" fmla="*/ 10 h 59"/>
                <a:gd name="T50" fmla="*/ 16 w 53"/>
                <a:gd name="T51" fmla="*/ 9 h 59"/>
                <a:gd name="T52" fmla="*/ 20 w 53"/>
                <a:gd name="T53" fmla="*/ 8 h 59"/>
                <a:gd name="T54" fmla="*/ 28 w 53"/>
                <a:gd name="T55" fmla="*/ 7 h 59"/>
                <a:gd name="T56" fmla="*/ 35 w 53"/>
                <a:gd name="T57" fmla="*/ 9 h 59"/>
                <a:gd name="T58" fmla="*/ 38 w 53"/>
                <a:gd name="T59" fmla="*/ 14 h 59"/>
                <a:gd name="T60" fmla="*/ 31 w 53"/>
                <a:gd name="T61" fmla="*/ 24 h 59"/>
                <a:gd name="T62" fmla="*/ 22 w 53"/>
                <a:gd name="T63" fmla="*/ 28 h 59"/>
                <a:gd name="T64" fmla="*/ 21 w 53"/>
                <a:gd name="T65" fmla="*/ 28 h 59"/>
                <a:gd name="T66" fmla="*/ 19 w 53"/>
                <a:gd name="T67" fmla="*/ 28 h 59"/>
                <a:gd name="T68" fmla="*/ 15 w 53"/>
                <a:gd name="T69" fmla="*/ 29 h 59"/>
                <a:gd name="T70" fmla="*/ 13 w 53"/>
                <a:gd name="T71" fmla="*/ 32 h 59"/>
                <a:gd name="T72" fmla="*/ 18 w 53"/>
                <a:gd name="T73" fmla="*/ 36 h 59"/>
                <a:gd name="T74" fmla="*/ 28 w 53"/>
                <a:gd name="T75" fmla="*/ 45 h 59"/>
                <a:gd name="T76" fmla="*/ 35 w 53"/>
                <a:gd name="T77" fmla="*/ 50 h 59"/>
                <a:gd name="T78" fmla="*/ 43 w 53"/>
                <a:gd name="T79" fmla="*/ 56 h 59"/>
                <a:gd name="T80" fmla="*/ 48 w 53"/>
                <a:gd name="T81" fmla="*/ 58 h 59"/>
                <a:gd name="T82" fmla="*/ 51 w 53"/>
                <a:gd name="T83" fmla="*/ 56 h 59"/>
                <a:gd name="T84" fmla="*/ 53 w 53"/>
                <a:gd name="T85" fmla="*/ 53 h 59"/>
                <a:gd name="T86" fmla="*/ 51 w 53"/>
                <a:gd name="T87" fmla="*/ 4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 h="59">
                  <a:moveTo>
                    <a:pt x="51" y="49"/>
                  </a:moveTo>
                  <a:cubicBezTo>
                    <a:pt x="46" y="46"/>
                    <a:pt x="39" y="41"/>
                    <a:pt x="29" y="34"/>
                  </a:cubicBezTo>
                  <a:cubicBezTo>
                    <a:pt x="35" y="31"/>
                    <a:pt x="39" y="29"/>
                    <a:pt x="43" y="25"/>
                  </a:cubicBezTo>
                  <a:cubicBezTo>
                    <a:pt x="46" y="22"/>
                    <a:pt x="48" y="18"/>
                    <a:pt x="48" y="14"/>
                  </a:cubicBezTo>
                  <a:cubicBezTo>
                    <a:pt x="48" y="10"/>
                    <a:pt x="46" y="7"/>
                    <a:pt x="43" y="4"/>
                  </a:cubicBezTo>
                  <a:cubicBezTo>
                    <a:pt x="39" y="1"/>
                    <a:pt x="35" y="0"/>
                    <a:pt x="29" y="0"/>
                  </a:cubicBezTo>
                  <a:cubicBezTo>
                    <a:pt x="26" y="0"/>
                    <a:pt x="20" y="0"/>
                    <a:pt x="12" y="1"/>
                  </a:cubicBezTo>
                  <a:cubicBezTo>
                    <a:pt x="12" y="1"/>
                    <a:pt x="12" y="1"/>
                    <a:pt x="11" y="1"/>
                  </a:cubicBezTo>
                  <a:cubicBezTo>
                    <a:pt x="10" y="1"/>
                    <a:pt x="10" y="1"/>
                    <a:pt x="9" y="1"/>
                  </a:cubicBezTo>
                  <a:cubicBezTo>
                    <a:pt x="8" y="1"/>
                    <a:pt x="7" y="2"/>
                    <a:pt x="6" y="3"/>
                  </a:cubicBezTo>
                  <a:cubicBezTo>
                    <a:pt x="5" y="3"/>
                    <a:pt x="4" y="5"/>
                    <a:pt x="4" y="6"/>
                  </a:cubicBezTo>
                  <a:cubicBezTo>
                    <a:pt x="4" y="6"/>
                    <a:pt x="4" y="7"/>
                    <a:pt x="5" y="9"/>
                  </a:cubicBezTo>
                  <a:cubicBezTo>
                    <a:pt x="6" y="10"/>
                    <a:pt x="6" y="10"/>
                    <a:pt x="6" y="10"/>
                  </a:cubicBezTo>
                  <a:cubicBezTo>
                    <a:pt x="5" y="12"/>
                    <a:pt x="5" y="12"/>
                    <a:pt x="5" y="12"/>
                  </a:cubicBezTo>
                  <a:cubicBezTo>
                    <a:pt x="5" y="13"/>
                    <a:pt x="5" y="14"/>
                    <a:pt x="5" y="15"/>
                  </a:cubicBezTo>
                  <a:cubicBezTo>
                    <a:pt x="3" y="20"/>
                    <a:pt x="2" y="27"/>
                    <a:pt x="1" y="34"/>
                  </a:cubicBezTo>
                  <a:cubicBezTo>
                    <a:pt x="1" y="42"/>
                    <a:pt x="0" y="47"/>
                    <a:pt x="0" y="52"/>
                  </a:cubicBezTo>
                  <a:cubicBezTo>
                    <a:pt x="0" y="57"/>
                    <a:pt x="2" y="59"/>
                    <a:pt x="6" y="59"/>
                  </a:cubicBezTo>
                  <a:cubicBezTo>
                    <a:pt x="7" y="59"/>
                    <a:pt x="8" y="59"/>
                    <a:pt x="9" y="58"/>
                  </a:cubicBezTo>
                  <a:cubicBezTo>
                    <a:pt x="10" y="56"/>
                    <a:pt x="11" y="55"/>
                    <a:pt x="11" y="54"/>
                  </a:cubicBezTo>
                  <a:cubicBezTo>
                    <a:pt x="11" y="53"/>
                    <a:pt x="11" y="52"/>
                    <a:pt x="11" y="51"/>
                  </a:cubicBezTo>
                  <a:cubicBezTo>
                    <a:pt x="10" y="50"/>
                    <a:pt x="10" y="48"/>
                    <a:pt x="10" y="46"/>
                  </a:cubicBezTo>
                  <a:cubicBezTo>
                    <a:pt x="10" y="44"/>
                    <a:pt x="10" y="39"/>
                    <a:pt x="11" y="34"/>
                  </a:cubicBezTo>
                  <a:cubicBezTo>
                    <a:pt x="12" y="28"/>
                    <a:pt x="13" y="23"/>
                    <a:pt x="14" y="18"/>
                  </a:cubicBezTo>
                  <a:cubicBezTo>
                    <a:pt x="15" y="13"/>
                    <a:pt x="15" y="11"/>
                    <a:pt x="15" y="10"/>
                  </a:cubicBezTo>
                  <a:cubicBezTo>
                    <a:pt x="16" y="9"/>
                    <a:pt x="16" y="9"/>
                    <a:pt x="16" y="9"/>
                  </a:cubicBezTo>
                  <a:cubicBezTo>
                    <a:pt x="16" y="9"/>
                    <a:pt x="17" y="8"/>
                    <a:pt x="20" y="8"/>
                  </a:cubicBezTo>
                  <a:cubicBezTo>
                    <a:pt x="22" y="8"/>
                    <a:pt x="25" y="7"/>
                    <a:pt x="28" y="7"/>
                  </a:cubicBezTo>
                  <a:cubicBezTo>
                    <a:pt x="31" y="7"/>
                    <a:pt x="33" y="8"/>
                    <a:pt x="35" y="9"/>
                  </a:cubicBezTo>
                  <a:cubicBezTo>
                    <a:pt x="37" y="11"/>
                    <a:pt x="38" y="12"/>
                    <a:pt x="38" y="14"/>
                  </a:cubicBezTo>
                  <a:cubicBezTo>
                    <a:pt x="38" y="18"/>
                    <a:pt x="36" y="21"/>
                    <a:pt x="31" y="24"/>
                  </a:cubicBezTo>
                  <a:cubicBezTo>
                    <a:pt x="27" y="27"/>
                    <a:pt x="24" y="28"/>
                    <a:pt x="22" y="28"/>
                  </a:cubicBezTo>
                  <a:cubicBezTo>
                    <a:pt x="22" y="28"/>
                    <a:pt x="21" y="28"/>
                    <a:pt x="21" y="28"/>
                  </a:cubicBezTo>
                  <a:cubicBezTo>
                    <a:pt x="20" y="28"/>
                    <a:pt x="20" y="28"/>
                    <a:pt x="19" y="28"/>
                  </a:cubicBezTo>
                  <a:cubicBezTo>
                    <a:pt x="18" y="28"/>
                    <a:pt x="17" y="28"/>
                    <a:pt x="15" y="29"/>
                  </a:cubicBezTo>
                  <a:cubicBezTo>
                    <a:pt x="14" y="30"/>
                    <a:pt x="13" y="31"/>
                    <a:pt x="13" y="32"/>
                  </a:cubicBezTo>
                  <a:cubicBezTo>
                    <a:pt x="13" y="35"/>
                    <a:pt x="15" y="36"/>
                    <a:pt x="18" y="36"/>
                  </a:cubicBezTo>
                  <a:cubicBezTo>
                    <a:pt x="20" y="38"/>
                    <a:pt x="23" y="41"/>
                    <a:pt x="28" y="45"/>
                  </a:cubicBezTo>
                  <a:cubicBezTo>
                    <a:pt x="29" y="45"/>
                    <a:pt x="31" y="47"/>
                    <a:pt x="35" y="50"/>
                  </a:cubicBezTo>
                  <a:cubicBezTo>
                    <a:pt x="38" y="53"/>
                    <a:pt x="41" y="55"/>
                    <a:pt x="43" y="56"/>
                  </a:cubicBezTo>
                  <a:cubicBezTo>
                    <a:pt x="45" y="57"/>
                    <a:pt x="46" y="58"/>
                    <a:pt x="48" y="58"/>
                  </a:cubicBezTo>
                  <a:cubicBezTo>
                    <a:pt x="49" y="58"/>
                    <a:pt x="50" y="57"/>
                    <a:pt x="51" y="56"/>
                  </a:cubicBezTo>
                  <a:cubicBezTo>
                    <a:pt x="53" y="55"/>
                    <a:pt x="53" y="54"/>
                    <a:pt x="53" y="53"/>
                  </a:cubicBezTo>
                  <a:cubicBezTo>
                    <a:pt x="53" y="52"/>
                    <a:pt x="52" y="50"/>
                    <a:pt x="51"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124"/>
            <p:cNvSpPr>
              <a:spLocks noEditPoints="1"/>
            </p:cNvSpPr>
            <p:nvPr/>
          </p:nvSpPr>
          <p:spPr bwMode="auto">
            <a:xfrm>
              <a:off x="9477375" y="5691188"/>
              <a:ext cx="63500" cy="80963"/>
            </a:xfrm>
            <a:custGeom>
              <a:avLst/>
              <a:gdLst>
                <a:gd name="T0" fmla="*/ 35 w 37"/>
                <a:gd name="T1" fmla="*/ 28 h 46"/>
                <a:gd name="T2" fmla="*/ 32 w 37"/>
                <a:gd name="T3" fmla="*/ 30 h 46"/>
                <a:gd name="T4" fmla="*/ 16 w 37"/>
                <a:gd name="T5" fmla="*/ 38 h 46"/>
                <a:gd name="T6" fmla="*/ 12 w 37"/>
                <a:gd name="T7" fmla="*/ 36 h 46"/>
                <a:gd name="T8" fmla="*/ 10 w 37"/>
                <a:gd name="T9" fmla="*/ 32 h 46"/>
                <a:gd name="T10" fmla="*/ 11 w 37"/>
                <a:gd name="T11" fmla="*/ 31 h 46"/>
                <a:gd name="T12" fmla="*/ 28 w 37"/>
                <a:gd name="T13" fmla="*/ 22 h 46"/>
                <a:gd name="T14" fmla="*/ 35 w 37"/>
                <a:gd name="T15" fmla="*/ 9 h 46"/>
                <a:gd name="T16" fmla="*/ 32 w 37"/>
                <a:gd name="T17" fmla="*/ 3 h 46"/>
                <a:gd name="T18" fmla="*/ 25 w 37"/>
                <a:gd name="T19" fmla="*/ 0 h 46"/>
                <a:gd name="T20" fmla="*/ 8 w 37"/>
                <a:gd name="T21" fmla="*/ 9 h 46"/>
                <a:gd name="T22" fmla="*/ 0 w 37"/>
                <a:gd name="T23" fmla="*/ 30 h 46"/>
                <a:gd name="T24" fmla="*/ 4 w 37"/>
                <a:gd name="T25" fmla="*/ 42 h 46"/>
                <a:gd name="T26" fmla="*/ 15 w 37"/>
                <a:gd name="T27" fmla="*/ 46 h 46"/>
                <a:gd name="T28" fmla="*/ 30 w 37"/>
                <a:gd name="T29" fmla="*/ 40 h 46"/>
                <a:gd name="T30" fmla="*/ 37 w 37"/>
                <a:gd name="T31" fmla="*/ 31 h 46"/>
                <a:gd name="T32" fmla="*/ 35 w 37"/>
                <a:gd name="T33" fmla="*/ 28 h 46"/>
                <a:gd name="T34" fmla="*/ 16 w 37"/>
                <a:gd name="T35" fmla="*/ 13 h 46"/>
                <a:gd name="T36" fmla="*/ 24 w 37"/>
                <a:gd name="T37" fmla="*/ 8 h 46"/>
                <a:gd name="T38" fmla="*/ 26 w 37"/>
                <a:gd name="T39" fmla="*/ 9 h 46"/>
                <a:gd name="T40" fmla="*/ 26 w 37"/>
                <a:gd name="T41" fmla="*/ 11 h 46"/>
                <a:gd name="T42" fmla="*/ 22 w 37"/>
                <a:gd name="T43" fmla="*/ 18 h 46"/>
                <a:gd name="T44" fmla="*/ 11 w 37"/>
                <a:gd name="T45" fmla="*/ 24 h 46"/>
                <a:gd name="T46" fmla="*/ 16 w 37"/>
                <a:gd name="T47"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 h="46">
                  <a:moveTo>
                    <a:pt x="35" y="28"/>
                  </a:moveTo>
                  <a:cubicBezTo>
                    <a:pt x="34" y="28"/>
                    <a:pt x="33" y="28"/>
                    <a:pt x="32" y="30"/>
                  </a:cubicBezTo>
                  <a:cubicBezTo>
                    <a:pt x="27" y="35"/>
                    <a:pt x="21" y="38"/>
                    <a:pt x="16" y="38"/>
                  </a:cubicBezTo>
                  <a:cubicBezTo>
                    <a:pt x="14" y="38"/>
                    <a:pt x="13" y="37"/>
                    <a:pt x="12" y="36"/>
                  </a:cubicBezTo>
                  <a:cubicBezTo>
                    <a:pt x="11" y="35"/>
                    <a:pt x="10" y="34"/>
                    <a:pt x="10" y="32"/>
                  </a:cubicBezTo>
                  <a:cubicBezTo>
                    <a:pt x="10" y="32"/>
                    <a:pt x="10" y="31"/>
                    <a:pt x="11" y="31"/>
                  </a:cubicBezTo>
                  <a:cubicBezTo>
                    <a:pt x="18" y="29"/>
                    <a:pt x="24" y="26"/>
                    <a:pt x="28" y="22"/>
                  </a:cubicBezTo>
                  <a:cubicBezTo>
                    <a:pt x="32" y="18"/>
                    <a:pt x="35" y="14"/>
                    <a:pt x="35" y="9"/>
                  </a:cubicBezTo>
                  <a:cubicBezTo>
                    <a:pt x="35" y="7"/>
                    <a:pt x="34" y="4"/>
                    <a:pt x="32" y="3"/>
                  </a:cubicBezTo>
                  <a:cubicBezTo>
                    <a:pt x="30" y="1"/>
                    <a:pt x="28" y="0"/>
                    <a:pt x="25" y="0"/>
                  </a:cubicBezTo>
                  <a:cubicBezTo>
                    <a:pt x="19" y="0"/>
                    <a:pt x="13" y="3"/>
                    <a:pt x="8" y="9"/>
                  </a:cubicBezTo>
                  <a:cubicBezTo>
                    <a:pt x="3" y="16"/>
                    <a:pt x="0" y="23"/>
                    <a:pt x="0" y="30"/>
                  </a:cubicBezTo>
                  <a:cubicBezTo>
                    <a:pt x="0" y="35"/>
                    <a:pt x="2" y="39"/>
                    <a:pt x="4" y="42"/>
                  </a:cubicBezTo>
                  <a:cubicBezTo>
                    <a:pt x="7" y="45"/>
                    <a:pt x="10" y="46"/>
                    <a:pt x="15" y="46"/>
                  </a:cubicBezTo>
                  <a:cubicBezTo>
                    <a:pt x="20" y="46"/>
                    <a:pt x="26" y="44"/>
                    <a:pt x="30" y="40"/>
                  </a:cubicBezTo>
                  <a:cubicBezTo>
                    <a:pt x="35" y="37"/>
                    <a:pt x="37" y="33"/>
                    <a:pt x="37" y="31"/>
                  </a:cubicBezTo>
                  <a:cubicBezTo>
                    <a:pt x="37" y="29"/>
                    <a:pt x="36" y="28"/>
                    <a:pt x="35" y="28"/>
                  </a:cubicBezTo>
                  <a:close/>
                  <a:moveTo>
                    <a:pt x="16" y="13"/>
                  </a:moveTo>
                  <a:cubicBezTo>
                    <a:pt x="19" y="10"/>
                    <a:pt x="22" y="8"/>
                    <a:pt x="24" y="8"/>
                  </a:cubicBezTo>
                  <a:cubicBezTo>
                    <a:pt x="25" y="8"/>
                    <a:pt x="25" y="8"/>
                    <a:pt x="26" y="9"/>
                  </a:cubicBezTo>
                  <a:cubicBezTo>
                    <a:pt x="26" y="9"/>
                    <a:pt x="26" y="10"/>
                    <a:pt x="26" y="11"/>
                  </a:cubicBezTo>
                  <a:cubicBezTo>
                    <a:pt x="26" y="13"/>
                    <a:pt x="25" y="16"/>
                    <a:pt x="22" y="18"/>
                  </a:cubicBezTo>
                  <a:cubicBezTo>
                    <a:pt x="19" y="21"/>
                    <a:pt x="15" y="23"/>
                    <a:pt x="11" y="24"/>
                  </a:cubicBezTo>
                  <a:cubicBezTo>
                    <a:pt x="12" y="20"/>
                    <a:pt x="13" y="16"/>
                    <a:pt x="1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125"/>
            <p:cNvSpPr>
              <a:spLocks noEditPoints="1"/>
            </p:cNvSpPr>
            <p:nvPr/>
          </p:nvSpPr>
          <p:spPr bwMode="auto">
            <a:xfrm>
              <a:off x="9536113" y="5694363"/>
              <a:ext cx="87313" cy="117475"/>
            </a:xfrm>
            <a:custGeom>
              <a:avLst/>
              <a:gdLst>
                <a:gd name="T0" fmla="*/ 47 w 50"/>
                <a:gd name="T1" fmla="*/ 3 h 67"/>
                <a:gd name="T2" fmla="*/ 46 w 50"/>
                <a:gd name="T3" fmla="*/ 2 h 67"/>
                <a:gd name="T4" fmla="*/ 40 w 50"/>
                <a:gd name="T5" fmla="*/ 0 h 67"/>
                <a:gd name="T6" fmla="*/ 25 w 50"/>
                <a:gd name="T7" fmla="*/ 6 h 67"/>
                <a:gd name="T8" fmla="*/ 12 w 50"/>
                <a:gd name="T9" fmla="*/ 19 h 67"/>
                <a:gd name="T10" fmla="*/ 8 w 50"/>
                <a:gd name="T11" fmla="*/ 32 h 67"/>
                <a:gd name="T12" fmla="*/ 10 w 50"/>
                <a:gd name="T13" fmla="*/ 39 h 67"/>
                <a:gd name="T14" fmla="*/ 16 w 50"/>
                <a:gd name="T15" fmla="*/ 41 h 67"/>
                <a:gd name="T16" fmla="*/ 27 w 50"/>
                <a:gd name="T17" fmla="*/ 38 h 67"/>
                <a:gd name="T18" fmla="*/ 37 w 50"/>
                <a:gd name="T19" fmla="*/ 30 h 67"/>
                <a:gd name="T20" fmla="*/ 31 w 50"/>
                <a:gd name="T21" fmla="*/ 53 h 67"/>
                <a:gd name="T22" fmla="*/ 23 w 50"/>
                <a:gd name="T23" fmla="*/ 59 h 67"/>
                <a:gd name="T24" fmla="*/ 8 w 50"/>
                <a:gd name="T25" fmla="*/ 53 h 67"/>
                <a:gd name="T26" fmla="*/ 3 w 50"/>
                <a:gd name="T27" fmla="*/ 50 h 67"/>
                <a:gd name="T28" fmla="*/ 0 w 50"/>
                <a:gd name="T29" fmla="*/ 53 h 67"/>
                <a:gd name="T30" fmla="*/ 8 w 50"/>
                <a:gd name="T31" fmla="*/ 62 h 67"/>
                <a:gd name="T32" fmla="*/ 23 w 50"/>
                <a:gd name="T33" fmla="*/ 67 h 67"/>
                <a:gd name="T34" fmla="*/ 36 w 50"/>
                <a:gd name="T35" fmla="*/ 61 h 67"/>
                <a:gd name="T36" fmla="*/ 44 w 50"/>
                <a:gd name="T37" fmla="*/ 41 h 67"/>
                <a:gd name="T38" fmla="*/ 46 w 50"/>
                <a:gd name="T39" fmla="*/ 21 h 67"/>
                <a:gd name="T40" fmla="*/ 48 w 50"/>
                <a:gd name="T41" fmla="*/ 13 h 67"/>
                <a:gd name="T42" fmla="*/ 50 w 50"/>
                <a:gd name="T43" fmla="*/ 8 h 67"/>
                <a:gd name="T44" fmla="*/ 49 w 50"/>
                <a:gd name="T45" fmla="*/ 5 h 67"/>
                <a:gd name="T46" fmla="*/ 47 w 50"/>
                <a:gd name="T47" fmla="*/ 3 h 67"/>
                <a:gd name="T48" fmla="*/ 37 w 50"/>
                <a:gd name="T49" fmla="*/ 19 h 67"/>
                <a:gd name="T50" fmla="*/ 29 w 50"/>
                <a:gd name="T51" fmla="*/ 29 h 67"/>
                <a:gd name="T52" fmla="*/ 19 w 50"/>
                <a:gd name="T53" fmla="*/ 33 h 67"/>
                <a:gd name="T54" fmla="*/ 17 w 50"/>
                <a:gd name="T55" fmla="*/ 31 h 67"/>
                <a:gd name="T56" fmla="*/ 21 w 50"/>
                <a:gd name="T57" fmla="*/ 21 h 67"/>
                <a:gd name="T58" fmla="*/ 30 w 50"/>
                <a:gd name="T59" fmla="*/ 12 h 67"/>
                <a:gd name="T60" fmla="*/ 38 w 50"/>
                <a:gd name="T61" fmla="*/ 8 h 67"/>
                <a:gd name="T62" fmla="*/ 39 w 50"/>
                <a:gd name="T63" fmla="*/ 9 h 67"/>
                <a:gd name="T64" fmla="*/ 40 w 50"/>
                <a:gd name="T65" fmla="*/ 11 h 67"/>
                <a:gd name="T66" fmla="*/ 37 w 50"/>
                <a:gd name="T67" fmla="*/ 1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0" h="67">
                  <a:moveTo>
                    <a:pt x="47" y="3"/>
                  </a:moveTo>
                  <a:cubicBezTo>
                    <a:pt x="47" y="3"/>
                    <a:pt x="47" y="2"/>
                    <a:pt x="46" y="2"/>
                  </a:cubicBezTo>
                  <a:cubicBezTo>
                    <a:pt x="45" y="1"/>
                    <a:pt x="42" y="0"/>
                    <a:pt x="40" y="0"/>
                  </a:cubicBezTo>
                  <a:cubicBezTo>
                    <a:pt x="36" y="0"/>
                    <a:pt x="31" y="2"/>
                    <a:pt x="25" y="6"/>
                  </a:cubicBezTo>
                  <a:cubicBezTo>
                    <a:pt x="20" y="9"/>
                    <a:pt x="15" y="14"/>
                    <a:pt x="12" y="19"/>
                  </a:cubicBezTo>
                  <a:cubicBezTo>
                    <a:pt x="9" y="24"/>
                    <a:pt x="8" y="28"/>
                    <a:pt x="8" y="32"/>
                  </a:cubicBezTo>
                  <a:cubicBezTo>
                    <a:pt x="8" y="35"/>
                    <a:pt x="8" y="37"/>
                    <a:pt x="10" y="39"/>
                  </a:cubicBezTo>
                  <a:cubicBezTo>
                    <a:pt x="12" y="41"/>
                    <a:pt x="14" y="41"/>
                    <a:pt x="16" y="41"/>
                  </a:cubicBezTo>
                  <a:cubicBezTo>
                    <a:pt x="19" y="41"/>
                    <a:pt x="23" y="40"/>
                    <a:pt x="27" y="38"/>
                  </a:cubicBezTo>
                  <a:cubicBezTo>
                    <a:pt x="30" y="36"/>
                    <a:pt x="34" y="33"/>
                    <a:pt x="37" y="30"/>
                  </a:cubicBezTo>
                  <a:cubicBezTo>
                    <a:pt x="35" y="41"/>
                    <a:pt x="34" y="48"/>
                    <a:pt x="31" y="53"/>
                  </a:cubicBezTo>
                  <a:cubicBezTo>
                    <a:pt x="29" y="57"/>
                    <a:pt x="27" y="59"/>
                    <a:pt x="23" y="59"/>
                  </a:cubicBezTo>
                  <a:cubicBezTo>
                    <a:pt x="19" y="59"/>
                    <a:pt x="14" y="57"/>
                    <a:pt x="8" y="53"/>
                  </a:cubicBezTo>
                  <a:cubicBezTo>
                    <a:pt x="6" y="51"/>
                    <a:pt x="4" y="50"/>
                    <a:pt x="3" y="50"/>
                  </a:cubicBezTo>
                  <a:cubicBezTo>
                    <a:pt x="1" y="50"/>
                    <a:pt x="0" y="51"/>
                    <a:pt x="0" y="53"/>
                  </a:cubicBezTo>
                  <a:cubicBezTo>
                    <a:pt x="0" y="56"/>
                    <a:pt x="3" y="59"/>
                    <a:pt x="8" y="62"/>
                  </a:cubicBezTo>
                  <a:cubicBezTo>
                    <a:pt x="12" y="66"/>
                    <a:pt x="18" y="67"/>
                    <a:pt x="23" y="67"/>
                  </a:cubicBezTo>
                  <a:cubicBezTo>
                    <a:pt x="28" y="67"/>
                    <a:pt x="32" y="65"/>
                    <a:pt x="36" y="61"/>
                  </a:cubicBezTo>
                  <a:cubicBezTo>
                    <a:pt x="40" y="57"/>
                    <a:pt x="43" y="50"/>
                    <a:pt x="44" y="41"/>
                  </a:cubicBezTo>
                  <a:cubicBezTo>
                    <a:pt x="45" y="30"/>
                    <a:pt x="46" y="24"/>
                    <a:pt x="46" y="21"/>
                  </a:cubicBezTo>
                  <a:cubicBezTo>
                    <a:pt x="47" y="18"/>
                    <a:pt x="47" y="16"/>
                    <a:pt x="48" y="13"/>
                  </a:cubicBezTo>
                  <a:cubicBezTo>
                    <a:pt x="49" y="10"/>
                    <a:pt x="50" y="9"/>
                    <a:pt x="50" y="8"/>
                  </a:cubicBezTo>
                  <a:cubicBezTo>
                    <a:pt x="50" y="7"/>
                    <a:pt x="50" y="6"/>
                    <a:pt x="49" y="5"/>
                  </a:cubicBezTo>
                  <a:cubicBezTo>
                    <a:pt x="49" y="4"/>
                    <a:pt x="48" y="3"/>
                    <a:pt x="47" y="3"/>
                  </a:cubicBezTo>
                  <a:close/>
                  <a:moveTo>
                    <a:pt x="37" y="19"/>
                  </a:moveTo>
                  <a:cubicBezTo>
                    <a:pt x="35" y="23"/>
                    <a:pt x="32" y="26"/>
                    <a:pt x="29" y="29"/>
                  </a:cubicBezTo>
                  <a:cubicBezTo>
                    <a:pt x="25" y="32"/>
                    <a:pt x="22" y="33"/>
                    <a:pt x="19" y="33"/>
                  </a:cubicBezTo>
                  <a:cubicBezTo>
                    <a:pt x="18" y="33"/>
                    <a:pt x="17" y="32"/>
                    <a:pt x="17" y="31"/>
                  </a:cubicBezTo>
                  <a:cubicBezTo>
                    <a:pt x="17" y="28"/>
                    <a:pt x="19" y="25"/>
                    <a:pt x="21" y="21"/>
                  </a:cubicBezTo>
                  <a:cubicBezTo>
                    <a:pt x="24" y="17"/>
                    <a:pt x="27" y="14"/>
                    <a:pt x="30" y="12"/>
                  </a:cubicBezTo>
                  <a:cubicBezTo>
                    <a:pt x="33" y="9"/>
                    <a:pt x="36" y="8"/>
                    <a:pt x="38" y="8"/>
                  </a:cubicBezTo>
                  <a:cubicBezTo>
                    <a:pt x="38" y="8"/>
                    <a:pt x="39" y="8"/>
                    <a:pt x="39" y="9"/>
                  </a:cubicBezTo>
                  <a:cubicBezTo>
                    <a:pt x="40" y="10"/>
                    <a:pt x="40" y="10"/>
                    <a:pt x="40" y="11"/>
                  </a:cubicBezTo>
                  <a:cubicBezTo>
                    <a:pt x="40" y="13"/>
                    <a:pt x="39" y="16"/>
                    <a:pt x="3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126"/>
            <p:cNvSpPr>
              <a:spLocks/>
            </p:cNvSpPr>
            <p:nvPr/>
          </p:nvSpPr>
          <p:spPr bwMode="auto">
            <a:xfrm>
              <a:off x="9634538" y="5694363"/>
              <a:ext cx="69850" cy="77788"/>
            </a:xfrm>
            <a:custGeom>
              <a:avLst/>
              <a:gdLst>
                <a:gd name="T0" fmla="*/ 39 w 40"/>
                <a:gd name="T1" fmla="*/ 38 h 44"/>
                <a:gd name="T2" fmla="*/ 35 w 40"/>
                <a:gd name="T3" fmla="*/ 26 h 44"/>
                <a:gd name="T4" fmla="*/ 38 w 40"/>
                <a:gd name="T5" fmla="*/ 10 h 44"/>
                <a:gd name="T6" fmla="*/ 38 w 40"/>
                <a:gd name="T7" fmla="*/ 8 h 44"/>
                <a:gd name="T8" fmla="*/ 34 w 40"/>
                <a:gd name="T9" fmla="*/ 3 h 44"/>
                <a:gd name="T10" fmla="*/ 30 w 40"/>
                <a:gd name="T11" fmla="*/ 5 h 44"/>
                <a:gd name="T12" fmla="*/ 27 w 40"/>
                <a:gd name="T13" fmla="*/ 14 h 44"/>
                <a:gd name="T14" fmla="*/ 20 w 40"/>
                <a:gd name="T15" fmla="*/ 27 h 44"/>
                <a:gd name="T16" fmla="*/ 10 w 40"/>
                <a:gd name="T17" fmla="*/ 34 h 44"/>
                <a:gd name="T18" fmla="*/ 8 w 40"/>
                <a:gd name="T19" fmla="*/ 29 h 44"/>
                <a:gd name="T20" fmla="*/ 9 w 40"/>
                <a:gd name="T21" fmla="*/ 22 h 44"/>
                <a:gd name="T22" fmla="*/ 12 w 40"/>
                <a:gd name="T23" fmla="*/ 13 h 44"/>
                <a:gd name="T24" fmla="*/ 14 w 40"/>
                <a:gd name="T25" fmla="*/ 5 h 44"/>
                <a:gd name="T26" fmla="*/ 13 w 40"/>
                <a:gd name="T27" fmla="*/ 2 h 44"/>
                <a:gd name="T28" fmla="*/ 9 w 40"/>
                <a:gd name="T29" fmla="*/ 0 h 44"/>
                <a:gd name="T30" fmla="*/ 4 w 40"/>
                <a:gd name="T31" fmla="*/ 4 h 44"/>
                <a:gd name="T32" fmla="*/ 2 w 40"/>
                <a:gd name="T33" fmla="*/ 16 h 44"/>
                <a:gd name="T34" fmla="*/ 0 w 40"/>
                <a:gd name="T35" fmla="*/ 30 h 44"/>
                <a:gd name="T36" fmla="*/ 3 w 40"/>
                <a:gd name="T37" fmla="*/ 40 h 44"/>
                <a:gd name="T38" fmla="*/ 9 w 40"/>
                <a:gd name="T39" fmla="*/ 43 h 44"/>
                <a:gd name="T40" fmla="*/ 19 w 40"/>
                <a:gd name="T41" fmla="*/ 39 h 44"/>
                <a:gd name="T42" fmla="*/ 28 w 40"/>
                <a:gd name="T43" fmla="*/ 28 h 44"/>
                <a:gd name="T44" fmla="*/ 29 w 40"/>
                <a:gd name="T45" fmla="*/ 40 h 44"/>
                <a:gd name="T46" fmla="*/ 34 w 40"/>
                <a:gd name="T47" fmla="*/ 44 h 44"/>
                <a:gd name="T48" fmla="*/ 38 w 40"/>
                <a:gd name="T49" fmla="*/ 43 h 44"/>
                <a:gd name="T50" fmla="*/ 40 w 40"/>
                <a:gd name="T51" fmla="*/ 40 h 44"/>
                <a:gd name="T52" fmla="*/ 39 w 40"/>
                <a:gd name="T53" fmla="*/ 3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0" h="44">
                  <a:moveTo>
                    <a:pt x="39" y="38"/>
                  </a:moveTo>
                  <a:cubicBezTo>
                    <a:pt x="37" y="37"/>
                    <a:pt x="35" y="33"/>
                    <a:pt x="35" y="26"/>
                  </a:cubicBezTo>
                  <a:cubicBezTo>
                    <a:pt x="35" y="20"/>
                    <a:pt x="36" y="15"/>
                    <a:pt x="38" y="10"/>
                  </a:cubicBezTo>
                  <a:cubicBezTo>
                    <a:pt x="38" y="9"/>
                    <a:pt x="38" y="8"/>
                    <a:pt x="38" y="8"/>
                  </a:cubicBezTo>
                  <a:cubicBezTo>
                    <a:pt x="38" y="5"/>
                    <a:pt x="37" y="3"/>
                    <a:pt x="34" y="3"/>
                  </a:cubicBezTo>
                  <a:cubicBezTo>
                    <a:pt x="33" y="3"/>
                    <a:pt x="31" y="4"/>
                    <a:pt x="30" y="5"/>
                  </a:cubicBezTo>
                  <a:cubicBezTo>
                    <a:pt x="29" y="7"/>
                    <a:pt x="28" y="9"/>
                    <a:pt x="27" y="14"/>
                  </a:cubicBezTo>
                  <a:cubicBezTo>
                    <a:pt x="26" y="19"/>
                    <a:pt x="24" y="23"/>
                    <a:pt x="20" y="27"/>
                  </a:cubicBezTo>
                  <a:cubicBezTo>
                    <a:pt x="16" y="32"/>
                    <a:pt x="13" y="34"/>
                    <a:pt x="10" y="34"/>
                  </a:cubicBezTo>
                  <a:cubicBezTo>
                    <a:pt x="9" y="34"/>
                    <a:pt x="8" y="32"/>
                    <a:pt x="8" y="29"/>
                  </a:cubicBezTo>
                  <a:cubicBezTo>
                    <a:pt x="8" y="28"/>
                    <a:pt x="9" y="25"/>
                    <a:pt x="9" y="22"/>
                  </a:cubicBezTo>
                  <a:cubicBezTo>
                    <a:pt x="10" y="18"/>
                    <a:pt x="11" y="15"/>
                    <a:pt x="12" y="13"/>
                  </a:cubicBezTo>
                  <a:cubicBezTo>
                    <a:pt x="13" y="9"/>
                    <a:pt x="14" y="7"/>
                    <a:pt x="14" y="5"/>
                  </a:cubicBezTo>
                  <a:cubicBezTo>
                    <a:pt x="14" y="4"/>
                    <a:pt x="13" y="3"/>
                    <a:pt x="13" y="2"/>
                  </a:cubicBezTo>
                  <a:cubicBezTo>
                    <a:pt x="12" y="1"/>
                    <a:pt x="10" y="0"/>
                    <a:pt x="9" y="0"/>
                  </a:cubicBezTo>
                  <a:cubicBezTo>
                    <a:pt x="7" y="0"/>
                    <a:pt x="5" y="1"/>
                    <a:pt x="4" y="4"/>
                  </a:cubicBezTo>
                  <a:cubicBezTo>
                    <a:pt x="4" y="6"/>
                    <a:pt x="3" y="10"/>
                    <a:pt x="2" y="16"/>
                  </a:cubicBezTo>
                  <a:cubicBezTo>
                    <a:pt x="0" y="22"/>
                    <a:pt x="0" y="27"/>
                    <a:pt x="0" y="30"/>
                  </a:cubicBezTo>
                  <a:cubicBezTo>
                    <a:pt x="0" y="34"/>
                    <a:pt x="1" y="37"/>
                    <a:pt x="3" y="40"/>
                  </a:cubicBezTo>
                  <a:cubicBezTo>
                    <a:pt x="5" y="42"/>
                    <a:pt x="7" y="43"/>
                    <a:pt x="9" y="43"/>
                  </a:cubicBezTo>
                  <a:cubicBezTo>
                    <a:pt x="12" y="43"/>
                    <a:pt x="16" y="41"/>
                    <a:pt x="19" y="39"/>
                  </a:cubicBezTo>
                  <a:cubicBezTo>
                    <a:pt x="22" y="36"/>
                    <a:pt x="25" y="32"/>
                    <a:pt x="28" y="28"/>
                  </a:cubicBezTo>
                  <a:cubicBezTo>
                    <a:pt x="28" y="33"/>
                    <a:pt x="28" y="37"/>
                    <a:pt x="29" y="40"/>
                  </a:cubicBezTo>
                  <a:cubicBezTo>
                    <a:pt x="30" y="42"/>
                    <a:pt x="32" y="44"/>
                    <a:pt x="34" y="44"/>
                  </a:cubicBezTo>
                  <a:cubicBezTo>
                    <a:pt x="35" y="44"/>
                    <a:pt x="37" y="44"/>
                    <a:pt x="38" y="43"/>
                  </a:cubicBezTo>
                  <a:cubicBezTo>
                    <a:pt x="39" y="42"/>
                    <a:pt x="40" y="41"/>
                    <a:pt x="40" y="40"/>
                  </a:cubicBezTo>
                  <a:cubicBezTo>
                    <a:pt x="40" y="39"/>
                    <a:pt x="40" y="39"/>
                    <a:pt x="39"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127"/>
            <p:cNvSpPr>
              <a:spLocks/>
            </p:cNvSpPr>
            <p:nvPr/>
          </p:nvSpPr>
          <p:spPr bwMode="auto">
            <a:xfrm>
              <a:off x="9721850" y="5649913"/>
              <a:ext cx="31750" cy="123825"/>
            </a:xfrm>
            <a:custGeom>
              <a:avLst/>
              <a:gdLst>
                <a:gd name="T0" fmla="*/ 13 w 18"/>
                <a:gd name="T1" fmla="*/ 0 h 70"/>
                <a:gd name="T2" fmla="*/ 9 w 18"/>
                <a:gd name="T3" fmla="*/ 4 h 70"/>
                <a:gd name="T4" fmla="*/ 4 w 18"/>
                <a:gd name="T5" fmla="*/ 26 h 70"/>
                <a:gd name="T6" fmla="*/ 0 w 18"/>
                <a:gd name="T7" fmla="*/ 59 h 70"/>
                <a:gd name="T8" fmla="*/ 1 w 18"/>
                <a:gd name="T9" fmla="*/ 68 h 70"/>
                <a:gd name="T10" fmla="*/ 5 w 18"/>
                <a:gd name="T11" fmla="*/ 70 h 70"/>
                <a:gd name="T12" fmla="*/ 9 w 18"/>
                <a:gd name="T13" fmla="*/ 69 h 70"/>
                <a:gd name="T14" fmla="*/ 11 w 18"/>
                <a:gd name="T15" fmla="*/ 65 h 70"/>
                <a:gd name="T16" fmla="*/ 11 w 18"/>
                <a:gd name="T17" fmla="*/ 62 h 70"/>
                <a:gd name="T18" fmla="*/ 10 w 18"/>
                <a:gd name="T19" fmla="*/ 50 h 70"/>
                <a:gd name="T20" fmla="*/ 11 w 18"/>
                <a:gd name="T21" fmla="*/ 37 h 70"/>
                <a:gd name="T22" fmla="*/ 14 w 18"/>
                <a:gd name="T23" fmla="*/ 22 h 70"/>
                <a:gd name="T24" fmla="*/ 17 w 18"/>
                <a:gd name="T25" fmla="*/ 10 h 70"/>
                <a:gd name="T26" fmla="*/ 18 w 18"/>
                <a:gd name="T27" fmla="*/ 5 h 70"/>
                <a:gd name="T28" fmla="*/ 13 w 18"/>
                <a:gd name="T29"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70">
                  <a:moveTo>
                    <a:pt x="13" y="0"/>
                  </a:moveTo>
                  <a:cubicBezTo>
                    <a:pt x="12" y="0"/>
                    <a:pt x="10" y="2"/>
                    <a:pt x="9" y="4"/>
                  </a:cubicBezTo>
                  <a:cubicBezTo>
                    <a:pt x="7" y="6"/>
                    <a:pt x="6" y="13"/>
                    <a:pt x="4" y="26"/>
                  </a:cubicBezTo>
                  <a:cubicBezTo>
                    <a:pt x="1" y="38"/>
                    <a:pt x="0" y="49"/>
                    <a:pt x="0" y="59"/>
                  </a:cubicBezTo>
                  <a:cubicBezTo>
                    <a:pt x="0" y="63"/>
                    <a:pt x="1" y="66"/>
                    <a:pt x="1" y="68"/>
                  </a:cubicBezTo>
                  <a:cubicBezTo>
                    <a:pt x="2" y="69"/>
                    <a:pt x="4" y="70"/>
                    <a:pt x="5" y="70"/>
                  </a:cubicBezTo>
                  <a:cubicBezTo>
                    <a:pt x="7" y="70"/>
                    <a:pt x="8" y="70"/>
                    <a:pt x="9" y="69"/>
                  </a:cubicBezTo>
                  <a:cubicBezTo>
                    <a:pt x="10" y="67"/>
                    <a:pt x="11" y="66"/>
                    <a:pt x="11" y="65"/>
                  </a:cubicBezTo>
                  <a:cubicBezTo>
                    <a:pt x="11" y="64"/>
                    <a:pt x="11" y="63"/>
                    <a:pt x="11" y="62"/>
                  </a:cubicBezTo>
                  <a:cubicBezTo>
                    <a:pt x="10" y="58"/>
                    <a:pt x="10" y="54"/>
                    <a:pt x="10" y="50"/>
                  </a:cubicBezTo>
                  <a:cubicBezTo>
                    <a:pt x="10" y="47"/>
                    <a:pt x="10" y="43"/>
                    <a:pt x="11" y="37"/>
                  </a:cubicBezTo>
                  <a:cubicBezTo>
                    <a:pt x="12" y="32"/>
                    <a:pt x="13" y="27"/>
                    <a:pt x="14" y="22"/>
                  </a:cubicBezTo>
                  <a:cubicBezTo>
                    <a:pt x="16" y="15"/>
                    <a:pt x="17" y="11"/>
                    <a:pt x="17" y="10"/>
                  </a:cubicBezTo>
                  <a:cubicBezTo>
                    <a:pt x="18" y="8"/>
                    <a:pt x="18" y="6"/>
                    <a:pt x="18" y="5"/>
                  </a:cubicBezTo>
                  <a:cubicBezTo>
                    <a:pt x="18" y="2"/>
                    <a:pt x="16" y="0"/>
                    <a:pt x="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128"/>
            <p:cNvSpPr>
              <a:spLocks noEditPoints="1"/>
            </p:cNvSpPr>
            <p:nvPr/>
          </p:nvSpPr>
          <p:spPr bwMode="auto">
            <a:xfrm>
              <a:off x="9756775" y="5692775"/>
              <a:ext cx="73025" cy="79375"/>
            </a:xfrm>
            <a:custGeom>
              <a:avLst/>
              <a:gdLst>
                <a:gd name="T0" fmla="*/ 40 w 42"/>
                <a:gd name="T1" fmla="*/ 38 h 45"/>
                <a:gd name="T2" fmla="*/ 38 w 42"/>
                <a:gd name="T3" fmla="*/ 37 h 45"/>
                <a:gd name="T4" fmla="*/ 37 w 42"/>
                <a:gd name="T5" fmla="*/ 34 h 45"/>
                <a:gd name="T6" fmla="*/ 37 w 42"/>
                <a:gd name="T7" fmla="*/ 27 h 45"/>
                <a:gd name="T8" fmla="*/ 38 w 42"/>
                <a:gd name="T9" fmla="*/ 14 h 45"/>
                <a:gd name="T10" fmla="*/ 39 w 42"/>
                <a:gd name="T11" fmla="*/ 8 h 45"/>
                <a:gd name="T12" fmla="*/ 35 w 42"/>
                <a:gd name="T13" fmla="*/ 4 h 45"/>
                <a:gd name="T14" fmla="*/ 28 w 42"/>
                <a:gd name="T15" fmla="*/ 0 h 45"/>
                <a:gd name="T16" fmla="*/ 10 w 42"/>
                <a:gd name="T17" fmla="*/ 11 h 45"/>
                <a:gd name="T18" fmla="*/ 0 w 42"/>
                <a:gd name="T19" fmla="*/ 34 h 45"/>
                <a:gd name="T20" fmla="*/ 3 w 42"/>
                <a:gd name="T21" fmla="*/ 41 h 45"/>
                <a:gd name="T22" fmla="*/ 9 w 42"/>
                <a:gd name="T23" fmla="*/ 44 h 45"/>
                <a:gd name="T24" fmla="*/ 29 w 42"/>
                <a:gd name="T25" fmla="*/ 30 h 45"/>
                <a:gd name="T26" fmla="*/ 36 w 42"/>
                <a:gd name="T27" fmla="*/ 45 h 45"/>
                <a:gd name="T28" fmla="*/ 40 w 42"/>
                <a:gd name="T29" fmla="*/ 43 h 45"/>
                <a:gd name="T30" fmla="*/ 42 w 42"/>
                <a:gd name="T31" fmla="*/ 40 h 45"/>
                <a:gd name="T32" fmla="*/ 40 w 42"/>
                <a:gd name="T33" fmla="*/ 38 h 45"/>
                <a:gd name="T34" fmla="*/ 23 w 42"/>
                <a:gd name="T35" fmla="*/ 27 h 45"/>
                <a:gd name="T36" fmla="*/ 11 w 42"/>
                <a:gd name="T37" fmla="*/ 35 h 45"/>
                <a:gd name="T38" fmla="*/ 10 w 42"/>
                <a:gd name="T39" fmla="*/ 32 h 45"/>
                <a:gd name="T40" fmla="*/ 16 w 42"/>
                <a:gd name="T41" fmla="*/ 17 h 45"/>
                <a:gd name="T42" fmla="*/ 27 w 42"/>
                <a:gd name="T43" fmla="*/ 8 h 45"/>
                <a:gd name="T44" fmla="*/ 29 w 42"/>
                <a:gd name="T45" fmla="*/ 9 h 45"/>
                <a:gd name="T46" fmla="*/ 30 w 42"/>
                <a:gd name="T47" fmla="*/ 12 h 45"/>
                <a:gd name="T48" fmla="*/ 23 w 42"/>
                <a:gd name="T49"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 h="45">
                  <a:moveTo>
                    <a:pt x="40" y="38"/>
                  </a:moveTo>
                  <a:cubicBezTo>
                    <a:pt x="39" y="38"/>
                    <a:pt x="39" y="37"/>
                    <a:pt x="38" y="37"/>
                  </a:cubicBezTo>
                  <a:cubicBezTo>
                    <a:pt x="38" y="36"/>
                    <a:pt x="38" y="35"/>
                    <a:pt x="37" y="34"/>
                  </a:cubicBezTo>
                  <a:cubicBezTo>
                    <a:pt x="37" y="33"/>
                    <a:pt x="37" y="30"/>
                    <a:pt x="37" y="27"/>
                  </a:cubicBezTo>
                  <a:cubicBezTo>
                    <a:pt x="37" y="24"/>
                    <a:pt x="37" y="19"/>
                    <a:pt x="38" y="14"/>
                  </a:cubicBezTo>
                  <a:cubicBezTo>
                    <a:pt x="39" y="11"/>
                    <a:pt x="39" y="9"/>
                    <a:pt x="39" y="8"/>
                  </a:cubicBezTo>
                  <a:cubicBezTo>
                    <a:pt x="39" y="6"/>
                    <a:pt x="38" y="4"/>
                    <a:pt x="35" y="4"/>
                  </a:cubicBezTo>
                  <a:cubicBezTo>
                    <a:pt x="34" y="1"/>
                    <a:pt x="32" y="0"/>
                    <a:pt x="28" y="0"/>
                  </a:cubicBezTo>
                  <a:cubicBezTo>
                    <a:pt x="22" y="0"/>
                    <a:pt x="16" y="4"/>
                    <a:pt x="10" y="11"/>
                  </a:cubicBezTo>
                  <a:cubicBezTo>
                    <a:pt x="3" y="19"/>
                    <a:pt x="0" y="27"/>
                    <a:pt x="0" y="34"/>
                  </a:cubicBezTo>
                  <a:cubicBezTo>
                    <a:pt x="0" y="37"/>
                    <a:pt x="1" y="39"/>
                    <a:pt x="3" y="41"/>
                  </a:cubicBezTo>
                  <a:cubicBezTo>
                    <a:pt x="5" y="43"/>
                    <a:pt x="7" y="44"/>
                    <a:pt x="9" y="44"/>
                  </a:cubicBezTo>
                  <a:cubicBezTo>
                    <a:pt x="15" y="44"/>
                    <a:pt x="22" y="39"/>
                    <a:pt x="29" y="30"/>
                  </a:cubicBezTo>
                  <a:cubicBezTo>
                    <a:pt x="28" y="40"/>
                    <a:pt x="31" y="45"/>
                    <a:pt x="36" y="45"/>
                  </a:cubicBezTo>
                  <a:cubicBezTo>
                    <a:pt x="37" y="45"/>
                    <a:pt x="39" y="44"/>
                    <a:pt x="40" y="43"/>
                  </a:cubicBezTo>
                  <a:cubicBezTo>
                    <a:pt x="41" y="43"/>
                    <a:pt x="42" y="41"/>
                    <a:pt x="42" y="40"/>
                  </a:cubicBezTo>
                  <a:cubicBezTo>
                    <a:pt x="42" y="39"/>
                    <a:pt x="41" y="39"/>
                    <a:pt x="40" y="38"/>
                  </a:cubicBezTo>
                  <a:close/>
                  <a:moveTo>
                    <a:pt x="23" y="27"/>
                  </a:moveTo>
                  <a:cubicBezTo>
                    <a:pt x="18" y="32"/>
                    <a:pt x="14" y="35"/>
                    <a:pt x="11" y="35"/>
                  </a:cubicBezTo>
                  <a:cubicBezTo>
                    <a:pt x="10" y="35"/>
                    <a:pt x="10" y="34"/>
                    <a:pt x="10" y="32"/>
                  </a:cubicBezTo>
                  <a:cubicBezTo>
                    <a:pt x="10" y="28"/>
                    <a:pt x="12" y="23"/>
                    <a:pt x="16" y="17"/>
                  </a:cubicBezTo>
                  <a:cubicBezTo>
                    <a:pt x="21" y="11"/>
                    <a:pt x="24" y="8"/>
                    <a:pt x="27" y="8"/>
                  </a:cubicBezTo>
                  <a:cubicBezTo>
                    <a:pt x="27" y="8"/>
                    <a:pt x="28" y="8"/>
                    <a:pt x="29" y="9"/>
                  </a:cubicBezTo>
                  <a:cubicBezTo>
                    <a:pt x="29" y="10"/>
                    <a:pt x="30" y="11"/>
                    <a:pt x="30" y="12"/>
                  </a:cubicBezTo>
                  <a:cubicBezTo>
                    <a:pt x="30" y="16"/>
                    <a:pt x="27" y="21"/>
                    <a:pt x="23"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129"/>
            <p:cNvSpPr>
              <a:spLocks/>
            </p:cNvSpPr>
            <p:nvPr/>
          </p:nvSpPr>
          <p:spPr bwMode="auto">
            <a:xfrm>
              <a:off x="9845675" y="5694363"/>
              <a:ext cx="68263" cy="77788"/>
            </a:xfrm>
            <a:custGeom>
              <a:avLst/>
              <a:gdLst>
                <a:gd name="T0" fmla="*/ 30 w 39"/>
                <a:gd name="T1" fmla="*/ 0 h 44"/>
                <a:gd name="T2" fmla="*/ 19 w 39"/>
                <a:gd name="T3" fmla="*/ 6 h 44"/>
                <a:gd name="T4" fmla="*/ 9 w 39"/>
                <a:gd name="T5" fmla="*/ 21 h 44"/>
                <a:gd name="T6" fmla="*/ 8 w 39"/>
                <a:gd name="T7" fmla="*/ 23 h 44"/>
                <a:gd name="T8" fmla="*/ 9 w 39"/>
                <a:gd name="T9" fmla="*/ 17 h 44"/>
                <a:gd name="T10" fmla="*/ 10 w 39"/>
                <a:gd name="T11" fmla="*/ 12 h 44"/>
                <a:gd name="T12" fmla="*/ 12 w 39"/>
                <a:gd name="T13" fmla="*/ 4 h 44"/>
                <a:gd name="T14" fmla="*/ 11 w 39"/>
                <a:gd name="T15" fmla="*/ 1 h 44"/>
                <a:gd name="T16" fmla="*/ 8 w 39"/>
                <a:gd name="T17" fmla="*/ 0 h 44"/>
                <a:gd name="T18" fmla="*/ 4 w 39"/>
                <a:gd name="T19" fmla="*/ 1 h 44"/>
                <a:gd name="T20" fmla="*/ 2 w 39"/>
                <a:gd name="T21" fmla="*/ 4 h 44"/>
                <a:gd name="T22" fmla="*/ 1 w 39"/>
                <a:gd name="T23" fmla="*/ 9 h 44"/>
                <a:gd name="T24" fmla="*/ 1 w 39"/>
                <a:gd name="T25" fmla="*/ 12 h 44"/>
                <a:gd name="T26" fmla="*/ 0 w 39"/>
                <a:gd name="T27" fmla="*/ 23 h 44"/>
                <a:gd name="T28" fmla="*/ 0 w 39"/>
                <a:gd name="T29" fmla="*/ 31 h 44"/>
                <a:gd name="T30" fmla="*/ 1 w 39"/>
                <a:gd name="T31" fmla="*/ 41 h 44"/>
                <a:gd name="T32" fmla="*/ 5 w 39"/>
                <a:gd name="T33" fmla="*/ 44 h 44"/>
                <a:gd name="T34" fmla="*/ 9 w 39"/>
                <a:gd name="T35" fmla="*/ 43 h 44"/>
                <a:gd name="T36" fmla="*/ 11 w 39"/>
                <a:gd name="T37" fmla="*/ 38 h 44"/>
                <a:gd name="T38" fmla="*/ 19 w 39"/>
                <a:gd name="T39" fmla="*/ 18 h 44"/>
                <a:gd name="T40" fmla="*/ 29 w 39"/>
                <a:gd name="T41" fmla="*/ 9 h 44"/>
                <a:gd name="T42" fmla="*/ 31 w 39"/>
                <a:gd name="T43" fmla="*/ 10 h 44"/>
                <a:gd name="T44" fmla="*/ 36 w 39"/>
                <a:gd name="T45" fmla="*/ 12 h 44"/>
                <a:gd name="T46" fmla="*/ 38 w 39"/>
                <a:gd name="T47" fmla="*/ 10 h 44"/>
                <a:gd name="T48" fmla="*/ 39 w 39"/>
                <a:gd name="T49" fmla="*/ 7 h 44"/>
                <a:gd name="T50" fmla="*/ 36 w 39"/>
                <a:gd name="T51" fmla="*/ 2 h 44"/>
                <a:gd name="T52" fmla="*/ 30 w 39"/>
                <a:gd name="T53"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9" h="44">
                  <a:moveTo>
                    <a:pt x="30" y="0"/>
                  </a:moveTo>
                  <a:cubicBezTo>
                    <a:pt x="26" y="0"/>
                    <a:pt x="23" y="2"/>
                    <a:pt x="19" y="6"/>
                  </a:cubicBezTo>
                  <a:cubicBezTo>
                    <a:pt x="15" y="10"/>
                    <a:pt x="12" y="15"/>
                    <a:pt x="9" y="21"/>
                  </a:cubicBezTo>
                  <a:cubicBezTo>
                    <a:pt x="8" y="23"/>
                    <a:pt x="8" y="23"/>
                    <a:pt x="8" y="23"/>
                  </a:cubicBezTo>
                  <a:cubicBezTo>
                    <a:pt x="9" y="17"/>
                    <a:pt x="9" y="17"/>
                    <a:pt x="9" y="17"/>
                  </a:cubicBezTo>
                  <a:cubicBezTo>
                    <a:pt x="9" y="15"/>
                    <a:pt x="10" y="13"/>
                    <a:pt x="10" y="12"/>
                  </a:cubicBezTo>
                  <a:cubicBezTo>
                    <a:pt x="11" y="8"/>
                    <a:pt x="12" y="5"/>
                    <a:pt x="12" y="4"/>
                  </a:cubicBezTo>
                  <a:cubicBezTo>
                    <a:pt x="12" y="3"/>
                    <a:pt x="12" y="2"/>
                    <a:pt x="11" y="1"/>
                  </a:cubicBezTo>
                  <a:cubicBezTo>
                    <a:pt x="10" y="1"/>
                    <a:pt x="9" y="0"/>
                    <a:pt x="8" y="0"/>
                  </a:cubicBezTo>
                  <a:cubicBezTo>
                    <a:pt x="6" y="0"/>
                    <a:pt x="5" y="1"/>
                    <a:pt x="4" y="1"/>
                  </a:cubicBezTo>
                  <a:cubicBezTo>
                    <a:pt x="3" y="2"/>
                    <a:pt x="2" y="3"/>
                    <a:pt x="2" y="4"/>
                  </a:cubicBezTo>
                  <a:cubicBezTo>
                    <a:pt x="1" y="5"/>
                    <a:pt x="1" y="7"/>
                    <a:pt x="1" y="9"/>
                  </a:cubicBezTo>
                  <a:cubicBezTo>
                    <a:pt x="1" y="10"/>
                    <a:pt x="1" y="11"/>
                    <a:pt x="1" y="12"/>
                  </a:cubicBezTo>
                  <a:cubicBezTo>
                    <a:pt x="0" y="17"/>
                    <a:pt x="0" y="20"/>
                    <a:pt x="0" y="23"/>
                  </a:cubicBezTo>
                  <a:cubicBezTo>
                    <a:pt x="0" y="27"/>
                    <a:pt x="0" y="29"/>
                    <a:pt x="0" y="31"/>
                  </a:cubicBezTo>
                  <a:cubicBezTo>
                    <a:pt x="0" y="36"/>
                    <a:pt x="0" y="39"/>
                    <a:pt x="1" y="41"/>
                  </a:cubicBezTo>
                  <a:cubicBezTo>
                    <a:pt x="2" y="43"/>
                    <a:pt x="3" y="44"/>
                    <a:pt x="5" y="44"/>
                  </a:cubicBezTo>
                  <a:cubicBezTo>
                    <a:pt x="6" y="44"/>
                    <a:pt x="8" y="44"/>
                    <a:pt x="9" y="43"/>
                  </a:cubicBezTo>
                  <a:cubicBezTo>
                    <a:pt x="10" y="42"/>
                    <a:pt x="10" y="41"/>
                    <a:pt x="11" y="38"/>
                  </a:cubicBezTo>
                  <a:cubicBezTo>
                    <a:pt x="12" y="31"/>
                    <a:pt x="14" y="24"/>
                    <a:pt x="19" y="18"/>
                  </a:cubicBezTo>
                  <a:cubicBezTo>
                    <a:pt x="24" y="12"/>
                    <a:pt x="27" y="9"/>
                    <a:pt x="29" y="9"/>
                  </a:cubicBezTo>
                  <a:cubicBezTo>
                    <a:pt x="29" y="9"/>
                    <a:pt x="30" y="9"/>
                    <a:pt x="31" y="10"/>
                  </a:cubicBezTo>
                  <a:cubicBezTo>
                    <a:pt x="32" y="11"/>
                    <a:pt x="34" y="12"/>
                    <a:pt x="36" y="12"/>
                  </a:cubicBezTo>
                  <a:cubicBezTo>
                    <a:pt x="37" y="12"/>
                    <a:pt x="37" y="11"/>
                    <a:pt x="38" y="10"/>
                  </a:cubicBezTo>
                  <a:cubicBezTo>
                    <a:pt x="39" y="10"/>
                    <a:pt x="39" y="9"/>
                    <a:pt x="39" y="7"/>
                  </a:cubicBezTo>
                  <a:cubicBezTo>
                    <a:pt x="39" y="5"/>
                    <a:pt x="38" y="3"/>
                    <a:pt x="36" y="2"/>
                  </a:cubicBezTo>
                  <a:cubicBezTo>
                    <a:pt x="35" y="1"/>
                    <a:pt x="32" y="0"/>
                    <a:pt x="3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130"/>
            <p:cNvSpPr>
              <a:spLocks/>
            </p:cNvSpPr>
            <p:nvPr/>
          </p:nvSpPr>
          <p:spPr bwMode="auto">
            <a:xfrm>
              <a:off x="9974263" y="5665788"/>
              <a:ext cx="84138" cy="107950"/>
            </a:xfrm>
            <a:custGeom>
              <a:avLst/>
              <a:gdLst>
                <a:gd name="T0" fmla="*/ 41 w 48"/>
                <a:gd name="T1" fmla="*/ 1 h 61"/>
                <a:gd name="T2" fmla="*/ 41 w 48"/>
                <a:gd name="T3" fmla="*/ 1 h 61"/>
                <a:gd name="T4" fmla="*/ 34 w 48"/>
                <a:gd name="T5" fmla="*/ 1 h 61"/>
                <a:gd name="T6" fmla="*/ 13 w 48"/>
                <a:gd name="T7" fmla="*/ 4 h 61"/>
                <a:gd name="T8" fmla="*/ 9 w 48"/>
                <a:gd name="T9" fmla="*/ 4 h 61"/>
                <a:gd name="T10" fmla="*/ 6 w 48"/>
                <a:gd name="T11" fmla="*/ 4 h 61"/>
                <a:gd name="T12" fmla="*/ 5 w 48"/>
                <a:gd name="T13" fmla="*/ 6 h 61"/>
                <a:gd name="T14" fmla="*/ 5 w 48"/>
                <a:gd name="T15" fmla="*/ 7 h 61"/>
                <a:gd name="T16" fmla="*/ 5 w 48"/>
                <a:gd name="T17" fmla="*/ 10 h 61"/>
                <a:gd name="T18" fmla="*/ 6 w 48"/>
                <a:gd name="T19" fmla="*/ 11 h 61"/>
                <a:gd name="T20" fmla="*/ 6 w 48"/>
                <a:gd name="T21" fmla="*/ 12 h 61"/>
                <a:gd name="T22" fmla="*/ 4 w 48"/>
                <a:gd name="T23" fmla="*/ 30 h 61"/>
                <a:gd name="T24" fmla="*/ 0 w 48"/>
                <a:gd name="T25" fmla="*/ 52 h 61"/>
                <a:gd name="T26" fmla="*/ 0 w 48"/>
                <a:gd name="T27" fmla="*/ 54 h 61"/>
                <a:gd name="T28" fmla="*/ 0 w 48"/>
                <a:gd name="T29" fmla="*/ 56 h 61"/>
                <a:gd name="T30" fmla="*/ 1 w 48"/>
                <a:gd name="T31" fmla="*/ 60 h 61"/>
                <a:gd name="T32" fmla="*/ 6 w 48"/>
                <a:gd name="T33" fmla="*/ 61 h 61"/>
                <a:gd name="T34" fmla="*/ 19 w 48"/>
                <a:gd name="T35" fmla="*/ 60 h 61"/>
                <a:gd name="T36" fmla="*/ 32 w 48"/>
                <a:gd name="T37" fmla="*/ 58 h 61"/>
                <a:gd name="T38" fmla="*/ 43 w 48"/>
                <a:gd name="T39" fmla="*/ 56 h 61"/>
                <a:gd name="T40" fmla="*/ 44 w 48"/>
                <a:gd name="T41" fmla="*/ 53 h 61"/>
                <a:gd name="T42" fmla="*/ 39 w 48"/>
                <a:gd name="T43" fmla="*/ 49 h 61"/>
                <a:gd name="T44" fmla="*/ 32 w 48"/>
                <a:gd name="T45" fmla="*/ 50 h 61"/>
                <a:gd name="T46" fmla="*/ 22 w 48"/>
                <a:gd name="T47" fmla="*/ 51 h 61"/>
                <a:gd name="T48" fmla="*/ 12 w 48"/>
                <a:gd name="T49" fmla="*/ 52 h 61"/>
                <a:gd name="T50" fmla="*/ 10 w 48"/>
                <a:gd name="T51" fmla="*/ 51 h 61"/>
                <a:gd name="T52" fmla="*/ 11 w 48"/>
                <a:gd name="T53" fmla="*/ 44 h 61"/>
                <a:gd name="T54" fmla="*/ 12 w 48"/>
                <a:gd name="T55" fmla="*/ 38 h 61"/>
                <a:gd name="T56" fmla="*/ 13 w 48"/>
                <a:gd name="T57" fmla="*/ 37 h 61"/>
                <a:gd name="T58" fmla="*/ 13 w 48"/>
                <a:gd name="T59" fmla="*/ 37 h 61"/>
                <a:gd name="T60" fmla="*/ 26 w 48"/>
                <a:gd name="T61" fmla="*/ 35 h 61"/>
                <a:gd name="T62" fmla="*/ 30 w 48"/>
                <a:gd name="T63" fmla="*/ 34 h 61"/>
                <a:gd name="T64" fmla="*/ 35 w 48"/>
                <a:gd name="T65" fmla="*/ 34 h 61"/>
                <a:gd name="T66" fmla="*/ 41 w 48"/>
                <a:gd name="T67" fmla="*/ 32 h 61"/>
                <a:gd name="T68" fmla="*/ 42 w 48"/>
                <a:gd name="T69" fmla="*/ 29 h 61"/>
                <a:gd name="T70" fmla="*/ 36 w 48"/>
                <a:gd name="T71" fmla="*/ 25 h 61"/>
                <a:gd name="T72" fmla="*/ 27 w 48"/>
                <a:gd name="T73" fmla="*/ 26 h 61"/>
                <a:gd name="T74" fmla="*/ 21 w 48"/>
                <a:gd name="T75" fmla="*/ 27 h 61"/>
                <a:gd name="T76" fmla="*/ 13 w 48"/>
                <a:gd name="T77" fmla="*/ 28 h 61"/>
                <a:gd name="T78" fmla="*/ 15 w 48"/>
                <a:gd name="T79" fmla="*/ 22 h 61"/>
                <a:gd name="T80" fmla="*/ 16 w 48"/>
                <a:gd name="T81" fmla="*/ 15 h 61"/>
                <a:gd name="T82" fmla="*/ 16 w 48"/>
                <a:gd name="T83" fmla="*/ 12 h 61"/>
                <a:gd name="T84" fmla="*/ 21 w 48"/>
                <a:gd name="T85" fmla="*/ 11 h 61"/>
                <a:gd name="T86" fmla="*/ 32 w 48"/>
                <a:gd name="T87" fmla="*/ 10 h 61"/>
                <a:gd name="T88" fmla="*/ 44 w 48"/>
                <a:gd name="T89" fmla="*/ 9 h 61"/>
                <a:gd name="T90" fmla="*/ 47 w 48"/>
                <a:gd name="T91" fmla="*/ 8 h 61"/>
                <a:gd name="T92" fmla="*/ 48 w 48"/>
                <a:gd name="T93" fmla="*/ 5 h 61"/>
                <a:gd name="T94" fmla="*/ 41 w 48"/>
                <a:gd name="T95" fmla="*/ 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8" h="61">
                  <a:moveTo>
                    <a:pt x="41" y="1"/>
                  </a:moveTo>
                  <a:cubicBezTo>
                    <a:pt x="41" y="1"/>
                    <a:pt x="41" y="1"/>
                    <a:pt x="41" y="1"/>
                  </a:cubicBezTo>
                  <a:cubicBezTo>
                    <a:pt x="40" y="1"/>
                    <a:pt x="38" y="1"/>
                    <a:pt x="34" y="1"/>
                  </a:cubicBezTo>
                  <a:cubicBezTo>
                    <a:pt x="22" y="3"/>
                    <a:pt x="15" y="4"/>
                    <a:pt x="13" y="4"/>
                  </a:cubicBezTo>
                  <a:cubicBezTo>
                    <a:pt x="12" y="4"/>
                    <a:pt x="11" y="4"/>
                    <a:pt x="9" y="4"/>
                  </a:cubicBezTo>
                  <a:cubicBezTo>
                    <a:pt x="8" y="4"/>
                    <a:pt x="7" y="4"/>
                    <a:pt x="6" y="4"/>
                  </a:cubicBezTo>
                  <a:cubicBezTo>
                    <a:pt x="5" y="5"/>
                    <a:pt x="5" y="5"/>
                    <a:pt x="5" y="6"/>
                  </a:cubicBezTo>
                  <a:cubicBezTo>
                    <a:pt x="5" y="6"/>
                    <a:pt x="5" y="7"/>
                    <a:pt x="5" y="7"/>
                  </a:cubicBezTo>
                  <a:cubicBezTo>
                    <a:pt x="5" y="8"/>
                    <a:pt x="5" y="9"/>
                    <a:pt x="5" y="10"/>
                  </a:cubicBezTo>
                  <a:cubicBezTo>
                    <a:pt x="6" y="11"/>
                    <a:pt x="6" y="11"/>
                    <a:pt x="6" y="11"/>
                  </a:cubicBezTo>
                  <a:cubicBezTo>
                    <a:pt x="6" y="12"/>
                    <a:pt x="6" y="12"/>
                    <a:pt x="6" y="12"/>
                  </a:cubicBezTo>
                  <a:cubicBezTo>
                    <a:pt x="6" y="13"/>
                    <a:pt x="6" y="19"/>
                    <a:pt x="4" y="30"/>
                  </a:cubicBezTo>
                  <a:cubicBezTo>
                    <a:pt x="3" y="41"/>
                    <a:pt x="1" y="49"/>
                    <a:pt x="0" y="52"/>
                  </a:cubicBezTo>
                  <a:cubicBezTo>
                    <a:pt x="0" y="53"/>
                    <a:pt x="0" y="54"/>
                    <a:pt x="0" y="54"/>
                  </a:cubicBezTo>
                  <a:cubicBezTo>
                    <a:pt x="0" y="56"/>
                    <a:pt x="0" y="56"/>
                    <a:pt x="0" y="56"/>
                  </a:cubicBezTo>
                  <a:cubicBezTo>
                    <a:pt x="0" y="57"/>
                    <a:pt x="0" y="59"/>
                    <a:pt x="1" y="60"/>
                  </a:cubicBezTo>
                  <a:cubicBezTo>
                    <a:pt x="2" y="61"/>
                    <a:pt x="4" y="61"/>
                    <a:pt x="6" y="61"/>
                  </a:cubicBezTo>
                  <a:cubicBezTo>
                    <a:pt x="10" y="61"/>
                    <a:pt x="14" y="61"/>
                    <a:pt x="19" y="60"/>
                  </a:cubicBezTo>
                  <a:cubicBezTo>
                    <a:pt x="24" y="59"/>
                    <a:pt x="28" y="59"/>
                    <a:pt x="32" y="58"/>
                  </a:cubicBezTo>
                  <a:cubicBezTo>
                    <a:pt x="37" y="58"/>
                    <a:pt x="40" y="57"/>
                    <a:pt x="43" y="56"/>
                  </a:cubicBezTo>
                  <a:cubicBezTo>
                    <a:pt x="44" y="56"/>
                    <a:pt x="44" y="55"/>
                    <a:pt x="44" y="53"/>
                  </a:cubicBezTo>
                  <a:cubicBezTo>
                    <a:pt x="44" y="51"/>
                    <a:pt x="42" y="49"/>
                    <a:pt x="39" y="49"/>
                  </a:cubicBezTo>
                  <a:cubicBezTo>
                    <a:pt x="38" y="49"/>
                    <a:pt x="36" y="49"/>
                    <a:pt x="32" y="50"/>
                  </a:cubicBezTo>
                  <a:cubicBezTo>
                    <a:pt x="31" y="50"/>
                    <a:pt x="27" y="51"/>
                    <a:pt x="22" y="51"/>
                  </a:cubicBezTo>
                  <a:cubicBezTo>
                    <a:pt x="17" y="52"/>
                    <a:pt x="13" y="52"/>
                    <a:pt x="12" y="52"/>
                  </a:cubicBezTo>
                  <a:cubicBezTo>
                    <a:pt x="11" y="52"/>
                    <a:pt x="10" y="52"/>
                    <a:pt x="10" y="51"/>
                  </a:cubicBezTo>
                  <a:cubicBezTo>
                    <a:pt x="10" y="50"/>
                    <a:pt x="11" y="47"/>
                    <a:pt x="11" y="44"/>
                  </a:cubicBezTo>
                  <a:cubicBezTo>
                    <a:pt x="12" y="40"/>
                    <a:pt x="12" y="38"/>
                    <a:pt x="12" y="38"/>
                  </a:cubicBezTo>
                  <a:cubicBezTo>
                    <a:pt x="13" y="37"/>
                    <a:pt x="13" y="37"/>
                    <a:pt x="13" y="37"/>
                  </a:cubicBezTo>
                  <a:cubicBezTo>
                    <a:pt x="13" y="37"/>
                    <a:pt x="13" y="37"/>
                    <a:pt x="13" y="37"/>
                  </a:cubicBezTo>
                  <a:cubicBezTo>
                    <a:pt x="15" y="36"/>
                    <a:pt x="19" y="36"/>
                    <a:pt x="26" y="35"/>
                  </a:cubicBezTo>
                  <a:cubicBezTo>
                    <a:pt x="28" y="35"/>
                    <a:pt x="29" y="35"/>
                    <a:pt x="30" y="34"/>
                  </a:cubicBezTo>
                  <a:cubicBezTo>
                    <a:pt x="32" y="34"/>
                    <a:pt x="34" y="34"/>
                    <a:pt x="35" y="34"/>
                  </a:cubicBezTo>
                  <a:cubicBezTo>
                    <a:pt x="38" y="34"/>
                    <a:pt x="39" y="33"/>
                    <a:pt x="41" y="32"/>
                  </a:cubicBezTo>
                  <a:cubicBezTo>
                    <a:pt x="42" y="32"/>
                    <a:pt x="42" y="30"/>
                    <a:pt x="42" y="29"/>
                  </a:cubicBezTo>
                  <a:cubicBezTo>
                    <a:pt x="42" y="26"/>
                    <a:pt x="40" y="25"/>
                    <a:pt x="36" y="25"/>
                  </a:cubicBezTo>
                  <a:cubicBezTo>
                    <a:pt x="34" y="25"/>
                    <a:pt x="31" y="25"/>
                    <a:pt x="27" y="26"/>
                  </a:cubicBezTo>
                  <a:cubicBezTo>
                    <a:pt x="26" y="27"/>
                    <a:pt x="24" y="27"/>
                    <a:pt x="21" y="27"/>
                  </a:cubicBezTo>
                  <a:cubicBezTo>
                    <a:pt x="17" y="28"/>
                    <a:pt x="15" y="28"/>
                    <a:pt x="13" y="28"/>
                  </a:cubicBezTo>
                  <a:cubicBezTo>
                    <a:pt x="13" y="26"/>
                    <a:pt x="14" y="24"/>
                    <a:pt x="15" y="22"/>
                  </a:cubicBezTo>
                  <a:cubicBezTo>
                    <a:pt x="15" y="18"/>
                    <a:pt x="16" y="16"/>
                    <a:pt x="16" y="15"/>
                  </a:cubicBezTo>
                  <a:cubicBezTo>
                    <a:pt x="16" y="13"/>
                    <a:pt x="16" y="12"/>
                    <a:pt x="16" y="12"/>
                  </a:cubicBezTo>
                  <a:cubicBezTo>
                    <a:pt x="17" y="12"/>
                    <a:pt x="18" y="12"/>
                    <a:pt x="21" y="11"/>
                  </a:cubicBezTo>
                  <a:cubicBezTo>
                    <a:pt x="24" y="10"/>
                    <a:pt x="28" y="10"/>
                    <a:pt x="32" y="10"/>
                  </a:cubicBezTo>
                  <a:cubicBezTo>
                    <a:pt x="44" y="9"/>
                    <a:pt x="44" y="9"/>
                    <a:pt x="44" y="9"/>
                  </a:cubicBezTo>
                  <a:cubicBezTo>
                    <a:pt x="45" y="9"/>
                    <a:pt x="46" y="8"/>
                    <a:pt x="47" y="8"/>
                  </a:cubicBezTo>
                  <a:cubicBezTo>
                    <a:pt x="48" y="7"/>
                    <a:pt x="48" y="6"/>
                    <a:pt x="48" y="5"/>
                  </a:cubicBezTo>
                  <a:cubicBezTo>
                    <a:pt x="48" y="2"/>
                    <a:pt x="46" y="0"/>
                    <a:pt x="4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131"/>
            <p:cNvSpPr>
              <a:spLocks/>
            </p:cNvSpPr>
            <p:nvPr/>
          </p:nvSpPr>
          <p:spPr bwMode="auto">
            <a:xfrm>
              <a:off x="10058400" y="5691188"/>
              <a:ext cx="77788" cy="85725"/>
            </a:xfrm>
            <a:custGeom>
              <a:avLst/>
              <a:gdLst>
                <a:gd name="T0" fmla="*/ 45 w 45"/>
                <a:gd name="T1" fmla="*/ 4 h 49"/>
                <a:gd name="T2" fmla="*/ 43 w 45"/>
                <a:gd name="T3" fmla="*/ 1 h 49"/>
                <a:gd name="T4" fmla="*/ 40 w 45"/>
                <a:gd name="T5" fmla="*/ 0 h 49"/>
                <a:gd name="T6" fmla="*/ 37 w 45"/>
                <a:gd name="T7" fmla="*/ 0 h 49"/>
                <a:gd name="T8" fmla="*/ 35 w 45"/>
                <a:gd name="T9" fmla="*/ 4 h 49"/>
                <a:gd name="T10" fmla="*/ 28 w 45"/>
                <a:gd name="T11" fmla="*/ 13 h 49"/>
                <a:gd name="T12" fmla="*/ 26 w 45"/>
                <a:gd name="T13" fmla="*/ 14 h 49"/>
                <a:gd name="T14" fmla="*/ 22 w 45"/>
                <a:gd name="T15" fmla="*/ 19 h 49"/>
                <a:gd name="T16" fmla="*/ 18 w 45"/>
                <a:gd name="T17" fmla="*/ 6 h 49"/>
                <a:gd name="T18" fmla="*/ 13 w 45"/>
                <a:gd name="T19" fmla="*/ 0 h 49"/>
                <a:gd name="T20" fmla="*/ 8 w 45"/>
                <a:gd name="T21" fmla="*/ 7 h 49"/>
                <a:gd name="T22" fmla="*/ 15 w 45"/>
                <a:gd name="T23" fmla="*/ 24 h 49"/>
                <a:gd name="T24" fmla="*/ 13 w 45"/>
                <a:gd name="T25" fmla="*/ 26 h 49"/>
                <a:gd name="T26" fmla="*/ 3 w 45"/>
                <a:gd name="T27" fmla="*/ 37 h 49"/>
                <a:gd name="T28" fmla="*/ 0 w 45"/>
                <a:gd name="T29" fmla="*/ 43 h 49"/>
                <a:gd name="T30" fmla="*/ 2 w 45"/>
                <a:gd name="T31" fmla="*/ 47 h 49"/>
                <a:gd name="T32" fmla="*/ 7 w 45"/>
                <a:gd name="T33" fmla="*/ 49 h 49"/>
                <a:gd name="T34" fmla="*/ 10 w 45"/>
                <a:gd name="T35" fmla="*/ 44 h 49"/>
                <a:gd name="T36" fmla="*/ 20 w 45"/>
                <a:gd name="T37" fmla="*/ 31 h 49"/>
                <a:gd name="T38" fmla="*/ 36 w 45"/>
                <a:gd name="T39" fmla="*/ 45 h 49"/>
                <a:gd name="T40" fmla="*/ 40 w 45"/>
                <a:gd name="T41" fmla="*/ 43 h 49"/>
                <a:gd name="T42" fmla="*/ 42 w 45"/>
                <a:gd name="T43" fmla="*/ 40 h 49"/>
                <a:gd name="T44" fmla="*/ 41 w 45"/>
                <a:gd name="T45" fmla="*/ 38 h 49"/>
                <a:gd name="T46" fmla="*/ 40 w 45"/>
                <a:gd name="T47" fmla="*/ 37 h 49"/>
                <a:gd name="T48" fmla="*/ 26 w 45"/>
                <a:gd name="T49" fmla="*/ 25 h 49"/>
                <a:gd name="T50" fmla="*/ 45 w 45"/>
                <a:gd name="T51" fmla="*/ 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 h="49">
                  <a:moveTo>
                    <a:pt x="45" y="4"/>
                  </a:moveTo>
                  <a:cubicBezTo>
                    <a:pt x="45" y="3"/>
                    <a:pt x="44" y="2"/>
                    <a:pt x="43" y="1"/>
                  </a:cubicBezTo>
                  <a:cubicBezTo>
                    <a:pt x="42" y="0"/>
                    <a:pt x="41" y="0"/>
                    <a:pt x="40" y="0"/>
                  </a:cubicBezTo>
                  <a:cubicBezTo>
                    <a:pt x="39" y="0"/>
                    <a:pt x="38" y="0"/>
                    <a:pt x="37" y="0"/>
                  </a:cubicBezTo>
                  <a:cubicBezTo>
                    <a:pt x="37" y="1"/>
                    <a:pt x="36" y="2"/>
                    <a:pt x="35" y="4"/>
                  </a:cubicBezTo>
                  <a:cubicBezTo>
                    <a:pt x="33" y="6"/>
                    <a:pt x="31" y="9"/>
                    <a:pt x="28" y="13"/>
                  </a:cubicBezTo>
                  <a:cubicBezTo>
                    <a:pt x="27" y="13"/>
                    <a:pt x="27" y="14"/>
                    <a:pt x="26" y="14"/>
                  </a:cubicBezTo>
                  <a:cubicBezTo>
                    <a:pt x="25" y="16"/>
                    <a:pt x="23" y="17"/>
                    <a:pt x="22" y="19"/>
                  </a:cubicBezTo>
                  <a:cubicBezTo>
                    <a:pt x="19" y="14"/>
                    <a:pt x="18" y="10"/>
                    <a:pt x="18" y="6"/>
                  </a:cubicBezTo>
                  <a:cubicBezTo>
                    <a:pt x="17" y="2"/>
                    <a:pt x="16" y="0"/>
                    <a:pt x="13" y="0"/>
                  </a:cubicBezTo>
                  <a:cubicBezTo>
                    <a:pt x="10" y="0"/>
                    <a:pt x="8" y="2"/>
                    <a:pt x="8" y="7"/>
                  </a:cubicBezTo>
                  <a:cubicBezTo>
                    <a:pt x="8" y="11"/>
                    <a:pt x="10" y="17"/>
                    <a:pt x="15" y="24"/>
                  </a:cubicBezTo>
                  <a:cubicBezTo>
                    <a:pt x="15" y="25"/>
                    <a:pt x="14" y="25"/>
                    <a:pt x="13" y="26"/>
                  </a:cubicBezTo>
                  <a:cubicBezTo>
                    <a:pt x="7" y="31"/>
                    <a:pt x="4" y="35"/>
                    <a:pt x="3" y="37"/>
                  </a:cubicBezTo>
                  <a:cubicBezTo>
                    <a:pt x="1" y="40"/>
                    <a:pt x="0" y="42"/>
                    <a:pt x="0" y="43"/>
                  </a:cubicBezTo>
                  <a:cubicBezTo>
                    <a:pt x="0" y="45"/>
                    <a:pt x="1" y="47"/>
                    <a:pt x="2" y="47"/>
                  </a:cubicBezTo>
                  <a:cubicBezTo>
                    <a:pt x="3" y="48"/>
                    <a:pt x="5" y="49"/>
                    <a:pt x="7" y="49"/>
                  </a:cubicBezTo>
                  <a:cubicBezTo>
                    <a:pt x="8" y="48"/>
                    <a:pt x="9" y="46"/>
                    <a:pt x="10" y="44"/>
                  </a:cubicBezTo>
                  <a:cubicBezTo>
                    <a:pt x="12" y="40"/>
                    <a:pt x="15" y="35"/>
                    <a:pt x="20" y="31"/>
                  </a:cubicBezTo>
                  <a:cubicBezTo>
                    <a:pt x="27" y="40"/>
                    <a:pt x="32" y="45"/>
                    <a:pt x="36" y="45"/>
                  </a:cubicBezTo>
                  <a:cubicBezTo>
                    <a:pt x="38" y="45"/>
                    <a:pt x="39" y="44"/>
                    <a:pt x="40" y="43"/>
                  </a:cubicBezTo>
                  <a:cubicBezTo>
                    <a:pt x="41" y="42"/>
                    <a:pt x="42" y="41"/>
                    <a:pt x="42" y="40"/>
                  </a:cubicBezTo>
                  <a:cubicBezTo>
                    <a:pt x="42" y="39"/>
                    <a:pt x="42" y="39"/>
                    <a:pt x="41" y="38"/>
                  </a:cubicBezTo>
                  <a:cubicBezTo>
                    <a:pt x="41" y="38"/>
                    <a:pt x="40" y="37"/>
                    <a:pt x="40" y="37"/>
                  </a:cubicBezTo>
                  <a:cubicBezTo>
                    <a:pt x="35" y="34"/>
                    <a:pt x="31" y="30"/>
                    <a:pt x="26" y="25"/>
                  </a:cubicBezTo>
                  <a:cubicBezTo>
                    <a:pt x="39" y="14"/>
                    <a:pt x="45" y="7"/>
                    <a:pt x="45"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132"/>
            <p:cNvSpPr>
              <a:spLocks noEditPoints="1"/>
            </p:cNvSpPr>
            <p:nvPr/>
          </p:nvSpPr>
          <p:spPr bwMode="auto">
            <a:xfrm>
              <a:off x="10139363" y="5691188"/>
              <a:ext cx="65088" cy="80963"/>
            </a:xfrm>
            <a:custGeom>
              <a:avLst/>
              <a:gdLst>
                <a:gd name="T0" fmla="*/ 35 w 37"/>
                <a:gd name="T1" fmla="*/ 28 h 46"/>
                <a:gd name="T2" fmla="*/ 32 w 37"/>
                <a:gd name="T3" fmla="*/ 30 h 46"/>
                <a:gd name="T4" fmla="*/ 16 w 37"/>
                <a:gd name="T5" fmla="*/ 38 h 46"/>
                <a:gd name="T6" fmla="*/ 12 w 37"/>
                <a:gd name="T7" fmla="*/ 36 h 46"/>
                <a:gd name="T8" fmla="*/ 10 w 37"/>
                <a:gd name="T9" fmla="*/ 32 h 46"/>
                <a:gd name="T10" fmla="*/ 11 w 37"/>
                <a:gd name="T11" fmla="*/ 31 h 46"/>
                <a:gd name="T12" fmla="*/ 28 w 37"/>
                <a:gd name="T13" fmla="*/ 22 h 46"/>
                <a:gd name="T14" fmla="*/ 35 w 37"/>
                <a:gd name="T15" fmla="*/ 9 h 46"/>
                <a:gd name="T16" fmla="*/ 32 w 37"/>
                <a:gd name="T17" fmla="*/ 3 h 46"/>
                <a:gd name="T18" fmla="*/ 25 w 37"/>
                <a:gd name="T19" fmla="*/ 0 h 46"/>
                <a:gd name="T20" fmla="*/ 8 w 37"/>
                <a:gd name="T21" fmla="*/ 9 h 46"/>
                <a:gd name="T22" fmla="*/ 0 w 37"/>
                <a:gd name="T23" fmla="*/ 30 h 46"/>
                <a:gd name="T24" fmla="*/ 4 w 37"/>
                <a:gd name="T25" fmla="*/ 42 h 46"/>
                <a:gd name="T26" fmla="*/ 15 w 37"/>
                <a:gd name="T27" fmla="*/ 46 h 46"/>
                <a:gd name="T28" fmla="*/ 30 w 37"/>
                <a:gd name="T29" fmla="*/ 40 h 46"/>
                <a:gd name="T30" fmla="*/ 37 w 37"/>
                <a:gd name="T31" fmla="*/ 31 h 46"/>
                <a:gd name="T32" fmla="*/ 35 w 37"/>
                <a:gd name="T33" fmla="*/ 28 h 46"/>
                <a:gd name="T34" fmla="*/ 16 w 37"/>
                <a:gd name="T35" fmla="*/ 13 h 46"/>
                <a:gd name="T36" fmla="*/ 24 w 37"/>
                <a:gd name="T37" fmla="*/ 8 h 46"/>
                <a:gd name="T38" fmla="*/ 26 w 37"/>
                <a:gd name="T39" fmla="*/ 9 h 46"/>
                <a:gd name="T40" fmla="*/ 26 w 37"/>
                <a:gd name="T41" fmla="*/ 11 h 46"/>
                <a:gd name="T42" fmla="*/ 22 w 37"/>
                <a:gd name="T43" fmla="*/ 18 h 46"/>
                <a:gd name="T44" fmla="*/ 11 w 37"/>
                <a:gd name="T45" fmla="*/ 24 h 46"/>
                <a:gd name="T46" fmla="*/ 16 w 37"/>
                <a:gd name="T47"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 h="46">
                  <a:moveTo>
                    <a:pt x="35" y="28"/>
                  </a:moveTo>
                  <a:cubicBezTo>
                    <a:pt x="34" y="28"/>
                    <a:pt x="33" y="28"/>
                    <a:pt x="32" y="30"/>
                  </a:cubicBezTo>
                  <a:cubicBezTo>
                    <a:pt x="27" y="35"/>
                    <a:pt x="21" y="38"/>
                    <a:pt x="16" y="38"/>
                  </a:cubicBezTo>
                  <a:cubicBezTo>
                    <a:pt x="14" y="38"/>
                    <a:pt x="13" y="37"/>
                    <a:pt x="12" y="36"/>
                  </a:cubicBezTo>
                  <a:cubicBezTo>
                    <a:pt x="11" y="35"/>
                    <a:pt x="10" y="34"/>
                    <a:pt x="10" y="32"/>
                  </a:cubicBezTo>
                  <a:cubicBezTo>
                    <a:pt x="10" y="32"/>
                    <a:pt x="10" y="31"/>
                    <a:pt x="11" y="31"/>
                  </a:cubicBezTo>
                  <a:cubicBezTo>
                    <a:pt x="18" y="29"/>
                    <a:pt x="24" y="26"/>
                    <a:pt x="28" y="22"/>
                  </a:cubicBezTo>
                  <a:cubicBezTo>
                    <a:pt x="33" y="18"/>
                    <a:pt x="35" y="14"/>
                    <a:pt x="35" y="9"/>
                  </a:cubicBezTo>
                  <a:cubicBezTo>
                    <a:pt x="35" y="7"/>
                    <a:pt x="34" y="4"/>
                    <a:pt x="32" y="3"/>
                  </a:cubicBezTo>
                  <a:cubicBezTo>
                    <a:pt x="30" y="1"/>
                    <a:pt x="28" y="0"/>
                    <a:pt x="25" y="0"/>
                  </a:cubicBezTo>
                  <a:cubicBezTo>
                    <a:pt x="19" y="0"/>
                    <a:pt x="13" y="3"/>
                    <a:pt x="8" y="9"/>
                  </a:cubicBezTo>
                  <a:cubicBezTo>
                    <a:pt x="3" y="16"/>
                    <a:pt x="0" y="23"/>
                    <a:pt x="0" y="30"/>
                  </a:cubicBezTo>
                  <a:cubicBezTo>
                    <a:pt x="0" y="35"/>
                    <a:pt x="2" y="39"/>
                    <a:pt x="4" y="42"/>
                  </a:cubicBezTo>
                  <a:cubicBezTo>
                    <a:pt x="7" y="45"/>
                    <a:pt x="10" y="46"/>
                    <a:pt x="15" y="46"/>
                  </a:cubicBezTo>
                  <a:cubicBezTo>
                    <a:pt x="21" y="46"/>
                    <a:pt x="26" y="44"/>
                    <a:pt x="30" y="40"/>
                  </a:cubicBezTo>
                  <a:cubicBezTo>
                    <a:pt x="35" y="37"/>
                    <a:pt x="37" y="33"/>
                    <a:pt x="37" y="31"/>
                  </a:cubicBezTo>
                  <a:cubicBezTo>
                    <a:pt x="37" y="29"/>
                    <a:pt x="36" y="28"/>
                    <a:pt x="35" y="28"/>
                  </a:cubicBezTo>
                  <a:close/>
                  <a:moveTo>
                    <a:pt x="16" y="13"/>
                  </a:moveTo>
                  <a:cubicBezTo>
                    <a:pt x="19" y="10"/>
                    <a:pt x="22" y="8"/>
                    <a:pt x="24" y="8"/>
                  </a:cubicBezTo>
                  <a:cubicBezTo>
                    <a:pt x="25" y="8"/>
                    <a:pt x="25" y="8"/>
                    <a:pt x="26" y="9"/>
                  </a:cubicBezTo>
                  <a:cubicBezTo>
                    <a:pt x="26" y="9"/>
                    <a:pt x="26" y="10"/>
                    <a:pt x="26" y="11"/>
                  </a:cubicBezTo>
                  <a:cubicBezTo>
                    <a:pt x="26" y="13"/>
                    <a:pt x="25" y="16"/>
                    <a:pt x="22" y="18"/>
                  </a:cubicBezTo>
                  <a:cubicBezTo>
                    <a:pt x="19" y="21"/>
                    <a:pt x="15" y="23"/>
                    <a:pt x="11" y="24"/>
                  </a:cubicBezTo>
                  <a:cubicBezTo>
                    <a:pt x="12" y="20"/>
                    <a:pt x="13" y="16"/>
                    <a:pt x="1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133"/>
            <p:cNvSpPr>
              <a:spLocks/>
            </p:cNvSpPr>
            <p:nvPr/>
          </p:nvSpPr>
          <p:spPr bwMode="auto">
            <a:xfrm>
              <a:off x="10218738" y="5694363"/>
              <a:ext cx="68263" cy="77788"/>
            </a:xfrm>
            <a:custGeom>
              <a:avLst/>
              <a:gdLst>
                <a:gd name="T0" fmla="*/ 39 w 39"/>
                <a:gd name="T1" fmla="*/ 7 h 44"/>
                <a:gd name="T2" fmla="*/ 37 w 39"/>
                <a:gd name="T3" fmla="*/ 2 h 44"/>
                <a:gd name="T4" fmla="*/ 30 w 39"/>
                <a:gd name="T5" fmla="*/ 0 h 44"/>
                <a:gd name="T6" fmla="*/ 20 w 39"/>
                <a:gd name="T7" fmla="*/ 6 h 44"/>
                <a:gd name="T8" fmla="*/ 9 w 39"/>
                <a:gd name="T9" fmla="*/ 21 h 44"/>
                <a:gd name="T10" fmla="*/ 9 w 39"/>
                <a:gd name="T11" fmla="*/ 23 h 44"/>
                <a:gd name="T12" fmla="*/ 10 w 39"/>
                <a:gd name="T13" fmla="*/ 17 h 44"/>
                <a:gd name="T14" fmla="*/ 11 w 39"/>
                <a:gd name="T15" fmla="*/ 12 h 44"/>
                <a:gd name="T16" fmla="*/ 12 w 39"/>
                <a:gd name="T17" fmla="*/ 4 h 44"/>
                <a:gd name="T18" fmla="*/ 11 w 39"/>
                <a:gd name="T19" fmla="*/ 1 h 44"/>
                <a:gd name="T20" fmla="*/ 8 w 39"/>
                <a:gd name="T21" fmla="*/ 0 h 44"/>
                <a:gd name="T22" fmla="*/ 4 w 39"/>
                <a:gd name="T23" fmla="*/ 1 h 44"/>
                <a:gd name="T24" fmla="*/ 2 w 39"/>
                <a:gd name="T25" fmla="*/ 4 h 44"/>
                <a:gd name="T26" fmla="*/ 2 w 39"/>
                <a:gd name="T27" fmla="*/ 9 h 44"/>
                <a:gd name="T28" fmla="*/ 1 w 39"/>
                <a:gd name="T29" fmla="*/ 12 h 44"/>
                <a:gd name="T30" fmla="*/ 0 w 39"/>
                <a:gd name="T31" fmla="*/ 23 h 44"/>
                <a:gd name="T32" fmla="*/ 0 w 39"/>
                <a:gd name="T33" fmla="*/ 31 h 44"/>
                <a:gd name="T34" fmla="*/ 1 w 39"/>
                <a:gd name="T35" fmla="*/ 41 h 44"/>
                <a:gd name="T36" fmla="*/ 5 w 39"/>
                <a:gd name="T37" fmla="*/ 44 h 44"/>
                <a:gd name="T38" fmla="*/ 9 w 39"/>
                <a:gd name="T39" fmla="*/ 43 h 44"/>
                <a:gd name="T40" fmla="*/ 11 w 39"/>
                <a:gd name="T41" fmla="*/ 38 h 44"/>
                <a:gd name="T42" fmla="*/ 20 w 39"/>
                <a:gd name="T43" fmla="*/ 18 h 44"/>
                <a:gd name="T44" fmla="*/ 29 w 39"/>
                <a:gd name="T45" fmla="*/ 9 h 44"/>
                <a:gd name="T46" fmla="*/ 32 w 39"/>
                <a:gd name="T47" fmla="*/ 10 h 44"/>
                <a:gd name="T48" fmla="*/ 36 w 39"/>
                <a:gd name="T49" fmla="*/ 12 h 44"/>
                <a:gd name="T50" fmla="*/ 39 w 39"/>
                <a:gd name="T51" fmla="*/ 10 h 44"/>
                <a:gd name="T52" fmla="*/ 39 w 39"/>
                <a:gd name="T53" fmla="*/ 7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9" h="44">
                  <a:moveTo>
                    <a:pt x="39" y="7"/>
                  </a:moveTo>
                  <a:cubicBezTo>
                    <a:pt x="39" y="5"/>
                    <a:pt x="39" y="3"/>
                    <a:pt x="37" y="2"/>
                  </a:cubicBezTo>
                  <a:cubicBezTo>
                    <a:pt x="35" y="1"/>
                    <a:pt x="33" y="0"/>
                    <a:pt x="30" y="0"/>
                  </a:cubicBezTo>
                  <a:cubicBezTo>
                    <a:pt x="27" y="0"/>
                    <a:pt x="23" y="2"/>
                    <a:pt x="20" y="6"/>
                  </a:cubicBezTo>
                  <a:cubicBezTo>
                    <a:pt x="16" y="10"/>
                    <a:pt x="12" y="15"/>
                    <a:pt x="9" y="21"/>
                  </a:cubicBezTo>
                  <a:cubicBezTo>
                    <a:pt x="9" y="23"/>
                    <a:pt x="9" y="23"/>
                    <a:pt x="9" y="23"/>
                  </a:cubicBezTo>
                  <a:cubicBezTo>
                    <a:pt x="10" y="17"/>
                    <a:pt x="10" y="17"/>
                    <a:pt x="10" y="17"/>
                  </a:cubicBezTo>
                  <a:cubicBezTo>
                    <a:pt x="10" y="15"/>
                    <a:pt x="10" y="13"/>
                    <a:pt x="11" y="12"/>
                  </a:cubicBezTo>
                  <a:cubicBezTo>
                    <a:pt x="12" y="8"/>
                    <a:pt x="12" y="5"/>
                    <a:pt x="12" y="4"/>
                  </a:cubicBezTo>
                  <a:cubicBezTo>
                    <a:pt x="12" y="3"/>
                    <a:pt x="12" y="2"/>
                    <a:pt x="11" y="1"/>
                  </a:cubicBezTo>
                  <a:cubicBezTo>
                    <a:pt x="11" y="1"/>
                    <a:pt x="10" y="0"/>
                    <a:pt x="8" y="0"/>
                  </a:cubicBezTo>
                  <a:cubicBezTo>
                    <a:pt x="7" y="0"/>
                    <a:pt x="6" y="1"/>
                    <a:pt x="4" y="1"/>
                  </a:cubicBezTo>
                  <a:cubicBezTo>
                    <a:pt x="3" y="2"/>
                    <a:pt x="3" y="3"/>
                    <a:pt x="2" y="4"/>
                  </a:cubicBezTo>
                  <a:cubicBezTo>
                    <a:pt x="2" y="5"/>
                    <a:pt x="2" y="7"/>
                    <a:pt x="2" y="9"/>
                  </a:cubicBezTo>
                  <a:cubicBezTo>
                    <a:pt x="1" y="10"/>
                    <a:pt x="1" y="11"/>
                    <a:pt x="1" y="12"/>
                  </a:cubicBezTo>
                  <a:cubicBezTo>
                    <a:pt x="1" y="17"/>
                    <a:pt x="0" y="20"/>
                    <a:pt x="0" y="23"/>
                  </a:cubicBezTo>
                  <a:cubicBezTo>
                    <a:pt x="0" y="27"/>
                    <a:pt x="0" y="29"/>
                    <a:pt x="0" y="31"/>
                  </a:cubicBezTo>
                  <a:cubicBezTo>
                    <a:pt x="0" y="36"/>
                    <a:pt x="1" y="39"/>
                    <a:pt x="1" y="41"/>
                  </a:cubicBezTo>
                  <a:cubicBezTo>
                    <a:pt x="2" y="43"/>
                    <a:pt x="3" y="44"/>
                    <a:pt x="5" y="44"/>
                  </a:cubicBezTo>
                  <a:cubicBezTo>
                    <a:pt x="7" y="44"/>
                    <a:pt x="8" y="44"/>
                    <a:pt x="9" y="43"/>
                  </a:cubicBezTo>
                  <a:cubicBezTo>
                    <a:pt x="10" y="42"/>
                    <a:pt x="11" y="41"/>
                    <a:pt x="11" y="38"/>
                  </a:cubicBezTo>
                  <a:cubicBezTo>
                    <a:pt x="12" y="31"/>
                    <a:pt x="15" y="24"/>
                    <a:pt x="20" y="18"/>
                  </a:cubicBezTo>
                  <a:cubicBezTo>
                    <a:pt x="24" y="12"/>
                    <a:pt x="27" y="9"/>
                    <a:pt x="29" y="9"/>
                  </a:cubicBezTo>
                  <a:cubicBezTo>
                    <a:pt x="30" y="9"/>
                    <a:pt x="31" y="9"/>
                    <a:pt x="32" y="10"/>
                  </a:cubicBezTo>
                  <a:cubicBezTo>
                    <a:pt x="33" y="11"/>
                    <a:pt x="35" y="12"/>
                    <a:pt x="36" y="12"/>
                  </a:cubicBezTo>
                  <a:cubicBezTo>
                    <a:pt x="37" y="12"/>
                    <a:pt x="38" y="11"/>
                    <a:pt x="39" y="10"/>
                  </a:cubicBezTo>
                  <a:cubicBezTo>
                    <a:pt x="39" y="10"/>
                    <a:pt x="39" y="9"/>
                    <a:pt x="39"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134"/>
            <p:cNvSpPr>
              <a:spLocks/>
            </p:cNvSpPr>
            <p:nvPr/>
          </p:nvSpPr>
          <p:spPr bwMode="auto">
            <a:xfrm>
              <a:off x="10285413" y="5691188"/>
              <a:ext cx="61913" cy="80963"/>
            </a:xfrm>
            <a:custGeom>
              <a:avLst/>
              <a:gdLst>
                <a:gd name="T0" fmla="*/ 33 w 35"/>
                <a:gd name="T1" fmla="*/ 31 h 46"/>
                <a:gd name="T2" fmla="*/ 28 w 35"/>
                <a:gd name="T3" fmla="*/ 34 h 46"/>
                <a:gd name="T4" fmla="*/ 15 w 35"/>
                <a:gd name="T5" fmla="*/ 38 h 46"/>
                <a:gd name="T6" fmla="*/ 9 w 35"/>
                <a:gd name="T7" fmla="*/ 33 h 46"/>
                <a:gd name="T8" fmla="*/ 14 w 35"/>
                <a:gd name="T9" fmla="*/ 17 h 46"/>
                <a:gd name="T10" fmla="*/ 23 w 35"/>
                <a:gd name="T11" fmla="*/ 9 h 46"/>
                <a:gd name="T12" fmla="*/ 25 w 35"/>
                <a:gd name="T13" fmla="*/ 12 h 46"/>
                <a:gd name="T14" fmla="*/ 29 w 35"/>
                <a:gd name="T15" fmla="*/ 18 h 46"/>
                <a:gd name="T16" fmla="*/ 32 w 35"/>
                <a:gd name="T17" fmla="*/ 16 h 46"/>
                <a:gd name="T18" fmla="*/ 33 w 35"/>
                <a:gd name="T19" fmla="*/ 11 h 46"/>
                <a:gd name="T20" fmla="*/ 30 w 35"/>
                <a:gd name="T21" fmla="*/ 4 h 46"/>
                <a:gd name="T22" fmla="*/ 24 w 35"/>
                <a:gd name="T23" fmla="*/ 0 h 46"/>
                <a:gd name="T24" fmla="*/ 8 w 35"/>
                <a:gd name="T25" fmla="*/ 11 h 46"/>
                <a:gd name="T26" fmla="*/ 0 w 35"/>
                <a:gd name="T27" fmla="*/ 33 h 46"/>
                <a:gd name="T28" fmla="*/ 3 w 35"/>
                <a:gd name="T29" fmla="*/ 43 h 46"/>
                <a:gd name="T30" fmla="*/ 13 w 35"/>
                <a:gd name="T31" fmla="*/ 46 h 46"/>
                <a:gd name="T32" fmla="*/ 28 w 35"/>
                <a:gd name="T33" fmla="*/ 41 h 46"/>
                <a:gd name="T34" fmla="*/ 35 w 35"/>
                <a:gd name="T35" fmla="*/ 34 h 46"/>
                <a:gd name="T36" fmla="*/ 33 w 35"/>
                <a:gd name="T37" fmla="*/ 3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 h="46">
                  <a:moveTo>
                    <a:pt x="33" y="31"/>
                  </a:moveTo>
                  <a:cubicBezTo>
                    <a:pt x="32" y="31"/>
                    <a:pt x="30" y="32"/>
                    <a:pt x="28" y="34"/>
                  </a:cubicBezTo>
                  <a:cubicBezTo>
                    <a:pt x="24" y="37"/>
                    <a:pt x="19" y="38"/>
                    <a:pt x="15" y="38"/>
                  </a:cubicBezTo>
                  <a:cubicBezTo>
                    <a:pt x="11" y="38"/>
                    <a:pt x="9" y="36"/>
                    <a:pt x="9" y="33"/>
                  </a:cubicBezTo>
                  <a:cubicBezTo>
                    <a:pt x="9" y="28"/>
                    <a:pt x="11" y="23"/>
                    <a:pt x="14" y="17"/>
                  </a:cubicBezTo>
                  <a:cubicBezTo>
                    <a:pt x="18" y="12"/>
                    <a:pt x="21" y="9"/>
                    <a:pt x="23" y="9"/>
                  </a:cubicBezTo>
                  <a:cubicBezTo>
                    <a:pt x="24" y="9"/>
                    <a:pt x="24" y="10"/>
                    <a:pt x="25" y="12"/>
                  </a:cubicBezTo>
                  <a:cubicBezTo>
                    <a:pt x="25" y="16"/>
                    <a:pt x="26" y="18"/>
                    <a:pt x="29" y="18"/>
                  </a:cubicBezTo>
                  <a:cubicBezTo>
                    <a:pt x="30" y="18"/>
                    <a:pt x="31" y="17"/>
                    <a:pt x="32" y="16"/>
                  </a:cubicBezTo>
                  <a:cubicBezTo>
                    <a:pt x="33" y="16"/>
                    <a:pt x="33" y="14"/>
                    <a:pt x="33" y="11"/>
                  </a:cubicBezTo>
                  <a:cubicBezTo>
                    <a:pt x="33" y="9"/>
                    <a:pt x="32" y="6"/>
                    <a:pt x="30" y="4"/>
                  </a:cubicBezTo>
                  <a:cubicBezTo>
                    <a:pt x="29" y="1"/>
                    <a:pt x="27" y="0"/>
                    <a:pt x="24" y="0"/>
                  </a:cubicBezTo>
                  <a:cubicBezTo>
                    <a:pt x="19" y="0"/>
                    <a:pt x="14" y="4"/>
                    <a:pt x="8" y="11"/>
                  </a:cubicBezTo>
                  <a:cubicBezTo>
                    <a:pt x="3" y="19"/>
                    <a:pt x="0" y="26"/>
                    <a:pt x="0" y="33"/>
                  </a:cubicBezTo>
                  <a:cubicBezTo>
                    <a:pt x="0" y="37"/>
                    <a:pt x="1" y="40"/>
                    <a:pt x="3" y="43"/>
                  </a:cubicBezTo>
                  <a:cubicBezTo>
                    <a:pt x="6" y="45"/>
                    <a:pt x="9" y="46"/>
                    <a:pt x="13" y="46"/>
                  </a:cubicBezTo>
                  <a:cubicBezTo>
                    <a:pt x="18" y="46"/>
                    <a:pt x="23" y="45"/>
                    <a:pt x="28" y="41"/>
                  </a:cubicBezTo>
                  <a:cubicBezTo>
                    <a:pt x="33" y="38"/>
                    <a:pt x="35" y="36"/>
                    <a:pt x="35" y="34"/>
                  </a:cubicBezTo>
                  <a:cubicBezTo>
                    <a:pt x="35" y="32"/>
                    <a:pt x="34" y="31"/>
                    <a:pt x="33"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135"/>
            <p:cNvSpPr>
              <a:spLocks/>
            </p:cNvSpPr>
            <p:nvPr/>
          </p:nvSpPr>
          <p:spPr bwMode="auto">
            <a:xfrm>
              <a:off x="10360025" y="5695950"/>
              <a:ext cx="25400" cy="76200"/>
            </a:xfrm>
            <a:custGeom>
              <a:avLst/>
              <a:gdLst>
                <a:gd name="T0" fmla="*/ 8 w 14"/>
                <a:gd name="T1" fmla="*/ 0 h 43"/>
                <a:gd name="T2" fmla="*/ 5 w 14"/>
                <a:gd name="T3" fmla="*/ 2 h 43"/>
                <a:gd name="T4" fmla="*/ 4 w 14"/>
                <a:gd name="T5" fmla="*/ 7 h 43"/>
                <a:gd name="T6" fmla="*/ 2 w 14"/>
                <a:gd name="T7" fmla="*/ 15 h 43"/>
                <a:gd name="T8" fmla="*/ 2 w 14"/>
                <a:gd name="T9" fmla="*/ 15 h 43"/>
                <a:gd name="T10" fmla="*/ 2 w 14"/>
                <a:gd name="T11" fmla="*/ 19 h 43"/>
                <a:gd name="T12" fmla="*/ 0 w 14"/>
                <a:gd name="T13" fmla="*/ 35 h 43"/>
                <a:gd name="T14" fmla="*/ 5 w 14"/>
                <a:gd name="T15" fmla="*/ 43 h 43"/>
                <a:gd name="T16" fmla="*/ 9 w 14"/>
                <a:gd name="T17" fmla="*/ 42 h 43"/>
                <a:gd name="T18" fmla="*/ 10 w 14"/>
                <a:gd name="T19" fmla="*/ 39 h 43"/>
                <a:gd name="T20" fmla="*/ 10 w 14"/>
                <a:gd name="T21" fmla="*/ 38 h 43"/>
                <a:gd name="T22" fmla="*/ 9 w 14"/>
                <a:gd name="T23" fmla="*/ 32 h 43"/>
                <a:gd name="T24" fmla="*/ 10 w 14"/>
                <a:gd name="T25" fmla="*/ 24 h 43"/>
                <a:gd name="T26" fmla="*/ 12 w 14"/>
                <a:gd name="T27" fmla="*/ 11 h 43"/>
                <a:gd name="T28" fmla="*/ 13 w 14"/>
                <a:gd name="T29" fmla="*/ 11 h 43"/>
                <a:gd name="T30" fmla="*/ 14 w 14"/>
                <a:gd name="T31" fmla="*/ 4 h 43"/>
                <a:gd name="T32" fmla="*/ 13 w 14"/>
                <a:gd name="T33" fmla="*/ 1 h 43"/>
                <a:gd name="T34" fmla="*/ 8 w 14"/>
                <a:gd name="T35"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43">
                  <a:moveTo>
                    <a:pt x="8" y="0"/>
                  </a:moveTo>
                  <a:cubicBezTo>
                    <a:pt x="7" y="0"/>
                    <a:pt x="6" y="1"/>
                    <a:pt x="5" y="2"/>
                  </a:cubicBezTo>
                  <a:cubicBezTo>
                    <a:pt x="4" y="3"/>
                    <a:pt x="4" y="5"/>
                    <a:pt x="4" y="7"/>
                  </a:cubicBezTo>
                  <a:cubicBezTo>
                    <a:pt x="4" y="7"/>
                    <a:pt x="3" y="10"/>
                    <a:pt x="2" y="15"/>
                  </a:cubicBezTo>
                  <a:cubicBezTo>
                    <a:pt x="2" y="15"/>
                    <a:pt x="2" y="15"/>
                    <a:pt x="2" y="15"/>
                  </a:cubicBezTo>
                  <a:cubicBezTo>
                    <a:pt x="2" y="16"/>
                    <a:pt x="2" y="18"/>
                    <a:pt x="2" y="19"/>
                  </a:cubicBezTo>
                  <a:cubicBezTo>
                    <a:pt x="0" y="25"/>
                    <a:pt x="0" y="31"/>
                    <a:pt x="0" y="35"/>
                  </a:cubicBezTo>
                  <a:cubicBezTo>
                    <a:pt x="0" y="41"/>
                    <a:pt x="1" y="43"/>
                    <a:pt x="5" y="43"/>
                  </a:cubicBezTo>
                  <a:cubicBezTo>
                    <a:pt x="6" y="43"/>
                    <a:pt x="7" y="43"/>
                    <a:pt x="9" y="42"/>
                  </a:cubicBezTo>
                  <a:cubicBezTo>
                    <a:pt x="10" y="41"/>
                    <a:pt x="10" y="40"/>
                    <a:pt x="10" y="39"/>
                  </a:cubicBezTo>
                  <a:cubicBezTo>
                    <a:pt x="10" y="39"/>
                    <a:pt x="10" y="39"/>
                    <a:pt x="10" y="38"/>
                  </a:cubicBezTo>
                  <a:cubicBezTo>
                    <a:pt x="10" y="35"/>
                    <a:pt x="9" y="33"/>
                    <a:pt x="9" y="32"/>
                  </a:cubicBezTo>
                  <a:cubicBezTo>
                    <a:pt x="9" y="30"/>
                    <a:pt x="10" y="27"/>
                    <a:pt x="10" y="24"/>
                  </a:cubicBezTo>
                  <a:cubicBezTo>
                    <a:pt x="10" y="21"/>
                    <a:pt x="11" y="16"/>
                    <a:pt x="12" y="11"/>
                  </a:cubicBezTo>
                  <a:cubicBezTo>
                    <a:pt x="13" y="11"/>
                    <a:pt x="13" y="11"/>
                    <a:pt x="13" y="11"/>
                  </a:cubicBezTo>
                  <a:cubicBezTo>
                    <a:pt x="14" y="7"/>
                    <a:pt x="14" y="5"/>
                    <a:pt x="14" y="4"/>
                  </a:cubicBezTo>
                  <a:cubicBezTo>
                    <a:pt x="14" y="3"/>
                    <a:pt x="14" y="2"/>
                    <a:pt x="13" y="1"/>
                  </a:cubicBezTo>
                  <a:cubicBezTo>
                    <a:pt x="12" y="0"/>
                    <a:pt x="10"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136"/>
            <p:cNvSpPr>
              <a:spLocks/>
            </p:cNvSpPr>
            <p:nvPr/>
          </p:nvSpPr>
          <p:spPr bwMode="auto">
            <a:xfrm>
              <a:off x="10374313" y="5656263"/>
              <a:ext cx="23813" cy="22225"/>
            </a:xfrm>
            <a:custGeom>
              <a:avLst/>
              <a:gdLst>
                <a:gd name="T0" fmla="*/ 13 w 13"/>
                <a:gd name="T1" fmla="*/ 6 h 13"/>
                <a:gd name="T2" fmla="*/ 12 w 13"/>
                <a:gd name="T3" fmla="*/ 2 h 13"/>
                <a:gd name="T4" fmla="*/ 7 w 13"/>
                <a:gd name="T5" fmla="*/ 0 h 13"/>
                <a:gd name="T6" fmla="*/ 2 w 13"/>
                <a:gd name="T7" fmla="*/ 2 h 13"/>
                <a:gd name="T8" fmla="*/ 0 w 13"/>
                <a:gd name="T9" fmla="*/ 7 h 13"/>
                <a:gd name="T10" fmla="*/ 2 w 13"/>
                <a:gd name="T11" fmla="*/ 11 h 13"/>
                <a:gd name="T12" fmla="*/ 6 w 13"/>
                <a:gd name="T13" fmla="*/ 13 h 13"/>
                <a:gd name="T14" fmla="*/ 11 w 13"/>
                <a:gd name="T15" fmla="*/ 10 h 13"/>
                <a:gd name="T16" fmla="*/ 13 w 13"/>
                <a:gd name="T17"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3">
                  <a:moveTo>
                    <a:pt x="13" y="6"/>
                  </a:moveTo>
                  <a:cubicBezTo>
                    <a:pt x="13" y="4"/>
                    <a:pt x="13" y="3"/>
                    <a:pt x="12" y="2"/>
                  </a:cubicBezTo>
                  <a:cubicBezTo>
                    <a:pt x="11" y="1"/>
                    <a:pt x="9" y="0"/>
                    <a:pt x="7" y="0"/>
                  </a:cubicBezTo>
                  <a:cubicBezTo>
                    <a:pt x="5" y="0"/>
                    <a:pt x="3" y="1"/>
                    <a:pt x="2" y="2"/>
                  </a:cubicBezTo>
                  <a:cubicBezTo>
                    <a:pt x="1" y="3"/>
                    <a:pt x="0" y="5"/>
                    <a:pt x="0" y="7"/>
                  </a:cubicBezTo>
                  <a:cubicBezTo>
                    <a:pt x="0" y="8"/>
                    <a:pt x="1" y="9"/>
                    <a:pt x="2" y="11"/>
                  </a:cubicBezTo>
                  <a:cubicBezTo>
                    <a:pt x="3" y="12"/>
                    <a:pt x="5" y="13"/>
                    <a:pt x="6" y="13"/>
                  </a:cubicBezTo>
                  <a:cubicBezTo>
                    <a:pt x="8" y="13"/>
                    <a:pt x="9" y="12"/>
                    <a:pt x="11" y="10"/>
                  </a:cubicBezTo>
                  <a:cubicBezTo>
                    <a:pt x="13" y="9"/>
                    <a:pt x="13" y="7"/>
                    <a:pt x="1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137"/>
            <p:cNvSpPr>
              <a:spLocks/>
            </p:cNvSpPr>
            <p:nvPr/>
          </p:nvSpPr>
          <p:spPr bwMode="auto">
            <a:xfrm>
              <a:off x="10391775" y="5689600"/>
              <a:ext cx="58738" cy="84138"/>
            </a:xfrm>
            <a:custGeom>
              <a:avLst/>
              <a:gdLst>
                <a:gd name="T0" fmla="*/ 18 w 33"/>
                <a:gd name="T1" fmla="*/ 11 h 48"/>
                <a:gd name="T2" fmla="*/ 26 w 33"/>
                <a:gd name="T3" fmla="*/ 8 h 48"/>
                <a:gd name="T4" fmla="*/ 27 w 33"/>
                <a:gd name="T5" fmla="*/ 9 h 48"/>
                <a:gd name="T6" fmla="*/ 29 w 33"/>
                <a:gd name="T7" fmla="*/ 9 h 48"/>
                <a:gd name="T8" fmla="*/ 31 w 33"/>
                <a:gd name="T9" fmla="*/ 8 h 48"/>
                <a:gd name="T10" fmla="*/ 33 w 33"/>
                <a:gd name="T11" fmla="*/ 5 h 48"/>
                <a:gd name="T12" fmla="*/ 26 w 33"/>
                <a:gd name="T13" fmla="*/ 0 h 48"/>
                <a:gd name="T14" fmla="*/ 12 w 33"/>
                <a:gd name="T15" fmla="*/ 5 h 48"/>
                <a:gd name="T16" fmla="*/ 4 w 33"/>
                <a:gd name="T17" fmla="*/ 17 h 48"/>
                <a:gd name="T18" fmla="*/ 6 w 33"/>
                <a:gd name="T19" fmla="*/ 23 h 48"/>
                <a:gd name="T20" fmla="*/ 17 w 33"/>
                <a:gd name="T21" fmla="*/ 30 h 48"/>
                <a:gd name="T22" fmla="*/ 23 w 33"/>
                <a:gd name="T23" fmla="*/ 35 h 48"/>
                <a:gd name="T24" fmla="*/ 18 w 33"/>
                <a:gd name="T25" fmla="*/ 38 h 48"/>
                <a:gd name="T26" fmla="*/ 10 w 33"/>
                <a:gd name="T27" fmla="*/ 39 h 48"/>
                <a:gd name="T28" fmla="*/ 7 w 33"/>
                <a:gd name="T29" fmla="*/ 39 h 48"/>
                <a:gd name="T30" fmla="*/ 5 w 33"/>
                <a:gd name="T31" fmla="*/ 38 h 48"/>
                <a:gd name="T32" fmla="*/ 2 w 33"/>
                <a:gd name="T33" fmla="*/ 39 h 48"/>
                <a:gd name="T34" fmla="*/ 0 w 33"/>
                <a:gd name="T35" fmla="*/ 43 h 48"/>
                <a:gd name="T36" fmla="*/ 7 w 33"/>
                <a:gd name="T37" fmla="*/ 48 h 48"/>
                <a:gd name="T38" fmla="*/ 25 w 33"/>
                <a:gd name="T39" fmla="*/ 44 h 48"/>
                <a:gd name="T40" fmla="*/ 32 w 33"/>
                <a:gd name="T41" fmla="*/ 34 h 48"/>
                <a:gd name="T42" fmla="*/ 30 w 33"/>
                <a:gd name="T43" fmla="*/ 29 h 48"/>
                <a:gd name="T44" fmla="*/ 21 w 33"/>
                <a:gd name="T45" fmla="*/ 23 h 48"/>
                <a:gd name="T46" fmla="*/ 15 w 33"/>
                <a:gd name="T47" fmla="*/ 19 h 48"/>
                <a:gd name="T48" fmla="*/ 14 w 33"/>
                <a:gd name="T49" fmla="*/ 16 h 48"/>
                <a:gd name="T50" fmla="*/ 18 w 33"/>
                <a:gd name="T51"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3" h="48">
                  <a:moveTo>
                    <a:pt x="18" y="11"/>
                  </a:moveTo>
                  <a:cubicBezTo>
                    <a:pt x="21" y="9"/>
                    <a:pt x="23" y="8"/>
                    <a:pt x="26" y="8"/>
                  </a:cubicBezTo>
                  <a:cubicBezTo>
                    <a:pt x="26" y="8"/>
                    <a:pt x="27" y="8"/>
                    <a:pt x="27" y="9"/>
                  </a:cubicBezTo>
                  <a:cubicBezTo>
                    <a:pt x="28" y="9"/>
                    <a:pt x="29" y="9"/>
                    <a:pt x="29" y="9"/>
                  </a:cubicBezTo>
                  <a:cubicBezTo>
                    <a:pt x="30" y="9"/>
                    <a:pt x="30" y="9"/>
                    <a:pt x="31" y="8"/>
                  </a:cubicBezTo>
                  <a:cubicBezTo>
                    <a:pt x="32" y="7"/>
                    <a:pt x="33" y="6"/>
                    <a:pt x="33" y="5"/>
                  </a:cubicBezTo>
                  <a:cubicBezTo>
                    <a:pt x="33" y="2"/>
                    <a:pt x="31" y="0"/>
                    <a:pt x="26" y="0"/>
                  </a:cubicBezTo>
                  <a:cubicBezTo>
                    <a:pt x="22" y="0"/>
                    <a:pt x="17" y="1"/>
                    <a:pt x="12" y="5"/>
                  </a:cubicBezTo>
                  <a:cubicBezTo>
                    <a:pt x="6" y="8"/>
                    <a:pt x="4" y="12"/>
                    <a:pt x="4" y="17"/>
                  </a:cubicBezTo>
                  <a:cubicBezTo>
                    <a:pt x="4" y="19"/>
                    <a:pt x="5" y="21"/>
                    <a:pt x="6" y="23"/>
                  </a:cubicBezTo>
                  <a:cubicBezTo>
                    <a:pt x="8" y="25"/>
                    <a:pt x="11" y="27"/>
                    <a:pt x="17" y="30"/>
                  </a:cubicBezTo>
                  <a:cubicBezTo>
                    <a:pt x="21" y="32"/>
                    <a:pt x="23" y="34"/>
                    <a:pt x="23" y="35"/>
                  </a:cubicBezTo>
                  <a:cubicBezTo>
                    <a:pt x="22" y="36"/>
                    <a:pt x="21" y="37"/>
                    <a:pt x="18" y="38"/>
                  </a:cubicBezTo>
                  <a:cubicBezTo>
                    <a:pt x="15" y="39"/>
                    <a:pt x="13" y="39"/>
                    <a:pt x="10" y="39"/>
                  </a:cubicBezTo>
                  <a:cubicBezTo>
                    <a:pt x="9" y="39"/>
                    <a:pt x="8" y="39"/>
                    <a:pt x="7" y="39"/>
                  </a:cubicBezTo>
                  <a:cubicBezTo>
                    <a:pt x="6" y="38"/>
                    <a:pt x="5" y="38"/>
                    <a:pt x="5" y="38"/>
                  </a:cubicBezTo>
                  <a:cubicBezTo>
                    <a:pt x="4" y="38"/>
                    <a:pt x="3" y="39"/>
                    <a:pt x="2" y="39"/>
                  </a:cubicBezTo>
                  <a:cubicBezTo>
                    <a:pt x="1" y="40"/>
                    <a:pt x="0" y="41"/>
                    <a:pt x="0" y="43"/>
                  </a:cubicBezTo>
                  <a:cubicBezTo>
                    <a:pt x="0" y="46"/>
                    <a:pt x="2" y="48"/>
                    <a:pt x="7" y="48"/>
                  </a:cubicBezTo>
                  <a:cubicBezTo>
                    <a:pt x="14" y="48"/>
                    <a:pt x="19" y="47"/>
                    <a:pt x="25" y="44"/>
                  </a:cubicBezTo>
                  <a:cubicBezTo>
                    <a:pt x="30" y="41"/>
                    <a:pt x="32" y="38"/>
                    <a:pt x="32" y="34"/>
                  </a:cubicBezTo>
                  <a:cubicBezTo>
                    <a:pt x="32" y="32"/>
                    <a:pt x="32" y="30"/>
                    <a:pt x="30" y="29"/>
                  </a:cubicBezTo>
                  <a:cubicBezTo>
                    <a:pt x="29" y="27"/>
                    <a:pt x="26" y="25"/>
                    <a:pt x="21" y="23"/>
                  </a:cubicBezTo>
                  <a:cubicBezTo>
                    <a:pt x="18" y="21"/>
                    <a:pt x="16" y="20"/>
                    <a:pt x="15" y="19"/>
                  </a:cubicBezTo>
                  <a:cubicBezTo>
                    <a:pt x="14" y="18"/>
                    <a:pt x="14" y="17"/>
                    <a:pt x="14" y="16"/>
                  </a:cubicBezTo>
                  <a:cubicBezTo>
                    <a:pt x="14" y="14"/>
                    <a:pt x="15" y="12"/>
                    <a:pt x="1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138"/>
            <p:cNvSpPr>
              <a:spLocks noEditPoints="1"/>
            </p:cNvSpPr>
            <p:nvPr/>
          </p:nvSpPr>
          <p:spPr bwMode="auto">
            <a:xfrm>
              <a:off x="10456863" y="5691188"/>
              <a:ext cx="65088" cy="80963"/>
            </a:xfrm>
            <a:custGeom>
              <a:avLst/>
              <a:gdLst>
                <a:gd name="T0" fmla="*/ 35 w 37"/>
                <a:gd name="T1" fmla="*/ 28 h 46"/>
                <a:gd name="T2" fmla="*/ 32 w 37"/>
                <a:gd name="T3" fmla="*/ 30 h 46"/>
                <a:gd name="T4" fmla="*/ 16 w 37"/>
                <a:gd name="T5" fmla="*/ 38 h 46"/>
                <a:gd name="T6" fmla="*/ 12 w 37"/>
                <a:gd name="T7" fmla="*/ 36 h 46"/>
                <a:gd name="T8" fmla="*/ 10 w 37"/>
                <a:gd name="T9" fmla="*/ 32 h 46"/>
                <a:gd name="T10" fmla="*/ 11 w 37"/>
                <a:gd name="T11" fmla="*/ 31 h 46"/>
                <a:gd name="T12" fmla="*/ 28 w 37"/>
                <a:gd name="T13" fmla="*/ 22 h 46"/>
                <a:gd name="T14" fmla="*/ 35 w 37"/>
                <a:gd name="T15" fmla="*/ 9 h 46"/>
                <a:gd name="T16" fmla="*/ 32 w 37"/>
                <a:gd name="T17" fmla="*/ 3 h 46"/>
                <a:gd name="T18" fmla="*/ 25 w 37"/>
                <a:gd name="T19" fmla="*/ 0 h 46"/>
                <a:gd name="T20" fmla="*/ 8 w 37"/>
                <a:gd name="T21" fmla="*/ 9 h 46"/>
                <a:gd name="T22" fmla="*/ 0 w 37"/>
                <a:gd name="T23" fmla="*/ 30 h 46"/>
                <a:gd name="T24" fmla="*/ 4 w 37"/>
                <a:gd name="T25" fmla="*/ 42 h 46"/>
                <a:gd name="T26" fmla="*/ 15 w 37"/>
                <a:gd name="T27" fmla="*/ 46 h 46"/>
                <a:gd name="T28" fmla="*/ 30 w 37"/>
                <a:gd name="T29" fmla="*/ 40 h 46"/>
                <a:gd name="T30" fmla="*/ 37 w 37"/>
                <a:gd name="T31" fmla="*/ 31 h 46"/>
                <a:gd name="T32" fmla="*/ 35 w 37"/>
                <a:gd name="T33" fmla="*/ 28 h 46"/>
                <a:gd name="T34" fmla="*/ 16 w 37"/>
                <a:gd name="T35" fmla="*/ 13 h 46"/>
                <a:gd name="T36" fmla="*/ 24 w 37"/>
                <a:gd name="T37" fmla="*/ 8 h 46"/>
                <a:gd name="T38" fmla="*/ 26 w 37"/>
                <a:gd name="T39" fmla="*/ 9 h 46"/>
                <a:gd name="T40" fmla="*/ 26 w 37"/>
                <a:gd name="T41" fmla="*/ 11 h 46"/>
                <a:gd name="T42" fmla="*/ 22 w 37"/>
                <a:gd name="T43" fmla="*/ 18 h 46"/>
                <a:gd name="T44" fmla="*/ 11 w 37"/>
                <a:gd name="T45" fmla="*/ 24 h 46"/>
                <a:gd name="T46" fmla="*/ 16 w 37"/>
                <a:gd name="T47"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 h="46">
                  <a:moveTo>
                    <a:pt x="35" y="28"/>
                  </a:moveTo>
                  <a:cubicBezTo>
                    <a:pt x="34" y="28"/>
                    <a:pt x="33" y="28"/>
                    <a:pt x="32" y="30"/>
                  </a:cubicBezTo>
                  <a:cubicBezTo>
                    <a:pt x="27" y="35"/>
                    <a:pt x="21" y="38"/>
                    <a:pt x="16" y="38"/>
                  </a:cubicBezTo>
                  <a:cubicBezTo>
                    <a:pt x="14" y="38"/>
                    <a:pt x="13" y="37"/>
                    <a:pt x="12" y="36"/>
                  </a:cubicBezTo>
                  <a:cubicBezTo>
                    <a:pt x="11" y="35"/>
                    <a:pt x="10" y="34"/>
                    <a:pt x="10" y="32"/>
                  </a:cubicBezTo>
                  <a:cubicBezTo>
                    <a:pt x="10" y="32"/>
                    <a:pt x="10" y="31"/>
                    <a:pt x="11" y="31"/>
                  </a:cubicBezTo>
                  <a:cubicBezTo>
                    <a:pt x="18" y="29"/>
                    <a:pt x="24" y="26"/>
                    <a:pt x="28" y="22"/>
                  </a:cubicBezTo>
                  <a:cubicBezTo>
                    <a:pt x="32" y="18"/>
                    <a:pt x="35" y="14"/>
                    <a:pt x="35" y="9"/>
                  </a:cubicBezTo>
                  <a:cubicBezTo>
                    <a:pt x="35" y="7"/>
                    <a:pt x="34" y="4"/>
                    <a:pt x="32" y="3"/>
                  </a:cubicBezTo>
                  <a:cubicBezTo>
                    <a:pt x="30" y="1"/>
                    <a:pt x="28" y="0"/>
                    <a:pt x="25" y="0"/>
                  </a:cubicBezTo>
                  <a:cubicBezTo>
                    <a:pt x="19" y="0"/>
                    <a:pt x="13" y="3"/>
                    <a:pt x="8" y="9"/>
                  </a:cubicBezTo>
                  <a:cubicBezTo>
                    <a:pt x="3" y="16"/>
                    <a:pt x="0" y="23"/>
                    <a:pt x="0" y="30"/>
                  </a:cubicBezTo>
                  <a:cubicBezTo>
                    <a:pt x="0" y="35"/>
                    <a:pt x="2" y="39"/>
                    <a:pt x="4" y="42"/>
                  </a:cubicBezTo>
                  <a:cubicBezTo>
                    <a:pt x="7" y="45"/>
                    <a:pt x="10" y="46"/>
                    <a:pt x="15" y="46"/>
                  </a:cubicBezTo>
                  <a:cubicBezTo>
                    <a:pt x="20" y="46"/>
                    <a:pt x="26" y="44"/>
                    <a:pt x="30" y="40"/>
                  </a:cubicBezTo>
                  <a:cubicBezTo>
                    <a:pt x="35" y="37"/>
                    <a:pt x="37" y="33"/>
                    <a:pt x="37" y="31"/>
                  </a:cubicBezTo>
                  <a:cubicBezTo>
                    <a:pt x="37" y="29"/>
                    <a:pt x="36" y="28"/>
                    <a:pt x="35" y="28"/>
                  </a:cubicBezTo>
                  <a:close/>
                  <a:moveTo>
                    <a:pt x="16" y="13"/>
                  </a:moveTo>
                  <a:cubicBezTo>
                    <a:pt x="19" y="10"/>
                    <a:pt x="22" y="8"/>
                    <a:pt x="24" y="8"/>
                  </a:cubicBezTo>
                  <a:cubicBezTo>
                    <a:pt x="25" y="8"/>
                    <a:pt x="25" y="8"/>
                    <a:pt x="26" y="9"/>
                  </a:cubicBezTo>
                  <a:cubicBezTo>
                    <a:pt x="26" y="9"/>
                    <a:pt x="26" y="10"/>
                    <a:pt x="26" y="11"/>
                  </a:cubicBezTo>
                  <a:cubicBezTo>
                    <a:pt x="26" y="13"/>
                    <a:pt x="25" y="16"/>
                    <a:pt x="22" y="18"/>
                  </a:cubicBezTo>
                  <a:cubicBezTo>
                    <a:pt x="18" y="21"/>
                    <a:pt x="15" y="23"/>
                    <a:pt x="11" y="24"/>
                  </a:cubicBezTo>
                  <a:cubicBezTo>
                    <a:pt x="12" y="20"/>
                    <a:pt x="13" y="16"/>
                    <a:pt x="1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144"/>
            <p:cNvSpPr>
              <a:spLocks/>
            </p:cNvSpPr>
            <p:nvPr/>
          </p:nvSpPr>
          <p:spPr bwMode="auto">
            <a:xfrm>
              <a:off x="10980738" y="5665788"/>
              <a:ext cx="85725" cy="107950"/>
            </a:xfrm>
            <a:custGeom>
              <a:avLst/>
              <a:gdLst>
                <a:gd name="T0" fmla="*/ 41 w 49"/>
                <a:gd name="T1" fmla="*/ 1 h 61"/>
                <a:gd name="T2" fmla="*/ 41 w 49"/>
                <a:gd name="T3" fmla="*/ 1 h 61"/>
                <a:gd name="T4" fmla="*/ 35 w 49"/>
                <a:gd name="T5" fmla="*/ 1 h 61"/>
                <a:gd name="T6" fmla="*/ 13 w 49"/>
                <a:gd name="T7" fmla="*/ 4 h 61"/>
                <a:gd name="T8" fmla="*/ 10 w 49"/>
                <a:gd name="T9" fmla="*/ 4 h 61"/>
                <a:gd name="T10" fmla="*/ 7 w 49"/>
                <a:gd name="T11" fmla="*/ 4 h 61"/>
                <a:gd name="T12" fmla="*/ 5 w 49"/>
                <a:gd name="T13" fmla="*/ 6 h 61"/>
                <a:gd name="T14" fmla="*/ 5 w 49"/>
                <a:gd name="T15" fmla="*/ 7 h 61"/>
                <a:gd name="T16" fmla="*/ 6 w 49"/>
                <a:gd name="T17" fmla="*/ 10 h 61"/>
                <a:gd name="T18" fmla="*/ 6 w 49"/>
                <a:gd name="T19" fmla="*/ 11 h 61"/>
                <a:gd name="T20" fmla="*/ 7 w 49"/>
                <a:gd name="T21" fmla="*/ 12 h 61"/>
                <a:gd name="T22" fmla="*/ 4 w 49"/>
                <a:gd name="T23" fmla="*/ 30 h 61"/>
                <a:gd name="T24" fmla="*/ 1 w 49"/>
                <a:gd name="T25" fmla="*/ 52 h 61"/>
                <a:gd name="T26" fmla="*/ 0 w 49"/>
                <a:gd name="T27" fmla="*/ 54 h 61"/>
                <a:gd name="T28" fmla="*/ 0 w 49"/>
                <a:gd name="T29" fmla="*/ 56 h 61"/>
                <a:gd name="T30" fmla="*/ 2 w 49"/>
                <a:gd name="T31" fmla="*/ 60 h 61"/>
                <a:gd name="T32" fmla="*/ 6 w 49"/>
                <a:gd name="T33" fmla="*/ 61 h 61"/>
                <a:gd name="T34" fmla="*/ 19 w 49"/>
                <a:gd name="T35" fmla="*/ 60 h 61"/>
                <a:gd name="T36" fmla="*/ 32 w 49"/>
                <a:gd name="T37" fmla="*/ 58 h 61"/>
                <a:gd name="T38" fmla="*/ 43 w 49"/>
                <a:gd name="T39" fmla="*/ 56 h 61"/>
                <a:gd name="T40" fmla="*/ 44 w 49"/>
                <a:gd name="T41" fmla="*/ 53 h 61"/>
                <a:gd name="T42" fmla="*/ 39 w 49"/>
                <a:gd name="T43" fmla="*/ 49 h 61"/>
                <a:gd name="T44" fmla="*/ 32 w 49"/>
                <a:gd name="T45" fmla="*/ 50 h 61"/>
                <a:gd name="T46" fmla="*/ 22 w 49"/>
                <a:gd name="T47" fmla="*/ 51 h 61"/>
                <a:gd name="T48" fmla="*/ 12 w 49"/>
                <a:gd name="T49" fmla="*/ 52 h 61"/>
                <a:gd name="T50" fmla="*/ 11 w 49"/>
                <a:gd name="T51" fmla="*/ 51 h 61"/>
                <a:gd name="T52" fmla="*/ 11 w 49"/>
                <a:gd name="T53" fmla="*/ 44 h 61"/>
                <a:gd name="T54" fmla="*/ 13 w 49"/>
                <a:gd name="T55" fmla="*/ 38 h 61"/>
                <a:gd name="T56" fmla="*/ 14 w 49"/>
                <a:gd name="T57" fmla="*/ 37 h 61"/>
                <a:gd name="T58" fmla="*/ 14 w 49"/>
                <a:gd name="T59" fmla="*/ 37 h 61"/>
                <a:gd name="T60" fmla="*/ 27 w 49"/>
                <a:gd name="T61" fmla="*/ 35 h 61"/>
                <a:gd name="T62" fmla="*/ 30 w 49"/>
                <a:gd name="T63" fmla="*/ 34 h 61"/>
                <a:gd name="T64" fmla="*/ 35 w 49"/>
                <a:gd name="T65" fmla="*/ 34 h 61"/>
                <a:gd name="T66" fmla="*/ 41 w 49"/>
                <a:gd name="T67" fmla="*/ 32 h 61"/>
                <a:gd name="T68" fmla="*/ 43 w 49"/>
                <a:gd name="T69" fmla="*/ 29 h 61"/>
                <a:gd name="T70" fmla="*/ 36 w 49"/>
                <a:gd name="T71" fmla="*/ 25 h 61"/>
                <a:gd name="T72" fmla="*/ 28 w 49"/>
                <a:gd name="T73" fmla="*/ 26 h 61"/>
                <a:gd name="T74" fmla="*/ 21 w 49"/>
                <a:gd name="T75" fmla="*/ 27 h 61"/>
                <a:gd name="T76" fmla="*/ 14 w 49"/>
                <a:gd name="T77" fmla="*/ 28 h 61"/>
                <a:gd name="T78" fmla="*/ 15 w 49"/>
                <a:gd name="T79" fmla="*/ 22 h 61"/>
                <a:gd name="T80" fmla="*/ 16 w 49"/>
                <a:gd name="T81" fmla="*/ 15 h 61"/>
                <a:gd name="T82" fmla="*/ 17 w 49"/>
                <a:gd name="T83" fmla="*/ 12 h 61"/>
                <a:gd name="T84" fmla="*/ 22 w 49"/>
                <a:gd name="T85" fmla="*/ 11 h 61"/>
                <a:gd name="T86" fmla="*/ 33 w 49"/>
                <a:gd name="T87" fmla="*/ 10 h 61"/>
                <a:gd name="T88" fmla="*/ 45 w 49"/>
                <a:gd name="T89" fmla="*/ 9 h 61"/>
                <a:gd name="T90" fmla="*/ 47 w 49"/>
                <a:gd name="T91" fmla="*/ 8 h 61"/>
                <a:gd name="T92" fmla="*/ 49 w 49"/>
                <a:gd name="T93" fmla="*/ 5 h 61"/>
                <a:gd name="T94" fmla="*/ 41 w 49"/>
                <a:gd name="T95" fmla="*/ 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9" h="61">
                  <a:moveTo>
                    <a:pt x="41" y="1"/>
                  </a:moveTo>
                  <a:cubicBezTo>
                    <a:pt x="41" y="1"/>
                    <a:pt x="41" y="1"/>
                    <a:pt x="41" y="1"/>
                  </a:cubicBezTo>
                  <a:cubicBezTo>
                    <a:pt x="41" y="1"/>
                    <a:pt x="39" y="1"/>
                    <a:pt x="35" y="1"/>
                  </a:cubicBezTo>
                  <a:cubicBezTo>
                    <a:pt x="23" y="3"/>
                    <a:pt x="16" y="4"/>
                    <a:pt x="13" y="4"/>
                  </a:cubicBezTo>
                  <a:cubicBezTo>
                    <a:pt x="12" y="4"/>
                    <a:pt x="11" y="4"/>
                    <a:pt x="10" y="4"/>
                  </a:cubicBezTo>
                  <a:cubicBezTo>
                    <a:pt x="9" y="4"/>
                    <a:pt x="8" y="4"/>
                    <a:pt x="7" y="4"/>
                  </a:cubicBezTo>
                  <a:cubicBezTo>
                    <a:pt x="6" y="5"/>
                    <a:pt x="5" y="5"/>
                    <a:pt x="5" y="6"/>
                  </a:cubicBezTo>
                  <a:cubicBezTo>
                    <a:pt x="5" y="6"/>
                    <a:pt x="5" y="7"/>
                    <a:pt x="5" y="7"/>
                  </a:cubicBezTo>
                  <a:cubicBezTo>
                    <a:pt x="5" y="8"/>
                    <a:pt x="5" y="9"/>
                    <a:pt x="6" y="10"/>
                  </a:cubicBezTo>
                  <a:cubicBezTo>
                    <a:pt x="6" y="11"/>
                    <a:pt x="6" y="11"/>
                    <a:pt x="6" y="11"/>
                  </a:cubicBezTo>
                  <a:cubicBezTo>
                    <a:pt x="7" y="12"/>
                    <a:pt x="7" y="12"/>
                    <a:pt x="7" y="12"/>
                  </a:cubicBezTo>
                  <a:cubicBezTo>
                    <a:pt x="7" y="13"/>
                    <a:pt x="6" y="19"/>
                    <a:pt x="4" y="30"/>
                  </a:cubicBezTo>
                  <a:cubicBezTo>
                    <a:pt x="3" y="41"/>
                    <a:pt x="2" y="49"/>
                    <a:pt x="1" y="52"/>
                  </a:cubicBezTo>
                  <a:cubicBezTo>
                    <a:pt x="0" y="53"/>
                    <a:pt x="0" y="54"/>
                    <a:pt x="0" y="54"/>
                  </a:cubicBezTo>
                  <a:cubicBezTo>
                    <a:pt x="0" y="56"/>
                    <a:pt x="0" y="56"/>
                    <a:pt x="0" y="56"/>
                  </a:cubicBezTo>
                  <a:cubicBezTo>
                    <a:pt x="0" y="57"/>
                    <a:pt x="1" y="59"/>
                    <a:pt x="2" y="60"/>
                  </a:cubicBezTo>
                  <a:cubicBezTo>
                    <a:pt x="3" y="61"/>
                    <a:pt x="4" y="61"/>
                    <a:pt x="6" y="61"/>
                  </a:cubicBezTo>
                  <a:cubicBezTo>
                    <a:pt x="10" y="61"/>
                    <a:pt x="15" y="61"/>
                    <a:pt x="19" y="60"/>
                  </a:cubicBezTo>
                  <a:cubicBezTo>
                    <a:pt x="24" y="59"/>
                    <a:pt x="29" y="59"/>
                    <a:pt x="32" y="58"/>
                  </a:cubicBezTo>
                  <a:cubicBezTo>
                    <a:pt x="37" y="58"/>
                    <a:pt x="41" y="57"/>
                    <a:pt x="43" y="56"/>
                  </a:cubicBezTo>
                  <a:cubicBezTo>
                    <a:pt x="44" y="56"/>
                    <a:pt x="44" y="55"/>
                    <a:pt x="44" y="53"/>
                  </a:cubicBezTo>
                  <a:cubicBezTo>
                    <a:pt x="44" y="51"/>
                    <a:pt x="43" y="49"/>
                    <a:pt x="39" y="49"/>
                  </a:cubicBezTo>
                  <a:cubicBezTo>
                    <a:pt x="38" y="49"/>
                    <a:pt x="36" y="49"/>
                    <a:pt x="32" y="50"/>
                  </a:cubicBezTo>
                  <a:cubicBezTo>
                    <a:pt x="31" y="50"/>
                    <a:pt x="28" y="51"/>
                    <a:pt x="22" y="51"/>
                  </a:cubicBezTo>
                  <a:cubicBezTo>
                    <a:pt x="17" y="52"/>
                    <a:pt x="14" y="52"/>
                    <a:pt x="12" y="52"/>
                  </a:cubicBezTo>
                  <a:cubicBezTo>
                    <a:pt x="11" y="52"/>
                    <a:pt x="11" y="52"/>
                    <a:pt x="11" y="51"/>
                  </a:cubicBezTo>
                  <a:cubicBezTo>
                    <a:pt x="11" y="50"/>
                    <a:pt x="11" y="47"/>
                    <a:pt x="11" y="44"/>
                  </a:cubicBezTo>
                  <a:cubicBezTo>
                    <a:pt x="12" y="40"/>
                    <a:pt x="12" y="38"/>
                    <a:pt x="13" y="38"/>
                  </a:cubicBezTo>
                  <a:cubicBezTo>
                    <a:pt x="13" y="37"/>
                    <a:pt x="13" y="37"/>
                    <a:pt x="14" y="37"/>
                  </a:cubicBezTo>
                  <a:cubicBezTo>
                    <a:pt x="14" y="37"/>
                    <a:pt x="14" y="37"/>
                    <a:pt x="14" y="37"/>
                  </a:cubicBezTo>
                  <a:cubicBezTo>
                    <a:pt x="15" y="36"/>
                    <a:pt x="19" y="36"/>
                    <a:pt x="27" y="35"/>
                  </a:cubicBezTo>
                  <a:cubicBezTo>
                    <a:pt x="28" y="35"/>
                    <a:pt x="29" y="35"/>
                    <a:pt x="30" y="34"/>
                  </a:cubicBezTo>
                  <a:cubicBezTo>
                    <a:pt x="32" y="34"/>
                    <a:pt x="34" y="34"/>
                    <a:pt x="35" y="34"/>
                  </a:cubicBezTo>
                  <a:cubicBezTo>
                    <a:pt x="38" y="34"/>
                    <a:pt x="40" y="33"/>
                    <a:pt x="41" y="32"/>
                  </a:cubicBezTo>
                  <a:cubicBezTo>
                    <a:pt x="42" y="32"/>
                    <a:pt x="43" y="30"/>
                    <a:pt x="43" y="29"/>
                  </a:cubicBezTo>
                  <a:cubicBezTo>
                    <a:pt x="43" y="26"/>
                    <a:pt x="41" y="25"/>
                    <a:pt x="36" y="25"/>
                  </a:cubicBezTo>
                  <a:cubicBezTo>
                    <a:pt x="34" y="25"/>
                    <a:pt x="31" y="25"/>
                    <a:pt x="28" y="26"/>
                  </a:cubicBezTo>
                  <a:cubicBezTo>
                    <a:pt x="26" y="27"/>
                    <a:pt x="24" y="27"/>
                    <a:pt x="21" y="27"/>
                  </a:cubicBezTo>
                  <a:cubicBezTo>
                    <a:pt x="18" y="28"/>
                    <a:pt x="15" y="28"/>
                    <a:pt x="14" y="28"/>
                  </a:cubicBezTo>
                  <a:cubicBezTo>
                    <a:pt x="14" y="26"/>
                    <a:pt x="14" y="24"/>
                    <a:pt x="15" y="22"/>
                  </a:cubicBezTo>
                  <a:cubicBezTo>
                    <a:pt x="16" y="18"/>
                    <a:pt x="16" y="16"/>
                    <a:pt x="16" y="15"/>
                  </a:cubicBezTo>
                  <a:cubicBezTo>
                    <a:pt x="16" y="13"/>
                    <a:pt x="17" y="12"/>
                    <a:pt x="17" y="12"/>
                  </a:cubicBezTo>
                  <a:cubicBezTo>
                    <a:pt x="17" y="12"/>
                    <a:pt x="19" y="12"/>
                    <a:pt x="22" y="11"/>
                  </a:cubicBezTo>
                  <a:cubicBezTo>
                    <a:pt x="25" y="10"/>
                    <a:pt x="28" y="10"/>
                    <a:pt x="33" y="10"/>
                  </a:cubicBezTo>
                  <a:cubicBezTo>
                    <a:pt x="45" y="9"/>
                    <a:pt x="45" y="9"/>
                    <a:pt x="45" y="9"/>
                  </a:cubicBezTo>
                  <a:cubicBezTo>
                    <a:pt x="46" y="9"/>
                    <a:pt x="46" y="8"/>
                    <a:pt x="47" y="8"/>
                  </a:cubicBezTo>
                  <a:cubicBezTo>
                    <a:pt x="48" y="7"/>
                    <a:pt x="49" y="6"/>
                    <a:pt x="49" y="5"/>
                  </a:cubicBezTo>
                  <a:cubicBezTo>
                    <a:pt x="49" y="2"/>
                    <a:pt x="46" y="0"/>
                    <a:pt x="4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145"/>
            <p:cNvSpPr>
              <a:spLocks noEditPoints="1"/>
            </p:cNvSpPr>
            <p:nvPr/>
          </p:nvSpPr>
          <p:spPr bwMode="auto">
            <a:xfrm>
              <a:off x="11071225" y="5692775"/>
              <a:ext cx="73025" cy="79375"/>
            </a:xfrm>
            <a:custGeom>
              <a:avLst/>
              <a:gdLst>
                <a:gd name="T0" fmla="*/ 40 w 42"/>
                <a:gd name="T1" fmla="*/ 38 h 45"/>
                <a:gd name="T2" fmla="*/ 38 w 42"/>
                <a:gd name="T3" fmla="*/ 37 h 45"/>
                <a:gd name="T4" fmla="*/ 37 w 42"/>
                <a:gd name="T5" fmla="*/ 34 h 45"/>
                <a:gd name="T6" fmla="*/ 37 w 42"/>
                <a:gd name="T7" fmla="*/ 27 h 45"/>
                <a:gd name="T8" fmla="*/ 38 w 42"/>
                <a:gd name="T9" fmla="*/ 14 h 45"/>
                <a:gd name="T10" fmla="*/ 39 w 42"/>
                <a:gd name="T11" fmla="*/ 8 h 45"/>
                <a:gd name="T12" fmla="*/ 35 w 42"/>
                <a:gd name="T13" fmla="*/ 4 h 45"/>
                <a:gd name="T14" fmla="*/ 28 w 42"/>
                <a:gd name="T15" fmla="*/ 0 h 45"/>
                <a:gd name="T16" fmla="*/ 10 w 42"/>
                <a:gd name="T17" fmla="*/ 11 h 45"/>
                <a:gd name="T18" fmla="*/ 0 w 42"/>
                <a:gd name="T19" fmla="*/ 34 h 45"/>
                <a:gd name="T20" fmla="*/ 3 w 42"/>
                <a:gd name="T21" fmla="*/ 41 h 45"/>
                <a:gd name="T22" fmla="*/ 9 w 42"/>
                <a:gd name="T23" fmla="*/ 44 h 45"/>
                <a:gd name="T24" fmla="*/ 29 w 42"/>
                <a:gd name="T25" fmla="*/ 30 h 45"/>
                <a:gd name="T26" fmla="*/ 36 w 42"/>
                <a:gd name="T27" fmla="*/ 45 h 45"/>
                <a:gd name="T28" fmla="*/ 40 w 42"/>
                <a:gd name="T29" fmla="*/ 43 h 45"/>
                <a:gd name="T30" fmla="*/ 42 w 42"/>
                <a:gd name="T31" fmla="*/ 40 h 45"/>
                <a:gd name="T32" fmla="*/ 40 w 42"/>
                <a:gd name="T33" fmla="*/ 38 h 45"/>
                <a:gd name="T34" fmla="*/ 23 w 42"/>
                <a:gd name="T35" fmla="*/ 27 h 45"/>
                <a:gd name="T36" fmla="*/ 11 w 42"/>
                <a:gd name="T37" fmla="*/ 35 h 45"/>
                <a:gd name="T38" fmla="*/ 10 w 42"/>
                <a:gd name="T39" fmla="*/ 32 h 45"/>
                <a:gd name="T40" fmla="*/ 16 w 42"/>
                <a:gd name="T41" fmla="*/ 17 h 45"/>
                <a:gd name="T42" fmla="*/ 27 w 42"/>
                <a:gd name="T43" fmla="*/ 8 h 45"/>
                <a:gd name="T44" fmla="*/ 29 w 42"/>
                <a:gd name="T45" fmla="*/ 9 h 45"/>
                <a:gd name="T46" fmla="*/ 29 w 42"/>
                <a:gd name="T47" fmla="*/ 12 h 45"/>
                <a:gd name="T48" fmla="*/ 23 w 42"/>
                <a:gd name="T49"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 h="45">
                  <a:moveTo>
                    <a:pt x="40" y="38"/>
                  </a:moveTo>
                  <a:cubicBezTo>
                    <a:pt x="39" y="38"/>
                    <a:pt x="39" y="37"/>
                    <a:pt x="38" y="37"/>
                  </a:cubicBezTo>
                  <a:cubicBezTo>
                    <a:pt x="38" y="36"/>
                    <a:pt x="38" y="35"/>
                    <a:pt x="37" y="34"/>
                  </a:cubicBezTo>
                  <a:cubicBezTo>
                    <a:pt x="37" y="33"/>
                    <a:pt x="37" y="30"/>
                    <a:pt x="37" y="27"/>
                  </a:cubicBezTo>
                  <a:cubicBezTo>
                    <a:pt x="37" y="24"/>
                    <a:pt x="37" y="19"/>
                    <a:pt x="38" y="14"/>
                  </a:cubicBezTo>
                  <a:cubicBezTo>
                    <a:pt x="39" y="11"/>
                    <a:pt x="39" y="9"/>
                    <a:pt x="39" y="8"/>
                  </a:cubicBezTo>
                  <a:cubicBezTo>
                    <a:pt x="39" y="6"/>
                    <a:pt x="38" y="4"/>
                    <a:pt x="35" y="4"/>
                  </a:cubicBezTo>
                  <a:cubicBezTo>
                    <a:pt x="34" y="1"/>
                    <a:pt x="32" y="0"/>
                    <a:pt x="28" y="0"/>
                  </a:cubicBezTo>
                  <a:cubicBezTo>
                    <a:pt x="22" y="0"/>
                    <a:pt x="16" y="4"/>
                    <a:pt x="10" y="11"/>
                  </a:cubicBezTo>
                  <a:cubicBezTo>
                    <a:pt x="3" y="19"/>
                    <a:pt x="0" y="27"/>
                    <a:pt x="0" y="34"/>
                  </a:cubicBezTo>
                  <a:cubicBezTo>
                    <a:pt x="0" y="37"/>
                    <a:pt x="1" y="39"/>
                    <a:pt x="3" y="41"/>
                  </a:cubicBezTo>
                  <a:cubicBezTo>
                    <a:pt x="4" y="43"/>
                    <a:pt x="7" y="44"/>
                    <a:pt x="9" y="44"/>
                  </a:cubicBezTo>
                  <a:cubicBezTo>
                    <a:pt x="15" y="44"/>
                    <a:pt x="22" y="39"/>
                    <a:pt x="29" y="30"/>
                  </a:cubicBezTo>
                  <a:cubicBezTo>
                    <a:pt x="28" y="40"/>
                    <a:pt x="31" y="45"/>
                    <a:pt x="36" y="45"/>
                  </a:cubicBezTo>
                  <a:cubicBezTo>
                    <a:pt x="37" y="45"/>
                    <a:pt x="38" y="44"/>
                    <a:pt x="40" y="43"/>
                  </a:cubicBezTo>
                  <a:cubicBezTo>
                    <a:pt x="41" y="43"/>
                    <a:pt x="42" y="41"/>
                    <a:pt x="42" y="40"/>
                  </a:cubicBezTo>
                  <a:cubicBezTo>
                    <a:pt x="42" y="39"/>
                    <a:pt x="41" y="39"/>
                    <a:pt x="40" y="38"/>
                  </a:cubicBezTo>
                  <a:close/>
                  <a:moveTo>
                    <a:pt x="23" y="27"/>
                  </a:moveTo>
                  <a:cubicBezTo>
                    <a:pt x="18" y="32"/>
                    <a:pt x="14" y="35"/>
                    <a:pt x="11" y="35"/>
                  </a:cubicBezTo>
                  <a:cubicBezTo>
                    <a:pt x="10" y="35"/>
                    <a:pt x="10" y="34"/>
                    <a:pt x="10" y="32"/>
                  </a:cubicBezTo>
                  <a:cubicBezTo>
                    <a:pt x="10" y="28"/>
                    <a:pt x="12" y="23"/>
                    <a:pt x="16" y="17"/>
                  </a:cubicBezTo>
                  <a:cubicBezTo>
                    <a:pt x="20" y="11"/>
                    <a:pt x="24" y="8"/>
                    <a:pt x="27" y="8"/>
                  </a:cubicBezTo>
                  <a:cubicBezTo>
                    <a:pt x="27" y="8"/>
                    <a:pt x="28" y="8"/>
                    <a:pt x="29" y="9"/>
                  </a:cubicBezTo>
                  <a:cubicBezTo>
                    <a:pt x="29" y="10"/>
                    <a:pt x="29" y="11"/>
                    <a:pt x="29" y="12"/>
                  </a:cubicBezTo>
                  <a:cubicBezTo>
                    <a:pt x="29" y="16"/>
                    <a:pt x="27" y="21"/>
                    <a:pt x="23"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146"/>
            <p:cNvSpPr>
              <a:spLocks/>
            </p:cNvSpPr>
            <p:nvPr/>
          </p:nvSpPr>
          <p:spPr bwMode="auto">
            <a:xfrm>
              <a:off x="11152188" y="5667375"/>
              <a:ext cx="68263" cy="104775"/>
            </a:xfrm>
            <a:custGeom>
              <a:avLst/>
              <a:gdLst>
                <a:gd name="T0" fmla="*/ 35 w 39"/>
                <a:gd name="T1" fmla="*/ 15 h 59"/>
                <a:gd name="T2" fmla="*/ 22 w 39"/>
                <a:gd name="T3" fmla="*/ 17 h 59"/>
                <a:gd name="T4" fmla="*/ 25 w 39"/>
                <a:gd name="T5" fmla="*/ 4 h 59"/>
                <a:gd name="T6" fmla="*/ 24 w 39"/>
                <a:gd name="T7" fmla="*/ 1 h 59"/>
                <a:gd name="T8" fmla="*/ 20 w 39"/>
                <a:gd name="T9" fmla="*/ 0 h 59"/>
                <a:gd name="T10" fmla="*/ 15 w 39"/>
                <a:gd name="T11" fmla="*/ 5 h 59"/>
                <a:gd name="T12" fmla="*/ 12 w 39"/>
                <a:gd name="T13" fmla="*/ 17 h 59"/>
                <a:gd name="T14" fmla="*/ 3 w 39"/>
                <a:gd name="T15" fmla="*/ 18 h 59"/>
                <a:gd name="T16" fmla="*/ 0 w 39"/>
                <a:gd name="T17" fmla="*/ 21 h 59"/>
                <a:gd name="T18" fmla="*/ 2 w 39"/>
                <a:gd name="T19" fmla="*/ 25 h 59"/>
                <a:gd name="T20" fmla="*/ 5 w 39"/>
                <a:gd name="T21" fmla="*/ 26 h 59"/>
                <a:gd name="T22" fmla="*/ 6 w 39"/>
                <a:gd name="T23" fmla="*/ 26 h 59"/>
                <a:gd name="T24" fmla="*/ 10 w 39"/>
                <a:gd name="T25" fmla="*/ 26 h 59"/>
                <a:gd name="T26" fmla="*/ 6 w 39"/>
                <a:gd name="T27" fmla="*/ 47 h 59"/>
                <a:gd name="T28" fmla="*/ 8 w 39"/>
                <a:gd name="T29" fmla="*/ 56 h 59"/>
                <a:gd name="T30" fmla="*/ 16 w 39"/>
                <a:gd name="T31" fmla="*/ 59 h 59"/>
                <a:gd name="T32" fmla="*/ 28 w 39"/>
                <a:gd name="T33" fmla="*/ 54 h 59"/>
                <a:gd name="T34" fmla="*/ 34 w 39"/>
                <a:gd name="T35" fmla="*/ 47 h 59"/>
                <a:gd name="T36" fmla="*/ 33 w 39"/>
                <a:gd name="T37" fmla="*/ 45 h 59"/>
                <a:gd name="T38" fmla="*/ 31 w 39"/>
                <a:gd name="T39" fmla="*/ 44 h 59"/>
                <a:gd name="T40" fmla="*/ 28 w 39"/>
                <a:gd name="T41" fmla="*/ 46 h 59"/>
                <a:gd name="T42" fmla="*/ 22 w 39"/>
                <a:gd name="T43" fmla="*/ 50 h 59"/>
                <a:gd name="T44" fmla="*/ 18 w 39"/>
                <a:gd name="T45" fmla="*/ 50 h 59"/>
                <a:gd name="T46" fmla="*/ 16 w 39"/>
                <a:gd name="T47" fmla="*/ 49 h 59"/>
                <a:gd name="T48" fmla="*/ 15 w 39"/>
                <a:gd name="T49" fmla="*/ 45 h 59"/>
                <a:gd name="T50" fmla="*/ 17 w 39"/>
                <a:gd name="T51" fmla="*/ 34 h 59"/>
                <a:gd name="T52" fmla="*/ 19 w 39"/>
                <a:gd name="T53" fmla="*/ 25 h 59"/>
                <a:gd name="T54" fmla="*/ 33 w 39"/>
                <a:gd name="T55" fmla="*/ 23 h 59"/>
                <a:gd name="T56" fmla="*/ 39 w 39"/>
                <a:gd name="T57" fmla="*/ 18 h 59"/>
                <a:gd name="T58" fmla="*/ 38 w 39"/>
                <a:gd name="T59" fmla="*/ 16 h 59"/>
                <a:gd name="T60" fmla="*/ 35 w 39"/>
                <a:gd name="T61" fmla="*/ 1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9" h="59">
                  <a:moveTo>
                    <a:pt x="35" y="15"/>
                  </a:moveTo>
                  <a:cubicBezTo>
                    <a:pt x="35" y="15"/>
                    <a:pt x="30" y="16"/>
                    <a:pt x="22" y="17"/>
                  </a:cubicBezTo>
                  <a:cubicBezTo>
                    <a:pt x="24" y="9"/>
                    <a:pt x="25" y="5"/>
                    <a:pt x="25" y="4"/>
                  </a:cubicBezTo>
                  <a:cubicBezTo>
                    <a:pt x="25" y="3"/>
                    <a:pt x="25" y="2"/>
                    <a:pt x="24" y="1"/>
                  </a:cubicBezTo>
                  <a:cubicBezTo>
                    <a:pt x="23" y="1"/>
                    <a:pt x="22" y="0"/>
                    <a:pt x="20" y="0"/>
                  </a:cubicBezTo>
                  <a:cubicBezTo>
                    <a:pt x="18" y="0"/>
                    <a:pt x="16" y="2"/>
                    <a:pt x="15" y="5"/>
                  </a:cubicBezTo>
                  <a:cubicBezTo>
                    <a:pt x="14" y="10"/>
                    <a:pt x="13" y="14"/>
                    <a:pt x="12" y="17"/>
                  </a:cubicBezTo>
                  <a:cubicBezTo>
                    <a:pt x="3" y="18"/>
                    <a:pt x="3" y="18"/>
                    <a:pt x="3" y="18"/>
                  </a:cubicBezTo>
                  <a:cubicBezTo>
                    <a:pt x="1" y="18"/>
                    <a:pt x="0" y="19"/>
                    <a:pt x="0" y="21"/>
                  </a:cubicBezTo>
                  <a:cubicBezTo>
                    <a:pt x="0" y="23"/>
                    <a:pt x="0" y="24"/>
                    <a:pt x="2" y="25"/>
                  </a:cubicBezTo>
                  <a:cubicBezTo>
                    <a:pt x="3" y="26"/>
                    <a:pt x="4" y="26"/>
                    <a:pt x="5" y="26"/>
                  </a:cubicBezTo>
                  <a:cubicBezTo>
                    <a:pt x="6" y="26"/>
                    <a:pt x="6" y="26"/>
                    <a:pt x="6" y="26"/>
                  </a:cubicBezTo>
                  <a:cubicBezTo>
                    <a:pt x="7" y="26"/>
                    <a:pt x="8" y="26"/>
                    <a:pt x="10" y="26"/>
                  </a:cubicBezTo>
                  <a:cubicBezTo>
                    <a:pt x="7" y="36"/>
                    <a:pt x="6" y="43"/>
                    <a:pt x="6" y="47"/>
                  </a:cubicBezTo>
                  <a:cubicBezTo>
                    <a:pt x="6" y="51"/>
                    <a:pt x="6" y="54"/>
                    <a:pt x="8" y="56"/>
                  </a:cubicBezTo>
                  <a:cubicBezTo>
                    <a:pt x="10" y="58"/>
                    <a:pt x="13" y="59"/>
                    <a:pt x="16" y="59"/>
                  </a:cubicBezTo>
                  <a:cubicBezTo>
                    <a:pt x="20" y="59"/>
                    <a:pt x="24" y="57"/>
                    <a:pt x="28" y="54"/>
                  </a:cubicBezTo>
                  <a:cubicBezTo>
                    <a:pt x="32" y="52"/>
                    <a:pt x="34" y="49"/>
                    <a:pt x="34" y="47"/>
                  </a:cubicBezTo>
                  <a:cubicBezTo>
                    <a:pt x="34" y="46"/>
                    <a:pt x="33" y="46"/>
                    <a:pt x="33" y="45"/>
                  </a:cubicBezTo>
                  <a:cubicBezTo>
                    <a:pt x="33" y="45"/>
                    <a:pt x="32" y="44"/>
                    <a:pt x="31" y="44"/>
                  </a:cubicBezTo>
                  <a:cubicBezTo>
                    <a:pt x="30" y="44"/>
                    <a:pt x="29" y="45"/>
                    <a:pt x="28" y="46"/>
                  </a:cubicBezTo>
                  <a:cubicBezTo>
                    <a:pt x="25" y="48"/>
                    <a:pt x="24" y="49"/>
                    <a:pt x="22" y="50"/>
                  </a:cubicBezTo>
                  <a:cubicBezTo>
                    <a:pt x="21" y="50"/>
                    <a:pt x="20" y="50"/>
                    <a:pt x="18" y="50"/>
                  </a:cubicBezTo>
                  <a:cubicBezTo>
                    <a:pt x="17" y="50"/>
                    <a:pt x="16" y="50"/>
                    <a:pt x="16" y="49"/>
                  </a:cubicBezTo>
                  <a:cubicBezTo>
                    <a:pt x="15" y="48"/>
                    <a:pt x="15" y="47"/>
                    <a:pt x="15" y="45"/>
                  </a:cubicBezTo>
                  <a:cubicBezTo>
                    <a:pt x="15" y="43"/>
                    <a:pt x="16" y="40"/>
                    <a:pt x="17" y="34"/>
                  </a:cubicBezTo>
                  <a:cubicBezTo>
                    <a:pt x="18" y="28"/>
                    <a:pt x="19" y="25"/>
                    <a:pt x="19" y="25"/>
                  </a:cubicBezTo>
                  <a:cubicBezTo>
                    <a:pt x="33" y="23"/>
                    <a:pt x="33" y="23"/>
                    <a:pt x="33" y="23"/>
                  </a:cubicBezTo>
                  <a:cubicBezTo>
                    <a:pt x="37" y="22"/>
                    <a:pt x="39" y="21"/>
                    <a:pt x="39" y="18"/>
                  </a:cubicBezTo>
                  <a:cubicBezTo>
                    <a:pt x="39" y="17"/>
                    <a:pt x="39" y="16"/>
                    <a:pt x="38" y="16"/>
                  </a:cubicBezTo>
                  <a:cubicBezTo>
                    <a:pt x="38" y="16"/>
                    <a:pt x="37" y="15"/>
                    <a:pt x="35"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147"/>
            <p:cNvSpPr>
              <a:spLocks/>
            </p:cNvSpPr>
            <p:nvPr/>
          </p:nvSpPr>
          <p:spPr bwMode="auto">
            <a:xfrm>
              <a:off x="11239500" y="5656263"/>
              <a:ext cx="22225" cy="22225"/>
            </a:xfrm>
            <a:custGeom>
              <a:avLst/>
              <a:gdLst>
                <a:gd name="T0" fmla="*/ 7 w 13"/>
                <a:gd name="T1" fmla="*/ 0 h 13"/>
                <a:gd name="T2" fmla="*/ 2 w 13"/>
                <a:gd name="T3" fmla="*/ 2 h 13"/>
                <a:gd name="T4" fmla="*/ 0 w 13"/>
                <a:gd name="T5" fmla="*/ 7 h 13"/>
                <a:gd name="T6" fmla="*/ 2 w 13"/>
                <a:gd name="T7" fmla="*/ 11 h 13"/>
                <a:gd name="T8" fmla="*/ 6 w 13"/>
                <a:gd name="T9" fmla="*/ 13 h 13"/>
                <a:gd name="T10" fmla="*/ 10 w 13"/>
                <a:gd name="T11" fmla="*/ 10 h 13"/>
                <a:gd name="T12" fmla="*/ 13 w 13"/>
                <a:gd name="T13" fmla="*/ 6 h 13"/>
                <a:gd name="T14" fmla="*/ 11 w 13"/>
                <a:gd name="T15" fmla="*/ 2 h 13"/>
                <a:gd name="T16" fmla="*/ 7 w 13"/>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3">
                  <a:moveTo>
                    <a:pt x="7" y="0"/>
                  </a:moveTo>
                  <a:cubicBezTo>
                    <a:pt x="5" y="0"/>
                    <a:pt x="3" y="1"/>
                    <a:pt x="2" y="2"/>
                  </a:cubicBezTo>
                  <a:cubicBezTo>
                    <a:pt x="0" y="3"/>
                    <a:pt x="0" y="5"/>
                    <a:pt x="0" y="7"/>
                  </a:cubicBezTo>
                  <a:cubicBezTo>
                    <a:pt x="0" y="8"/>
                    <a:pt x="0" y="9"/>
                    <a:pt x="2" y="11"/>
                  </a:cubicBezTo>
                  <a:cubicBezTo>
                    <a:pt x="3" y="12"/>
                    <a:pt x="4" y="13"/>
                    <a:pt x="6" y="13"/>
                  </a:cubicBezTo>
                  <a:cubicBezTo>
                    <a:pt x="7" y="13"/>
                    <a:pt x="8" y="12"/>
                    <a:pt x="10" y="10"/>
                  </a:cubicBezTo>
                  <a:cubicBezTo>
                    <a:pt x="12" y="9"/>
                    <a:pt x="13" y="7"/>
                    <a:pt x="13" y="6"/>
                  </a:cubicBezTo>
                  <a:cubicBezTo>
                    <a:pt x="13" y="4"/>
                    <a:pt x="12" y="3"/>
                    <a:pt x="11" y="2"/>
                  </a:cubicBezTo>
                  <a:cubicBezTo>
                    <a:pt x="10" y="1"/>
                    <a:pt x="9"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148"/>
            <p:cNvSpPr>
              <a:spLocks/>
            </p:cNvSpPr>
            <p:nvPr/>
          </p:nvSpPr>
          <p:spPr bwMode="auto">
            <a:xfrm>
              <a:off x="11223625" y="5695950"/>
              <a:ext cx="23813" cy="76200"/>
            </a:xfrm>
            <a:custGeom>
              <a:avLst/>
              <a:gdLst>
                <a:gd name="T0" fmla="*/ 9 w 14"/>
                <a:gd name="T1" fmla="*/ 0 h 43"/>
                <a:gd name="T2" fmla="*/ 5 w 14"/>
                <a:gd name="T3" fmla="*/ 2 h 43"/>
                <a:gd name="T4" fmla="*/ 4 w 14"/>
                <a:gd name="T5" fmla="*/ 7 h 43"/>
                <a:gd name="T6" fmla="*/ 3 w 14"/>
                <a:gd name="T7" fmla="*/ 15 h 43"/>
                <a:gd name="T8" fmla="*/ 3 w 14"/>
                <a:gd name="T9" fmla="*/ 15 h 43"/>
                <a:gd name="T10" fmla="*/ 2 w 14"/>
                <a:gd name="T11" fmla="*/ 19 h 43"/>
                <a:gd name="T12" fmla="*/ 0 w 14"/>
                <a:gd name="T13" fmla="*/ 35 h 43"/>
                <a:gd name="T14" fmla="*/ 5 w 14"/>
                <a:gd name="T15" fmla="*/ 43 h 43"/>
                <a:gd name="T16" fmla="*/ 9 w 14"/>
                <a:gd name="T17" fmla="*/ 42 h 43"/>
                <a:gd name="T18" fmla="*/ 11 w 14"/>
                <a:gd name="T19" fmla="*/ 39 h 43"/>
                <a:gd name="T20" fmla="*/ 11 w 14"/>
                <a:gd name="T21" fmla="*/ 38 h 43"/>
                <a:gd name="T22" fmla="*/ 10 w 14"/>
                <a:gd name="T23" fmla="*/ 32 h 43"/>
                <a:gd name="T24" fmla="*/ 10 w 14"/>
                <a:gd name="T25" fmla="*/ 24 h 43"/>
                <a:gd name="T26" fmla="*/ 13 w 14"/>
                <a:gd name="T27" fmla="*/ 11 h 43"/>
                <a:gd name="T28" fmla="*/ 13 w 14"/>
                <a:gd name="T29" fmla="*/ 11 h 43"/>
                <a:gd name="T30" fmla="*/ 14 w 14"/>
                <a:gd name="T31" fmla="*/ 4 h 43"/>
                <a:gd name="T32" fmla="*/ 13 w 14"/>
                <a:gd name="T33" fmla="*/ 1 h 43"/>
                <a:gd name="T34" fmla="*/ 9 w 14"/>
                <a:gd name="T35"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43">
                  <a:moveTo>
                    <a:pt x="9" y="0"/>
                  </a:moveTo>
                  <a:cubicBezTo>
                    <a:pt x="7" y="0"/>
                    <a:pt x="6" y="1"/>
                    <a:pt x="5" y="2"/>
                  </a:cubicBezTo>
                  <a:cubicBezTo>
                    <a:pt x="4" y="3"/>
                    <a:pt x="4" y="5"/>
                    <a:pt x="4" y="7"/>
                  </a:cubicBezTo>
                  <a:cubicBezTo>
                    <a:pt x="4" y="7"/>
                    <a:pt x="3" y="10"/>
                    <a:pt x="3" y="15"/>
                  </a:cubicBezTo>
                  <a:cubicBezTo>
                    <a:pt x="3" y="15"/>
                    <a:pt x="3" y="15"/>
                    <a:pt x="3" y="15"/>
                  </a:cubicBezTo>
                  <a:cubicBezTo>
                    <a:pt x="2" y="16"/>
                    <a:pt x="2" y="18"/>
                    <a:pt x="2" y="19"/>
                  </a:cubicBezTo>
                  <a:cubicBezTo>
                    <a:pt x="1" y="25"/>
                    <a:pt x="0" y="31"/>
                    <a:pt x="0" y="35"/>
                  </a:cubicBezTo>
                  <a:cubicBezTo>
                    <a:pt x="0" y="41"/>
                    <a:pt x="2" y="43"/>
                    <a:pt x="5" y="43"/>
                  </a:cubicBezTo>
                  <a:cubicBezTo>
                    <a:pt x="7" y="43"/>
                    <a:pt x="8" y="43"/>
                    <a:pt x="9" y="42"/>
                  </a:cubicBezTo>
                  <a:cubicBezTo>
                    <a:pt x="10" y="41"/>
                    <a:pt x="11" y="40"/>
                    <a:pt x="11" y="39"/>
                  </a:cubicBezTo>
                  <a:cubicBezTo>
                    <a:pt x="11" y="39"/>
                    <a:pt x="11" y="39"/>
                    <a:pt x="11" y="38"/>
                  </a:cubicBezTo>
                  <a:cubicBezTo>
                    <a:pt x="10" y="35"/>
                    <a:pt x="10" y="33"/>
                    <a:pt x="10" y="32"/>
                  </a:cubicBezTo>
                  <a:cubicBezTo>
                    <a:pt x="10" y="30"/>
                    <a:pt x="10" y="27"/>
                    <a:pt x="10" y="24"/>
                  </a:cubicBezTo>
                  <a:cubicBezTo>
                    <a:pt x="10" y="21"/>
                    <a:pt x="11" y="16"/>
                    <a:pt x="13" y="11"/>
                  </a:cubicBezTo>
                  <a:cubicBezTo>
                    <a:pt x="13" y="11"/>
                    <a:pt x="13" y="11"/>
                    <a:pt x="13" y="11"/>
                  </a:cubicBezTo>
                  <a:cubicBezTo>
                    <a:pt x="14" y="7"/>
                    <a:pt x="14" y="5"/>
                    <a:pt x="14" y="4"/>
                  </a:cubicBezTo>
                  <a:cubicBezTo>
                    <a:pt x="14" y="3"/>
                    <a:pt x="14" y="2"/>
                    <a:pt x="13" y="1"/>
                  </a:cubicBezTo>
                  <a:cubicBezTo>
                    <a:pt x="12" y="0"/>
                    <a:pt x="11"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149"/>
            <p:cNvSpPr>
              <a:spLocks/>
            </p:cNvSpPr>
            <p:nvPr/>
          </p:nvSpPr>
          <p:spPr bwMode="auto">
            <a:xfrm>
              <a:off x="11261725" y="5697538"/>
              <a:ext cx="87313" cy="71438"/>
            </a:xfrm>
            <a:custGeom>
              <a:avLst/>
              <a:gdLst>
                <a:gd name="T0" fmla="*/ 50 w 50"/>
                <a:gd name="T1" fmla="*/ 32 h 41"/>
                <a:gd name="T2" fmla="*/ 48 w 50"/>
                <a:gd name="T3" fmla="*/ 30 h 41"/>
                <a:gd name="T4" fmla="*/ 46 w 50"/>
                <a:gd name="T5" fmla="*/ 30 h 41"/>
                <a:gd name="T6" fmla="*/ 44 w 50"/>
                <a:gd name="T7" fmla="*/ 30 h 41"/>
                <a:gd name="T8" fmla="*/ 40 w 50"/>
                <a:gd name="T9" fmla="*/ 16 h 41"/>
                <a:gd name="T10" fmla="*/ 29 w 50"/>
                <a:gd name="T11" fmla="*/ 1 h 41"/>
                <a:gd name="T12" fmla="*/ 10 w 50"/>
                <a:gd name="T13" fmla="*/ 21 h 41"/>
                <a:gd name="T14" fmla="*/ 12 w 50"/>
                <a:gd name="T15" fmla="*/ 7 h 41"/>
                <a:gd name="T16" fmla="*/ 11 w 50"/>
                <a:gd name="T17" fmla="*/ 1 h 41"/>
                <a:gd name="T18" fmla="*/ 8 w 50"/>
                <a:gd name="T19" fmla="*/ 0 h 41"/>
                <a:gd name="T20" fmla="*/ 4 w 50"/>
                <a:gd name="T21" fmla="*/ 2 h 41"/>
                <a:gd name="T22" fmla="*/ 3 w 50"/>
                <a:gd name="T23" fmla="*/ 6 h 41"/>
                <a:gd name="T24" fmla="*/ 1 w 50"/>
                <a:gd name="T25" fmla="*/ 27 h 41"/>
                <a:gd name="T26" fmla="*/ 0 w 50"/>
                <a:gd name="T27" fmla="*/ 35 h 41"/>
                <a:gd name="T28" fmla="*/ 6 w 50"/>
                <a:gd name="T29" fmla="*/ 41 h 41"/>
                <a:gd name="T30" fmla="*/ 8 w 50"/>
                <a:gd name="T31" fmla="*/ 40 h 41"/>
                <a:gd name="T32" fmla="*/ 9 w 50"/>
                <a:gd name="T33" fmla="*/ 37 h 41"/>
                <a:gd name="T34" fmla="*/ 18 w 50"/>
                <a:gd name="T35" fmla="*/ 22 h 41"/>
                <a:gd name="T36" fmla="*/ 28 w 50"/>
                <a:gd name="T37" fmla="*/ 11 h 41"/>
                <a:gd name="T38" fmla="*/ 31 w 50"/>
                <a:gd name="T39" fmla="*/ 21 h 41"/>
                <a:gd name="T40" fmla="*/ 34 w 50"/>
                <a:gd name="T41" fmla="*/ 34 h 41"/>
                <a:gd name="T42" fmla="*/ 34 w 50"/>
                <a:gd name="T43" fmla="*/ 34 h 41"/>
                <a:gd name="T44" fmla="*/ 41 w 50"/>
                <a:gd name="T45" fmla="*/ 38 h 41"/>
                <a:gd name="T46" fmla="*/ 47 w 50"/>
                <a:gd name="T47" fmla="*/ 36 h 41"/>
                <a:gd name="T48" fmla="*/ 50 w 50"/>
                <a:gd name="T49" fmla="*/ 3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0" h="41">
                  <a:moveTo>
                    <a:pt x="50" y="32"/>
                  </a:moveTo>
                  <a:cubicBezTo>
                    <a:pt x="50" y="30"/>
                    <a:pt x="49" y="30"/>
                    <a:pt x="48" y="30"/>
                  </a:cubicBezTo>
                  <a:cubicBezTo>
                    <a:pt x="47" y="30"/>
                    <a:pt x="47" y="30"/>
                    <a:pt x="46" y="30"/>
                  </a:cubicBezTo>
                  <a:cubicBezTo>
                    <a:pt x="45" y="30"/>
                    <a:pt x="44" y="30"/>
                    <a:pt x="44" y="30"/>
                  </a:cubicBezTo>
                  <a:cubicBezTo>
                    <a:pt x="42" y="30"/>
                    <a:pt x="41" y="26"/>
                    <a:pt x="40" y="16"/>
                  </a:cubicBezTo>
                  <a:cubicBezTo>
                    <a:pt x="39" y="6"/>
                    <a:pt x="35" y="1"/>
                    <a:pt x="29" y="1"/>
                  </a:cubicBezTo>
                  <a:cubicBezTo>
                    <a:pt x="22" y="1"/>
                    <a:pt x="16" y="8"/>
                    <a:pt x="10" y="21"/>
                  </a:cubicBezTo>
                  <a:cubicBezTo>
                    <a:pt x="12" y="14"/>
                    <a:pt x="12" y="9"/>
                    <a:pt x="12" y="7"/>
                  </a:cubicBezTo>
                  <a:cubicBezTo>
                    <a:pt x="12" y="4"/>
                    <a:pt x="12" y="2"/>
                    <a:pt x="11" y="1"/>
                  </a:cubicBezTo>
                  <a:cubicBezTo>
                    <a:pt x="10" y="0"/>
                    <a:pt x="9" y="0"/>
                    <a:pt x="8" y="0"/>
                  </a:cubicBezTo>
                  <a:cubicBezTo>
                    <a:pt x="6" y="0"/>
                    <a:pt x="5" y="0"/>
                    <a:pt x="4" y="2"/>
                  </a:cubicBezTo>
                  <a:cubicBezTo>
                    <a:pt x="3" y="3"/>
                    <a:pt x="3" y="5"/>
                    <a:pt x="3" y="6"/>
                  </a:cubicBezTo>
                  <a:cubicBezTo>
                    <a:pt x="3" y="14"/>
                    <a:pt x="2" y="21"/>
                    <a:pt x="1" y="27"/>
                  </a:cubicBezTo>
                  <a:cubicBezTo>
                    <a:pt x="0" y="31"/>
                    <a:pt x="0" y="34"/>
                    <a:pt x="0" y="35"/>
                  </a:cubicBezTo>
                  <a:cubicBezTo>
                    <a:pt x="0" y="39"/>
                    <a:pt x="2" y="41"/>
                    <a:pt x="6" y="41"/>
                  </a:cubicBezTo>
                  <a:cubicBezTo>
                    <a:pt x="7" y="41"/>
                    <a:pt x="7" y="40"/>
                    <a:pt x="8" y="40"/>
                  </a:cubicBezTo>
                  <a:cubicBezTo>
                    <a:pt x="8" y="39"/>
                    <a:pt x="9" y="38"/>
                    <a:pt x="9" y="37"/>
                  </a:cubicBezTo>
                  <a:cubicBezTo>
                    <a:pt x="10" y="34"/>
                    <a:pt x="13" y="29"/>
                    <a:pt x="18" y="22"/>
                  </a:cubicBezTo>
                  <a:cubicBezTo>
                    <a:pt x="22" y="15"/>
                    <a:pt x="26" y="11"/>
                    <a:pt x="28" y="11"/>
                  </a:cubicBezTo>
                  <a:cubicBezTo>
                    <a:pt x="30" y="11"/>
                    <a:pt x="31" y="14"/>
                    <a:pt x="31" y="21"/>
                  </a:cubicBezTo>
                  <a:cubicBezTo>
                    <a:pt x="32" y="28"/>
                    <a:pt x="33" y="32"/>
                    <a:pt x="34" y="34"/>
                  </a:cubicBezTo>
                  <a:cubicBezTo>
                    <a:pt x="34" y="34"/>
                    <a:pt x="34" y="34"/>
                    <a:pt x="34" y="34"/>
                  </a:cubicBezTo>
                  <a:cubicBezTo>
                    <a:pt x="35" y="37"/>
                    <a:pt x="38" y="38"/>
                    <a:pt x="41" y="38"/>
                  </a:cubicBezTo>
                  <a:cubicBezTo>
                    <a:pt x="43" y="38"/>
                    <a:pt x="45" y="38"/>
                    <a:pt x="47" y="36"/>
                  </a:cubicBezTo>
                  <a:cubicBezTo>
                    <a:pt x="49" y="35"/>
                    <a:pt x="50" y="33"/>
                    <a:pt x="50"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150"/>
            <p:cNvSpPr>
              <a:spLocks noEditPoints="1"/>
            </p:cNvSpPr>
            <p:nvPr/>
          </p:nvSpPr>
          <p:spPr bwMode="auto">
            <a:xfrm>
              <a:off x="11341100" y="5694363"/>
              <a:ext cx="87313" cy="117475"/>
            </a:xfrm>
            <a:custGeom>
              <a:avLst/>
              <a:gdLst>
                <a:gd name="T0" fmla="*/ 47 w 50"/>
                <a:gd name="T1" fmla="*/ 3 h 67"/>
                <a:gd name="T2" fmla="*/ 46 w 50"/>
                <a:gd name="T3" fmla="*/ 2 h 67"/>
                <a:gd name="T4" fmla="*/ 40 w 50"/>
                <a:gd name="T5" fmla="*/ 0 h 67"/>
                <a:gd name="T6" fmla="*/ 25 w 50"/>
                <a:gd name="T7" fmla="*/ 6 h 67"/>
                <a:gd name="T8" fmla="*/ 12 w 50"/>
                <a:gd name="T9" fmla="*/ 19 h 67"/>
                <a:gd name="T10" fmla="*/ 7 w 50"/>
                <a:gd name="T11" fmla="*/ 32 h 67"/>
                <a:gd name="T12" fmla="*/ 10 w 50"/>
                <a:gd name="T13" fmla="*/ 39 h 67"/>
                <a:gd name="T14" fmla="*/ 16 w 50"/>
                <a:gd name="T15" fmla="*/ 41 h 67"/>
                <a:gd name="T16" fmla="*/ 26 w 50"/>
                <a:gd name="T17" fmla="*/ 38 h 67"/>
                <a:gd name="T18" fmla="*/ 36 w 50"/>
                <a:gd name="T19" fmla="*/ 30 h 67"/>
                <a:gd name="T20" fmla="*/ 31 w 50"/>
                <a:gd name="T21" fmla="*/ 53 h 67"/>
                <a:gd name="T22" fmla="*/ 23 w 50"/>
                <a:gd name="T23" fmla="*/ 59 h 67"/>
                <a:gd name="T24" fmla="*/ 8 w 50"/>
                <a:gd name="T25" fmla="*/ 53 h 67"/>
                <a:gd name="T26" fmla="*/ 3 w 50"/>
                <a:gd name="T27" fmla="*/ 50 h 67"/>
                <a:gd name="T28" fmla="*/ 0 w 50"/>
                <a:gd name="T29" fmla="*/ 53 h 67"/>
                <a:gd name="T30" fmla="*/ 7 w 50"/>
                <a:gd name="T31" fmla="*/ 62 h 67"/>
                <a:gd name="T32" fmla="*/ 22 w 50"/>
                <a:gd name="T33" fmla="*/ 67 h 67"/>
                <a:gd name="T34" fmla="*/ 36 w 50"/>
                <a:gd name="T35" fmla="*/ 61 h 67"/>
                <a:gd name="T36" fmla="*/ 44 w 50"/>
                <a:gd name="T37" fmla="*/ 41 h 67"/>
                <a:gd name="T38" fmla="*/ 46 w 50"/>
                <a:gd name="T39" fmla="*/ 21 h 67"/>
                <a:gd name="T40" fmla="*/ 48 w 50"/>
                <a:gd name="T41" fmla="*/ 13 h 67"/>
                <a:gd name="T42" fmla="*/ 50 w 50"/>
                <a:gd name="T43" fmla="*/ 8 h 67"/>
                <a:gd name="T44" fmla="*/ 49 w 50"/>
                <a:gd name="T45" fmla="*/ 5 h 67"/>
                <a:gd name="T46" fmla="*/ 47 w 50"/>
                <a:gd name="T47" fmla="*/ 3 h 67"/>
                <a:gd name="T48" fmla="*/ 37 w 50"/>
                <a:gd name="T49" fmla="*/ 19 h 67"/>
                <a:gd name="T50" fmla="*/ 29 w 50"/>
                <a:gd name="T51" fmla="*/ 29 h 67"/>
                <a:gd name="T52" fmla="*/ 18 w 50"/>
                <a:gd name="T53" fmla="*/ 33 h 67"/>
                <a:gd name="T54" fmla="*/ 17 w 50"/>
                <a:gd name="T55" fmla="*/ 31 h 67"/>
                <a:gd name="T56" fmla="*/ 21 w 50"/>
                <a:gd name="T57" fmla="*/ 21 h 67"/>
                <a:gd name="T58" fmla="*/ 30 w 50"/>
                <a:gd name="T59" fmla="*/ 12 h 67"/>
                <a:gd name="T60" fmla="*/ 37 w 50"/>
                <a:gd name="T61" fmla="*/ 8 h 67"/>
                <a:gd name="T62" fmla="*/ 39 w 50"/>
                <a:gd name="T63" fmla="*/ 9 h 67"/>
                <a:gd name="T64" fmla="*/ 40 w 50"/>
                <a:gd name="T65" fmla="*/ 11 h 67"/>
                <a:gd name="T66" fmla="*/ 37 w 50"/>
                <a:gd name="T67" fmla="*/ 1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0" h="67">
                  <a:moveTo>
                    <a:pt x="47" y="3"/>
                  </a:moveTo>
                  <a:cubicBezTo>
                    <a:pt x="47" y="3"/>
                    <a:pt x="46" y="2"/>
                    <a:pt x="46" y="2"/>
                  </a:cubicBezTo>
                  <a:cubicBezTo>
                    <a:pt x="44" y="1"/>
                    <a:pt x="42" y="0"/>
                    <a:pt x="40" y="0"/>
                  </a:cubicBezTo>
                  <a:cubicBezTo>
                    <a:pt x="35" y="0"/>
                    <a:pt x="30" y="2"/>
                    <a:pt x="25" y="6"/>
                  </a:cubicBezTo>
                  <a:cubicBezTo>
                    <a:pt x="19" y="9"/>
                    <a:pt x="15" y="14"/>
                    <a:pt x="12" y="19"/>
                  </a:cubicBezTo>
                  <a:cubicBezTo>
                    <a:pt x="9" y="24"/>
                    <a:pt x="7" y="28"/>
                    <a:pt x="7" y="32"/>
                  </a:cubicBezTo>
                  <a:cubicBezTo>
                    <a:pt x="7" y="35"/>
                    <a:pt x="8" y="37"/>
                    <a:pt x="10" y="39"/>
                  </a:cubicBezTo>
                  <a:cubicBezTo>
                    <a:pt x="11" y="41"/>
                    <a:pt x="13" y="41"/>
                    <a:pt x="16" y="41"/>
                  </a:cubicBezTo>
                  <a:cubicBezTo>
                    <a:pt x="19" y="41"/>
                    <a:pt x="22" y="40"/>
                    <a:pt x="26" y="38"/>
                  </a:cubicBezTo>
                  <a:cubicBezTo>
                    <a:pt x="30" y="36"/>
                    <a:pt x="34" y="33"/>
                    <a:pt x="36" y="30"/>
                  </a:cubicBezTo>
                  <a:cubicBezTo>
                    <a:pt x="35" y="41"/>
                    <a:pt x="33" y="48"/>
                    <a:pt x="31" y="53"/>
                  </a:cubicBezTo>
                  <a:cubicBezTo>
                    <a:pt x="29" y="57"/>
                    <a:pt x="26" y="59"/>
                    <a:pt x="23" y="59"/>
                  </a:cubicBezTo>
                  <a:cubicBezTo>
                    <a:pt x="19" y="59"/>
                    <a:pt x="14" y="57"/>
                    <a:pt x="8" y="53"/>
                  </a:cubicBezTo>
                  <a:cubicBezTo>
                    <a:pt x="5" y="51"/>
                    <a:pt x="4" y="50"/>
                    <a:pt x="3" y="50"/>
                  </a:cubicBezTo>
                  <a:cubicBezTo>
                    <a:pt x="1" y="50"/>
                    <a:pt x="0" y="51"/>
                    <a:pt x="0" y="53"/>
                  </a:cubicBezTo>
                  <a:cubicBezTo>
                    <a:pt x="0" y="56"/>
                    <a:pt x="2" y="59"/>
                    <a:pt x="7" y="62"/>
                  </a:cubicBezTo>
                  <a:cubicBezTo>
                    <a:pt x="12" y="66"/>
                    <a:pt x="17" y="67"/>
                    <a:pt x="22" y="67"/>
                  </a:cubicBezTo>
                  <a:cubicBezTo>
                    <a:pt x="27" y="67"/>
                    <a:pt x="32" y="65"/>
                    <a:pt x="36" y="61"/>
                  </a:cubicBezTo>
                  <a:cubicBezTo>
                    <a:pt x="40" y="57"/>
                    <a:pt x="43" y="50"/>
                    <a:pt x="44" y="41"/>
                  </a:cubicBezTo>
                  <a:cubicBezTo>
                    <a:pt x="45" y="30"/>
                    <a:pt x="46" y="24"/>
                    <a:pt x="46" y="21"/>
                  </a:cubicBezTo>
                  <a:cubicBezTo>
                    <a:pt x="46" y="18"/>
                    <a:pt x="47" y="16"/>
                    <a:pt x="48" y="13"/>
                  </a:cubicBezTo>
                  <a:cubicBezTo>
                    <a:pt x="49" y="10"/>
                    <a:pt x="50" y="9"/>
                    <a:pt x="50" y="8"/>
                  </a:cubicBezTo>
                  <a:cubicBezTo>
                    <a:pt x="50" y="7"/>
                    <a:pt x="49" y="6"/>
                    <a:pt x="49" y="5"/>
                  </a:cubicBezTo>
                  <a:cubicBezTo>
                    <a:pt x="48" y="4"/>
                    <a:pt x="48" y="3"/>
                    <a:pt x="47" y="3"/>
                  </a:cubicBezTo>
                  <a:close/>
                  <a:moveTo>
                    <a:pt x="37" y="19"/>
                  </a:moveTo>
                  <a:cubicBezTo>
                    <a:pt x="35" y="23"/>
                    <a:pt x="32" y="26"/>
                    <a:pt x="29" y="29"/>
                  </a:cubicBezTo>
                  <a:cubicBezTo>
                    <a:pt x="25" y="32"/>
                    <a:pt x="22" y="33"/>
                    <a:pt x="18" y="33"/>
                  </a:cubicBezTo>
                  <a:cubicBezTo>
                    <a:pt x="17" y="33"/>
                    <a:pt x="17" y="32"/>
                    <a:pt x="17" y="31"/>
                  </a:cubicBezTo>
                  <a:cubicBezTo>
                    <a:pt x="17" y="28"/>
                    <a:pt x="18" y="25"/>
                    <a:pt x="21" y="21"/>
                  </a:cubicBezTo>
                  <a:cubicBezTo>
                    <a:pt x="24" y="17"/>
                    <a:pt x="27" y="14"/>
                    <a:pt x="30" y="12"/>
                  </a:cubicBezTo>
                  <a:cubicBezTo>
                    <a:pt x="33" y="9"/>
                    <a:pt x="35" y="8"/>
                    <a:pt x="37" y="8"/>
                  </a:cubicBezTo>
                  <a:cubicBezTo>
                    <a:pt x="38" y="8"/>
                    <a:pt x="39" y="8"/>
                    <a:pt x="39" y="9"/>
                  </a:cubicBezTo>
                  <a:cubicBezTo>
                    <a:pt x="40" y="10"/>
                    <a:pt x="40" y="10"/>
                    <a:pt x="40" y="11"/>
                  </a:cubicBezTo>
                  <a:cubicBezTo>
                    <a:pt x="40" y="13"/>
                    <a:pt x="39" y="16"/>
                    <a:pt x="3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151"/>
            <p:cNvSpPr>
              <a:spLocks/>
            </p:cNvSpPr>
            <p:nvPr/>
          </p:nvSpPr>
          <p:spPr bwMode="auto">
            <a:xfrm>
              <a:off x="11496675" y="5662613"/>
              <a:ext cx="98425" cy="111125"/>
            </a:xfrm>
            <a:custGeom>
              <a:avLst/>
              <a:gdLst>
                <a:gd name="T0" fmla="*/ 51 w 56"/>
                <a:gd name="T1" fmla="*/ 0 h 63"/>
                <a:gd name="T2" fmla="*/ 48 w 56"/>
                <a:gd name="T3" fmla="*/ 2 h 63"/>
                <a:gd name="T4" fmla="*/ 46 w 56"/>
                <a:gd name="T5" fmla="*/ 4 h 63"/>
                <a:gd name="T6" fmla="*/ 45 w 56"/>
                <a:gd name="T7" fmla="*/ 18 h 63"/>
                <a:gd name="T8" fmla="*/ 44 w 56"/>
                <a:gd name="T9" fmla="*/ 26 h 63"/>
                <a:gd name="T10" fmla="*/ 33 w 56"/>
                <a:gd name="T11" fmla="*/ 29 h 63"/>
                <a:gd name="T12" fmla="*/ 17 w 56"/>
                <a:gd name="T13" fmla="*/ 29 h 63"/>
                <a:gd name="T14" fmla="*/ 14 w 56"/>
                <a:gd name="T15" fmla="*/ 29 h 63"/>
                <a:gd name="T16" fmla="*/ 16 w 56"/>
                <a:gd name="T17" fmla="*/ 18 h 63"/>
                <a:gd name="T18" fmla="*/ 17 w 56"/>
                <a:gd name="T19" fmla="*/ 9 h 63"/>
                <a:gd name="T20" fmla="*/ 11 w 56"/>
                <a:gd name="T21" fmla="*/ 3 h 63"/>
                <a:gd name="T22" fmla="*/ 9 w 56"/>
                <a:gd name="T23" fmla="*/ 4 h 63"/>
                <a:gd name="T24" fmla="*/ 7 w 56"/>
                <a:gd name="T25" fmla="*/ 6 h 63"/>
                <a:gd name="T26" fmla="*/ 1 w 56"/>
                <a:gd name="T27" fmla="*/ 50 h 63"/>
                <a:gd name="T28" fmla="*/ 0 w 56"/>
                <a:gd name="T29" fmla="*/ 57 h 63"/>
                <a:gd name="T30" fmla="*/ 2 w 56"/>
                <a:gd name="T31" fmla="*/ 61 h 63"/>
                <a:gd name="T32" fmla="*/ 6 w 56"/>
                <a:gd name="T33" fmla="*/ 63 h 63"/>
                <a:gd name="T34" fmla="*/ 10 w 56"/>
                <a:gd name="T35" fmla="*/ 59 h 63"/>
                <a:gd name="T36" fmla="*/ 11 w 56"/>
                <a:gd name="T37" fmla="*/ 50 h 63"/>
                <a:gd name="T38" fmla="*/ 13 w 56"/>
                <a:gd name="T39" fmla="*/ 38 h 63"/>
                <a:gd name="T40" fmla="*/ 19 w 56"/>
                <a:gd name="T41" fmla="*/ 37 h 63"/>
                <a:gd name="T42" fmla="*/ 27 w 56"/>
                <a:gd name="T43" fmla="*/ 37 h 63"/>
                <a:gd name="T44" fmla="*/ 34 w 56"/>
                <a:gd name="T45" fmla="*/ 36 h 63"/>
                <a:gd name="T46" fmla="*/ 42 w 56"/>
                <a:gd name="T47" fmla="*/ 36 h 63"/>
                <a:gd name="T48" fmla="*/ 42 w 56"/>
                <a:gd name="T49" fmla="*/ 38 h 63"/>
                <a:gd name="T50" fmla="*/ 41 w 56"/>
                <a:gd name="T51" fmla="*/ 49 h 63"/>
                <a:gd name="T52" fmla="*/ 40 w 56"/>
                <a:gd name="T53" fmla="*/ 58 h 63"/>
                <a:gd name="T54" fmla="*/ 42 w 56"/>
                <a:gd name="T55" fmla="*/ 61 h 63"/>
                <a:gd name="T56" fmla="*/ 45 w 56"/>
                <a:gd name="T57" fmla="*/ 62 h 63"/>
                <a:gd name="T58" fmla="*/ 49 w 56"/>
                <a:gd name="T59" fmla="*/ 60 h 63"/>
                <a:gd name="T60" fmla="*/ 51 w 56"/>
                <a:gd name="T61" fmla="*/ 56 h 63"/>
                <a:gd name="T62" fmla="*/ 52 w 56"/>
                <a:gd name="T63" fmla="*/ 38 h 63"/>
                <a:gd name="T64" fmla="*/ 55 w 56"/>
                <a:gd name="T65" fmla="*/ 16 h 63"/>
                <a:gd name="T66" fmla="*/ 56 w 56"/>
                <a:gd name="T67" fmla="*/ 5 h 63"/>
                <a:gd name="T68" fmla="*/ 55 w 56"/>
                <a:gd name="T69" fmla="*/ 1 h 63"/>
                <a:gd name="T70" fmla="*/ 51 w 56"/>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6" h="63">
                  <a:moveTo>
                    <a:pt x="51" y="0"/>
                  </a:moveTo>
                  <a:cubicBezTo>
                    <a:pt x="50" y="0"/>
                    <a:pt x="49" y="1"/>
                    <a:pt x="48" y="2"/>
                  </a:cubicBezTo>
                  <a:cubicBezTo>
                    <a:pt x="47" y="3"/>
                    <a:pt x="46" y="3"/>
                    <a:pt x="46" y="4"/>
                  </a:cubicBezTo>
                  <a:cubicBezTo>
                    <a:pt x="46" y="9"/>
                    <a:pt x="46" y="14"/>
                    <a:pt x="45" y="18"/>
                  </a:cubicBezTo>
                  <a:cubicBezTo>
                    <a:pt x="45" y="23"/>
                    <a:pt x="44" y="25"/>
                    <a:pt x="44" y="26"/>
                  </a:cubicBezTo>
                  <a:cubicBezTo>
                    <a:pt x="43" y="27"/>
                    <a:pt x="39" y="28"/>
                    <a:pt x="33" y="29"/>
                  </a:cubicBezTo>
                  <a:cubicBezTo>
                    <a:pt x="26" y="29"/>
                    <a:pt x="21" y="29"/>
                    <a:pt x="17" y="29"/>
                  </a:cubicBezTo>
                  <a:cubicBezTo>
                    <a:pt x="15" y="29"/>
                    <a:pt x="14" y="29"/>
                    <a:pt x="14" y="29"/>
                  </a:cubicBezTo>
                  <a:cubicBezTo>
                    <a:pt x="14" y="27"/>
                    <a:pt x="15" y="23"/>
                    <a:pt x="16" y="18"/>
                  </a:cubicBezTo>
                  <a:cubicBezTo>
                    <a:pt x="16" y="14"/>
                    <a:pt x="17" y="11"/>
                    <a:pt x="17" y="9"/>
                  </a:cubicBezTo>
                  <a:cubicBezTo>
                    <a:pt x="17" y="5"/>
                    <a:pt x="15" y="3"/>
                    <a:pt x="11" y="3"/>
                  </a:cubicBezTo>
                  <a:cubicBezTo>
                    <a:pt x="10" y="3"/>
                    <a:pt x="9" y="3"/>
                    <a:pt x="9" y="4"/>
                  </a:cubicBezTo>
                  <a:cubicBezTo>
                    <a:pt x="8" y="5"/>
                    <a:pt x="7" y="6"/>
                    <a:pt x="7" y="6"/>
                  </a:cubicBezTo>
                  <a:cubicBezTo>
                    <a:pt x="5" y="28"/>
                    <a:pt x="3" y="43"/>
                    <a:pt x="1" y="50"/>
                  </a:cubicBezTo>
                  <a:cubicBezTo>
                    <a:pt x="1" y="53"/>
                    <a:pt x="0" y="55"/>
                    <a:pt x="0" y="57"/>
                  </a:cubicBezTo>
                  <a:cubicBezTo>
                    <a:pt x="0" y="59"/>
                    <a:pt x="1" y="60"/>
                    <a:pt x="2" y="61"/>
                  </a:cubicBezTo>
                  <a:cubicBezTo>
                    <a:pt x="3" y="62"/>
                    <a:pt x="4" y="63"/>
                    <a:pt x="6" y="63"/>
                  </a:cubicBezTo>
                  <a:cubicBezTo>
                    <a:pt x="7" y="63"/>
                    <a:pt x="9" y="62"/>
                    <a:pt x="10" y="59"/>
                  </a:cubicBezTo>
                  <a:cubicBezTo>
                    <a:pt x="10" y="57"/>
                    <a:pt x="11" y="53"/>
                    <a:pt x="11" y="50"/>
                  </a:cubicBezTo>
                  <a:cubicBezTo>
                    <a:pt x="11" y="43"/>
                    <a:pt x="12" y="39"/>
                    <a:pt x="13" y="38"/>
                  </a:cubicBezTo>
                  <a:cubicBezTo>
                    <a:pt x="13" y="38"/>
                    <a:pt x="15" y="38"/>
                    <a:pt x="19" y="37"/>
                  </a:cubicBezTo>
                  <a:cubicBezTo>
                    <a:pt x="23" y="37"/>
                    <a:pt x="26" y="37"/>
                    <a:pt x="27" y="37"/>
                  </a:cubicBezTo>
                  <a:cubicBezTo>
                    <a:pt x="28" y="37"/>
                    <a:pt x="31" y="37"/>
                    <a:pt x="34" y="36"/>
                  </a:cubicBezTo>
                  <a:cubicBezTo>
                    <a:pt x="38" y="36"/>
                    <a:pt x="40" y="36"/>
                    <a:pt x="42" y="36"/>
                  </a:cubicBezTo>
                  <a:cubicBezTo>
                    <a:pt x="42" y="36"/>
                    <a:pt x="42" y="37"/>
                    <a:pt x="42" y="38"/>
                  </a:cubicBezTo>
                  <a:cubicBezTo>
                    <a:pt x="42" y="40"/>
                    <a:pt x="42" y="43"/>
                    <a:pt x="41" y="49"/>
                  </a:cubicBezTo>
                  <a:cubicBezTo>
                    <a:pt x="41" y="54"/>
                    <a:pt x="40" y="57"/>
                    <a:pt x="40" y="58"/>
                  </a:cubicBezTo>
                  <a:cubicBezTo>
                    <a:pt x="40" y="59"/>
                    <a:pt x="41" y="60"/>
                    <a:pt x="42" y="61"/>
                  </a:cubicBezTo>
                  <a:cubicBezTo>
                    <a:pt x="43" y="62"/>
                    <a:pt x="44" y="62"/>
                    <a:pt x="45" y="62"/>
                  </a:cubicBezTo>
                  <a:cubicBezTo>
                    <a:pt x="46" y="62"/>
                    <a:pt x="47" y="62"/>
                    <a:pt x="49" y="60"/>
                  </a:cubicBezTo>
                  <a:cubicBezTo>
                    <a:pt x="50" y="59"/>
                    <a:pt x="51" y="57"/>
                    <a:pt x="51" y="56"/>
                  </a:cubicBezTo>
                  <a:cubicBezTo>
                    <a:pt x="51" y="53"/>
                    <a:pt x="51" y="47"/>
                    <a:pt x="52" y="38"/>
                  </a:cubicBezTo>
                  <a:cubicBezTo>
                    <a:pt x="53" y="29"/>
                    <a:pt x="54" y="21"/>
                    <a:pt x="55" y="16"/>
                  </a:cubicBezTo>
                  <a:cubicBezTo>
                    <a:pt x="56" y="10"/>
                    <a:pt x="56" y="7"/>
                    <a:pt x="56" y="5"/>
                  </a:cubicBezTo>
                  <a:cubicBezTo>
                    <a:pt x="56" y="3"/>
                    <a:pt x="56" y="2"/>
                    <a:pt x="55" y="1"/>
                  </a:cubicBezTo>
                  <a:cubicBezTo>
                    <a:pt x="54" y="0"/>
                    <a:pt x="53" y="0"/>
                    <a:pt x="5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152"/>
            <p:cNvSpPr>
              <a:spLocks noEditPoints="1"/>
            </p:cNvSpPr>
            <p:nvPr/>
          </p:nvSpPr>
          <p:spPr bwMode="auto">
            <a:xfrm>
              <a:off x="11604625" y="5691188"/>
              <a:ext cx="65088" cy="80963"/>
            </a:xfrm>
            <a:custGeom>
              <a:avLst/>
              <a:gdLst>
                <a:gd name="T0" fmla="*/ 35 w 37"/>
                <a:gd name="T1" fmla="*/ 28 h 46"/>
                <a:gd name="T2" fmla="*/ 32 w 37"/>
                <a:gd name="T3" fmla="*/ 30 h 46"/>
                <a:gd name="T4" fmla="*/ 16 w 37"/>
                <a:gd name="T5" fmla="*/ 38 h 46"/>
                <a:gd name="T6" fmla="*/ 12 w 37"/>
                <a:gd name="T7" fmla="*/ 36 h 46"/>
                <a:gd name="T8" fmla="*/ 10 w 37"/>
                <a:gd name="T9" fmla="*/ 32 h 46"/>
                <a:gd name="T10" fmla="*/ 11 w 37"/>
                <a:gd name="T11" fmla="*/ 31 h 46"/>
                <a:gd name="T12" fmla="*/ 28 w 37"/>
                <a:gd name="T13" fmla="*/ 22 h 46"/>
                <a:gd name="T14" fmla="*/ 35 w 37"/>
                <a:gd name="T15" fmla="*/ 9 h 46"/>
                <a:gd name="T16" fmla="*/ 32 w 37"/>
                <a:gd name="T17" fmla="*/ 3 h 46"/>
                <a:gd name="T18" fmla="*/ 25 w 37"/>
                <a:gd name="T19" fmla="*/ 0 h 46"/>
                <a:gd name="T20" fmla="*/ 8 w 37"/>
                <a:gd name="T21" fmla="*/ 9 h 46"/>
                <a:gd name="T22" fmla="*/ 0 w 37"/>
                <a:gd name="T23" fmla="*/ 30 h 46"/>
                <a:gd name="T24" fmla="*/ 4 w 37"/>
                <a:gd name="T25" fmla="*/ 42 h 46"/>
                <a:gd name="T26" fmla="*/ 15 w 37"/>
                <a:gd name="T27" fmla="*/ 46 h 46"/>
                <a:gd name="T28" fmla="*/ 30 w 37"/>
                <a:gd name="T29" fmla="*/ 40 h 46"/>
                <a:gd name="T30" fmla="*/ 37 w 37"/>
                <a:gd name="T31" fmla="*/ 31 h 46"/>
                <a:gd name="T32" fmla="*/ 35 w 37"/>
                <a:gd name="T33" fmla="*/ 28 h 46"/>
                <a:gd name="T34" fmla="*/ 16 w 37"/>
                <a:gd name="T35" fmla="*/ 13 h 46"/>
                <a:gd name="T36" fmla="*/ 24 w 37"/>
                <a:gd name="T37" fmla="*/ 8 h 46"/>
                <a:gd name="T38" fmla="*/ 26 w 37"/>
                <a:gd name="T39" fmla="*/ 9 h 46"/>
                <a:gd name="T40" fmla="*/ 26 w 37"/>
                <a:gd name="T41" fmla="*/ 11 h 46"/>
                <a:gd name="T42" fmla="*/ 22 w 37"/>
                <a:gd name="T43" fmla="*/ 18 h 46"/>
                <a:gd name="T44" fmla="*/ 11 w 37"/>
                <a:gd name="T45" fmla="*/ 24 h 46"/>
                <a:gd name="T46" fmla="*/ 16 w 37"/>
                <a:gd name="T47"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 h="46">
                  <a:moveTo>
                    <a:pt x="35" y="28"/>
                  </a:moveTo>
                  <a:cubicBezTo>
                    <a:pt x="34" y="28"/>
                    <a:pt x="33" y="28"/>
                    <a:pt x="32" y="30"/>
                  </a:cubicBezTo>
                  <a:cubicBezTo>
                    <a:pt x="27" y="35"/>
                    <a:pt x="21" y="38"/>
                    <a:pt x="16" y="38"/>
                  </a:cubicBezTo>
                  <a:cubicBezTo>
                    <a:pt x="14" y="38"/>
                    <a:pt x="13" y="37"/>
                    <a:pt x="12" y="36"/>
                  </a:cubicBezTo>
                  <a:cubicBezTo>
                    <a:pt x="11" y="35"/>
                    <a:pt x="10" y="34"/>
                    <a:pt x="10" y="32"/>
                  </a:cubicBezTo>
                  <a:cubicBezTo>
                    <a:pt x="10" y="32"/>
                    <a:pt x="10" y="31"/>
                    <a:pt x="11" y="31"/>
                  </a:cubicBezTo>
                  <a:cubicBezTo>
                    <a:pt x="18" y="29"/>
                    <a:pt x="24" y="26"/>
                    <a:pt x="28" y="22"/>
                  </a:cubicBezTo>
                  <a:cubicBezTo>
                    <a:pt x="32" y="18"/>
                    <a:pt x="35" y="14"/>
                    <a:pt x="35" y="9"/>
                  </a:cubicBezTo>
                  <a:cubicBezTo>
                    <a:pt x="35" y="7"/>
                    <a:pt x="34" y="4"/>
                    <a:pt x="32" y="3"/>
                  </a:cubicBezTo>
                  <a:cubicBezTo>
                    <a:pt x="30" y="1"/>
                    <a:pt x="28" y="0"/>
                    <a:pt x="25" y="0"/>
                  </a:cubicBezTo>
                  <a:cubicBezTo>
                    <a:pt x="19" y="0"/>
                    <a:pt x="13" y="3"/>
                    <a:pt x="8" y="9"/>
                  </a:cubicBezTo>
                  <a:cubicBezTo>
                    <a:pt x="3" y="16"/>
                    <a:pt x="0" y="23"/>
                    <a:pt x="0" y="30"/>
                  </a:cubicBezTo>
                  <a:cubicBezTo>
                    <a:pt x="0" y="35"/>
                    <a:pt x="2" y="39"/>
                    <a:pt x="4" y="42"/>
                  </a:cubicBezTo>
                  <a:cubicBezTo>
                    <a:pt x="7" y="45"/>
                    <a:pt x="10" y="46"/>
                    <a:pt x="15" y="46"/>
                  </a:cubicBezTo>
                  <a:cubicBezTo>
                    <a:pt x="20" y="46"/>
                    <a:pt x="26" y="44"/>
                    <a:pt x="30" y="40"/>
                  </a:cubicBezTo>
                  <a:cubicBezTo>
                    <a:pt x="35" y="37"/>
                    <a:pt x="37" y="33"/>
                    <a:pt x="37" y="31"/>
                  </a:cubicBezTo>
                  <a:cubicBezTo>
                    <a:pt x="37" y="29"/>
                    <a:pt x="36" y="28"/>
                    <a:pt x="35" y="28"/>
                  </a:cubicBezTo>
                  <a:close/>
                  <a:moveTo>
                    <a:pt x="16" y="13"/>
                  </a:moveTo>
                  <a:cubicBezTo>
                    <a:pt x="19" y="10"/>
                    <a:pt x="22" y="8"/>
                    <a:pt x="24" y="8"/>
                  </a:cubicBezTo>
                  <a:cubicBezTo>
                    <a:pt x="25" y="8"/>
                    <a:pt x="25" y="8"/>
                    <a:pt x="26" y="9"/>
                  </a:cubicBezTo>
                  <a:cubicBezTo>
                    <a:pt x="26" y="9"/>
                    <a:pt x="26" y="10"/>
                    <a:pt x="26" y="11"/>
                  </a:cubicBezTo>
                  <a:cubicBezTo>
                    <a:pt x="26" y="13"/>
                    <a:pt x="25" y="16"/>
                    <a:pt x="22" y="18"/>
                  </a:cubicBezTo>
                  <a:cubicBezTo>
                    <a:pt x="19" y="21"/>
                    <a:pt x="15" y="23"/>
                    <a:pt x="11" y="24"/>
                  </a:cubicBezTo>
                  <a:cubicBezTo>
                    <a:pt x="12" y="20"/>
                    <a:pt x="13" y="16"/>
                    <a:pt x="1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153"/>
            <p:cNvSpPr>
              <a:spLocks noEditPoints="1"/>
            </p:cNvSpPr>
            <p:nvPr/>
          </p:nvSpPr>
          <p:spPr bwMode="auto">
            <a:xfrm>
              <a:off x="11679238" y="5692775"/>
              <a:ext cx="73025" cy="79375"/>
            </a:xfrm>
            <a:custGeom>
              <a:avLst/>
              <a:gdLst>
                <a:gd name="T0" fmla="*/ 40 w 42"/>
                <a:gd name="T1" fmla="*/ 38 h 45"/>
                <a:gd name="T2" fmla="*/ 38 w 42"/>
                <a:gd name="T3" fmla="*/ 37 h 45"/>
                <a:gd name="T4" fmla="*/ 37 w 42"/>
                <a:gd name="T5" fmla="*/ 34 h 45"/>
                <a:gd name="T6" fmla="*/ 36 w 42"/>
                <a:gd name="T7" fmla="*/ 27 h 45"/>
                <a:gd name="T8" fmla="*/ 38 w 42"/>
                <a:gd name="T9" fmla="*/ 14 h 45"/>
                <a:gd name="T10" fmla="*/ 39 w 42"/>
                <a:gd name="T11" fmla="*/ 8 h 45"/>
                <a:gd name="T12" fmla="*/ 34 w 42"/>
                <a:gd name="T13" fmla="*/ 4 h 45"/>
                <a:gd name="T14" fmla="*/ 28 w 42"/>
                <a:gd name="T15" fmla="*/ 0 h 45"/>
                <a:gd name="T16" fmla="*/ 9 w 42"/>
                <a:gd name="T17" fmla="*/ 11 h 45"/>
                <a:gd name="T18" fmla="*/ 0 w 42"/>
                <a:gd name="T19" fmla="*/ 34 h 45"/>
                <a:gd name="T20" fmla="*/ 3 w 42"/>
                <a:gd name="T21" fmla="*/ 41 h 45"/>
                <a:gd name="T22" fmla="*/ 9 w 42"/>
                <a:gd name="T23" fmla="*/ 44 h 45"/>
                <a:gd name="T24" fmla="*/ 29 w 42"/>
                <a:gd name="T25" fmla="*/ 30 h 45"/>
                <a:gd name="T26" fmla="*/ 35 w 42"/>
                <a:gd name="T27" fmla="*/ 45 h 45"/>
                <a:gd name="T28" fmla="*/ 40 w 42"/>
                <a:gd name="T29" fmla="*/ 43 h 45"/>
                <a:gd name="T30" fmla="*/ 42 w 42"/>
                <a:gd name="T31" fmla="*/ 40 h 45"/>
                <a:gd name="T32" fmla="*/ 40 w 42"/>
                <a:gd name="T33" fmla="*/ 38 h 45"/>
                <a:gd name="T34" fmla="*/ 22 w 42"/>
                <a:gd name="T35" fmla="*/ 27 h 45"/>
                <a:gd name="T36" fmla="*/ 11 w 42"/>
                <a:gd name="T37" fmla="*/ 35 h 45"/>
                <a:gd name="T38" fmla="*/ 10 w 42"/>
                <a:gd name="T39" fmla="*/ 32 h 45"/>
                <a:gd name="T40" fmla="*/ 16 w 42"/>
                <a:gd name="T41" fmla="*/ 17 h 45"/>
                <a:gd name="T42" fmla="*/ 26 w 42"/>
                <a:gd name="T43" fmla="*/ 8 h 45"/>
                <a:gd name="T44" fmla="*/ 28 w 42"/>
                <a:gd name="T45" fmla="*/ 9 h 45"/>
                <a:gd name="T46" fmla="*/ 29 w 42"/>
                <a:gd name="T47" fmla="*/ 12 h 45"/>
                <a:gd name="T48" fmla="*/ 22 w 42"/>
                <a:gd name="T49"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 h="45">
                  <a:moveTo>
                    <a:pt x="40" y="38"/>
                  </a:moveTo>
                  <a:cubicBezTo>
                    <a:pt x="39" y="38"/>
                    <a:pt x="38" y="37"/>
                    <a:pt x="38" y="37"/>
                  </a:cubicBezTo>
                  <a:cubicBezTo>
                    <a:pt x="38" y="36"/>
                    <a:pt x="38" y="35"/>
                    <a:pt x="37" y="34"/>
                  </a:cubicBezTo>
                  <a:cubicBezTo>
                    <a:pt x="37" y="33"/>
                    <a:pt x="36" y="30"/>
                    <a:pt x="36" y="27"/>
                  </a:cubicBezTo>
                  <a:cubicBezTo>
                    <a:pt x="36" y="24"/>
                    <a:pt x="37" y="19"/>
                    <a:pt x="38" y="14"/>
                  </a:cubicBezTo>
                  <a:cubicBezTo>
                    <a:pt x="39" y="11"/>
                    <a:pt x="39" y="9"/>
                    <a:pt x="39" y="8"/>
                  </a:cubicBezTo>
                  <a:cubicBezTo>
                    <a:pt x="39" y="6"/>
                    <a:pt x="37" y="4"/>
                    <a:pt x="34" y="4"/>
                  </a:cubicBezTo>
                  <a:cubicBezTo>
                    <a:pt x="33" y="1"/>
                    <a:pt x="31" y="0"/>
                    <a:pt x="28" y="0"/>
                  </a:cubicBezTo>
                  <a:cubicBezTo>
                    <a:pt x="22" y="0"/>
                    <a:pt x="16" y="4"/>
                    <a:pt x="9" y="11"/>
                  </a:cubicBezTo>
                  <a:cubicBezTo>
                    <a:pt x="3" y="19"/>
                    <a:pt x="0" y="27"/>
                    <a:pt x="0" y="34"/>
                  </a:cubicBezTo>
                  <a:cubicBezTo>
                    <a:pt x="0" y="37"/>
                    <a:pt x="1" y="39"/>
                    <a:pt x="3" y="41"/>
                  </a:cubicBezTo>
                  <a:cubicBezTo>
                    <a:pt x="4" y="43"/>
                    <a:pt x="6" y="44"/>
                    <a:pt x="9" y="44"/>
                  </a:cubicBezTo>
                  <a:cubicBezTo>
                    <a:pt x="15" y="44"/>
                    <a:pt x="22" y="39"/>
                    <a:pt x="29" y="30"/>
                  </a:cubicBezTo>
                  <a:cubicBezTo>
                    <a:pt x="28" y="40"/>
                    <a:pt x="30" y="45"/>
                    <a:pt x="35" y="45"/>
                  </a:cubicBezTo>
                  <a:cubicBezTo>
                    <a:pt x="37" y="45"/>
                    <a:pt x="38" y="44"/>
                    <a:pt x="40" y="43"/>
                  </a:cubicBezTo>
                  <a:cubicBezTo>
                    <a:pt x="41" y="43"/>
                    <a:pt x="42" y="41"/>
                    <a:pt x="42" y="40"/>
                  </a:cubicBezTo>
                  <a:cubicBezTo>
                    <a:pt x="42" y="39"/>
                    <a:pt x="41" y="39"/>
                    <a:pt x="40" y="38"/>
                  </a:cubicBezTo>
                  <a:close/>
                  <a:moveTo>
                    <a:pt x="22" y="27"/>
                  </a:moveTo>
                  <a:cubicBezTo>
                    <a:pt x="18" y="32"/>
                    <a:pt x="14" y="35"/>
                    <a:pt x="11" y="35"/>
                  </a:cubicBezTo>
                  <a:cubicBezTo>
                    <a:pt x="10" y="35"/>
                    <a:pt x="10" y="34"/>
                    <a:pt x="10" y="32"/>
                  </a:cubicBezTo>
                  <a:cubicBezTo>
                    <a:pt x="10" y="28"/>
                    <a:pt x="12" y="23"/>
                    <a:pt x="16" y="17"/>
                  </a:cubicBezTo>
                  <a:cubicBezTo>
                    <a:pt x="20" y="11"/>
                    <a:pt x="24" y="8"/>
                    <a:pt x="26" y="8"/>
                  </a:cubicBezTo>
                  <a:cubicBezTo>
                    <a:pt x="27" y="8"/>
                    <a:pt x="28" y="8"/>
                    <a:pt x="28" y="9"/>
                  </a:cubicBezTo>
                  <a:cubicBezTo>
                    <a:pt x="29" y="10"/>
                    <a:pt x="29" y="11"/>
                    <a:pt x="29" y="12"/>
                  </a:cubicBezTo>
                  <a:cubicBezTo>
                    <a:pt x="29" y="16"/>
                    <a:pt x="27" y="21"/>
                    <a:pt x="22"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154"/>
            <p:cNvSpPr>
              <a:spLocks/>
            </p:cNvSpPr>
            <p:nvPr/>
          </p:nvSpPr>
          <p:spPr bwMode="auto">
            <a:xfrm>
              <a:off x="11766550" y="5649913"/>
              <a:ext cx="31750" cy="123825"/>
            </a:xfrm>
            <a:custGeom>
              <a:avLst/>
              <a:gdLst>
                <a:gd name="T0" fmla="*/ 13 w 18"/>
                <a:gd name="T1" fmla="*/ 0 h 70"/>
                <a:gd name="T2" fmla="*/ 9 w 18"/>
                <a:gd name="T3" fmla="*/ 4 h 70"/>
                <a:gd name="T4" fmla="*/ 3 w 18"/>
                <a:gd name="T5" fmla="*/ 26 h 70"/>
                <a:gd name="T6" fmla="*/ 0 w 18"/>
                <a:gd name="T7" fmla="*/ 59 h 70"/>
                <a:gd name="T8" fmla="*/ 1 w 18"/>
                <a:gd name="T9" fmla="*/ 68 h 70"/>
                <a:gd name="T10" fmla="*/ 5 w 18"/>
                <a:gd name="T11" fmla="*/ 70 h 70"/>
                <a:gd name="T12" fmla="*/ 9 w 18"/>
                <a:gd name="T13" fmla="*/ 69 h 70"/>
                <a:gd name="T14" fmla="*/ 11 w 18"/>
                <a:gd name="T15" fmla="*/ 65 h 70"/>
                <a:gd name="T16" fmla="*/ 11 w 18"/>
                <a:gd name="T17" fmla="*/ 62 h 70"/>
                <a:gd name="T18" fmla="*/ 10 w 18"/>
                <a:gd name="T19" fmla="*/ 50 h 70"/>
                <a:gd name="T20" fmla="*/ 11 w 18"/>
                <a:gd name="T21" fmla="*/ 37 h 70"/>
                <a:gd name="T22" fmla="*/ 14 w 18"/>
                <a:gd name="T23" fmla="*/ 22 h 70"/>
                <a:gd name="T24" fmla="*/ 17 w 18"/>
                <a:gd name="T25" fmla="*/ 10 h 70"/>
                <a:gd name="T26" fmla="*/ 18 w 18"/>
                <a:gd name="T27" fmla="*/ 5 h 70"/>
                <a:gd name="T28" fmla="*/ 13 w 18"/>
                <a:gd name="T29"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70">
                  <a:moveTo>
                    <a:pt x="13" y="0"/>
                  </a:moveTo>
                  <a:cubicBezTo>
                    <a:pt x="12" y="0"/>
                    <a:pt x="10" y="2"/>
                    <a:pt x="9" y="4"/>
                  </a:cubicBezTo>
                  <a:cubicBezTo>
                    <a:pt x="7" y="6"/>
                    <a:pt x="6" y="13"/>
                    <a:pt x="3" y="26"/>
                  </a:cubicBezTo>
                  <a:cubicBezTo>
                    <a:pt x="1" y="38"/>
                    <a:pt x="0" y="49"/>
                    <a:pt x="0" y="59"/>
                  </a:cubicBezTo>
                  <a:cubicBezTo>
                    <a:pt x="0" y="63"/>
                    <a:pt x="1" y="66"/>
                    <a:pt x="1" y="68"/>
                  </a:cubicBezTo>
                  <a:cubicBezTo>
                    <a:pt x="2" y="69"/>
                    <a:pt x="3" y="70"/>
                    <a:pt x="5" y="70"/>
                  </a:cubicBezTo>
                  <a:cubicBezTo>
                    <a:pt x="7" y="70"/>
                    <a:pt x="8" y="70"/>
                    <a:pt x="9" y="69"/>
                  </a:cubicBezTo>
                  <a:cubicBezTo>
                    <a:pt x="10" y="67"/>
                    <a:pt x="11" y="66"/>
                    <a:pt x="11" y="65"/>
                  </a:cubicBezTo>
                  <a:cubicBezTo>
                    <a:pt x="11" y="64"/>
                    <a:pt x="11" y="63"/>
                    <a:pt x="11" y="62"/>
                  </a:cubicBezTo>
                  <a:cubicBezTo>
                    <a:pt x="10" y="58"/>
                    <a:pt x="10" y="54"/>
                    <a:pt x="10" y="50"/>
                  </a:cubicBezTo>
                  <a:cubicBezTo>
                    <a:pt x="10" y="47"/>
                    <a:pt x="10" y="43"/>
                    <a:pt x="11" y="37"/>
                  </a:cubicBezTo>
                  <a:cubicBezTo>
                    <a:pt x="12" y="32"/>
                    <a:pt x="13" y="27"/>
                    <a:pt x="14" y="22"/>
                  </a:cubicBezTo>
                  <a:cubicBezTo>
                    <a:pt x="16" y="15"/>
                    <a:pt x="17" y="11"/>
                    <a:pt x="17" y="10"/>
                  </a:cubicBezTo>
                  <a:cubicBezTo>
                    <a:pt x="17" y="8"/>
                    <a:pt x="18" y="6"/>
                    <a:pt x="18" y="5"/>
                  </a:cubicBezTo>
                  <a:cubicBezTo>
                    <a:pt x="18" y="2"/>
                    <a:pt x="16" y="0"/>
                    <a:pt x="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155"/>
            <p:cNvSpPr>
              <a:spLocks/>
            </p:cNvSpPr>
            <p:nvPr/>
          </p:nvSpPr>
          <p:spPr bwMode="auto">
            <a:xfrm>
              <a:off x="11798300" y="5667375"/>
              <a:ext cx="69850" cy="104775"/>
            </a:xfrm>
            <a:custGeom>
              <a:avLst/>
              <a:gdLst>
                <a:gd name="T0" fmla="*/ 36 w 40"/>
                <a:gd name="T1" fmla="*/ 15 h 59"/>
                <a:gd name="T2" fmla="*/ 22 w 40"/>
                <a:gd name="T3" fmla="*/ 17 h 59"/>
                <a:gd name="T4" fmla="*/ 26 w 40"/>
                <a:gd name="T5" fmla="*/ 4 h 59"/>
                <a:gd name="T6" fmla="*/ 24 w 40"/>
                <a:gd name="T7" fmla="*/ 1 h 59"/>
                <a:gd name="T8" fmla="*/ 21 w 40"/>
                <a:gd name="T9" fmla="*/ 0 h 59"/>
                <a:gd name="T10" fmla="*/ 16 w 40"/>
                <a:gd name="T11" fmla="*/ 5 h 59"/>
                <a:gd name="T12" fmla="*/ 13 w 40"/>
                <a:gd name="T13" fmla="*/ 17 h 59"/>
                <a:gd name="T14" fmla="*/ 4 w 40"/>
                <a:gd name="T15" fmla="*/ 18 h 59"/>
                <a:gd name="T16" fmla="*/ 0 w 40"/>
                <a:gd name="T17" fmla="*/ 21 h 59"/>
                <a:gd name="T18" fmla="*/ 2 w 40"/>
                <a:gd name="T19" fmla="*/ 25 h 59"/>
                <a:gd name="T20" fmla="*/ 6 w 40"/>
                <a:gd name="T21" fmla="*/ 26 h 59"/>
                <a:gd name="T22" fmla="*/ 7 w 40"/>
                <a:gd name="T23" fmla="*/ 26 h 59"/>
                <a:gd name="T24" fmla="*/ 10 w 40"/>
                <a:gd name="T25" fmla="*/ 26 h 59"/>
                <a:gd name="T26" fmla="*/ 6 w 40"/>
                <a:gd name="T27" fmla="*/ 47 h 59"/>
                <a:gd name="T28" fmla="*/ 9 w 40"/>
                <a:gd name="T29" fmla="*/ 56 h 59"/>
                <a:gd name="T30" fmla="*/ 17 w 40"/>
                <a:gd name="T31" fmla="*/ 59 h 59"/>
                <a:gd name="T32" fmla="*/ 29 w 40"/>
                <a:gd name="T33" fmla="*/ 54 h 59"/>
                <a:gd name="T34" fmla="*/ 34 w 40"/>
                <a:gd name="T35" fmla="*/ 47 h 59"/>
                <a:gd name="T36" fmla="*/ 34 w 40"/>
                <a:gd name="T37" fmla="*/ 45 h 59"/>
                <a:gd name="T38" fmla="*/ 32 w 40"/>
                <a:gd name="T39" fmla="*/ 44 h 59"/>
                <a:gd name="T40" fmla="*/ 28 w 40"/>
                <a:gd name="T41" fmla="*/ 46 h 59"/>
                <a:gd name="T42" fmla="*/ 23 w 40"/>
                <a:gd name="T43" fmla="*/ 50 h 59"/>
                <a:gd name="T44" fmla="*/ 19 w 40"/>
                <a:gd name="T45" fmla="*/ 50 h 59"/>
                <a:gd name="T46" fmla="*/ 17 w 40"/>
                <a:gd name="T47" fmla="*/ 49 h 59"/>
                <a:gd name="T48" fmla="*/ 16 w 40"/>
                <a:gd name="T49" fmla="*/ 45 h 59"/>
                <a:gd name="T50" fmla="*/ 18 w 40"/>
                <a:gd name="T51" fmla="*/ 34 h 59"/>
                <a:gd name="T52" fmla="*/ 20 w 40"/>
                <a:gd name="T53" fmla="*/ 25 h 59"/>
                <a:gd name="T54" fmla="*/ 34 w 40"/>
                <a:gd name="T55" fmla="*/ 23 h 59"/>
                <a:gd name="T56" fmla="*/ 40 w 40"/>
                <a:gd name="T57" fmla="*/ 18 h 59"/>
                <a:gd name="T58" fmla="*/ 39 w 40"/>
                <a:gd name="T59" fmla="*/ 16 h 59"/>
                <a:gd name="T60" fmla="*/ 36 w 40"/>
                <a:gd name="T61" fmla="*/ 1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0" h="59">
                  <a:moveTo>
                    <a:pt x="36" y="15"/>
                  </a:moveTo>
                  <a:cubicBezTo>
                    <a:pt x="35" y="15"/>
                    <a:pt x="31" y="16"/>
                    <a:pt x="22" y="17"/>
                  </a:cubicBezTo>
                  <a:cubicBezTo>
                    <a:pt x="25" y="9"/>
                    <a:pt x="26" y="5"/>
                    <a:pt x="26" y="4"/>
                  </a:cubicBezTo>
                  <a:cubicBezTo>
                    <a:pt x="26" y="3"/>
                    <a:pt x="25" y="2"/>
                    <a:pt x="24" y="1"/>
                  </a:cubicBezTo>
                  <a:cubicBezTo>
                    <a:pt x="24" y="1"/>
                    <a:pt x="23" y="0"/>
                    <a:pt x="21" y="0"/>
                  </a:cubicBezTo>
                  <a:cubicBezTo>
                    <a:pt x="19" y="0"/>
                    <a:pt x="17" y="2"/>
                    <a:pt x="16" y="5"/>
                  </a:cubicBezTo>
                  <a:cubicBezTo>
                    <a:pt x="15" y="10"/>
                    <a:pt x="14" y="14"/>
                    <a:pt x="13" y="17"/>
                  </a:cubicBezTo>
                  <a:cubicBezTo>
                    <a:pt x="4" y="18"/>
                    <a:pt x="4" y="18"/>
                    <a:pt x="4" y="18"/>
                  </a:cubicBezTo>
                  <a:cubicBezTo>
                    <a:pt x="2" y="18"/>
                    <a:pt x="0" y="19"/>
                    <a:pt x="0" y="21"/>
                  </a:cubicBezTo>
                  <a:cubicBezTo>
                    <a:pt x="0" y="23"/>
                    <a:pt x="1" y="24"/>
                    <a:pt x="2" y="25"/>
                  </a:cubicBezTo>
                  <a:cubicBezTo>
                    <a:pt x="4" y="26"/>
                    <a:pt x="5" y="26"/>
                    <a:pt x="6" y="26"/>
                  </a:cubicBezTo>
                  <a:cubicBezTo>
                    <a:pt x="7" y="26"/>
                    <a:pt x="7" y="26"/>
                    <a:pt x="7" y="26"/>
                  </a:cubicBezTo>
                  <a:cubicBezTo>
                    <a:pt x="7" y="26"/>
                    <a:pt x="9" y="26"/>
                    <a:pt x="10" y="26"/>
                  </a:cubicBezTo>
                  <a:cubicBezTo>
                    <a:pt x="8" y="36"/>
                    <a:pt x="6" y="43"/>
                    <a:pt x="6" y="47"/>
                  </a:cubicBezTo>
                  <a:cubicBezTo>
                    <a:pt x="6" y="51"/>
                    <a:pt x="7" y="54"/>
                    <a:pt x="9" y="56"/>
                  </a:cubicBezTo>
                  <a:cubicBezTo>
                    <a:pt x="11" y="58"/>
                    <a:pt x="14" y="59"/>
                    <a:pt x="17" y="59"/>
                  </a:cubicBezTo>
                  <a:cubicBezTo>
                    <a:pt x="21" y="59"/>
                    <a:pt x="25" y="57"/>
                    <a:pt x="29" y="54"/>
                  </a:cubicBezTo>
                  <a:cubicBezTo>
                    <a:pt x="33" y="52"/>
                    <a:pt x="34" y="49"/>
                    <a:pt x="34" y="47"/>
                  </a:cubicBezTo>
                  <a:cubicBezTo>
                    <a:pt x="34" y="46"/>
                    <a:pt x="34" y="46"/>
                    <a:pt x="34" y="45"/>
                  </a:cubicBezTo>
                  <a:cubicBezTo>
                    <a:pt x="33" y="45"/>
                    <a:pt x="33" y="44"/>
                    <a:pt x="32" y="44"/>
                  </a:cubicBezTo>
                  <a:cubicBezTo>
                    <a:pt x="31" y="44"/>
                    <a:pt x="30" y="45"/>
                    <a:pt x="28" y="46"/>
                  </a:cubicBezTo>
                  <a:cubicBezTo>
                    <a:pt x="26" y="48"/>
                    <a:pt x="24" y="49"/>
                    <a:pt x="23" y="50"/>
                  </a:cubicBezTo>
                  <a:cubicBezTo>
                    <a:pt x="22" y="50"/>
                    <a:pt x="20" y="50"/>
                    <a:pt x="19" y="50"/>
                  </a:cubicBezTo>
                  <a:cubicBezTo>
                    <a:pt x="18" y="50"/>
                    <a:pt x="17" y="50"/>
                    <a:pt x="17" y="49"/>
                  </a:cubicBezTo>
                  <a:cubicBezTo>
                    <a:pt x="16" y="48"/>
                    <a:pt x="16" y="47"/>
                    <a:pt x="16" y="45"/>
                  </a:cubicBezTo>
                  <a:cubicBezTo>
                    <a:pt x="16" y="43"/>
                    <a:pt x="17" y="40"/>
                    <a:pt x="18" y="34"/>
                  </a:cubicBezTo>
                  <a:cubicBezTo>
                    <a:pt x="19" y="28"/>
                    <a:pt x="20" y="25"/>
                    <a:pt x="20" y="25"/>
                  </a:cubicBezTo>
                  <a:cubicBezTo>
                    <a:pt x="34" y="23"/>
                    <a:pt x="34" y="23"/>
                    <a:pt x="34" y="23"/>
                  </a:cubicBezTo>
                  <a:cubicBezTo>
                    <a:pt x="38" y="22"/>
                    <a:pt x="40" y="21"/>
                    <a:pt x="40" y="18"/>
                  </a:cubicBezTo>
                  <a:cubicBezTo>
                    <a:pt x="40" y="17"/>
                    <a:pt x="39" y="16"/>
                    <a:pt x="39" y="16"/>
                  </a:cubicBezTo>
                  <a:cubicBezTo>
                    <a:pt x="38" y="16"/>
                    <a:pt x="38" y="15"/>
                    <a:pt x="36"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156"/>
            <p:cNvSpPr>
              <a:spLocks/>
            </p:cNvSpPr>
            <p:nvPr/>
          </p:nvSpPr>
          <p:spPr bwMode="auto">
            <a:xfrm>
              <a:off x="11868150" y="5654675"/>
              <a:ext cx="80963" cy="117475"/>
            </a:xfrm>
            <a:custGeom>
              <a:avLst/>
              <a:gdLst>
                <a:gd name="T0" fmla="*/ 43 w 46"/>
                <a:gd name="T1" fmla="*/ 53 h 67"/>
                <a:gd name="T2" fmla="*/ 41 w 46"/>
                <a:gd name="T3" fmla="*/ 48 h 67"/>
                <a:gd name="T4" fmla="*/ 40 w 46"/>
                <a:gd name="T5" fmla="*/ 40 h 67"/>
                <a:gd name="T6" fmla="*/ 37 w 46"/>
                <a:gd name="T7" fmla="*/ 28 h 67"/>
                <a:gd name="T8" fmla="*/ 31 w 46"/>
                <a:gd name="T9" fmla="*/ 26 h 67"/>
                <a:gd name="T10" fmla="*/ 22 w 46"/>
                <a:gd name="T11" fmla="*/ 30 h 67"/>
                <a:gd name="T12" fmla="*/ 11 w 46"/>
                <a:gd name="T13" fmla="*/ 47 h 67"/>
                <a:gd name="T14" fmla="*/ 13 w 46"/>
                <a:gd name="T15" fmla="*/ 35 h 67"/>
                <a:gd name="T16" fmla="*/ 17 w 46"/>
                <a:gd name="T17" fmla="*/ 16 h 67"/>
                <a:gd name="T18" fmla="*/ 18 w 46"/>
                <a:gd name="T19" fmla="*/ 6 h 67"/>
                <a:gd name="T20" fmla="*/ 17 w 46"/>
                <a:gd name="T21" fmla="*/ 2 h 67"/>
                <a:gd name="T22" fmla="*/ 13 w 46"/>
                <a:gd name="T23" fmla="*/ 0 h 67"/>
                <a:gd name="T24" fmla="*/ 10 w 46"/>
                <a:gd name="T25" fmla="*/ 2 h 67"/>
                <a:gd name="T26" fmla="*/ 7 w 46"/>
                <a:gd name="T27" fmla="*/ 10 h 67"/>
                <a:gd name="T28" fmla="*/ 1 w 46"/>
                <a:gd name="T29" fmla="*/ 55 h 67"/>
                <a:gd name="T30" fmla="*/ 0 w 46"/>
                <a:gd name="T31" fmla="*/ 62 h 67"/>
                <a:gd name="T32" fmla="*/ 1 w 46"/>
                <a:gd name="T33" fmla="*/ 65 h 67"/>
                <a:gd name="T34" fmla="*/ 5 w 46"/>
                <a:gd name="T35" fmla="*/ 67 h 67"/>
                <a:gd name="T36" fmla="*/ 7 w 46"/>
                <a:gd name="T37" fmla="*/ 65 h 67"/>
                <a:gd name="T38" fmla="*/ 10 w 46"/>
                <a:gd name="T39" fmla="*/ 60 h 67"/>
                <a:gd name="T40" fmla="*/ 20 w 46"/>
                <a:gd name="T41" fmla="*/ 45 h 67"/>
                <a:gd name="T42" fmla="*/ 29 w 46"/>
                <a:gd name="T43" fmla="*/ 36 h 67"/>
                <a:gd name="T44" fmla="*/ 31 w 46"/>
                <a:gd name="T45" fmla="*/ 39 h 67"/>
                <a:gd name="T46" fmla="*/ 32 w 46"/>
                <a:gd name="T47" fmla="*/ 49 h 67"/>
                <a:gd name="T48" fmla="*/ 36 w 46"/>
                <a:gd name="T49" fmla="*/ 60 h 67"/>
                <a:gd name="T50" fmla="*/ 42 w 46"/>
                <a:gd name="T51" fmla="*/ 63 h 67"/>
                <a:gd name="T52" fmla="*/ 45 w 46"/>
                <a:gd name="T53" fmla="*/ 62 h 67"/>
                <a:gd name="T54" fmla="*/ 46 w 46"/>
                <a:gd name="T55" fmla="*/ 60 h 67"/>
                <a:gd name="T56" fmla="*/ 45 w 46"/>
                <a:gd name="T57" fmla="*/ 57 h 67"/>
                <a:gd name="T58" fmla="*/ 43 w 46"/>
                <a:gd name="T59" fmla="*/ 53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6" h="67">
                  <a:moveTo>
                    <a:pt x="43" y="53"/>
                  </a:moveTo>
                  <a:cubicBezTo>
                    <a:pt x="42" y="51"/>
                    <a:pt x="42" y="49"/>
                    <a:pt x="41" y="48"/>
                  </a:cubicBezTo>
                  <a:cubicBezTo>
                    <a:pt x="41" y="46"/>
                    <a:pt x="41" y="43"/>
                    <a:pt x="40" y="40"/>
                  </a:cubicBezTo>
                  <a:cubicBezTo>
                    <a:pt x="40" y="34"/>
                    <a:pt x="39" y="30"/>
                    <a:pt x="37" y="28"/>
                  </a:cubicBezTo>
                  <a:cubicBezTo>
                    <a:pt x="36" y="27"/>
                    <a:pt x="34" y="26"/>
                    <a:pt x="31" y="26"/>
                  </a:cubicBezTo>
                  <a:cubicBezTo>
                    <a:pt x="28" y="26"/>
                    <a:pt x="25" y="27"/>
                    <a:pt x="22" y="30"/>
                  </a:cubicBezTo>
                  <a:cubicBezTo>
                    <a:pt x="19" y="33"/>
                    <a:pt x="15" y="39"/>
                    <a:pt x="11" y="47"/>
                  </a:cubicBezTo>
                  <a:cubicBezTo>
                    <a:pt x="11" y="44"/>
                    <a:pt x="12" y="40"/>
                    <a:pt x="13" y="35"/>
                  </a:cubicBezTo>
                  <a:cubicBezTo>
                    <a:pt x="15" y="26"/>
                    <a:pt x="16" y="20"/>
                    <a:pt x="17" y="16"/>
                  </a:cubicBezTo>
                  <a:cubicBezTo>
                    <a:pt x="18" y="13"/>
                    <a:pt x="18" y="9"/>
                    <a:pt x="18" y="6"/>
                  </a:cubicBezTo>
                  <a:cubicBezTo>
                    <a:pt x="18" y="4"/>
                    <a:pt x="18" y="3"/>
                    <a:pt x="17" y="2"/>
                  </a:cubicBezTo>
                  <a:cubicBezTo>
                    <a:pt x="16" y="1"/>
                    <a:pt x="14" y="0"/>
                    <a:pt x="13" y="0"/>
                  </a:cubicBezTo>
                  <a:cubicBezTo>
                    <a:pt x="12" y="0"/>
                    <a:pt x="11" y="1"/>
                    <a:pt x="10" y="2"/>
                  </a:cubicBezTo>
                  <a:cubicBezTo>
                    <a:pt x="9" y="4"/>
                    <a:pt x="8" y="6"/>
                    <a:pt x="7" y="10"/>
                  </a:cubicBezTo>
                  <a:cubicBezTo>
                    <a:pt x="6" y="26"/>
                    <a:pt x="3" y="41"/>
                    <a:pt x="1" y="55"/>
                  </a:cubicBezTo>
                  <a:cubicBezTo>
                    <a:pt x="0" y="59"/>
                    <a:pt x="0" y="61"/>
                    <a:pt x="0" y="62"/>
                  </a:cubicBezTo>
                  <a:cubicBezTo>
                    <a:pt x="0" y="64"/>
                    <a:pt x="0" y="65"/>
                    <a:pt x="1" y="65"/>
                  </a:cubicBezTo>
                  <a:cubicBezTo>
                    <a:pt x="2" y="66"/>
                    <a:pt x="3" y="67"/>
                    <a:pt x="5" y="67"/>
                  </a:cubicBezTo>
                  <a:cubicBezTo>
                    <a:pt x="6" y="67"/>
                    <a:pt x="7" y="66"/>
                    <a:pt x="7" y="65"/>
                  </a:cubicBezTo>
                  <a:cubicBezTo>
                    <a:pt x="8" y="65"/>
                    <a:pt x="9" y="63"/>
                    <a:pt x="10" y="60"/>
                  </a:cubicBezTo>
                  <a:cubicBezTo>
                    <a:pt x="12" y="56"/>
                    <a:pt x="15" y="51"/>
                    <a:pt x="20" y="45"/>
                  </a:cubicBezTo>
                  <a:cubicBezTo>
                    <a:pt x="24" y="39"/>
                    <a:pt x="27" y="36"/>
                    <a:pt x="29" y="36"/>
                  </a:cubicBezTo>
                  <a:cubicBezTo>
                    <a:pt x="30" y="36"/>
                    <a:pt x="31" y="37"/>
                    <a:pt x="31" y="39"/>
                  </a:cubicBezTo>
                  <a:cubicBezTo>
                    <a:pt x="32" y="40"/>
                    <a:pt x="32" y="44"/>
                    <a:pt x="32" y="49"/>
                  </a:cubicBezTo>
                  <a:cubicBezTo>
                    <a:pt x="33" y="54"/>
                    <a:pt x="34" y="57"/>
                    <a:pt x="36" y="60"/>
                  </a:cubicBezTo>
                  <a:cubicBezTo>
                    <a:pt x="38" y="62"/>
                    <a:pt x="40" y="63"/>
                    <a:pt x="42" y="63"/>
                  </a:cubicBezTo>
                  <a:cubicBezTo>
                    <a:pt x="43" y="63"/>
                    <a:pt x="44" y="63"/>
                    <a:pt x="45" y="62"/>
                  </a:cubicBezTo>
                  <a:cubicBezTo>
                    <a:pt x="46" y="62"/>
                    <a:pt x="46" y="61"/>
                    <a:pt x="46" y="60"/>
                  </a:cubicBezTo>
                  <a:cubicBezTo>
                    <a:pt x="46" y="59"/>
                    <a:pt x="46" y="58"/>
                    <a:pt x="45" y="57"/>
                  </a:cubicBezTo>
                  <a:cubicBezTo>
                    <a:pt x="44" y="55"/>
                    <a:pt x="43" y="54"/>
                    <a:pt x="43"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157"/>
            <p:cNvSpPr>
              <a:spLocks/>
            </p:cNvSpPr>
            <p:nvPr/>
          </p:nvSpPr>
          <p:spPr bwMode="auto">
            <a:xfrm>
              <a:off x="11952288" y="5694363"/>
              <a:ext cx="74613" cy="117475"/>
            </a:xfrm>
            <a:custGeom>
              <a:avLst/>
              <a:gdLst>
                <a:gd name="T0" fmla="*/ 38 w 43"/>
                <a:gd name="T1" fmla="*/ 0 h 67"/>
                <a:gd name="T2" fmla="*/ 35 w 43"/>
                <a:gd name="T3" fmla="*/ 1 h 67"/>
                <a:gd name="T4" fmla="*/ 34 w 43"/>
                <a:gd name="T5" fmla="*/ 3 h 67"/>
                <a:gd name="T6" fmla="*/ 33 w 43"/>
                <a:gd name="T7" fmla="*/ 8 h 67"/>
                <a:gd name="T8" fmla="*/ 32 w 43"/>
                <a:gd name="T9" fmla="*/ 19 h 67"/>
                <a:gd name="T10" fmla="*/ 31 w 43"/>
                <a:gd name="T11" fmla="*/ 22 h 67"/>
                <a:gd name="T12" fmla="*/ 26 w 43"/>
                <a:gd name="T13" fmla="*/ 27 h 67"/>
                <a:gd name="T14" fmla="*/ 19 w 43"/>
                <a:gd name="T15" fmla="*/ 31 h 67"/>
                <a:gd name="T16" fmla="*/ 15 w 43"/>
                <a:gd name="T17" fmla="*/ 32 h 67"/>
                <a:gd name="T18" fmla="*/ 13 w 43"/>
                <a:gd name="T19" fmla="*/ 30 h 67"/>
                <a:gd name="T20" fmla="*/ 13 w 43"/>
                <a:gd name="T21" fmla="*/ 26 h 67"/>
                <a:gd name="T22" fmla="*/ 16 w 43"/>
                <a:gd name="T23" fmla="*/ 13 h 67"/>
                <a:gd name="T24" fmla="*/ 19 w 43"/>
                <a:gd name="T25" fmla="*/ 7 h 67"/>
                <a:gd name="T26" fmla="*/ 18 w 43"/>
                <a:gd name="T27" fmla="*/ 3 h 67"/>
                <a:gd name="T28" fmla="*/ 15 w 43"/>
                <a:gd name="T29" fmla="*/ 1 h 67"/>
                <a:gd name="T30" fmla="*/ 10 w 43"/>
                <a:gd name="T31" fmla="*/ 4 h 67"/>
                <a:gd name="T32" fmla="*/ 6 w 43"/>
                <a:gd name="T33" fmla="*/ 15 h 67"/>
                <a:gd name="T34" fmla="*/ 4 w 43"/>
                <a:gd name="T35" fmla="*/ 29 h 67"/>
                <a:gd name="T36" fmla="*/ 6 w 43"/>
                <a:gd name="T37" fmla="*/ 37 h 67"/>
                <a:gd name="T38" fmla="*/ 13 w 43"/>
                <a:gd name="T39" fmla="*/ 40 h 67"/>
                <a:gd name="T40" fmla="*/ 32 w 43"/>
                <a:gd name="T41" fmla="*/ 31 h 67"/>
                <a:gd name="T42" fmla="*/ 27 w 43"/>
                <a:gd name="T43" fmla="*/ 50 h 67"/>
                <a:gd name="T44" fmla="*/ 20 w 43"/>
                <a:gd name="T45" fmla="*/ 58 h 67"/>
                <a:gd name="T46" fmla="*/ 5 w 43"/>
                <a:gd name="T47" fmla="*/ 52 h 67"/>
                <a:gd name="T48" fmla="*/ 3 w 43"/>
                <a:gd name="T49" fmla="*/ 51 h 67"/>
                <a:gd name="T50" fmla="*/ 0 w 43"/>
                <a:gd name="T51" fmla="*/ 52 h 67"/>
                <a:gd name="T52" fmla="*/ 0 w 43"/>
                <a:gd name="T53" fmla="*/ 55 h 67"/>
                <a:gd name="T54" fmla="*/ 3 w 43"/>
                <a:gd name="T55" fmla="*/ 60 h 67"/>
                <a:gd name="T56" fmla="*/ 10 w 43"/>
                <a:gd name="T57" fmla="*/ 65 h 67"/>
                <a:gd name="T58" fmla="*/ 10 w 43"/>
                <a:gd name="T59" fmla="*/ 65 h 67"/>
                <a:gd name="T60" fmla="*/ 20 w 43"/>
                <a:gd name="T61" fmla="*/ 67 h 67"/>
                <a:gd name="T62" fmla="*/ 28 w 43"/>
                <a:gd name="T63" fmla="*/ 64 h 67"/>
                <a:gd name="T64" fmla="*/ 35 w 43"/>
                <a:gd name="T65" fmla="*/ 54 h 67"/>
                <a:gd name="T66" fmla="*/ 40 w 43"/>
                <a:gd name="T67" fmla="*/ 38 h 67"/>
                <a:gd name="T68" fmla="*/ 42 w 43"/>
                <a:gd name="T69" fmla="*/ 19 h 67"/>
                <a:gd name="T70" fmla="*/ 43 w 43"/>
                <a:gd name="T71" fmla="*/ 6 h 67"/>
                <a:gd name="T72" fmla="*/ 42 w 43"/>
                <a:gd name="T73" fmla="*/ 1 h 67"/>
                <a:gd name="T74" fmla="*/ 38 w 43"/>
                <a:gd name="T75"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3" h="67">
                  <a:moveTo>
                    <a:pt x="38" y="0"/>
                  </a:moveTo>
                  <a:cubicBezTo>
                    <a:pt x="37" y="0"/>
                    <a:pt x="36" y="0"/>
                    <a:pt x="35" y="1"/>
                  </a:cubicBezTo>
                  <a:cubicBezTo>
                    <a:pt x="34" y="1"/>
                    <a:pt x="34" y="2"/>
                    <a:pt x="34" y="3"/>
                  </a:cubicBezTo>
                  <a:cubicBezTo>
                    <a:pt x="34" y="3"/>
                    <a:pt x="33" y="5"/>
                    <a:pt x="33" y="8"/>
                  </a:cubicBezTo>
                  <a:cubicBezTo>
                    <a:pt x="33" y="14"/>
                    <a:pt x="33" y="17"/>
                    <a:pt x="32" y="19"/>
                  </a:cubicBezTo>
                  <a:cubicBezTo>
                    <a:pt x="32" y="20"/>
                    <a:pt x="31" y="21"/>
                    <a:pt x="31" y="22"/>
                  </a:cubicBezTo>
                  <a:cubicBezTo>
                    <a:pt x="30" y="23"/>
                    <a:pt x="28" y="25"/>
                    <a:pt x="26" y="27"/>
                  </a:cubicBezTo>
                  <a:cubicBezTo>
                    <a:pt x="23" y="29"/>
                    <a:pt x="21" y="30"/>
                    <a:pt x="19" y="31"/>
                  </a:cubicBezTo>
                  <a:cubicBezTo>
                    <a:pt x="18" y="31"/>
                    <a:pt x="16" y="32"/>
                    <a:pt x="15" y="32"/>
                  </a:cubicBezTo>
                  <a:cubicBezTo>
                    <a:pt x="14" y="32"/>
                    <a:pt x="14" y="31"/>
                    <a:pt x="13" y="30"/>
                  </a:cubicBezTo>
                  <a:cubicBezTo>
                    <a:pt x="13" y="29"/>
                    <a:pt x="13" y="28"/>
                    <a:pt x="13" y="26"/>
                  </a:cubicBezTo>
                  <a:cubicBezTo>
                    <a:pt x="13" y="23"/>
                    <a:pt x="14" y="18"/>
                    <a:pt x="16" y="13"/>
                  </a:cubicBezTo>
                  <a:cubicBezTo>
                    <a:pt x="18" y="9"/>
                    <a:pt x="19" y="7"/>
                    <a:pt x="19" y="7"/>
                  </a:cubicBezTo>
                  <a:cubicBezTo>
                    <a:pt x="19" y="5"/>
                    <a:pt x="18" y="4"/>
                    <a:pt x="18" y="3"/>
                  </a:cubicBezTo>
                  <a:cubicBezTo>
                    <a:pt x="17" y="2"/>
                    <a:pt x="16" y="1"/>
                    <a:pt x="15" y="1"/>
                  </a:cubicBezTo>
                  <a:cubicBezTo>
                    <a:pt x="13" y="1"/>
                    <a:pt x="11" y="2"/>
                    <a:pt x="10" y="4"/>
                  </a:cubicBezTo>
                  <a:cubicBezTo>
                    <a:pt x="9" y="5"/>
                    <a:pt x="8" y="9"/>
                    <a:pt x="6" y="15"/>
                  </a:cubicBezTo>
                  <a:cubicBezTo>
                    <a:pt x="5" y="21"/>
                    <a:pt x="4" y="26"/>
                    <a:pt x="4" y="29"/>
                  </a:cubicBezTo>
                  <a:cubicBezTo>
                    <a:pt x="4" y="32"/>
                    <a:pt x="5" y="35"/>
                    <a:pt x="6" y="37"/>
                  </a:cubicBezTo>
                  <a:cubicBezTo>
                    <a:pt x="8" y="39"/>
                    <a:pt x="10" y="40"/>
                    <a:pt x="13" y="40"/>
                  </a:cubicBezTo>
                  <a:cubicBezTo>
                    <a:pt x="17" y="40"/>
                    <a:pt x="24" y="37"/>
                    <a:pt x="32" y="31"/>
                  </a:cubicBezTo>
                  <a:cubicBezTo>
                    <a:pt x="31" y="38"/>
                    <a:pt x="30" y="45"/>
                    <a:pt x="27" y="50"/>
                  </a:cubicBezTo>
                  <a:cubicBezTo>
                    <a:pt x="25" y="56"/>
                    <a:pt x="22" y="58"/>
                    <a:pt x="20" y="58"/>
                  </a:cubicBezTo>
                  <a:cubicBezTo>
                    <a:pt x="13" y="58"/>
                    <a:pt x="8" y="56"/>
                    <a:pt x="5" y="52"/>
                  </a:cubicBezTo>
                  <a:cubicBezTo>
                    <a:pt x="4" y="51"/>
                    <a:pt x="4" y="51"/>
                    <a:pt x="3" y="51"/>
                  </a:cubicBezTo>
                  <a:cubicBezTo>
                    <a:pt x="2" y="51"/>
                    <a:pt x="1" y="51"/>
                    <a:pt x="0" y="52"/>
                  </a:cubicBezTo>
                  <a:cubicBezTo>
                    <a:pt x="0" y="53"/>
                    <a:pt x="0" y="54"/>
                    <a:pt x="0" y="55"/>
                  </a:cubicBezTo>
                  <a:cubicBezTo>
                    <a:pt x="0" y="56"/>
                    <a:pt x="1" y="58"/>
                    <a:pt x="3" y="60"/>
                  </a:cubicBezTo>
                  <a:cubicBezTo>
                    <a:pt x="5" y="62"/>
                    <a:pt x="7" y="63"/>
                    <a:pt x="10" y="65"/>
                  </a:cubicBezTo>
                  <a:cubicBezTo>
                    <a:pt x="10" y="65"/>
                    <a:pt x="10" y="65"/>
                    <a:pt x="10" y="65"/>
                  </a:cubicBezTo>
                  <a:cubicBezTo>
                    <a:pt x="13" y="66"/>
                    <a:pt x="16" y="67"/>
                    <a:pt x="20" y="67"/>
                  </a:cubicBezTo>
                  <a:cubicBezTo>
                    <a:pt x="23" y="67"/>
                    <a:pt x="26" y="66"/>
                    <a:pt x="28" y="64"/>
                  </a:cubicBezTo>
                  <a:cubicBezTo>
                    <a:pt x="31" y="62"/>
                    <a:pt x="33" y="59"/>
                    <a:pt x="35" y="54"/>
                  </a:cubicBezTo>
                  <a:cubicBezTo>
                    <a:pt x="37" y="49"/>
                    <a:pt x="39" y="44"/>
                    <a:pt x="40" y="38"/>
                  </a:cubicBezTo>
                  <a:cubicBezTo>
                    <a:pt x="41" y="32"/>
                    <a:pt x="42" y="25"/>
                    <a:pt x="42" y="19"/>
                  </a:cubicBezTo>
                  <a:cubicBezTo>
                    <a:pt x="43" y="6"/>
                    <a:pt x="43" y="6"/>
                    <a:pt x="43" y="6"/>
                  </a:cubicBezTo>
                  <a:cubicBezTo>
                    <a:pt x="43" y="3"/>
                    <a:pt x="43" y="1"/>
                    <a:pt x="42" y="1"/>
                  </a:cubicBezTo>
                  <a:cubicBezTo>
                    <a:pt x="41" y="0"/>
                    <a:pt x="40" y="0"/>
                    <a:pt x="3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62" name="组合 161"/>
          <p:cNvGrpSpPr/>
          <p:nvPr/>
        </p:nvGrpSpPr>
        <p:grpSpPr>
          <a:xfrm>
            <a:off x="10858500" y="3808413"/>
            <a:ext cx="1138238" cy="1663700"/>
            <a:chOff x="10858500" y="3808413"/>
            <a:chExt cx="1138238" cy="1663700"/>
          </a:xfrm>
          <a:solidFill>
            <a:schemeClr val="tx1">
              <a:lumMod val="65000"/>
              <a:lumOff val="35000"/>
            </a:schemeClr>
          </a:solidFill>
        </p:grpSpPr>
        <p:sp>
          <p:nvSpPr>
            <p:cNvPr id="163" name="Freeform 143"/>
            <p:cNvSpPr>
              <a:spLocks/>
            </p:cNvSpPr>
            <p:nvPr/>
          </p:nvSpPr>
          <p:spPr bwMode="auto">
            <a:xfrm>
              <a:off x="10858500" y="4198938"/>
              <a:ext cx="77788" cy="119063"/>
            </a:xfrm>
            <a:custGeom>
              <a:avLst/>
              <a:gdLst>
                <a:gd name="T0" fmla="*/ 45 w 45"/>
                <a:gd name="T1" fmla="*/ 58 h 68"/>
                <a:gd name="T2" fmla="*/ 14 w 45"/>
                <a:gd name="T3" fmla="*/ 5 h 68"/>
                <a:gd name="T4" fmla="*/ 5 w 45"/>
                <a:gd name="T5" fmla="*/ 2 h 68"/>
                <a:gd name="T6" fmla="*/ 2 w 45"/>
                <a:gd name="T7" fmla="*/ 12 h 68"/>
                <a:gd name="T8" fmla="*/ 35 w 45"/>
                <a:gd name="T9" fmla="*/ 68 h 68"/>
                <a:gd name="T10" fmla="*/ 41 w 45"/>
                <a:gd name="T11" fmla="*/ 66 h 68"/>
                <a:gd name="T12" fmla="*/ 45 w 45"/>
                <a:gd name="T13" fmla="*/ 58 h 68"/>
              </a:gdLst>
              <a:ahLst/>
              <a:cxnLst>
                <a:cxn ang="0">
                  <a:pos x="T0" y="T1"/>
                </a:cxn>
                <a:cxn ang="0">
                  <a:pos x="T2" y="T3"/>
                </a:cxn>
                <a:cxn ang="0">
                  <a:pos x="T4" y="T5"/>
                </a:cxn>
                <a:cxn ang="0">
                  <a:pos x="T6" y="T7"/>
                </a:cxn>
                <a:cxn ang="0">
                  <a:pos x="T8" y="T9"/>
                </a:cxn>
                <a:cxn ang="0">
                  <a:pos x="T10" y="T11"/>
                </a:cxn>
                <a:cxn ang="0">
                  <a:pos x="T12" y="T13"/>
                </a:cxn>
              </a:cxnLst>
              <a:rect l="0" t="0" r="r" b="b"/>
              <a:pathLst>
                <a:path w="45" h="68">
                  <a:moveTo>
                    <a:pt x="45" y="58"/>
                  </a:moveTo>
                  <a:cubicBezTo>
                    <a:pt x="14" y="5"/>
                    <a:pt x="14" y="5"/>
                    <a:pt x="14" y="5"/>
                  </a:cubicBezTo>
                  <a:cubicBezTo>
                    <a:pt x="12" y="2"/>
                    <a:pt x="8" y="0"/>
                    <a:pt x="5" y="2"/>
                  </a:cubicBezTo>
                  <a:cubicBezTo>
                    <a:pt x="1" y="4"/>
                    <a:pt x="0" y="9"/>
                    <a:pt x="2" y="12"/>
                  </a:cubicBezTo>
                  <a:cubicBezTo>
                    <a:pt x="35" y="68"/>
                    <a:pt x="35" y="68"/>
                    <a:pt x="35" y="68"/>
                  </a:cubicBezTo>
                  <a:cubicBezTo>
                    <a:pt x="37" y="67"/>
                    <a:pt x="39" y="66"/>
                    <a:pt x="41" y="66"/>
                  </a:cubicBezTo>
                  <a:cubicBezTo>
                    <a:pt x="42" y="63"/>
                    <a:pt x="43" y="60"/>
                    <a:pt x="45"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158"/>
            <p:cNvSpPr>
              <a:spLocks/>
            </p:cNvSpPr>
            <p:nvPr/>
          </p:nvSpPr>
          <p:spPr bwMode="auto">
            <a:xfrm>
              <a:off x="10955338" y="4164013"/>
              <a:ext cx="1041400" cy="1308100"/>
            </a:xfrm>
            <a:custGeom>
              <a:avLst/>
              <a:gdLst>
                <a:gd name="T0" fmla="*/ 420 w 595"/>
                <a:gd name="T1" fmla="*/ 248 h 747"/>
                <a:gd name="T2" fmla="*/ 420 w 595"/>
                <a:gd name="T3" fmla="*/ 103 h 747"/>
                <a:gd name="T4" fmla="*/ 442 w 595"/>
                <a:gd name="T5" fmla="*/ 202 h 747"/>
                <a:gd name="T6" fmla="*/ 464 w 595"/>
                <a:gd name="T7" fmla="*/ 241 h 747"/>
                <a:gd name="T8" fmla="*/ 533 w 595"/>
                <a:gd name="T9" fmla="*/ 258 h 747"/>
                <a:gd name="T10" fmla="*/ 578 w 595"/>
                <a:gd name="T11" fmla="*/ 254 h 747"/>
                <a:gd name="T12" fmla="*/ 567 w 595"/>
                <a:gd name="T13" fmla="*/ 191 h 747"/>
                <a:gd name="T14" fmla="*/ 549 w 595"/>
                <a:gd name="T15" fmla="*/ 193 h 747"/>
                <a:gd name="T16" fmla="*/ 553 w 595"/>
                <a:gd name="T17" fmla="*/ 173 h 747"/>
                <a:gd name="T18" fmla="*/ 544 w 595"/>
                <a:gd name="T19" fmla="*/ 164 h 747"/>
                <a:gd name="T20" fmla="*/ 535 w 595"/>
                <a:gd name="T21" fmla="*/ 173 h 747"/>
                <a:gd name="T22" fmla="*/ 531 w 595"/>
                <a:gd name="T23" fmla="*/ 193 h 747"/>
                <a:gd name="T24" fmla="*/ 531 w 595"/>
                <a:gd name="T25" fmla="*/ 194 h 747"/>
                <a:gd name="T26" fmla="*/ 506 w 595"/>
                <a:gd name="T27" fmla="*/ 191 h 747"/>
                <a:gd name="T28" fmla="*/ 438 w 595"/>
                <a:gd name="T29" fmla="*/ 21 h 747"/>
                <a:gd name="T30" fmla="*/ 403 w 595"/>
                <a:gd name="T31" fmla="*/ 3 h 747"/>
                <a:gd name="T32" fmla="*/ 389 w 595"/>
                <a:gd name="T33" fmla="*/ 0 h 747"/>
                <a:gd name="T34" fmla="*/ 235 w 595"/>
                <a:gd name="T35" fmla="*/ 0 h 747"/>
                <a:gd name="T36" fmla="*/ 226 w 595"/>
                <a:gd name="T37" fmla="*/ 1 h 747"/>
                <a:gd name="T38" fmla="*/ 146 w 595"/>
                <a:gd name="T39" fmla="*/ 94 h 747"/>
                <a:gd name="T40" fmla="*/ 131 w 595"/>
                <a:gd name="T41" fmla="*/ 151 h 747"/>
                <a:gd name="T42" fmla="*/ 120 w 595"/>
                <a:gd name="T43" fmla="*/ 153 h 747"/>
                <a:gd name="T44" fmla="*/ 42 w 595"/>
                <a:gd name="T45" fmla="*/ 203 h 747"/>
                <a:gd name="T46" fmla="*/ 3 w 595"/>
                <a:gd name="T47" fmla="*/ 194 h 747"/>
                <a:gd name="T48" fmla="*/ 2 w 595"/>
                <a:gd name="T49" fmla="*/ 213 h 747"/>
                <a:gd name="T50" fmla="*/ 33 w 595"/>
                <a:gd name="T51" fmla="*/ 238 h 747"/>
                <a:gd name="T52" fmla="*/ 40 w 595"/>
                <a:gd name="T53" fmla="*/ 237 h 747"/>
                <a:gd name="T54" fmla="*/ 165 w 595"/>
                <a:gd name="T55" fmla="*/ 209 h 747"/>
                <a:gd name="T56" fmla="*/ 190 w 595"/>
                <a:gd name="T57" fmla="*/ 182 h 747"/>
                <a:gd name="T58" fmla="*/ 204 w 595"/>
                <a:gd name="T59" fmla="*/ 124 h 747"/>
                <a:gd name="T60" fmla="*/ 204 w 595"/>
                <a:gd name="T61" fmla="*/ 248 h 747"/>
                <a:gd name="T62" fmla="*/ 163 w 595"/>
                <a:gd name="T63" fmla="*/ 691 h 747"/>
                <a:gd name="T64" fmla="*/ 208 w 595"/>
                <a:gd name="T65" fmla="*/ 745 h 747"/>
                <a:gd name="T66" fmla="*/ 261 w 595"/>
                <a:gd name="T67" fmla="*/ 700 h 747"/>
                <a:gd name="T68" fmla="*/ 295 w 595"/>
                <a:gd name="T69" fmla="*/ 335 h 747"/>
                <a:gd name="T70" fmla="*/ 329 w 595"/>
                <a:gd name="T71" fmla="*/ 335 h 747"/>
                <a:gd name="T72" fmla="*/ 363 w 595"/>
                <a:gd name="T73" fmla="*/ 700 h 747"/>
                <a:gd name="T74" fmla="*/ 417 w 595"/>
                <a:gd name="T75" fmla="*/ 745 h 747"/>
                <a:gd name="T76" fmla="*/ 461 w 595"/>
                <a:gd name="T77" fmla="*/ 691 h 747"/>
                <a:gd name="T78" fmla="*/ 420 w 595"/>
                <a:gd name="T79" fmla="*/ 248 h 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95" h="747">
                  <a:moveTo>
                    <a:pt x="420" y="248"/>
                  </a:moveTo>
                  <a:cubicBezTo>
                    <a:pt x="420" y="103"/>
                    <a:pt x="420" y="103"/>
                    <a:pt x="420" y="103"/>
                  </a:cubicBezTo>
                  <a:cubicBezTo>
                    <a:pt x="430" y="124"/>
                    <a:pt x="438" y="155"/>
                    <a:pt x="442" y="202"/>
                  </a:cubicBezTo>
                  <a:cubicBezTo>
                    <a:pt x="444" y="218"/>
                    <a:pt x="452" y="231"/>
                    <a:pt x="464" y="241"/>
                  </a:cubicBezTo>
                  <a:cubicBezTo>
                    <a:pt x="483" y="255"/>
                    <a:pt x="509" y="258"/>
                    <a:pt x="533" y="258"/>
                  </a:cubicBezTo>
                  <a:cubicBezTo>
                    <a:pt x="552" y="258"/>
                    <a:pt x="569" y="256"/>
                    <a:pt x="578" y="254"/>
                  </a:cubicBezTo>
                  <a:cubicBezTo>
                    <a:pt x="595" y="251"/>
                    <a:pt x="584" y="188"/>
                    <a:pt x="567" y="191"/>
                  </a:cubicBezTo>
                  <a:cubicBezTo>
                    <a:pt x="561" y="192"/>
                    <a:pt x="555" y="193"/>
                    <a:pt x="549" y="193"/>
                  </a:cubicBezTo>
                  <a:cubicBezTo>
                    <a:pt x="553" y="173"/>
                    <a:pt x="553" y="173"/>
                    <a:pt x="553" y="173"/>
                  </a:cubicBezTo>
                  <a:cubicBezTo>
                    <a:pt x="553" y="168"/>
                    <a:pt x="549" y="164"/>
                    <a:pt x="544" y="164"/>
                  </a:cubicBezTo>
                  <a:cubicBezTo>
                    <a:pt x="539" y="164"/>
                    <a:pt x="535" y="168"/>
                    <a:pt x="535" y="173"/>
                  </a:cubicBezTo>
                  <a:cubicBezTo>
                    <a:pt x="531" y="193"/>
                    <a:pt x="531" y="193"/>
                    <a:pt x="531" y="193"/>
                  </a:cubicBezTo>
                  <a:cubicBezTo>
                    <a:pt x="531" y="194"/>
                    <a:pt x="531" y="194"/>
                    <a:pt x="531" y="194"/>
                  </a:cubicBezTo>
                  <a:cubicBezTo>
                    <a:pt x="520" y="194"/>
                    <a:pt x="511" y="193"/>
                    <a:pt x="506" y="191"/>
                  </a:cubicBezTo>
                  <a:cubicBezTo>
                    <a:pt x="497" y="107"/>
                    <a:pt x="474" y="50"/>
                    <a:pt x="438" y="21"/>
                  </a:cubicBezTo>
                  <a:cubicBezTo>
                    <a:pt x="426" y="11"/>
                    <a:pt x="413" y="6"/>
                    <a:pt x="403" y="3"/>
                  </a:cubicBezTo>
                  <a:cubicBezTo>
                    <a:pt x="399" y="1"/>
                    <a:pt x="395" y="0"/>
                    <a:pt x="389" y="0"/>
                  </a:cubicBezTo>
                  <a:cubicBezTo>
                    <a:pt x="235" y="0"/>
                    <a:pt x="235" y="0"/>
                    <a:pt x="235" y="0"/>
                  </a:cubicBezTo>
                  <a:cubicBezTo>
                    <a:pt x="232" y="0"/>
                    <a:pt x="229" y="1"/>
                    <a:pt x="226" y="1"/>
                  </a:cubicBezTo>
                  <a:cubicBezTo>
                    <a:pt x="193" y="8"/>
                    <a:pt x="166" y="39"/>
                    <a:pt x="146" y="94"/>
                  </a:cubicBezTo>
                  <a:cubicBezTo>
                    <a:pt x="139" y="115"/>
                    <a:pt x="134" y="136"/>
                    <a:pt x="131" y="151"/>
                  </a:cubicBezTo>
                  <a:cubicBezTo>
                    <a:pt x="120" y="153"/>
                    <a:pt x="120" y="153"/>
                    <a:pt x="120" y="153"/>
                  </a:cubicBezTo>
                  <a:cubicBezTo>
                    <a:pt x="106" y="183"/>
                    <a:pt x="76" y="203"/>
                    <a:pt x="42" y="203"/>
                  </a:cubicBezTo>
                  <a:cubicBezTo>
                    <a:pt x="28" y="203"/>
                    <a:pt x="15" y="199"/>
                    <a:pt x="3" y="194"/>
                  </a:cubicBezTo>
                  <a:cubicBezTo>
                    <a:pt x="1" y="199"/>
                    <a:pt x="0" y="206"/>
                    <a:pt x="2" y="213"/>
                  </a:cubicBezTo>
                  <a:cubicBezTo>
                    <a:pt x="5" y="227"/>
                    <a:pt x="18" y="238"/>
                    <a:pt x="33" y="238"/>
                  </a:cubicBezTo>
                  <a:cubicBezTo>
                    <a:pt x="35" y="238"/>
                    <a:pt x="38" y="237"/>
                    <a:pt x="40" y="237"/>
                  </a:cubicBezTo>
                  <a:cubicBezTo>
                    <a:pt x="165" y="209"/>
                    <a:pt x="165" y="209"/>
                    <a:pt x="165" y="209"/>
                  </a:cubicBezTo>
                  <a:cubicBezTo>
                    <a:pt x="178" y="206"/>
                    <a:pt x="188" y="195"/>
                    <a:pt x="190" y="182"/>
                  </a:cubicBezTo>
                  <a:cubicBezTo>
                    <a:pt x="190" y="182"/>
                    <a:pt x="194" y="154"/>
                    <a:pt x="204" y="124"/>
                  </a:cubicBezTo>
                  <a:cubicBezTo>
                    <a:pt x="204" y="248"/>
                    <a:pt x="204" y="248"/>
                    <a:pt x="204" y="248"/>
                  </a:cubicBezTo>
                  <a:cubicBezTo>
                    <a:pt x="163" y="691"/>
                    <a:pt x="163" y="691"/>
                    <a:pt x="163" y="691"/>
                  </a:cubicBezTo>
                  <a:cubicBezTo>
                    <a:pt x="160" y="718"/>
                    <a:pt x="180" y="742"/>
                    <a:pt x="208" y="745"/>
                  </a:cubicBezTo>
                  <a:cubicBezTo>
                    <a:pt x="235" y="747"/>
                    <a:pt x="259" y="727"/>
                    <a:pt x="261" y="700"/>
                  </a:cubicBezTo>
                  <a:cubicBezTo>
                    <a:pt x="295" y="335"/>
                    <a:pt x="295" y="335"/>
                    <a:pt x="295" y="335"/>
                  </a:cubicBezTo>
                  <a:cubicBezTo>
                    <a:pt x="329" y="335"/>
                    <a:pt x="329" y="335"/>
                    <a:pt x="329" y="335"/>
                  </a:cubicBezTo>
                  <a:cubicBezTo>
                    <a:pt x="363" y="700"/>
                    <a:pt x="363" y="700"/>
                    <a:pt x="363" y="700"/>
                  </a:cubicBezTo>
                  <a:cubicBezTo>
                    <a:pt x="365" y="727"/>
                    <a:pt x="390" y="747"/>
                    <a:pt x="417" y="745"/>
                  </a:cubicBezTo>
                  <a:cubicBezTo>
                    <a:pt x="444" y="742"/>
                    <a:pt x="464" y="718"/>
                    <a:pt x="461" y="691"/>
                  </a:cubicBezTo>
                  <a:lnTo>
                    <a:pt x="420" y="2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159"/>
            <p:cNvSpPr>
              <a:spLocks noEditPoints="1"/>
            </p:cNvSpPr>
            <p:nvPr/>
          </p:nvSpPr>
          <p:spPr bwMode="auto">
            <a:xfrm>
              <a:off x="11344275" y="3808413"/>
              <a:ext cx="315913" cy="314325"/>
            </a:xfrm>
            <a:custGeom>
              <a:avLst/>
              <a:gdLst>
                <a:gd name="T0" fmla="*/ 90 w 180"/>
                <a:gd name="T1" fmla="*/ 180 h 180"/>
                <a:gd name="T2" fmla="*/ 180 w 180"/>
                <a:gd name="T3" fmla="*/ 90 h 180"/>
                <a:gd name="T4" fmla="*/ 90 w 180"/>
                <a:gd name="T5" fmla="*/ 0 h 180"/>
                <a:gd name="T6" fmla="*/ 0 w 180"/>
                <a:gd name="T7" fmla="*/ 90 h 180"/>
                <a:gd name="T8" fmla="*/ 90 w 180"/>
                <a:gd name="T9" fmla="*/ 180 h 180"/>
                <a:gd name="T10" fmla="*/ 146 w 180"/>
                <a:gd name="T11" fmla="*/ 129 h 180"/>
                <a:gd name="T12" fmla="*/ 90 w 180"/>
                <a:gd name="T13" fmla="*/ 160 h 180"/>
                <a:gd name="T14" fmla="*/ 34 w 180"/>
                <a:gd name="T15" fmla="*/ 129 h 180"/>
                <a:gd name="T16" fmla="*/ 146 w 180"/>
                <a:gd name="T17" fmla="*/ 129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0" h="180">
                  <a:moveTo>
                    <a:pt x="90" y="180"/>
                  </a:moveTo>
                  <a:cubicBezTo>
                    <a:pt x="140" y="180"/>
                    <a:pt x="180" y="140"/>
                    <a:pt x="180" y="90"/>
                  </a:cubicBezTo>
                  <a:cubicBezTo>
                    <a:pt x="180" y="41"/>
                    <a:pt x="140" y="0"/>
                    <a:pt x="90" y="0"/>
                  </a:cubicBezTo>
                  <a:cubicBezTo>
                    <a:pt x="40" y="0"/>
                    <a:pt x="0" y="41"/>
                    <a:pt x="0" y="90"/>
                  </a:cubicBezTo>
                  <a:cubicBezTo>
                    <a:pt x="0" y="140"/>
                    <a:pt x="40" y="180"/>
                    <a:pt x="90" y="180"/>
                  </a:cubicBezTo>
                  <a:close/>
                  <a:moveTo>
                    <a:pt x="146" y="129"/>
                  </a:moveTo>
                  <a:cubicBezTo>
                    <a:pt x="135" y="147"/>
                    <a:pt x="114" y="160"/>
                    <a:pt x="90" y="160"/>
                  </a:cubicBezTo>
                  <a:cubicBezTo>
                    <a:pt x="66" y="160"/>
                    <a:pt x="46" y="147"/>
                    <a:pt x="34" y="129"/>
                  </a:cubicBezTo>
                  <a:lnTo>
                    <a:pt x="146" y="1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160"/>
            <p:cNvSpPr>
              <a:spLocks/>
            </p:cNvSpPr>
            <p:nvPr/>
          </p:nvSpPr>
          <p:spPr bwMode="auto">
            <a:xfrm>
              <a:off x="11047413" y="4273550"/>
              <a:ext cx="109538" cy="77788"/>
            </a:xfrm>
            <a:custGeom>
              <a:avLst/>
              <a:gdLst>
                <a:gd name="T0" fmla="*/ 11 w 63"/>
                <a:gd name="T1" fmla="*/ 22 h 44"/>
                <a:gd name="T2" fmla="*/ 10 w 63"/>
                <a:gd name="T3" fmla="*/ 25 h 44"/>
                <a:gd name="T4" fmla="*/ 11 w 63"/>
                <a:gd name="T5" fmla="*/ 26 h 44"/>
                <a:gd name="T6" fmla="*/ 12 w 63"/>
                <a:gd name="T7" fmla="*/ 26 h 44"/>
                <a:gd name="T8" fmla="*/ 30 w 63"/>
                <a:gd name="T9" fmla="*/ 44 h 44"/>
                <a:gd name="T10" fmla="*/ 30 w 63"/>
                <a:gd name="T11" fmla="*/ 44 h 44"/>
                <a:gd name="T12" fmla="*/ 63 w 63"/>
                <a:gd name="T13" fmla="*/ 44 h 44"/>
                <a:gd name="T14" fmla="*/ 63 w 63"/>
                <a:gd name="T15" fmla="*/ 44 h 44"/>
                <a:gd name="T16" fmla="*/ 50 w 63"/>
                <a:gd name="T17" fmla="*/ 31 h 44"/>
                <a:gd name="T18" fmla="*/ 46 w 63"/>
                <a:gd name="T19" fmla="*/ 32 h 44"/>
                <a:gd name="T20" fmla="*/ 42 w 63"/>
                <a:gd name="T21" fmla="*/ 27 h 44"/>
                <a:gd name="T22" fmla="*/ 43 w 63"/>
                <a:gd name="T23" fmla="*/ 22 h 44"/>
                <a:gd name="T24" fmla="*/ 30 w 63"/>
                <a:gd name="T25" fmla="*/ 9 h 44"/>
                <a:gd name="T26" fmla="*/ 23 w 63"/>
                <a:gd name="T27" fmla="*/ 12 h 44"/>
                <a:gd name="T28" fmla="*/ 10 w 63"/>
                <a:gd name="T29" fmla="*/ 0 h 44"/>
                <a:gd name="T30" fmla="*/ 0 w 63"/>
                <a:gd name="T31" fmla="*/ 5 h 44"/>
                <a:gd name="T32" fmla="*/ 11 w 63"/>
                <a:gd name="T33" fmla="*/ 2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44">
                  <a:moveTo>
                    <a:pt x="11" y="22"/>
                  </a:moveTo>
                  <a:cubicBezTo>
                    <a:pt x="11" y="23"/>
                    <a:pt x="10" y="24"/>
                    <a:pt x="10" y="25"/>
                  </a:cubicBezTo>
                  <a:cubicBezTo>
                    <a:pt x="10" y="25"/>
                    <a:pt x="11" y="25"/>
                    <a:pt x="11" y="26"/>
                  </a:cubicBezTo>
                  <a:cubicBezTo>
                    <a:pt x="11" y="26"/>
                    <a:pt x="12" y="26"/>
                    <a:pt x="12" y="26"/>
                  </a:cubicBezTo>
                  <a:cubicBezTo>
                    <a:pt x="22" y="26"/>
                    <a:pt x="30" y="34"/>
                    <a:pt x="30" y="44"/>
                  </a:cubicBezTo>
                  <a:cubicBezTo>
                    <a:pt x="30" y="44"/>
                    <a:pt x="30" y="44"/>
                    <a:pt x="30" y="44"/>
                  </a:cubicBezTo>
                  <a:cubicBezTo>
                    <a:pt x="63" y="44"/>
                    <a:pt x="63" y="44"/>
                    <a:pt x="63" y="44"/>
                  </a:cubicBezTo>
                  <a:cubicBezTo>
                    <a:pt x="63" y="44"/>
                    <a:pt x="63" y="44"/>
                    <a:pt x="63" y="44"/>
                  </a:cubicBezTo>
                  <a:cubicBezTo>
                    <a:pt x="63" y="37"/>
                    <a:pt x="57" y="31"/>
                    <a:pt x="50" y="31"/>
                  </a:cubicBezTo>
                  <a:cubicBezTo>
                    <a:pt x="49" y="31"/>
                    <a:pt x="48" y="31"/>
                    <a:pt x="46" y="32"/>
                  </a:cubicBezTo>
                  <a:cubicBezTo>
                    <a:pt x="45" y="30"/>
                    <a:pt x="44" y="28"/>
                    <a:pt x="42" y="27"/>
                  </a:cubicBezTo>
                  <a:cubicBezTo>
                    <a:pt x="42" y="25"/>
                    <a:pt x="43" y="24"/>
                    <a:pt x="43" y="22"/>
                  </a:cubicBezTo>
                  <a:cubicBezTo>
                    <a:pt x="43" y="15"/>
                    <a:pt x="37" y="9"/>
                    <a:pt x="30" y="9"/>
                  </a:cubicBezTo>
                  <a:cubicBezTo>
                    <a:pt x="27" y="9"/>
                    <a:pt x="25" y="10"/>
                    <a:pt x="23" y="12"/>
                  </a:cubicBezTo>
                  <a:cubicBezTo>
                    <a:pt x="22" y="5"/>
                    <a:pt x="17" y="0"/>
                    <a:pt x="10" y="0"/>
                  </a:cubicBezTo>
                  <a:cubicBezTo>
                    <a:pt x="6" y="0"/>
                    <a:pt x="2" y="2"/>
                    <a:pt x="0" y="5"/>
                  </a:cubicBezTo>
                  <a:cubicBezTo>
                    <a:pt x="6" y="8"/>
                    <a:pt x="11" y="14"/>
                    <a:pt x="11"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161"/>
            <p:cNvSpPr>
              <a:spLocks/>
            </p:cNvSpPr>
            <p:nvPr/>
          </p:nvSpPr>
          <p:spPr bwMode="auto">
            <a:xfrm>
              <a:off x="10910888" y="4273550"/>
              <a:ext cx="179388" cy="77788"/>
            </a:xfrm>
            <a:custGeom>
              <a:avLst/>
              <a:gdLst>
                <a:gd name="T0" fmla="*/ 103 w 103"/>
                <a:gd name="T1" fmla="*/ 44 h 44"/>
                <a:gd name="T2" fmla="*/ 103 w 103"/>
                <a:gd name="T3" fmla="*/ 44 h 44"/>
                <a:gd name="T4" fmla="*/ 90 w 103"/>
                <a:gd name="T5" fmla="*/ 31 h 44"/>
                <a:gd name="T6" fmla="*/ 86 w 103"/>
                <a:gd name="T7" fmla="*/ 32 h 44"/>
                <a:gd name="T8" fmla="*/ 82 w 103"/>
                <a:gd name="T9" fmla="*/ 27 h 44"/>
                <a:gd name="T10" fmla="*/ 83 w 103"/>
                <a:gd name="T11" fmla="*/ 22 h 44"/>
                <a:gd name="T12" fmla="*/ 70 w 103"/>
                <a:gd name="T13" fmla="*/ 9 h 44"/>
                <a:gd name="T14" fmla="*/ 63 w 103"/>
                <a:gd name="T15" fmla="*/ 12 h 44"/>
                <a:gd name="T16" fmla="*/ 50 w 103"/>
                <a:gd name="T17" fmla="*/ 0 h 44"/>
                <a:gd name="T18" fmla="*/ 38 w 103"/>
                <a:gd name="T19" fmla="*/ 13 h 44"/>
                <a:gd name="T20" fmla="*/ 38 w 103"/>
                <a:gd name="T21" fmla="*/ 16 h 44"/>
                <a:gd name="T22" fmla="*/ 29 w 103"/>
                <a:gd name="T23" fmla="*/ 13 h 44"/>
                <a:gd name="T24" fmla="*/ 17 w 103"/>
                <a:gd name="T25" fmla="*/ 25 h 44"/>
                <a:gd name="T26" fmla="*/ 18 w 103"/>
                <a:gd name="T27" fmla="*/ 30 h 44"/>
                <a:gd name="T28" fmla="*/ 13 w 103"/>
                <a:gd name="T29" fmla="*/ 29 h 44"/>
                <a:gd name="T30" fmla="*/ 0 w 103"/>
                <a:gd name="T31" fmla="*/ 41 h 44"/>
                <a:gd name="T32" fmla="*/ 1 w 103"/>
                <a:gd name="T33" fmla="*/ 44 h 44"/>
                <a:gd name="T34" fmla="*/ 103 w 103"/>
                <a:gd name="T35"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3" h="44">
                  <a:moveTo>
                    <a:pt x="103" y="44"/>
                  </a:moveTo>
                  <a:cubicBezTo>
                    <a:pt x="103" y="44"/>
                    <a:pt x="103" y="44"/>
                    <a:pt x="103" y="44"/>
                  </a:cubicBezTo>
                  <a:cubicBezTo>
                    <a:pt x="103" y="37"/>
                    <a:pt x="97" y="31"/>
                    <a:pt x="90" y="31"/>
                  </a:cubicBezTo>
                  <a:cubicBezTo>
                    <a:pt x="89" y="31"/>
                    <a:pt x="88" y="31"/>
                    <a:pt x="86" y="32"/>
                  </a:cubicBezTo>
                  <a:cubicBezTo>
                    <a:pt x="85" y="30"/>
                    <a:pt x="84" y="28"/>
                    <a:pt x="82" y="27"/>
                  </a:cubicBezTo>
                  <a:cubicBezTo>
                    <a:pt x="82" y="25"/>
                    <a:pt x="83" y="24"/>
                    <a:pt x="83" y="22"/>
                  </a:cubicBezTo>
                  <a:cubicBezTo>
                    <a:pt x="83" y="15"/>
                    <a:pt x="77" y="9"/>
                    <a:pt x="70" y="9"/>
                  </a:cubicBezTo>
                  <a:cubicBezTo>
                    <a:pt x="67" y="9"/>
                    <a:pt x="65" y="10"/>
                    <a:pt x="63" y="12"/>
                  </a:cubicBezTo>
                  <a:cubicBezTo>
                    <a:pt x="62" y="5"/>
                    <a:pt x="57" y="0"/>
                    <a:pt x="50" y="0"/>
                  </a:cubicBezTo>
                  <a:cubicBezTo>
                    <a:pt x="43" y="0"/>
                    <a:pt x="38" y="6"/>
                    <a:pt x="38" y="13"/>
                  </a:cubicBezTo>
                  <a:cubicBezTo>
                    <a:pt x="38" y="14"/>
                    <a:pt x="38" y="15"/>
                    <a:pt x="38" y="16"/>
                  </a:cubicBezTo>
                  <a:cubicBezTo>
                    <a:pt x="36" y="14"/>
                    <a:pt x="33" y="13"/>
                    <a:pt x="29" y="13"/>
                  </a:cubicBezTo>
                  <a:cubicBezTo>
                    <a:pt x="23" y="13"/>
                    <a:pt x="17" y="18"/>
                    <a:pt x="17" y="25"/>
                  </a:cubicBezTo>
                  <a:cubicBezTo>
                    <a:pt x="17" y="27"/>
                    <a:pt x="17" y="28"/>
                    <a:pt x="18" y="30"/>
                  </a:cubicBezTo>
                  <a:cubicBezTo>
                    <a:pt x="16" y="29"/>
                    <a:pt x="15" y="29"/>
                    <a:pt x="13" y="29"/>
                  </a:cubicBezTo>
                  <a:cubicBezTo>
                    <a:pt x="6" y="29"/>
                    <a:pt x="0" y="34"/>
                    <a:pt x="0" y="41"/>
                  </a:cubicBezTo>
                  <a:cubicBezTo>
                    <a:pt x="0" y="42"/>
                    <a:pt x="0" y="43"/>
                    <a:pt x="1" y="44"/>
                  </a:cubicBezTo>
                  <a:lnTo>
                    <a:pt x="103"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162"/>
            <p:cNvSpPr>
              <a:spLocks/>
            </p:cNvSpPr>
            <p:nvPr/>
          </p:nvSpPr>
          <p:spPr bwMode="auto">
            <a:xfrm>
              <a:off x="10895013" y="4367213"/>
              <a:ext cx="269875" cy="136525"/>
            </a:xfrm>
            <a:custGeom>
              <a:avLst/>
              <a:gdLst>
                <a:gd name="T0" fmla="*/ 154 w 154"/>
                <a:gd name="T1" fmla="*/ 0 h 78"/>
                <a:gd name="T2" fmla="*/ 0 w 154"/>
                <a:gd name="T3" fmla="*/ 0 h 78"/>
                <a:gd name="T4" fmla="*/ 77 w 154"/>
                <a:gd name="T5" fmla="*/ 78 h 78"/>
                <a:gd name="T6" fmla="*/ 154 w 154"/>
                <a:gd name="T7" fmla="*/ 0 h 78"/>
              </a:gdLst>
              <a:ahLst/>
              <a:cxnLst>
                <a:cxn ang="0">
                  <a:pos x="T0" y="T1"/>
                </a:cxn>
                <a:cxn ang="0">
                  <a:pos x="T2" y="T3"/>
                </a:cxn>
                <a:cxn ang="0">
                  <a:pos x="T4" y="T5"/>
                </a:cxn>
                <a:cxn ang="0">
                  <a:pos x="T6" y="T7"/>
                </a:cxn>
              </a:cxnLst>
              <a:rect l="0" t="0" r="r" b="b"/>
              <a:pathLst>
                <a:path w="154" h="78">
                  <a:moveTo>
                    <a:pt x="154" y="0"/>
                  </a:moveTo>
                  <a:cubicBezTo>
                    <a:pt x="0" y="0"/>
                    <a:pt x="0" y="0"/>
                    <a:pt x="0" y="0"/>
                  </a:cubicBezTo>
                  <a:cubicBezTo>
                    <a:pt x="0" y="43"/>
                    <a:pt x="34" y="78"/>
                    <a:pt x="77" y="78"/>
                  </a:cubicBezTo>
                  <a:cubicBezTo>
                    <a:pt x="120" y="78"/>
                    <a:pt x="154" y="43"/>
                    <a:pt x="15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69" name="组合 168"/>
          <p:cNvGrpSpPr/>
          <p:nvPr/>
        </p:nvGrpSpPr>
        <p:grpSpPr>
          <a:xfrm>
            <a:off x="222250" y="1189038"/>
            <a:ext cx="1190626" cy="1600200"/>
            <a:chOff x="222250" y="1189038"/>
            <a:chExt cx="1190626" cy="1600200"/>
          </a:xfrm>
          <a:solidFill>
            <a:schemeClr val="tx1">
              <a:lumMod val="65000"/>
              <a:lumOff val="35000"/>
            </a:schemeClr>
          </a:solidFill>
        </p:grpSpPr>
        <p:sp>
          <p:nvSpPr>
            <p:cNvPr id="170" name="Freeform 177"/>
            <p:cNvSpPr>
              <a:spLocks/>
            </p:cNvSpPr>
            <p:nvPr/>
          </p:nvSpPr>
          <p:spPr bwMode="auto">
            <a:xfrm>
              <a:off x="354013" y="1249363"/>
              <a:ext cx="274638" cy="298450"/>
            </a:xfrm>
            <a:custGeom>
              <a:avLst/>
              <a:gdLst>
                <a:gd name="T0" fmla="*/ 43 w 168"/>
                <a:gd name="T1" fmla="*/ 43 h 183"/>
                <a:gd name="T2" fmla="*/ 71 w 168"/>
                <a:gd name="T3" fmla="*/ 54 h 183"/>
                <a:gd name="T4" fmla="*/ 73 w 168"/>
                <a:gd name="T5" fmla="*/ 112 h 183"/>
                <a:gd name="T6" fmla="*/ 31 w 168"/>
                <a:gd name="T7" fmla="*/ 161 h 183"/>
                <a:gd name="T8" fmla="*/ 93 w 168"/>
                <a:gd name="T9" fmla="*/ 181 h 183"/>
                <a:gd name="T10" fmla="*/ 168 w 168"/>
                <a:gd name="T11" fmla="*/ 131 h 183"/>
                <a:gd name="T12" fmla="*/ 159 w 168"/>
                <a:gd name="T13" fmla="*/ 127 h 183"/>
                <a:gd name="T14" fmla="*/ 112 w 168"/>
                <a:gd name="T15" fmla="*/ 135 h 183"/>
                <a:gd name="T16" fmla="*/ 66 w 168"/>
                <a:gd name="T17" fmla="*/ 148 h 183"/>
                <a:gd name="T18" fmla="*/ 105 w 168"/>
                <a:gd name="T19" fmla="*/ 109 h 183"/>
                <a:gd name="T20" fmla="*/ 113 w 168"/>
                <a:gd name="T21" fmla="*/ 107 h 183"/>
                <a:gd name="T22" fmla="*/ 104 w 168"/>
                <a:gd name="T23" fmla="*/ 95 h 183"/>
                <a:gd name="T24" fmla="*/ 102 w 168"/>
                <a:gd name="T25" fmla="*/ 63 h 183"/>
                <a:gd name="T26" fmla="*/ 141 w 168"/>
                <a:gd name="T27" fmla="*/ 36 h 183"/>
                <a:gd name="T28" fmla="*/ 155 w 168"/>
                <a:gd name="T29" fmla="*/ 38 h 183"/>
                <a:gd name="T30" fmla="*/ 162 w 168"/>
                <a:gd name="T31" fmla="*/ 41 h 183"/>
                <a:gd name="T32" fmla="*/ 82 w 168"/>
                <a:gd name="T33" fmla="*/ 2 h 183"/>
                <a:gd name="T34" fmla="*/ 0 w 168"/>
                <a:gd name="T35" fmla="*/ 69 h 183"/>
                <a:gd name="T36" fmla="*/ 13 w 168"/>
                <a:gd name="T37" fmla="*/ 56 h 183"/>
                <a:gd name="T38" fmla="*/ 43 w 168"/>
                <a:gd name="T39" fmla="*/ 4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8" h="183">
                  <a:moveTo>
                    <a:pt x="43" y="43"/>
                  </a:moveTo>
                  <a:cubicBezTo>
                    <a:pt x="54" y="43"/>
                    <a:pt x="64" y="47"/>
                    <a:pt x="71" y="54"/>
                  </a:cubicBezTo>
                  <a:cubicBezTo>
                    <a:pt x="88" y="69"/>
                    <a:pt x="89" y="95"/>
                    <a:pt x="73" y="112"/>
                  </a:cubicBezTo>
                  <a:cubicBezTo>
                    <a:pt x="54" y="132"/>
                    <a:pt x="41" y="148"/>
                    <a:pt x="31" y="161"/>
                  </a:cubicBezTo>
                  <a:cubicBezTo>
                    <a:pt x="48" y="175"/>
                    <a:pt x="70" y="183"/>
                    <a:pt x="93" y="181"/>
                  </a:cubicBezTo>
                  <a:cubicBezTo>
                    <a:pt x="126" y="179"/>
                    <a:pt x="155" y="159"/>
                    <a:pt x="168" y="131"/>
                  </a:cubicBezTo>
                  <a:cubicBezTo>
                    <a:pt x="165" y="130"/>
                    <a:pt x="162" y="129"/>
                    <a:pt x="159" y="127"/>
                  </a:cubicBezTo>
                  <a:cubicBezTo>
                    <a:pt x="156" y="136"/>
                    <a:pt x="135" y="129"/>
                    <a:pt x="112" y="135"/>
                  </a:cubicBezTo>
                  <a:cubicBezTo>
                    <a:pt x="87" y="142"/>
                    <a:pt x="70" y="163"/>
                    <a:pt x="66" y="148"/>
                  </a:cubicBezTo>
                  <a:cubicBezTo>
                    <a:pt x="62" y="133"/>
                    <a:pt x="80" y="116"/>
                    <a:pt x="105" y="109"/>
                  </a:cubicBezTo>
                  <a:cubicBezTo>
                    <a:pt x="108" y="108"/>
                    <a:pt x="110" y="108"/>
                    <a:pt x="113" y="107"/>
                  </a:cubicBezTo>
                  <a:cubicBezTo>
                    <a:pt x="109" y="104"/>
                    <a:pt x="106" y="99"/>
                    <a:pt x="104" y="95"/>
                  </a:cubicBezTo>
                  <a:cubicBezTo>
                    <a:pt x="99" y="85"/>
                    <a:pt x="98" y="73"/>
                    <a:pt x="102" y="63"/>
                  </a:cubicBezTo>
                  <a:cubicBezTo>
                    <a:pt x="108" y="47"/>
                    <a:pt x="123" y="36"/>
                    <a:pt x="141" y="36"/>
                  </a:cubicBezTo>
                  <a:cubicBezTo>
                    <a:pt x="146" y="36"/>
                    <a:pt x="150" y="36"/>
                    <a:pt x="155" y="38"/>
                  </a:cubicBezTo>
                  <a:cubicBezTo>
                    <a:pt x="157" y="39"/>
                    <a:pt x="159" y="40"/>
                    <a:pt x="162" y="41"/>
                  </a:cubicBezTo>
                  <a:cubicBezTo>
                    <a:pt x="145" y="16"/>
                    <a:pt x="115" y="0"/>
                    <a:pt x="82" y="2"/>
                  </a:cubicBezTo>
                  <a:cubicBezTo>
                    <a:pt x="42" y="4"/>
                    <a:pt x="10" y="32"/>
                    <a:pt x="0" y="69"/>
                  </a:cubicBezTo>
                  <a:cubicBezTo>
                    <a:pt x="5" y="65"/>
                    <a:pt x="9" y="60"/>
                    <a:pt x="13" y="56"/>
                  </a:cubicBezTo>
                  <a:cubicBezTo>
                    <a:pt x="21" y="47"/>
                    <a:pt x="32" y="43"/>
                    <a:pt x="43"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178"/>
            <p:cNvSpPr>
              <a:spLocks/>
            </p:cNvSpPr>
            <p:nvPr/>
          </p:nvSpPr>
          <p:spPr bwMode="auto">
            <a:xfrm>
              <a:off x="222250" y="1316038"/>
              <a:ext cx="715963" cy="1473200"/>
            </a:xfrm>
            <a:custGeom>
              <a:avLst/>
              <a:gdLst>
                <a:gd name="T0" fmla="*/ 56 w 439"/>
                <a:gd name="T1" fmla="*/ 895 h 902"/>
                <a:gd name="T2" fmla="*/ 95 w 439"/>
                <a:gd name="T3" fmla="*/ 876 h 902"/>
                <a:gd name="T4" fmla="*/ 235 w 439"/>
                <a:gd name="T5" fmla="*/ 499 h 902"/>
                <a:gd name="T6" fmla="*/ 278 w 439"/>
                <a:gd name="T7" fmla="*/ 505 h 902"/>
                <a:gd name="T8" fmla="*/ 259 w 439"/>
                <a:gd name="T9" fmla="*/ 835 h 902"/>
                <a:gd name="T10" fmla="*/ 289 w 439"/>
                <a:gd name="T11" fmla="*/ 899 h 902"/>
                <a:gd name="T12" fmla="*/ 306 w 439"/>
                <a:gd name="T13" fmla="*/ 902 h 902"/>
                <a:gd name="T14" fmla="*/ 353 w 439"/>
                <a:gd name="T15" fmla="*/ 869 h 902"/>
                <a:gd name="T16" fmla="*/ 324 w 439"/>
                <a:gd name="T17" fmla="*/ 189 h 902"/>
                <a:gd name="T18" fmla="*/ 344 w 439"/>
                <a:gd name="T19" fmla="*/ 180 h 902"/>
                <a:gd name="T20" fmla="*/ 391 w 439"/>
                <a:gd name="T21" fmla="*/ 123 h 902"/>
                <a:gd name="T22" fmla="*/ 233 w 439"/>
                <a:gd name="T23" fmla="*/ 6 h 902"/>
                <a:gd name="T24" fmla="*/ 192 w 439"/>
                <a:gd name="T25" fmla="*/ 25 h 902"/>
                <a:gd name="T26" fmla="*/ 211 w 439"/>
                <a:gd name="T27" fmla="*/ 66 h 902"/>
                <a:gd name="T28" fmla="*/ 323 w 439"/>
                <a:gd name="T29" fmla="*/ 119 h 902"/>
                <a:gd name="T30" fmla="*/ 301 w 439"/>
                <a:gd name="T31" fmla="*/ 129 h 902"/>
                <a:gd name="T32" fmla="*/ 283 w 439"/>
                <a:gd name="T33" fmla="*/ 134 h 902"/>
                <a:gd name="T34" fmla="*/ 283 w 439"/>
                <a:gd name="T35" fmla="*/ 134 h 902"/>
                <a:gd name="T36" fmla="*/ 279 w 439"/>
                <a:gd name="T37" fmla="*/ 136 h 902"/>
                <a:gd name="T38" fmla="*/ 253 w 439"/>
                <a:gd name="T39" fmla="*/ 143 h 902"/>
                <a:gd name="T40" fmla="*/ 244 w 439"/>
                <a:gd name="T41" fmla="*/ 145 h 902"/>
                <a:gd name="T42" fmla="*/ 237 w 439"/>
                <a:gd name="T43" fmla="*/ 148 h 902"/>
                <a:gd name="T44" fmla="*/ 158 w 439"/>
                <a:gd name="T45" fmla="*/ 161 h 902"/>
                <a:gd name="T46" fmla="*/ 153 w 439"/>
                <a:gd name="T47" fmla="*/ 161 h 902"/>
                <a:gd name="T48" fmla="*/ 150 w 439"/>
                <a:gd name="T49" fmla="*/ 162 h 902"/>
                <a:gd name="T50" fmla="*/ 112 w 439"/>
                <a:gd name="T51" fmla="*/ 166 h 902"/>
                <a:gd name="T52" fmla="*/ 99 w 439"/>
                <a:gd name="T53" fmla="*/ 166 h 902"/>
                <a:gd name="T54" fmla="*/ 78 w 439"/>
                <a:gd name="T55" fmla="*/ 163 h 902"/>
                <a:gd name="T56" fmla="*/ 148 w 439"/>
                <a:gd name="T57" fmla="*/ 65 h 902"/>
                <a:gd name="T58" fmla="*/ 146 w 439"/>
                <a:gd name="T59" fmla="*/ 20 h 902"/>
                <a:gd name="T60" fmla="*/ 101 w 439"/>
                <a:gd name="T61" fmla="*/ 21 h 902"/>
                <a:gd name="T62" fmla="*/ 21 w 439"/>
                <a:gd name="T63" fmla="*/ 194 h 902"/>
                <a:gd name="T64" fmla="*/ 84 w 439"/>
                <a:gd name="T65" fmla="*/ 229 h 902"/>
                <a:gd name="T66" fmla="*/ 103 w 439"/>
                <a:gd name="T67" fmla="*/ 230 h 902"/>
                <a:gd name="T68" fmla="*/ 119 w 439"/>
                <a:gd name="T69" fmla="*/ 230 h 902"/>
                <a:gd name="T70" fmla="*/ 119 w 439"/>
                <a:gd name="T71" fmla="*/ 232 h 902"/>
                <a:gd name="T72" fmla="*/ 17 w 439"/>
                <a:gd name="T73" fmla="*/ 814 h 902"/>
                <a:gd name="T74" fmla="*/ 25 w 439"/>
                <a:gd name="T75" fmla="*/ 884 h 902"/>
                <a:gd name="T76" fmla="*/ 56 w 439"/>
                <a:gd name="T77" fmla="*/ 895 h 9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39" h="902">
                  <a:moveTo>
                    <a:pt x="56" y="895"/>
                  </a:moveTo>
                  <a:cubicBezTo>
                    <a:pt x="71" y="895"/>
                    <a:pt x="86" y="889"/>
                    <a:pt x="95" y="876"/>
                  </a:cubicBezTo>
                  <a:cubicBezTo>
                    <a:pt x="189" y="760"/>
                    <a:pt x="225" y="620"/>
                    <a:pt x="235" y="499"/>
                  </a:cubicBezTo>
                  <a:cubicBezTo>
                    <a:pt x="250" y="501"/>
                    <a:pt x="265" y="503"/>
                    <a:pt x="278" y="505"/>
                  </a:cubicBezTo>
                  <a:cubicBezTo>
                    <a:pt x="290" y="621"/>
                    <a:pt x="291" y="747"/>
                    <a:pt x="259" y="835"/>
                  </a:cubicBezTo>
                  <a:cubicBezTo>
                    <a:pt x="249" y="860"/>
                    <a:pt x="263" y="889"/>
                    <a:pt x="289" y="899"/>
                  </a:cubicBezTo>
                  <a:cubicBezTo>
                    <a:pt x="294" y="901"/>
                    <a:pt x="300" y="902"/>
                    <a:pt x="306" y="902"/>
                  </a:cubicBezTo>
                  <a:cubicBezTo>
                    <a:pt x="326" y="902"/>
                    <a:pt x="345" y="889"/>
                    <a:pt x="353" y="869"/>
                  </a:cubicBezTo>
                  <a:cubicBezTo>
                    <a:pt x="439" y="638"/>
                    <a:pt x="330" y="209"/>
                    <a:pt x="324" y="189"/>
                  </a:cubicBezTo>
                  <a:cubicBezTo>
                    <a:pt x="331" y="186"/>
                    <a:pt x="338" y="183"/>
                    <a:pt x="344" y="180"/>
                  </a:cubicBezTo>
                  <a:cubicBezTo>
                    <a:pt x="370" y="168"/>
                    <a:pt x="390" y="150"/>
                    <a:pt x="391" y="123"/>
                  </a:cubicBezTo>
                  <a:cubicBezTo>
                    <a:pt x="393" y="80"/>
                    <a:pt x="347" y="46"/>
                    <a:pt x="233" y="6"/>
                  </a:cubicBezTo>
                  <a:cubicBezTo>
                    <a:pt x="216" y="0"/>
                    <a:pt x="198" y="8"/>
                    <a:pt x="192" y="25"/>
                  </a:cubicBezTo>
                  <a:cubicBezTo>
                    <a:pt x="186" y="42"/>
                    <a:pt x="194" y="60"/>
                    <a:pt x="211" y="66"/>
                  </a:cubicBezTo>
                  <a:cubicBezTo>
                    <a:pt x="286" y="92"/>
                    <a:pt x="313" y="111"/>
                    <a:pt x="323" y="119"/>
                  </a:cubicBezTo>
                  <a:cubicBezTo>
                    <a:pt x="317" y="122"/>
                    <a:pt x="309" y="126"/>
                    <a:pt x="301" y="129"/>
                  </a:cubicBezTo>
                  <a:cubicBezTo>
                    <a:pt x="295" y="131"/>
                    <a:pt x="289" y="133"/>
                    <a:pt x="283" y="134"/>
                  </a:cubicBezTo>
                  <a:cubicBezTo>
                    <a:pt x="283" y="134"/>
                    <a:pt x="283" y="134"/>
                    <a:pt x="283" y="134"/>
                  </a:cubicBezTo>
                  <a:cubicBezTo>
                    <a:pt x="282" y="135"/>
                    <a:pt x="280" y="135"/>
                    <a:pt x="279" y="136"/>
                  </a:cubicBezTo>
                  <a:cubicBezTo>
                    <a:pt x="269" y="139"/>
                    <a:pt x="259" y="141"/>
                    <a:pt x="253" y="143"/>
                  </a:cubicBezTo>
                  <a:cubicBezTo>
                    <a:pt x="250" y="144"/>
                    <a:pt x="247" y="145"/>
                    <a:pt x="244" y="145"/>
                  </a:cubicBezTo>
                  <a:cubicBezTo>
                    <a:pt x="241" y="146"/>
                    <a:pt x="239" y="147"/>
                    <a:pt x="237" y="148"/>
                  </a:cubicBezTo>
                  <a:cubicBezTo>
                    <a:pt x="215" y="153"/>
                    <a:pt x="192" y="157"/>
                    <a:pt x="158" y="161"/>
                  </a:cubicBezTo>
                  <a:cubicBezTo>
                    <a:pt x="156" y="161"/>
                    <a:pt x="155" y="161"/>
                    <a:pt x="153" y="161"/>
                  </a:cubicBezTo>
                  <a:cubicBezTo>
                    <a:pt x="152" y="161"/>
                    <a:pt x="151" y="162"/>
                    <a:pt x="150" y="162"/>
                  </a:cubicBezTo>
                  <a:cubicBezTo>
                    <a:pt x="139" y="163"/>
                    <a:pt x="126" y="164"/>
                    <a:pt x="112" y="166"/>
                  </a:cubicBezTo>
                  <a:cubicBezTo>
                    <a:pt x="107" y="166"/>
                    <a:pt x="103" y="166"/>
                    <a:pt x="99" y="166"/>
                  </a:cubicBezTo>
                  <a:cubicBezTo>
                    <a:pt x="87" y="166"/>
                    <a:pt x="81" y="164"/>
                    <a:pt x="78" y="163"/>
                  </a:cubicBezTo>
                  <a:cubicBezTo>
                    <a:pt x="79" y="156"/>
                    <a:pt x="87" y="129"/>
                    <a:pt x="148" y="65"/>
                  </a:cubicBezTo>
                  <a:cubicBezTo>
                    <a:pt x="160" y="52"/>
                    <a:pt x="159" y="32"/>
                    <a:pt x="146" y="20"/>
                  </a:cubicBezTo>
                  <a:cubicBezTo>
                    <a:pt x="133" y="7"/>
                    <a:pt x="113" y="8"/>
                    <a:pt x="101" y="21"/>
                  </a:cubicBezTo>
                  <a:cubicBezTo>
                    <a:pt x="25" y="102"/>
                    <a:pt x="0" y="155"/>
                    <a:pt x="21" y="194"/>
                  </a:cubicBezTo>
                  <a:cubicBezTo>
                    <a:pt x="33" y="217"/>
                    <a:pt x="57" y="227"/>
                    <a:pt x="84" y="229"/>
                  </a:cubicBezTo>
                  <a:cubicBezTo>
                    <a:pt x="90" y="230"/>
                    <a:pt x="96" y="230"/>
                    <a:pt x="103" y="230"/>
                  </a:cubicBezTo>
                  <a:cubicBezTo>
                    <a:pt x="108" y="230"/>
                    <a:pt x="113" y="230"/>
                    <a:pt x="119" y="230"/>
                  </a:cubicBezTo>
                  <a:cubicBezTo>
                    <a:pt x="119" y="231"/>
                    <a:pt x="119" y="231"/>
                    <a:pt x="119" y="232"/>
                  </a:cubicBezTo>
                  <a:cubicBezTo>
                    <a:pt x="120" y="236"/>
                    <a:pt x="202" y="584"/>
                    <a:pt x="17" y="814"/>
                  </a:cubicBezTo>
                  <a:cubicBezTo>
                    <a:pt x="0" y="835"/>
                    <a:pt x="4" y="867"/>
                    <a:pt x="25" y="884"/>
                  </a:cubicBezTo>
                  <a:cubicBezTo>
                    <a:pt x="34" y="891"/>
                    <a:pt x="45" y="895"/>
                    <a:pt x="56" y="89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179"/>
            <p:cNvSpPr>
              <a:spLocks noEditPoints="1"/>
            </p:cNvSpPr>
            <p:nvPr/>
          </p:nvSpPr>
          <p:spPr bwMode="auto">
            <a:xfrm>
              <a:off x="795338" y="1189038"/>
              <a:ext cx="617538" cy="503238"/>
            </a:xfrm>
            <a:custGeom>
              <a:avLst/>
              <a:gdLst>
                <a:gd name="T0" fmla="*/ 224 w 378"/>
                <a:gd name="T1" fmla="*/ 0 h 308"/>
                <a:gd name="T2" fmla="*/ 77 w 378"/>
                <a:gd name="T3" fmla="*/ 109 h 308"/>
                <a:gd name="T4" fmla="*/ 0 w 378"/>
                <a:gd name="T5" fmla="*/ 99 h 308"/>
                <a:gd name="T6" fmla="*/ 71 w 378"/>
                <a:gd name="T7" fmla="*/ 141 h 308"/>
                <a:gd name="T8" fmla="*/ 70 w 378"/>
                <a:gd name="T9" fmla="*/ 154 h 308"/>
                <a:gd name="T10" fmla="*/ 224 w 378"/>
                <a:gd name="T11" fmla="*/ 308 h 308"/>
                <a:gd name="T12" fmla="*/ 378 w 378"/>
                <a:gd name="T13" fmla="*/ 154 h 308"/>
                <a:gd name="T14" fmla="*/ 224 w 378"/>
                <a:gd name="T15" fmla="*/ 0 h 308"/>
                <a:gd name="T16" fmla="*/ 222 w 378"/>
                <a:gd name="T17" fmla="*/ 286 h 308"/>
                <a:gd name="T18" fmla="*/ 93 w 378"/>
                <a:gd name="T19" fmla="*/ 157 h 308"/>
                <a:gd name="T20" fmla="*/ 127 w 378"/>
                <a:gd name="T21" fmla="*/ 70 h 308"/>
                <a:gd name="T22" fmla="*/ 177 w 378"/>
                <a:gd name="T23" fmla="*/ 120 h 308"/>
                <a:gd name="T24" fmla="*/ 132 w 378"/>
                <a:gd name="T25" fmla="*/ 161 h 308"/>
                <a:gd name="T26" fmla="*/ 225 w 378"/>
                <a:gd name="T27" fmla="*/ 216 h 308"/>
                <a:gd name="T28" fmla="*/ 264 w 378"/>
                <a:gd name="T29" fmla="*/ 207 h 308"/>
                <a:gd name="T30" fmla="*/ 309 w 378"/>
                <a:gd name="T31" fmla="*/ 252 h 308"/>
                <a:gd name="T32" fmla="*/ 222 w 378"/>
                <a:gd name="T33" fmla="*/ 286 h 308"/>
                <a:gd name="T34" fmla="*/ 211 w 378"/>
                <a:gd name="T35" fmla="*/ 166 h 308"/>
                <a:gd name="T36" fmla="*/ 196 w 378"/>
                <a:gd name="T37" fmla="*/ 151 h 308"/>
                <a:gd name="T38" fmla="*/ 199 w 378"/>
                <a:gd name="T39" fmla="*/ 142 h 308"/>
                <a:gd name="T40" fmla="*/ 220 w 378"/>
                <a:gd name="T41" fmla="*/ 163 h 308"/>
                <a:gd name="T42" fmla="*/ 211 w 378"/>
                <a:gd name="T43" fmla="*/ 166 h 308"/>
                <a:gd name="T44" fmla="*/ 187 w 378"/>
                <a:gd name="T45" fmla="*/ 191 h 308"/>
                <a:gd name="T46" fmla="*/ 150 w 378"/>
                <a:gd name="T47" fmla="*/ 161 h 308"/>
                <a:gd name="T48" fmla="*/ 187 w 378"/>
                <a:gd name="T49" fmla="*/ 130 h 308"/>
                <a:gd name="T50" fmla="*/ 176 w 378"/>
                <a:gd name="T51" fmla="*/ 161 h 308"/>
                <a:gd name="T52" fmla="*/ 187 w 378"/>
                <a:gd name="T53" fmla="*/ 191 h 308"/>
                <a:gd name="T54" fmla="*/ 271 w 378"/>
                <a:gd name="T55" fmla="*/ 180 h 308"/>
                <a:gd name="T56" fmla="*/ 275 w 378"/>
                <a:gd name="T57" fmla="*/ 161 h 308"/>
                <a:gd name="T58" fmla="*/ 264 w 378"/>
                <a:gd name="T59" fmla="*/ 130 h 308"/>
                <a:gd name="T60" fmla="*/ 301 w 378"/>
                <a:gd name="T61" fmla="*/ 161 h 308"/>
                <a:gd name="T62" fmla="*/ 275 w 378"/>
                <a:gd name="T63" fmla="*/ 184 h 308"/>
                <a:gd name="T64" fmla="*/ 271 w 378"/>
                <a:gd name="T65" fmla="*/ 180 h 308"/>
                <a:gd name="T66" fmla="*/ 325 w 378"/>
                <a:gd name="T67" fmla="*/ 234 h 308"/>
                <a:gd name="T68" fmla="*/ 284 w 378"/>
                <a:gd name="T69" fmla="*/ 194 h 308"/>
                <a:gd name="T70" fmla="*/ 319 w 378"/>
                <a:gd name="T71" fmla="*/ 161 h 308"/>
                <a:gd name="T72" fmla="*/ 225 w 378"/>
                <a:gd name="T73" fmla="*/ 105 h 308"/>
                <a:gd name="T74" fmla="*/ 200 w 378"/>
                <a:gd name="T75" fmla="*/ 109 h 308"/>
                <a:gd name="T76" fmla="*/ 145 w 378"/>
                <a:gd name="T77" fmla="*/ 54 h 308"/>
                <a:gd name="T78" fmla="*/ 222 w 378"/>
                <a:gd name="T79" fmla="*/ 28 h 308"/>
                <a:gd name="T80" fmla="*/ 350 w 378"/>
                <a:gd name="T81" fmla="*/ 157 h 308"/>
                <a:gd name="T82" fmla="*/ 325 w 378"/>
                <a:gd name="T83" fmla="*/ 234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78" h="308">
                  <a:moveTo>
                    <a:pt x="224" y="0"/>
                  </a:moveTo>
                  <a:cubicBezTo>
                    <a:pt x="155" y="0"/>
                    <a:pt x="96" y="46"/>
                    <a:pt x="77" y="109"/>
                  </a:cubicBezTo>
                  <a:cubicBezTo>
                    <a:pt x="0" y="99"/>
                    <a:pt x="0" y="99"/>
                    <a:pt x="0" y="99"/>
                  </a:cubicBezTo>
                  <a:cubicBezTo>
                    <a:pt x="71" y="141"/>
                    <a:pt x="71" y="141"/>
                    <a:pt x="71" y="141"/>
                  </a:cubicBezTo>
                  <a:cubicBezTo>
                    <a:pt x="70" y="145"/>
                    <a:pt x="70" y="150"/>
                    <a:pt x="70" y="154"/>
                  </a:cubicBezTo>
                  <a:cubicBezTo>
                    <a:pt x="70" y="239"/>
                    <a:pt x="139" y="308"/>
                    <a:pt x="224" y="308"/>
                  </a:cubicBezTo>
                  <a:cubicBezTo>
                    <a:pt x="309" y="308"/>
                    <a:pt x="378" y="239"/>
                    <a:pt x="378" y="154"/>
                  </a:cubicBezTo>
                  <a:cubicBezTo>
                    <a:pt x="378" y="69"/>
                    <a:pt x="309" y="0"/>
                    <a:pt x="224" y="0"/>
                  </a:cubicBezTo>
                  <a:close/>
                  <a:moveTo>
                    <a:pt x="222" y="286"/>
                  </a:moveTo>
                  <a:cubicBezTo>
                    <a:pt x="150" y="286"/>
                    <a:pt x="93" y="228"/>
                    <a:pt x="93" y="157"/>
                  </a:cubicBezTo>
                  <a:cubicBezTo>
                    <a:pt x="93" y="123"/>
                    <a:pt x="106" y="93"/>
                    <a:pt x="127" y="70"/>
                  </a:cubicBezTo>
                  <a:cubicBezTo>
                    <a:pt x="177" y="120"/>
                    <a:pt x="177" y="120"/>
                    <a:pt x="177" y="120"/>
                  </a:cubicBezTo>
                  <a:cubicBezTo>
                    <a:pt x="150" y="136"/>
                    <a:pt x="132" y="161"/>
                    <a:pt x="132" y="161"/>
                  </a:cubicBezTo>
                  <a:cubicBezTo>
                    <a:pt x="132" y="161"/>
                    <a:pt x="174" y="216"/>
                    <a:pt x="225" y="216"/>
                  </a:cubicBezTo>
                  <a:cubicBezTo>
                    <a:pt x="239" y="216"/>
                    <a:pt x="252" y="212"/>
                    <a:pt x="264" y="207"/>
                  </a:cubicBezTo>
                  <a:cubicBezTo>
                    <a:pt x="309" y="252"/>
                    <a:pt x="309" y="252"/>
                    <a:pt x="309" y="252"/>
                  </a:cubicBezTo>
                  <a:cubicBezTo>
                    <a:pt x="286" y="273"/>
                    <a:pt x="255" y="286"/>
                    <a:pt x="222" y="286"/>
                  </a:cubicBezTo>
                  <a:close/>
                  <a:moveTo>
                    <a:pt x="211" y="166"/>
                  </a:moveTo>
                  <a:cubicBezTo>
                    <a:pt x="203" y="166"/>
                    <a:pt x="196" y="159"/>
                    <a:pt x="196" y="151"/>
                  </a:cubicBezTo>
                  <a:cubicBezTo>
                    <a:pt x="196" y="147"/>
                    <a:pt x="197" y="144"/>
                    <a:pt x="199" y="142"/>
                  </a:cubicBezTo>
                  <a:cubicBezTo>
                    <a:pt x="220" y="163"/>
                    <a:pt x="220" y="163"/>
                    <a:pt x="220" y="163"/>
                  </a:cubicBezTo>
                  <a:cubicBezTo>
                    <a:pt x="218" y="165"/>
                    <a:pt x="214" y="166"/>
                    <a:pt x="211" y="166"/>
                  </a:cubicBezTo>
                  <a:close/>
                  <a:moveTo>
                    <a:pt x="187" y="191"/>
                  </a:moveTo>
                  <a:cubicBezTo>
                    <a:pt x="171" y="182"/>
                    <a:pt x="157" y="169"/>
                    <a:pt x="150" y="161"/>
                  </a:cubicBezTo>
                  <a:cubicBezTo>
                    <a:pt x="157" y="152"/>
                    <a:pt x="171" y="139"/>
                    <a:pt x="187" y="130"/>
                  </a:cubicBezTo>
                  <a:cubicBezTo>
                    <a:pt x="180" y="138"/>
                    <a:pt x="176" y="149"/>
                    <a:pt x="176" y="161"/>
                  </a:cubicBezTo>
                  <a:cubicBezTo>
                    <a:pt x="176" y="172"/>
                    <a:pt x="180" y="183"/>
                    <a:pt x="187" y="191"/>
                  </a:cubicBezTo>
                  <a:close/>
                  <a:moveTo>
                    <a:pt x="271" y="180"/>
                  </a:moveTo>
                  <a:cubicBezTo>
                    <a:pt x="273" y="174"/>
                    <a:pt x="275" y="168"/>
                    <a:pt x="275" y="161"/>
                  </a:cubicBezTo>
                  <a:cubicBezTo>
                    <a:pt x="275" y="149"/>
                    <a:pt x="271" y="138"/>
                    <a:pt x="264" y="130"/>
                  </a:cubicBezTo>
                  <a:cubicBezTo>
                    <a:pt x="280" y="139"/>
                    <a:pt x="294" y="152"/>
                    <a:pt x="301" y="161"/>
                  </a:cubicBezTo>
                  <a:cubicBezTo>
                    <a:pt x="295" y="167"/>
                    <a:pt x="286" y="176"/>
                    <a:pt x="275" y="184"/>
                  </a:cubicBezTo>
                  <a:lnTo>
                    <a:pt x="271" y="180"/>
                  </a:lnTo>
                  <a:close/>
                  <a:moveTo>
                    <a:pt x="325" y="234"/>
                  </a:moveTo>
                  <a:cubicBezTo>
                    <a:pt x="284" y="194"/>
                    <a:pt x="284" y="194"/>
                    <a:pt x="284" y="194"/>
                  </a:cubicBezTo>
                  <a:cubicBezTo>
                    <a:pt x="305" y="178"/>
                    <a:pt x="319" y="161"/>
                    <a:pt x="319" y="161"/>
                  </a:cubicBezTo>
                  <a:cubicBezTo>
                    <a:pt x="319" y="161"/>
                    <a:pt x="277" y="105"/>
                    <a:pt x="225" y="105"/>
                  </a:cubicBezTo>
                  <a:cubicBezTo>
                    <a:pt x="217" y="105"/>
                    <a:pt x="208" y="106"/>
                    <a:pt x="200" y="109"/>
                  </a:cubicBezTo>
                  <a:cubicBezTo>
                    <a:pt x="145" y="54"/>
                    <a:pt x="145" y="54"/>
                    <a:pt x="145" y="54"/>
                  </a:cubicBezTo>
                  <a:cubicBezTo>
                    <a:pt x="166" y="38"/>
                    <a:pt x="193" y="28"/>
                    <a:pt x="222" y="28"/>
                  </a:cubicBezTo>
                  <a:cubicBezTo>
                    <a:pt x="293" y="28"/>
                    <a:pt x="350" y="86"/>
                    <a:pt x="350" y="157"/>
                  </a:cubicBezTo>
                  <a:cubicBezTo>
                    <a:pt x="350" y="186"/>
                    <a:pt x="341" y="213"/>
                    <a:pt x="325" y="2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73" name="组合 172"/>
          <p:cNvGrpSpPr/>
          <p:nvPr/>
        </p:nvGrpSpPr>
        <p:grpSpPr>
          <a:xfrm>
            <a:off x="1493838" y="1182688"/>
            <a:ext cx="987425" cy="1614488"/>
            <a:chOff x="1493838" y="1182688"/>
            <a:chExt cx="987425" cy="1614488"/>
          </a:xfrm>
          <a:solidFill>
            <a:schemeClr val="tx1">
              <a:lumMod val="65000"/>
              <a:lumOff val="35000"/>
            </a:schemeClr>
          </a:solidFill>
        </p:grpSpPr>
        <p:sp>
          <p:nvSpPr>
            <p:cNvPr id="174" name="Freeform 190"/>
            <p:cNvSpPr>
              <a:spLocks/>
            </p:cNvSpPr>
            <p:nvPr/>
          </p:nvSpPr>
          <p:spPr bwMode="auto">
            <a:xfrm>
              <a:off x="1544638" y="1901826"/>
              <a:ext cx="671513" cy="895350"/>
            </a:xfrm>
            <a:custGeom>
              <a:avLst/>
              <a:gdLst>
                <a:gd name="T0" fmla="*/ 223 w 411"/>
                <a:gd name="T1" fmla="*/ 7 h 548"/>
                <a:gd name="T2" fmla="*/ 66 w 411"/>
                <a:gd name="T3" fmla="*/ 26 h 548"/>
                <a:gd name="T4" fmla="*/ 45 w 411"/>
                <a:gd name="T5" fmla="*/ 104 h 548"/>
                <a:gd name="T6" fmla="*/ 48 w 411"/>
                <a:gd name="T7" fmla="*/ 150 h 548"/>
                <a:gd name="T8" fmla="*/ 154 w 411"/>
                <a:gd name="T9" fmla="*/ 323 h 548"/>
                <a:gd name="T10" fmla="*/ 23 w 411"/>
                <a:gd name="T11" fmla="*/ 440 h 548"/>
                <a:gd name="T12" fmla="*/ 19 w 411"/>
                <a:gd name="T13" fmla="*/ 510 h 548"/>
                <a:gd name="T14" fmla="*/ 56 w 411"/>
                <a:gd name="T15" fmla="*/ 527 h 548"/>
                <a:gd name="T16" fmla="*/ 89 w 411"/>
                <a:gd name="T17" fmla="*/ 514 h 548"/>
                <a:gd name="T18" fmla="*/ 251 w 411"/>
                <a:gd name="T19" fmla="*/ 370 h 548"/>
                <a:gd name="T20" fmla="*/ 261 w 411"/>
                <a:gd name="T21" fmla="*/ 307 h 548"/>
                <a:gd name="T22" fmla="*/ 215 w 411"/>
                <a:gd name="T23" fmla="*/ 233 h 548"/>
                <a:gd name="T24" fmla="*/ 299 w 411"/>
                <a:gd name="T25" fmla="*/ 295 h 548"/>
                <a:gd name="T26" fmla="*/ 242 w 411"/>
                <a:gd name="T27" fmla="*/ 483 h 548"/>
                <a:gd name="T28" fmla="*/ 275 w 411"/>
                <a:gd name="T29" fmla="*/ 546 h 548"/>
                <a:gd name="T30" fmla="*/ 290 w 411"/>
                <a:gd name="T31" fmla="*/ 548 h 548"/>
                <a:gd name="T32" fmla="*/ 338 w 411"/>
                <a:gd name="T33" fmla="*/ 512 h 548"/>
                <a:gd name="T34" fmla="*/ 405 w 411"/>
                <a:gd name="T35" fmla="*/ 291 h 548"/>
                <a:gd name="T36" fmla="*/ 387 w 411"/>
                <a:gd name="T37" fmla="*/ 236 h 548"/>
                <a:gd name="T38" fmla="*/ 259 w 411"/>
                <a:gd name="T39" fmla="*/ 141 h 548"/>
                <a:gd name="T40" fmla="*/ 289 w 411"/>
                <a:gd name="T41" fmla="*/ 27 h 548"/>
                <a:gd name="T42" fmla="*/ 241 w 411"/>
                <a:gd name="T43" fmla="*/ 0 h 548"/>
                <a:gd name="T44" fmla="*/ 223 w 411"/>
                <a:gd name="T45" fmla="*/ 7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11" h="548">
                  <a:moveTo>
                    <a:pt x="223" y="7"/>
                  </a:moveTo>
                  <a:cubicBezTo>
                    <a:pt x="66" y="26"/>
                    <a:pt x="66" y="26"/>
                    <a:pt x="66" y="26"/>
                  </a:cubicBezTo>
                  <a:cubicBezTo>
                    <a:pt x="45" y="104"/>
                    <a:pt x="45" y="104"/>
                    <a:pt x="45" y="104"/>
                  </a:cubicBezTo>
                  <a:cubicBezTo>
                    <a:pt x="39" y="118"/>
                    <a:pt x="39" y="136"/>
                    <a:pt x="48" y="150"/>
                  </a:cubicBezTo>
                  <a:cubicBezTo>
                    <a:pt x="154" y="323"/>
                    <a:pt x="154" y="323"/>
                    <a:pt x="154" y="323"/>
                  </a:cubicBezTo>
                  <a:cubicBezTo>
                    <a:pt x="23" y="440"/>
                    <a:pt x="23" y="440"/>
                    <a:pt x="23" y="440"/>
                  </a:cubicBezTo>
                  <a:cubicBezTo>
                    <a:pt x="2" y="458"/>
                    <a:pt x="0" y="490"/>
                    <a:pt x="19" y="510"/>
                  </a:cubicBezTo>
                  <a:cubicBezTo>
                    <a:pt x="29" y="521"/>
                    <a:pt x="42" y="527"/>
                    <a:pt x="56" y="527"/>
                  </a:cubicBezTo>
                  <a:cubicBezTo>
                    <a:pt x="68" y="527"/>
                    <a:pt x="80" y="523"/>
                    <a:pt x="89" y="514"/>
                  </a:cubicBezTo>
                  <a:cubicBezTo>
                    <a:pt x="251" y="370"/>
                    <a:pt x="251" y="370"/>
                    <a:pt x="251" y="370"/>
                  </a:cubicBezTo>
                  <a:cubicBezTo>
                    <a:pt x="269" y="354"/>
                    <a:pt x="273" y="328"/>
                    <a:pt x="261" y="307"/>
                  </a:cubicBezTo>
                  <a:cubicBezTo>
                    <a:pt x="215" y="233"/>
                    <a:pt x="215" y="233"/>
                    <a:pt x="215" y="233"/>
                  </a:cubicBezTo>
                  <a:cubicBezTo>
                    <a:pt x="299" y="295"/>
                    <a:pt x="299" y="295"/>
                    <a:pt x="299" y="295"/>
                  </a:cubicBezTo>
                  <a:cubicBezTo>
                    <a:pt x="242" y="483"/>
                    <a:pt x="242" y="483"/>
                    <a:pt x="242" y="483"/>
                  </a:cubicBezTo>
                  <a:cubicBezTo>
                    <a:pt x="234" y="510"/>
                    <a:pt x="249" y="538"/>
                    <a:pt x="275" y="546"/>
                  </a:cubicBezTo>
                  <a:cubicBezTo>
                    <a:pt x="280" y="547"/>
                    <a:pt x="285" y="548"/>
                    <a:pt x="290" y="548"/>
                  </a:cubicBezTo>
                  <a:cubicBezTo>
                    <a:pt x="311" y="548"/>
                    <a:pt x="331" y="534"/>
                    <a:pt x="338" y="512"/>
                  </a:cubicBezTo>
                  <a:cubicBezTo>
                    <a:pt x="405" y="291"/>
                    <a:pt x="405" y="291"/>
                    <a:pt x="405" y="291"/>
                  </a:cubicBezTo>
                  <a:cubicBezTo>
                    <a:pt x="411" y="271"/>
                    <a:pt x="404" y="249"/>
                    <a:pt x="387" y="236"/>
                  </a:cubicBezTo>
                  <a:cubicBezTo>
                    <a:pt x="259" y="141"/>
                    <a:pt x="259" y="141"/>
                    <a:pt x="259" y="141"/>
                  </a:cubicBezTo>
                  <a:cubicBezTo>
                    <a:pt x="289" y="27"/>
                    <a:pt x="289" y="27"/>
                    <a:pt x="289" y="27"/>
                  </a:cubicBezTo>
                  <a:cubicBezTo>
                    <a:pt x="241" y="0"/>
                    <a:pt x="241" y="0"/>
                    <a:pt x="241" y="0"/>
                  </a:cubicBezTo>
                  <a:cubicBezTo>
                    <a:pt x="235" y="4"/>
                    <a:pt x="229" y="6"/>
                    <a:pt x="22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191"/>
            <p:cNvSpPr>
              <a:spLocks/>
            </p:cNvSpPr>
            <p:nvPr/>
          </p:nvSpPr>
          <p:spPr bwMode="auto">
            <a:xfrm>
              <a:off x="1517650" y="1617663"/>
              <a:ext cx="714375" cy="393700"/>
            </a:xfrm>
            <a:custGeom>
              <a:avLst/>
              <a:gdLst>
                <a:gd name="T0" fmla="*/ 4 w 438"/>
                <a:gd name="T1" fmla="*/ 151 h 242"/>
                <a:gd name="T2" fmla="*/ 2 w 438"/>
                <a:gd name="T3" fmla="*/ 154 h 242"/>
                <a:gd name="T4" fmla="*/ 1 w 438"/>
                <a:gd name="T5" fmla="*/ 157 h 242"/>
                <a:gd name="T6" fmla="*/ 0 w 438"/>
                <a:gd name="T7" fmla="*/ 160 h 242"/>
                <a:gd name="T8" fmla="*/ 0 w 438"/>
                <a:gd name="T9" fmla="*/ 163 h 242"/>
                <a:gd name="T10" fmla="*/ 0 w 438"/>
                <a:gd name="T11" fmla="*/ 166 h 242"/>
                <a:gd name="T12" fmla="*/ 0 w 438"/>
                <a:gd name="T13" fmla="*/ 169 h 242"/>
                <a:gd name="T14" fmla="*/ 0 w 438"/>
                <a:gd name="T15" fmla="*/ 171 h 242"/>
                <a:gd name="T16" fmla="*/ 1 w 438"/>
                <a:gd name="T17" fmla="*/ 174 h 242"/>
                <a:gd name="T18" fmla="*/ 2 w 438"/>
                <a:gd name="T19" fmla="*/ 177 h 242"/>
                <a:gd name="T20" fmla="*/ 3 w 438"/>
                <a:gd name="T21" fmla="*/ 180 h 242"/>
                <a:gd name="T22" fmla="*/ 4 w 438"/>
                <a:gd name="T23" fmla="*/ 182 h 242"/>
                <a:gd name="T24" fmla="*/ 6 w 438"/>
                <a:gd name="T25" fmla="*/ 185 h 242"/>
                <a:gd name="T26" fmla="*/ 8 w 438"/>
                <a:gd name="T27" fmla="*/ 187 h 242"/>
                <a:gd name="T28" fmla="*/ 11 w 438"/>
                <a:gd name="T29" fmla="*/ 190 h 242"/>
                <a:gd name="T30" fmla="*/ 13 w 438"/>
                <a:gd name="T31" fmla="*/ 192 h 242"/>
                <a:gd name="T32" fmla="*/ 16 w 438"/>
                <a:gd name="T33" fmla="*/ 193 h 242"/>
                <a:gd name="T34" fmla="*/ 17 w 438"/>
                <a:gd name="T35" fmla="*/ 194 h 242"/>
                <a:gd name="T36" fmla="*/ 20 w 438"/>
                <a:gd name="T37" fmla="*/ 196 h 242"/>
                <a:gd name="T38" fmla="*/ 24 w 438"/>
                <a:gd name="T39" fmla="*/ 197 h 242"/>
                <a:gd name="T40" fmla="*/ 28 w 438"/>
                <a:gd name="T41" fmla="*/ 198 h 242"/>
                <a:gd name="T42" fmla="*/ 32 w 438"/>
                <a:gd name="T43" fmla="*/ 198 h 242"/>
                <a:gd name="T44" fmla="*/ 36 w 438"/>
                <a:gd name="T45" fmla="*/ 198 h 242"/>
                <a:gd name="T46" fmla="*/ 267 w 438"/>
                <a:gd name="T47" fmla="*/ 137 h 242"/>
                <a:gd name="T48" fmla="*/ 98 w 438"/>
                <a:gd name="T49" fmla="*/ 125 h 242"/>
                <a:gd name="T50" fmla="*/ 230 w 438"/>
                <a:gd name="T51" fmla="*/ 100 h 242"/>
                <a:gd name="T52" fmla="*/ 245 w 438"/>
                <a:gd name="T53" fmla="*/ 101 h 242"/>
                <a:gd name="T54" fmla="*/ 289 w 438"/>
                <a:gd name="T55" fmla="*/ 98 h 242"/>
                <a:gd name="T56" fmla="*/ 350 w 438"/>
                <a:gd name="T57" fmla="*/ 143 h 242"/>
                <a:gd name="T58" fmla="*/ 255 w 438"/>
                <a:gd name="T59" fmla="*/ 105 h 242"/>
                <a:gd name="T60" fmla="*/ 267 w 438"/>
                <a:gd name="T61" fmla="*/ 166 h 242"/>
                <a:gd name="T62" fmla="*/ 338 w 438"/>
                <a:gd name="T63" fmla="*/ 209 h 242"/>
                <a:gd name="T64" fmla="*/ 391 w 438"/>
                <a:gd name="T65" fmla="*/ 238 h 242"/>
                <a:gd name="T66" fmla="*/ 396 w 438"/>
                <a:gd name="T67" fmla="*/ 240 h 242"/>
                <a:gd name="T68" fmla="*/ 400 w 438"/>
                <a:gd name="T69" fmla="*/ 242 h 242"/>
                <a:gd name="T70" fmla="*/ 406 w 438"/>
                <a:gd name="T71" fmla="*/ 242 h 242"/>
                <a:gd name="T72" fmla="*/ 406 w 438"/>
                <a:gd name="T73" fmla="*/ 242 h 242"/>
                <a:gd name="T74" fmla="*/ 411 w 438"/>
                <a:gd name="T75" fmla="*/ 242 h 242"/>
                <a:gd name="T76" fmla="*/ 415 w 438"/>
                <a:gd name="T77" fmla="*/ 241 h 242"/>
                <a:gd name="T78" fmla="*/ 418 w 438"/>
                <a:gd name="T79" fmla="*/ 240 h 242"/>
                <a:gd name="T80" fmla="*/ 422 w 438"/>
                <a:gd name="T81" fmla="*/ 238 h 242"/>
                <a:gd name="T82" fmla="*/ 425 w 438"/>
                <a:gd name="T83" fmla="*/ 236 h 242"/>
                <a:gd name="T84" fmla="*/ 428 w 438"/>
                <a:gd name="T85" fmla="*/ 233 h 242"/>
                <a:gd name="T86" fmla="*/ 432 w 438"/>
                <a:gd name="T87" fmla="*/ 230 h 242"/>
                <a:gd name="T88" fmla="*/ 434 w 438"/>
                <a:gd name="T89" fmla="*/ 226 h 242"/>
                <a:gd name="T90" fmla="*/ 434 w 438"/>
                <a:gd name="T91" fmla="*/ 225 h 242"/>
                <a:gd name="T92" fmla="*/ 436 w 438"/>
                <a:gd name="T93" fmla="*/ 222 h 242"/>
                <a:gd name="T94" fmla="*/ 437 w 438"/>
                <a:gd name="T95" fmla="*/ 219 h 242"/>
                <a:gd name="T96" fmla="*/ 438 w 438"/>
                <a:gd name="T97" fmla="*/ 216 h 242"/>
                <a:gd name="T98" fmla="*/ 438 w 438"/>
                <a:gd name="T99" fmla="*/ 213 h 242"/>
                <a:gd name="T100" fmla="*/ 438 w 438"/>
                <a:gd name="T101" fmla="*/ 210 h 242"/>
                <a:gd name="T102" fmla="*/ 438 w 438"/>
                <a:gd name="T103" fmla="*/ 207 h 242"/>
                <a:gd name="T104" fmla="*/ 438 w 438"/>
                <a:gd name="T105" fmla="*/ 204 h 242"/>
                <a:gd name="T106" fmla="*/ 437 w 438"/>
                <a:gd name="T107" fmla="*/ 201 h 242"/>
                <a:gd name="T108" fmla="*/ 339 w 438"/>
                <a:gd name="T109" fmla="*/ 57 h 242"/>
                <a:gd name="T110" fmla="*/ 266 w 438"/>
                <a:gd name="T111" fmla="*/ 78 h 242"/>
                <a:gd name="T112" fmla="*/ 165 w 438"/>
                <a:gd name="T113" fmla="*/ 1 h 242"/>
                <a:gd name="T114" fmla="*/ 4 w 438"/>
                <a:gd name="T115" fmla="*/ 150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38" h="242">
                  <a:moveTo>
                    <a:pt x="4" y="150"/>
                  </a:moveTo>
                  <a:cubicBezTo>
                    <a:pt x="4" y="150"/>
                    <a:pt x="4" y="150"/>
                    <a:pt x="4" y="151"/>
                  </a:cubicBezTo>
                  <a:cubicBezTo>
                    <a:pt x="3" y="151"/>
                    <a:pt x="3" y="152"/>
                    <a:pt x="3" y="152"/>
                  </a:cubicBezTo>
                  <a:cubicBezTo>
                    <a:pt x="3" y="153"/>
                    <a:pt x="2" y="153"/>
                    <a:pt x="2" y="154"/>
                  </a:cubicBezTo>
                  <a:cubicBezTo>
                    <a:pt x="2" y="154"/>
                    <a:pt x="2" y="155"/>
                    <a:pt x="2" y="155"/>
                  </a:cubicBezTo>
                  <a:cubicBezTo>
                    <a:pt x="2" y="156"/>
                    <a:pt x="1" y="156"/>
                    <a:pt x="1" y="157"/>
                  </a:cubicBezTo>
                  <a:cubicBezTo>
                    <a:pt x="1" y="157"/>
                    <a:pt x="1" y="158"/>
                    <a:pt x="1" y="158"/>
                  </a:cubicBezTo>
                  <a:cubicBezTo>
                    <a:pt x="1" y="159"/>
                    <a:pt x="1" y="159"/>
                    <a:pt x="0" y="160"/>
                  </a:cubicBezTo>
                  <a:cubicBezTo>
                    <a:pt x="0" y="160"/>
                    <a:pt x="0" y="161"/>
                    <a:pt x="0" y="161"/>
                  </a:cubicBezTo>
                  <a:cubicBezTo>
                    <a:pt x="0" y="162"/>
                    <a:pt x="0" y="162"/>
                    <a:pt x="0" y="163"/>
                  </a:cubicBezTo>
                  <a:cubicBezTo>
                    <a:pt x="0" y="163"/>
                    <a:pt x="0" y="164"/>
                    <a:pt x="0" y="164"/>
                  </a:cubicBezTo>
                  <a:cubicBezTo>
                    <a:pt x="0" y="165"/>
                    <a:pt x="0" y="165"/>
                    <a:pt x="0" y="166"/>
                  </a:cubicBezTo>
                  <a:cubicBezTo>
                    <a:pt x="0" y="166"/>
                    <a:pt x="0" y="167"/>
                    <a:pt x="0" y="167"/>
                  </a:cubicBezTo>
                  <a:cubicBezTo>
                    <a:pt x="0" y="168"/>
                    <a:pt x="0" y="169"/>
                    <a:pt x="0" y="169"/>
                  </a:cubicBezTo>
                  <a:cubicBezTo>
                    <a:pt x="0" y="169"/>
                    <a:pt x="0" y="170"/>
                    <a:pt x="0" y="170"/>
                  </a:cubicBezTo>
                  <a:cubicBezTo>
                    <a:pt x="0" y="170"/>
                    <a:pt x="0" y="170"/>
                    <a:pt x="0" y="171"/>
                  </a:cubicBezTo>
                  <a:cubicBezTo>
                    <a:pt x="0" y="171"/>
                    <a:pt x="0" y="172"/>
                    <a:pt x="0" y="172"/>
                  </a:cubicBezTo>
                  <a:cubicBezTo>
                    <a:pt x="1" y="173"/>
                    <a:pt x="1" y="173"/>
                    <a:pt x="1" y="174"/>
                  </a:cubicBezTo>
                  <a:cubicBezTo>
                    <a:pt x="1" y="174"/>
                    <a:pt x="1" y="174"/>
                    <a:pt x="1" y="175"/>
                  </a:cubicBezTo>
                  <a:cubicBezTo>
                    <a:pt x="1" y="175"/>
                    <a:pt x="2" y="176"/>
                    <a:pt x="2" y="177"/>
                  </a:cubicBezTo>
                  <a:cubicBezTo>
                    <a:pt x="2" y="177"/>
                    <a:pt x="2" y="177"/>
                    <a:pt x="2" y="178"/>
                  </a:cubicBezTo>
                  <a:cubicBezTo>
                    <a:pt x="2" y="178"/>
                    <a:pt x="3" y="179"/>
                    <a:pt x="3" y="180"/>
                  </a:cubicBezTo>
                  <a:cubicBezTo>
                    <a:pt x="3" y="180"/>
                    <a:pt x="3" y="180"/>
                    <a:pt x="3" y="180"/>
                  </a:cubicBezTo>
                  <a:cubicBezTo>
                    <a:pt x="4" y="181"/>
                    <a:pt x="4" y="182"/>
                    <a:pt x="4" y="182"/>
                  </a:cubicBezTo>
                  <a:cubicBezTo>
                    <a:pt x="5" y="182"/>
                    <a:pt x="5" y="183"/>
                    <a:pt x="5" y="183"/>
                  </a:cubicBezTo>
                  <a:cubicBezTo>
                    <a:pt x="5" y="184"/>
                    <a:pt x="6" y="184"/>
                    <a:pt x="6" y="185"/>
                  </a:cubicBezTo>
                  <a:cubicBezTo>
                    <a:pt x="6" y="185"/>
                    <a:pt x="6" y="185"/>
                    <a:pt x="7" y="186"/>
                  </a:cubicBezTo>
                  <a:cubicBezTo>
                    <a:pt x="7" y="186"/>
                    <a:pt x="7" y="186"/>
                    <a:pt x="8" y="187"/>
                  </a:cubicBezTo>
                  <a:cubicBezTo>
                    <a:pt x="8" y="187"/>
                    <a:pt x="8" y="188"/>
                    <a:pt x="9" y="188"/>
                  </a:cubicBezTo>
                  <a:cubicBezTo>
                    <a:pt x="9" y="189"/>
                    <a:pt x="10" y="189"/>
                    <a:pt x="11" y="190"/>
                  </a:cubicBezTo>
                  <a:cubicBezTo>
                    <a:pt x="11" y="190"/>
                    <a:pt x="11" y="190"/>
                    <a:pt x="12" y="191"/>
                  </a:cubicBezTo>
                  <a:cubicBezTo>
                    <a:pt x="12" y="191"/>
                    <a:pt x="13" y="191"/>
                    <a:pt x="13" y="192"/>
                  </a:cubicBezTo>
                  <a:cubicBezTo>
                    <a:pt x="13" y="192"/>
                    <a:pt x="14" y="192"/>
                    <a:pt x="14" y="192"/>
                  </a:cubicBezTo>
                  <a:cubicBezTo>
                    <a:pt x="15" y="193"/>
                    <a:pt x="15" y="193"/>
                    <a:pt x="16" y="193"/>
                  </a:cubicBezTo>
                  <a:cubicBezTo>
                    <a:pt x="16" y="194"/>
                    <a:pt x="16" y="194"/>
                    <a:pt x="16" y="194"/>
                  </a:cubicBezTo>
                  <a:cubicBezTo>
                    <a:pt x="16" y="194"/>
                    <a:pt x="16" y="194"/>
                    <a:pt x="17" y="194"/>
                  </a:cubicBezTo>
                  <a:cubicBezTo>
                    <a:pt x="18" y="194"/>
                    <a:pt x="18" y="195"/>
                    <a:pt x="19" y="195"/>
                  </a:cubicBezTo>
                  <a:cubicBezTo>
                    <a:pt x="20" y="195"/>
                    <a:pt x="20" y="196"/>
                    <a:pt x="20" y="196"/>
                  </a:cubicBezTo>
                  <a:cubicBezTo>
                    <a:pt x="21" y="196"/>
                    <a:pt x="22" y="196"/>
                    <a:pt x="24" y="197"/>
                  </a:cubicBezTo>
                  <a:cubicBezTo>
                    <a:pt x="24" y="197"/>
                    <a:pt x="24" y="197"/>
                    <a:pt x="24" y="197"/>
                  </a:cubicBezTo>
                  <a:cubicBezTo>
                    <a:pt x="25" y="197"/>
                    <a:pt x="26" y="197"/>
                    <a:pt x="27" y="197"/>
                  </a:cubicBezTo>
                  <a:cubicBezTo>
                    <a:pt x="28" y="198"/>
                    <a:pt x="28" y="198"/>
                    <a:pt x="28" y="198"/>
                  </a:cubicBezTo>
                  <a:cubicBezTo>
                    <a:pt x="29" y="198"/>
                    <a:pt x="31" y="198"/>
                    <a:pt x="32" y="198"/>
                  </a:cubicBezTo>
                  <a:cubicBezTo>
                    <a:pt x="32" y="198"/>
                    <a:pt x="32" y="198"/>
                    <a:pt x="32" y="198"/>
                  </a:cubicBezTo>
                  <a:cubicBezTo>
                    <a:pt x="32" y="198"/>
                    <a:pt x="32" y="198"/>
                    <a:pt x="32" y="198"/>
                  </a:cubicBezTo>
                  <a:cubicBezTo>
                    <a:pt x="34" y="198"/>
                    <a:pt x="35" y="198"/>
                    <a:pt x="36" y="198"/>
                  </a:cubicBezTo>
                  <a:cubicBezTo>
                    <a:pt x="239" y="173"/>
                    <a:pt x="239" y="173"/>
                    <a:pt x="239" y="173"/>
                  </a:cubicBezTo>
                  <a:cubicBezTo>
                    <a:pt x="256" y="170"/>
                    <a:pt x="269" y="154"/>
                    <a:pt x="267" y="137"/>
                  </a:cubicBezTo>
                  <a:cubicBezTo>
                    <a:pt x="264" y="119"/>
                    <a:pt x="248" y="107"/>
                    <a:pt x="231" y="109"/>
                  </a:cubicBezTo>
                  <a:cubicBezTo>
                    <a:pt x="98" y="125"/>
                    <a:pt x="98" y="125"/>
                    <a:pt x="98" y="125"/>
                  </a:cubicBezTo>
                  <a:cubicBezTo>
                    <a:pt x="101" y="122"/>
                    <a:pt x="103" y="119"/>
                    <a:pt x="106" y="115"/>
                  </a:cubicBezTo>
                  <a:cubicBezTo>
                    <a:pt x="230" y="100"/>
                    <a:pt x="230" y="100"/>
                    <a:pt x="230" y="100"/>
                  </a:cubicBezTo>
                  <a:cubicBezTo>
                    <a:pt x="231" y="100"/>
                    <a:pt x="233" y="100"/>
                    <a:pt x="235" y="100"/>
                  </a:cubicBezTo>
                  <a:cubicBezTo>
                    <a:pt x="238" y="100"/>
                    <a:pt x="242" y="100"/>
                    <a:pt x="245" y="101"/>
                  </a:cubicBezTo>
                  <a:cubicBezTo>
                    <a:pt x="252" y="96"/>
                    <a:pt x="260" y="93"/>
                    <a:pt x="269" y="93"/>
                  </a:cubicBezTo>
                  <a:cubicBezTo>
                    <a:pt x="276" y="93"/>
                    <a:pt x="283" y="95"/>
                    <a:pt x="289" y="98"/>
                  </a:cubicBezTo>
                  <a:cubicBezTo>
                    <a:pt x="352" y="133"/>
                    <a:pt x="352" y="133"/>
                    <a:pt x="352" y="133"/>
                  </a:cubicBezTo>
                  <a:cubicBezTo>
                    <a:pt x="350" y="143"/>
                    <a:pt x="350" y="143"/>
                    <a:pt x="350" y="143"/>
                  </a:cubicBezTo>
                  <a:cubicBezTo>
                    <a:pt x="284" y="106"/>
                    <a:pt x="284" y="106"/>
                    <a:pt x="284" y="106"/>
                  </a:cubicBezTo>
                  <a:cubicBezTo>
                    <a:pt x="275" y="101"/>
                    <a:pt x="264" y="101"/>
                    <a:pt x="255" y="105"/>
                  </a:cubicBezTo>
                  <a:cubicBezTo>
                    <a:pt x="266" y="111"/>
                    <a:pt x="274" y="123"/>
                    <a:pt x="276" y="136"/>
                  </a:cubicBezTo>
                  <a:cubicBezTo>
                    <a:pt x="277" y="147"/>
                    <a:pt x="274" y="158"/>
                    <a:pt x="267" y="166"/>
                  </a:cubicBezTo>
                  <a:cubicBezTo>
                    <a:pt x="267" y="167"/>
                    <a:pt x="266" y="168"/>
                    <a:pt x="265" y="169"/>
                  </a:cubicBezTo>
                  <a:cubicBezTo>
                    <a:pt x="338" y="209"/>
                    <a:pt x="338" y="209"/>
                    <a:pt x="338" y="209"/>
                  </a:cubicBezTo>
                  <a:cubicBezTo>
                    <a:pt x="391" y="238"/>
                    <a:pt x="391" y="238"/>
                    <a:pt x="391" y="238"/>
                  </a:cubicBezTo>
                  <a:cubicBezTo>
                    <a:pt x="391" y="238"/>
                    <a:pt x="391" y="238"/>
                    <a:pt x="391" y="238"/>
                  </a:cubicBezTo>
                  <a:cubicBezTo>
                    <a:pt x="392" y="239"/>
                    <a:pt x="392" y="239"/>
                    <a:pt x="393" y="239"/>
                  </a:cubicBezTo>
                  <a:cubicBezTo>
                    <a:pt x="394" y="240"/>
                    <a:pt x="395" y="240"/>
                    <a:pt x="396" y="240"/>
                  </a:cubicBezTo>
                  <a:cubicBezTo>
                    <a:pt x="396" y="240"/>
                    <a:pt x="397" y="241"/>
                    <a:pt x="397" y="241"/>
                  </a:cubicBezTo>
                  <a:cubicBezTo>
                    <a:pt x="398" y="241"/>
                    <a:pt x="399" y="241"/>
                    <a:pt x="400" y="242"/>
                  </a:cubicBezTo>
                  <a:cubicBezTo>
                    <a:pt x="401" y="242"/>
                    <a:pt x="401" y="242"/>
                    <a:pt x="402" y="242"/>
                  </a:cubicBezTo>
                  <a:cubicBezTo>
                    <a:pt x="403" y="242"/>
                    <a:pt x="405" y="242"/>
                    <a:pt x="406" y="242"/>
                  </a:cubicBezTo>
                  <a:cubicBezTo>
                    <a:pt x="406" y="242"/>
                    <a:pt x="406" y="242"/>
                    <a:pt x="406" y="242"/>
                  </a:cubicBezTo>
                  <a:cubicBezTo>
                    <a:pt x="406" y="242"/>
                    <a:pt x="406" y="242"/>
                    <a:pt x="406" y="242"/>
                  </a:cubicBezTo>
                  <a:cubicBezTo>
                    <a:pt x="406" y="242"/>
                    <a:pt x="406" y="242"/>
                    <a:pt x="406" y="242"/>
                  </a:cubicBezTo>
                  <a:cubicBezTo>
                    <a:pt x="408" y="242"/>
                    <a:pt x="409" y="242"/>
                    <a:pt x="411" y="242"/>
                  </a:cubicBezTo>
                  <a:cubicBezTo>
                    <a:pt x="411" y="242"/>
                    <a:pt x="412" y="242"/>
                    <a:pt x="412" y="242"/>
                  </a:cubicBezTo>
                  <a:cubicBezTo>
                    <a:pt x="413" y="241"/>
                    <a:pt x="414" y="241"/>
                    <a:pt x="415" y="241"/>
                  </a:cubicBezTo>
                  <a:cubicBezTo>
                    <a:pt x="416" y="241"/>
                    <a:pt x="416" y="241"/>
                    <a:pt x="416" y="241"/>
                  </a:cubicBezTo>
                  <a:cubicBezTo>
                    <a:pt x="417" y="240"/>
                    <a:pt x="417" y="240"/>
                    <a:pt x="418" y="240"/>
                  </a:cubicBezTo>
                  <a:cubicBezTo>
                    <a:pt x="418" y="240"/>
                    <a:pt x="418" y="240"/>
                    <a:pt x="419" y="240"/>
                  </a:cubicBezTo>
                  <a:cubicBezTo>
                    <a:pt x="420" y="239"/>
                    <a:pt x="421" y="239"/>
                    <a:pt x="422" y="238"/>
                  </a:cubicBezTo>
                  <a:cubicBezTo>
                    <a:pt x="422" y="238"/>
                    <a:pt x="422" y="238"/>
                    <a:pt x="422" y="238"/>
                  </a:cubicBezTo>
                  <a:cubicBezTo>
                    <a:pt x="423" y="237"/>
                    <a:pt x="424" y="236"/>
                    <a:pt x="425" y="236"/>
                  </a:cubicBezTo>
                  <a:cubicBezTo>
                    <a:pt x="426" y="236"/>
                    <a:pt x="426" y="235"/>
                    <a:pt x="426" y="235"/>
                  </a:cubicBezTo>
                  <a:cubicBezTo>
                    <a:pt x="427" y="234"/>
                    <a:pt x="428" y="234"/>
                    <a:pt x="428" y="233"/>
                  </a:cubicBezTo>
                  <a:cubicBezTo>
                    <a:pt x="429" y="233"/>
                    <a:pt x="429" y="233"/>
                    <a:pt x="429" y="232"/>
                  </a:cubicBezTo>
                  <a:cubicBezTo>
                    <a:pt x="430" y="232"/>
                    <a:pt x="431" y="231"/>
                    <a:pt x="432" y="230"/>
                  </a:cubicBezTo>
                  <a:cubicBezTo>
                    <a:pt x="432" y="229"/>
                    <a:pt x="432" y="229"/>
                    <a:pt x="432" y="229"/>
                  </a:cubicBezTo>
                  <a:cubicBezTo>
                    <a:pt x="433" y="228"/>
                    <a:pt x="433" y="227"/>
                    <a:pt x="434" y="226"/>
                  </a:cubicBezTo>
                  <a:cubicBezTo>
                    <a:pt x="434" y="226"/>
                    <a:pt x="434" y="226"/>
                    <a:pt x="434" y="226"/>
                  </a:cubicBezTo>
                  <a:cubicBezTo>
                    <a:pt x="434" y="225"/>
                    <a:pt x="434" y="225"/>
                    <a:pt x="434" y="225"/>
                  </a:cubicBezTo>
                  <a:cubicBezTo>
                    <a:pt x="435" y="225"/>
                    <a:pt x="435" y="224"/>
                    <a:pt x="435" y="224"/>
                  </a:cubicBezTo>
                  <a:cubicBezTo>
                    <a:pt x="435" y="223"/>
                    <a:pt x="436" y="223"/>
                    <a:pt x="436" y="222"/>
                  </a:cubicBezTo>
                  <a:cubicBezTo>
                    <a:pt x="436" y="222"/>
                    <a:pt x="436" y="221"/>
                    <a:pt x="436" y="221"/>
                  </a:cubicBezTo>
                  <a:cubicBezTo>
                    <a:pt x="437" y="220"/>
                    <a:pt x="437" y="220"/>
                    <a:pt x="437" y="219"/>
                  </a:cubicBezTo>
                  <a:cubicBezTo>
                    <a:pt x="437" y="219"/>
                    <a:pt x="437" y="218"/>
                    <a:pt x="437" y="218"/>
                  </a:cubicBezTo>
                  <a:cubicBezTo>
                    <a:pt x="437" y="217"/>
                    <a:pt x="437" y="217"/>
                    <a:pt x="438" y="216"/>
                  </a:cubicBezTo>
                  <a:cubicBezTo>
                    <a:pt x="438" y="216"/>
                    <a:pt x="438" y="215"/>
                    <a:pt x="438" y="215"/>
                  </a:cubicBezTo>
                  <a:cubicBezTo>
                    <a:pt x="438" y="214"/>
                    <a:pt x="438" y="214"/>
                    <a:pt x="438" y="213"/>
                  </a:cubicBezTo>
                  <a:cubicBezTo>
                    <a:pt x="438" y="213"/>
                    <a:pt x="438" y="212"/>
                    <a:pt x="438" y="212"/>
                  </a:cubicBezTo>
                  <a:cubicBezTo>
                    <a:pt x="438" y="211"/>
                    <a:pt x="438" y="211"/>
                    <a:pt x="438" y="210"/>
                  </a:cubicBezTo>
                  <a:cubicBezTo>
                    <a:pt x="438" y="210"/>
                    <a:pt x="438" y="209"/>
                    <a:pt x="438" y="208"/>
                  </a:cubicBezTo>
                  <a:cubicBezTo>
                    <a:pt x="438" y="208"/>
                    <a:pt x="438" y="207"/>
                    <a:pt x="438" y="207"/>
                  </a:cubicBezTo>
                  <a:cubicBezTo>
                    <a:pt x="438" y="206"/>
                    <a:pt x="438" y="206"/>
                    <a:pt x="438" y="205"/>
                  </a:cubicBezTo>
                  <a:cubicBezTo>
                    <a:pt x="438" y="205"/>
                    <a:pt x="438" y="204"/>
                    <a:pt x="438" y="204"/>
                  </a:cubicBezTo>
                  <a:cubicBezTo>
                    <a:pt x="437" y="203"/>
                    <a:pt x="437" y="203"/>
                    <a:pt x="437" y="202"/>
                  </a:cubicBezTo>
                  <a:cubicBezTo>
                    <a:pt x="437" y="202"/>
                    <a:pt x="437" y="201"/>
                    <a:pt x="437" y="201"/>
                  </a:cubicBezTo>
                  <a:cubicBezTo>
                    <a:pt x="437" y="201"/>
                    <a:pt x="437" y="200"/>
                    <a:pt x="437" y="200"/>
                  </a:cubicBezTo>
                  <a:cubicBezTo>
                    <a:pt x="433" y="189"/>
                    <a:pt x="402" y="99"/>
                    <a:pt x="339" y="57"/>
                  </a:cubicBezTo>
                  <a:cubicBezTo>
                    <a:pt x="322" y="70"/>
                    <a:pt x="300" y="78"/>
                    <a:pt x="277" y="78"/>
                  </a:cubicBezTo>
                  <a:cubicBezTo>
                    <a:pt x="273" y="78"/>
                    <a:pt x="270" y="78"/>
                    <a:pt x="266" y="78"/>
                  </a:cubicBezTo>
                  <a:cubicBezTo>
                    <a:pt x="224" y="73"/>
                    <a:pt x="191" y="42"/>
                    <a:pt x="181" y="3"/>
                  </a:cubicBezTo>
                  <a:cubicBezTo>
                    <a:pt x="176" y="1"/>
                    <a:pt x="170" y="0"/>
                    <a:pt x="165" y="1"/>
                  </a:cubicBezTo>
                  <a:cubicBezTo>
                    <a:pt x="101" y="10"/>
                    <a:pt x="45" y="85"/>
                    <a:pt x="18" y="127"/>
                  </a:cubicBezTo>
                  <a:cubicBezTo>
                    <a:pt x="11" y="137"/>
                    <a:pt x="7" y="146"/>
                    <a:pt x="4" y="1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192"/>
            <p:cNvSpPr>
              <a:spLocks noEditPoints="1"/>
            </p:cNvSpPr>
            <p:nvPr/>
          </p:nvSpPr>
          <p:spPr bwMode="auto">
            <a:xfrm>
              <a:off x="1814513" y="1427163"/>
              <a:ext cx="309563" cy="311150"/>
            </a:xfrm>
            <a:custGeom>
              <a:avLst/>
              <a:gdLst>
                <a:gd name="T0" fmla="*/ 85 w 190"/>
                <a:gd name="T1" fmla="*/ 185 h 190"/>
                <a:gd name="T2" fmla="*/ 184 w 190"/>
                <a:gd name="T3" fmla="*/ 105 h 190"/>
                <a:gd name="T4" fmla="*/ 105 w 190"/>
                <a:gd name="T5" fmla="*/ 6 h 190"/>
                <a:gd name="T6" fmla="*/ 6 w 190"/>
                <a:gd name="T7" fmla="*/ 85 h 190"/>
                <a:gd name="T8" fmla="*/ 85 w 190"/>
                <a:gd name="T9" fmla="*/ 185 h 190"/>
                <a:gd name="T10" fmla="*/ 101 w 190"/>
                <a:gd name="T11" fmla="*/ 109 h 190"/>
                <a:gd name="T12" fmla="*/ 147 w 190"/>
                <a:gd name="T13" fmla="*/ 140 h 190"/>
                <a:gd name="T14" fmla="*/ 99 w 190"/>
                <a:gd name="T15" fmla="*/ 137 h 190"/>
                <a:gd name="T16" fmla="*/ 51 w 190"/>
                <a:gd name="T17" fmla="*/ 134 h 190"/>
                <a:gd name="T18" fmla="*/ 101 w 190"/>
                <a:gd name="T19" fmla="*/ 109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0" h="190">
                  <a:moveTo>
                    <a:pt x="85" y="185"/>
                  </a:moveTo>
                  <a:cubicBezTo>
                    <a:pt x="134" y="190"/>
                    <a:pt x="179" y="155"/>
                    <a:pt x="184" y="105"/>
                  </a:cubicBezTo>
                  <a:cubicBezTo>
                    <a:pt x="190" y="56"/>
                    <a:pt x="154" y="11"/>
                    <a:pt x="105" y="6"/>
                  </a:cubicBezTo>
                  <a:cubicBezTo>
                    <a:pt x="56" y="0"/>
                    <a:pt x="11" y="36"/>
                    <a:pt x="6" y="85"/>
                  </a:cubicBezTo>
                  <a:cubicBezTo>
                    <a:pt x="0" y="134"/>
                    <a:pt x="36" y="179"/>
                    <a:pt x="85" y="185"/>
                  </a:cubicBezTo>
                  <a:close/>
                  <a:moveTo>
                    <a:pt x="101" y="109"/>
                  </a:moveTo>
                  <a:cubicBezTo>
                    <a:pt x="127" y="111"/>
                    <a:pt x="147" y="125"/>
                    <a:pt x="147" y="140"/>
                  </a:cubicBezTo>
                  <a:cubicBezTo>
                    <a:pt x="146" y="155"/>
                    <a:pt x="125" y="138"/>
                    <a:pt x="99" y="137"/>
                  </a:cubicBezTo>
                  <a:cubicBezTo>
                    <a:pt x="73" y="135"/>
                    <a:pt x="51" y="149"/>
                    <a:pt x="51" y="134"/>
                  </a:cubicBezTo>
                  <a:cubicBezTo>
                    <a:pt x="52" y="119"/>
                    <a:pt x="74" y="108"/>
                    <a:pt x="101"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193"/>
            <p:cNvSpPr>
              <a:spLocks/>
            </p:cNvSpPr>
            <p:nvPr/>
          </p:nvSpPr>
          <p:spPr bwMode="auto">
            <a:xfrm>
              <a:off x="1655763" y="1563688"/>
              <a:ext cx="61913" cy="47625"/>
            </a:xfrm>
            <a:custGeom>
              <a:avLst/>
              <a:gdLst>
                <a:gd name="T0" fmla="*/ 11 w 38"/>
                <a:gd name="T1" fmla="*/ 7 h 30"/>
                <a:gd name="T2" fmla="*/ 0 w 38"/>
                <a:gd name="T3" fmla="*/ 26 h 30"/>
                <a:gd name="T4" fmla="*/ 4 w 38"/>
                <a:gd name="T5" fmla="*/ 30 h 30"/>
                <a:gd name="T6" fmla="*/ 4 w 38"/>
                <a:gd name="T7" fmla="*/ 30 h 30"/>
                <a:gd name="T8" fmla="*/ 8 w 38"/>
                <a:gd name="T9" fmla="*/ 27 h 30"/>
                <a:gd name="T10" fmla="*/ 16 w 38"/>
                <a:gd name="T11" fmla="*/ 13 h 30"/>
                <a:gd name="T12" fmla="*/ 33 w 38"/>
                <a:gd name="T13" fmla="*/ 10 h 30"/>
                <a:gd name="T14" fmla="*/ 38 w 38"/>
                <a:gd name="T15" fmla="*/ 6 h 30"/>
                <a:gd name="T16" fmla="*/ 34 w 38"/>
                <a:gd name="T17" fmla="*/ 2 h 30"/>
                <a:gd name="T18" fmla="*/ 11 w 38"/>
                <a:gd name="T19" fmla="*/ 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30">
                  <a:moveTo>
                    <a:pt x="11" y="7"/>
                  </a:moveTo>
                  <a:cubicBezTo>
                    <a:pt x="2" y="14"/>
                    <a:pt x="0" y="26"/>
                    <a:pt x="0" y="26"/>
                  </a:cubicBezTo>
                  <a:cubicBezTo>
                    <a:pt x="0" y="28"/>
                    <a:pt x="2" y="30"/>
                    <a:pt x="4" y="30"/>
                  </a:cubicBezTo>
                  <a:cubicBezTo>
                    <a:pt x="4" y="30"/>
                    <a:pt x="4" y="30"/>
                    <a:pt x="4" y="30"/>
                  </a:cubicBezTo>
                  <a:cubicBezTo>
                    <a:pt x="6" y="30"/>
                    <a:pt x="8" y="29"/>
                    <a:pt x="8" y="27"/>
                  </a:cubicBezTo>
                  <a:cubicBezTo>
                    <a:pt x="8" y="27"/>
                    <a:pt x="9" y="18"/>
                    <a:pt x="16" y="13"/>
                  </a:cubicBezTo>
                  <a:cubicBezTo>
                    <a:pt x="20" y="10"/>
                    <a:pt x="26" y="9"/>
                    <a:pt x="33" y="10"/>
                  </a:cubicBezTo>
                  <a:cubicBezTo>
                    <a:pt x="35" y="10"/>
                    <a:pt x="37" y="8"/>
                    <a:pt x="38" y="6"/>
                  </a:cubicBezTo>
                  <a:cubicBezTo>
                    <a:pt x="38" y="4"/>
                    <a:pt x="37" y="2"/>
                    <a:pt x="34" y="2"/>
                  </a:cubicBezTo>
                  <a:cubicBezTo>
                    <a:pt x="25" y="0"/>
                    <a:pt x="17" y="2"/>
                    <a:pt x="1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194"/>
            <p:cNvSpPr>
              <a:spLocks/>
            </p:cNvSpPr>
            <p:nvPr/>
          </p:nvSpPr>
          <p:spPr bwMode="auto">
            <a:xfrm>
              <a:off x="1628775" y="1531938"/>
              <a:ext cx="90488" cy="66675"/>
            </a:xfrm>
            <a:custGeom>
              <a:avLst/>
              <a:gdLst>
                <a:gd name="T0" fmla="*/ 0 w 56"/>
                <a:gd name="T1" fmla="*/ 36 h 41"/>
                <a:gd name="T2" fmla="*/ 4 w 56"/>
                <a:gd name="T3" fmla="*/ 40 h 41"/>
                <a:gd name="T4" fmla="*/ 4 w 56"/>
                <a:gd name="T5" fmla="*/ 41 h 41"/>
                <a:gd name="T6" fmla="*/ 8 w 56"/>
                <a:gd name="T7" fmla="*/ 37 h 41"/>
                <a:gd name="T8" fmla="*/ 22 w 56"/>
                <a:gd name="T9" fmla="*/ 15 h 41"/>
                <a:gd name="T10" fmla="*/ 51 w 56"/>
                <a:gd name="T11" fmla="*/ 11 h 41"/>
                <a:gd name="T12" fmla="*/ 55 w 56"/>
                <a:gd name="T13" fmla="*/ 8 h 41"/>
                <a:gd name="T14" fmla="*/ 52 w 56"/>
                <a:gd name="T15" fmla="*/ 3 h 41"/>
                <a:gd name="T16" fmla="*/ 17 w 56"/>
                <a:gd name="T17" fmla="*/ 9 h 41"/>
                <a:gd name="T18" fmla="*/ 0 w 56"/>
                <a:gd name="T19" fmla="*/ 3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41">
                  <a:moveTo>
                    <a:pt x="0" y="36"/>
                  </a:moveTo>
                  <a:cubicBezTo>
                    <a:pt x="0" y="38"/>
                    <a:pt x="2" y="40"/>
                    <a:pt x="4" y="40"/>
                  </a:cubicBezTo>
                  <a:cubicBezTo>
                    <a:pt x="4" y="40"/>
                    <a:pt x="4" y="41"/>
                    <a:pt x="4" y="41"/>
                  </a:cubicBezTo>
                  <a:cubicBezTo>
                    <a:pt x="6" y="41"/>
                    <a:pt x="8" y="39"/>
                    <a:pt x="8" y="37"/>
                  </a:cubicBezTo>
                  <a:cubicBezTo>
                    <a:pt x="8" y="37"/>
                    <a:pt x="11" y="23"/>
                    <a:pt x="22" y="15"/>
                  </a:cubicBezTo>
                  <a:cubicBezTo>
                    <a:pt x="29" y="10"/>
                    <a:pt x="39" y="9"/>
                    <a:pt x="51" y="11"/>
                  </a:cubicBezTo>
                  <a:cubicBezTo>
                    <a:pt x="53" y="11"/>
                    <a:pt x="55" y="10"/>
                    <a:pt x="55" y="8"/>
                  </a:cubicBezTo>
                  <a:cubicBezTo>
                    <a:pt x="56" y="5"/>
                    <a:pt x="54" y="3"/>
                    <a:pt x="52" y="3"/>
                  </a:cubicBezTo>
                  <a:cubicBezTo>
                    <a:pt x="38" y="0"/>
                    <a:pt x="27" y="2"/>
                    <a:pt x="17" y="9"/>
                  </a:cubicBezTo>
                  <a:cubicBezTo>
                    <a:pt x="3" y="18"/>
                    <a:pt x="1" y="35"/>
                    <a:pt x="0"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195"/>
            <p:cNvSpPr>
              <a:spLocks/>
            </p:cNvSpPr>
            <p:nvPr/>
          </p:nvSpPr>
          <p:spPr bwMode="auto">
            <a:xfrm>
              <a:off x="1527175" y="2087563"/>
              <a:ext cx="30163" cy="73025"/>
            </a:xfrm>
            <a:custGeom>
              <a:avLst/>
              <a:gdLst>
                <a:gd name="T0" fmla="*/ 14 w 19"/>
                <a:gd name="T1" fmla="*/ 2 h 45"/>
                <a:gd name="T2" fmla="*/ 9 w 19"/>
                <a:gd name="T3" fmla="*/ 2 h 45"/>
                <a:gd name="T4" fmla="*/ 1 w 19"/>
                <a:gd name="T5" fmla="*/ 25 h 45"/>
                <a:gd name="T6" fmla="*/ 12 w 19"/>
                <a:gd name="T7" fmla="*/ 44 h 45"/>
                <a:gd name="T8" fmla="*/ 15 w 19"/>
                <a:gd name="T9" fmla="*/ 45 h 45"/>
                <a:gd name="T10" fmla="*/ 18 w 19"/>
                <a:gd name="T11" fmla="*/ 43 h 45"/>
                <a:gd name="T12" fmla="*/ 17 w 19"/>
                <a:gd name="T13" fmla="*/ 38 h 45"/>
                <a:gd name="T14" fmla="*/ 9 w 19"/>
                <a:gd name="T15" fmla="*/ 24 h 45"/>
                <a:gd name="T16" fmla="*/ 15 w 19"/>
                <a:gd name="T17" fmla="*/ 7 h 45"/>
                <a:gd name="T18" fmla="*/ 14 w 19"/>
                <a:gd name="T19" fmla="*/ 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45">
                  <a:moveTo>
                    <a:pt x="14" y="2"/>
                  </a:moveTo>
                  <a:cubicBezTo>
                    <a:pt x="13" y="0"/>
                    <a:pt x="10" y="1"/>
                    <a:pt x="9" y="2"/>
                  </a:cubicBezTo>
                  <a:cubicBezTo>
                    <a:pt x="3" y="10"/>
                    <a:pt x="0" y="17"/>
                    <a:pt x="1" y="25"/>
                  </a:cubicBezTo>
                  <a:cubicBezTo>
                    <a:pt x="3" y="37"/>
                    <a:pt x="12" y="44"/>
                    <a:pt x="12" y="44"/>
                  </a:cubicBezTo>
                  <a:cubicBezTo>
                    <a:pt x="13" y="45"/>
                    <a:pt x="14" y="45"/>
                    <a:pt x="15" y="45"/>
                  </a:cubicBezTo>
                  <a:cubicBezTo>
                    <a:pt x="16" y="45"/>
                    <a:pt x="17" y="44"/>
                    <a:pt x="18" y="43"/>
                  </a:cubicBezTo>
                  <a:cubicBezTo>
                    <a:pt x="19" y="41"/>
                    <a:pt x="19" y="39"/>
                    <a:pt x="17" y="38"/>
                  </a:cubicBezTo>
                  <a:cubicBezTo>
                    <a:pt x="17" y="38"/>
                    <a:pt x="10" y="32"/>
                    <a:pt x="9" y="24"/>
                  </a:cubicBezTo>
                  <a:cubicBezTo>
                    <a:pt x="8" y="19"/>
                    <a:pt x="10" y="13"/>
                    <a:pt x="15" y="7"/>
                  </a:cubicBezTo>
                  <a:cubicBezTo>
                    <a:pt x="16" y="6"/>
                    <a:pt x="16" y="3"/>
                    <a:pt x="1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196"/>
            <p:cNvSpPr>
              <a:spLocks/>
            </p:cNvSpPr>
            <p:nvPr/>
          </p:nvSpPr>
          <p:spPr bwMode="auto">
            <a:xfrm>
              <a:off x="1493838" y="2071688"/>
              <a:ext cx="38100" cy="104775"/>
            </a:xfrm>
            <a:custGeom>
              <a:avLst/>
              <a:gdLst>
                <a:gd name="T0" fmla="*/ 1 w 23"/>
                <a:gd name="T1" fmla="*/ 35 h 64"/>
                <a:gd name="T2" fmla="*/ 16 w 23"/>
                <a:gd name="T3" fmla="*/ 63 h 64"/>
                <a:gd name="T4" fmla="*/ 18 w 23"/>
                <a:gd name="T5" fmla="*/ 64 h 64"/>
                <a:gd name="T6" fmla="*/ 22 w 23"/>
                <a:gd name="T7" fmla="*/ 62 h 64"/>
                <a:gd name="T8" fmla="*/ 21 w 23"/>
                <a:gd name="T9" fmla="*/ 57 h 64"/>
                <a:gd name="T10" fmla="*/ 9 w 23"/>
                <a:gd name="T11" fmla="*/ 34 h 64"/>
                <a:gd name="T12" fmla="*/ 20 w 23"/>
                <a:gd name="T13" fmla="*/ 7 h 64"/>
                <a:gd name="T14" fmla="*/ 20 w 23"/>
                <a:gd name="T15" fmla="*/ 1 h 64"/>
                <a:gd name="T16" fmla="*/ 14 w 23"/>
                <a:gd name="T17" fmla="*/ 2 h 64"/>
                <a:gd name="T18" fmla="*/ 1 w 23"/>
                <a:gd name="T19" fmla="*/ 35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64">
                  <a:moveTo>
                    <a:pt x="1" y="35"/>
                  </a:moveTo>
                  <a:cubicBezTo>
                    <a:pt x="2" y="52"/>
                    <a:pt x="15" y="63"/>
                    <a:pt x="16" y="63"/>
                  </a:cubicBezTo>
                  <a:cubicBezTo>
                    <a:pt x="17" y="64"/>
                    <a:pt x="18" y="64"/>
                    <a:pt x="18" y="64"/>
                  </a:cubicBezTo>
                  <a:cubicBezTo>
                    <a:pt x="20" y="64"/>
                    <a:pt x="21" y="63"/>
                    <a:pt x="22" y="62"/>
                  </a:cubicBezTo>
                  <a:cubicBezTo>
                    <a:pt x="23" y="61"/>
                    <a:pt x="23" y="58"/>
                    <a:pt x="21" y="57"/>
                  </a:cubicBezTo>
                  <a:cubicBezTo>
                    <a:pt x="21" y="57"/>
                    <a:pt x="10" y="48"/>
                    <a:pt x="9" y="34"/>
                  </a:cubicBezTo>
                  <a:cubicBezTo>
                    <a:pt x="8" y="25"/>
                    <a:pt x="12" y="16"/>
                    <a:pt x="20" y="7"/>
                  </a:cubicBezTo>
                  <a:cubicBezTo>
                    <a:pt x="21" y="5"/>
                    <a:pt x="21" y="3"/>
                    <a:pt x="20" y="1"/>
                  </a:cubicBezTo>
                  <a:cubicBezTo>
                    <a:pt x="18" y="0"/>
                    <a:pt x="15" y="0"/>
                    <a:pt x="14" y="2"/>
                  </a:cubicBezTo>
                  <a:cubicBezTo>
                    <a:pt x="5" y="12"/>
                    <a:pt x="0" y="23"/>
                    <a:pt x="1"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197"/>
            <p:cNvSpPr>
              <a:spLocks/>
            </p:cNvSpPr>
            <p:nvPr/>
          </p:nvSpPr>
          <p:spPr bwMode="auto">
            <a:xfrm>
              <a:off x="2008188" y="1995488"/>
              <a:ext cx="65088" cy="44450"/>
            </a:xfrm>
            <a:custGeom>
              <a:avLst/>
              <a:gdLst>
                <a:gd name="T0" fmla="*/ 4 w 40"/>
                <a:gd name="T1" fmla="*/ 26 h 27"/>
                <a:gd name="T2" fmla="*/ 13 w 40"/>
                <a:gd name="T3" fmla="*/ 27 h 27"/>
                <a:gd name="T4" fmla="*/ 27 w 40"/>
                <a:gd name="T5" fmla="*/ 23 h 27"/>
                <a:gd name="T6" fmla="*/ 40 w 40"/>
                <a:gd name="T7" fmla="*/ 5 h 27"/>
                <a:gd name="T8" fmla="*/ 37 w 40"/>
                <a:gd name="T9" fmla="*/ 0 h 27"/>
                <a:gd name="T10" fmla="*/ 32 w 40"/>
                <a:gd name="T11" fmla="*/ 3 h 27"/>
                <a:gd name="T12" fmla="*/ 23 w 40"/>
                <a:gd name="T13" fmla="*/ 17 h 27"/>
                <a:gd name="T14" fmla="*/ 6 w 40"/>
                <a:gd name="T15" fmla="*/ 19 h 27"/>
                <a:gd name="T16" fmla="*/ 1 w 40"/>
                <a:gd name="T17" fmla="*/ 22 h 27"/>
                <a:gd name="T18" fmla="*/ 4 w 40"/>
                <a:gd name="T19" fmla="*/ 2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27">
                  <a:moveTo>
                    <a:pt x="4" y="26"/>
                  </a:moveTo>
                  <a:cubicBezTo>
                    <a:pt x="7" y="27"/>
                    <a:pt x="10" y="27"/>
                    <a:pt x="13" y="27"/>
                  </a:cubicBezTo>
                  <a:cubicBezTo>
                    <a:pt x="18" y="27"/>
                    <a:pt x="23" y="26"/>
                    <a:pt x="27" y="23"/>
                  </a:cubicBezTo>
                  <a:cubicBezTo>
                    <a:pt x="37" y="17"/>
                    <a:pt x="40" y="5"/>
                    <a:pt x="40" y="5"/>
                  </a:cubicBezTo>
                  <a:cubicBezTo>
                    <a:pt x="40" y="3"/>
                    <a:pt x="39" y="1"/>
                    <a:pt x="37" y="0"/>
                  </a:cubicBezTo>
                  <a:cubicBezTo>
                    <a:pt x="34" y="0"/>
                    <a:pt x="32" y="1"/>
                    <a:pt x="32" y="3"/>
                  </a:cubicBezTo>
                  <a:cubicBezTo>
                    <a:pt x="32" y="3"/>
                    <a:pt x="30" y="12"/>
                    <a:pt x="23" y="17"/>
                  </a:cubicBezTo>
                  <a:cubicBezTo>
                    <a:pt x="19" y="20"/>
                    <a:pt x="13" y="20"/>
                    <a:pt x="6" y="19"/>
                  </a:cubicBezTo>
                  <a:cubicBezTo>
                    <a:pt x="4" y="18"/>
                    <a:pt x="1" y="19"/>
                    <a:pt x="1" y="22"/>
                  </a:cubicBezTo>
                  <a:cubicBezTo>
                    <a:pt x="0" y="24"/>
                    <a:pt x="2" y="26"/>
                    <a:pt x="4"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198"/>
            <p:cNvSpPr>
              <a:spLocks/>
            </p:cNvSpPr>
            <p:nvPr/>
          </p:nvSpPr>
          <p:spPr bwMode="auto">
            <a:xfrm>
              <a:off x="2005013" y="2011363"/>
              <a:ext cx="95250" cy="58738"/>
            </a:xfrm>
            <a:custGeom>
              <a:avLst/>
              <a:gdLst>
                <a:gd name="T0" fmla="*/ 1 w 58"/>
                <a:gd name="T1" fmla="*/ 29 h 36"/>
                <a:gd name="T2" fmla="*/ 4 w 58"/>
                <a:gd name="T3" fmla="*/ 34 h 36"/>
                <a:gd name="T4" fmla="*/ 19 w 58"/>
                <a:gd name="T5" fmla="*/ 36 h 36"/>
                <a:gd name="T6" fmla="*/ 39 w 58"/>
                <a:gd name="T7" fmla="*/ 31 h 36"/>
                <a:gd name="T8" fmla="*/ 58 w 58"/>
                <a:gd name="T9" fmla="*/ 5 h 36"/>
                <a:gd name="T10" fmla="*/ 55 w 58"/>
                <a:gd name="T11" fmla="*/ 1 h 36"/>
                <a:gd name="T12" fmla="*/ 50 w 58"/>
                <a:gd name="T13" fmla="*/ 3 h 36"/>
                <a:gd name="T14" fmla="*/ 35 w 58"/>
                <a:gd name="T15" fmla="*/ 24 h 36"/>
                <a:gd name="T16" fmla="*/ 6 w 58"/>
                <a:gd name="T17" fmla="*/ 26 h 36"/>
                <a:gd name="T18" fmla="*/ 1 w 58"/>
                <a:gd name="T19"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36">
                  <a:moveTo>
                    <a:pt x="1" y="29"/>
                  </a:moveTo>
                  <a:cubicBezTo>
                    <a:pt x="0" y="31"/>
                    <a:pt x="1" y="33"/>
                    <a:pt x="4" y="34"/>
                  </a:cubicBezTo>
                  <a:cubicBezTo>
                    <a:pt x="9" y="36"/>
                    <a:pt x="14" y="36"/>
                    <a:pt x="19" y="36"/>
                  </a:cubicBezTo>
                  <a:cubicBezTo>
                    <a:pt x="26" y="36"/>
                    <a:pt x="33" y="35"/>
                    <a:pt x="39" y="31"/>
                  </a:cubicBezTo>
                  <a:cubicBezTo>
                    <a:pt x="54" y="22"/>
                    <a:pt x="58" y="6"/>
                    <a:pt x="58" y="5"/>
                  </a:cubicBezTo>
                  <a:cubicBezTo>
                    <a:pt x="58" y="3"/>
                    <a:pt x="57" y="1"/>
                    <a:pt x="55" y="1"/>
                  </a:cubicBezTo>
                  <a:cubicBezTo>
                    <a:pt x="53" y="0"/>
                    <a:pt x="51" y="1"/>
                    <a:pt x="50" y="3"/>
                  </a:cubicBezTo>
                  <a:cubicBezTo>
                    <a:pt x="50" y="4"/>
                    <a:pt x="47" y="17"/>
                    <a:pt x="35" y="24"/>
                  </a:cubicBezTo>
                  <a:cubicBezTo>
                    <a:pt x="27" y="29"/>
                    <a:pt x="17" y="29"/>
                    <a:pt x="6" y="26"/>
                  </a:cubicBezTo>
                  <a:cubicBezTo>
                    <a:pt x="4" y="26"/>
                    <a:pt x="1" y="27"/>
                    <a:pt x="1"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199"/>
            <p:cNvSpPr>
              <a:spLocks/>
            </p:cNvSpPr>
            <p:nvPr/>
          </p:nvSpPr>
          <p:spPr bwMode="auto">
            <a:xfrm>
              <a:off x="1995488" y="1230313"/>
              <a:ext cx="350838" cy="322263"/>
            </a:xfrm>
            <a:custGeom>
              <a:avLst/>
              <a:gdLst>
                <a:gd name="T0" fmla="*/ 136 w 215"/>
                <a:gd name="T1" fmla="*/ 1 h 198"/>
                <a:gd name="T2" fmla="*/ 129 w 215"/>
                <a:gd name="T3" fmla="*/ 2 h 198"/>
                <a:gd name="T4" fmla="*/ 89 w 215"/>
                <a:gd name="T5" fmla="*/ 48 h 198"/>
                <a:gd name="T6" fmla="*/ 70 w 215"/>
                <a:gd name="T7" fmla="*/ 6 h 198"/>
                <a:gd name="T8" fmla="*/ 64 w 215"/>
                <a:gd name="T9" fmla="*/ 3 h 198"/>
                <a:gd name="T10" fmla="*/ 59 w 215"/>
                <a:gd name="T11" fmla="*/ 7 h 198"/>
                <a:gd name="T12" fmla="*/ 48 w 215"/>
                <a:gd name="T13" fmla="*/ 45 h 198"/>
                <a:gd name="T14" fmla="*/ 10 w 215"/>
                <a:gd name="T15" fmla="*/ 8 h 198"/>
                <a:gd name="T16" fmla="*/ 3 w 215"/>
                <a:gd name="T17" fmla="*/ 7 h 198"/>
                <a:gd name="T18" fmla="*/ 0 w 215"/>
                <a:gd name="T19" fmla="*/ 14 h 198"/>
                <a:gd name="T20" fmla="*/ 10 w 215"/>
                <a:gd name="T21" fmla="*/ 69 h 198"/>
                <a:gd name="T22" fmla="*/ 17 w 215"/>
                <a:gd name="T23" fmla="*/ 73 h 198"/>
                <a:gd name="T24" fmla="*/ 22 w 215"/>
                <a:gd name="T25" fmla="*/ 66 h 198"/>
                <a:gd name="T26" fmla="*/ 15 w 215"/>
                <a:gd name="T27" fmla="*/ 30 h 198"/>
                <a:gd name="T28" fmla="*/ 46 w 215"/>
                <a:gd name="T29" fmla="*/ 60 h 198"/>
                <a:gd name="T30" fmla="*/ 52 w 215"/>
                <a:gd name="T31" fmla="*/ 62 h 198"/>
                <a:gd name="T32" fmla="*/ 56 w 215"/>
                <a:gd name="T33" fmla="*/ 57 h 198"/>
                <a:gd name="T34" fmla="*/ 66 w 215"/>
                <a:gd name="T35" fmla="*/ 26 h 198"/>
                <a:gd name="T36" fmla="*/ 82 w 215"/>
                <a:gd name="T37" fmla="*/ 61 h 198"/>
                <a:gd name="T38" fmla="*/ 87 w 215"/>
                <a:gd name="T39" fmla="*/ 65 h 198"/>
                <a:gd name="T40" fmla="*/ 92 w 215"/>
                <a:gd name="T41" fmla="*/ 63 h 198"/>
                <a:gd name="T42" fmla="*/ 126 w 215"/>
                <a:gd name="T43" fmla="*/ 24 h 198"/>
                <a:gd name="T44" fmla="*/ 122 w 215"/>
                <a:gd name="T45" fmla="*/ 74 h 198"/>
                <a:gd name="T46" fmla="*/ 124 w 215"/>
                <a:gd name="T47" fmla="*/ 79 h 198"/>
                <a:gd name="T48" fmla="*/ 129 w 215"/>
                <a:gd name="T49" fmla="*/ 80 h 198"/>
                <a:gd name="T50" fmla="*/ 173 w 215"/>
                <a:gd name="T51" fmla="*/ 68 h 198"/>
                <a:gd name="T52" fmla="*/ 145 w 215"/>
                <a:gd name="T53" fmla="*/ 109 h 198"/>
                <a:gd name="T54" fmla="*/ 144 w 215"/>
                <a:gd name="T55" fmla="*/ 115 h 198"/>
                <a:gd name="T56" fmla="*/ 149 w 215"/>
                <a:gd name="T57" fmla="*/ 118 h 198"/>
                <a:gd name="T58" fmla="*/ 191 w 215"/>
                <a:gd name="T59" fmla="*/ 126 h 198"/>
                <a:gd name="T60" fmla="*/ 141 w 215"/>
                <a:gd name="T61" fmla="*/ 152 h 198"/>
                <a:gd name="T62" fmla="*/ 138 w 215"/>
                <a:gd name="T63" fmla="*/ 156 h 198"/>
                <a:gd name="T64" fmla="*/ 140 w 215"/>
                <a:gd name="T65" fmla="*/ 161 h 198"/>
                <a:gd name="T66" fmla="*/ 161 w 215"/>
                <a:gd name="T67" fmla="*/ 185 h 198"/>
                <a:gd name="T68" fmla="*/ 130 w 215"/>
                <a:gd name="T69" fmla="*/ 182 h 198"/>
                <a:gd name="T70" fmla="*/ 123 w 215"/>
                <a:gd name="T71" fmla="*/ 188 h 198"/>
                <a:gd name="T72" fmla="*/ 129 w 215"/>
                <a:gd name="T73" fmla="*/ 194 h 198"/>
                <a:gd name="T74" fmla="*/ 175 w 215"/>
                <a:gd name="T75" fmla="*/ 198 h 198"/>
                <a:gd name="T76" fmla="*/ 175 w 215"/>
                <a:gd name="T77" fmla="*/ 198 h 198"/>
                <a:gd name="T78" fmla="*/ 180 w 215"/>
                <a:gd name="T79" fmla="*/ 194 h 198"/>
                <a:gd name="T80" fmla="*/ 179 w 215"/>
                <a:gd name="T81" fmla="*/ 188 h 198"/>
                <a:gd name="T82" fmla="*/ 154 w 215"/>
                <a:gd name="T83" fmla="*/ 159 h 198"/>
                <a:gd name="T84" fmla="*/ 212 w 215"/>
                <a:gd name="T85" fmla="*/ 129 h 198"/>
                <a:gd name="T86" fmla="*/ 215 w 215"/>
                <a:gd name="T87" fmla="*/ 122 h 198"/>
                <a:gd name="T88" fmla="*/ 210 w 215"/>
                <a:gd name="T89" fmla="*/ 117 h 198"/>
                <a:gd name="T90" fmla="*/ 160 w 215"/>
                <a:gd name="T91" fmla="*/ 108 h 198"/>
                <a:gd name="T92" fmla="*/ 192 w 215"/>
                <a:gd name="T93" fmla="*/ 61 h 198"/>
                <a:gd name="T94" fmla="*/ 192 w 215"/>
                <a:gd name="T95" fmla="*/ 54 h 198"/>
                <a:gd name="T96" fmla="*/ 186 w 215"/>
                <a:gd name="T97" fmla="*/ 52 h 198"/>
                <a:gd name="T98" fmla="*/ 134 w 215"/>
                <a:gd name="T99" fmla="*/ 66 h 198"/>
                <a:gd name="T100" fmla="*/ 140 w 215"/>
                <a:gd name="T101" fmla="*/ 7 h 198"/>
                <a:gd name="T102" fmla="*/ 136 w 215"/>
                <a:gd name="T103" fmla="*/ 1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15" h="198">
                  <a:moveTo>
                    <a:pt x="136" y="1"/>
                  </a:moveTo>
                  <a:cubicBezTo>
                    <a:pt x="134" y="0"/>
                    <a:pt x="131" y="0"/>
                    <a:pt x="129" y="2"/>
                  </a:cubicBezTo>
                  <a:cubicBezTo>
                    <a:pt x="89" y="48"/>
                    <a:pt x="89" y="48"/>
                    <a:pt x="89" y="48"/>
                  </a:cubicBezTo>
                  <a:cubicBezTo>
                    <a:pt x="70" y="6"/>
                    <a:pt x="70" y="6"/>
                    <a:pt x="70" y="6"/>
                  </a:cubicBezTo>
                  <a:cubicBezTo>
                    <a:pt x="69" y="4"/>
                    <a:pt x="67" y="3"/>
                    <a:pt x="64" y="3"/>
                  </a:cubicBezTo>
                  <a:cubicBezTo>
                    <a:pt x="62" y="3"/>
                    <a:pt x="59" y="5"/>
                    <a:pt x="59" y="7"/>
                  </a:cubicBezTo>
                  <a:cubicBezTo>
                    <a:pt x="48" y="45"/>
                    <a:pt x="48" y="45"/>
                    <a:pt x="48" y="45"/>
                  </a:cubicBezTo>
                  <a:cubicBezTo>
                    <a:pt x="10" y="8"/>
                    <a:pt x="10" y="8"/>
                    <a:pt x="10" y="8"/>
                  </a:cubicBezTo>
                  <a:cubicBezTo>
                    <a:pt x="8" y="7"/>
                    <a:pt x="5" y="6"/>
                    <a:pt x="3" y="7"/>
                  </a:cubicBezTo>
                  <a:cubicBezTo>
                    <a:pt x="1" y="9"/>
                    <a:pt x="0" y="11"/>
                    <a:pt x="0" y="14"/>
                  </a:cubicBezTo>
                  <a:cubicBezTo>
                    <a:pt x="10" y="69"/>
                    <a:pt x="10" y="69"/>
                    <a:pt x="10" y="69"/>
                  </a:cubicBezTo>
                  <a:cubicBezTo>
                    <a:pt x="11" y="72"/>
                    <a:pt x="14" y="74"/>
                    <a:pt x="17" y="73"/>
                  </a:cubicBezTo>
                  <a:cubicBezTo>
                    <a:pt x="20" y="73"/>
                    <a:pt x="23" y="70"/>
                    <a:pt x="22" y="66"/>
                  </a:cubicBezTo>
                  <a:cubicBezTo>
                    <a:pt x="15" y="30"/>
                    <a:pt x="15" y="30"/>
                    <a:pt x="15" y="30"/>
                  </a:cubicBezTo>
                  <a:cubicBezTo>
                    <a:pt x="46" y="60"/>
                    <a:pt x="46" y="60"/>
                    <a:pt x="46" y="60"/>
                  </a:cubicBezTo>
                  <a:cubicBezTo>
                    <a:pt x="48" y="62"/>
                    <a:pt x="50" y="62"/>
                    <a:pt x="52" y="62"/>
                  </a:cubicBezTo>
                  <a:cubicBezTo>
                    <a:pt x="54" y="61"/>
                    <a:pt x="56" y="59"/>
                    <a:pt x="56" y="57"/>
                  </a:cubicBezTo>
                  <a:cubicBezTo>
                    <a:pt x="66" y="26"/>
                    <a:pt x="66" y="26"/>
                    <a:pt x="66" y="26"/>
                  </a:cubicBezTo>
                  <a:cubicBezTo>
                    <a:pt x="82" y="61"/>
                    <a:pt x="82" y="61"/>
                    <a:pt x="82" y="61"/>
                  </a:cubicBezTo>
                  <a:cubicBezTo>
                    <a:pt x="83" y="63"/>
                    <a:pt x="85" y="65"/>
                    <a:pt x="87" y="65"/>
                  </a:cubicBezTo>
                  <a:cubicBezTo>
                    <a:pt x="89" y="65"/>
                    <a:pt x="91" y="64"/>
                    <a:pt x="92" y="63"/>
                  </a:cubicBezTo>
                  <a:cubicBezTo>
                    <a:pt x="126" y="24"/>
                    <a:pt x="126" y="24"/>
                    <a:pt x="126" y="24"/>
                  </a:cubicBezTo>
                  <a:cubicBezTo>
                    <a:pt x="122" y="74"/>
                    <a:pt x="122" y="74"/>
                    <a:pt x="122" y="74"/>
                  </a:cubicBezTo>
                  <a:cubicBezTo>
                    <a:pt x="122" y="76"/>
                    <a:pt x="122" y="78"/>
                    <a:pt x="124" y="79"/>
                  </a:cubicBezTo>
                  <a:cubicBezTo>
                    <a:pt x="125" y="80"/>
                    <a:pt x="127" y="81"/>
                    <a:pt x="129" y="80"/>
                  </a:cubicBezTo>
                  <a:cubicBezTo>
                    <a:pt x="173" y="68"/>
                    <a:pt x="173" y="68"/>
                    <a:pt x="173" y="68"/>
                  </a:cubicBezTo>
                  <a:cubicBezTo>
                    <a:pt x="145" y="109"/>
                    <a:pt x="145" y="109"/>
                    <a:pt x="145" y="109"/>
                  </a:cubicBezTo>
                  <a:cubicBezTo>
                    <a:pt x="144" y="111"/>
                    <a:pt x="143" y="113"/>
                    <a:pt x="144" y="115"/>
                  </a:cubicBezTo>
                  <a:cubicBezTo>
                    <a:pt x="145" y="117"/>
                    <a:pt x="147" y="118"/>
                    <a:pt x="149" y="118"/>
                  </a:cubicBezTo>
                  <a:cubicBezTo>
                    <a:pt x="191" y="126"/>
                    <a:pt x="191" y="126"/>
                    <a:pt x="191" y="126"/>
                  </a:cubicBezTo>
                  <a:cubicBezTo>
                    <a:pt x="141" y="152"/>
                    <a:pt x="141" y="152"/>
                    <a:pt x="141" y="152"/>
                  </a:cubicBezTo>
                  <a:cubicBezTo>
                    <a:pt x="140" y="152"/>
                    <a:pt x="139" y="154"/>
                    <a:pt x="138" y="156"/>
                  </a:cubicBezTo>
                  <a:cubicBezTo>
                    <a:pt x="138" y="158"/>
                    <a:pt x="138" y="160"/>
                    <a:pt x="140" y="161"/>
                  </a:cubicBezTo>
                  <a:cubicBezTo>
                    <a:pt x="161" y="185"/>
                    <a:pt x="161" y="185"/>
                    <a:pt x="161" y="185"/>
                  </a:cubicBezTo>
                  <a:cubicBezTo>
                    <a:pt x="130" y="182"/>
                    <a:pt x="130" y="182"/>
                    <a:pt x="130" y="182"/>
                  </a:cubicBezTo>
                  <a:cubicBezTo>
                    <a:pt x="126" y="182"/>
                    <a:pt x="124" y="185"/>
                    <a:pt x="123" y="188"/>
                  </a:cubicBezTo>
                  <a:cubicBezTo>
                    <a:pt x="123" y="191"/>
                    <a:pt x="126" y="194"/>
                    <a:pt x="129" y="194"/>
                  </a:cubicBezTo>
                  <a:cubicBezTo>
                    <a:pt x="175" y="198"/>
                    <a:pt x="175" y="198"/>
                    <a:pt x="175" y="198"/>
                  </a:cubicBezTo>
                  <a:cubicBezTo>
                    <a:pt x="175" y="198"/>
                    <a:pt x="175" y="198"/>
                    <a:pt x="175" y="198"/>
                  </a:cubicBezTo>
                  <a:cubicBezTo>
                    <a:pt x="177" y="198"/>
                    <a:pt x="179" y="196"/>
                    <a:pt x="180" y="194"/>
                  </a:cubicBezTo>
                  <a:cubicBezTo>
                    <a:pt x="181" y="192"/>
                    <a:pt x="181" y="189"/>
                    <a:pt x="179" y="188"/>
                  </a:cubicBezTo>
                  <a:cubicBezTo>
                    <a:pt x="154" y="159"/>
                    <a:pt x="154" y="159"/>
                    <a:pt x="154" y="159"/>
                  </a:cubicBezTo>
                  <a:cubicBezTo>
                    <a:pt x="212" y="129"/>
                    <a:pt x="212" y="129"/>
                    <a:pt x="212" y="129"/>
                  </a:cubicBezTo>
                  <a:cubicBezTo>
                    <a:pt x="214" y="127"/>
                    <a:pt x="215" y="125"/>
                    <a:pt x="215" y="122"/>
                  </a:cubicBezTo>
                  <a:cubicBezTo>
                    <a:pt x="215" y="120"/>
                    <a:pt x="213" y="118"/>
                    <a:pt x="210" y="117"/>
                  </a:cubicBezTo>
                  <a:cubicBezTo>
                    <a:pt x="160" y="108"/>
                    <a:pt x="160" y="108"/>
                    <a:pt x="160" y="108"/>
                  </a:cubicBezTo>
                  <a:cubicBezTo>
                    <a:pt x="192" y="61"/>
                    <a:pt x="192" y="61"/>
                    <a:pt x="192" y="61"/>
                  </a:cubicBezTo>
                  <a:cubicBezTo>
                    <a:pt x="194" y="59"/>
                    <a:pt x="194" y="56"/>
                    <a:pt x="192" y="54"/>
                  </a:cubicBezTo>
                  <a:cubicBezTo>
                    <a:pt x="191" y="52"/>
                    <a:pt x="188" y="51"/>
                    <a:pt x="186" y="52"/>
                  </a:cubicBezTo>
                  <a:cubicBezTo>
                    <a:pt x="134" y="66"/>
                    <a:pt x="134" y="66"/>
                    <a:pt x="134" y="66"/>
                  </a:cubicBezTo>
                  <a:cubicBezTo>
                    <a:pt x="140" y="7"/>
                    <a:pt x="140" y="7"/>
                    <a:pt x="140" y="7"/>
                  </a:cubicBezTo>
                  <a:cubicBezTo>
                    <a:pt x="140" y="4"/>
                    <a:pt x="138" y="2"/>
                    <a:pt x="136"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200"/>
            <p:cNvSpPr>
              <a:spLocks/>
            </p:cNvSpPr>
            <p:nvPr/>
          </p:nvSpPr>
          <p:spPr bwMode="auto">
            <a:xfrm>
              <a:off x="1690688" y="1257301"/>
              <a:ext cx="71438" cy="136525"/>
            </a:xfrm>
            <a:custGeom>
              <a:avLst/>
              <a:gdLst>
                <a:gd name="T0" fmla="*/ 34 w 44"/>
                <a:gd name="T1" fmla="*/ 48 h 83"/>
                <a:gd name="T2" fmla="*/ 25 w 44"/>
                <a:gd name="T3" fmla="*/ 21 h 83"/>
                <a:gd name="T4" fmla="*/ 19 w 44"/>
                <a:gd name="T5" fmla="*/ 4 h 83"/>
                <a:gd name="T6" fmla="*/ 14 w 44"/>
                <a:gd name="T7" fmla="*/ 1 h 83"/>
                <a:gd name="T8" fmla="*/ 7 w 44"/>
                <a:gd name="T9" fmla="*/ 2 h 83"/>
                <a:gd name="T10" fmla="*/ 2 w 44"/>
                <a:gd name="T11" fmla="*/ 8 h 83"/>
                <a:gd name="T12" fmla="*/ 2 w 44"/>
                <a:gd name="T13" fmla="*/ 19 h 83"/>
                <a:gd name="T14" fmla="*/ 5 w 44"/>
                <a:gd name="T15" fmla="*/ 26 h 83"/>
                <a:gd name="T16" fmla="*/ 16 w 44"/>
                <a:gd name="T17" fmla="*/ 52 h 83"/>
                <a:gd name="T18" fmla="*/ 31 w 44"/>
                <a:gd name="T19" fmla="*/ 83 h 83"/>
                <a:gd name="T20" fmla="*/ 44 w 44"/>
                <a:gd name="T21" fmla="*/ 79 h 83"/>
                <a:gd name="T22" fmla="*/ 41 w 44"/>
                <a:gd name="T23" fmla="*/ 68 h 83"/>
                <a:gd name="T24" fmla="*/ 34 w 44"/>
                <a:gd name="T25" fmla="*/ 48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3">
                  <a:moveTo>
                    <a:pt x="34" y="48"/>
                  </a:moveTo>
                  <a:cubicBezTo>
                    <a:pt x="31" y="40"/>
                    <a:pt x="28" y="31"/>
                    <a:pt x="25" y="21"/>
                  </a:cubicBezTo>
                  <a:cubicBezTo>
                    <a:pt x="22" y="11"/>
                    <a:pt x="20" y="5"/>
                    <a:pt x="19" y="4"/>
                  </a:cubicBezTo>
                  <a:cubicBezTo>
                    <a:pt x="18" y="2"/>
                    <a:pt x="16" y="1"/>
                    <a:pt x="14" y="1"/>
                  </a:cubicBezTo>
                  <a:cubicBezTo>
                    <a:pt x="11" y="0"/>
                    <a:pt x="9" y="1"/>
                    <a:pt x="7" y="2"/>
                  </a:cubicBezTo>
                  <a:cubicBezTo>
                    <a:pt x="5" y="3"/>
                    <a:pt x="3" y="5"/>
                    <a:pt x="2" y="8"/>
                  </a:cubicBezTo>
                  <a:cubicBezTo>
                    <a:pt x="0" y="12"/>
                    <a:pt x="0" y="15"/>
                    <a:pt x="2" y="19"/>
                  </a:cubicBezTo>
                  <a:cubicBezTo>
                    <a:pt x="4" y="23"/>
                    <a:pt x="4" y="25"/>
                    <a:pt x="5" y="26"/>
                  </a:cubicBezTo>
                  <a:cubicBezTo>
                    <a:pt x="8" y="31"/>
                    <a:pt x="12" y="40"/>
                    <a:pt x="16" y="52"/>
                  </a:cubicBezTo>
                  <a:cubicBezTo>
                    <a:pt x="20" y="64"/>
                    <a:pt x="25" y="74"/>
                    <a:pt x="31" y="83"/>
                  </a:cubicBezTo>
                  <a:cubicBezTo>
                    <a:pt x="35" y="83"/>
                    <a:pt x="39" y="82"/>
                    <a:pt x="44" y="79"/>
                  </a:cubicBezTo>
                  <a:cubicBezTo>
                    <a:pt x="44" y="75"/>
                    <a:pt x="43" y="72"/>
                    <a:pt x="41" y="68"/>
                  </a:cubicBezTo>
                  <a:cubicBezTo>
                    <a:pt x="39" y="64"/>
                    <a:pt x="36" y="57"/>
                    <a:pt x="34"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201"/>
            <p:cNvSpPr>
              <a:spLocks/>
            </p:cNvSpPr>
            <p:nvPr/>
          </p:nvSpPr>
          <p:spPr bwMode="auto">
            <a:xfrm>
              <a:off x="1754188" y="1412876"/>
              <a:ext cx="34925" cy="44450"/>
            </a:xfrm>
            <a:custGeom>
              <a:avLst/>
              <a:gdLst>
                <a:gd name="T0" fmla="*/ 0 w 22"/>
                <a:gd name="T1" fmla="*/ 10 h 27"/>
                <a:gd name="T2" fmla="*/ 1 w 22"/>
                <a:gd name="T3" fmla="*/ 20 h 27"/>
                <a:gd name="T4" fmla="*/ 15 w 22"/>
                <a:gd name="T5" fmla="*/ 24 h 27"/>
                <a:gd name="T6" fmla="*/ 20 w 22"/>
                <a:gd name="T7" fmla="*/ 17 h 27"/>
                <a:gd name="T8" fmla="*/ 20 w 22"/>
                <a:gd name="T9" fmla="*/ 7 h 27"/>
                <a:gd name="T10" fmla="*/ 18 w 22"/>
                <a:gd name="T11" fmla="*/ 2 h 27"/>
                <a:gd name="T12" fmla="*/ 12 w 22"/>
                <a:gd name="T13" fmla="*/ 0 h 27"/>
                <a:gd name="T14" fmla="*/ 5 w 22"/>
                <a:gd name="T15" fmla="*/ 1 h 27"/>
                <a:gd name="T16" fmla="*/ 0 w 22"/>
                <a:gd name="T17" fmla="*/ 1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27">
                  <a:moveTo>
                    <a:pt x="0" y="10"/>
                  </a:moveTo>
                  <a:cubicBezTo>
                    <a:pt x="0" y="14"/>
                    <a:pt x="0" y="17"/>
                    <a:pt x="1" y="20"/>
                  </a:cubicBezTo>
                  <a:cubicBezTo>
                    <a:pt x="5" y="26"/>
                    <a:pt x="9" y="27"/>
                    <a:pt x="15" y="24"/>
                  </a:cubicBezTo>
                  <a:cubicBezTo>
                    <a:pt x="17" y="23"/>
                    <a:pt x="18" y="20"/>
                    <a:pt x="20" y="17"/>
                  </a:cubicBezTo>
                  <a:cubicBezTo>
                    <a:pt x="22" y="14"/>
                    <a:pt x="22" y="10"/>
                    <a:pt x="20" y="7"/>
                  </a:cubicBezTo>
                  <a:cubicBezTo>
                    <a:pt x="18" y="2"/>
                    <a:pt x="18" y="2"/>
                    <a:pt x="18" y="2"/>
                  </a:cubicBezTo>
                  <a:cubicBezTo>
                    <a:pt x="18" y="1"/>
                    <a:pt x="16" y="0"/>
                    <a:pt x="12" y="0"/>
                  </a:cubicBezTo>
                  <a:cubicBezTo>
                    <a:pt x="9" y="0"/>
                    <a:pt x="6" y="0"/>
                    <a:pt x="5" y="1"/>
                  </a:cubicBezTo>
                  <a:cubicBezTo>
                    <a:pt x="2" y="3"/>
                    <a:pt x="1" y="6"/>
                    <a:pt x="0"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202"/>
            <p:cNvSpPr>
              <a:spLocks/>
            </p:cNvSpPr>
            <p:nvPr/>
          </p:nvSpPr>
          <p:spPr bwMode="auto">
            <a:xfrm>
              <a:off x="1839913" y="1366838"/>
              <a:ext cx="46038" cy="44450"/>
            </a:xfrm>
            <a:custGeom>
              <a:avLst/>
              <a:gdLst>
                <a:gd name="T0" fmla="*/ 15 w 28"/>
                <a:gd name="T1" fmla="*/ 3 h 27"/>
                <a:gd name="T2" fmla="*/ 8 w 28"/>
                <a:gd name="T3" fmla="*/ 4 h 27"/>
                <a:gd name="T4" fmla="*/ 4 w 28"/>
                <a:gd name="T5" fmla="*/ 9 h 27"/>
                <a:gd name="T6" fmla="*/ 3 w 28"/>
                <a:gd name="T7" fmla="*/ 11 h 27"/>
                <a:gd name="T8" fmla="*/ 1 w 28"/>
                <a:gd name="T9" fmla="*/ 22 h 27"/>
                <a:gd name="T10" fmla="*/ 8 w 28"/>
                <a:gd name="T11" fmla="*/ 27 h 27"/>
                <a:gd name="T12" fmla="*/ 18 w 28"/>
                <a:gd name="T13" fmla="*/ 25 h 27"/>
                <a:gd name="T14" fmla="*/ 25 w 28"/>
                <a:gd name="T15" fmla="*/ 16 h 27"/>
                <a:gd name="T16" fmla="*/ 26 w 28"/>
                <a:gd name="T17" fmla="*/ 5 h 27"/>
                <a:gd name="T18" fmla="*/ 15 w 28"/>
                <a:gd name="T19" fmla="*/ 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27">
                  <a:moveTo>
                    <a:pt x="15" y="3"/>
                  </a:moveTo>
                  <a:cubicBezTo>
                    <a:pt x="12" y="3"/>
                    <a:pt x="10" y="3"/>
                    <a:pt x="8" y="4"/>
                  </a:cubicBezTo>
                  <a:cubicBezTo>
                    <a:pt x="6" y="5"/>
                    <a:pt x="4" y="7"/>
                    <a:pt x="4" y="9"/>
                  </a:cubicBezTo>
                  <a:cubicBezTo>
                    <a:pt x="3" y="9"/>
                    <a:pt x="3" y="10"/>
                    <a:pt x="3" y="11"/>
                  </a:cubicBezTo>
                  <a:cubicBezTo>
                    <a:pt x="0" y="16"/>
                    <a:pt x="0" y="19"/>
                    <a:pt x="1" y="22"/>
                  </a:cubicBezTo>
                  <a:cubicBezTo>
                    <a:pt x="3" y="24"/>
                    <a:pt x="5" y="26"/>
                    <a:pt x="8" y="27"/>
                  </a:cubicBezTo>
                  <a:cubicBezTo>
                    <a:pt x="12" y="27"/>
                    <a:pt x="15" y="27"/>
                    <a:pt x="18" y="25"/>
                  </a:cubicBezTo>
                  <a:cubicBezTo>
                    <a:pt x="21" y="23"/>
                    <a:pt x="23" y="20"/>
                    <a:pt x="25" y="16"/>
                  </a:cubicBezTo>
                  <a:cubicBezTo>
                    <a:pt x="27" y="12"/>
                    <a:pt x="28" y="8"/>
                    <a:pt x="26" y="5"/>
                  </a:cubicBezTo>
                  <a:cubicBezTo>
                    <a:pt x="23" y="1"/>
                    <a:pt x="20" y="0"/>
                    <a:pt x="1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203"/>
            <p:cNvSpPr>
              <a:spLocks/>
            </p:cNvSpPr>
            <p:nvPr/>
          </p:nvSpPr>
          <p:spPr bwMode="auto">
            <a:xfrm>
              <a:off x="1770063" y="1182688"/>
              <a:ext cx="119063" cy="173038"/>
            </a:xfrm>
            <a:custGeom>
              <a:avLst/>
              <a:gdLst>
                <a:gd name="T0" fmla="*/ 2 w 73"/>
                <a:gd name="T1" fmla="*/ 47 h 106"/>
                <a:gd name="T2" fmla="*/ 13 w 73"/>
                <a:gd name="T3" fmla="*/ 49 h 106"/>
                <a:gd name="T4" fmla="*/ 20 w 73"/>
                <a:gd name="T5" fmla="*/ 36 h 106"/>
                <a:gd name="T6" fmla="*/ 21 w 73"/>
                <a:gd name="T7" fmla="*/ 30 h 106"/>
                <a:gd name="T8" fmla="*/ 30 w 73"/>
                <a:gd name="T9" fmla="*/ 22 h 106"/>
                <a:gd name="T10" fmla="*/ 36 w 73"/>
                <a:gd name="T11" fmla="*/ 20 h 106"/>
                <a:gd name="T12" fmla="*/ 41 w 73"/>
                <a:gd name="T13" fmla="*/ 19 h 106"/>
                <a:gd name="T14" fmla="*/ 46 w 73"/>
                <a:gd name="T15" fmla="*/ 23 h 106"/>
                <a:gd name="T16" fmla="*/ 51 w 73"/>
                <a:gd name="T17" fmla="*/ 29 h 106"/>
                <a:gd name="T18" fmla="*/ 54 w 73"/>
                <a:gd name="T19" fmla="*/ 38 h 106"/>
                <a:gd name="T20" fmla="*/ 52 w 73"/>
                <a:gd name="T21" fmla="*/ 45 h 106"/>
                <a:gd name="T22" fmla="*/ 45 w 73"/>
                <a:gd name="T23" fmla="*/ 54 h 106"/>
                <a:gd name="T24" fmla="*/ 35 w 73"/>
                <a:gd name="T25" fmla="*/ 67 h 106"/>
                <a:gd name="T26" fmla="*/ 31 w 73"/>
                <a:gd name="T27" fmla="*/ 77 h 106"/>
                <a:gd name="T28" fmla="*/ 33 w 73"/>
                <a:gd name="T29" fmla="*/ 92 h 106"/>
                <a:gd name="T30" fmla="*/ 36 w 73"/>
                <a:gd name="T31" fmla="*/ 99 h 106"/>
                <a:gd name="T32" fmla="*/ 40 w 73"/>
                <a:gd name="T33" fmla="*/ 105 h 106"/>
                <a:gd name="T34" fmla="*/ 45 w 73"/>
                <a:gd name="T35" fmla="*/ 106 h 106"/>
                <a:gd name="T36" fmla="*/ 53 w 73"/>
                <a:gd name="T37" fmla="*/ 99 h 106"/>
                <a:gd name="T38" fmla="*/ 53 w 73"/>
                <a:gd name="T39" fmla="*/ 91 h 106"/>
                <a:gd name="T40" fmla="*/ 49 w 73"/>
                <a:gd name="T41" fmla="*/ 77 h 106"/>
                <a:gd name="T42" fmla="*/ 68 w 73"/>
                <a:gd name="T43" fmla="*/ 53 h 106"/>
                <a:gd name="T44" fmla="*/ 72 w 73"/>
                <a:gd name="T45" fmla="*/ 37 h 106"/>
                <a:gd name="T46" fmla="*/ 66 w 73"/>
                <a:gd name="T47" fmla="*/ 17 h 106"/>
                <a:gd name="T48" fmla="*/ 66 w 73"/>
                <a:gd name="T49" fmla="*/ 17 h 106"/>
                <a:gd name="T50" fmla="*/ 55 w 73"/>
                <a:gd name="T51" fmla="*/ 4 h 106"/>
                <a:gd name="T52" fmla="*/ 39 w 73"/>
                <a:gd name="T53" fmla="*/ 0 h 106"/>
                <a:gd name="T54" fmla="*/ 25 w 73"/>
                <a:gd name="T55" fmla="*/ 5 h 106"/>
                <a:gd name="T56" fmla="*/ 16 w 73"/>
                <a:gd name="T57" fmla="*/ 10 h 106"/>
                <a:gd name="T58" fmla="*/ 7 w 73"/>
                <a:gd name="T59" fmla="*/ 20 h 106"/>
                <a:gd name="T60" fmla="*/ 7 w 73"/>
                <a:gd name="T61" fmla="*/ 20 h 106"/>
                <a:gd name="T62" fmla="*/ 1 w 73"/>
                <a:gd name="T63" fmla="*/ 35 h 106"/>
                <a:gd name="T64" fmla="*/ 2 w 73"/>
                <a:gd name="T65" fmla="*/ 47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3" h="106">
                  <a:moveTo>
                    <a:pt x="2" y="47"/>
                  </a:moveTo>
                  <a:cubicBezTo>
                    <a:pt x="5" y="51"/>
                    <a:pt x="8" y="52"/>
                    <a:pt x="13" y="49"/>
                  </a:cubicBezTo>
                  <a:cubicBezTo>
                    <a:pt x="20" y="45"/>
                    <a:pt x="22" y="41"/>
                    <a:pt x="20" y="36"/>
                  </a:cubicBezTo>
                  <a:cubicBezTo>
                    <a:pt x="20" y="35"/>
                    <a:pt x="20" y="33"/>
                    <a:pt x="21" y="30"/>
                  </a:cubicBezTo>
                  <a:cubicBezTo>
                    <a:pt x="22" y="28"/>
                    <a:pt x="25" y="25"/>
                    <a:pt x="30" y="22"/>
                  </a:cubicBezTo>
                  <a:cubicBezTo>
                    <a:pt x="32" y="21"/>
                    <a:pt x="34" y="20"/>
                    <a:pt x="36" y="20"/>
                  </a:cubicBezTo>
                  <a:cubicBezTo>
                    <a:pt x="38" y="19"/>
                    <a:pt x="40" y="19"/>
                    <a:pt x="41" y="19"/>
                  </a:cubicBezTo>
                  <a:cubicBezTo>
                    <a:pt x="42" y="20"/>
                    <a:pt x="44" y="21"/>
                    <a:pt x="46" y="23"/>
                  </a:cubicBezTo>
                  <a:cubicBezTo>
                    <a:pt x="49" y="26"/>
                    <a:pt x="51" y="28"/>
                    <a:pt x="51" y="29"/>
                  </a:cubicBezTo>
                  <a:cubicBezTo>
                    <a:pt x="53" y="32"/>
                    <a:pt x="54" y="34"/>
                    <a:pt x="54" y="38"/>
                  </a:cubicBezTo>
                  <a:cubicBezTo>
                    <a:pt x="54" y="41"/>
                    <a:pt x="54" y="43"/>
                    <a:pt x="52" y="45"/>
                  </a:cubicBezTo>
                  <a:cubicBezTo>
                    <a:pt x="45" y="54"/>
                    <a:pt x="45" y="54"/>
                    <a:pt x="45" y="54"/>
                  </a:cubicBezTo>
                  <a:cubicBezTo>
                    <a:pt x="40" y="61"/>
                    <a:pt x="37" y="65"/>
                    <a:pt x="35" y="67"/>
                  </a:cubicBezTo>
                  <a:cubicBezTo>
                    <a:pt x="34" y="70"/>
                    <a:pt x="32" y="73"/>
                    <a:pt x="31" y="77"/>
                  </a:cubicBezTo>
                  <a:cubicBezTo>
                    <a:pt x="32" y="85"/>
                    <a:pt x="32" y="90"/>
                    <a:pt x="33" y="92"/>
                  </a:cubicBezTo>
                  <a:cubicBezTo>
                    <a:pt x="33" y="95"/>
                    <a:pt x="34" y="97"/>
                    <a:pt x="36" y="99"/>
                  </a:cubicBezTo>
                  <a:cubicBezTo>
                    <a:pt x="37" y="101"/>
                    <a:pt x="38" y="103"/>
                    <a:pt x="40" y="105"/>
                  </a:cubicBezTo>
                  <a:cubicBezTo>
                    <a:pt x="42" y="106"/>
                    <a:pt x="44" y="106"/>
                    <a:pt x="45" y="106"/>
                  </a:cubicBezTo>
                  <a:cubicBezTo>
                    <a:pt x="49" y="103"/>
                    <a:pt x="52" y="101"/>
                    <a:pt x="53" y="99"/>
                  </a:cubicBezTo>
                  <a:cubicBezTo>
                    <a:pt x="54" y="96"/>
                    <a:pt x="54" y="94"/>
                    <a:pt x="53" y="91"/>
                  </a:cubicBezTo>
                  <a:cubicBezTo>
                    <a:pt x="51" y="86"/>
                    <a:pt x="50" y="81"/>
                    <a:pt x="49" y="77"/>
                  </a:cubicBezTo>
                  <a:cubicBezTo>
                    <a:pt x="59" y="65"/>
                    <a:pt x="65" y="57"/>
                    <a:pt x="68" y="53"/>
                  </a:cubicBezTo>
                  <a:cubicBezTo>
                    <a:pt x="71" y="49"/>
                    <a:pt x="72" y="44"/>
                    <a:pt x="72" y="37"/>
                  </a:cubicBezTo>
                  <a:cubicBezTo>
                    <a:pt x="73" y="31"/>
                    <a:pt x="71" y="24"/>
                    <a:pt x="66" y="17"/>
                  </a:cubicBezTo>
                  <a:cubicBezTo>
                    <a:pt x="66" y="17"/>
                    <a:pt x="66" y="17"/>
                    <a:pt x="66" y="17"/>
                  </a:cubicBezTo>
                  <a:cubicBezTo>
                    <a:pt x="62" y="11"/>
                    <a:pt x="59" y="6"/>
                    <a:pt x="55" y="4"/>
                  </a:cubicBezTo>
                  <a:cubicBezTo>
                    <a:pt x="52" y="2"/>
                    <a:pt x="47" y="1"/>
                    <a:pt x="39" y="0"/>
                  </a:cubicBezTo>
                  <a:cubicBezTo>
                    <a:pt x="35" y="0"/>
                    <a:pt x="30" y="1"/>
                    <a:pt x="25" y="5"/>
                  </a:cubicBezTo>
                  <a:cubicBezTo>
                    <a:pt x="22" y="7"/>
                    <a:pt x="19" y="8"/>
                    <a:pt x="16" y="10"/>
                  </a:cubicBezTo>
                  <a:cubicBezTo>
                    <a:pt x="12" y="13"/>
                    <a:pt x="9" y="16"/>
                    <a:pt x="7" y="20"/>
                  </a:cubicBezTo>
                  <a:cubicBezTo>
                    <a:pt x="7" y="20"/>
                    <a:pt x="7" y="20"/>
                    <a:pt x="7" y="20"/>
                  </a:cubicBezTo>
                  <a:cubicBezTo>
                    <a:pt x="4" y="25"/>
                    <a:pt x="2" y="30"/>
                    <a:pt x="1" y="35"/>
                  </a:cubicBezTo>
                  <a:cubicBezTo>
                    <a:pt x="0" y="40"/>
                    <a:pt x="1" y="44"/>
                    <a:pt x="2"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204"/>
            <p:cNvSpPr>
              <a:spLocks/>
            </p:cNvSpPr>
            <p:nvPr/>
          </p:nvSpPr>
          <p:spPr bwMode="auto">
            <a:xfrm>
              <a:off x="2246313" y="1643063"/>
              <a:ext cx="231775" cy="165100"/>
            </a:xfrm>
            <a:custGeom>
              <a:avLst/>
              <a:gdLst>
                <a:gd name="T0" fmla="*/ 138 w 146"/>
                <a:gd name="T1" fmla="*/ 0 h 104"/>
                <a:gd name="T2" fmla="*/ 53 w 146"/>
                <a:gd name="T3" fmla="*/ 43 h 104"/>
                <a:gd name="T4" fmla="*/ 81 w 146"/>
                <a:gd name="T5" fmla="*/ 67 h 104"/>
                <a:gd name="T6" fmla="*/ 0 w 146"/>
                <a:gd name="T7" fmla="*/ 101 h 104"/>
                <a:gd name="T8" fmla="*/ 2 w 146"/>
                <a:gd name="T9" fmla="*/ 104 h 104"/>
                <a:gd name="T10" fmla="*/ 103 w 146"/>
                <a:gd name="T11" fmla="*/ 75 h 104"/>
                <a:gd name="T12" fmla="*/ 74 w 146"/>
                <a:gd name="T13" fmla="*/ 46 h 104"/>
                <a:gd name="T14" fmla="*/ 146 w 146"/>
                <a:gd name="T15" fmla="*/ 15 h 104"/>
                <a:gd name="T16" fmla="*/ 138 w 146"/>
                <a:gd name="T17"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6" h="104">
                  <a:moveTo>
                    <a:pt x="138" y="0"/>
                  </a:moveTo>
                  <a:lnTo>
                    <a:pt x="53" y="43"/>
                  </a:lnTo>
                  <a:lnTo>
                    <a:pt x="81" y="67"/>
                  </a:lnTo>
                  <a:lnTo>
                    <a:pt x="0" y="101"/>
                  </a:lnTo>
                  <a:lnTo>
                    <a:pt x="2" y="104"/>
                  </a:lnTo>
                  <a:lnTo>
                    <a:pt x="103" y="75"/>
                  </a:lnTo>
                  <a:lnTo>
                    <a:pt x="74" y="46"/>
                  </a:lnTo>
                  <a:lnTo>
                    <a:pt x="146" y="15"/>
                  </a:ln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205"/>
            <p:cNvSpPr>
              <a:spLocks/>
            </p:cNvSpPr>
            <p:nvPr/>
          </p:nvSpPr>
          <p:spPr bwMode="auto">
            <a:xfrm>
              <a:off x="2252663" y="1820863"/>
              <a:ext cx="228600" cy="69850"/>
            </a:xfrm>
            <a:custGeom>
              <a:avLst/>
              <a:gdLst>
                <a:gd name="T0" fmla="*/ 74 w 144"/>
                <a:gd name="T1" fmla="*/ 30 h 44"/>
                <a:gd name="T2" fmla="*/ 0 w 144"/>
                <a:gd name="T3" fmla="*/ 21 h 44"/>
                <a:gd name="T4" fmla="*/ 0 w 144"/>
                <a:gd name="T5" fmla="*/ 24 h 44"/>
                <a:gd name="T6" fmla="*/ 86 w 144"/>
                <a:gd name="T7" fmla="*/ 44 h 44"/>
                <a:gd name="T8" fmla="*/ 78 w 144"/>
                <a:gd name="T9" fmla="*/ 11 h 44"/>
                <a:gd name="T10" fmla="*/ 143 w 144"/>
                <a:gd name="T11" fmla="*/ 19 h 44"/>
                <a:gd name="T12" fmla="*/ 144 w 144"/>
                <a:gd name="T13" fmla="*/ 4 h 44"/>
                <a:gd name="T14" fmla="*/ 64 w 144"/>
                <a:gd name="T15" fmla="*/ 0 h 44"/>
                <a:gd name="T16" fmla="*/ 74 w 144"/>
                <a:gd name="T17" fmla="*/ 3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4" h="44">
                  <a:moveTo>
                    <a:pt x="74" y="30"/>
                  </a:moveTo>
                  <a:lnTo>
                    <a:pt x="0" y="21"/>
                  </a:lnTo>
                  <a:lnTo>
                    <a:pt x="0" y="24"/>
                  </a:lnTo>
                  <a:lnTo>
                    <a:pt x="86" y="44"/>
                  </a:lnTo>
                  <a:lnTo>
                    <a:pt x="78" y="11"/>
                  </a:lnTo>
                  <a:lnTo>
                    <a:pt x="143" y="19"/>
                  </a:lnTo>
                  <a:lnTo>
                    <a:pt x="144" y="4"/>
                  </a:lnTo>
                  <a:lnTo>
                    <a:pt x="64" y="0"/>
                  </a:lnTo>
                  <a:lnTo>
                    <a:pt x="74"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206"/>
            <p:cNvSpPr>
              <a:spLocks/>
            </p:cNvSpPr>
            <p:nvPr/>
          </p:nvSpPr>
          <p:spPr bwMode="auto">
            <a:xfrm>
              <a:off x="2198688" y="1568451"/>
              <a:ext cx="123825" cy="200025"/>
            </a:xfrm>
            <a:custGeom>
              <a:avLst/>
              <a:gdLst>
                <a:gd name="T0" fmla="*/ 2 w 78"/>
                <a:gd name="T1" fmla="*/ 126 h 126"/>
                <a:gd name="T2" fmla="*/ 68 w 78"/>
                <a:gd name="T3" fmla="*/ 69 h 126"/>
                <a:gd name="T4" fmla="*/ 36 w 78"/>
                <a:gd name="T5" fmla="*/ 57 h 126"/>
                <a:gd name="T6" fmla="*/ 78 w 78"/>
                <a:gd name="T7" fmla="*/ 8 h 126"/>
                <a:gd name="T8" fmla="*/ 67 w 78"/>
                <a:gd name="T9" fmla="*/ 0 h 126"/>
                <a:gd name="T10" fmla="*/ 20 w 78"/>
                <a:gd name="T11" fmla="*/ 62 h 126"/>
                <a:gd name="T12" fmla="*/ 49 w 78"/>
                <a:gd name="T13" fmla="*/ 71 h 126"/>
                <a:gd name="T14" fmla="*/ 0 w 78"/>
                <a:gd name="T15" fmla="*/ 124 h 126"/>
                <a:gd name="T16" fmla="*/ 2 w 78"/>
                <a:gd name="T17"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126">
                  <a:moveTo>
                    <a:pt x="2" y="126"/>
                  </a:moveTo>
                  <a:lnTo>
                    <a:pt x="68" y="69"/>
                  </a:lnTo>
                  <a:lnTo>
                    <a:pt x="36" y="57"/>
                  </a:lnTo>
                  <a:lnTo>
                    <a:pt x="78" y="8"/>
                  </a:lnTo>
                  <a:lnTo>
                    <a:pt x="67" y="0"/>
                  </a:lnTo>
                  <a:lnTo>
                    <a:pt x="20" y="62"/>
                  </a:lnTo>
                  <a:lnTo>
                    <a:pt x="49" y="71"/>
                  </a:lnTo>
                  <a:lnTo>
                    <a:pt x="0" y="124"/>
                  </a:lnTo>
                  <a:lnTo>
                    <a:pt x="2" y="1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91" name="组合 190"/>
          <p:cNvGrpSpPr/>
          <p:nvPr/>
        </p:nvGrpSpPr>
        <p:grpSpPr>
          <a:xfrm>
            <a:off x="3630613" y="1598613"/>
            <a:ext cx="1038225" cy="1193800"/>
            <a:chOff x="3630613" y="1598613"/>
            <a:chExt cx="1038225" cy="1193800"/>
          </a:xfrm>
          <a:solidFill>
            <a:schemeClr val="tx1">
              <a:lumMod val="65000"/>
              <a:lumOff val="35000"/>
            </a:schemeClr>
          </a:solidFill>
        </p:grpSpPr>
        <p:sp>
          <p:nvSpPr>
            <p:cNvPr id="192" name="Freeform 213"/>
            <p:cNvSpPr>
              <a:spLocks/>
            </p:cNvSpPr>
            <p:nvPr/>
          </p:nvSpPr>
          <p:spPr bwMode="auto">
            <a:xfrm>
              <a:off x="3630613" y="1908176"/>
              <a:ext cx="244475" cy="212725"/>
            </a:xfrm>
            <a:custGeom>
              <a:avLst/>
              <a:gdLst>
                <a:gd name="T0" fmla="*/ 127 w 149"/>
                <a:gd name="T1" fmla="*/ 25 h 131"/>
                <a:gd name="T2" fmla="*/ 21 w 149"/>
                <a:gd name="T3" fmla="*/ 2 h 131"/>
                <a:gd name="T4" fmla="*/ 2 w 149"/>
                <a:gd name="T5" fmla="*/ 14 h 131"/>
                <a:gd name="T6" fmla="*/ 14 w 149"/>
                <a:gd name="T7" fmla="*/ 33 h 131"/>
                <a:gd name="T8" fmla="*/ 100 w 149"/>
                <a:gd name="T9" fmla="*/ 52 h 131"/>
                <a:gd name="T10" fmla="*/ 119 w 149"/>
                <a:gd name="T11" fmla="*/ 131 h 131"/>
                <a:gd name="T12" fmla="*/ 149 w 149"/>
                <a:gd name="T13" fmla="*/ 119 h 131"/>
                <a:gd name="T14" fmla="*/ 127 w 149"/>
                <a:gd name="T15" fmla="*/ 25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9" h="131">
                  <a:moveTo>
                    <a:pt x="127" y="25"/>
                  </a:moveTo>
                  <a:cubicBezTo>
                    <a:pt x="21" y="2"/>
                    <a:pt x="21" y="2"/>
                    <a:pt x="21" y="2"/>
                  </a:cubicBezTo>
                  <a:cubicBezTo>
                    <a:pt x="12" y="0"/>
                    <a:pt x="4" y="5"/>
                    <a:pt x="2" y="14"/>
                  </a:cubicBezTo>
                  <a:cubicBezTo>
                    <a:pt x="0" y="22"/>
                    <a:pt x="5" y="31"/>
                    <a:pt x="14" y="33"/>
                  </a:cubicBezTo>
                  <a:cubicBezTo>
                    <a:pt x="100" y="52"/>
                    <a:pt x="100" y="52"/>
                    <a:pt x="100" y="52"/>
                  </a:cubicBezTo>
                  <a:cubicBezTo>
                    <a:pt x="119" y="131"/>
                    <a:pt x="119" y="131"/>
                    <a:pt x="119" y="131"/>
                  </a:cubicBezTo>
                  <a:cubicBezTo>
                    <a:pt x="129" y="126"/>
                    <a:pt x="139" y="122"/>
                    <a:pt x="149" y="119"/>
                  </a:cubicBezTo>
                  <a:lnTo>
                    <a:pt x="127"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214"/>
            <p:cNvSpPr>
              <a:spLocks noEditPoints="1"/>
            </p:cNvSpPr>
            <p:nvPr/>
          </p:nvSpPr>
          <p:spPr bwMode="auto">
            <a:xfrm>
              <a:off x="4292600" y="2613026"/>
              <a:ext cx="177800" cy="177800"/>
            </a:xfrm>
            <a:custGeom>
              <a:avLst/>
              <a:gdLst>
                <a:gd name="T0" fmla="*/ 109 w 109"/>
                <a:gd name="T1" fmla="*/ 54 h 109"/>
                <a:gd name="T2" fmla="*/ 55 w 109"/>
                <a:gd name="T3" fmla="*/ 0 h 109"/>
                <a:gd name="T4" fmla="*/ 0 w 109"/>
                <a:gd name="T5" fmla="*/ 54 h 109"/>
                <a:gd name="T6" fmla="*/ 55 w 109"/>
                <a:gd name="T7" fmla="*/ 109 h 109"/>
                <a:gd name="T8" fmla="*/ 109 w 109"/>
                <a:gd name="T9" fmla="*/ 54 h 109"/>
                <a:gd name="T10" fmla="*/ 23 w 109"/>
                <a:gd name="T11" fmla="*/ 54 h 109"/>
                <a:gd name="T12" fmla="*/ 55 w 109"/>
                <a:gd name="T13" fmla="*/ 22 h 109"/>
                <a:gd name="T14" fmla="*/ 87 w 109"/>
                <a:gd name="T15" fmla="*/ 54 h 109"/>
                <a:gd name="T16" fmla="*/ 55 w 109"/>
                <a:gd name="T17" fmla="*/ 86 h 109"/>
                <a:gd name="T18" fmla="*/ 23 w 109"/>
                <a:gd name="T19" fmla="*/ 54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9" h="109">
                  <a:moveTo>
                    <a:pt x="109" y="54"/>
                  </a:moveTo>
                  <a:cubicBezTo>
                    <a:pt x="109" y="24"/>
                    <a:pt x="85" y="0"/>
                    <a:pt x="55" y="0"/>
                  </a:cubicBezTo>
                  <a:cubicBezTo>
                    <a:pt x="25" y="0"/>
                    <a:pt x="0" y="24"/>
                    <a:pt x="0" y="54"/>
                  </a:cubicBezTo>
                  <a:cubicBezTo>
                    <a:pt x="0" y="85"/>
                    <a:pt x="25" y="109"/>
                    <a:pt x="55" y="109"/>
                  </a:cubicBezTo>
                  <a:cubicBezTo>
                    <a:pt x="85" y="109"/>
                    <a:pt x="109" y="85"/>
                    <a:pt x="109" y="54"/>
                  </a:cubicBezTo>
                  <a:close/>
                  <a:moveTo>
                    <a:pt x="23" y="54"/>
                  </a:moveTo>
                  <a:cubicBezTo>
                    <a:pt x="23" y="37"/>
                    <a:pt x="37" y="22"/>
                    <a:pt x="55" y="22"/>
                  </a:cubicBezTo>
                  <a:cubicBezTo>
                    <a:pt x="72" y="22"/>
                    <a:pt x="87" y="37"/>
                    <a:pt x="87" y="54"/>
                  </a:cubicBezTo>
                  <a:cubicBezTo>
                    <a:pt x="87" y="72"/>
                    <a:pt x="72" y="86"/>
                    <a:pt x="55" y="86"/>
                  </a:cubicBezTo>
                  <a:cubicBezTo>
                    <a:pt x="37" y="86"/>
                    <a:pt x="23" y="72"/>
                    <a:pt x="23"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Oval 215"/>
            <p:cNvSpPr>
              <a:spLocks noChangeArrowheads="1"/>
            </p:cNvSpPr>
            <p:nvPr/>
          </p:nvSpPr>
          <p:spPr bwMode="auto">
            <a:xfrm>
              <a:off x="4356100" y="2674938"/>
              <a:ext cx="52388" cy="508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Oval 216"/>
            <p:cNvSpPr>
              <a:spLocks noChangeArrowheads="1"/>
            </p:cNvSpPr>
            <p:nvPr/>
          </p:nvSpPr>
          <p:spPr bwMode="auto">
            <a:xfrm>
              <a:off x="4116388" y="1598613"/>
              <a:ext cx="293688" cy="2936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217"/>
            <p:cNvSpPr>
              <a:spLocks/>
            </p:cNvSpPr>
            <p:nvPr/>
          </p:nvSpPr>
          <p:spPr bwMode="auto">
            <a:xfrm>
              <a:off x="3911600" y="1808163"/>
              <a:ext cx="287338" cy="349250"/>
            </a:xfrm>
            <a:custGeom>
              <a:avLst/>
              <a:gdLst>
                <a:gd name="T0" fmla="*/ 176 w 176"/>
                <a:gd name="T1" fmla="*/ 214 h 214"/>
                <a:gd name="T2" fmla="*/ 145 w 176"/>
                <a:gd name="T3" fmla="*/ 79 h 214"/>
                <a:gd name="T4" fmla="*/ 73 w 176"/>
                <a:gd name="T5" fmla="*/ 5 h 214"/>
                <a:gd name="T6" fmla="*/ 4 w 176"/>
                <a:gd name="T7" fmla="*/ 108 h 214"/>
                <a:gd name="T8" fmla="*/ 11 w 176"/>
                <a:gd name="T9" fmla="*/ 172 h 214"/>
                <a:gd name="T10" fmla="*/ 44 w 176"/>
                <a:gd name="T11" fmla="*/ 170 h 214"/>
                <a:gd name="T12" fmla="*/ 176 w 176"/>
                <a:gd name="T13" fmla="*/ 214 h 214"/>
              </a:gdLst>
              <a:ahLst/>
              <a:cxnLst>
                <a:cxn ang="0">
                  <a:pos x="T0" y="T1"/>
                </a:cxn>
                <a:cxn ang="0">
                  <a:pos x="T2" y="T3"/>
                </a:cxn>
                <a:cxn ang="0">
                  <a:pos x="T4" y="T5"/>
                </a:cxn>
                <a:cxn ang="0">
                  <a:pos x="T6" y="T7"/>
                </a:cxn>
                <a:cxn ang="0">
                  <a:pos x="T8" y="T9"/>
                </a:cxn>
                <a:cxn ang="0">
                  <a:pos x="T10" y="T11"/>
                </a:cxn>
                <a:cxn ang="0">
                  <a:pos x="T12" y="T13"/>
                </a:cxn>
              </a:cxnLst>
              <a:rect l="0" t="0" r="r" b="b"/>
              <a:pathLst>
                <a:path w="176" h="214">
                  <a:moveTo>
                    <a:pt x="176" y="214"/>
                  </a:moveTo>
                  <a:cubicBezTo>
                    <a:pt x="161" y="167"/>
                    <a:pt x="152" y="117"/>
                    <a:pt x="145" y="79"/>
                  </a:cubicBezTo>
                  <a:cubicBezTo>
                    <a:pt x="140" y="38"/>
                    <a:pt x="108" y="0"/>
                    <a:pt x="73" y="5"/>
                  </a:cubicBezTo>
                  <a:cubicBezTo>
                    <a:pt x="39" y="10"/>
                    <a:pt x="0" y="46"/>
                    <a:pt x="4" y="108"/>
                  </a:cubicBezTo>
                  <a:cubicBezTo>
                    <a:pt x="5" y="132"/>
                    <a:pt x="8" y="153"/>
                    <a:pt x="11" y="172"/>
                  </a:cubicBezTo>
                  <a:cubicBezTo>
                    <a:pt x="22" y="171"/>
                    <a:pt x="33" y="170"/>
                    <a:pt x="44" y="170"/>
                  </a:cubicBezTo>
                  <a:cubicBezTo>
                    <a:pt x="93" y="170"/>
                    <a:pt x="139" y="186"/>
                    <a:pt x="176" y="2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218"/>
            <p:cNvSpPr>
              <a:spLocks/>
            </p:cNvSpPr>
            <p:nvPr/>
          </p:nvSpPr>
          <p:spPr bwMode="auto">
            <a:xfrm>
              <a:off x="4237038" y="2128838"/>
              <a:ext cx="431800" cy="574675"/>
            </a:xfrm>
            <a:custGeom>
              <a:avLst/>
              <a:gdLst>
                <a:gd name="T0" fmla="*/ 140 w 265"/>
                <a:gd name="T1" fmla="*/ 35 h 352"/>
                <a:gd name="T2" fmla="*/ 78 w 265"/>
                <a:gd name="T3" fmla="*/ 9 h 352"/>
                <a:gd name="T4" fmla="*/ 0 w 265"/>
                <a:gd name="T5" fmla="*/ 37 h 352"/>
                <a:gd name="T6" fmla="*/ 55 w 265"/>
                <a:gd name="T7" fmla="*/ 123 h 352"/>
                <a:gd name="T8" fmla="*/ 68 w 265"/>
                <a:gd name="T9" fmla="*/ 119 h 352"/>
                <a:gd name="T10" fmla="*/ 163 w 265"/>
                <a:gd name="T11" fmla="*/ 323 h 352"/>
                <a:gd name="T12" fmla="*/ 208 w 265"/>
                <a:gd name="T13" fmla="*/ 352 h 352"/>
                <a:gd name="T14" fmla="*/ 229 w 265"/>
                <a:gd name="T15" fmla="*/ 348 h 352"/>
                <a:gd name="T16" fmla="*/ 254 w 265"/>
                <a:gd name="T17" fmla="*/ 281 h 352"/>
                <a:gd name="T18" fmla="*/ 140 w 265"/>
                <a:gd name="T19" fmla="*/ 35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5" h="352">
                  <a:moveTo>
                    <a:pt x="140" y="35"/>
                  </a:moveTo>
                  <a:cubicBezTo>
                    <a:pt x="129" y="12"/>
                    <a:pt x="102" y="0"/>
                    <a:pt x="78" y="9"/>
                  </a:cubicBezTo>
                  <a:cubicBezTo>
                    <a:pt x="0" y="37"/>
                    <a:pt x="0" y="37"/>
                    <a:pt x="0" y="37"/>
                  </a:cubicBezTo>
                  <a:cubicBezTo>
                    <a:pt x="25" y="61"/>
                    <a:pt x="43" y="90"/>
                    <a:pt x="55" y="123"/>
                  </a:cubicBezTo>
                  <a:cubicBezTo>
                    <a:pt x="68" y="119"/>
                    <a:pt x="68" y="119"/>
                    <a:pt x="68" y="119"/>
                  </a:cubicBezTo>
                  <a:cubicBezTo>
                    <a:pt x="163" y="323"/>
                    <a:pt x="163" y="323"/>
                    <a:pt x="163" y="323"/>
                  </a:cubicBezTo>
                  <a:cubicBezTo>
                    <a:pt x="171" y="341"/>
                    <a:pt x="189" y="352"/>
                    <a:pt x="208" y="352"/>
                  </a:cubicBezTo>
                  <a:cubicBezTo>
                    <a:pt x="215" y="352"/>
                    <a:pt x="223" y="351"/>
                    <a:pt x="229" y="348"/>
                  </a:cubicBezTo>
                  <a:cubicBezTo>
                    <a:pt x="254" y="336"/>
                    <a:pt x="265" y="306"/>
                    <a:pt x="254" y="281"/>
                  </a:cubicBezTo>
                  <a:lnTo>
                    <a:pt x="140"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219"/>
            <p:cNvSpPr>
              <a:spLocks noEditPoints="1"/>
            </p:cNvSpPr>
            <p:nvPr/>
          </p:nvSpPr>
          <p:spPr bwMode="auto">
            <a:xfrm>
              <a:off x="3638550" y="2103438"/>
              <a:ext cx="688975" cy="688975"/>
            </a:xfrm>
            <a:custGeom>
              <a:avLst/>
              <a:gdLst>
                <a:gd name="T0" fmla="*/ 212 w 423"/>
                <a:gd name="T1" fmla="*/ 0 h 422"/>
                <a:gd name="T2" fmla="*/ 0 w 423"/>
                <a:gd name="T3" fmla="*/ 211 h 422"/>
                <a:gd name="T4" fmla="*/ 212 w 423"/>
                <a:gd name="T5" fmla="*/ 422 h 422"/>
                <a:gd name="T6" fmla="*/ 423 w 423"/>
                <a:gd name="T7" fmla="*/ 211 h 422"/>
                <a:gd name="T8" fmla="*/ 212 w 423"/>
                <a:gd name="T9" fmla="*/ 0 h 422"/>
                <a:gd name="T10" fmla="*/ 221 w 423"/>
                <a:gd name="T11" fmla="*/ 42 h 422"/>
                <a:gd name="T12" fmla="*/ 288 w 423"/>
                <a:gd name="T13" fmla="*/ 60 h 422"/>
                <a:gd name="T14" fmla="*/ 221 w 423"/>
                <a:gd name="T15" fmla="*/ 178 h 422"/>
                <a:gd name="T16" fmla="*/ 221 w 423"/>
                <a:gd name="T17" fmla="*/ 42 h 422"/>
                <a:gd name="T18" fmla="*/ 354 w 423"/>
                <a:gd name="T19" fmla="*/ 119 h 422"/>
                <a:gd name="T20" fmla="*/ 236 w 423"/>
                <a:gd name="T21" fmla="*/ 187 h 422"/>
                <a:gd name="T22" fmla="*/ 304 w 423"/>
                <a:gd name="T23" fmla="*/ 69 h 422"/>
                <a:gd name="T24" fmla="*/ 354 w 423"/>
                <a:gd name="T25" fmla="*/ 119 h 422"/>
                <a:gd name="T26" fmla="*/ 179 w 423"/>
                <a:gd name="T27" fmla="*/ 220 h 422"/>
                <a:gd name="T28" fmla="*/ 61 w 423"/>
                <a:gd name="T29" fmla="*/ 288 h 422"/>
                <a:gd name="T30" fmla="*/ 43 w 423"/>
                <a:gd name="T31" fmla="*/ 220 h 422"/>
                <a:gd name="T32" fmla="*/ 179 w 423"/>
                <a:gd name="T33" fmla="*/ 220 h 422"/>
                <a:gd name="T34" fmla="*/ 43 w 423"/>
                <a:gd name="T35" fmla="*/ 202 h 422"/>
                <a:gd name="T36" fmla="*/ 61 w 423"/>
                <a:gd name="T37" fmla="*/ 134 h 422"/>
                <a:gd name="T38" fmla="*/ 179 w 423"/>
                <a:gd name="T39" fmla="*/ 202 h 422"/>
                <a:gd name="T40" fmla="*/ 43 w 423"/>
                <a:gd name="T41" fmla="*/ 202 h 422"/>
                <a:gd name="T42" fmla="*/ 203 w 423"/>
                <a:gd name="T43" fmla="*/ 380 h 422"/>
                <a:gd name="T44" fmla="*/ 135 w 423"/>
                <a:gd name="T45" fmla="*/ 362 h 422"/>
                <a:gd name="T46" fmla="*/ 203 w 423"/>
                <a:gd name="T47" fmla="*/ 244 h 422"/>
                <a:gd name="T48" fmla="*/ 203 w 423"/>
                <a:gd name="T49" fmla="*/ 380 h 422"/>
                <a:gd name="T50" fmla="*/ 221 w 423"/>
                <a:gd name="T51" fmla="*/ 244 h 422"/>
                <a:gd name="T52" fmla="*/ 288 w 423"/>
                <a:gd name="T53" fmla="*/ 362 h 422"/>
                <a:gd name="T54" fmla="*/ 221 w 423"/>
                <a:gd name="T55" fmla="*/ 380 h 422"/>
                <a:gd name="T56" fmla="*/ 221 w 423"/>
                <a:gd name="T57" fmla="*/ 244 h 422"/>
                <a:gd name="T58" fmla="*/ 245 w 423"/>
                <a:gd name="T59" fmla="*/ 202 h 422"/>
                <a:gd name="T60" fmla="*/ 362 w 423"/>
                <a:gd name="T61" fmla="*/ 134 h 422"/>
                <a:gd name="T62" fmla="*/ 381 w 423"/>
                <a:gd name="T63" fmla="*/ 202 h 422"/>
                <a:gd name="T64" fmla="*/ 245 w 423"/>
                <a:gd name="T65" fmla="*/ 202 h 422"/>
                <a:gd name="T66" fmla="*/ 381 w 423"/>
                <a:gd name="T67" fmla="*/ 220 h 422"/>
                <a:gd name="T68" fmla="*/ 362 w 423"/>
                <a:gd name="T69" fmla="*/ 288 h 422"/>
                <a:gd name="T70" fmla="*/ 245 w 423"/>
                <a:gd name="T71" fmla="*/ 220 h 422"/>
                <a:gd name="T72" fmla="*/ 381 w 423"/>
                <a:gd name="T73" fmla="*/ 220 h 422"/>
                <a:gd name="T74" fmla="*/ 203 w 423"/>
                <a:gd name="T75" fmla="*/ 42 h 422"/>
                <a:gd name="T76" fmla="*/ 203 w 423"/>
                <a:gd name="T77" fmla="*/ 178 h 422"/>
                <a:gd name="T78" fmla="*/ 135 w 423"/>
                <a:gd name="T79" fmla="*/ 60 h 422"/>
                <a:gd name="T80" fmla="*/ 203 w 423"/>
                <a:gd name="T81" fmla="*/ 42 h 422"/>
                <a:gd name="T82" fmla="*/ 120 w 423"/>
                <a:gd name="T83" fmla="*/ 69 h 422"/>
                <a:gd name="T84" fmla="*/ 188 w 423"/>
                <a:gd name="T85" fmla="*/ 187 h 422"/>
                <a:gd name="T86" fmla="*/ 70 w 423"/>
                <a:gd name="T87" fmla="*/ 119 h 422"/>
                <a:gd name="T88" fmla="*/ 120 w 423"/>
                <a:gd name="T89" fmla="*/ 69 h 422"/>
                <a:gd name="T90" fmla="*/ 70 w 423"/>
                <a:gd name="T91" fmla="*/ 303 h 422"/>
                <a:gd name="T92" fmla="*/ 188 w 423"/>
                <a:gd name="T93" fmla="*/ 235 h 422"/>
                <a:gd name="T94" fmla="*/ 120 w 423"/>
                <a:gd name="T95" fmla="*/ 353 h 422"/>
                <a:gd name="T96" fmla="*/ 70 w 423"/>
                <a:gd name="T97" fmla="*/ 303 h 422"/>
                <a:gd name="T98" fmla="*/ 304 w 423"/>
                <a:gd name="T99" fmla="*/ 353 h 422"/>
                <a:gd name="T100" fmla="*/ 236 w 423"/>
                <a:gd name="T101" fmla="*/ 235 h 422"/>
                <a:gd name="T102" fmla="*/ 354 w 423"/>
                <a:gd name="T103" fmla="*/ 303 h 422"/>
                <a:gd name="T104" fmla="*/ 304 w 423"/>
                <a:gd name="T105" fmla="*/ 353 h 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23" h="422">
                  <a:moveTo>
                    <a:pt x="212" y="0"/>
                  </a:moveTo>
                  <a:cubicBezTo>
                    <a:pt x="95" y="0"/>
                    <a:pt x="0" y="94"/>
                    <a:pt x="0" y="211"/>
                  </a:cubicBezTo>
                  <a:cubicBezTo>
                    <a:pt x="0" y="328"/>
                    <a:pt x="95" y="422"/>
                    <a:pt x="212" y="422"/>
                  </a:cubicBezTo>
                  <a:cubicBezTo>
                    <a:pt x="328" y="422"/>
                    <a:pt x="423" y="328"/>
                    <a:pt x="423" y="211"/>
                  </a:cubicBezTo>
                  <a:cubicBezTo>
                    <a:pt x="423" y="94"/>
                    <a:pt x="328" y="0"/>
                    <a:pt x="212" y="0"/>
                  </a:cubicBezTo>
                  <a:close/>
                  <a:moveTo>
                    <a:pt x="221" y="42"/>
                  </a:moveTo>
                  <a:cubicBezTo>
                    <a:pt x="245" y="43"/>
                    <a:pt x="268" y="50"/>
                    <a:pt x="288" y="60"/>
                  </a:cubicBezTo>
                  <a:cubicBezTo>
                    <a:pt x="221" y="178"/>
                    <a:pt x="221" y="178"/>
                    <a:pt x="221" y="178"/>
                  </a:cubicBezTo>
                  <a:lnTo>
                    <a:pt x="221" y="42"/>
                  </a:lnTo>
                  <a:close/>
                  <a:moveTo>
                    <a:pt x="354" y="119"/>
                  </a:moveTo>
                  <a:cubicBezTo>
                    <a:pt x="236" y="187"/>
                    <a:pt x="236" y="187"/>
                    <a:pt x="236" y="187"/>
                  </a:cubicBezTo>
                  <a:cubicBezTo>
                    <a:pt x="304" y="69"/>
                    <a:pt x="304" y="69"/>
                    <a:pt x="304" y="69"/>
                  </a:cubicBezTo>
                  <a:cubicBezTo>
                    <a:pt x="324" y="82"/>
                    <a:pt x="341" y="99"/>
                    <a:pt x="354" y="119"/>
                  </a:cubicBezTo>
                  <a:close/>
                  <a:moveTo>
                    <a:pt x="179" y="220"/>
                  </a:moveTo>
                  <a:cubicBezTo>
                    <a:pt x="61" y="288"/>
                    <a:pt x="61" y="288"/>
                    <a:pt x="61" y="288"/>
                  </a:cubicBezTo>
                  <a:cubicBezTo>
                    <a:pt x="51" y="267"/>
                    <a:pt x="44" y="244"/>
                    <a:pt x="43" y="220"/>
                  </a:cubicBezTo>
                  <a:lnTo>
                    <a:pt x="179" y="220"/>
                  </a:lnTo>
                  <a:close/>
                  <a:moveTo>
                    <a:pt x="43" y="202"/>
                  </a:moveTo>
                  <a:cubicBezTo>
                    <a:pt x="44" y="178"/>
                    <a:pt x="51" y="155"/>
                    <a:pt x="61" y="134"/>
                  </a:cubicBezTo>
                  <a:cubicBezTo>
                    <a:pt x="179" y="202"/>
                    <a:pt x="179" y="202"/>
                    <a:pt x="179" y="202"/>
                  </a:cubicBezTo>
                  <a:lnTo>
                    <a:pt x="43" y="202"/>
                  </a:lnTo>
                  <a:close/>
                  <a:moveTo>
                    <a:pt x="203" y="380"/>
                  </a:moveTo>
                  <a:cubicBezTo>
                    <a:pt x="179" y="379"/>
                    <a:pt x="156" y="372"/>
                    <a:pt x="135" y="362"/>
                  </a:cubicBezTo>
                  <a:cubicBezTo>
                    <a:pt x="203" y="244"/>
                    <a:pt x="203" y="244"/>
                    <a:pt x="203" y="244"/>
                  </a:cubicBezTo>
                  <a:lnTo>
                    <a:pt x="203" y="380"/>
                  </a:lnTo>
                  <a:close/>
                  <a:moveTo>
                    <a:pt x="221" y="244"/>
                  </a:moveTo>
                  <a:cubicBezTo>
                    <a:pt x="288" y="362"/>
                    <a:pt x="288" y="362"/>
                    <a:pt x="288" y="362"/>
                  </a:cubicBezTo>
                  <a:cubicBezTo>
                    <a:pt x="268" y="372"/>
                    <a:pt x="245" y="379"/>
                    <a:pt x="221" y="380"/>
                  </a:cubicBezTo>
                  <a:lnTo>
                    <a:pt x="221" y="244"/>
                  </a:lnTo>
                  <a:close/>
                  <a:moveTo>
                    <a:pt x="245" y="202"/>
                  </a:moveTo>
                  <a:cubicBezTo>
                    <a:pt x="362" y="134"/>
                    <a:pt x="362" y="134"/>
                    <a:pt x="362" y="134"/>
                  </a:cubicBezTo>
                  <a:cubicBezTo>
                    <a:pt x="373" y="155"/>
                    <a:pt x="379" y="178"/>
                    <a:pt x="381" y="202"/>
                  </a:cubicBezTo>
                  <a:lnTo>
                    <a:pt x="245" y="202"/>
                  </a:lnTo>
                  <a:close/>
                  <a:moveTo>
                    <a:pt x="381" y="220"/>
                  </a:moveTo>
                  <a:cubicBezTo>
                    <a:pt x="379" y="244"/>
                    <a:pt x="373" y="267"/>
                    <a:pt x="362" y="288"/>
                  </a:cubicBezTo>
                  <a:cubicBezTo>
                    <a:pt x="245" y="220"/>
                    <a:pt x="245" y="220"/>
                    <a:pt x="245" y="220"/>
                  </a:cubicBezTo>
                  <a:lnTo>
                    <a:pt x="381" y="220"/>
                  </a:lnTo>
                  <a:close/>
                  <a:moveTo>
                    <a:pt x="203" y="42"/>
                  </a:moveTo>
                  <a:cubicBezTo>
                    <a:pt x="203" y="178"/>
                    <a:pt x="203" y="178"/>
                    <a:pt x="203" y="178"/>
                  </a:cubicBezTo>
                  <a:cubicBezTo>
                    <a:pt x="135" y="60"/>
                    <a:pt x="135" y="60"/>
                    <a:pt x="135" y="60"/>
                  </a:cubicBezTo>
                  <a:cubicBezTo>
                    <a:pt x="156" y="50"/>
                    <a:pt x="179" y="43"/>
                    <a:pt x="203" y="42"/>
                  </a:cubicBezTo>
                  <a:close/>
                  <a:moveTo>
                    <a:pt x="120" y="69"/>
                  </a:moveTo>
                  <a:cubicBezTo>
                    <a:pt x="188" y="187"/>
                    <a:pt x="188" y="187"/>
                    <a:pt x="188" y="187"/>
                  </a:cubicBezTo>
                  <a:cubicBezTo>
                    <a:pt x="70" y="119"/>
                    <a:pt x="70" y="119"/>
                    <a:pt x="70" y="119"/>
                  </a:cubicBezTo>
                  <a:cubicBezTo>
                    <a:pt x="83" y="99"/>
                    <a:pt x="100" y="82"/>
                    <a:pt x="120" y="69"/>
                  </a:cubicBezTo>
                  <a:close/>
                  <a:moveTo>
                    <a:pt x="70" y="303"/>
                  </a:moveTo>
                  <a:cubicBezTo>
                    <a:pt x="188" y="235"/>
                    <a:pt x="188" y="235"/>
                    <a:pt x="188" y="235"/>
                  </a:cubicBezTo>
                  <a:cubicBezTo>
                    <a:pt x="120" y="353"/>
                    <a:pt x="120" y="353"/>
                    <a:pt x="120" y="353"/>
                  </a:cubicBezTo>
                  <a:cubicBezTo>
                    <a:pt x="100" y="340"/>
                    <a:pt x="83" y="323"/>
                    <a:pt x="70" y="303"/>
                  </a:cubicBezTo>
                  <a:close/>
                  <a:moveTo>
                    <a:pt x="304" y="353"/>
                  </a:moveTo>
                  <a:cubicBezTo>
                    <a:pt x="236" y="235"/>
                    <a:pt x="236" y="235"/>
                    <a:pt x="236" y="235"/>
                  </a:cubicBezTo>
                  <a:cubicBezTo>
                    <a:pt x="354" y="303"/>
                    <a:pt x="354" y="303"/>
                    <a:pt x="354" y="303"/>
                  </a:cubicBezTo>
                  <a:cubicBezTo>
                    <a:pt x="341" y="323"/>
                    <a:pt x="324" y="340"/>
                    <a:pt x="304"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99" name="组合 198"/>
          <p:cNvGrpSpPr/>
          <p:nvPr/>
        </p:nvGrpSpPr>
        <p:grpSpPr>
          <a:xfrm>
            <a:off x="2641600" y="1096963"/>
            <a:ext cx="676275" cy="1693863"/>
            <a:chOff x="2641600" y="1096963"/>
            <a:chExt cx="676275" cy="1693863"/>
          </a:xfrm>
          <a:solidFill>
            <a:schemeClr val="tx1">
              <a:lumMod val="65000"/>
              <a:lumOff val="35000"/>
            </a:schemeClr>
          </a:solidFill>
        </p:grpSpPr>
        <p:sp>
          <p:nvSpPr>
            <p:cNvPr id="200" name="Freeform 235"/>
            <p:cNvSpPr>
              <a:spLocks noEditPoints="1"/>
            </p:cNvSpPr>
            <p:nvPr/>
          </p:nvSpPr>
          <p:spPr bwMode="auto">
            <a:xfrm>
              <a:off x="2641600" y="1574801"/>
              <a:ext cx="676275" cy="1216025"/>
            </a:xfrm>
            <a:custGeom>
              <a:avLst/>
              <a:gdLst>
                <a:gd name="T0" fmla="*/ 74 w 415"/>
                <a:gd name="T1" fmla="*/ 348 h 745"/>
                <a:gd name="T2" fmla="*/ 100 w 415"/>
                <a:gd name="T3" fmla="*/ 96 h 745"/>
                <a:gd name="T4" fmla="*/ 100 w 415"/>
                <a:gd name="T5" fmla="*/ 228 h 745"/>
                <a:gd name="T6" fmla="*/ 100 w 415"/>
                <a:gd name="T7" fmla="*/ 304 h 745"/>
                <a:gd name="T8" fmla="*/ 100 w 415"/>
                <a:gd name="T9" fmla="*/ 696 h 745"/>
                <a:gd name="T10" fmla="*/ 149 w 415"/>
                <a:gd name="T11" fmla="*/ 745 h 745"/>
                <a:gd name="T12" fmla="*/ 199 w 415"/>
                <a:gd name="T13" fmla="*/ 696 h 745"/>
                <a:gd name="T14" fmla="*/ 199 w 415"/>
                <a:gd name="T15" fmla="*/ 335 h 745"/>
                <a:gd name="T16" fmla="*/ 217 w 415"/>
                <a:gd name="T17" fmla="*/ 335 h 745"/>
                <a:gd name="T18" fmla="*/ 217 w 415"/>
                <a:gd name="T19" fmla="*/ 696 h 745"/>
                <a:gd name="T20" fmla="*/ 267 w 415"/>
                <a:gd name="T21" fmla="*/ 745 h 745"/>
                <a:gd name="T22" fmla="*/ 316 w 415"/>
                <a:gd name="T23" fmla="*/ 696 h 745"/>
                <a:gd name="T24" fmla="*/ 316 w 415"/>
                <a:gd name="T25" fmla="*/ 304 h 745"/>
                <a:gd name="T26" fmla="*/ 316 w 415"/>
                <a:gd name="T27" fmla="*/ 228 h 745"/>
                <a:gd name="T28" fmla="*/ 316 w 415"/>
                <a:gd name="T29" fmla="*/ 96 h 745"/>
                <a:gd name="T30" fmla="*/ 342 w 415"/>
                <a:gd name="T31" fmla="*/ 348 h 745"/>
                <a:gd name="T32" fmla="*/ 372 w 415"/>
                <a:gd name="T33" fmla="*/ 382 h 745"/>
                <a:gd name="T34" fmla="*/ 374 w 415"/>
                <a:gd name="T35" fmla="*/ 382 h 745"/>
                <a:gd name="T36" fmla="*/ 405 w 415"/>
                <a:gd name="T37" fmla="*/ 352 h 745"/>
                <a:gd name="T38" fmla="*/ 343 w 415"/>
                <a:gd name="T39" fmla="*/ 24 h 745"/>
                <a:gd name="T40" fmla="*/ 295 w 415"/>
                <a:gd name="T41" fmla="*/ 0 h 745"/>
                <a:gd name="T42" fmla="*/ 208 w 415"/>
                <a:gd name="T43" fmla="*/ 52 h 745"/>
                <a:gd name="T44" fmla="*/ 121 w 415"/>
                <a:gd name="T45" fmla="*/ 0 h 745"/>
                <a:gd name="T46" fmla="*/ 73 w 415"/>
                <a:gd name="T47" fmla="*/ 24 h 745"/>
                <a:gd name="T48" fmla="*/ 10 w 415"/>
                <a:gd name="T49" fmla="*/ 352 h 745"/>
                <a:gd name="T50" fmla="*/ 42 w 415"/>
                <a:gd name="T51" fmla="*/ 382 h 745"/>
                <a:gd name="T52" fmla="*/ 44 w 415"/>
                <a:gd name="T53" fmla="*/ 382 h 745"/>
                <a:gd name="T54" fmla="*/ 74 w 415"/>
                <a:gd name="T55" fmla="*/ 348 h 745"/>
                <a:gd name="T56" fmla="*/ 217 w 415"/>
                <a:gd name="T57" fmla="*/ 227 h 745"/>
                <a:gd name="T58" fmla="*/ 222 w 415"/>
                <a:gd name="T59" fmla="*/ 219 h 745"/>
                <a:gd name="T60" fmla="*/ 246 w 415"/>
                <a:gd name="T61" fmla="*/ 215 h 745"/>
                <a:gd name="T62" fmla="*/ 249 w 415"/>
                <a:gd name="T63" fmla="*/ 212 h 745"/>
                <a:gd name="T64" fmla="*/ 237 w 415"/>
                <a:gd name="T65" fmla="*/ 194 h 745"/>
                <a:gd name="T66" fmla="*/ 272 w 415"/>
                <a:gd name="T67" fmla="*/ 184 h 745"/>
                <a:gd name="T68" fmla="*/ 289 w 415"/>
                <a:gd name="T69" fmla="*/ 228 h 745"/>
                <a:gd name="T70" fmla="*/ 259 w 415"/>
                <a:gd name="T71" fmla="*/ 262 h 745"/>
                <a:gd name="T72" fmla="*/ 241 w 415"/>
                <a:gd name="T73" fmla="*/ 246 h 745"/>
                <a:gd name="T74" fmla="*/ 243 w 415"/>
                <a:gd name="T75" fmla="*/ 236 h 745"/>
                <a:gd name="T76" fmla="*/ 225 w 415"/>
                <a:gd name="T77" fmla="*/ 224 h 745"/>
                <a:gd name="T78" fmla="*/ 223 w 415"/>
                <a:gd name="T79" fmla="*/ 227 h 745"/>
                <a:gd name="T80" fmla="*/ 231 w 415"/>
                <a:gd name="T81" fmla="*/ 259 h 745"/>
                <a:gd name="T82" fmla="*/ 244 w 415"/>
                <a:gd name="T83" fmla="*/ 335 h 745"/>
                <a:gd name="T84" fmla="*/ 238 w 415"/>
                <a:gd name="T85" fmla="*/ 335 h 745"/>
                <a:gd name="T86" fmla="*/ 224 w 415"/>
                <a:gd name="T87" fmla="*/ 261 h 745"/>
                <a:gd name="T88" fmla="*/ 217 w 415"/>
                <a:gd name="T89" fmla="*/ 227 h 745"/>
                <a:gd name="T90" fmla="*/ 179 w 415"/>
                <a:gd name="T91" fmla="*/ 194 h 745"/>
                <a:gd name="T92" fmla="*/ 167 w 415"/>
                <a:gd name="T93" fmla="*/ 212 h 745"/>
                <a:gd name="T94" fmla="*/ 169 w 415"/>
                <a:gd name="T95" fmla="*/ 215 h 745"/>
                <a:gd name="T96" fmla="*/ 194 w 415"/>
                <a:gd name="T97" fmla="*/ 219 h 745"/>
                <a:gd name="T98" fmla="*/ 199 w 415"/>
                <a:gd name="T99" fmla="*/ 227 h 745"/>
                <a:gd name="T100" fmla="*/ 191 w 415"/>
                <a:gd name="T101" fmla="*/ 261 h 745"/>
                <a:gd name="T102" fmla="*/ 178 w 415"/>
                <a:gd name="T103" fmla="*/ 335 h 745"/>
                <a:gd name="T104" fmla="*/ 171 w 415"/>
                <a:gd name="T105" fmla="*/ 335 h 745"/>
                <a:gd name="T106" fmla="*/ 185 w 415"/>
                <a:gd name="T107" fmla="*/ 259 h 745"/>
                <a:gd name="T108" fmla="*/ 192 w 415"/>
                <a:gd name="T109" fmla="*/ 227 h 745"/>
                <a:gd name="T110" fmla="*/ 190 w 415"/>
                <a:gd name="T111" fmla="*/ 224 h 745"/>
                <a:gd name="T112" fmla="*/ 173 w 415"/>
                <a:gd name="T113" fmla="*/ 236 h 745"/>
                <a:gd name="T114" fmla="*/ 175 w 415"/>
                <a:gd name="T115" fmla="*/ 246 h 745"/>
                <a:gd name="T116" fmla="*/ 157 w 415"/>
                <a:gd name="T117" fmla="*/ 262 h 745"/>
                <a:gd name="T118" fmla="*/ 126 w 415"/>
                <a:gd name="T119" fmla="*/ 228 h 745"/>
                <a:gd name="T120" fmla="*/ 144 w 415"/>
                <a:gd name="T121" fmla="*/ 184 h 745"/>
                <a:gd name="T122" fmla="*/ 179 w 415"/>
                <a:gd name="T123" fmla="*/ 194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15" h="745">
                  <a:moveTo>
                    <a:pt x="74" y="348"/>
                  </a:moveTo>
                  <a:cubicBezTo>
                    <a:pt x="66" y="208"/>
                    <a:pt x="82" y="133"/>
                    <a:pt x="100" y="96"/>
                  </a:cubicBezTo>
                  <a:cubicBezTo>
                    <a:pt x="100" y="228"/>
                    <a:pt x="100" y="228"/>
                    <a:pt x="100" y="228"/>
                  </a:cubicBezTo>
                  <a:cubicBezTo>
                    <a:pt x="100" y="304"/>
                    <a:pt x="100" y="304"/>
                    <a:pt x="100" y="304"/>
                  </a:cubicBezTo>
                  <a:cubicBezTo>
                    <a:pt x="100" y="696"/>
                    <a:pt x="100" y="696"/>
                    <a:pt x="100" y="696"/>
                  </a:cubicBezTo>
                  <a:cubicBezTo>
                    <a:pt x="100" y="723"/>
                    <a:pt x="122" y="745"/>
                    <a:pt x="149" y="745"/>
                  </a:cubicBezTo>
                  <a:cubicBezTo>
                    <a:pt x="176" y="745"/>
                    <a:pt x="199" y="723"/>
                    <a:pt x="199" y="696"/>
                  </a:cubicBezTo>
                  <a:cubicBezTo>
                    <a:pt x="199" y="335"/>
                    <a:pt x="199" y="335"/>
                    <a:pt x="199" y="335"/>
                  </a:cubicBezTo>
                  <a:cubicBezTo>
                    <a:pt x="217" y="335"/>
                    <a:pt x="217" y="335"/>
                    <a:pt x="217" y="335"/>
                  </a:cubicBezTo>
                  <a:cubicBezTo>
                    <a:pt x="217" y="696"/>
                    <a:pt x="217" y="696"/>
                    <a:pt x="217" y="696"/>
                  </a:cubicBezTo>
                  <a:cubicBezTo>
                    <a:pt x="217" y="723"/>
                    <a:pt x="239" y="745"/>
                    <a:pt x="267" y="745"/>
                  </a:cubicBezTo>
                  <a:cubicBezTo>
                    <a:pt x="294" y="745"/>
                    <a:pt x="316" y="723"/>
                    <a:pt x="316" y="696"/>
                  </a:cubicBezTo>
                  <a:cubicBezTo>
                    <a:pt x="316" y="304"/>
                    <a:pt x="316" y="304"/>
                    <a:pt x="316" y="304"/>
                  </a:cubicBezTo>
                  <a:cubicBezTo>
                    <a:pt x="316" y="228"/>
                    <a:pt x="316" y="228"/>
                    <a:pt x="316" y="228"/>
                  </a:cubicBezTo>
                  <a:cubicBezTo>
                    <a:pt x="316" y="96"/>
                    <a:pt x="316" y="96"/>
                    <a:pt x="316" y="96"/>
                  </a:cubicBezTo>
                  <a:cubicBezTo>
                    <a:pt x="334" y="133"/>
                    <a:pt x="350" y="208"/>
                    <a:pt x="342" y="348"/>
                  </a:cubicBezTo>
                  <a:cubicBezTo>
                    <a:pt x="341" y="366"/>
                    <a:pt x="354" y="381"/>
                    <a:pt x="372" y="382"/>
                  </a:cubicBezTo>
                  <a:cubicBezTo>
                    <a:pt x="372" y="382"/>
                    <a:pt x="373" y="382"/>
                    <a:pt x="374" y="382"/>
                  </a:cubicBezTo>
                  <a:cubicBezTo>
                    <a:pt x="390" y="382"/>
                    <a:pt x="404" y="369"/>
                    <a:pt x="405" y="352"/>
                  </a:cubicBezTo>
                  <a:cubicBezTo>
                    <a:pt x="415" y="183"/>
                    <a:pt x="394" y="73"/>
                    <a:pt x="343" y="24"/>
                  </a:cubicBezTo>
                  <a:cubicBezTo>
                    <a:pt x="325" y="7"/>
                    <a:pt x="307" y="2"/>
                    <a:pt x="295" y="0"/>
                  </a:cubicBezTo>
                  <a:cubicBezTo>
                    <a:pt x="278" y="31"/>
                    <a:pt x="245" y="52"/>
                    <a:pt x="208" y="52"/>
                  </a:cubicBezTo>
                  <a:cubicBezTo>
                    <a:pt x="170" y="52"/>
                    <a:pt x="138" y="31"/>
                    <a:pt x="121" y="0"/>
                  </a:cubicBezTo>
                  <a:cubicBezTo>
                    <a:pt x="109" y="2"/>
                    <a:pt x="91" y="7"/>
                    <a:pt x="73" y="24"/>
                  </a:cubicBezTo>
                  <a:cubicBezTo>
                    <a:pt x="21" y="73"/>
                    <a:pt x="0" y="183"/>
                    <a:pt x="10" y="352"/>
                  </a:cubicBezTo>
                  <a:cubicBezTo>
                    <a:pt x="11" y="369"/>
                    <a:pt x="25" y="382"/>
                    <a:pt x="42" y="382"/>
                  </a:cubicBezTo>
                  <a:cubicBezTo>
                    <a:pt x="43" y="382"/>
                    <a:pt x="43" y="382"/>
                    <a:pt x="44" y="382"/>
                  </a:cubicBezTo>
                  <a:cubicBezTo>
                    <a:pt x="62" y="381"/>
                    <a:pt x="75" y="366"/>
                    <a:pt x="74" y="348"/>
                  </a:cubicBezTo>
                  <a:close/>
                  <a:moveTo>
                    <a:pt x="217" y="227"/>
                  </a:moveTo>
                  <a:cubicBezTo>
                    <a:pt x="217" y="223"/>
                    <a:pt x="219" y="221"/>
                    <a:pt x="222" y="219"/>
                  </a:cubicBezTo>
                  <a:cubicBezTo>
                    <a:pt x="227" y="214"/>
                    <a:pt x="238" y="214"/>
                    <a:pt x="246" y="215"/>
                  </a:cubicBezTo>
                  <a:cubicBezTo>
                    <a:pt x="247" y="213"/>
                    <a:pt x="248" y="212"/>
                    <a:pt x="249" y="212"/>
                  </a:cubicBezTo>
                  <a:cubicBezTo>
                    <a:pt x="245" y="210"/>
                    <a:pt x="236" y="206"/>
                    <a:pt x="237" y="194"/>
                  </a:cubicBezTo>
                  <a:cubicBezTo>
                    <a:pt x="239" y="178"/>
                    <a:pt x="258" y="177"/>
                    <a:pt x="272" y="184"/>
                  </a:cubicBezTo>
                  <a:cubicBezTo>
                    <a:pt x="282" y="189"/>
                    <a:pt x="290" y="197"/>
                    <a:pt x="289" y="228"/>
                  </a:cubicBezTo>
                  <a:cubicBezTo>
                    <a:pt x="289" y="258"/>
                    <a:pt x="264" y="262"/>
                    <a:pt x="259" y="262"/>
                  </a:cubicBezTo>
                  <a:cubicBezTo>
                    <a:pt x="254" y="262"/>
                    <a:pt x="241" y="257"/>
                    <a:pt x="241" y="246"/>
                  </a:cubicBezTo>
                  <a:cubicBezTo>
                    <a:pt x="240" y="243"/>
                    <a:pt x="241" y="239"/>
                    <a:pt x="243" y="236"/>
                  </a:cubicBezTo>
                  <a:cubicBezTo>
                    <a:pt x="236" y="229"/>
                    <a:pt x="228" y="225"/>
                    <a:pt x="225" y="224"/>
                  </a:cubicBezTo>
                  <a:cubicBezTo>
                    <a:pt x="224" y="225"/>
                    <a:pt x="224" y="226"/>
                    <a:pt x="223" y="227"/>
                  </a:cubicBezTo>
                  <a:cubicBezTo>
                    <a:pt x="223" y="233"/>
                    <a:pt x="227" y="245"/>
                    <a:pt x="231" y="259"/>
                  </a:cubicBezTo>
                  <a:cubicBezTo>
                    <a:pt x="237" y="282"/>
                    <a:pt x="246" y="310"/>
                    <a:pt x="244" y="335"/>
                  </a:cubicBezTo>
                  <a:cubicBezTo>
                    <a:pt x="238" y="335"/>
                    <a:pt x="238" y="335"/>
                    <a:pt x="238" y="335"/>
                  </a:cubicBezTo>
                  <a:cubicBezTo>
                    <a:pt x="239" y="311"/>
                    <a:pt x="231" y="283"/>
                    <a:pt x="224" y="261"/>
                  </a:cubicBezTo>
                  <a:cubicBezTo>
                    <a:pt x="220" y="246"/>
                    <a:pt x="216" y="234"/>
                    <a:pt x="217" y="227"/>
                  </a:cubicBezTo>
                  <a:close/>
                  <a:moveTo>
                    <a:pt x="179" y="194"/>
                  </a:moveTo>
                  <a:cubicBezTo>
                    <a:pt x="180" y="206"/>
                    <a:pt x="171" y="210"/>
                    <a:pt x="167" y="212"/>
                  </a:cubicBezTo>
                  <a:cubicBezTo>
                    <a:pt x="168" y="212"/>
                    <a:pt x="169" y="213"/>
                    <a:pt x="169" y="215"/>
                  </a:cubicBezTo>
                  <a:cubicBezTo>
                    <a:pt x="178" y="214"/>
                    <a:pt x="188" y="214"/>
                    <a:pt x="194" y="219"/>
                  </a:cubicBezTo>
                  <a:cubicBezTo>
                    <a:pt x="197" y="221"/>
                    <a:pt x="198" y="223"/>
                    <a:pt x="199" y="227"/>
                  </a:cubicBezTo>
                  <a:cubicBezTo>
                    <a:pt x="199" y="234"/>
                    <a:pt x="196" y="246"/>
                    <a:pt x="191" y="261"/>
                  </a:cubicBezTo>
                  <a:cubicBezTo>
                    <a:pt x="185" y="283"/>
                    <a:pt x="176" y="311"/>
                    <a:pt x="178" y="335"/>
                  </a:cubicBezTo>
                  <a:cubicBezTo>
                    <a:pt x="171" y="335"/>
                    <a:pt x="171" y="335"/>
                    <a:pt x="171" y="335"/>
                  </a:cubicBezTo>
                  <a:cubicBezTo>
                    <a:pt x="170" y="310"/>
                    <a:pt x="178" y="282"/>
                    <a:pt x="185" y="259"/>
                  </a:cubicBezTo>
                  <a:cubicBezTo>
                    <a:pt x="189" y="245"/>
                    <a:pt x="193" y="233"/>
                    <a:pt x="192" y="227"/>
                  </a:cubicBezTo>
                  <a:cubicBezTo>
                    <a:pt x="192" y="226"/>
                    <a:pt x="191" y="225"/>
                    <a:pt x="190" y="224"/>
                  </a:cubicBezTo>
                  <a:cubicBezTo>
                    <a:pt x="188" y="225"/>
                    <a:pt x="180" y="229"/>
                    <a:pt x="173" y="236"/>
                  </a:cubicBezTo>
                  <a:cubicBezTo>
                    <a:pt x="174" y="239"/>
                    <a:pt x="175" y="243"/>
                    <a:pt x="175" y="246"/>
                  </a:cubicBezTo>
                  <a:cubicBezTo>
                    <a:pt x="174" y="257"/>
                    <a:pt x="161" y="262"/>
                    <a:pt x="157" y="262"/>
                  </a:cubicBezTo>
                  <a:cubicBezTo>
                    <a:pt x="152" y="262"/>
                    <a:pt x="127" y="258"/>
                    <a:pt x="126" y="228"/>
                  </a:cubicBezTo>
                  <a:cubicBezTo>
                    <a:pt x="126" y="197"/>
                    <a:pt x="134" y="189"/>
                    <a:pt x="144" y="184"/>
                  </a:cubicBezTo>
                  <a:cubicBezTo>
                    <a:pt x="157" y="177"/>
                    <a:pt x="177" y="178"/>
                    <a:pt x="179" y="1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236"/>
            <p:cNvSpPr>
              <a:spLocks/>
            </p:cNvSpPr>
            <p:nvPr/>
          </p:nvSpPr>
          <p:spPr bwMode="auto">
            <a:xfrm>
              <a:off x="2911475" y="1935163"/>
              <a:ext cx="26988" cy="15875"/>
            </a:xfrm>
            <a:custGeom>
              <a:avLst/>
              <a:gdLst>
                <a:gd name="T0" fmla="*/ 0 w 16"/>
                <a:gd name="T1" fmla="*/ 7 h 10"/>
                <a:gd name="T2" fmla="*/ 3 w 16"/>
                <a:gd name="T3" fmla="*/ 10 h 10"/>
                <a:gd name="T4" fmla="*/ 16 w 16"/>
                <a:gd name="T5" fmla="*/ 0 h 10"/>
                <a:gd name="T6" fmla="*/ 4 w 16"/>
                <a:gd name="T7" fmla="*/ 0 h 10"/>
                <a:gd name="T8" fmla="*/ 0 w 16"/>
                <a:gd name="T9" fmla="*/ 7 h 10"/>
              </a:gdLst>
              <a:ahLst/>
              <a:cxnLst>
                <a:cxn ang="0">
                  <a:pos x="T0" y="T1"/>
                </a:cxn>
                <a:cxn ang="0">
                  <a:pos x="T2" y="T3"/>
                </a:cxn>
                <a:cxn ang="0">
                  <a:pos x="T4" y="T5"/>
                </a:cxn>
                <a:cxn ang="0">
                  <a:pos x="T6" y="T7"/>
                </a:cxn>
                <a:cxn ang="0">
                  <a:pos x="T8" y="T9"/>
                </a:cxn>
              </a:cxnLst>
              <a:rect l="0" t="0" r="r" b="b"/>
              <a:pathLst>
                <a:path w="16" h="10">
                  <a:moveTo>
                    <a:pt x="0" y="7"/>
                  </a:moveTo>
                  <a:cubicBezTo>
                    <a:pt x="1" y="8"/>
                    <a:pt x="2" y="9"/>
                    <a:pt x="3" y="10"/>
                  </a:cubicBezTo>
                  <a:cubicBezTo>
                    <a:pt x="8" y="6"/>
                    <a:pt x="12" y="2"/>
                    <a:pt x="16" y="0"/>
                  </a:cubicBezTo>
                  <a:cubicBezTo>
                    <a:pt x="12" y="0"/>
                    <a:pt x="8" y="0"/>
                    <a:pt x="4" y="0"/>
                  </a:cubicBezTo>
                  <a:cubicBezTo>
                    <a:pt x="4" y="3"/>
                    <a:pt x="2" y="6"/>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237"/>
            <p:cNvSpPr>
              <a:spLocks/>
            </p:cNvSpPr>
            <p:nvPr/>
          </p:nvSpPr>
          <p:spPr bwMode="auto">
            <a:xfrm>
              <a:off x="3022600" y="1935163"/>
              <a:ext cx="26988" cy="15875"/>
            </a:xfrm>
            <a:custGeom>
              <a:avLst/>
              <a:gdLst>
                <a:gd name="T0" fmla="*/ 13 w 16"/>
                <a:gd name="T1" fmla="*/ 10 h 10"/>
                <a:gd name="T2" fmla="*/ 16 w 16"/>
                <a:gd name="T3" fmla="*/ 7 h 10"/>
                <a:gd name="T4" fmla="*/ 11 w 16"/>
                <a:gd name="T5" fmla="*/ 0 h 10"/>
                <a:gd name="T6" fmla="*/ 0 w 16"/>
                <a:gd name="T7" fmla="*/ 0 h 10"/>
                <a:gd name="T8" fmla="*/ 13 w 16"/>
                <a:gd name="T9" fmla="*/ 10 h 10"/>
              </a:gdLst>
              <a:ahLst/>
              <a:cxnLst>
                <a:cxn ang="0">
                  <a:pos x="T0" y="T1"/>
                </a:cxn>
                <a:cxn ang="0">
                  <a:pos x="T2" y="T3"/>
                </a:cxn>
                <a:cxn ang="0">
                  <a:pos x="T4" y="T5"/>
                </a:cxn>
                <a:cxn ang="0">
                  <a:pos x="T6" y="T7"/>
                </a:cxn>
                <a:cxn ang="0">
                  <a:pos x="T8" y="T9"/>
                </a:cxn>
              </a:cxnLst>
              <a:rect l="0" t="0" r="r" b="b"/>
              <a:pathLst>
                <a:path w="16" h="10">
                  <a:moveTo>
                    <a:pt x="13" y="10"/>
                  </a:moveTo>
                  <a:cubicBezTo>
                    <a:pt x="14" y="9"/>
                    <a:pt x="15" y="8"/>
                    <a:pt x="16" y="7"/>
                  </a:cubicBezTo>
                  <a:cubicBezTo>
                    <a:pt x="13" y="6"/>
                    <a:pt x="12" y="3"/>
                    <a:pt x="11" y="0"/>
                  </a:cubicBezTo>
                  <a:cubicBezTo>
                    <a:pt x="7" y="0"/>
                    <a:pt x="3" y="0"/>
                    <a:pt x="0" y="0"/>
                  </a:cubicBezTo>
                  <a:cubicBezTo>
                    <a:pt x="3" y="2"/>
                    <a:pt x="8" y="6"/>
                    <a:pt x="1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Oval 238"/>
            <p:cNvSpPr>
              <a:spLocks noChangeArrowheads="1"/>
            </p:cNvSpPr>
            <p:nvPr/>
          </p:nvSpPr>
          <p:spPr bwMode="auto">
            <a:xfrm>
              <a:off x="2833688" y="1349376"/>
              <a:ext cx="293688" cy="2936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239"/>
            <p:cNvSpPr>
              <a:spLocks/>
            </p:cNvSpPr>
            <p:nvPr/>
          </p:nvSpPr>
          <p:spPr bwMode="auto">
            <a:xfrm>
              <a:off x="2892425" y="1096963"/>
              <a:ext cx="46038" cy="209550"/>
            </a:xfrm>
            <a:custGeom>
              <a:avLst/>
              <a:gdLst>
                <a:gd name="T0" fmla="*/ 24 w 28"/>
                <a:gd name="T1" fmla="*/ 12 h 129"/>
                <a:gd name="T2" fmla="*/ 20 w 28"/>
                <a:gd name="T3" fmla="*/ 3 h 129"/>
                <a:gd name="T4" fmla="*/ 2 w 28"/>
                <a:gd name="T5" fmla="*/ 42 h 129"/>
                <a:gd name="T6" fmla="*/ 14 w 28"/>
                <a:gd name="T7" fmla="*/ 87 h 129"/>
                <a:gd name="T8" fmla="*/ 4 w 28"/>
                <a:gd name="T9" fmla="*/ 117 h 129"/>
                <a:gd name="T10" fmla="*/ 10 w 28"/>
                <a:gd name="T11" fmla="*/ 124 h 129"/>
                <a:gd name="T12" fmla="*/ 20 w 28"/>
                <a:gd name="T13" fmla="*/ 77 h 129"/>
                <a:gd name="T14" fmla="*/ 12 w 28"/>
                <a:gd name="T15" fmla="*/ 32 h 129"/>
                <a:gd name="T16" fmla="*/ 24 w 28"/>
                <a:gd name="T17" fmla="*/ 12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29">
                  <a:moveTo>
                    <a:pt x="24" y="12"/>
                  </a:moveTo>
                  <a:cubicBezTo>
                    <a:pt x="28" y="8"/>
                    <a:pt x="24" y="0"/>
                    <a:pt x="20" y="3"/>
                  </a:cubicBezTo>
                  <a:cubicBezTo>
                    <a:pt x="11" y="13"/>
                    <a:pt x="3" y="26"/>
                    <a:pt x="2" y="42"/>
                  </a:cubicBezTo>
                  <a:cubicBezTo>
                    <a:pt x="0" y="59"/>
                    <a:pt x="13" y="71"/>
                    <a:pt x="14" y="87"/>
                  </a:cubicBezTo>
                  <a:cubicBezTo>
                    <a:pt x="15" y="98"/>
                    <a:pt x="10" y="110"/>
                    <a:pt x="4" y="117"/>
                  </a:cubicBezTo>
                  <a:cubicBezTo>
                    <a:pt x="1" y="122"/>
                    <a:pt x="6" y="129"/>
                    <a:pt x="10" y="124"/>
                  </a:cubicBezTo>
                  <a:cubicBezTo>
                    <a:pt x="19" y="112"/>
                    <a:pt x="24" y="94"/>
                    <a:pt x="20" y="77"/>
                  </a:cubicBezTo>
                  <a:cubicBezTo>
                    <a:pt x="17" y="60"/>
                    <a:pt x="5" y="51"/>
                    <a:pt x="12" y="32"/>
                  </a:cubicBezTo>
                  <a:cubicBezTo>
                    <a:pt x="14" y="24"/>
                    <a:pt x="19" y="17"/>
                    <a:pt x="2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Freeform 240"/>
            <p:cNvSpPr>
              <a:spLocks/>
            </p:cNvSpPr>
            <p:nvPr/>
          </p:nvSpPr>
          <p:spPr bwMode="auto">
            <a:xfrm>
              <a:off x="2963863" y="1096963"/>
              <a:ext cx="46038" cy="209550"/>
            </a:xfrm>
            <a:custGeom>
              <a:avLst/>
              <a:gdLst>
                <a:gd name="T0" fmla="*/ 24 w 28"/>
                <a:gd name="T1" fmla="*/ 12 h 129"/>
                <a:gd name="T2" fmla="*/ 20 w 28"/>
                <a:gd name="T3" fmla="*/ 3 h 129"/>
                <a:gd name="T4" fmla="*/ 1 w 28"/>
                <a:gd name="T5" fmla="*/ 42 h 129"/>
                <a:gd name="T6" fmla="*/ 14 w 28"/>
                <a:gd name="T7" fmla="*/ 87 h 129"/>
                <a:gd name="T8" fmla="*/ 4 w 28"/>
                <a:gd name="T9" fmla="*/ 117 h 129"/>
                <a:gd name="T10" fmla="*/ 9 w 28"/>
                <a:gd name="T11" fmla="*/ 124 h 129"/>
                <a:gd name="T12" fmla="*/ 20 w 28"/>
                <a:gd name="T13" fmla="*/ 77 h 129"/>
                <a:gd name="T14" fmla="*/ 11 w 28"/>
                <a:gd name="T15" fmla="*/ 32 h 129"/>
                <a:gd name="T16" fmla="*/ 24 w 28"/>
                <a:gd name="T17" fmla="*/ 12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29">
                  <a:moveTo>
                    <a:pt x="24" y="12"/>
                  </a:moveTo>
                  <a:cubicBezTo>
                    <a:pt x="28" y="8"/>
                    <a:pt x="24" y="0"/>
                    <a:pt x="20" y="3"/>
                  </a:cubicBezTo>
                  <a:cubicBezTo>
                    <a:pt x="10" y="13"/>
                    <a:pt x="3" y="26"/>
                    <a:pt x="1" y="42"/>
                  </a:cubicBezTo>
                  <a:cubicBezTo>
                    <a:pt x="0" y="59"/>
                    <a:pt x="13" y="71"/>
                    <a:pt x="14" y="87"/>
                  </a:cubicBezTo>
                  <a:cubicBezTo>
                    <a:pt x="15" y="98"/>
                    <a:pt x="10" y="110"/>
                    <a:pt x="4" y="117"/>
                  </a:cubicBezTo>
                  <a:cubicBezTo>
                    <a:pt x="0" y="122"/>
                    <a:pt x="6" y="129"/>
                    <a:pt x="9" y="124"/>
                  </a:cubicBezTo>
                  <a:cubicBezTo>
                    <a:pt x="19" y="112"/>
                    <a:pt x="23" y="94"/>
                    <a:pt x="20" y="77"/>
                  </a:cubicBezTo>
                  <a:cubicBezTo>
                    <a:pt x="17" y="60"/>
                    <a:pt x="5" y="51"/>
                    <a:pt x="11" y="32"/>
                  </a:cubicBezTo>
                  <a:cubicBezTo>
                    <a:pt x="14" y="24"/>
                    <a:pt x="19" y="17"/>
                    <a:pt x="2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241"/>
            <p:cNvSpPr>
              <a:spLocks/>
            </p:cNvSpPr>
            <p:nvPr/>
          </p:nvSpPr>
          <p:spPr bwMode="auto">
            <a:xfrm>
              <a:off x="3035300" y="1096963"/>
              <a:ext cx="46038" cy="209550"/>
            </a:xfrm>
            <a:custGeom>
              <a:avLst/>
              <a:gdLst>
                <a:gd name="T0" fmla="*/ 24 w 28"/>
                <a:gd name="T1" fmla="*/ 12 h 129"/>
                <a:gd name="T2" fmla="*/ 20 w 28"/>
                <a:gd name="T3" fmla="*/ 3 h 129"/>
                <a:gd name="T4" fmla="*/ 1 w 28"/>
                <a:gd name="T5" fmla="*/ 42 h 129"/>
                <a:gd name="T6" fmla="*/ 14 w 28"/>
                <a:gd name="T7" fmla="*/ 87 h 129"/>
                <a:gd name="T8" fmla="*/ 4 w 28"/>
                <a:gd name="T9" fmla="*/ 117 h 129"/>
                <a:gd name="T10" fmla="*/ 9 w 28"/>
                <a:gd name="T11" fmla="*/ 124 h 129"/>
                <a:gd name="T12" fmla="*/ 20 w 28"/>
                <a:gd name="T13" fmla="*/ 77 h 129"/>
                <a:gd name="T14" fmla="*/ 11 w 28"/>
                <a:gd name="T15" fmla="*/ 32 h 129"/>
                <a:gd name="T16" fmla="*/ 24 w 28"/>
                <a:gd name="T17" fmla="*/ 12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29">
                  <a:moveTo>
                    <a:pt x="24" y="12"/>
                  </a:moveTo>
                  <a:cubicBezTo>
                    <a:pt x="28" y="8"/>
                    <a:pt x="24" y="0"/>
                    <a:pt x="20" y="3"/>
                  </a:cubicBezTo>
                  <a:cubicBezTo>
                    <a:pt x="10" y="13"/>
                    <a:pt x="3" y="26"/>
                    <a:pt x="1" y="42"/>
                  </a:cubicBezTo>
                  <a:cubicBezTo>
                    <a:pt x="0" y="59"/>
                    <a:pt x="12" y="71"/>
                    <a:pt x="14" y="87"/>
                  </a:cubicBezTo>
                  <a:cubicBezTo>
                    <a:pt x="15" y="98"/>
                    <a:pt x="10" y="110"/>
                    <a:pt x="4" y="117"/>
                  </a:cubicBezTo>
                  <a:cubicBezTo>
                    <a:pt x="0" y="122"/>
                    <a:pt x="6" y="129"/>
                    <a:pt x="9" y="124"/>
                  </a:cubicBezTo>
                  <a:cubicBezTo>
                    <a:pt x="19" y="112"/>
                    <a:pt x="23" y="94"/>
                    <a:pt x="20" y="77"/>
                  </a:cubicBezTo>
                  <a:cubicBezTo>
                    <a:pt x="17" y="60"/>
                    <a:pt x="4" y="51"/>
                    <a:pt x="11" y="32"/>
                  </a:cubicBezTo>
                  <a:cubicBezTo>
                    <a:pt x="14" y="24"/>
                    <a:pt x="19" y="17"/>
                    <a:pt x="2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07" name="组合 206"/>
          <p:cNvGrpSpPr/>
          <p:nvPr/>
        </p:nvGrpSpPr>
        <p:grpSpPr>
          <a:xfrm>
            <a:off x="277813" y="3963988"/>
            <a:ext cx="1058863" cy="1217613"/>
            <a:chOff x="277813" y="3963988"/>
            <a:chExt cx="1058863" cy="1217613"/>
          </a:xfrm>
          <a:solidFill>
            <a:schemeClr val="tx1">
              <a:lumMod val="65000"/>
              <a:lumOff val="35000"/>
            </a:schemeClr>
          </a:solidFill>
        </p:grpSpPr>
        <p:sp>
          <p:nvSpPr>
            <p:cNvPr id="208" name="Freeform 242"/>
            <p:cNvSpPr>
              <a:spLocks/>
            </p:cNvSpPr>
            <p:nvPr/>
          </p:nvSpPr>
          <p:spPr bwMode="auto">
            <a:xfrm>
              <a:off x="466725" y="4745038"/>
              <a:ext cx="427038" cy="377825"/>
            </a:xfrm>
            <a:custGeom>
              <a:avLst/>
              <a:gdLst>
                <a:gd name="T0" fmla="*/ 249 w 262"/>
                <a:gd name="T1" fmla="*/ 113 h 232"/>
                <a:gd name="T2" fmla="*/ 241 w 262"/>
                <a:gd name="T3" fmla="*/ 26 h 232"/>
                <a:gd name="T4" fmla="*/ 141 w 262"/>
                <a:gd name="T5" fmla="*/ 5 h 232"/>
                <a:gd name="T6" fmla="*/ 127 w 262"/>
                <a:gd name="T7" fmla="*/ 0 h 232"/>
                <a:gd name="T8" fmla="*/ 114 w 262"/>
                <a:gd name="T9" fmla="*/ 5 h 232"/>
                <a:gd name="T10" fmla="*/ 43 w 262"/>
                <a:gd name="T11" fmla="*/ 20 h 232"/>
                <a:gd name="T12" fmla="*/ 34 w 262"/>
                <a:gd name="T13" fmla="*/ 40 h 232"/>
                <a:gd name="T14" fmla="*/ 11 w 262"/>
                <a:gd name="T15" fmla="*/ 52 h 232"/>
                <a:gd name="T16" fmla="*/ 0 w 262"/>
                <a:gd name="T17" fmla="*/ 185 h 232"/>
                <a:gd name="T18" fmla="*/ 0 w 262"/>
                <a:gd name="T19" fmla="*/ 232 h 232"/>
                <a:gd name="T20" fmla="*/ 262 w 262"/>
                <a:gd name="T21" fmla="*/ 232 h 232"/>
                <a:gd name="T22" fmla="*/ 262 w 262"/>
                <a:gd name="T23" fmla="*/ 132 h 232"/>
                <a:gd name="T24" fmla="*/ 249 w 262"/>
                <a:gd name="T25" fmla="*/ 113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2" h="232">
                  <a:moveTo>
                    <a:pt x="249" y="113"/>
                  </a:moveTo>
                  <a:cubicBezTo>
                    <a:pt x="241" y="26"/>
                    <a:pt x="241" y="26"/>
                    <a:pt x="241" y="26"/>
                  </a:cubicBezTo>
                  <a:cubicBezTo>
                    <a:pt x="141" y="5"/>
                    <a:pt x="141" y="5"/>
                    <a:pt x="141" y="5"/>
                  </a:cubicBezTo>
                  <a:cubicBezTo>
                    <a:pt x="137" y="4"/>
                    <a:pt x="132" y="3"/>
                    <a:pt x="127" y="0"/>
                  </a:cubicBezTo>
                  <a:cubicBezTo>
                    <a:pt x="123" y="3"/>
                    <a:pt x="118" y="4"/>
                    <a:pt x="114" y="5"/>
                  </a:cubicBezTo>
                  <a:cubicBezTo>
                    <a:pt x="43" y="20"/>
                    <a:pt x="43" y="20"/>
                    <a:pt x="43" y="20"/>
                  </a:cubicBezTo>
                  <a:cubicBezTo>
                    <a:pt x="42" y="27"/>
                    <a:pt x="39" y="34"/>
                    <a:pt x="34" y="40"/>
                  </a:cubicBezTo>
                  <a:cubicBezTo>
                    <a:pt x="28" y="46"/>
                    <a:pt x="20" y="51"/>
                    <a:pt x="11" y="52"/>
                  </a:cubicBezTo>
                  <a:cubicBezTo>
                    <a:pt x="0" y="185"/>
                    <a:pt x="0" y="185"/>
                    <a:pt x="0" y="185"/>
                  </a:cubicBezTo>
                  <a:cubicBezTo>
                    <a:pt x="0" y="232"/>
                    <a:pt x="0" y="232"/>
                    <a:pt x="0" y="232"/>
                  </a:cubicBezTo>
                  <a:cubicBezTo>
                    <a:pt x="262" y="232"/>
                    <a:pt x="262" y="232"/>
                    <a:pt x="262" y="232"/>
                  </a:cubicBezTo>
                  <a:cubicBezTo>
                    <a:pt x="262" y="132"/>
                    <a:pt x="262" y="132"/>
                    <a:pt x="262" y="132"/>
                  </a:cubicBezTo>
                  <a:cubicBezTo>
                    <a:pt x="254" y="127"/>
                    <a:pt x="250" y="121"/>
                    <a:pt x="249" y="1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243"/>
            <p:cNvSpPr>
              <a:spLocks/>
            </p:cNvSpPr>
            <p:nvPr/>
          </p:nvSpPr>
          <p:spPr bwMode="auto">
            <a:xfrm>
              <a:off x="277813" y="4624388"/>
              <a:ext cx="187325" cy="557213"/>
            </a:xfrm>
            <a:custGeom>
              <a:avLst/>
              <a:gdLst>
                <a:gd name="T0" fmla="*/ 78 w 115"/>
                <a:gd name="T1" fmla="*/ 89 h 342"/>
                <a:gd name="T2" fmla="*/ 74 w 115"/>
                <a:gd name="T3" fmla="*/ 0 h 342"/>
                <a:gd name="T4" fmla="*/ 63 w 115"/>
                <a:gd name="T5" fmla="*/ 2 h 342"/>
                <a:gd name="T6" fmla="*/ 24 w 115"/>
                <a:gd name="T7" fmla="*/ 46 h 342"/>
                <a:gd name="T8" fmla="*/ 3 w 115"/>
                <a:gd name="T9" fmla="*/ 289 h 342"/>
                <a:gd name="T10" fmla="*/ 47 w 115"/>
                <a:gd name="T11" fmla="*/ 342 h 342"/>
                <a:gd name="T12" fmla="*/ 52 w 115"/>
                <a:gd name="T13" fmla="*/ 342 h 342"/>
                <a:gd name="T14" fmla="*/ 100 w 115"/>
                <a:gd name="T15" fmla="*/ 297 h 342"/>
                <a:gd name="T16" fmla="*/ 115 w 115"/>
                <a:gd name="T17" fmla="*/ 127 h 342"/>
                <a:gd name="T18" fmla="*/ 78 w 115"/>
                <a:gd name="T19" fmla="*/ 89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5" h="342">
                  <a:moveTo>
                    <a:pt x="78" y="89"/>
                  </a:moveTo>
                  <a:cubicBezTo>
                    <a:pt x="76" y="57"/>
                    <a:pt x="75" y="28"/>
                    <a:pt x="74" y="0"/>
                  </a:cubicBezTo>
                  <a:cubicBezTo>
                    <a:pt x="63" y="2"/>
                    <a:pt x="63" y="2"/>
                    <a:pt x="63" y="2"/>
                  </a:cubicBezTo>
                  <a:cubicBezTo>
                    <a:pt x="42" y="7"/>
                    <a:pt x="26" y="24"/>
                    <a:pt x="24" y="46"/>
                  </a:cubicBezTo>
                  <a:cubicBezTo>
                    <a:pt x="3" y="289"/>
                    <a:pt x="3" y="289"/>
                    <a:pt x="3" y="289"/>
                  </a:cubicBezTo>
                  <a:cubicBezTo>
                    <a:pt x="0" y="316"/>
                    <a:pt x="20" y="339"/>
                    <a:pt x="47" y="342"/>
                  </a:cubicBezTo>
                  <a:cubicBezTo>
                    <a:pt x="49" y="342"/>
                    <a:pt x="50" y="342"/>
                    <a:pt x="52" y="342"/>
                  </a:cubicBezTo>
                  <a:cubicBezTo>
                    <a:pt x="77" y="342"/>
                    <a:pt x="98" y="323"/>
                    <a:pt x="100" y="297"/>
                  </a:cubicBezTo>
                  <a:cubicBezTo>
                    <a:pt x="115" y="127"/>
                    <a:pt x="115" y="127"/>
                    <a:pt x="115" y="127"/>
                  </a:cubicBezTo>
                  <a:cubicBezTo>
                    <a:pt x="95" y="125"/>
                    <a:pt x="79" y="109"/>
                    <a:pt x="78" y="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255"/>
            <p:cNvSpPr>
              <a:spLocks noEditPoints="1"/>
            </p:cNvSpPr>
            <p:nvPr/>
          </p:nvSpPr>
          <p:spPr bwMode="auto">
            <a:xfrm>
              <a:off x="566738" y="3963988"/>
              <a:ext cx="293688" cy="293688"/>
            </a:xfrm>
            <a:custGeom>
              <a:avLst/>
              <a:gdLst>
                <a:gd name="T0" fmla="*/ 90 w 180"/>
                <a:gd name="T1" fmla="*/ 180 h 180"/>
                <a:gd name="T2" fmla="*/ 180 w 180"/>
                <a:gd name="T3" fmla="*/ 90 h 180"/>
                <a:gd name="T4" fmla="*/ 90 w 180"/>
                <a:gd name="T5" fmla="*/ 0 h 180"/>
                <a:gd name="T6" fmla="*/ 0 w 180"/>
                <a:gd name="T7" fmla="*/ 90 h 180"/>
                <a:gd name="T8" fmla="*/ 90 w 180"/>
                <a:gd name="T9" fmla="*/ 180 h 180"/>
                <a:gd name="T10" fmla="*/ 139 w 180"/>
                <a:gd name="T11" fmla="*/ 138 h 180"/>
                <a:gd name="T12" fmla="*/ 62 w 180"/>
                <a:gd name="T13" fmla="*/ 155 h 180"/>
                <a:gd name="T14" fmla="*/ 55 w 180"/>
                <a:gd name="T15" fmla="*/ 145 h 180"/>
                <a:gd name="T16" fmla="*/ 146 w 180"/>
                <a:gd name="T17" fmla="*/ 128 h 180"/>
                <a:gd name="T18" fmla="*/ 139 w 180"/>
                <a:gd name="T19" fmla="*/ 138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0" h="180">
                  <a:moveTo>
                    <a:pt x="90" y="180"/>
                  </a:moveTo>
                  <a:cubicBezTo>
                    <a:pt x="140" y="180"/>
                    <a:pt x="180" y="139"/>
                    <a:pt x="180" y="90"/>
                  </a:cubicBezTo>
                  <a:cubicBezTo>
                    <a:pt x="180" y="40"/>
                    <a:pt x="140" y="0"/>
                    <a:pt x="90" y="0"/>
                  </a:cubicBezTo>
                  <a:cubicBezTo>
                    <a:pt x="41" y="0"/>
                    <a:pt x="0" y="40"/>
                    <a:pt x="0" y="90"/>
                  </a:cubicBezTo>
                  <a:cubicBezTo>
                    <a:pt x="0" y="139"/>
                    <a:pt x="41" y="180"/>
                    <a:pt x="90" y="180"/>
                  </a:cubicBezTo>
                  <a:close/>
                  <a:moveTo>
                    <a:pt x="139" y="138"/>
                  </a:moveTo>
                  <a:cubicBezTo>
                    <a:pt x="138" y="137"/>
                    <a:pt x="111" y="121"/>
                    <a:pt x="62" y="155"/>
                  </a:cubicBezTo>
                  <a:cubicBezTo>
                    <a:pt x="55" y="145"/>
                    <a:pt x="55" y="145"/>
                    <a:pt x="55" y="145"/>
                  </a:cubicBezTo>
                  <a:cubicBezTo>
                    <a:pt x="112" y="106"/>
                    <a:pt x="144" y="127"/>
                    <a:pt x="146" y="128"/>
                  </a:cubicBezTo>
                  <a:lnTo>
                    <a:pt x="139"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256"/>
            <p:cNvSpPr>
              <a:spLocks noEditPoints="1"/>
            </p:cNvSpPr>
            <p:nvPr/>
          </p:nvSpPr>
          <p:spPr bwMode="auto">
            <a:xfrm>
              <a:off x="407988" y="4016376"/>
              <a:ext cx="928688" cy="1084263"/>
            </a:xfrm>
            <a:custGeom>
              <a:avLst/>
              <a:gdLst>
                <a:gd name="T0" fmla="*/ 549 w 569"/>
                <a:gd name="T1" fmla="*/ 1 h 664"/>
                <a:gd name="T2" fmla="*/ 497 w 569"/>
                <a:gd name="T3" fmla="*/ 7 h 664"/>
                <a:gd name="T4" fmla="*/ 445 w 569"/>
                <a:gd name="T5" fmla="*/ 1 h 664"/>
                <a:gd name="T6" fmla="*/ 426 w 569"/>
                <a:gd name="T7" fmla="*/ 13 h 664"/>
                <a:gd name="T8" fmla="*/ 439 w 569"/>
                <a:gd name="T9" fmla="*/ 28 h 664"/>
                <a:gd name="T10" fmla="*/ 450 w 569"/>
                <a:gd name="T11" fmla="*/ 30 h 664"/>
                <a:gd name="T12" fmla="*/ 450 w 569"/>
                <a:gd name="T13" fmla="*/ 212 h 664"/>
                <a:gd name="T14" fmla="*/ 361 w 569"/>
                <a:gd name="T15" fmla="*/ 208 h 664"/>
                <a:gd name="T16" fmla="*/ 279 w 569"/>
                <a:gd name="T17" fmla="*/ 95 h 664"/>
                <a:gd name="T18" fmla="*/ 187 w 569"/>
                <a:gd name="T19" fmla="*/ 156 h 664"/>
                <a:gd name="T20" fmla="*/ 90 w 569"/>
                <a:gd name="T21" fmla="*/ 74 h 664"/>
                <a:gd name="T22" fmla="*/ 86 w 569"/>
                <a:gd name="T23" fmla="*/ 74 h 664"/>
                <a:gd name="T24" fmla="*/ 67 w 569"/>
                <a:gd name="T25" fmla="*/ 81 h 664"/>
                <a:gd name="T26" fmla="*/ 25 w 569"/>
                <a:gd name="T27" fmla="*/ 148 h 664"/>
                <a:gd name="T28" fmla="*/ 16 w 569"/>
                <a:gd name="T29" fmla="*/ 184 h 664"/>
                <a:gd name="T30" fmla="*/ 7 w 569"/>
                <a:gd name="T31" fmla="*/ 460 h 664"/>
                <a:gd name="T32" fmla="*/ 39 w 569"/>
                <a:gd name="T33" fmla="*/ 490 h 664"/>
                <a:gd name="T34" fmla="*/ 41 w 569"/>
                <a:gd name="T35" fmla="*/ 490 h 664"/>
                <a:gd name="T36" fmla="*/ 71 w 569"/>
                <a:gd name="T37" fmla="*/ 456 h 664"/>
                <a:gd name="T38" fmla="*/ 79 w 569"/>
                <a:gd name="T39" fmla="*/ 196 h 664"/>
                <a:gd name="T40" fmla="*/ 88 w 569"/>
                <a:gd name="T41" fmla="*/ 197 h 664"/>
                <a:gd name="T42" fmla="*/ 80 w 569"/>
                <a:gd name="T43" fmla="*/ 454 h 664"/>
                <a:gd name="T44" fmla="*/ 147 w 569"/>
                <a:gd name="T45" fmla="*/ 439 h 664"/>
                <a:gd name="T46" fmla="*/ 163 w 569"/>
                <a:gd name="T47" fmla="*/ 433 h 664"/>
                <a:gd name="T48" fmla="*/ 180 w 569"/>
                <a:gd name="T49" fmla="*/ 439 h 664"/>
                <a:gd name="T50" fmla="*/ 288 w 569"/>
                <a:gd name="T51" fmla="*/ 463 h 664"/>
                <a:gd name="T52" fmla="*/ 297 w 569"/>
                <a:gd name="T53" fmla="*/ 558 h 664"/>
                <a:gd name="T54" fmla="*/ 395 w 569"/>
                <a:gd name="T55" fmla="*/ 550 h 664"/>
                <a:gd name="T56" fmla="*/ 383 w 569"/>
                <a:gd name="T57" fmla="*/ 418 h 664"/>
                <a:gd name="T58" fmla="*/ 344 w 569"/>
                <a:gd name="T59" fmla="*/ 374 h 664"/>
                <a:gd name="T60" fmla="*/ 272 w 569"/>
                <a:gd name="T61" fmla="*/ 359 h 664"/>
                <a:gd name="T62" fmla="*/ 272 w 569"/>
                <a:gd name="T63" fmla="*/ 346 h 664"/>
                <a:gd name="T64" fmla="*/ 272 w 569"/>
                <a:gd name="T65" fmla="*/ 194 h 664"/>
                <a:gd name="T66" fmla="*/ 318 w 569"/>
                <a:gd name="T67" fmla="*/ 259 h 664"/>
                <a:gd name="T68" fmla="*/ 343 w 569"/>
                <a:gd name="T69" fmla="*/ 272 h 664"/>
                <a:gd name="T70" fmla="*/ 450 w 569"/>
                <a:gd name="T71" fmla="*/ 276 h 664"/>
                <a:gd name="T72" fmla="*/ 450 w 569"/>
                <a:gd name="T73" fmla="*/ 441 h 664"/>
                <a:gd name="T74" fmla="*/ 483 w 569"/>
                <a:gd name="T75" fmla="*/ 500 h 664"/>
                <a:gd name="T76" fmla="*/ 483 w 569"/>
                <a:gd name="T77" fmla="*/ 664 h 664"/>
                <a:gd name="T78" fmla="*/ 510 w 569"/>
                <a:gd name="T79" fmla="*/ 664 h 664"/>
                <a:gd name="T80" fmla="*/ 510 w 569"/>
                <a:gd name="T81" fmla="*/ 500 h 664"/>
                <a:gd name="T82" fmla="*/ 544 w 569"/>
                <a:gd name="T83" fmla="*/ 441 h 664"/>
                <a:gd name="T84" fmla="*/ 544 w 569"/>
                <a:gd name="T85" fmla="*/ 30 h 664"/>
                <a:gd name="T86" fmla="*/ 554 w 569"/>
                <a:gd name="T87" fmla="*/ 28 h 664"/>
                <a:gd name="T88" fmla="*/ 567 w 569"/>
                <a:gd name="T89" fmla="*/ 13 h 664"/>
                <a:gd name="T90" fmla="*/ 549 w 569"/>
                <a:gd name="T91" fmla="*/ 1 h 664"/>
                <a:gd name="T92" fmla="*/ 497 w 569"/>
                <a:gd name="T93" fmla="*/ 493 h 664"/>
                <a:gd name="T94" fmla="*/ 466 w 569"/>
                <a:gd name="T95" fmla="*/ 438 h 664"/>
                <a:gd name="T96" fmla="*/ 466 w 569"/>
                <a:gd name="T97" fmla="*/ 319 h 664"/>
                <a:gd name="T98" fmla="*/ 528 w 569"/>
                <a:gd name="T99" fmla="*/ 319 h 664"/>
                <a:gd name="T100" fmla="*/ 528 w 569"/>
                <a:gd name="T101" fmla="*/ 438 h 664"/>
                <a:gd name="T102" fmla="*/ 497 w 569"/>
                <a:gd name="T103" fmla="*/ 493 h 664"/>
                <a:gd name="T104" fmla="*/ 528 w 569"/>
                <a:gd name="T105" fmla="*/ 299 h 664"/>
                <a:gd name="T106" fmla="*/ 466 w 569"/>
                <a:gd name="T107" fmla="*/ 299 h 664"/>
                <a:gd name="T108" fmla="*/ 466 w 569"/>
                <a:gd name="T109" fmla="*/ 272 h 664"/>
                <a:gd name="T110" fmla="*/ 483 w 569"/>
                <a:gd name="T111" fmla="*/ 245 h 664"/>
                <a:gd name="T112" fmla="*/ 466 w 569"/>
                <a:gd name="T113" fmla="*/ 216 h 664"/>
                <a:gd name="T114" fmla="*/ 466 w 569"/>
                <a:gd name="T115" fmla="*/ 32 h 664"/>
                <a:gd name="T116" fmla="*/ 497 w 569"/>
                <a:gd name="T117" fmla="*/ 34 h 664"/>
                <a:gd name="T118" fmla="*/ 528 w 569"/>
                <a:gd name="T119" fmla="*/ 32 h 664"/>
                <a:gd name="T120" fmla="*/ 528 w 569"/>
                <a:gd name="T121" fmla="*/ 299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9" h="664">
                  <a:moveTo>
                    <a:pt x="549" y="1"/>
                  </a:moveTo>
                  <a:cubicBezTo>
                    <a:pt x="539" y="3"/>
                    <a:pt x="510" y="7"/>
                    <a:pt x="497" y="7"/>
                  </a:cubicBezTo>
                  <a:cubicBezTo>
                    <a:pt x="484" y="7"/>
                    <a:pt x="455" y="3"/>
                    <a:pt x="445" y="1"/>
                  </a:cubicBezTo>
                  <a:cubicBezTo>
                    <a:pt x="436" y="0"/>
                    <a:pt x="428" y="5"/>
                    <a:pt x="426" y="13"/>
                  </a:cubicBezTo>
                  <a:cubicBezTo>
                    <a:pt x="425" y="20"/>
                    <a:pt x="431" y="27"/>
                    <a:pt x="439" y="28"/>
                  </a:cubicBezTo>
                  <a:cubicBezTo>
                    <a:pt x="440" y="28"/>
                    <a:pt x="444" y="29"/>
                    <a:pt x="450" y="30"/>
                  </a:cubicBezTo>
                  <a:cubicBezTo>
                    <a:pt x="450" y="212"/>
                    <a:pt x="450" y="212"/>
                    <a:pt x="450" y="212"/>
                  </a:cubicBezTo>
                  <a:cubicBezTo>
                    <a:pt x="361" y="208"/>
                    <a:pt x="361" y="208"/>
                    <a:pt x="361" y="208"/>
                  </a:cubicBezTo>
                  <a:cubicBezTo>
                    <a:pt x="279" y="95"/>
                    <a:pt x="279" y="95"/>
                    <a:pt x="279" y="95"/>
                  </a:cubicBezTo>
                  <a:cubicBezTo>
                    <a:pt x="264" y="131"/>
                    <a:pt x="228" y="156"/>
                    <a:pt x="187" y="156"/>
                  </a:cubicBezTo>
                  <a:cubicBezTo>
                    <a:pt x="139" y="156"/>
                    <a:pt x="98" y="121"/>
                    <a:pt x="90" y="74"/>
                  </a:cubicBezTo>
                  <a:cubicBezTo>
                    <a:pt x="86" y="74"/>
                    <a:pt x="86" y="74"/>
                    <a:pt x="86" y="74"/>
                  </a:cubicBezTo>
                  <a:cubicBezTo>
                    <a:pt x="79" y="74"/>
                    <a:pt x="72" y="77"/>
                    <a:pt x="67" y="81"/>
                  </a:cubicBezTo>
                  <a:cubicBezTo>
                    <a:pt x="54" y="89"/>
                    <a:pt x="38" y="108"/>
                    <a:pt x="25" y="148"/>
                  </a:cubicBezTo>
                  <a:cubicBezTo>
                    <a:pt x="22" y="159"/>
                    <a:pt x="19" y="171"/>
                    <a:pt x="16" y="184"/>
                  </a:cubicBezTo>
                  <a:cubicBezTo>
                    <a:pt x="3" y="250"/>
                    <a:pt x="0" y="342"/>
                    <a:pt x="7" y="460"/>
                  </a:cubicBezTo>
                  <a:cubicBezTo>
                    <a:pt x="8" y="477"/>
                    <a:pt x="22" y="490"/>
                    <a:pt x="39" y="490"/>
                  </a:cubicBezTo>
                  <a:cubicBezTo>
                    <a:pt x="39" y="490"/>
                    <a:pt x="40" y="490"/>
                    <a:pt x="41" y="490"/>
                  </a:cubicBezTo>
                  <a:cubicBezTo>
                    <a:pt x="58" y="489"/>
                    <a:pt x="72" y="474"/>
                    <a:pt x="71" y="456"/>
                  </a:cubicBezTo>
                  <a:cubicBezTo>
                    <a:pt x="63" y="322"/>
                    <a:pt x="70" y="242"/>
                    <a:pt x="79" y="196"/>
                  </a:cubicBezTo>
                  <a:cubicBezTo>
                    <a:pt x="88" y="197"/>
                    <a:pt x="88" y="197"/>
                    <a:pt x="88" y="197"/>
                  </a:cubicBezTo>
                  <a:cubicBezTo>
                    <a:pt x="79" y="242"/>
                    <a:pt x="72" y="320"/>
                    <a:pt x="80" y="454"/>
                  </a:cubicBezTo>
                  <a:cubicBezTo>
                    <a:pt x="147" y="439"/>
                    <a:pt x="147" y="439"/>
                    <a:pt x="147" y="439"/>
                  </a:cubicBezTo>
                  <a:cubicBezTo>
                    <a:pt x="153" y="438"/>
                    <a:pt x="159" y="436"/>
                    <a:pt x="163" y="433"/>
                  </a:cubicBezTo>
                  <a:cubicBezTo>
                    <a:pt x="168" y="436"/>
                    <a:pt x="174" y="438"/>
                    <a:pt x="180" y="439"/>
                  </a:cubicBezTo>
                  <a:cubicBezTo>
                    <a:pt x="288" y="463"/>
                    <a:pt x="288" y="463"/>
                    <a:pt x="288" y="463"/>
                  </a:cubicBezTo>
                  <a:cubicBezTo>
                    <a:pt x="297" y="558"/>
                    <a:pt x="297" y="558"/>
                    <a:pt x="297" y="558"/>
                  </a:cubicBezTo>
                  <a:cubicBezTo>
                    <a:pt x="299" y="584"/>
                    <a:pt x="397" y="577"/>
                    <a:pt x="395" y="550"/>
                  </a:cubicBezTo>
                  <a:cubicBezTo>
                    <a:pt x="383" y="418"/>
                    <a:pt x="383" y="418"/>
                    <a:pt x="383" y="418"/>
                  </a:cubicBezTo>
                  <a:cubicBezTo>
                    <a:pt x="381" y="396"/>
                    <a:pt x="365" y="379"/>
                    <a:pt x="344" y="374"/>
                  </a:cubicBezTo>
                  <a:cubicBezTo>
                    <a:pt x="272" y="359"/>
                    <a:pt x="272" y="359"/>
                    <a:pt x="272" y="359"/>
                  </a:cubicBezTo>
                  <a:cubicBezTo>
                    <a:pt x="272" y="346"/>
                    <a:pt x="272" y="346"/>
                    <a:pt x="272" y="346"/>
                  </a:cubicBezTo>
                  <a:cubicBezTo>
                    <a:pt x="272" y="194"/>
                    <a:pt x="272" y="194"/>
                    <a:pt x="272" y="194"/>
                  </a:cubicBezTo>
                  <a:cubicBezTo>
                    <a:pt x="318" y="259"/>
                    <a:pt x="318" y="259"/>
                    <a:pt x="318" y="259"/>
                  </a:cubicBezTo>
                  <a:cubicBezTo>
                    <a:pt x="324" y="267"/>
                    <a:pt x="333" y="271"/>
                    <a:pt x="343" y="272"/>
                  </a:cubicBezTo>
                  <a:cubicBezTo>
                    <a:pt x="450" y="276"/>
                    <a:pt x="450" y="276"/>
                    <a:pt x="450" y="276"/>
                  </a:cubicBezTo>
                  <a:cubicBezTo>
                    <a:pt x="450" y="441"/>
                    <a:pt x="450" y="441"/>
                    <a:pt x="450" y="441"/>
                  </a:cubicBezTo>
                  <a:cubicBezTo>
                    <a:pt x="483" y="500"/>
                    <a:pt x="483" y="500"/>
                    <a:pt x="483" y="500"/>
                  </a:cubicBezTo>
                  <a:cubicBezTo>
                    <a:pt x="483" y="664"/>
                    <a:pt x="483" y="664"/>
                    <a:pt x="483" y="664"/>
                  </a:cubicBezTo>
                  <a:cubicBezTo>
                    <a:pt x="510" y="664"/>
                    <a:pt x="510" y="664"/>
                    <a:pt x="510" y="664"/>
                  </a:cubicBezTo>
                  <a:cubicBezTo>
                    <a:pt x="510" y="500"/>
                    <a:pt x="510" y="500"/>
                    <a:pt x="510" y="500"/>
                  </a:cubicBezTo>
                  <a:cubicBezTo>
                    <a:pt x="544" y="441"/>
                    <a:pt x="544" y="441"/>
                    <a:pt x="544" y="441"/>
                  </a:cubicBezTo>
                  <a:cubicBezTo>
                    <a:pt x="544" y="30"/>
                    <a:pt x="544" y="30"/>
                    <a:pt x="544" y="30"/>
                  </a:cubicBezTo>
                  <a:cubicBezTo>
                    <a:pt x="550" y="29"/>
                    <a:pt x="554" y="28"/>
                    <a:pt x="554" y="28"/>
                  </a:cubicBezTo>
                  <a:cubicBezTo>
                    <a:pt x="563" y="27"/>
                    <a:pt x="569" y="20"/>
                    <a:pt x="567" y="13"/>
                  </a:cubicBezTo>
                  <a:cubicBezTo>
                    <a:pt x="566" y="5"/>
                    <a:pt x="557" y="0"/>
                    <a:pt x="549" y="1"/>
                  </a:cubicBezTo>
                  <a:close/>
                  <a:moveTo>
                    <a:pt x="497" y="493"/>
                  </a:moveTo>
                  <a:cubicBezTo>
                    <a:pt x="466" y="438"/>
                    <a:pt x="466" y="438"/>
                    <a:pt x="466" y="438"/>
                  </a:cubicBezTo>
                  <a:cubicBezTo>
                    <a:pt x="466" y="319"/>
                    <a:pt x="466" y="319"/>
                    <a:pt x="466" y="319"/>
                  </a:cubicBezTo>
                  <a:cubicBezTo>
                    <a:pt x="528" y="319"/>
                    <a:pt x="528" y="319"/>
                    <a:pt x="528" y="319"/>
                  </a:cubicBezTo>
                  <a:cubicBezTo>
                    <a:pt x="528" y="438"/>
                    <a:pt x="528" y="438"/>
                    <a:pt x="528" y="438"/>
                  </a:cubicBezTo>
                  <a:lnTo>
                    <a:pt x="497" y="493"/>
                  </a:lnTo>
                  <a:close/>
                  <a:moveTo>
                    <a:pt x="528" y="299"/>
                  </a:moveTo>
                  <a:cubicBezTo>
                    <a:pt x="466" y="299"/>
                    <a:pt x="466" y="299"/>
                    <a:pt x="466" y="299"/>
                  </a:cubicBezTo>
                  <a:cubicBezTo>
                    <a:pt x="466" y="272"/>
                    <a:pt x="466" y="272"/>
                    <a:pt x="466" y="272"/>
                  </a:cubicBezTo>
                  <a:cubicBezTo>
                    <a:pt x="475" y="267"/>
                    <a:pt x="482" y="257"/>
                    <a:pt x="483" y="245"/>
                  </a:cubicBezTo>
                  <a:cubicBezTo>
                    <a:pt x="483" y="232"/>
                    <a:pt x="476" y="221"/>
                    <a:pt x="466" y="216"/>
                  </a:cubicBezTo>
                  <a:cubicBezTo>
                    <a:pt x="466" y="32"/>
                    <a:pt x="466" y="32"/>
                    <a:pt x="466" y="32"/>
                  </a:cubicBezTo>
                  <a:cubicBezTo>
                    <a:pt x="477" y="33"/>
                    <a:pt x="488" y="34"/>
                    <a:pt x="497" y="34"/>
                  </a:cubicBezTo>
                  <a:cubicBezTo>
                    <a:pt x="505" y="34"/>
                    <a:pt x="517" y="33"/>
                    <a:pt x="528" y="32"/>
                  </a:cubicBezTo>
                  <a:lnTo>
                    <a:pt x="528" y="29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2" name="组合 211"/>
          <p:cNvGrpSpPr/>
          <p:nvPr/>
        </p:nvGrpSpPr>
        <p:grpSpPr>
          <a:xfrm>
            <a:off x="269875" y="3006726"/>
            <a:ext cx="5180013" cy="273050"/>
            <a:chOff x="269875" y="3006726"/>
            <a:chExt cx="5180013" cy="273050"/>
          </a:xfrm>
          <a:solidFill>
            <a:schemeClr val="tx1">
              <a:lumMod val="65000"/>
              <a:lumOff val="35000"/>
            </a:schemeClr>
          </a:solidFill>
        </p:grpSpPr>
        <p:sp>
          <p:nvSpPr>
            <p:cNvPr id="213" name="Freeform 167"/>
            <p:cNvSpPr>
              <a:spLocks/>
            </p:cNvSpPr>
            <p:nvPr/>
          </p:nvSpPr>
          <p:spPr bwMode="auto">
            <a:xfrm>
              <a:off x="269875" y="3019426"/>
              <a:ext cx="79375" cy="104775"/>
            </a:xfrm>
            <a:custGeom>
              <a:avLst/>
              <a:gdLst>
                <a:gd name="T0" fmla="*/ 46 w 49"/>
                <a:gd name="T1" fmla="*/ 18 h 64"/>
                <a:gd name="T2" fmla="*/ 49 w 49"/>
                <a:gd name="T3" fmla="*/ 12 h 64"/>
                <a:gd name="T4" fmla="*/ 45 w 49"/>
                <a:gd name="T5" fmla="*/ 4 h 64"/>
                <a:gd name="T6" fmla="*/ 34 w 49"/>
                <a:gd name="T7" fmla="*/ 0 h 64"/>
                <a:gd name="T8" fmla="*/ 11 w 49"/>
                <a:gd name="T9" fmla="*/ 4 h 64"/>
                <a:gd name="T10" fmla="*/ 0 w 49"/>
                <a:gd name="T11" fmla="*/ 11 h 64"/>
                <a:gd name="T12" fmla="*/ 0 w 49"/>
                <a:gd name="T13" fmla="*/ 13 h 64"/>
                <a:gd name="T14" fmla="*/ 2 w 49"/>
                <a:gd name="T15" fmla="*/ 14 h 64"/>
                <a:gd name="T16" fmla="*/ 4 w 49"/>
                <a:gd name="T17" fmla="*/ 15 h 64"/>
                <a:gd name="T18" fmla="*/ 5 w 49"/>
                <a:gd name="T19" fmla="*/ 15 h 64"/>
                <a:gd name="T20" fmla="*/ 6 w 49"/>
                <a:gd name="T21" fmla="*/ 17 h 64"/>
                <a:gd name="T22" fmla="*/ 4 w 49"/>
                <a:gd name="T23" fmla="*/ 31 h 64"/>
                <a:gd name="T24" fmla="*/ 1 w 49"/>
                <a:gd name="T25" fmla="*/ 50 h 64"/>
                <a:gd name="T26" fmla="*/ 0 w 49"/>
                <a:gd name="T27" fmla="*/ 54 h 64"/>
                <a:gd name="T28" fmla="*/ 5 w 49"/>
                <a:gd name="T29" fmla="*/ 61 h 64"/>
                <a:gd name="T30" fmla="*/ 9 w 49"/>
                <a:gd name="T31" fmla="*/ 60 h 64"/>
                <a:gd name="T32" fmla="*/ 10 w 49"/>
                <a:gd name="T33" fmla="*/ 55 h 64"/>
                <a:gd name="T34" fmla="*/ 11 w 49"/>
                <a:gd name="T35" fmla="*/ 49 h 64"/>
                <a:gd name="T36" fmla="*/ 13 w 49"/>
                <a:gd name="T37" fmla="*/ 31 h 64"/>
                <a:gd name="T38" fmla="*/ 16 w 49"/>
                <a:gd name="T39" fmla="*/ 13 h 64"/>
                <a:gd name="T40" fmla="*/ 22 w 49"/>
                <a:gd name="T41" fmla="*/ 10 h 64"/>
                <a:gd name="T42" fmla="*/ 32 w 49"/>
                <a:gd name="T43" fmla="*/ 8 h 64"/>
                <a:gd name="T44" fmla="*/ 38 w 49"/>
                <a:gd name="T45" fmla="*/ 12 h 64"/>
                <a:gd name="T46" fmla="*/ 33 w 49"/>
                <a:gd name="T47" fmla="*/ 20 h 64"/>
                <a:gd name="T48" fmla="*/ 24 w 49"/>
                <a:gd name="T49" fmla="*/ 26 h 64"/>
                <a:gd name="T50" fmla="*/ 16 w 49"/>
                <a:gd name="T51" fmla="*/ 31 h 64"/>
                <a:gd name="T52" fmla="*/ 17 w 49"/>
                <a:gd name="T53" fmla="*/ 35 h 64"/>
                <a:gd name="T54" fmla="*/ 22 w 49"/>
                <a:gd name="T55" fmla="*/ 36 h 64"/>
                <a:gd name="T56" fmla="*/ 26 w 49"/>
                <a:gd name="T57" fmla="*/ 35 h 64"/>
                <a:gd name="T58" fmla="*/ 29 w 49"/>
                <a:gd name="T59" fmla="*/ 33 h 64"/>
                <a:gd name="T60" fmla="*/ 36 w 49"/>
                <a:gd name="T61" fmla="*/ 36 h 64"/>
                <a:gd name="T62" fmla="*/ 38 w 49"/>
                <a:gd name="T63" fmla="*/ 40 h 64"/>
                <a:gd name="T64" fmla="*/ 32 w 49"/>
                <a:gd name="T65" fmla="*/ 50 h 64"/>
                <a:gd name="T66" fmla="*/ 23 w 49"/>
                <a:gd name="T67" fmla="*/ 54 h 64"/>
                <a:gd name="T68" fmla="*/ 21 w 49"/>
                <a:gd name="T69" fmla="*/ 54 h 64"/>
                <a:gd name="T70" fmla="*/ 13 w 49"/>
                <a:gd name="T71" fmla="*/ 60 h 64"/>
                <a:gd name="T72" fmla="*/ 18 w 49"/>
                <a:gd name="T73" fmla="*/ 64 h 64"/>
                <a:gd name="T74" fmla="*/ 39 w 49"/>
                <a:gd name="T75" fmla="*/ 56 h 64"/>
                <a:gd name="T76" fmla="*/ 48 w 49"/>
                <a:gd name="T77" fmla="*/ 40 h 64"/>
                <a:gd name="T78" fmla="*/ 46 w 49"/>
                <a:gd name="T79" fmla="*/ 33 h 64"/>
                <a:gd name="T80" fmla="*/ 37 w 49"/>
                <a:gd name="T81" fmla="*/ 27 h 64"/>
                <a:gd name="T82" fmla="*/ 46 w 49"/>
                <a:gd name="T83" fmla="*/ 18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9" h="64">
                  <a:moveTo>
                    <a:pt x="46" y="18"/>
                  </a:moveTo>
                  <a:cubicBezTo>
                    <a:pt x="48" y="16"/>
                    <a:pt x="49" y="14"/>
                    <a:pt x="49" y="12"/>
                  </a:cubicBezTo>
                  <a:cubicBezTo>
                    <a:pt x="49" y="9"/>
                    <a:pt x="47" y="6"/>
                    <a:pt x="45" y="4"/>
                  </a:cubicBezTo>
                  <a:cubicBezTo>
                    <a:pt x="42" y="1"/>
                    <a:pt x="38" y="0"/>
                    <a:pt x="34" y="0"/>
                  </a:cubicBezTo>
                  <a:cubicBezTo>
                    <a:pt x="26" y="0"/>
                    <a:pt x="18" y="2"/>
                    <a:pt x="11" y="4"/>
                  </a:cubicBezTo>
                  <a:cubicBezTo>
                    <a:pt x="4" y="6"/>
                    <a:pt x="0" y="9"/>
                    <a:pt x="0" y="11"/>
                  </a:cubicBezTo>
                  <a:cubicBezTo>
                    <a:pt x="0" y="12"/>
                    <a:pt x="0" y="12"/>
                    <a:pt x="0" y="13"/>
                  </a:cubicBezTo>
                  <a:cubicBezTo>
                    <a:pt x="1" y="13"/>
                    <a:pt x="1" y="14"/>
                    <a:pt x="2" y="14"/>
                  </a:cubicBezTo>
                  <a:cubicBezTo>
                    <a:pt x="2" y="15"/>
                    <a:pt x="3" y="15"/>
                    <a:pt x="4" y="15"/>
                  </a:cubicBezTo>
                  <a:cubicBezTo>
                    <a:pt x="5" y="15"/>
                    <a:pt x="5" y="15"/>
                    <a:pt x="5" y="15"/>
                  </a:cubicBezTo>
                  <a:cubicBezTo>
                    <a:pt x="5" y="15"/>
                    <a:pt x="6" y="16"/>
                    <a:pt x="6" y="17"/>
                  </a:cubicBezTo>
                  <a:cubicBezTo>
                    <a:pt x="6" y="18"/>
                    <a:pt x="5" y="22"/>
                    <a:pt x="4" y="31"/>
                  </a:cubicBezTo>
                  <a:cubicBezTo>
                    <a:pt x="3" y="39"/>
                    <a:pt x="2" y="46"/>
                    <a:pt x="1" y="50"/>
                  </a:cubicBezTo>
                  <a:cubicBezTo>
                    <a:pt x="0" y="52"/>
                    <a:pt x="0" y="54"/>
                    <a:pt x="0" y="54"/>
                  </a:cubicBezTo>
                  <a:cubicBezTo>
                    <a:pt x="0" y="59"/>
                    <a:pt x="2" y="61"/>
                    <a:pt x="5" y="61"/>
                  </a:cubicBezTo>
                  <a:cubicBezTo>
                    <a:pt x="6" y="61"/>
                    <a:pt x="8" y="61"/>
                    <a:pt x="9" y="60"/>
                  </a:cubicBezTo>
                  <a:cubicBezTo>
                    <a:pt x="10" y="59"/>
                    <a:pt x="10" y="57"/>
                    <a:pt x="10" y="55"/>
                  </a:cubicBezTo>
                  <a:cubicBezTo>
                    <a:pt x="11" y="49"/>
                    <a:pt x="11" y="49"/>
                    <a:pt x="11" y="49"/>
                  </a:cubicBezTo>
                  <a:cubicBezTo>
                    <a:pt x="11" y="48"/>
                    <a:pt x="12" y="41"/>
                    <a:pt x="13" y="31"/>
                  </a:cubicBezTo>
                  <a:cubicBezTo>
                    <a:pt x="15" y="20"/>
                    <a:pt x="16" y="14"/>
                    <a:pt x="16" y="13"/>
                  </a:cubicBezTo>
                  <a:cubicBezTo>
                    <a:pt x="17" y="11"/>
                    <a:pt x="18" y="10"/>
                    <a:pt x="22" y="10"/>
                  </a:cubicBezTo>
                  <a:cubicBezTo>
                    <a:pt x="25" y="9"/>
                    <a:pt x="29" y="8"/>
                    <a:pt x="32" y="8"/>
                  </a:cubicBezTo>
                  <a:cubicBezTo>
                    <a:pt x="36" y="8"/>
                    <a:pt x="38" y="10"/>
                    <a:pt x="38" y="12"/>
                  </a:cubicBezTo>
                  <a:cubicBezTo>
                    <a:pt x="38" y="14"/>
                    <a:pt x="36" y="17"/>
                    <a:pt x="33" y="20"/>
                  </a:cubicBezTo>
                  <a:cubicBezTo>
                    <a:pt x="30" y="23"/>
                    <a:pt x="27" y="25"/>
                    <a:pt x="24" y="26"/>
                  </a:cubicBezTo>
                  <a:cubicBezTo>
                    <a:pt x="19" y="28"/>
                    <a:pt x="16" y="30"/>
                    <a:pt x="16" y="31"/>
                  </a:cubicBezTo>
                  <a:cubicBezTo>
                    <a:pt x="16" y="33"/>
                    <a:pt x="17" y="34"/>
                    <a:pt x="17" y="35"/>
                  </a:cubicBezTo>
                  <a:cubicBezTo>
                    <a:pt x="18" y="35"/>
                    <a:pt x="20" y="36"/>
                    <a:pt x="22" y="36"/>
                  </a:cubicBezTo>
                  <a:cubicBezTo>
                    <a:pt x="23" y="36"/>
                    <a:pt x="24" y="35"/>
                    <a:pt x="26" y="35"/>
                  </a:cubicBezTo>
                  <a:cubicBezTo>
                    <a:pt x="28" y="34"/>
                    <a:pt x="29" y="33"/>
                    <a:pt x="29" y="33"/>
                  </a:cubicBezTo>
                  <a:cubicBezTo>
                    <a:pt x="32" y="33"/>
                    <a:pt x="34" y="34"/>
                    <a:pt x="36" y="36"/>
                  </a:cubicBezTo>
                  <a:cubicBezTo>
                    <a:pt x="37" y="37"/>
                    <a:pt x="38" y="39"/>
                    <a:pt x="38" y="40"/>
                  </a:cubicBezTo>
                  <a:cubicBezTo>
                    <a:pt x="38" y="44"/>
                    <a:pt x="36" y="47"/>
                    <a:pt x="32" y="50"/>
                  </a:cubicBezTo>
                  <a:cubicBezTo>
                    <a:pt x="28" y="53"/>
                    <a:pt x="25" y="54"/>
                    <a:pt x="23" y="54"/>
                  </a:cubicBezTo>
                  <a:cubicBezTo>
                    <a:pt x="21" y="54"/>
                    <a:pt x="21" y="54"/>
                    <a:pt x="21" y="54"/>
                  </a:cubicBezTo>
                  <a:cubicBezTo>
                    <a:pt x="15" y="54"/>
                    <a:pt x="13" y="56"/>
                    <a:pt x="13" y="60"/>
                  </a:cubicBezTo>
                  <a:cubicBezTo>
                    <a:pt x="13" y="62"/>
                    <a:pt x="14" y="64"/>
                    <a:pt x="18" y="64"/>
                  </a:cubicBezTo>
                  <a:cubicBezTo>
                    <a:pt x="25" y="64"/>
                    <a:pt x="32" y="61"/>
                    <a:pt x="39" y="56"/>
                  </a:cubicBezTo>
                  <a:cubicBezTo>
                    <a:pt x="45" y="50"/>
                    <a:pt x="48" y="45"/>
                    <a:pt x="48" y="40"/>
                  </a:cubicBezTo>
                  <a:cubicBezTo>
                    <a:pt x="48" y="38"/>
                    <a:pt x="48" y="35"/>
                    <a:pt x="46" y="33"/>
                  </a:cubicBezTo>
                  <a:cubicBezTo>
                    <a:pt x="45" y="31"/>
                    <a:pt x="42" y="29"/>
                    <a:pt x="37" y="27"/>
                  </a:cubicBezTo>
                  <a:cubicBezTo>
                    <a:pt x="41" y="23"/>
                    <a:pt x="44" y="20"/>
                    <a:pt x="46"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168"/>
            <p:cNvSpPr>
              <a:spLocks/>
            </p:cNvSpPr>
            <p:nvPr/>
          </p:nvSpPr>
          <p:spPr bwMode="auto">
            <a:xfrm>
              <a:off x="363538" y="3006726"/>
              <a:ext cx="30163" cy="114300"/>
            </a:xfrm>
            <a:custGeom>
              <a:avLst/>
              <a:gdLst>
                <a:gd name="T0" fmla="*/ 14 w 18"/>
                <a:gd name="T1" fmla="*/ 22 h 70"/>
                <a:gd name="T2" fmla="*/ 17 w 18"/>
                <a:gd name="T3" fmla="*/ 9 h 70"/>
                <a:gd name="T4" fmla="*/ 18 w 18"/>
                <a:gd name="T5" fmla="*/ 5 h 70"/>
                <a:gd name="T6" fmla="*/ 13 w 18"/>
                <a:gd name="T7" fmla="*/ 0 h 70"/>
                <a:gd name="T8" fmla="*/ 9 w 18"/>
                <a:gd name="T9" fmla="*/ 3 h 70"/>
                <a:gd name="T10" fmla="*/ 3 w 18"/>
                <a:gd name="T11" fmla="*/ 26 h 70"/>
                <a:gd name="T12" fmla="*/ 0 w 18"/>
                <a:gd name="T13" fmla="*/ 58 h 70"/>
                <a:gd name="T14" fmla="*/ 1 w 18"/>
                <a:gd name="T15" fmla="*/ 67 h 70"/>
                <a:gd name="T16" fmla="*/ 5 w 18"/>
                <a:gd name="T17" fmla="*/ 70 h 70"/>
                <a:gd name="T18" fmla="*/ 9 w 18"/>
                <a:gd name="T19" fmla="*/ 68 h 70"/>
                <a:gd name="T20" fmla="*/ 11 w 18"/>
                <a:gd name="T21" fmla="*/ 64 h 70"/>
                <a:gd name="T22" fmla="*/ 11 w 18"/>
                <a:gd name="T23" fmla="*/ 62 h 70"/>
                <a:gd name="T24" fmla="*/ 10 w 18"/>
                <a:gd name="T25" fmla="*/ 50 h 70"/>
                <a:gd name="T26" fmla="*/ 11 w 18"/>
                <a:gd name="T27" fmla="*/ 37 h 70"/>
                <a:gd name="T28" fmla="*/ 14 w 18"/>
                <a:gd name="T29" fmla="*/ 2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70">
                  <a:moveTo>
                    <a:pt x="14" y="22"/>
                  </a:moveTo>
                  <a:cubicBezTo>
                    <a:pt x="15" y="15"/>
                    <a:pt x="17" y="11"/>
                    <a:pt x="17" y="9"/>
                  </a:cubicBezTo>
                  <a:cubicBezTo>
                    <a:pt x="17" y="8"/>
                    <a:pt x="18" y="6"/>
                    <a:pt x="18" y="5"/>
                  </a:cubicBezTo>
                  <a:cubicBezTo>
                    <a:pt x="18" y="2"/>
                    <a:pt x="16" y="0"/>
                    <a:pt x="13" y="0"/>
                  </a:cubicBezTo>
                  <a:cubicBezTo>
                    <a:pt x="12" y="0"/>
                    <a:pt x="10" y="1"/>
                    <a:pt x="9" y="3"/>
                  </a:cubicBezTo>
                  <a:cubicBezTo>
                    <a:pt x="7" y="6"/>
                    <a:pt x="6" y="13"/>
                    <a:pt x="3" y="26"/>
                  </a:cubicBezTo>
                  <a:cubicBezTo>
                    <a:pt x="1" y="38"/>
                    <a:pt x="0" y="49"/>
                    <a:pt x="0" y="58"/>
                  </a:cubicBezTo>
                  <a:cubicBezTo>
                    <a:pt x="0" y="63"/>
                    <a:pt x="1" y="66"/>
                    <a:pt x="1" y="67"/>
                  </a:cubicBezTo>
                  <a:cubicBezTo>
                    <a:pt x="2" y="69"/>
                    <a:pt x="3" y="70"/>
                    <a:pt x="5" y="70"/>
                  </a:cubicBezTo>
                  <a:cubicBezTo>
                    <a:pt x="7" y="70"/>
                    <a:pt x="8" y="69"/>
                    <a:pt x="9" y="68"/>
                  </a:cubicBezTo>
                  <a:cubicBezTo>
                    <a:pt x="10" y="67"/>
                    <a:pt x="11" y="66"/>
                    <a:pt x="11" y="64"/>
                  </a:cubicBezTo>
                  <a:cubicBezTo>
                    <a:pt x="11" y="64"/>
                    <a:pt x="11" y="63"/>
                    <a:pt x="11" y="62"/>
                  </a:cubicBezTo>
                  <a:cubicBezTo>
                    <a:pt x="10" y="57"/>
                    <a:pt x="10" y="53"/>
                    <a:pt x="10" y="50"/>
                  </a:cubicBezTo>
                  <a:cubicBezTo>
                    <a:pt x="10" y="47"/>
                    <a:pt x="10" y="42"/>
                    <a:pt x="11" y="37"/>
                  </a:cubicBezTo>
                  <a:cubicBezTo>
                    <a:pt x="11" y="31"/>
                    <a:pt x="12" y="26"/>
                    <a:pt x="14"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169"/>
            <p:cNvSpPr>
              <a:spLocks/>
            </p:cNvSpPr>
            <p:nvPr/>
          </p:nvSpPr>
          <p:spPr bwMode="auto">
            <a:xfrm>
              <a:off x="400050" y="3049588"/>
              <a:ext cx="22225" cy="69850"/>
            </a:xfrm>
            <a:custGeom>
              <a:avLst/>
              <a:gdLst>
                <a:gd name="T0" fmla="*/ 13 w 14"/>
                <a:gd name="T1" fmla="*/ 11 h 43"/>
                <a:gd name="T2" fmla="*/ 13 w 14"/>
                <a:gd name="T3" fmla="*/ 10 h 43"/>
                <a:gd name="T4" fmla="*/ 14 w 14"/>
                <a:gd name="T5" fmla="*/ 4 h 43"/>
                <a:gd name="T6" fmla="*/ 13 w 14"/>
                <a:gd name="T7" fmla="*/ 1 h 43"/>
                <a:gd name="T8" fmla="*/ 9 w 14"/>
                <a:gd name="T9" fmla="*/ 0 h 43"/>
                <a:gd name="T10" fmla="*/ 5 w 14"/>
                <a:gd name="T11" fmla="*/ 2 h 43"/>
                <a:gd name="T12" fmla="*/ 4 w 14"/>
                <a:gd name="T13" fmla="*/ 6 h 43"/>
                <a:gd name="T14" fmla="*/ 3 w 14"/>
                <a:gd name="T15" fmla="*/ 15 h 43"/>
                <a:gd name="T16" fmla="*/ 3 w 14"/>
                <a:gd name="T17" fmla="*/ 15 h 43"/>
                <a:gd name="T18" fmla="*/ 2 w 14"/>
                <a:gd name="T19" fmla="*/ 19 h 43"/>
                <a:gd name="T20" fmla="*/ 0 w 14"/>
                <a:gd name="T21" fmla="*/ 35 h 43"/>
                <a:gd name="T22" fmla="*/ 5 w 14"/>
                <a:gd name="T23" fmla="*/ 43 h 43"/>
                <a:gd name="T24" fmla="*/ 9 w 14"/>
                <a:gd name="T25" fmla="*/ 41 h 43"/>
                <a:gd name="T26" fmla="*/ 11 w 14"/>
                <a:gd name="T27" fmla="*/ 39 h 43"/>
                <a:gd name="T28" fmla="*/ 11 w 14"/>
                <a:gd name="T29" fmla="*/ 38 h 43"/>
                <a:gd name="T30" fmla="*/ 10 w 14"/>
                <a:gd name="T31" fmla="*/ 31 h 43"/>
                <a:gd name="T32" fmla="*/ 10 w 14"/>
                <a:gd name="T33" fmla="*/ 24 h 43"/>
                <a:gd name="T34" fmla="*/ 13 w 14"/>
                <a:gd name="T35" fmla="*/ 1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43">
                  <a:moveTo>
                    <a:pt x="13" y="11"/>
                  </a:moveTo>
                  <a:cubicBezTo>
                    <a:pt x="13" y="10"/>
                    <a:pt x="13" y="10"/>
                    <a:pt x="13" y="10"/>
                  </a:cubicBezTo>
                  <a:cubicBezTo>
                    <a:pt x="14" y="7"/>
                    <a:pt x="14" y="5"/>
                    <a:pt x="14" y="4"/>
                  </a:cubicBezTo>
                  <a:cubicBezTo>
                    <a:pt x="14" y="3"/>
                    <a:pt x="14" y="2"/>
                    <a:pt x="13" y="1"/>
                  </a:cubicBezTo>
                  <a:cubicBezTo>
                    <a:pt x="12" y="0"/>
                    <a:pt x="11" y="0"/>
                    <a:pt x="9" y="0"/>
                  </a:cubicBezTo>
                  <a:cubicBezTo>
                    <a:pt x="7" y="0"/>
                    <a:pt x="6" y="0"/>
                    <a:pt x="5" y="2"/>
                  </a:cubicBezTo>
                  <a:cubicBezTo>
                    <a:pt x="4" y="3"/>
                    <a:pt x="4" y="5"/>
                    <a:pt x="4" y="6"/>
                  </a:cubicBezTo>
                  <a:cubicBezTo>
                    <a:pt x="4" y="7"/>
                    <a:pt x="3" y="10"/>
                    <a:pt x="3" y="15"/>
                  </a:cubicBezTo>
                  <a:cubicBezTo>
                    <a:pt x="3" y="15"/>
                    <a:pt x="3" y="15"/>
                    <a:pt x="3" y="15"/>
                  </a:cubicBezTo>
                  <a:cubicBezTo>
                    <a:pt x="2" y="16"/>
                    <a:pt x="2" y="17"/>
                    <a:pt x="2" y="19"/>
                  </a:cubicBezTo>
                  <a:cubicBezTo>
                    <a:pt x="1" y="25"/>
                    <a:pt x="0" y="31"/>
                    <a:pt x="0" y="35"/>
                  </a:cubicBezTo>
                  <a:cubicBezTo>
                    <a:pt x="0" y="40"/>
                    <a:pt x="2" y="43"/>
                    <a:pt x="5" y="43"/>
                  </a:cubicBezTo>
                  <a:cubicBezTo>
                    <a:pt x="7" y="43"/>
                    <a:pt x="8" y="42"/>
                    <a:pt x="9" y="41"/>
                  </a:cubicBezTo>
                  <a:cubicBezTo>
                    <a:pt x="10" y="40"/>
                    <a:pt x="11" y="40"/>
                    <a:pt x="11" y="39"/>
                  </a:cubicBezTo>
                  <a:cubicBezTo>
                    <a:pt x="11" y="39"/>
                    <a:pt x="11" y="38"/>
                    <a:pt x="11" y="38"/>
                  </a:cubicBezTo>
                  <a:cubicBezTo>
                    <a:pt x="10" y="35"/>
                    <a:pt x="10" y="33"/>
                    <a:pt x="10" y="31"/>
                  </a:cubicBezTo>
                  <a:cubicBezTo>
                    <a:pt x="10" y="29"/>
                    <a:pt x="10" y="27"/>
                    <a:pt x="10" y="24"/>
                  </a:cubicBezTo>
                  <a:cubicBezTo>
                    <a:pt x="10" y="20"/>
                    <a:pt x="11" y="16"/>
                    <a:pt x="13"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170"/>
            <p:cNvSpPr>
              <a:spLocks/>
            </p:cNvSpPr>
            <p:nvPr/>
          </p:nvSpPr>
          <p:spPr bwMode="auto">
            <a:xfrm>
              <a:off x="414338" y="3011488"/>
              <a:ext cx="20638" cy="20638"/>
            </a:xfrm>
            <a:custGeom>
              <a:avLst/>
              <a:gdLst>
                <a:gd name="T0" fmla="*/ 10 w 13"/>
                <a:gd name="T1" fmla="*/ 10 h 12"/>
                <a:gd name="T2" fmla="*/ 13 w 13"/>
                <a:gd name="T3" fmla="*/ 5 h 12"/>
                <a:gd name="T4" fmla="*/ 11 w 13"/>
                <a:gd name="T5" fmla="*/ 2 h 12"/>
                <a:gd name="T6" fmla="*/ 7 w 13"/>
                <a:gd name="T7" fmla="*/ 0 h 12"/>
                <a:gd name="T8" fmla="*/ 2 w 13"/>
                <a:gd name="T9" fmla="*/ 2 h 12"/>
                <a:gd name="T10" fmla="*/ 0 w 13"/>
                <a:gd name="T11" fmla="*/ 6 h 12"/>
                <a:gd name="T12" fmla="*/ 2 w 13"/>
                <a:gd name="T13" fmla="*/ 10 h 12"/>
                <a:gd name="T14" fmla="*/ 6 w 13"/>
                <a:gd name="T15" fmla="*/ 12 h 12"/>
                <a:gd name="T16" fmla="*/ 10 w 13"/>
                <a:gd name="T17"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2">
                  <a:moveTo>
                    <a:pt x="10" y="10"/>
                  </a:moveTo>
                  <a:cubicBezTo>
                    <a:pt x="12" y="9"/>
                    <a:pt x="13" y="7"/>
                    <a:pt x="13" y="5"/>
                  </a:cubicBezTo>
                  <a:cubicBezTo>
                    <a:pt x="13" y="4"/>
                    <a:pt x="12" y="3"/>
                    <a:pt x="11" y="2"/>
                  </a:cubicBezTo>
                  <a:cubicBezTo>
                    <a:pt x="10" y="1"/>
                    <a:pt x="9" y="0"/>
                    <a:pt x="7" y="0"/>
                  </a:cubicBezTo>
                  <a:cubicBezTo>
                    <a:pt x="4" y="0"/>
                    <a:pt x="3" y="1"/>
                    <a:pt x="2" y="2"/>
                  </a:cubicBezTo>
                  <a:cubicBezTo>
                    <a:pt x="0" y="3"/>
                    <a:pt x="0" y="4"/>
                    <a:pt x="0" y="6"/>
                  </a:cubicBezTo>
                  <a:cubicBezTo>
                    <a:pt x="0" y="8"/>
                    <a:pt x="0" y="9"/>
                    <a:pt x="2" y="10"/>
                  </a:cubicBezTo>
                  <a:cubicBezTo>
                    <a:pt x="3" y="12"/>
                    <a:pt x="4" y="12"/>
                    <a:pt x="6" y="12"/>
                  </a:cubicBezTo>
                  <a:cubicBezTo>
                    <a:pt x="7" y="12"/>
                    <a:pt x="8" y="12"/>
                    <a:pt x="10"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171"/>
            <p:cNvSpPr>
              <a:spLocks/>
            </p:cNvSpPr>
            <p:nvPr/>
          </p:nvSpPr>
          <p:spPr bwMode="auto">
            <a:xfrm>
              <a:off x="434975" y="3049588"/>
              <a:ext cx="82550" cy="66675"/>
            </a:xfrm>
            <a:custGeom>
              <a:avLst/>
              <a:gdLst>
                <a:gd name="T0" fmla="*/ 41 w 50"/>
                <a:gd name="T1" fmla="*/ 39 h 41"/>
                <a:gd name="T2" fmla="*/ 47 w 50"/>
                <a:gd name="T3" fmla="*/ 37 h 41"/>
                <a:gd name="T4" fmla="*/ 50 w 50"/>
                <a:gd name="T5" fmla="*/ 33 h 41"/>
                <a:gd name="T6" fmla="*/ 48 w 50"/>
                <a:gd name="T7" fmla="*/ 30 h 41"/>
                <a:gd name="T8" fmla="*/ 46 w 50"/>
                <a:gd name="T9" fmla="*/ 31 h 41"/>
                <a:gd name="T10" fmla="*/ 44 w 50"/>
                <a:gd name="T11" fmla="*/ 31 h 41"/>
                <a:gd name="T12" fmla="*/ 40 w 50"/>
                <a:gd name="T13" fmla="*/ 17 h 41"/>
                <a:gd name="T14" fmla="*/ 29 w 50"/>
                <a:gd name="T15" fmla="*/ 2 h 41"/>
                <a:gd name="T16" fmla="*/ 10 w 50"/>
                <a:gd name="T17" fmla="*/ 22 h 41"/>
                <a:gd name="T18" fmla="*/ 12 w 50"/>
                <a:gd name="T19" fmla="*/ 8 h 41"/>
                <a:gd name="T20" fmla="*/ 11 w 50"/>
                <a:gd name="T21" fmla="*/ 2 h 41"/>
                <a:gd name="T22" fmla="*/ 8 w 50"/>
                <a:gd name="T23" fmla="*/ 0 h 41"/>
                <a:gd name="T24" fmla="*/ 4 w 50"/>
                <a:gd name="T25" fmla="*/ 3 h 41"/>
                <a:gd name="T26" fmla="*/ 3 w 50"/>
                <a:gd name="T27" fmla="*/ 6 h 41"/>
                <a:gd name="T28" fmla="*/ 1 w 50"/>
                <a:gd name="T29" fmla="*/ 27 h 41"/>
                <a:gd name="T30" fmla="*/ 0 w 50"/>
                <a:gd name="T31" fmla="*/ 36 h 41"/>
                <a:gd name="T32" fmla="*/ 6 w 50"/>
                <a:gd name="T33" fmla="*/ 41 h 41"/>
                <a:gd name="T34" fmla="*/ 8 w 50"/>
                <a:gd name="T35" fmla="*/ 40 h 41"/>
                <a:gd name="T36" fmla="*/ 9 w 50"/>
                <a:gd name="T37" fmla="*/ 38 h 41"/>
                <a:gd name="T38" fmla="*/ 18 w 50"/>
                <a:gd name="T39" fmla="*/ 22 h 41"/>
                <a:gd name="T40" fmla="*/ 28 w 50"/>
                <a:gd name="T41" fmla="*/ 12 h 41"/>
                <a:gd name="T42" fmla="*/ 31 w 50"/>
                <a:gd name="T43" fmla="*/ 22 h 41"/>
                <a:gd name="T44" fmla="*/ 34 w 50"/>
                <a:gd name="T45" fmla="*/ 35 h 41"/>
                <a:gd name="T46" fmla="*/ 34 w 50"/>
                <a:gd name="T47" fmla="*/ 35 h 41"/>
                <a:gd name="T48" fmla="*/ 41 w 50"/>
                <a:gd name="T49" fmla="*/ 3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0" h="41">
                  <a:moveTo>
                    <a:pt x="41" y="39"/>
                  </a:moveTo>
                  <a:cubicBezTo>
                    <a:pt x="43" y="39"/>
                    <a:pt x="45" y="38"/>
                    <a:pt x="47" y="37"/>
                  </a:cubicBezTo>
                  <a:cubicBezTo>
                    <a:pt x="49" y="35"/>
                    <a:pt x="50" y="34"/>
                    <a:pt x="50" y="33"/>
                  </a:cubicBezTo>
                  <a:cubicBezTo>
                    <a:pt x="50" y="31"/>
                    <a:pt x="49" y="30"/>
                    <a:pt x="48" y="30"/>
                  </a:cubicBezTo>
                  <a:cubicBezTo>
                    <a:pt x="47" y="30"/>
                    <a:pt x="47" y="30"/>
                    <a:pt x="46" y="31"/>
                  </a:cubicBezTo>
                  <a:cubicBezTo>
                    <a:pt x="45" y="31"/>
                    <a:pt x="44" y="31"/>
                    <a:pt x="44" y="31"/>
                  </a:cubicBezTo>
                  <a:cubicBezTo>
                    <a:pt x="42" y="31"/>
                    <a:pt x="41" y="26"/>
                    <a:pt x="40" y="17"/>
                  </a:cubicBezTo>
                  <a:cubicBezTo>
                    <a:pt x="39" y="7"/>
                    <a:pt x="35" y="2"/>
                    <a:pt x="29" y="2"/>
                  </a:cubicBezTo>
                  <a:cubicBezTo>
                    <a:pt x="22" y="2"/>
                    <a:pt x="16" y="9"/>
                    <a:pt x="10" y="22"/>
                  </a:cubicBezTo>
                  <a:cubicBezTo>
                    <a:pt x="12" y="15"/>
                    <a:pt x="12" y="10"/>
                    <a:pt x="12" y="8"/>
                  </a:cubicBezTo>
                  <a:cubicBezTo>
                    <a:pt x="12" y="4"/>
                    <a:pt x="12" y="2"/>
                    <a:pt x="11" y="2"/>
                  </a:cubicBezTo>
                  <a:cubicBezTo>
                    <a:pt x="10" y="1"/>
                    <a:pt x="9" y="0"/>
                    <a:pt x="8" y="0"/>
                  </a:cubicBezTo>
                  <a:cubicBezTo>
                    <a:pt x="6" y="0"/>
                    <a:pt x="5" y="1"/>
                    <a:pt x="4" y="3"/>
                  </a:cubicBezTo>
                  <a:cubicBezTo>
                    <a:pt x="3" y="4"/>
                    <a:pt x="3" y="5"/>
                    <a:pt x="3" y="6"/>
                  </a:cubicBezTo>
                  <a:cubicBezTo>
                    <a:pt x="3" y="15"/>
                    <a:pt x="2" y="22"/>
                    <a:pt x="1" y="27"/>
                  </a:cubicBezTo>
                  <a:cubicBezTo>
                    <a:pt x="0" y="32"/>
                    <a:pt x="0" y="35"/>
                    <a:pt x="0" y="36"/>
                  </a:cubicBezTo>
                  <a:cubicBezTo>
                    <a:pt x="0" y="39"/>
                    <a:pt x="2" y="41"/>
                    <a:pt x="6" y="41"/>
                  </a:cubicBezTo>
                  <a:cubicBezTo>
                    <a:pt x="6" y="41"/>
                    <a:pt x="7" y="41"/>
                    <a:pt x="8" y="40"/>
                  </a:cubicBezTo>
                  <a:cubicBezTo>
                    <a:pt x="8" y="40"/>
                    <a:pt x="9" y="39"/>
                    <a:pt x="9" y="38"/>
                  </a:cubicBezTo>
                  <a:cubicBezTo>
                    <a:pt x="10" y="34"/>
                    <a:pt x="13" y="29"/>
                    <a:pt x="18" y="22"/>
                  </a:cubicBezTo>
                  <a:cubicBezTo>
                    <a:pt x="22" y="15"/>
                    <a:pt x="26" y="12"/>
                    <a:pt x="28" y="12"/>
                  </a:cubicBezTo>
                  <a:cubicBezTo>
                    <a:pt x="30" y="12"/>
                    <a:pt x="31" y="15"/>
                    <a:pt x="31" y="22"/>
                  </a:cubicBezTo>
                  <a:cubicBezTo>
                    <a:pt x="32" y="28"/>
                    <a:pt x="33" y="33"/>
                    <a:pt x="34" y="35"/>
                  </a:cubicBezTo>
                  <a:cubicBezTo>
                    <a:pt x="34" y="35"/>
                    <a:pt x="34" y="35"/>
                    <a:pt x="34" y="35"/>
                  </a:cubicBezTo>
                  <a:cubicBezTo>
                    <a:pt x="35" y="38"/>
                    <a:pt x="38" y="39"/>
                    <a:pt x="41"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172"/>
            <p:cNvSpPr>
              <a:spLocks noEditPoints="1"/>
            </p:cNvSpPr>
            <p:nvPr/>
          </p:nvSpPr>
          <p:spPr bwMode="auto">
            <a:xfrm>
              <a:off x="520700" y="3006726"/>
              <a:ext cx="79375" cy="111125"/>
            </a:xfrm>
            <a:custGeom>
              <a:avLst/>
              <a:gdLst>
                <a:gd name="T0" fmla="*/ 32 w 49"/>
                <a:gd name="T1" fmla="*/ 64 h 68"/>
                <a:gd name="T2" fmla="*/ 38 w 49"/>
                <a:gd name="T3" fmla="*/ 68 h 68"/>
                <a:gd name="T4" fmla="*/ 45 w 49"/>
                <a:gd name="T5" fmla="*/ 65 h 68"/>
                <a:gd name="T6" fmla="*/ 49 w 49"/>
                <a:gd name="T7" fmla="*/ 60 h 68"/>
                <a:gd name="T8" fmla="*/ 47 w 49"/>
                <a:gd name="T9" fmla="*/ 57 h 68"/>
                <a:gd name="T10" fmla="*/ 45 w 49"/>
                <a:gd name="T11" fmla="*/ 58 h 68"/>
                <a:gd name="T12" fmla="*/ 41 w 49"/>
                <a:gd name="T13" fmla="*/ 59 h 68"/>
                <a:gd name="T14" fmla="*/ 38 w 49"/>
                <a:gd name="T15" fmla="*/ 52 h 68"/>
                <a:gd name="T16" fmla="*/ 41 w 49"/>
                <a:gd name="T17" fmla="*/ 33 h 68"/>
                <a:gd name="T18" fmla="*/ 46 w 49"/>
                <a:gd name="T19" fmla="*/ 12 h 68"/>
                <a:gd name="T20" fmla="*/ 48 w 49"/>
                <a:gd name="T21" fmla="*/ 6 h 68"/>
                <a:gd name="T22" fmla="*/ 47 w 49"/>
                <a:gd name="T23" fmla="*/ 2 h 68"/>
                <a:gd name="T24" fmla="*/ 44 w 49"/>
                <a:gd name="T25" fmla="*/ 0 h 68"/>
                <a:gd name="T26" fmla="*/ 41 w 49"/>
                <a:gd name="T27" fmla="*/ 1 h 68"/>
                <a:gd name="T28" fmla="*/ 38 w 49"/>
                <a:gd name="T29" fmla="*/ 4 h 68"/>
                <a:gd name="T30" fmla="*/ 36 w 49"/>
                <a:gd name="T31" fmla="*/ 12 h 68"/>
                <a:gd name="T32" fmla="*/ 33 w 49"/>
                <a:gd name="T33" fmla="*/ 28 h 68"/>
                <a:gd name="T34" fmla="*/ 26 w 49"/>
                <a:gd name="T35" fmla="*/ 26 h 68"/>
                <a:gd name="T36" fmla="*/ 9 w 49"/>
                <a:gd name="T37" fmla="*/ 36 h 68"/>
                <a:gd name="T38" fmla="*/ 0 w 49"/>
                <a:gd name="T39" fmla="*/ 56 h 68"/>
                <a:gd name="T40" fmla="*/ 3 w 49"/>
                <a:gd name="T41" fmla="*/ 65 h 68"/>
                <a:gd name="T42" fmla="*/ 10 w 49"/>
                <a:gd name="T43" fmla="*/ 68 h 68"/>
                <a:gd name="T44" fmla="*/ 30 w 49"/>
                <a:gd name="T45" fmla="*/ 54 h 68"/>
                <a:gd name="T46" fmla="*/ 32 w 49"/>
                <a:gd name="T47" fmla="*/ 64 h 68"/>
                <a:gd name="T48" fmla="*/ 24 w 49"/>
                <a:gd name="T49" fmla="*/ 51 h 68"/>
                <a:gd name="T50" fmla="*/ 12 w 49"/>
                <a:gd name="T51" fmla="*/ 60 h 68"/>
                <a:gd name="T52" fmla="*/ 10 w 49"/>
                <a:gd name="T53" fmla="*/ 56 h 68"/>
                <a:gd name="T54" fmla="*/ 15 w 49"/>
                <a:gd name="T55" fmla="*/ 41 h 68"/>
                <a:gd name="T56" fmla="*/ 26 w 49"/>
                <a:gd name="T57" fmla="*/ 33 h 68"/>
                <a:gd name="T58" fmla="*/ 29 w 49"/>
                <a:gd name="T59" fmla="*/ 35 h 68"/>
                <a:gd name="T60" fmla="*/ 30 w 49"/>
                <a:gd name="T61" fmla="*/ 37 h 68"/>
                <a:gd name="T62" fmla="*/ 24 w 49"/>
                <a:gd name="T63" fmla="*/ 5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9" h="68">
                  <a:moveTo>
                    <a:pt x="32" y="64"/>
                  </a:moveTo>
                  <a:cubicBezTo>
                    <a:pt x="33" y="66"/>
                    <a:pt x="35" y="68"/>
                    <a:pt x="38" y="68"/>
                  </a:cubicBezTo>
                  <a:cubicBezTo>
                    <a:pt x="40" y="68"/>
                    <a:pt x="42" y="67"/>
                    <a:pt x="45" y="65"/>
                  </a:cubicBezTo>
                  <a:cubicBezTo>
                    <a:pt x="48" y="63"/>
                    <a:pt x="49" y="61"/>
                    <a:pt x="49" y="60"/>
                  </a:cubicBezTo>
                  <a:cubicBezTo>
                    <a:pt x="49" y="58"/>
                    <a:pt x="48" y="57"/>
                    <a:pt x="47" y="57"/>
                  </a:cubicBezTo>
                  <a:cubicBezTo>
                    <a:pt x="47" y="57"/>
                    <a:pt x="46" y="58"/>
                    <a:pt x="45" y="58"/>
                  </a:cubicBezTo>
                  <a:cubicBezTo>
                    <a:pt x="43" y="59"/>
                    <a:pt x="42" y="59"/>
                    <a:pt x="41" y="59"/>
                  </a:cubicBezTo>
                  <a:cubicBezTo>
                    <a:pt x="39" y="59"/>
                    <a:pt x="38" y="57"/>
                    <a:pt x="38" y="52"/>
                  </a:cubicBezTo>
                  <a:cubicBezTo>
                    <a:pt x="38" y="47"/>
                    <a:pt x="39" y="41"/>
                    <a:pt x="41" y="33"/>
                  </a:cubicBezTo>
                  <a:cubicBezTo>
                    <a:pt x="42" y="25"/>
                    <a:pt x="44" y="18"/>
                    <a:pt x="46" y="12"/>
                  </a:cubicBezTo>
                  <a:cubicBezTo>
                    <a:pt x="47" y="9"/>
                    <a:pt x="48" y="7"/>
                    <a:pt x="48" y="6"/>
                  </a:cubicBezTo>
                  <a:cubicBezTo>
                    <a:pt x="48" y="4"/>
                    <a:pt x="47" y="3"/>
                    <a:pt x="47" y="2"/>
                  </a:cubicBezTo>
                  <a:cubicBezTo>
                    <a:pt x="46" y="1"/>
                    <a:pt x="45" y="0"/>
                    <a:pt x="44" y="0"/>
                  </a:cubicBezTo>
                  <a:cubicBezTo>
                    <a:pt x="43" y="0"/>
                    <a:pt x="42" y="1"/>
                    <a:pt x="41" y="1"/>
                  </a:cubicBezTo>
                  <a:cubicBezTo>
                    <a:pt x="40" y="2"/>
                    <a:pt x="39" y="3"/>
                    <a:pt x="38" y="4"/>
                  </a:cubicBezTo>
                  <a:cubicBezTo>
                    <a:pt x="38" y="6"/>
                    <a:pt x="37" y="8"/>
                    <a:pt x="36" y="12"/>
                  </a:cubicBezTo>
                  <a:cubicBezTo>
                    <a:pt x="36" y="14"/>
                    <a:pt x="35" y="20"/>
                    <a:pt x="33" y="28"/>
                  </a:cubicBezTo>
                  <a:cubicBezTo>
                    <a:pt x="32" y="27"/>
                    <a:pt x="29" y="26"/>
                    <a:pt x="26" y="26"/>
                  </a:cubicBezTo>
                  <a:cubicBezTo>
                    <a:pt x="20" y="26"/>
                    <a:pt x="14" y="29"/>
                    <a:pt x="9" y="36"/>
                  </a:cubicBezTo>
                  <a:cubicBezTo>
                    <a:pt x="3" y="43"/>
                    <a:pt x="0" y="50"/>
                    <a:pt x="0" y="56"/>
                  </a:cubicBezTo>
                  <a:cubicBezTo>
                    <a:pt x="0" y="60"/>
                    <a:pt x="1" y="63"/>
                    <a:pt x="3" y="65"/>
                  </a:cubicBezTo>
                  <a:cubicBezTo>
                    <a:pt x="5" y="67"/>
                    <a:pt x="7" y="68"/>
                    <a:pt x="10" y="68"/>
                  </a:cubicBezTo>
                  <a:cubicBezTo>
                    <a:pt x="17" y="68"/>
                    <a:pt x="23" y="63"/>
                    <a:pt x="30" y="54"/>
                  </a:cubicBezTo>
                  <a:cubicBezTo>
                    <a:pt x="30" y="58"/>
                    <a:pt x="30" y="61"/>
                    <a:pt x="32" y="64"/>
                  </a:cubicBezTo>
                  <a:close/>
                  <a:moveTo>
                    <a:pt x="24" y="51"/>
                  </a:moveTo>
                  <a:cubicBezTo>
                    <a:pt x="19" y="57"/>
                    <a:pt x="16" y="60"/>
                    <a:pt x="12" y="60"/>
                  </a:cubicBezTo>
                  <a:cubicBezTo>
                    <a:pt x="10" y="60"/>
                    <a:pt x="10" y="58"/>
                    <a:pt x="10" y="56"/>
                  </a:cubicBezTo>
                  <a:cubicBezTo>
                    <a:pt x="10" y="51"/>
                    <a:pt x="11" y="47"/>
                    <a:pt x="15" y="41"/>
                  </a:cubicBezTo>
                  <a:cubicBezTo>
                    <a:pt x="19" y="36"/>
                    <a:pt x="22" y="33"/>
                    <a:pt x="26" y="33"/>
                  </a:cubicBezTo>
                  <a:cubicBezTo>
                    <a:pt x="27" y="33"/>
                    <a:pt x="28" y="34"/>
                    <a:pt x="29" y="35"/>
                  </a:cubicBezTo>
                  <a:cubicBezTo>
                    <a:pt x="30" y="36"/>
                    <a:pt x="30" y="36"/>
                    <a:pt x="30" y="37"/>
                  </a:cubicBezTo>
                  <a:cubicBezTo>
                    <a:pt x="30" y="41"/>
                    <a:pt x="28" y="45"/>
                    <a:pt x="24"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173"/>
            <p:cNvSpPr>
              <a:spLocks/>
            </p:cNvSpPr>
            <p:nvPr/>
          </p:nvSpPr>
          <p:spPr bwMode="auto">
            <a:xfrm>
              <a:off x="608013" y="3049588"/>
              <a:ext cx="82550" cy="66675"/>
            </a:xfrm>
            <a:custGeom>
              <a:avLst/>
              <a:gdLst>
                <a:gd name="T0" fmla="*/ 41 w 50"/>
                <a:gd name="T1" fmla="*/ 39 h 41"/>
                <a:gd name="T2" fmla="*/ 48 w 50"/>
                <a:gd name="T3" fmla="*/ 37 h 41"/>
                <a:gd name="T4" fmla="*/ 50 w 50"/>
                <a:gd name="T5" fmla="*/ 33 h 41"/>
                <a:gd name="T6" fmla="*/ 49 w 50"/>
                <a:gd name="T7" fmla="*/ 30 h 41"/>
                <a:gd name="T8" fmla="*/ 46 w 50"/>
                <a:gd name="T9" fmla="*/ 31 h 41"/>
                <a:gd name="T10" fmla="*/ 44 w 50"/>
                <a:gd name="T11" fmla="*/ 31 h 41"/>
                <a:gd name="T12" fmla="*/ 41 w 50"/>
                <a:gd name="T13" fmla="*/ 17 h 41"/>
                <a:gd name="T14" fmla="*/ 30 w 50"/>
                <a:gd name="T15" fmla="*/ 2 h 41"/>
                <a:gd name="T16" fmla="*/ 11 w 50"/>
                <a:gd name="T17" fmla="*/ 22 h 41"/>
                <a:gd name="T18" fmla="*/ 13 w 50"/>
                <a:gd name="T19" fmla="*/ 8 h 41"/>
                <a:gd name="T20" fmla="*/ 12 w 50"/>
                <a:gd name="T21" fmla="*/ 2 h 41"/>
                <a:gd name="T22" fmla="*/ 8 w 50"/>
                <a:gd name="T23" fmla="*/ 0 h 41"/>
                <a:gd name="T24" fmla="*/ 5 w 50"/>
                <a:gd name="T25" fmla="*/ 3 h 41"/>
                <a:gd name="T26" fmla="*/ 3 w 50"/>
                <a:gd name="T27" fmla="*/ 6 h 41"/>
                <a:gd name="T28" fmla="*/ 2 w 50"/>
                <a:gd name="T29" fmla="*/ 27 h 41"/>
                <a:gd name="T30" fmla="*/ 0 w 50"/>
                <a:gd name="T31" fmla="*/ 36 h 41"/>
                <a:gd name="T32" fmla="*/ 6 w 50"/>
                <a:gd name="T33" fmla="*/ 41 h 41"/>
                <a:gd name="T34" fmla="*/ 8 w 50"/>
                <a:gd name="T35" fmla="*/ 40 h 41"/>
                <a:gd name="T36" fmla="*/ 10 w 50"/>
                <a:gd name="T37" fmla="*/ 38 h 41"/>
                <a:gd name="T38" fmla="*/ 18 w 50"/>
                <a:gd name="T39" fmla="*/ 22 h 41"/>
                <a:gd name="T40" fmla="*/ 28 w 50"/>
                <a:gd name="T41" fmla="*/ 12 h 41"/>
                <a:gd name="T42" fmla="*/ 32 w 50"/>
                <a:gd name="T43" fmla="*/ 22 h 41"/>
                <a:gd name="T44" fmla="*/ 35 w 50"/>
                <a:gd name="T45" fmla="*/ 35 h 41"/>
                <a:gd name="T46" fmla="*/ 35 w 50"/>
                <a:gd name="T47" fmla="*/ 35 h 41"/>
                <a:gd name="T48" fmla="*/ 41 w 50"/>
                <a:gd name="T49" fmla="*/ 3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0" h="41">
                  <a:moveTo>
                    <a:pt x="41" y="39"/>
                  </a:moveTo>
                  <a:cubicBezTo>
                    <a:pt x="44" y="39"/>
                    <a:pt x="46" y="38"/>
                    <a:pt x="48" y="37"/>
                  </a:cubicBezTo>
                  <a:cubicBezTo>
                    <a:pt x="50" y="35"/>
                    <a:pt x="50" y="34"/>
                    <a:pt x="50" y="33"/>
                  </a:cubicBezTo>
                  <a:cubicBezTo>
                    <a:pt x="50" y="31"/>
                    <a:pt x="50" y="30"/>
                    <a:pt x="49" y="30"/>
                  </a:cubicBezTo>
                  <a:cubicBezTo>
                    <a:pt x="48" y="30"/>
                    <a:pt x="47" y="30"/>
                    <a:pt x="46" y="31"/>
                  </a:cubicBezTo>
                  <a:cubicBezTo>
                    <a:pt x="45" y="31"/>
                    <a:pt x="45" y="31"/>
                    <a:pt x="44" y="31"/>
                  </a:cubicBezTo>
                  <a:cubicBezTo>
                    <a:pt x="43" y="31"/>
                    <a:pt x="42" y="26"/>
                    <a:pt x="41" y="17"/>
                  </a:cubicBezTo>
                  <a:cubicBezTo>
                    <a:pt x="40" y="7"/>
                    <a:pt x="36" y="2"/>
                    <a:pt x="30" y="2"/>
                  </a:cubicBezTo>
                  <a:cubicBezTo>
                    <a:pt x="23" y="2"/>
                    <a:pt x="16" y="9"/>
                    <a:pt x="11" y="22"/>
                  </a:cubicBezTo>
                  <a:cubicBezTo>
                    <a:pt x="12" y="15"/>
                    <a:pt x="13" y="10"/>
                    <a:pt x="13" y="8"/>
                  </a:cubicBezTo>
                  <a:cubicBezTo>
                    <a:pt x="13" y="4"/>
                    <a:pt x="13" y="2"/>
                    <a:pt x="12" y="2"/>
                  </a:cubicBezTo>
                  <a:cubicBezTo>
                    <a:pt x="11" y="1"/>
                    <a:pt x="10" y="0"/>
                    <a:pt x="8" y="0"/>
                  </a:cubicBezTo>
                  <a:cubicBezTo>
                    <a:pt x="7" y="0"/>
                    <a:pt x="6" y="1"/>
                    <a:pt x="5" y="3"/>
                  </a:cubicBezTo>
                  <a:cubicBezTo>
                    <a:pt x="4" y="4"/>
                    <a:pt x="3" y="5"/>
                    <a:pt x="3" y="6"/>
                  </a:cubicBezTo>
                  <a:cubicBezTo>
                    <a:pt x="3" y="15"/>
                    <a:pt x="3" y="22"/>
                    <a:pt x="2" y="27"/>
                  </a:cubicBezTo>
                  <a:cubicBezTo>
                    <a:pt x="1" y="32"/>
                    <a:pt x="0" y="35"/>
                    <a:pt x="0" y="36"/>
                  </a:cubicBezTo>
                  <a:cubicBezTo>
                    <a:pt x="0" y="39"/>
                    <a:pt x="2" y="41"/>
                    <a:pt x="6" y="41"/>
                  </a:cubicBezTo>
                  <a:cubicBezTo>
                    <a:pt x="7" y="41"/>
                    <a:pt x="8" y="41"/>
                    <a:pt x="8" y="40"/>
                  </a:cubicBezTo>
                  <a:cubicBezTo>
                    <a:pt x="9" y="40"/>
                    <a:pt x="9" y="39"/>
                    <a:pt x="10" y="38"/>
                  </a:cubicBezTo>
                  <a:cubicBezTo>
                    <a:pt x="11" y="34"/>
                    <a:pt x="14" y="29"/>
                    <a:pt x="18" y="22"/>
                  </a:cubicBezTo>
                  <a:cubicBezTo>
                    <a:pt x="23" y="15"/>
                    <a:pt x="26" y="12"/>
                    <a:pt x="28" y="12"/>
                  </a:cubicBezTo>
                  <a:cubicBezTo>
                    <a:pt x="30" y="12"/>
                    <a:pt x="31" y="15"/>
                    <a:pt x="32" y="22"/>
                  </a:cubicBezTo>
                  <a:cubicBezTo>
                    <a:pt x="33" y="28"/>
                    <a:pt x="34" y="33"/>
                    <a:pt x="35" y="35"/>
                  </a:cubicBezTo>
                  <a:cubicBezTo>
                    <a:pt x="35" y="35"/>
                    <a:pt x="35" y="35"/>
                    <a:pt x="35" y="35"/>
                  </a:cubicBezTo>
                  <a:cubicBezTo>
                    <a:pt x="36" y="38"/>
                    <a:pt x="38" y="39"/>
                    <a:pt x="41"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174"/>
            <p:cNvSpPr>
              <a:spLocks noEditPoints="1"/>
            </p:cNvSpPr>
            <p:nvPr/>
          </p:nvSpPr>
          <p:spPr bwMode="auto">
            <a:xfrm>
              <a:off x="696913" y="3044826"/>
              <a:ext cx="58738" cy="74613"/>
            </a:xfrm>
            <a:custGeom>
              <a:avLst/>
              <a:gdLst>
                <a:gd name="T0" fmla="*/ 10 w 36"/>
                <a:gd name="T1" fmla="*/ 31 h 46"/>
                <a:gd name="T2" fmla="*/ 27 w 36"/>
                <a:gd name="T3" fmla="*/ 22 h 46"/>
                <a:gd name="T4" fmla="*/ 34 w 36"/>
                <a:gd name="T5" fmla="*/ 9 h 46"/>
                <a:gd name="T6" fmla="*/ 31 w 36"/>
                <a:gd name="T7" fmla="*/ 2 h 46"/>
                <a:gd name="T8" fmla="*/ 24 w 36"/>
                <a:gd name="T9" fmla="*/ 0 h 46"/>
                <a:gd name="T10" fmla="*/ 7 w 36"/>
                <a:gd name="T11" fmla="*/ 9 h 46"/>
                <a:gd name="T12" fmla="*/ 0 w 36"/>
                <a:gd name="T13" fmla="*/ 30 h 46"/>
                <a:gd name="T14" fmla="*/ 3 w 36"/>
                <a:gd name="T15" fmla="*/ 42 h 46"/>
                <a:gd name="T16" fmla="*/ 14 w 36"/>
                <a:gd name="T17" fmla="*/ 46 h 46"/>
                <a:gd name="T18" fmla="*/ 29 w 36"/>
                <a:gd name="T19" fmla="*/ 40 h 46"/>
                <a:gd name="T20" fmla="*/ 36 w 36"/>
                <a:gd name="T21" fmla="*/ 30 h 46"/>
                <a:gd name="T22" fmla="*/ 34 w 36"/>
                <a:gd name="T23" fmla="*/ 28 h 46"/>
                <a:gd name="T24" fmla="*/ 31 w 36"/>
                <a:gd name="T25" fmla="*/ 29 h 46"/>
                <a:gd name="T26" fmla="*/ 15 w 36"/>
                <a:gd name="T27" fmla="*/ 37 h 46"/>
                <a:gd name="T28" fmla="*/ 11 w 36"/>
                <a:gd name="T29" fmla="*/ 36 h 46"/>
                <a:gd name="T30" fmla="*/ 9 w 36"/>
                <a:gd name="T31" fmla="*/ 32 h 46"/>
                <a:gd name="T32" fmla="*/ 10 w 36"/>
                <a:gd name="T33" fmla="*/ 31 h 46"/>
                <a:gd name="T34" fmla="*/ 15 w 36"/>
                <a:gd name="T35" fmla="*/ 13 h 46"/>
                <a:gd name="T36" fmla="*/ 23 w 36"/>
                <a:gd name="T37" fmla="*/ 8 h 46"/>
                <a:gd name="T38" fmla="*/ 25 w 36"/>
                <a:gd name="T39" fmla="*/ 8 h 46"/>
                <a:gd name="T40" fmla="*/ 26 w 36"/>
                <a:gd name="T41" fmla="*/ 11 h 46"/>
                <a:gd name="T42" fmla="*/ 21 w 36"/>
                <a:gd name="T43" fmla="*/ 18 h 46"/>
                <a:gd name="T44" fmla="*/ 10 w 36"/>
                <a:gd name="T45" fmla="*/ 23 h 46"/>
                <a:gd name="T46" fmla="*/ 15 w 36"/>
                <a:gd name="T47"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6" h="46">
                  <a:moveTo>
                    <a:pt x="10" y="31"/>
                  </a:moveTo>
                  <a:cubicBezTo>
                    <a:pt x="17" y="29"/>
                    <a:pt x="23" y="26"/>
                    <a:pt x="27" y="22"/>
                  </a:cubicBezTo>
                  <a:cubicBezTo>
                    <a:pt x="32" y="18"/>
                    <a:pt x="34" y="14"/>
                    <a:pt x="34" y="9"/>
                  </a:cubicBezTo>
                  <a:cubicBezTo>
                    <a:pt x="34" y="6"/>
                    <a:pt x="33" y="4"/>
                    <a:pt x="31" y="2"/>
                  </a:cubicBezTo>
                  <a:cubicBezTo>
                    <a:pt x="29" y="0"/>
                    <a:pt x="27" y="0"/>
                    <a:pt x="24" y="0"/>
                  </a:cubicBezTo>
                  <a:cubicBezTo>
                    <a:pt x="18" y="0"/>
                    <a:pt x="13" y="3"/>
                    <a:pt x="7" y="9"/>
                  </a:cubicBezTo>
                  <a:cubicBezTo>
                    <a:pt x="2" y="16"/>
                    <a:pt x="0" y="23"/>
                    <a:pt x="0" y="30"/>
                  </a:cubicBezTo>
                  <a:cubicBezTo>
                    <a:pt x="0" y="35"/>
                    <a:pt x="1" y="39"/>
                    <a:pt x="3" y="42"/>
                  </a:cubicBezTo>
                  <a:cubicBezTo>
                    <a:pt x="6" y="44"/>
                    <a:pt x="9" y="46"/>
                    <a:pt x="14" y="46"/>
                  </a:cubicBezTo>
                  <a:cubicBezTo>
                    <a:pt x="20" y="46"/>
                    <a:pt x="25" y="44"/>
                    <a:pt x="29" y="40"/>
                  </a:cubicBezTo>
                  <a:cubicBezTo>
                    <a:pt x="34" y="36"/>
                    <a:pt x="36" y="33"/>
                    <a:pt x="36" y="30"/>
                  </a:cubicBezTo>
                  <a:cubicBezTo>
                    <a:pt x="36" y="29"/>
                    <a:pt x="36" y="28"/>
                    <a:pt x="34" y="28"/>
                  </a:cubicBezTo>
                  <a:cubicBezTo>
                    <a:pt x="33" y="28"/>
                    <a:pt x="32" y="28"/>
                    <a:pt x="31" y="29"/>
                  </a:cubicBezTo>
                  <a:cubicBezTo>
                    <a:pt x="26" y="35"/>
                    <a:pt x="21" y="37"/>
                    <a:pt x="15" y="37"/>
                  </a:cubicBezTo>
                  <a:cubicBezTo>
                    <a:pt x="13" y="37"/>
                    <a:pt x="12" y="37"/>
                    <a:pt x="11" y="36"/>
                  </a:cubicBezTo>
                  <a:cubicBezTo>
                    <a:pt x="10" y="35"/>
                    <a:pt x="9" y="33"/>
                    <a:pt x="9" y="32"/>
                  </a:cubicBezTo>
                  <a:cubicBezTo>
                    <a:pt x="9" y="31"/>
                    <a:pt x="10" y="31"/>
                    <a:pt x="10" y="31"/>
                  </a:cubicBezTo>
                  <a:close/>
                  <a:moveTo>
                    <a:pt x="15" y="13"/>
                  </a:moveTo>
                  <a:cubicBezTo>
                    <a:pt x="18" y="9"/>
                    <a:pt x="21" y="8"/>
                    <a:pt x="23" y="8"/>
                  </a:cubicBezTo>
                  <a:cubicBezTo>
                    <a:pt x="24" y="8"/>
                    <a:pt x="24" y="8"/>
                    <a:pt x="25" y="8"/>
                  </a:cubicBezTo>
                  <a:cubicBezTo>
                    <a:pt x="25" y="9"/>
                    <a:pt x="26" y="10"/>
                    <a:pt x="26" y="11"/>
                  </a:cubicBezTo>
                  <a:cubicBezTo>
                    <a:pt x="26" y="13"/>
                    <a:pt x="24" y="15"/>
                    <a:pt x="21" y="18"/>
                  </a:cubicBezTo>
                  <a:cubicBezTo>
                    <a:pt x="18" y="21"/>
                    <a:pt x="14" y="22"/>
                    <a:pt x="10" y="23"/>
                  </a:cubicBezTo>
                  <a:cubicBezTo>
                    <a:pt x="11" y="20"/>
                    <a:pt x="13" y="16"/>
                    <a:pt x="15"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175"/>
            <p:cNvSpPr>
              <a:spLocks/>
            </p:cNvSpPr>
            <p:nvPr/>
          </p:nvSpPr>
          <p:spPr bwMode="auto">
            <a:xfrm>
              <a:off x="758825" y="3041651"/>
              <a:ext cx="53975" cy="79375"/>
            </a:xfrm>
            <a:custGeom>
              <a:avLst/>
              <a:gdLst>
                <a:gd name="T0" fmla="*/ 18 w 33"/>
                <a:gd name="T1" fmla="*/ 11 h 49"/>
                <a:gd name="T2" fmla="*/ 26 w 33"/>
                <a:gd name="T3" fmla="*/ 9 h 49"/>
                <a:gd name="T4" fmla="*/ 28 w 33"/>
                <a:gd name="T5" fmla="*/ 10 h 49"/>
                <a:gd name="T6" fmla="*/ 29 w 33"/>
                <a:gd name="T7" fmla="*/ 10 h 49"/>
                <a:gd name="T8" fmla="*/ 32 w 33"/>
                <a:gd name="T9" fmla="*/ 9 h 49"/>
                <a:gd name="T10" fmla="*/ 33 w 33"/>
                <a:gd name="T11" fmla="*/ 6 h 49"/>
                <a:gd name="T12" fmla="*/ 26 w 33"/>
                <a:gd name="T13" fmla="*/ 0 h 49"/>
                <a:gd name="T14" fmla="*/ 12 w 33"/>
                <a:gd name="T15" fmla="*/ 6 h 49"/>
                <a:gd name="T16" fmla="*/ 4 w 33"/>
                <a:gd name="T17" fmla="*/ 18 h 49"/>
                <a:gd name="T18" fmla="*/ 6 w 33"/>
                <a:gd name="T19" fmla="*/ 24 h 49"/>
                <a:gd name="T20" fmla="*/ 17 w 33"/>
                <a:gd name="T21" fmla="*/ 31 h 49"/>
                <a:gd name="T22" fmla="*/ 23 w 33"/>
                <a:gd name="T23" fmla="*/ 36 h 49"/>
                <a:gd name="T24" fmla="*/ 18 w 33"/>
                <a:gd name="T25" fmla="*/ 39 h 49"/>
                <a:gd name="T26" fmla="*/ 10 w 33"/>
                <a:gd name="T27" fmla="*/ 40 h 49"/>
                <a:gd name="T28" fmla="*/ 7 w 33"/>
                <a:gd name="T29" fmla="*/ 39 h 49"/>
                <a:gd name="T30" fmla="*/ 5 w 33"/>
                <a:gd name="T31" fmla="*/ 39 h 49"/>
                <a:gd name="T32" fmla="*/ 2 w 33"/>
                <a:gd name="T33" fmla="*/ 40 h 49"/>
                <a:gd name="T34" fmla="*/ 0 w 33"/>
                <a:gd name="T35" fmla="*/ 43 h 49"/>
                <a:gd name="T36" fmla="*/ 7 w 33"/>
                <a:gd name="T37" fmla="*/ 49 h 49"/>
                <a:gd name="T38" fmla="*/ 25 w 33"/>
                <a:gd name="T39" fmla="*/ 45 h 49"/>
                <a:gd name="T40" fmla="*/ 33 w 33"/>
                <a:gd name="T41" fmla="*/ 35 h 49"/>
                <a:gd name="T42" fmla="*/ 30 w 33"/>
                <a:gd name="T43" fmla="*/ 29 h 49"/>
                <a:gd name="T44" fmla="*/ 21 w 33"/>
                <a:gd name="T45" fmla="*/ 23 h 49"/>
                <a:gd name="T46" fmla="*/ 15 w 33"/>
                <a:gd name="T47" fmla="*/ 20 h 49"/>
                <a:gd name="T48" fmla="*/ 14 w 33"/>
                <a:gd name="T49" fmla="*/ 17 h 49"/>
                <a:gd name="T50" fmla="*/ 18 w 33"/>
                <a:gd name="T51"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3" h="49">
                  <a:moveTo>
                    <a:pt x="18" y="11"/>
                  </a:moveTo>
                  <a:cubicBezTo>
                    <a:pt x="21" y="10"/>
                    <a:pt x="23" y="9"/>
                    <a:pt x="26" y="9"/>
                  </a:cubicBezTo>
                  <a:cubicBezTo>
                    <a:pt x="26" y="9"/>
                    <a:pt x="27" y="9"/>
                    <a:pt x="28" y="10"/>
                  </a:cubicBezTo>
                  <a:cubicBezTo>
                    <a:pt x="28" y="10"/>
                    <a:pt x="29" y="10"/>
                    <a:pt x="29" y="10"/>
                  </a:cubicBezTo>
                  <a:cubicBezTo>
                    <a:pt x="30" y="10"/>
                    <a:pt x="31" y="10"/>
                    <a:pt x="32" y="9"/>
                  </a:cubicBezTo>
                  <a:cubicBezTo>
                    <a:pt x="33" y="8"/>
                    <a:pt x="33" y="7"/>
                    <a:pt x="33" y="6"/>
                  </a:cubicBezTo>
                  <a:cubicBezTo>
                    <a:pt x="33" y="2"/>
                    <a:pt x="31" y="0"/>
                    <a:pt x="26" y="0"/>
                  </a:cubicBezTo>
                  <a:cubicBezTo>
                    <a:pt x="22" y="0"/>
                    <a:pt x="17" y="2"/>
                    <a:pt x="12" y="6"/>
                  </a:cubicBezTo>
                  <a:cubicBezTo>
                    <a:pt x="7" y="9"/>
                    <a:pt x="4" y="13"/>
                    <a:pt x="4" y="18"/>
                  </a:cubicBezTo>
                  <a:cubicBezTo>
                    <a:pt x="4" y="20"/>
                    <a:pt x="5" y="22"/>
                    <a:pt x="6" y="24"/>
                  </a:cubicBezTo>
                  <a:cubicBezTo>
                    <a:pt x="8" y="26"/>
                    <a:pt x="11" y="28"/>
                    <a:pt x="17" y="31"/>
                  </a:cubicBezTo>
                  <a:cubicBezTo>
                    <a:pt x="21" y="33"/>
                    <a:pt x="23" y="34"/>
                    <a:pt x="23" y="36"/>
                  </a:cubicBezTo>
                  <a:cubicBezTo>
                    <a:pt x="23" y="37"/>
                    <a:pt x="21" y="38"/>
                    <a:pt x="18" y="39"/>
                  </a:cubicBezTo>
                  <a:cubicBezTo>
                    <a:pt x="15" y="40"/>
                    <a:pt x="13" y="40"/>
                    <a:pt x="10" y="40"/>
                  </a:cubicBezTo>
                  <a:cubicBezTo>
                    <a:pt x="9" y="40"/>
                    <a:pt x="8" y="40"/>
                    <a:pt x="7" y="39"/>
                  </a:cubicBezTo>
                  <a:cubicBezTo>
                    <a:pt x="6" y="39"/>
                    <a:pt x="6" y="39"/>
                    <a:pt x="5" y="39"/>
                  </a:cubicBezTo>
                  <a:cubicBezTo>
                    <a:pt x="4" y="39"/>
                    <a:pt x="3" y="39"/>
                    <a:pt x="2" y="40"/>
                  </a:cubicBezTo>
                  <a:cubicBezTo>
                    <a:pt x="1" y="41"/>
                    <a:pt x="0" y="42"/>
                    <a:pt x="0" y="43"/>
                  </a:cubicBezTo>
                  <a:cubicBezTo>
                    <a:pt x="0" y="47"/>
                    <a:pt x="3" y="49"/>
                    <a:pt x="7" y="49"/>
                  </a:cubicBezTo>
                  <a:cubicBezTo>
                    <a:pt x="14" y="49"/>
                    <a:pt x="20" y="47"/>
                    <a:pt x="25" y="45"/>
                  </a:cubicBezTo>
                  <a:cubicBezTo>
                    <a:pt x="30" y="42"/>
                    <a:pt x="33" y="39"/>
                    <a:pt x="33" y="35"/>
                  </a:cubicBezTo>
                  <a:cubicBezTo>
                    <a:pt x="33" y="33"/>
                    <a:pt x="32" y="31"/>
                    <a:pt x="30" y="29"/>
                  </a:cubicBezTo>
                  <a:cubicBezTo>
                    <a:pt x="29" y="28"/>
                    <a:pt x="26" y="26"/>
                    <a:pt x="21" y="23"/>
                  </a:cubicBezTo>
                  <a:cubicBezTo>
                    <a:pt x="18" y="22"/>
                    <a:pt x="16" y="21"/>
                    <a:pt x="15" y="20"/>
                  </a:cubicBezTo>
                  <a:cubicBezTo>
                    <a:pt x="14" y="19"/>
                    <a:pt x="14" y="18"/>
                    <a:pt x="14" y="17"/>
                  </a:cubicBezTo>
                  <a:cubicBezTo>
                    <a:pt x="14" y="15"/>
                    <a:pt x="15" y="13"/>
                    <a:pt x="1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176"/>
            <p:cNvSpPr>
              <a:spLocks/>
            </p:cNvSpPr>
            <p:nvPr/>
          </p:nvSpPr>
          <p:spPr bwMode="auto">
            <a:xfrm>
              <a:off x="814388" y="3041651"/>
              <a:ext cx="53975" cy="79375"/>
            </a:xfrm>
            <a:custGeom>
              <a:avLst/>
              <a:gdLst>
                <a:gd name="T0" fmla="*/ 18 w 33"/>
                <a:gd name="T1" fmla="*/ 11 h 49"/>
                <a:gd name="T2" fmla="*/ 26 w 33"/>
                <a:gd name="T3" fmla="*/ 9 h 49"/>
                <a:gd name="T4" fmla="*/ 28 w 33"/>
                <a:gd name="T5" fmla="*/ 10 h 49"/>
                <a:gd name="T6" fmla="*/ 29 w 33"/>
                <a:gd name="T7" fmla="*/ 10 h 49"/>
                <a:gd name="T8" fmla="*/ 32 w 33"/>
                <a:gd name="T9" fmla="*/ 9 h 49"/>
                <a:gd name="T10" fmla="*/ 33 w 33"/>
                <a:gd name="T11" fmla="*/ 6 h 49"/>
                <a:gd name="T12" fmla="*/ 27 w 33"/>
                <a:gd name="T13" fmla="*/ 0 h 49"/>
                <a:gd name="T14" fmla="*/ 12 w 33"/>
                <a:gd name="T15" fmla="*/ 6 h 49"/>
                <a:gd name="T16" fmla="*/ 4 w 33"/>
                <a:gd name="T17" fmla="*/ 18 h 49"/>
                <a:gd name="T18" fmla="*/ 6 w 33"/>
                <a:gd name="T19" fmla="*/ 24 h 49"/>
                <a:gd name="T20" fmla="*/ 17 w 33"/>
                <a:gd name="T21" fmla="*/ 31 h 49"/>
                <a:gd name="T22" fmla="*/ 24 w 33"/>
                <a:gd name="T23" fmla="*/ 36 h 49"/>
                <a:gd name="T24" fmla="*/ 18 w 33"/>
                <a:gd name="T25" fmla="*/ 39 h 49"/>
                <a:gd name="T26" fmla="*/ 10 w 33"/>
                <a:gd name="T27" fmla="*/ 40 h 49"/>
                <a:gd name="T28" fmla="*/ 8 w 33"/>
                <a:gd name="T29" fmla="*/ 39 h 49"/>
                <a:gd name="T30" fmla="*/ 5 w 33"/>
                <a:gd name="T31" fmla="*/ 39 h 49"/>
                <a:gd name="T32" fmla="*/ 2 w 33"/>
                <a:gd name="T33" fmla="*/ 40 h 49"/>
                <a:gd name="T34" fmla="*/ 0 w 33"/>
                <a:gd name="T35" fmla="*/ 43 h 49"/>
                <a:gd name="T36" fmla="*/ 7 w 33"/>
                <a:gd name="T37" fmla="*/ 49 h 49"/>
                <a:gd name="T38" fmla="*/ 25 w 33"/>
                <a:gd name="T39" fmla="*/ 45 h 49"/>
                <a:gd name="T40" fmla="*/ 33 w 33"/>
                <a:gd name="T41" fmla="*/ 35 h 49"/>
                <a:gd name="T42" fmla="*/ 31 w 33"/>
                <a:gd name="T43" fmla="*/ 29 h 49"/>
                <a:gd name="T44" fmla="*/ 22 w 33"/>
                <a:gd name="T45" fmla="*/ 23 h 49"/>
                <a:gd name="T46" fmla="*/ 15 w 33"/>
                <a:gd name="T47" fmla="*/ 20 h 49"/>
                <a:gd name="T48" fmla="*/ 14 w 33"/>
                <a:gd name="T49" fmla="*/ 17 h 49"/>
                <a:gd name="T50" fmla="*/ 18 w 33"/>
                <a:gd name="T51"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3" h="49">
                  <a:moveTo>
                    <a:pt x="18" y="11"/>
                  </a:moveTo>
                  <a:cubicBezTo>
                    <a:pt x="21" y="10"/>
                    <a:pt x="24" y="9"/>
                    <a:pt x="26" y="9"/>
                  </a:cubicBezTo>
                  <a:cubicBezTo>
                    <a:pt x="26" y="9"/>
                    <a:pt x="27" y="9"/>
                    <a:pt x="28" y="10"/>
                  </a:cubicBezTo>
                  <a:cubicBezTo>
                    <a:pt x="28" y="10"/>
                    <a:pt x="29" y="10"/>
                    <a:pt x="29" y="10"/>
                  </a:cubicBezTo>
                  <a:cubicBezTo>
                    <a:pt x="30" y="10"/>
                    <a:pt x="31" y="10"/>
                    <a:pt x="32" y="9"/>
                  </a:cubicBezTo>
                  <a:cubicBezTo>
                    <a:pt x="33" y="8"/>
                    <a:pt x="33" y="7"/>
                    <a:pt x="33" y="6"/>
                  </a:cubicBezTo>
                  <a:cubicBezTo>
                    <a:pt x="33" y="2"/>
                    <a:pt x="31" y="0"/>
                    <a:pt x="27" y="0"/>
                  </a:cubicBezTo>
                  <a:cubicBezTo>
                    <a:pt x="22" y="0"/>
                    <a:pt x="17" y="2"/>
                    <a:pt x="12" y="6"/>
                  </a:cubicBezTo>
                  <a:cubicBezTo>
                    <a:pt x="7" y="9"/>
                    <a:pt x="4" y="13"/>
                    <a:pt x="4" y="18"/>
                  </a:cubicBezTo>
                  <a:cubicBezTo>
                    <a:pt x="4" y="20"/>
                    <a:pt x="5" y="22"/>
                    <a:pt x="6" y="24"/>
                  </a:cubicBezTo>
                  <a:cubicBezTo>
                    <a:pt x="8" y="26"/>
                    <a:pt x="11" y="28"/>
                    <a:pt x="17" y="31"/>
                  </a:cubicBezTo>
                  <a:cubicBezTo>
                    <a:pt x="21" y="33"/>
                    <a:pt x="23" y="34"/>
                    <a:pt x="24" y="36"/>
                  </a:cubicBezTo>
                  <a:cubicBezTo>
                    <a:pt x="23" y="37"/>
                    <a:pt x="21" y="38"/>
                    <a:pt x="18" y="39"/>
                  </a:cubicBezTo>
                  <a:cubicBezTo>
                    <a:pt x="15" y="40"/>
                    <a:pt x="13" y="40"/>
                    <a:pt x="10" y="40"/>
                  </a:cubicBezTo>
                  <a:cubicBezTo>
                    <a:pt x="10" y="40"/>
                    <a:pt x="9" y="40"/>
                    <a:pt x="8" y="39"/>
                  </a:cubicBezTo>
                  <a:cubicBezTo>
                    <a:pt x="6" y="39"/>
                    <a:pt x="6" y="39"/>
                    <a:pt x="5" y="39"/>
                  </a:cubicBezTo>
                  <a:cubicBezTo>
                    <a:pt x="4" y="39"/>
                    <a:pt x="3" y="39"/>
                    <a:pt x="2" y="40"/>
                  </a:cubicBezTo>
                  <a:cubicBezTo>
                    <a:pt x="1" y="41"/>
                    <a:pt x="0" y="42"/>
                    <a:pt x="0" y="43"/>
                  </a:cubicBezTo>
                  <a:cubicBezTo>
                    <a:pt x="0" y="47"/>
                    <a:pt x="3" y="49"/>
                    <a:pt x="7" y="49"/>
                  </a:cubicBezTo>
                  <a:cubicBezTo>
                    <a:pt x="14" y="49"/>
                    <a:pt x="20" y="47"/>
                    <a:pt x="25" y="45"/>
                  </a:cubicBezTo>
                  <a:cubicBezTo>
                    <a:pt x="30" y="42"/>
                    <a:pt x="33" y="39"/>
                    <a:pt x="33" y="35"/>
                  </a:cubicBezTo>
                  <a:cubicBezTo>
                    <a:pt x="33" y="33"/>
                    <a:pt x="32" y="31"/>
                    <a:pt x="31" y="29"/>
                  </a:cubicBezTo>
                  <a:cubicBezTo>
                    <a:pt x="29" y="28"/>
                    <a:pt x="26" y="26"/>
                    <a:pt x="22" y="23"/>
                  </a:cubicBezTo>
                  <a:cubicBezTo>
                    <a:pt x="19" y="22"/>
                    <a:pt x="16" y="21"/>
                    <a:pt x="15" y="20"/>
                  </a:cubicBezTo>
                  <a:cubicBezTo>
                    <a:pt x="14" y="19"/>
                    <a:pt x="14" y="18"/>
                    <a:pt x="14" y="17"/>
                  </a:cubicBezTo>
                  <a:cubicBezTo>
                    <a:pt x="14" y="15"/>
                    <a:pt x="15" y="13"/>
                    <a:pt x="1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180"/>
            <p:cNvSpPr>
              <a:spLocks/>
            </p:cNvSpPr>
            <p:nvPr/>
          </p:nvSpPr>
          <p:spPr bwMode="auto">
            <a:xfrm>
              <a:off x="1363663" y="3017838"/>
              <a:ext cx="92075" cy="103188"/>
            </a:xfrm>
            <a:custGeom>
              <a:avLst/>
              <a:gdLst>
                <a:gd name="T0" fmla="*/ 51 w 56"/>
                <a:gd name="T1" fmla="*/ 0 h 63"/>
                <a:gd name="T2" fmla="*/ 47 w 56"/>
                <a:gd name="T3" fmla="*/ 1 h 63"/>
                <a:gd name="T4" fmla="*/ 46 w 56"/>
                <a:gd name="T5" fmla="*/ 4 h 63"/>
                <a:gd name="T6" fmla="*/ 45 w 56"/>
                <a:gd name="T7" fmla="*/ 18 h 63"/>
                <a:gd name="T8" fmla="*/ 43 w 56"/>
                <a:gd name="T9" fmla="*/ 26 h 63"/>
                <a:gd name="T10" fmla="*/ 32 w 56"/>
                <a:gd name="T11" fmla="*/ 28 h 63"/>
                <a:gd name="T12" fmla="*/ 17 w 56"/>
                <a:gd name="T13" fmla="*/ 29 h 63"/>
                <a:gd name="T14" fmla="*/ 14 w 56"/>
                <a:gd name="T15" fmla="*/ 29 h 63"/>
                <a:gd name="T16" fmla="*/ 15 w 56"/>
                <a:gd name="T17" fmla="*/ 18 h 63"/>
                <a:gd name="T18" fmla="*/ 16 w 56"/>
                <a:gd name="T19" fmla="*/ 9 h 63"/>
                <a:gd name="T20" fmla="*/ 11 w 56"/>
                <a:gd name="T21" fmla="*/ 2 h 63"/>
                <a:gd name="T22" fmla="*/ 8 w 56"/>
                <a:gd name="T23" fmla="*/ 4 h 63"/>
                <a:gd name="T24" fmla="*/ 7 w 56"/>
                <a:gd name="T25" fmla="*/ 6 h 63"/>
                <a:gd name="T26" fmla="*/ 1 w 56"/>
                <a:gd name="T27" fmla="*/ 49 h 63"/>
                <a:gd name="T28" fmla="*/ 0 w 56"/>
                <a:gd name="T29" fmla="*/ 57 h 63"/>
                <a:gd name="T30" fmla="*/ 2 w 56"/>
                <a:gd name="T31" fmla="*/ 61 h 63"/>
                <a:gd name="T32" fmla="*/ 6 w 56"/>
                <a:gd name="T33" fmla="*/ 63 h 63"/>
                <a:gd name="T34" fmla="*/ 9 w 56"/>
                <a:gd name="T35" fmla="*/ 59 h 63"/>
                <a:gd name="T36" fmla="*/ 11 w 56"/>
                <a:gd name="T37" fmla="*/ 49 h 63"/>
                <a:gd name="T38" fmla="*/ 12 w 56"/>
                <a:gd name="T39" fmla="*/ 38 h 63"/>
                <a:gd name="T40" fmla="*/ 19 w 56"/>
                <a:gd name="T41" fmla="*/ 37 h 63"/>
                <a:gd name="T42" fmla="*/ 26 w 56"/>
                <a:gd name="T43" fmla="*/ 36 h 63"/>
                <a:gd name="T44" fmla="*/ 34 w 56"/>
                <a:gd name="T45" fmla="*/ 36 h 63"/>
                <a:gd name="T46" fmla="*/ 41 w 56"/>
                <a:gd name="T47" fmla="*/ 36 h 63"/>
                <a:gd name="T48" fmla="*/ 42 w 56"/>
                <a:gd name="T49" fmla="*/ 37 h 63"/>
                <a:gd name="T50" fmla="*/ 41 w 56"/>
                <a:gd name="T51" fmla="*/ 48 h 63"/>
                <a:gd name="T52" fmla="*/ 40 w 56"/>
                <a:gd name="T53" fmla="*/ 57 h 63"/>
                <a:gd name="T54" fmla="*/ 42 w 56"/>
                <a:gd name="T55" fmla="*/ 61 h 63"/>
                <a:gd name="T56" fmla="*/ 45 w 56"/>
                <a:gd name="T57" fmla="*/ 62 h 63"/>
                <a:gd name="T58" fmla="*/ 49 w 56"/>
                <a:gd name="T59" fmla="*/ 60 h 63"/>
                <a:gd name="T60" fmla="*/ 51 w 56"/>
                <a:gd name="T61" fmla="*/ 56 h 63"/>
                <a:gd name="T62" fmla="*/ 52 w 56"/>
                <a:gd name="T63" fmla="*/ 38 h 63"/>
                <a:gd name="T64" fmla="*/ 55 w 56"/>
                <a:gd name="T65" fmla="*/ 15 h 63"/>
                <a:gd name="T66" fmla="*/ 56 w 56"/>
                <a:gd name="T67" fmla="*/ 5 h 63"/>
                <a:gd name="T68" fmla="*/ 55 w 56"/>
                <a:gd name="T69" fmla="*/ 1 h 63"/>
                <a:gd name="T70" fmla="*/ 51 w 56"/>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6" h="63">
                  <a:moveTo>
                    <a:pt x="51" y="0"/>
                  </a:moveTo>
                  <a:cubicBezTo>
                    <a:pt x="50" y="0"/>
                    <a:pt x="49" y="0"/>
                    <a:pt x="47" y="1"/>
                  </a:cubicBezTo>
                  <a:cubicBezTo>
                    <a:pt x="46" y="2"/>
                    <a:pt x="46" y="3"/>
                    <a:pt x="46" y="4"/>
                  </a:cubicBezTo>
                  <a:cubicBezTo>
                    <a:pt x="46" y="9"/>
                    <a:pt x="45" y="14"/>
                    <a:pt x="45" y="18"/>
                  </a:cubicBezTo>
                  <a:cubicBezTo>
                    <a:pt x="44" y="22"/>
                    <a:pt x="44" y="25"/>
                    <a:pt x="43" y="26"/>
                  </a:cubicBezTo>
                  <a:cubicBezTo>
                    <a:pt x="43" y="27"/>
                    <a:pt x="39" y="28"/>
                    <a:pt x="32" y="28"/>
                  </a:cubicBezTo>
                  <a:cubicBezTo>
                    <a:pt x="26" y="29"/>
                    <a:pt x="20" y="29"/>
                    <a:pt x="17" y="29"/>
                  </a:cubicBezTo>
                  <a:cubicBezTo>
                    <a:pt x="15" y="29"/>
                    <a:pt x="14" y="29"/>
                    <a:pt x="14" y="29"/>
                  </a:cubicBezTo>
                  <a:cubicBezTo>
                    <a:pt x="14" y="26"/>
                    <a:pt x="14" y="23"/>
                    <a:pt x="15" y="18"/>
                  </a:cubicBezTo>
                  <a:cubicBezTo>
                    <a:pt x="16" y="14"/>
                    <a:pt x="16" y="11"/>
                    <a:pt x="16" y="9"/>
                  </a:cubicBezTo>
                  <a:cubicBezTo>
                    <a:pt x="16" y="4"/>
                    <a:pt x="15" y="2"/>
                    <a:pt x="11" y="2"/>
                  </a:cubicBezTo>
                  <a:cubicBezTo>
                    <a:pt x="10" y="2"/>
                    <a:pt x="9" y="3"/>
                    <a:pt x="8" y="4"/>
                  </a:cubicBezTo>
                  <a:cubicBezTo>
                    <a:pt x="7" y="4"/>
                    <a:pt x="7" y="5"/>
                    <a:pt x="7" y="6"/>
                  </a:cubicBezTo>
                  <a:cubicBezTo>
                    <a:pt x="5" y="28"/>
                    <a:pt x="3" y="42"/>
                    <a:pt x="1" y="49"/>
                  </a:cubicBezTo>
                  <a:cubicBezTo>
                    <a:pt x="0" y="52"/>
                    <a:pt x="0" y="55"/>
                    <a:pt x="0" y="57"/>
                  </a:cubicBezTo>
                  <a:cubicBezTo>
                    <a:pt x="0" y="59"/>
                    <a:pt x="0" y="60"/>
                    <a:pt x="2" y="61"/>
                  </a:cubicBezTo>
                  <a:cubicBezTo>
                    <a:pt x="3" y="62"/>
                    <a:pt x="4" y="63"/>
                    <a:pt x="6" y="63"/>
                  </a:cubicBezTo>
                  <a:cubicBezTo>
                    <a:pt x="7" y="63"/>
                    <a:pt x="8" y="61"/>
                    <a:pt x="9" y="59"/>
                  </a:cubicBezTo>
                  <a:cubicBezTo>
                    <a:pt x="10" y="56"/>
                    <a:pt x="11" y="53"/>
                    <a:pt x="11" y="49"/>
                  </a:cubicBezTo>
                  <a:cubicBezTo>
                    <a:pt x="11" y="43"/>
                    <a:pt x="12" y="39"/>
                    <a:pt x="12" y="38"/>
                  </a:cubicBezTo>
                  <a:cubicBezTo>
                    <a:pt x="13" y="37"/>
                    <a:pt x="15" y="37"/>
                    <a:pt x="19" y="37"/>
                  </a:cubicBezTo>
                  <a:cubicBezTo>
                    <a:pt x="23" y="37"/>
                    <a:pt x="26" y="36"/>
                    <a:pt x="26" y="36"/>
                  </a:cubicBezTo>
                  <a:cubicBezTo>
                    <a:pt x="28" y="36"/>
                    <a:pt x="30" y="36"/>
                    <a:pt x="34" y="36"/>
                  </a:cubicBezTo>
                  <a:cubicBezTo>
                    <a:pt x="38" y="36"/>
                    <a:pt x="40" y="36"/>
                    <a:pt x="41" y="36"/>
                  </a:cubicBezTo>
                  <a:cubicBezTo>
                    <a:pt x="42" y="36"/>
                    <a:pt x="42" y="36"/>
                    <a:pt x="42" y="37"/>
                  </a:cubicBezTo>
                  <a:cubicBezTo>
                    <a:pt x="42" y="39"/>
                    <a:pt x="42" y="43"/>
                    <a:pt x="41" y="48"/>
                  </a:cubicBezTo>
                  <a:cubicBezTo>
                    <a:pt x="40" y="53"/>
                    <a:pt x="40" y="56"/>
                    <a:pt x="40" y="57"/>
                  </a:cubicBezTo>
                  <a:cubicBezTo>
                    <a:pt x="40" y="59"/>
                    <a:pt x="41" y="60"/>
                    <a:pt x="42" y="61"/>
                  </a:cubicBezTo>
                  <a:cubicBezTo>
                    <a:pt x="43" y="62"/>
                    <a:pt x="44" y="62"/>
                    <a:pt x="45" y="62"/>
                  </a:cubicBezTo>
                  <a:cubicBezTo>
                    <a:pt x="46" y="62"/>
                    <a:pt x="47" y="61"/>
                    <a:pt x="49" y="60"/>
                  </a:cubicBezTo>
                  <a:cubicBezTo>
                    <a:pt x="50" y="59"/>
                    <a:pt x="51" y="57"/>
                    <a:pt x="51" y="56"/>
                  </a:cubicBezTo>
                  <a:cubicBezTo>
                    <a:pt x="51" y="53"/>
                    <a:pt x="51" y="47"/>
                    <a:pt x="52" y="38"/>
                  </a:cubicBezTo>
                  <a:cubicBezTo>
                    <a:pt x="53" y="28"/>
                    <a:pt x="53" y="21"/>
                    <a:pt x="55" y="15"/>
                  </a:cubicBezTo>
                  <a:cubicBezTo>
                    <a:pt x="56" y="10"/>
                    <a:pt x="56" y="6"/>
                    <a:pt x="56" y="5"/>
                  </a:cubicBezTo>
                  <a:cubicBezTo>
                    <a:pt x="56" y="3"/>
                    <a:pt x="56" y="2"/>
                    <a:pt x="55" y="1"/>
                  </a:cubicBezTo>
                  <a:cubicBezTo>
                    <a:pt x="54" y="0"/>
                    <a:pt x="52" y="0"/>
                    <a:pt x="5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181"/>
            <p:cNvSpPr>
              <a:spLocks noEditPoints="1"/>
            </p:cNvSpPr>
            <p:nvPr/>
          </p:nvSpPr>
          <p:spPr bwMode="auto">
            <a:xfrm>
              <a:off x="1465263" y="3044826"/>
              <a:ext cx="60325" cy="74613"/>
            </a:xfrm>
            <a:custGeom>
              <a:avLst/>
              <a:gdLst>
                <a:gd name="T0" fmla="*/ 37 w 37"/>
                <a:gd name="T1" fmla="*/ 30 h 46"/>
                <a:gd name="T2" fmla="*/ 35 w 37"/>
                <a:gd name="T3" fmla="*/ 28 h 46"/>
                <a:gd name="T4" fmla="*/ 32 w 37"/>
                <a:gd name="T5" fmla="*/ 29 h 46"/>
                <a:gd name="T6" fmla="*/ 16 w 37"/>
                <a:gd name="T7" fmla="*/ 37 h 46"/>
                <a:gd name="T8" fmla="*/ 11 w 37"/>
                <a:gd name="T9" fmla="*/ 36 h 46"/>
                <a:gd name="T10" fmla="*/ 10 w 37"/>
                <a:gd name="T11" fmla="*/ 32 h 46"/>
                <a:gd name="T12" fmla="*/ 11 w 37"/>
                <a:gd name="T13" fmla="*/ 31 h 46"/>
                <a:gd name="T14" fmla="*/ 28 w 37"/>
                <a:gd name="T15" fmla="*/ 22 h 46"/>
                <a:gd name="T16" fmla="*/ 34 w 37"/>
                <a:gd name="T17" fmla="*/ 9 h 46"/>
                <a:gd name="T18" fmla="*/ 32 w 37"/>
                <a:gd name="T19" fmla="*/ 2 h 46"/>
                <a:gd name="T20" fmla="*/ 25 w 37"/>
                <a:gd name="T21" fmla="*/ 0 h 46"/>
                <a:gd name="T22" fmla="*/ 8 w 37"/>
                <a:gd name="T23" fmla="*/ 9 h 46"/>
                <a:gd name="T24" fmla="*/ 0 w 37"/>
                <a:gd name="T25" fmla="*/ 30 h 46"/>
                <a:gd name="T26" fmla="*/ 4 w 37"/>
                <a:gd name="T27" fmla="*/ 42 h 46"/>
                <a:gd name="T28" fmla="*/ 14 w 37"/>
                <a:gd name="T29" fmla="*/ 46 h 46"/>
                <a:gd name="T30" fmla="*/ 30 w 37"/>
                <a:gd name="T31" fmla="*/ 40 h 46"/>
                <a:gd name="T32" fmla="*/ 37 w 37"/>
                <a:gd name="T33" fmla="*/ 30 h 46"/>
                <a:gd name="T34" fmla="*/ 16 w 37"/>
                <a:gd name="T35" fmla="*/ 13 h 46"/>
                <a:gd name="T36" fmla="*/ 24 w 37"/>
                <a:gd name="T37" fmla="*/ 8 h 46"/>
                <a:gd name="T38" fmla="*/ 25 w 37"/>
                <a:gd name="T39" fmla="*/ 8 h 46"/>
                <a:gd name="T40" fmla="*/ 26 w 37"/>
                <a:gd name="T41" fmla="*/ 11 h 46"/>
                <a:gd name="T42" fmla="*/ 21 w 37"/>
                <a:gd name="T43" fmla="*/ 18 h 46"/>
                <a:gd name="T44" fmla="*/ 10 w 37"/>
                <a:gd name="T45" fmla="*/ 23 h 46"/>
                <a:gd name="T46" fmla="*/ 16 w 37"/>
                <a:gd name="T47"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 h="46">
                  <a:moveTo>
                    <a:pt x="37" y="30"/>
                  </a:moveTo>
                  <a:cubicBezTo>
                    <a:pt x="37" y="29"/>
                    <a:pt x="36" y="28"/>
                    <a:pt x="35" y="28"/>
                  </a:cubicBezTo>
                  <a:cubicBezTo>
                    <a:pt x="34" y="28"/>
                    <a:pt x="33" y="28"/>
                    <a:pt x="32" y="29"/>
                  </a:cubicBezTo>
                  <a:cubicBezTo>
                    <a:pt x="26" y="35"/>
                    <a:pt x="21" y="37"/>
                    <a:pt x="16" y="37"/>
                  </a:cubicBezTo>
                  <a:cubicBezTo>
                    <a:pt x="14" y="37"/>
                    <a:pt x="13" y="37"/>
                    <a:pt x="11" y="36"/>
                  </a:cubicBezTo>
                  <a:cubicBezTo>
                    <a:pt x="10" y="35"/>
                    <a:pt x="10" y="33"/>
                    <a:pt x="10" y="32"/>
                  </a:cubicBezTo>
                  <a:cubicBezTo>
                    <a:pt x="10" y="31"/>
                    <a:pt x="10" y="31"/>
                    <a:pt x="11" y="31"/>
                  </a:cubicBezTo>
                  <a:cubicBezTo>
                    <a:pt x="18" y="29"/>
                    <a:pt x="23" y="26"/>
                    <a:pt x="28" y="22"/>
                  </a:cubicBezTo>
                  <a:cubicBezTo>
                    <a:pt x="32" y="18"/>
                    <a:pt x="34" y="14"/>
                    <a:pt x="34" y="9"/>
                  </a:cubicBezTo>
                  <a:cubicBezTo>
                    <a:pt x="34" y="6"/>
                    <a:pt x="34" y="4"/>
                    <a:pt x="32" y="2"/>
                  </a:cubicBezTo>
                  <a:cubicBezTo>
                    <a:pt x="30" y="0"/>
                    <a:pt x="28" y="0"/>
                    <a:pt x="25" y="0"/>
                  </a:cubicBezTo>
                  <a:cubicBezTo>
                    <a:pt x="19" y="0"/>
                    <a:pt x="13" y="3"/>
                    <a:pt x="8" y="9"/>
                  </a:cubicBezTo>
                  <a:cubicBezTo>
                    <a:pt x="3" y="16"/>
                    <a:pt x="0" y="23"/>
                    <a:pt x="0" y="30"/>
                  </a:cubicBezTo>
                  <a:cubicBezTo>
                    <a:pt x="0" y="35"/>
                    <a:pt x="1" y="39"/>
                    <a:pt x="4" y="42"/>
                  </a:cubicBezTo>
                  <a:cubicBezTo>
                    <a:pt x="7" y="44"/>
                    <a:pt x="10" y="46"/>
                    <a:pt x="14" y="46"/>
                  </a:cubicBezTo>
                  <a:cubicBezTo>
                    <a:pt x="20" y="46"/>
                    <a:pt x="25" y="44"/>
                    <a:pt x="30" y="40"/>
                  </a:cubicBezTo>
                  <a:cubicBezTo>
                    <a:pt x="35" y="36"/>
                    <a:pt x="37" y="33"/>
                    <a:pt x="37" y="30"/>
                  </a:cubicBezTo>
                  <a:close/>
                  <a:moveTo>
                    <a:pt x="16" y="13"/>
                  </a:moveTo>
                  <a:cubicBezTo>
                    <a:pt x="19" y="9"/>
                    <a:pt x="21" y="8"/>
                    <a:pt x="24" y="8"/>
                  </a:cubicBezTo>
                  <a:cubicBezTo>
                    <a:pt x="24" y="8"/>
                    <a:pt x="25" y="8"/>
                    <a:pt x="25" y="8"/>
                  </a:cubicBezTo>
                  <a:cubicBezTo>
                    <a:pt x="26" y="9"/>
                    <a:pt x="26" y="10"/>
                    <a:pt x="26" y="11"/>
                  </a:cubicBezTo>
                  <a:cubicBezTo>
                    <a:pt x="26" y="13"/>
                    <a:pt x="25" y="15"/>
                    <a:pt x="21" y="18"/>
                  </a:cubicBezTo>
                  <a:cubicBezTo>
                    <a:pt x="18" y="21"/>
                    <a:pt x="15" y="22"/>
                    <a:pt x="10" y="23"/>
                  </a:cubicBezTo>
                  <a:cubicBezTo>
                    <a:pt x="11" y="20"/>
                    <a:pt x="13" y="16"/>
                    <a:pt x="1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Freeform 182"/>
            <p:cNvSpPr>
              <a:spLocks noEditPoints="1"/>
            </p:cNvSpPr>
            <p:nvPr/>
          </p:nvSpPr>
          <p:spPr bwMode="auto">
            <a:xfrm>
              <a:off x="1533525" y="3044826"/>
              <a:ext cx="66675" cy="73025"/>
            </a:xfrm>
            <a:custGeom>
              <a:avLst/>
              <a:gdLst>
                <a:gd name="T0" fmla="*/ 35 w 41"/>
                <a:gd name="T1" fmla="*/ 45 h 45"/>
                <a:gd name="T2" fmla="*/ 39 w 41"/>
                <a:gd name="T3" fmla="*/ 44 h 45"/>
                <a:gd name="T4" fmla="*/ 41 w 41"/>
                <a:gd name="T5" fmla="*/ 41 h 45"/>
                <a:gd name="T6" fmla="*/ 40 w 41"/>
                <a:gd name="T7" fmla="*/ 39 h 45"/>
                <a:gd name="T8" fmla="*/ 38 w 41"/>
                <a:gd name="T9" fmla="*/ 37 h 45"/>
                <a:gd name="T10" fmla="*/ 37 w 41"/>
                <a:gd name="T11" fmla="*/ 35 h 45"/>
                <a:gd name="T12" fmla="*/ 36 w 41"/>
                <a:gd name="T13" fmla="*/ 28 h 45"/>
                <a:gd name="T14" fmla="*/ 38 w 41"/>
                <a:gd name="T15" fmla="*/ 15 h 45"/>
                <a:gd name="T16" fmla="*/ 39 w 41"/>
                <a:gd name="T17" fmla="*/ 9 h 45"/>
                <a:gd name="T18" fmla="*/ 34 w 41"/>
                <a:gd name="T19" fmla="*/ 5 h 45"/>
                <a:gd name="T20" fmla="*/ 28 w 41"/>
                <a:gd name="T21" fmla="*/ 0 h 45"/>
                <a:gd name="T22" fmla="*/ 9 w 41"/>
                <a:gd name="T23" fmla="*/ 12 h 45"/>
                <a:gd name="T24" fmla="*/ 0 w 41"/>
                <a:gd name="T25" fmla="*/ 34 h 45"/>
                <a:gd name="T26" fmla="*/ 2 w 41"/>
                <a:gd name="T27" fmla="*/ 42 h 45"/>
                <a:gd name="T28" fmla="*/ 8 w 41"/>
                <a:gd name="T29" fmla="*/ 44 h 45"/>
                <a:gd name="T30" fmla="*/ 28 w 41"/>
                <a:gd name="T31" fmla="*/ 31 h 45"/>
                <a:gd name="T32" fmla="*/ 35 w 41"/>
                <a:gd name="T33" fmla="*/ 45 h 45"/>
                <a:gd name="T34" fmla="*/ 22 w 41"/>
                <a:gd name="T35" fmla="*/ 27 h 45"/>
                <a:gd name="T36" fmla="*/ 11 w 41"/>
                <a:gd name="T37" fmla="*/ 36 h 45"/>
                <a:gd name="T38" fmla="*/ 9 w 41"/>
                <a:gd name="T39" fmla="*/ 33 h 45"/>
                <a:gd name="T40" fmla="*/ 16 w 41"/>
                <a:gd name="T41" fmla="*/ 18 h 45"/>
                <a:gd name="T42" fmla="*/ 26 w 41"/>
                <a:gd name="T43" fmla="*/ 9 h 45"/>
                <a:gd name="T44" fmla="*/ 28 w 41"/>
                <a:gd name="T45" fmla="*/ 10 h 45"/>
                <a:gd name="T46" fmla="*/ 29 w 41"/>
                <a:gd name="T47" fmla="*/ 13 h 45"/>
                <a:gd name="T48" fmla="*/ 22 w 41"/>
                <a:gd name="T49"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 h="45">
                  <a:moveTo>
                    <a:pt x="35" y="45"/>
                  </a:moveTo>
                  <a:cubicBezTo>
                    <a:pt x="37" y="45"/>
                    <a:pt x="38" y="45"/>
                    <a:pt x="39" y="44"/>
                  </a:cubicBezTo>
                  <a:cubicBezTo>
                    <a:pt x="41" y="43"/>
                    <a:pt x="41" y="42"/>
                    <a:pt x="41" y="41"/>
                  </a:cubicBezTo>
                  <a:cubicBezTo>
                    <a:pt x="41" y="40"/>
                    <a:pt x="41" y="39"/>
                    <a:pt x="40" y="39"/>
                  </a:cubicBezTo>
                  <a:cubicBezTo>
                    <a:pt x="39" y="38"/>
                    <a:pt x="38" y="38"/>
                    <a:pt x="38" y="37"/>
                  </a:cubicBezTo>
                  <a:cubicBezTo>
                    <a:pt x="38" y="37"/>
                    <a:pt x="37" y="36"/>
                    <a:pt x="37" y="35"/>
                  </a:cubicBezTo>
                  <a:cubicBezTo>
                    <a:pt x="36" y="33"/>
                    <a:pt x="36" y="31"/>
                    <a:pt x="36" y="28"/>
                  </a:cubicBezTo>
                  <a:cubicBezTo>
                    <a:pt x="36" y="24"/>
                    <a:pt x="37" y="20"/>
                    <a:pt x="38" y="15"/>
                  </a:cubicBezTo>
                  <a:cubicBezTo>
                    <a:pt x="38" y="12"/>
                    <a:pt x="39" y="10"/>
                    <a:pt x="39" y="9"/>
                  </a:cubicBezTo>
                  <a:cubicBezTo>
                    <a:pt x="39" y="6"/>
                    <a:pt x="37" y="5"/>
                    <a:pt x="34" y="5"/>
                  </a:cubicBezTo>
                  <a:cubicBezTo>
                    <a:pt x="33" y="2"/>
                    <a:pt x="31" y="0"/>
                    <a:pt x="28" y="0"/>
                  </a:cubicBezTo>
                  <a:cubicBezTo>
                    <a:pt x="22" y="0"/>
                    <a:pt x="15" y="4"/>
                    <a:pt x="9" y="12"/>
                  </a:cubicBezTo>
                  <a:cubicBezTo>
                    <a:pt x="3" y="20"/>
                    <a:pt x="0" y="27"/>
                    <a:pt x="0" y="34"/>
                  </a:cubicBezTo>
                  <a:cubicBezTo>
                    <a:pt x="0" y="37"/>
                    <a:pt x="1" y="40"/>
                    <a:pt x="2" y="42"/>
                  </a:cubicBezTo>
                  <a:cubicBezTo>
                    <a:pt x="4" y="43"/>
                    <a:pt x="6" y="44"/>
                    <a:pt x="8" y="44"/>
                  </a:cubicBezTo>
                  <a:cubicBezTo>
                    <a:pt x="15" y="44"/>
                    <a:pt x="22" y="40"/>
                    <a:pt x="28" y="31"/>
                  </a:cubicBezTo>
                  <a:cubicBezTo>
                    <a:pt x="28" y="41"/>
                    <a:pt x="30" y="45"/>
                    <a:pt x="35" y="45"/>
                  </a:cubicBezTo>
                  <a:close/>
                  <a:moveTo>
                    <a:pt x="22" y="27"/>
                  </a:moveTo>
                  <a:cubicBezTo>
                    <a:pt x="18" y="33"/>
                    <a:pt x="14" y="36"/>
                    <a:pt x="11" y="36"/>
                  </a:cubicBezTo>
                  <a:cubicBezTo>
                    <a:pt x="10" y="36"/>
                    <a:pt x="9" y="35"/>
                    <a:pt x="9" y="33"/>
                  </a:cubicBezTo>
                  <a:cubicBezTo>
                    <a:pt x="9" y="28"/>
                    <a:pt x="12" y="23"/>
                    <a:pt x="16" y="18"/>
                  </a:cubicBezTo>
                  <a:cubicBezTo>
                    <a:pt x="20" y="12"/>
                    <a:pt x="23" y="9"/>
                    <a:pt x="26" y="9"/>
                  </a:cubicBezTo>
                  <a:cubicBezTo>
                    <a:pt x="27" y="9"/>
                    <a:pt x="28" y="9"/>
                    <a:pt x="28" y="10"/>
                  </a:cubicBezTo>
                  <a:cubicBezTo>
                    <a:pt x="29" y="11"/>
                    <a:pt x="29" y="12"/>
                    <a:pt x="29" y="13"/>
                  </a:cubicBezTo>
                  <a:cubicBezTo>
                    <a:pt x="29" y="17"/>
                    <a:pt x="27" y="22"/>
                    <a:pt x="22"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183"/>
            <p:cNvSpPr>
              <a:spLocks/>
            </p:cNvSpPr>
            <p:nvPr/>
          </p:nvSpPr>
          <p:spPr bwMode="auto">
            <a:xfrm>
              <a:off x="1614488" y="3046413"/>
              <a:ext cx="63500" cy="73025"/>
            </a:xfrm>
            <a:custGeom>
              <a:avLst/>
              <a:gdLst>
                <a:gd name="T0" fmla="*/ 11 w 39"/>
                <a:gd name="T1" fmla="*/ 12 h 45"/>
                <a:gd name="T2" fmla="*/ 12 w 39"/>
                <a:gd name="T3" fmla="*/ 5 h 45"/>
                <a:gd name="T4" fmla="*/ 11 w 39"/>
                <a:gd name="T5" fmla="*/ 2 h 45"/>
                <a:gd name="T6" fmla="*/ 8 w 39"/>
                <a:gd name="T7" fmla="*/ 1 h 45"/>
                <a:gd name="T8" fmla="*/ 4 w 39"/>
                <a:gd name="T9" fmla="*/ 2 h 45"/>
                <a:gd name="T10" fmla="*/ 2 w 39"/>
                <a:gd name="T11" fmla="*/ 5 h 45"/>
                <a:gd name="T12" fmla="*/ 1 w 39"/>
                <a:gd name="T13" fmla="*/ 10 h 45"/>
                <a:gd name="T14" fmla="*/ 1 w 39"/>
                <a:gd name="T15" fmla="*/ 13 h 45"/>
                <a:gd name="T16" fmla="*/ 0 w 39"/>
                <a:gd name="T17" fmla="*/ 24 h 45"/>
                <a:gd name="T18" fmla="*/ 0 w 39"/>
                <a:gd name="T19" fmla="*/ 32 h 45"/>
                <a:gd name="T20" fmla="*/ 1 w 39"/>
                <a:gd name="T21" fmla="*/ 42 h 45"/>
                <a:gd name="T22" fmla="*/ 5 w 39"/>
                <a:gd name="T23" fmla="*/ 45 h 45"/>
                <a:gd name="T24" fmla="*/ 9 w 39"/>
                <a:gd name="T25" fmla="*/ 44 h 45"/>
                <a:gd name="T26" fmla="*/ 11 w 39"/>
                <a:gd name="T27" fmla="*/ 39 h 45"/>
                <a:gd name="T28" fmla="*/ 19 w 39"/>
                <a:gd name="T29" fmla="*/ 18 h 45"/>
                <a:gd name="T30" fmla="*/ 29 w 39"/>
                <a:gd name="T31" fmla="*/ 9 h 45"/>
                <a:gd name="T32" fmla="*/ 32 w 39"/>
                <a:gd name="T33" fmla="*/ 11 h 45"/>
                <a:gd name="T34" fmla="*/ 36 w 39"/>
                <a:gd name="T35" fmla="*/ 13 h 45"/>
                <a:gd name="T36" fmla="*/ 39 w 39"/>
                <a:gd name="T37" fmla="*/ 11 h 45"/>
                <a:gd name="T38" fmla="*/ 39 w 39"/>
                <a:gd name="T39" fmla="*/ 8 h 45"/>
                <a:gd name="T40" fmla="*/ 37 w 39"/>
                <a:gd name="T41" fmla="*/ 3 h 45"/>
                <a:gd name="T42" fmla="*/ 30 w 39"/>
                <a:gd name="T43" fmla="*/ 0 h 45"/>
                <a:gd name="T44" fmla="*/ 20 w 39"/>
                <a:gd name="T45" fmla="*/ 6 h 45"/>
                <a:gd name="T46" fmla="*/ 9 w 39"/>
                <a:gd name="T47" fmla="*/ 22 h 45"/>
                <a:gd name="T48" fmla="*/ 9 w 39"/>
                <a:gd name="T49" fmla="*/ 23 h 45"/>
                <a:gd name="T50" fmla="*/ 10 w 39"/>
                <a:gd name="T51" fmla="*/ 17 h 45"/>
                <a:gd name="T52" fmla="*/ 11 w 39"/>
                <a:gd name="T53" fmla="*/ 1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9" h="45">
                  <a:moveTo>
                    <a:pt x="11" y="12"/>
                  </a:moveTo>
                  <a:cubicBezTo>
                    <a:pt x="12" y="8"/>
                    <a:pt x="12" y="6"/>
                    <a:pt x="12" y="5"/>
                  </a:cubicBezTo>
                  <a:cubicBezTo>
                    <a:pt x="12" y="4"/>
                    <a:pt x="12" y="3"/>
                    <a:pt x="11" y="2"/>
                  </a:cubicBezTo>
                  <a:cubicBezTo>
                    <a:pt x="11" y="1"/>
                    <a:pt x="9" y="1"/>
                    <a:pt x="8" y="1"/>
                  </a:cubicBezTo>
                  <a:cubicBezTo>
                    <a:pt x="7" y="1"/>
                    <a:pt x="5" y="1"/>
                    <a:pt x="4" y="2"/>
                  </a:cubicBezTo>
                  <a:cubicBezTo>
                    <a:pt x="3" y="3"/>
                    <a:pt x="3" y="4"/>
                    <a:pt x="2" y="5"/>
                  </a:cubicBezTo>
                  <a:cubicBezTo>
                    <a:pt x="2" y="6"/>
                    <a:pt x="2" y="7"/>
                    <a:pt x="1" y="10"/>
                  </a:cubicBezTo>
                  <a:cubicBezTo>
                    <a:pt x="1" y="11"/>
                    <a:pt x="1" y="12"/>
                    <a:pt x="1" y="13"/>
                  </a:cubicBezTo>
                  <a:cubicBezTo>
                    <a:pt x="1" y="17"/>
                    <a:pt x="0" y="21"/>
                    <a:pt x="0" y="24"/>
                  </a:cubicBezTo>
                  <a:cubicBezTo>
                    <a:pt x="0" y="27"/>
                    <a:pt x="0" y="30"/>
                    <a:pt x="0" y="32"/>
                  </a:cubicBezTo>
                  <a:cubicBezTo>
                    <a:pt x="0" y="37"/>
                    <a:pt x="1" y="40"/>
                    <a:pt x="1" y="42"/>
                  </a:cubicBezTo>
                  <a:cubicBezTo>
                    <a:pt x="2" y="44"/>
                    <a:pt x="3" y="45"/>
                    <a:pt x="5" y="45"/>
                  </a:cubicBezTo>
                  <a:cubicBezTo>
                    <a:pt x="7" y="45"/>
                    <a:pt x="8" y="45"/>
                    <a:pt x="9" y="44"/>
                  </a:cubicBezTo>
                  <a:cubicBezTo>
                    <a:pt x="10" y="43"/>
                    <a:pt x="11" y="41"/>
                    <a:pt x="11" y="39"/>
                  </a:cubicBezTo>
                  <a:cubicBezTo>
                    <a:pt x="12" y="31"/>
                    <a:pt x="15" y="25"/>
                    <a:pt x="19" y="18"/>
                  </a:cubicBezTo>
                  <a:cubicBezTo>
                    <a:pt x="24" y="12"/>
                    <a:pt x="27" y="9"/>
                    <a:pt x="29" y="9"/>
                  </a:cubicBezTo>
                  <a:cubicBezTo>
                    <a:pt x="30" y="9"/>
                    <a:pt x="31" y="10"/>
                    <a:pt x="32" y="11"/>
                  </a:cubicBezTo>
                  <a:cubicBezTo>
                    <a:pt x="33" y="12"/>
                    <a:pt x="34" y="13"/>
                    <a:pt x="36" y="13"/>
                  </a:cubicBezTo>
                  <a:cubicBezTo>
                    <a:pt x="37" y="13"/>
                    <a:pt x="38" y="12"/>
                    <a:pt x="39" y="11"/>
                  </a:cubicBezTo>
                  <a:cubicBezTo>
                    <a:pt x="39" y="10"/>
                    <a:pt x="39" y="9"/>
                    <a:pt x="39" y="8"/>
                  </a:cubicBezTo>
                  <a:cubicBezTo>
                    <a:pt x="39" y="6"/>
                    <a:pt x="39" y="4"/>
                    <a:pt x="37" y="3"/>
                  </a:cubicBezTo>
                  <a:cubicBezTo>
                    <a:pt x="35" y="1"/>
                    <a:pt x="33" y="0"/>
                    <a:pt x="30" y="0"/>
                  </a:cubicBezTo>
                  <a:cubicBezTo>
                    <a:pt x="27" y="0"/>
                    <a:pt x="23" y="2"/>
                    <a:pt x="20" y="6"/>
                  </a:cubicBezTo>
                  <a:cubicBezTo>
                    <a:pt x="16" y="10"/>
                    <a:pt x="12" y="16"/>
                    <a:pt x="9" y="22"/>
                  </a:cubicBezTo>
                  <a:cubicBezTo>
                    <a:pt x="9" y="23"/>
                    <a:pt x="9" y="23"/>
                    <a:pt x="9" y="23"/>
                  </a:cubicBezTo>
                  <a:cubicBezTo>
                    <a:pt x="10" y="17"/>
                    <a:pt x="10" y="17"/>
                    <a:pt x="10" y="17"/>
                  </a:cubicBezTo>
                  <a:cubicBezTo>
                    <a:pt x="10" y="15"/>
                    <a:pt x="10" y="14"/>
                    <a:pt x="11"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184"/>
            <p:cNvSpPr>
              <a:spLocks/>
            </p:cNvSpPr>
            <p:nvPr/>
          </p:nvSpPr>
          <p:spPr bwMode="auto">
            <a:xfrm>
              <a:off x="1679575" y="3024188"/>
              <a:ext cx="65088" cy="95250"/>
            </a:xfrm>
            <a:custGeom>
              <a:avLst/>
              <a:gdLst>
                <a:gd name="T0" fmla="*/ 24 w 39"/>
                <a:gd name="T1" fmla="*/ 1 h 59"/>
                <a:gd name="T2" fmla="*/ 20 w 39"/>
                <a:gd name="T3" fmla="*/ 0 h 59"/>
                <a:gd name="T4" fmla="*/ 15 w 39"/>
                <a:gd name="T5" fmla="*/ 5 h 59"/>
                <a:gd name="T6" fmla="*/ 12 w 39"/>
                <a:gd name="T7" fmla="*/ 17 h 59"/>
                <a:gd name="T8" fmla="*/ 3 w 39"/>
                <a:gd name="T9" fmla="*/ 17 h 59"/>
                <a:gd name="T10" fmla="*/ 0 w 39"/>
                <a:gd name="T11" fmla="*/ 21 h 59"/>
                <a:gd name="T12" fmla="*/ 2 w 39"/>
                <a:gd name="T13" fmla="*/ 24 h 59"/>
                <a:gd name="T14" fmla="*/ 5 w 39"/>
                <a:gd name="T15" fmla="*/ 26 h 59"/>
                <a:gd name="T16" fmla="*/ 6 w 39"/>
                <a:gd name="T17" fmla="*/ 26 h 59"/>
                <a:gd name="T18" fmla="*/ 10 w 39"/>
                <a:gd name="T19" fmla="*/ 25 h 59"/>
                <a:gd name="T20" fmla="*/ 6 w 39"/>
                <a:gd name="T21" fmla="*/ 47 h 59"/>
                <a:gd name="T22" fmla="*/ 8 w 39"/>
                <a:gd name="T23" fmla="*/ 55 h 59"/>
                <a:gd name="T24" fmla="*/ 16 w 39"/>
                <a:gd name="T25" fmla="*/ 59 h 59"/>
                <a:gd name="T26" fmla="*/ 28 w 39"/>
                <a:gd name="T27" fmla="*/ 54 h 59"/>
                <a:gd name="T28" fmla="*/ 34 w 39"/>
                <a:gd name="T29" fmla="*/ 46 h 59"/>
                <a:gd name="T30" fmla="*/ 33 w 39"/>
                <a:gd name="T31" fmla="*/ 45 h 59"/>
                <a:gd name="T32" fmla="*/ 31 w 39"/>
                <a:gd name="T33" fmla="*/ 44 h 59"/>
                <a:gd name="T34" fmla="*/ 28 w 39"/>
                <a:gd name="T35" fmla="*/ 46 h 59"/>
                <a:gd name="T36" fmla="*/ 22 w 39"/>
                <a:gd name="T37" fmla="*/ 49 h 59"/>
                <a:gd name="T38" fmla="*/ 18 w 39"/>
                <a:gd name="T39" fmla="*/ 50 h 59"/>
                <a:gd name="T40" fmla="*/ 16 w 39"/>
                <a:gd name="T41" fmla="*/ 49 h 59"/>
                <a:gd name="T42" fmla="*/ 15 w 39"/>
                <a:gd name="T43" fmla="*/ 44 h 59"/>
                <a:gd name="T44" fmla="*/ 17 w 39"/>
                <a:gd name="T45" fmla="*/ 34 h 59"/>
                <a:gd name="T46" fmla="*/ 19 w 39"/>
                <a:gd name="T47" fmla="*/ 25 h 59"/>
                <a:gd name="T48" fmla="*/ 33 w 39"/>
                <a:gd name="T49" fmla="*/ 23 h 59"/>
                <a:gd name="T50" fmla="*/ 39 w 39"/>
                <a:gd name="T51" fmla="*/ 18 h 59"/>
                <a:gd name="T52" fmla="*/ 38 w 39"/>
                <a:gd name="T53" fmla="*/ 16 h 59"/>
                <a:gd name="T54" fmla="*/ 35 w 39"/>
                <a:gd name="T55" fmla="*/ 15 h 59"/>
                <a:gd name="T56" fmla="*/ 22 w 39"/>
                <a:gd name="T57" fmla="*/ 16 h 59"/>
                <a:gd name="T58" fmla="*/ 25 w 39"/>
                <a:gd name="T59" fmla="*/ 4 h 59"/>
                <a:gd name="T60" fmla="*/ 24 w 39"/>
                <a:gd name="T61" fmla="*/ 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9" h="59">
                  <a:moveTo>
                    <a:pt x="24" y="1"/>
                  </a:moveTo>
                  <a:cubicBezTo>
                    <a:pt x="23" y="0"/>
                    <a:pt x="22" y="0"/>
                    <a:pt x="20" y="0"/>
                  </a:cubicBezTo>
                  <a:cubicBezTo>
                    <a:pt x="18" y="0"/>
                    <a:pt x="16" y="1"/>
                    <a:pt x="15" y="5"/>
                  </a:cubicBezTo>
                  <a:cubicBezTo>
                    <a:pt x="14" y="10"/>
                    <a:pt x="13" y="14"/>
                    <a:pt x="12" y="17"/>
                  </a:cubicBezTo>
                  <a:cubicBezTo>
                    <a:pt x="3" y="17"/>
                    <a:pt x="3" y="17"/>
                    <a:pt x="3" y="17"/>
                  </a:cubicBezTo>
                  <a:cubicBezTo>
                    <a:pt x="1" y="17"/>
                    <a:pt x="0" y="19"/>
                    <a:pt x="0" y="21"/>
                  </a:cubicBezTo>
                  <a:cubicBezTo>
                    <a:pt x="0" y="22"/>
                    <a:pt x="0" y="24"/>
                    <a:pt x="2" y="24"/>
                  </a:cubicBezTo>
                  <a:cubicBezTo>
                    <a:pt x="3" y="25"/>
                    <a:pt x="4" y="26"/>
                    <a:pt x="5" y="26"/>
                  </a:cubicBezTo>
                  <a:cubicBezTo>
                    <a:pt x="6" y="26"/>
                    <a:pt x="6" y="26"/>
                    <a:pt x="6" y="26"/>
                  </a:cubicBezTo>
                  <a:cubicBezTo>
                    <a:pt x="7" y="26"/>
                    <a:pt x="8" y="26"/>
                    <a:pt x="10" y="25"/>
                  </a:cubicBezTo>
                  <a:cubicBezTo>
                    <a:pt x="7" y="36"/>
                    <a:pt x="6" y="43"/>
                    <a:pt x="6" y="47"/>
                  </a:cubicBezTo>
                  <a:cubicBezTo>
                    <a:pt x="6" y="50"/>
                    <a:pt x="7" y="53"/>
                    <a:pt x="8" y="55"/>
                  </a:cubicBezTo>
                  <a:cubicBezTo>
                    <a:pt x="10" y="58"/>
                    <a:pt x="13" y="59"/>
                    <a:pt x="16" y="59"/>
                  </a:cubicBezTo>
                  <a:cubicBezTo>
                    <a:pt x="20" y="59"/>
                    <a:pt x="24" y="57"/>
                    <a:pt x="28" y="54"/>
                  </a:cubicBezTo>
                  <a:cubicBezTo>
                    <a:pt x="32" y="51"/>
                    <a:pt x="34" y="49"/>
                    <a:pt x="34" y="46"/>
                  </a:cubicBezTo>
                  <a:cubicBezTo>
                    <a:pt x="34" y="46"/>
                    <a:pt x="34" y="45"/>
                    <a:pt x="33" y="45"/>
                  </a:cubicBezTo>
                  <a:cubicBezTo>
                    <a:pt x="33" y="44"/>
                    <a:pt x="32" y="44"/>
                    <a:pt x="31" y="44"/>
                  </a:cubicBezTo>
                  <a:cubicBezTo>
                    <a:pt x="30" y="44"/>
                    <a:pt x="29" y="45"/>
                    <a:pt x="28" y="46"/>
                  </a:cubicBezTo>
                  <a:cubicBezTo>
                    <a:pt x="26" y="48"/>
                    <a:pt x="24" y="49"/>
                    <a:pt x="22" y="49"/>
                  </a:cubicBezTo>
                  <a:cubicBezTo>
                    <a:pt x="21" y="50"/>
                    <a:pt x="20" y="50"/>
                    <a:pt x="18" y="50"/>
                  </a:cubicBezTo>
                  <a:cubicBezTo>
                    <a:pt x="17" y="50"/>
                    <a:pt x="16" y="50"/>
                    <a:pt x="16" y="49"/>
                  </a:cubicBezTo>
                  <a:cubicBezTo>
                    <a:pt x="15" y="48"/>
                    <a:pt x="15" y="46"/>
                    <a:pt x="15" y="44"/>
                  </a:cubicBezTo>
                  <a:cubicBezTo>
                    <a:pt x="15" y="43"/>
                    <a:pt x="16" y="39"/>
                    <a:pt x="17" y="34"/>
                  </a:cubicBezTo>
                  <a:cubicBezTo>
                    <a:pt x="18" y="28"/>
                    <a:pt x="19" y="25"/>
                    <a:pt x="19" y="25"/>
                  </a:cubicBezTo>
                  <a:cubicBezTo>
                    <a:pt x="33" y="23"/>
                    <a:pt x="33" y="23"/>
                    <a:pt x="33" y="23"/>
                  </a:cubicBezTo>
                  <a:cubicBezTo>
                    <a:pt x="37" y="22"/>
                    <a:pt x="39" y="20"/>
                    <a:pt x="39" y="18"/>
                  </a:cubicBezTo>
                  <a:cubicBezTo>
                    <a:pt x="39" y="17"/>
                    <a:pt x="39" y="16"/>
                    <a:pt x="38" y="16"/>
                  </a:cubicBezTo>
                  <a:cubicBezTo>
                    <a:pt x="38" y="15"/>
                    <a:pt x="37" y="15"/>
                    <a:pt x="35" y="15"/>
                  </a:cubicBezTo>
                  <a:cubicBezTo>
                    <a:pt x="35" y="15"/>
                    <a:pt x="30" y="15"/>
                    <a:pt x="22" y="16"/>
                  </a:cubicBezTo>
                  <a:cubicBezTo>
                    <a:pt x="24" y="9"/>
                    <a:pt x="25" y="4"/>
                    <a:pt x="25" y="4"/>
                  </a:cubicBezTo>
                  <a:cubicBezTo>
                    <a:pt x="25" y="3"/>
                    <a:pt x="25" y="2"/>
                    <a:pt x="2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185"/>
            <p:cNvSpPr>
              <a:spLocks noEditPoints="1"/>
            </p:cNvSpPr>
            <p:nvPr/>
          </p:nvSpPr>
          <p:spPr bwMode="auto">
            <a:xfrm>
              <a:off x="1790700" y="3021013"/>
              <a:ext cx="103188" cy="100013"/>
            </a:xfrm>
            <a:custGeom>
              <a:avLst/>
              <a:gdLst>
                <a:gd name="T0" fmla="*/ 40 w 63"/>
                <a:gd name="T1" fmla="*/ 2 h 61"/>
                <a:gd name="T2" fmla="*/ 35 w 63"/>
                <a:gd name="T3" fmla="*/ 0 h 61"/>
                <a:gd name="T4" fmla="*/ 31 w 63"/>
                <a:gd name="T5" fmla="*/ 3 h 61"/>
                <a:gd name="T6" fmla="*/ 20 w 63"/>
                <a:gd name="T7" fmla="*/ 22 h 61"/>
                <a:gd name="T8" fmla="*/ 10 w 63"/>
                <a:gd name="T9" fmla="*/ 38 h 61"/>
                <a:gd name="T10" fmla="*/ 0 w 63"/>
                <a:gd name="T11" fmla="*/ 55 h 61"/>
                <a:gd name="T12" fmla="*/ 2 w 63"/>
                <a:gd name="T13" fmla="*/ 58 h 61"/>
                <a:gd name="T14" fmla="*/ 5 w 63"/>
                <a:gd name="T15" fmla="*/ 59 h 61"/>
                <a:gd name="T16" fmla="*/ 8 w 63"/>
                <a:gd name="T17" fmla="*/ 59 h 61"/>
                <a:gd name="T18" fmla="*/ 13 w 63"/>
                <a:gd name="T19" fmla="*/ 52 h 61"/>
                <a:gd name="T20" fmla="*/ 17 w 63"/>
                <a:gd name="T21" fmla="*/ 45 h 61"/>
                <a:gd name="T22" fmla="*/ 19 w 63"/>
                <a:gd name="T23" fmla="*/ 46 h 61"/>
                <a:gd name="T24" fmla="*/ 21 w 63"/>
                <a:gd name="T25" fmla="*/ 45 h 61"/>
                <a:gd name="T26" fmla="*/ 33 w 63"/>
                <a:gd name="T27" fmla="*/ 43 h 61"/>
                <a:gd name="T28" fmla="*/ 42 w 63"/>
                <a:gd name="T29" fmla="*/ 41 h 61"/>
                <a:gd name="T30" fmla="*/ 43 w 63"/>
                <a:gd name="T31" fmla="*/ 41 h 61"/>
                <a:gd name="T32" fmla="*/ 45 w 63"/>
                <a:gd name="T33" fmla="*/ 48 h 61"/>
                <a:gd name="T34" fmla="*/ 51 w 63"/>
                <a:gd name="T35" fmla="*/ 58 h 61"/>
                <a:gd name="T36" fmla="*/ 57 w 63"/>
                <a:gd name="T37" fmla="*/ 61 h 61"/>
                <a:gd name="T38" fmla="*/ 61 w 63"/>
                <a:gd name="T39" fmla="*/ 60 h 61"/>
                <a:gd name="T40" fmla="*/ 63 w 63"/>
                <a:gd name="T41" fmla="*/ 56 h 61"/>
                <a:gd name="T42" fmla="*/ 62 w 63"/>
                <a:gd name="T43" fmla="*/ 54 h 61"/>
                <a:gd name="T44" fmla="*/ 60 w 63"/>
                <a:gd name="T45" fmla="*/ 51 h 61"/>
                <a:gd name="T46" fmla="*/ 51 w 63"/>
                <a:gd name="T47" fmla="*/ 38 h 61"/>
                <a:gd name="T48" fmla="*/ 40 w 63"/>
                <a:gd name="T49" fmla="*/ 7 h 61"/>
                <a:gd name="T50" fmla="*/ 40 w 63"/>
                <a:gd name="T51" fmla="*/ 4 h 61"/>
                <a:gd name="T52" fmla="*/ 40 w 63"/>
                <a:gd name="T53" fmla="*/ 2 h 61"/>
                <a:gd name="T54" fmla="*/ 36 w 63"/>
                <a:gd name="T55" fmla="*/ 34 h 61"/>
                <a:gd name="T56" fmla="*/ 27 w 63"/>
                <a:gd name="T57" fmla="*/ 35 h 61"/>
                <a:gd name="T58" fmla="*/ 22 w 63"/>
                <a:gd name="T59" fmla="*/ 36 h 61"/>
                <a:gd name="T60" fmla="*/ 33 w 63"/>
                <a:gd name="T61" fmla="*/ 15 h 61"/>
                <a:gd name="T62" fmla="*/ 34 w 63"/>
                <a:gd name="T63" fmla="*/ 16 h 61"/>
                <a:gd name="T64" fmla="*/ 39 w 63"/>
                <a:gd name="T65" fmla="*/ 33 h 61"/>
                <a:gd name="T66" fmla="*/ 36 w 63"/>
                <a:gd name="T67" fmla="*/ 3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3" h="61">
                  <a:moveTo>
                    <a:pt x="40" y="2"/>
                  </a:moveTo>
                  <a:cubicBezTo>
                    <a:pt x="39" y="1"/>
                    <a:pt x="37" y="0"/>
                    <a:pt x="35" y="0"/>
                  </a:cubicBezTo>
                  <a:cubicBezTo>
                    <a:pt x="33" y="0"/>
                    <a:pt x="32" y="1"/>
                    <a:pt x="31" y="3"/>
                  </a:cubicBezTo>
                  <a:cubicBezTo>
                    <a:pt x="29" y="4"/>
                    <a:pt x="26" y="11"/>
                    <a:pt x="20" y="22"/>
                  </a:cubicBezTo>
                  <a:cubicBezTo>
                    <a:pt x="17" y="27"/>
                    <a:pt x="14" y="33"/>
                    <a:pt x="10" y="38"/>
                  </a:cubicBezTo>
                  <a:cubicBezTo>
                    <a:pt x="3" y="48"/>
                    <a:pt x="0" y="54"/>
                    <a:pt x="0" y="55"/>
                  </a:cubicBezTo>
                  <a:cubicBezTo>
                    <a:pt x="0" y="56"/>
                    <a:pt x="1" y="57"/>
                    <a:pt x="2" y="58"/>
                  </a:cubicBezTo>
                  <a:cubicBezTo>
                    <a:pt x="3" y="59"/>
                    <a:pt x="4" y="59"/>
                    <a:pt x="5" y="59"/>
                  </a:cubicBezTo>
                  <a:cubicBezTo>
                    <a:pt x="6" y="59"/>
                    <a:pt x="7" y="59"/>
                    <a:pt x="8" y="59"/>
                  </a:cubicBezTo>
                  <a:cubicBezTo>
                    <a:pt x="9" y="58"/>
                    <a:pt x="10" y="56"/>
                    <a:pt x="13" y="52"/>
                  </a:cubicBezTo>
                  <a:cubicBezTo>
                    <a:pt x="15" y="49"/>
                    <a:pt x="16" y="46"/>
                    <a:pt x="17" y="45"/>
                  </a:cubicBezTo>
                  <a:cubicBezTo>
                    <a:pt x="17" y="46"/>
                    <a:pt x="18" y="46"/>
                    <a:pt x="19" y="46"/>
                  </a:cubicBezTo>
                  <a:cubicBezTo>
                    <a:pt x="20" y="46"/>
                    <a:pt x="20" y="46"/>
                    <a:pt x="21" y="45"/>
                  </a:cubicBezTo>
                  <a:cubicBezTo>
                    <a:pt x="24" y="45"/>
                    <a:pt x="28" y="44"/>
                    <a:pt x="33" y="43"/>
                  </a:cubicBezTo>
                  <a:cubicBezTo>
                    <a:pt x="38" y="42"/>
                    <a:pt x="41" y="41"/>
                    <a:pt x="42" y="41"/>
                  </a:cubicBezTo>
                  <a:cubicBezTo>
                    <a:pt x="43" y="41"/>
                    <a:pt x="43" y="41"/>
                    <a:pt x="43" y="41"/>
                  </a:cubicBezTo>
                  <a:cubicBezTo>
                    <a:pt x="43" y="42"/>
                    <a:pt x="43" y="44"/>
                    <a:pt x="45" y="48"/>
                  </a:cubicBezTo>
                  <a:cubicBezTo>
                    <a:pt x="47" y="52"/>
                    <a:pt x="49" y="55"/>
                    <a:pt x="51" y="58"/>
                  </a:cubicBezTo>
                  <a:cubicBezTo>
                    <a:pt x="53" y="60"/>
                    <a:pt x="55" y="61"/>
                    <a:pt x="57" y="61"/>
                  </a:cubicBezTo>
                  <a:cubicBezTo>
                    <a:pt x="59" y="61"/>
                    <a:pt x="60" y="61"/>
                    <a:pt x="61" y="60"/>
                  </a:cubicBezTo>
                  <a:cubicBezTo>
                    <a:pt x="62" y="59"/>
                    <a:pt x="63" y="57"/>
                    <a:pt x="63" y="56"/>
                  </a:cubicBezTo>
                  <a:cubicBezTo>
                    <a:pt x="63" y="55"/>
                    <a:pt x="62" y="54"/>
                    <a:pt x="62" y="54"/>
                  </a:cubicBezTo>
                  <a:cubicBezTo>
                    <a:pt x="62" y="54"/>
                    <a:pt x="61" y="53"/>
                    <a:pt x="60" y="51"/>
                  </a:cubicBezTo>
                  <a:cubicBezTo>
                    <a:pt x="57" y="49"/>
                    <a:pt x="54" y="44"/>
                    <a:pt x="51" y="38"/>
                  </a:cubicBezTo>
                  <a:cubicBezTo>
                    <a:pt x="49" y="32"/>
                    <a:pt x="45" y="22"/>
                    <a:pt x="40" y="7"/>
                  </a:cubicBezTo>
                  <a:cubicBezTo>
                    <a:pt x="40" y="6"/>
                    <a:pt x="40" y="5"/>
                    <a:pt x="40" y="4"/>
                  </a:cubicBezTo>
                  <a:cubicBezTo>
                    <a:pt x="40" y="3"/>
                    <a:pt x="40" y="2"/>
                    <a:pt x="40" y="2"/>
                  </a:cubicBezTo>
                  <a:close/>
                  <a:moveTo>
                    <a:pt x="36" y="34"/>
                  </a:moveTo>
                  <a:cubicBezTo>
                    <a:pt x="31" y="35"/>
                    <a:pt x="28" y="35"/>
                    <a:pt x="27" y="35"/>
                  </a:cubicBezTo>
                  <a:cubicBezTo>
                    <a:pt x="25" y="36"/>
                    <a:pt x="24" y="36"/>
                    <a:pt x="22" y="36"/>
                  </a:cubicBezTo>
                  <a:cubicBezTo>
                    <a:pt x="33" y="15"/>
                    <a:pt x="33" y="15"/>
                    <a:pt x="33" y="15"/>
                  </a:cubicBezTo>
                  <a:cubicBezTo>
                    <a:pt x="33" y="15"/>
                    <a:pt x="34" y="16"/>
                    <a:pt x="34" y="16"/>
                  </a:cubicBezTo>
                  <a:cubicBezTo>
                    <a:pt x="37" y="26"/>
                    <a:pt x="39" y="31"/>
                    <a:pt x="39" y="33"/>
                  </a:cubicBezTo>
                  <a:cubicBezTo>
                    <a:pt x="38" y="33"/>
                    <a:pt x="37" y="33"/>
                    <a:pt x="36"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Freeform 186"/>
            <p:cNvSpPr>
              <a:spLocks/>
            </p:cNvSpPr>
            <p:nvPr/>
          </p:nvSpPr>
          <p:spPr bwMode="auto">
            <a:xfrm>
              <a:off x="1898650" y="3024188"/>
              <a:ext cx="125413" cy="95250"/>
            </a:xfrm>
            <a:custGeom>
              <a:avLst/>
              <a:gdLst>
                <a:gd name="T0" fmla="*/ 24 w 77"/>
                <a:gd name="T1" fmla="*/ 1 h 59"/>
                <a:gd name="T2" fmla="*/ 21 w 77"/>
                <a:gd name="T3" fmla="*/ 0 h 59"/>
                <a:gd name="T4" fmla="*/ 16 w 77"/>
                <a:gd name="T5" fmla="*/ 5 h 59"/>
                <a:gd name="T6" fmla="*/ 12 w 77"/>
                <a:gd name="T7" fmla="*/ 17 h 59"/>
                <a:gd name="T8" fmla="*/ 4 w 77"/>
                <a:gd name="T9" fmla="*/ 17 h 59"/>
                <a:gd name="T10" fmla="*/ 0 w 77"/>
                <a:gd name="T11" fmla="*/ 21 h 59"/>
                <a:gd name="T12" fmla="*/ 2 w 77"/>
                <a:gd name="T13" fmla="*/ 24 h 59"/>
                <a:gd name="T14" fmla="*/ 5 w 77"/>
                <a:gd name="T15" fmla="*/ 26 h 59"/>
                <a:gd name="T16" fmla="*/ 6 w 77"/>
                <a:gd name="T17" fmla="*/ 26 h 59"/>
                <a:gd name="T18" fmla="*/ 10 w 77"/>
                <a:gd name="T19" fmla="*/ 25 h 59"/>
                <a:gd name="T20" fmla="*/ 6 w 77"/>
                <a:gd name="T21" fmla="*/ 47 h 59"/>
                <a:gd name="T22" fmla="*/ 9 w 77"/>
                <a:gd name="T23" fmla="*/ 55 h 59"/>
                <a:gd name="T24" fmla="*/ 17 w 77"/>
                <a:gd name="T25" fmla="*/ 59 h 59"/>
                <a:gd name="T26" fmla="*/ 28 w 77"/>
                <a:gd name="T27" fmla="*/ 54 h 59"/>
                <a:gd name="T28" fmla="*/ 34 w 77"/>
                <a:gd name="T29" fmla="*/ 46 h 59"/>
                <a:gd name="T30" fmla="*/ 33 w 77"/>
                <a:gd name="T31" fmla="*/ 45 h 59"/>
                <a:gd name="T32" fmla="*/ 31 w 77"/>
                <a:gd name="T33" fmla="*/ 44 h 59"/>
                <a:gd name="T34" fmla="*/ 28 w 77"/>
                <a:gd name="T35" fmla="*/ 46 h 59"/>
                <a:gd name="T36" fmla="*/ 23 w 77"/>
                <a:gd name="T37" fmla="*/ 49 h 59"/>
                <a:gd name="T38" fmla="*/ 18 w 77"/>
                <a:gd name="T39" fmla="*/ 50 h 59"/>
                <a:gd name="T40" fmla="*/ 16 w 77"/>
                <a:gd name="T41" fmla="*/ 49 h 59"/>
                <a:gd name="T42" fmla="*/ 15 w 77"/>
                <a:gd name="T43" fmla="*/ 44 h 59"/>
                <a:gd name="T44" fmla="*/ 17 w 77"/>
                <a:gd name="T45" fmla="*/ 34 h 59"/>
                <a:gd name="T46" fmla="*/ 20 w 77"/>
                <a:gd name="T47" fmla="*/ 25 h 59"/>
                <a:gd name="T48" fmla="*/ 33 w 77"/>
                <a:gd name="T49" fmla="*/ 23 h 59"/>
                <a:gd name="T50" fmla="*/ 38 w 77"/>
                <a:gd name="T51" fmla="*/ 21 h 59"/>
                <a:gd name="T52" fmla="*/ 40 w 77"/>
                <a:gd name="T53" fmla="*/ 24 h 59"/>
                <a:gd name="T54" fmla="*/ 43 w 77"/>
                <a:gd name="T55" fmla="*/ 26 h 59"/>
                <a:gd name="T56" fmla="*/ 44 w 77"/>
                <a:gd name="T57" fmla="*/ 26 h 59"/>
                <a:gd name="T58" fmla="*/ 48 w 77"/>
                <a:gd name="T59" fmla="*/ 25 h 59"/>
                <a:gd name="T60" fmla="*/ 44 w 77"/>
                <a:gd name="T61" fmla="*/ 47 h 59"/>
                <a:gd name="T62" fmla="*/ 46 w 77"/>
                <a:gd name="T63" fmla="*/ 55 h 59"/>
                <a:gd name="T64" fmla="*/ 54 w 77"/>
                <a:gd name="T65" fmla="*/ 59 h 59"/>
                <a:gd name="T66" fmla="*/ 66 w 77"/>
                <a:gd name="T67" fmla="*/ 54 h 59"/>
                <a:gd name="T68" fmla="*/ 72 w 77"/>
                <a:gd name="T69" fmla="*/ 46 h 59"/>
                <a:gd name="T70" fmla="*/ 71 w 77"/>
                <a:gd name="T71" fmla="*/ 45 h 59"/>
                <a:gd name="T72" fmla="*/ 69 w 77"/>
                <a:gd name="T73" fmla="*/ 44 h 59"/>
                <a:gd name="T74" fmla="*/ 66 w 77"/>
                <a:gd name="T75" fmla="*/ 46 h 59"/>
                <a:gd name="T76" fmla="*/ 60 w 77"/>
                <a:gd name="T77" fmla="*/ 49 h 59"/>
                <a:gd name="T78" fmla="*/ 56 w 77"/>
                <a:gd name="T79" fmla="*/ 50 h 59"/>
                <a:gd name="T80" fmla="*/ 54 w 77"/>
                <a:gd name="T81" fmla="*/ 49 h 59"/>
                <a:gd name="T82" fmla="*/ 53 w 77"/>
                <a:gd name="T83" fmla="*/ 44 h 59"/>
                <a:gd name="T84" fmla="*/ 55 w 77"/>
                <a:gd name="T85" fmla="*/ 34 h 59"/>
                <a:gd name="T86" fmla="*/ 57 w 77"/>
                <a:gd name="T87" fmla="*/ 25 h 59"/>
                <a:gd name="T88" fmla="*/ 71 w 77"/>
                <a:gd name="T89" fmla="*/ 23 h 59"/>
                <a:gd name="T90" fmla="*/ 77 w 77"/>
                <a:gd name="T91" fmla="*/ 18 h 59"/>
                <a:gd name="T92" fmla="*/ 76 w 77"/>
                <a:gd name="T93" fmla="*/ 16 h 59"/>
                <a:gd name="T94" fmla="*/ 73 w 77"/>
                <a:gd name="T95" fmla="*/ 15 h 59"/>
                <a:gd name="T96" fmla="*/ 60 w 77"/>
                <a:gd name="T97" fmla="*/ 16 h 59"/>
                <a:gd name="T98" fmla="*/ 63 w 77"/>
                <a:gd name="T99" fmla="*/ 4 h 59"/>
                <a:gd name="T100" fmla="*/ 62 w 77"/>
                <a:gd name="T101" fmla="*/ 1 h 59"/>
                <a:gd name="T102" fmla="*/ 58 w 77"/>
                <a:gd name="T103" fmla="*/ 0 h 59"/>
                <a:gd name="T104" fmla="*/ 53 w 77"/>
                <a:gd name="T105" fmla="*/ 5 h 59"/>
                <a:gd name="T106" fmla="*/ 50 w 77"/>
                <a:gd name="T107" fmla="*/ 17 h 59"/>
                <a:gd name="T108" fmla="*/ 41 w 77"/>
                <a:gd name="T109" fmla="*/ 17 h 59"/>
                <a:gd name="T110" fmla="*/ 39 w 77"/>
                <a:gd name="T111" fmla="*/ 18 h 59"/>
                <a:gd name="T112" fmla="*/ 38 w 77"/>
                <a:gd name="T113" fmla="*/ 16 h 59"/>
                <a:gd name="T114" fmla="*/ 36 w 77"/>
                <a:gd name="T115" fmla="*/ 15 h 59"/>
                <a:gd name="T116" fmla="*/ 22 w 77"/>
                <a:gd name="T117" fmla="*/ 16 h 59"/>
                <a:gd name="T118" fmla="*/ 25 w 77"/>
                <a:gd name="T119" fmla="*/ 4 h 59"/>
                <a:gd name="T120" fmla="*/ 24 w 77"/>
                <a:gd name="T121" fmla="*/ 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7" h="59">
                  <a:moveTo>
                    <a:pt x="24" y="1"/>
                  </a:moveTo>
                  <a:cubicBezTo>
                    <a:pt x="23" y="0"/>
                    <a:pt x="22" y="0"/>
                    <a:pt x="21" y="0"/>
                  </a:cubicBezTo>
                  <a:cubicBezTo>
                    <a:pt x="18" y="0"/>
                    <a:pt x="16" y="1"/>
                    <a:pt x="16" y="5"/>
                  </a:cubicBezTo>
                  <a:cubicBezTo>
                    <a:pt x="14" y="10"/>
                    <a:pt x="13" y="14"/>
                    <a:pt x="12" y="17"/>
                  </a:cubicBezTo>
                  <a:cubicBezTo>
                    <a:pt x="4" y="17"/>
                    <a:pt x="4" y="17"/>
                    <a:pt x="4" y="17"/>
                  </a:cubicBezTo>
                  <a:cubicBezTo>
                    <a:pt x="1" y="17"/>
                    <a:pt x="0" y="19"/>
                    <a:pt x="0" y="21"/>
                  </a:cubicBezTo>
                  <a:cubicBezTo>
                    <a:pt x="0" y="22"/>
                    <a:pt x="1" y="24"/>
                    <a:pt x="2" y="24"/>
                  </a:cubicBezTo>
                  <a:cubicBezTo>
                    <a:pt x="3" y="25"/>
                    <a:pt x="4" y="26"/>
                    <a:pt x="5" y="26"/>
                  </a:cubicBezTo>
                  <a:cubicBezTo>
                    <a:pt x="6" y="26"/>
                    <a:pt x="6" y="26"/>
                    <a:pt x="6" y="26"/>
                  </a:cubicBezTo>
                  <a:cubicBezTo>
                    <a:pt x="7" y="26"/>
                    <a:pt x="8" y="26"/>
                    <a:pt x="10" y="25"/>
                  </a:cubicBezTo>
                  <a:cubicBezTo>
                    <a:pt x="7" y="36"/>
                    <a:pt x="6" y="43"/>
                    <a:pt x="6" y="47"/>
                  </a:cubicBezTo>
                  <a:cubicBezTo>
                    <a:pt x="6" y="50"/>
                    <a:pt x="7" y="53"/>
                    <a:pt x="9" y="55"/>
                  </a:cubicBezTo>
                  <a:cubicBezTo>
                    <a:pt x="10" y="58"/>
                    <a:pt x="13" y="59"/>
                    <a:pt x="17" y="59"/>
                  </a:cubicBezTo>
                  <a:cubicBezTo>
                    <a:pt x="21" y="59"/>
                    <a:pt x="25" y="57"/>
                    <a:pt x="28" y="54"/>
                  </a:cubicBezTo>
                  <a:cubicBezTo>
                    <a:pt x="32" y="51"/>
                    <a:pt x="34" y="49"/>
                    <a:pt x="34" y="46"/>
                  </a:cubicBezTo>
                  <a:cubicBezTo>
                    <a:pt x="34" y="46"/>
                    <a:pt x="34" y="45"/>
                    <a:pt x="33" y="45"/>
                  </a:cubicBezTo>
                  <a:cubicBezTo>
                    <a:pt x="33" y="44"/>
                    <a:pt x="32" y="44"/>
                    <a:pt x="31" y="44"/>
                  </a:cubicBezTo>
                  <a:cubicBezTo>
                    <a:pt x="30" y="44"/>
                    <a:pt x="29" y="45"/>
                    <a:pt x="28" y="46"/>
                  </a:cubicBezTo>
                  <a:cubicBezTo>
                    <a:pt x="26" y="48"/>
                    <a:pt x="24" y="49"/>
                    <a:pt x="23" y="49"/>
                  </a:cubicBezTo>
                  <a:cubicBezTo>
                    <a:pt x="21" y="50"/>
                    <a:pt x="20" y="50"/>
                    <a:pt x="18" y="50"/>
                  </a:cubicBezTo>
                  <a:cubicBezTo>
                    <a:pt x="17" y="50"/>
                    <a:pt x="17" y="50"/>
                    <a:pt x="16" y="49"/>
                  </a:cubicBezTo>
                  <a:cubicBezTo>
                    <a:pt x="16" y="48"/>
                    <a:pt x="15" y="46"/>
                    <a:pt x="15" y="44"/>
                  </a:cubicBezTo>
                  <a:cubicBezTo>
                    <a:pt x="15" y="43"/>
                    <a:pt x="16" y="39"/>
                    <a:pt x="17" y="34"/>
                  </a:cubicBezTo>
                  <a:cubicBezTo>
                    <a:pt x="19" y="28"/>
                    <a:pt x="19" y="25"/>
                    <a:pt x="20" y="25"/>
                  </a:cubicBezTo>
                  <a:cubicBezTo>
                    <a:pt x="33" y="23"/>
                    <a:pt x="33" y="23"/>
                    <a:pt x="33" y="23"/>
                  </a:cubicBezTo>
                  <a:cubicBezTo>
                    <a:pt x="35" y="22"/>
                    <a:pt x="37" y="22"/>
                    <a:pt x="38" y="21"/>
                  </a:cubicBezTo>
                  <a:cubicBezTo>
                    <a:pt x="38" y="23"/>
                    <a:pt x="38" y="24"/>
                    <a:pt x="40" y="24"/>
                  </a:cubicBezTo>
                  <a:cubicBezTo>
                    <a:pt x="41" y="25"/>
                    <a:pt x="42" y="26"/>
                    <a:pt x="43" y="26"/>
                  </a:cubicBezTo>
                  <a:cubicBezTo>
                    <a:pt x="44" y="26"/>
                    <a:pt x="44" y="26"/>
                    <a:pt x="44" y="26"/>
                  </a:cubicBezTo>
                  <a:cubicBezTo>
                    <a:pt x="45" y="26"/>
                    <a:pt x="46" y="26"/>
                    <a:pt x="48" y="25"/>
                  </a:cubicBezTo>
                  <a:cubicBezTo>
                    <a:pt x="45" y="36"/>
                    <a:pt x="44" y="43"/>
                    <a:pt x="44" y="47"/>
                  </a:cubicBezTo>
                  <a:cubicBezTo>
                    <a:pt x="44" y="50"/>
                    <a:pt x="44" y="53"/>
                    <a:pt x="46" y="55"/>
                  </a:cubicBezTo>
                  <a:cubicBezTo>
                    <a:pt x="48" y="58"/>
                    <a:pt x="51" y="59"/>
                    <a:pt x="54" y="59"/>
                  </a:cubicBezTo>
                  <a:cubicBezTo>
                    <a:pt x="58" y="59"/>
                    <a:pt x="62" y="57"/>
                    <a:pt x="66" y="54"/>
                  </a:cubicBezTo>
                  <a:cubicBezTo>
                    <a:pt x="70" y="51"/>
                    <a:pt x="72" y="49"/>
                    <a:pt x="72" y="46"/>
                  </a:cubicBezTo>
                  <a:cubicBezTo>
                    <a:pt x="72" y="46"/>
                    <a:pt x="71" y="45"/>
                    <a:pt x="71" y="45"/>
                  </a:cubicBezTo>
                  <a:cubicBezTo>
                    <a:pt x="71" y="44"/>
                    <a:pt x="70" y="44"/>
                    <a:pt x="69" y="44"/>
                  </a:cubicBezTo>
                  <a:cubicBezTo>
                    <a:pt x="68" y="44"/>
                    <a:pt x="67" y="45"/>
                    <a:pt x="66" y="46"/>
                  </a:cubicBezTo>
                  <a:cubicBezTo>
                    <a:pt x="63" y="48"/>
                    <a:pt x="62" y="49"/>
                    <a:pt x="60" y="49"/>
                  </a:cubicBezTo>
                  <a:cubicBezTo>
                    <a:pt x="59" y="50"/>
                    <a:pt x="58" y="50"/>
                    <a:pt x="56" y="50"/>
                  </a:cubicBezTo>
                  <a:cubicBezTo>
                    <a:pt x="55" y="50"/>
                    <a:pt x="54" y="50"/>
                    <a:pt x="54" y="49"/>
                  </a:cubicBezTo>
                  <a:cubicBezTo>
                    <a:pt x="53" y="48"/>
                    <a:pt x="53" y="46"/>
                    <a:pt x="53" y="44"/>
                  </a:cubicBezTo>
                  <a:cubicBezTo>
                    <a:pt x="53" y="43"/>
                    <a:pt x="54" y="39"/>
                    <a:pt x="55" y="34"/>
                  </a:cubicBezTo>
                  <a:cubicBezTo>
                    <a:pt x="56" y="28"/>
                    <a:pt x="57" y="25"/>
                    <a:pt x="57" y="25"/>
                  </a:cubicBezTo>
                  <a:cubicBezTo>
                    <a:pt x="71" y="23"/>
                    <a:pt x="71" y="23"/>
                    <a:pt x="71" y="23"/>
                  </a:cubicBezTo>
                  <a:cubicBezTo>
                    <a:pt x="75" y="22"/>
                    <a:pt x="77" y="20"/>
                    <a:pt x="77" y="18"/>
                  </a:cubicBezTo>
                  <a:cubicBezTo>
                    <a:pt x="77" y="17"/>
                    <a:pt x="77" y="16"/>
                    <a:pt x="76" y="16"/>
                  </a:cubicBezTo>
                  <a:cubicBezTo>
                    <a:pt x="76" y="15"/>
                    <a:pt x="75" y="15"/>
                    <a:pt x="73" y="15"/>
                  </a:cubicBezTo>
                  <a:cubicBezTo>
                    <a:pt x="73" y="15"/>
                    <a:pt x="68" y="15"/>
                    <a:pt x="60" y="16"/>
                  </a:cubicBezTo>
                  <a:cubicBezTo>
                    <a:pt x="62" y="9"/>
                    <a:pt x="63" y="4"/>
                    <a:pt x="63" y="4"/>
                  </a:cubicBezTo>
                  <a:cubicBezTo>
                    <a:pt x="63" y="3"/>
                    <a:pt x="63" y="2"/>
                    <a:pt x="62" y="1"/>
                  </a:cubicBezTo>
                  <a:cubicBezTo>
                    <a:pt x="61" y="0"/>
                    <a:pt x="60" y="0"/>
                    <a:pt x="58" y="0"/>
                  </a:cubicBezTo>
                  <a:cubicBezTo>
                    <a:pt x="56" y="0"/>
                    <a:pt x="54" y="1"/>
                    <a:pt x="53" y="5"/>
                  </a:cubicBezTo>
                  <a:cubicBezTo>
                    <a:pt x="52" y="10"/>
                    <a:pt x="51" y="14"/>
                    <a:pt x="50" y="17"/>
                  </a:cubicBezTo>
                  <a:cubicBezTo>
                    <a:pt x="41" y="17"/>
                    <a:pt x="41" y="17"/>
                    <a:pt x="41" y="17"/>
                  </a:cubicBezTo>
                  <a:cubicBezTo>
                    <a:pt x="40" y="17"/>
                    <a:pt x="40" y="18"/>
                    <a:pt x="39" y="18"/>
                  </a:cubicBezTo>
                  <a:cubicBezTo>
                    <a:pt x="39" y="17"/>
                    <a:pt x="39" y="16"/>
                    <a:pt x="38" y="16"/>
                  </a:cubicBezTo>
                  <a:cubicBezTo>
                    <a:pt x="38" y="15"/>
                    <a:pt x="37" y="15"/>
                    <a:pt x="36" y="15"/>
                  </a:cubicBezTo>
                  <a:cubicBezTo>
                    <a:pt x="35" y="15"/>
                    <a:pt x="30" y="15"/>
                    <a:pt x="22" y="16"/>
                  </a:cubicBezTo>
                  <a:cubicBezTo>
                    <a:pt x="24" y="9"/>
                    <a:pt x="25" y="4"/>
                    <a:pt x="25" y="4"/>
                  </a:cubicBezTo>
                  <a:cubicBezTo>
                    <a:pt x="25" y="3"/>
                    <a:pt x="25" y="2"/>
                    <a:pt x="2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187"/>
            <p:cNvSpPr>
              <a:spLocks noEditPoints="1"/>
            </p:cNvSpPr>
            <p:nvPr/>
          </p:nvSpPr>
          <p:spPr bwMode="auto">
            <a:xfrm>
              <a:off x="2024063" y="3044826"/>
              <a:ext cx="68263" cy="73025"/>
            </a:xfrm>
            <a:custGeom>
              <a:avLst/>
              <a:gdLst>
                <a:gd name="T0" fmla="*/ 39 w 42"/>
                <a:gd name="T1" fmla="*/ 9 h 45"/>
                <a:gd name="T2" fmla="*/ 35 w 42"/>
                <a:gd name="T3" fmla="*/ 5 h 45"/>
                <a:gd name="T4" fmla="*/ 28 w 42"/>
                <a:gd name="T5" fmla="*/ 0 h 45"/>
                <a:gd name="T6" fmla="*/ 9 w 42"/>
                <a:gd name="T7" fmla="*/ 12 h 45"/>
                <a:gd name="T8" fmla="*/ 0 w 42"/>
                <a:gd name="T9" fmla="*/ 34 h 45"/>
                <a:gd name="T10" fmla="*/ 3 w 42"/>
                <a:gd name="T11" fmla="*/ 42 h 45"/>
                <a:gd name="T12" fmla="*/ 9 w 42"/>
                <a:gd name="T13" fmla="*/ 44 h 45"/>
                <a:gd name="T14" fmla="*/ 29 w 42"/>
                <a:gd name="T15" fmla="*/ 31 h 45"/>
                <a:gd name="T16" fmla="*/ 36 w 42"/>
                <a:gd name="T17" fmla="*/ 45 h 45"/>
                <a:gd name="T18" fmla="*/ 40 w 42"/>
                <a:gd name="T19" fmla="*/ 44 h 45"/>
                <a:gd name="T20" fmla="*/ 42 w 42"/>
                <a:gd name="T21" fmla="*/ 41 h 45"/>
                <a:gd name="T22" fmla="*/ 40 w 42"/>
                <a:gd name="T23" fmla="*/ 39 h 45"/>
                <a:gd name="T24" fmla="*/ 38 w 42"/>
                <a:gd name="T25" fmla="*/ 37 h 45"/>
                <a:gd name="T26" fmla="*/ 37 w 42"/>
                <a:gd name="T27" fmla="*/ 35 h 45"/>
                <a:gd name="T28" fmla="*/ 37 w 42"/>
                <a:gd name="T29" fmla="*/ 28 h 45"/>
                <a:gd name="T30" fmla="*/ 38 w 42"/>
                <a:gd name="T31" fmla="*/ 15 h 45"/>
                <a:gd name="T32" fmla="*/ 39 w 42"/>
                <a:gd name="T33" fmla="*/ 9 h 45"/>
                <a:gd name="T34" fmla="*/ 23 w 42"/>
                <a:gd name="T35" fmla="*/ 27 h 45"/>
                <a:gd name="T36" fmla="*/ 11 w 42"/>
                <a:gd name="T37" fmla="*/ 36 h 45"/>
                <a:gd name="T38" fmla="*/ 10 w 42"/>
                <a:gd name="T39" fmla="*/ 33 h 45"/>
                <a:gd name="T40" fmla="*/ 16 w 42"/>
                <a:gd name="T41" fmla="*/ 18 h 45"/>
                <a:gd name="T42" fmla="*/ 26 w 42"/>
                <a:gd name="T43" fmla="*/ 9 h 45"/>
                <a:gd name="T44" fmla="*/ 28 w 42"/>
                <a:gd name="T45" fmla="*/ 10 h 45"/>
                <a:gd name="T46" fmla="*/ 29 w 42"/>
                <a:gd name="T47" fmla="*/ 13 h 45"/>
                <a:gd name="T48" fmla="*/ 23 w 42"/>
                <a:gd name="T49"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 h="45">
                  <a:moveTo>
                    <a:pt x="39" y="9"/>
                  </a:moveTo>
                  <a:cubicBezTo>
                    <a:pt x="39" y="6"/>
                    <a:pt x="38" y="5"/>
                    <a:pt x="35" y="5"/>
                  </a:cubicBezTo>
                  <a:cubicBezTo>
                    <a:pt x="34" y="2"/>
                    <a:pt x="31" y="0"/>
                    <a:pt x="28" y="0"/>
                  </a:cubicBezTo>
                  <a:cubicBezTo>
                    <a:pt x="22" y="0"/>
                    <a:pt x="16" y="4"/>
                    <a:pt x="9" y="12"/>
                  </a:cubicBezTo>
                  <a:cubicBezTo>
                    <a:pt x="3" y="20"/>
                    <a:pt x="0" y="27"/>
                    <a:pt x="0" y="34"/>
                  </a:cubicBezTo>
                  <a:cubicBezTo>
                    <a:pt x="0" y="37"/>
                    <a:pt x="1" y="40"/>
                    <a:pt x="3" y="42"/>
                  </a:cubicBezTo>
                  <a:cubicBezTo>
                    <a:pt x="4" y="43"/>
                    <a:pt x="6" y="44"/>
                    <a:pt x="9" y="44"/>
                  </a:cubicBezTo>
                  <a:cubicBezTo>
                    <a:pt x="15" y="44"/>
                    <a:pt x="22" y="40"/>
                    <a:pt x="29" y="31"/>
                  </a:cubicBezTo>
                  <a:cubicBezTo>
                    <a:pt x="28" y="41"/>
                    <a:pt x="31" y="45"/>
                    <a:pt x="36" y="45"/>
                  </a:cubicBezTo>
                  <a:cubicBezTo>
                    <a:pt x="37" y="45"/>
                    <a:pt x="38" y="45"/>
                    <a:pt x="40" y="44"/>
                  </a:cubicBezTo>
                  <a:cubicBezTo>
                    <a:pt x="41" y="43"/>
                    <a:pt x="42" y="42"/>
                    <a:pt x="42" y="41"/>
                  </a:cubicBezTo>
                  <a:cubicBezTo>
                    <a:pt x="42" y="40"/>
                    <a:pt x="41" y="39"/>
                    <a:pt x="40" y="39"/>
                  </a:cubicBezTo>
                  <a:cubicBezTo>
                    <a:pt x="39" y="38"/>
                    <a:pt x="39" y="38"/>
                    <a:pt x="38" y="37"/>
                  </a:cubicBezTo>
                  <a:cubicBezTo>
                    <a:pt x="38" y="37"/>
                    <a:pt x="38" y="36"/>
                    <a:pt x="37" y="35"/>
                  </a:cubicBezTo>
                  <a:cubicBezTo>
                    <a:pt x="37" y="33"/>
                    <a:pt x="37" y="31"/>
                    <a:pt x="37" y="28"/>
                  </a:cubicBezTo>
                  <a:cubicBezTo>
                    <a:pt x="37" y="24"/>
                    <a:pt x="37" y="20"/>
                    <a:pt x="38" y="15"/>
                  </a:cubicBezTo>
                  <a:cubicBezTo>
                    <a:pt x="39" y="12"/>
                    <a:pt x="39" y="10"/>
                    <a:pt x="39" y="9"/>
                  </a:cubicBezTo>
                  <a:close/>
                  <a:moveTo>
                    <a:pt x="23" y="27"/>
                  </a:moveTo>
                  <a:cubicBezTo>
                    <a:pt x="18" y="33"/>
                    <a:pt x="14" y="36"/>
                    <a:pt x="11" y="36"/>
                  </a:cubicBezTo>
                  <a:cubicBezTo>
                    <a:pt x="10" y="36"/>
                    <a:pt x="10" y="35"/>
                    <a:pt x="10" y="33"/>
                  </a:cubicBezTo>
                  <a:cubicBezTo>
                    <a:pt x="10" y="28"/>
                    <a:pt x="12" y="23"/>
                    <a:pt x="16" y="18"/>
                  </a:cubicBezTo>
                  <a:cubicBezTo>
                    <a:pt x="20" y="12"/>
                    <a:pt x="24" y="9"/>
                    <a:pt x="26" y="9"/>
                  </a:cubicBezTo>
                  <a:cubicBezTo>
                    <a:pt x="27" y="9"/>
                    <a:pt x="28" y="9"/>
                    <a:pt x="28" y="10"/>
                  </a:cubicBezTo>
                  <a:cubicBezTo>
                    <a:pt x="29" y="11"/>
                    <a:pt x="29" y="12"/>
                    <a:pt x="29" y="13"/>
                  </a:cubicBezTo>
                  <a:cubicBezTo>
                    <a:pt x="29" y="17"/>
                    <a:pt x="27" y="22"/>
                    <a:pt x="23"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188"/>
            <p:cNvSpPr>
              <a:spLocks/>
            </p:cNvSpPr>
            <p:nvPr/>
          </p:nvSpPr>
          <p:spPr bwMode="auto">
            <a:xfrm>
              <a:off x="2101850" y="3044826"/>
              <a:ext cx="57150" cy="74613"/>
            </a:xfrm>
            <a:custGeom>
              <a:avLst/>
              <a:gdLst>
                <a:gd name="T0" fmla="*/ 23 w 35"/>
                <a:gd name="T1" fmla="*/ 8 h 46"/>
                <a:gd name="T2" fmla="*/ 25 w 35"/>
                <a:gd name="T3" fmla="*/ 12 h 46"/>
                <a:gd name="T4" fmla="*/ 29 w 35"/>
                <a:gd name="T5" fmla="*/ 17 h 46"/>
                <a:gd name="T6" fmla="*/ 32 w 35"/>
                <a:gd name="T7" fmla="*/ 16 h 46"/>
                <a:gd name="T8" fmla="*/ 33 w 35"/>
                <a:gd name="T9" fmla="*/ 11 h 46"/>
                <a:gd name="T10" fmla="*/ 31 w 35"/>
                <a:gd name="T11" fmla="*/ 3 h 46"/>
                <a:gd name="T12" fmla="*/ 24 w 35"/>
                <a:gd name="T13" fmla="*/ 0 h 46"/>
                <a:gd name="T14" fmla="*/ 9 w 35"/>
                <a:gd name="T15" fmla="*/ 11 h 46"/>
                <a:gd name="T16" fmla="*/ 0 w 35"/>
                <a:gd name="T17" fmla="*/ 33 h 46"/>
                <a:gd name="T18" fmla="*/ 4 w 35"/>
                <a:gd name="T19" fmla="*/ 42 h 46"/>
                <a:gd name="T20" fmla="*/ 14 w 35"/>
                <a:gd name="T21" fmla="*/ 46 h 46"/>
                <a:gd name="T22" fmla="*/ 28 w 35"/>
                <a:gd name="T23" fmla="*/ 41 h 46"/>
                <a:gd name="T24" fmla="*/ 35 w 35"/>
                <a:gd name="T25" fmla="*/ 33 h 46"/>
                <a:gd name="T26" fmla="*/ 33 w 35"/>
                <a:gd name="T27" fmla="*/ 31 h 46"/>
                <a:gd name="T28" fmla="*/ 28 w 35"/>
                <a:gd name="T29" fmla="*/ 33 h 46"/>
                <a:gd name="T30" fmla="*/ 15 w 35"/>
                <a:gd name="T31" fmla="*/ 38 h 46"/>
                <a:gd name="T32" fmla="*/ 10 w 35"/>
                <a:gd name="T33" fmla="*/ 32 h 46"/>
                <a:gd name="T34" fmla="*/ 15 w 35"/>
                <a:gd name="T35" fmla="*/ 17 h 46"/>
                <a:gd name="T36" fmla="*/ 23 w 35"/>
                <a:gd name="T37" fmla="*/ 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 h="46">
                  <a:moveTo>
                    <a:pt x="23" y="8"/>
                  </a:moveTo>
                  <a:cubicBezTo>
                    <a:pt x="24" y="8"/>
                    <a:pt x="25" y="10"/>
                    <a:pt x="25" y="12"/>
                  </a:cubicBezTo>
                  <a:cubicBezTo>
                    <a:pt x="25" y="16"/>
                    <a:pt x="27" y="17"/>
                    <a:pt x="29" y="17"/>
                  </a:cubicBezTo>
                  <a:cubicBezTo>
                    <a:pt x="30" y="17"/>
                    <a:pt x="31" y="17"/>
                    <a:pt x="32" y="16"/>
                  </a:cubicBezTo>
                  <a:cubicBezTo>
                    <a:pt x="33" y="15"/>
                    <a:pt x="33" y="14"/>
                    <a:pt x="33" y="11"/>
                  </a:cubicBezTo>
                  <a:cubicBezTo>
                    <a:pt x="33" y="8"/>
                    <a:pt x="33" y="6"/>
                    <a:pt x="31" y="3"/>
                  </a:cubicBezTo>
                  <a:cubicBezTo>
                    <a:pt x="29" y="1"/>
                    <a:pt x="27" y="0"/>
                    <a:pt x="24" y="0"/>
                  </a:cubicBezTo>
                  <a:cubicBezTo>
                    <a:pt x="19" y="0"/>
                    <a:pt x="14" y="3"/>
                    <a:pt x="9" y="11"/>
                  </a:cubicBezTo>
                  <a:cubicBezTo>
                    <a:pt x="3" y="19"/>
                    <a:pt x="0" y="26"/>
                    <a:pt x="0" y="33"/>
                  </a:cubicBezTo>
                  <a:cubicBezTo>
                    <a:pt x="0" y="37"/>
                    <a:pt x="2" y="40"/>
                    <a:pt x="4" y="42"/>
                  </a:cubicBezTo>
                  <a:cubicBezTo>
                    <a:pt x="6" y="45"/>
                    <a:pt x="9" y="46"/>
                    <a:pt x="14" y="46"/>
                  </a:cubicBezTo>
                  <a:cubicBezTo>
                    <a:pt x="19" y="46"/>
                    <a:pt x="24" y="44"/>
                    <a:pt x="28" y="41"/>
                  </a:cubicBezTo>
                  <a:cubicBezTo>
                    <a:pt x="33" y="38"/>
                    <a:pt x="35" y="35"/>
                    <a:pt x="35" y="33"/>
                  </a:cubicBezTo>
                  <a:cubicBezTo>
                    <a:pt x="35" y="32"/>
                    <a:pt x="35" y="31"/>
                    <a:pt x="33" y="31"/>
                  </a:cubicBezTo>
                  <a:cubicBezTo>
                    <a:pt x="32" y="31"/>
                    <a:pt x="30" y="32"/>
                    <a:pt x="28" y="33"/>
                  </a:cubicBezTo>
                  <a:cubicBezTo>
                    <a:pt x="24" y="36"/>
                    <a:pt x="20" y="38"/>
                    <a:pt x="15" y="38"/>
                  </a:cubicBezTo>
                  <a:cubicBezTo>
                    <a:pt x="12" y="38"/>
                    <a:pt x="10" y="36"/>
                    <a:pt x="10" y="32"/>
                  </a:cubicBezTo>
                  <a:cubicBezTo>
                    <a:pt x="10" y="28"/>
                    <a:pt x="11" y="23"/>
                    <a:pt x="15" y="17"/>
                  </a:cubicBezTo>
                  <a:cubicBezTo>
                    <a:pt x="18" y="11"/>
                    <a:pt x="21" y="8"/>
                    <a:pt x="2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189"/>
            <p:cNvSpPr>
              <a:spLocks/>
            </p:cNvSpPr>
            <p:nvPr/>
          </p:nvSpPr>
          <p:spPr bwMode="auto">
            <a:xfrm>
              <a:off x="2170113" y="3008313"/>
              <a:ext cx="71438" cy="111125"/>
            </a:xfrm>
            <a:custGeom>
              <a:avLst/>
              <a:gdLst>
                <a:gd name="T0" fmla="*/ 18 w 44"/>
                <a:gd name="T1" fmla="*/ 5 h 68"/>
                <a:gd name="T2" fmla="*/ 17 w 44"/>
                <a:gd name="T3" fmla="*/ 2 h 68"/>
                <a:gd name="T4" fmla="*/ 14 w 44"/>
                <a:gd name="T5" fmla="*/ 0 h 68"/>
                <a:gd name="T6" fmla="*/ 10 w 44"/>
                <a:gd name="T7" fmla="*/ 1 h 68"/>
                <a:gd name="T8" fmla="*/ 8 w 44"/>
                <a:gd name="T9" fmla="*/ 5 h 68"/>
                <a:gd name="T10" fmla="*/ 6 w 44"/>
                <a:gd name="T11" fmla="*/ 14 h 68"/>
                <a:gd name="T12" fmla="*/ 4 w 44"/>
                <a:gd name="T13" fmla="*/ 33 h 68"/>
                <a:gd name="T14" fmla="*/ 1 w 44"/>
                <a:gd name="T15" fmla="*/ 58 h 68"/>
                <a:gd name="T16" fmla="*/ 0 w 44"/>
                <a:gd name="T17" fmla="*/ 64 h 68"/>
                <a:gd name="T18" fmla="*/ 1 w 44"/>
                <a:gd name="T19" fmla="*/ 67 h 68"/>
                <a:gd name="T20" fmla="*/ 5 w 44"/>
                <a:gd name="T21" fmla="*/ 68 h 68"/>
                <a:gd name="T22" fmla="*/ 9 w 44"/>
                <a:gd name="T23" fmla="*/ 67 h 68"/>
                <a:gd name="T24" fmla="*/ 10 w 44"/>
                <a:gd name="T25" fmla="*/ 62 h 68"/>
                <a:gd name="T26" fmla="*/ 11 w 44"/>
                <a:gd name="T27" fmla="*/ 54 h 68"/>
                <a:gd name="T28" fmla="*/ 11 w 44"/>
                <a:gd name="T29" fmla="*/ 54 h 68"/>
                <a:gd name="T30" fmla="*/ 13 w 44"/>
                <a:gd name="T31" fmla="*/ 51 h 68"/>
                <a:gd name="T32" fmla="*/ 14 w 44"/>
                <a:gd name="T33" fmla="*/ 50 h 68"/>
                <a:gd name="T34" fmla="*/ 20 w 44"/>
                <a:gd name="T35" fmla="*/ 56 h 68"/>
                <a:gd name="T36" fmla="*/ 29 w 44"/>
                <a:gd name="T37" fmla="*/ 66 h 68"/>
                <a:gd name="T38" fmla="*/ 35 w 44"/>
                <a:gd name="T39" fmla="*/ 68 h 68"/>
                <a:gd name="T40" fmla="*/ 42 w 44"/>
                <a:gd name="T41" fmla="*/ 66 h 68"/>
                <a:gd name="T42" fmla="*/ 44 w 44"/>
                <a:gd name="T43" fmla="*/ 62 h 68"/>
                <a:gd name="T44" fmla="*/ 43 w 44"/>
                <a:gd name="T45" fmla="*/ 60 h 68"/>
                <a:gd name="T46" fmla="*/ 41 w 44"/>
                <a:gd name="T47" fmla="*/ 59 h 68"/>
                <a:gd name="T48" fmla="*/ 40 w 44"/>
                <a:gd name="T49" fmla="*/ 60 h 68"/>
                <a:gd name="T50" fmla="*/ 34 w 44"/>
                <a:gd name="T51" fmla="*/ 57 h 68"/>
                <a:gd name="T52" fmla="*/ 27 w 44"/>
                <a:gd name="T53" fmla="*/ 51 h 68"/>
                <a:gd name="T54" fmla="*/ 22 w 44"/>
                <a:gd name="T55" fmla="*/ 45 h 68"/>
                <a:gd name="T56" fmla="*/ 24 w 44"/>
                <a:gd name="T57" fmla="*/ 43 h 68"/>
                <a:gd name="T58" fmla="*/ 28 w 44"/>
                <a:gd name="T59" fmla="*/ 39 h 68"/>
                <a:gd name="T60" fmla="*/ 34 w 44"/>
                <a:gd name="T61" fmla="*/ 35 h 68"/>
                <a:gd name="T62" fmla="*/ 37 w 44"/>
                <a:gd name="T63" fmla="*/ 33 h 68"/>
                <a:gd name="T64" fmla="*/ 37 w 44"/>
                <a:gd name="T65" fmla="*/ 33 h 68"/>
                <a:gd name="T66" fmla="*/ 37 w 44"/>
                <a:gd name="T67" fmla="*/ 33 h 68"/>
                <a:gd name="T68" fmla="*/ 42 w 44"/>
                <a:gd name="T69" fmla="*/ 27 h 68"/>
                <a:gd name="T70" fmla="*/ 37 w 44"/>
                <a:gd name="T71" fmla="*/ 24 h 68"/>
                <a:gd name="T72" fmla="*/ 24 w 44"/>
                <a:gd name="T73" fmla="*/ 32 h 68"/>
                <a:gd name="T74" fmla="*/ 12 w 44"/>
                <a:gd name="T75" fmla="*/ 43 h 68"/>
                <a:gd name="T76" fmla="*/ 13 w 44"/>
                <a:gd name="T77" fmla="*/ 30 h 68"/>
                <a:gd name="T78" fmla="*/ 13 w 44"/>
                <a:gd name="T79" fmla="*/ 30 h 68"/>
                <a:gd name="T80" fmla="*/ 14 w 44"/>
                <a:gd name="T81" fmla="*/ 25 h 68"/>
                <a:gd name="T82" fmla="*/ 18 w 44"/>
                <a:gd name="T83" fmla="*/ 5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4" h="68">
                  <a:moveTo>
                    <a:pt x="18" y="5"/>
                  </a:moveTo>
                  <a:cubicBezTo>
                    <a:pt x="18" y="4"/>
                    <a:pt x="17" y="3"/>
                    <a:pt x="17" y="2"/>
                  </a:cubicBezTo>
                  <a:cubicBezTo>
                    <a:pt x="16" y="1"/>
                    <a:pt x="15" y="0"/>
                    <a:pt x="14" y="0"/>
                  </a:cubicBezTo>
                  <a:cubicBezTo>
                    <a:pt x="13" y="0"/>
                    <a:pt x="11" y="1"/>
                    <a:pt x="10" y="1"/>
                  </a:cubicBezTo>
                  <a:cubicBezTo>
                    <a:pt x="9" y="2"/>
                    <a:pt x="9" y="3"/>
                    <a:pt x="8" y="5"/>
                  </a:cubicBezTo>
                  <a:cubicBezTo>
                    <a:pt x="8" y="6"/>
                    <a:pt x="7" y="9"/>
                    <a:pt x="6" y="14"/>
                  </a:cubicBezTo>
                  <a:cubicBezTo>
                    <a:pt x="6" y="19"/>
                    <a:pt x="5" y="25"/>
                    <a:pt x="4" y="33"/>
                  </a:cubicBezTo>
                  <a:cubicBezTo>
                    <a:pt x="3" y="43"/>
                    <a:pt x="2" y="52"/>
                    <a:pt x="1" y="58"/>
                  </a:cubicBezTo>
                  <a:cubicBezTo>
                    <a:pt x="0" y="61"/>
                    <a:pt x="0" y="63"/>
                    <a:pt x="0" y="64"/>
                  </a:cubicBezTo>
                  <a:cubicBezTo>
                    <a:pt x="0" y="65"/>
                    <a:pt x="0" y="66"/>
                    <a:pt x="1" y="67"/>
                  </a:cubicBezTo>
                  <a:cubicBezTo>
                    <a:pt x="2" y="68"/>
                    <a:pt x="3" y="68"/>
                    <a:pt x="5" y="68"/>
                  </a:cubicBezTo>
                  <a:cubicBezTo>
                    <a:pt x="6" y="68"/>
                    <a:pt x="8" y="68"/>
                    <a:pt x="9" y="67"/>
                  </a:cubicBezTo>
                  <a:cubicBezTo>
                    <a:pt x="10" y="65"/>
                    <a:pt x="10" y="64"/>
                    <a:pt x="10" y="62"/>
                  </a:cubicBezTo>
                  <a:cubicBezTo>
                    <a:pt x="10" y="59"/>
                    <a:pt x="11" y="56"/>
                    <a:pt x="11" y="54"/>
                  </a:cubicBezTo>
                  <a:cubicBezTo>
                    <a:pt x="11" y="54"/>
                    <a:pt x="11" y="54"/>
                    <a:pt x="11" y="54"/>
                  </a:cubicBezTo>
                  <a:cubicBezTo>
                    <a:pt x="11" y="53"/>
                    <a:pt x="12" y="52"/>
                    <a:pt x="13" y="51"/>
                  </a:cubicBezTo>
                  <a:cubicBezTo>
                    <a:pt x="14" y="51"/>
                    <a:pt x="14" y="50"/>
                    <a:pt x="14" y="50"/>
                  </a:cubicBezTo>
                  <a:cubicBezTo>
                    <a:pt x="15" y="50"/>
                    <a:pt x="16" y="52"/>
                    <a:pt x="20" y="56"/>
                  </a:cubicBezTo>
                  <a:cubicBezTo>
                    <a:pt x="24" y="61"/>
                    <a:pt x="27" y="64"/>
                    <a:pt x="29" y="66"/>
                  </a:cubicBezTo>
                  <a:cubicBezTo>
                    <a:pt x="31" y="67"/>
                    <a:pt x="33" y="68"/>
                    <a:pt x="35" y="68"/>
                  </a:cubicBezTo>
                  <a:cubicBezTo>
                    <a:pt x="38" y="68"/>
                    <a:pt x="40" y="67"/>
                    <a:pt x="42" y="66"/>
                  </a:cubicBezTo>
                  <a:cubicBezTo>
                    <a:pt x="43" y="64"/>
                    <a:pt x="44" y="63"/>
                    <a:pt x="44" y="62"/>
                  </a:cubicBezTo>
                  <a:cubicBezTo>
                    <a:pt x="44" y="61"/>
                    <a:pt x="43" y="60"/>
                    <a:pt x="43" y="60"/>
                  </a:cubicBezTo>
                  <a:cubicBezTo>
                    <a:pt x="43" y="60"/>
                    <a:pt x="42" y="59"/>
                    <a:pt x="41" y="59"/>
                  </a:cubicBezTo>
                  <a:cubicBezTo>
                    <a:pt x="40" y="60"/>
                    <a:pt x="40" y="60"/>
                    <a:pt x="40" y="60"/>
                  </a:cubicBezTo>
                  <a:cubicBezTo>
                    <a:pt x="38" y="60"/>
                    <a:pt x="36" y="59"/>
                    <a:pt x="34" y="57"/>
                  </a:cubicBezTo>
                  <a:cubicBezTo>
                    <a:pt x="33" y="56"/>
                    <a:pt x="30" y="54"/>
                    <a:pt x="27" y="51"/>
                  </a:cubicBezTo>
                  <a:cubicBezTo>
                    <a:pt x="24" y="47"/>
                    <a:pt x="22" y="45"/>
                    <a:pt x="22" y="45"/>
                  </a:cubicBezTo>
                  <a:cubicBezTo>
                    <a:pt x="22" y="45"/>
                    <a:pt x="23" y="44"/>
                    <a:pt x="24" y="43"/>
                  </a:cubicBezTo>
                  <a:cubicBezTo>
                    <a:pt x="25" y="42"/>
                    <a:pt x="26" y="41"/>
                    <a:pt x="28" y="39"/>
                  </a:cubicBezTo>
                  <a:cubicBezTo>
                    <a:pt x="30" y="38"/>
                    <a:pt x="32" y="36"/>
                    <a:pt x="34" y="35"/>
                  </a:cubicBezTo>
                  <a:cubicBezTo>
                    <a:pt x="35" y="35"/>
                    <a:pt x="36" y="34"/>
                    <a:pt x="37" y="33"/>
                  </a:cubicBezTo>
                  <a:cubicBezTo>
                    <a:pt x="37" y="33"/>
                    <a:pt x="37" y="33"/>
                    <a:pt x="37" y="33"/>
                  </a:cubicBezTo>
                  <a:cubicBezTo>
                    <a:pt x="37" y="33"/>
                    <a:pt x="37" y="33"/>
                    <a:pt x="37" y="33"/>
                  </a:cubicBezTo>
                  <a:cubicBezTo>
                    <a:pt x="40" y="32"/>
                    <a:pt x="42" y="30"/>
                    <a:pt x="42" y="27"/>
                  </a:cubicBezTo>
                  <a:cubicBezTo>
                    <a:pt x="42" y="25"/>
                    <a:pt x="40" y="24"/>
                    <a:pt x="37" y="24"/>
                  </a:cubicBezTo>
                  <a:cubicBezTo>
                    <a:pt x="34" y="24"/>
                    <a:pt x="30" y="27"/>
                    <a:pt x="24" y="32"/>
                  </a:cubicBezTo>
                  <a:cubicBezTo>
                    <a:pt x="12" y="43"/>
                    <a:pt x="12" y="43"/>
                    <a:pt x="12" y="43"/>
                  </a:cubicBezTo>
                  <a:cubicBezTo>
                    <a:pt x="12" y="42"/>
                    <a:pt x="12" y="38"/>
                    <a:pt x="13" y="30"/>
                  </a:cubicBezTo>
                  <a:cubicBezTo>
                    <a:pt x="13" y="30"/>
                    <a:pt x="13" y="30"/>
                    <a:pt x="13" y="30"/>
                  </a:cubicBezTo>
                  <a:cubicBezTo>
                    <a:pt x="14" y="25"/>
                    <a:pt x="14" y="25"/>
                    <a:pt x="14" y="25"/>
                  </a:cubicBezTo>
                  <a:cubicBezTo>
                    <a:pt x="17" y="13"/>
                    <a:pt x="18" y="7"/>
                    <a:pt x="18"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207"/>
            <p:cNvSpPr>
              <a:spLocks/>
            </p:cNvSpPr>
            <p:nvPr/>
          </p:nvSpPr>
          <p:spPr bwMode="auto">
            <a:xfrm>
              <a:off x="3819525" y="3021013"/>
              <a:ext cx="76200" cy="101600"/>
            </a:xfrm>
            <a:custGeom>
              <a:avLst/>
              <a:gdLst>
                <a:gd name="T0" fmla="*/ 27 w 47"/>
                <a:gd name="T1" fmla="*/ 49 h 62"/>
                <a:gd name="T2" fmla="*/ 13 w 47"/>
                <a:gd name="T3" fmla="*/ 52 h 62"/>
                <a:gd name="T4" fmla="*/ 6 w 47"/>
                <a:gd name="T5" fmla="*/ 51 h 62"/>
                <a:gd name="T6" fmla="*/ 4 w 47"/>
                <a:gd name="T7" fmla="*/ 50 h 62"/>
                <a:gd name="T8" fmla="*/ 1 w 47"/>
                <a:gd name="T9" fmla="*/ 52 h 62"/>
                <a:gd name="T10" fmla="*/ 0 w 47"/>
                <a:gd name="T11" fmla="*/ 56 h 62"/>
                <a:gd name="T12" fmla="*/ 3 w 47"/>
                <a:gd name="T13" fmla="*/ 60 h 62"/>
                <a:gd name="T14" fmla="*/ 9 w 47"/>
                <a:gd name="T15" fmla="*/ 62 h 62"/>
                <a:gd name="T16" fmla="*/ 33 w 47"/>
                <a:gd name="T17" fmla="*/ 55 h 62"/>
                <a:gd name="T18" fmla="*/ 45 w 47"/>
                <a:gd name="T19" fmla="*/ 41 h 62"/>
                <a:gd name="T20" fmla="*/ 40 w 47"/>
                <a:gd name="T21" fmla="*/ 33 h 62"/>
                <a:gd name="T22" fmla="*/ 26 w 47"/>
                <a:gd name="T23" fmla="*/ 28 h 62"/>
                <a:gd name="T24" fmla="*/ 15 w 47"/>
                <a:gd name="T25" fmla="*/ 23 h 62"/>
                <a:gd name="T26" fmla="*/ 13 w 47"/>
                <a:gd name="T27" fmla="*/ 19 h 62"/>
                <a:gd name="T28" fmla="*/ 19 w 47"/>
                <a:gd name="T29" fmla="*/ 12 h 62"/>
                <a:gd name="T30" fmla="*/ 31 w 47"/>
                <a:gd name="T31" fmla="*/ 8 h 62"/>
                <a:gd name="T32" fmla="*/ 37 w 47"/>
                <a:gd name="T33" fmla="*/ 10 h 62"/>
                <a:gd name="T34" fmla="*/ 39 w 47"/>
                <a:gd name="T35" fmla="*/ 15 h 62"/>
                <a:gd name="T36" fmla="*/ 47 w 47"/>
                <a:gd name="T37" fmla="*/ 8 h 62"/>
                <a:gd name="T38" fmla="*/ 43 w 47"/>
                <a:gd name="T39" fmla="*/ 2 h 62"/>
                <a:gd name="T40" fmla="*/ 32 w 47"/>
                <a:gd name="T41" fmla="*/ 0 h 62"/>
                <a:gd name="T42" fmla="*/ 12 w 47"/>
                <a:gd name="T43" fmla="*/ 6 h 62"/>
                <a:gd name="T44" fmla="*/ 3 w 47"/>
                <a:gd name="T45" fmla="*/ 20 h 62"/>
                <a:gd name="T46" fmla="*/ 6 w 47"/>
                <a:gd name="T47" fmla="*/ 27 h 62"/>
                <a:gd name="T48" fmla="*/ 12 w 47"/>
                <a:gd name="T49" fmla="*/ 32 h 62"/>
                <a:gd name="T50" fmla="*/ 25 w 47"/>
                <a:gd name="T51" fmla="*/ 36 h 62"/>
                <a:gd name="T52" fmla="*/ 33 w 47"/>
                <a:gd name="T53" fmla="*/ 40 h 62"/>
                <a:gd name="T54" fmla="*/ 35 w 47"/>
                <a:gd name="T55" fmla="*/ 42 h 62"/>
                <a:gd name="T56" fmla="*/ 27 w 47"/>
                <a:gd name="T57" fmla="*/ 49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7" h="62">
                  <a:moveTo>
                    <a:pt x="27" y="49"/>
                  </a:moveTo>
                  <a:cubicBezTo>
                    <a:pt x="22" y="51"/>
                    <a:pt x="17" y="52"/>
                    <a:pt x="13" y="52"/>
                  </a:cubicBezTo>
                  <a:cubicBezTo>
                    <a:pt x="11" y="52"/>
                    <a:pt x="8" y="52"/>
                    <a:pt x="6" y="51"/>
                  </a:cubicBezTo>
                  <a:cubicBezTo>
                    <a:pt x="5" y="50"/>
                    <a:pt x="5" y="50"/>
                    <a:pt x="4" y="50"/>
                  </a:cubicBezTo>
                  <a:cubicBezTo>
                    <a:pt x="3" y="50"/>
                    <a:pt x="2" y="51"/>
                    <a:pt x="1" y="52"/>
                  </a:cubicBezTo>
                  <a:cubicBezTo>
                    <a:pt x="1" y="53"/>
                    <a:pt x="0" y="54"/>
                    <a:pt x="0" y="56"/>
                  </a:cubicBezTo>
                  <a:cubicBezTo>
                    <a:pt x="0" y="57"/>
                    <a:pt x="1" y="59"/>
                    <a:pt x="3" y="60"/>
                  </a:cubicBezTo>
                  <a:cubicBezTo>
                    <a:pt x="4" y="61"/>
                    <a:pt x="6" y="62"/>
                    <a:pt x="9" y="62"/>
                  </a:cubicBezTo>
                  <a:cubicBezTo>
                    <a:pt x="17" y="62"/>
                    <a:pt x="25" y="59"/>
                    <a:pt x="33" y="55"/>
                  </a:cubicBezTo>
                  <a:cubicBezTo>
                    <a:pt x="41" y="51"/>
                    <a:pt x="45" y="46"/>
                    <a:pt x="45" y="41"/>
                  </a:cubicBezTo>
                  <a:cubicBezTo>
                    <a:pt x="45" y="38"/>
                    <a:pt x="43" y="36"/>
                    <a:pt x="40" y="33"/>
                  </a:cubicBezTo>
                  <a:cubicBezTo>
                    <a:pt x="37" y="31"/>
                    <a:pt x="33" y="29"/>
                    <a:pt x="26" y="28"/>
                  </a:cubicBezTo>
                  <a:cubicBezTo>
                    <a:pt x="20" y="26"/>
                    <a:pt x="17" y="24"/>
                    <a:pt x="15" y="23"/>
                  </a:cubicBezTo>
                  <a:cubicBezTo>
                    <a:pt x="14" y="22"/>
                    <a:pt x="13" y="21"/>
                    <a:pt x="13" y="19"/>
                  </a:cubicBezTo>
                  <a:cubicBezTo>
                    <a:pt x="13" y="16"/>
                    <a:pt x="15" y="14"/>
                    <a:pt x="19" y="12"/>
                  </a:cubicBezTo>
                  <a:cubicBezTo>
                    <a:pt x="23" y="10"/>
                    <a:pt x="27" y="8"/>
                    <a:pt x="31" y="8"/>
                  </a:cubicBezTo>
                  <a:cubicBezTo>
                    <a:pt x="34" y="8"/>
                    <a:pt x="36" y="9"/>
                    <a:pt x="37" y="10"/>
                  </a:cubicBezTo>
                  <a:cubicBezTo>
                    <a:pt x="38" y="11"/>
                    <a:pt x="39" y="13"/>
                    <a:pt x="39" y="15"/>
                  </a:cubicBezTo>
                  <a:cubicBezTo>
                    <a:pt x="44" y="15"/>
                    <a:pt x="47" y="13"/>
                    <a:pt x="47" y="8"/>
                  </a:cubicBezTo>
                  <a:cubicBezTo>
                    <a:pt x="47" y="6"/>
                    <a:pt x="45" y="4"/>
                    <a:pt x="43" y="2"/>
                  </a:cubicBezTo>
                  <a:cubicBezTo>
                    <a:pt x="40" y="1"/>
                    <a:pt x="37" y="0"/>
                    <a:pt x="32" y="0"/>
                  </a:cubicBezTo>
                  <a:cubicBezTo>
                    <a:pt x="25" y="0"/>
                    <a:pt x="18" y="2"/>
                    <a:pt x="12" y="6"/>
                  </a:cubicBezTo>
                  <a:cubicBezTo>
                    <a:pt x="6" y="10"/>
                    <a:pt x="3" y="15"/>
                    <a:pt x="3" y="20"/>
                  </a:cubicBezTo>
                  <a:cubicBezTo>
                    <a:pt x="3" y="23"/>
                    <a:pt x="4" y="25"/>
                    <a:pt x="6" y="27"/>
                  </a:cubicBezTo>
                  <a:cubicBezTo>
                    <a:pt x="7" y="29"/>
                    <a:pt x="9" y="31"/>
                    <a:pt x="12" y="32"/>
                  </a:cubicBezTo>
                  <a:cubicBezTo>
                    <a:pt x="15" y="33"/>
                    <a:pt x="19" y="34"/>
                    <a:pt x="25" y="36"/>
                  </a:cubicBezTo>
                  <a:cubicBezTo>
                    <a:pt x="29" y="38"/>
                    <a:pt x="32" y="39"/>
                    <a:pt x="33" y="40"/>
                  </a:cubicBezTo>
                  <a:cubicBezTo>
                    <a:pt x="34" y="40"/>
                    <a:pt x="35" y="41"/>
                    <a:pt x="35" y="42"/>
                  </a:cubicBezTo>
                  <a:cubicBezTo>
                    <a:pt x="35" y="44"/>
                    <a:pt x="32" y="47"/>
                    <a:pt x="27"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208"/>
            <p:cNvSpPr>
              <a:spLocks/>
            </p:cNvSpPr>
            <p:nvPr/>
          </p:nvSpPr>
          <p:spPr bwMode="auto">
            <a:xfrm>
              <a:off x="3902075" y="3024188"/>
              <a:ext cx="63500" cy="95250"/>
            </a:xfrm>
            <a:custGeom>
              <a:avLst/>
              <a:gdLst>
                <a:gd name="T0" fmla="*/ 24 w 39"/>
                <a:gd name="T1" fmla="*/ 1 h 59"/>
                <a:gd name="T2" fmla="*/ 21 w 39"/>
                <a:gd name="T3" fmla="*/ 0 h 59"/>
                <a:gd name="T4" fmla="*/ 16 w 39"/>
                <a:gd name="T5" fmla="*/ 5 h 59"/>
                <a:gd name="T6" fmla="*/ 12 w 39"/>
                <a:gd name="T7" fmla="*/ 17 h 59"/>
                <a:gd name="T8" fmla="*/ 4 w 39"/>
                <a:gd name="T9" fmla="*/ 17 h 59"/>
                <a:gd name="T10" fmla="*/ 0 w 39"/>
                <a:gd name="T11" fmla="*/ 21 h 59"/>
                <a:gd name="T12" fmla="*/ 2 w 39"/>
                <a:gd name="T13" fmla="*/ 24 h 59"/>
                <a:gd name="T14" fmla="*/ 6 w 39"/>
                <a:gd name="T15" fmla="*/ 26 h 59"/>
                <a:gd name="T16" fmla="*/ 7 w 39"/>
                <a:gd name="T17" fmla="*/ 26 h 59"/>
                <a:gd name="T18" fmla="*/ 10 w 39"/>
                <a:gd name="T19" fmla="*/ 25 h 59"/>
                <a:gd name="T20" fmla="*/ 6 w 39"/>
                <a:gd name="T21" fmla="*/ 47 h 59"/>
                <a:gd name="T22" fmla="*/ 9 w 39"/>
                <a:gd name="T23" fmla="*/ 55 h 59"/>
                <a:gd name="T24" fmla="*/ 17 w 39"/>
                <a:gd name="T25" fmla="*/ 59 h 59"/>
                <a:gd name="T26" fmla="*/ 29 w 39"/>
                <a:gd name="T27" fmla="*/ 54 h 59"/>
                <a:gd name="T28" fmla="*/ 34 w 39"/>
                <a:gd name="T29" fmla="*/ 46 h 59"/>
                <a:gd name="T30" fmla="*/ 34 w 39"/>
                <a:gd name="T31" fmla="*/ 45 h 59"/>
                <a:gd name="T32" fmla="*/ 32 w 39"/>
                <a:gd name="T33" fmla="*/ 44 h 59"/>
                <a:gd name="T34" fmla="*/ 28 w 39"/>
                <a:gd name="T35" fmla="*/ 46 h 59"/>
                <a:gd name="T36" fmla="*/ 23 w 39"/>
                <a:gd name="T37" fmla="*/ 49 h 59"/>
                <a:gd name="T38" fmla="*/ 19 w 39"/>
                <a:gd name="T39" fmla="*/ 50 h 59"/>
                <a:gd name="T40" fmla="*/ 16 w 39"/>
                <a:gd name="T41" fmla="*/ 49 h 59"/>
                <a:gd name="T42" fmla="*/ 16 w 39"/>
                <a:gd name="T43" fmla="*/ 44 h 59"/>
                <a:gd name="T44" fmla="*/ 18 w 39"/>
                <a:gd name="T45" fmla="*/ 34 h 59"/>
                <a:gd name="T46" fmla="*/ 20 w 39"/>
                <a:gd name="T47" fmla="*/ 25 h 59"/>
                <a:gd name="T48" fmla="*/ 33 w 39"/>
                <a:gd name="T49" fmla="*/ 23 h 59"/>
                <a:gd name="T50" fmla="*/ 39 w 39"/>
                <a:gd name="T51" fmla="*/ 18 h 59"/>
                <a:gd name="T52" fmla="*/ 39 w 39"/>
                <a:gd name="T53" fmla="*/ 16 h 59"/>
                <a:gd name="T54" fmla="*/ 36 w 39"/>
                <a:gd name="T55" fmla="*/ 15 h 59"/>
                <a:gd name="T56" fmla="*/ 22 w 39"/>
                <a:gd name="T57" fmla="*/ 16 h 59"/>
                <a:gd name="T58" fmla="*/ 26 w 39"/>
                <a:gd name="T59" fmla="*/ 4 h 59"/>
                <a:gd name="T60" fmla="*/ 24 w 39"/>
                <a:gd name="T61" fmla="*/ 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9" h="59">
                  <a:moveTo>
                    <a:pt x="24" y="1"/>
                  </a:moveTo>
                  <a:cubicBezTo>
                    <a:pt x="23" y="0"/>
                    <a:pt x="22" y="0"/>
                    <a:pt x="21" y="0"/>
                  </a:cubicBezTo>
                  <a:cubicBezTo>
                    <a:pt x="18" y="0"/>
                    <a:pt x="17" y="1"/>
                    <a:pt x="16" y="5"/>
                  </a:cubicBezTo>
                  <a:cubicBezTo>
                    <a:pt x="15" y="10"/>
                    <a:pt x="13" y="14"/>
                    <a:pt x="12" y="17"/>
                  </a:cubicBezTo>
                  <a:cubicBezTo>
                    <a:pt x="4" y="17"/>
                    <a:pt x="4" y="17"/>
                    <a:pt x="4" y="17"/>
                  </a:cubicBezTo>
                  <a:cubicBezTo>
                    <a:pt x="1" y="17"/>
                    <a:pt x="0" y="19"/>
                    <a:pt x="0" y="21"/>
                  </a:cubicBezTo>
                  <a:cubicBezTo>
                    <a:pt x="0" y="22"/>
                    <a:pt x="1" y="24"/>
                    <a:pt x="2" y="24"/>
                  </a:cubicBezTo>
                  <a:cubicBezTo>
                    <a:pt x="3" y="25"/>
                    <a:pt x="5" y="26"/>
                    <a:pt x="6" y="26"/>
                  </a:cubicBezTo>
                  <a:cubicBezTo>
                    <a:pt x="7" y="26"/>
                    <a:pt x="7" y="26"/>
                    <a:pt x="7" y="26"/>
                  </a:cubicBezTo>
                  <a:cubicBezTo>
                    <a:pt x="7" y="26"/>
                    <a:pt x="8" y="26"/>
                    <a:pt x="10" y="25"/>
                  </a:cubicBezTo>
                  <a:cubicBezTo>
                    <a:pt x="7" y="36"/>
                    <a:pt x="6" y="43"/>
                    <a:pt x="6" y="47"/>
                  </a:cubicBezTo>
                  <a:cubicBezTo>
                    <a:pt x="6" y="50"/>
                    <a:pt x="7" y="53"/>
                    <a:pt x="9" y="55"/>
                  </a:cubicBezTo>
                  <a:cubicBezTo>
                    <a:pt x="11" y="58"/>
                    <a:pt x="13" y="59"/>
                    <a:pt x="17" y="59"/>
                  </a:cubicBezTo>
                  <a:cubicBezTo>
                    <a:pt x="21" y="59"/>
                    <a:pt x="25" y="57"/>
                    <a:pt x="29" y="54"/>
                  </a:cubicBezTo>
                  <a:cubicBezTo>
                    <a:pt x="32" y="51"/>
                    <a:pt x="34" y="49"/>
                    <a:pt x="34" y="46"/>
                  </a:cubicBezTo>
                  <a:cubicBezTo>
                    <a:pt x="34" y="46"/>
                    <a:pt x="34" y="45"/>
                    <a:pt x="34" y="45"/>
                  </a:cubicBezTo>
                  <a:cubicBezTo>
                    <a:pt x="33" y="44"/>
                    <a:pt x="32" y="44"/>
                    <a:pt x="32" y="44"/>
                  </a:cubicBezTo>
                  <a:cubicBezTo>
                    <a:pt x="31" y="44"/>
                    <a:pt x="30" y="45"/>
                    <a:pt x="28" y="46"/>
                  </a:cubicBezTo>
                  <a:cubicBezTo>
                    <a:pt x="26" y="48"/>
                    <a:pt x="24" y="49"/>
                    <a:pt x="23" y="49"/>
                  </a:cubicBezTo>
                  <a:cubicBezTo>
                    <a:pt x="22" y="50"/>
                    <a:pt x="20" y="50"/>
                    <a:pt x="19" y="50"/>
                  </a:cubicBezTo>
                  <a:cubicBezTo>
                    <a:pt x="18" y="50"/>
                    <a:pt x="17" y="50"/>
                    <a:pt x="16" y="49"/>
                  </a:cubicBezTo>
                  <a:cubicBezTo>
                    <a:pt x="16" y="48"/>
                    <a:pt x="16" y="46"/>
                    <a:pt x="16" y="44"/>
                  </a:cubicBezTo>
                  <a:cubicBezTo>
                    <a:pt x="16" y="43"/>
                    <a:pt x="16" y="39"/>
                    <a:pt x="18" y="34"/>
                  </a:cubicBezTo>
                  <a:cubicBezTo>
                    <a:pt x="19" y="28"/>
                    <a:pt x="20" y="25"/>
                    <a:pt x="20" y="25"/>
                  </a:cubicBezTo>
                  <a:cubicBezTo>
                    <a:pt x="33" y="23"/>
                    <a:pt x="33" y="23"/>
                    <a:pt x="33" y="23"/>
                  </a:cubicBezTo>
                  <a:cubicBezTo>
                    <a:pt x="37" y="22"/>
                    <a:pt x="39" y="20"/>
                    <a:pt x="39" y="18"/>
                  </a:cubicBezTo>
                  <a:cubicBezTo>
                    <a:pt x="39" y="17"/>
                    <a:pt x="39" y="16"/>
                    <a:pt x="39" y="16"/>
                  </a:cubicBezTo>
                  <a:cubicBezTo>
                    <a:pt x="38" y="15"/>
                    <a:pt x="37" y="15"/>
                    <a:pt x="36" y="15"/>
                  </a:cubicBezTo>
                  <a:cubicBezTo>
                    <a:pt x="35" y="15"/>
                    <a:pt x="31" y="15"/>
                    <a:pt x="22" y="16"/>
                  </a:cubicBezTo>
                  <a:cubicBezTo>
                    <a:pt x="24" y="9"/>
                    <a:pt x="26" y="4"/>
                    <a:pt x="26" y="4"/>
                  </a:cubicBezTo>
                  <a:cubicBezTo>
                    <a:pt x="26" y="3"/>
                    <a:pt x="25" y="2"/>
                    <a:pt x="2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Freeform 209"/>
            <p:cNvSpPr>
              <a:spLocks/>
            </p:cNvSpPr>
            <p:nvPr/>
          </p:nvSpPr>
          <p:spPr bwMode="auto">
            <a:xfrm>
              <a:off x="3971925" y="3046413"/>
              <a:ext cx="63500" cy="73025"/>
            </a:xfrm>
            <a:custGeom>
              <a:avLst/>
              <a:gdLst>
                <a:gd name="T0" fmla="*/ 10 w 39"/>
                <a:gd name="T1" fmla="*/ 12 h 45"/>
                <a:gd name="T2" fmla="*/ 12 w 39"/>
                <a:gd name="T3" fmla="*/ 5 h 45"/>
                <a:gd name="T4" fmla="*/ 11 w 39"/>
                <a:gd name="T5" fmla="*/ 2 h 45"/>
                <a:gd name="T6" fmla="*/ 8 w 39"/>
                <a:gd name="T7" fmla="*/ 1 h 45"/>
                <a:gd name="T8" fmla="*/ 4 w 39"/>
                <a:gd name="T9" fmla="*/ 2 h 45"/>
                <a:gd name="T10" fmla="*/ 2 w 39"/>
                <a:gd name="T11" fmla="*/ 5 h 45"/>
                <a:gd name="T12" fmla="*/ 1 w 39"/>
                <a:gd name="T13" fmla="*/ 10 h 45"/>
                <a:gd name="T14" fmla="*/ 1 w 39"/>
                <a:gd name="T15" fmla="*/ 13 h 45"/>
                <a:gd name="T16" fmla="*/ 0 w 39"/>
                <a:gd name="T17" fmla="*/ 24 h 45"/>
                <a:gd name="T18" fmla="*/ 0 w 39"/>
                <a:gd name="T19" fmla="*/ 32 h 45"/>
                <a:gd name="T20" fmla="*/ 1 w 39"/>
                <a:gd name="T21" fmla="*/ 42 h 45"/>
                <a:gd name="T22" fmla="*/ 5 w 39"/>
                <a:gd name="T23" fmla="*/ 45 h 45"/>
                <a:gd name="T24" fmla="*/ 9 w 39"/>
                <a:gd name="T25" fmla="*/ 44 h 45"/>
                <a:gd name="T26" fmla="*/ 11 w 39"/>
                <a:gd name="T27" fmla="*/ 39 h 45"/>
                <a:gd name="T28" fmla="*/ 19 w 39"/>
                <a:gd name="T29" fmla="*/ 18 h 45"/>
                <a:gd name="T30" fmla="*/ 29 w 39"/>
                <a:gd name="T31" fmla="*/ 9 h 45"/>
                <a:gd name="T32" fmla="*/ 31 w 39"/>
                <a:gd name="T33" fmla="*/ 11 h 45"/>
                <a:gd name="T34" fmla="*/ 36 w 39"/>
                <a:gd name="T35" fmla="*/ 13 h 45"/>
                <a:gd name="T36" fmla="*/ 38 w 39"/>
                <a:gd name="T37" fmla="*/ 11 h 45"/>
                <a:gd name="T38" fmla="*/ 39 w 39"/>
                <a:gd name="T39" fmla="*/ 8 h 45"/>
                <a:gd name="T40" fmla="*/ 37 w 39"/>
                <a:gd name="T41" fmla="*/ 3 h 45"/>
                <a:gd name="T42" fmla="*/ 30 w 39"/>
                <a:gd name="T43" fmla="*/ 0 h 45"/>
                <a:gd name="T44" fmla="*/ 19 w 39"/>
                <a:gd name="T45" fmla="*/ 6 h 45"/>
                <a:gd name="T46" fmla="*/ 9 w 39"/>
                <a:gd name="T47" fmla="*/ 22 h 45"/>
                <a:gd name="T48" fmla="*/ 8 w 39"/>
                <a:gd name="T49" fmla="*/ 23 h 45"/>
                <a:gd name="T50" fmla="*/ 9 w 39"/>
                <a:gd name="T51" fmla="*/ 17 h 45"/>
                <a:gd name="T52" fmla="*/ 10 w 39"/>
                <a:gd name="T53" fmla="*/ 1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9" h="45">
                  <a:moveTo>
                    <a:pt x="10" y="12"/>
                  </a:moveTo>
                  <a:cubicBezTo>
                    <a:pt x="12" y="8"/>
                    <a:pt x="12" y="6"/>
                    <a:pt x="12" y="5"/>
                  </a:cubicBezTo>
                  <a:cubicBezTo>
                    <a:pt x="12" y="4"/>
                    <a:pt x="12" y="3"/>
                    <a:pt x="11" y="2"/>
                  </a:cubicBezTo>
                  <a:cubicBezTo>
                    <a:pt x="10" y="1"/>
                    <a:pt x="9" y="1"/>
                    <a:pt x="8" y="1"/>
                  </a:cubicBezTo>
                  <a:cubicBezTo>
                    <a:pt x="6" y="1"/>
                    <a:pt x="5" y="1"/>
                    <a:pt x="4" y="2"/>
                  </a:cubicBezTo>
                  <a:cubicBezTo>
                    <a:pt x="3" y="3"/>
                    <a:pt x="2" y="4"/>
                    <a:pt x="2" y="5"/>
                  </a:cubicBezTo>
                  <a:cubicBezTo>
                    <a:pt x="2" y="6"/>
                    <a:pt x="1" y="7"/>
                    <a:pt x="1" y="10"/>
                  </a:cubicBezTo>
                  <a:cubicBezTo>
                    <a:pt x="1" y="11"/>
                    <a:pt x="1" y="12"/>
                    <a:pt x="1" y="13"/>
                  </a:cubicBezTo>
                  <a:cubicBezTo>
                    <a:pt x="0" y="17"/>
                    <a:pt x="0" y="21"/>
                    <a:pt x="0" y="24"/>
                  </a:cubicBezTo>
                  <a:cubicBezTo>
                    <a:pt x="0" y="27"/>
                    <a:pt x="0" y="30"/>
                    <a:pt x="0" y="32"/>
                  </a:cubicBezTo>
                  <a:cubicBezTo>
                    <a:pt x="0" y="37"/>
                    <a:pt x="0" y="40"/>
                    <a:pt x="1" y="42"/>
                  </a:cubicBezTo>
                  <a:cubicBezTo>
                    <a:pt x="2" y="44"/>
                    <a:pt x="3" y="45"/>
                    <a:pt x="5" y="45"/>
                  </a:cubicBezTo>
                  <a:cubicBezTo>
                    <a:pt x="7" y="45"/>
                    <a:pt x="8" y="45"/>
                    <a:pt x="9" y="44"/>
                  </a:cubicBezTo>
                  <a:cubicBezTo>
                    <a:pt x="10" y="43"/>
                    <a:pt x="11" y="41"/>
                    <a:pt x="11" y="39"/>
                  </a:cubicBezTo>
                  <a:cubicBezTo>
                    <a:pt x="12" y="31"/>
                    <a:pt x="15" y="25"/>
                    <a:pt x="19" y="18"/>
                  </a:cubicBezTo>
                  <a:cubicBezTo>
                    <a:pt x="24" y="12"/>
                    <a:pt x="27" y="9"/>
                    <a:pt x="29" y="9"/>
                  </a:cubicBezTo>
                  <a:cubicBezTo>
                    <a:pt x="30" y="9"/>
                    <a:pt x="30" y="10"/>
                    <a:pt x="31" y="11"/>
                  </a:cubicBezTo>
                  <a:cubicBezTo>
                    <a:pt x="33" y="12"/>
                    <a:pt x="34" y="13"/>
                    <a:pt x="36" y="13"/>
                  </a:cubicBezTo>
                  <a:cubicBezTo>
                    <a:pt x="37" y="13"/>
                    <a:pt x="38" y="12"/>
                    <a:pt x="38" y="11"/>
                  </a:cubicBezTo>
                  <a:cubicBezTo>
                    <a:pt x="39" y="10"/>
                    <a:pt x="39" y="9"/>
                    <a:pt x="39" y="8"/>
                  </a:cubicBezTo>
                  <a:cubicBezTo>
                    <a:pt x="39" y="6"/>
                    <a:pt x="38" y="4"/>
                    <a:pt x="37" y="3"/>
                  </a:cubicBezTo>
                  <a:cubicBezTo>
                    <a:pt x="35" y="1"/>
                    <a:pt x="33" y="0"/>
                    <a:pt x="30" y="0"/>
                  </a:cubicBezTo>
                  <a:cubicBezTo>
                    <a:pt x="26" y="0"/>
                    <a:pt x="23" y="2"/>
                    <a:pt x="19" y="6"/>
                  </a:cubicBezTo>
                  <a:cubicBezTo>
                    <a:pt x="16" y="10"/>
                    <a:pt x="12" y="16"/>
                    <a:pt x="9" y="22"/>
                  </a:cubicBezTo>
                  <a:cubicBezTo>
                    <a:pt x="8" y="23"/>
                    <a:pt x="8" y="23"/>
                    <a:pt x="8" y="23"/>
                  </a:cubicBezTo>
                  <a:cubicBezTo>
                    <a:pt x="9" y="17"/>
                    <a:pt x="9" y="17"/>
                    <a:pt x="9" y="17"/>
                  </a:cubicBezTo>
                  <a:cubicBezTo>
                    <a:pt x="10" y="15"/>
                    <a:pt x="10" y="14"/>
                    <a:pt x="1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210"/>
            <p:cNvSpPr>
              <a:spLocks noEditPoints="1"/>
            </p:cNvSpPr>
            <p:nvPr/>
          </p:nvSpPr>
          <p:spPr bwMode="auto">
            <a:xfrm>
              <a:off x="4033838" y="3046413"/>
              <a:ext cx="63500" cy="73025"/>
            </a:xfrm>
            <a:custGeom>
              <a:avLst/>
              <a:gdLst>
                <a:gd name="T0" fmla="*/ 14 w 39"/>
                <a:gd name="T1" fmla="*/ 45 h 45"/>
                <a:gd name="T2" fmla="*/ 29 w 39"/>
                <a:gd name="T3" fmla="*/ 38 h 45"/>
                <a:gd name="T4" fmla="*/ 39 w 39"/>
                <a:gd name="T5" fmla="*/ 23 h 45"/>
                <a:gd name="T6" fmla="*/ 39 w 39"/>
                <a:gd name="T7" fmla="*/ 23 h 45"/>
                <a:gd name="T8" fmla="*/ 39 w 39"/>
                <a:gd name="T9" fmla="*/ 17 h 45"/>
                <a:gd name="T10" fmla="*/ 35 w 39"/>
                <a:gd name="T11" fmla="*/ 5 h 45"/>
                <a:gd name="T12" fmla="*/ 24 w 39"/>
                <a:gd name="T13" fmla="*/ 0 h 45"/>
                <a:gd name="T14" fmla="*/ 7 w 39"/>
                <a:gd name="T15" fmla="*/ 10 h 45"/>
                <a:gd name="T16" fmla="*/ 0 w 39"/>
                <a:gd name="T17" fmla="*/ 30 h 45"/>
                <a:gd name="T18" fmla="*/ 4 w 39"/>
                <a:gd name="T19" fmla="*/ 40 h 45"/>
                <a:gd name="T20" fmla="*/ 14 w 39"/>
                <a:gd name="T21" fmla="*/ 45 h 45"/>
                <a:gd name="T22" fmla="*/ 13 w 39"/>
                <a:gd name="T23" fmla="*/ 18 h 45"/>
                <a:gd name="T24" fmla="*/ 18 w 39"/>
                <a:gd name="T25" fmla="*/ 10 h 45"/>
                <a:gd name="T26" fmla="*/ 18 w 39"/>
                <a:gd name="T27" fmla="*/ 10 h 45"/>
                <a:gd name="T28" fmla="*/ 23 w 39"/>
                <a:gd name="T29" fmla="*/ 8 h 45"/>
                <a:gd name="T30" fmla="*/ 28 w 39"/>
                <a:gd name="T31" fmla="*/ 11 h 45"/>
                <a:gd name="T32" fmla="*/ 30 w 39"/>
                <a:gd name="T33" fmla="*/ 18 h 45"/>
                <a:gd name="T34" fmla="*/ 25 w 39"/>
                <a:gd name="T35" fmla="*/ 31 h 45"/>
                <a:gd name="T36" fmla="*/ 14 w 39"/>
                <a:gd name="T37" fmla="*/ 36 h 45"/>
                <a:gd name="T38" fmla="*/ 11 w 39"/>
                <a:gd name="T39" fmla="*/ 34 h 45"/>
                <a:gd name="T40" fmla="*/ 10 w 39"/>
                <a:gd name="T41" fmla="*/ 29 h 45"/>
                <a:gd name="T42" fmla="*/ 13 w 39"/>
                <a:gd name="T43" fmla="*/ 1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9" h="45">
                  <a:moveTo>
                    <a:pt x="14" y="45"/>
                  </a:moveTo>
                  <a:cubicBezTo>
                    <a:pt x="19" y="45"/>
                    <a:pt x="24" y="43"/>
                    <a:pt x="29" y="38"/>
                  </a:cubicBezTo>
                  <a:cubicBezTo>
                    <a:pt x="34" y="34"/>
                    <a:pt x="37" y="29"/>
                    <a:pt x="39" y="23"/>
                  </a:cubicBezTo>
                  <a:cubicBezTo>
                    <a:pt x="39" y="23"/>
                    <a:pt x="39" y="23"/>
                    <a:pt x="39" y="23"/>
                  </a:cubicBezTo>
                  <a:cubicBezTo>
                    <a:pt x="39" y="21"/>
                    <a:pt x="39" y="19"/>
                    <a:pt x="39" y="17"/>
                  </a:cubicBezTo>
                  <a:cubicBezTo>
                    <a:pt x="39" y="12"/>
                    <a:pt x="38" y="8"/>
                    <a:pt x="35" y="5"/>
                  </a:cubicBezTo>
                  <a:cubicBezTo>
                    <a:pt x="32" y="2"/>
                    <a:pt x="29" y="0"/>
                    <a:pt x="24" y="0"/>
                  </a:cubicBezTo>
                  <a:cubicBezTo>
                    <a:pt x="18" y="0"/>
                    <a:pt x="12" y="3"/>
                    <a:pt x="7" y="10"/>
                  </a:cubicBezTo>
                  <a:cubicBezTo>
                    <a:pt x="3" y="16"/>
                    <a:pt x="0" y="23"/>
                    <a:pt x="0" y="30"/>
                  </a:cubicBezTo>
                  <a:cubicBezTo>
                    <a:pt x="0" y="34"/>
                    <a:pt x="2" y="38"/>
                    <a:pt x="4" y="40"/>
                  </a:cubicBezTo>
                  <a:cubicBezTo>
                    <a:pt x="7" y="43"/>
                    <a:pt x="10" y="45"/>
                    <a:pt x="14" y="45"/>
                  </a:cubicBezTo>
                  <a:close/>
                  <a:moveTo>
                    <a:pt x="13" y="18"/>
                  </a:moveTo>
                  <a:cubicBezTo>
                    <a:pt x="15" y="15"/>
                    <a:pt x="16" y="12"/>
                    <a:pt x="18" y="10"/>
                  </a:cubicBezTo>
                  <a:cubicBezTo>
                    <a:pt x="18" y="10"/>
                    <a:pt x="18" y="10"/>
                    <a:pt x="18" y="10"/>
                  </a:cubicBezTo>
                  <a:cubicBezTo>
                    <a:pt x="20" y="9"/>
                    <a:pt x="21" y="8"/>
                    <a:pt x="23" y="8"/>
                  </a:cubicBezTo>
                  <a:cubicBezTo>
                    <a:pt x="25" y="8"/>
                    <a:pt x="27" y="9"/>
                    <a:pt x="28" y="11"/>
                  </a:cubicBezTo>
                  <a:cubicBezTo>
                    <a:pt x="29" y="13"/>
                    <a:pt x="30" y="15"/>
                    <a:pt x="30" y="18"/>
                  </a:cubicBezTo>
                  <a:cubicBezTo>
                    <a:pt x="30" y="22"/>
                    <a:pt x="28" y="27"/>
                    <a:pt x="25" y="31"/>
                  </a:cubicBezTo>
                  <a:cubicBezTo>
                    <a:pt x="21" y="35"/>
                    <a:pt x="18" y="36"/>
                    <a:pt x="14" y="36"/>
                  </a:cubicBezTo>
                  <a:cubicBezTo>
                    <a:pt x="13" y="36"/>
                    <a:pt x="12" y="36"/>
                    <a:pt x="11" y="34"/>
                  </a:cubicBezTo>
                  <a:cubicBezTo>
                    <a:pt x="11" y="33"/>
                    <a:pt x="10" y="31"/>
                    <a:pt x="10" y="29"/>
                  </a:cubicBezTo>
                  <a:cubicBezTo>
                    <a:pt x="10" y="25"/>
                    <a:pt x="11" y="22"/>
                    <a:pt x="13"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Freeform 211"/>
            <p:cNvSpPr>
              <a:spLocks/>
            </p:cNvSpPr>
            <p:nvPr/>
          </p:nvSpPr>
          <p:spPr bwMode="auto">
            <a:xfrm>
              <a:off x="4110038" y="3008313"/>
              <a:ext cx="71438" cy="111125"/>
            </a:xfrm>
            <a:custGeom>
              <a:avLst/>
              <a:gdLst>
                <a:gd name="T0" fmla="*/ 18 w 44"/>
                <a:gd name="T1" fmla="*/ 5 h 68"/>
                <a:gd name="T2" fmla="*/ 17 w 44"/>
                <a:gd name="T3" fmla="*/ 2 h 68"/>
                <a:gd name="T4" fmla="*/ 14 w 44"/>
                <a:gd name="T5" fmla="*/ 0 h 68"/>
                <a:gd name="T6" fmla="*/ 10 w 44"/>
                <a:gd name="T7" fmla="*/ 1 h 68"/>
                <a:gd name="T8" fmla="*/ 8 w 44"/>
                <a:gd name="T9" fmla="*/ 5 h 68"/>
                <a:gd name="T10" fmla="*/ 6 w 44"/>
                <a:gd name="T11" fmla="*/ 14 h 68"/>
                <a:gd name="T12" fmla="*/ 4 w 44"/>
                <a:gd name="T13" fmla="*/ 33 h 68"/>
                <a:gd name="T14" fmla="*/ 1 w 44"/>
                <a:gd name="T15" fmla="*/ 58 h 68"/>
                <a:gd name="T16" fmla="*/ 0 w 44"/>
                <a:gd name="T17" fmla="*/ 64 h 68"/>
                <a:gd name="T18" fmla="*/ 1 w 44"/>
                <a:gd name="T19" fmla="*/ 67 h 68"/>
                <a:gd name="T20" fmla="*/ 5 w 44"/>
                <a:gd name="T21" fmla="*/ 68 h 68"/>
                <a:gd name="T22" fmla="*/ 9 w 44"/>
                <a:gd name="T23" fmla="*/ 67 h 68"/>
                <a:gd name="T24" fmla="*/ 10 w 44"/>
                <a:gd name="T25" fmla="*/ 62 h 68"/>
                <a:gd name="T26" fmla="*/ 11 w 44"/>
                <a:gd name="T27" fmla="*/ 54 h 68"/>
                <a:gd name="T28" fmla="*/ 11 w 44"/>
                <a:gd name="T29" fmla="*/ 54 h 68"/>
                <a:gd name="T30" fmla="*/ 13 w 44"/>
                <a:gd name="T31" fmla="*/ 51 h 68"/>
                <a:gd name="T32" fmla="*/ 14 w 44"/>
                <a:gd name="T33" fmla="*/ 50 h 68"/>
                <a:gd name="T34" fmla="*/ 20 w 44"/>
                <a:gd name="T35" fmla="*/ 56 h 68"/>
                <a:gd name="T36" fmla="*/ 29 w 44"/>
                <a:gd name="T37" fmla="*/ 66 h 68"/>
                <a:gd name="T38" fmla="*/ 35 w 44"/>
                <a:gd name="T39" fmla="*/ 68 h 68"/>
                <a:gd name="T40" fmla="*/ 42 w 44"/>
                <a:gd name="T41" fmla="*/ 66 h 68"/>
                <a:gd name="T42" fmla="*/ 44 w 44"/>
                <a:gd name="T43" fmla="*/ 62 h 68"/>
                <a:gd name="T44" fmla="*/ 43 w 44"/>
                <a:gd name="T45" fmla="*/ 60 h 68"/>
                <a:gd name="T46" fmla="*/ 42 w 44"/>
                <a:gd name="T47" fmla="*/ 59 h 68"/>
                <a:gd name="T48" fmla="*/ 40 w 44"/>
                <a:gd name="T49" fmla="*/ 60 h 68"/>
                <a:gd name="T50" fmla="*/ 34 w 44"/>
                <a:gd name="T51" fmla="*/ 57 h 68"/>
                <a:gd name="T52" fmla="*/ 27 w 44"/>
                <a:gd name="T53" fmla="*/ 51 h 68"/>
                <a:gd name="T54" fmla="*/ 23 w 44"/>
                <a:gd name="T55" fmla="*/ 45 h 68"/>
                <a:gd name="T56" fmla="*/ 24 w 44"/>
                <a:gd name="T57" fmla="*/ 43 h 68"/>
                <a:gd name="T58" fmla="*/ 28 w 44"/>
                <a:gd name="T59" fmla="*/ 39 h 68"/>
                <a:gd name="T60" fmla="*/ 34 w 44"/>
                <a:gd name="T61" fmla="*/ 35 h 68"/>
                <a:gd name="T62" fmla="*/ 37 w 44"/>
                <a:gd name="T63" fmla="*/ 33 h 68"/>
                <a:gd name="T64" fmla="*/ 38 w 44"/>
                <a:gd name="T65" fmla="*/ 33 h 68"/>
                <a:gd name="T66" fmla="*/ 37 w 44"/>
                <a:gd name="T67" fmla="*/ 33 h 68"/>
                <a:gd name="T68" fmla="*/ 42 w 44"/>
                <a:gd name="T69" fmla="*/ 27 h 68"/>
                <a:gd name="T70" fmla="*/ 37 w 44"/>
                <a:gd name="T71" fmla="*/ 24 h 68"/>
                <a:gd name="T72" fmla="*/ 24 w 44"/>
                <a:gd name="T73" fmla="*/ 32 h 68"/>
                <a:gd name="T74" fmla="*/ 12 w 44"/>
                <a:gd name="T75" fmla="*/ 43 h 68"/>
                <a:gd name="T76" fmla="*/ 13 w 44"/>
                <a:gd name="T77" fmla="*/ 30 h 68"/>
                <a:gd name="T78" fmla="*/ 13 w 44"/>
                <a:gd name="T79" fmla="*/ 30 h 68"/>
                <a:gd name="T80" fmla="*/ 14 w 44"/>
                <a:gd name="T81" fmla="*/ 25 h 68"/>
                <a:gd name="T82" fmla="*/ 18 w 44"/>
                <a:gd name="T83" fmla="*/ 5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4" h="68">
                  <a:moveTo>
                    <a:pt x="18" y="5"/>
                  </a:moveTo>
                  <a:cubicBezTo>
                    <a:pt x="18" y="4"/>
                    <a:pt x="17" y="3"/>
                    <a:pt x="17" y="2"/>
                  </a:cubicBezTo>
                  <a:cubicBezTo>
                    <a:pt x="16" y="1"/>
                    <a:pt x="15" y="0"/>
                    <a:pt x="14" y="0"/>
                  </a:cubicBezTo>
                  <a:cubicBezTo>
                    <a:pt x="13" y="0"/>
                    <a:pt x="11" y="1"/>
                    <a:pt x="10" y="1"/>
                  </a:cubicBezTo>
                  <a:cubicBezTo>
                    <a:pt x="9" y="2"/>
                    <a:pt x="9" y="3"/>
                    <a:pt x="8" y="5"/>
                  </a:cubicBezTo>
                  <a:cubicBezTo>
                    <a:pt x="8" y="6"/>
                    <a:pt x="7" y="9"/>
                    <a:pt x="6" y="14"/>
                  </a:cubicBezTo>
                  <a:cubicBezTo>
                    <a:pt x="6" y="19"/>
                    <a:pt x="5" y="25"/>
                    <a:pt x="4" y="33"/>
                  </a:cubicBezTo>
                  <a:cubicBezTo>
                    <a:pt x="3" y="43"/>
                    <a:pt x="2" y="52"/>
                    <a:pt x="1" y="58"/>
                  </a:cubicBezTo>
                  <a:cubicBezTo>
                    <a:pt x="0" y="61"/>
                    <a:pt x="0" y="63"/>
                    <a:pt x="0" y="64"/>
                  </a:cubicBezTo>
                  <a:cubicBezTo>
                    <a:pt x="0" y="65"/>
                    <a:pt x="0" y="66"/>
                    <a:pt x="1" y="67"/>
                  </a:cubicBezTo>
                  <a:cubicBezTo>
                    <a:pt x="2" y="68"/>
                    <a:pt x="3" y="68"/>
                    <a:pt x="5" y="68"/>
                  </a:cubicBezTo>
                  <a:cubicBezTo>
                    <a:pt x="6" y="68"/>
                    <a:pt x="8" y="68"/>
                    <a:pt x="9" y="67"/>
                  </a:cubicBezTo>
                  <a:cubicBezTo>
                    <a:pt x="10" y="65"/>
                    <a:pt x="10" y="64"/>
                    <a:pt x="10" y="62"/>
                  </a:cubicBezTo>
                  <a:cubicBezTo>
                    <a:pt x="10" y="59"/>
                    <a:pt x="11" y="56"/>
                    <a:pt x="11" y="54"/>
                  </a:cubicBezTo>
                  <a:cubicBezTo>
                    <a:pt x="11" y="54"/>
                    <a:pt x="11" y="54"/>
                    <a:pt x="11" y="54"/>
                  </a:cubicBezTo>
                  <a:cubicBezTo>
                    <a:pt x="11" y="53"/>
                    <a:pt x="12" y="52"/>
                    <a:pt x="13" y="51"/>
                  </a:cubicBezTo>
                  <a:cubicBezTo>
                    <a:pt x="14" y="51"/>
                    <a:pt x="14" y="50"/>
                    <a:pt x="14" y="50"/>
                  </a:cubicBezTo>
                  <a:cubicBezTo>
                    <a:pt x="15" y="50"/>
                    <a:pt x="17" y="52"/>
                    <a:pt x="20" y="56"/>
                  </a:cubicBezTo>
                  <a:cubicBezTo>
                    <a:pt x="24" y="61"/>
                    <a:pt x="27" y="64"/>
                    <a:pt x="29" y="66"/>
                  </a:cubicBezTo>
                  <a:cubicBezTo>
                    <a:pt x="31" y="67"/>
                    <a:pt x="33" y="68"/>
                    <a:pt x="35" y="68"/>
                  </a:cubicBezTo>
                  <a:cubicBezTo>
                    <a:pt x="38" y="68"/>
                    <a:pt x="40" y="67"/>
                    <a:pt x="42" y="66"/>
                  </a:cubicBezTo>
                  <a:cubicBezTo>
                    <a:pt x="43" y="64"/>
                    <a:pt x="44" y="63"/>
                    <a:pt x="44" y="62"/>
                  </a:cubicBezTo>
                  <a:cubicBezTo>
                    <a:pt x="44" y="61"/>
                    <a:pt x="43" y="60"/>
                    <a:pt x="43" y="60"/>
                  </a:cubicBezTo>
                  <a:cubicBezTo>
                    <a:pt x="43" y="60"/>
                    <a:pt x="42" y="59"/>
                    <a:pt x="42" y="59"/>
                  </a:cubicBezTo>
                  <a:cubicBezTo>
                    <a:pt x="40" y="60"/>
                    <a:pt x="40" y="60"/>
                    <a:pt x="40" y="60"/>
                  </a:cubicBezTo>
                  <a:cubicBezTo>
                    <a:pt x="38" y="60"/>
                    <a:pt x="36" y="59"/>
                    <a:pt x="34" y="57"/>
                  </a:cubicBezTo>
                  <a:cubicBezTo>
                    <a:pt x="33" y="56"/>
                    <a:pt x="30" y="54"/>
                    <a:pt x="27" y="51"/>
                  </a:cubicBezTo>
                  <a:cubicBezTo>
                    <a:pt x="24" y="47"/>
                    <a:pt x="23" y="45"/>
                    <a:pt x="23" y="45"/>
                  </a:cubicBezTo>
                  <a:cubicBezTo>
                    <a:pt x="23" y="45"/>
                    <a:pt x="23" y="44"/>
                    <a:pt x="24" y="43"/>
                  </a:cubicBezTo>
                  <a:cubicBezTo>
                    <a:pt x="25" y="42"/>
                    <a:pt x="26" y="41"/>
                    <a:pt x="28" y="39"/>
                  </a:cubicBezTo>
                  <a:cubicBezTo>
                    <a:pt x="30" y="38"/>
                    <a:pt x="32" y="36"/>
                    <a:pt x="34" y="35"/>
                  </a:cubicBezTo>
                  <a:cubicBezTo>
                    <a:pt x="35" y="35"/>
                    <a:pt x="36" y="34"/>
                    <a:pt x="37" y="33"/>
                  </a:cubicBezTo>
                  <a:cubicBezTo>
                    <a:pt x="38" y="33"/>
                    <a:pt x="38" y="33"/>
                    <a:pt x="38" y="33"/>
                  </a:cubicBezTo>
                  <a:cubicBezTo>
                    <a:pt x="37" y="33"/>
                    <a:pt x="37" y="33"/>
                    <a:pt x="37" y="33"/>
                  </a:cubicBezTo>
                  <a:cubicBezTo>
                    <a:pt x="40" y="32"/>
                    <a:pt x="42" y="30"/>
                    <a:pt x="42" y="27"/>
                  </a:cubicBezTo>
                  <a:cubicBezTo>
                    <a:pt x="42" y="25"/>
                    <a:pt x="40" y="24"/>
                    <a:pt x="37" y="24"/>
                  </a:cubicBezTo>
                  <a:cubicBezTo>
                    <a:pt x="34" y="24"/>
                    <a:pt x="30" y="27"/>
                    <a:pt x="24" y="32"/>
                  </a:cubicBezTo>
                  <a:cubicBezTo>
                    <a:pt x="12" y="43"/>
                    <a:pt x="12" y="43"/>
                    <a:pt x="12" y="43"/>
                  </a:cubicBezTo>
                  <a:cubicBezTo>
                    <a:pt x="12" y="42"/>
                    <a:pt x="12" y="38"/>
                    <a:pt x="13" y="30"/>
                  </a:cubicBezTo>
                  <a:cubicBezTo>
                    <a:pt x="13" y="30"/>
                    <a:pt x="13" y="30"/>
                    <a:pt x="13" y="30"/>
                  </a:cubicBezTo>
                  <a:cubicBezTo>
                    <a:pt x="14" y="25"/>
                    <a:pt x="14" y="25"/>
                    <a:pt x="14" y="25"/>
                  </a:cubicBezTo>
                  <a:cubicBezTo>
                    <a:pt x="17" y="13"/>
                    <a:pt x="18" y="7"/>
                    <a:pt x="18"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212"/>
            <p:cNvSpPr>
              <a:spLocks noEditPoints="1"/>
            </p:cNvSpPr>
            <p:nvPr/>
          </p:nvSpPr>
          <p:spPr bwMode="auto">
            <a:xfrm>
              <a:off x="4186238" y="3044826"/>
              <a:ext cx="60325" cy="74613"/>
            </a:xfrm>
            <a:custGeom>
              <a:avLst/>
              <a:gdLst>
                <a:gd name="T0" fmla="*/ 11 w 37"/>
                <a:gd name="T1" fmla="*/ 31 h 46"/>
                <a:gd name="T2" fmla="*/ 28 w 37"/>
                <a:gd name="T3" fmla="*/ 22 h 46"/>
                <a:gd name="T4" fmla="*/ 34 w 37"/>
                <a:gd name="T5" fmla="*/ 9 h 46"/>
                <a:gd name="T6" fmla="*/ 32 w 37"/>
                <a:gd name="T7" fmla="*/ 2 h 46"/>
                <a:gd name="T8" fmla="*/ 24 w 37"/>
                <a:gd name="T9" fmla="*/ 0 h 46"/>
                <a:gd name="T10" fmla="*/ 8 w 37"/>
                <a:gd name="T11" fmla="*/ 9 h 46"/>
                <a:gd name="T12" fmla="*/ 0 w 37"/>
                <a:gd name="T13" fmla="*/ 30 h 46"/>
                <a:gd name="T14" fmla="*/ 4 w 37"/>
                <a:gd name="T15" fmla="*/ 42 h 46"/>
                <a:gd name="T16" fmla="*/ 14 w 37"/>
                <a:gd name="T17" fmla="*/ 46 h 46"/>
                <a:gd name="T18" fmla="*/ 30 w 37"/>
                <a:gd name="T19" fmla="*/ 40 h 46"/>
                <a:gd name="T20" fmla="*/ 37 w 37"/>
                <a:gd name="T21" fmla="*/ 30 h 46"/>
                <a:gd name="T22" fmla="*/ 34 w 37"/>
                <a:gd name="T23" fmla="*/ 28 h 46"/>
                <a:gd name="T24" fmla="*/ 32 w 37"/>
                <a:gd name="T25" fmla="*/ 29 h 46"/>
                <a:gd name="T26" fmla="*/ 16 w 37"/>
                <a:gd name="T27" fmla="*/ 37 h 46"/>
                <a:gd name="T28" fmla="*/ 11 w 37"/>
                <a:gd name="T29" fmla="*/ 36 h 46"/>
                <a:gd name="T30" fmla="*/ 10 w 37"/>
                <a:gd name="T31" fmla="*/ 32 h 46"/>
                <a:gd name="T32" fmla="*/ 11 w 37"/>
                <a:gd name="T33" fmla="*/ 31 h 46"/>
                <a:gd name="T34" fmla="*/ 16 w 37"/>
                <a:gd name="T35" fmla="*/ 13 h 46"/>
                <a:gd name="T36" fmla="*/ 23 w 37"/>
                <a:gd name="T37" fmla="*/ 8 h 46"/>
                <a:gd name="T38" fmla="*/ 25 w 37"/>
                <a:gd name="T39" fmla="*/ 8 h 46"/>
                <a:gd name="T40" fmla="*/ 26 w 37"/>
                <a:gd name="T41" fmla="*/ 11 h 46"/>
                <a:gd name="T42" fmla="*/ 21 w 37"/>
                <a:gd name="T43" fmla="*/ 18 h 46"/>
                <a:gd name="T44" fmla="*/ 10 w 37"/>
                <a:gd name="T45" fmla="*/ 23 h 46"/>
                <a:gd name="T46" fmla="*/ 16 w 37"/>
                <a:gd name="T47"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 h="46">
                  <a:moveTo>
                    <a:pt x="11" y="31"/>
                  </a:moveTo>
                  <a:cubicBezTo>
                    <a:pt x="18" y="29"/>
                    <a:pt x="23" y="26"/>
                    <a:pt x="28" y="22"/>
                  </a:cubicBezTo>
                  <a:cubicBezTo>
                    <a:pt x="32" y="18"/>
                    <a:pt x="34" y="14"/>
                    <a:pt x="34" y="9"/>
                  </a:cubicBezTo>
                  <a:cubicBezTo>
                    <a:pt x="34" y="6"/>
                    <a:pt x="33" y="4"/>
                    <a:pt x="32" y="2"/>
                  </a:cubicBezTo>
                  <a:cubicBezTo>
                    <a:pt x="30" y="0"/>
                    <a:pt x="27" y="0"/>
                    <a:pt x="24" y="0"/>
                  </a:cubicBezTo>
                  <a:cubicBezTo>
                    <a:pt x="19" y="0"/>
                    <a:pt x="13" y="3"/>
                    <a:pt x="8" y="9"/>
                  </a:cubicBezTo>
                  <a:cubicBezTo>
                    <a:pt x="3" y="16"/>
                    <a:pt x="0" y="23"/>
                    <a:pt x="0" y="30"/>
                  </a:cubicBezTo>
                  <a:cubicBezTo>
                    <a:pt x="0" y="35"/>
                    <a:pt x="1" y="39"/>
                    <a:pt x="4" y="42"/>
                  </a:cubicBezTo>
                  <a:cubicBezTo>
                    <a:pt x="6" y="44"/>
                    <a:pt x="10" y="46"/>
                    <a:pt x="14" y="46"/>
                  </a:cubicBezTo>
                  <a:cubicBezTo>
                    <a:pt x="20" y="46"/>
                    <a:pt x="25" y="44"/>
                    <a:pt x="30" y="40"/>
                  </a:cubicBezTo>
                  <a:cubicBezTo>
                    <a:pt x="34" y="36"/>
                    <a:pt x="37" y="33"/>
                    <a:pt x="37" y="30"/>
                  </a:cubicBezTo>
                  <a:cubicBezTo>
                    <a:pt x="37" y="29"/>
                    <a:pt x="36" y="28"/>
                    <a:pt x="34" y="28"/>
                  </a:cubicBezTo>
                  <a:cubicBezTo>
                    <a:pt x="33" y="28"/>
                    <a:pt x="33" y="28"/>
                    <a:pt x="32" y="29"/>
                  </a:cubicBezTo>
                  <a:cubicBezTo>
                    <a:pt x="26" y="35"/>
                    <a:pt x="21" y="37"/>
                    <a:pt x="16" y="37"/>
                  </a:cubicBezTo>
                  <a:cubicBezTo>
                    <a:pt x="14" y="37"/>
                    <a:pt x="12" y="37"/>
                    <a:pt x="11" y="36"/>
                  </a:cubicBezTo>
                  <a:cubicBezTo>
                    <a:pt x="10" y="35"/>
                    <a:pt x="10" y="33"/>
                    <a:pt x="10" y="32"/>
                  </a:cubicBezTo>
                  <a:cubicBezTo>
                    <a:pt x="10" y="31"/>
                    <a:pt x="10" y="31"/>
                    <a:pt x="11" y="31"/>
                  </a:cubicBezTo>
                  <a:close/>
                  <a:moveTo>
                    <a:pt x="16" y="13"/>
                  </a:moveTo>
                  <a:cubicBezTo>
                    <a:pt x="19" y="9"/>
                    <a:pt x="21" y="8"/>
                    <a:pt x="23" y="8"/>
                  </a:cubicBezTo>
                  <a:cubicBezTo>
                    <a:pt x="24" y="8"/>
                    <a:pt x="25" y="8"/>
                    <a:pt x="25" y="8"/>
                  </a:cubicBezTo>
                  <a:cubicBezTo>
                    <a:pt x="26" y="9"/>
                    <a:pt x="26" y="10"/>
                    <a:pt x="26" y="11"/>
                  </a:cubicBezTo>
                  <a:cubicBezTo>
                    <a:pt x="26" y="13"/>
                    <a:pt x="24" y="15"/>
                    <a:pt x="21" y="18"/>
                  </a:cubicBezTo>
                  <a:cubicBezTo>
                    <a:pt x="18" y="21"/>
                    <a:pt x="14" y="22"/>
                    <a:pt x="10" y="23"/>
                  </a:cubicBezTo>
                  <a:cubicBezTo>
                    <a:pt x="11" y="20"/>
                    <a:pt x="13" y="16"/>
                    <a:pt x="1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220"/>
            <p:cNvSpPr>
              <a:spLocks/>
            </p:cNvSpPr>
            <p:nvPr/>
          </p:nvSpPr>
          <p:spPr bwMode="auto">
            <a:xfrm>
              <a:off x="2747963" y="3021013"/>
              <a:ext cx="85725" cy="100013"/>
            </a:xfrm>
            <a:custGeom>
              <a:avLst/>
              <a:gdLst>
                <a:gd name="T0" fmla="*/ 11 w 53"/>
                <a:gd name="T1" fmla="*/ 0 h 61"/>
                <a:gd name="T2" fmla="*/ 7 w 53"/>
                <a:gd name="T3" fmla="*/ 3 h 61"/>
                <a:gd name="T4" fmla="*/ 4 w 53"/>
                <a:gd name="T5" fmla="*/ 26 h 61"/>
                <a:gd name="T6" fmla="*/ 0 w 53"/>
                <a:gd name="T7" fmla="*/ 53 h 61"/>
                <a:gd name="T8" fmla="*/ 0 w 53"/>
                <a:gd name="T9" fmla="*/ 56 h 61"/>
                <a:gd name="T10" fmla="*/ 1 w 53"/>
                <a:gd name="T11" fmla="*/ 60 h 61"/>
                <a:gd name="T12" fmla="*/ 5 w 53"/>
                <a:gd name="T13" fmla="*/ 61 h 61"/>
                <a:gd name="T14" fmla="*/ 9 w 53"/>
                <a:gd name="T15" fmla="*/ 59 h 61"/>
                <a:gd name="T16" fmla="*/ 10 w 53"/>
                <a:gd name="T17" fmla="*/ 51 h 61"/>
                <a:gd name="T18" fmla="*/ 13 w 53"/>
                <a:gd name="T19" fmla="*/ 38 h 61"/>
                <a:gd name="T20" fmla="*/ 21 w 53"/>
                <a:gd name="T21" fmla="*/ 43 h 61"/>
                <a:gd name="T22" fmla="*/ 36 w 53"/>
                <a:gd name="T23" fmla="*/ 54 h 61"/>
                <a:gd name="T24" fmla="*/ 47 w 53"/>
                <a:gd name="T25" fmla="*/ 59 h 61"/>
                <a:gd name="T26" fmla="*/ 51 w 53"/>
                <a:gd name="T27" fmla="*/ 57 h 61"/>
                <a:gd name="T28" fmla="*/ 53 w 53"/>
                <a:gd name="T29" fmla="*/ 53 h 61"/>
                <a:gd name="T30" fmla="*/ 52 w 53"/>
                <a:gd name="T31" fmla="*/ 50 h 61"/>
                <a:gd name="T32" fmla="*/ 44 w 53"/>
                <a:gd name="T33" fmla="*/ 49 h 61"/>
                <a:gd name="T34" fmla="*/ 42 w 53"/>
                <a:gd name="T35" fmla="*/ 48 h 61"/>
                <a:gd name="T36" fmla="*/ 38 w 53"/>
                <a:gd name="T37" fmla="*/ 45 h 61"/>
                <a:gd name="T38" fmla="*/ 21 w 53"/>
                <a:gd name="T39" fmla="*/ 32 h 61"/>
                <a:gd name="T40" fmla="*/ 36 w 53"/>
                <a:gd name="T41" fmla="*/ 19 h 61"/>
                <a:gd name="T42" fmla="*/ 43 w 53"/>
                <a:gd name="T43" fmla="*/ 12 h 61"/>
                <a:gd name="T44" fmla="*/ 45 w 53"/>
                <a:gd name="T45" fmla="*/ 8 h 61"/>
                <a:gd name="T46" fmla="*/ 43 w 53"/>
                <a:gd name="T47" fmla="*/ 4 h 61"/>
                <a:gd name="T48" fmla="*/ 39 w 53"/>
                <a:gd name="T49" fmla="*/ 2 h 61"/>
                <a:gd name="T50" fmla="*/ 37 w 53"/>
                <a:gd name="T51" fmla="*/ 4 h 61"/>
                <a:gd name="T52" fmla="*/ 33 w 53"/>
                <a:gd name="T53" fmla="*/ 9 h 61"/>
                <a:gd name="T54" fmla="*/ 29 w 53"/>
                <a:gd name="T55" fmla="*/ 14 h 61"/>
                <a:gd name="T56" fmla="*/ 23 w 53"/>
                <a:gd name="T57" fmla="*/ 20 h 61"/>
                <a:gd name="T58" fmla="*/ 21 w 53"/>
                <a:gd name="T59" fmla="*/ 22 h 61"/>
                <a:gd name="T60" fmla="*/ 13 w 53"/>
                <a:gd name="T61" fmla="*/ 29 h 61"/>
                <a:gd name="T62" fmla="*/ 16 w 53"/>
                <a:gd name="T63" fmla="*/ 6 h 61"/>
                <a:gd name="T64" fmla="*/ 11 w 53"/>
                <a:gd name="T65"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3" h="61">
                  <a:moveTo>
                    <a:pt x="11" y="0"/>
                  </a:moveTo>
                  <a:cubicBezTo>
                    <a:pt x="9" y="0"/>
                    <a:pt x="8" y="1"/>
                    <a:pt x="7" y="3"/>
                  </a:cubicBezTo>
                  <a:cubicBezTo>
                    <a:pt x="6" y="5"/>
                    <a:pt x="5" y="13"/>
                    <a:pt x="4" y="26"/>
                  </a:cubicBezTo>
                  <a:cubicBezTo>
                    <a:pt x="2" y="42"/>
                    <a:pt x="1" y="51"/>
                    <a:pt x="0" y="53"/>
                  </a:cubicBezTo>
                  <a:cubicBezTo>
                    <a:pt x="0" y="55"/>
                    <a:pt x="0" y="55"/>
                    <a:pt x="0" y="56"/>
                  </a:cubicBezTo>
                  <a:cubicBezTo>
                    <a:pt x="0" y="58"/>
                    <a:pt x="0" y="59"/>
                    <a:pt x="1" y="60"/>
                  </a:cubicBezTo>
                  <a:cubicBezTo>
                    <a:pt x="2" y="61"/>
                    <a:pt x="3" y="61"/>
                    <a:pt x="5" y="61"/>
                  </a:cubicBezTo>
                  <a:cubicBezTo>
                    <a:pt x="6" y="61"/>
                    <a:pt x="8" y="60"/>
                    <a:pt x="9" y="59"/>
                  </a:cubicBezTo>
                  <a:cubicBezTo>
                    <a:pt x="9" y="57"/>
                    <a:pt x="10" y="55"/>
                    <a:pt x="10" y="51"/>
                  </a:cubicBezTo>
                  <a:cubicBezTo>
                    <a:pt x="11" y="43"/>
                    <a:pt x="12" y="38"/>
                    <a:pt x="13" y="38"/>
                  </a:cubicBezTo>
                  <a:cubicBezTo>
                    <a:pt x="15" y="39"/>
                    <a:pt x="17" y="40"/>
                    <a:pt x="21" y="43"/>
                  </a:cubicBezTo>
                  <a:cubicBezTo>
                    <a:pt x="36" y="54"/>
                    <a:pt x="36" y="54"/>
                    <a:pt x="36" y="54"/>
                  </a:cubicBezTo>
                  <a:cubicBezTo>
                    <a:pt x="40" y="57"/>
                    <a:pt x="44" y="59"/>
                    <a:pt x="47" y="59"/>
                  </a:cubicBezTo>
                  <a:cubicBezTo>
                    <a:pt x="49" y="59"/>
                    <a:pt x="50" y="58"/>
                    <a:pt x="51" y="57"/>
                  </a:cubicBezTo>
                  <a:cubicBezTo>
                    <a:pt x="52" y="56"/>
                    <a:pt x="53" y="55"/>
                    <a:pt x="53" y="53"/>
                  </a:cubicBezTo>
                  <a:cubicBezTo>
                    <a:pt x="53" y="52"/>
                    <a:pt x="53" y="52"/>
                    <a:pt x="52" y="50"/>
                  </a:cubicBezTo>
                  <a:cubicBezTo>
                    <a:pt x="48" y="50"/>
                    <a:pt x="45" y="50"/>
                    <a:pt x="44" y="49"/>
                  </a:cubicBezTo>
                  <a:cubicBezTo>
                    <a:pt x="42" y="48"/>
                    <a:pt x="42" y="48"/>
                    <a:pt x="42" y="48"/>
                  </a:cubicBezTo>
                  <a:cubicBezTo>
                    <a:pt x="41" y="47"/>
                    <a:pt x="39" y="46"/>
                    <a:pt x="38" y="45"/>
                  </a:cubicBezTo>
                  <a:cubicBezTo>
                    <a:pt x="21" y="32"/>
                    <a:pt x="21" y="32"/>
                    <a:pt x="21" y="32"/>
                  </a:cubicBezTo>
                  <a:cubicBezTo>
                    <a:pt x="36" y="19"/>
                    <a:pt x="36" y="19"/>
                    <a:pt x="36" y="19"/>
                  </a:cubicBezTo>
                  <a:cubicBezTo>
                    <a:pt x="39" y="17"/>
                    <a:pt x="42" y="14"/>
                    <a:pt x="43" y="12"/>
                  </a:cubicBezTo>
                  <a:cubicBezTo>
                    <a:pt x="44" y="10"/>
                    <a:pt x="45" y="9"/>
                    <a:pt x="45" y="8"/>
                  </a:cubicBezTo>
                  <a:cubicBezTo>
                    <a:pt x="45" y="6"/>
                    <a:pt x="44" y="5"/>
                    <a:pt x="43" y="4"/>
                  </a:cubicBezTo>
                  <a:cubicBezTo>
                    <a:pt x="42" y="3"/>
                    <a:pt x="40" y="2"/>
                    <a:pt x="39" y="2"/>
                  </a:cubicBezTo>
                  <a:cubicBezTo>
                    <a:pt x="38" y="2"/>
                    <a:pt x="38" y="3"/>
                    <a:pt x="37" y="4"/>
                  </a:cubicBezTo>
                  <a:cubicBezTo>
                    <a:pt x="36" y="5"/>
                    <a:pt x="35" y="6"/>
                    <a:pt x="33" y="9"/>
                  </a:cubicBezTo>
                  <a:cubicBezTo>
                    <a:pt x="32" y="10"/>
                    <a:pt x="31" y="12"/>
                    <a:pt x="29" y="14"/>
                  </a:cubicBezTo>
                  <a:cubicBezTo>
                    <a:pt x="27" y="16"/>
                    <a:pt x="25" y="18"/>
                    <a:pt x="23" y="20"/>
                  </a:cubicBezTo>
                  <a:cubicBezTo>
                    <a:pt x="22" y="21"/>
                    <a:pt x="21" y="22"/>
                    <a:pt x="21" y="22"/>
                  </a:cubicBezTo>
                  <a:cubicBezTo>
                    <a:pt x="19" y="24"/>
                    <a:pt x="16" y="26"/>
                    <a:pt x="13" y="29"/>
                  </a:cubicBezTo>
                  <a:cubicBezTo>
                    <a:pt x="13" y="20"/>
                    <a:pt x="15" y="13"/>
                    <a:pt x="16" y="6"/>
                  </a:cubicBezTo>
                  <a:cubicBezTo>
                    <a:pt x="16" y="2"/>
                    <a:pt x="15" y="0"/>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221"/>
            <p:cNvSpPr>
              <a:spLocks/>
            </p:cNvSpPr>
            <p:nvPr/>
          </p:nvSpPr>
          <p:spPr bwMode="auto">
            <a:xfrm>
              <a:off x="2857500" y="3011488"/>
              <a:ext cx="22225" cy="20638"/>
            </a:xfrm>
            <a:custGeom>
              <a:avLst/>
              <a:gdLst>
                <a:gd name="T0" fmla="*/ 10 w 13"/>
                <a:gd name="T1" fmla="*/ 10 h 12"/>
                <a:gd name="T2" fmla="*/ 13 w 13"/>
                <a:gd name="T3" fmla="*/ 5 h 12"/>
                <a:gd name="T4" fmla="*/ 11 w 13"/>
                <a:gd name="T5" fmla="*/ 2 h 12"/>
                <a:gd name="T6" fmla="*/ 7 w 13"/>
                <a:gd name="T7" fmla="*/ 0 h 12"/>
                <a:gd name="T8" fmla="*/ 2 w 13"/>
                <a:gd name="T9" fmla="*/ 2 h 12"/>
                <a:gd name="T10" fmla="*/ 0 w 13"/>
                <a:gd name="T11" fmla="*/ 6 h 12"/>
                <a:gd name="T12" fmla="*/ 2 w 13"/>
                <a:gd name="T13" fmla="*/ 10 h 12"/>
                <a:gd name="T14" fmla="*/ 6 w 13"/>
                <a:gd name="T15" fmla="*/ 12 h 12"/>
                <a:gd name="T16" fmla="*/ 10 w 13"/>
                <a:gd name="T17"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2">
                  <a:moveTo>
                    <a:pt x="10" y="10"/>
                  </a:moveTo>
                  <a:cubicBezTo>
                    <a:pt x="12" y="9"/>
                    <a:pt x="13" y="7"/>
                    <a:pt x="13" y="5"/>
                  </a:cubicBezTo>
                  <a:cubicBezTo>
                    <a:pt x="13" y="4"/>
                    <a:pt x="12" y="3"/>
                    <a:pt x="11" y="2"/>
                  </a:cubicBezTo>
                  <a:cubicBezTo>
                    <a:pt x="10" y="1"/>
                    <a:pt x="9" y="0"/>
                    <a:pt x="7" y="0"/>
                  </a:cubicBezTo>
                  <a:cubicBezTo>
                    <a:pt x="5" y="0"/>
                    <a:pt x="3" y="1"/>
                    <a:pt x="2" y="2"/>
                  </a:cubicBezTo>
                  <a:cubicBezTo>
                    <a:pt x="1" y="3"/>
                    <a:pt x="0" y="4"/>
                    <a:pt x="0" y="6"/>
                  </a:cubicBezTo>
                  <a:cubicBezTo>
                    <a:pt x="0" y="8"/>
                    <a:pt x="1" y="9"/>
                    <a:pt x="2" y="10"/>
                  </a:cubicBezTo>
                  <a:cubicBezTo>
                    <a:pt x="3" y="12"/>
                    <a:pt x="4" y="12"/>
                    <a:pt x="6" y="12"/>
                  </a:cubicBezTo>
                  <a:cubicBezTo>
                    <a:pt x="7" y="12"/>
                    <a:pt x="9" y="12"/>
                    <a:pt x="10"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222"/>
            <p:cNvSpPr>
              <a:spLocks/>
            </p:cNvSpPr>
            <p:nvPr/>
          </p:nvSpPr>
          <p:spPr bwMode="auto">
            <a:xfrm>
              <a:off x="2843213" y="3049588"/>
              <a:ext cx="25400" cy="69850"/>
            </a:xfrm>
            <a:custGeom>
              <a:avLst/>
              <a:gdLst>
                <a:gd name="T0" fmla="*/ 2 w 15"/>
                <a:gd name="T1" fmla="*/ 19 h 43"/>
                <a:gd name="T2" fmla="*/ 0 w 15"/>
                <a:gd name="T3" fmla="*/ 35 h 43"/>
                <a:gd name="T4" fmla="*/ 5 w 15"/>
                <a:gd name="T5" fmla="*/ 43 h 43"/>
                <a:gd name="T6" fmla="*/ 9 w 15"/>
                <a:gd name="T7" fmla="*/ 41 h 43"/>
                <a:gd name="T8" fmla="*/ 11 w 15"/>
                <a:gd name="T9" fmla="*/ 39 h 43"/>
                <a:gd name="T10" fmla="*/ 11 w 15"/>
                <a:gd name="T11" fmla="*/ 38 h 43"/>
                <a:gd name="T12" fmla="*/ 10 w 15"/>
                <a:gd name="T13" fmla="*/ 31 h 43"/>
                <a:gd name="T14" fmla="*/ 10 w 15"/>
                <a:gd name="T15" fmla="*/ 24 h 43"/>
                <a:gd name="T16" fmla="*/ 13 w 15"/>
                <a:gd name="T17" fmla="*/ 11 h 43"/>
                <a:gd name="T18" fmla="*/ 13 w 15"/>
                <a:gd name="T19" fmla="*/ 10 h 43"/>
                <a:gd name="T20" fmla="*/ 15 w 15"/>
                <a:gd name="T21" fmla="*/ 4 h 43"/>
                <a:gd name="T22" fmla="*/ 13 w 15"/>
                <a:gd name="T23" fmla="*/ 1 h 43"/>
                <a:gd name="T24" fmla="*/ 9 w 15"/>
                <a:gd name="T25" fmla="*/ 0 h 43"/>
                <a:gd name="T26" fmla="*/ 5 w 15"/>
                <a:gd name="T27" fmla="*/ 2 h 43"/>
                <a:gd name="T28" fmla="*/ 4 w 15"/>
                <a:gd name="T29" fmla="*/ 6 h 43"/>
                <a:gd name="T30" fmla="*/ 3 w 15"/>
                <a:gd name="T31" fmla="*/ 15 h 43"/>
                <a:gd name="T32" fmla="*/ 3 w 15"/>
                <a:gd name="T33" fmla="*/ 15 h 43"/>
                <a:gd name="T34" fmla="*/ 2 w 15"/>
                <a:gd name="T35" fmla="*/ 1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43">
                  <a:moveTo>
                    <a:pt x="2" y="19"/>
                  </a:moveTo>
                  <a:cubicBezTo>
                    <a:pt x="1" y="25"/>
                    <a:pt x="0" y="31"/>
                    <a:pt x="0" y="35"/>
                  </a:cubicBezTo>
                  <a:cubicBezTo>
                    <a:pt x="0" y="40"/>
                    <a:pt x="2" y="43"/>
                    <a:pt x="5" y="43"/>
                  </a:cubicBezTo>
                  <a:cubicBezTo>
                    <a:pt x="7" y="43"/>
                    <a:pt x="8" y="42"/>
                    <a:pt x="9" y="41"/>
                  </a:cubicBezTo>
                  <a:cubicBezTo>
                    <a:pt x="10" y="40"/>
                    <a:pt x="11" y="40"/>
                    <a:pt x="11" y="39"/>
                  </a:cubicBezTo>
                  <a:cubicBezTo>
                    <a:pt x="11" y="39"/>
                    <a:pt x="11" y="38"/>
                    <a:pt x="11" y="38"/>
                  </a:cubicBezTo>
                  <a:cubicBezTo>
                    <a:pt x="10" y="35"/>
                    <a:pt x="10" y="33"/>
                    <a:pt x="10" y="31"/>
                  </a:cubicBezTo>
                  <a:cubicBezTo>
                    <a:pt x="10" y="29"/>
                    <a:pt x="10" y="27"/>
                    <a:pt x="10" y="24"/>
                  </a:cubicBezTo>
                  <a:cubicBezTo>
                    <a:pt x="11" y="20"/>
                    <a:pt x="12" y="16"/>
                    <a:pt x="13" y="11"/>
                  </a:cubicBezTo>
                  <a:cubicBezTo>
                    <a:pt x="13" y="10"/>
                    <a:pt x="13" y="10"/>
                    <a:pt x="13" y="10"/>
                  </a:cubicBezTo>
                  <a:cubicBezTo>
                    <a:pt x="14" y="7"/>
                    <a:pt x="15" y="5"/>
                    <a:pt x="15" y="4"/>
                  </a:cubicBezTo>
                  <a:cubicBezTo>
                    <a:pt x="15" y="3"/>
                    <a:pt x="14" y="2"/>
                    <a:pt x="13" y="1"/>
                  </a:cubicBezTo>
                  <a:cubicBezTo>
                    <a:pt x="12" y="0"/>
                    <a:pt x="11" y="0"/>
                    <a:pt x="9" y="0"/>
                  </a:cubicBezTo>
                  <a:cubicBezTo>
                    <a:pt x="7" y="0"/>
                    <a:pt x="6" y="0"/>
                    <a:pt x="5" y="2"/>
                  </a:cubicBezTo>
                  <a:cubicBezTo>
                    <a:pt x="5" y="3"/>
                    <a:pt x="4" y="5"/>
                    <a:pt x="4" y="6"/>
                  </a:cubicBezTo>
                  <a:cubicBezTo>
                    <a:pt x="4" y="7"/>
                    <a:pt x="4" y="10"/>
                    <a:pt x="3" y="15"/>
                  </a:cubicBezTo>
                  <a:cubicBezTo>
                    <a:pt x="3" y="15"/>
                    <a:pt x="3" y="15"/>
                    <a:pt x="3" y="15"/>
                  </a:cubicBezTo>
                  <a:cubicBezTo>
                    <a:pt x="3" y="16"/>
                    <a:pt x="2" y="17"/>
                    <a:pt x="2"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223"/>
            <p:cNvSpPr>
              <a:spLocks noEditPoints="1"/>
            </p:cNvSpPr>
            <p:nvPr/>
          </p:nvSpPr>
          <p:spPr bwMode="auto">
            <a:xfrm>
              <a:off x="2878138" y="3006726"/>
              <a:ext cx="79375" cy="111125"/>
            </a:xfrm>
            <a:custGeom>
              <a:avLst/>
              <a:gdLst>
                <a:gd name="T0" fmla="*/ 30 w 49"/>
                <a:gd name="T1" fmla="*/ 54 h 68"/>
                <a:gd name="T2" fmla="*/ 32 w 49"/>
                <a:gd name="T3" fmla="*/ 64 h 68"/>
                <a:gd name="T4" fmla="*/ 38 w 49"/>
                <a:gd name="T5" fmla="*/ 68 h 68"/>
                <a:gd name="T6" fmla="*/ 45 w 49"/>
                <a:gd name="T7" fmla="*/ 65 h 68"/>
                <a:gd name="T8" fmla="*/ 49 w 49"/>
                <a:gd name="T9" fmla="*/ 60 h 68"/>
                <a:gd name="T10" fmla="*/ 47 w 49"/>
                <a:gd name="T11" fmla="*/ 57 h 68"/>
                <a:gd name="T12" fmla="*/ 44 w 49"/>
                <a:gd name="T13" fmla="*/ 58 h 68"/>
                <a:gd name="T14" fmla="*/ 41 w 49"/>
                <a:gd name="T15" fmla="*/ 59 h 68"/>
                <a:gd name="T16" fmla="*/ 38 w 49"/>
                <a:gd name="T17" fmla="*/ 52 h 68"/>
                <a:gd name="T18" fmla="*/ 41 w 49"/>
                <a:gd name="T19" fmla="*/ 33 h 68"/>
                <a:gd name="T20" fmla="*/ 46 w 49"/>
                <a:gd name="T21" fmla="*/ 12 h 68"/>
                <a:gd name="T22" fmla="*/ 48 w 49"/>
                <a:gd name="T23" fmla="*/ 6 h 68"/>
                <a:gd name="T24" fmla="*/ 47 w 49"/>
                <a:gd name="T25" fmla="*/ 2 h 68"/>
                <a:gd name="T26" fmla="*/ 44 w 49"/>
                <a:gd name="T27" fmla="*/ 0 h 68"/>
                <a:gd name="T28" fmla="*/ 41 w 49"/>
                <a:gd name="T29" fmla="*/ 1 h 68"/>
                <a:gd name="T30" fmla="*/ 38 w 49"/>
                <a:gd name="T31" fmla="*/ 4 h 68"/>
                <a:gd name="T32" fmla="*/ 36 w 49"/>
                <a:gd name="T33" fmla="*/ 12 h 68"/>
                <a:gd name="T34" fmla="*/ 33 w 49"/>
                <a:gd name="T35" fmla="*/ 28 h 68"/>
                <a:gd name="T36" fmla="*/ 26 w 49"/>
                <a:gd name="T37" fmla="*/ 26 h 68"/>
                <a:gd name="T38" fmla="*/ 9 w 49"/>
                <a:gd name="T39" fmla="*/ 36 h 68"/>
                <a:gd name="T40" fmla="*/ 0 w 49"/>
                <a:gd name="T41" fmla="*/ 56 h 68"/>
                <a:gd name="T42" fmla="*/ 3 w 49"/>
                <a:gd name="T43" fmla="*/ 65 h 68"/>
                <a:gd name="T44" fmla="*/ 10 w 49"/>
                <a:gd name="T45" fmla="*/ 68 h 68"/>
                <a:gd name="T46" fmla="*/ 30 w 49"/>
                <a:gd name="T47" fmla="*/ 54 h 68"/>
                <a:gd name="T48" fmla="*/ 12 w 49"/>
                <a:gd name="T49" fmla="*/ 60 h 68"/>
                <a:gd name="T50" fmla="*/ 9 w 49"/>
                <a:gd name="T51" fmla="*/ 56 h 68"/>
                <a:gd name="T52" fmla="*/ 15 w 49"/>
                <a:gd name="T53" fmla="*/ 41 h 68"/>
                <a:gd name="T54" fmla="*/ 26 w 49"/>
                <a:gd name="T55" fmla="*/ 33 h 68"/>
                <a:gd name="T56" fmla="*/ 29 w 49"/>
                <a:gd name="T57" fmla="*/ 35 h 68"/>
                <a:gd name="T58" fmla="*/ 30 w 49"/>
                <a:gd name="T59" fmla="*/ 37 h 68"/>
                <a:gd name="T60" fmla="*/ 24 w 49"/>
                <a:gd name="T61" fmla="*/ 51 h 68"/>
                <a:gd name="T62" fmla="*/ 12 w 49"/>
                <a:gd name="T63" fmla="*/ 6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9" h="68">
                  <a:moveTo>
                    <a:pt x="30" y="54"/>
                  </a:moveTo>
                  <a:cubicBezTo>
                    <a:pt x="30" y="58"/>
                    <a:pt x="30" y="61"/>
                    <a:pt x="32" y="64"/>
                  </a:cubicBezTo>
                  <a:cubicBezTo>
                    <a:pt x="33" y="66"/>
                    <a:pt x="35" y="68"/>
                    <a:pt x="38" y="68"/>
                  </a:cubicBezTo>
                  <a:cubicBezTo>
                    <a:pt x="40" y="68"/>
                    <a:pt x="42" y="67"/>
                    <a:pt x="45" y="65"/>
                  </a:cubicBezTo>
                  <a:cubicBezTo>
                    <a:pt x="48" y="63"/>
                    <a:pt x="49" y="61"/>
                    <a:pt x="49" y="60"/>
                  </a:cubicBezTo>
                  <a:cubicBezTo>
                    <a:pt x="49" y="58"/>
                    <a:pt x="48" y="57"/>
                    <a:pt x="47" y="57"/>
                  </a:cubicBezTo>
                  <a:cubicBezTo>
                    <a:pt x="46" y="57"/>
                    <a:pt x="46" y="58"/>
                    <a:pt x="44" y="58"/>
                  </a:cubicBezTo>
                  <a:cubicBezTo>
                    <a:pt x="43" y="59"/>
                    <a:pt x="42" y="59"/>
                    <a:pt x="41" y="59"/>
                  </a:cubicBezTo>
                  <a:cubicBezTo>
                    <a:pt x="39" y="59"/>
                    <a:pt x="38" y="57"/>
                    <a:pt x="38" y="52"/>
                  </a:cubicBezTo>
                  <a:cubicBezTo>
                    <a:pt x="38" y="47"/>
                    <a:pt x="39" y="41"/>
                    <a:pt x="41" y="33"/>
                  </a:cubicBezTo>
                  <a:cubicBezTo>
                    <a:pt x="42" y="25"/>
                    <a:pt x="44" y="18"/>
                    <a:pt x="46" y="12"/>
                  </a:cubicBezTo>
                  <a:cubicBezTo>
                    <a:pt x="47" y="9"/>
                    <a:pt x="48" y="7"/>
                    <a:pt x="48" y="6"/>
                  </a:cubicBezTo>
                  <a:cubicBezTo>
                    <a:pt x="48" y="4"/>
                    <a:pt x="47" y="3"/>
                    <a:pt x="47" y="2"/>
                  </a:cubicBezTo>
                  <a:cubicBezTo>
                    <a:pt x="46" y="1"/>
                    <a:pt x="45" y="0"/>
                    <a:pt x="44" y="0"/>
                  </a:cubicBezTo>
                  <a:cubicBezTo>
                    <a:pt x="43" y="0"/>
                    <a:pt x="42" y="1"/>
                    <a:pt x="41" y="1"/>
                  </a:cubicBezTo>
                  <a:cubicBezTo>
                    <a:pt x="40" y="2"/>
                    <a:pt x="39" y="3"/>
                    <a:pt x="38" y="4"/>
                  </a:cubicBezTo>
                  <a:cubicBezTo>
                    <a:pt x="38" y="6"/>
                    <a:pt x="37" y="8"/>
                    <a:pt x="36" y="12"/>
                  </a:cubicBezTo>
                  <a:cubicBezTo>
                    <a:pt x="36" y="14"/>
                    <a:pt x="35" y="20"/>
                    <a:pt x="33" y="28"/>
                  </a:cubicBezTo>
                  <a:cubicBezTo>
                    <a:pt x="31" y="27"/>
                    <a:pt x="29" y="26"/>
                    <a:pt x="26" y="26"/>
                  </a:cubicBezTo>
                  <a:cubicBezTo>
                    <a:pt x="20" y="26"/>
                    <a:pt x="14" y="29"/>
                    <a:pt x="9" y="36"/>
                  </a:cubicBezTo>
                  <a:cubicBezTo>
                    <a:pt x="3" y="43"/>
                    <a:pt x="0" y="50"/>
                    <a:pt x="0" y="56"/>
                  </a:cubicBezTo>
                  <a:cubicBezTo>
                    <a:pt x="0" y="60"/>
                    <a:pt x="1" y="63"/>
                    <a:pt x="3" y="65"/>
                  </a:cubicBezTo>
                  <a:cubicBezTo>
                    <a:pt x="5" y="67"/>
                    <a:pt x="7" y="68"/>
                    <a:pt x="10" y="68"/>
                  </a:cubicBezTo>
                  <a:cubicBezTo>
                    <a:pt x="16" y="68"/>
                    <a:pt x="23" y="63"/>
                    <a:pt x="30" y="54"/>
                  </a:cubicBezTo>
                  <a:close/>
                  <a:moveTo>
                    <a:pt x="12" y="60"/>
                  </a:moveTo>
                  <a:cubicBezTo>
                    <a:pt x="10" y="60"/>
                    <a:pt x="9" y="58"/>
                    <a:pt x="9" y="56"/>
                  </a:cubicBezTo>
                  <a:cubicBezTo>
                    <a:pt x="9" y="51"/>
                    <a:pt x="11" y="47"/>
                    <a:pt x="15" y="41"/>
                  </a:cubicBezTo>
                  <a:cubicBezTo>
                    <a:pt x="19" y="36"/>
                    <a:pt x="22" y="33"/>
                    <a:pt x="26" y="33"/>
                  </a:cubicBezTo>
                  <a:cubicBezTo>
                    <a:pt x="27" y="33"/>
                    <a:pt x="28" y="34"/>
                    <a:pt x="29" y="35"/>
                  </a:cubicBezTo>
                  <a:cubicBezTo>
                    <a:pt x="30" y="36"/>
                    <a:pt x="30" y="36"/>
                    <a:pt x="30" y="37"/>
                  </a:cubicBezTo>
                  <a:cubicBezTo>
                    <a:pt x="30" y="41"/>
                    <a:pt x="28" y="45"/>
                    <a:pt x="24" y="51"/>
                  </a:cubicBezTo>
                  <a:cubicBezTo>
                    <a:pt x="19" y="57"/>
                    <a:pt x="15" y="60"/>
                    <a:pt x="12"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224"/>
            <p:cNvSpPr>
              <a:spLocks/>
            </p:cNvSpPr>
            <p:nvPr/>
          </p:nvSpPr>
          <p:spPr bwMode="auto">
            <a:xfrm>
              <a:off x="2965450" y="3049588"/>
              <a:ext cx="82550" cy="66675"/>
            </a:xfrm>
            <a:custGeom>
              <a:avLst/>
              <a:gdLst>
                <a:gd name="T0" fmla="*/ 12 w 50"/>
                <a:gd name="T1" fmla="*/ 2 h 41"/>
                <a:gd name="T2" fmla="*/ 8 w 50"/>
                <a:gd name="T3" fmla="*/ 0 h 41"/>
                <a:gd name="T4" fmla="*/ 5 w 50"/>
                <a:gd name="T5" fmla="*/ 3 h 41"/>
                <a:gd name="T6" fmla="*/ 3 w 50"/>
                <a:gd name="T7" fmla="*/ 6 h 41"/>
                <a:gd name="T8" fmla="*/ 2 w 50"/>
                <a:gd name="T9" fmla="*/ 27 h 41"/>
                <a:gd name="T10" fmla="*/ 0 w 50"/>
                <a:gd name="T11" fmla="*/ 36 h 41"/>
                <a:gd name="T12" fmla="*/ 6 w 50"/>
                <a:gd name="T13" fmla="*/ 41 h 41"/>
                <a:gd name="T14" fmla="*/ 8 w 50"/>
                <a:gd name="T15" fmla="*/ 40 h 41"/>
                <a:gd name="T16" fmla="*/ 10 w 50"/>
                <a:gd name="T17" fmla="*/ 38 h 41"/>
                <a:gd name="T18" fmla="*/ 18 w 50"/>
                <a:gd name="T19" fmla="*/ 22 h 41"/>
                <a:gd name="T20" fmla="*/ 28 w 50"/>
                <a:gd name="T21" fmla="*/ 12 h 41"/>
                <a:gd name="T22" fmla="*/ 32 w 50"/>
                <a:gd name="T23" fmla="*/ 22 h 41"/>
                <a:gd name="T24" fmla="*/ 35 w 50"/>
                <a:gd name="T25" fmla="*/ 35 h 41"/>
                <a:gd name="T26" fmla="*/ 35 w 50"/>
                <a:gd name="T27" fmla="*/ 35 h 41"/>
                <a:gd name="T28" fmla="*/ 41 w 50"/>
                <a:gd name="T29" fmla="*/ 39 h 41"/>
                <a:gd name="T30" fmla="*/ 48 w 50"/>
                <a:gd name="T31" fmla="*/ 37 h 41"/>
                <a:gd name="T32" fmla="*/ 50 w 50"/>
                <a:gd name="T33" fmla="*/ 33 h 41"/>
                <a:gd name="T34" fmla="*/ 48 w 50"/>
                <a:gd name="T35" fmla="*/ 30 h 41"/>
                <a:gd name="T36" fmla="*/ 46 w 50"/>
                <a:gd name="T37" fmla="*/ 31 h 41"/>
                <a:gd name="T38" fmla="*/ 44 w 50"/>
                <a:gd name="T39" fmla="*/ 31 h 41"/>
                <a:gd name="T40" fmla="*/ 40 w 50"/>
                <a:gd name="T41" fmla="*/ 17 h 41"/>
                <a:gd name="T42" fmla="*/ 30 w 50"/>
                <a:gd name="T43" fmla="*/ 2 h 41"/>
                <a:gd name="T44" fmla="*/ 11 w 50"/>
                <a:gd name="T45" fmla="*/ 22 h 41"/>
                <a:gd name="T46" fmla="*/ 13 w 50"/>
                <a:gd name="T47" fmla="*/ 8 h 41"/>
                <a:gd name="T48" fmla="*/ 12 w 50"/>
                <a:gd name="T49" fmla="*/ 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0" h="41">
                  <a:moveTo>
                    <a:pt x="12" y="2"/>
                  </a:moveTo>
                  <a:cubicBezTo>
                    <a:pt x="11" y="1"/>
                    <a:pt x="10" y="0"/>
                    <a:pt x="8" y="0"/>
                  </a:cubicBezTo>
                  <a:cubicBezTo>
                    <a:pt x="7" y="0"/>
                    <a:pt x="6" y="1"/>
                    <a:pt x="5" y="3"/>
                  </a:cubicBezTo>
                  <a:cubicBezTo>
                    <a:pt x="4" y="4"/>
                    <a:pt x="3" y="5"/>
                    <a:pt x="3" y="6"/>
                  </a:cubicBezTo>
                  <a:cubicBezTo>
                    <a:pt x="3" y="15"/>
                    <a:pt x="3" y="22"/>
                    <a:pt x="2" y="27"/>
                  </a:cubicBezTo>
                  <a:cubicBezTo>
                    <a:pt x="1" y="32"/>
                    <a:pt x="0" y="35"/>
                    <a:pt x="0" y="36"/>
                  </a:cubicBezTo>
                  <a:cubicBezTo>
                    <a:pt x="0" y="39"/>
                    <a:pt x="2" y="41"/>
                    <a:pt x="6" y="41"/>
                  </a:cubicBezTo>
                  <a:cubicBezTo>
                    <a:pt x="7" y="41"/>
                    <a:pt x="8" y="41"/>
                    <a:pt x="8" y="40"/>
                  </a:cubicBezTo>
                  <a:cubicBezTo>
                    <a:pt x="9" y="40"/>
                    <a:pt x="9" y="39"/>
                    <a:pt x="10" y="38"/>
                  </a:cubicBezTo>
                  <a:cubicBezTo>
                    <a:pt x="11" y="34"/>
                    <a:pt x="14" y="29"/>
                    <a:pt x="18" y="22"/>
                  </a:cubicBezTo>
                  <a:cubicBezTo>
                    <a:pt x="23" y="15"/>
                    <a:pt x="26" y="12"/>
                    <a:pt x="28" y="12"/>
                  </a:cubicBezTo>
                  <a:cubicBezTo>
                    <a:pt x="30" y="12"/>
                    <a:pt x="31" y="15"/>
                    <a:pt x="32" y="22"/>
                  </a:cubicBezTo>
                  <a:cubicBezTo>
                    <a:pt x="32" y="28"/>
                    <a:pt x="33" y="33"/>
                    <a:pt x="35" y="35"/>
                  </a:cubicBezTo>
                  <a:cubicBezTo>
                    <a:pt x="35" y="35"/>
                    <a:pt x="35" y="35"/>
                    <a:pt x="35" y="35"/>
                  </a:cubicBezTo>
                  <a:cubicBezTo>
                    <a:pt x="36" y="38"/>
                    <a:pt x="38" y="39"/>
                    <a:pt x="41" y="39"/>
                  </a:cubicBezTo>
                  <a:cubicBezTo>
                    <a:pt x="44" y="39"/>
                    <a:pt x="46" y="38"/>
                    <a:pt x="48" y="37"/>
                  </a:cubicBezTo>
                  <a:cubicBezTo>
                    <a:pt x="49" y="35"/>
                    <a:pt x="50" y="34"/>
                    <a:pt x="50" y="33"/>
                  </a:cubicBezTo>
                  <a:cubicBezTo>
                    <a:pt x="50" y="31"/>
                    <a:pt x="50" y="30"/>
                    <a:pt x="48" y="30"/>
                  </a:cubicBezTo>
                  <a:cubicBezTo>
                    <a:pt x="48" y="30"/>
                    <a:pt x="47" y="30"/>
                    <a:pt x="46" y="31"/>
                  </a:cubicBezTo>
                  <a:cubicBezTo>
                    <a:pt x="45" y="31"/>
                    <a:pt x="45" y="31"/>
                    <a:pt x="44" y="31"/>
                  </a:cubicBezTo>
                  <a:cubicBezTo>
                    <a:pt x="43" y="31"/>
                    <a:pt x="41" y="26"/>
                    <a:pt x="40" y="17"/>
                  </a:cubicBezTo>
                  <a:cubicBezTo>
                    <a:pt x="39" y="7"/>
                    <a:pt x="36" y="2"/>
                    <a:pt x="30" y="2"/>
                  </a:cubicBezTo>
                  <a:cubicBezTo>
                    <a:pt x="23" y="2"/>
                    <a:pt x="16" y="9"/>
                    <a:pt x="11" y="22"/>
                  </a:cubicBezTo>
                  <a:cubicBezTo>
                    <a:pt x="12" y="15"/>
                    <a:pt x="13" y="10"/>
                    <a:pt x="13" y="8"/>
                  </a:cubicBezTo>
                  <a:cubicBezTo>
                    <a:pt x="13" y="4"/>
                    <a:pt x="12" y="2"/>
                    <a:pt x="1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225"/>
            <p:cNvSpPr>
              <a:spLocks noEditPoints="1"/>
            </p:cNvSpPr>
            <p:nvPr/>
          </p:nvSpPr>
          <p:spPr bwMode="auto">
            <a:xfrm>
              <a:off x="3052763" y="3044826"/>
              <a:ext cx="60325" cy="74613"/>
            </a:xfrm>
            <a:custGeom>
              <a:avLst/>
              <a:gdLst>
                <a:gd name="T0" fmla="*/ 11 w 37"/>
                <a:gd name="T1" fmla="*/ 31 h 46"/>
                <a:gd name="T2" fmla="*/ 28 w 37"/>
                <a:gd name="T3" fmla="*/ 22 h 46"/>
                <a:gd name="T4" fmla="*/ 35 w 37"/>
                <a:gd name="T5" fmla="*/ 9 h 46"/>
                <a:gd name="T6" fmla="*/ 32 w 37"/>
                <a:gd name="T7" fmla="*/ 2 h 46"/>
                <a:gd name="T8" fmla="*/ 25 w 37"/>
                <a:gd name="T9" fmla="*/ 0 h 46"/>
                <a:gd name="T10" fmla="*/ 8 w 37"/>
                <a:gd name="T11" fmla="*/ 9 h 46"/>
                <a:gd name="T12" fmla="*/ 0 w 37"/>
                <a:gd name="T13" fmla="*/ 30 h 46"/>
                <a:gd name="T14" fmla="*/ 4 w 37"/>
                <a:gd name="T15" fmla="*/ 42 h 46"/>
                <a:gd name="T16" fmla="*/ 15 w 37"/>
                <a:gd name="T17" fmla="*/ 46 h 46"/>
                <a:gd name="T18" fmla="*/ 30 w 37"/>
                <a:gd name="T19" fmla="*/ 40 h 46"/>
                <a:gd name="T20" fmla="*/ 37 w 37"/>
                <a:gd name="T21" fmla="*/ 30 h 46"/>
                <a:gd name="T22" fmla="*/ 35 w 37"/>
                <a:gd name="T23" fmla="*/ 28 h 46"/>
                <a:gd name="T24" fmla="*/ 32 w 37"/>
                <a:gd name="T25" fmla="*/ 29 h 46"/>
                <a:gd name="T26" fmla="*/ 16 w 37"/>
                <a:gd name="T27" fmla="*/ 37 h 46"/>
                <a:gd name="T28" fmla="*/ 12 w 37"/>
                <a:gd name="T29" fmla="*/ 36 h 46"/>
                <a:gd name="T30" fmla="*/ 10 w 37"/>
                <a:gd name="T31" fmla="*/ 32 h 46"/>
                <a:gd name="T32" fmla="*/ 11 w 37"/>
                <a:gd name="T33" fmla="*/ 31 h 46"/>
                <a:gd name="T34" fmla="*/ 16 w 37"/>
                <a:gd name="T35" fmla="*/ 13 h 46"/>
                <a:gd name="T36" fmla="*/ 24 w 37"/>
                <a:gd name="T37" fmla="*/ 8 h 46"/>
                <a:gd name="T38" fmla="*/ 26 w 37"/>
                <a:gd name="T39" fmla="*/ 8 h 46"/>
                <a:gd name="T40" fmla="*/ 26 w 37"/>
                <a:gd name="T41" fmla="*/ 11 h 46"/>
                <a:gd name="T42" fmla="*/ 22 w 37"/>
                <a:gd name="T43" fmla="*/ 18 h 46"/>
                <a:gd name="T44" fmla="*/ 11 w 37"/>
                <a:gd name="T45" fmla="*/ 23 h 46"/>
                <a:gd name="T46" fmla="*/ 16 w 37"/>
                <a:gd name="T47"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 h="46">
                  <a:moveTo>
                    <a:pt x="11" y="31"/>
                  </a:moveTo>
                  <a:cubicBezTo>
                    <a:pt x="18" y="29"/>
                    <a:pt x="24" y="26"/>
                    <a:pt x="28" y="22"/>
                  </a:cubicBezTo>
                  <a:cubicBezTo>
                    <a:pt x="32" y="18"/>
                    <a:pt x="35" y="14"/>
                    <a:pt x="35" y="9"/>
                  </a:cubicBezTo>
                  <a:cubicBezTo>
                    <a:pt x="35" y="6"/>
                    <a:pt x="34" y="4"/>
                    <a:pt x="32" y="2"/>
                  </a:cubicBezTo>
                  <a:cubicBezTo>
                    <a:pt x="30" y="0"/>
                    <a:pt x="28" y="0"/>
                    <a:pt x="25" y="0"/>
                  </a:cubicBezTo>
                  <a:cubicBezTo>
                    <a:pt x="19" y="0"/>
                    <a:pt x="13" y="3"/>
                    <a:pt x="8" y="9"/>
                  </a:cubicBezTo>
                  <a:cubicBezTo>
                    <a:pt x="3" y="16"/>
                    <a:pt x="0" y="23"/>
                    <a:pt x="0" y="30"/>
                  </a:cubicBezTo>
                  <a:cubicBezTo>
                    <a:pt x="0" y="35"/>
                    <a:pt x="2" y="39"/>
                    <a:pt x="4" y="42"/>
                  </a:cubicBezTo>
                  <a:cubicBezTo>
                    <a:pt x="7" y="44"/>
                    <a:pt x="10" y="46"/>
                    <a:pt x="15" y="46"/>
                  </a:cubicBezTo>
                  <a:cubicBezTo>
                    <a:pt x="20" y="46"/>
                    <a:pt x="26" y="44"/>
                    <a:pt x="30" y="40"/>
                  </a:cubicBezTo>
                  <a:cubicBezTo>
                    <a:pt x="35" y="36"/>
                    <a:pt x="37" y="33"/>
                    <a:pt x="37" y="30"/>
                  </a:cubicBezTo>
                  <a:cubicBezTo>
                    <a:pt x="37" y="29"/>
                    <a:pt x="36" y="28"/>
                    <a:pt x="35" y="28"/>
                  </a:cubicBezTo>
                  <a:cubicBezTo>
                    <a:pt x="34" y="28"/>
                    <a:pt x="33" y="28"/>
                    <a:pt x="32" y="29"/>
                  </a:cubicBezTo>
                  <a:cubicBezTo>
                    <a:pt x="27" y="35"/>
                    <a:pt x="21" y="37"/>
                    <a:pt x="16" y="37"/>
                  </a:cubicBezTo>
                  <a:cubicBezTo>
                    <a:pt x="14" y="37"/>
                    <a:pt x="13" y="37"/>
                    <a:pt x="12" y="36"/>
                  </a:cubicBezTo>
                  <a:cubicBezTo>
                    <a:pt x="11" y="35"/>
                    <a:pt x="10" y="33"/>
                    <a:pt x="10" y="32"/>
                  </a:cubicBezTo>
                  <a:cubicBezTo>
                    <a:pt x="10" y="31"/>
                    <a:pt x="10" y="31"/>
                    <a:pt x="11" y="31"/>
                  </a:cubicBezTo>
                  <a:close/>
                  <a:moveTo>
                    <a:pt x="16" y="13"/>
                  </a:moveTo>
                  <a:cubicBezTo>
                    <a:pt x="19" y="9"/>
                    <a:pt x="22" y="8"/>
                    <a:pt x="24" y="8"/>
                  </a:cubicBezTo>
                  <a:cubicBezTo>
                    <a:pt x="25" y="8"/>
                    <a:pt x="25" y="8"/>
                    <a:pt x="26" y="8"/>
                  </a:cubicBezTo>
                  <a:cubicBezTo>
                    <a:pt x="26" y="9"/>
                    <a:pt x="26" y="10"/>
                    <a:pt x="26" y="11"/>
                  </a:cubicBezTo>
                  <a:cubicBezTo>
                    <a:pt x="26" y="13"/>
                    <a:pt x="25" y="15"/>
                    <a:pt x="22" y="18"/>
                  </a:cubicBezTo>
                  <a:cubicBezTo>
                    <a:pt x="19" y="21"/>
                    <a:pt x="15" y="22"/>
                    <a:pt x="11" y="23"/>
                  </a:cubicBezTo>
                  <a:cubicBezTo>
                    <a:pt x="12" y="20"/>
                    <a:pt x="13" y="16"/>
                    <a:pt x="1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226"/>
            <p:cNvSpPr>
              <a:spLocks/>
            </p:cNvSpPr>
            <p:nvPr/>
          </p:nvSpPr>
          <p:spPr bwMode="auto">
            <a:xfrm>
              <a:off x="3116263" y="3046413"/>
              <a:ext cx="71438" cy="109538"/>
            </a:xfrm>
            <a:custGeom>
              <a:avLst/>
              <a:gdLst>
                <a:gd name="T0" fmla="*/ 20 w 44"/>
                <a:gd name="T1" fmla="*/ 59 h 67"/>
                <a:gd name="T2" fmla="*/ 6 w 44"/>
                <a:gd name="T3" fmla="*/ 53 h 67"/>
                <a:gd name="T4" fmla="*/ 4 w 44"/>
                <a:gd name="T5" fmla="*/ 52 h 67"/>
                <a:gd name="T6" fmla="*/ 1 w 44"/>
                <a:gd name="T7" fmla="*/ 53 h 67"/>
                <a:gd name="T8" fmla="*/ 0 w 44"/>
                <a:gd name="T9" fmla="*/ 56 h 67"/>
                <a:gd name="T10" fmla="*/ 3 w 44"/>
                <a:gd name="T11" fmla="*/ 61 h 67"/>
                <a:gd name="T12" fmla="*/ 11 w 44"/>
                <a:gd name="T13" fmla="*/ 65 h 67"/>
                <a:gd name="T14" fmla="*/ 11 w 44"/>
                <a:gd name="T15" fmla="*/ 65 h 67"/>
                <a:gd name="T16" fmla="*/ 21 w 44"/>
                <a:gd name="T17" fmla="*/ 67 h 67"/>
                <a:gd name="T18" fmla="*/ 29 w 44"/>
                <a:gd name="T19" fmla="*/ 65 h 67"/>
                <a:gd name="T20" fmla="*/ 36 w 44"/>
                <a:gd name="T21" fmla="*/ 55 h 67"/>
                <a:gd name="T22" fmla="*/ 41 w 44"/>
                <a:gd name="T23" fmla="*/ 38 h 67"/>
                <a:gd name="T24" fmla="*/ 43 w 44"/>
                <a:gd name="T25" fmla="*/ 20 h 67"/>
                <a:gd name="T26" fmla="*/ 44 w 44"/>
                <a:gd name="T27" fmla="*/ 7 h 67"/>
                <a:gd name="T28" fmla="*/ 43 w 44"/>
                <a:gd name="T29" fmla="*/ 1 h 67"/>
                <a:gd name="T30" fmla="*/ 39 w 44"/>
                <a:gd name="T31" fmla="*/ 0 h 67"/>
                <a:gd name="T32" fmla="*/ 36 w 44"/>
                <a:gd name="T33" fmla="*/ 1 h 67"/>
                <a:gd name="T34" fmla="*/ 34 w 44"/>
                <a:gd name="T35" fmla="*/ 3 h 67"/>
                <a:gd name="T36" fmla="*/ 34 w 44"/>
                <a:gd name="T37" fmla="*/ 9 h 67"/>
                <a:gd name="T38" fmla="*/ 33 w 44"/>
                <a:gd name="T39" fmla="*/ 19 h 67"/>
                <a:gd name="T40" fmla="*/ 31 w 44"/>
                <a:gd name="T41" fmla="*/ 23 h 67"/>
                <a:gd name="T42" fmla="*/ 27 w 44"/>
                <a:gd name="T43" fmla="*/ 27 h 67"/>
                <a:gd name="T44" fmla="*/ 20 w 44"/>
                <a:gd name="T45" fmla="*/ 31 h 67"/>
                <a:gd name="T46" fmla="*/ 16 w 44"/>
                <a:gd name="T47" fmla="*/ 32 h 67"/>
                <a:gd name="T48" fmla="*/ 14 w 44"/>
                <a:gd name="T49" fmla="*/ 31 h 67"/>
                <a:gd name="T50" fmla="*/ 13 w 44"/>
                <a:gd name="T51" fmla="*/ 27 h 67"/>
                <a:gd name="T52" fmla="*/ 17 w 44"/>
                <a:gd name="T53" fmla="*/ 14 h 67"/>
                <a:gd name="T54" fmla="*/ 20 w 44"/>
                <a:gd name="T55" fmla="*/ 7 h 67"/>
                <a:gd name="T56" fmla="*/ 19 w 44"/>
                <a:gd name="T57" fmla="*/ 4 h 67"/>
                <a:gd name="T58" fmla="*/ 16 w 44"/>
                <a:gd name="T59" fmla="*/ 2 h 67"/>
                <a:gd name="T60" fmla="*/ 11 w 44"/>
                <a:gd name="T61" fmla="*/ 4 h 67"/>
                <a:gd name="T62" fmla="*/ 7 w 44"/>
                <a:gd name="T63" fmla="*/ 16 h 67"/>
                <a:gd name="T64" fmla="*/ 5 w 44"/>
                <a:gd name="T65" fmla="*/ 29 h 67"/>
                <a:gd name="T66" fmla="*/ 7 w 44"/>
                <a:gd name="T67" fmla="*/ 38 h 67"/>
                <a:gd name="T68" fmla="*/ 14 w 44"/>
                <a:gd name="T69" fmla="*/ 41 h 67"/>
                <a:gd name="T70" fmla="*/ 33 w 44"/>
                <a:gd name="T71" fmla="*/ 31 h 67"/>
                <a:gd name="T72" fmla="*/ 28 w 44"/>
                <a:gd name="T73" fmla="*/ 51 h 67"/>
                <a:gd name="T74" fmla="*/ 20 w 44"/>
                <a:gd name="T75" fmla="*/ 5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4" h="67">
                  <a:moveTo>
                    <a:pt x="20" y="59"/>
                  </a:moveTo>
                  <a:cubicBezTo>
                    <a:pt x="14" y="59"/>
                    <a:pt x="9" y="57"/>
                    <a:pt x="6" y="53"/>
                  </a:cubicBezTo>
                  <a:cubicBezTo>
                    <a:pt x="5" y="52"/>
                    <a:pt x="4" y="52"/>
                    <a:pt x="4" y="52"/>
                  </a:cubicBezTo>
                  <a:cubicBezTo>
                    <a:pt x="3" y="52"/>
                    <a:pt x="2" y="52"/>
                    <a:pt x="1" y="53"/>
                  </a:cubicBezTo>
                  <a:cubicBezTo>
                    <a:pt x="1" y="53"/>
                    <a:pt x="0" y="54"/>
                    <a:pt x="0" y="56"/>
                  </a:cubicBezTo>
                  <a:cubicBezTo>
                    <a:pt x="0" y="57"/>
                    <a:pt x="1" y="59"/>
                    <a:pt x="3" y="61"/>
                  </a:cubicBezTo>
                  <a:cubicBezTo>
                    <a:pt x="5" y="62"/>
                    <a:pt x="8" y="64"/>
                    <a:pt x="11" y="65"/>
                  </a:cubicBezTo>
                  <a:cubicBezTo>
                    <a:pt x="11" y="65"/>
                    <a:pt x="11" y="65"/>
                    <a:pt x="11" y="65"/>
                  </a:cubicBezTo>
                  <a:cubicBezTo>
                    <a:pt x="14" y="67"/>
                    <a:pt x="17" y="67"/>
                    <a:pt x="21" y="67"/>
                  </a:cubicBezTo>
                  <a:cubicBezTo>
                    <a:pt x="24" y="67"/>
                    <a:pt x="27" y="66"/>
                    <a:pt x="29" y="65"/>
                  </a:cubicBezTo>
                  <a:cubicBezTo>
                    <a:pt x="32" y="63"/>
                    <a:pt x="34" y="59"/>
                    <a:pt x="36" y="55"/>
                  </a:cubicBezTo>
                  <a:cubicBezTo>
                    <a:pt x="38" y="50"/>
                    <a:pt x="39" y="44"/>
                    <a:pt x="41" y="38"/>
                  </a:cubicBezTo>
                  <a:cubicBezTo>
                    <a:pt x="42" y="32"/>
                    <a:pt x="42" y="26"/>
                    <a:pt x="43" y="20"/>
                  </a:cubicBezTo>
                  <a:cubicBezTo>
                    <a:pt x="44" y="7"/>
                    <a:pt x="44" y="7"/>
                    <a:pt x="44" y="7"/>
                  </a:cubicBezTo>
                  <a:cubicBezTo>
                    <a:pt x="44" y="4"/>
                    <a:pt x="43" y="2"/>
                    <a:pt x="43" y="1"/>
                  </a:cubicBezTo>
                  <a:cubicBezTo>
                    <a:pt x="42" y="1"/>
                    <a:pt x="41" y="0"/>
                    <a:pt x="39" y="0"/>
                  </a:cubicBezTo>
                  <a:cubicBezTo>
                    <a:pt x="38" y="0"/>
                    <a:pt x="37" y="1"/>
                    <a:pt x="36" y="1"/>
                  </a:cubicBezTo>
                  <a:cubicBezTo>
                    <a:pt x="35" y="2"/>
                    <a:pt x="35" y="3"/>
                    <a:pt x="34" y="3"/>
                  </a:cubicBezTo>
                  <a:cubicBezTo>
                    <a:pt x="34" y="4"/>
                    <a:pt x="34" y="6"/>
                    <a:pt x="34" y="9"/>
                  </a:cubicBezTo>
                  <a:cubicBezTo>
                    <a:pt x="34" y="14"/>
                    <a:pt x="33" y="18"/>
                    <a:pt x="33" y="19"/>
                  </a:cubicBezTo>
                  <a:cubicBezTo>
                    <a:pt x="33" y="21"/>
                    <a:pt x="32" y="22"/>
                    <a:pt x="31" y="23"/>
                  </a:cubicBezTo>
                  <a:cubicBezTo>
                    <a:pt x="31" y="24"/>
                    <a:pt x="29" y="25"/>
                    <a:pt x="27" y="27"/>
                  </a:cubicBezTo>
                  <a:cubicBezTo>
                    <a:pt x="24" y="29"/>
                    <a:pt x="22" y="31"/>
                    <a:pt x="20" y="31"/>
                  </a:cubicBezTo>
                  <a:cubicBezTo>
                    <a:pt x="18" y="32"/>
                    <a:pt x="17" y="32"/>
                    <a:pt x="16" y="32"/>
                  </a:cubicBezTo>
                  <a:cubicBezTo>
                    <a:pt x="15" y="32"/>
                    <a:pt x="15" y="32"/>
                    <a:pt x="14" y="31"/>
                  </a:cubicBezTo>
                  <a:cubicBezTo>
                    <a:pt x="14" y="30"/>
                    <a:pt x="13" y="29"/>
                    <a:pt x="13" y="27"/>
                  </a:cubicBezTo>
                  <a:cubicBezTo>
                    <a:pt x="13" y="23"/>
                    <a:pt x="14" y="19"/>
                    <a:pt x="17" y="14"/>
                  </a:cubicBezTo>
                  <a:cubicBezTo>
                    <a:pt x="19" y="10"/>
                    <a:pt x="20" y="8"/>
                    <a:pt x="20" y="7"/>
                  </a:cubicBezTo>
                  <a:cubicBezTo>
                    <a:pt x="20" y="6"/>
                    <a:pt x="19" y="5"/>
                    <a:pt x="19" y="4"/>
                  </a:cubicBezTo>
                  <a:cubicBezTo>
                    <a:pt x="18" y="3"/>
                    <a:pt x="17" y="2"/>
                    <a:pt x="16" y="2"/>
                  </a:cubicBezTo>
                  <a:cubicBezTo>
                    <a:pt x="13" y="2"/>
                    <a:pt x="12" y="3"/>
                    <a:pt x="11" y="4"/>
                  </a:cubicBezTo>
                  <a:cubicBezTo>
                    <a:pt x="10" y="6"/>
                    <a:pt x="8" y="10"/>
                    <a:pt x="7" y="16"/>
                  </a:cubicBezTo>
                  <a:cubicBezTo>
                    <a:pt x="5" y="22"/>
                    <a:pt x="5" y="26"/>
                    <a:pt x="5" y="29"/>
                  </a:cubicBezTo>
                  <a:cubicBezTo>
                    <a:pt x="5" y="33"/>
                    <a:pt x="5" y="35"/>
                    <a:pt x="7" y="38"/>
                  </a:cubicBezTo>
                  <a:cubicBezTo>
                    <a:pt x="9" y="40"/>
                    <a:pt x="11" y="41"/>
                    <a:pt x="14" y="41"/>
                  </a:cubicBezTo>
                  <a:cubicBezTo>
                    <a:pt x="18" y="41"/>
                    <a:pt x="24" y="38"/>
                    <a:pt x="33" y="31"/>
                  </a:cubicBezTo>
                  <a:cubicBezTo>
                    <a:pt x="32" y="39"/>
                    <a:pt x="30" y="46"/>
                    <a:pt x="28" y="51"/>
                  </a:cubicBezTo>
                  <a:cubicBezTo>
                    <a:pt x="26" y="56"/>
                    <a:pt x="23" y="59"/>
                    <a:pt x="20"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Freeform 227"/>
            <p:cNvSpPr>
              <a:spLocks/>
            </p:cNvSpPr>
            <p:nvPr/>
          </p:nvSpPr>
          <p:spPr bwMode="auto">
            <a:xfrm>
              <a:off x="2754313" y="3179763"/>
              <a:ext cx="73025" cy="100013"/>
            </a:xfrm>
            <a:custGeom>
              <a:avLst/>
              <a:gdLst>
                <a:gd name="T0" fmla="*/ 45 w 45"/>
                <a:gd name="T1" fmla="*/ 3 h 61"/>
                <a:gd name="T2" fmla="*/ 43 w 45"/>
                <a:gd name="T3" fmla="*/ 1 h 61"/>
                <a:gd name="T4" fmla="*/ 37 w 45"/>
                <a:gd name="T5" fmla="*/ 0 h 61"/>
                <a:gd name="T6" fmla="*/ 26 w 45"/>
                <a:gd name="T7" fmla="*/ 1 h 61"/>
                <a:gd name="T8" fmla="*/ 14 w 45"/>
                <a:gd name="T9" fmla="*/ 2 h 61"/>
                <a:gd name="T10" fmla="*/ 11 w 45"/>
                <a:gd name="T11" fmla="*/ 2 h 61"/>
                <a:gd name="T12" fmla="*/ 9 w 45"/>
                <a:gd name="T13" fmla="*/ 2 h 61"/>
                <a:gd name="T14" fmla="*/ 6 w 45"/>
                <a:gd name="T15" fmla="*/ 3 h 61"/>
                <a:gd name="T16" fmla="*/ 4 w 45"/>
                <a:gd name="T17" fmla="*/ 6 h 61"/>
                <a:gd name="T18" fmla="*/ 5 w 45"/>
                <a:gd name="T19" fmla="*/ 9 h 61"/>
                <a:gd name="T20" fmla="*/ 5 w 45"/>
                <a:gd name="T21" fmla="*/ 11 h 61"/>
                <a:gd name="T22" fmla="*/ 1 w 45"/>
                <a:gd name="T23" fmla="*/ 40 h 61"/>
                <a:gd name="T24" fmla="*/ 0 w 45"/>
                <a:gd name="T25" fmla="*/ 55 h 61"/>
                <a:gd name="T26" fmla="*/ 2 w 45"/>
                <a:gd name="T27" fmla="*/ 59 h 61"/>
                <a:gd name="T28" fmla="*/ 6 w 45"/>
                <a:gd name="T29" fmla="*/ 61 h 61"/>
                <a:gd name="T30" fmla="*/ 10 w 45"/>
                <a:gd name="T31" fmla="*/ 56 h 61"/>
                <a:gd name="T32" fmla="*/ 10 w 45"/>
                <a:gd name="T33" fmla="*/ 51 h 61"/>
                <a:gd name="T34" fmla="*/ 10 w 45"/>
                <a:gd name="T35" fmla="*/ 44 h 61"/>
                <a:gd name="T36" fmla="*/ 11 w 45"/>
                <a:gd name="T37" fmla="*/ 39 h 61"/>
                <a:gd name="T38" fmla="*/ 12 w 45"/>
                <a:gd name="T39" fmla="*/ 38 h 61"/>
                <a:gd name="T40" fmla="*/ 21 w 45"/>
                <a:gd name="T41" fmla="*/ 37 h 61"/>
                <a:gd name="T42" fmla="*/ 31 w 45"/>
                <a:gd name="T43" fmla="*/ 35 h 61"/>
                <a:gd name="T44" fmla="*/ 36 w 45"/>
                <a:gd name="T45" fmla="*/ 34 h 61"/>
                <a:gd name="T46" fmla="*/ 39 w 45"/>
                <a:gd name="T47" fmla="*/ 32 h 61"/>
                <a:gd name="T48" fmla="*/ 40 w 45"/>
                <a:gd name="T49" fmla="*/ 30 h 61"/>
                <a:gd name="T50" fmla="*/ 34 w 45"/>
                <a:gd name="T51" fmla="*/ 26 h 61"/>
                <a:gd name="T52" fmla="*/ 27 w 45"/>
                <a:gd name="T53" fmla="*/ 27 h 61"/>
                <a:gd name="T54" fmla="*/ 15 w 45"/>
                <a:gd name="T55" fmla="*/ 29 h 61"/>
                <a:gd name="T56" fmla="*/ 12 w 45"/>
                <a:gd name="T57" fmla="*/ 29 h 61"/>
                <a:gd name="T58" fmla="*/ 15 w 45"/>
                <a:gd name="T59" fmla="*/ 11 h 61"/>
                <a:gd name="T60" fmla="*/ 24 w 45"/>
                <a:gd name="T61" fmla="*/ 10 h 61"/>
                <a:gd name="T62" fmla="*/ 35 w 45"/>
                <a:gd name="T63" fmla="*/ 9 h 61"/>
                <a:gd name="T64" fmla="*/ 38 w 45"/>
                <a:gd name="T65" fmla="*/ 9 h 61"/>
                <a:gd name="T66" fmla="*/ 40 w 45"/>
                <a:gd name="T67" fmla="*/ 9 h 61"/>
                <a:gd name="T68" fmla="*/ 42 w 45"/>
                <a:gd name="T69" fmla="*/ 9 h 61"/>
                <a:gd name="T70" fmla="*/ 42 w 45"/>
                <a:gd name="T71" fmla="*/ 9 h 61"/>
                <a:gd name="T72" fmla="*/ 45 w 45"/>
                <a:gd name="T73" fmla="*/ 3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5" h="61">
                  <a:moveTo>
                    <a:pt x="45" y="3"/>
                  </a:moveTo>
                  <a:cubicBezTo>
                    <a:pt x="45" y="3"/>
                    <a:pt x="44" y="2"/>
                    <a:pt x="43" y="1"/>
                  </a:cubicBezTo>
                  <a:cubicBezTo>
                    <a:pt x="42" y="1"/>
                    <a:pt x="40" y="0"/>
                    <a:pt x="37" y="0"/>
                  </a:cubicBezTo>
                  <a:cubicBezTo>
                    <a:pt x="35" y="0"/>
                    <a:pt x="31" y="0"/>
                    <a:pt x="26" y="1"/>
                  </a:cubicBezTo>
                  <a:cubicBezTo>
                    <a:pt x="19" y="2"/>
                    <a:pt x="15" y="2"/>
                    <a:pt x="14" y="2"/>
                  </a:cubicBezTo>
                  <a:cubicBezTo>
                    <a:pt x="13" y="2"/>
                    <a:pt x="12" y="2"/>
                    <a:pt x="11" y="2"/>
                  </a:cubicBezTo>
                  <a:cubicBezTo>
                    <a:pt x="10" y="2"/>
                    <a:pt x="9" y="2"/>
                    <a:pt x="9" y="2"/>
                  </a:cubicBezTo>
                  <a:cubicBezTo>
                    <a:pt x="8" y="2"/>
                    <a:pt x="7" y="2"/>
                    <a:pt x="6" y="3"/>
                  </a:cubicBezTo>
                  <a:cubicBezTo>
                    <a:pt x="5" y="4"/>
                    <a:pt x="4" y="5"/>
                    <a:pt x="4" y="6"/>
                  </a:cubicBezTo>
                  <a:cubicBezTo>
                    <a:pt x="4" y="7"/>
                    <a:pt x="4" y="8"/>
                    <a:pt x="5" y="9"/>
                  </a:cubicBezTo>
                  <a:cubicBezTo>
                    <a:pt x="5" y="10"/>
                    <a:pt x="5" y="10"/>
                    <a:pt x="5" y="11"/>
                  </a:cubicBezTo>
                  <a:cubicBezTo>
                    <a:pt x="2" y="30"/>
                    <a:pt x="1" y="40"/>
                    <a:pt x="1" y="40"/>
                  </a:cubicBezTo>
                  <a:cubicBezTo>
                    <a:pt x="0" y="47"/>
                    <a:pt x="0" y="52"/>
                    <a:pt x="0" y="55"/>
                  </a:cubicBezTo>
                  <a:cubicBezTo>
                    <a:pt x="0" y="57"/>
                    <a:pt x="0" y="58"/>
                    <a:pt x="2" y="59"/>
                  </a:cubicBezTo>
                  <a:cubicBezTo>
                    <a:pt x="3" y="61"/>
                    <a:pt x="4" y="61"/>
                    <a:pt x="6" y="61"/>
                  </a:cubicBezTo>
                  <a:cubicBezTo>
                    <a:pt x="9" y="61"/>
                    <a:pt x="10" y="60"/>
                    <a:pt x="10" y="56"/>
                  </a:cubicBezTo>
                  <a:cubicBezTo>
                    <a:pt x="10" y="51"/>
                    <a:pt x="10" y="51"/>
                    <a:pt x="10" y="51"/>
                  </a:cubicBezTo>
                  <a:cubicBezTo>
                    <a:pt x="10" y="49"/>
                    <a:pt x="10" y="46"/>
                    <a:pt x="10" y="44"/>
                  </a:cubicBezTo>
                  <a:cubicBezTo>
                    <a:pt x="11" y="41"/>
                    <a:pt x="11" y="39"/>
                    <a:pt x="11" y="39"/>
                  </a:cubicBezTo>
                  <a:cubicBezTo>
                    <a:pt x="11" y="38"/>
                    <a:pt x="11" y="38"/>
                    <a:pt x="12" y="38"/>
                  </a:cubicBezTo>
                  <a:cubicBezTo>
                    <a:pt x="14" y="38"/>
                    <a:pt x="17" y="37"/>
                    <a:pt x="21" y="37"/>
                  </a:cubicBezTo>
                  <a:cubicBezTo>
                    <a:pt x="31" y="35"/>
                    <a:pt x="31" y="35"/>
                    <a:pt x="31" y="35"/>
                  </a:cubicBezTo>
                  <a:cubicBezTo>
                    <a:pt x="34" y="35"/>
                    <a:pt x="35" y="35"/>
                    <a:pt x="36" y="34"/>
                  </a:cubicBezTo>
                  <a:cubicBezTo>
                    <a:pt x="37" y="34"/>
                    <a:pt x="38" y="33"/>
                    <a:pt x="39" y="32"/>
                  </a:cubicBezTo>
                  <a:cubicBezTo>
                    <a:pt x="39" y="32"/>
                    <a:pt x="40" y="31"/>
                    <a:pt x="40" y="30"/>
                  </a:cubicBezTo>
                  <a:cubicBezTo>
                    <a:pt x="40" y="28"/>
                    <a:pt x="38" y="26"/>
                    <a:pt x="34" y="26"/>
                  </a:cubicBezTo>
                  <a:cubicBezTo>
                    <a:pt x="32" y="26"/>
                    <a:pt x="30" y="26"/>
                    <a:pt x="27" y="27"/>
                  </a:cubicBezTo>
                  <a:cubicBezTo>
                    <a:pt x="23" y="28"/>
                    <a:pt x="19" y="28"/>
                    <a:pt x="15" y="29"/>
                  </a:cubicBezTo>
                  <a:cubicBezTo>
                    <a:pt x="14" y="29"/>
                    <a:pt x="13" y="29"/>
                    <a:pt x="12" y="29"/>
                  </a:cubicBezTo>
                  <a:cubicBezTo>
                    <a:pt x="12" y="22"/>
                    <a:pt x="14" y="16"/>
                    <a:pt x="15" y="11"/>
                  </a:cubicBezTo>
                  <a:cubicBezTo>
                    <a:pt x="17" y="11"/>
                    <a:pt x="20" y="10"/>
                    <a:pt x="24" y="10"/>
                  </a:cubicBezTo>
                  <a:cubicBezTo>
                    <a:pt x="28" y="9"/>
                    <a:pt x="32" y="9"/>
                    <a:pt x="35" y="9"/>
                  </a:cubicBezTo>
                  <a:cubicBezTo>
                    <a:pt x="37" y="9"/>
                    <a:pt x="38" y="9"/>
                    <a:pt x="38" y="9"/>
                  </a:cubicBezTo>
                  <a:cubicBezTo>
                    <a:pt x="39" y="9"/>
                    <a:pt x="39" y="9"/>
                    <a:pt x="40" y="9"/>
                  </a:cubicBezTo>
                  <a:cubicBezTo>
                    <a:pt x="41" y="9"/>
                    <a:pt x="41" y="9"/>
                    <a:pt x="42" y="9"/>
                  </a:cubicBezTo>
                  <a:cubicBezTo>
                    <a:pt x="42" y="9"/>
                    <a:pt x="42" y="9"/>
                    <a:pt x="42" y="9"/>
                  </a:cubicBezTo>
                  <a:cubicBezTo>
                    <a:pt x="44" y="7"/>
                    <a:pt x="45" y="6"/>
                    <a:pt x="4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Freeform 228"/>
            <p:cNvSpPr>
              <a:spLocks noEditPoints="1"/>
            </p:cNvSpPr>
            <p:nvPr/>
          </p:nvSpPr>
          <p:spPr bwMode="auto">
            <a:xfrm>
              <a:off x="2825750" y="3203576"/>
              <a:ext cx="68263" cy="73025"/>
            </a:xfrm>
            <a:custGeom>
              <a:avLst/>
              <a:gdLst>
                <a:gd name="T0" fmla="*/ 35 w 42"/>
                <a:gd name="T1" fmla="*/ 45 h 45"/>
                <a:gd name="T2" fmla="*/ 40 w 42"/>
                <a:gd name="T3" fmla="*/ 44 h 45"/>
                <a:gd name="T4" fmla="*/ 42 w 42"/>
                <a:gd name="T5" fmla="*/ 41 h 45"/>
                <a:gd name="T6" fmla="*/ 40 w 42"/>
                <a:gd name="T7" fmla="*/ 39 h 45"/>
                <a:gd name="T8" fmla="*/ 38 w 42"/>
                <a:gd name="T9" fmla="*/ 37 h 45"/>
                <a:gd name="T10" fmla="*/ 37 w 42"/>
                <a:gd name="T11" fmla="*/ 35 h 45"/>
                <a:gd name="T12" fmla="*/ 37 w 42"/>
                <a:gd name="T13" fmla="*/ 28 h 45"/>
                <a:gd name="T14" fmla="*/ 38 w 42"/>
                <a:gd name="T15" fmla="*/ 15 h 45"/>
                <a:gd name="T16" fmla="*/ 39 w 42"/>
                <a:gd name="T17" fmla="*/ 9 h 45"/>
                <a:gd name="T18" fmla="*/ 34 w 42"/>
                <a:gd name="T19" fmla="*/ 5 h 45"/>
                <a:gd name="T20" fmla="*/ 28 w 42"/>
                <a:gd name="T21" fmla="*/ 0 h 45"/>
                <a:gd name="T22" fmla="*/ 9 w 42"/>
                <a:gd name="T23" fmla="*/ 12 h 45"/>
                <a:gd name="T24" fmla="*/ 0 w 42"/>
                <a:gd name="T25" fmla="*/ 34 h 45"/>
                <a:gd name="T26" fmla="*/ 3 w 42"/>
                <a:gd name="T27" fmla="*/ 41 h 45"/>
                <a:gd name="T28" fmla="*/ 9 w 42"/>
                <a:gd name="T29" fmla="*/ 44 h 45"/>
                <a:gd name="T30" fmla="*/ 29 w 42"/>
                <a:gd name="T31" fmla="*/ 31 h 45"/>
                <a:gd name="T32" fmla="*/ 35 w 42"/>
                <a:gd name="T33" fmla="*/ 45 h 45"/>
                <a:gd name="T34" fmla="*/ 22 w 42"/>
                <a:gd name="T35" fmla="*/ 27 h 45"/>
                <a:gd name="T36" fmla="*/ 11 w 42"/>
                <a:gd name="T37" fmla="*/ 36 h 45"/>
                <a:gd name="T38" fmla="*/ 10 w 42"/>
                <a:gd name="T39" fmla="*/ 32 h 45"/>
                <a:gd name="T40" fmla="*/ 16 w 42"/>
                <a:gd name="T41" fmla="*/ 17 h 45"/>
                <a:gd name="T42" fmla="*/ 26 w 42"/>
                <a:gd name="T43" fmla="*/ 9 h 45"/>
                <a:gd name="T44" fmla="*/ 28 w 42"/>
                <a:gd name="T45" fmla="*/ 10 h 45"/>
                <a:gd name="T46" fmla="*/ 29 w 42"/>
                <a:gd name="T47" fmla="*/ 13 h 45"/>
                <a:gd name="T48" fmla="*/ 22 w 42"/>
                <a:gd name="T49"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 h="45">
                  <a:moveTo>
                    <a:pt x="35" y="45"/>
                  </a:moveTo>
                  <a:cubicBezTo>
                    <a:pt x="37" y="45"/>
                    <a:pt x="38" y="45"/>
                    <a:pt x="40" y="44"/>
                  </a:cubicBezTo>
                  <a:cubicBezTo>
                    <a:pt x="41" y="43"/>
                    <a:pt x="42" y="42"/>
                    <a:pt x="42" y="41"/>
                  </a:cubicBezTo>
                  <a:cubicBezTo>
                    <a:pt x="42" y="40"/>
                    <a:pt x="41" y="39"/>
                    <a:pt x="40" y="39"/>
                  </a:cubicBezTo>
                  <a:cubicBezTo>
                    <a:pt x="39" y="38"/>
                    <a:pt x="38" y="38"/>
                    <a:pt x="38" y="37"/>
                  </a:cubicBezTo>
                  <a:cubicBezTo>
                    <a:pt x="38" y="37"/>
                    <a:pt x="38" y="36"/>
                    <a:pt x="37" y="35"/>
                  </a:cubicBezTo>
                  <a:cubicBezTo>
                    <a:pt x="37" y="33"/>
                    <a:pt x="37" y="31"/>
                    <a:pt x="37" y="28"/>
                  </a:cubicBezTo>
                  <a:cubicBezTo>
                    <a:pt x="37" y="24"/>
                    <a:pt x="37" y="20"/>
                    <a:pt x="38" y="15"/>
                  </a:cubicBezTo>
                  <a:cubicBezTo>
                    <a:pt x="39" y="12"/>
                    <a:pt x="39" y="10"/>
                    <a:pt x="39" y="9"/>
                  </a:cubicBezTo>
                  <a:cubicBezTo>
                    <a:pt x="39" y="6"/>
                    <a:pt x="37" y="5"/>
                    <a:pt x="34" y="5"/>
                  </a:cubicBezTo>
                  <a:cubicBezTo>
                    <a:pt x="33" y="2"/>
                    <a:pt x="31" y="0"/>
                    <a:pt x="28" y="0"/>
                  </a:cubicBezTo>
                  <a:cubicBezTo>
                    <a:pt x="22" y="0"/>
                    <a:pt x="16" y="4"/>
                    <a:pt x="9" y="12"/>
                  </a:cubicBezTo>
                  <a:cubicBezTo>
                    <a:pt x="3" y="20"/>
                    <a:pt x="0" y="27"/>
                    <a:pt x="0" y="34"/>
                  </a:cubicBezTo>
                  <a:cubicBezTo>
                    <a:pt x="0" y="37"/>
                    <a:pt x="1" y="40"/>
                    <a:pt x="3" y="41"/>
                  </a:cubicBezTo>
                  <a:cubicBezTo>
                    <a:pt x="4" y="43"/>
                    <a:pt x="6" y="44"/>
                    <a:pt x="9" y="44"/>
                  </a:cubicBezTo>
                  <a:cubicBezTo>
                    <a:pt x="15" y="44"/>
                    <a:pt x="22" y="40"/>
                    <a:pt x="29" y="31"/>
                  </a:cubicBezTo>
                  <a:cubicBezTo>
                    <a:pt x="28" y="40"/>
                    <a:pt x="30" y="45"/>
                    <a:pt x="35" y="45"/>
                  </a:cubicBezTo>
                  <a:close/>
                  <a:moveTo>
                    <a:pt x="22" y="27"/>
                  </a:moveTo>
                  <a:cubicBezTo>
                    <a:pt x="18" y="33"/>
                    <a:pt x="14" y="36"/>
                    <a:pt x="11" y="36"/>
                  </a:cubicBezTo>
                  <a:cubicBezTo>
                    <a:pt x="10" y="36"/>
                    <a:pt x="10" y="35"/>
                    <a:pt x="10" y="32"/>
                  </a:cubicBezTo>
                  <a:cubicBezTo>
                    <a:pt x="10" y="28"/>
                    <a:pt x="12" y="23"/>
                    <a:pt x="16" y="17"/>
                  </a:cubicBezTo>
                  <a:cubicBezTo>
                    <a:pt x="20" y="12"/>
                    <a:pt x="24" y="9"/>
                    <a:pt x="26" y="9"/>
                  </a:cubicBezTo>
                  <a:cubicBezTo>
                    <a:pt x="27" y="9"/>
                    <a:pt x="28" y="9"/>
                    <a:pt x="28" y="10"/>
                  </a:cubicBezTo>
                  <a:cubicBezTo>
                    <a:pt x="29" y="11"/>
                    <a:pt x="29" y="12"/>
                    <a:pt x="29" y="13"/>
                  </a:cubicBezTo>
                  <a:cubicBezTo>
                    <a:pt x="29" y="17"/>
                    <a:pt x="27" y="22"/>
                    <a:pt x="22"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229"/>
            <p:cNvSpPr>
              <a:spLocks/>
            </p:cNvSpPr>
            <p:nvPr/>
          </p:nvSpPr>
          <p:spPr bwMode="auto">
            <a:xfrm>
              <a:off x="2919413" y="3170238"/>
              <a:ext cx="22225" cy="19050"/>
            </a:xfrm>
            <a:custGeom>
              <a:avLst/>
              <a:gdLst>
                <a:gd name="T0" fmla="*/ 7 w 13"/>
                <a:gd name="T1" fmla="*/ 0 h 12"/>
                <a:gd name="T2" fmla="*/ 2 w 13"/>
                <a:gd name="T3" fmla="*/ 2 h 12"/>
                <a:gd name="T4" fmla="*/ 0 w 13"/>
                <a:gd name="T5" fmla="*/ 6 h 12"/>
                <a:gd name="T6" fmla="*/ 2 w 13"/>
                <a:gd name="T7" fmla="*/ 10 h 12"/>
                <a:gd name="T8" fmla="*/ 6 w 13"/>
                <a:gd name="T9" fmla="*/ 12 h 12"/>
                <a:gd name="T10" fmla="*/ 10 w 13"/>
                <a:gd name="T11" fmla="*/ 10 h 12"/>
                <a:gd name="T12" fmla="*/ 13 w 13"/>
                <a:gd name="T13" fmla="*/ 5 h 12"/>
                <a:gd name="T14" fmla="*/ 11 w 13"/>
                <a:gd name="T15" fmla="*/ 1 h 12"/>
                <a:gd name="T16" fmla="*/ 7 w 1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2">
                  <a:moveTo>
                    <a:pt x="7" y="0"/>
                  </a:moveTo>
                  <a:cubicBezTo>
                    <a:pt x="5" y="0"/>
                    <a:pt x="3" y="0"/>
                    <a:pt x="2" y="2"/>
                  </a:cubicBezTo>
                  <a:cubicBezTo>
                    <a:pt x="0" y="3"/>
                    <a:pt x="0" y="4"/>
                    <a:pt x="0" y="6"/>
                  </a:cubicBezTo>
                  <a:cubicBezTo>
                    <a:pt x="0" y="8"/>
                    <a:pt x="0" y="9"/>
                    <a:pt x="2" y="10"/>
                  </a:cubicBezTo>
                  <a:cubicBezTo>
                    <a:pt x="3" y="12"/>
                    <a:pt x="4" y="12"/>
                    <a:pt x="6" y="12"/>
                  </a:cubicBezTo>
                  <a:cubicBezTo>
                    <a:pt x="7" y="12"/>
                    <a:pt x="9" y="11"/>
                    <a:pt x="10" y="10"/>
                  </a:cubicBezTo>
                  <a:cubicBezTo>
                    <a:pt x="12" y="9"/>
                    <a:pt x="13" y="7"/>
                    <a:pt x="13" y="5"/>
                  </a:cubicBezTo>
                  <a:cubicBezTo>
                    <a:pt x="13" y="4"/>
                    <a:pt x="12" y="3"/>
                    <a:pt x="11" y="1"/>
                  </a:cubicBezTo>
                  <a:cubicBezTo>
                    <a:pt x="10" y="0"/>
                    <a:pt x="9"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230"/>
            <p:cNvSpPr>
              <a:spLocks/>
            </p:cNvSpPr>
            <p:nvPr/>
          </p:nvSpPr>
          <p:spPr bwMode="auto">
            <a:xfrm>
              <a:off x="2905125" y="3208338"/>
              <a:ext cx="25400" cy="69850"/>
            </a:xfrm>
            <a:custGeom>
              <a:avLst/>
              <a:gdLst>
                <a:gd name="T0" fmla="*/ 5 w 15"/>
                <a:gd name="T1" fmla="*/ 43 h 43"/>
                <a:gd name="T2" fmla="*/ 9 w 15"/>
                <a:gd name="T3" fmla="*/ 41 h 43"/>
                <a:gd name="T4" fmla="*/ 11 w 15"/>
                <a:gd name="T5" fmla="*/ 39 h 43"/>
                <a:gd name="T6" fmla="*/ 11 w 15"/>
                <a:gd name="T7" fmla="*/ 38 h 43"/>
                <a:gd name="T8" fmla="*/ 10 w 15"/>
                <a:gd name="T9" fmla="*/ 31 h 43"/>
                <a:gd name="T10" fmla="*/ 10 w 15"/>
                <a:gd name="T11" fmla="*/ 23 h 43"/>
                <a:gd name="T12" fmla="*/ 13 w 15"/>
                <a:gd name="T13" fmla="*/ 11 h 43"/>
                <a:gd name="T14" fmla="*/ 13 w 15"/>
                <a:gd name="T15" fmla="*/ 10 h 43"/>
                <a:gd name="T16" fmla="*/ 15 w 15"/>
                <a:gd name="T17" fmla="*/ 4 h 43"/>
                <a:gd name="T18" fmla="*/ 13 w 15"/>
                <a:gd name="T19" fmla="*/ 1 h 43"/>
                <a:gd name="T20" fmla="*/ 9 w 15"/>
                <a:gd name="T21" fmla="*/ 0 h 43"/>
                <a:gd name="T22" fmla="*/ 5 w 15"/>
                <a:gd name="T23" fmla="*/ 2 h 43"/>
                <a:gd name="T24" fmla="*/ 4 w 15"/>
                <a:gd name="T25" fmla="*/ 6 h 43"/>
                <a:gd name="T26" fmla="*/ 3 w 15"/>
                <a:gd name="T27" fmla="*/ 15 h 43"/>
                <a:gd name="T28" fmla="*/ 3 w 15"/>
                <a:gd name="T29" fmla="*/ 15 h 43"/>
                <a:gd name="T30" fmla="*/ 2 w 15"/>
                <a:gd name="T31" fmla="*/ 19 h 43"/>
                <a:gd name="T32" fmla="*/ 0 w 15"/>
                <a:gd name="T33" fmla="*/ 35 h 43"/>
                <a:gd name="T34" fmla="*/ 5 w 15"/>
                <a:gd name="T35"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43">
                  <a:moveTo>
                    <a:pt x="5" y="43"/>
                  </a:moveTo>
                  <a:cubicBezTo>
                    <a:pt x="7" y="43"/>
                    <a:pt x="8" y="42"/>
                    <a:pt x="9" y="41"/>
                  </a:cubicBezTo>
                  <a:cubicBezTo>
                    <a:pt x="10" y="40"/>
                    <a:pt x="11" y="39"/>
                    <a:pt x="11" y="39"/>
                  </a:cubicBezTo>
                  <a:cubicBezTo>
                    <a:pt x="11" y="39"/>
                    <a:pt x="11" y="38"/>
                    <a:pt x="11" y="38"/>
                  </a:cubicBezTo>
                  <a:cubicBezTo>
                    <a:pt x="10" y="35"/>
                    <a:pt x="10" y="33"/>
                    <a:pt x="10" y="31"/>
                  </a:cubicBezTo>
                  <a:cubicBezTo>
                    <a:pt x="10" y="29"/>
                    <a:pt x="10" y="27"/>
                    <a:pt x="10" y="23"/>
                  </a:cubicBezTo>
                  <a:cubicBezTo>
                    <a:pt x="11" y="20"/>
                    <a:pt x="11" y="16"/>
                    <a:pt x="13" y="11"/>
                  </a:cubicBezTo>
                  <a:cubicBezTo>
                    <a:pt x="13" y="10"/>
                    <a:pt x="13" y="10"/>
                    <a:pt x="13" y="10"/>
                  </a:cubicBezTo>
                  <a:cubicBezTo>
                    <a:pt x="14" y="7"/>
                    <a:pt x="15" y="5"/>
                    <a:pt x="15" y="4"/>
                  </a:cubicBezTo>
                  <a:cubicBezTo>
                    <a:pt x="15" y="3"/>
                    <a:pt x="14" y="2"/>
                    <a:pt x="13" y="1"/>
                  </a:cubicBezTo>
                  <a:cubicBezTo>
                    <a:pt x="12" y="0"/>
                    <a:pt x="11" y="0"/>
                    <a:pt x="9" y="0"/>
                  </a:cubicBezTo>
                  <a:cubicBezTo>
                    <a:pt x="7" y="0"/>
                    <a:pt x="6" y="0"/>
                    <a:pt x="5" y="2"/>
                  </a:cubicBezTo>
                  <a:cubicBezTo>
                    <a:pt x="4" y="3"/>
                    <a:pt x="4" y="4"/>
                    <a:pt x="4" y="6"/>
                  </a:cubicBezTo>
                  <a:cubicBezTo>
                    <a:pt x="4" y="7"/>
                    <a:pt x="4" y="10"/>
                    <a:pt x="3" y="15"/>
                  </a:cubicBezTo>
                  <a:cubicBezTo>
                    <a:pt x="3" y="15"/>
                    <a:pt x="3" y="15"/>
                    <a:pt x="3" y="15"/>
                  </a:cubicBezTo>
                  <a:cubicBezTo>
                    <a:pt x="3" y="16"/>
                    <a:pt x="2" y="17"/>
                    <a:pt x="2" y="19"/>
                  </a:cubicBezTo>
                  <a:cubicBezTo>
                    <a:pt x="1" y="25"/>
                    <a:pt x="0" y="30"/>
                    <a:pt x="0" y="35"/>
                  </a:cubicBezTo>
                  <a:cubicBezTo>
                    <a:pt x="0" y="40"/>
                    <a:pt x="2" y="43"/>
                    <a:pt x="5"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Freeform 231"/>
            <p:cNvSpPr>
              <a:spLocks/>
            </p:cNvSpPr>
            <p:nvPr/>
          </p:nvSpPr>
          <p:spPr bwMode="auto">
            <a:xfrm>
              <a:off x="2944813" y="3165476"/>
              <a:ext cx="28575" cy="114300"/>
            </a:xfrm>
            <a:custGeom>
              <a:avLst/>
              <a:gdLst>
                <a:gd name="T0" fmla="*/ 9 w 18"/>
                <a:gd name="T1" fmla="*/ 3 h 70"/>
                <a:gd name="T2" fmla="*/ 4 w 18"/>
                <a:gd name="T3" fmla="*/ 26 h 70"/>
                <a:gd name="T4" fmla="*/ 0 w 18"/>
                <a:gd name="T5" fmla="*/ 58 h 70"/>
                <a:gd name="T6" fmla="*/ 2 w 18"/>
                <a:gd name="T7" fmla="*/ 67 h 70"/>
                <a:gd name="T8" fmla="*/ 6 w 18"/>
                <a:gd name="T9" fmla="*/ 70 h 70"/>
                <a:gd name="T10" fmla="*/ 9 w 18"/>
                <a:gd name="T11" fmla="*/ 68 h 70"/>
                <a:gd name="T12" fmla="*/ 11 w 18"/>
                <a:gd name="T13" fmla="*/ 64 h 70"/>
                <a:gd name="T14" fmla="*/ 11 w 18"/>
                <a:gd name="T15" fmla="*/ 62 h 70"/>
                <a:gd name="T16" fmla="*/ 10 w 18"/>
                <a:gd name="T17" fmla="*/ 50 h 70"/>
                <a:gd name="T18" fmla="*/ 11 w 18"/>
                <a:gd name="T19" fmla="*/ 37 h 70"/>
                <a:gd name="T20" fmla="*/ 14 w 18"/>
                <a:gd name="T21" fmla="*/ 21 h 70"/>
                <a:gd name="T22" fmla="*/ 17 w 18"/>
                <a:gd name="T23" fmla="*/ 9 h 70"/>
                <a:gd name="T24" fmla="*/ 18 w 18"/>
                <a:gd name="T25" fmla="*/ 5 h 70"/>
                <a:gd name="T26" fmla="*/ 14 w 18"/>
                <a:gd name="T27" fmla="*/ 0 h 70"/>
                <a:gd name="T28" fmla="*/ 9 w 18"/>
                <a:gd name="T29" fmla="*/ 3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70">
                  <a:moveTo>
                    <a:pt x="9" y="3"/>
                  </a:moveTo>
                  <a:cubicBezTo>
                    <a:pt x="8" y="6"/>
                    <a:pt x="6" y="13"/>
                    <a:pt x="4" y="26"/>
                  </a:cubicBezTo>
                  <a:cubicBezTo>
                    <a:pt x="2" y="38"/>
                    <a:pt x="0" y="49"/>
                    <a:pt x="0" y="58"/>
                  </a:cubicBezTo>
                  <a:cubicBezTo>
                    <a:pt x="0" y="62"/>
                    <a:pt x="1" y="65"/>
                    <a:pt x="2" y="67"/>
                  </a:cubicBezTo>
                  <a:cubicBezTo>
                    <a:pt x="2" y="69"/>
                    <a:pt x="4" y="70"/>
                    <a:pt x="6" y="70"/>
                  </a:cubicBezTo>
                  <a:cubicBezTo>
                    <a:pt x="7" y="70"/>
                    <a:pt x="8" y="69"/>
                    <a:pt x="9" y="68"/>
                  </a:cubicBezTo>
                  <a:cubicBezTo>
                    <a:pt x="10" y="67"/>
                    <a:pt x="11" y="66"/>
                    <a:pt x="11" y="64"/>
                  </a:cubicBezTo>
                  <a:cubicBezTo>
                    <a:pt x="11" y="64"/>
                    <a:pt x="11" y="63"/>
                    <a:pt x="11" y="62"/>
                  </a:cubicBezTo>
                  <a:cubicBezTo>
                    <a:pt x="10" y="57"/>
                    <a:pt x="10" y="53"/>
                    <a:pt x="10" y="50"/>
                  </a:cubicBezTo>
                  <a:cubicBezTo>
                    <a:pt x="10" y="47"/>
                    <a:pt x="10" y="42"/>
                    <a:pt x="11" y="37"/>
                  </a:cubicBezTo>
                  <a:cubicBezTo>
                    <a:pt x="12" y="31"/>
                    <a:pt x="13" y="26"/>
                    <a:pt x="14" y="21"/>
                  </a:cubicBezTo>
                  <a:cubicBezTo>
                    <a:pt x="16" y="15"/>
                    <a:pt x="17" y="11"/>
                    <a:pt x="17" y="9"/>
                  </a:cubicBezTo>
                  <a:cubicBezTo>
                    <a:pt x="18" y="8"/>
                    <a:pt x="18" y="6"/>
                    <a:pt x="18" y="5"/>
                  </a:cubicBezTo>
                  <a:cubicBezTo>
                    <a:pt x="18" y="2"/>
                    <a:pt x="16" y="0"/>
                    <a:pt x="14" y="0"/>
                  </a:cubicBezTo>
                  <a:cubicBezTo>
                    <a:pt x="12" y="0"/>
                    <a:pt x="10" y="1"/>
                    <a:pt x="9"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Freeform 232"/>
            <p:cNvSpPr>
              <a:spLocks/>
            </p:cNvSpPr>
            <p:nvPr/>
          </p:nvSpPr>
          <p:spPr bwMode="auto">
            <a:xfrm>
              <a:off x="2979738" y="3206751"/>
              <a:ext cx="66675" cy="71438"/>
            </a:xfrm>
            <a:custGeom>
              <a:avLst/>
              <a:gdLst>
                <a:gd name="T0" fmla="*/ 12 w 40"/>
                <a:gd name="T1" fmla="*/ 13 h 44"/>
                <a:gd name="T2" fmla="*/ 14 w 40"/>
                <a:gd name="T3" fmla="*/ 5 h 44"/>
                <a:gd name="T4" fmla="*/ 13 w 40"/>
                <a:gd name="T5" fmla="*/ 2 h 44"/>
                <a:gd name="T6" fmla="*/ 9 w 40"/>
                <a:gd name="T7" fmla="*/ 0 h 44"/>
                <a:gd name="T8" fmla="*/ 4 w 40"/>
                <a:gd name="T9" fmla="*/ 3 h 44"/>
                <a:gd name="T10" fmla="*/ 2 w 40"/>
                <a:gd name="T11" fmla="*/ 15 h 44"/>
                <a:gd name="T12" fmla="*/ 0 w 40"/>
                <a:gd name="T13" fmla="*/ 29 h 44"/>
                <a:gd name="T14" fmla="*/ 3 w 40"/>
                <a:gd name="T15" fmla="*/ 39 h 44"/>
                <a:gd name="T16" fmla="*/ 9 w 40"/>
                <a:gd name="T17" fmla="*/ 42 h 44"/>
                <a:gd name="T18" fmla="*/ 19 w 40"/>
                <a:gd name="T19" fmla="*/ 38 h 44"/>
                <a:gd name="T20" fmla="*/ 28 w 40"/>
                <a:gd name="T21" fmla="*/ 27 h 44"/>
                <a:gd name="T22" fmla="*/ 30 w 40"/>
                <a:gd name="T23" fmla="*/ 39 h 44"/>
                <a:gd name="T24" fmla="*/ 34 w 40"/>
                <a:gd name="T25" fmla="*/ 44 h 44"/>
                <a:gd name="T26" fmla="*/ 38 w 40"/>
                <a:gd name="T27" fmla="*/ 42 h 44"/>
                <a:gd name="T28" fmla="*/ 40 w 40"/>
                <a:gd name="T29" fmla="*/ 40 h 44"/>
                <a:gd name="T30" fmla="*/ 39 w 40"/>
                <a:gd name="T31" fmla="*/ 38 h 44"/>
                <a:gd name="T32" fmla="*/ 36 w 40"/>
                <a:gd name="T33" fmla="*/ 26 h 44"/>
                <a:gd name="T34" fmla="*/ 38 w 40"/>
                <a:gd name="T35" fmla="*/ 10 h 44"/>
                <a:gd name="T36" fmla="*/ 39 w 40"/>
                <a:gd name="T37" fmla="*/ 7 h 44"/>
                <a:gd name="T38" fmla="*/ 34 w 40"/>
                <a:gd name="T39" fmla="*/ 3 h 44"/>
                <a:gd name="T40" fmla="*/ 31 w 40"/>
                <a:gd name="T41" fmla="*/ 5 h 44"/>
                <a:gd name="T42" fmla="*/ 27 w 40"/>
                <a:gd name="T43" fmla="*/ 14 h 44"/>
                <a:gd name="T44" fmla="*/ 20 w 40"/>
                <a:gd name="T45" fmla="*/ 27 h 44"/>
                <a:gd name="T46" fmla="*/ 11 w 40"/>
                <a:gd name="T47" fmla="*/ 34 h 44"/>
                <a:gd name="T48" fmla="*/ 8 w 40"/>
                <a:gd name="T49" fmla="*/ 28 h 44"/>
                <a:gd name="T50" fmla="*/ 10 w 40"/>
                <a:gd name="T51" fmla="*/ 21 h 44"/>
                <a:gd name="T52" fmla="*/ 12 w 40"/>
                <a:gd name="T53" fmla="*/ 1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0" h="44">
                  <a:moveTo>
                    <a:pt x="12" y="13"/>
                  </a:moveTo>
                  <a:cubicBezTo>
                    <a:pt x="13" y="9"/>
                    <a:pt x="14" y="6"/>
                    <a:pt x="14" y="5"/>
                  </a:cubicBezTo>
                  <a:cubicBezTo>
                    <a:pt x="14" y="4"/>
                    <a:pt x="14" y="3"/>
                    <a:pt x="13" y="2"/>
                  </a:cubicBezTo>
                  <a:cubicBezTo>
                    <a:pt x="12" y="0"/>
                    <a:pt x="11" y="0"/>
                    <a:pt x="9" y="0"/>
                  </a:cubicBezTo>
                  <a:cubicBezTo>
                    <a:pt x="7" y="0"/>
                    <a:pt x="5" y="1"/>
                    <a:pt x="4" y="3"/>
                  </a:cubicBezTo>
                  <a:cubicBezTo>
                    <a:pt x="4" y="6"/>
                    <a:pt x="3" y="10"/>
                    <a:pt x="2" y="15"/>
                  </a:cubicBezTo>
                  <a:cubicBezTo>
                    <a:pt x="1" y="21"/>
                    <a:pt x="0" y="26"/>
                    <a:pt x="0" y="29"/>
                  </a:cubicBezTo>
                  <a:cubicBezTo>
                    <a:pt x="0" y="34"/>
                    <a:pt x="1" y="37"/>
                    <a:pt x="3" y="39"/>
                  </a:cubicBezTo>
                  <a:cubicBezTo>
                    <a:pt x="5" y="41"/>
                    <a:pt x="7" y="42"/>
                    <a:pt x="9" y="42"/>
                  </a:cubicBezTo>
                  <a:cubicBezTo>
                    <a:pt x="12" y="42"/>
                    <a:pt x="16" y="41"/>
                    <a:pt x="19" y="38"/>
                  </a:cubicBezTo>
                  <a:cubicBezTo>
                    <a:pt x="22" y="36"/>
                    <a:pt x="25" y="32"/>
                    <a:pt x="28" y="27"/>
                  </a:cubicBezTo>
                  <a:cubicBezTo>
                    <a:pt x="28" y="32"/>
                    <a:pt x="28" y="36"/>
                    <a:pt x="30" y="39"/>
                  </a:cubicBezTo>
                  <a:cubicBezTo>
                    <a:pt x="31" y="42"/>
                    <a:pt x="32" y="44"/>
                    <a:pt x="34" y="44"/>
                  </a:cubicBezTo>
                  <a:cubicBezTo>
                    <a:pt x="36" y="44"/>
                    <a:pt x="37" y="43"/>
                    <a:pt x="38" y="42"/>
                  </a:cubicBezTo>
                  <a:cubicBezTo>
                    <a:pt x="40" y="41"/>
                    <a:pt x="40" y="41"/>
                    <a:pt x="40" y="40"/>
                  </a:cubicBezTo>
                  <a:cubicBezTo>
                    <a:pt x="40" y="39"/>
                    <a:pt x="40" y="38"/>
                    <a:pt x="39" y="38"/>
                  </a:cubicBezTo>
                  <a:cubicBezTo>
                    <a:pt x="37" y="37"/>
                    <a:pt x="36" y="32"/>
                    <a:pt x="36" y="26"/>
                  </a:cubicBezTo>
                  <a:cubicBezTo>
                    <a:pt x="36" y="20"/>
                    <a:pt x="36" y="15"/>
                    <a:pt x="38" y="10"/>
                  </a:cubicBezTo>
                  <a:cubicBezTo>
                    <a:pt x="38" y="9"/>
                    <a:pt x="39" y="8"/>
                    <a:pt x="39" y="7"/>
                  </a:cubicBezTo>
                  <a:cubicBezTo>
                    <a:pt x="39" y="4"/>
                    <a:pt x="37" y="3"/>
                    <a:pt x="34" y="3"/>
                  </a:cubicBezTo>
                  <a:cubicBezTo>
                    <a:pt x="33" y="3"/>
                    <a:pt x="31" y="3"/>
                    <a:pt x="31" y="5"/>
                  </a:cubicBezTo>
                  <a:cubicBezTo>
                    <a:pt x="30" y="6"/>
                    <a:pt x="29" y="9"/>
                    <a:pt x="27" y="14"/>
                  </a:cubicBezTo>
                  <a:cubicBezTo>
                    <a:pt x="26" y="18"/>
                    <a:pt x="24" y="23"/>
                    <a:pt x="20" y="27"/>
                  </a:cubicBezTo>
                  <a:cubicBezTo>
                    <a:pt x="16" y="31"/>
                    <a:pt x="13" y="34"/>
                    <a:pt x="11" y="34"/>
                  </a:cubicBezTo>
                  <a:cubicBezTo>
                    <a:pt x="9" y="34"/>
                    <a:pt x="8" y="32"/>
                    <a:pt x="8" y="28"/>
                  </a:cubicBezTo>
                  <a:cubicBezTo>
                    <a:pt x="8" y="27"/>
                    <a:pt x="9" y="25"/>
                    <a:pt x="10" y="21"/>
                  </a:cubicBezTo>
                  <a:cubicBezTo>
                    <a:pt x="11" y="17"/>
                    <a:pt x="11" y="15"/>
                    <a:pt x="12"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233"/>
            <p:cNvSpPr>
              <a:spLocks/>
            </p:cNvSpPr>
            <p:nvPr/>
          </p:nvSpPr>
          <p:spPr bwMode="auto">
            <a:xfrm>
              <a:off x="3063875" y="3205163"/>
              <a:ext cx="63500" cy="73025"/>
            </a:xfrm>
            <a:custGeom>
              <a:avLst/>
              <a:gdLst>
                <a:gd name="T0" fmla="*/ 19 w 39"/>
                <a:gd name="T1" fmla="*/ 6 h 45"/>
                <a:gd name="T2" fmla="*/ 9 w 39"/>
                <a:gd name="T3" fmla="*/ 22 h 45"/>
                <a:gd name="T4" fmla="*/ 8 w 39"/>
                <a:gd name="T5" fmla="*/ 23 h 45"/>
                <a:gd name="T6" fmla="*/ 9 w 39"/>
                <a:gd name="T7" fmla="*/ 17 h 45"/>
                <a:gd name="T8" fmla="*/ 10 w 39"/>
                <a:gd name="T9" fmla="*/ 12 h 45"/>
                <a:gd name="T10" fmla="*/ 12 w 39"/>
                <a:gd name="T11" fmla="*/ 5 h 45"/>
                <a:gd name="T12" fmla="*/ 11 w 39"/>
                <a:gd name="T13" fmla="*/ 2 h 45"/>
                <a:gd name="T14" fmla="*/ 8 w 39"/>
                <a:gd name="T15" fmla="*/ 1 h 45"/>
                <a:gd name="T16" fmla="*/ 4 w 39"/>
                <a:gd name="T17" fmla="*/ 2 h 45"/>
                <a:gd name="T18" fmla="*/ 2 w 39"/>
                <a:gd name="T19" fmla="*/ 5 h 45"/>
                <a:gd name="T20" fmla="*/ 1 w 39"/>
                <a:gd name="T21" fmla="*/ 10 h 45"/>
                <a:gd name="T22" fmla="*/ 1 w 39"/>
                <a:gd name="T23" fmla="*/ 13 h 45"/>
                <a:gd name="T24" fmla="*/ 0 w 39"/>
                <a:gd name="T25" fmla="*/ 24 h 45"/>
                <a:gd name="T26" fmla="*/ 0 w 39"/>
                <a:gd name="T27" fmla="*/ 32 h 45"/>
                <a:gd name="T28" fmla="*/ 1 w 39"/>
                <a:gd name="T29" fmla="*/ 42 h 45"/>
                <a:gd name="T30" fmla="*/ 5 w 39"/>
                <a:gd name="T31" fmla="*/ 45 h 45"/>
                <a:gd name="T32" fmla="*/ 9 w 39"/>
                <a:gd name="T33" fmla="*/ 44 h 45"/>
                <a:gd name="T34" fmla="*/ 11 w 39"/>
                <a:gd name="T35" fmla="*/ 39 h 45"/>
                <a:gd name="T36" fmla="*/ 19 w 39"/>
                <a:gd name="T37" fmla="*/ 18 h 45"/>
                <a:gd name="T38" fmla="*/ 29 w 39"/>
                <a:gd name="T39" fmla="*/ 9 h 45"/>
                <a:gd name="T40" fmla="*/ 31 w 39"/>
                <a:gd name="T41" fmla="*/ 10 h 45"/>
                <a:gd name="T42" fmla="*/ 36 w 39"/>
                <a:gd name="T43" fmla="*/ 12 h 45"/>
                <a:gd name="T44" fmla="*/ 38 w 39"/>
                <a:gd name="T45" fmla="*/ 11 h 45"/>
                <a:gd name="T46" fmla="*/ 39 w 39"/>
                <a:gd name="T47" fmla="*/ 8 h 45"/>
                <a:gd name="T48" fmla="*/ 36 w 39"/>
                <a:gd name="T49" fmla="*/ 3 h 45"/>
                <a:gd name="T50" fmla="*/ 30 w 39"/>
                <a:gd name="T51" fmla="*/ 0 h 45"/>
                <a:gd name="T52" fmla="*/ 19 w 39"/>
                <a:gd name="T53" fmla="*/ 6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9" h="45">
                  <a:moveTo>
                    <a:pt x="19" y="6"/>
                  </a:moveTo>
                  <a:cubicBezTo>
                    <a:pt x="15" y="10"/>
                    <a:pt x="12" y="16"/>
                    <a:pt x="9" y="22"/>
                  </a:cubicBezTo>
                  <a:cubicBezTo>
                    <a:pt x="8" y="23"/>
                    <a:pt x="8" y="23"/>
                    <a:pt x="8" y="23"/>
                  </a:cubicBezTo>
                  <a:cubicBezTo>
                    <a:pt x="9" y="17"/>
                    <a:pt x="9" y="17"/>
                    <a:pt x="9" y="17"/>
                  </a:cubicBezTo>
                  <a:cubicBezTo>
                    <a:pt x="9" y="15"/>
                    <a:pt x="10" y="14"/>
                    <a:pt x="10" y="12"/>
                  </a:cubicBezTo>
                  <a:cubicBezTo>
                    <a:pt x="11" y="8"/>
                    <a:pt x="12" y="6"/>
                    <a:pt x="12" y="5"/>
                  </a:cubicBezTo>
                  <a:cubicBezTo>
                    <a:pt x="12" y="4"/>
                    <a:pt x="12" y="3"/>
                    <a:pt x="11" y="2"/>
                  </a:cubicBezTo>
                  <a:cubicBezTo>
                    <a:pt x="10" y="1"/>
                    <a:pt x="9" y="1"/>
                    <a:pt x="8" y="1"/>
                  </a:cubicBezTo>
                  <a:cubicBezTo>
                    <a:pt x="6" y="1"/>
                    <a:pt x="5" y="1"/>
                    <a:pt x="4" y="2"/>
                  </a:cubicBezTo>
                  <a:cubicBezTo>
                    <a:pt x="3" y="3"/>
                    <a:pt x="2" y="4"/>
                    <a:pt x="2" y="5"/>
                  </a:cubicBezTo>
                  <a:cubicBezTo>
                    <a:pt x="1" y="6"/>
                    <a:pt x="1" y="7"/>
                    <a:pt x="1" y="10"/>
                  </a:cubicBezTo>
                  <a:cubicBezTo>
                    <a:pt x="1" y="11"/>
                    <a:pt x="1" y="12"/>
                    <a:pt x="1" y="13"/>
                  </a:cubicBezTo>
                  <a:cubicBezTo>
                    <a:pt x="0" y="17"/>
                    <a:pt x="0" y="21"/>
                    <a:pt x="0" y="24"/>
                  </a:cubicBezTo>
                  <a:cubicBezTo>
                    <a:pt x="0" y="27"/>
                    <a:pt x="0" y="30"/>
                    <a:pt x="0" y="32"/>
                  </a:cubicBezTo>
                  <a:cubicBezTo>
                    <a:pt x="0" y="36"/>
                    <a:pt x="0" y="40"/>
                    <a:pt x="1" y="42"/>
                  </a:cubicBezTo>
                  <a:cubicBezTo>
                    <a:pt x="2" y="44"/>
                    <a:pt x="3" y="45"/>
                    <a:pt x="5" y="45"/>
                  </a:cubicBezTo>
                  <a:cubicBezTo>
                    <a:pt x="6" y="45"/>
                    <a:pt x="8" y="45"/>
                    <a:pt x="9" y="44"/>
                  </a:cubicBezTo>
                  <a:cubicBezTo>
                    <a:pt x="10" y="43"/>
                    <a:pt x="10" y="41"/>
                    <a:pt x="11" y="39"/>
                  </a:cubicBezTo>
                  <a:cubicBezTo>
                    <a:pt x="12" y="31"/>
                    <a:pt x="14" y="24"/>
                    <a:pt x="19" y="18"/>
                  </a:cubicBezTo>
                  <a:cubicBezTo>
                    <a:pt x="24" y="12"/>
                    <a:pt x="27" y="9"/>
                    <a:pt x="29" y="9"/>
                  </a:cubicBezTo>
                  <a:cubicBezTo>
                    <a:pt x="29" y="9"/>
                    <a:pt x="30" y="10"/>
                    <a:pt x="31" y="10"/>
                  </a:cubicBezTo>
                  <a:cubicBezTo>
                    <a:pt x="32" y="12"/>
                    <a:pt x="34" y="12"/>
                    <a:pt x="36" y="12"/>
                  </a:cubicBezTo>
                  <a:cubicBezTo>
                    <a:pt x="37" y="12"/>
                    <a:pt x="37" y="12"/>
                    <a:pt x="38" y="11"/>
                  </a:cubicBezTo>
                  <a:cubicBezTo>
                    <a:pt x="39" y="10"/>
                    <a:pt x="39" y="9"/>
                    <a:pt x="39" y="8"/>
                  </a:cubicBezTo>
                  <a:cubicBezTo>
                    <a:pt x="39" y="6"/>
                    <a:pt x="38" y="4"/>
                    <a:pt x="36" y="3"/>
                  </a:cubicBezTo>
                  <a:cubicBezTo>
                    <a:pt x="35" y="1"/>
                    <a:pt x="32" y="0"/>
                    <a:pt x="30" y="0"/>
                  </a:cubicBezTo>
                  <a:cubicBezTo>
                    <a:pt x="26" y="0"/>
                    <a:pt x="23" y="2"/>
                    <a:pt x="1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234"/>
            <p:cNvSpPr>
              <a:spLocks noEditPoints="1"/>
            </p:cNvSpPr>
            <p:nvPr/>
          </p:nvSpPr>
          <p:spPr bwMode="auto">
            <a:xfrm>
              <a:off x="3125788" y="3201988"/>
              <a:ext cx="60325" cy="76200"/>
            </a:xfrm>
            <a:custGeom>
              <a:avLst/>
              <a:gdLst>
                <a:gd name="T0" fmla="*/ 11 w 37"/>
                <a:gd name="T1" fmla="*/ 32 h 47"/>
                <a:gd name="T2" fmla="*/ 28 w 37"/>
                <a:gd name="T3" fmla="*/ 23 h 47"/>
                <a:gd name="T4" fmla="*/ 34 w 37"/>
                <a:gd name="T5" fmla="*/ 10 h 47"/>
                <a:gd name="T6" fmla="*/ 32 w 37"/>
                <a:gd name="T7" fmla="*/ 3 h 47"/>
                <a:gd name="T8" fmla="*/ 25 w 37"/>
                <a:gd name="T9" fmla="*/ 0 h 47"/>
                <a:gd name="T10" fmla="*/ 8 w 37"/>
                <a:gd name="T11" fmla="*/ 10 h 47"/>
                <a:gd name="T12" fmla="*/ 0 w 37"/>
                <a:gd name="T13" fmla="*/ 31 h 47"/>
                <a:gd name="T14" fmla="*/ 4 w 37"/>
                <a:gd name="T15" fmla="*/ 42 h 47"/>
                <a:gd name="T16" fmla="*/ 14 w 37"/>
                <a:gd name="T17" fmla="*/ 47 h 47"/>
                <a:gd name="T18" fmla="*/ 30 w 37"/>
                <a:gd name="T19" fmla="*/ 41 h 47"/>
                <a:gd name="T20" fmla="*/ 37 w 37"/>
                <a:gd name="T21" fmla="*/ 31 h 47"/>
                <a:gd name="T22" fmla="*/ 35 w 37"/>
                <a:gd name="T23" fmla="*/ 29 h 47"/>
                <a:gd name="T24" fmla="*/ 32 w 37"/>
                <a:gd name="T25" fmla="*/ 30 h 47"/>
                <a:gd name="T26" fmla="*/ 16 w 37"/>
                <a:gd name="T27" fmla="*/ 38 h 47"/>
                <a:gd name="T28" fmla="*/ 11 w 37"/>
                <a:gd name="T29" fmla="*/ 37 h 47"/>
                <a:gd name="T30" fmla="*/ 10 w 37"/>
                <a:gd name="T31" fmla="*/ 33 h 47"/>
                <a:gd name="T32" fmla="*/ 11 w 37"/>
                <a:gd name="T33" fmla="*/ 32 h 47"/>
                <a:gd name="T34" fmla="*/ 16 w 37"/>
                <a:gd name="T35" fmla="*/ 13 h 47"/>
                <a:gd name="T36" fmla="*/ 24 w 37"/>
                <a:gd name="T37" fmla="*/ 8 h 47"/>
                <a:gd name="T38" fmla="*/ 25 w 37"/>
                <a:gd name="T39" fmla="*/ 9 h 47"/>
                <a:gd name="T40" fmla="*/ 26 w 37"/>
                <a:gd name="T41" fmla="*/ 12 h 47"/>
                <a:gd name="T42" fmla="*/ 21 w 37"/>
                <a:gd name="T43" fmla="*/ 19 h 47"/>
                <a:gd name="T44" fmla="*/ 10 w 37"/>
                <a:gd name="T45" fmla="*/ 24 h 47"/>
                <a:gd name="T46" fmla="*/ 16 w 37"/>
                <a:gd name="T47" fmla="*/ 13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 h="47">
                  <a:moveTo>
                    <a:pt x="11" y="32"/>
                  </a:moveTo>
                  <a:cubicBezTo>
                    <a:pt x="18" y="30"/>
                    <a:pt x="23" y="27"/>
                    <a:pt x="28" y="23"/>
                  </a:cubicBezTo>
                  <a:cubicBezTo>
                    <a:pt x="32" y="19"/>
                    <a:pt x="34" y="14"/>
                    <a:pt x="34" y="10"/>
                  </a:cubicBezTo>
                  <a:cubicBezTo>
                    <a:pt x="34" y="7"/>
                    <a:pt x="33" y="5"/>
                    <a:pt x="32" y="3"/>
                  </a:cubicBezTo>
                  <a:cubicBezTo>
                    <a:pt x="30" y="1"/>
                    <a:pt x="28" y="0"/>
                    <a:pt x="25" y="0"/>
                  </a:cubicBezTo>
                  <a:cubicBezTo>
                    <a:pt x="19" y="0"/>
                    <a:pt x="13" y="4"/>
                    <a:pt x="8" y="10"/>
                  </a:cubicBezTo>
                  <a:cubicBezTo>
                    <a:pt x="3" y="17"/>
                    <a:pt x="0" y="23"/>
                    <a:pt x="0" y="31"/>
                  </a:cubicBezTo>
                  <a:cubicBezTo>
                    <a:pt x="0" y="36"/>
                    <a:pt x="1" y="40"/>
                    <a:pt x="4" y="42"/>
                  </a:cubicBezTo>
                  <a:cubicBezTo>
                    <a:pt x="6" y="45"/>
                    <a:pt x="10" y="47"/>
                    <a:pt x="14" y="47"/>
                  </a:cubicBezTo>
                  <a:cubicBezTo>
                    <a:pt x="20" y="47"/>
                    <a:pt x="25" y="45"/>
                    <a:pt x="30" y="41"/>
                  </a:cubicBezTo>
                  <a:cubicBezTo>
                    <a:pt x="35" y="37"/>
                    <a:pt x="37" y="34"/>
                    <a:pt x="37" y="31"/>
                  </a:cubicBezTo>
                  <a:cubicBezTo>
                    <a:pt x="37" y="29"/>
                    <a:pt x="36" y="29"/>
                    <a:pt x="35" y="29"/>
                  </a:cubicBezTo>
                  <a:cubicBezTo>
                    <a:pt x="34" y="29"/>
                    <a:pt x="33" y="29"/>
                    <a:pt x="32" y="30"/>
                  </a:cubicBezTo>
                  <a:cubicBezTo>
                    <a:pt x="26" y="36"/>
                    <a:pt x="21" y="38"/>
                    <a:pt x="16" y="38"/>
                  </a:cubicBezTo>
                  <a:cubicBezTo>
                    <a:pt x="14" y="38"/>
                    <a:pt x="12" y="38"/>
                    <a:pt x="11" y="37"/>
                  </a:cubicBezTo>
                  <a:cubicBezTo>
                    <a:pt x="10" y="35"/>
                    <a:pt x="10" y="34"/>
                    <a:pt x="10" y="33"/>
                  </a:cubicBezTo>
                  <a:cubicBezTo>
                    <a:pt x="10" y="32"/>
                    <a:pt x="10" y="32"/>
                    <a:pt x="11" y="32"/>
                  </a:cubicBezTo>
                  <a:close/>
                  <a:moveTo>
                    <a:pt x="16" y="13"/>
                  </a:moveTo>
                  <a:cubicBezTo>
                    <a:pt x="19" y="10"/>
                    <a:pt x="21" y="8"/>
                    <a:pt x="24" y="8"/>
                  </a:cubicBezTo>
                  <a:cubicBezTo>
                    <a:pt x="24" y="8"/>
                    <a:pt x="25" y="9"/>
                    <a:pt x="25" y="9"/>
                  </a:cubicBezTo>
                  <a:cubicBezTo>
                    <a:pt x="26" y="10"/>
                    <a:pt x="26" y="11"/>
                    <a:pt x="26" y="12"/>
                  </a:cubicBezTo>
                  <a:cubicBezTo>
                    <a:pt x="26" y="14"/>
                    <a:pt x="25" y="16"/>
                    <a:pt x="21" y="19"/>
                  </a:cubicBezTo>
                  <a:cubicBezTo>
                    <a:pt x="18" y="22"/>
                    <a:pt x="15" y="23"/>
                    <a:pt x="10" y="24"/>
                  </a:cubicBezTo>
                  <a:cubicBezTo>
                    <a:pt x="11" y="20"/>
                    <a:pt x="13" y="17"/>
                    <a:pt x="1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Freeform 258"/>
            <p:cNvSpPr>
              <a:spLocks noEditPoints="1"/>
            </p:cNvSpPr>
            <p:nvPr/>
          </p:nvSpPr>
          <p:spPr bwMode="auto">
            <a:xfrm>
              <a:off x="4943475" y="3021013"/>
              <a:ext cx="90488" cy="100013"/>
            </a:xfrm>
            <a:custGeom>
              <a:avLst/>
              <a:gdLst>
                <a:gd name="T0" fmla="*/ 3 w 56"/>
                <a:gd name="T1" fmla="*/ 45 h 61"/>
                <a:gd name="T2" fmla="*/ 2 w 56"/>
                <a:gd name="T3" fmla="*/ 51 h 61"/>
                <a:gd name="T4" fmla="*/ 1 w 56"/>
                <a:gd name="T5" fmla="*/ 54 h 61"/>
                <a:gd name="T6" fmla="*/ 0 w 56"/>
                <a:gd name="T7" fmla="*/ 56 h 61"/>
                <a:gd name="T8" fmla="*/ 2 w 56"/>
                <a:gd name="T9" fmla="*/ 59 h 61"/>
                <a:gd name="T10" fmla="*/ 6 w 56"/>
                <a:gd name="T11" fmla="*/ 61 h 61"/>
                <a:gd name="T12" fmla="*/ 11 w 56"/>
                <a:gd name="T13" fmla="*/ 59 h 61"/>
                <a:gd name="T14" fmla="*/ 15 w 56"/>
                <a:gd name="T15" fmla="*/ 57 h 61"/>
                <a:gd name="T16" fmla="*/ 20 w 56"/>
                <a:gd name="T17" fmla="*/ 56 h 61"/>
                <a:gd name="T18" fmla="*/ 46 w 56"/>
                <a:gd name="T19" fmla="*/ 43 h 61"/>
                <a:gd name="T20" fmla="*/ 56 w 56"/>
                <a:gd name="T21" fmla="*/ 23 h 61"/>
                <a:gd name="T22" fmla="*/ 49 w 56"/>
                <a:gd name="T23" fmla="*/ 7 h 61"/>
                <a:gd name="T24" fmla="*/ 32 w 56"/>
                <a:gd name="T25" fmla="*/ 0 h 61"/>
                <a:gd name="T26" fmla="*/ 23 w 56"/>
                <a:gd name="T27" fmla="*/ 1 h 61"/>
                <a:gd name="T28" fmla="*/ 13 w 56"/>
                <a:gd name="T29" fmla="*/ 1 h 61"/>
                <a:gd name="T30" fmla="*/ 7 w 56"/>
                <a:gd name="T31" fmla="*/ 1 h 61"/>
                <a:gd name="T32" fmla="*/ 4 w 56"/>
                <a:gd name="T33" fmla="*/ 3 h 61"/>
                <a:gd name="T34" fmla="*/ 2 w 56"/>
                <a:gd name="T35" fmla="*/ 6 h 61"/>
                <a:gd name="T36" fmla="*/ 6 w 56"/>
                <a:gd name="T37" fmla="*/ 10 h 61"/>
                <a:gd name="T38" fmla="*/ 7 w 56"/>
                <a:gd name="T39" fmla="*/ 11 h 61"/>
                <a:gd name="T40" fmla="*/ 6 w 56"/>
                <a:gd name="T41" fmla="*/ 16 h 61"/>
                <a:gd name="T42" fmla="*/ 3 w 56"/>
                <a:gd name="T43" fmla="*/ 45 h 61"/>
                <a:gd name="T44" fmla="*/ 17 w 56"/>
                <a:gd name="T45" fmla="*/ 9 h 61"/>
                <a:gd name="T46" fmla="*/ 18 w 56"/>
                <a:gd name="T47" fmla="*/ 9 h 61"/>
                <a:gd name="T48" fmla="*/ 30 w 56"/>
                <a:gd name="T49" fmla="*/ 8 h 61"/>
                <a:gd name="T50" fmla="*/ 42 w 56"/>
                <a:gd name="T51" fmla="*/ 12 h 61"/>
                <a:gd name="T52" fmla="*/ 47 w 56"/>
                <a:gd name="T53" fmla="*/ 23 h 61"/>
                <a:gd name="T54" fmla="*/ 41 w 56"/>
                <a:gd name="T55" fmla="*/ 37 h 61"/>
                <a:gd name="T56" fmla="*/ 24 w 56"/>
                <a:gd name="T57" fmla="*/ 46 h 61"/>
                <a:gd name="T58" fmla="*/ 13 w 56"/>
                <a:gd name="T59" fmla="*/ 50 h 61"/>
                <a:gd name="T60" fmla="*/ 12 w 56"/>
                <a:gd name="T61" fmla="*/ 47 h 61"/>
                <a:gd name="T62" fmla="*/ 17 w 56"/>
                <a:gd name="T63" fmla="*/ 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6" h="61">
                  <a:moveTo>
                    <a:pt x="3" y="45"/>
                  </a:moveTo>
                  <a:cubicBezTo>
                    <a:pt x="3" y="48"/>
                    <a:pt x="3" y="50"/>
                    <a:pt x="2" y="51"/>
                  </a:cubicBezTo>
                  <a:cubicBezTo>
                    <a:pt x="1" y="54"/>
                    <a:pt x="1" y="54"/>
                    <a:pt x="1" y="54"/>
                  </a:cubicBezTo>
                  <a:cubicBezTo>
                    <a:pt x="1" y="55"/>
                    <a:pt x="0" y="56"/>
                    <a:pt x="0" y="56"/>
                  </a:cubicBezTo>
                  <a:cubicBezTo>
                    <a:pt x="0" y="57"/>
                    <a:pt x="1" y="58"/>
                    <a:pt x="2" y="59"/>
                  </a:cubicBezTo>
                  <a:cubicBezTo>
                    <a:pt x="3" y="61"/>
                    <a:pt x="4" y="61"/>
                    <a:pt x="6" y="61"/>
                  </a:cubicBezTo>
                  <a:cubicBezTo>
                    <a:pt x="7" y="61"/>
                    <a:pt x="9" y="61"/>
                    <a:pt x="11" y="59"/>
                  </a:cubicBezTo>
                  <a:cubicBezTo>
                    <a:pt x="12" y="59"/>
                    <a:pt x="14" y="58"/>
                    <a:pt x="15" y="57"/>
                  </a:cubicBezTo>
                  <a:cubicBezTo>
                    <a:pt x="16" y="57"/>
                    <a:pt x="18" y="57"/>
                    <a:pt x="20" y="56"/>
                  </a:cubicBezTo>
                  <a:cubicBezTo>
                    <a:pt x="30" y="54"/>
                    <a:pt x="39" y="50"/>
                    <a:pt x="46" y="43"/>
                  </a:cubicBezTo>
                  <a:cubicBezTo>
                    <a:pt x="53" y="37"/>
                    <a:pt x="56" y="31"/>
                    <a:pt x="56" y="23"/>
                  </a:cubicBezTo>
                  <a:cubicBezTo>
                    <a:pt x="56" y="16"/>
                    <a:pt x="54" y="11"/>
                    <a:pt x="49" y="7"/>
                  </a:cubicBezTo>
                  <a:cubicBezTo>
                    <a:pt x="45" y="2"/>
                    <a:pt x="39" y="0"/>
                    <a:pt x="32" y="0"/>
                  </a:cubicBezTo>
                  <a:cubicBezTo>
                    <a:pt x="29" y="0"/>
                    <a:pt x="26" y="1"/>
                    <a:pt x="23" y="1"/>
                  </a:cubicBezTo>
                  <a:cubicBezTo>
                    <a:pt x="19" y="1"/>
                    <a:pt x="15" y="1"/>
                    <a:pt x="13" y="1"/>
                  </a:cubicBezTo>
                  <a:cubicBezTo>
                    <a:pt x="7" y="1"/>
                    <a:pt x="7" y="1"/>
                    <a:pt x="7" y="1"/>
                  </a:cubicBezTo>
                  <a:cubicBezTo>
                    <a:pt x="6" y="1"/>
                    <a:pt x="5" y="2"/>
                    <a:pt x="4" y="3"/>
                  </a:cubicBezTo>
                  <a:cubicBezTo>
                    <a:pt x="3" y="4"/>
                    <a:pt x="2" y="5"/>
                    <a:pt x="2" y="6"/>
                  </a:cubicBezTo>
                  <a:cubicBezTo>
                    <a:pt x="2" y="8"/>
                    <a:pt x="4" y="9"/>
                    <a:pt x="6" y="10"/>
                  </a:cubicBezTo>
                  <a:cubicBezTo>
                    <a:pt x="7" y="10"/>
                    <a:pt x="7" y="11"/>
                    <a:pt x="7" y="11"/>
                  </a:cubicBezTo>
                  <a:cubicBezTo>
                    <a:pt x="7" y="12"/>
                    <a:pt x="7" y="14"/>
                    <a:pt x="6" y="16"/>
                  </a:cubicBezTo>
                  <a:cubicBezTo>
                    <a:pt x="5" y="26"/>
                    <a:pt x="4" y="35"/>
                    <a:pt x="3" y="45"/>
                  </a:cubicBezTo>
                  <a:close/>
                  <a:moveTo>
                    <a:pt x="17" y="9"/>
                  </a:moveTo>
                  <a:cubicBezTo>
                    <a:pt x="17" y="9"/>
                    <a:pt x="17" y="9"/>
                    <a:pt x="18" y="9"/>
                  </a:cubicBezTo>
                  <a:cubicBezTo>
                    <a:pt x="23" y="9"/>
                    <a:pt x="27" y="8"/>
                    <a:pt x="30" y="8"/>
                  </a:cubicBezTo>
                  <a:cubicBezTo>
                    <a:pt x="35" y="8"/>
                    <a:pt x="39" y="10"/>
                    <a:pt x="42" y="12"/>
                  </a:cubicBezTo>
                  <a:cubicBezTo>
                    <a:pt x="45" y="15"/>
                    <a:pt x="47" y="18"/>
                    <a:pt x="47" y="23"/>
                  </a:cubicBezTo>
                  <a:cubicBezTo>
                    <a:pt x="47" y="28"/>
                    <a:pt x="45" y="33"/>
                    <a:pt x="41" y="37"/>
                  </a:cubicBezTo>
                  <a:cubicBezTo>
                    <a:pt x="36" y="41"/>
                    <a:pt x="31" y="44"/>
                    <a:pt x="24" y="46"/>
                  </a:cubicBezTo>
                  <a:cubicBezTo>
                    <a:pt x="18" y="48"/>
                    <a:pt x="14" y="50"/>
                    <a:pt x="13" y="50"/>
                  </a:cubicBezTo>
                  <a:cubicBezTo>
                    <a:pt x="12" y="49"/>
                    <a:pt x="12" y="48"/>
                    <a:pt x="12" y="47"/>
                  </a:cubicBezTo>
                  <a:cubicBezTo>
                    <a:pt x="12" y="39"/>
                    <a:pt x="14" y="27"/>
                    <a:pt x="17"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 name="Freeform 259"/>
            <p:cNvSpPr>
              <a:spLocks noEditPoints="1"/>
            </p:cNvSpPr>
            <p:nvPr/>
          </p:nvSpPr>
          <p:spPr bwMode="auto">
            <a:xfrm>
              <a:off x="5043488" y="3044826"/>
              <a:ext cx="58738" cy="74613"/>
            </a:xfrm>
            <a:custGeom>
              <a:avLst/>
              <a:gdLst>
                <a:gd name="T0" fmla="*/ 36 w 36"/>
                <a:gd name="T1" fmla="*/ 30 h 46"/>
                <a:gd name="T2" fmla="*/ 34 w 36"/>
                <a:gd name="T3" fmla="*/ 28 h 46"/>
                <a:gd name="T4" fmla="*/ 31 w 36"/>
                <a:gd name="T5" fmla="*/ 29 h 46"/>
                <a:gd name="T6" fmla="*/ 15 w 36"/>
                <a:gd name="T7" fmla="*/ 37 h 46"/>
                <a:gd name="T8" fmla="*/ 11 w 36"/>
                <a:gd name="T9" fmla="*/ 36 h 46"/>
                <a:gd name="T10" fmla="*/ 9 w 36"/>
                <a:gd name="T11" fmla="*/ 32 h 46"/>
                <a:gd name="T12" fmla="*/ 10 w 36"/>
                <a:gd name="T13" fmla="*/ 31 h 46"/>
                <a:gd name="T14" fmla="*/ 27 w 36"/>
                <a:gd name="T15" fmla="*/ 22 h 46"/>
                <a:gd name="T16" fmla="*/ 34 w 36"/>
                <a:gd name="T17" fmla="*/ 9 h 46"/>
                <a:gd name="T18" fmla="*/ 31 w 36"/>
                <a:gd name="T19" fmla="*/ 2 h 46"/>
                <a:gd name="T20" fmla="*/ 24 w 36"/>
                <a:gd name="T21" fmla="*/ 0 h 46"/>
                <a:gd name="T22" fmla="*/ 7 w 36"/>
                <a:gd name="T23" fmla="*/ 9 h 46"/>
                <a:gd name="T24" fmla="*/ 0 w 36"/>
                <a:gd name="T25" fmla="*/ 30 h 46"/>
                <a:gd name="T26" fmla="*/ 3 w 36"/>
                <a:gd name="T27" fmla="*/ 42 h 46"/>
                <a:gd name="T28" fmla="*/ 14 w 36"/>
                <a:gd name="T29" fmla="*/ 46 h 46"/>
                <a:gd name="T30" fmla="*/ 30 w 36"/>
                <a:gd name="T31" fmla="*/ 40 h 46"/>
                <a:gd name="T32" fmla="*/ 36 w 36"/>
                <a:gd name="T33" fmla="*/ 30 h 46"/>
                <a:gd name="T34" fmla="*/ 15 w 36"/>
                <a:gd name="T35" fmla="*/ 13 h 46"/>
                <a:gd name="T36" fmla="*/ 23 w 36"/>
                <a:gd name="T37" fmla="*/ 8 h 46"/>
                <a:gd name="T38" fmla="*/ 25 w 36"/>
                <a:gd name="T39" fmla="*/ 8 h 46"/>
                <a:gd name="T40" fmla="*/ 26 w 36"/>
                <a:gd name="T41" fmla="*/ 11 h 46"/>
                <a:gd name="T42" fmla="*/ 21 w 36"/>
                <a:gd name="T43" fmla="*/ 18 h 46"/>
                <a:gd name="T44" fmla="*/ 10 w 36"/>
                <a:gd name="T45" fmla="*/ 23 h 46"/>
                <a:gd name="T46" fmla="*/ 15 w 36"/>
                <a:gd name="T47"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6" h="46">
                  <a:moveTo>
                    <a:pt x="36" y="30"/>
                  </a:moveTo>
                  <a:cubicBezTo>
                    <a:pt x="36" y="29"/>
                    <a:pt x="36" y="28"/>
                    <a:pt x="34" y="28"/>
                  </a:cubicBezTo>
                  <a:cubicBezTo>
                    <a:pt x="33" y="28"/>
                    <a:pt x="32" y="28"/>
                    <a:pt x="31" y="29"/>
                  </a:cubicBezTo>
                  <a:cubicBezTo>
                    <a:pt x="26" y="35"/>
                    <a:pt x="21" y="37"/>
                    <a:pt x="15" y="37"/>
                  </a:cubicBezTo>
                  <a:cubicBezTo>
                    <a:pt x="14" y="37"/>
                    <a:pt x="12" y="37"/>
                    <a:pt x="11" y="36"/>
                  </a:cubicBezTo>
                  <a:cubicBezTo>
                    <a:pt x="10" y="35"/>
                    <a:pt x="9" y="33"/>
                    <a:pt x="9" y="32"/>
                  </a:cubicBezTo>
                  <a:cubicBezTo>
                    <a:pt x="9" y="31"/>
                    <a:pt x="10" y="31"/>
                    <a:pt x="10" y="31"/>
                  </a:cubicBezTo>
                  <a:cubicBezTo>
                    <a:pt x="17" y="29"/>
                    <a:pt x="23" y="26"/>
                    <a:pt x="27" y="22"/>
                  </a:cubicBezTo>
                  <a:cubicBezTo>
                    <a:pt x="32" y="18"/>
                    <a:pt x="34" y="14"/>
                    <a:pt x="34" y="9"/>
                  </a:cubicBezTo>
                  <a:cubicBezTo>
                    <a:pt x="34" y="6"/>
                    <a:pt x="33" y="4"/>
                    <a:pt x="31" y="2"/>
                  </a:cubicBezTo>
                  <a:cubicBezTo>
                    <a:pt x="29" y="0"/>
                    <a:pt x="27" y="0"/>
                    <a:pt x="24" y="0"/>
                  </a:cubicBezTo>
                  <a:cubicBezTo>
                    <a:pt x="18" y="0"/>
                    <a:pt x="13" y="3"/>
                    <a:pt x="7" y="9"/>
                  </a:cubicBezTo>
                  <a:cubicBezTo>
                    <a:pt x="2" y="16"/>
                    <a:pt x="0" y="23"/>
                    <a:pt x="0" y="30"/>
                  </a:cubicBezTo>
                  <a:cubicBezTo>
                    <a:pt x="0" y="35"/>
                    <a:pt x="1" y="39"/>
                    <a:pt x="3" y="42"/>
                  </a:cubicBezTo>
                  <a:cubicBezTo>
                    <a:pt x="6" y="44"/>
                    <a:pt x="9" y="46"/>
                    <a:pt x="14" y="46"/>
                  </a:cubicBezTo>
                  <a:cubicBezTo>
                    <a:pt x="20" y="46"/>
                    <a:pt x="25" y="44"/>
                    <a:pt x="30" y="40"/>
                  </a:cubicBezTo>
                  <a:cubicBezTo>
                    <a:pt x="34" y="36"/>
                    <a:pt x="36" y="33"/>
                    <a:pt x="36" y="30"/>
                  </a:cubicBezTo>
                  <a:close/>
                  <a:moveTo>
                    <a:pt x="15" y="13"/>
                  </a:moveTo>
                  <a:cubicBezTo>
                    <a:pt x="18" y="9"/>
                    <a:pt x="21" y="8"/>
                    <a:pt x="23" y="8"/>
                  </a:cubicBezTo>
                  <a:cubicBezTo>
                    <a:pt x="24" y="8"/>
                    <a:pt x="24" y="8"/>
                    <a:pt x="25" y="8"/>
                  </a:cubicBezTo>
                  <a:cubicBezTo>
                    <a:pt x="25" y="9"/>
                    <a:pt x="26" y="10"/>
                    <a:pt x="26" y="11"/>
                  </a:cubicBezTo>
                  <a:cubicBezTo>
                    <a:pt x="26" y="13"/>
                    <a:pt x="24" y="15"/>
                    <a:pt x="21" y="18"/>
                  </a:cubicBezTo>
                  <a:cubicBezTo>
                    <a:pt x="18" y="21"/>
                    <a:pt x="14" y="22"/>
                    <a:pt x="10" y="23"/>
                  </a:cubicBezTo>
                  <a:cubicBezTo>
                    <a:pt x="11" y="20"/>
                    <a:pt x="13" y="16"/>
                    <a:pt x="15"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Freeform 260"/>
            <p:cNvSpPr>
              <a:spLocks/>
            </p:cNvSpPr>
            <p:nvPr/>
          </p:nvSpPr>
          <p:spPr bwMode="auto">
            <a:xfrm>
              <a:off x="5113338" y="3049588"/>
              <a:ext cx="80963" cy="66675"/>
            </a:xfrm>
            <a:custGeom>
              <a:avLst/>
              <a:gdLst>
                <a:gd name="T0" fmla="*/ 31 w 50"/>
                <a:gd name="T1" fmla="*/ 22 h 41"/>
                <a:gd name="T2" fmla="*/ 34 w 50"/>
                <a:gd name="T3" fmla="*/ 35 h 41"/>
                <a:gd name="T4" fmla="*/ 34 w 50"/>
                <a:gd name="T5" fmla="*/ 35 h 41"/>
                <a:gd name="T6" fmla="*/ 41 w 50"/>
                <a:gd name="T7" fmla="*/ 39 h 41"/>
                <a:gd name="T8" fmla="*/ 47 w 50"/>
                <a:gd name="T9" fmla="*/ 37 h 41"/>
                <a:gd name="T10" fmla="*/ 50 w 50"/>
                <a:gd name="T11" fmla="*/ 33 h 41"/>
                <a:gd name="T12" fmla="*/ 48 w 50"/>
                <a:gd name="T13" fmla="*/ 30 h 41"/>
                <a:gd name="T14" fmla="*/ 46 w 50"/>
                <a:gd name="T15" fmla="*/ 31 h 41"/>
                <a:gd name="T16" fmla="*/ 44 w 50"/>
                <a:gd name="T17" fmla="*/ 31 h 41"/>
                <a:gd name="T18" fmla="*/ 40 w 50"/>
                <a:gd name="T19" fmla="*/ 17 h 41"/>
                <a:gd name="T20" fmla="*/ 29 w 50"/>
                <a:gd name="T21" fmla="*/ 2 h 41"/>
                <a:gd name="T22" fmla="*/ 10 w 50"/>
                <a:gd name="T23" fmla="*/ 22 h 41"/>
                <a:gd name="T24" fmla="*/ 12 w 50"/>
                <a:gd name="T25" fmla="*/ 8 h 41"/>
                <a:gd name="T26" fmla="*/ 11 w 50"/>
                <a:gd name="T27" fmla="*/ 2 h 41"/>
                <a:gd name="T28" fmla="*/ 8 w 50"/>
                <a:gd name="T29" fmla="*/ 0 h 41"/>
                <a:gd name="T30" fmla="*/ 4 w 50"/>
                <a:gd name="T31" fmla="*/ 3 h 41"/>
                <a:gd name="T32" fmla="*/ 3 w 50"/>
                <a:gd name="T33" fmla="*/ 6 h 41"/>
                <a:gd name="T34" fmla="*/ 1 w 50"/>
                <a:gd name="T35" fmla="*/ 27 h 41"/>
                <a:gd name="T36" fmla="*/ 0 w 50"/>
                <a:gd name="T37" fmla="*/ 36 h 41"/>
                <a:gd name="T38" fmla="*/ 6 w 50"/>
                <a:gd name="T39" fmla="*/ 41 h 41"/>
                <a:gd name="T40" fmla="*/ 8 w 50"/>
                <a:gd name="T41" fmla="*/ 40 h 41"/>
                <a:gd name="T42" fmla="*/ 9 w 50"/>
                <a:gd name="T43" fmla="*/ 38 h 41"/>
                <a:gd name="T44" fmla="*/ 18 w 50"/>
                <a:gd name="T45" fmla="*/ 22 h 41"/>
                <a:gd name="T46" fmla="*/ 27 w 50"/>
                <a:gd name="T47" fmla="*/ 12 h 41"/>
                <a:gd name="T48" fmla="*/ 31 w 50"/>
                <a:gd name="T49" fmla="*/ 2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0" h="41">
                  <a:moveTo>
                    <a:pt x="31" y="22"/>
                  </a:moveTo>
                  <a:cubicBezTo>
                    <a:pt x="32" y="28"/>
                    <a:pt x="33" y="33"/>
                    <a:pt x="34" y="35"/>
                  </a:cubicBezTo>
                  <a:cubicBezTo>
                    <a:pt x="34" y="35"/>
                    <a:pt x="34" y="35"/>
                    <a:pt x="34" y="35"/>
                  </a:cubicBezTo>
                  <a:cubicBezTo>
                    <a:pt x="35" y="38"/>
                    <a:pt x="38" y="39"/>
                    <a:pt x="41" y="39"/>
                  </a:cubicBezTo>
                  <a:cubicBezTo>
                    <a:pt x="43" y="39"/>
                    <a:pt x="45" y="38"/>
                    <a:pt x="47" y="37"/>
                  </a:cubicBezTo>
                  <a:cubicBezTo>
                    <a:pt x="49" y="35"/>
                    <a:pt x="50" y="34"/>
                    <a:pt x="50" y="33"/>
                  </a:cubicBezTo>
                  <a:cubicBezTo>
                    <a:pt x="50" y="31"/>
                    <a:pt x="49" y="30"/>
                    <a:pt x="48" y="30"/>
                  </a:cubicBezTo>
                  <a:cubicBezTo>
                    <a:pt x="47" y="30"/>
                    <a:pt x="47" y="30"/>
                    <a:pt x="46" y="31"/>
                  </a:cubicBezTo>
                  <a:cubicBezTo>
                    <a:pt x="45" y="31"/>
                    <a:pt x="44" y="31"/>
                    <a:pt x="44" y="31"/>
                  </a:cubicBezTo>
                  <a:cubicBezTo>
                    <a:pt x="42" y="31"/>
                    <a:pt x="41" y="26"/>
                    <a:pt x="40" y="17"/>
                  </a:cubicBezTo>
                  <a:cubicBezTo>
                    <a:pt x="39" y="7"/>
                    <a:pt x="35" y="2"/>
                    <a:pt x="29" y="2"/>
                  </a:cubicBezTo>
                  <a:cubicBezTo>
                    <a:pt x="22" y="2"/>
                    <a:pt x="16" y="9"/>
                    <a:pt x="10" y="22"/>
                  </a:cubicBezTo>
                  <a:cubicBezTo>
                    <a:pt x="12" y="15"/>
                    <a:pt x="12" y="10"/>
                    <a:pt x="12" y="8"/>
                  </a:cubicBezTo>
                  <a:cubicBezTo>
                    <a:pt x="12" y="4"/>
                    <a:pt x="12" y="2"/>
                    <a:pt x="11" y="2"/>
                  </a:cubicBezTo>
                  <a:cubicBezTo>
                    <a:pt x="10" y="1"/>
                    <a:pt x="9" y="0"/>
                    <a:pt x="8" y="0"/>
                  </a:cubicBezTo>
                  <a:cubicBezTo>
                    <a:pt x="6" y="0"/>
                    <a:pt x="5" y="1"/>
                    <a:pt x="4" y="3"/>
                  </a:cubicBezTo>
                  <a:cubicBezTo>
                    <a:pt x="3" y="4"/>
                    <a:pt x="3" y="5"/>
                    <a:pt x="3" y="6"/>
                  </a:cubicBezTo>
                  <a:cubicBezTo>
                    <a:pt x="3" y="15"/>
                    <a:pt x="2" y="22"/>
                    <a:pt x="1" y="27"/>
                  </a:cubicBezTo>
                  <a:cubicBezTo>
                    <a:pt x="0" y="32"/>
                    <a:pt x="0" y="35"/>
                    <a:pt x="0" y="36"/>
                  </a:cubicBezTo>
                  <a:cubicBezTo>
                    <a:pt x="0" y="39"/>
                    <a:pt x="2" y="41"/>
                    <a:pt x="6" y="41"/>
                  </a:cubicBezTo>
                  <a:cubicBezTo>
                    <a:pt x="6" y="41"/>
                    <a:pt x="7" y="41"/>
                    <a:pt x="8" y="40"/>
                  </a:cubicBezTo>
                  <a:cubicBezTo>
                    <a:pt x="8" y="40"/>
                    <a:pt x="9" y="39"/>
                    <a:pt x="9" y="38"/>
                  </a:cubicBezTo>
                  <a:cubicBezTo>
                    <a:pt x="10" y="34"/>
                    <a:pt x="13" y="29"/>
                    <a:pt x="18" y="22"/>
                  </a:cubicBezTo>
                  <a:cubicBezTo>
                    <a:pt x="22" y="15"/>
                    <a:pt x="26" y="12"/>
                    <a:pt x="27" y="12"/>
                  </a:cubicBezTo>
                  <a:cubicBezTo>
                    <a:pt x="29" y="12"/>
                    <a:pt x="31" y="15"/>
                    <a:pt x="31"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 name="Freeform 261"/>
            <p:cNvSpPr>
              <a:spLocks/>
            </p:cNvSpPr>
            <p:nvPr/>
          </p:nvSpPr>
          <p:spPr bwMode="auto">
            <a:xfrm>
              <a:off x="5195888" y="3024188"/>
              <a:ext cx="63500" cy="95250"/>
            </a:xfrm>
            <a:custGeom>
              <a:avLst/>
              <a:gdLst>
                <a:gd name="T0" fmla="*/ 2 w 39"/>
                <a:gd name="T1" fmla="*/ 24 h 59"/>
                <a:gd name="T2" fmla="*/ 5 w 39"/>
                <a:gd name="T3" fmla="*/ 26 h 59"/>
                <a:gd name="T4" fmla="*/ 6 w 39"/>
                <a:gd name="T5" fmla="*/ 26 h 59"/>
                <a:gd name="T6" fmla="*/ 10 w 39"/>
                <a:gd name="T7" fmla="*/ 25 h 59"/>
                <a:gd name="T8" fmla="*/ 6 w 39"/>
                <a:gd name="T9" fmla="*/ 47 h 59"/>
                <a:gd name="T10" fmla="*/ 8 w 39"/>
                <a:gd name="T11" fmla="*/ 55 h 59"/>
                <a:gd name="T12" fmla="*/ 16 w 39"/>
                <a:gd name="T13" fmla="*/ 59 h 59"/>
                <a:gd name="T14" fmla="*/ 28 w 39"/>
                <a:gd name="T15" fmla="*/ 54 h 59"/>
                <a:gd name="T16" fmla="*/ 34 w 39"/>
                <a:gd name="T17" fmla="*/ 46 h 59"/>
                <a:gd name="T18" fmla="*/ 33 w 39"/>
                <a:gd name="T19" fmla="*/ 45 h 59"/>
                <a:gd name="T20" fmla="*/ 31 w 39"/>
                <a:gd name="T21" fmla="*/ 44 h 59"/>
                <a:gd name="T22" fmla="*/ 28 w 39"/>
                <a:gd name="T23" fmla="*/ 46 h 59"/>
                <a:gd name="T24" fmla="*/ 23 w 39"/>
                <a:gd name="T25" fmla="*/ 49 h 59"/>
                <a:gd name="T26" fmla="*/ 18 w 39"/>
                <a:gd name="T27" fmla="*/ 50 h 59"/>
                <a:gd name="T28" fmla="*/ 16 w 39"/>
                <a:gd name="T29" fmla="*/ 49 h 59"/>
                <a:gd name="T30" fmla="*/ 15 w 39"/>
                <a:gd name="T31" fmla="*/ 44 h 59"/>
                <a:gd name="T32" fmla="*/ 17 w 39"/>
                <a:gd name="T33" fmla="*/ 34 h 59"/>
                <a:gd name="T34" fmla="*/ 19 w 39"/>
                <a:gd name="T35" fmla="*/ 25 h 59"/>
                <a:gd name="T36" fmla="*/ 33 w 39"/>
                <a:gd name="T37" fmla="*/ 23 h 59"/>
                <a:gd name="T38" fmla="*/ 39 w 39"/>
                <a:gd name="T39" fmla="*/ 18 h 59"/>
                <a:gd name="T40" fmla="*/ 38 w 39"/>
                <a:gd name="T41" fmla="*/ 16 h 59"/>
                <a:gd name="T42" fmla="*/ 36 w 39"/>
                <a:gd name="T43" fmla="*/ 15 h 59"/>
                <a:gd name="T44" fmla="*/ 22 w 39"/>
                <a:gd name="T45" fmla="*/ 16 h 59"/>
                <a:gd name="T46" fmla="*/ 25 w 39"/>
                <a:gd name="T47" fmla="*/ 4 h 59"/>
                <a:gd name="T48" fmla="*/ 24 w 39"/>
                <a:gd name="T49" fmla="*/ 1 h 59"/>
                <a:gd name="T50" fmla="*/ 21 w 39"/>
                <a:gd name="T51" fmla="*/ 0 h 59"/>
                <a:gd name="T52" fmla="*/ 16 w 39"/>
                <a:gd name="T53" fmla="*/ 5 h 59"/>
                <a:gd name="T54" fmla="*/ 12 w 39"/>
                <a:gd name="T55" fmla="*/ 17 h 59"/>
                <a:gd name="T56" fmla="*/ 4 w 39"/>
                <a:gd name="T57" fmla="*/ 17 h 59"/>
                <a:gd name="T58" fmla="*/ 0 w 39"/>
                <a:gd name="T59" fmla="*/ 21 h 59"/>
                <a:gd name="T60" fmla="*/ 2 w 39"/>
                <a:gd name="T61" fmla="*/ 2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9" h="59">
                  <a:moveTo>
                    <a:pt x="2" y="24"/>
                  </a:moveTo>
                  <a:cubicBezTo>
                    <a:pt x="3" y="25"/>
                    <a:pt x="4" y="26"/>
                    <a:pt x="5" y="26"/>
                  </a:cubicBezTo>
                  <a:cubicBezTo>
                    <a:pt x="6" y="26"/>
                    <a:pt x="6" y="26"/>
                    <a:pt x="6" y="26"/>
                  </a:cubicBezTo>
                  <a:cubicBezTo>
                    <a:pt x="7" y="26"/>
                    <a:pt x="8" y="26"/>
                    <a:pt x="10" y="25"/>
                  </a:cubicBezTo>
                  <a:cubicBezTo>
                    <a:pt x="7" y="36"/>
                    <a:pt x="6" y="43"/>
                    <a:pt x="6" y="47"/>
                  </a:cubicBezTo>
                  <a:cubicBezTo>
                    <a:pt x="6" y="50"/>
                    <a:pt x="7" y="53"/>
                    <a:pt x="8" y="55"/>
                  </a:cubicBezTo>
                  <a:cubicBezTo>
                    <a:pt x="10" y="58"/>
                    <a:pt x="13" y="59"/>
                    <a:pt x="16" y="59"/>
                  </a:cubicBezTo>
                  <a:cubicBezTo>
                    <a:pt x="21" y="59"/>
                    <a:pt x="25" y="57"/>
                    <a:pt x="28" y="54"/>
                  </a:cubicBezTo>
                  <a:cubicBezTo>
                    <a:pt x="32" y="51"/>
                    <a:pt x="34" y="49"/>
                    <a:pt x="34" y="46"/>
                  </a:cubicBezTo>
                  <a:cubicBezTo>
                    <a:pt x="34" y="46"/>
                    <a:pt x="34" y="45"/>
                    <a:pt x="33" y="45"/>
                  </a:cubicBezTo>
                  <a:cubicBezTo>
                    <a:pt x="33" y="44"/>
                    <a:pt x="32" y="44"/>
                    <a:pt x="31" y="44"/>
                  </a:cubicBezTo>
                  <a:cubicBezTo>
                    <a:pt x="30" y="44"/>
                    <a:pt x="29" y="45"/>
                    <a:pt x="28" y="46"/>
                  </a:cubicBezTo>
                  <a:cubicBezTo>
                    <a:pt x="26" y="48"/>
                    <a:pt x="24" y="49"/>
                    <a:pt x="23" y="49"/>
                  </a:cubicBezTo>
                  <a:cubicBezTo>
                    <a:pt x="21" y="50"/>
                    <a:pt x="20" y="50"/>
                    <a:pt x="18" y="50"/>
                  </a:cubicBezTo>
                  <a:cubicBezTo>
                    <a:pt x="17" y="50"/>
                    <a:pt x="16" y="50"/>
                    <a:pt x="16" y="49"/>
                  </a:cubicBezTo>
                  <a:cubicBezTo>
                    <a:pt x="16" y="48"/>
                    <a:pt x="15" y="46"/>
                    <a:pt x="15" y="44"/>
                  </a:cubicBezTo>
                  <a:cubicBezTo>
                    <a:pt x="15" y="43"/>
                    <a:pt x="16" y="39"/>
                    <a:pt x="17" y="34"/>
                  </a:cubicBezTo>
                  <a:cubicBezTo>
                    <a:pt x="18" y="28"/>
                    <a:pt x="19" y="25"/>
                    <a:pt x="19" y="25"/>
                  </a:cubicBezTo>
                  <a:cubicBezTo>
                    <a:pt x="33" y="23"/>
                    <a:pt x="33" y="23"/>
                    <a:pt x="33" y="23"/>
                  </a:cubicBezTo>
                  <a:cubicBezTo>
                    <a:pt x="37" y="22"/>
                    <a:pt x="39" y="20"/>
                    <a:pt x="39" y="18"/>
                  </a:cubicBezTo>
                  <a:cubicBezTo>
                    <a:pt x="39" y="17"/>
                    <a:pt x="39" y="16"/>
                    <a:pt x="38" y="16"/>
                  </a:cubicBezTo>
                  <a:cubicBezTo>
                    <a:pt x="38" y="15"/>
                    <a:pt x="37" y="15"/>
                    <a:pt x="36" y="15"/>
                  </a:cubicBezTo>
                  <a:cubicBezTo>
                    <a:pt x="35" y="15"/>
                    <a:pt x="30" y="15"/>
                    <a:pt x="22" y="16"/>
                  </a:cubicBezTo>
                  <a:cubicBezTo>
                    <a:pt x="24" y="9"/>
                    <a:pt x="25" y="4"/>
                    <a:pt x="25" y="4"/>
                  </a:cubicBezTo>
                  <a:cubicBezTo>
                    <a:pt x="25" y="3"/>
                    <a:pt x="25" y="2"/>
                    <a:pt x="24" y="1"/>
                  </a:cubicBezTo>
                  <a:cubicBezTo>
                    <a:pt x="23" y="0"/>
                    <a:pt x="22" y="0"/>
                    <a:pt x="21" y="0"/>
                  </a:cubicBezTo>
                  <a:cubicBezTo>
                    <a:pt x="18" y="0"/>
                    <a:pt x="16" y="1"/>
                    <a:pt x="16" y="5"/>
                  </a:cubicBezTo>
                  <a:cubicBezTo>
                    <a:pt x="14" y="10"/>
                    <a:pt x="13" y="14"/>
                    <a:pt x="12" y="17"/>
                  </a:cubicBezTo>
                  <a:cubicBezTo>
                    <a:pt x="4" y="17"/>
                    <a:pt x="4" y="17"/>
                    <a:pt x="4" y="17"/>
                  </a:cubicBezTo>
                  <a:cubicBezTo>
                    <a:pt x="1" y="17"/>
                    <a:pt x="0" y="19"/>
                    <a:pt x="0" y="21"/>
                  </a:cubicBezTo>
                  <a:cubicBezTo>
                    <a:pt x="0" y="22"/>
                    <a:pt x="0" y="24"/>
                    <a:pt x="2"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Freeform 262"/>
            <p:cNvSpPr>
              <a:spLocks noEditPoints="1"/>
            </p:cNvSpPr>
            <p:nvPr/>
          </p:nvSpPr>
          <p:spPr bwMode="auto">
            <a:xfrm>
              <a:off x="5259388" y="3044826"/>
              <a:ext cx="68263" cy="73025"/>
            </a:xfrm>
            <a:custGeom>
              <a:avLst/>
              <a:gdLst>
                <a:gd name="T0" fmla="*/ 9 w 42"/>
                <a:gd name="T1" fmla="*/ 44 h 45"/>
                <a:gd name="T2" fmla="*/ 29 w 42"/>
                <a:gd name="T3" fmla="*/ 31 h 45"/>
                <a:gd name="T4" fmla="*/ 36 w 42"/>
                <a:gd name="T5" fmla="*/ 45 h 45"/>
                <a:gd name="T6" fmla="*/ 40 w 42"/>
                <a:gd name="T7" fmla="*/ 44 h 45"/>
                <a:gd name="T8" fmla="*/ 42 w 42"/>
                <a:gd name="T9" fmla="*/ 41 h 45"/>
                <a:gd name="T10" fmla="*/ 40 w 42"/>
                <a:gd name="T11" fmla="*/ 39 h 45"/>
                <a:gd name="T12" fmla="*/ 39 w 42"/>
                <a:gd name="T13" fmla="*/ 37 h 45"/>
                <a:gd name="T14" fmla="*/ 38 w 42"/>
                <a:gd name="T15" fmla="*/ 35 h 45"/>
                <a:gd name="T16" fmla="*/ 37 w 42"/>
                <a:gd name="T17" fmla="*/ 28 h 45"/>
                <a:gd name="T18" fmla="*/ 38 w 42"/>
                <a:gd name="T19" fmla="*/ 15 h 45"/>
                <a:gd name="T20" fmla="*/ 39 w 42"/>
                <a:gd name="T21" fmla="*/ 9 h 45"/>
                <a:gd name="T22" fmla="*/ 35 w 42"/>
                <a:gd name="T23" fmla="*/ 5 h 45"/>
                <a:gd name="T24" fmla="*/ 28 w 42"/>
                <a:gd name="T25" fmla="*/ 0 h 45"/>
                <a:gd name="T26" fmla="*/ 10 w 42"/>
                <a:gd name="T27" fmla="*/ 12 h 45"/>
                <a:gd name="T28" fmla="*/ 0 w 42"/>
                <a:gd name="T29" fmla="*/ 34 h 45"/>
                <a:gd name="T30" fmla="*/ 3 w 42"/>
                <a:gd name="T31" fmla="*/ 42 h 45"/>
                <a:gd name="T32" fmla="*/ 9 w 42"/>
                <a:gd name="T33" fmla="*/ 44 h 45"/>
                <a:gd name="T34" fmla="*/ 16 w 42"/>
                <a:gd name="T35" fmla="*/ 18 h 45"/>
                <a:gd name="T36" fmla="*/ 27 w 42"/>
                <a:gd name="T37" fmla="*/ 9 h 45"/>
                <a:gd name="T38" fmla="*/ 29 w 42"/>
                <a:gd name="T39" fmla="*/ 10 h 45"/>
                <a:gd name="T40" fmla="*/ 30 w 42"/>
                <a:gd name="T41" fmla="*/ 13 h 45"/>
                <a:gd name="T42" fmla="*/ 23 w 42"/>
                <a:gd name="T43" fmla="*/ 27 h 45"/>
                <a:gd name="T44" fmla="*/ 11 w 42"/>
                <a:gd name="T45" fmla="*/ 36 h 45"/>
                <a:gd name="T46" fmla="*/ 10 w 42"/>
                <a:gd name="T47" fmla="*/ 33 h 45"/>
                <a:gd name="T48" fmla="*/ 16 w 42"/>
                <a:gd name="T49" fmla="*/ 1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 h="45">
                  <a:moveTo>
                    <a:pt x="9" y="44"/>
                  </a:moveTo>
                  <a:cubicBezTo>
                    <a:pt x="15" y="44"/>
                    <a:pt x="22" y="40"/>
                    <a:pt x="29" y="31"/>
                  </a:cubicBezTo>
                  <a:cubicBezTo>
                    <a:pt x="29" y="41"/>
                    <a:pt x="31" y="45"/>
                    <a:pt x="36" y="45"/>
                  </a:cubicBezTo>
                  <a:cubicBezTo>
                    <a:pt x="37" y="45"/>
                    <a:pt x="39" y="45"/>
                    <a:pt x="40" y="44"/>
                  </a:cubicBezTo>
                  <a:cubicBezTo>
                    <a:pt x="41" y="43"/>
                    <a:pt x="42" y="42"/>
                    <a:pt x="42" y="41"/>
                  </a:cubicBezTo>
                  <a:cubicBezTo>
                    <a:pt x="42" y="40"/>
                    <a:pt x="41" y="39"/>
                    <a:pt x="40" y="39"/>
                  </a:cubicBezTo>
                  <a:cubicBezTo>
                    <a:pt x="39" y="38"/>
                    <a:pt x="39" y="38"/>
                    <a:pt x="39" y="37"/>
                  </a:cubicBezTo>
                  <a:cubicBezTo>
                    <a:pt x="38" y="37"/>
                    <a:pt x="38" y="36"/>
                    <a:pt x="38" y="35"/>
                  </a:cubicBezTo>
                  <a:cubicBezTo>
                    <a:pt x="37" y="33"/>
                    <a:pt x="37" y="31"/>
                    <a:pt x="37" y="28"/>
                  </a:cubicBezTo>
                  <a:cubicBezTo>
                    <a:pt x="37" y="24"/>
                    <a:pt x="37" y="20"/>
                    <a:pt x="38" y="15"/>
                  </a:cubicBezTo>
                  <a:cubicBezTo>
                    <a:pt x="39" y="12"/>
                    <a:pt x="39" y="10"/>
                    <a:pt x="39" y="9"/>
                  </a:cubicBezTo>
                  <a:cubicBezTo>
                    <a:pt x="39" y="6"/>
                    <a:pt x="38" y="5"/>
                    <a:pt x="35" y="5"/>
                  </a:cubicBezTo>
                  <a:cubicBezTo>
                    <a:pt x="34" y="2"/>
                    <a:pt x="32" y="0"/>
                    <a:pt x="28" y="0"/>
                  </a:cubicBezTo>
                  <a:cubicBezTo>
                    <a:pt x="22" y="0"/>
                    <a:pt x="16" y="4"/>
                    <a:pt x="10" y="12"/>
                  </a:cubicBezTo>
                  <a:cubicBezTo>
                    <a:pt x="3" y="20"/>
                    <a:pt x="0" y="27"/>
                    <a:pt x="0" y="34"/>
                  </a:cubicBezTo>
                  <a:cubicBezTo>
                    <a:pt x="0" y="37"/>
                    <a:pt x="1" y="40"/>
                    <a:pt x="3" y="42"/>
                  </a:cubicBezTo>
                  <a:cubicBezTo>
                    <a:pt x="5" y="43"/>
                    <a:pt x="7" y="44"/>
                    <a:pt x="9" y="44"/>
                  </a:cubicBezTo>
                  <a:close/>
                  <a:moveTo>
                    <a:pt x="16" y="18"/>
                  </a:moveTo>
                  <a:cubicBezTo>
                    <a:pt x="21" y="12"/>
                    <a:pt x="24" y="9"/>
                    <a:pt x="27" y="9"/>
                  </a:cubicBezTo>
                  <a:cubicBezTo>
                    <a:pt x="27" y="9"/>
                    <a:pt x="28" y="9"/>
                    <a:pt x="29" y="10"/>
                  </a:cubicBezTo>
                  <a:cubicBezTo>
                    <a:pt x="29" y="11"/>
                    <a:pt x="30" y="12"/>
                    <a:pt x="30" y="13"/>
                  </a:cubicBezTo>
                  <a:cubicBezTo>
                    <a:pt x="30" y="17"/>
                    <a:pt x="27" y="22"/>
                    <a:pt x="23" y="27"/>
                  </a:cubicBezTo>
                  <a:cubicBezTo>
                    <a:pt x="18" y="33"/>
                    <a:pt x="14" y="36"/>
                    <a:pt x="11" y="36"/>
                  </a:cubicBezTo>
                  <a:cubicBezTo>
                    <a:pt x="10" y="36"/>
                    <a:pt x="10" y="35"/>
                    <a:pt x="10" y="33"/>
                  </a:cubicBezTo>
                  <a:cubicBezTo>
                    <a:pt x="10" y="28"/>
                    <a:pt x="12" y="23"/>
                    <a:pt x="16"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 name="Freeform 263"/>
            <p:cNvSpPr>
              <a:spLocks/>
            </p:cNvSpPr>
            <p:nvPr/>
          </p:nvSpPr>
          <p:spPr bwMode="auto">
            <a:xfrm>
              <a:off x="5341938" y="3006726"/>
              <a:ext cx="28575" cy="114300"/>
            </a:xfrm>
            <a:custGeom>
              <a:avLst/>
              <a:gdLst>
                <a:gd name="T0" fmla="*/ 13 w 17"/>
                <a:gd name="T1" fmla="*/ 22 h 70"/>
                <a:gd name="T2" fmla="*/ 16 w 17"/>
                <a:gd name="T3" fmla="*/ 9 h 70"/>
                <a:gd name="T4" fmla="*/ 17 w 17"/>
                <a:gd name="T5" fmla="*/ 5 h 70"/>
                <a:gd name="T6" fmla="*/ 13 w 17"/>
                <a:gd name="T7" fmla="*/ 0 h 70"/>
                <a:gd name="T8" fmla="*/ 8 w 17"/>
                <a:gd name="T9" fmla="*/ 3 h 70"/>
                <a:gd name="T10" fmla="*/ 3 w 17"/>
                <a:gd name="T11" fmla="*/ 26 h 70"/>
                <a:gd name="T12" fmla="*/ 0 w 17"/>
                <a:gd name="T13" fmla="*/ 58 h 70"/>
                <a:gd name="T14" fmla="*/ 1 w 17"/>
                <a:gd name="T15" fmla="*/ 67 h 70"/>
                <a:gd name="T16" fmla="*/ 5 w 17"/>
                <a:gd name="T17" fmla="*/ 70 h 70"/>
                <a:gd name="T18" fmla="*/ 8 w 17"/>
                <a:gd name="T19" fmla="*/ 68 h 70"/>
                <a:gd name="T20" fmla="*/ 10 w 17"/>
                <a:gd name="T21" fmla="*/ 64 h 70"/>
                <a:gd name="T22" fmla="*/ 10 w 17"/>
                <a:gd name="T23" fmla="*/ 62 h 70"/>
                <a:gd name="T24" fmla="*/ 9 w 17"/>
                <a:gd name="T25" fmla="*/ 50 h 70"/>
                <a:gd name="T26" fmla="*/ 10 w 17"/>
                <a:gd name="T27" fmla="*/ 37 h 70"/>
                <a:gd name="T28" fmla="*/ 13 w 17"/>
                <a:gd name="T29" fmla="*/ 2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70">
                  <a:moveTo>
                    <a:pt x="13" y="22"/>
                  </a:moveTo>
                  <a:cubicBezTo>
                    <a:pt x="15" y="15"/>
                    <a:pt x="16" y="11"/>
                    <a:pt x="16" y="9"/>
                  </a:cubicBezTo>
                  <a:cubicBezTo>
                    <a:pt x="17" y="8"/>
                    <a:pt x="17" y="6"/>
                    <a:pt x="17" y="5"/>
                  </a:cubicBezTo>
                  <a:cubicBezTo>
                    <a:pt x="17" y="2"/>
                    <a:pt x="16" y="0"/>
                    <a:pt x="13" y="0"/>
                  </a:cubicBezTo>
                  <a:cubicBezTo>
                    <a:pt x="11" y="0"/>
                    <a:pt x="10" y="1"/>
                    <a:pt x="8" y="3"/>
                  </a:cubicBezTo>
                  <a:cubicBezTo>
                    <a:pt x="7" y="6"/>
                    <a:pt x="5" y="13"/>
                    <a:pt x="3" y="26"/>
                  </a:cubicBezTo>
                  <a:cubicBezTo>
                    <a:pt x="1" y="38"/>
                    <a:pt x="0" y="49"/>
                    <a:pt x="0" y="58"/>
                  </a:cubicBezTo>
                  <a:cubicBezTo>
                    <a:pt x="0" y="63"/>
                    <a:pt x="0" y="66"/>
                    <a:pt x="1" y="67"/>
                  </a:cubicBezTo>
                  <a:cubicBezTo>
                    <a:pt x="1" y="69"/>
                    <a:pt x="3" y="70"/>
                    <a:pt x="5" y="70"/>
                  </a:cubicBezTo>
                  <a:cubicBezTo>
                    <a:pt x="6" y="70"/>
                    <a:pt x="7" y="69"/>
                    <a:pt x="8" y="68"/>
                  </a:cubicBezTo>
                  <a:cubicBezTo>
                    <a:pt x="10" y="67"/>
                    <a:pt x="10" y="66"/>
                    <a:pt x="10" y="64"/>
                  </a:cubicBezTo>
                  <a:cubicBezTo>
                    <a:pt x="10" y="64"/>
                    <a:pt x="10" y="63"/>
                    <a:pt x="10" y="62"/>
                  </a:cubicBezTo>
                  <a:cubicBezTo>
                    <a:pt x="9" y="57"/>
                    <a:pt x="9" y="53"/>
                    <a:pt x="9" y="50"/>
                  </a:cubicBezTo>
                  <a:cubicBezTo>
                    <a:pt x="9" y="47"/>
                    <a:pt x="10" y="42"/>
                    <a:pt x="10" y="37"/>
                  </a:cubicBezTo>
                  <a:cubicBezTo>
                    <a:pt x="11" y="31"/>
                    <a:pt x="12" y="26"/>
                    <a:pt x="13"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 name="Freeform 264"/>
            <p:cNvSpPr>
              <a:spLocks noEditPoints="1"/>
            </p:cNvSpPr>
            <p:nvPr/>
          </p:nvSpPr>
          <p:spPr bwMode="auto">
            <a:xfrm>
              <a:off x="4864100" y="3179763"/>
              <a:ext cx="82550" cy="98425"/>
            </a:xfrm>
            <a:custGeom>
              <a:avLst/>
              <a:gdLst>
                <a:gd name="T0" fmla="*/ 40 w 50"/>
                <a:gd name="T1" fmla="*/ 29 h 60"/>
                <a:gd name="T2" fmla="*/ 50 w 50"/>
                <a:gd name="T3" fmla="*/ 13 h 60"/>
                <a:gd name="T4" fmla="*/ 44 w 50"/>
                <a:gd name="T5" fmla="*/ 3 h 60"/>
                <a:gd name="T6" fmla="*/ 30 w 50"/>
                <a:gd name="T7" fmla="*/ 0 h 60"/>
                <a:gd name="T8" fmla="*/ 12 w 50"/>
                <a:gd name="T9" fmla="*/ 2 h 60"/>
                <a:gd name="T10" fmla="*/ 1 w 50"/>
                <a:gd name="T11" fmla="*/ 8 h 60"/>
                <a:gd name="T12" fmla="*/ 4 w 50"/>
                <a:gd name="T13" fmla="*/ 12 h 60"/>
                <a:gd name="T14" fmla="*/ 4 w 50"/>
                <a:gd name="T15" fmla="*/ 16 h 60"/>
                <a:gd name="T16" fmla="*/ 2 w 50"/>
                <a:gd name="T17" fmla="*/ 33 h 60"/>
                <a:gd name="T18" fmla="*/ 0 w 50"/>
                <a:gd name="T19" fmla="*/ 54 h 60"/>
                <a:gd name="T20" fmla="*/ 5 w 50"/>
                <a:gd name="T21" fmla="*/ 60 h 60"/>
                <a:gd name="T22" fmla="*/ 8 w 50"/>
                <a:gd name="T23" fmla="*/ 58 h 60"/>
                <a:gd name="T24" fmla="*/ 10 w 50"/>
                <a:gd name="T25" fmla="*/ 55 h 60"/>
                <a:gd name="T26" fmla="*/ 11 w 50"/>
                <a:gd name="T27" fmla="*/ 40 h 60"/>
                <a:gd name="T28" fmla="*/ 16 w 50"/>
                <a:gd name="T29" fmla="*/ 39 h 60"/>
                <a:gd name="T30" fmla="*/ 40 w 50"/>
                <a:gd name="T31" fmla="*/ 29 h 60"/>
                <a:gd name="T32" fmla="*/ 14 w 50"/>
                <a:gd name="T33" fmla="*/ 10 h 60"/>
                <a:gd name="T34" fmla="*/ 30 w 50"/>
                <a:gd name="T35" fmla="*/ 7 h 60"/>
                <a:gd name="T36" fmla="*/ 40 w 50"/>
                <a:gd name="T37" fmla="*/ 14 h 60"/>
                <a:gd name="T38" fmla="*/ 32 w 50"/>
                <a:gd name="T39" fmla="*/ 24 h 60"/>
                <a:gd name="T40" fmla="*/ 12 w 50"/>
                <a:gd name="T41" fmla="*/ 31 h 60"/>
                <a:gd name="T42" fmla="*/ 14 w 50"/>
                <a:gd name="T43" fmla="*/ 1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 h="60">
                  <a:moveTo>
                    <a:pt x="40" y="29"/>
                  </a:moveTo>
                  <a:cubicBezTo>
                    <a:pt x="46" y="24"/>
                    <a:pt x="50" y="19"/>
                    <a:pt x="50" y="13"/>
                  </a:cubicBezTo>
                  <a:cubicBezTo>
                    <a:pt x="50" y="9"/>
                    <a:pt x="48" y="6"/>
                    <a:pt x="44" y="3"/>
                  </a:cubicBezTo>
                  <a:cubicBezTo>
                    <a:pt x="41" y="1"/>
                    <a:pt x="36" y="0"/>
                    <a:pt x="30" y="0"/>
                  </a:cubicBezTo>
                  <a:cubicBezTo>
                    <a:pt x="25" y="0"/>
                    <a:pt x="19" y="0"/>
                    <a:pt x="12" y="2"/>
                  </a:cubicBezTo>
                  <a:cubicBezTo>
                    <a:pt x="5" y="4"/>
                    <a:pt x="1" y="6"/>
                    <a:pt x="1" y="8"/>
                  </a:cubicBezTo>
                  <a:cubicBezTo>
                    <a:pt x="1" y="10"/>
                    <a:pt x="2" y="12"/>
                    <a:pt x="4" y="12"/>
                  </a:cubicBezTo>
                  <a:cubicBezTo>
                    <a:pt x="4" y="13"/>
                    <a:pt x="4" y="14"/>
                    <a:pt x="4" y="16"/>
                  </a:cubicBezTo>
                  <a:cubicBezTo>
                    <a:pt x="4" y="18"/>
                    <a:pt x="3" y="24"/>
                    <a:pt x="2" y="33"/>
                  </a:cubicBezTo>
                  <a:cubicBezTo>
                    <a:pt x="1" y="45"/>
                    <a:pt x="0" y="52"/>
                    <a:pt x="0" y="54"/>
                  </a:cubicBezTo>
                  <a:cubicBezTo>
                    <a:pt x="0" y="58"/>
                    <a:pt x="1" y="60"/>
                    <a:pt x="5" y="60"/>
                  </a:cubicBezTo>
                  <a:cubicBezTo>
                    <a:pt x="6" y="60"/>
                    <a:pt x="7" y="60"/>
                    <a:pt x="8" y="58"/>
                  </a:cubicBezTo>
                  <a:cubicBezTo>
                    <a:pt x="9" y="57"/>
                    <a:pt x="10" y="56"/>
                    <a:pt x="10" y="55"/>
                  </a:cubicBezTo>
                  <a:cubicBezTo>
                    <a:pt x="10" y="51"/>
                    <a:pt x="10" y="46"/>
                    <a:pt x="11" y="40"/>
                  </a:cubicBezTo>
                  <a:cubicBezTo>
                    <a:pt x="11" y="40"/>
                    <a:pt x="13" y="39"/>
                    <a:pt x="16" y="39"/>
                  </a:cubicBezTo>
                  <a:cubicBezTo>
                    <a:pt x="26" y="37"/>
                    <a:pt x="33" y="33"/>
                    <a:pt x="40" y="29"/>
                  </a:cubicBezTo>
                  <a:close/>
                  <a:moveTo>
                    <a:pt x="14" y="10"/>
                  </a:moveTo>
                  <a:cubicBezTo>
                    <a:pt x="20" y="8"/>
                    <a:pt x="25" y="7"/>
                    <a:pt x="30" y="7"/>
                  </a:cubicBezTo>
                  <a:cubicBezTo>
                    <a:pt x="37" y="7"/>
                    <a:pt x="40" y="10"/>
                    <a:pt x="40" y="14"/>
                  </a:cubicBezTo>
                  <a:cubicBezTo>
                    <a:pt x="40" y="18"/>
                    <a:pt x="37" y="21"/>
                    <a:pt x="32" y="24"/>
                  </a:cubicBezTo>
                  <a:cubicBezTo>
                    <a:pt x="26" y="28"/>
                    <a:pt x="19" y="30"/>
                    <a:pt x="12" y="31"/>
                  </a:cubicBezTo>
                  <a:lnTo>
                    <a:pt x="14"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 name="Freeform 265"/>
            <p:cNvSpPr>
              <a:spLocks/>
            </p:cNvSpPr>
            <p:nvPr/>
          </p:nvSpPr>
          <p:spPr bwMode="auto">
            <a:xfrm>
              <a:off x="4951413" y="3205163"/>
              <a:ext cx="63500" cy="73025"/>
            </a:xfrm>
            <a:custGeom>
              <a:avLst/>
              <a:gdLst>
                <a:gd name="T0" fmla="*/ 5 w 39"/>
                <a:gd name="T1" fmla="*/ 45 h 45"/>
                <a:gd name="T2" fmla="*/ 9 w 39"/>
                <a:gd name="T3" fmla="*/ 44 h 45"/>
                <a:gd name="T4" fmla="*/ 11 w 39"/>
                <a:gd name="T5" fmla="*/ 39 h 45"/>
                <a:gd name="T6" fmla="*/ 19 w 39"/>
                <a:gd name="T7" fmla="*/ 18 h 45"/>
                <a:gd name="T8" fmla="*/ 29 w 39"/>
                <a:gd name="T9" fmla="*/ 9 h 45"/>
                <a:gd name="T10" fmla="*/ 31 w 39"/>
                <a:gd name="T11" fmla="*/ 10 h 45"/>
                <a:gd name="T12" fmla="*/ 36 w 39"/>
                <a:gd name="T13" fmla="*/ 12 h 45"/>
                <a:gd name="T14" fmla="*/ 38 w 39"/>
                <a:gd name="T15" fmla="*/ 11 h 45"/>
                <a:gd name="T16" fmla="*/ 39 w 39"/>
                <a:gd name="T17" fmla="*/ 8 h 45"/>
                <a:gd name="T18" fmla="*/ 37 w 39"/>
                <a:gd name="T19" fmla="*/ 3 h 45"/>
                <a:gd name="T20" fmla="*/ 30 w 39"/>
                <a:gd name="T21" fmla="*/ 0 h 45"/>
                <a:gd name="T22" fmla="*/ 19 w 39"/>
                <a:gd name="T23" fmla="*/ 6 h 45"/>
                <a:gd name="T24" fmla="*/ 9 w 39"/>
                <a:gd name="T25" fmla="*/ 22 h 45"/>
                <a:gd name="T26" fmla="*/ 8 w 39"/>
                <a:gd name="T27" fmla="*/ 23 h 45"/>
                <a:gd name="T28" fmla="*/ 9 w 39"/>
                <a:gd name="T29" fmla="*/ 17 h 45"/>
                <a:gd name="T30" fmla="*/ 10 w 39"/>
                <a:gd name="T31" fmla="*/ 12 h 45"/>
                <a:gd name="T32" fmla="*/ 12 w 39"/>
                <a:gd name="T33" fmla="*/ 5 h 45"/>
                <a:gd name="T34" fmla="*/ 11 w 39"/>
                <a:gd name="T35" fmla="*/ 2 h 45"/>
                <a:gd name="T36" fmla="*/ 8 w 39"/>
                <a:gd name="T37" fmla="*/ 1 h 45"/>
                <a:gd name="T38" fmla="*/ 4 w 39"/>
                <a:gd name="T39" fmla="*/ 2 h 45"/>
                <a:gd name="T40" fmla="*/ 2 w 39"/>
                <a:gd name="T41" fmla="*/ 5 h 45"/>
                <a:gd name="T42" fmla="*/ 1 w 39"/>
                <a:gd name="T43" fmla="*/ 10 h 45"/>
                <a:gd name="T44" fmla="*/ 1 w 39"/>
                <a:gd name="T45" fmla="*/ 13 h 45"/>
                <a:gd name="T46" fmla="*/ 0 w 39"/>
                <a:gd name="T47" fmla="*/ 24 h 45"/>
                <a:gd name="T48" fmla="*/ 0 w 39"/>
                <a:gd name="T49" fmla="*/ 32 h 45"/>
                <a:gd name="T50" fmla="*/ 1 w 39"/>
                <a:gd name="T51" fmla="*/ 42 h 45"/>
                <a:gd name="T52" fmla="*/ 5 w 39"/>
                <a:gd name="T53"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9" h="45">
                  <a:moveTo>
                    <a:pt x="5" y="45"/>
                  </a:moveTo>
                  <a:cubicBezTo>
                    <a:pt x="7" y="45"/>
                    <a:pt x="8" y="45"/>
                    <a:pt x="9" y="44"/>
                  </a:cubicBezTo>
                  <a:cubicBezTo>
                    <a:pt x="10" y="43"/>
                    <a:pt x="11" y="41"/>
                    <a:pt x="11" y="39"/>
                  </a:cubicBezTo>
                  <a:cubicBezTo>
                    <a:pt x="12" y="31"/>
                    <a:pt x="15" y="24"/>
                    <a:pt x="19" y="18"/>
                  </a:cubicBezTo>
                  <a:cubicBezTo>
                    <a:pt x="24" y="12"/>
                    <a:pt x="27" y="9"/>
                    <a:pt x="29" y="9"/>
                  </a:cubicBezTo>
                  <a:cubicBezTo>
                    <a:pt x="30" y="9"/>
                    <a:pt x="30" y="10"/>
                    <a:pt x="31" y="10"/>
                  </a:cubicBezTo>
                  <a:cubicBezTo>
                    <a:pt x="33" y="12"/>
                    <a:pt x="34" y="12"/>
                    <a:pt x="36" y="12"/>
                  </a:cubicBezTo>
                  <a:cubicBezTo>
                    <a:pt x="37" y="12"/>
                    <a:pt x="38" y="12"/>
                    <a:pt x="38" y="11"/>
                  </a:cubicBezTo>
                  <a:cubicBezTo>
                    <a:pt x="39" y="10"/>
                    <a:pt x="39" y="9"/>
                    <a:pt x="39" y="8"/>
                  </a:cubicBezTo>
                  <a:cubicBezTo>
                    <a:pt x="39" y="6"/>
                    <a:pt x="38" y="4"/>
                    <a:pt x="37" y="3"/>
                  </a:cubicBezTo>
                  <a:cubicBezTo>
                    <a:pt x="35" y="1"/>
                    <a:pt x="33" y="0"/>
                    <a:pt x="30" y="0"/>
                  </a:cubicBezTo>
                  <a:cubicBezTo>
                    <a:pt x="27" y="0"/>
                    <a:pt x="23" y="2"/>
                    <a:pt x="19" y="6"/>
                  </a:cubicBezTo>
                  <a:cubicBezTo>
                    <a:pt x="16" y="10"/>
                    <a:pt x="12" y="16"/>
                    <a:pt x="9" y="22"/>
                  </a:cubicBezTo>
                  <a:cubicBezTo>
                    <a:pt x="8" y="23"/>
                    <a:pt x="8" y="23"/>
                    <a:pt x="8" y="23"/>
                  </a:cubicBezTo>
                  <a:cubicBezTo>
                    <a:pt x="9" y="17"/>
                    <a:pt x="9" y="17"/>
                    <a:pt x="9" y="17"/>
                  </a:cubicBezTo>
                  <a:cubicBezTo>
                    <a:pt x="10" y="15"/>
                    <a:pt x="10" y="14"/>
                    <a:pt x="10" y="12"/>
                  </a:cubicBezTo>
                  <a:cubicBezTo>
                    <a:pt x="12" y="8"/>
                    <a:pt x="12" y="6"/>
                    <a:pt x="12" y="5"/>
                  </a:cubicBezTo>
                  <a:cubicBezTo>
                    <a:pt x="12" y="4"/>
                    <a:pt x="12" y="3"/>
                    <a:pt x="11" y="2"/>
                  </a:cubicBezTo>
                  <a:cubicBezTo>
                    <a:pt x="10" y="1"/>
                    <a:pt x="9" y="1"/>
                    <a:pt x="8" y="1"/>
                  </a:cubicBezTo>
                  <a:cubicBezTo>
                    <a:pt x="6" y="1"/>
                    <a:pt x="5" y="1"/>
                    <a:pt x="4" y="2"/>
                  </a:cubicBezTo>
                  <a:cubicBezTo>
                    <a:pt x="3" y="3"/>
                    <a:pt x="2" y="4"/>
                    <a:pt x="2" y="5"/>
                  </a:cubicBezTo>
                  <a:cubicBezTo>
                    <a:pt x="2" y="6"/>
                    <a:pt x="1" y="7"/>
                    <a:pt x="1" y="10"/>
                  </a:cubicBezTo>
                  <a:cubicBezTo>
                    <a:pt x="1" y="11"/>
                    <a:pt x="1" y="12"/>
                    <a:pt x="1" y="13"/>
                  </a:cubicBezTo>
                  <a:cubicBezTo>
                    <a:pt x="0" y="17"/>
                    <a:pt x="0" y="21"/>
                    <a:pt x="0" y="24"/>
                  </a:cubicBezTo>
                  <a:cubicBezTo>
                    <a:pt x="0" y="27"/>
                    <a:pt x="0" y="30"/>
                    <a:pt x="0" y="32"/>
                  </a:cubicBezTo>
                  <a:cubicBezTo>
                    <a:pt x="0" y="36"/>
                    <a:pt x="0" y="40"/>
                    <a:pt x="1" y="42"/>
                  </a:cubicBezTo>
                  <a:cubicBezTo>
                    <a:pt x="2" y="44"/>
                    <a:pt x="3" y="45"/>
                    <a:pt x="5"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 name="Freeform 266"/>
            <p:cNvSpPr>
              <a:spLocks noEditPoints="1"/>
            </p:cNvSpPr>
            <p:nvPr/>
          </p:nvSpPr>
          <p:spPr bwMode="auto">
            <a:xfrm>
              <a:off x="5013325" y="3205163"/>
              <a:ext cx="63500" cy="73025"/>
            </a:xfrm>
            <a:custGeom>
              <a:avLst/>
              <a:gdLst>
                <a:gd name="T0" fmla="*/ 14 w 39"/>
                <a:gd name="T1" fmla="*/ 45 h 45"/>
                <a:gd name="T2" fmla="*/ 29 w 39"/>
                <a:gd name="T3" fmla="*/ 38 h 45"/>
                <a:gd name="T4" fmla="*/ 39 w 39"/>
                <a:gd name="T5" fmla="*/ 23 h 45"/>
                <a:gd name="T6" fmla="*/ 39 w 39"/>
                <a:gd name="T7" fmla="*/ 23 h 45"/>
                <a:gd name="T8" fmla="*/ 39 w 39"/>
                <a:gd name="T9" fmla="*/ 17 h 45"/>
                <a:gd name="T10" fmla="*/ 35 w 39"/>
                <a:gd name="T11" fmla="*/ 5 h 45"/>
                <a:gd name="T12" fmla="*/ 24 w 39"/>
                <a:gd name="T13" fmla="*/ 0 h 45"/>
                <a:gd name="T14" fmla="*/ 7 w 39"/>
                <a:gd name="T15" fmla="*/ 10 h 45"/>
                <a:gd name="T16" fmla="*/ 0 w 39"/>
                <a:gd name="T17" fmla="*/ 30 h 45"/>
                <a:gd name="T18" fmla="*/ 4 w 39"/>
                <a:gd name="T19" fmla="*/ 40 h 45"/>
                <a:gd name="T20" fmla="*/ 14 w 39"/>
                <a:gd name="T21" fmla="*/ 45 h 45"/>
                <a:gd name="T22" fmla="*/ 13 w 39"/>
                <a:gd name="T23" fmla="*/ 18 h 45"/>
                <a:gd name="T24" fmla="*/ 18 w 39"/>
                <a:gd name="T25" fmla="*/ 10 h 45"/>
                <a:gd name="T26" fmla="*/ 18 w 39"/>
                <a:gd name="T27" fmla="*/ 10 h 45"/>
                <a:gd name="T28" fmla="*/ 23 w 39"/>
                <a:gd name="T29" fmla="*/ 8 h 45"/>
                <a:gd name="T30" fmla="*/ 28 w 39"/>
                <a:gd name="T31" fmla="*/ 11 h 45"/>
                <a:gd name="T32" fmla="*/ 30 w 39"/>
                <a:gd name="T33" fmla="*/ 18 h 45"/>
                <a:gd name="T34" fmla="*/ 25 w 39"/>
                <a:gd name="T35" fmla="*/ 31 h 45"/>
                <a:gd name="T36" fmla="*/ 15 w 39"/>
                <a:gd name="T37" fmla="*/ 36 h 45"/>
                <a:gd name="T38" fmla="*/ 11 w 39"/>
                <a:gd name="T39" fmla="*/ 34 h 45"/>
                <a:gd name="T40" fmla="*/ 10 w 39"/>
                <a:gd name="T41" fmla="*/ 29 h 45"/>
                <a:gd name="T42" fmla="*/ 13 w 39"/>
                <a:gd name="T43" fmla="*/ 1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9" h="45">
                  <a:moveTo>
                    <a:pt x="14" y="45"/>
                  </a:moveTo>
                  <a:cubicBezTo>
                    <a:pt x="19" y="45"/>
                    <a:pt x="24" y="43"/>
                    <a:pt x="29" y="38"/>
                  </a:cubicBezTo>
                  <a:cubicBezTo>
                    <a:pt x="34" y="34"/>
                    <a:pt x="37" y="29"/>
                    <a:pt x="39" y="23"/>
                  </a:cubicBezTo>
                  <a:cubicBezTo>
                    <a:pt x="39" y="23"/>
                    <a:pt x="39" y="23"/>
                    <a:pt x="39" y="23"/>
                  </a:cubicBezTo>
                  <a:cubicBezTo>
                    <a:pt x="39" y="21"/>
                    <a:pt x="39" y="19"/>
                    <a:pt x="39" y="17"/>
                  </a:cubicBezTo>
                  <a:cubicBezTo>
                    <a:pt x="39" y="12"/>
                    <a:pt x="38" y="8"/>
                    <a:pt x="35" y="5"/>
                  </a:cubicBezTo>
                  <a:cubicBezTo>
                    <a:pt x="32" y="2"/>
                    <a:pt x="29" y="0"/>
                    <a:pt x="24" y="0"/>
                  </a:cubicBezTo>
                  <a:cubicBezTo>
                    <a:pt x="18" y="0"/>
                    <a:pt x="12" y="3"/>
                    <a:pt x="7" y="10"/>
                  </a:cubicBezTo>
                  <a:cubicBezTo>
                    <a:pt x="3" y="16"/>
                    <a:pt x="0" y="23"/>
                    <a:pt x="0" y="30"/>
                  </a:cubicBezTo>
                  <a:cubicBezTo>
                    <a:pt x="0" y="34"/>
                    <a:pt x="2" y="38"/>
                    <a:pt x="4" y="40"/>
                  </a:cubicBezTo>
                  <a:cubicBezTo>
                    <a:pt x="7" y="43"/>
                    <a:pt x="10" y="45"/>
                    <a:pt x="14" y="45"/>
                  </a:cubicBezTo>
                  <a:close/>
                  <a:moveTo>
                    <a:pt x="13" y="18"/>
                  </a:moveTo>
                  <a:cubicBezTo>
                    <a:pt x="15" y="15"/>
                    <a:pt x="16" y="12"/>
                    <a:pt x="18" y="10"/>
                  </a:cubicBezTo>
                  <a:cubicBezTo>
                    <a:pt x="18" y="10"/>
                    <a:pt x="18" y="10"/>
                    <a:pt x="18" y="10"/>
                  </a:cubicBezTo>
                  <a:cubicBezTo>
                    <a:pt x="20" y="9"/>
                    <a:pt x="22" y="8"/>
                    <a:pt x="23" y="8"/>
                  </a:cubicBezTo>
                  <a:cubicBezTo>
                    <a:pt x="26" y="8"/>
                    <a:pt x="27" y="9"/>
                    <a:pt x="28" y="11"/>
                  </a:cubicBezTo>
                  <a:cubicBezTo>
                    <a:pt x="29" y="13"/>
                    <a:pt x="30" y="15"/>
                    <a:pt x="30" y="18"/>
                  </a:cubicBezTo>
                  <a:cubicBezTo>
                    <a:pt x="30" y="22"/>
                    <a:pt x="28" y="27"/>
                    <a:pt x="25" y="31"/>
                  </a:cubicBezTo>
                  <a:cubicBezTo>
                    <a:pt x="21" y="34"/>
                    <a:pt x="18" y="36"/>
                    <a:pt x="15" y="36"/>
                  </a:cubicBezTo>
                  <a:cubicBezTo>
                    <a:pt x="13" y="36"/>
                    <a:pt x="12" y="36"/>
                    <a:pt x="11" y="34"/>
                  </a:cubicBezTo>
                  <a:cubicBezTo>
                    <a:pt x="11" y="33"/>
                    <a:pt x="10" y="31"/>
                    <a:pt x="10" y="29"/>
                  </a:cubicBezTo>
                  <a:cubicBezTo>
                    <a:pt x="10" y="25"/>
                    <a:pt x="11" y="22"/>
                    <a:pt x="13"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 name="Freeform 267"/>
            <p:cNvSpPr>
              <a:spLocks noEditPoints="1"/>
            </p:cNvSpPr>
            <p:nvPr/>
          </p:nvSpPr>
          <p:spPr bwMode="auto">
            <a:xfrm>
              <a:off x="5089525" y="3160713"/>
              <a:ext cx="66675" cy="114300"/>
            </a:xfrm>
            <a:custGeom>
              <a:avLst/>
              <a:gdLst>
                <a:gd name="T0" fmla="*/ 2 w 41"/>
                <a:gd name="T1" fmla="*/ 62 h 70"/>
                <a:gd name="T2" fmla="*/ 3 w 41"/>
                <a:gd name="T3" fmla="*/ 64 h 70"/>
                <a:gd name="T4" fmla="*/ 6 w 41"/>
                <a:gd name="T5" fmla="*/ 69 h 70"/>
                <a:gd name="T6" fmla="*/ 12 w 41"/>
                <a:gd name="T7" fmla="*/ 70 h 70"/>
                <a:gd name="T8" fmla="*/ 31 w 41"/>
                <a:gd name="T9" fmla="*/ 60 h 70"/>
                <a:gd name="T10" fmla="*/ 41 w 41"/>
                <a:gd name="T11" fmla="*/ 37 h 70"/>
                <a:gd name="T12" fmla="*/ 38 w 41"/>
                <a:gd name="T13" fmla="*/ 29 h 70"/>
                <a:gd name="T14" fmla="*/ 32 w 41"/>
                <a:gd name="T15" fmla="*/ 26 h 70"/>
                <a:gd name="T16" fmla="*/ 22 w 41"/>
                <a:gd name="T17" fmla="*/ 30 h 70"/>
                <a:gd name="T18" fmla="*/ 11 w 41"/>
                <a:gd name="T19" fmla="*/ 41 h 70"/>
                <a:gd name="T20" fmla="*/ 15 w 41"/>
                <a:gd name="T21" fmla="*/ 22 h 70"/>
                <a:gd name="T22" fmla="*/ 18 w 41"/>
                <a:gd name="T23" fmla="*/ 6 h 70"/>
                <a:gd name="T24" fmla="*/ 15 w 41"/>
                <a:gd name="T25" fmla="*/ 0 h 70"/>
                <a:gd name="T26" fmla="*/ 9 w 41"/>
                <a:gd name="T27" fmla="*/ 5 h 70"/>
                <a:gd name="T28" fmla="*/ 4 w 41"/>
                <a:gd name="T29" fmla="*/ 31 h 70"/>
                <a:gd name="T30" fmla="*/ 1 w 41"/>
                <a:gd name="T31" fmla="*/ 48 h 70"/>
                <a:gd name="T32" fmla="*/ 0 w 41"/>
                <a:gd name="T33" fmla="*/ 58 h 70"/>
                <a:gd name="T34" fmla="*/ 1 w 41"/>
                <a:gd name="T35" fmla="*/ 61 h 70"/>
                <a:gd name="T36" fmla="*/ 2 w 41"/>
                <a:gd name="T37" fmla="*/ 62 h 70"/>
                <a:gd name="T38" fmla="*/ 16 w 41"/>
                <a:gd name="T39" fmla="*/ 44 h 70"/>
                <a:gd name="T40" fmla="*/ 30 w 41"/>
                <a:gd name="T41" fmla="*/ 35 h 70"/>
                <a:gd name="T42" fmla="*/ 32 w 41"/>
                <a:gd name="T43" fmla="*/ 39 h 70"/>
                <a:gd name="T44" fmla="*/ 28 w 41"/>
                <a:gd name="T45" fmla="*/ 49 h 70"/>
                <a:gd name="T46" fmla="*/ 20 w 41"/>
                <a:gd name="T47" fmla="*/ 59 h 70"/>
                <a:gd name="T48" fmla="*/ 12 w 41"/>
                <a:gd name="T49" fmla="*/ 62 h 70"/>
                <a:gd name="T50" fmla="*/ 9 w 41"/>
                <a:gd name="T51" fmla="*/ 59 h 70"/>
                <a:gd name="T52" fmla="*/ 16 w 41"/>
                <a:gd name="T53" fmla="*/ 4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1" h="70">
                  <a:moveTo>
                    <a:pt x="2" y="62"/>
                  </a:moveTo>
                  <a:cubicBezTo>
                    <a:pt x="2" y="63"/>
                    <a:pt x="3" y="63"/>
                    <a:pt x="3" y="64"/>
                  </a:cubicBezTo>
                  <a:cubicBezTo>
                    <a:pt x="3" y="66"/>
                    <a:pt x="4" y="67"/>
                    <a:pt x="6" y="69"/>
                  </a:cubicBezTo>
                  <a:cubicBezTo>
                    <a:pt x="8" y="70"/>
                    <a:pt x="10" y="70"/>
                    <a:pt x="12" y="70"/>
                  </a:cubicBezTo>
                  <a:cubicBezTo>
                    <a:pt x="19" y="70"/>
                    <a:pt x="25" y="67"/>
                    <a:pt x="31" y="60"/>
                  </a:cubicBezTo>
                  <a:cubicBezTo>
                    <a:pt x="38" y="53"/>
                    <a:pt x="41" y="45"/>
                    <a:pt x="41" y="37"/>
                  </a:cubicBezTo>
                  <a:cubicBezTo>
                    <a:pt x="41" y="34"/>
                    <a:pt x="40" y="31"/>
                    <a:pt x="38" y="29"/>
                  </a:cubicBezTo>
                  <a:cubicBezTo>
                    <a:pt x="37" y="27"/>
                    <a:pt x="35" y="26"/>
                    <a:pt x="32" y="26"/>
                  </a:cubicBezTo>
                  <a:cubicBezTo>
                    <a:pt x="29" y="26"/>
                    <a:pt x="26" y="28"/>
                    <a:pt x="22" y="30"/>
                  </a:cubicBezTo>
                  <a:cubicBezTo>
                    <a:pt x="18" y="33"/>
                    <a:pt x="14" y="36"/>
                    <a:pt x="11" y="41"/>
                  </a:cubicBezTo>
                  <a:cubicBezTo>
                    <a:pt x="13" y="33"/>
                    <a:pt x="14" y="26"/>
                    <a:pt x="15" y="22"/>
                  </a:cubicBezTo>
                  <a:cubicBezTo>
                    <a:pt x="17" y="14"/>
                    <a:pt x="18" y="9"/>
                    <a:pt x="18" y="6"/>
                  </a:cubicBezTo>
                  <a:cubicBezTo>
                    <a:pt x="18" y="2"/>
                    <a:pt x="17" y="0"/>
                    <a:pt x="15" y="0"/>
                  </a:cubicBezTo>
                  <a:cubicBezTo>
                    <a:pt x="12" y="0"/>
                    <a:pt x="10" y="2"/>
                    <a:pt x="9" y="5"/>
                  </a:cubicBezTo>
                  <a:cubicBezTo>
                    <a:pt x="8" y="7"/>
                    <a:pt x="6" y="16"/>
                    <a:pt x="4" y="31"/>
                  </a:cubicBezTo>
                  <a:cubicBezTo>
                    <a:pt x="1" y="48"/>
                    <a:pt x="1" y="48"/>
                    <a:pt x="1" y="48"/>
                  </a:cubicBezTo>
                  <a:cubicBezTo>
                    <a:pt x="0" y="53"/>
                    <a:pt x="0" y="56"/>
                    <a:pt x="0" y="58"/>
                  </a:cubicBezTo>
                  <a:cubicBezTo>
                    <a:pt x="0" y="59"/>
                    <a:pt x="0" y="60"/>
                    <a:pt x="1" y="61"/>
                  </a:cubicBezTo>
                  <a:cubicBezTo>
                    <a:pt x="1" y="62"/>
                    <a:pt x="2" y="62"/>
                    <a:pt x="2" y="62"/>
                  </a:cubicBezTo>
                  <a:close/>
                  <a:moveTo>
                    <a:pt x="16" y="44"/>
                  </a:moveTo>
                  <a:cubicBezTo>
                    <a:pt x="22" y="38"/>
                    <a:pt x="26" y="35"/>
                    <a:pt x="30" y="35"/>
                  </a:cubicBezTo>
                  <a:cubicBezTo>
                    <a:pt x="31" y="35"/>
                    <a:pt x="32" y="36"/>
                    <a:pt x="32" y="39"/>
                  </a:cubicBezTo>
                  <a:cubicBezTo>
                    <a:pt x="32" y="42"/>
                    <a:pt x="31" y="45"/>
                    <a:pt x="28" y="49"/>
                  </a:cubicBezTo>
                  <a:cubicBezTo>
                    <a:pt x="26" y="53"/>
                    <a:pt x="23" y="57"/>
                    <a:pt x="20" y="59"/>
                  </a:cubicBezTo>
                  <a:cubicBezTo>
                    <a:pt x="17" y="61"/>
                    <a:pt x="15" y="62"/>
                    <a:pt x="12" y="62"/>
                  </a:cubicBezTo>
                  <a:cubicBezTo>
                    <a:pt x="11" y="62"/>
                    <a:pt x="10" y="61"/>
                    <a:pt x="9" y="59"/>
                  </a:cubicBezTo>
                  <a:cubicBezTo>
                    <a:pt x="9" y="55"/>
                    <a:pt x="11" y="50"/>
                    <a:pt x="16"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 name="Freeform 268"/>
            <p:cNvSpPr>
              <a:spLocks/>
            </p:cNvSpPr>
            <p:nvPr/>
          </p:nvSpPr>
          <p:spPr bwMode="auto">
            <a:xfrm>
              <a:off x="5167313" y="3165476"/>
              <a:ext cx="28575" cy="114300"/>
            </a:xfrm>
            <a:custGeom>
              <a:avLst/>
              <a:gdLst>
                <a:gd name="T0" fmla="*/ 14 w 17"/>
                <a:gd name="T1" fmla="*/ 21 h 70"/>
                <a:gd name="T2" fmla="*/ 17 w 17"/>
                <a:gd name="T3" fmla="*/ 9 h 70"/>
                <a:gd name="T4" fmla="*/ 17 w 17"/>
                <a:gd name="T5" fmla="*/ 5 h 70"/>
                <a:gd name="T6" fmla="*/ 13 w 17"/>
                <a:gd name="T7" fmla="*/ 0 h 70"/>
                <a:gd name="T8" fmla="*/ 9 w 17"/>
                <a:gd name="T9" fmla="*/ 3 h 70"/>
                <a:gd name="T10" fmla="*/ 3 w 17"/>
                <a:gd name="T11" fmla="*/ 26 h 70"/>
                <a:gd name="T12" fmla="*/ 0 w 17"/>
                <a:gd name="T13" fmla="*/ 58 h 70"/>
                <a:gd name="T14" fmla="*/ 1 w 17"/>
                <a:gd name="T15" fmla="*/ 67 h 70"/>
                <a:gd name="T16" fmla="*/ 5 w 17"/>
                <a:gd name="T17" fmla="*/ 70 h 70"/>
                <a:gd name="T18" fmla="*/ 9 w 17"/>
                <a:gd name="T19" fmla="*/ 68 h 70"/>
                <a:gd name="T20" fmla="*/ 11 w 17"/>
                <a:gd name="T21" fmla="*/ 64 h 70"/>
                <a:gd name="T22" fmla="*/ 10 w 17"/>
                <a:gd name="T23" fmla="*/ 62 h 70"/>
                <a:gd name="T24" fmla="*/ 10 w 17"/>
                <a:gd name="T25" fmla="*/ 50 h 70"/>
                <a:gd name="T26" fmla="*/ 11 w 17"/>
                <a:gd name="T27" fmla="*/ 37 h 70"/>
                <a:gd name="T28" fmla="*/ 14 w 17"/>
                <a:gd name="T29" fmla="*/ 2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70">
                  <a:moveTo>
                    <a:pt x="14" y="21"/>
                  </a:moveTo>
                  <a:cubicBezTo>
                    <a:pt x="15" y="15"/>
                    <a:pt x="16" y="11"/>
                    <a:pt x="17" y="9"/>
                  </a:cubicBezTo>
                  <a:cubicBezTo>
                    <a:pt x="17" y="8"/>
                    <a:pt x="17" y="6"/>
                    <a:pt x="17" y="5"/>
                  </a:cubicBezTo>
                  <a:cubicBezTo>
                    <a:pt x="17" y="2"/>
                    <a:pt x="16" y="0"/>
                    <a:pt x="13" y="0"/>
                  </a:cubicBezTo>
                  <a:cubicBezTo>
                    <a:pt x="12" y="0"/>
                    <a:pt x="10" y="1"/>
                    <a:pt x="9" y="3"/>
                  </a:cubicBezTo>
                  <a:cubicBezTo>
                    <a:pt x="7" y="6"/>
                    <a:pt x="5" y="13"/>
                    <a:pt x="3" y="26"/>
                  </a:cubicBezTo>
                  <a:cubicBezTo>
                    <a:pt x="1" y="38"/>
                    <a:pt x="0" y="49"/>
                    <a:pt x="0" y="58"/>
                  </a:cubicBezTo>
                  <a:cubicBezTo>
                    <a:pt x="0" y="62"/>
                    <a:pt x="0" y="65"/>
                    <a:pt x="1" y="67"/>
                  </a:cubicBezTo>
                  <a:cubicBezTo>
                    <a:pt x="2" y="69"/>
                    <a:pt x="3" y="70"/>
                    <a:pt x="5" y="70"/>
                  </a:cubicBezTo>
                  <a:cubicBezTo>
                    <a:pt x="6" y="70"/>
                    <a:pt x="8" y="69"/>
                    <a:pt x="9" y="68"/>
                  </a:cubicBezTo>
                  <a:cubicBezTo>
                    <a:pt x="10" y="67"/>
                    <a:pt x="11" y="66"/>
                    <a:pt x="11" y="64"/>
                  </a:cubicBezTo>
                  <a:cubicBezTo>
                    <a:pt x="11" y="64"/>
                    <a:pt x="11" y="63"/>
                    <a:pt x="10" y="62"/>
                  </a:cubicBezTo>
                  <a:cubicBezTo>
                    <a:pt x="10" y="57"/>
                    <a:pt x="10" y="53"/>
                    <a:pt x="10" y="50"/>
                  </a:cubicBezTo>
                  <a:cubicBezTo>
                    <a:pt x="10" y="47"/>
                    <a:pt x="10" y="42"/>
                    <a:pt x="11" y="37"/>
                  </a:cubicBezTo>
                  <a:cubicBezTo>
                    <a:pt x="11" y="31"/>
                    <a:pt x="12" y="26"/>
                    <a:pt x="14"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 name="Freeform 269"/>
            <p:cNvSpPr>
              <a:spLocks noEditPoints="1"/>
            </p:cNvSpPr>
            <p:nvPr/>
          </p:nvSpPr>
          <p:spPr bwMode="auto">
            <a:xfrm>
              <a:off x="5200650" y="3201988"/>
              <a:ext cx="60325" cy="76200"/>
            </a:xfrm>
            <a:custGeom>
              <a:avLst/>
              <a:gdLst>
                <a:gd name="T0" fmla="*/ 15 w 37"/>
                <a:gd name="T1" fmla="*/ 47 h 47"/>
                <a:gd name="T2" fmla="*/ 30 w 37"/>
                <a:gd name="T3" fmla="*/ 41 h 47"/>
                <a:gd name="T4" fmla="*/ 37 w 37"/>
                <a:gd name="T5" fmla="*/ 31 h 47"/>
                <a:gd name="T6" fmla="*/ 35 w 37"/>
                <a:gd name="T7" fmla="*/ 29 h 47"/>
                <a:gd name="T8" fmla="*/ 32 w 37"/>
                <a:gd name="T9" fmla="*/ 30 h 47"/>
                <a:gd name="T10" fmla="*/ 16 w 37"/>
                <a:gd name="T11" fmla="*/ 38 h 47"/>
                <a:gd name="T12" fmla="*/ 12 w 37"/>
                <a:gd name="T13" fmla="*/ 37 h 47"/>
                <a:gd name="T14" fmla="*/ 10 w 37"/>
                <a:gd name="T15" fmla="*/ 33 h 47"/>
                <a:gd name="T16" fmla="*/ 11 w 37"/>
                <a:gd name="T17" fmla="*/ 32 h 47"/>
                <a:gd name="T18" fmla="*/ 28 w 37"/>
                <a:gd name="T19" fmla="*/ 23 h 47"/>
                <a:gd name="T20" fmla="*/ 35 w 37"/>
                <a:gd name="T21" fmla="*/ 10 h 47"/>
                <a:gd name="T22" fmla="*/ 32 w 37"/>
                <a:gd name="T23" fmla="*/ 3 h 47"/>
                <a:gd name="T24" fmla="*/ 25 w 37"/>
                <a:gd name="T25" fmla="*/ 0 h 47"/>
                <a:gd name="T26" fmla="*/ 8 w 37"/>
                <a:gd name="T27" fmla="*/ 10 h 47"/>
                <a:gd name="T28" fmla="*/ 0 w 37"/>
                <a:gd name="T29" fmla="*/ 31 h 47"/>
                <a:gd name="T30" fmla="*/ 4 w 37"/>
                <a:gd name="T31" fmla="*/ 42 h 47"/>
                <a:gd name="T32" fmla="*/ 15 w 37"/>
                <a:gd name="T33" fmla="*/ 47 h 47"/>
                <a:gd name="T34" fmla="*/ 16 w 37"/>
                <a:gd name="T35" fmla="*/ 13 h 47"/>
                <a:gd name="T36" fmla="*/ 24 w 37"/>
                <a:gd name="T37" fmla="*/ 8 h 47"/>
                <a:gd name="T38" fmla="*/ 26 w 37"/>
                <a:gd name="T39" fmla="*/ 9 h 47"/>
                <a:gd name="T40" fmla="*/ 26 w 37"/>
                <a:gd name="T41" fmla="*/ 12 h 47"/>
                <a:gd name="T42" fmla="*/ 22 w 37"/>
                <a:gd name="T43" fmla="*/ 19 h 47"/>
                <a:gd name="T44" fmla="*/ 11 w 37"/>
                <a:gd name="T45" fmla="*/ 24 h 47"/>
                <a:gd name="T46" fmla="*/ 16 w 37"/>
                <a:gd name="T47" fmla="*/ 13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 h="47">
                  <a:moveTo>
                    <a:pt x="15" y="47"/>
                  </a:moveTo>
                  <a:cubicBezTo>
                    <a:pt x="20" y="47"/>
                    <a:pt x="26" y="45"/>
                    <a:pt x="30" y="41"/>
                  </a:cubicBezTo>
                  <a:cubicBezTo>
                    <a:pt x="35" y="37"/>
                    <a:pt x="37" y="34"/>
                    <a:pt x="37" y="31"/>
                  </a:cubicBezTo>
                  <a:cubicBezTo>
                    <a:pt x="37" y="29"/>
                    <a:pt x="36" y="29"/>
                    <a:pt x="35" y="29"/>
                  </a:cubicBezTo>
                  <a:cubicBezTo>
                    <a:pt x="34" y="29"/>
                    <a:pt x="33" y="29"/>
                    <a:pt x="32" y="30"/>
                  </a:cubicBezTo>
                  <a:cubicBezTo>
                    <a:pt x="27" y="36"/>
                    <a:pt x="21" y="38"/>
                    <a:pt x="16" y="38"/>
                  </a:cubicBezTo>
                  <a:cubicBezTo>
                    <a:pt x="14" y="38"/>
                    <a:pt x="13" y="38"/>
                    <a:pt x="12" y="37"/>
                  </a:cubicBezTo>
                  <a:cubicBezTo>
                    <a:pt x="10" y="35"/>
                    <a:pt x="10" y="34"/>
                    <a:pt x="10" y="33"/>
                  </a:cubicBezTo>
                  <a:cubicBezTo>
                    <a:pt x="10" y="32"/>
                    <a:pt x="10" y="32"/>
                    <a:pt x="11" y="32"/>
                  </a:cubicBezTo>
                  <a:cubicBezTo>
                    <a:pt x="18" y="30"/>
                    <a:pt x="24" y="27"/>
                    <a:pt x="28" y="23"/>
                  </a:cubicBezTo>
                  <a:cubicBezTo>
                    <a:pt x="32" y="19"/>
                    <a:pt x="35" y="14"/>
                    <a:pt x="35" y="10"/>
                  </a:cubicBezTo>
                  <a:cubicBezTo>
                    <a:pt x="35" y="7"/>
                    <a:pt x="34" y="5"/>
                    <a:pt x="32" y="3"/>
                  </a:cubicBezTo>
                  <a:cubicBezTo>
                    <a:pt x="30" y="1"/>
                    <a:pt x="28" y="0"/>
                    <a:pt x="25" y="0"/>
                  </a:cubicBezTo>
                  <a:cubicBezTo>
                    <a:pt x="19" y="0"/>
                    <a:pt x="13" y="4"/>
                    <a:pt x="8" y="10"/>
                  </a:cubicBezTo>
                  <a:cubicBezTo>
                    <a:pt x="3" y="17"/>
                    <a:pt x="0" y="23"/>
                    <a:pt x="0" y="31"/>
                  </a:cubicBezTo>
                  <a:cubicBezTo>
                    <a:pt x="0" y="36"/>
                    <a:pt x="2" y="40"/>
                    <a:pt x="4" y="42"/>
                  </a:cubicBezTo>
                  <a:cubicBezTo>
                    <a:pt x="7" y="45"/>
                    <a:pt x="10" y="47"/>
                    <a:pt x="15" y="47"/>
                  </a:cubicBezTo>
                  <a:close/>
                  <a:moveTo>
                    <a:pt x="16" y="13"/>
                  </a:moveTo>
                  <a:cubicBezTo>
                    <a:pt x="19" y="10"/>
                    <a:pt x="21" y="8"/>
                    <a:pt x="24" y="8"/>
                  </a:cubicBezTo>
                  <a:cubicBezTo>
                    <a:pt x="24" y="8"/>
                    <a:pt x="25" y="9"/>
                    <a:pt x="26" y="9"/>
                  </a:cubicBezTo>
                  <a:cubicBezTo>
                    <a:pt x="26" y="10"/>
                    <a:pt x="26" y="11"/>
                    <a:pt x="26" y="12"/>
                  </a:cubicBezTo>
                  <a:cubicBezTo>
                    <a:pt x="26" y="14"/>
                    <a:pt x="25" y="16"/>
                    <a:pt x="22" y="19"/>
                  </a:cubicBezTo>
                  <a:cubicBezTo>
                    <a:pt x="18" y="22"/>
                    <a:pt x="15" y="23"/>
                    <a:pt x="11" y="24"/>
                  </a:cubicBezTo>
                  <a:cubicBezTo>
                    <a:pt x="11" y="20"/>
                    <a:pt x="13" y="17"/>
                    <a:pt x="1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 name="Freeform 270"/>
            <p:cNvSpPr>
              <a:spLocks/>
            </p:cNvSpPr>
            <p:nvPr/>
          </p:nvSpPr>
          <p:spPr bwMode="auto">
            <a:xfrm>
              <a:off x="5272088" y="3205163"/>
              <a:ext cx="122238" cy="71438"/>
            </a:xfrm>
            <a:custGeom>
              <a:avLst/>
              <a:gdLst>
                <a:gd name="T0" fmla="*/ 5 w 75"/>
                <a:gd name="T1" fmla="*/ 44 h 44"/>
                <a:gd name="T2" fmla="*/ 10 w 75"/>
                <a:gd name="T3" fmla="*/ 40 h 44"/>
                <a:gd name="T4" fmla="*/ 19 w 75"/>
                <a:gd name="T5" fmla="*/ 23 h 44"/>
                <a:gd name="T6" fmla="*/ 27 w 75"/>
                <a:gd name="T7" fmla="*/ 13 h 44"/>
                <a:gd name="T8" fmla="*/ 29 w 75"/>
                <a:gd name="T9" fmla="*/ 24 h 44"/>
                <a:gd name="T10" fmla="*/ 31 w 75"/>
                <a:gd name="T11" fmla="*/ 38 h 44"/>
                <a:gd name="T12" fmla="*/ 36 w 75"/>
                <a:gd name="T13" fmla="*/ 40 h 44"/>
                <a:gd name="T14" fmla="*/ 42 w 75"/>
                <a:gd name="T15" fmla="*/ 37 h 44"/>
                <a:gd name="T16" fmla="*/ 48 w 75"/>
                <a:gd name="T17" fmla="*/ 27 h 44"/>
                <a:gd name="T18" fmla="*/ 53 w 75"/>
                <a:gd name="T19" fmla="*/ 16 h 44"/>
                <a:gd name="T20" fmla="*/ 56 w 75"/>
                <a:gd name="T21" fmla="*/ 13 h 44"/>
                <a:gd name="T22" fmla="*/ 57 w 75"/>
                <a:gd name="T23" fmla="*/ 15 h 44"/>
                <a:gd name="T24" fmla="*/ 58 w 75"/>
                <a:gd name="T25" fmla="*/ 22 h 44"/>
                <a:gd name="T26" fmla="*/ 61 w 75"/>
                <a:gd name="T27" fmla="*/ 38 h 44"/>
                <a:gd name="T28" fmla="*/ 68 w 75"/>
                <a:gd name="T29" fmla="*/ 42 h 44"/>
                <a:gd name="T30" fmla="*/ 72 w 75"/>
                <a:gd name="T31" fmla="*/ 40 h 44"/>
                <a:gd name="T32" fmla="*/ 75 w 75"/>
                <a:gd name="T33" fmla="*/ 37 h 44"/>
                <a:gd name="T34" fmla="*/ 73 w 75"/>
                <a:gd name="T35" fmla="*/ 34 h 44"/>
                <a:gd name="T36" fmla="*/ 69 w 75"/>
                <a:gd name="T37" fmla="*/ 29 h 44"/>
                <a:gd name="T38" fmla="*/ 67 w 75"/>
                <a:gd name="T39" fmla="*/ 19 h 44"/>
                <a:gd name="T40" fmla="*/ 65 w 75"/>
                <a:gd name="T41" fmla="*/ 6 h 44"/>
                <a:gd name="T42" fmla="*/ 58 w 75"/>
                <a:gd name="T43" fmla="*/ 2 h 44"/>
                <a:gd name="T44" fmla="*/ 51 w 75"/>
                <a:gd name="T45" fmla="*/ 5 h 44"/>
                <a:gd name="T46" fmla="*/ 43 w 75"/>
                <a:gd name="T47" fmla="*/ 18 h 44"/>
                <a:gd name="T48" fmla="*/ 38 w 75"/>
                <a:gd name="T49" fmla="*/ 27 h 44"/>
                <a:gd name="T50" fmla="*/ 37 w 75"/>
                <a:gd name="T51" fmla="*/ 18 h 44"/>
                <a:gd name="T52" fmla="*/ 35 w 75"/>
                <a:gd name="T53" fmla="*/ 5 h 44"/>
                <a:gd name="T54" fmla="*/ 29 w 75"/>
                <a:gd name="T55" fmla="*/ 2 h 44"/>
                <a:gd name="T56" fmla="*/ 9 w 75"/>
                <a:gd name="T57" fmla="*/ 27 h 44"/>
                <a:gd name="T58" fmla="*/ 10 w 75"/>
                <a:gd name="T59" fmla="*/ 19 h 44"/>
                <a:gd name="T60" fmla="*/ 12 w 75"/>
                <a:gd name="T61" fmla="*/ 7 h 44"/>
                <a:gd name="T62" fmla="*/ 6 w 75"/>
                <a:gd name="T63" fmla="*/ 0 h 44"/>
                <a:gd name="T64" fmla="*/ 4 w 75"/>
                <a:gd name="T65" fmla="*/ 1 h 44"/>
                <a:gd name="T66" fmla="*/ 3 w 75"/>
                <a:gd name="T67" fmla="*/ 3 h 44"/>
                <a:gd name="T68" fmla="*/ 2 w 75"/>
                <a:gd name="T69" fmla="*/ 16 h 44"/>
                <a:gd name="T70" fmla="*/ 0 w 75"/>
                <a:gd name="T71" fmla="*/ 37 h 44"/>
                <a:gd name="T72" fmla="*/ 5 w 75"/>
                <a:gd name="T73"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5" h="44">
                  <a:moveTo>
                    <a:pt x="5" y="44"/>
                  </a:moveTo>
                  <a:cubicBezTo>
                    <a:pt x="8" y="44"/>
                    <a:pt x="10" y="43"/>
                    <a:pt x="10" y="40"/>
                  </a:cubicBezTo>
                  <a:cubicBezTo>
                    <a:pt x="12" y="35"/>
                    <a:pt x="15" y="29"/>
                    <a:pt x="19" y="23"/>
                  </a:cubicBezTo>
                  <a:cubicBezTo>
                    <a:pt x="24" y="16"/>
                    <a:pt x="26" y="13"/>
                    <a:pt x="27" y="13"/>
                  </a:cubicBezTo>
                  <a:cubicBezTo>
                    <a:pt x="28" y="13"/>
                    <a:pt x="29" y="17"/>
                    <a:pt x="29" y="24"/>
                  </a:cubicBezTo>
                  <a:cubicBezTo>
                    <a:pt x="29" y="32"/>
                    <a:pt x="30" y="37"/>
                    <a:pt x="31" y="38"/>
                  </a:cubicBezTo>
                  <a:cubicBezTo>
                    <a:pt x="33" y="40"/>
                    <a:pt x="34" y="40"/>
                    <a:pt x="36" y="40"/>
                  </a:cubicBezTo>
                  <a:cubicBezTo>
                    <a:pt x="38" y="40"/>
                    <a:pt x="40" y="39"/>
                    <a:pt x="42" y="37"/>
                  </a:cubicBezTo>
                  <a:cubicBezTo>
                    <a:pt x="43" y="35"/>
                    <a:pt x="45" y="32"/>
                    <a:pt x="48" y="27"/>
                  </a:cubicBezTo>
                  <a:cubicBezTo>
                    <a:pt x="50" y="21"/>
                    <a:pt x="52" y="18"/>
                    <a:pt x="53" y="16"/>
                  </a:cubicBezTo>
                  <a:cubicBezTo>
                    <a:pt x="55" y="14"/>
                    <a:pt x="55" y="13"/>
                    <a:pt x="56" y="13"/>
                  </a:cubicBezTo>
                  <a:cubicBezTo>
                    <a:pt x="57" y="13"/>
                    <a:pt x="57" y="13"/>
                    <a:pt x="57" y="15"/>
                  </a:cubicBezTo>
                  <a:cubicBezTo>
                    <a:pt x="58" y="16"/>
                    <a:pt x="58" y="18"/>
                    <a:pt x="58" y="22"/>
                  </a:cubicBezTo>
                  <a:cubicBezTo>
                    <a:pt x="59" y="30"/>
                    <a:pt x="60" y="36"/>
                    <a:pt x="61" y="38"/>
                  </a:cubicBezTo>
                  <a:cubicBezTo>
                    <a:pt x="63" y="41"/>
                    <a:pt x="65" y="42"/>
                    <a:pt x="68" y="42"/>
                  </a:cubicBezTo>
                  <a:cubicBezTo>
                    <a:pt x="69" y="42"/>
                    <a:pt x="71" y="42"/>
                    <a:pt x="72" y="40"/>
                  </a:cubicBezTo>
                  <a:cubicBezTo>
                    <a:pt x="74" y="39"/>
                    <a:pt x="75" y="38"/>
                    <a:pt x="75" y="37"/>
                  </a:cubicBezTo>
                  <a:cubicBezTo>
                    <a:pt x="75" y="36"/>
                    <a:pt x="74" y="35"/>
                    <a:pt x="73" y="34"/>
                  </a:cubicBezTo>
                  <a:cubicBezTo>
                    <a:pt x="71" y="33"/>
                    <a:pt x="70" y="32"/>
                    <a:pt x="69" y="29"/>
                  </a:cubicBezTo>
                  <a:cubicBezTo>
                    <a:pt x="68" y="27"/>
                    <a:pt x="68" y="23"/>
                    <a:pt x="67" y="19"/>
                  </a:cubicBezTo>
                  <a:cubicBezTo>
                    <a:pt x="67" y="13"/>
                    <a:pt x="66" y="8"/>
                    <a:pt x="65" y="6"/>
                  </a:cubicBezTo>
                  <a:cubicBezTo>
                    <a:pt x="63" y="3"/>
                    <a:pt x="61" y="2"/>
                    <a:pt x="58" y="2"/>
                  </a:cubicBezTo>
                  <a:cubicBezTo>
                    <a:pt x="56" y="2"/>
                    <a:pt x="54" y="3"/>
                    <a:pt x="51" y="5"/>
                  </a:cubicBezTo>
                  <a:cubicBezTo>
                    <a:pt x="49" y="7"/>
                    <a:pt x="46" y="12"/>
                    <a:pt x="43" y="18"/>
                  </a:cubicBezTo>
                  <a:cubicBezTo>
                    <a:pt x="41" y="24"/>
                    <a:pt x="39" y="27"/>
                    <a:pt x="38" y="27"/>
                  </a:cubicBezTo>
                  <a:cubicBezTo>
                    <a:pt x="38" y="27"/>
                    <a:pt x="37" y="24"/>
                    <a:pt x="37" y="18"/>
                  </a:cubicBezTo>
                  <a:cubicBezTo>
                    <a:pt x="37" y="11"/>
                    <a:pt x="37" y="7"/>
                    <a:pt x="35" y="5"/>
                  </a:cubicBezTo>
                  <a:cubicBezTo>
                    <a:pt x="34" y="3"/>
                    <a:pt x="32" y="2"/>
                    <a:pt x="29" y="2"/>
                  </a:cubicBezTo>
                  <a:cubicBezTo>
                    <a:pt x="23" y="2"/>
                    <a:pt x="16" y="10"/>
                    <a:pt x="9" y="27"/>
                  </a:cubicBezTo>
                  <a:cubicBezTo>
                    <a:pt x="9" y="25"/>
                    <a:pt x="9" y="23"/>
                    <a:pt x="10" y="19"/>
                  </a:cubicBezTo>
                  <a:cubicBezTo>
                    <a:pt x="12" y="12"/>
                    <a:pt x="12" y="8"/>
                    <a:pt x="12" y="7"/>
                  </a:cubicBezTo>
                  <a:cubicBezTo>
                    <a:pt x="12" y="2"/>
                    <a:pt x="10" y="0"/>
                    <a:pt x="6" y="0"/>
                  </a:cubicBezTo>
                  <a:cubicBezTo>
                    <a:pt x="5" y="0"/>
                    <a:pt x="4" y="0"/>
                    <a:pt x="4" y="1"/>
                  </a:cubicBezTo>
                  <a:cubicBezTo>
                    <a:pt x="3" y="1"/>
                    <a:pt x="3" y="2"/>
                    <a:pt x="3" y="3"/>
                  </a:cubicBezTo>
                  <a:cubicBezTo>
                    <a:pt x="3" y="8"/>
                    <a:pt x="2" y="12"/>
                    <a:pt x="2" y="16"/>
                  </a:cubicBezTo>
                  <a:cubicBezTo>
                    <a:pt x="1" y="22"/>
                    <a:pt x="0" y="29"/>
                    <a:pt x="0" y="37"/>
                  </a:cubicBezTo>
                  <a:cubicBezTo>
                    <a:pt x="0" y="42"/>
                    <a:pt x="2" y="44"/>
                    <a:pt x="5"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 name="Freeform 271"/>
            <p:cNvSpPr>
              <a:spLocks/>
            </p:cNvSpPr>
            <p:nvPr/>
          </p:nvSpPr>
          <p:spPr bwMode="auto">
            <a:xfrm>
              <a:off x="5395913" y="3200401"/>
              <a:ext cx="53975" cy="77788"/>
            </a:xfrm>
            <a:custGeom>
              <a:avLst/>
              <a:gdLst>
                <a:gd name="T0" fmla="*/ 18 w 33"/>
                <a:gd name="T1" fmla="*/ 11 h 48"/>
                <a:gd name="T2" fmla="*/ 25 w 33"/>
                <a:gd name="T3" fmla="*/ 9 h 48"/>
                <a:gd name="T4" fmla="*/ 27 w 33"/>
                <a:gd name="T5" fmla="*/ 9 h 48"/>
                <a:gd name="T6" fmla="*/ 29 w 33"/>
                <a:gd name="T7" fmla="*/ 10 h 48"/>
                <a:gd name="T8" fmla="*/ 31 w 33"/>
                <a:gd name="T9" fmla="*/ 9 h 48"/>
                <a:gd name="T10" fmla="*/ 33 w 33"/>
                <a:gd name="T11" fmla="*/ 6 h 48"/>
                <a:gd name="T12" fmla="*/ 26 w 33"/>
                <a:gd name="T13" fmla="*/ 0 h 48"/>
                <a:gd name="T14" fmla="*/ 11 w 33"/>
                <a:gd name="T15" fmla="*/ 5 h 48"/>
                <a:gd name="T16" fmla="*/ 4 w 33"/>
                <a:gd name="T17" fmla="*/ 18 h 48"/>
                <a:gd name="T18" fmla="*/ 6 w 33"/>
                <a:gd name="T19" fmla="*/ 24 h 48"/>
                <a:gd name="T20" fmla="*/ 16 w 33"/>
                <a:gd name="T21" fmla="*/ 31 h 48"/>
                <a:gd name="T22" fmla="*/ 23 w 33"/>
                <a:gd name="T23" fmla="*/ 36 h 48"/>
                <a:gd name="T24" fmla="*/ 18 w 33"/>
                <a:gd name="T25" fmla="*/ 39 h 48"/>
                <a:gd name="T26" fmla="*/ 10 w 33"/>
                <a:gd name="T27" fmla="*/ 40 h 48"/>
                <a:gd name="T28" fmla="*/ 7 w 33"/>
                <a:gd name="T29" fmla="*/ 39 h 48"/>
                <a:gd name="T30" fmla="*/ 5 w 33"/>
                <a:gd name="T31" fmla="*/ 39 h 48"/>
                <a:gd name="T32" fmla="*/ 1 w 33"/>
                <a:gd name="T33" fmla="*/ 40 h 48"/>
                <a:gd name="T34" fmla="*/ 0 w 33"/>
                <a:gd name="T35" fmla="*/ 43 h 48"/>
                <a:gd name="T36" fmla="*/ 7 w 33"/>
                <a:gd name="T37" fmla="*/ 48 h 48"/>
                <a:gd name="T38" fmla="*/ 24 w 33"/>
                <a:gd name="T39" fmla="*/ 45 h 48"/>
                <a:gd name="T40" fmla="*/ 32 w 33"/>
                <a:gd name="T41" fmla="*/ 35 h 48"/>
                <a:gd name="T42" fmla="*/ 30 w 33"/>
                <a:gd name="T43" fmla="*/ 29 h 48"/>
                <a:gd name="T44" fmla="*/ 21 w 33"/>
                <a:gd name="T45" fmla="*/ 23 h 48"/>
                <a:gd name="T46" fmla="*/ 15 w 33"/>
                <a:gd name="T47" fmla="*/ 20 h 48"/>
                <a:gd name="T48" fmla="*/ 13 w 33"/>
                <a:gd name="T49" fmla="*/ 17 h 48"/>
                <a:gd name="T50" fmla="*/ 18 w 33"/>
                <a:gd name="T51"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3" h="48">
                  <a:moveTo>
                    <a:pt x="18" y="11"/>
                  </a:moveTo>
                  <a:cubicBezTo>
                    <a:pt x="20" y="10"/>
                    <a:pt x="23" y="9"/>
                    <a:pt x="25" y="9"/>
                  </a:cubicBezTo>
                  <a:cubicBezTo>
                    <a:pt x="26" y="9"/>
                    <a:pt x="26" y="9"/>
                    <a:pt x="27" y="9"/>
                  </a:cubicBezTo>
                  <a:cubicBezTo>
                    <a:pt x="28" y="10"/>
                    <a:pt x="28" y="10"/>
                    <a:pt x="29" y="10"/>
                  </a:cubicBezTo>
                  <a:cubicBezTo>
                    <a:pt x="29" y="10"/>
                    <a:pt x="30" y="10"/>
                    <a:pt x="31" y="9"/>
                  </a:cubicBezTo>
                  <a:cubicBezTo>
                    <a:pt x="32" y="8"/>
                    <a:pt x="33" y="7"/>
                    <a:pt x="33" y="6"/>
                  </a:cubicBezTo>
                  <a:cubicBezTo>
                    <a:pt x="33" y="2"/>
                    <a:pt x="30" y="0"/>
                    <a:pt x="26" y="0"/>
                  </a:cubicBezTo>
                  <a:cubicBezTo>
                    <a:pt x="21" y="0"/>
                    <a:pt x="17" y="2"/>
                    <a:pt x="11" y="5"/>
                  </a:cubicBezTo>
                  <a:cubicBezTo>
                    <a:pt x="6" y="9"/>
                    <a:pt x="4" y="13"/>
                    <a:pt x="4" y="18"/>
                  </a:cubicBezTo>
                  <a:cubicBezTo>
                    <a:pt x="4" y="20"/>
                    <a:pt x="4" y="22"/>
                    <a:pt x="6" y="24"/>
                  </a:cubicBezTo>
                  <a:cubicBezTo>
                    <a:pt x="7" y="26"/>
                    <a:pt x="11" y="28"/>
                    <a:pt x="16" y="31"/>
                  </a:cubicBezTo>
                  <a:cubicBezTo>
                    <a:pt x="21" y="33"/>
                    <a:pt x="23" y="34"/>
                    <a:pt x="23" y="36"/>
                  </a:cubicBezTo>
                  <a:cubicBezTo>
                    <a:pt x="22" y="37"/>
                    <a:pt x="20" y="38"/>
                    <a:pt x="18" y="39"/>
                  </a:cubicBezTo>
                  <a:cubicBezTo>
                    <a:pt x="15" y="39"/>
                    <a:pt x="12" y="40"/>
                    <a:pt x="10" y="40"/>
                  </a:cubicBezTo>
                  <a:cubicBezTo>
                    <a:pt x="9" y="40"/>
                    <a:pt x="8" y="40"/>
                    <a:pt x="7" y="39"/>
                  </a:cubicBezTo>
                  <a:cubicBezTo>
                    <a:pt x="6" y="39"/>
                    <a:pt x="5" y="39"/>
                    <a:pt x="5" y="39"/>
                  </a:cubicBezTo>
                  <a:cubicBezTo>
                    <a:pt x="3" y="39"/>
                    <a:pt x="2" y="39"/>
                    <a:pt x="1" y="40"/>
                  </a:cubicBezTo>
                  <a:cubicBezTo>
                    <a:pt x="0" y="41"/>
                    <a:pt x="0" y="42"/>
                    <a:pt x="0" y="43"/>
                  </a:cubicBezTo>
                  <a:cubicBezTo>
                    <a:pt x="0" y="47"/>
                    <a:pt x="2" y="48"/>
                    <a:pt x="7" y="48"/>
                  </a:cubicBezTo>
                  <a:cubicBezTo>
                    <a:pt x="13" y="48"/>
                    <a:pt x="19" y="47"/>
                    <a:pt x="24" y="45"/>
                  </a:cubicBezTo>
                  <a:cubicBezTo>
                    <a:pt x="30" y="42"/>
                    <a:pt x="32" y="39"/>
                    <a:pt x="32" y="35"/>
                  </a:cubicBezTo>
                  <a:cubicBezTo>
                    <a:pt x="32" y="33"/>
                    <a:pt x="31" y="31"/>
                    <a:pt x="30" y="29"/>
                  </a:cubicBezTo>
                  <a:cubicBezTo>
                    <a:pt x="28" y="27"/>
                    <a:pt x="25" y="26"/>
                    <a:pt x="21" y="23"/>
                  </a:cubicBezTo>
                  <a:cubicBezTo>
                    <a:pt x="18" y="22"/>
                    <a:pt x="16" y="21"/>
                    <a:pt x="15" y="20"/>
                  </a:cubicBezTo>
                  <a:cubicBezTo>
                    <a:pt x="14" y="19"/>
                    <a:pt x="13" y="18"/>
                    <a:pt x="13" y="17"/>
                  </a:cubicBezTo>
                  <a:cubicBezTo>
                    <a:pt x="13" y="15"/>
                    <a:pt x="15" y="13"/>
                    <a:pt x="1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68" name="组合 267"/>
          <p:cNvGrpSpPr/>
          <p:nvPr/>
        </p:nvGrpSpPr>
        <p:grpSpPr>
          <a:xfrm>
            <a:off x="4730750" y="1222376"/>
            <a:ext cx="1219201" cy="1570038"/>
            <a:chOff x="4730750" y="1222376"/>
            <a:chExt cx="1219201" cy="1570038"/>
          </a:xfrm>
          <a:solidFill>
            <a:schemeClr val="tx1">
              <a:lumMod val="65000"/>
              <a:lumOff val="35000"/>
            </a:schemeClr>
          </a:solidFill>
        </p:grpSpPr>
        <p:sp>
          <p:nvSpPr>
            <p:cNvPr id="269" name="Freeform 272"/>
            <p:cNvSpPr>
              <a:spLocks/>
            </p:cNvSpPr>
            <p:nvPr/>
          </p:nvSpPr>
          <p:spPr bwMode="auto">
            <a:xfrm>
              <a:off x="4897438" y="1574801"/>
              <a:ext cx="441325" cy="1217613"/>
            </a:xfrm>
            <a:custGeom>
              <a:avLst/>
              <a:gdLst>
                <a:gd name="T0" fmla="*/ 181 w 271"/>
                <a:gd name="T1" fmla="*/ 0 h 746"/>
                <a:gd name="T2" fmla="*/ 86 w 271"/>
                <a:gd name="T3" fmla="*/ 0 h 746"/>
                <a:gd name="T4" fmla="*/ 71 w 271"/>
                <a:gd name="T5" fmla="*/ 4 h 746"/>
                <a:gd name="T6" fmla="*/ 47 w 271"/>
                <a:gd name="T7" fmla="*/ 22 h 746"/>
                <a:gd name="T8" fmla="*/ 6 w 271"/>
                <a:gd name="T9" fmla="*/ 151 h 746"/>
                <a:gd name="T10" fmla="*/ 8 w 271"/>
                <a:gd name="T11" fmla="*/ 389 h 746"/>
                <a:gd name="T12" fmla="*/ 39 w 271"/>
                <a:gd name="T13" fmla="*/ 419 h 746"/>
                <a:gd name="T14" fmla="*/ 42 w 271"/>
                <a:gd name="T15" fmla="*/ 419 h 746"/>
                <a:gd name="T16" fmla="*/ 71 w 271"/>
                <a:gd name="T17" fmla="*/ 384 h 746"/>
                <a:gd name="T18" fmla="*/ 71 w 271"/>
                <a:gd name="T19" fmla="*/ 151 h 746"/>
                <a:gd name="T20" fmla="*/ 80 w 271"/>
                <a:gd name="T21" fmla="*/ 151 h 746"/>
                <a:gd name="T22" fmla="*/ 81 w 271"/>
                <a:gd name="T23" fmla="*/ 384 h 746"/>
                <a:gd name="T24" fmla="*/ 55 w 271"/>
                <a:gd name="T25" fmla="*/ 425 h 746"/>
                <a:gd name="T26" fmla="*/ 55 w 271"/>
                <a:gd name="T27" fmla="*/ 697 h 746"/>
                <a:gd name="T28" fmla="*/ 104 w 271"/>
                <a:gd name="T29" fmla="*/ 746 h 746"/>
                <a:gd name="T30" fmla="*/ 154 w 271"/>
                <a:gd name="T31" fmla="*/ 697 h 746"/>
                <a:gd name="T32" fmla="*/ 154 w 271"/>
                <a:gd name="T33" fmla="*/ 336 h 746"/>
                <a:gd name="T34" fmla="*/ 172 w 271"/>
                <a:gd name="T35" fmla="*/ 336 h 746"/>
                <a:gd name="T36" fmla="*/ 172 w 271"/>
                <a:gd name="T37" fmla="*/ 697 h 746"/>
                <a:gd name="T38" fmla="*/ 222 w 271"/>
                <a:gd name="T39" fmla="*/ 746 h 746"/>
                <a:gd name="T40" fmla="*/ 271 w 271"/>
                <a:gd name="T41" fmla="*/ 697 h 746"/>
                <a:gd name="T42" fmla="*/ 271 w 271"/>
                <a:gd name="T43" fmla="*/ 305 h 746"/>
                <a:gd name="T44" fmla="*/ 271 w 271"/>
                <a:gd name="T45" fmla="*/ 229 h 746"/>
                <a:gd name="T46" fmla="*/ 271 w 271"/>
                <a:gd name="T47" fmla="*/ 159 h 746"/>
                <a:gd name="T48" fmla="*/ 183 w 271"/>
                <a:gd name="T49" fmla="*/ 14 h 746"/>
                <a:gd name="T50" fmla="*/ 181 w 271"/>
                <a:gd name="T51" fmla="*/ 0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71" h="746">
                  <a:moveTo>
                    <a:pt x="181" y="0"/>
                  </a:moveTo>
                  <a:cubicBezTo>
                    <a:pt x="86" y="0"/>
                    <a:pt x="86" y="0"/>
                    <a:pt x="86" y="0"/>
                  </a:cubicBezTo>
                  <a:cubicBezTo>
                    <a:pt x="80" y="0"/>
                    <a:pt x="75" y="1"/>
                    <a:pt x="71" y="4"/>
                  </a:cubicBezTo>
                  <a:cubicBezTo>
                    <a:pt x="64" y="7"/>
                    <a:pt x="56" y="12"/>
                    <a:pt x="47" y="22"/>
                  </a:cubicBezTo>
                  <a:cubicBezTo>
                    <a:pt x="26" y="46"/>
                    <a:pt x="13" y="90"/>
                    <a:pt x="6" y="151"/>
                  </a:cubicBezTo>
                  <a:cubicBezTo>
                    <a:pt x="0" y="213"/>
                    <a:pt x="0" y="292"/>
                    <a:pt x="8" y="389"/>
                  </a:cubicBezTo>
                  <a:cubicBezTo>
                    <a:pt x="9" y="406"/>
                    <a:pt x="23" y="419"/>
                    <a:pt x="39" y="419"/>
                  </a:cubicBezTo>
                  <a:cubicBezTo>
                    <a:pt x="40" y="419"/>
                    <a:pt x="41" y="419"/>
                    <a:pt x="42" y="419"/>
                  </a:cubicBezTo>
                  <a:cubicBezTo>
                    <a:pt x="60" y="417"/>
                    <a:pt x="73" y="402"/>
                    <a:pt x="71" y="384"/>
                  </a:cubicBezTo>
                  <a:cubicBezTo>
                    <a:pt x="63" y="273"/>
                    <a:pt x="65" y="199"/>
                    <a:pt x="71" y="151"/>
                  </a:cubicBezTo>
                  <a:cubicBezTo>
                    <a:pt x="80" y="151"/>
                    <a:pt x="80" y="151"/>
                    <a:pt x="80" y="151"/>
                  </a:cubicBezTo>
                  <a:cubicBezTo>
                    <a:pt x="74" y="198"/>
                    <a:pt x="72" y="271"/>
                    <a:pt x="81" y="384"/>
                  </a:cubicBezTo>
                  <a:cubicBezTo>
                    <a:pt x="82" y="402"/>
                    <a:pt x="71" y="419"/>
                    <a:pt x="55" y="425"/>
                  </a:cubicBezTo>
                  <a:cubicBezTo>
                    <a:pt x="55" y="697"/>
                    <a:pt x="55" y="697"/>
                    <a:pt x="55" y="697"/>
                  </a:cubicBezTo>
                  <a:cubicBezTo>
                    <a:pt x="55" y="724"/>
                    <a:pt x="77" y="746"/>
                    <a:pt x="104" y="746"/>
                  </a:cubicBezTo>
                  <a:cubicBezTo>
                    <a:pt x="131" y="746"/>
                    <a:pt x="154" y="724"/>
                    <a:pt x="154" y="697"/>
                  </a:cubicBezTo>
                  <a:cubicBezTo>
                    <a:pt x="154" y="336"/>
                    <a:pt x="154" y="336"/>
                    <a:pt x="154" y="336"/>
                  </a:cubicBezTo>
                  <a:cubicBezTo>
                    <a:pt x="172" y="336"/>
                    <a:pt x="172" y="336"/>
                    <a:pt x="172" y="336"/>
                  </a:cubicBezTo>
                  <a:cubicBezTo>
                    <a:pt x="172" y="697"/>
                    <a:pt x="172" y="697"/>
                    <a:pt x="172" y="697"/>
                  </a:cubicBezTo>
                  <a:cubicBezTo>
                    <a:pt x="172" y="724"/>
                    <a:pt x="194" y="746"/>
                    <a:pt x="222" y="746"/>
                  </a:cubicBezTo>
                  <a:cubicBezTo>
                    <a:pt x="249" y="746"/>
                    <a:pt x="271" y="724"/>
                    <a:pt x="271" y="697"/>
                  </a:cubicBezTo>
                  <a:cubicBezTo>
                    <a:pt x="271" y="305"/>
                    <a:pt x="271" y="305"/>
                    <a:pt x="271" y="305"/>
                  </a:cubicBezTo>
                  <a:cubicBezTo>
                    <a:pt x="271" y="229"/>
                    <a:pt x="271" y="229"/>
                    <a:pt x="271" y="229"/>
                  </a:cubicBezTo>
                  <a:cubicBezTo>
                    <a:pt x="271" y="159"/>
                    <a:pt x="271" y="159"/>
                    <a:pt x="271" y="159"/>
                  </a:cubicBezTo>
                  <a:cubicBezTo>
                    <a:pt x="183" y="14"/>
                    <a:pt x="183" y="14"/>
                    <a:pt x="183" y="14"/>
                  </a:cubicBezTo>
                  <a:cubicBezTo>
                    <a:pt x="180" y="10"/>
                    <a:pt x="180" y="5"/>
                    <a:pt x="18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 name="Freeform 273"/>
            <p:cNvSpPr>
              <a:spLocks/>
            </p:cNvSpPr>
            <p:nvPr/>
          </p:nvSpPr>
          <p:spPr bwMode="auto">
            <a:xfrm>
              <a:off x="5016500" y="1243013"/>
              <a:ext cx="293688" cy="293688"/>
            </a:xfrm>
            <a:custGeom>
              <a:avLst/>
              <a:gdLst>
                <a:gd name="T0" fmla="*/ 115 w 180"/>
                <a:gd name="T1" fmla="*/ 131 h 180"/>
                <a:gd name="T2" fmla="*/ 101 w 180"/>
                <a:gd name="T3" fmla="*/ 133 h 180"/>
                <a:gd name="T4" fmla="*/ 55 w 180"/>
                <a:gd name="T5" fmla="*/ 144 h 180"/>
                <a:gd name="T6" fmla="*/ 95 w 180"/>
                <a:gd name="T7" fmla="*/ 107 h 180"/>
                <a:gd name="T8" fmla="*/ 146 w 180"/>
                <a:gd name="T9" fmla="*/ 118 h 180"/>
                <a:gd name="T10" fmla="*/ 148 w 180"/>
                <a:gd name="T11" fmla="*/ 122 h 180"/>
                <a:gd name="T12" fmla="*/ 162 w 180"/>
                <a:gd name="T13" fmla="*/ 144 h 180"/>
                <a:gd name="T14" fmla="*/ 180 w 180"/>
                <a:gd name="T15" fmla="*/ 90 h 180"/>
                <a:gd name="T16" fmla="*/ 90 w 180"/>
                <a:gd name="T17" fmla="*/ 0 h 180"/>
                <a:gd name="T18" fmla="*/ 0 w 180"/>
                <a:gd name="T19" fmla="*/ 90 h 180"/>
                <a:gd name="T20" fmla="*/ 90 w 180"/>
                <a:gd name="T21" fmla="*/ 180 h 180"/>
                <a:gd name="T22" fmla="*/ 135 w 180"/>
                <a:gd name="T23" fmla="*/ 168 h 180"/>
                <a:gd name="T24" fmla="*/ 118 w 180"/>
                <a:gd name="T25" fmla="*/ 140 h 180"/>
                <a:gd name="T26" fmla="*/ 115 w 180"/>
                <a:gd name="T27" fmla="*/ 131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0" h="180">
                  <a:moveTo>
                    <a:pt x="115" y="131"/>
                  </a:moveTo>
                  <a:cubicBezTo>
                    <a:pt x="110" y="132"/>
                    <a:pt x="106" y="132"/>
                    <a:pt x="101" y="133"/>
                  </a:cubicBezTo>
                  <a:cubicBezTo>
                    <a:pt x="75" y="139"/>
                    <a:pt x="58" y="159"/>
                    <a:pt x="55" y="144"/>
                  </a:cubicBezTo>
                  <a:cubicBezTo>
                    <a:pt x="51" y="129"/>
                    <a:pt x="69" y="113"/>
                    <a:pt x="95" y="107"/>
                  </a:cubicBezTo>
                  <a:cubicBezTo>
                    <a:pt x="118" y="101"/>
                    <a:pt x="139" y="106"/>
                    <a:pt x="146" y="118"/>
                  </a:cubicBezTo>
                  <a:cubicBezTo>
                    <a:pt x="147" y="119"/>
                    <a:pt x="147" y="120"/>
                    <a:pt x="148" y="122"/>
                  </a:cubicBezTo>
                  <a:cubicBezTo>
                    <a:pt x="162" y="144"/>
                    <a:pt x="162" y="144"/>
                    <a:pt x="162" y="144"/>
                  </a:cubicBezTo>
                  <a:cubicBezTo>
                    <a:pt x="173" y="129"/>
                    <a:pt x="180" y="110"/>
                    <a:pt x="180" y="90"/>
                  </a:cubicBezTo>
                  <a:cubicBezTo>
                    <a:pt x="180" y="41"/>
                    <a:pt x="140" y="0"/>
                    <a:pt x="90" y="0"/>
                  </a:cubicBezTo>
                  <a:cubicBezTo>
                    <a:pt x="40" y="0"/>
                    <a:pt x="0" y="41"/>
                    <a:pt x="0" y="90"/>
                  </a:cubicBezTo>
                  <a:cubicBezTo>
                    <a:pt x="0" y="140"/>
                    <a:pt x="40" y="180"/>
                    <a:pt x="90" y="180"/>
                  </a:cubicBezTo>
                  <a:cubicBezTo>
                    <a:pt x="106" y="180"/>
                    <a:pt x="121" y="176"/>
                    <a:pt x="135" y="168"/>
                  </a:cubicBezTo>
                  <a:cubicBezTo>
                    <a:pt x="118" y="140"/>
                    <a:pt x="118" y="140"/>
                    <a:pt x="118" y="140"/>
                  </a:cubicBezTo>
                  <a:cubicBezTo>
                    <a:pt x="116" y="137"/>
                    <a:pt x="115" y="134"/>
                    <a:pt x="115" y="1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 name="Freeform 274"/>
            <p:cNvSpPr>
              <a:spLocks/>
            </p:cNvSpPr>
            <p:nvPr/>
          </p:nvSpPr>
          <p:spPr bwMode="auto">
            <a:xfrm>
              <a:off x="5199063" y="1441451"/>
              <a:ext cx="293688" cy="477838"/>
            </a:xfrm>
            <a:custGeom>
              <a:avLst/>
              <a:gdLst>
                <a:gd name="T0" fmla="*/ 6 w 180"/>
                <a:gd name="T1" fmla="*/ 91 h 293"/>
                <a:gd name="T2" fmla="*/ 117 w 180"/>
                <a:gd name="T3" fmla="*/ 273 h 293"/>
                <a:gd name="T4" fmla="*/ 161 w 180"/>
                <a:gd name="T5" fmla="*/ 284 h 293"/>
                <a:gd name="T6" fmla="*/ 171 w 180"/>
                <a:gd name="T7" fmla="*/ 240 h 293"/>
                <a:gd name="T8" fmla="*/ 93 w 180"/>
                <a:gd name="T9" fmla="*/ 111 h 293"/>
                <a:gd name="T10" fmla="*/ 60 w 180"/>
                <a:gd name="T11" fmla="*/ 58 h 293"/>
                <a:gd name="T12" fmla="*/ 28 w 180"/>
                <a:gd name="T13" fmla="*/ 5 h 293"/>
                <a:gd name="T14" fmla="*/ 16 w 180"/>
                <a:gd name="T15" fmla="*/ 2 h 293"/>
                <a:gd name="T16" fmla="*/ 13 w 180"/>
                <a:gd name="T17" fmla="*/ 14 h 293"/>
                <a:gd name="T18" fmla="*/ 39 w 180"/>
                <a:gd name="T19" fmla="*/ 57 h 293"/>
                <a:gd name="T20" fmla="*/ 6 w 180"/>
                <a:gd name="T21" fmla="*/ 91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0" h="293">
                  <a:moveTo>
                    <a:pt x="6" y="91"/>
                  </a:moveTo>
                  <a:cubicBezTo>
                    <a:pt x="117" y="273"/>
                    <a:pt x="117" y="273"/>
                    <a:pt x="117" y="273"/>
                  </a:cubicBezTo>
                  <a:cubicBezTo>
                    <a:pt x="126" y="288"/>
                    <a:pt x="145" y="293"/>
                    <a:pt x="161" y="284"/>
                  </a:cubicBezTo>
                  <a:cubicBezTo>
                    <a:pt x="176" y="275"/>
                    <a:pt x="180" y="255"/>
                    <a:pt x="171" y="240"/>
                  </a:cubicBezTo>
                  <a:cubicBezTo>
                    <a:pt x="93" y="111"/>
                    <a:pt x="93" y="111"/>
                    <a:pt x="93" y="111"/>
                  </a:cubicBezTo>
                  <a:cubicBezTo>
                    <a:pt x="60" y="58"/>
                    <a:pt x="60" y="58"/>
                    <a:pt x="60" y="58"/>
                  </a:cubicBezTo>
                  <a:cubicBezTo>
                    <a:pt x="28" y="5"/>
                    <a:pt x="28" y="5"/>
                    <a:pt x="28" y="5"/>
                  </a:cubicBezTo>
                  <a:cubicBezTo>
                    <a:pt x="26" y="1"/>
                    <a:pt x="20" y="0"/>
                    <a:pt x="16" y="2"/>
                  </a:cubicBezTo>
                  <a:cubicBezTo>
                    <a:pt x="12" y="5"/>
                    <a:pt x="11" y="10"/>
                    <a:pt x="13" y="14"/>
                  </a:cubicBezTo>
                  <a:cubicBezTo>
                    <a:pt x="39" y="57"/>
                    <a:pt x="39" y="57"/>
                    <a:pt x="39" y="57"/>
                  </a:cubicBezTo>
                  <a:cubicBezTo>
                    <a:pt x="21" y="64"/>
                    <a:pt x="0" y="81"/>
                    <a:pt x="6" y="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 name="Freeform 275"/>
            <p:cNvSpPr>
              <a:spLocks/>
            </p:cNvSpPr>
            <p:nvPr/>
          </p:nvSpPr>
          <p:spPr bwMode="auto">
            <a:xfrm>
              <a:off x="4732338" y="1306513"/>
              <a:ext cx="239713" cy="153988"/>
            </a:xfrm>
            <a:custGeom>
              <a:avLst/>
              <a:gdLst>
                <a:gd name="T0" fmla="*/ 68 w 151"/>
                <a:gd name="T1" fmla="*/ 53 h 97"/>
                <a:gd name="T2" fmla="*/ 10 w 151"/>
                <a:gd name="T3" fmla="*/ 0 h 97"/>
                <a:gd name="T4" fmla="*/ 0 w 151"/>
                <a:gd name="T5" fmla="*/ 15 h 97"/>
                <a:gd name="T6" fmla="*/ 74 w 151"/>
                <a:gd name="T7" fmla="*/ 72 h 97"/>
                <a:gd name="T8" fmla="*/ 84 w 151"/>
                <a:gd name="T9" fmla="*/ 38 h 97"/>
                <a:gd name="T10" fmla="*/ 149 w 151"/>
                <a:gd name="T11" fmla="*/ 97 h 97"/>
                <a:gd name="T12" fmla="*/ 151 w 151"/>
                <a:gd name="T13" fmla="*/ 94 h 97"/>
                <a:gd name="T14" fmla="*/ 82 w 151"/>
                <a:gd name="T15" fmla="*/ 15 h 97"/>
                <a:gd name="T16" fmla="*/ 68 w 151"/>
                <a:gd name="T17" fmla="*/ 53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1" h="97">
                  <a:moveTo>
                    <a:pt x="68" y="53"/>
                  </a:moveTo>
                  <a:lnTo>
                    <a:pt x="10" y="0"/>
                  </a:lnTo>
                  <a:lnTo>
                    <a:pt x="0" y="15"/>
                  </a:lnTo>
                  <a:lnTo>
                    <a:pt x="74" y="72"/>
                  </a:lnTo>
                  <a:lnTo>
                    <a:pt x="84" y="38"/>
                  </a:lnTo>
                  <a:lnTo>
                    <a:pt x="149" y="97"/>
                  </a:lnTo>
                  <a:lnTo>
                    <a:pt x="151" y="94"/>
                  </a:lnTo>
                  <a:lnTo>
                    <a:pt x="82" y="15"/>
                  </a:lnTo>
                  <a:lnTo>
                    <a:pt x="68" y="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 name="Freeform 276"/>
            <p:cNvSpPr>
              <a:spLocks/>
            </p:cNvSpPr>
            <p:nvPr/>
          </p:nvSpPr>
          <p:spPr bwMode="auto">
            <a:xfrm>
              <a:off x="4730750" y="1458913"/>
              <a:ext cx="225425" cy="73025"/>
            </a:xfrm>
            <a:custGeom>
              <a:avLst/>
              <a:gdLst>
                <a:gd name="T0" fmla="*/ 142 w 142"/>
                <a:gd name="T1" fmla="*/ 38 h 46"/>
                <a:gd name="T2" fmla="*/ 142 w 142"/>
                <a:gd name="T3" fmla="*/ 35 h 46"/>
                <a:gd name="T4" fmla="*/ 62 w 142"/>
                <a:gd name="T5" fmla="*/ 0 h 46"/>
                <a:gd name="T6" fmla="*/ 65 w 142"/>
                <a:gd name="T7" fmla="*/ 34 h 46"/>
                <a:gd name="T8" fmla="*/ 3 w 142"/>
                <a:gd name="T9" fmla="*/ 15 h 46"/>
                <a:gd name="T10" fmla="*/ 0 w 142"/>
                <a:gd name="T11" fmla="*/ 30 h 46"/>
                <a:gd name="T12" fmla="*/ 77 w 142"/>
                <a:gd name="T13" fmla="*/ 46 h 46"/>
                <a:gd name="T14" fmla="*/ 72 w 142"/>
                <a:gd name="T15" fmla="*/ 16 h 46"/>
                <a:gd name="T16" fmla="*/ 142 w 142"/>
                <a:gd name="T17" fmla="*/ 3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46">
                  <a:moveTo>
                    <a:pt x="142" y="38"/>
                  </a:moveTo>
                  <a:lnTo>
                    <a:pt x="142" y="35"/>
                  </a:lnTo>
                  <a:lnTo>
                    <a:pt x="62" y="0"/>
                  </a:lnTo>
                  <a:lnTo>
                    <a:pt x="65" y="34"/>
                  </a:lnTo>
                  <a:lnTo>
                    <a:pt x="3" y="15"/>
                  </a:lnTo>
                  <a:lnTo>
                    <a:pt x="0" y="30"/>
                  </a:lnTo>
                  <a:lnTo>
                    <a:pt x="77" y="46"/>
                  </a:lnTo>
                  <a:lnTo>
                    <a:pt x="72" y="16"/>
                  </a:lnTo>
                  <a:lnTo>
                    <a:pt x="142"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 name="Freeform 277"/>
            <p:cNvSpPr>
              <a:spLocks noEditPoints="1"/>
            </p:cNvSpPr>
            <p:nvPr/>
          </p:nvSpPr>
          <p:spPr bwMode="auto">
            <a:xfrm>
              <a:off x="5326063" y="1222376"/>
              <a:ext cx="623888" cy="511175"/>
            </a:xfrm>
            <a:custGeom>
              <a:avLst/>
              <a:gdLst>
                <a:gd name="T0" fmla="*/ 226 w 382"/>
                <a:gd name="T1" fmla="*/ 0 h 313"/>
                <a:gd name="T2" fmla="*/ 70 w 382"/>
                <a:gd name="T3" fmla="*/ 143 h 313"/>
                <a:gd name="T4" fmla="*/ 0 w 382"/>
                <a:gd name="T5" fmla="*/ 153 h 313"/>
                <a:gd name="T6" fmla="*/ 71 w 382"/>
                <a:gd name="T7" fmla="*/ 178 h 313"/>
                <a:gd name="T8" fmla="*/ 226 w 382"/>
                <a:gd name="T9" fmla="*/ 313 h 313"/>
                <a:gd name="T10" fmla="*/ 382 w 382"/>
                <a:gd name="T11" fmla="*/ 157 h 313"/>
                <a:gd name="T12" fmla="*/ 226 w 382"/>
                <a:gd name="T13" fmla="*/ 0 h 313"/>
                <a:gd name="T14" fmla="*/ 220 w 382"/>
                <a:gd name="T15" fmla="*/ 296 h 313"/>
                <a:gd name="T16" fmla="*/ 87 w 382"/>
                <a:gd name="T17" fmla="*/ 163 h 313"/>
                <a:gd name="T18" fmla="*/ 220 w 382"/>
                <a:gd name="T19" fmla="*/ 29 h 313"/>
                <a:gd name="T20" fmla="*/ 354 w 382"/>
                <a:gd name="T21" fmla="*/ 163 h 313"/>
                <a:gd name="T22" fmla="*/ 220 w 382"/>
                <a:gd name="T23" fmla="*/ 296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2" h="313">
                  <a:moveTo>
                    <a:pt x="226" y="0"/>
                  </a:moveTo>
                  <a:cubicBezTo>
                    <a:pt x="144" y="0"/>
                    <a:pt x="77" y="63"/>
                    <a:pt x="70" y="143"/>
                  </a:cubicBezTo>
                  <a:cubicBezTo>
                    <a:pt x="0" y="153"/>
                    <a:pt x="0" y="153"/>
                    <a:pt x="0" y="153"/>
                  </a:cubicBezTo>
                  <a:cubicBezTo>
                    <a:pt x="71" y="178"/>
                    <a:pt x="71" y="178"/>
                    <a:pt x="71" y="178"/>
                  </a:cubicBezTo>
                  <a:cubicBezTo>
                    <a:pt x="82" y="254"/>
                    <a:pt x="147" y="313"/>
                    <a:pt x="226" y="313"/>
                  </a:cubicBezTo>
                  <a:cubicBezTo>
                    <a:pt x="312" y="313"/>
                    <a:pt x="382" y="243"/>
                    <a:pt x="382" y="157"/>
                  </a:cubicBezTo>
                  <a:cubicBezTo>
                    <a:pt x="382" y="70"/>
                    <a:pt x="312" y="0"/>
                    <a:pt x="226" y="0"/>
                  </a:cubicBezTo>
                  <a:close/>
                  <a:moveTo>
                    <a:pt x="220" y="296"/>
                  </a:moveTo>
                  <a:cubicBezTo>
                    <a:pt x="147" y="296"/>
                    <a:pt x="87" y="236"/>
                    <a:pt x="87" y="163"/>
                  </a:cubicBezTo>
                  <a:cubicBezTo>
                    <a:pt x="87" y="89"/>
                    <a:pt x="147" y="29"/>
                    <a:pt x="220" y="29"/>
                  </a:cubicBezTo>
                  <a:cubicBezTo>
                    <a:pt x="294" y="29"/>
                    <a:pt x="354" y="89"/>
                    <a:pt x="354" y="163"/>
                  </a:cubicBezTo>
                  <a:cubicBezTo>
                    <a:pt x="354" y="236"/>
                    <a:pt x="294" y="296"/>
                    <a:pt x="220" y="2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 name="Freeform 278"/>
            <p:cNvSpPr>
              <a:spLocks/>
            </p:cNvSpPr>
            <p:nvPr/>
          </p:nvSpPr>
          <p:spPr bwMode="auto">
            <a:xfrm>
              <a:off x="5549900" y="1343026"/>
              <a:ext cx="276225" cy="323850"/>
            </a:xfrm>
            <a:custGeom>
              <a:avLst/>
              <a:gdLst>
                <a:gd name="T0" fmla="*/ 126 w 169"/>
                <a:gd name="T1" fmla="*/ 1 h 199"/>
                <a:gd name="T2" fmla="*/ 85 w 169"/>
                <a:gd name="T3" fmla="*/ 7 h 199"/>
                <a:gd name="T4" fmla="*/ 44 w 169"/>
                <a:gd name="T5" fmla="*/ 1 h 199"/>
                <a:gd name="T6" fmla="*/ 27 w 169"/>
                <a:gd name="T7" fmla="*/ 86 h 199"/>
                <a:gd name="T8" fmla="*/ 45 w 169"/>
                <a:gd name="T9" fmla="*/ 177 h 199"/>
                <a:gd name="T10" fmla="*/ 85 w 169"/>
                <a:gd name="T11" fmla="*/ 103 h 199"/>
                <a:gd name="T12" fmla="*/ 85 w 169"/>
                <a:gd name="T13" fmla="*/ 103 h 199"/>
                <a:gd name="T14" fmla="*/ 125 w 169"/>
                <a:gd name="T15" fmla="*/ 177 h 199"/>
                <a:gd name="T16" fmla="*/ 142 w 169"/>
                <a:gd name="T17" fmla="*/ 86 h 199"/>
                <a:gd name="T18" fmla="*/ 126 w 169"/>
                <a:gd name="T19" fmla="*/ 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9" h="199">
                  <a:moveTo>
                    <a:pt x="126" y="1"/>
                  </a:moveTo>
                  <a:cubicBezTo>
                    <a:pt x="101" y="0"/>
                    <a:pt x="85" y="7"/>
                    <a:pt x="85" y="7"/>
                  </a:cubicBezTo>
                  <a:cubicBezTo>
                    <a:pt x="85" y="7"/>
                    <a:pt x="68" y="0"/>
                    <a:pt x="44" y="1"/>
                  </a:cubicBezTo>
                  <a:cubicBezTo>
                    <a:pt x="19" y="2"/>
                    <a:pt x="0" y="32"/>
                    <a:pt x="27" y="86"/>
                  </a:cubicBezTo>
                  <a:cubicBezTo>
                    <a:pt x="27" y="86"/>
                    <a:pt x="26" y="156"/>
                    <a:pt x="45" y="177"/>
                  </a:cubicBezTo>
                  <a:cubicBezTo>
                    <a:pt x="63" y="199"/>
                    <a:pt x="53" y="110"/>
                    <a:pt x="85" y="103"/>
                  </a:cubicBezTo>
                  <a:cubicBezTo>
                    <a:pt x="85" y="103"/>
                    <a:pt x="85" y="103"/>
                    <a:pt x="85" y="103"/>
                  </a:cubicBezTo>
                  <a:cubicBezTo>
                    <a:pt x="117" y="110"/>
                    <a:pt x="106" y="199"/>
                    <a:pt x="125" y="177"/>
                  </a:cubicBezTo>
                  <a:cubicBezTo>
                    <a:pt x="143" y="156"/>
                    <a:pt x="142" y="86"/>
                    <a:pt x="142" y="86"/>
                  </a:cubicBezTo>
                  <a:cubicBezTo>
                    <a:pt x="169" y="32"/>
                    <a:pt x="150" y="2"/>
                    <a:pt x="126"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76" name="组合 275"/>
          <p:cNvGrpSpPr/>
          <p:nvPr/>
        </p:nvGrpSpPr>
        <p:grpSpPr>
          <a:xfrm>
            <a:off x="1652588" y="3746501"/>
            <a:ext cx="619125" cy="1435100"/>
            <a:chOff x="1652588" y="3746501"/>
            <a:chExt cx="619125" cy="1435100"/>
          </a:xfrm>
          <a:solidFill>
            <a:schemeClr val="tx1">
              <a:lumMod val="65000"/>
              <a:lumOff val="35000"/>
            </a:schemeClr>
          </a:solidFill>
        </p:grpSpPr>
        <p:sp>
          <p:nvSpPr>
            <p:cNvPr id="277" name="Freeform 279"/>
            <p:cNvSpPr>
              <a:spLocks/>
            </p:cNvSpPr>
            <p:nvPr/>
          </p:nvSpPr>
          <p:spPr bwMode="auto">
            <a:xfrm>
              <a:off x="1820863" y="5056188"/>
              <a:ext cx="130175" cy="125413"/>
            </a:xfrm>
            <a:custGeom>
              <a:avLst/>
              <a:gdLst>
                <a:gd name="T0" fmla="*/ 0 w 80"/>
                <a:gd name="T1" fmla="*/ 37 h 77"/>
                <a:gd name="T2" fmla="*/ 40 w 80"/>
                <a:gd name="T3" fmla="*/ 77 h 77"/>
                <a:gd name="T4" fmla="*/ 80 w 80"/>
                <a:gd name="T5" fmla="*/ 37 h 77"/>
                <a:gd name="T6" fmla="*/ 80 w 80"/>
                <a:gd name="T7" fmla="*/ 8 h 77"/>
                <a:gd name="T8" fmla="*/ 0 w 80"/>
                <a:gd name="T9" fmla="*/ 0 h 77"/>
                <a:gd name="T10" fmla="*/ 0 w 80"/>
                <a:gd name="T11" fmla="*/ 37 h 77"/>
              </a:gdLst>
              <a:ahLst/>
              <a:cxnLst>
                <a:cxn ang="0">
                  <a:pos x="T0" y="T1"/>
                </a:cxn>
                <a:cxn ang="0">
                  <a:pos x="T2" y="T3"/>
                </a:cxn>
                <a:cxn ang="0">
                  <a:pos x="T4" y="T5"/>
                </a:cxn>
                <a:cxn ang="0">
                  <a:pos x="T6" y="T7"/>
                </a:cxn>
                <a:cxn ang="0">
                  <a:pos x="T8" y="T9"/>
                </a:cxn>
                <a:cxn ang="0">
                  <a:pos x="T10" y="T11"/>
                </a:cxn>
              </a:cxnLst>
              <a:rect l="0" t="0" r="r" b="b"/>
              <a:pathLst>
                <a:path w="80" h="77">
                  <a:moveTo>
                    <a:pt x="0" y="37"/>
                  </a:moveTo>
                  <a:cubicBezTo>
                    <a:pt x="0" y="60"/>
                    <a:pt x="18" y="77"/>
                    <a:pt x="40" y="77"/>
                  </a:cubicBezTo>
                  <a:cubicBezTo>
                    <a:pt x="62" y="77"/>
                    <a:pt x="80" y="60"/>
                    <a:pt x="80" y="37"/>
                  </a:cubicBezTo>
                  <a:cubicBezTo>
                    <a:pt x="80" y="8"/>
                    <a:pt x="80" y="8"/>
                    <a:pt x="80" y="8"/>
                  </a:cubicBezTo>
                  <a:cubicBezTo>
                    <a:pt x="49" y="7"/>
                    <a:pt x="23" y="4"/>
                    <a:pt x="0" y="0"/>
                  </a:cubicBezTo>
                  <a:lnTo>
                    <a:pt x="0"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 name="Freeform 280"/>
            <p:cNvSpPr>
              <a:spLocks/>
            </p:cNvSpPr>
            <p:nvPr/>
          </p:nvSpPr>
          <p:spPr bwMode="auto">
            <a:xfrm>
              <a:off x="1971675" y="5056188"/>
              <a:ext cx="131763" cy="125413"/>
            </a:xfrm>
            <a:custGeom>
              <a:avLst/>
              <a:gdLst>
                <a:gd name="T0" fmla="*/ 0 w 80"/>
                <a:gd name="T1" fmla="*/ 37 h 77"/>
                <a:gd name="T2" fmla="*/ 40 w 80"/>
                <a:gd name="T3" fmla="*/ 77 h 77"/>
                <a:gd name="T4" fmla="*/ 80 w 80"/>
                <a:gd name="T5" fmla="*/ 37 h 77"/>
                <a:gd name="T6" fmla="*/ 80 w 80"/>
                <a:gd name="T7" fmla="*/ 0 h 77"/>
                <a:gd name="T8" fmla="*/ 0 w 80"/>
                <a:gd name="T9" fmla="*/ 8 h 77"/>
                <a:gd name="T10" fmla="*/ 0 w 80"/>
                <a:gd name="T11" fmla="*/ 37 h 77"/>
              </a:gdLst>
              <a:ahLst/>
              <a:cxnLst>
                <a:cxn ang="0">
                  <a:pos x="T0" y="T1"/>
                </a:cxn>
                <a:cxn ang="0">
                  <a:pos x="T2" y="T3"/>
                </a:cxn>
                <a:cxn ang="0">
                  <a:pos x="T4" y="T5"/>
                </a:cxn>
                <a:cxn ang="0">
                  <a:pos x="T6" y="T7"/>
                </a:cxn>
                <a:cxn ang="0">
                  <a:pos x="T8" y="T9"/>
                </a:cxn>
                <a:cxn ang="0">
                  <a:pos x="T10" y="T11"/>
                </a:cxn>
              </a:cxnLst>
              <a:rect l="0" t="0" r="r" b="b"/>
              <a:pathLst>
                <a:path w="80" h="77">
                  <a:moveTo>
                    <a:pt x="0" y="37"/>
                  </a:moveTo>
                  <a:cubicBezTo>
                    <a:pt x="0" y="60"/>
                    <a:pt x="18" y="77"/>
                    <a:pt x="40" y="77"/>
                  </a:cubicBezTo>
                  <a:cubicBezTo>
                    <a:pt x="62" y="77"/>
                    <a:pt x="80" y="60"/>
                    <a:pt x="80" y="37"/>
                  </a:cubicBezTo>
                  <a:cubicBezTo>
                    <a:pt x="80" y="0"/>
                    <a:pt x="80" y="0"/>
                    <a:pt x="80" y="0"/>
                  </a:cubicBezTo>
                  <a:cubicBezTo>
                    <a:pt x="58" y="4"/>
                    <a:pt x="31" y="7"/>
                    <a:pt x="0" y="8"/>
                  </a:cubicBezTo>
                  <a:lnTo>
                    <a:pt x="0"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 name="Freeform 281"/>
            <p:cNvSpPr>
              <a:spLocks noEditPoints="1"/>
            </p:cNvSpPr>
            <p:nvPr/>
          </p:nvSpPr>
          <p:spPr bwMode="auto">
            <a:xfrm>
              <a:off x="1652588" y="3998913"/>
              <a:ext cx="619125" cy="650875"/>
            </a:xfrm>
            <a:custGeom>
              <a:avLst/>
              <a:gdLst>
                <a:gd name="T0" fmla="*/ 354 w 380"/>
                <a:gd name="T1" fmla="*/ 357 h 399"/>
                <a:gd name="T2" fmla="*/ 379 w 380"/>
                <a:gd name="T3" fmla="*/ 330 h 399"/>
                <a:gd name="T4" fmla="*/ 273 w 380"/>
                <a:gd name="T5" fmla="*/ 3 h 399"/>
                <a:gd name="T6" fmla="*/ 270 w 380"/>
                <a:gd name="T7" fmla="*/ 3 h 399"/>
                <a:gd name="T8" fmla="*/ 268 w 380"/>
                <a:gd name="T9" fmla="*/ 2 h 399"/>
                <a:gd name="T10" fmla="*/ 255 w 380"/>
                <a:gd name="T11" fmla="*/ 0 h 399"/>
                <a:gd name="T12" fmla="*/ 190 w 380"/>
                <a:gd name="T13" fmla="*/ 26 h 399"/>
                <a:gd name="T14" fmla="*/ 125 w 380"/>
                <a:gd name="T15" fmla="*/ 0 h 399"/>
                <a:gd name="T16" fmla="*/ 112 w 380"/>
                <a:gd name="T17" fmla="*/ 2 h 399"/>
                <a:gd name="T18" fmla="*/ 109 w 380"/>
                <a:gd name="T19" fmla="*/ 3 h 399"/>
                <a:gd name="T20" fmla="*/ 107 w 380"/>
                <a:gd name="T21" fmla="*/ 3 h 399"/>
                <a:gd name="T22" fmla="*/ 1 w 380"/>
                <a:gd name="T23" fmla="*/ 330 h 399"/>
                <a:gd name="T24" fmla="*/ 25 w 380"/>
                <a:gd name="T25" fmla="*/ 357 h 399"/>
                <a:gd name="T26" fmla="*/ 34 w 380"/>
                <a:gd name="T27" fmla="*/ 356 h 399"/>
                <a:gd name="T28" fmla="*/ 55 w 380"/>
                <a:gd name="T29" fmla="*/ 177 h 399"/>
                <a:gd name="T30" fmla="*/ 67 w 380"/>
                <a:gd name="T31" fmla="*/ 177 h 399"/>
                <a:gd name="T32" fmla="*/ 56 w 380"/>
                <a:gd name="T33" fmla="*/ 273 h 399"/>
                <a:gd name="T34" fmla="*/ 57 w 380"/>
                <a:gd name="T35" fmla="*/ 273 h 399"/>
                <a:gd name="T36" fmla="*/ 190 w 380"/>
                <a:gd name="T37" fmla="*/ 399 h 399"/>
                <a:gd name="T38" fmla="*/ 323 w 380"/>
                <a:gd name="T39" fmla="*/ 272 h 399"/>
                <a:gd name="T40" fmla="*/ 324 w 380"/>
                <a:gd name="T41" fmla="*/ 272 h 399"/>
                <a:gd name="T42" fmla="*/ 312 w 380"/>
                <a:gd name="T43" fmla="*/ 177 h 399"/>
                <a:gd name="T44" fmla="*/ 324 w 380"/>
                <a:gd name="T45" fmla="*/ 177 h 399"/>
                <a:gd name="T46" fmla="*/ 346 w 380"/>
                <a:gd name="T47" fmla="*/ 356 h 399"/>
                <a:gd name="T48" fmla="*/ 353 w 380"/>
                <a:gd name="T49" fmla="*/ 357 h 399"/>
                <a:gd name="T50" fmla="*/ 354 w 380"/>
                <a:gd name="T51" fmla="*/ 357 h 399"/>
                <a:gd name="T52" fmla="*/ 104 w 380"/>
                <a:gd name="T53" fmla="*/ 265 h 399"/>
                <a:gd name="T54" fmla="*/ 190 w 380"/>
                <a:gd name="T55" fmla="*/ 179 h 399"/>
                <a:gd name="T56" fmla="*/ 275 w 380"/>
                <a:gd name="T57" fmla="*/ 265 h 399"/>
                <a:gd name="T58" fmla="*/ 190 w 380"/>
                <a:gd name="T59" fmla="*/ 350 h 399"/>
                <a:gd name="T60" fmla="*/ 104 w 380"/>
                <a:gd name="T61" fmla="*/ 265 h 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80" h="399">
                  <a:moveTo>
                    <a:pt x="354" y="357"/>
                  </a:moveTo>
                  <a:cubicBezTo>
                    <a:pt x="369" y="356"/>
                    <a:pt x="380" y="344"/>
                    <a:pt x="379" y="330"/>
                  </a:cubicBezTo>
                  <a:cubicBezTo>
                    <a:pt x="363" y="48"/>
                    <a:pt x="287" y="8"/>
                    <a:pt x="273" y="3"/>
                  </a:cubicBezTo>
                  <a:cubicBezTo>
                    <a:pt x="270" y="3"/>
                    <a:pt x="270" y="3"/>
                    <a:pt x="270" y="3"/>
                  </a:cubicBezTo>
                  <a:cubicBezTo>
                    <a:pt x="268" y="2"/>
                    <a:pt x="268" y="2"/>
                    <a:pt x="268" y="2"/>
                  </a:cubicBezTo>
                  <a:cubicBezTo>
                    <a:pt x="267" y="2"/>
                    <a:pt x="262" y="1"/>
                    <a:pt x="255" y="0"/>
                  </a:cubicBezTo>
                  <a:cubicBezTo>
                    <a:pt x="238" y="16"/>
                    <a:pt x="215" y="26"/>
                    <a:pt x="190" y="26"/>
                  </a:cubicBezTo>
                  <a:cubicBezTo>
                    <a:pt x="165" y="26"/>
                    <a:pt x="142" y="16"/>
                    <a:pt x="125" y="0"/>
                  </a:cubicBezTo>
                  <a:cubicBezTo>
                    <a:pt x="117" y="1"/>
                    <a:pt x="112" y="2"/>
                    <a:pt x="112" y="2"/>
                  </a:cubicBezTo>
                  <a:cubicBezTo>
                    <a:pt x="109" y="3"/>
                    <a:pt x="109" y="3"/>
                    <a:pt x="109" y="3"/>
                  </a:cubicBezTo>
                  <a:cubicBezTo>
                    <a:pt x="107" y="3"/>
                    <a:pt x="107" y="3"/>
                    <a:pt x="107" y="3"/>
                  </a:cubicBezTo>
                  <a:cubicBezTo>
                    <a:pt x="92" y="8"/>
                    <a:pt x="17" y="48"/>
                    <a:pt x="1" y="330"/>
                  </a:cubicBezTo>
                  <a:cubicBezTo>
                    <a:pt x="0" y="344"/>
                    <a:pt x="11" y="356"/>
                    <a:pt x="25" y="357"/>
                  </a:cubicBezTo>
                  <a:cubicBezTo>
                    <a:pt x="28" y="357"/>
                    <a:pt x="31" y="357"/>
                    <a:pt x="34" y="356"/>
                  </a:cubicBezTo>
                  <a:cubicBezTo>
                    <a:pt x="55" y="177"/>
                    <a:pt x="55" y="177"/>
                    <a:pt x="55" y="177"/>
                  </a:cubicBezTo>
                  <a:cubicBezTo>
                    <a:pt x="67" y="177"/>
                    <a:pt x="67" y="177"/>
                    <a:pt x="67" y="177"/>
                  </a:cubicBezTo>
                  <a:cubicBezTo>
                    <a:pt x="56" y="273"/>
                    <a:pt x="56" y="273"/>
                    <a:pt x="56" y="273"/>
                  </a:cubicBezTo>
                  <a:cubicBezTo>
                    <a:pt x="57" y="273"/>
                    <a:pt x="57" y="273"/>
                    <a:pt x="57" y="273"/>
                  </a:cubicBezTo>
                  <a:cubicBezTo>
                    <a:pt x="58" y="343"/>
                    <a:pt x="117" y="399"/>
                    <a:pt x="190" y="399"/>
                  </a:cubicBezTo>
                  <a:cubicBezTo>
                    <a:pt x="263" y="399"/>
                    <a:pt x="322" y="342"/>
                    <a:pt x="323" y="272"/>
                  </a:cubicBezTo>
                  <a:cubicBezTo>
                    <a:pt x="324" y="272"/>
                    <a:pt x="324" y="272"/>
                    <a:pt x="324" y="272"/>
                  </a:cubicBezTo>
                  <a:cubicBezTo>
                    <a:pt x="312" y="177"/>
                    <a:pt x="312" y="177"/>
                    <a:pt x="312" y="177"/>
                  </a:cubicBezTo>
                  <a:cubicBezTo>
                    <a:pt x="324" y="177"/>
                    <a:pt x="324" y="177"/>
                    <a:pt x="324" y="177"/>
                  </a:cubicBezTo>
                  <a:cubicBezTo>
                    <a:pt x="346" y="356"/>
                    <a:pt x="346" y="356"/>
                    <a:pt x="346" y="356"/>
                  </a:cubicBezTo>
                  <a:cubicBezTo>
                    <a:pt x="348" y="357"/>
                    <a:pt x="350" y="357"/>
                    <a:pt x="353" y="357"/>
                  </a:cubicBezTo>
                  <a:cubicBezTo>
                    <a:pt x="353" y="357"/>
                    <a:pt x="354" y="357"/>
                    <a:pt x="354" y="357"/>
                  </a:cubicBezTo>
                  <a:close/>
                  <a:moveTo>
                    <a:pt x="104" y="265"/>
                  </a:moveTo>
                  <a:cubicBezTo>
                    <a:pt x="104" y="218"/>
                    <a:pt x="143" y="179"/>
                    <a:pt x="190" y="179"/>
                  </a:cubicBezTo>
                  <a:cubicBezTo>
                    <a:pt x="237" y="179"/>
                    <a:pt x="275" y="218"/>
                    <a:pt x="275" y="265"/>
                  </a:cubicBezTo>
                  <a:cubicBezTo>
                    <a:pt x="275" y="312"/>
                    <a:pt x="237" y="350"/>
                    <a:pt x="190" y="350"/>
                  </a:cubicBezTo>
                  <a:cubicBezTo>
                    <a:pt x="143" y="350"/>
                    <a:pt x="104" y="312"/>
                    <a:pt x="104" y="2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 name="Freeform 282"/>
            <p:cNvSpPr>
              <a:spLocks/>
            </p:cNvSpPr>
            <p:nvPr/>
          </p:nvSpPr>
          <p:spPr bwMode="auto">
            <a:xfrm>
              <a:off x="1677988" y="4508501"/>
              <a:ext cx="566738" cy="541338"/>
            </a:xfrm>
            <a:custGeom>
              <a:avLst/>
              <a:gdLst>
                <a:gd name="T0" fmla="*/ 312 w 347"/>
                <a:gd name="T1" fmla="*/ 0 h 332"/>
                <a:gd name="T2" fmla="*/ 174 w 347"/>
                <a:gd name="T3" fmla="*/ 99 h 332"/>
                <a:gd name="T4" fmla="*/ 35 w 347"/>
                <a:gd name="T5" fmla="*/ 0 h 332"/>
                <a:gd name="T6" fmla="*/ 0 w 347"/>
                <a:gd name="T7" fmla="*/ 296 h 332"/>
                <a:gd name="T8" fmla="*/ 174 w 347"/>
                <a:gd name="T9" fmla="*/ 332 h 332"/>
                <a:gd name="T10" fmla="*/ 347 w 347"/>
                <a:gd name="T11" fmla="*/ 296 h 332"/>
                <a:gd name="T12" fmla="*/ 312 w 347"/>
                <a:gd name="T13" fmla="*/ 0 h 332"/>
              </a:gdLst>
              <a:ahLst/>
              <a:cxnLst>
                <a:cxn ang="0">
                  <a:pos x="T0" y="T1"/>
                </a:cxn>
                <a:cxn ang="0">
                  <a:pos x="T2" y="T3"/>
                </a:cxn>
                <a:cxn ang="0">
                  <a:pos x="T4" y="T5"/>
                </a:cxn>
                <a:cxn ang="0">
                  <a:pos x="T6" y="T7"/>
                </a:cxn>
                <a:cxn ang="0">
                  <a:pos x="T8" y="T9"/>
                </a:cxn>
                <a:cxn ang="0">
                  <a:pos x="T10" y="T11"/>
                </a:cxn>
                <a:cxn ang="0">
                  <a:pos x="T12" y="T13"/>
                </a:cxn>
              </a:cxnLst>
              <a:rect l="0" t="0" r="r" b="b"/>
              <a:pathLst>
                <a:path w="347" h="332">
                  <a:moveTo>
                    <a:pt x="312" y="0"/>
                  </a:moveTo>
                  <a:cubicBezTo>
                    <a:pt x="294" y="57"/>
                    <a:pt x="239" y="99"/>
                    <a:pt x="174" y="99"/>
                  </a:cubicBezTo>
                  <a:cubicBezTo>
                    <a:pt x="108" y="99"/>
                    <a:pt x="53" y="57"/>
                    <a:pt x="35" y="0"/>
                  </a:cubicBezTo>
                  <a:cubicBezTo>
                    <a:pt x="0" y="296"/>
                    <a:pt x="0" y="296"/>
                    <a:pt x="0" y="296"/>
                  </a:cubicBezTo>
                  <a:cubicBezTo>
                    <a:pt x="0" y="296"/>
                    <a:pt x="60" y="332"/>
                    <a:pt x="174" y="332"/>
                  </a:cubicBezTo>
                  <a:cubicBezTo>
                    <a:pt x="287" y="332"/>
                    <a:pt x="347" y="296"/>
                    <a:pt x="347" y="296"/>
                  </a:cubicBezTo>
                  <a:lnTo>
                    <a:pt x="3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 name="Freeform 283"/>
            <p:cNvSpPr>
              <a:spLocks/>
            </p:cNvSpPr>
            <p:nvPr/>
          </p:nvSpPr>
          <p:spPr bwMode="auto">
            <a:xfrm>
              <a:off x="1908175" y="4392613"/>
              <a:ext cx="136525" cy="133350"/>
            </a:xfrm>
            <a:custGeom>
              <a:avLst/>
              <a:gdLst>
                <a:gd name="T0" fmla="*/ 58 w 83"/>
                <a:gd name="T1" fmla="*/ 73 h 82"/>
                <a:gd name="T2" fmla="*/ 59 w 83"/>
                <a:gd name="T3" fmla="*/ 72 h 82"/>
                <a:gd name="T4" fmla="*/ 61 w 83"/>
                <a:gd name="T5" fmla="*/ 69 h 82"/>
                <a:gd name="T6" fmla="*/ 61 w 83"/>
                <a:gd name="T7" fmla="*/ 70 h 82"/>
                <a:gd name="T8" fmla="*/ 73 w 83"/>
                <a:gd name="T9" fmla="*/ 80 h 82"/>
                <a:gd name="T10" fmla="*/ 80 w 83"/>
                <a:gd name="T11" fmla="*/ 77 h 82"/>
                <a:gd name="T12" fmla="*/ 83 w 83"/>
                <a:gd name="T13" fmla="*/ 68 h 82"/>
                <a:gd name="T14" fmla="*/ 81 w 83"/>
                <a:gd name="T15" fmla="*/ 35 h 82"/>
                <a:gd name="T16" fmla="*/ 73 w 83"/>
                <a:gd name="T17" fmla="*/ 25 h 82"/>
                <a:gd name="T18" fmla="*/ 61 w 83"/>
                <a:gd name="T19" fmla="*/ 30 h 82"/>
                <a:gd name="T20" fmla="*/ 53 w 83"/>
                <a:gd name="T21" fmla="*/ 41 h 82"/>
                <a:gd name="T22" fmla="*/ 41 w 83"/>
                <a:gd name="T23" fmla="*/ 29 h 82"/>
                <a:gd name="T24" fmla="*/ 52 w 83"/>
                <a:gd name="T25" fmla="*/ 21 h 82"/>
                <a:gd name="T26" fmla="*/ 54 w 83"/>
                <a:gd name="T27" fmla="*/ 20 h 82"/>
                <a:gd name="T28" fmla="*/ 55 w 83"/>
                <a:gd name="T29" fmla="*/ 6 h 82"/>
                <a:gd name="T30" fmla="*/ 40 w 83"/>
                <a:gd name="T31" fmla="*/ 3 h 82"/>
                <a:gd name="T32" fmla="*/ 12 w 83"/>
                <a:gd name="T33" fmla="*/ 22 h 82"/>
                <a:gd name="T34" fmla="*/ 8 w 83"/>
                <a:gd name="T35" fmla="*/ 25 h 82"/>
                <a:gd name="T36" fmla="*/ 8 w 83"/>
                <a:gd name="T37" fmla="*/ 54 h 82"/>
                <a:gd name="T38" fmla="*/ 28 w 83"/>
                <a:gd name="T39" fmla="*/ 74 h 82"/>
                <a:gd name="T40" fmla="*/ 57 w 83"/>
                <a:gd name="T41" fmla="*/ 74 h 82"/>
                <a:gd name="T42" fmla="*/ 58 w 83"/>
                <a:gd name="T43" fmla="*/ 73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3" h="82">
                  <a:moveTo>
                    <a:pt x="58" y="73"/>
                  </a:moveTo>
                  <a:cubicBezTo>
                    <a:pt x="58" y="73"/>
                    <a:pt x="59" y="72"/>
                    <a:pt x="59" y="72"/>
                  </a:cubicBezTo>
                  <a:cubicBezTo>
                    <a:pt x="61" y="69"/>
                    <a:pt x="61" y="69"/>
                    <a:pt x="61" y="69"/>
                  </a:cubicBezTo>
                  <a:cubicBezTo>
                    <a:pt x="61" y="70"/>
                    <a:pt x="61" y="70"/>
                    <a:pt x="61" y="70"/>
                  </a:cubicBezTo>
                  <a:cubicBezTo>
                    <a:pt x="62" y="76"/>
                    <a:pt x="67" y="80"/>
                    <a:pt x="73" y="80"/>
                  </a:cubicBezTo>
                  <a:cubicBezTo>
                    <a:pt x="76" y="80"/>
                    <a:pt x="78" y="78"/>
                    <a:pt x="80" y="77"/>
                  </a:cubicBezTo>
                  <a:cubicBezTo>
                    <a:pt x="82" y="75"/>
                    <a:pt x="83" y="72"/>
                    <a:pt x="83" y="68"/>
                  </a:cubicBezTo>
                  <a:cubicBezTo>
                    <a:pt x="81" y="35"/>
                    <a:pt x="81" y="35"/>
                    <a:pt x="81" y="35"/>
                  </a:cubicBezTo>
                  <a:cubicBezTo>
                    <a:pt x="80" y="31"/>
                    <a:pt x="77" y="27"/>
                    <a:pt x="73" y="25"/>
                  </a:cubicBezTo>
                  <a:cubicBezTo>
                    <a:pt x="68" y="24"/>
                    <a:pt x="63" y="26"/>
                    <a:pt x="61" y="30"/>
                  </a:cubicBezTo>
                  <a:cubicBezTo>
                    <a:pt x="53" y="41"/>
                    <a:pt x="53" y="41"/>
                    <a:pt x="53" y="41"/>
                  </a:cubicBezTo>
                  <a:cubicBezTo>
                    <a:pt x="41" y="29"/>
                    <a:pt x="41" y="29"/>
                    <a:pt x="41" y="29"/>
                  </a:cubicBezTo>
                  <a:cubicBezTo>
                    <a:pt x="52" y="21"/>
                    <a:pt x="52" y="21"/>
                    <a:pt x="52" y="21"/>
                  </a:cubicBezTo>
                  <a:cubicBezTo>
                    <a:pt x="53" y="21"/>
                    <a:pt x="53" y="21"/>
                    <a:pt x="54" y="20"/>
                  </a:cubicBezTo>
                  <a:cubicBezTo>
                    <a:pt x="58" y="16"/>
                    <a:pt x="58" y="11"/>
                    <a:pt x="55" y="6"/>
                  </a:cubicBezTo>
                  <a:cubicBezTo>
                    <a:pt x="52" y="1"/>
                    <a:pt x="45" y="0"/>
                    <a:pt x="40" y="3"/>
                  </a:cubicBezTo>
                  <a:cubicBezTo>
                    <a:pt x="12" y="22"/>
                    <a:pt x="12" y="22"/>
                    <a:pt x="12" y="22"/>
                  </a:cubicBezTo>
                  <a:cubicBezTo>
                    <a:pt x="11" y="23"/>
                    <a:pt x="9" y="24"/>
                    <a:pt x="8" y="25"/>
                  </a:cubicBezTo>
                  <a:cubicBezTo>
                    <a:pt x="0" y="33"/>
                    <a:pt x="0" y="46"/>
                    <a:pt x="8" y="54"/>
                  </a:cubicBezTo>
                  <a:cubicBezTo>
                    <a:pt x="28" y="74"/>
                    <a:pt x="28" y="74"/>
                    <a:pt x="28" y="74"/>
                  </a:cubicBezTo>
                  <a:cubicBezTo>
                    <a:pt x="36" y="82"/>
                    <a:pt x="49" y="82"/>
                    <a:pt x="57" y="74"/>
                  </a:cubicBezTo>
                  <a:cubicBezTo>
                    <a:pt x="57" y="74"/>
                    <a:pt x="57" y="74"/>
                    <a:pt x="58"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 name="Freeform 284"/>
            <p:cNvSpPr>
              <a:spLocks/>
            </p:cNvSpPr>
            <p:nvPr/>
          </p:nvSpPr>
          <p:spPr bwMode="auto">
            <a:xfrm>
              <a:off x="1876425" y="4335463"/>
              <a:ext cx="87313" cy="87313"/>
            </a:xfrm>
            <a:custGeom>
              <a:avLst/>
              <a:gdLst>
                <a:gd name="T0" fmla="*/ 44 w 54"/>
                <a:gd name="T1" fmla="*/ 44 h 54"/>
                <a:gd name="T2" fmla="*/ 44 w 54"/>
                <a:gd name="T3" fmla="*/ 9 h 54"/>
                <a:gd name="T4" fmla="*/ 10 w 54"/>
                <a:gd name="T5" fmla="*/ 9 h 54"/>
                <a:gd name="T6" fmla="*/ 10 w 54"/>
                <a:gd name="T7" fmla="*/ 44 h 54"/>
                <a:gd name="T8" fmla="*/ 44 w 54"/>
                <a:gd name="T9" fmla="*/ 44 h 54"/>
              </a:gdLst>
              <a:ahLst/>
              <a:cxnLst>
                <a:cxn ang="0">
                  <a:pos x="T0" y="T1"/>
                </a:cxn>
                <a:cxn ang="0">
                  <a:pos x="T2" y="T3"/>
                </a:cxn>
                <a:cxn ang="0">
                  <a:pos x="T4" y="T5"/>
                </a:cxn>
                <a:cxn ang="0">
                  <a:pos x="T6" y="T7"/>
                </a:cxn>
                <a:cxn ang="0">
                  <a:pos x="T8" y="T9"/>
                </a:cxn>
              </a:cxnLst>
              <a:rect l="0" t="0" r="r" b="b"/>
              <a:pathLst>
                <a:path w="54" h="54">
                  <a:moveTo>
                    <a:pt x="44" y="44"/>
                  </a:moveTo>
                  <a:cubicBezTo>
                    <a:pt x="54" y="35"/>
                    <a:pt x="54" y="19"/>
                    <a:pt x="44" y="9"/>
                  </a:cubicBezTo>
                  <a:cubicBezTo>
                    <a:pt x="35" y="0"/>
                    <a:pt x="19" y="0"/>
                    <a:pt x="10" y="9"/>
                  </a:cubicBezTo>
                  <a:cubicBezTo>
                    <a:pt x="0" y="19"/>
                    <a:pt x="0" y="35"/>
                    <a:pt x="10" y="44"/>
                  </a:cubicBezTo>
                  <a:cubicBezTo>
                    <a:pt x="19" y="54"/>
                    <a:pt x="35" y="54"/>
                    <a:pt x="44"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 name="Freeform 285"/>
            <p:cNvSpPr>
              <a:spLocks noEditPoints="1"/>
            </p:cNvSpPr>
            <p:nvPr/>
          </p:nvSpPr>
          <p:spPr bwMode="auto">
            <a:xfrm>
              <a:off x="1822450" y="3746501"/>
              <a:ext cx="280988" cy="280988"/>
            </a:xfrm>
            <a:custGeom>
              <a:avLst/>
              <a:gdLst>
                <a:gd name="T0" fmla="*/ 86 w 172"/>
                <a:gd name="T1" fmla="*/ 172 h 172"/>
                <a:gd name="T2" fmla="*/ 172 w 172"/>
                <a:gd name="T3" fmla="*/ 86 h 172"/>
                <a:gd name="T4" fmla="*/ 86 w 172"/>
                <a:gd name="T5" fmla="*/ 0 h 172"/>
                <a:gd name="T6" fmla="*/ 0 w 172"/>
                <a:gd name="T7" fmla="*/ 86 h 172"/>
                <a:gd name="T8" fmla="*/ 86 w 172"/>
                <a:gd name="T9" fmla="*/ 172 h 172"/>
                <a:gd name="T10" fmla="*/ 46 w 172"/>
                <a:gd name="T11" fmla="*/ 132 h 172"/>
                <a:gd name="T12" fmla="*/ 141 w 172"/>
                <a:gd name="T13" fmla="*/ 118 h 172"/>
                <a:gd name="T14" fmla="*/ 135 w 172"/>
                <a:gd name="T15" fmla="*/ 129 h 172"/>
                <a:gd name="T16" fmla="*/ 53 w 172"/>
                <a:gd name="T17" fmla="*/ 141 h 172"/>
                <a:gd name="T18" fmla="*/ 46 w 172"/>
                <a:gd name="T19" fmla="*/ 132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2" h="172">
                  <a:moveTo>
                    <a:pt x="86" y="172"/>
                  </a:moveTo>
                  <a:cubicBezTo>
                    <a:pt x="133" y="172"/>
                    <a:pt x="172" y="133"/>
                    <a:pt x="172" y="86"/>
                  </a:cubicBezTo>
                  <a:cubicBezTo>
                    <a:pt x="172" y="38"/>
                    <a:pt x="133" y="0"/>
                    <a:pt x="86" y="0"/>
                  </a:cubicBezTo>
                  <a:cubicBezTo>
                    <a:pt x="38" y="0"/>
                    <a:pt x="0" y="38"/>
                    <a:pt x="0" y="86"/>
                  </a:cubicBezTo>
                  <a:cubicBezTo>
                    <a:pt x="0" y="133"/>
                    <a:pt x="38" y="172"/>
                    <a:pt x="86" y="172"/>
                  </a:cubicBezTo>
                  <a:close/>
                  <a:moveTo>
                    <a:pt x="46" y="132"/>
                  </a:moveTo>
                  <a:cubicBezTo>
                    <a:pt x="48" y="130"/>
                    <a:pt x="98" y="96"/>
                    <a:pt x="141" y="118"/>
                  </a:cubicBezTo>
                  <a:cubicBezTo>
                    <a:pt x="135" y="129"/>
                    <a:pt x="135" y="129"/>
                    <a:pt x="135" y="129"/>
                  </a:cubicBezTo>
                  <a:cubicBezTo>
                    <a:pt x="99" y="110"/>
                    <a:pt x="54" y="141"/>
                    <a:pt x="53" y="141"/>
                  </a:cubicBezTo>
                  <a:lnTo>
                    <a:pt x="46" y="1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84" name="组合 283"/>
          <p:cNvGrpSpPr/>
          <p:nvPr/>
        </p:nvGrpSpPr>
        <p:grpSpPr>
          <a:xfrm>
            <a:off x="2719388" y="3627438"/>
            <a:ext cx="1035050" cy="1547813"/>
            <a:chOff x="2719388" y="3627438"/>
            <a:chExt cx="1035050" cy="1547813"/>
          </a:xfrm>
          <a:solidFill>
            <a:schemeClr val="tx1">
              <a:lumMod val="65000"/>
              <a:lumOff val="35000"/>
            </a:schemeClr>
          </a:solidFill>
        </p:grpSpPr>
        <p:sp>
          <p:nvSpPr>
            <p:cNvPr id="285" name="Freeform 320"/>
            <p:cNvSpPr>
              <a:spLocks/>
            </p:cNvSpPr>
            <p:nvPr/>
          </p:nvSpPr>
          <p:spPr bwMode="auto">
            <a:xfrm>
              <a:off x="3165475" y="4979988"/>
              <a:ext cx="69850" cy="147638"/>
            </a:xfrm>
            <a:custGeom>
              <a:avLst/>
              <a:gdLst>
                <a:gd name="T0" fmla="*/ 15 w 43"/>
                <a:gd name="T1" fmla="*/ 2 h 91"/>
                <a:gd name="T2" fmla="*/ 0 w 43"/>
                <a:gd name="T3" fmla="*/ 13 h 91"/>
                <a:gd name="T4" fmla="*/ 5 w 43"/>
                <a:gd name="T5" fmla="*/ 77 h 91"/>
                <a:gd name="T6" fmla="*/ 1 w 43"/>
                <a:gd name="T7" fmla="*/ 91 h 91"/>
                <a:gd name="T8" fmla="*/ 43 w 43"/>
                <a:gd name="T9" fmla="*/ 64 h 91"/>
                <a:gd name="T10" fmla="*/ 43 w 43"/>
                <a:gd name="T11" fmla="*/ 7 h 91"/>
                <a:gd name="T12" fmla="*/ 15 w 43"/>
                <a:gd name="T13" fmla="*/ 2 h 91"/>
              </a:gdLst>
              <a:ahLst/>
              <a:cxnLst>
                <a:cxn ang="0">
                  <a:pos x="T0" y="T1"/>
                </a:cxn>
                <a:cxn ang="0">
                  <a:pos x="T2" y="T3"/>
                </a:cxn>
                <a:cxn ang="0">
                  <a:pos x="T4" y="T5"/>
                </a:cxn>
                <a:cxn ang="0">
                  <a:pos x="T6" y="T7"/>
                </a:cxn>
                <a:cxn ang="0">
                  <a:pos x="T8" y="T9"/>
                </a:cxn>
                <a:cxn ang="0">
                  <a:pos x="T10" y="T11"/>
                </a:cxn>
                <a:cxn ang="0">
                  <a:pos x="T12" y="T13"/>
                </a:cxn>
              </a:cxnLst>
              <a:rect l="0" t="0" r="r" b="b"/>
              <a:pathLst>
                <a:path w="43" h="91">
                  <a:moveTo>
                    <a:pt x="15" y="2"/>
                  </a:moveTo>
                  <a:cubicBezTo>
                    <a:pt x="8" y="4"/>
                    <a:pt x="2" y="9"/>
                    <a:pt x="0" y="13"/>
                  </a:cubicBezTo>
                  <a:cubicBezTo>
                    <a:pt x="10" y="29"/>
                    <a:pt x="17" y="51"/>
                    <a:pt x="5" y="77"/>
                  </a:cubicBezTo>
                  <a:cubicBezTo>
                    <a:pt x="1" y="86"/>
                    <a:pt x="1" y="90"/>
                    <a:pt x="1" y="91"/>
                  </a:cubicBezTo>
                  <a:cubicBezTo>
                    <a:pt x="6" y="91"/>
                    <a:pt x="24" y="80"/>
                    <a:pt x="43" y="64"/>
                  </a:cubicBezTo>
                  <a:cubicBezTo>
                    <a:pt x="43" y="7"/>
                    <a:pt x="43" y="7"/>
                    <a:pt x="43" y="7"/>
                  </a:cubicBezTo>
                  <a:cubicBezTo>
                    <a:pt x="33" y="2"/>
                    <a:pt x="24" y="0"/>
                    <a:pt x="1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 name="Freeform 321"/>
            <p:cNvSpPr>
              <a:spLocks/>
            </p:cNvSpPr>
            <p:nvPr/>
          </p:nvSpPr>
          <p:spPr bwMode="auto">
            <a:xfrm>
              <a:off x="2719388" y="3957638"/>
              <a:ext cx="676275" cy="1217613"/>
            </a:xfrm>
            <a:custGeom>
              <a:avLst/>
              <a:gdLst>
                <a:gd name="T0" fmla="*/ 230 w 415"/>
                <a:gd name="T1" fmla="*/ 687 h 746"/>
                <a:gd name="T2" fmla="*/ 271 w 415"/>
                <a:gd name="T3" fmla="*/ 655 h 746"/>
                <a:gd name="T4" fmla="*/ 250 w 415"/>
                <a:gd name="T5" fmla="*/ 626 h 746"/>
                <a:gd name="T6" fmla="*/ 243 w 415"/>
                <a:gd name="T7" fmla="*/ 628 h 746"/>
                <a:gd name="T8" fmla="*/ 228 w 415"/>
                <a:gd name="T9" fmla="*/ 613 h 746"/>
                <a:gd name="T10" fmla="*/ 243 w 415"/>
                <a:gd name="T11" fmla="*/ 598 h 746"/>
                <a:gd name="T12" fmla="*/ 258 w 415"/>
                <a:gd name="T13" fmla="*/ 613 h 746"/>
                <a:gd name="T14" fmla="*/ 257 w 415"/>
                <a:gd name="T15" fmla="*/ 620 h 746"/>
                <a:gd name="T16" fmla="*/ 267 w 415"/>
                <a:gd name="T17" fmla="*/ 631 h 746"/>
                <a:gd name="T18" fmla="*/ 286 w 415"/>
                <a:gd name="T19" fmla="*/ 619 h 746"/>
                <a:gd name="T20" fmla="*/ 316 w 415"/>
                <a:gd name="T21" fmla="*/ 623 h 746"/>
                <a:gd name="T22" fmla="*/ 316 w 415"/>
                <a:gd name="T23" fmla="*/ 304 h 746"/>
                <a:gd name="T24" fmla="*/ 316 w 415"/>
                <a:gd name="T25" fmla="*/ 229 h 746"/>
                <a:gd name="T26" fmla="*/ 316 w 415"/>
                <a:gd name="T27" fmla="*/ 96 h 746"/>
                <a:gd name="T28" fmla="*/ 342 w 415"/>
                <a:gd name="T29" fmla="*/ 349 h 746"/>
                <a:gd name="T30" fmla="*/ 372 w 415"/>
                <a:gd name="T31" fmla="*/ 383 h 746"/>
                <a:gd name="T32" fmla="*/ 374 w 415"/>
                <a:gd name="T33" fmla="*/ 383 h 746"/>
                <a:gd name="T34" fmla="*/ 405 w 415"/>
                <a:gd name="T35" fmla="*/ 353 h 746"/>
                <a:gd name="T36" fmla="*/ 343 w 415"/>
                <a:gd name="T37" fmla="*/ 25 h 746"/>
                <a:gd name="T38" fmla="*/ 287 w 415"/>
                <a:gd name="T39" fmla="*/ 0 h 746"/>
                <a:gd name="T40" fmla="*/ 285 w 415"/>
                <a:gd name="T41" fmla="*/ 0 h 746"/>
                <a:gd name="T42" fmla="*/ 131 w 415"/>
                <a:gd name="T43" fmla="*/ 0 h 746"/>
                <a:gd name="T44" fmla="*/ 128 w 415"/>
                <a:gd name="T45" fmla="*/ 0 h 746"/>
                <a:gd name="T46" fmla="*/ 73 w 415"/>
                <a:gd name="T47" fmla="*/ 25 h 746"/>
                <a:gd name="T48" fmla="*/ 10 w 415"/>
                <a:gd name="T49" fmla="*/ 353 h 746"/>
                <a:gd name="T50" fmla="*/ 42 w 415"/>
                <a:gd name="T51" fmla="*/ 383 h 746"/>
                <a:gd name="T52" fmla="*/ 44 w 415"/>
                <a:gd name="T53" fmla="*/ 383 h 746"/>
                <a:gd name="T54" fmla="*/ 74 w 415"/>
                <a:gd name="T55" fmla="*/ 349 h 746"/>
                <a:gd name="T56" fmla="*/ 100 w 415"/>
                <a:gd name="T57" fmla="*/ 96 h 746"/>
                <a:gd name="T58" fmla="*/ 100 w 415"/>
                <a:gd name="T59" fmla="*/ 229 h 746"/>
                <a:gd name="T60" fmla="*/ 100 w 415"/>
                <a:gd name="T61" fmla="*/ 304 h 746"/>
                <a:gd name="T62" fmla="*/ 100 w 415"/>
                <a:gd name="T63" fmla="*/ 696 h 746"/>
                <a:gd name="T64" fmla="*/ 149 w 415"/>
                <a:gd name="T65" fmla="*/ 746 h 746"/>
                <a:gd name="T66" fmla="*/ 199 w 415"/>
                <a:gd name="T67" fmla="*/ 696 h 746"/>
                <a:gd name="T68" fmla="*/ 199 w 415"/>
                <a:gd name="T69" fmla="*/ 335 h 746"/>
                <a:gd name="T70" fmla="*/ 217 w 415"/>
                <a:gd name="T71" fmla="*/ 335 h 746"/>
                <a:gd name="T72" fmla="*/ 217 w 415"/>
                <a:gd name="T73" fmla="*/ 696 h 746"/>
                <a:gd name="T74" fmla="*/ 218 w 415"/>
                <a:gd name="T75" fmla="*/ 703 h 746"/>
                <a:gd name="T76" fmla="*/ 220 w 415"/>
                <a:gd name="T77" fmla="*/ 703 h 746"/>
                <a:gd name="T78" fmla="*/ 230 w 415"/>
                <a:gd name="T79" fmla="*/ 687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5" h="746">
                  <a:moveTo>
                    <a:pt x="230" y="687"/>
                  </a:moveTo>
                  <a:cubicBezTo>
                    <a:pt x="237" y="666"/>
                    <a:pt x="259" y="657"/>
                    <a:pt x="271" y="655"/>
                  </a:cubicBezTo>
                  <a:cubicBezTo>
                    <a:pt x="266" y="642"/>
                    <a:pt x="257" y="633"/>
                    <a:pt x="250" y="626"/>
                  </a:cubicBezTo>
                  <a:cubicBezTo>
                    <a:pt x="248" y="628"/>
                    <a:pt x="246" y="628"/>
                    <a:pt x="243" y="628"/>
                  </a:cubicBezTo>
                  <a:cubicBezTo>
                    <a:pt x="235" y="628"/>
                    <a:pt x="228" y="622"/>
                    <a:pt x="228" y="613"/>
                  </a:cubicBezTo>
                  <a:cubicBezTo>
                    <a:pt x="228" y="605"/>
                    <a:pt x="235" y="598"/>
                    <a:pt x="243" y="598"/>
                  </a:cubicBezTo>
                  <a:cubicBezTo>
                    <a:pt x="252" y="598"/>
                    <a:pt x="258" y="605"/>
                    <a:pt x="258" y="613"/>
                  </a:cubicBezTo>
                  <a:cubicBezTo>
                    <a:pt x="258" y="616"/>
                    <a:pt x="258" y="618"/>
                    <a:pt x="257" y="620"/>
                  </a:cubicBezTo>
                  <a:cubicBezTo>
                    <a:pt x="260" y="623"/>
                    <a:pt x="264" y="627"/>
                    <a:pt x="267" y="631"/>
                  </a:cubicBezTo>
                  <a:cubicBezTo>
                    <a:pt x="271" y="627"/>
                    <a:pt x="277" y="622"/>
                    <a:pt x="286" y="619"/>
                  </a:cubicBezTo>
                  <a:cubicBezTo>
                    <a:pt x="295" y="617"/>
                    <a:pt x="305" y="618"/>
                    <a:pt x="316" y="623"/>
                  </a:cubicBezTo>
                  <a:cubicBezTo>
                    <a:pt x="316" y="304"/>
                    <a:pt x="316" y="304"/>
                    <a:pt x="316" y="304"/>
                  </a:cubicBezTo>
                  <a:cubicBezTo>
                    <a:pt x="316" y="229"/>
                    <a:pt x="316" y="229"/>
                    <a:pt x="316" y="229"/>
                  </a:cubicBezTo>
                  <a:cubicBezTo>
                    <a:pt x="316" y="96"/>
                    <a:pt x="316" y="96"/>
                    <a:pt x="316" y="96"/>
                  </a:cubicBezTo>
                  <a:cubicBezTo>
                    <a:pt x="334" y="133"/>
                    <a:pt x="350" y="208"/>
                    <a:pt x="342" y="349"/>
                  </a:cubicBezTo>
                  <a:cubicBezTo>
                    <a:pt x="341" y="366"/>
                    <a:pt x="354" y="382"/>
                    <a:pt x="372" y="383"/>
                  </a:cubicBezTo>
                  <a:cubicBezTo>
                    <a:pt x="372" y="383"/>
                    <a:pt x="373" y="383"/>
                    <a:pt x="374" y="383"/>
                  </a:cubicBezTo>
                  <a:cubicBezTo>
                    <a:pt x="390" y="383"/>
                    <a:pt x="404" y="370"/>
                    <a:pt x="405" y="353"/>
                  </a:cubicBezTo>
                  <a:cubicBezTo>
                    <a:pt x="415" y="184"/>
                    <a:pt x="394" y="73"/>
                    <a:pt x="343" y="25"/>
                  </a:cubicBezTo>
                  <a:cubicBezTo>
                    <a:pt x="320" y="4"/>
                    <a:pt x="298" y="0"/>
                    <a:pt x="287" y="0"/>
                  </a:cubicBezTo>
                  <a:cubicBezTo>
                    <a:pt x="286" y="0"/>
                    <a:pt x="286" y="0"/>
                    <a:pt x="285" y="0"/>
                  </a:cubicBezTo>
                  <a:cubicBezTo>
                    <a:pt x="131" y="0"/>
                    <a:pt x="131" y="0"/>
                    <a:pt x="131" y="0"/>
                  </a:cubicBezTo>
                  <a:cubicBezTo>
                    <a:pt x="130" y="0"/>
                    <a:pt x="129" y="0"/>
                    <a:pt x="128" y="0"/>
                  </a:cubicBezTo>
                  <a:cubicBezTo>
                    <a:pt x="117" y="0"/>
                    <a:pt x="95" y="4"/>
                    <a:pt x="73" y="25"/>
                  </a:cubicBezTo>
                  <a:cubicBezTo>
                    <a:pt x="21" y="73"/>
                    <a:pt x="0" y="184"/>
                    <a:pt x="10" y="353"/>
                  </a:cubicBezTo>
                  <a:cubicBezTo>
                    <a:pt x="11" y="370"/>
                    <a:pt x="25" y="383"/>
                    <a:pt x="42" y="383"/>
                  </a:cubicBezTo>
                  <a:cubicBezTo>
                    <a:pt x="43" y="383"/>
                    <a:pt x="43" y="383"/>
                    <a:pt x="44" y="383"/>
                  </a:cubicBezTo>
                  <a:cubicBezTo>
                    <a:pt x="62" y="382"/>
                    <a:pt x="75" y="366"/>
                    <a:pt x="74" y="349"/>
                  </a:cubicBezTo>
                  <a:cubicBezTo>
                    <a:pt x="66" y="208"/>
                    <a:pt x="82" y="133"/>
                    <a:pt x="100" y="96"/>
                  </a:cubicBezTo>
                  <a:cubicBezTo>
                    <a:pt x="100" y="229"/>
                    <a:pt x="100" y="229"/>
                    <a:pt x="100" y="229"/>
                  </a:cubicBezTo>
                  <a:cubicBezTo>
                    <a:pt x="100" y="304"/>
                    <a:pt x="100" y="304"/>
                    <a:pt x="100" y="304"/>
                  </a:cubicBezTo>
                  <a:cubicBezTo>
                    <a:pt x="100" y="696"/>
                    <a:pt x="100" y="696"/>
                    <a:pt x="100" y="696"/>
                  </a:cubicBezTo>
                  <a:cubicBezTo>
                    <a:pt x="100" y="724"/>
                    <a:pt x="122" y="746"/>
                    <a:pt x="149" y="746"/>
                  </a:cubicBezTo>
                  <a:cubicBezTo>
                    <a:pt x="176" y="746"/>
                    <a:pt x="199" y="724"/>
                    <a:pt x="199" y="696"/>
                  </a:cubicBezTo>
                  <a:cubicBezTo>
                    <a:pt x="199" y="335"/>
                    <a:pt x="199" y="335"/>
                    <a:pt x="199" y="335"/>
                  </a:cubicBezTo>
                  <a:cubicBezTo>
                    <a:pt x="217" y="335"/>
                    <a:pt x="217" y="335"/>
                    <a:pt x="217" y="335"/>
                  </a:cubicBezTo>
                  <a:cubicBezTo>
                    <a:pt x="217" y="696"/>
                    <a:pt x="217" y="696"/>
                    <a:pt x="217" y="696"/>
                  </a:cubicBezTo>
                  <a:cubicBezTo>
                    <a:pt x="217" y="699"/>
                    <a:pt x="217" y="701"/>
                    <a:pt x="218" y="703"/>
                  </a:cubicBezTo>
                  <a:cubicBezTo>
                    <a:pt x="218" y="703"/>
                    <a:pt x="219" y="703"/>
                    <a:pt x="220" y="703"/>
                  </a:cubicBezTo>
                  <a:cubicBezTo>
                    <a:pt x="224" y="701"/>
                    <a:pt x="228" y="696"/>
                    <a:pt x="230" y="6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 name="Freeform 322"/>
            <p:cNvSpPr>
              <a:spLocks/>
            </p:cNvSpPr>
            <p:nvPr/>
          </p:nvSpPr>
          <p:spPr bwMode="auto">
            <a:xfrm>
              <a:off x="3078163" y="5040313"/>
              <a:ext cx="157163" cy="134938"/>
            </a:xfrm>
            <a:custGeom>
              <a:avLst/>
              <a:gdLst>
                <a:gd name="T0" fmla="*/ 48 w 96"/>
                <a:gd name="T1" fmla="*/ 62 h 83"/>
                <a:gd name="T2" fmla="*/ 50 w 96"/>
                <a:gd name="T3" fmla="*/ 36 h 83"/>
                <a:gd name="T4" fmla="*/ 54 w 96"/>
                <a:gd name="T5" fmla="*/ 0 h 83"/>
                <a:gd name="T6" fmla="*/ 19 w 96"/>
                <a:gd name="T7" fmla="*/ 27 h 83"/>
                <a:gd name="T8" fmla="*/ 3 w 96"/>
                <a:gd name="T9" fmla="*/ 48 h 83"/>
                <a:gd name="T10" fmla="*/ 0 w 96"/>
                <a:gd name="T11" fmla="*/ 49 h 83"/>
                <a:gd name="T12" fmla="*/ 47 w 96"/>
                <a:gd name="T13" fmla="*/ 83 h 83"/>
                <a:gd name="T14" fmla="*/ 96 w 96"/>
                <a:gd name="T15" fmla="*/ 40 h 83"/>
                <a:gd name="T16" fmla="*/ 53 w 96"/>
                <a:gd name="T17" fmla="*/ 63 h 83"/>
                <a:gd name="T18" fmla="*/ 48 w 96"/>
                <a:gd name="T19" fmla="*/ 6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83">
                  <a:moveTo>
                    <a:pt x="48" y="62"/>
                  </a:moveTo>
                  <a:cubicBezTo>
                    <a:pt x="41" y="57"/>
                    <a:pt x="45" y="45"/>
                    <a:pt x="50" y="36"/>
                  </a:cubicBezTo>
                  <a:cubicBezTo>
                    <a:pt x="56" y="23"/>
                    <a:pt x="56" y="11"/>
                    <a:pt x="54" y="0"/>
                  </a:cubicBezTo>
                  <a:cubicBezTo>
                    <a:pt x="44" y="3"/>
                    <a:pt x="25" y="9"/>
                    <a:pt x="19" y="27"/>
                  </a:cubicBezTo>
                  <a:cubicBezTo>
                    <a:pt x="16" y="38"/>
                    <a:pt x="10" y="46"/>
                    <a:pt x="3" y="48"/>
                  </a:cubicBezTo>
                  <a:cubicBezTo>
                    <a:pt x="2" y="49"/>
                    <a:pt x="1" y="49"/>
                    <a:pt x="0" y="49"/>
                  </a:cubicBezTo>
                  <a:cubicBezTo>
                    <a:pt x="7" y="69"/>
                    <a:pt x="25" y="83"/>
                    <a:pt x="47" y="83"/>
                  </a:cubicBezTo>
                  <a:cubicBezTo>
                    <a:pt x="72" y="83"/>
                    <a:pt x="92" y="64"/>
                    <a:pt x="96" y="40"/>
                  </a:cubicBezTo>
                  <a:cubicBezTo>
                    <a:pt x="80" y="52"/>
                    <a:pt x="63" y="63"/>
                    <a:pt x="53" y="63"/>
                  </a:cubicBezTo>
                  <a:cubicBezTo>
                    <a:pt x="51" y="63"/>
                    <a:pt x="49" y="63"/>
                    <a:pt x="48"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 name="Oval 323"/>
            <p:cNvSpPr>
              <a:spLocks noChangeArrowheads="1"/>
            </p:cNvSpPr>
            <p:nvPr/>
          </p:nvSpPr>
          <p:spPr bwMode="auto">
            <a:xfrm>
              <a:off x="2911475" y="3627438"/>
              <a:ext cx="293688" cy="2936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 name="Freeform 324"/>
            <p:cNvSpPr>
              <a:spLocks/>
            </p:cNvSpPr>
            <p:nvPr/>
          </p:nvSpPr>
          <p:spPr bwMode="auto">
            <a:xfrm>
              <a:off x="3489325" y="4733926"/>
              <a:ext cx="17463" cy="14288"/>
            </a:xfrm>
            <a:custGeom>
              <a:avLst/>
              <a:gdLst>
                <a:gd name="T0" fmla="*/ 11 w 11"/>
                <a:gd name="T1" fmla="*/ 5 h 9"/>
                <a:gd name="T2" fmla="*/ 8 w 11"/>
                <a:gd name="T3" fmla="*/ 1 h 9"/>
                <a:gd name="T4" fmla="*/ 0 w 11"/>
                <a:gd name="T5" fmla="*/ 7 h 9"/>
                <a:gd name="T6" fmla="*/ 2 w 11"/>
                <a:gd name="T7" fmla="*/ 7 h 9"/>
                <a:gd name="T8" fmla="*/ 11 w 11"/>
                <a:gd name="T9" fmla="*/ 5 h 9"/>
              </a:gdLst>
              <a:ahLst/>
              <a:cxnLst>
                <a:cxn ang="0">
                  <a:pos x="T0" y="T1"/>
                </a:cxn>
                <a:cxn ang="0">
                  <a:pos x="T2" y="T3"/>
                </a:cxn>
                <a:cxn ang="0">
                  <a:pos x="T4" y="T5"/>
                </a:cxn>
                <a:cxn ang="0">
                  <a:pos x="T6" y="T7"/>
                </a:cxn>
                <a:cxn ang="0">
                  <a:pos x="T8" y="T9"/>
                </a:cxn>
              </a:cxnLst>
              <a:rect l="0" t="0" r="r" b="b"/>
              <a:pathLst>
                <a:path w="11" h="9">
                  <a:moveTo>
                    <a:pt x="11" y="5"/>
                  </a:moveTo>
                  <a:cubicBezTo>
                    <a:pt x="11" y="3"/>
                    <a:pt x="10" y="1"/>
                    <a:pt x="8" y="1"/>
                  </a:cubicBezTo>
                  <a:cubicBezTo>
                    <a:pt x="4" y="0"/>
                    <a:pt x="1" y="3"/>
                    <a:pt x="0" y="7"/>
                  </a:cubicBezTo>
                  <a:cubicBezTo>
                    <a:pt x="1" y="7"/>
                    <a:pt x="1" y="7"/>
                    <a:pt x="2" y="7"/>
                  </a:cubicBezTo>
                  <a:cubicBezTo>
                    <a:pt x="7" y="9"/>
                    <a:pt x="10" y="8"/>
                    <a:pt x="1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 name="Freeform 325"/>
            <p:cNvSpPr>
              <a:spLocks/>
            </p:cNvSpPr>
            <p:nvPr/>
          </p:nvSpPr>
          <p:spPr bwMode="auto">
            <a:xfrm>
              <a:off x="3541713" y="4840288"/>
              <a:ext cx="22225" cy="34925"/>
            </a:xfrm>
            <a:custGeom>
              <a:avLst/>
              <a:gdLst>
                <a:gd name="T0" fmla="*/ 1 w 14"/>
                <a:gd name="T1" fmla="*/ 10 h 21"/>
                <a:gd name="T2" fmla="*/ 4 w 14"/>
                <a:gd name="T3" fmla="*/ 20 h 21"/>
                <a:gd name="T4" fmla="*/ 11 w 14"/>
                <a:gd name="T5" fmla="*/ 16 h 21"/>
                <a:gd name="T6" fmla="*/ 14 w 14"/>
                <a:gd name="T7" fmla="*/ 3 h 21"/>
                <a:gd name="T8" fmla="*/ 11 w 14"/>
                <a:gd name="T9" fmla="*/ 1 h 21"/>
                <a:gd name="T10" fmla="*/ 1 w 14"/>
                <a:gd name="T11" fmla="*/ 10 h 21"/>
              </a:gdLst>
              <a:ahLst/>
              <a:cxnLst>
                <a:cxn ang="0">
                  <a:pos x="T0" y="T1"/>
                </a:cxn>
                <a:cxn ang="0">
                  <a:pos x="T2" y="T3"/>
                </a:cxn>
                <a:cxn ang="0">
                  <a:pos x="T4" y="T5"/>
                </a:cxn>
                <a:cxn ang="0">
                  <a:pos x="T6" y="T7"/>
                </a:cxn>
                <a:cxn ang="0">
                  <a:pos x="T8" y="T9"/>
                </a:cxn>
                <a:cxn ang="0">
                  <a:pos x="T10" y="T11"/>
                </a:cxn>
              </a:cxnLst>
              <a:rect l="0" t="0" r="r" b="b"/>
              <a:pathLst>
                <a:path w="14" h="21">
                  <a:moveTo>
                    <a:pt x="1" y="10"/>
                  </a:moveTo>
                  <a:cubicBezTo>
                    <a:pt x="0" y="14"/>
                    <a:pt x="0" y="19"/>
                    <a:pt x="4" y="20"/>
                  </a:cubicBezTo>
                  <a:cubicBezTo>
                    <a:pt x="8" y="21"/>
                    <a:pt x="10" y="19"/>
                    <a:pt x="11" y="16"/>
                  </a:cubicBezTo>
                  <a:cubicBezTo>
                    <a:pt x="14" y="3"/>
                    <a:pt x="14" y="3"/>
                    <a:pt x="14" y="3"/>
                  </a:cubicBezTo>
                  <a:cubicBezTo>
                    <a:pt x="14" y="2"/>
                    <a:pt x="12" y="2"/>
                    <a:pt x="11" y="1"/>
                  </a:cubicBezTo>
                  <a:cubicBezTo>
                    <a:pt x="5" y="0"/>
                    <a:pt x="2" y="4"/>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 name="Freeform 326"/>
            <p:cNvSpPr>
              <a:spLocks/>
            </p:cNvSpPr>
            <p:nvPr/>
          </p:nvSpPr>
          <p:spPr bwMode="auto">
            <a:xfrm>
              <a:off x="3414713" y="4810126"/>
              <a:ext cx="23813" cy="34925"/>
            </a:xfrm>
            <a:custGeom>
              <a:avLst/>
              <a:gdLst>
                <a:gd name="T0" fmla="*/ 5 w 15"/>
                <a:gd name="T1" fmla="*/ 20 h 21"/>
                <a:gd name="T2" fmla="*/ 12 w 15"/>
                <a:gd name="T3" fmla="*/ 16 h 21"/>
                <a:gd name="T4" fmla="*/ 15 w 15"/>
                <a:gd name="T5" fmla="*/ 3 h 21"/>
                <a:gd name="T6" fmla="*/ 11 w 15"/>
                <a:gd name="T7" fmla="*/ 1 h 21"/>
                <a:gd name="T8" fmla="*/ 2 w 15"/>
                <a:gd name="T9" fmla="*/ 10 h 21"/>
                <a:gd name="T10" fmla="*/ 5 w 15"/>
                <a:gd name="T11" fmla="*/ 20 h 21"/>
              </a:gdLst>
              <a:ahLst/>
              <a:cxnLst>
                <a:cxn ang="0">
                  <a:pos x="T0" y="T1"/>
                </a:cxn>
                <a:cxn ang="0">
                  <a:pos x="T2" y="T3"/>
                </a:cxn>
                <a:cxn ang="0">
                  <a:pos x="T4" y="T5"/>
                </a:cxn>
                <a:cxn ang="0">
                  <a:pos x="T6" y="T7"/>
                </a:cxn>
                <a:cxn ang="0">
                  <a:pos x="T8" y="T9"/>
                </a:cxn>
                <a:cxn ang="0">
                  <a:pos x="T10" y="T11"/>
                </a:cxn>
              </a:cxnLst>
              <a:rect l="0" t="0" r="r" b="b"/>
              <a:pathLst>
                <a:path w="15" h="21">
                  <a:moveTo>
                    <a:pt x="5" y="20"/>
                  </a:moveTo>
                  <a:cubicBezTo>
                    <a:pt x="9" y="21"/>
                    <a:pt x="11" y="19"/>
                    <a:pt x="12" y="16"/>
                  </a:cubicBezTo>
                  <a:cubicBezTo>
                    <a:pt x="15" y="3"/>
                    <a:pt x="15" y="3"/>
                    <a:pt x="15" y="3"/>
                  </a:cubicBezTo>
                  <a:cubicBezTo>
                    <a:pt x="14" y="2"/>
                    <a:pt x="13" y="1"/>
                    <a:pt x="11" y="1"/>
                  </a:cubicBezTo>
                  <a:cubicBezTo>
                    <a:pt x="6" y="0"/>
                    <a:pt x="3" y="4"/>
                    <a:pt x="2" y="10"/>
                  </a:cubicBezTo>
                  <a:cubicBezTo>
                    <a:pt x="0" y="14"/>
                    <a:pt x="1" y="19"/>
                    <a:pt x="5"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 name="Freeform 327"/>
            <p:cNvSpPr>
              <a:spLocks noEditPoints="1"/>
            </p:cNvSpPr>
            <p:nvPr/>
          </p:nvSpPr>
          <p:spPr bwMode="auto">
            <a:xfrm>
              <a:off x="3284538" y="4625976"/>
              <a:ext cx="469900" cy="433388"/>
            </a:xfrm>
            <a:custGeom>
              <a:avLst/>
              <a:gdLst>
                <a:gd name="T0" fmla="*/ 0 w 288"/>
                <a:gd name="T1" fmla="*/ 266 h 266"/>
                <a:gd name="T2" fmla="*/ 288 w 288"/>
                <a:gd name="T3" fmla="*/ 58 h 266"/>
                <a:gd name="T4" fmla="*/ 148 w 288"/>
                <a:gd name="T5" fmla="*/ 133 h 266"/>
                <a:gd name="T6" fmla="*/ 146 w 288"/>
                <a:gd name="T7" fmla="*/ 152 h 266"/>
                <a:gd name="T8" fmla="*/ 136 w 288"/>
                <a:gd name="T9" fmla="*/ 146 h 266"/>
                <a:gd name="T10" fmla="*/ 138 w 288"/>
                <a:gd name="T11" fmla="*/ 126 h 266"/>
                <a:gd name="T12" fmla="*/ 131 w 288"/>
                <a:gd name="T13" fmla="*/ 144 h 266"/>
                <a:gd name="T14" fmla="*/ 119 w 288"/>
                <a:gd name="T15" fmla="*/ 141 h 266"/>
                <a:gd name="T16" fmla="*/ 125 w 288"/>
                <a:gd name="T17" fmla="*/ 129 h 266"/>
                <a:gd name="T18" fmla="*/ 112 w 288"/>
                <a:gd name="T19" fmla="*/ 139 h 266"/>
                <a:gd name="T20" fmla="*/ 102 w 288"/>
                <a:gd name="T21" fmla="*/ 141 h 266"/>
                <a:gd name="T22" fmla="*/ 106 w 288"/>
                <a:gd name="T23" fmla="*/ 136 h 266"/>
                <a:gd name="T24" fmla="*/ 108 w 288"/>
                <a:gd name="T25" fmla="*/ 118 h 266"/>
                <a:gd name="T26" fmla="*/ 117 w 288"/>
                <a:gd name="T27" fmla="*/ 120 h 266"/>
                <a:gd name="T28" fmla="*/ 132 w 288"/>
                <a:gd name="T29" fmla="*/ 124 h 266"/>
                <a:gd name="T30" fmla="*/ 204 w 288"/>
                <a:gd name="T31" fmla="*/ 164 h 266"/>
                <a:gd name="T32" fmla="*/ 181 w 288"/>
                <a:gd name="T33" fmla="*/ 164 h 266"/>
                <a:gd name="T34" fmla="*/ 186 w 288"/>
                <a:gd name="T35" fmla="*/ 169 h 266"/>
                <a:gd name="T36" fmla="*/ 199 w 288"/>
                <a:gd name="T37" fmla="*/ 161 h 266"/>
                <a:gd name="T38" fmla="*/ 200 w 288"/>
                <a:gd name="T39" fmla="*/ 136 h 266"/>
                <a:gd name="T40" fmla="*/ 230 w 288"/>
                <a:gd name="T41" fmla="*/ 143 h 266"/>
                <a:gd name="T42" fmla="*/ 224 w 288"/>
                <a:gd name="T43" fmla="*/ 167 h 266"/>
                <a:gd name="T44" fmla="*/ 222 w 288"/>
                <a:gd name="T45" fmla="*/ 172 h 266"/>
                <a:gd name="T46" fmla="*/ 216 w 288"/>
                <a:gd name="T47" fmla="*/ 82 h 266"/>
                <a:gd name="T48" fmla="*/ 210 w 288"/>
                <a:gd name="T49" fmla="*/ 106 h 266"/>
                <a:gd name="T50" fmla="*/ 208 w 288"/>
                <a:gd name="T51" fmla="*/ 111 h 266"/>
                <a:gd name="T52" fmla="*/ 172 w 288"/>
                <a:gd name="T53" fmla="*/ 72 h 266"/>
                <a:gd name="T54" fmla="*/ 181 w 288"/>
                <a:gd name="T55" fmla="*/ 79 h 266"/>
                <a:gd name="T56" fmla="*/ 181 w 288"/>
                <a:gd name="T57" fmla="*/ 97 h 266"/>
                <a:gd name="T58" fmla="*/ 190 w 288"/>
                <a:gd name="T59" fmla="*/ 76 h 266"/>
                <a:gd name="T60" fmla="*/ 198 w 288"/>
                <a:gd name="T61" fmla="*/ 83 h 266"/>
                <a:gd name="T62" fmla="*/ 176 w 288"/>
                <a:gd name="T63" fmla="*/ 102 h 266"/>
                <a:gd name="T64" fmla="*/ 172 w 288"/>
                <a:gd name="T65" fmla="*/ 72 h 266"/>
                <a:gd name="T66" fmla="*/ 175 w 288"/>
                <a:gd name="T67" fmla="*/ 155 h 266"/>
                <a:gd name="T68" fmla="*/ 168 w 288"/>
                <a:gd name="T69" fmla="*/ 158 h 266"/>
                <a:gd name="T70" fmla="*/ 160 w 288"/>
                <a:gd name="T71" fmla="*/ 157 h 266"/>
                <a:gd name="T72" fmla="*/ 180 w 288"/>
                <a:gd name="T73" fmla="*/ 133 h 266"/>
                <a:gd name="T74" fmla="*/ 149 w 288"/>
                <a:gd name="T75" fmla="*/ 71 h 266"/>
                <a:gd name="T76" fmla="*/ 157 w 288"/>
                <a:gd name="T77" fmla="*/ 68 h 266"/>
                <a:gd name="T78" fmla="*/ 165 w 288"/>
                <a:gd name="T79" fmla="*/ 69 h 266"/>
                <a:gd name="T80" fmla="*/ 162 w 288"/>
                <a:gd name="T81" fmla="*/ 80 h 266"/>
                <a:gd name="T82" fmla="*/ 161 w 288"/>
                <a:gd name="T83" fmla="*/ 74 h 266"/>
                <a:gd name="T84" fmla="*/ 156 w 288"/>
                <a:gd name="T85" fmla="*/ 93 h 266"/>
                <a:gd name="T86" fmla="*/ 142 w 288"/>
                <a:gd name="T87" fmla="*/ 90 h 266"/>
                <a:gd name="T88" fmla="*/ 136 w 288"/>
                <a:gd name="T89" fmla="*/ 62 h 266"/>
                <a:gd name="T90" fmla="*/ 130 w 288"/>
                <a:gd name="T91" fmla="*/ 86 h 266"/>
                <a:gd name="T92" fmla="*/ 128 w 288"/>
                <a:gd name="T93" fmla="*/ 91 h 266"/>
                <a:gd name="T94" fmla="*/ 78 w 288"/>
                <a:gd name="T95" fmla="*/ 73 h 266"/>
                <a:gd name="T96" fmla="*/ 88 w 288"/>
                <a:gd name="T97" fmla="*/ 46 h 266"/>
                <a:gd name="T98" fmla="*/ 95 w 288"/>
                <a:gd name="T99" fmla="*/ 44 h 266"/>
                <a:gd name="T100" fmla="*/ 110 w 288"/>
                <a:gd name="T101" fmla="*/ 52 h 266"/>
                <a:gd name="T102" fmla="*/ 121 w 288"/>
                <a:gd name="T103" fmla="*/ 50 h 266"/>
                <a:gd name="T104" fmla="*/ 116 w 288"/>
                <a:gd name="T105" fmla="*/ 55 h 266"/>
                <a:gd name="T106" fmla="*/ 93 w 288"/>
                <a:gd name="T107" fmla="*/ 53 h 266"/>
                <a:gd name="T108" fmla="*/ 90 w 288"/>
                <a:gd name="T109" fmla="*/ 76 h 266"/>
                <a:gd name="T110" fmla="*/ 78 w 288"/>
                <a:gd name="T111" fmla="*/ 73 h 266"/>
                <a:gd name="T112" fmla="*/ 102 w 288"/>
                <a:gd name="T113" fmla="*/ 114 h 266"/>
                <a:gd name="T114" fmla="*/ 100 w 288"/>
                <a:gd name="T115" fmla="*/ 137 h 266"/>
                <a:gd name="T116" fmla="*/ 91 w 288"/>
                <a:gd name="T117" fmla="*/ 136 h 266"/>
                <a:gd name="T118" fmla="*/ 75 w 288"/>
                <a:gd name="T119" fmla="*/ 121 h 266"/>
                <a:gd name="T120" fmla="*/ 72 w 288"/>
                <a:gd name="T121" fmla="*/ 113 h 266"/>
                <a:gd name="T122" fmla="*/ 36 w 288"/>
                <a:gd name="T123" fmla="*/ 121 h 266"/>
                <a:gd name="T124" fmla="*/ 46 w 288"/>
                <a:gd name="T125" fmla="*/ 94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8" h="266">
                  <a:moveTo>
                    <a:pt x="8" y="154"/>
                  </a:moveTo>
                  <a:cubicBezTo>
                    <a:pt x="52" y="165"/>
                    <a:pt x="52" y="165"/>
                    <a:pt x="52" y="165"/>
                  </a:cubicBezTo>
                  <a:cubicBezTo>
                    <a:pt x="0" y="266"/>
                    <a:pt x="0" y="266"/>
                    <a:pt x="0" y="266"/>
                  </a:cubicBezTo>
                  <a:cubicBezTo>
                    <a:pt x="95" y="176"/>
                    <a:pt x="95" y="176"/>
                    <a:pt x="95" y="176"/>
                  </a:cubicBezTo>
                  <a:cubicBezTo>
                    <a:pt x="238" y="213"/>
                    <a:pt x="238" y="213"/>
                    <a:pt x="238" y="213"/>
                  </a:cubicBezTo>
                  <a:cubicBezTo>
                    <a:pt x="288" y="58"/>
                    <a:pt x="288" y="58"/>
                    <a:pt x="288" y="58"/>
                  </a:cubicBezTo>
                  <a:cubicBezTo>
                    <a:pt x="40" y="0"/>
                    <a:pt x="40" y="0"/>
                    <a:pt x="40" y="0"/>
                  </a:cubicBezTo>
                  <a:lnTo>
                    <a:pt x="8" y="154"/>
                  </a:lnTo>
                  <a:close/>
                  <a:moveTo>
                    <a:pt x="148" y="133"/>
                  </a:moveTo>
                  <a:cubicBezTo>
                    <a:pt x="144" y="147"/>
                    <a:pt x="144" y="147"/>
                    <a:pt x="144" y="147"/>
                  </a:cubicBezTo>
                  <a:cubicBezTo>
                    <a:pt x="147" y="148"/>
                    <a:pt x="147" y="148"/>
                    <a:pt x="147" y="148"/>
                  </a:cubicBezTo>
                  <a:cubicBezTo>
                    <a:pt x="146" y="152"/>
                    <a:pt x="146" y="152"/>
                    <a:pt x="146" y="152"/>
                  </a:cubicBezTo>
                  <a:cubicBezTo>
                    <a:pt x="134" y="149"/>
                    <a:pt x="134" y="149"/>
                    <a:pt x="134" y="149"/>
                  </a:cubicBezTo>
                  <a:cubicBezTo>
                    <a:pt x="135" y="145"/>
                    <a:pt x="135" y="145"/>
                    <a:pt x="135" y="145"/>
                  </a:cubicBezTo>
                  <a:cubicBezTo>
                    <a:pt x="136" y="146"/>
                    <a:pt x="136" y="146"/>
                    <a:pt x="136" y="146"/>
                  </a:cubicBezTo>
                  <a:cubicBezTo>
                    <a:pt x="137" y="146"/>
                    <a:pt x="138" y="146"/>
                    <a:pt x="138" y="144"/>
                  </a:cubicBezTo>
                  <a:cubicBezTo>
                    <a:pt x="141" y="133"/>
                    <a:pt x="141" y="133"/>
                    <a:pt x="141" y="133"/>
                  </a:cubicBezTo>
                  <a:cubicBezTo>
                    <a:pt x="142" y="129"/>
                    <a:pt x="142" y="127"/>
                    <a:pt x="138" y="126"/>
                  </a:cubicBezTo>
                  <a:cubicBezTo>
                    <a:pt x="135" y="125"/>
                    <a:pt x="132" y="127"/>
                    <a:pt x="131" y="130"/>
                  </a:cubicBezTo>
                  <a:cubicBezTo>
                    <a:pt x="128" y="143"/>
                    <a:pt x="128" y="143"/>
                    <a:pt x="128" y="143"/>
                  </a:cubicBezTo>
                  <a:cubicBezTo>
                    <a:pt x="131" y="144"/>
                    <a:pt x="131" y="144"/>
                    <a:pt x="131" y="144"/>
                  </a:cubicBezTo>
                  <a:cubicBezTo>
                    <a:pt x="130" y="148"/>
                    <a:pt x="130" y="148"/>
                    <a:pt x="130" y="148"/>
                  </a:cubicBezTo>
                  <a:cubicBezTo>
                    <a:pt x="118" y="145"/>
                    <a:pt x="118" y="145"/>
                    <a:pt x="118" y="145"/>
                  </a:cubicBezTo>
                  <a:cubicBezTo>
                    <a:pt x="119" y="141"/>
                    <a:pt x="119" y="141"/>
                    <a:pt x="119" y="141"/>
                  </a:cubicBezTo>
                  <a:cubicBezTo>
                    <a:pt x="121" y="142"/>
                    <a:pt x="121" y="142"/>
                    <a:pt x="121" y="142"/>
                  </a:cubicBezTo>
                  <a:cubicBezTo>
                    <a:pt x="122" y="142"/>
                    <a:pt x="122" y="142"/>
                    <a:pt x="122" y="141"/>
                  </a:cubicBezTo>
                  <a:cubicBezTo>
                    <a:pt x="125" y="129"/>
                    <a:pt x="125" y="129"/>
                    <a:pt x="125" y="129"/>
                  </a:cubicBezTo>
                  <a:cubicBezTo>
                    <a:pt x="126" y="126"/>
                    <a:pt x="126" y="123"/>
                    <a:pt x="122" y="122"/>
                  </a:cubicBezTo>
                  <a:cubicBezTo>
                    <a:pt x="119" y="121"/>
                    <a:pt x="116" y="123"/>
                    <a:pt x="116" y="127"/>
                  </a:cubicBezTo>
                  <a:cubicBezTo>
                    <a:pt x="112" y="139"/>
                    <a:pt x="112" y="139"/>
                    <a:pt x="112" y="139"/>
                  </a:cubicBezTo>
                  <a:cubicBezTo>
                    <a:pt x="115" y="140"/>
                    <a:pt x="115" y="140"/>
                    <a:pt x="115" y="140"/>
                  </a:cubicBezTo>
                  <a:cubicBezTo>
                    <a:pt x="114" y="144"/>
                    <a:pt x="114" y="144"/>
                    <a:pt x="114" y="144"/>
                  </a:cubicBezTo>
                  <a:cubicBezTo>
                    <a:pt x="102" y="141"/>
                    <a:pt x="102" y="141"/>
                    <a:pt x="102" y="141"/>
                  </a:cubicBezTo>
                  <a:cubicBezTo>
                    <a:pt x="103" y="137"/>
                    <a:pt x="103" y="137"/>
                    <a:pt x="103" y="137"/>
                  </a:cubicBezTo>
                  <a:cubicBezTo>
                    <a:pt x="105" y="138"/>
                    <a:pt x="105" y="138"/>
                    <a:pt x="105" y="138"/>
                  </a:cubicBezTo>
                  <a:cubicBezTo>
                    <a:pt x="106" y="138"/>
                    <a:pt x="106" y="138"/>
                    <a:pt x="106" y="136"/>
                  </a:cubicBezTo>
                  <a:cubicBezTo>
                    <a:pt x="110" y="121"/>
                    <a:pt x="110" y="121"/>
                    <a:pt x="110" y="121"/>
                  </a:cubicBezTo>
                  <a:cubicBezTo>
                    <a:pt x="111" y="119"/>
                    <a:pt x="110" y="119"/>
                    <a:pt x="109" y="119"/>
                  </a:cubicBezTo>
                  <a:cubicBezTo>
                    <a:pt x="108" y="118"/>
                    <a:pt x="108" y="118"/>
                    <a:pt x="108" y="118"/>
                  </a:cubicBezTo>
                  <a:cubicBezTo>
                    <a:pt x="109" y="114"/>
                    <a:pt x="109" y="114"/>
                    <a:pt x="109" y="114"/>
                  </a:cubicBezTo>
                  <a:cubicBezTo>
                    <a:pt x="118" y="116"/>
                    <a:pt x="118" y="116"/>
                    <a:pt x="118" y="116"/>
                  </a:cubicBezTo>
                  <a:cubicBezTo>
                    <a:pt x="117" y="120"/>
                    <a:pt x="117" y="120"/>
                    <a:pt x="117" y="120"/>
                  </a:cubicBezTo>
                  <a:cubicBezTo>
                    <a:pt x="117" y="120"/>
                    <a:pt x="117" y="120"/>
                    <a:pt x="117" y="120"/>
                  </a:cubicBezTo>
                  <a:cubicBezTo>
                    <a:pt x="119" y="118"/>
                    <a:pt x="122" y="116"/>
                    <a:pt x="126" y="117"/>
                  </a:cubicBezTo>
                  <a:cubicBezTo>
                    <a:pt x="129" y="118"/>
                    <a:pt x="132" y="120"/>
                    <a:pt x="132" y="124"/>
                  </a:cubicBezTo>
                  <a:cubicBezTo>
                    <a:pt x="135" y="121"/>
                    <a:pt x="138" y="120"/>
                    <a:pt x="142" y="121"/>
                  </a:cubicBezTo>
                  <a:cubicBezTo>
                    <a:pt x="147" y="123"/>
                    <a:pt x="149" y="127"/>
                    <a:pt x="148" y="133"/>
                  </a:cubicBezTo>
                  <a:close/>
                  <a:moveTo>
                    <a:pt x="204" y="164"/>
                  </a:moveTo>
                  <a:cubicBezTo>
                    <a:pt x="203" y="170"/>
                    <a:pt x="199" y="178"/>
                    <a:pt x="188" y="175"/>
                  </a:cubicBezTo>
                  <a:cubicBezTo>
                    <a:pt x="185" y="174"/>
                    <a:pt x="181" y="173"/>
                    <a:pt x="179" y="171"/>
                  </a:cubicBezTo>
                  <a:cubicBezTo>
                    <a:pt x="181" y="164"/>
                    <a:pt x="181" y="164"/>
                    <a:pt x="181" y="164"/>
                  </a:cubicBezTo>
                  <a:cubicBezTo>
                    <a:pt x="186" y="164"/>
                    <a:pt x="186" y="164"/>
                    <a:pt x="186" y="164"/>
                  </a:cubicBezTo>
                  <a:cubicBezTo>
                    <a:pt x="185" y="167"/>
                    <a:pt x="185" y="167"/>
                    <a:pt x="185" y="167"/>
                  </a:cubicBezTo>
                  <a:cubicBezTo>
                    <a:pt x="185" y="168"/>
                    <a:pt x="185" y="169"/>
                    <a:pt x="186" y="169"/>
                  </a:cubicBezTo>
                  <a:cubicBezTo>
                    <a:pt x="187" y="170"/>
                    <a:pt x="188" y="170"/>
                    <a:pt x="189" y="170"/>
                  </a:cubicBezTo>
                  <a:cubicBezTo>
                    <a:pt x="194" y="172"/>
                    <a:pt x="196" y="170"/>
                    <a:pt x="198" y="164"/>
                  </a:cubicBezTo>
                  <a:cubicBezTo>
                    <a:pt x="199" y="161"/>
                    <a:pt x="199" y="161"/>
                    <a:pt x="199" y="161"/>
                  </a:cubicBezTo>
                  <a:cubicBezTo>
                    <a:pt x="197" y="163"/>
                    <a:pt x="194" y="163"/>
                    <a:pt x="191" y="163"/>
                  </a:cubicBezTo>
                  <a:cubicBezTo>
                    <a:pt x="184" y="161"/>
                    <a:pt x="181" y="155"/>
                    <a:pt x="183" y="147"/>
                  </a:cubicBezTo>
                  <a:cubicBezTo>
                    <a:pt x="185" y="138"/>
                    <a:pt x="192" y="134"/>
                    <a:pt x="200" y="136"/>
                  </a:cubicBezTo>
                  <a:cubicBezTo>
                    <a:pt x="203" y="137"/>
                    <a:pt x="207" y="138"/>
                    <a:pt x="210" y="140"/>
                  </a:cubicBezTo>
                  <a:lnTo>
                    <a:pt x="204" y="164"/>
                  </a:lnTo>
                  <a:close/>
                  <a:moveTo>
                    <a:pt x="230" y="143"/>
                  </a:moveTo>
                  <a:cubicBezTo>
                    <a:pt x="236" y="145"/>
                    <a:pt x="238" y="148"/>
                    <a:pt x="237" y="153"/>
                  </a:cubicBezTo>
                  <a:cubicBezTo>
                    <a:pt x="235" y="161"/>
                    <a:pt x="228" y="161"/>
                    <a:pt x="219" y="159"/>
                  </a:cubicBezTo>
                  <a:cubicBezTo>
                    <a:pt x="218" y="162"/>
                    <a:pt x="219" y="166"/>
                    <a:pt x="224" y="167"/>
                  </a:cubicBezTo>
                  <a:cubicBezTo>
                    <a:pt x="227" y="168"/>
                    <a:pt x="230" y="167"/>
                    <a:pt x="231" y="167"/>
                  </a:cubicBezTo>
                  <a:cubicBezTo>
                    <a:pt x="232" y="172"/>
                    <a:pt x="232" y="172"/>
                    <a:pt x="232" y="172"/>
                  </a:cubicBezTo>
                  <a:cubicBezTo>
                    <a:pt x="231" y="172"/>
                    <a:pt x="227" y="173"/>
                    <a:pt x="222" y="172"/>
                  </a:cubicBezTo>
                  <a:cubicBezTo>
                    <a:pt x="213" y="170"/>
                    <a:pt x="211" y="163"/>
                    <a:pt x="213" y="155"/>
                  </a:cubicBezTo>
                  <a:cubicBezTo>
                    <a:pt x="215" y="147"/>
                    <a:pt x="221" y="141"/>
                    <a:pt x="230" y="143"/>
                  </a:cubicBezTo>
                  <a:close/>
                  <a:moveTo>
                    <a:pt x="216" y="82"/>
                  </a:moveTo>
                  <a:cubicBezTo>
                    <a:pt x="221" y="83"/>
                    <a:pt x="224" y="87"/>
                    <a:pt x="223" y="92"/>
                  </a:cubicBezTo>
                  <a:cubicBezTo>
                    <a:pt x="221" y="100"/>
                    <a:pt x="214" y="100"/>
                    <a:pt x="205" y="97"/>
                  </a:cubicBezTo>
                  <a:cubicBezTo>
                    <a:pt x="204" y="101"/>
                    <a:pt x="205" y="105"/>
                    <a:pt x="210" y="106"/>
                  </a:cubicBezTo>
                  <a:cubicBezTo>
                    <a:pt x="213" y="107"/>
                    <a:pt x="216" y="106"/>
                    <a:pt x="217" y="105"/>
                  </a:cubicBezTo>
                  <a:cubicBezTo>
                    <a:pt x="218" y="110"/>
                    <a:pt x="218" y="110"/>
                    <a:pt x="218" y="110"/>
                  </a:cubicBezTo>
                  <a:cubicBezTo>
                    <a:pt x="217" y="111"/>
                    <a:pt x="213" y="112"/>
                    <a:pt x="208" y="111"/>
                  </a:cubicBezTo>
                  <a:cubicBezTo>
                    <a:pt x="199" y="109"/>
                    <a:pt x="197" y="102"/>
                    <a:pt x="199" y="94"/>
                  </a:cubicBezTo>
                  <a:cubicBezTo>
                    <a:pt x="201" y="85"/>
                    <a:pt x="207" y="80"/>
                    <a:pt x="216" y="82"/>
                  </a:cubicBezTo>
                  <a:close/>
                  <a:moveTo>
                    <a:pt x="172" y="72"/>
                  </a:moveTo>
                  <a:cubicBezTo>
                    <a:pt x="184" y="75"/>
                    <a:pt x="184" y="75"/>
                    <a:pt x="184" y="75"/>
                  </a:cubicBezTo>
                  <a:cubicBezTo>
                    <a:pt x="183" y="79"/>
                    <a:pt x="183" y="79"/>
                    <a:pt x="183" y="79"/>
                  </a:cubicBezTo>
                  <a:cubicBezTo>
                    <a:pt x="181" y="79"/>
                    <a:pt x="181" y="79"/>
                    <a:pt x="181" y="79"/>
                  </a:cubicBezTo>
                  <a:cubicBezTo>
                    <a:pt x="180" y="79"/>
                    <a:pt x="180" y="79"/>
                    <a:pt x="180" y="80"/>
                  </a:cubicBezTo>
                  <a:cubicBezTo>
                    <a:pt x="181" y="97"/>
                    <a:pt x="181" y="97"/>
                    <a:pt x="181" y="97"/>
                  </a:cubicBezTo>
                  <a:cubicBezTo>
                    <a:pt x="181" y="97"/>
                    <a:pt x="181" y="97"/>
                    <a:pt x="181" y="97"/>
                  </a:cubicBezTo>
                  <a:cubicBezTo>
                    <a:pt x="191" y="81"/>
                    <a:pt x="191" y="81"/>
                    <a:pt x="191" y="81"/>
                  </a:cubicBezTo>
                  <a:cubicBezTo>
                    <a:pt x="189" y="81"/>
                    <a:pt x="189" y="81"/>
                    <a:pt x="189" y="81"/>
                  </a:cubicBezTo>
                  <a:cubicBezTo>
                    <a:pt x="190" y="76"/>
                    <a:pt x="190" y="76"/>
                    <a:pt x="190" y="76"/>
                  </a:cubicBezTo>
                  <a:cubicBezTo>
                    <a:pt x="201" y="79"/>
                    <a:pt x="201" y="79"/>
                    <a:pt x="201" y="79"/>
                  </a:cubicBezTo>
                  <a:cubicBezTo>
                    <a:pt x="200" y="83"/>
                    <a:pt x="200" y="83"/>
                    <a:pt x="200" y="83"/>
                  </a:cubicBezTo>
                  <a:cubicBezTo>
                    <a:pt x="198" y="83"/>
                    <a:pt x="198" y="83"/>
                    <a:pt x="198" y="83"/>
                  </a:cubicBezTo>
                  <a:cubicBezTo>
                    <a:pt x="197" y="83"/>
                    <a:pt x="197" y="83"/>
                    <a:pt x="196" y="84"/>
                  </a:cubicBezTo>
                  <a:cubicBezTo>
                    <a:pt x="183" y="104"/>
                    <a:pt x="183" y="104"/>
                    <a:pt x="183" y="104"/>
                  </a:cubicBezTo>
                  <a:cubicBezTo>
                    <a:pt x="176" y="102"/>
                    <a:pt x="176" y="102"/>
                    <a:pt x="176" y="102"/>
                  </a:cubicBezTo>
                  <a:cubicBezTo>
                    <a:pt x="173" y="77"/>
                    <a:pt x="173" y="77"/>
                    <a:pt x="173" y="77"/>
                  </a:cubicBezTo>
                  <a:cubicBezTo>
                    <a:pt x="171" y="76"/>
                    <a:pt x="171" y="76"/>
                    <a:pt x="171" y="76"/>
                  </a:cubicBezTo>
                  <a:lnTo>
                    <a:pt x="172" y="72"/>
                  </a:lnTo>
                  <a:close/>
                  <a:moveTo>
                    <a:pt x="180" y="133"/>
                  </a:moveTo>
                  <a:cubicBezTo>
                    <a:pt x="175" y="154"/>
                    <a:pt x="175" y="154"/>
                    <a:pt x="175" y="154"/>
                  </a:cubicBezTo>
                  <a:cubicBezTo>
                    <a:pt x="174" y="155"/>
                    <a:pt x="175" y="155"/>
                    <a:pt x="175" y="155"/>
                  </a:cubicBezTo>
                  <a:cubicBezTo>
                    <a:pt x="177" y="156"/>
                    <a:pt x="177" y="156"/>
                    <a:pt x="177" y="156"/>
                  </a:cubicBezTo>
                  <a:cubicBezTo>
                    <a:pt x="176" y="160"/>
                    <a:pt x="176" y="160"/>
                    <a:pt x="176" y="160"/>
                  </a:cubicBezTo>
                  <a:cubicBezTo>
                    <a:pt x="168" y="158"/>
                    <a:pt x="168" y="158"/>
                    <a:pt x="168" y="158"/>
                  </a:cubicBezTo>
                  <a:cubicBezTo>
                    <a:pt x="168" y="155"/>
                    <a:pt x="168" y="155"/>
                    <a:pt x="168" y="155"/>
                  </a:cubicBezTo>
                  <a:cubicBezTo>
                    <a:pt x="168" y="155"/>
                    <a:pt x="168" y="155"/>
                    <a:pt x="168" y="155"/>
                  </a:cubicBezTo>
                  <a:cubicBezTo>
                    <a:pt x="166" y="156"/>
                    <a:pt x="164" y="157"/>
                    <a:pt x="160" y="157"/>
                  </a:cubicBezTo>
                  <a:cubicBezTo>
                    <a:pt x="152" y="155"/>
                    <a:pt x="150" y="148"/>
                    <a:pt x="152" y="141"/>
                  </a:cubicBezTo>
                  <a:cubicBezTo>
                    <a:pt x="155" y="131"/>
                    <a:pt x="161" y="126"/>
                    <a:pt x="171" y="129"/>
                  </a:cubicBezTo>
                  <a:cubicBezTo>
                    <a:pt x="172" y="129"/>
                    <a:pt x="176" y="130"/>
                    <a:pt x="180" y="133"/>
                  </a:cubicBezTo>
                  <a:close/>
                  <a:moveTo>
                    <a:pt x="146" y="88"/>
                  </a:moveTo>
                  <a:cubicBezTo>
                    <a:pt x="150" y="72"/>
                    <a:pt x="150" y="72"/>
                    <a:pt x="150" y="72"/>
                  </a:cubicBezTo>
                  <a:cubicBezTo>
                    <a:pt x="150" y="71"/>
                    <a:pt x="150" y="71"/>
                    <a:pt x="149" y="71"/>
                  </a:cubicBezTo>
                  <a:cubicBezTo>
                    <a:pt x="147" y="70"/>
                    <a:pt x="147" y="70"/>
                    <a:pt x="147" y="70"/>
                  </a:cubicBezTo>
                  <a:cubicBezTo>
                    <a:pt x="148" y="66"/>
                    <a:pt x="148" y="66"/>
                    <a:pt x="148" y="66"/>
                  </a:cubicBezTo>
                  <a:cubicBezTo>
                    <a:pt x="157" y="68"/>
                    <a:pt x="157" y="68"/>
                    <a:pt x="157" y="68"/>
                  </a:cubicBezTo>
                  <a:cubicBezTo>
                    <a:pt x="156" y="72"/>
                    <a:pt x="156" y="72"/>
                    <a:pt x="156" y="72"/>
                  </a:cubicBezTo>
                  <a:cubicBezTo>
                    <a:pt x="156" y="72"/>
                    <a:pt x="156" y="72"/>
                    <a:pt x="156" y="72"/>
                  </a:cubicBezTo>
                  <a:cubicBezTo>
                    <a:pt x="158" y="70"/>
                    <a:pt x="161" y="68"/>
                    <a:pt x="165" y="69"/>
                  </a:cubicBezTo>
                  <a:cubicBezTo>
                    <a:pt x="167" y="70"/>
                    <a:pt x="168" y="71"/>
                    <a:pt x="170" y="72"/>
                  </a:cubicBezTo>
                  <a:cubicBezTo>
                    <a:pt x="167" y="81"/>
                    <a:pt x="167" y="81"/>
                    <a:pt x="167" y="81"/>
                  </a:cubicBezTo>
                  <a:cubicBezTo>
                    <a:pt x="162" y="80"/>
                    <a:pt x="162" y="80"/>
                    <a:pt x="162" y="80"/>
                  </a:cubicBezTo>
                  <a:cubicBezTo>
                    <a:pt x="163" y="76"/>
                    <a:pt x="163" y="76"/>
                    <a:pt x="163" y="76"/>
                  </a:cubicBezTo>
                  <a:cubicBezTo>
                    <a:pt x="163" y="75"/>
                    <a:pt x="163" y="75"/>
                    <a:pt x="163" y="75"/>
                  </a:cubicBezTo>
                  <a:cubicBezTo>
                    <a:pt x="162" y="75"/>
                    <a:pt x="162" y="74"/>
                    <a:pt x="161" y="74"/>
                  </a:cubicBezTo>
                  <a:cubicBezTo>
                    <a:pt x="158" y="73"/>
                    <a:pt x="156" y="75"/>
                    <a:pt x="155" y="79"/>
                  </a:cubicBezTo>
                  <a:cubicBezTo>
                    <a:pt x="152" y="91"/>
                    <a:pt x="152" y="91"/>
                    <a:pt x="152" y="91"/>
                  </a:cubicBezTo>
                  <a:cubicBezTo>
                    <a:pt x="156" y="93"/>
                    <a:pt x="156" y="93"/>
                    <a:pt x="156" y="93"/>
                  </a:cubicBezTo>
                  <a:cubicBezTo>
                    <a:pt x="155" y="97"/>
                    <a:pt x="155" y="97"/>
                    <a:pt x="155" y="97"/>
                  </a:cubicBezTo>
                  <a:cubicBezTo>
                    <a:pt x="141" y="93"/>
                    <a:pt x="141" y="93"/>
                    <a:pt x="141" y="93"/>
                  </a:cubicBezTo>
                  <a:cubicBezTo>
                    <a:pt x="142" y="90"/>
                    <a:pt x="142" y="90"/>
                    <a:pt x="142" y="90"/>
                  </a:cubicBezTo>
                  <a:cubicBezTo>
                    <a:pt x="144" y="90"/>
                    <a:pt x="144" y="90"/>
                    <a:pt x="144" y="90"/>
                  </a:cubicBezTo>
                  <a:cubicBezTo>
                    <a:pt x="145" y="90"/>
                    <a:pt x="145" y="90"/>
                    <a:pt x="146" y="88"/>
                  </a:cubicBezTo>
                  <a:close/>
                  <a:moveTo>
                    <a:pt x="136" y="62"/>
                  </a:moveTo>
                  <a:cubicBezTo>
                    <a:pt x="141" y="64"/>
                    <a:pt x="144" y="67"/>
                    <a:pt x="143" y="72"/>
                  </a:cubicBezTo>
                  <a:cubicBezTo>
                    <a:pt x="141" y="80"/>
                    <a:pt x="134" y="80"/>
                    <a:pt x="125" y="77"/>
                  </a:cubicBezTo>
                  <a:cubicBezTo>
                    <a:pt x="124" y="81"/>
                    <a:pt x="125" y="85"/>
                    <a:pt x="130" y="86"/>
                  </a:cubicBezTo>
                  <a:cubicBezTo>
                    <a:pt x="133" y="87"/>
                    <a:pt x="136" y="86"/>
                    <a:pt x="137" y="85"/>
                  </a:cubicBezTo>
                  <a:cubicBezTo>
                    <a:pt x="138" y="90"/>
                    <a:pt x="138" y="90"/>
                    <a:pt x="138" y="90"/>
                  </a:cubicBezTo>
                  <a:cubicBezTo>
                    <a:pt x="137" y="91"/>
                    <a:pt x="133" y="92"/>
                    <a:pt x="128" y="91"/>
                  </a:cubicBezTo>
                  <a:cubicBezTo>
                    <a:pt x="119" y="89"/>
                    <a:pt x="117" y="82"/>
                    <a:pt x="119" y="74"/>
                  </a:cubicBezTo>
                  <a:cubicBezTo>
                    <a:pt x="121" y="66"/>
                    <a:pt x="127" y="60"/>
                    <a:pt x="136" y="62"/>
                  </a:cubicBezTo>
                  <a:close/>
                  <a:moveTo>
                    <a:pt x="78" y="73"/>
                  </a:moveTo>
                  <a:cubicBezTo>
                    <a:pt x="79" y="73"/>
                    <a:pt x="79" y="73"/>
                    <a:pt x="79" y="73"/>
                  </a:cubicBezTo>
                  <a:cubicBezTo>
                    <a:pt x="80" y="74"/>
                    <a:pt x="81" y="73"/>
                    <a:pt x="81" y="72"/>
                  </a:cubicBezTo>
                  <a:cubicBezTo>
                    <a:pt x="88" y="46"/>
                    <a:pt x="88" y="46"/>
                    <a:pt x="88" y="46"/>
                  </a:cubicBezTo>
                  <a:cubicBezTo>
                    <a:pt x="85" y="45"/>
                    <a:pt x="85" y="45"/>
                    <a:pt x="85" y="45"/>
                  </a:cubicBezTo>
                  <a:cubicBezTo>
                    <a:pt x="86" y="41"/>
                    <a:pt x="86" y="41"/>
                    <a:pt x="86" y="41"/>
                  </a:cubicBezTo>
                  <a:cubicBezTo>
                    <a:pt x="95" y="44"/>
                    <a:pt x="95" y="44"/>
                    <a:pt x="95" y="44"/>
                  </a:cubicBezTo>
                  <a:cubicBezTo>
                    <a:pt x="105" y="73"/>
                    <a:pt x="105" y="73"/>
                    <a:pt x="105" y="73"/>
                  </a:cubicBezTo>
                  <a:cubicBezTo>
                    <a:pt x="105" y="73"/>
                    <a:pt x="105" y="73"/>
                    <a:pt x="105" y="73"/>
                  </a:cubicBezTo>
                  <a:cubicBezTo>
                    <a:pt x="110" y="52"/>
                    <a:pt x="110" y="52"/>
                    <a:pt x="110" y="52"/>
                  </a:cubicBezTo>
                  <a:cubicBezTo>
                    <a:pt x="107" y="51"/>
                    <a:pt x="107" y="51"/>
                    <a:pt x="107" y="51"/>
                  </a:cubicBezTo>
                  <a:cubicBezTo>
                    <a:pt x="108" y="47"/>
                    <a:pt x="108" y="47"/>
                    <a:pt x="108" y="47"/>
                  </a:cubicBezTo>
                  <a:cubicBezTo>
                    <a:pt x="121" y="50"/>
                    <a:pt x="121" y="50"/>
                    <a:pt x="121" y="50"/>
                  </a:cubicBezTo>
                  <a:cubicBezTo>
                    <a:pt x="119" y="54"/>
                    <a:pt x="119" y="54"/>
                    <a:pt x="119" y="54"/>
                  </a:cubicBezTo>
                  <a:cubicBezTo>
                    <a:pt x="118" y="54"/>
                    <a:pt x="118" y="54"/>
                    <a:pt x="118" y="54"/>
                  </a:cubicBezTo>
                  <a:cubicBezTo>
                    <a:pt x="117" y="54"/>
                    <a:pt x="116" y="54"/>
                    <a:pt x="116" y="55"/>
                  </a:cubicBezTo>
                  <a:cubicBezTo>
                    <a:pt x="108" y="85"/>
                    <a:pt x="108" y="85"/>
                    <a:pt x="108" y="85"/>
                  </a:cubicBezTo>
                  <a:cubicBezTo>
                    <a:pt x="102" y="84"/>
                    <a:pt x="102" y="84"/>
                    <a:pt x="102" y="84"/>
                  </a:cubicBezTo>
                  <a:cubicBezTo>
                    <a:pt x="93" y="53"/>
                    <a:pt x="93" y="53"/>
                    <a:pt x="93" y="53"/>
                  </a:cubicBezTo>
                  <a:cubicBezTo>
                    <a:pt x="93" y="53"/>
                    <a:pt x="93" y="53"/>
                    <a:pt x="93" y="53"/>
                  </a:cubicBezTo>
                  <a:cubicBezTo>
                    <a:pt x="87" y="75"/>
                    <a:pt x="87" y="75"/>
                    <a:pt x="87" y="75"/>
                  </a:cubicBezTo>
                  <a:cubicBezTo>
                    <a:pt x="90" y="76"/>
                    <a:pt x="90" y="76"/>
                    <a:pt x="90" y="76"/>
                  </a:cubicBezTo>
                  <a:cubicBezTo>
                    <a:pt x="89" y="80"/>
                    <a:pt x="89" y="80"/>
                    <a:pt x="89" y="80"/>
                  </a:cubicBezTo>
                  <a:cubicBezTo>
                    <a:pt x="77" y="77"/>
                    <a:pt x="77" y="77"/>
                    <a:pt x="77" y="77"/>
                  </a:cubicBezTo>
                  <a:lnTo>
                    <a:pt x="78" y="73"/>
                  </a:lnTo>
                  <a:close/>
                  <a:moveTo>
                    <a:pt x="75" y="121"/>
                  </a:moveTo>
                  <a:cubicBezTo>
                    <a:pt x="77" y="112"/>
                    <a:pt x="84" y="107"/>
                    <a:pt x="93" y="109"/>
                  </a:cubicBezTo>
                  <a:cubicBezTo>
                    <a:pt x="95" y="110"/>
                    <a:pt x="99" y="111"/>
                    <a:pt x="102" y="114"/>
                  </a:cubicBezTo>
                  <a:cubicBezTo>
                    <a:pt x="97" y="134"/>
                    <a:pt x="97" y="134"/>
                    <a:pt x="97" y="134"/>
                  </a:cubicBezTo>
                  <a:cubicBezTo>
                    <a:pt x="97" y="135"/>
                    <a:pt x="97" y="136"/>
                    <a:pt x="98" y="136"/>
                  </a:cubicBezTo>
                  <a:cubicBezTo>
                    <a:pt x="100" y="137"/>
                    <a:pt x="100" y="137"/>
                    <a:pt x="100" y="137"/>
                  </a:cubicBezTo>
                  <a:cubicBezTo>
                    <a:pt x="99" y="141"/>
                    <a:pt x="99" y="141"/>
                    <a:pt x="99" y="141"/>
                  </a:cubicBezTo>
                  <a:cubicBezTo>
                    <a:pt x="91" y="139"/>
                    <a:pt x="91" y="139"/>
                    <a:pt x="91" y="139"/>
                  </a:cubicBezTo>
                  <a:cubicBezTo>
                    <a:pt x="91" y="136"/>
                    <a:pt x="91" y="136"/>
                    <a:pt x="91" y="136"/>
                  </a:cubicBezTo>
                  <a:cubicBezTo>
                    <a:pt x="91" y="136"/>
                    <a:pt x="91" y="136"/>
                    <a:pt x="91" y="136"/>
                  </a:cubicBezTo>
                  <a:cubicBezTo>
                    <a:pt x="89" y="137"/>
                    <a:pt x="86" y="138"/>
                    <a:pt x="83" y="137"/>
                  </a:cubicBezTo>
                  <a:cubicBezTo>
                    <a:pt x="75" y="135"/>
                    <a:pt x="73" y="129"/>
                    <a:pt x="75" y="121"/>
                  </a:cubicBezTo>
                  <a:close/>
                  <a:moveTo>
                    <a:pt x="45" y="89"/>
                  </a:moveTo>
                  <a:cubicBezTo>
                    <a:pt x="59" y="92"/>
                    <a:pt x="59" y="92"/>
                    <a:pt x="59" y="92"/>
                  </a:cubicBezTo>
                  <a:cubicBezTo>
                    <a:pt x="70" y="95"/>
                    <a:pt x="75" y="102"/>
                    <a:pt x="72" y="113"/>
                  </a:cubicBezTo>
                  <a:cubicBezTo>
                    <a:pt x="69" y="128"/>
                    <a:pt x="59" y="131"/>
                    <a:pt x="51" y="129"/>
                  </a:cubicBezTo>
                  <a:cubicBezTo>
                    <a:pt x="35" y="125"/>
                    <a:pt x="35" y="125"/>
                    <a:pt x="35" y="125"/>
                  </a:cubicBezTo>
                  <a:cubicBezTo>
                    <a:pt x="36" y="121"/>
                    <a:pt x="36" y="121"/>
                    <a:pt x="36" y="121"/>
                  </a:cubicBezTo>
                  <a:cubicBezTo>
                    <a:pt x="38" y="121"/>
                    <a:pt x="38" y="121"/>
                    <a:pt x="38" y="121"/>
                  </a:cubicBezTo>
                  <a:cubicBezTo>
                    <a:pt x="39" y="121"/>
                    <a:pt x="40" y="121"/>
                    <a:pt x="40" y="120"/>
                  </a:cubicBezTo>
                  <a:cubicBezTo>
                    <a:pt x="46" y="94"/>
                    <a:pt x="46" y="94"/>
                    <a:pt x="46" y="94"/>
                  </a:cubicBezTo>
                  <a:cubicBezTo>
                    <a:pt x="44" y="93"/>
                    <a:pt x="44" y="93"/>
                    <a:pt x="44" y="93"/>
                  </a:cubicBezTo>
                  <a:lnTo>
                    <a:pt x="45"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 name="Freeform 328"/>
            <p:cNvSpPr>
              <a:spLocks/>
            </p:cNvSpPr>
            <p:nvPr/>
          </p:nvSpPr>
          <p:spPr bwMode="auto">
            <a:xfrm>
              <a:off x="3359150" y="4781551"/>
              <a:ext cx="34925" cy="47625"/>
            </a:xfrm>
            <a:custGeom>
              <a:avLst/>
              <a:gdLst>
                <a:gd name="T0" fmla="*/ 5 w 22"/>
                <a:gd name="T1" fmla="*/ 28 h 29"/>
                <a:gd name="T2" fmla="*/ 19 w 22"/>
                <a:gd name="T3" fmla="*/ 17 h 29"/>
                <a:gd name="T4" fmla="*/ 12 w 22"/>
                <a:gd name="T5" fmla="*/ 1 h 29"/>
                <a:gd name="T6" fmla="*/ 7 w 22"/>
                <a:gd name="T7" fmla="*/ 0 h 29"/>
                <a:gd name="T8" fmla="*/ 0 w 22"/>
                <a:gd name="T9" fmla="*/ 26 h 29"/>
                <a:gd name="T10" fmla="*/ 5 w 22"/>
                <a:gd name="T11" fmla="*/ 28 h 29"/>
              </a:gdLst>
              <a:ahLst/>
              <a:cxnLst>
                <a:cxn ang="0">
                  <a:pos x="T0" y="T1"/>
                </a:cxn>
                <a:cxn ang="0">
                  <a:pos x="T2" y="T3"/>
                </a:cxn>
                <a:cxn ang="0">
                  <a:pos x="T4" y="T5"/>
                </a:cxn>
                <a:cxn ang="0">
                  <a:pos x="T6" y="T7"/>
                </a:cxn>
                <a:cxn ang="0">
                  <a:pos x="T8" y="T9"/>
                </a:cxn>
                <a:cxn ang="0">
                  <a:pos x="T10" y="T11"/>
                </a:cxn>
              </a:cxnLst>
              <a:rect l="0" t="0" r="r" b="b"/>
              <a:pathLst>
                <a:path w="22" h="29">
                  <a:moveTo>
                    <a:pt x="5" y="28"/>
                  </a:moveTo>
                  <a:cubicBezTo>
                    <a:pt x="12" y="29"/>
                    <a:pt x="17" y="26"/>
                    <a:pt x="19" y="17"/>
                  </a:cubicBezTo>
                  <a:cubicBezTo>
                    <a:pt x="22" y="6"/>
                    <a:pt x="18" y="2"/>
                    <a:pt x="12" y="1"/>
                  </a:cubicBezTo>
                  <a:cubicBezTo>
                    <a:pt x="7" y="0"/>
                    <a:pt x="7" y="0"/>
                    <a:pt x="7" y="0"/>
                  </a:cubicBezTo>
                  <a:cubicBezTo>
                    <a:pt x="0" y="26"/>
                    <a:pt x="0" y="26"/>
                    <a:pt x="0" y="26"/>
                  </a:cubicBezTo>
                  <a:lnTo>
                    <a:pt x="5"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 name="Freeform 329"/>
            <p:cNvSpPr>
              <a:spLocks/>
            </p:cNvSpPr>
            <p:nvPr/>
          </p:nvSpPr>
          <p:spPr bwMode="auto">
            <a:xfrm>
              <a:off x="3590925" y="4854576"/>
              <a:ext cx="23813" cy="30163"/>
            </a:xfrm>
            <a:custGeom>
              <a:avLst/>
              <a:gdLst>
                <a:gd name="T0" fmla="*/ 2 w 15"/>
                <a:gd name="T1" fmla="*/ 8 h 19"/>
                <a:gd name="T2" fmla="*/ 5 w 15"/>
                <a:gd name="T3" fmla="*/ 18 h 19"/>
                <a:gd name="T4" fmla="*/ 12 w 15"/>
                <a:gd name="T5" fmla="*/ 14 h 19"/>
                <a:gd name="T6" fmla="*/ 15 w 15"/>
                <a:gd name="T7" fmla="*/ 3 h 19"/>
                <a:gd name="T8" fmla="*/ 11 w 15"/>
                <a:gd name="T9" fmla="*/ 1 h 19"/>
                <a:gd name="T10" fmla="*/ 2 w 15"/>
                <a:gd name="T11" fmla="*/ 8 h 19"/>
              </a:gdLst>
              <a:ahLst/>
              <a:cxnLst>
                <a:cxn ang="0">
                  <a:pos x="T0" y="T1"/>
                </a:cxn>
                <a:cxn ang="0">
                  <a:pos x="T2" y="T3"/>
                </a:cxn>
                <a:cxn ang="0">
                  <a:pos x="T4" y="T5"/>
                </a:cxn>
                <a:cxn ang="0">
                  <a:pos x="T6" y="T7"/>
                </a:cxn>
                <a:cxn ang="0">
                  <a:pos x="T8" y="T9"/>
                </a:cxn>
                <a:cxn ang="0">
                  <a:pos x="T10" y="T11"/>
                </a:cxn>
              </a:cxnLst>
              <a:rect l="0" t="0" r="r" b="b"/>
              <a:pathLst>
                <a:path w="15" h="19">
                  <a:moveTo>
                    <a:pt x="2" y="8"/>
                  </a:moveTo>
                  <a:cubicBezTo>
                    <a:pt x="1" y="12"/>
                    <a:pt x="0" y="17"/>
                    <a:pt x="5" y="18"/>
                  </a:cubicBezTo>
                  <a:cubicBezTo>
                    <a:pt x="9" y="19"/>
                    <a:pt x="11" y="17"/>
                    <a:pt x="12" y="14"/>
                  </a:cubicBezTo>
                  <a:cubicBezTo>
                    <a:pt x="15" y="3"/>
                    <a:pt x="15" y="3"/>
                    <a:pt x="15" y="3"/>
                  </a:cubicBezTo>
                  <a:cubicBezTo>
                    <a:pt x="14" y="2"/>
                    <a:pt x="12" y="1"/>
                    <a:pt x="11" y="1"/>
                  </a:cubicBezTo>
                  <a:cubicBezTo>
                    <a:pt x="6" y="0"/>
                    <a:pt x="3" y="2"/>
                    <a:pt x="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 name="Freeform 330"/>
            <p:cNvSpPr>
              <a:spLocks/>
            </p:cNvSpPr>
            <p:nvPr/>
          </p:nvSpPr>
          <p:spPr bwMode="auto">
            <a:xfrm>
              <a:off x="3619500" y="4765676"/>
              <a:ext cx="20638" cy="14288"/>
            </a:xfrm>
            <a:custGeom>
              <a:avLst/>
              <a:gdLst>
                <a:gd name="T0" fmla="*/ 11 w 12"/>
                <a:gd name="T1" fmla="*/ 5 h 9"/>
                <a:gd name="T2" fmla="*/ 8 w 12"/>
                <a:gd name="T3" fmla="*/ 1 h 9"/>
                <a:gd name="T4" fmla="*/ 0 w 12"/>
                <a:gd name="T5" fmla="*/ 7 h 9"/>
                <a:gd name="T6" fmla="*/ 2 w 12"/>
                <a:gd name="T7" fmla="*/ 7 h 9"/>
                <a:gd name="T8" fmla="*/ 11 w 12"/>
                <a:gd name="T9" fmla="*/ 5 h 9"/>
              </a:gdLst>
              <a:ahLst/>
              <a:cxnLst>
                <a:cxn ang="0">
                  <a:pos x="T0" y="T1"/>
                </a:cxn>
                <a:cxn ang="0">
                  <a:pos x="T2" y="T3"/>
                </a:cxn>
                <a:cxn ang="0">
                  <a:pos x="T4" y="T5"/>
                </a:cxn>
                <a:cxn ang="0">
                  <a:pos x="T6" y="T7"/>
                </a:cxn>
                <a:cxn ang="0">
                  <a:pos x="T8" y="T9"/>
                </a:cxn>
              </a:cxnLst>
              <a:rect l="0" t="0" r="r" b="b"/>
              <a:pathLst>
                <a:path w="12" h="9">
                  <a:moveTo>
                    <a:pt x="11" y="5"/>
                  </a:moveTo>
                  <a:cubicBezTo>
                    <a:pt x="12" y="3"/>
                    <a:pt x="10" y="1"/>
                    <a:pt x="8" y="1"/>
                  </a:cubicBezTo>
                  <a:cubicBezTo>
                    <a:pt x="4" y="0"/>
                    <a:pt x="1" y="3"/>
                    <a:pt x="0" y="7"/>
                  </a:cubicBezTo>
                  <a:cubicBezTo>
                    <a:pt x="1" y="7"/>
                    <a:pt x="1" y="7"/>
                    <a:pt x="2" y="7"/>
                  </a:cubicBezTo>
                  <a:cubicBezTo>
                    <a:pt x="7" y="9"/>
                    <a:pt x="10" y="8"/>
                    <a:pt x="1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 name="Freeform 331"/>
            <p:cNvSpPr>
              <a:spLocks/>
            </p:cNvSpPr>
            <p:nvPr/>
          </p:nvSpPr>
          <p:spPr bwMode="auto">
            <a:xfrm>
              <a:off x="3643313" y="4865688"/>
              <a:ext cx="19050" cy="14288"/>
            </a:xfrm>
            <a:custGeom>
              <a:avLst/>
              <a:gdLst>
                <a:gd name="T0" fmla="*/ 11 w 12"/>
                <a:gd name="T1" fmla="*/ 5 h 9"/>
                <a:gd name="T2" fmla="*/ 9 w 12"/>
                <a:gd name="T3" fmla="*/ 1 h 9"/>
                <a:gd name="T4" fmla="*/ 0 w 12"/>
                <a:gd name="T5" fmla="*/ 7 h 9"/>
                <a:gd name="T6" fmla="*/ 2 w 12"/>
                <a:gd name="T7" fmla="*/ 8 h 9"/>
                <a:gd name="T8" fmla="*/ 11 w 12"/>
                <a:gd name="T9" fmla="*/ 5 h 9"/>
              </a:gdLst>
              <a:ahLst/>
              <a:cxnLst>
                <a:cxn ang="0">
                  <a:pos x="T0" y="T1"/>
                </a:cxn>
                <a:cxn ang="0">
                  <a:pos x="T2" y="T3"/>
                </a:cxn>
                <a:cxn ang="0">
                  <a:pos x="T4" y="T5"/>
                </a:cxn>
                <a:cxn ang="0">
                  <a:pos x="T6" y="T7"/>
                </a:cxn>
                <a:cxn ang="0">
                  <a:pos x="T8" y="T9"/>
                </a:cxn>
              </a:cxnLst>
              <a:rect l="0" t="0" r="r" b="b"/>
              <a:pathLst>
                <a:path w="12" h="9">
                  <a:moveTo>
                    <a:pt x="11" y="5"/>
                  </a:moveTo>
                  <a:cubicBezTo>
                    <a:pt x="12" y="3"/>
                    <a:pt x="11" y="2"/>
                    <a:pt x="9" y="1"/>
                  </a:cubicBezTo>
                  <a:cubicBezTo>
                    <a:pt x="4" y="0"/>
                    <a:pt x="1" y="4"/>
                    <a:pt x="0" y="7"/>
                  </a:cubicBezTo>
                  <a:cubicBezTo>
                    <a:pt x="1" y="7"/>
                    <a:pt x="1" y="7"/>
                    <a:pt x="2" y="8"/>
                  </a:cubicBezTo>
                  <a:cubicBezTo>
                    <a:pt x="7" y="9"/>
                    <a:pt x="10" y="8"/>
                    <a:pt x="1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97" name="组合 296"/>
          <p:cNvGrpSpPr/>
          <p:nvPr/>
        </p:nvGrpSpPr>
        <p:grpSpPr>
          <a:xfrm>
            <a:off x="3705225" y="3367088"/>
            <a:ext cx="828675" cy="1811338"/>
            <a:chOff x="3705225" y="3367088"/>
            <a:chExt cx="828675" cy="1811338"/>
          </a:xfrm>
          <a:solidFill>
            <a:schemeClr val="tx1">
              <a:lumMod val="65000"/>
              <a:lumOff val="35000"/>
            </a:schemeClr>
          </a:solidFill>
        </p:grpSpPr>
        <p:sp>
          <p:nvSpPr>
            <p:cNvPr id="298" name="Freeform 350"/>
            <p:cNvSpPr>
              <a:spLocks/>
            </p:cNvSpPr>
            <p:nvPr/>
          </p:nvSpPr>
          <p:spPr bwMode="auto">
            <a:xfrm>
              <a:off x="3981450" y="3963988"/>
              <a:ext cx="552450" cy="1214438"/>
            </a:xfrm>
            <a:custGeom>
              <a:avLst/>
              <a:gdLst>
                <a:gd name="T0" fmla="*/ 270 w 338"/>
                <a:gd name="T1" fmla="*/ 413 h 745"/>
                <a:gd name="T2" fmla="*/ 259 w 338"/>
                <a:gd name="T3" fmla="*/ 383 h 745"/>
                <a:gd name="T4" fmla="*/ 253 w 338"/>
                <a:gd name="T5" fmla="*/ 151 h 745"/>
                <a:gd name="T6" fmla="*/ 262 w 338"/>
                <a:gd name="T7" fmla="*/ 149 h 745"/>
                <a:gd name="T8" fmla="*/ 268 w 338"/>
                <a:gd name="T9" fmla="*/ 384 h 745"/>
                <a:gd name="T10" fmla="*/ 298 w 338"/>
                <a:gd name="T11" fmla="*/ 418 h 745"/>
                <a:gd name="T12" fmla="*/ 300 w 338"/>
                <a:gd name="T13" fmla="*/ 418 h 745"/>
                <a:gd name="T14" fmla="*/ 332 w 338"/>
                <a:gd name="T15" fmla="*/ 388 h 745"/>
                <a:gd name="T16" fmla="*/ 326 w 338"/>
                <a:gd name="T17" fmla="*/ 139 h 745"/>
                <a:gd name="T18" fmla="*/ 310 w 338"/>
                <a:gd name="T19" fmla="*/ 74 h 745"/>
                <a:gd name="T20" fmla="*/ 269 w 338"/>
                <a:gd name="T21" fmla="*/ 9 h 745"/>
                <a:gd name="T22" fmla="*/ 249 w 338"/>
                <a:gd name="T23" fmla="*/ 0 h 745"/>
                <a:gd name="T24" fmla="*/ 169 w 338"/>
                <a:gd name="T25" fmla="*/ 41 h 745"/>
                <a:gd name="T26" fmla="*/ 89 w 338"/>
                <a:gd name="T27" fmla="*/ 0 h 745"/>
                <a:gd name="T28" fmla="*/ 70 w 338"/>
                <a:gd name="T29" fmla="*/ 9 h 745"/>
                <a:gd name="T30" fmla="*/ 29 w 338"/>
                <a:gd name="T31" fmla="*/ 74 h 745"/>
                <a:gd name="T32" fmla="*/ 13 w 338"/>
                <a:gd name="T33" fmla="*/ 139 h 745"/>
                <a:gd name="T34" fmla="*/ 6 w 338"/>
                <a:gd name="T35" fmla="*/ 388 h 745"/>
                <a:gd name="T36" fmla="*/ 38 w 338"/>
                <a:gd name="T37" fmla="*/ 418 h 745"/>
                <a:gd name="T38" fmla="*/ 40 w 338"/>
                <a:gd name="T39" fmla="*/ 418 h 745"/>
                <a:gd name="T40" fmla="*/ 70 w 338"/>
                <a:gd name="T41" fmla="*/ 384 h 745"/>
                <a:gd name="T42" fmla="*/ 76 w 338"/>
                <a:gd name="T43" fmla="*/ 149 h 745"/>
                <a:gd name="T44" fmla="*/ 85 w 338"/>
                <a:gd name="T45" fmla="*/ 151 h 745"/>
                <a:gd name="T46" fmla="*/ 79 w 338"/>
                <a:gd name="T47" fmla="*/ 383 h 745"/>
                <a:gd name="T48" fmla="*/ 69 w 338"/>
                <a:gd name="T49" fmla="*/ 413 h 745"/>
                <a:gd name="T50" fmla="*/ 61 w 338"/>
                <a:gd name="T51" fmla="*/ 420 h 745"/>
                <a:gd name="T52" fmla="*/ 61 w 338"/>
                <a:gd name="T53" fmla="*/ 696 h 745"/>
                <a:gd name="T54" fmla="*/ 110 w 338"/>
                <a:gd name="T55" fmla="*/ 745 h 745"/>
                <a:gd name="T56" fmla="*/ 160 w 338"/>
                <a:gd name="T57" fmla="*/ 696 h 745"/>
                <a:gd name="T58" fmla="*/ 160 w 338"/>
                <a:gd name="T59" fmla="*/ 392 h 745"/>
                <a:gd name="T60" fmla="*/ 104 w 338"/>
                <a:gd name="T61" fmla="*/ 327 h 745"/>
                <a:gd name="T62" fmla="*/ 169 w 338"/>
                <a:gd name="T63" fmla="*/ 262 h 745"/>
                <a:gd name="T64" fmla="*/ 234 w 338"/>
                <a:gd name="T65" fmla="*/ 327 h 745"/>
                <a:gd name="T66" fmla="*/ 178 w 338"/>
                <a:gd name="T67" fmla="*/ 392 h 745"/>
                <a:gd name="T68" fmla="*/ 178 w 338"/>
                <a:gd name="T69" fmla="*/ 696 h 745"/>
                <a:gd name="T70" fmla="*/ 228 w 338"/>
                <a:gd name="T71" fmla="*/ 745 h 745"/>
                <a:gd name="T72" fmla="*/ 277 w 338"/>
                <a:gd name="T73" fmla="*/ 696 h 745"/>
                <a:gd name="T74" fmla="*/ 277 w 338"/>
                <a:gd name="T75" fmla="*/ 420 h 745"/>
                <a:gd name="T76" fmla="*/ 270 w 338"/>
                <a:gd name="T77" fmla="*/ 413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38" h="745">
                  <a:moveTo>
                    <a:pt x="270" y="413"/>
                  </a:moveTo>
                  <a:cubicBezTo>
                    <a:pt x="262" y="405"/>
                    <a:pt x="259" y="394"/>
                    <a:pt x="259" y="383"/>
                  </a:cubicBezTo>
                  <a:cubicBezTo>
                    <a:pt x="266" y="271"/>
                    <a:pt x="261" y="198"/>
                    <a:pt x="253" y="151"/>
                  </a:cubicBezTo>
                  <a:cubicBezTo>
                    <a:pt x="262" y="149"/>
                    <a:pt x="262" y="149"/>
                    <a:pt x="262" y="149"/>
                  </a:cubicBezTo>
                  <a:cubicBezTo>
                    <a:pt x="270" y="198"/>
                    <a:pt x="275" y="272"/>
                    <a:pt x="268" y="384"/>
                  </a:cubicBezTo>
                  <a:cubicBezTo>
                    <a:pt x="267" y="402"/>
                    <a:pt x="281" y="417"/>
                    <a:pt x="298" y="418"/>
                  </a:cubicBezTo>
                  <a:cubicBezTo>
                    <a:pt x="299" y="418"/>
                    <a:pt x="300" y="418"/>
                    <a:pt x="300" y="418"/>
                  </a:cubicBezTo>
                  <a:cubicBezTo>
                    <a:pt x="317" y="418"/>
                    <a:pt x="331" y="405"/>
                    <a:pt x="332" y="388"/>
                  </a:cubicBezTo>
                  <a:cubicBezTo>
                    <a:pt x="338" y="286"/>
                    <a:pt x="336" y="203"/>
                    <a:pt x="326" y="139"/>
                  </a:cubicBezTo>
                  <a:cubicBezTo>
                    <a:pt x="322" y="114"/>
                    <a:pt x="316" y="92"/>
                    <a:pt x="310" y="74"/>
                  </a:cubicBezTo>
                  <a:cubicBezTo>
                    <a:pt x="297" y="37"/>
                    <a:pt x="281" y="18"/>
                    <a:pt x="269" y="9"/>
                  </a:cubicBezTo>
                  <a:cubicBezTo>
                    <a:pt x="264" y="4"/>
                    <a:pt x="257" y="0"/>
                    <a:pt x="249" y="0"/>
                  </a:cubicBezTo>
                  <a:cubicBezTo>
                    <a:pt x="231" y="24"/>
                    <a:pt x="202" y="41"/>
                    <a:pt x="169" y="41"/>
                  </a:cubicBezTo>
                  <a:cubicBezTo>
                    <a:pt x="136" y="41"/>
                    <a:pt x="107" y="24"/>
                    <a:pt x="89" y="0"/>
                  </a:cubicBezTo>
                  <a:cubicBezTo>
                    <a:pt x="81" y="0"/>
                    <a:pt x="75" y="4"/>
                    <a:pt x="70" y="9"/>
                  </a:cubicBezTo>
                  <a:cubicBezTo>
                    <a:pt x="57" y="18"/>
                    <a:pt x="41" y="37"/>
                    <a:pt x="29" y="74"/>
                  </a:cubicBezTo>
                  <a:cubicBezTo>
                    <a:pt x="22" y="92"/>
                    <a:pt x="17" y="114"/>
                    <a:pt x="13" y="139"/>
                  </a:cubicBezTo>
                  <a:cubicBezTo>
                    <a:pt x="2" y="203"/>
                    <a:pt x="0" y="286"/>
                    <a:pt x="6" y="388"/>
                  </a:cubicBezTo>
                  <a:cubicBezTo>
                    <a:pt x="7" y="405"/>
                    <a:pt x="21" y="418"/>
                    <a:pt x="38" y="418"/>
                  </a:cubicBezTo>
                  <a:cubicBezTo>
                    <a:pt x="39" y="418"/>
                    <a:pt x="39" y="418"/>
                    <a:pt x="40" y="418"/>
                  </a:cubicBezTo>
                  <a:cubicBezTo>
                    <a:pt x="57" y="417"/>
                    <a:pt x="71" y="402"/>
                    <a:pt x="70" y="384"/>
                  </a:cubicBezTo>
                  <a:cubicBezTo>
                    <a:pt x="63" y="272"/>
                    <a:pt x="68" y="198"/>
                    <a:pt x="76" y="149"/>
                  </a:cubicBezTo>
                  <a:cubicBezTo>
                    <a:pt x="85" y="151"/>
                    <a:pt x="85" y="151"/>
                    <a:pt x="85" y="151"/>
                  </a:cubicBezTo>
                  <a:cubicBezTo>
                    <a:pt x="77" y="198"/>
                    <a:pt x="72" y="271"/>
                    <a:pt x="79" y="383"/>
                  </a:cubicBezTo>
                  <a:cubicBezTo>
                    <a:pt x="80" y="394"/>
                    <a:pt x="76" y="405"/>
                    <a:pt x="69" y="413"/>
                  </a:cubicBezTo>
                  <a:cubicBezTo>
                    <a:pt x="66" y="416"/>
                    <a:pt x="64" y="418"/>
                    <a:pt x="61" y="420"/>
                  </a:cubicBezTo>
                  <a:cubicBezTo>
                    <a:pt x="61" y="696"/>
                    <a:pt x="61" y="696"/>
                    <a:pt x="61" y="696"/>
                  </a:cubicBezTo>
                  <a:cubicBezTo>
                    <a:pt x="61" y="723"/>
                    <a:pt x="83" y="745"/>
                    <a:pt x="110" y="745"/>
                  </a:cubicBezTo>
                  <a:cubicBezTo>
                    <a:pt x="138" y="745"/>
                    <a:pt x="160" y="723"/>
                    <a:pt x="160" y="696"/>
                  </a:cubicBezTo>
                  <a:cubicBezTo>
                    <a:pt x="160" y="392"/>
                    <a:pt x="160" y="392"/>
                    <a:pt x="160" y="392"/>
                  </a:cubicBezTo>
                  <a:cubicBezTo>
                    <a:pt x="128" y="387"/>
                    <a:pt x="104" y="360"/>
                    <a:pt x="104" y="327"/>
                  </a:cubicBezTo>
                  <a:cubicBezTo>
                    <a:pt x="104" y="291"/>
                    <a:pt x="133" y="262"/>
                    <a:pt x="169" y="262"/>
                  </a:cubicBezTo>
                  <a:cubicBezTo>
                    <a:pt x="205" y="262"/>
                    <a:pt x="234" y="291"/>
                    <a:pt x="234" y="327"/>
                  </a:cubicBezTo>
                  <a:cubicBezTo>
                    <a:pt x="234" y="360"/>
                    <a:pt x="210" y="387"/>
                    <a:pt x="178" y="392"/>
                  </a:cubicBezTo>
                  <a:cubicBezTo>
                    <a:pt x="178" y="696"/>
                    <a:pt x="178" y="696"/>
                    <a:pt x="178" y="696"/>
                  </a:cubicBezTo>
                  <a:cubicBezTo>
                    <a:pt x="178" y="723"/>
                    <a:pt x="201" y="745"/>
                    <a:pt x="228" y="745"/>
                  </a:cubicBezTo>
                  <a:cubicBezTo>
                    <a:pt x="255" y="745"/>
                    <a:pt x="277" y="723"/>
                    <a:pt x="277" y="696"/>
                  </a:cubicBezTo>
                  <a:cubicBezTo>
                    <a:pt x="277" y="420"/>
                    <a:pt x="277" y="420"/>
                    <a:pt x="277" y="420"/>
                  </a:cubicBezTo>
                  <a:cubicBezTo>
                    <a:pt x="275" y="418"/>
                    <a:pt x="272" y="416"/>
                    <a:pt x="270" y="4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 name="Freeform 351"/>
            <p:cNvSpPr>
              <a:spLocks/>
            </p:cNvSpPr>
            <p:nvPr/>
          </p:nvSpPr>
          <p:spPr bwMode="auto">
            <a:xfrm>
              <a:off x="4200525" y="4440238"/>
              <a:ext cx="114300" cy="114300"/>
            </a:xfrm>
            <a:custGeom>
              <a:avLst/>
              <a:gdLst>
                <a:gd name="T0" fmla="*/ 43 w 72"/>
                <a:gd name="T1" fmla="*/ 36 h 72"/>
                <a:gd name="T2" fmla="*/ 72 w 72"/>
                <a:gd name="T3" fmla="*/ 7 h 72"/>
                <a:gd name="T4" fmla="*/ 65 w 72"/>
                <a:gd name="T5" fmla="*/ 0 h 72"/>
                <a:gd name="T6" fmla="*/ 36 w 72"/>
                <a:gd name="T7" fmla="*/ 28 h 72"/>
                <a:gd name="T8" fmla="*/ 7 w 72"/>
                <a:gd name="T9" fmla="*/ 0 h 72"/>
                <a:gd name="T10" fmla="*/ 0 w 72"/>
                <a:gd name="T11" fmla="*/ 7 h 72"/>
                <a:gd name="T12" fmla="*/ 29 w 72"/>
                <a:gd name="T13" fmla="*/ 36 h 72"/>
                <a:gd name="T14" fmla="*/ 0 w 72"/>
                <a:gd name="T15" fmla="*/ 64 h 72"/>
                <a:gd name="T16" fmla="*/ 7 w 72"/>
                <a:gd name="T17" fmla="*/ 72 h 72"/>
                <a:gd name="T18" fmla="*/ 36 w 72"/>
                <a:gd name="T19" fmla="*/ 43 h 72"/>
                <a:gd name="T20" fmla="*/ 65 w 72"/>
                <a:gd name="T21" fmla="*/ 72 h 72"/>
                <a:gd name="T22" fmla="*/ 72 w 72"/>
                <a:gd name="T23" fmla="*/ 64 h 72"/>
                <a:gd name="T24" fmla="*/ 43 w 72"/>
                <a:gd name="T25" fmla="*/ 3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72">
                  <a:moveTo>
                    <a:pt x="43" y="36"/>
                  </a:moveTo>
                  <a:lnTo>
                    <a:pt x="72" y="7"/>
                  </a:lnTo>
                  <a:lnTo>
                    <a:pt x="65" y="0"/>
                  </a:lnTo>
                  <a:lnTo>
                    <a:pt x="36" y="28"/>
                  </a:lnTo>
                  <a:lnTo>
                    <a:pt x="7" y="0"/>
                  </a:lnTo>
                  <a:lnTo>
                    <a:pt x="0" y="7"/>
                  </a:lnTo>
                  <a:lnTo>
                    <a:pt x="29" y="36"/>
                  </a:lnTo>
                  <a:lnTo>
                    <a:pt x="0" y="64"/>
                  </a:lnTo>
                  <a:lnTo>
                    <a:pt x="7" y="72"/>
                  </a:lnTo>
                  <a:lnTo>
                    <a:pt x="36" y="43"/>
                  </a:lnTo>
                  <a:lnTo>
                    <a:pt x="65" y="72"/>
                  </a:lnTo>
                  <a:lnTo>
                    <a:pt x="72" y="64"/>
                  </a:lnTo>
                  <a:lnTo>
                    <a:pt x="43"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 name="Freeform 352"/>
            <p:cNvSpPr>
              <a:spLocks noEditPoints="1"/>
            </p:cNvSpPr>
            <p:nvPr/>
          </p:nvSpPr>
          <p:spPr bwMode="auto">
            <a:xfrm>
              <a:off x="4111625" y="3719513"/>
              <a:ext cx="293688" cy="293688"/>
            </a:xfrm>
            <a:custGeom>
              <a:avLst/>
              <a:gdLst>
                <a:gd name="T0" fmla="*/ 90 w 180"/>
                <a:gd name="T1" fmla="*/ 180 h 180"/>
                <a:gd name="T2" fmla="*/ 180 w 180"/>
                <a:gd name="T3" fmla="*/ 90 h 180"/>
                <a:gd name="T4" fmla="*/ 90 w 180"/>
                <a:gd name="T5" fmla="*/ 0 h 180"/>
                <a:gd name="T6" fmla="*/ 0 w 180"/>
                <a:gd name="T7" fmla="*/ 90 h 180"/>
                <a:gd name="T8" fmla="*/ 90 w 180"/>
                <a:gd name="T9" fmla="*/ 180 h 180"/>
                <a:gd name="T10" fmla="*/ 138 w 180"/>
                <a:gd name="T11" fmla="*/ 144 h 180"/>
                <a:gd name="T12" fmla="*/ 130 w 180"/>
                <a:gd name="T13" fmla="*/ 154 h 180"/>
                <a:gd name="T14" fmla="*/ 52 w 180"/>
                <a:gd name="T15" fmla="*/ 154 h 180"/>
                <a:gd name="T16" fmla="*/ 44 w 180"/>
                <a:gd name="T17" fmla="*/ 145 h 180"/>
                <a:gd name="T18" fmla="*/ 138 w 180"/>
                <a:gd name="T19" fmla="*/ 144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0" h="180">
                  <a:moveTo>
                    <a:pt x="90" y="180"/>
                  </a:moveTo>
                  <a:cubicBezTo>
                    <a:pt x="140" y="180"/>
                    <a:pt x="180" y="140"/>
                    <a:pt x="180" y="90"/>
                  </a:cubicBezTo>
                  <a:cubicBezTo>
                    <a:pt x="180" y="41"/>
                    <a:pt x="140" y="0"/>
                    <a:pt x="90" y="0"/>
                  </a:cubicBezTo>
                  <a:cubicBezTo>
                    <a:pt x="40" y="0"/>
                    <a:pt x="0" y="41"/>
                    <a:pt x="0" y="90"/>
                  </a:cubicBezTo>
                  <a:cubicBezTo>
                    <a:pt x="0" y="140"/>
                    <a:pt x="40" y="180"/>
                    <a:pt x="90" y="180"/>
                  </a:cubicBezTo>
                  <a:close/>
                  <a:moveTo>
                    <a:pt x="138" y="144"/>
                  </a:moveTo>
                  <a:cubicBezTo>
                    <a:pt x="130" y="154"/>
                    <a:pt x="130" y="154"/>
                    <a:pt x="130" y="154"/>
                  </a:cubicBezTo>
                  <a:cubicBezTo>
                    <a:pt x="89" y="120"/>
                    <a:pt x="53" y="153"/>
                    <a:pt x="52" y="154"/>
                  </a:cubicBezTo>
                  <a:cubicBezTo>
                    <a:pt x="44" y="145"/>
                    <a:pt x="44" y="145"/>
                    <a:pt x="44" y="145"/>
                  </a:cubicBezTo>
                  <a:cubicBezTo>
                    <a:pt x="44" y="145"/>
                    <a:pt x="88" y="104"/>
                    <a:pt x="138"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 name="Freeform 353"/>
            <p:cNvSpPr>
              <a:spLocks noEditPoints="1"/>
            </p:cNvSpPr>
            <p:nvPr/>
          </p:nvSpPr>
          <p:spPr bwMode="auto">
            <a:xfrm>
              <a:off x="3705225" y="3367088"/>
              <a:ext cx="496888" cy="438150"/>
            </a:xfrm>
            <a:custGeom>
              <a:avLst/>
              <a:gdLst>
                <a:gd name="T0" fmla="*/ 106 w 305"/>
                <a:gd name="T1" fmla="*/ 200 h 268"/>
                <a:gd name="T2" fmla="*/ 208 w 305"/>
                <a:gd name="T3" fmla="*/ 251 h 268"/>
                <a:gd name="T4" fmla="*/ 183 w 305"/>
                <a:gd name="T5" fmla="*/ 253 h 268"/>
                <a:gd name="T6" fmla="*/ 205 w 305"/>
                <a:gd name="T7" fmla="*/ 212 h 268"/>
                <a:gd name="T8" fmla="*/ 134 w 305"/>
                <a:gd name="T9" fmla="*/ 208 h 268"/>
                <a:gd name="T10" fmla="*/ 243 w 305"/>
                <a:gd name="T11" fmla="*/ 143 h 268"/>
                <a:gd name="T12" fmla="*/ 275 w 305"/>
                <a:gd name="T13" fmla="*/ 34 h 268"/>
                <a:gd name="T14" fmla="*/ 38 w 305"/>
                <a:gd name="T15" fmla="*/ 145 h 268"/>
                <a:gd name="T16" fmla="*/ 192 w 305"/>
                <a:gd name="T17" fmla="*/ 220 h 268"/>
                <a:gd name="T18" fmla="*/ 96 w 305"/>
                <a:gd name="T19" fmla="*/ 166 h 268"/>
                <a:gd name="T20" fmla="*/ 207 w 305"/>
                <a:gd name="T21" fmla="*/ 88 h 268"/>
                <a:gd name="T22" fmla="*/ 92 w 305"/>
                <a:gd name="T23" fmla="*/ 75 h 268"/>
                <a:gd name="T24" fmla="*/ 225 w 305"/>
                <a:gd name="T25" fmla="*/ 125 h 268"/>
                <a:gd name="T26" fmla="*/ 176 w 305"/>
                <a:gd name="T27" fmla="*/ 171 h 268"/>
                <a:gd name="T28" fmla="*/ 138 w 305"/>
                <a:gd name="T29" fmla="*/ 179 h 268"/>
                <a:gd name="T30" fmla="*/ 119 w 305"/>
                <a:gd name="T31" fmla="*/ 176 h 268"/>
                <a:gd name="T32" fmla="*/ 128 w 305"/>
                <a:gd name="T33" fmla="*/ 185 h 268"/>
                <a:gd name="T34" fmla="*/ 200 w 305"/>
                <a:gd name="T35" fmla="*/ 181 h 268"/>
                <a:gd name="T36" fmla="*/ 203 w 305"/>
                <a:gd name="T37" fmla="*/ 162 h 268"/>
                <a:gd name="T38" fmla="*/ 146 w 305"/>
                <a:gd name="T39" fmla="*/ 163 h 268"/>
                <a:gd name="T40" fmla="*/ 210 w 305"/>
                <a:gd name="T41" fmla="*/ 160 h 268"/>
                <a:gd name="T42" fmla="*/ 168 w 305"/>
                <a:gd name="T43" fmla="*/ 134 h 268"/>
                <a:gd name="T44" fmla="*/ 204 w 305"/>
                <a:gd name="T45" fmla="*/ 118 h 268"/>
                <a:gd name="T46" fmla="*/ 83 w 305"/>
                <a:gd name="T47" fmla="*/ 98 h 268"/>
                <a:gd name="T48" fmla="*/ 145 w 305"/>
                <a:gd name="T49" fmla="*/ 114 h 268"/>
                <a:gd name="T50" fmla="*/ 186 w 305"/>
                <a:gd name="T51" fmla="*/ 117 h 268"/>
                <a:gd name="T52" fmla="*/ 186 w 305"/>
                <a:gd name="T53" fmla="*/ 117 h 268"/>
                <a:gd name="T54" fmla="*/ 119 w 305"/>
                <a:gd name="T55" fmla="*/ 98 h 268"/>
                <a:gd name="T56" fmla="*/ 180 w 305"/>
                <a:gd name="T57" fmla="*/ 109 h 268"/>
                <a:gd name="T58" fmla="*/ 191 w 305"/>
                <a:gd name="T59" fmla="*/ 110 h 268"/>
                <a:gd name="T60" fmla="*/ 203 w 305"/>
                <a:gd name="T61" fmla="*/ 100 h 268"/>
                <a:gd name="T62" fmla="*/ 189 w 305"/>
                <a:gd name="T63" fmla="*/ 97 h 268"/>
                <a:gd name="T64" fmla="*/ 175 w 305"/>
                <a:gd name="T65" fmla="*/ 96 h 268"/>
                <a:gd name="T66" fmla="*/ 175 w 305"/>
                <a:gd name="T67" fmla="*/ 96 h 268"/>
                <a:gd name="T68" fmla="*/ 122 w 305"/>
                <a:gd name="T69" fmla="*/ 89 h 268"/>
                <a:gd name="T70" fmla="*/ 167 w 305"/>
                <a:gd name="T71" fmla="*/ 127 h 268"/>
                <a:gd name="T72" fmla="*/ 134 w 305"/>
                <a:gd name="T73" fmla="*/ 139 h 268"/>
                <a:gd name="T74" fmla="*/ 213 w 305"/>
                <a:gd name="T75" fmla="*/ 111 h 268"/>
                <a:gd name="T76" fmla="*/ 213 w 305"/>
                <a:gd name="T77" fmla="*/ 111 h 268"/>
                <a:gd name="T78" fmla="*/ 240 w 305"/>
                <a:gd name="T79" fmla="*/ 109 h 268"/>
                <a:gd name="T80" fmla="*/ 81 w 305"/>
                <a:gd name="T81" fmla="*/ 123 h 268"/>
                <a:gd name="T82" fmla="*/ 105 w 305"/>
                <a:gd name="T83" fmla="*/ 141 h 268"/>
                <a:gd name="T84" fmla="*/ 57 w 305"/>
                <a:gd name="T85" fmla="*/ 103 h 268"/>
                <a:gd name="T86" fmla="*/ 45 w 305"/>
                <a:gd name="T87" fmla="*/ 130 h 268"/>
                <a:gd name="T88" fmla="*/ 109 w 305"/>
                <a:gd name="T89" fmla="*/ 159 h 268"/>
                <a:gd name="T90" fmla="*/ 110 w 305"/>
                <a:gd name="T91" fmla="*/ 173 h 268"/>
                <a:gd name="T92" fmla="*/ 112 w 305"/>
                <a:gd name="T93" fmla="*/ 188 h 268"/>
                <a:gd name="T94" fmla="*/ 167 w 305"/>
                <a:gd name="T95" fmla="*/ 201 h 268"/>
                <a:gd name="T96" fmla="*/ 217 w 305"/>
                <a:gd name="T97" fmla="*/ 181 h 268"/>
                <a:gd name="T98" fmla="*/ 221 w 305"/>
                <a:gd name="T99" fmla="*/ 166 h 268"/>
                <a:gd name="T100" fmla="*/ 221 w 305"/>
                <a:gd name="T101" fmla="*/ 166 h 268"/>
                <a:gd name="T102" fmla="*/ 228 w 305"/>
                <a:gd name="T103" fmla="*/ 149 h 268"/>
                <a:gd name="T104" fmla="*/ 243 w 305"/>
                <a:gd name="T105" fmla="*/ 115 h 268"/>
                <a:gd name="T106" fmla="*/ 285 w 305"/>
                <a:gd name="T107" fmla="*/ 78 h 268"/>
                <a:gd name="T108" fmla="*/ 205 w 305"/>
                <a:gd name="T109" fmla="*/ 31 h 268"/>
                <a:gd name="T110" fmla="*/ 135 w 305"/>
                <a:gd name="T111" fmla="*/ 12 h 268"/>
                <a:gd name="T112" fmla="*/ 73 w 305"/>
                <a:gd name="T113" fmla="*/ 90 h 268"/>
                <a:gd name="T114" fmla="*/ 27 w 305"/>
                <a:gd name="T115" fmla="*/ 111 h 268"/>
                <a:gd name="T116" fmla="*/ 34 w 305"/>
                <a:gd name="T117" fmla="*/ 136 h 268"/>
                <a:gd name="T118" fmla="*/ 98 w 305"/>
                <a:gd name="T119" fmla="*/ 157 h 268"/>
                <a:gd name="T120" fmla="*/ 56 w 305"/>
                <a:gd name="T121" fmla="*/ 148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05" h="268">
                  <a:moveTo>
                    <a:pt x="100" y="179"/>
                  </a:moveTo>
                  <a:cubicBezTo>
                    <a:pt x="101" y="180"/>
                    <a:pt x="101" y="181"/>
                    <a:pt x="102" y="181"/>
                  </a:cubicBezTo>
                  <a:cubicBezTo>
                    <a:pt x="102" y="182"/>
                    <a:pt x="101" y="182"/>
                    <a:pt x="101" y="183"/>
                  </a:cubicBezTo>
                  <a:cubicBezTo>
                    <a:pt x="97" y="191"/>
                    <a:pt x="100" y="196"/>
                    <a:pt x="106" y="200"/>
                  </a:cubicBezTo>
                  <a:cubicBezTo>
                    <a:pt x="102" y="218"/>
                    <a:pt x="116" y="233"/>
                    <a:pt x="135" y="236"/>
                  </a:cubicBezTo>
                  <a:cubicBezTo>
                    <a:pt x="142" y="238"/>
                    <a:pt x="150" y="238"/>
                    <a:pt x="157" y="237"/>
                  </a:cubicBezTo>
                  <a:cubicBezTo>
                    <a:pt x="158" y="240"/>
                    <a:pt x="159" y="243"/>
                    <a:pt x="160" y="246"/>
                  </a:cubicBezTo>
                  <a:cubicBezTo>
                    <a:pt x="170" y="264"/>
                    <a:pt x="195" y="268"/>
                    <a:pt x="208" y="251"/>
                  </a:cubicBezTo>
                  <a:cubicBezTo>
                    <a:pt x="209" y="250"/>
                    <a:pt x="208" y="248"/>
                    <a:pt x="207" y="247"/>
                  </a:cubicBezTo>
                  <a:cubicBezTo>
                    <a:pt x="199" y="244"/>
                    <a:pt x="198" y="245"/>
                    <a:pt x="189" y="244"/>
                  </a:cubicBezTo>
                  <a:cubicBezTo>
                    <a:pt x="184" y="244"/>
                    <a:pt x="177" y="250"/>
                    <a:pt x="184" y="251"/>
                  </a:cubicBezTo>
                  <a:cubicBezTo>
                    <a:pt x="198" y="253"/>
                    <a:pt x="191" y="256"/>
                    <a:pt x="183" y="253"/>
                  </a:cubicBezTo>
                  <a:cubicBezTo>
                    <a:pt x="179" y="251"/>
                    <a:pt x="174" y="247"/>
                    <a:pt x="172" y="243"/>
                  </a:cubicBezTo>
                  <a:cubicBezTo>
                    <a:pt x="170" y="240"/>
                    <a:pt x="170" y="238"/>
                    <a:pt x="169" y="236"/>
                  </a:cubicBezTo>
                  <a:cubicBezTo>
                    <a:pt x="184" y="233"/>
                    <a:pt x="198" y="227"/>
                    <a:pt x="207" y="217"/>
                  </a:cubicBezTo>
                  <a:cubicBezTo>
                    <a:pt x="210" y="215"/>
                    <a:pt x="208" y="212"/>
                    <a:pt x="205" y="212"/>
                  </a:cubicBezTo>
                  <a:cubicBezTo>
                    <a:pt x="190" y="211"/>
                    <a:pt x="161" y="215"/>
                    <a:pt x="157" y="231"/>
                  </a:cubicBezTo>
                  <a:cubicBezTo>
                    <a:pt x="143" y="232"/>
                    <a:pt x="128" y="229"/>
                    <a:pt x="122" y="219"/>
                  </a:cubicBezTo>
                  <a:cubicBezTo>
                    <a:pt x="118" y="214"/>
                    <a:pt x="116" y="209"/>
                    <a:pt x="116" y="204"/>
                  </a:cubicBezTo>
                  <a:cubicBezTo>
                    <a:pt x="123" y="206"/>
                    <a:pt x="130" y="207"/>
                    <a:pt x="134" y="208"/>
                  </a:cubicBezTo>
                  <a:cubicBezTo>
                    <a:pt x="149" y="210"/>
                    <a:pt x="249" y="206"/>
                    <a:pt x="240" y="178"/>
                  </a:cubicBezTo>
                  <a:cubicBezTo>
                    <a:pt x="238" y="174"/>
                    <a:pt x="234" y="171"/>
                    <a:pt x="230" y="169"/>
                  </a:cubicBezTo>
                  <a:cubicBezTo>
                    <a:pt x="232" y="165"/>
                    <a:pt x="234" y="161"/>
                    <a:pt x="232" y="157"/>
                  </a:cubicBezTo>
                  <a:cubicBezTo>
                    <a:pt x="237" y="154"/>
                    <a:pt x="241" y="149"/>
                    <a:pt x="243" y="143"/>
                  </a:cubicBezTo>
                  <a:cubicBezTo>
                    <a:pt x="257" y="136"/>
                    <a:pt x="268" y="126"/>
                    <a:pt x="272" y="109"/>
                  </a:cubicBezTo>
                  <a:cubicBezTo>
                    <a:pt x="272" y="108"/>
                    <a:pt x="273" y="107"/>
                    <a:pt x="273" y="105"/>
                  </a:cubicBezTo>
                  <a:cubicBezTo>
                    <a:pt x="279" y="102"/>
                    <a:pt x="285" y="98"/>
                    <a:pt x="289" y="93"/>
                  </a:cubicBezTo>
                  <a:cubicBezTo>
                    <a:pt x="305" y="73"/>
                    <a:pt x="295" y="46"/>
                    <a:pt x="275" y="34"/>
                  </a:cubicBezTo>
                  <a:cubicBezTo>
                    <a:pt x="253" y="22"/>
                    <a:pt x="225" y="21"/>
                    <a:pt x="199" y="25"/>
                  </a:cubicBezTo>
                  <a:cubicBezTo>
                    <a:pt x="176" y="1"/>
                    <a:pt x="138" y="0"/>
                    <a:pt x="107" y="12"/>
                  </a:cubicBezTo>
                  <a:cubicBezTo>
                    <a:pt x="66" y="28"/>
                    <a:pt x="28" y="63"/>
                    <a:pt x="12" y="103"/>
                  </a:cubicBezTo>
                  <a:cubicBezTo>
                    <a:pt x="0" y="130"/>
                    <a:pt x="17" y="141"/>
                    <a:pt x="38" y="145"/>
                  </a:cubicBezTo>
                  <a:cubicBezTo>
                    <a:pt x="51" y="165"/>
                    <a:pt x="80" y="174"/>
                    <a:pt x="100" y="179"/>
                  </a:cubicBezTo>
                  <a:close/>
                  <a:moveTo>
                    <a:pt x="192" y="220"/>
                  </a:moveTo>
                  <a:cubicBezTo>
                    <a:pt x="186" y="223"/>
                    <a:pt x="178" y="227"/>
                    <a:pt x="170" y="229"/>
                  </a:cubicBezTo>
                  <a:cubicBezTo>
                    <a:pt x="173" y="223"/>
                    <a:pt x="182" y="220"/>
                    <a:pt x="192" y="220"/>
                  </a:cubicBezTo>
                  <a:close/>
                  <a:moveTo>
                    <a:pt x="73" y="161"/>
                  </a:moveTo>
                  <a:cubicBezTo>
                    <a:pt x="73" y="161"/>
                    <a:pt x="74" y="161"/>
                    <a:pt x="74" y="161"/>
                  </a:cubicBezTo>
                  <a:cubicBezTo>
                    <a:pt x="81" y="162"/>
                    <a:pt x="89" y="164"/>
                    <a:pt x="96" y="165"/>
                  </a:cubicBezTo>
                  <a:cubicBezTo>
                    <a:pt x="96" y="165"/>
                    <a:pt x="96" y="166"/>
                    <a:pt x="96" y="166"/>
                  </a:cubicBezTo>
                  <a:cubicBezTo>
                    <a:pt x="96" y="168"/>
                    <a:pt x="96" y="169"/>
                    <a:pt x="97" y="171"/>
                  </a:cubicBezTo>
                  <a:cubicBezTo>
                    <a:pt x="88" y="168"/>
                    <a:pt x="80" y="165"/>
                    <a:pt x="73" y="161"/>
                  </a:cubicBezTo>
                  <a:close/>
                  <a:moveTo>
                    <a:pt x="190" y="33"/>
                  </a:moveTo>
                  <a:cubicBezTo>
                    <a:pt x="204" y="48"/>
                    <a:pt x="210" y="70"/>
                    <a:pt x="207" y="88"/>
                  </a:cubicBezTo>
                  <a:cubicBezTo>
                    <a:pt x="194" y="85"/>
                    <a:pt x="179" y="83"/>
                    <a:pt x="165" y="83"/>
                  </a:cubicBezTo>
                  <a:cubicBezTo>
                    <a:pt x="165" y="83"/>
                    <a:pt x="164" y="83"/>
                    <a:pt x="163" y="83"/>
                  </a:cubicBezTo>
                  <a:cubicBezTo>
                    <a:pt x="138" y="79"/>
                    <a:pt x="110" y="81"/>
                    <a:pt x="85" y="87"/>
                  </a:cubicBezTo>
                  <a:cubicBezTo>
                    <a:pt x="87" y="83"/>
                    <a:pt x="89" y="79"/>
                    <a:pt x="92" y="75"/>
                  </a:cubicBezTo>
                  <a:cubicBezTo>
                    <a:pt x="115" y="50"/>
                    <a:pt x="155" y="37"/>
                    <a:pt x="190" y="33"/>
                  </a:cubicBezTo>
                  <a:close/>
                  <a:moveTo>
                    <a:pt x="233" y="140"/>
                  </a:moveTo>
                  <a:cubicBezTo>
                    <a:pt x="232" y="141"/>
                    <a:pt x="230" y="142"/>
                    <a:pt x="228" y="142"/>
                  </a:cubicBezTo>
                  <a:cubicBezTo>
                    <a:pt x="229" y="137"/>
                    <a:pt x="228" y="131"/>
                    <a:pt x="225" y="125"/>
                  </a:cubicBezTo>
                  <a:cubicBezTo>
                    <a:pt x="224" y="122"/>
                    <a:pt x="222" y="119"/>
                    <a:pt x="220" y="117"/>
                  </a:cubicBezTo>
                  <a:cubicBezTo>
                    <a:pt x="223" y="117"/>
                    <a:pt x="227" y="117"/>
                    <a:pt x="231" y="116"/>
                  </a:cubicBezTo>
                  <a:cubicBezTo>
                    <a:pt x="235" y="123"/>
                    <a:pt x="236" y="131"/>
                    <a:pt x="233" y="140"/>
                  </a:cubicBezTo>
                  <a:close/>
                  <a:moveTo>
                    <a:pt x="176" y="171"/>
                  </a:moveTo>
                  <a:cubicBezTo>
                    <a:pt x="183" y="171"/>
                    <a:pt x="191" y="170"/>
                    <a:pt x="199" y="169"/>
                  </a:cubicBezTo>
                  <a:cubicBezTo>
                    <a:pt x="199" y="169"/>
                    <a:pt x="199" y="169"/>
                    <a:pt x="200" y="169"/>
                  </a:cubicBezTo>
                  <a:cubicBezTo>
                    <a:pt x="194" y="173"/>
                    <a:pt x="188" y="175"/>
                    <a:pt x="181" y="176"/>
                  </a:cubicBezTo>
                  <a:cubicBezTo>
                    <a:pt x="168" y="179"/>
                    <a:pt x="153" y="180"/>
                    <a:pt x="138" y="179"/>
                  </a:cubicBezTo>
                  <a:cubicBezTo>
                    <a:pt x="144" y="175"/>
                    <a:pt x="151" y="173"/>
                    <a:pt x="158" y="171"/>
                  </a:cubicBezTo>
                  <a:cubicBezTo>
                    <a:pt x="164" y="171"/>
                    <a:pt x="170" y="171"/>
                    <a:pt x="176" y="171"/>
                  </a:cubicBezTo>
                  <a:close/>
                  <a:moveTo>
                    <a:pt x="124" y="177"/>
                  </a:moveTo>
                  <a:cubicBezTo>
                    <a:pt x="122" y="177"/>
                    <a:pt x="121" y="177"/>
                    <a:pt x="119" y="176"/>
                  </a:cubicBezTo>
                  <a:cubicBezTo>
                    <a:pt x="123" y="174"/>
                    <a:pt x="126" y="172"/>
                    <a:pt x="130" y="169"/>
                  </a:cubicBezTo>
                  <a:cubicBezTo>
                    <a:pt x="132" y="170"/>
                    <a:pt x="134" y="170"/>
                    <a:pt x="137" y="170"/>
                  </a:cubicBezTo>
                  <a:cubicBezTo>
                    <a:pt x="132" y="172"/>
                    <a:pt x="128" y="174"/>
                    <a:pt x="124" y="177"/>
                  </a:cubicBezTo>
                  <a:close/>
                  <a:moveTo>
                    <a:pt x="128" y="185"/>
                  </a:moveTo>
                  <a:cubicBezTo>
                    <a:pt x="152" y="188"/>
                    <a:pt x="176" y="187"/>
                    <a:pt x="198" y="179"/>
                  </a:cubicBezTo>
                  <a:cubicBezTo>
                    <a:pt x="202" y="177"/>
                    <a:pt x="206" y="174"/>
                    <a:pt x="210" y="171"/>
                  </a:cubicBezTo>
                  <a:cubicBezTo>
                    <a:pt x="212" y="172"/>
                    <a:pt x="213" y="172"/>
                    <a:pt x="215" y="173"/>
                  </a:cubicBezTo>
                  <a:cubicBezTo>
                    <a:pt x="210" y="177"/>
                    <a:pt x="203" y="180"/>
                    <a:pt x="200" y="181"/>
                  </a:cubicBezTo>
                  <a:cubicBezTo>
                    <a:pt x="182" y="189"/>
                    <a:pt x="149" y="193"/>
                    <a:pt x="127" y="185"/>
                  </a:cubicBezTo>
                  <a:cubicBezTo>
                    <a:pt x="128" y="185"/>
                    <a:pt x="128" y="185"/>
                    <a:pt x="128" y="185"/>
                  </a:cubicBezTo>
                  <a:close/>
                  <a:moveTo>
                    <a:pt x="210" y="160"/>
                  </a:moveTo>
                  <a:cubicBezTo>
                    <a:pt x="208" y="161"/>
                    <a:pt x="205" y="161"/>
                    <a:pt x="203" y="162"/>
                  </a:cubicBezTo>
                  <a:cubicBezTo>
                    <a:pt x="195" y="160"/>
                    <a:pt x="186" y="160"/>
                    <a:pt x="177" y="161"/>
                  </a:cubicBezTo>
                  <a:cubicBezTo>
                    <a:pt x="171" y="161"/>
                    <a:pt x="165" y="162"/>
                    <a:pt x="158" y="164"/>
                  </a:cubicBezTo>
                  <a:cubicBezTo>
                    <a:pt x="158" y="164"/>
                    <a:pt x="158" y="164"/>
                    <a:pt x="157" y="164"/>
                  </a:cubicBezTo>
                  <a:cubicBezTo>
                    <a:pt x="153" y="163"/>
                    <a:pt x="149" y="163"/>
                    <a:pt x="146" y="163"/>
                  </a:cubicBezTo>
                  <a:cubicBezTo>
                    <a:pt x="155" y="160"/>
                    <a:pt x="164" y="158"/>
                    <a:pt x="173" y="156"/>
                  </a:cubicBezTo>
                  <a:cubicBezTo>
                    <a:pt x="183" y="156"/>
                    <a:pt x="194" y="156"/>
                    <a:pt x="204" y="154"/>
                  </a:cubicBezTo>
                  <a:cubicBezTo>
                    <a:pt x="207" y="155"/>
                    <a:pt x="210" y="155"/>
                    <a:pt x="213" y="156"/>
                  </a:cubicBezTo>
                  <a:cubicBezTo>
                    <a:pt x="212" y="157"/>
                    <a:pt x="211" y="159"/>
                    <a:pt x="210" y="160"/>
                  </a:cubicBezTo>
                  <a:close/>
                  <a:moveTo>
                    <a:pt x="212" y="146"/>
                  </a:moveTo>
                  <a:cubicBezTo>
                    <a:pt x="200" y="145"/>
                    <a:pt x="186" y="147"/>
                    <a:pt x="173" y="149"/>
                  </a:cubicBezTo>
                  <a:cubicBezTo>
                    <a:pt x="160" y="149"/>
                    <a:pt x="147" y="148"/>
                    <a:pt x="134" y="147"/>
                  </a:cubicBezTo>
                  <a:cubicBezTo>
                    <a:pt x="147" y="144"/>
                    <a:pt x="158" y="140"/>
                    <a:pt x="168" y="134"/>
                  </a:cubicBezTo>
                  <a:cubicBezTo>
                    <a:pt x="172" y="133"/>
                    <a:pt x="175" y="132"/>
                    <a:pt x="178" y="131"/>
                  </a:cubicBezTo>
                  <a:cubicBezTo>
                    <a:pt x="187" y="128"/>
                    <a:pt x="195" y="123"/>
                    <a:pt x="201" y="118"/>
                  </a:cubicBezTo>
                  <a:cubicBezTo>
                    <a:pt x="201" y="118"/>
                    <a:pt x="201" y="118"/>
                    <a:pt x="201" y="118"/>
                  </a:cubicBezTo>
                  <a:cubicBezTo>
                    <a:pt x="202" y="118"/>
                    <a:pt x="203" y="118"/>
                    <a:pt x="204" y="118"/>
                  </a:cubicBezTo>
                  <a:cubicBezTo>
                    <a:pt x="212" y="124"/>
                    <a:pt x="217" y="132"/>
                    <a:pt x="217" y="142"/>
                  </a:cubicBezTo>
                  <a:cubicBezTo>
                    <a:pt x="217" y="144"/>
                    <a:pt x="216" y="145"/>
                    <a:pt x="216" y="146"/>
                  </a:cubicBezTo>
                  <a:cubicBezTo>
                    <a:pt x="215" y="146"/>
                    <a:pt x="213" y="146"/>
                    <a:pt x="212" y="146"/>
                  </a:cubicBezTo>
                  <a:close/>
                  <a:moveTo>
                    <a:pt x="83" y="98"/>
                  </a:moveTo>
                  <a:cubicBezTo>
                    <a:pt x="90" y="97"/>
                    <a:pt x="98" y="97"/>
                    <a:pt x="105" y="96"/>
                  </a:cubicBezTo>
                  <a:cubicBezTo>
                    <a:pt x="104" y="97"/>
                    <a:pt x="102" y="100"/>
                    <a:pt x="105" y="102"/>
                  </a:cubicBezTo>
                  <a:cubicBezTo>
                    <a:pt x="117" y="107"/>
                    <a:pt x="131" y="111"/>
                    <a:pt x="145" y="114"/>
                  </a:cubicBezTo>
                  <a:cubicBezTo>
                    <a:pt x="145" y="114"/>
                    <a:pt x="145" y="114"/>
                    <a:pt x="145" y="114"/>
                  </a:cubicBezTo>
                  <a:cubicBezTo>
                    <a:pt x="138" y="118"/>
                    <a:pt x="128" y="123"/>
                    <a:pt x="120" y="131"/>
                  </a:cubicBezTo>
                  <a:cubicBezTo>
                    <a:pt x="109" y="129"/>
                    <a:pt x="99" y="125"/>
                    <a:pt x="91" y="118"/>
                  </a:cubicBezTo>
                  <a:cubicBezTo>
                    <a:pt x="85" y="112"/>
                    <a:pt x="83" y="105"/>
                    <a:pt x="83" y="98"/>
                  </a:cubicBezTo>
                  <a:close/>
                  <a:moveTo>
                    <a:pt x="186" y="117"/>
                  </a:moveTo>
                  <a:cubicBezTo>
                    <a:pt x="187" y="117"/>
                    <a:pt x="188" y="117"/>
                    <a:pt x="188" y="117"/>
                  </a:cubicBezTo>
                  <a:cubicBezTo>
                    <a:pt x="187" y="118"/>
                    <a:pt x="185" y="119"/>
                    <a:pt x="184" y="120"/>
                  </a:cubicBezTo>
                  <a:cubicBezTo>
                    <a:pt x="185" y="119"/>
                    <a:pt x="185" y="119"/>
                    <a:pt x="186" y="118"/>
                  </a:cubicBezTo>
                  <a:cubicBezTo>
                    <a:pt x="186" y="117"/>
                    <a:pt x="186" y="117"/>
                    <a:pt x="186" y="117"/>
                  </a:cubicBezTo>
                  <a:close/>
                  <a:moveTo>
                    <a:pt x="122" y="96"/>
                  </a:moveTo>
                  <a:cubicBezTo>
                    <a:pt x="139" y="97"/>
                    <a:pt x="155" y="99"/>
                    <a:pt x="171" y="103"/>
                  </a:cubicBezTo>
                  <a:cubicBezTo>
                    <a:pt x="167" y="104"/>
                    <a:pt x="163" y="106"/>
                    <a:pt x="160" y="107"/>
                  </a:cubicBezTo>
                  <a:cubicBezTo>
                    <a:pt x="146" y="105"/>
                    <a:pt x="132" y="103"/>
                    <a:pt x="119" y="98"/>
                  </a:cubicBezTo>
                  <a:cubicBezTo>
                    <a:pt x="120" y="97"/>
                    <a:pt x="121" y="97"/>
                    <a:pt x="122" y="96"/>
                  </a:cubicBezTo>
                  <a:close/>
                  <a:moveTo>
                    <a:pt x="180" y="107"/>
                  </a:moveTo>
                  <a:cubicBezTo>
                    <a:pt x="180" y="108"/>
                    <a:pt x="180" y="108"/>
                    <a:pt x="180" y="109"/>
                  </a:cubicBezTo>
                  <a:cubicBezTo>
                    <a:pt x="180" y="109"/>
                    <a:pt x="180" y="109"/>
                    <a:pt x="180" y="109"/>
                  </a:cubicBezTo>
                  <a:cubicBezTo>
                    <a:pt x="178" y="109"/>
                    <a:pt x="176" y="109"/>
                    <a:pt x="174" y="109"/>
                  </a:cubicBezTo>
                  <a:cubicBezTo>
                    <a:pt x="176" y="108"/>
                    <a:pt x="178" y="108"/>
                    <a:pt x="180" y="107"/>
                  </a:cubicBezTo>
                  <a:close/>
                  <a:moveTo>
                    <a:pt x="190" y="110"/>
                  </a:moveTo>
                  <a:cubicBezTo>
                    <a:pt x="191" y="110"/>
                    <a:pt x="191" y="110"/>
                    <a:pt x="191" y="110"/>
                  </a:cubicBezTo>
                  <a:cubicBezTo>
                    <a:pt x="191" y="110"/>
                    <a:pt x="190" y="110"/>
                    <a:pt x="190" y="110"/>
                  </a:cubicBezTo>
                  <a:cubicBezTo>
                    <a:pt x="190" y="110"/>
                    <a:pt x="190" y="110"/>
                    <a:pt x="190" y="110"/>
                  </a:cubicBezTo>
                  <a:close/>
                  <a:moveTo>
                    <a:pt x="196" y="102"/>
                  </a:moveTo>
                  <a:cubicBezTo>
                    <a:pt x="198" y="101"/>
                    <a:pt x="201" y="101"/>
                    <a:pt x="203" y="100"/>
                  </a:cubicBezTo>
                  <a:cubicBezTo>
                    <a:pt x="202" y="101"/>
                    <a:pt x="201" y="102"/>
                    <a:pt x="201" y="104"/>
                  </a:cubicBezTo>
                  <a:cubicBezTo>
                    <a:pt x="199" y="103"/>
                    <a:pt x="198" y="102"/>
                    <a:pt x="196" y="102"/>
                  </a:cubicBezTo>
                  <a:close/>
                  <a:moveTo>
                    <a:pt x="194" y="95"/>
                  </a:moveTo>
                  <a:cubicBezTo>
                    <a:pt x="193" y="96"/>
                    <a:pt x="191" y="96"/>
                    <a:pt x="189" y="97"/>
                  </a:cubicBezTo>
                  <a:cubicBezTo>
                    <a:pt x="189" y="95"/>
                    <a:pt x="188" y="94"/>
                    <a:pt x="186" y="93"/>
                  </a:cubicBezTo>
                  <a:cubicBezTo>
                    <a:pt x="190" y="93"/>
                    <a:pt x="193" y="94"/>
                    <a:pt x="196" y="95"/>
                  </a:cubicBezTo>
                  <a:cubicBezTo>
                    <a:pt x="195" y="95"/>
                    <a:pt x="195" y="95"/>
                    <a:pt x="194" y="95"/>
                  </a:cubicBezTo>
                  <a:close/>
                  <a:moveTo>
                    <a:pt x="175" y="96"/>
                  </a:moveTo>
                  <a:cubicBezTo>
                    <a:pt x="167" y="94"/>
                    <a:pt x="160" y="93"/>
                    <a:pt x="153" y="92"/>
                  </a:cubicBezTo>
                  <a:cubicBezTo>
                    <a:pt x="152" y="92"/>
                    <a:pt x="150" y="92"/>
                    <a:pt x="148" y="91"/>
                  </a:cubicBezTo>
                  <a:cubicBezTo>
                    <a:pt x="154" y="91"/>
                    <a:pt x="159" y="91"/>
                    <a:pt x="165" y="91"/>
                  </a:cubicBezTo>
                  <a:cubicBezTo>
                    <a:pt x="169" y="92"/>
                    <a:pt x="172" y="94"/>
                    <a:pt x="175" y="96"/>
                  </a:cubicBezTo>
                  <a:close/>
                  <a:moveTo>
                    <a:pt x="122" y="89"/>
                  </a:moveTo>
                  <a:cubicBezTo>
                    <a:pt x="120" y="89"/>
                    <a:pt x="118" y="89"/>
                    <a:pt x="117" y="89"/>
                  </a:cubicBezTo>
                  <a:cubicBezTo>
                    <a:pt x="119" y="89"/>
                    <a:pt x="122" y="89"/>
                    <a:pt x="124" y="89"/>
                  </a:cubicBezTo>
                  <a:cubicBezTo>
                    <a:pt x="124" y="89"/>
                    <a:pt x="123" y="89"/>
                    <a:pt x="122" y="89"/>
                  </a:cubicBezTo>
                  <a:close/>
                  <a:moveTo>
                    <a:pt x="151" y="119"/>
                  </a:moveTo>
                  <a:cubicBezTo>
                    <a:pt x="153" y="118"/>
                    <a:pt x="156" y="116"/>
                    <a:pt x="158" y="115"/>
                  </a:cubicBezTo>
                  <a:cubicBezTo>
                    <a:pt x="164" y="116"/>
                    <a:pt x="170" y="117"/>
                    <a:pt x="177" y="117"/>
                  </a:cubicBezTo>
                  <a:cubicBezTo>
                    <a:pt x="174" y="121"/>
                    <a:pt x="171" y="124"/>
                    <a:pt x="167" y="127"/>
                  </a:cubicBezTo>
                  <a:cubicBezTo>
                    <a:pt x="166" y="127"/>
                    <a:pt x="166" y="128"/>
                    <a:pt x="165" y="128"/>
                  </a:cubicBezTo>
                  <a:cubicBezTo>
                    <a:pt x="155" y="130"/>
                    <a:pt x="144" y="132"/>
                    <a:pt x="132" y="132"/>
                  </a:cubicBezTo>
                  <a:cubicBezTo>
                    <a:pt x="139" y="126"/>
                    <a:pt x="147" y="121"/>
                    <a:pt x="151" y="119"/>
                  </a:cubicBezTo>
                  <a:close/>
                  <a:moveTo>
                    <a:pt x="134" y="139"/>
                  </a:moveTo>
                  <a:cubicBezTo>
                    <a:pt x="130" y="140"/>
                    <a:pt x="125" y="140"/>
                    <a:pt x="121" y="141"/>
                  </a:cubicBezTo>
                  <a:cubicBezTo>
                    <a:pt x="122" y="140"/>
                    <a:pt x="122" y="140"/>
                    <a:pt x="123" y="139"/>
                  </a:cubicBezTo>
                  <a:cubicBezTo>
                    <a:pt x="127" y="139"/>
                    <a:pt x="130" y="139"/>
                    <a:pt x="134" y="139"/>
                  </a:cubicBezTo>
                  <a:close/>
                  <a:moveTo>
                    <a:pt x="213" y="111"/>
                  </a:moveTo>
                  <a:cubicBezTo>
                    <a:pt x="212" y="110"/>
                    <a:pt x="211" y="109"/>
                    <a:pt x="209" y="108"/>
                  </a:cubicBezTo>
                  <a:cubicBezTo>
                    <a:pt x="211" y="106"/>
                    <a:pt x="213" y="104"/>
                    <a:pt x="214" y="101"/>
                  </a:cubicBezTo>
                  <a:cubicBezTo>
                    <a:pt x="219" y="104"/>
                    <a:pt x="223" y="107"/>
                    <a:pt x="227" y="111"/>
                  </a:cubicBezTo>
                  <a:cubicBezTo>
                    <a:pt x="222" y="111"/>
                    <a:pt x="218" y="111"/>
                    <a:pt x="213" y="111"/>
                  </a:cubicBezTo>
                  <a:close/>
                  <a:moveTo>
                    <a:pt x="223" y="95"/>
                  </a:moveTo>
                  <a:cubicBezTo>
                    <a:pt x="233" y="92"/>
                    <a:pt x="243" y="91"/>
                    <a:pt x="252" y="94"/>
                  </a:cubicBezTo>
                  <a:cubicBezTo>
                    <a:pt x="258" y="95"/>
                    <a:pt x="261" y="99"/>
                    <a:pt x="261" y="104"/>
                  </a:cubicBezTo>
                  <a:cubicBezTo>
                    <a:pt x="255" y="106"/>
                    <a:pt x="248" y="108"/>
                    <a:pt x="240" y="109"/>
                  </a:cubicBezTo>
                  <a:cubicBezTo>
                    <a:pt x="236" y="103"/>
                    <a:pt x="230" y="98"/>
                    <a:pt x="223" y="95"/>
                  </a:cubicBezTo>
                  <a:close/>
                  <a:moveTo>
                    <a:pt x="70" y="100"/>
                  </a:moveTo>
                  <a:cubicBezTo>
                    <a:pt x="70" y="100"/>
                    <a:pt x="71" y="100"/>
                    <a:pt x="71" y="100"/>
                  </a:cubicBezTo>
                  <a:cubicBezTo>
                    <a:pt x="71" y="108"/>
                    <a:pt x="74" y="116"/>
                    <a:pt x="81" y="123"/>
                  </a:cubicBezTo>
                  <a:cubicBezTo>
                    <a:pt x="89" y="131"/>
                    <a:pt x="100" y="135"/>
                    <a:pt x="112" y="138"/>
                  </a:cubicBezTo>
                  <a:cubicBezTo>
                    <a:pt x="110" y="139"/>
                    <a:pt x="109" y="140"/>
                    <a:pt x="108" y="142"/>
                  </a:cubicBezTo>
                  <a:cubicBezTo>
                    <a:pt x="108" y="142"/>
                    <a:pt x="107" y="142"/>
                    <a:pt x="107" y="142"/>
                  </a:cubicBezTo>
                  <a:cubicBezTo>
                    <a:pt x="106" y="142"/>
                    <a:pt x="106" y="141"/>
                    <a:pt x="105" y="141"/>
                  </a:cubicBezTo>
                  <a:cubicBezTo>
                    <a:pt x="85" y="137"/>
                    <a:pt x="63" y="131"/>
                    <a:pt x="46" y="118"/>
                  </a:cubicBezTo>
                  <a:cubicBezTo>
                    <a:pt x="46" y="118"/>
                    <a:pt x="46" y="118"/>
                    <a:pt x="45" y="118"/>
                  </a:cubicBezTo>
                  <a:cubicBezTo>
                    <a:pt x="46" y="115"/>
                    <a:pt x="48" y="112"/>
                    <a:pt x="50" y="109"/>
                  </a:cubicBezTo>
                  <a:cubicBezTo>
                    <a:pt x="52" y="107"/>
                    <a:pt x="55" y="105"/>
                    <a:pt x="57" y="103"/>
                  </a:cubicBezTo>
                  <a:cubicBezTo>
                    <a:pt x="62" y="102"/>
                    <a:pt x="66" y="101"/>
                    <a:pt x="70" y="100"/>
                  </a:cubicBezTo>
                  <a:close/>
                  <a:moveTo>
                    <a:pt x="77" y="143"/>
                  </a:moveTo>
                  <a:cubicBezTo>
                    <a:pt x="68" y="143"/>
                    <a:pt x="59" y="142"/>
                    <a:pt x="50" y="141"/>
                  </a:cubicBezTo>
                  <a:cubicBezTo>
                    <a:pt x="48" y="137"/>
                    <a:pt x="46" y="133"/>
                    <a:pt x="45" y="130"/>
                  </a:cubicBezTo>
                  <a:cubicBezTo>
                    <a:pt x="55" y="135"/>
                    <a:pt x="67" y="139"/>
                    <a:pt x="77" y="143"/>
                  </a:cubicBezTo>
                  <a:close/>
                  <a:moveTo>
                    <a:pt x="148" y="156"/>
                  </a:moveTo>
                  <a:cubicBezTo>
                    <a:pt x="143" y="157"/>
                    <a:pt x="137" y="159"/>
                    <a:pt x="130" y="162"/>
                  </a:cubicBezTo>
                  <a:cubicBezTo>
                    <a:pt x="123" y="161"/>
                    <a:pt x="116" y="160"/>
                    <a:pt x="109" y="159"/>
                  </a:cubicBezTo>
                  <a:cubicBezTo>
                    <a:pt x="110" y="156"/>
                    <a:pt x="111" y="154"/>
                    <a:pt x="112" y="151"/>
                  </a:cubicBezTo>
                  <a:cubicBezTo>
                    <a:pt x="124" y="153"/>
                    <a:pt x="136" y="155"/>
                    <a:pt x="148" y="156"/>
                  </a:cubicBezTo>
                  <a:close/>
                  <a:moveTo>
                    <a:pt x="117" y="168"/>
                  </a:moveTo>
                  <a:cubicBezTo>
                    <a:pt x="115" y="169"/>
                    <a:pt x="112" y="171"/>
                    <a:pt x="110" y="173"/>
                  </a:cubicBezTo>
                  <a:cubicBezTo>
                    <a:pt x="109" y="171"/>
                    <a:pt x="108" y="169"/>
                    <a:pt x="108" y="167"/>
                  </a:cubicBezTo>
                  <a:cubicBezTo>
                    <a:pt x="111" y="167"/>
                    <a:pt x="114" y="168"/>
                    <a:pt x="117" y="168"/>
                  </a:cubicBezTo>
                  <a:close/>
                  <a:moveTo>
                    <a:pt x="111" y="188"/>
                  </a:moveTo>
                  <a:cubicBezTo>
                    <a:pt x="112" y="188"/>
                    <a:pt x="112" y="188"/>
                    <a:pt x="112" y="188"/>
                  </a:cubicBezTo>
                  <a:cubicBezTo>
                    <a:pt x="112" y="188"/>
                    <a:pt x="112" y="188"/>
                    <a:pt x="112" y="189"/>
                  </a:cubicBezTo>
                  <a:cubicBezTo>
                    <a:pt x="112" y="189"/>
                    <a:pt x="112" y="189"/>
                    <a:pt x="112" y="189"/>
                  </a:cubicBezTo>
                  <a:cubicBezTo>
                    <a:pt x="111" y="189"/>
                    <a:pt x="111" y="188"/>
                    <a:pt x="111" y="188"/>
                  </a:cubicBezTo>
                  <a:close/>
                  <a:moveTo>
                    <a:pt x="167" y="201"/>
                  </a:moveTo>
                  <a:cubicBezTo>
                    <a:pt x="159" y="202"/>
                    <a:pt x="132" y="201"/>
                    <a:pt x="119" y="195"/>
                  </a:cubicBezTo>
                  <a:cubicBezTo>
                    <a:pt x="120" y="194"/>
                    <a:pt x="120" y="193"/>
                    <a:pt x="121" y="191"/>
                  </a:cubicBezTo>
                  <a:cubicBezTo>
                    <a:pt x="130" y="194"/>
                    <a:pt x="138" y="195"/>
                    <a:pt x="145" y="195"/>
                  </a:cubicBezTo>
                  <a:cubicBezTo>
                    <a:pt x="169" y="197"/>
                    <a:pt x="195" y="194"/>
                    <a:pt x="217" y="181"/>
                  </a:cubicBezTo>
                  <a:cubicBezTo>
                    <a:pt x="219" y="179"/>
                    <a:pt x="221" y="178"/>
                    <a:pt x="223" y="176"/>
                  </a:cubicBezTo>
                  <a:cubicBezTo>
                    <a:pt x="226" y="178"/>
                    <a:pt x="228" y="180"/>
                    <a:pt x="228" y="182"/>
                  </a:cubicBezTo>
                  <a:cubicBezTo>
                    <a:pt x="229" y="195"/>
                    <a:pt x="175" y="200"/>
                    <a:pt x="167" y="201"/>
                  </a:cubicBezTo>
                  <a:close/>
                  <a:moveTo>
                    <a:pt x="221" y="166"/>
                  </a:moveTo>
                  <a:cubicBezTo>
                    <a:pt x="219" y="166"/>
                    <a:pt x="218" y="165"/>
                    <a:pt x="217" y="165"/>
                  </a:cubicBezTo>
                  <a:cubicBezTo>
                    <a:pt x="217" y="165"/>
                    <a:pt x="217" y="165"/>
                    <a:pt x="218" y="164"/>
                  </a:cubicBezTo>
                  <a:cubicBezTo>
                    <a:pt x="219" y="164"/>
                    <a:pt x="220" y="164"/>
                    <a:pt x="221" y="163"/>
                  </a:cubicBezTo>
                  <a:cubicBezTo>
                    <a:pt x="221" y="164"/>
                    <a:pt x="221" y="165"/>
                    <a:pt x="221" y="166"/>
                  </a:cubicBezTo>
                  <a:close/>
                  <a:moveTo>
                    <a:pt x="226" y="152"/>
                  </a:moveTo>
                  <a:cubicBezTo>
                    <a:pt x="226" y="151"/>
                    <a:pt x="226" y="151"/>
                    <a:pt x="226" y="151"/>
                  </a:cubicBezTo>
                  <a:cubicBezTo>
                    <a:pt x="226" y="151"/>
                    <a:pt x="226" y="150"/>
                    <a:pt x="227" y="150"/>
                  </a:cubicBezTo>
                  <a:cubicBezTo>
                    <a:pt x="227" y="150"/>
                    <a:pt x="228" y="150"/>
                    <a:pt x="228" y="149"/>
                  </a:cubicBezTo>
                  <a:cubicBezTo>
                    <a:pt x="228" y="150"/>
                    <a:pt x="227" y="151"/>
                    <a:pt x="226" y="152"/>
                  </a:cubicBezTo>
                  <a:close/>
                  <a:moveTo>
                    <a:pt x="248" y="131"/>
                  </a:moveTo>
                  <a:cubicBezTo>
                    <a:pt x="247" y="132"/>
                    <a:pt x="247" y="132"/>
                    <a:pt x="246" y="133"/>
                  </a:cubicBezTo>
                  <a:cubicBezTo>
                    <a:pt x="247" y="126"/>
                    <a:pt x="246" y="120"/>
                    <a:pt x="243" y="115"/>
                  </a:cubicBezTo>
                  <a:cubicBezTo>
                    <a:pt x="249" y="114"/>
                    <a:pt x="255" y="112"/>
                    <a:pt x="261" y="110"/>
                  </a:cubicBezTo>
                  <a:cubicBezTo>
                    <a:pt x="259" y="118"/>
                    <a:pt x="253" y="126"/>
                    <a:pt x="248" y="131"/>
                  </a:cubicBezTo>
                  <a:close/>
                  <a:moveTo>
                    <a:pt x="206" y="31"/>
                  </a:moveTo>
                  <a:cubicBezTo>
                    <a:pt x="235" y="29"/>
                    <a:pt x="293" y="35"/>
                    <a:pt x="285" y="78"/>
                  </a:cubicBezTo>
                  <a:cubicBezTo>
                    <a:pt x="283" y="87"/>
                    <a:pt x="279" y="93"/>
                    <a:pt x="273" y="98"/>
                  </a:cubicBezTo>
                  <a:cubicBezTo>
                    <a:pt x="268" y="82"/>
                    <a:pt x="241" y="85"/>
                    <a:pt x="219" y="89"/>
                  </a:cubicBezTo>
                  <a:cubicBezTo>
                    <a:pt x="222" y="75"/>
                    <a:pt x="221" y="59"/>
                    <a:pt x="213" y="43"/>
                  </a:cubicBezTo>
                  <a:cubicBezTo>
                    <a:pt x="211" y="39"/>
                    <a:pt x="208" y="35"/>
                    <a:pt x="205" y="31"/>
                  </a:cubicBezTo>
                  <a:cubicBezTo>
                    <a:pt x="205" y="31"/>
                    <a:pt x="205" y="31"/>
                    <a:pt x="206" y="31"/>
                  </a:cubicBezTo>
                  <a:close/>
                  <a:moveTo>
                    <a:pt x="25" y="132"/>
                  </a:moveTo>
                  <a:cubicBezTo>
                    <a:pt x="4" y="116"/>
                    <a:pt x="39" y="73"/>
                    <a:pt x="51" y="61"/>
                  </a:cubicBezTo>
                  <a:cubicBezTo>
                    <a:pt x="72" y="37"/>
                    <a:pt x="102" y="16"/>
                    <a:pt x="135" y="12"/>
                  </a:cubicBezTo>
                  <a:cubicBezTo>
                    <a:pt x="155" y="10"/>
                    <a:pt x="171" y="16"/>
                    <a:pt x="184" y="27"/>
                  </a:cubicBezTo>
                  <a:cubicBezTo>
                    <a:pt x="184" y="27"/>
                    <a:pt x="183" y="27"/>
                    <a:pt x="183" y="27"/>
                  </a:cubicBezTo>
                  <a:cubicBezTo>
                    <a:pt x="151" y="33"/>
                    <a:pt x="118" y="44"/>
                    <a:pt x="93" y="64"/>
                  </a:cubicBezTo>
                  <a:cubicBezTo>
                    <a:pt x="84" y="71"/>
                    <a:pt x="76" y="80"/>
                    <a:pt x="73" y="90"/>
                  </a:cubicBezTo>
                  <a:cubicBezTo>
                    <a:pt x="73" y="90"/>
                    <a:pt x="72" y="91"/>
                    <a:pt x="72" y="91"/>
                  </a:cubicBezTo>
                  <a:cubicBezTo>
                    <a:pt x="67" y="92"/>
                    <a:pt x="62" y="94"/>
                    <a:pt x="57" y="96"/>
                  </a:cubicBezTo>
                  <a:cubicBezTo>
                    <a:pt x="56" y="96"/>
                    <a:pt x="56" y="97"/>
                    <a:pt x="55" y="97"/>
                  </a:cubicBezTo>
                  <a:cubicBezTo>
                    <a:pt x="45" y="100"/>
                    <a:pt x="35" y="103"/>
                    <a:pt x="27" y="111"/>
                  </a:cubicBezTo>
                  <a:cubicBezTo>
                    <a:pt x="26" y="112"/>
                    <a:pt x="26" y="113"/>
                    <a:pt x="26" y="114"/>
                  </a:cubicBezTo>
                  <a:cubicBezTo>
                    <a:pt x="28" y="117"/>
                    <a:pt x="31" y="119"/>
                    <a:pt x="33" y="121"/>
                  </a:cubicBezTo>
                  <a:cubicBezTo>
                    <a:pt x="33" y="125"/>
                    <a:pt x="33" y="129"/>
                    <a:pt x="33" y="133"/>
                  </a:cubicBezTo>
                  <a:cubicBezTo>
                    <a:pt x="34" y="134"/>
                    <a:pt x="34" y="135"/>
                    <a:pt x="34" y="136"/>
                  </a:cubicBezTo>
                  <a:cubicBezTo>
                    <a:pt x="31" y="135"/>
                    <a:pt x="28" y="133"/>
                    <a:pt x="25" y="132"/>
                  </a:cubicBezTo>
                  <a:close/>
                  <a:moveTo>
                    <a:pt x="76" y="149"/>
                  </a:moveTo>
                  <a:cubicBezTo>
                    <a:pt x="84" y="149"/>
                    <a:pt x="93" y="150"/>
                    <a:pt x="102" y="149"/>
                  </a:cubicBezTo>
                  <a:cubicBezTo>
                    <a:pt x="100" y="152"/>
                    <a:pt x="99" y="154"/>
                    <a:pt x="98" y="157"/>
                  </a:cubicBezTo>
                  <a:cubicBezTo>
                    <a:pt x="92" y="156"/>
                    <a:pt x="86" y="155"/>
                    <a:pt x="81" y="154"/>
                  </a:cubicBezTo>
                  <a:cubicBezTo>
                    <a:pt x="77" y="153"/>
                    <a:pt x="70" y="157"/>
                    <a:pt x="72" y="160"/>
                  </a:cubicBezTo>
                  <a:cubicBezTo>
                    <a:pt x="67" y="157"/>
                    <a:pt x="62" y="154"/>
                    <a:pt x="58" y="150"/>
                  </a:cubicBezTo>
                  <a:cubicBezTo>
                    <a:pt x="57" y="149"/>
                    <a:pt x="56" y="148"/>
                    <a:pt x="56" y="148"/>
                  </a:cubicBezTo>
                  <a:cubicBezTo>
                    <a:pt x="63" y="148"/>
                    <a:pt x="70" y="149"/>
                    <a:pt x="76" y="1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02" name="组合 301"/>
          <p:cNvGrpSpPr/>
          <p:nvPr/>
        </p:nvGrpSpPr>
        <p:grpSpPr>
          <a:xfrm>
            <a:off x="352425" y="5119688"/>
            <a:ext cx="5310188" cy="508001"/>
            <a:chOff x="352425" y="5119688"/>
            <a:chExt cx="5310188" cy="508001"/>
          </a:xfrm>
          <a:solidFill>
            <a:schemeClr val="tx1">
              <a:lumMod val="65000"/>
              <a:lumOff val="35000"/>
            </a:schemeClr>
          </a:solidFill>
        </p:grpSpPr>
        <p:sp>
          <p:nvSpPr>
            <p:cNvPr id="303" name="Freeform 244"/>
            <p:cNvSpPr>
              <a:spLocks noEditPoints="1"/>
            </p:cNvSpPr>
            <p:nvPr/>
          </p:nvSpPr>
          <p:spPr bwMode="auto">
            <a:xfrm>
              <a:off x="352425" y="5329238"/>
              <a:ext cx="101600" cy="98425"/>
            </a:xfrm>
            <a:custGeom>
              <a:avLst/>
              <a:gdLst>
                <a:gd name="T0" fmla="*/ 59 w 62"/>
                <a:gd name="T1" fmla="*/ 51 h 61"/>
                <a:gd name="T2" fmla="*/ 51 w 62"/>
                <a:gd name="T3" fmla="*/ 38 h 61"/>
                <a:gd name="T4" fmla="*/ 40 w 62"/>
                <a:gd name="T5" fmla="*/ 7 h 61"/>
                <a:gd name="T6" fmla="*/ 40 w 62"/>
                <a:gd name="T7" fmla="*/ 4 h 61"/>
                <a:gd name="T8" fmla="*/ 39 w 62"/>
                <a:gd name="T9" fmla="*/ 2 h 61"/>
                <a:gd name="T10" fmla="*/ 34 w 62"/>
                <a:gd name="T11" fmla="*/ 0 h 61"/>
                <a:gd name="T12" fmla="*/ 30 w 62"/>
                <a:gd name="T13" fmla="*/ 3 h 61"/>
                <a:gd name="T14" fmla="*/ 19 w 62"/>
                <a:gd name="T15" fmla="*/ 22 h 61"/>
                <a:gd name="T16" fmla="*/ 9 w 62"/>
                <a:gd name="T17" fmla="*/ 38 h 61"/>
                <a:gd name="T18" fmla="*/ 0 w 62"/>
                <a:gd name="T19" fmla="*/ 55 h 61"/>
                <a:gd name="T20" fmla="*/ 2 w 62"/>
                <a:gd name="T21" fmla="*/ 58 h 61"/>
                <a:gd name="T22" fmla="*/ 5 w 62"/>
                <a:gd name="T23" fmla="*/ 59 h 61"/>
                <a:gd name="T24" fmla="*/ 7 w 62"/>
                <a:gd name="T25" fmla="*/ 59 h 61"/>
                <a:gd name="T26" fmla="*/ 12 w 62"/>
                <a:gd name="T27" fmla="*/ 52 h 61"/>
                <a:gd name="T28" fmla="*/ 16 w 62"/>
                <a:gd name="T29" fmla="*/ 45 h 61"/>
                <a:gd name="T30" fmla="*/ 19 w 62"/>
                <a:gd name="T31" fmla="*/ 46 h 61"/>
                <a:gd name="T32" fmla="*/ 21 w 62"/>
                <a:gd name="T33" fmla="*/ 45 h 61"/>
                <a:gd name="T34" fmla="*/ 32 w 62"/>
                <a:gd name="T35" fmla="*/ 43 h 61"/>
                <a:gd name="T36" fmla="*/ 42 w 62"/>
                <a:gd name="T37" fmla="*/ 41 h 61"/>
                <a:gd name="T38" fmla="*/ 42 w 62"/>
                <a:gd name="T39" fmla="*/ 41 h 61"/>
                <a:gd name="T40" fmla="*/ 45 w 62"/>
                <a:gd name="T41" fmla="*/ 48 h 61"/>
                <a:gd name="T42" fmla="*/ 51 w 62"/>
                <a:gd name="T43" fmla="*/ 58 h 61"/>
                <a:gd name="T44" fmla="*/ 57 w 62"/>
                <a:gd name="T45" fmla="*/ 61 h 61"/>
                <a:gd name="T46" fmla="*/ 60 w 62"/>
                <a:gd name="T47" fmla="*/ 60 h 61"/>
                <a:gd name="T48" fmla="*/ 62 w 62"/>
                <a:gd name="T49" fmla="*/ 56 h 61"/>
                <a:gd name="T50" fmla="*/ 62 w 62"/>
                <a:gd name="T51" fmla="*/ 54 h 61"/>
                <a:gd name="T52" fmla="*/ 59 w 62"/>
                <a:gd name="T53" fmla="*/ 51 h 61"/>
                <a:gd name="T54" fmla="*/ 35 w 62"/>
                <a:gd name="T55" fmla="*/ 34 h 61"/>
                <a:gd name="T56" fmla="*/ 27 w 62"/>
                <a:gd name="T57" fmla="*/ 35 h 61"/>
                <a:gd name="T58" fmla="*/ 22 w 62"/>
                <a:gd name="T59" fmla="*/ 36 h 61"/>
                <a:gd name="T60" fmla="*/ 33 w 62"/>
                <a:gd name="T61" fmla="*/ 15 h 61"/>
                <a:gd name="T62" fmla="*/ 33 w 62"/>
                <a:gd name="T63" fmla="*/ 16 h 61"/>
                <a:gd name="T64" fmla="*/ 39 w 62"/>
                <a:gd name="T65" fmla="*/ 33 h 61"/>
                <a:gd name="T66" fmla="*/ 35 w 62"/>
                <a:gd name="T67" fmla="*/ 3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2" h="61">
                  <a:moveTo>
                    <a:pt x="59" y="51"/>
                  </a:moveTo>
                  <a:cubicBezTo>
                    <a:pt x="56" y="49"/>
                    <a:pt x="54" y="44"/>
                    <a:pt x="51" y="38"/>
                  </a:cubicBezTo>
                  <a:cubicBezTo>
                    <a:pt x="48" y="32"/>
                    <a:pt x="44" y="22"/>
                    <a:pt x="40" y="7"/>
                  </a:cubicBezTo>
                  <a:cubicBezTo>
                    <a:pt x="40" y="6"/>
                    <a:pt x="40" y="5"/>
                    <a:pt x="40" y="4"/>
                  </a:cubicBezTo>
                  <a:cubicBezTo>
                    <a:pt x="40" y="3"/>
                    <a:pt x="40" y="2"/>
                    <a:pt x="39" y="2"/>
                  </a:cubicBezTo>
                  <a:cubicBezTo>
                    <a:pt x="38" y="1"/>
                    <a:pt x="37" y="0"/>
                    <a:pt x="34" y="0"/>
                  </a:cubicBezTo>
                  <a:cubicBezTo>
                    <a:pt x="33" y="0"/>
                    <a:pt x="32" y="1"/>
                    <a:pt x="30" y="3"/>
                  </a:cubicBezTo>
                  <a:cubicBezTo>
                    <a:pt x="29" y="4"/>
                    <a:pt x="25" y="11"/>
                    <a:pt x="19" y="22"/>
                  </a:cubicBezTo>
                  <a:cubicBezTo>
                    <a:pt x="16" y="27"/>
                    <a:pt x="13" y="33"/>
                    <a:pt x="9" y="38"/>
                  </a:cubicBezTo>
                  <a:cubicBezTo>
                    <a:pt x="3" y="48"/>
                    <a:pt x="0" y="54"/>
                    <a:pt x="0" y="55"/>
                  </a:cubicBezTo>
                  <a:cubicBezTo>
                    <a:pt x="0" y="56"/>
                    <a:pt x="0" y="57"/>
                    <a:pt x="2" y="58"/>
                  </a:cubicBezTo>
                  <a:cubicBezTo>
                    <a:pt x="3" y="59"/>
                    <a:pt x="4" y="59"/>
                    <a:pt x="5" y="59"/>
                  </a:cubicBezTo>
                  <a:cubicBezTo>
                    <a:pt x="6" y="59"/>
                    <a:pt x="6" y="59"/>
                    <a:pt x="7" y="59"/>
                  </a:cubicBezTo>
                  <a:cubicBezTo>
                    <a:pt x="8" y="58"/>
                    <a:pt x="10" y="56"/>
                    <a:pt x="12" y="52"/>
                  </a:cubicBezTo>
                  <a:cubicBezTo>
                    <a:pt x="14" y="49"/>
                    <a:pt x="16" y="46"/>
                    <a:pt x="16" y="45"/>
                  </a:cubicBezTo>
                  <a:cubicBezTo>
                    <a:pt x="17" y="46"/>
                    <a:pt x="18" y="46"/>
                    <a:pt x="19" y="46"/>
                  </a:cubicBezTo>
                  <a:cubicBezTo>
                    <a:pt x="19" y="46"/>
                    <a:pt x="20" y="46"/>
                    <a:pt x="21" y="45"/>
                  </a:cubicBezTo>
                  <a:cubicBezTo>
                    <a:pt x="24" y="45"/>
                    <a:pt x="27" y="44"/>
                    <a:pt x="32" y="43"/>
                  </a:cubicBezTo>
                  <a:cubicBezTo>
                    <a:pt x="37" y="42"/>
                    <a:pt x="40" y="41"/>
                    <a:pt x="42" y="41"/>
                  </a:cubicBezTo>
                  <a:cubicBezTo>
                    <a:pt x="42" y="41"/>
                    <a:pt x="42" y="41"/>
                    <a:pt x="42" y="41"/>
                  </a:cubicBezTo>
                  <a:cubicBezTo>
                    <a:pt x="42" y="42"/>
                    <a:pt x="43" y="44"/>
                    <a:pt x="45" y="48"/>
                  </a:cubicBezTo>
                  <a:cubicBezTo>
                    <a:pt x="47" y="52"/>
                    <a:pt x="49" y="55"/>
                    <a:pt x="51" y="58"/>
                  </a:cubicBezTo>
                  <a:cubicBezTo>
                    <a:pt x="53" y="60"/>
                    <a:pt x="55" y="61"/>
                    <a:pt x="57" y="61"/>
                  </a:cubicBezTo>
                  <a:cubicBezTo>
                    <a:pt x="58" y="61"/>
                    <a:pt x="59" y="61"/>
                    <a:pt x="60" y="60"/>
                  </a:cubicBezTo>
                  <a:cubicBezTo>
                    <a:pt x="62" y="59"/>
                    <a:pt x="62" y="57"/>
                    <a:pt x="62" y="56"/>
                  </a:cubicBezTo>
                  <a:cubicBezTo>
                    <a:pt x="62" y="55"/>
                    <a:pt x="62" y="54"/>
                    <a:pt x="62" y="54"/>
                  </a:cubicBezTo>
                  <a:cubicBezTo>
                    <a:pt x="61" y="54"/>
                    <a:pt x="60" y="53"/>
                    <a:pt x="59" y="51"/>
                  </a:cubicBezTo>
                  <a:close/>
                  <a:moveTo>
                    <a:pt x="35" y="34"/>
                  </a:moveTo>
                  <a:cubicBezTo>
                    <a:pt x="31" y="35"/>
                    <a:pt x="28" y="35"/>
                    <a:pt x="27" y="35"/>
                  </a:cubicBezTo>
                  <a:cubicBezTo>
                    <a:pt x="25" y="36"/>
                    <a:pt x="23" y="36"/>
                    <a:pt x="22" y="36"/>
                  </a:cubicBezTo>
                  <a:cubicBezTo>
                    <a:pt x="33" y="15"/>
                    <a:pt x="33" y="15"/>
                    <a:pt x="33" y="15"/>
                  </a:cubicBezTo>
                  <a:cubicBezTo>
                    <a:pt x="33" y="15"/>
                    <a:pt x="33" y="16"/>
                    <a:pt x="33" y="16"/>
                  </a:cubicBezTo>
                  <a:cubicBezTo>
                    <a:pt x="36" y="26"/>
                    <a:pt x="38" y="31"/>
                    <a:pt x="39" y="33"/>
                  </a:cubicBezTo>
                  <a:cubicBezTo>
                    <a:pt x="38" y="33"/>
                    <a:pt x="37" y="33"/>
                    <a:pt x="35"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 name="Freeform 245"/>
            <p:cNvSpPr>
              <a:spLocks/>
            </p:cNvSpPr>
            <p:nvPr/>
          </p:nvSpPr>
          <p:spPr bwMode="auto">
            <a:xfrm>
              <a:off x="463550" y="5353051"/>
              <a:ext cx="120650" cy="73025"/>
            </a:xfrm>
            <a:custGeom>
              <a:avLst/>
              <a:gdLst>
                <a:gd name="T0" fmla="*/ 72 w 74"/>
                <a:gd name="T1" fmla="*/ 34 h 45"/>
                <a:gd name="T2" fmla="*/ 69 w 74"/>
                <a:gd name="T3" fmla="*/ 30 h 45"/>
                <a:gd name="T4" fmla="*/ 67 w 74"/>
                <a:gd name="T5" fmla="*/ 19 h 45"/>
                <a:gd name="T6" fmla="*/ 64 w 74"/>
                <a:gd name="T7" fmla="*/ 6 h 45"/>
                <a:gd name="T8" fmla="*/ 58 w 74"/>
                <a:gd name="T9" fmla="*/ 2 h 45"/>
                <a:gd name="T10" fmla="*/ 51 w 74"/>
                <a:gd name="T11" fmla="*/ 5 h 45"/>
                <a:gd name="T12" fmla="*/ 43 w 74"/>
                <a:gd name="T13" fmla="*/ 18 h 45"/>
                <a:gd name="T14" fmla="*/ 38 w 74"/>
                <a:gd name="T15" fmla="*/ 27 h 45"/>
                <a:gd name="T16" fmla="*/ 37 w 74"/>
                <a:gd name="T17" fmla="*/ 18 h 45"/>
                <a:gd name="T18" fmla="*/ 35 w 74"/>
                <a:gd name="T19" fmla="*/ 5 h 45"/>
                <a:gd name="T20" fmla="*/ 29 w 74"/>
                <a:gd name="T21" fmla="*/ 2 h 45"/>
                <a:gd name="T22" fmla="*/ 9 w 74"/>
                <a:gd name="T23" fmla="*/ 27 h 45"/>
                <a:gd name="T24" fmla="*/ 10 w 74"/>
                <a:gd name="T25" fmla="*/ 19 h 45"/>
                <a:gd name="T26" fmla="*/ 12 w 74"/>
                <a:gd name="T27" fmla="*/ 7 h 45"/>
                <a:gd name="T28" fmla="*/ 6 w 74"/>
                <a:gd name="T29" fmla="*/ 0 h 45"/>
                <a:gd name="T30" fmla="*/ 3 w 74"/>
                <a:gd name="T31" fmla="*/ 1 h 45"/>
                <a:gd name="T32" fmla="*/ 2 w 74"/>
                <a:gd name="T33" fmla="*/ 3 h 45"/>
                <a:gd name="T34" fmla="*/ 1 w 74"/>
                <a:gd name="T35" fmla="*/ 16 h 45"/>
                <a:gd name="T36" fmla="*/ 0 w 74"/>
                <a:gd name="T37" fmla="*/ 37 h 45"/>
                <a:gd name="T38" fmla="*/ 5 w 74"/>
                <a:gd name="T39" fmla="*/ 45 h 45"/>
                <a:gd name="T40" fmla="*/ 10 w 74"/>
                <a:gd name="T41" fmla="*/ 41 h 45"/>
                <a:gd name="T42" fmla="*/ 19 w 74"/>
                <a:gd name="T43" fmla="*/ 23 h 45"/>
                <a:gd name="T44" fmla="*/ 27 w 74"/>
                <a:gd name="T45" fmla="*/ 13 h 45"/>
                <a:gd name="T46" fmla="*/ 29 w 74"/>
                <a:gd name="T47" fmla="*/ 24 h 45"/>
                <a:gd name="T48" fmla="*/ 31 w 74"/>
                <a:gd name="T49" fmla="*/ 39 h 45"/>
                <a:gd name="T50" fmla="*/ 36 w 74"/>
                <a:gd name="T51" fmla="*/ 41 h 45"/>
                <a:gd name="T52" fmla="*/ 41 w 74"/>
                <a:gd name="T53" fmla="*/ 38 h 45"/>
                <a:gd name="T54" fmla="*/ 47 w 74"/>
                <a:gd name="T55" fmla="*/ 27 h 45"/>
                <a:gd name="T56" fmla="*/ 53 w 74"/>
                <a:gd name="T57" fmla="*/ 16 h 45"/>
                <a:gd name="T58" fmla="*/ 56 w 74"/>
                <a:gd name="T59" fmla="*/ 13 h 45"/>
                <a:gd name="T60" fmla="*/ 57 w 74"/>
                <a:gd name="T61" fmla="*/ 15 h 45"/>
                <a:gd name="T62" fmla="*/ 58 w 74"/>
                <a:gd name="T63" fmla="*/ 22 h 45"/>
                <a:gd name="T64" fmla="*/ 61 w 74"/>
                <a:gd name="T65" fmla="*/ 38 h 45"/>
                <a:gd name="T66" fmla="*/ 67 w 74"/>
                <a:gd name="T67" fmla="*/ 42 h 45"/>
                <a:gd name="T68" fmla="*/ 72 w 74"/>
                <a:gd name="T69" fmla="*/ 41 h 45"/>
                <a:gd name="T70" fmla="*/ 74 w 74"/>
                <a:gd name="T71" fmla="*/ 37 h 45"/>
                <a:gd name="T72" fmla="*/ 72 w 74"/>
                <a:gd name="T73" fmla="*/ 34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4" h="45">
                  <a:moveTo>
                    <a:pt x="72" y="34"/>
                  </a:moveTo>
                  <a:cubicBezTo>
                    <a:pt x="71" y="34"/>
                    <a:pt x="70" y="32"/>
                    <a:pt x="69" y="30"/>
                  </a:cubicBezTo>
                  <a:cubicBezTo>
                    <a:pt x="68" y="27"/>
                    <a:pt x="68" y="24"/>
                    <a:pt x="67" y="19"/>
                  </a:cubicBezTo>
                  <a:cubicBezTo>
                    <a:pt x="67" y="13"/>
                    <a:pt x="66" y="9"/>
                    <a:pt x="64" y="6"/>
                  </a:cubicBezTo>
                  <a:cubicBezTo>
                    <a:pt x="63" y="4"/>
                    <a:pt x="61" y="2"/>
                    <a:pt x="58" y="2"/>
                  </a:cubicBezTo>
                  <a:cubicBezTo>
                    <a:pt x="56" y="2"/>
                    <a:pt x="53" y="3"/>
                    <a:pt x="51" y="5"/>
                  </a:cubicBezTo>
                  <a:cubicBezTo>
                    <a:pt x="49" y="8"/>
                    <a:pt x="46" y="12"/>
                    <a:pt x="43" y="18"/>
                  </a:cubicBezTo>
                  <a:cubicBezTo>
                    <a:pt x="40" y="24"/>
                    <a:pt x="39" y="27"/>
                    <a:pt x="38" y="27"/>
                  </a:cubicBezTo>
                  <a:cubicBezTo>
                    <a:pt x="38" y="27"/>
                    <a:pt x="37" y="24"/>
                    <a:pt x="37" y="18"/>
                  </a:cubicBezTo>
                  <a:cubicBezTo>
                    <a:pt x="37" y="11"/>
                    <a:pt x="36" y="7"/>
                    <a:pt x="35" y="5"/>
                  </a:cubicBezTo>
                  <a:cubicBezTo>
                    <a:pt x="33" y="3"/>
                    <a:pt x="31" y="2"/>
                    <a:pt x="29" y="2"/>
                  </a:cubicBezTo>
                  <a:cubicBezTo>
                    <a:pt x="23" y="2"/>
                    <a:pt x="16" y="11"/>
                    <a:pt x="9" y="27"/>
                  </a:cubicBezTo>
                  <a:cubicBezTo>
                    <a:pt x="9" y="25"/>
                    <a:pt x="9" y="23"/>
                    <a:pt x="10" y="19"/>
                  </a:cubicBezTo>
                  <a:cubicBezTo>
                    <a:pt x="11" y="12"/>
                    <a:pt x="12" y="9"/>
                    <a:pt x="12" y="7"/>
                  </a:cubicBezTo>
                  <a:cubicBezTo>
                    <a:pt x="12" y="2"/>
                    <a:pt x="10" y="0"/>
                    <a:pt x="6" y="0"/>
                  </a:cubicBezTo>
                  <a:cubicBezTo>
                    <a:pt x="5" y="0"/>
                    <a:pt x="4" y="0"/>
                    <a:pt x="3" y="1"/>
                  </a:cubicBezTo>
                  <a:cubicBezTo>
                    <a:pt x="3" y="2"/>
                    <a:pt x="2" y="2"/>
                    <a:pt x="2" y="3"/>
                  </a:cubicBezTo>
                  <a:cubicBezTo>
                    <a:pt x="2" y="8"/>
                    <a:pt x="2" y="12"/>
                    <a:pt x="1" y="16"/>
                  </a:cubicBezTo>
                  <a:cubicBezTo>
                    <a:pt x="0" y="22"/>
                    <a:pt x="0" y="29"/>
                    <a:pt x="0" y="37"/>
                  </a:cubicBezTo>
                  <a:cubicBezTo>
                    <a:pt x="0" y="42"/>
                    <a:pt x="2" y="45"/>
                    <a:pt x="5" y="45"/>
                  </a:cubicBezTo>
                  <a:cubicBezTo>
                    <a:pt x="8" y="45"/>
                    <a:pt x="9" y="43"/>
                    <a:pt x="10" y="41"/>
                  </a:cubicBezTo>
                  <a:cubicBezTo>
                    <a:pt x="12" y="35"/>
                    <a:pt x="15" y="30"/>
                    <a:pt x="19" y="23"/>
                  </a:cubicBezTo>
                  <a:cubicBezTo>
                    <a:pt x="23" y="16"/>
                    <a:pt x="26" y="13"/>
                    <a:pt x="27" y="13"/>
                  </a:cubicBezTo>
                  <a:cubicBezTo>
                    <a:pt x="28" y="13"/>
                    <a:pt x="29" y="17"/>
                    <a:pt x="29" y="24"/>
                  </a:cubicBezTo>
                  <a:cubicBezTo>
                    <a:pt x="29" y="32"/>
                    <a:pt x="30" y="37"/>
                    <a:pt x="31" y="39"/>
                  </a:cubicBezTo>
                  <a:cubicBezTo>
                    <a:pt x="33" y="40"/>
                    <a:pt x="34" y="41"/>
                    <a:pt x="36" y="41"/>
                  </a:cubicBezTo>
                  <a:cubicBezTo>
                    <a:pt x="38" y="41"/>
                    <a:pt x="40" y="40"/>
                    <a:pt x="41" y="38"/>
                  </a:cubicBezTo>
                  <a:cubicBezTo>
                    <a:pt x="43" y="36"/>
                    <a:pt x="45" y="32"/>
                    <a:pt x="47" y="27"/>
                  </a:cubicBezTo>
                  <a:cubicBezTo>
                    <a:pt x="50" y="21"/>
                    <a:pt x="52" y="18"/>
                    <a:pt x="53" y="16"/>
                  </a:cubicBezTo>
                  <a:cubicBezTo>
                    <a:pt x="54" y="14"/>
                    <a:pt x="55" y="13"/>
                    <a:pt x="56" y="13"/>
                  </a:cubicBezTo>
                  <a:cubicBezTo>
                    <a:pt x="56" y="13"/>
                    <a:pt x="57" y="14"/>
                    <a:pt x="57" y="15"/>
                  </a:cubicBezTo>
                  <a:cubicBezTo>
                    <a:pt x="58" y="16"/>
                    <a:pt x="58" y="19"/>
                    <a:pt x="58" y="22"/>
                  </a:cubicBezTo>
                  <a:cubicBezTo>
                    <a:pt x="59" y="30"/>
                    <a:pt x="60" y="36"/>
                    <a:pt x="61" y="38"/>
                  </a:cubicBezTo>
                  <a:cubicBezTo>
                    <a:pt x="63" y="41"/>
                    <a:pt x="65" y="42"/>
                    <a:pt x="67" y="42"/>
                  </a:cubicBezTo>
                  <a:cubicBezTo>
                    <a:pt x="69" y="42"/>
                    <a:pt x="71" y="42"/>
                    <a:pt x="72" y="41"/>
                  </a:cubicBezTo>
                  <a:cubicBezTo>
                    <a:pt x="74" y="39"/>
                    <a:pt x="74" y="38"/>
                    <a:pt x="74" y="37"/>
                  </a:cubicBezTo>
                  <a:cubicBezTo>
                    <a:pt x="74" y="36"/>
                    <a:pt x="74" y="35"/>
                    <a:pt x="72"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 name="Freeform 246"/>
            <p:cNvSpPr>
              <a:spLocks noEditPoints="1"/>
            </p:cNvSpPr>
            <p:nvPr/>
          </p:nvSpPr>
          <p:spPr bwMode="auto">
            <a:xfrm>
              <a:off x="587375" y="5349876"/>
              <a:ext cx="79375" cy="119063"/>
            </a:xfrm>
            <a:custGeom>
              <a:avLst/>
              <a:gdLst>
                <a:gd name="T0" fmla="*/ 38 w 49"/>
                <a:gd name="T1" fmla="*/ 1 h 73"/>
                <a:gd name="T2" fmla="*/ 27 w 49"/>
                <a:gd name="T3" fmla="*/ 6 h 73"/>
                <a:gd name="T4" fmla="*/ 16 w 49"/>
                <a:gd name="T5" fmla="*/ 18 h 73"/>
                <a:gd name="T6" fmla="*/ 17 w 49"/>
                <a:gd name="T7" fmla="*/ 16 h 73"/>
                <a:gd name="T8" fmla="*/ 18 w 49"/>
                <a:gd name="T9" fmla="*/ 7 h 73"/>
                <a:gd name="T10" fmla="*/ 13 w 49"/>
                <a:gd name="T11" fmla="*/ 0 h 73"/>
                <a:gd name="T12" fmla="*/ 9 w 49"/>
                <a:gd name="T13" fmla="*/ 1 h 73"/>
                <a:gd name="T14" fmla="*/ 8 w 49"/>
                <a:gd name="T15" fmla="*/ 4 h 73"/>
                <a:gd name="T16" fmla="*/ 7 w 49"/>
                <a:gd name="T17" fmla="*/ 11 h 73"/>
                <a:gd name="T18" fmla="*/ 7 w 49"/>
                <a:gd name="T19" fmla="*/ 12 h 73"/>
                <a:gd name="T20" fmla="*/ 1 w 49"/>
                <a:gd name="T21" fmla="*/ 61 h 73"/>
                <a:gd name="T22" fmla="*/ 0 w 49"/>
                <a:gd name="T23" fmla="*/ 68 h 73"/>
                <a:gd name="T24" fmla="*/ 1 w 49"/>
                <a:gd name="T25" fmla="*/ 71 h 73"/>
                <a:gd name="T26" fmla="*/ 5 w 49"/>
                <a:gd name="T27" fmla="*/ 73 h 73"/>
                <a:gd name="T28" fmla="*/ 8 w 49"/>
                <a:gd name="T29" fmla="*/ 71 h 73"/>
                <a:gd name="T30" fmla="*/ 10 w 49"/>
                <a:gd name="T31" fmla="*/ 66 h 73"/>
                <a:gd name="T32" fmla="*/ 12 w 49"/>
                <a:gd name="T33" fmla="*/ 50 h 73"/>
                <a:gd name="T34" fmla="*/ 13 w 49"/>
                <a:gd name="T35" fmla="*/ 42 h 73"/>
                <a:gd name="T36" fmla="*/ 19 w 49"/>
                <a:gd name="T37" fmla="*/ 46 h 73"/>
                <a:gd name="T38" fmla="*/ 39 w 49"/>
                <a:gd name="T39" fmla="*/ 35 h 73"/>
                <a:gd name="T40" fmla="*/ 49 w 49"/>
                <a:gd name="T41" fmla="*/ 12 h 73"/>
                <a:gd name="T42" fmla="*/ 45 w 49"/>
                <a:gd name="T43" fmla="*/ 4 h 73"/>
                <a:gd name="T44" fmla="*/ 38 w 49"/>
                <a:gd name="T45" fmla="*/ 1 h 73"/>
                <a:gd name="T46" fmla="*/ 32 w 49"/>
                <a:gd name="T47" fmla="*/ 30 h 73"/>
                <a:gd name="T48" fmla="*/ 21 w 49"/>
                <a:gd name="T49" fmla="*/ 38 h 73"/>
                <a:gd name="T50" fmla="*/ 18 w 49"/>
                <a:gd name="T51" fmla="*/ 37 h 73"/>
                <a:gd name="T52" fmla="*/ 16 w 49"/>
                <a:gd name="T53" fmla="*/ 34 h 73"/>
                <a:gd name="T54" fmla="*/ 24 w 49"/>
                <a:gd name="T55" fmla="*/ 19 h 73"/>
                <a:gd name="T56" fmla="*/ 36 w 49"/>
                <a:gd name="T57" fmla="*/ 10 h 73"/>
                <a:gd name="T58" fmla="*/ 38 w 49"/>
                <a:gd name="T59" fmla="*/ 11 h 73"/>
                <a:gd name="T60" fmla="*/ 39 w 49"/>
                <a:gd name="T61" fmla="*/ 15 h 73"/>
                <a:gd name="T62" fmla="*/ 32 w 49"/>
                <a:gd name="T63" fmla="*/ 3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9" h="73">
                  <a:moveTo>
                    <a:pt x="38" y="1"/>
                  </a:moveTo>
                  <a:cubicBezTo>
                    <a:pt x="35" y="1"/>
                    <a:pt x="31" y="3"/>
                    <a:pt x="27" y="6"/>
                  </a:cubicBezTo>
                  <a:cubicBezTo>
                    <a:pt x="23" y="9"/>
                    <a:pt x="19" y="13"/>
                    <a:pt x="16" y="18"/>
                  </a:cubicBezTo>
                  <a:cubicBezTo>
                    <a:pt x="17" y="16"/>
                    <a:pt x="17" y="16"/>
                    <a:pt x="17" y="16"/>
                  </a:cubicBezTo>
                  <a:cubicBezTo>
                    <a:pt x="17" y="11"/>
                    <a:pt x="18" y="8"/>
                    <a:pt x="18" y="7"/>
                  </a:cubicBezTo>
                  <a:cubicBezTo>
                    <a:pt x="18" y="2"/>
                    <a:pt x="16" y="0"/>
                    <a:pt x="13" y="0"/>
                  </a:cubicBezTo>
                  <a:cubicBezTo>
                    <a:pt x="12" y="0"/>
                    <a:pt x="10" y="0"/>
                    <a:pt x="9" y="1"/>
                  </a:cubicBezTo>
                  <a:cubicBezTo>
                    <a:pt x="8" y="2"/>
                    <a:pt x="8" y="3"/>
                    <a:pt x="8" y="4"/>
                  </a:cubicBezTo>
                  <a:cubicBezTo>
                    <a:pt x="7" y="6"/>
                    <a:pt x="7" y="8"/>
                    <a:pt x="7" y="11"/>
                  </a:cubicBezTo>
                  <a:cubicBezTo>
                    <a:pt x="7" y="12"/>
                    <a:pt x="7" y="12"/>
                    <a:pt x="7" y="12"/>
                  </a:cubicBezTo>
                  <a:cubicBezTo>
                    <a:pt x="7" y="29"/>
                    <a:pt x="5" y="45"/>
                    <a:pt x="1" y="61"/>
                  </a:cubicBezTo>
                  <a:cubicBezTo>
                    <a:pt x="0" y="64"/>
                    <a:pt x="0" y="66"/>
                    <a:pt x="0" y="68"/>
                  </a:cubicBezTo>
                  <a:cubicBezTo>
                    <a:pt x="0" y="69"/>
                    <a:pt x="0" y="70"/>
                    <a:pt x="1" y="71"/>
                  </a:cubicBezTo>
                  <a:cubicBezTo>
                    <a:pt x="3" y="72"/>
                    <a:pt x="4" y="73"/>
                    <a:pt x="5" y="73"/>
                  </a:cubicBezTo>
                  <a:cubicBezTo>
                    <a:pt x="6" y="73"/>
                    <a:pt x="7" y="72"/>
                    <a:pt x="8" y="71"/>
                  </a:cubicBezTo>
                  <a:cubicBezTo>
                    <a:pt x="9" y="70"/>
                    <a:pt x="10" y="68"/>
                    <a:pt x="10" y="66"/>
                  </a:cubicBezTo>
                  <a:cubicBezTo>
                    <a:pt x="12" y="50"/>
                    <a:pt x="12" y="50"/>
                    <a:pt x="12" y="50"/>
                  </a:cubicBezTo>
                  <a:cubicBezTo>
                    <a:pt x="12" y="47"/>
                    <a:pt x="13" y="44"/>
                    <a:pt x="13" y="42"/>
                  </a:cubicBezTo>
                  <a:cubicBezTo>
                    <a:pt x="14" y="44"/>
                    <a:pt x="16" y="46"/>
                    <a:pt x="19" y="46"/>
                  </a:cubicBezTo>
                  <a:cubicBezTo>
                    <a:pt x="26" y="46"/>
                    <a:pt x="32" y="42"/>
                    <a:pt x="39" y="35"/>
                  </a:cubicBezTo>
                  <a:cubicBezTo>
                    <a:pt x="45" y="28"/>
                    <a:pt x="49" y="21"/>
                    <a:pt x="49" y="12"/>
                  </a:cubicBezTo>
                  <a:cubicBezTo>
                    <a:pt x="49" y="9"/>
                    <a:pt x="48" y="6"/>
                    <a:pt x="45" y="4"/>
                  </a:cubicBezTo>
                  <a:cubicBezTo>
                    <a:pt x="43" y="2"/>
                    <a:pt x="41" y="1"/>
                    <a:pt x="38" y="1"/>
                  </a:cubicBezTo>
                  <a:close/>
                  <a:moveTo>
                    <a:pt x="32" y="30"/>
                  </a:moveTo>
                  <a:cubicBezTo>
                    <a:pt x="28" y="35"/>
                    <a:pt x="24" y="38"/>
                    <a:pt x="21" y="38"/>
                  </a:cubicBezTo>
                  <a:cubicBezTo>
                    <a:pt x="20" y="38"/>
                    <a:pt x="19" y="37"/>
                    <a:pt x="18" y="37"/>
                  </a:cubicBezTo>
                  <a:cubicBezTo>
                    <a:pt x="17" y="36"/>
                    <a:pt x="16" y="35"/>
                    <a:pt x="16" y="34"/>
                  </a:cubicBezTo>
                  <a:cubicBezTo>
                    <a:pt x="16" y="31"/>
                    <a:pt x="19" y="26"/>
                    <a:pt x="24" y="19"/>
                  </a:cubicBezTo>
                  <a:cubicBezTo>
                    <a:pt x="29" y="13"/>
                    <a:pt x="33" y="10"/>
                    <a:pt x="36" y="10"/>
                  </a:cubicBezTo>
                  <a:cubicBezTo>
                    <a:pt x="37" y="10"/>
                    <a:pt x="38" y="10"/>
                    <a:pt x="38" y="11"/>
                  </a:cubicBezTo>
                  <a:cubicBezTo>
                    <a:pt x="39" y="12"/>
                    <a:pt x="39" y="13"/>
                    <a:pt x="39" y="15"/>
                  </a:cubicBezTo>
                  <a:cubicBezTo>
                    <a:pt x="39" y="19"/>
                    <a:pt x="37" y="25"/>
                    <a:pt x="32"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 name="Freeform 247"/>
            <p:cNvSpPr>
              <a:spLocks/>
            </p:cNvSpPr>
            <p:nvPr/>
          </p:nvSpPr>
          <p:spPr bwMode="auto">
            <a:xfrm>
              <a:off x="677863" y="5354638"/>
              <a:ext cx="66675" cy="71438"/>
            </a:xfrm>
            <a:custGeom>
              <a:avLst/>
              <a:gdLst>
                <a:gd name="T0" fmla="*/ 39 w 40"/>
                <a:gd name="T1" fmla="*/ 38 h 44"/>
                <a:gd name="T2" fmla="*/ 36 w 40"/>
                <a:gd name="T3" fmla="*/ 26 h 44"/>
                <a:gd name="T4" fmla="*/ 38 w 40"/>
                <a:gd name="T5" fmla="*/ 10 h 44"/>
                <a:gd name="T6" fmla="*/ 39 w 40"/>
                <a:gd name="T7" fmla="*/ 7 h 44"/>
                <a:gd name="T8" fmla="*/ 35 w 40"/>
                <a:gd name="T9" fmla="*/ 3 h 44"/>
                <a:gd name="T10" fmla="*/ 31 w 40"/>
                <a:gd name="T11" fmla="*/ 5 h 44"/>
                <a:gd name="T12" fmla="*/ 27 w 40"/>
                <a:gd name="T13" fmla="*/ 14 h 44"/>
                <a:gd name="T14" fmla="*/ 20 w 40"/>
                <a:gd name="T15" fmla="*/ 27 h 44"/>
                <a:gd name="T16" fmla="*/ 11 w 40"/>
                <a:gd name="T17" fmla="*/ 34 h 44"/>
                <a:gd name="T18" fmla="*/ 8 w 40"/>
                <a:gd name="T19" fmla="*/ 29 h 44"/>
                <a:gd name="T20" fmla="*/ 10 w 40"/>
                <a:gd name="T21" fmla="*/ 21 h 44"/>
                <a:gd name="T22" fmla="*/ 12 w 40"/>
                <a:gd name="T23" fmla="*/ 13 h 44"/>
                <a:gd name="T24" fmla="*/ 14 w 40"/>
                <a:gd name="T25" fmla="*/ 5 h 44"/>
                <a:gd name="T26" fmla="*/ 13 w 40"/>
                <a:gd name="T27" fmla="*/ 2 h 44"/>
                <a:gd name="T28" fmla="*/ 9 w 40"/>
                <a:gd name="T29" fmla="*/ 0 h 44"/>
                <a:gd name="T30" fmla="*/ 4 w 40"/>
                <a:gd name="T31" fmla="*/ 3 h 44"/>
                <a:gd name="T32" fmla="*/ 2 w 40"/>
                <a:gd name="T33" fmla="*/ 15 h 44"/>
                <a:gd name="T34" fmla="*/ 0 w 40"/>
                <a:gd name="T35" fmla="*/ 29 h 44"/>
                <a:gd name="T36" fmla="*/ 3 w 40"/>
                <a:gd name="T37" fmla="*/ 39 h 44"/>
                <a:gd name="T38" fmla="*/ 9 w 40"/>
                <a:gd name="T39" fmla="*/ 42 h 44"/>
                <a:gd name="T40" fmla="*/ 19 w 40"/>
                <a:gd name="T41" fmla="*/ 38 h 44"/>
                <a:gd name="T42" fmla="*/ 28 w 40"/>
                <a:gd name="T43" fmla="*/ 27 h 44"/>
                <a:gd name="T44" fmla="*/ 30 w 40"/>
                <a:gd name="T45" fmla="*/ 39 h 44"/>
                <a:gd name="T46" fmla="*/ 34 w 40"/>
                <a:gd name="T47" fmla="*/ 44 h 44"/>
                <a:gd name="T48" fmla="*/ 38 w 40"/>
                <a:gd name="T49" fmla="*/ 42 h 44"/>
                <a:gd name="T50" fmla="*/ 40 w 40"/>
                <a:gd name="T51" fmla="*/ 40 h 44"/>
                <a:gd name="T52" fmla="*/ 39 w 40"/>
                <a:gd name="T53" fmla="*/ 3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0" h="44">
                  <a:moveTo>
                    <a:pt x="39" y="38"/>
                  </a:moveTo>
                  <a:cubicBezTo>
                    <a:pt x="37" y="37"/>
                    <a:pt x="36" y="33"/>
                    <a:pt x="36" y="26"/>
                  </a:cubicBezTo>
                  <a:cubicBezTo>
                    <a:pt x="36" y="20"/>
                    <a:pt x="36" y="15"/>
                    <a:pt x="38" y="10"/>
                  </a:cubicBezTo>
                  <a:cubicBezTo>
                    <a:pt x="38" y="9"/>
                    <a:pt x="39" y="8"/>
                    <a:pt x="39" y="7"/>
                  </a:cubicBezTo>
                  <a:cubicBezTo>
                    <a:pt x="39" y="4"/>
                    <a:pt x="37" y="3"/>
                    <a:pt x="35" y="3"/>
                  </a:cubicBezTo>
                  <a:cubicBezTo>
                    <a:pt x="33" y="3"/>
                    <a:pt x="32" y="3"/>
                    <a:pt x="31" y="5"/>
                  </a:cubicBezTo>
                  <a:cubicBezTo>
                    <a:pt x="30" y="6"/>
                    <a:pt x="29" y="9"/>
                    <a:pt x="27" y="14"/>
                  </a:cubicBezTo>
                  <a:cubicBezTo>
                    <a:pt x="26" y="18"/>
                    <a:pt x="24" y="23"/>
                    <a:pt x="20" y="27"/>
                  </a:cubicBezTo>
                  <a:cubicBezTo>
                    <a:pt x="16" y="32"/>
                    <a:pt x="13" y="34"/>
                    <a:pt x="11" y="34"/>
                  </a:cubicBezTo>
                  <a:cubicBezTo>
                    <a:pt x="9" y="34"/>
                    <a:pt x="8" y="32"/>
                    <a:pt x="8" y="29"/>
                  </a:cubicBezTo>
                  <a:cubicBezTo>
                    <a:pt x="8" y="27"/>
                    <a:pt x="9" y="25"/>
                    <a:pt x="10" y="21"/>
                  </a:cubicBezTo>
                  <a:cubicBezTo>
                    <a:pt x="11" y="18"/>
                    <a:pt x="11" y="15"/>
                    <a:pt x="12" y="13"/>
                  </a:cubicBezTo>
                  <a:cubicBezTo>
                    <a:pt x="14" y="9"/>
                    <a:pt x="14" y="7"/>
                    <a:pt x="14" y="5"/>
                  </a:cubicBezTo>
                  <a:cubicBezTo>
                    <a:pt x="14" y="4"/>
                    <a:pt x="14" y="3"/>
                    <a:pt x="13" y="2"/>
                  </a:cubicBezTo>
                  <a:cubicBezTo>
                    <a:pt x="12" y="1"/>
                    <a:pt x="11" y="0"/>
                    <a:pt x="9" y="0"/>
                  </a:cubicBezTo>
                  <a:cubicBezTo>
                    <a:pt x="7" y="0"/>
                    <a:pt x="5" y="1"/>
                    <a:pt x="4" y="3"/>
                  </a:cubicBezTo>
                  <a:cubicBezTo>
                    <a:pt x="4" y="6"/>
                    <a:pt x="4" y="10"/>
                    <a:pt x="2" y="15"/>
                  </a:cubicBezTo>
                  <a:cubicBezTo>
                    <a:pt x="1" y="22"/>
                    <a:pt x="0" y="26"/>
                    <a:pt x="0" y="29"/>
                  </a:cubicBezTo>
                  <a:cubicBezTo>
                    <a:pt x="0" y="34"/>
                    <a:pt x="1" y="37"/>
                    <a:pt x="3" y="39"/>
                  </a:cubicBezTo>
                  <a:cubicBezTo>
                    <a:pt x="5" y="41"/>
                    <a:pt x="7" y="42"/>
                    <a:pt x="9" y="42"/>
                  </a:cubicBezTo>
                  <a:cubicBezTo>
                    <a:pt x="12" y="42"/>
                    <a:pt x="16" y="41"/>
                    <a:pt x="19" y="38"/>
                  </a:cubicBezTo>
                  <a:cubicBezTo>
                    <a:pt x="22" y="36"/>
                    <a:pt x="25" y="32"/>
                    <a:pt x="28" y="27"/>
                  </a:cubicBezTo>
                  <a:cubicBezTo>
                    <a:pt x="28" y="32"/>
                    <a:pt x="28" y="36"/>
                    <a:pt x="30" y="39"/>
                  </a:cubicBezTo>
                  <a:cubicBezTo>
                    <a:pt x="31" y="42"/>
                    <a:pt x="32" y="44"/>
                    <a:pt x="34" y="44"/>
                  </a:cubicBezTo>
                  <a:cubicBezTo>
                    <a:pt x="36" y="44"/>
                    <a:pt x="37" y="43"/>
                    <a:pt x="38" y="42"/>
                  </a:cubicBezTo>
                  <a:cubicBezTo>
                    <a:pt x="40" y="42"/>
                    <a:pt x="40" y="41"/>
                    <a:pt x="40" y="40"/>
                  </a:cubicBezTo>
                  <a:cubicBezTo>
                    <a:pt x="40" y="39"/>
                    <a:pt x="40" y="38"/>
                    <a:pt x="39"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 name="Freeform 248"/>
            <p:cNvSpPr>
              <a:spLocks/>
            </p:cNvSpPr>
            <p:nvPr/>
          </p:nvSpPr>
          <p:spPr bwMode="auto">
            <a:xfrm>
              <a:off x="754063" y="5330826"/>
              <a:ext cx="63500" cy="95250"/>
            </a:xfrm>
            <a:custGeom>
              <a:avLst/>
              <a:gdLst>
                <a:gd name="T0" fmla="*/ 35 w 39"/>
                <a:gd name="T1" fmla="*/ 15 h 59"/>
                <a:gd name="T2" fmla="*/ 22 w 39"/>
                <a:gd name="T3" fmla="*/ 16 h 59"/>
                <a:gd name="T4" fmla="*/ 25 w 39"/>
                <a:gd name="T5" fmla="*/ 4 h 59"/>
                <a:gd name="T6" fmla="*/ 24 w 39"/>
                <a:gd name="T7" fmla="*/ 1 h 59"/>
                <a:gd name="T8" fmla="*/ 20 w 39"/>
                <a:gd name="T9" fmla="*/ 0 h 59"/>
                <a:gd name="T10" fmla="*/ 15 w 39"/>
                <a:gd name="T11" fmla="*/ 5 h 59"/>
                <a:gd name="T12" fmla="*/ 12 w 39"/>
                <a:gd name="T13" fmla="*/ 17 h 59"/>
                <a:gd name="T14" fmla="*/ 4 w 39"/>
                <a:gd name="T15" fmla="*/ 17 h 59"/>
                <a:gd name="T16" fmla="*/ 0 w 39"/>
                <a:gd name="T17" fmla="*/ 21 h 59"/>
                <a:gd name="T18" fmla="*/ 2 w 39"/>
                <a:gd name="T19" fmla="*/ 24 h 59"/>
                <a:gd name="T20" fmla="*/ 5 w 39"/>
                <a:gd name="T21" fmla="*/ 26 h 59"/>
                <a:gd name="T22" fmla="*/ 6 w 39"/>
                <a:gd name="T23" fmla="*/ 26 h 59"/>
                <a:gd name="T24" fmla="*/ 10 w 39"/>
                <a:gd name="T25" fmla="*/ 25 h 59"/>
                <a:gd name="T26" fmla="*/ 6 w 39"/>
                <a:gd name="T27" fmla="*/ 47 h 59"/>
                <a:gd name="T28" fmla="*/ 8 w 39"/>
                <a:gd name="T29" fmla="*/ 55 h 59"/>
                <a:gd name="T30" fmla="*/ 16 w 39"/>
                <a:gd name="T31" fmla="*/ 59 h 59"/>
                <a:gd name="T32" fmla="*/ 28 w 39"/>
                <a:gd name="T33" fmla="*/ 54 h 59"/>
                <a:gd name="T34" fmla="*/ 34 w 39"/>
                <a:gd name="T35" fmla="*/ 46 h 59"/>
                <a:gd name="T36" fmla="*/ 33 w 39"/>
                <a:gd name="T37" fmla="*/ 45 h 59"/>
                <a:gd name="T38" fmla="*/ 31 w 39"/>
                <a:gd name="T39" fmla="*/ 44 h 59"/>
                <a:gd name="T40" fmla="*/ 28 w 39"/>
                <a:gd name="T41" fmla="*/ 46 h 59"/>
                <a:gd name="T42" fmla="*/ 22 w 39"/>
                <a:gd name="T43" fmla="*/ 49 h 59"/>
                <a:gd name="T44" fmla="*/ 18 w 39"/>
                <a:gd name="T45" fmla="*/ 50 h 59"/>
                <a:gd name="T46" fmla="*/ 16 w 39"/>
                <a:gd name="T47" fmla="*/ 49 h 59"/>
                <a:gd name="T48" fmla="*/ 15 w 39"/>
                <a:gd name="T49" fmla="*/ 44 h 59"/>
                <a:gd name="T50" fmla="*/ 17 w 39"/>
                <a:gd name="T51" fmla="*/ 34 h 59"/>
                <a:gd name="T52" fmla="*/ 19 w 39"/>
                <a:gd name="T53" fmla="*/ 25 h 59"/>
                <a:gd name="T54" fmla="*/ 33 w 39"/>
                <a:gd name="T55" fmla="*/ 23 h 59"/>
                <a:gd name="T56" fmla="*/ 39 w 39"/>
                <a:gd name="T57" fmla="*/ 18 h 59"/>
                <a:gd name="T58" fmla="*/ 38 w 39"/>
                <a:gd name="T59" fmla="*/ 16 h 59"/>
                <a:gd name="T60" fmla="*/ 35 w 39"/>
                <a:gd name="T61" fmla="*/ 1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9" h="59">
                  <a:moveTo>
                    <a:pt x="35" y="15"/>
                  </a:moveTo>
                  <a:cubicBezTo>
                    <a:pt x="35" y="15"/>
                    <a:pt x="30" y="15"/>
                    <a:pt x="22" y="16"/>
                  </a:cubicBezTo>
                  <a:cubicBezTo>
                    <a:pt x="24" y="9"/>
                    <a:pt x="25" y="4"/>
                    <a:pt x="25" y="4"/>
                  </a:cubicBezTo>
                  <a:cubicBezTo>
                    <a:pt x="25" y="3"/>
                    <a:pt x="25" y="2"/>
                    <a:pt x="24" y="1"/>
                  </a:cubicBezTo>
                  <a:cubicBezTo>
                    <a:pt x="23" y="0"/>
                    <a:pt x="22" y="0"/>
                    <a:pt x="20" y="0"/>
                  </a:cubicBezTo>
                  <a:cubicBezTo>
                    <a:pt x="18" y="0"/>
                    <a:pt x="16" y="1"/>
                    <a:pt x="15" y="5"/>
                  </a:cubicBezTo>
                  <a:cubicBezTo>
                    <a:pt x="14" y="10"/>
                    <a:pt x="13" y="14"/>
                    <a:pt x="12" y="17"/>
                  </a:cubicBezTo>
                  <a:cubicBezTo>
                    <a:pt x="4" y="17"/>
                    <a:pt x="4" y="17"/>
                    <a:pt x="4" y="17"/>
                  </a:cubicBezTo>
                  <a:cubicBezTo>
                    <a:pt x="1" y="17"/>
                    <a:pt x="0" y="19"/>
                    <a:pt x="0" y="21"/>
                  </a:cubicBezTo>
                  <a:cubicBezTo>
                    <a:pt x="0" y="22"/>
                    <a:pt x="0" y="24"/>
                    <a:pt x="2" y="24"/>
                  </a:cubicBezTo>
                  <a:cubicBezTo>
                    <a:pt x="3" y="25"/>
                    <a:pt x="4" y="26"/>
                    <a:pt x="5" y="26"/>
                  </a:cubicBezTo>
                  <a:cubicBezTo>
                    <a:pt x="6" y="26"/>
                    <a:pt x="6" y="26"/>
                    <a:pt x="6" y="26"/>
                  </a:cubicBezTo>
                  <a:cubicBezTo>
                    <a:pt x="7" y="26"/>
                    <a:pt x="8" y="26"/>
                    <a:pt x="10" y="25"/>
                  </a:cubicBezTo>
                  <a:cubicBezTo>
                    <a:pt x="7" y="36"/>
                    <a:pt x="6" y="43"/>
                    <a:pt x="6" y="47"/>
                  </a:cubicBezTo>
                  <a:cubicBezTo>
                    <a:pt x="6" y="51"/>
                    <a:pt x="7" y="53"/>
                    <a:pt x="8" y="55"/>
                  </a:cubicBezTo>
                  <a:cubicBezTo>
                    <a:pt x="10" y="58"/>
                    <a:pt x="13" y="59"/>
                    <a:pt x="16" y="59"/>
                  </a:cubicBezTo>
                  <a:cubicBezTo>
                    <a:pt x="21" y="59"/>
                    <a:pt x="24" y="57"/>
                    <a:pt x="28" y="54"/>
                  </a:cubicBezTo>
                  <a:cubicBezTo>
                    <a:pt x="32" y="51"/>
                    <a:pt x="34" y="49"/>
                    <a:pt x="34" y="46"/>
                  </a:cubicBezTo>
                  <a:cubicBezTo>
                    <a:pt x="34" y="46"/>
                    <a:pt x="34" y="45"/>
                    <a:pt x="33" y="45"/>
                  </a:cubicBezTo>
                  <a:cubicBezTo>
                    <a:pt x="33" y="44"/>
                    <a:pt x="32" y="44"/>
                    <a:pt x="31" y="44"/>
                  </a:cubicBezTo>
                  <a:cubicBezTo>
                    <a:pt x="30" y="44"/>
                    <a:pt x="29" y="45"/>
                    <a:pt x="28" y="46"/>
                  </a:cubicBezTo>
                  <a:cubicBezTo>
                    <a:pt x="26" y="48"/>
                    <a:pt x="24" y="49"/>
                    <a:pt x="22" y="49"/>
                  </a:cubicBezTo>
                  <a:cubicBezTo>
                    <a:pt x="21" y="50"/>
                    <a:pt x="20" y="50"/>
                    <a:pt x="18" y="50"/>
                  </a:cubicBezTo>
                  <a:cubicBezTo>
                    <a:pt x="17" y="50"/>
                    <a:pt x="16" y="50"/>
                    <a:pt x="16" y="49"/>
                  </a:cubicBezTo>
                  <a:cubicBezTo>
                    <a:pt x="15" y="48"/>
                    <a:pt x="15" y="46"/>
                    <a:pt x="15" y="44"/>
                  </a:cubicBezTo>
                  <a:cubicBezTo>
                    <a:pt x="15" y="43"/>
                    <a:pt x="16" y="39"/>
                    <a:pt x="17" y="34"/>
                  </a:cubicBezTo>
                  <a:cubicBezTo>
                    <a:pt x="18" y="28"/>
                    <a:pt x="19" y="25"/>
                    <a:pt x="19" y="25"/>
                  </a:cubicBezTo>
                  <a:cubicBezTo>
                    <a:pt x="33" y="23"/>
                    <a:pt x="33" y="23"/>
                    <a:pt x="33" y="23"/>
                  </a:cubicBezTo>
                  <a:cubicBezTo>
                    <a:pt x="37" y="22"/>
                    <a:pt x="39" y="20"/>
                    <a:pt x="39" y="18"/>
                  </a:cubicBezTo>
                  <a:cubicBezTo>
                    <a:pt x="39" y="17"/>
                    <a:pt x="39" y="16"/>
                    <a:pt x="38" y="16"/>
                  </a:cubicBezTo>
                  <a:cubicBezTo>
                    <a:pt x="38" y="15"/>
                    <a:pt x="37" y="15"/>
                    <a:pt x="35"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 name="Freeform 249"/>
            <p:cNvSpPr>
              <a:spLocks noEditPoints="1"/>
            </p:cNvSpPr>
            <p:nvPr/>
          </p:nvSpPr>
          <p:spPr bwMode="auto">
            <a:xfrm>
              <a:off x="817563" y="5351463"/>
              <a:ext cx="68263" cy="73025"/>
            </a:xfrm>
            <a:custGeom>
              <a:avLst/>
              <a:gdLst>
                <a:gd name="T0" fmla="*/ 40 w 42"/>
                <a:gd name="T1" fmla="*/ 39 h 45"/>
                <a:gd name="T2" fmla="*/ 38 w 42"/>
                <a:gd name="T3" fmla="*/ 37 h 45"/>
                <a:gd name="T4" fmla="*/ 37 w 42"/>
                <a:gd name="T5" fmla="*/ 35 h 45"/>
                <a:gd name="T6" fmla="*/ 37 w 42"/>
                <a:gd name="T7" fmla="*/ 28 h 45"/>
                <a:gd name="T8" fmla="*/ 38 w 42"/>
                <a:gd name="T9" fmla="*/ 15 h 45"/>
                <a:gd name="T10" fmla="*/ 39 w 42"/>
                <a:gd name="T11" fmla="*/ 9 h 45"/>
                <a:gd name="T12" fmla="*/ 35 w 42"/>
                <a:gd name="T13" fmla="*/ 5 h 45"/>
                <a:gd name="T14" fmla="*/ 28 w 42"/>
                <a:gd name="T15" fmla="*/ 0 h 45"/>
                <a:gd name="T16" fmla="*/ 10 w 42"/>
                <a:gd name="T17" fmla="*/ 12 h 45"/>
                <a:gd name="T18" fmla="*/ 0 w 42"/>
                <a:gd name="T19" fmla="*/ 34 h 45"/>
                <a:gd name="T20" fmla="*/ 3 w 42"/>
                <a:gd name="T21" fmla="*/ 42 h 45"/>
                <a:gd name="T22" fmla="*/ 9 w 42"/>
                <a:gd name="T23" fmla="*/ 44 h 45"/>
                <a:gd name="T24" fmla="*/ 29 w 42"/>
                <a:gd name="T25" fmla="*/ 31 h 45"/>
                <a:gd name="T26" fmla="*/ 36 w 42"/>
                <a:gd name="T27" fmla="*/ 45 h 45"/>
                <a:gd name="T28" fmla="*/ 40 w 42"/>
                <a:gd name="T29" fmla="*/ 44 h 45"/>
                <a:gd name="T30" fmla="*/ 42 w 42"/>
                <a:gd name="T31" fmla="*/ 41 h 45"/>
                <a:gd name="T32" fmla="*/ 40 w 42"/>
                <a:gd name="T33" fmla="*/ 39 h 45"/>
                <a:gd name="T34" fmla="*/ 23 w 42"/>
                <a:gd name="T35" fmla="*/ 27 h 45"/>
                <a:gd name="T36" fmla="*/ 11 w 42"/>
                <a:gd name="T37" fmla="*/ 36 h 45"/>
                <a:gd name="T38" fmla="*/ 10 w 42"/>
                <a:gd name="T39" fmla="*/ 33 h 45"/>
                <a:gd name="T40" fmla="*/ 16 w 42"/>
                <a:gd name="T41" fmla="*/ 18 h 45"/>
                <a:gd name="T42" fmla="*/ 27 w 42"/>
                <a:gd name="T43" fmla="*/ 9 h 45"/>
                <a:gd name="T44" fmla="*/ 29 w 42"/>
                <a:gd name="T45" fmla="*/ 10 h 45"/>
                <a:gd name="T46" fmla="*/ 29 w 42"/>
                <a:gd name="T47" fmla="*/ 13 h 45"/>
                <a:gd name="T48" fmla="*/ 23 w 42"/>
                <a:gd name="T49"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 h="45">
                  <a:moveTo>
                    <a:pt x="40" y="39"/>
                  </a:moveTo>
                  <a:cubicBezTo>
                    <a:pt x="39" y="38"/>
                    <a:pt x="39" y="38"/>
                    <a:pt x="38" y="37"/>
                  </a:cubicBezTo>
                  <a:cubicBezTo>
                    <a:pt x="38" y="37"/>
                    <a:pt x="38" y="36"/>
                    <a:pt x="37" y="35"/>
                  </a:cubicBezTo>
                  <a:cubicBezTo>
                    <a:pt x="37" y="33"/>
                    <a:pt x="37" y="31"/>
                    <a:pt x="37" y="28"/>
                  </a:cubicBezTo>
                  <a:cubicBezTo>
                    <a:pt x="37" y="24"/>
                    <a:pt x="37" y="20"/>
                    <a:pt x="38" y="15"/>
                  </a:cubicBezTo>
                  <a:cubicBezTo>
                    <a:pt x="39" y="12"/>
                    <a:pt x="39" y="10"/>
                    <a:pt x="39" y="9"/>
                  </a:cubicBezTo>
                  <a:cubicBezTo>
                    <a:pt x="39" y="6"/>
                    <a:pt x="38" y="5"/>
                    <a:pt x="35" y="5"/>
                  </a:cubicBezTo>
                  <a:cubicBezTo>
                    <a:pt x="34" y="2"/>
                    <a:pt x="32" y="0"/>
                    <a:pt x="28" y="0"/>
                  </a:cubicBezTo>
                  <a:cubicBezTo>
                    <a:pt x="22" y="0"/>
                    <a:pt x="16" y="4"/>
                    <a:pt x="10" y="12"/>
                  </a:cubicBezTo>
                  <a:cubicBezTo>
                    <a:pt x="3" y="20"/>
                    <a:pt x="0" y="27"/>
                    <a:pt x="0" y="34"/>
                  </a:cubicBezTo>
                  <a:cubicBezTo>
                    <a:pt x="0" y="37"/>
                    <a:pt x="1" y="40"/>
                    <a:pt x="3" y="42"/>
                  </a:cubicBezTo>
                  <a:cubicBezTo>
                    <a:pt x="5" y="43"/>
                    <a:pt x="7" y="44"/>
                    <a:pt x="9" y="44"/>
                  </a:cubicBezTo>
                  <a:cubicBezTo>
                    <a:pt x="15" y="44"/>
                    <a:pt x="22" y="40"/>
                    <a:pt x="29" y="31"/>
                  </a:cubicBezTo>
                  <a:cubicBezTo>
                    <a:pt x="28" y="41"/>
                    <a:pt x="31" y="45"/>
                    <a:pt x="36" y="45"/>
                  </a:cubicBezTo>
                  <a:cubicBezTo>
                    <a:pt x="37" y="45"/>
                    <a:pt x="39" y="45"/>
                    <a:pt x="40" y="44"/>
                  </a:cubicBezTo>
                  <a:cubicBezTo>
                    <a:pt x="41" y="43"/>
                    <a:pt x="42" y="42"/>
                    <a:pt x="42" y="41"/>
                  </a:cubicBezTo>
                  <a:cubicBezTo>
                    <a:pt x="42" y="40"/>
                    <a:pt x="41" y="39"/>
                    <a:pt x="40" y="39"/>
                  </a:cubicBezTo>
                  <a:close/>
                  <a:moveTo>
                    <a:pt x="23" y="27"/>
                  </a:moveTo>
                  <a:cubicBezTo>
                    <a:pt x="18" y="33"/>
                    <a:pt x="14" y="36"/>
                    <a:pt x="11" y="36"/>
                  </a:cubicBezTo>
                  <a:cubicBezTo>
                    <a:pt x="10" y="36"/>
                    <a:pt x="10" y="35"/>
                    <a:pt x="10" y="33"/>
                  </a:cubicBezTo>
                  <a:cubicBezTo>
                    <a:pt x="10" y="28"/>
                    <a:pt x="12" y="23"/>
                    <a:pt x="16" y="18"/>
                  </a:cubicBezTo>
                  <a:cubicBezTo>
                    <a:pt x="21" y="12"/>
                    <a:pt x="24" y="9"/>
                    <a:pt x="27" y="9"/>
                  </a:cubicBezTo>
                  <a:cubicBezTo>
                    <a:pt x="27" y="9"/>
                    <a:pt x="28" y="9"/>
                    <a:pt x="29" y="10"/>
                  </a:cubicBezTo>
                  <a:cubicBezTo>
                    <a:pt x="29" y="11"/>
                    <a:pt x="29" y="12"/>
                    <a:pt x="29" y="13"/>
                  </a:cubicBezTo>
                  <a:cubicBezTo>
                    <a:pt x="29" y="17"/>
                    <a:pt x="27" y="22"/>
                    <a:pt x="23"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 name="Freeform 250"/>
            <p:cNvSpPr>
              <a:spLocks/>
            </p:cNvSpPr>
            <p:nvPr/>
          </p:nvSpPr>
          <p:spPr bwMode="auto">
            <a:xfrm>
              <a:off x="892175" y="5330826"/>
              <a:ext cx="63500" cy="95250"/>
            </a:xfrm>
            <a:custGeom>
              <a:avLst/>
              <a:gdLst>
                <a:gd name="T0" fmla="*/ 35 w 39"/>
                <a:gd name="T1" fmla="*/ 15 h 59"/>
                <a:gd name="T2" fmla="*/ 22 w 39"/>
                <a:gd name="T3" fmla="*/ 16 h 59"/>
                <a:gd name="T4" fmla="*/ 25 w 39"/>
                <a:gd name="T5" fmla="*/ 4 h 59"/>
                <a:gd name="T6" fmla="*/ 24 w 39"/>
                <a:gd name="T7" fmla="*/ 1 h 59"/>
                <a:gd name="T8" fmla="*/ 20 w 39"/>
                <a:gd name="T9" fmla="*/ 0 h 59"/>
                <a:gd name="T10" fmla="*/ 15 w 39"/>
                <a:gd name="T11" fmla="*/ 5 h 59"/>
                <a:gd name="T12" fmla="*/ 12 w 39"/>
                <a:gd name="T13" fmla="*/ 17 h 59"/>
                <a:gd name="T14" fmla="*/ 3 w 39"/>
                <a:gd name="T15" fmla="*/ 17 h 59"/>
                <a:gd name="T16" fmla="*/ 0 w 39"/>
                <a:gd name="T17" fmla="*/ 21 h 59"/>
                <a:gd name="T18" fmla="*/ 2 w 39"/>
                <a:gd name="T19" fmla="*/ 24 h 59"/>
                <a:gd name="T20" fmla="*/ 5 w 39"/>
                <a:gd name="T21" fmla="*/ 26 h 59"/>
                <a:gd name="T22" fmla="*/ 6 w 39"/>
                <a:gd name="T23" fmla="*/ 26 h 59"/>
                <a:gd name="T24" fmla="*/ 10 w 39"/>
                <a:gd name="T25" fmla="*/ 25 h 59"/>
                <a:gd name="T26" fmla="*/ 6 w 39"/>
                <a:gd name="T27" fmla="*/ 47 h 59"/>
                <a:gd name="T28" fmla="*/ 8 w 39"/>
                <a:gd name="T29" fmla="*/ 55 h 59"/>
                <a:gd name="T30" fmla="*/ 16 w 39"/>
                <a:gd name="T31" fmla="*/ 59 h 59"/>
                <a:gd name="T32" fmla="*/ 28 w 39"/>
                <a:gd name="T33" fmla="*/ 54 h 59"/>
                <a:gd name="T34" fmla="*/ 34 w 39"/>
                <a:gd name="T35" fmla="*/ 46 h 59"/>
                <a:gd name="T36" fmla="*/ 33 w 39"/>
                <a:gd name="T37" fmla="*/ 45 h 59"/>
                <a:gd name="T38" fmla="*/ 31 w 39"/>
                <a:gd name="T39" fmla="*/ 44 h 59"/>
                <a:gd name="T40" fmla="*/ 28 w 39"/>
                <a:gd name="T41" fmla="*/ 46 h 59"/>
                <a:gd name="T42" fmla="*/ 22 w 39"/>
                <a:gd name="T43" fmla="*/ 49 h 59"/>
                <a:gd name="T44" fmla="*/ 18 w 39"/>
                <a:gd name="T45" fmla="*/ 50 h 59"/>
                <a:gd name="T46" fmla="*/ 16 w 39"/>
                <a:gd name="T47" fmla="*/ 49 h 59"/>
                <a:gd name="T48" fmla="*/ 15 w 39"/>
                <a:gd name="T49" fmla="*/ 44 h 59"/>
                <a:gd name="T50" fmla="*/ 17 w 39"/>
                <a:gd name="T51" fmla="*/ 34 h 59"/>
                <a:gd name="T52" fmla="*/ 19 w 39"/>
                <a:gd name="T53" fmla="*/ 25 h 59"/>
                <a:gd name="T54" fmla="*/ 33 w 39"/>
                <a:gd name="T55" fmla="*/ 23 h 59"/>
                <a:gd name="T56" fmla="*/ 39 w 39"/>
                <a:gd name="T57" fmla="*/ 18 h 59"/>
                <a:gd name="T58" fmla="*/ 38 w 39"/>
                <a:gd name="T59" fmla="*/ 16 h 59"/>
                <a:gd name="T60" fmla="*/ 35 w 39"/>
                <a:gd name="T61" fmla="*/ 1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9" h="59">
                  <a:moveTo>
                    <a:pt x="35" y="15"/>
                  </a:moveTo>
                  <a:cubicBezTo>
                    <a:pt x="35" y="15"/>
                    <a:pt x="30" y="15"/>
                    <a:pt x="22" y="16"/>
                  </a:cubicBezTo>
                  <a:cubicBezTo>
                    <a:pt x="24" y="9"/>
                    <a:pt x="25" y="4"/>
                    <a:pt x="25" y="4"/>
                  </a:cubicBezTo>
                  <a:cubicBezTo>
                    <a:pt x="25" y="3"/>
                    <a:pt x="25" y="2"/>
                    <a:pt x="24" y="1"/>
                  </a:cubicBezTo>
                  <a:cubicBezTo>
                    <a:pt x="23" y="0"/>
                    <a:pt x="22" y="0"/>
                    <a:pt x="20" y="0"/>
                  </a:cubicBezTo>
                  <a:cubicBezTo>
                    <a:pt x="18" y="0"/>
                    <a:pt x="16" y="1"/>
                    <a:pt x="15" y="5"/>
                  </a:cubicBezTo>
                  <a:cubicBezTo>
                    <a:pt x="14" y="10"/>
                    <a:pt x="13" y="14"/>
                    <a:pt x="12" y="17"/>
                  </a:cubicBezTo>
                  <a:cubicBezTo>
                    <a:pt x="3" y="17"/>
                    <a:pt x="3" y="17"/>
                    <a:pt x="3" y="17"/>
                  </a:cubicBezTo>
                  <a:cubicBezTo>
                    <a:pt x="1" y="17"/>
                    <a:pt x="0" y="19"/>
                    <a:pt x="0" y="21"/>
                  </a:cubicBezTo>
                  <a:cubicBezTo>
                    <a:pt x="0" y="22"/>
                    <a:pt x="0" y="24"/>
                    <a:pt x="2" y="24"/>
                  </a:cubicBezTo>
                  <a:cubicBezTo>
                    <a:pt x="3" y="25"/>
                    <a:pt x="4" y="26"/>
                    <a:pt x="5" y="26"/>
                  </a:cubicBezTo>
                  <a:cubicBezTo>
                    <a:pt x="6" y="26"/>
                    <a:pt x="6" y="26"/>
                    <a:pt x="6" y="26"/>
                  </a:cubicBezTo>
                  <a:cubicBezTo>
                    <a:pt x="7" y="26"/>
                    <a:pt x="8" y="26"/>
                    <a:pt x="10" y="25"/>
                  </a:cubicBezTo>
                  <a:cubicBezTo>
                    <a:pt x="7" y="36"/>
                    <a:pt x="6" y="43"/>
                    <a:pt x="6" y="47"/>
                  </a:cubicBezTo>
                  <a:cubicBezTo>
                    <a:pt x="6" y="51"/>
                    <a:pt x="7" y="53"/>
                    <a:pt x="8" y="55"/>
                  </a:cubicBezTo>
                  <a:cubicBezTo>
                    <a:pt x="10" y="58"/>
                    <a:pt x="13" y="59"/>
                    <a:pt x="16" y="59"/>
                  </a:cubicBezTo>
                  <a:cubicBezTo>
                    <a:pt x="20" y="59"/>
                    <a:pt x="24" y="57"/>
                    <a:pt x="28" y="54"/>
                  </a:cubicBezTo>
                  <a:cubicBezTo>
                    <a:pt x="32" y="51"/>
                    <a:pt x="34" y="49"/>
                    <a:pt x="34" y="46"/>
                  </a:cubicBezTo>
                  <a:cubicBezTo>
                    <a:pt x="34" y="46"/>
                    <a:pt x="34" y="45"/>
                    <a:pt x="33" y="45"/>
                  </a:cubicBezTo>
                  <a:cubicBezTo>
                    <a:pt x="33" y="44"/>
                    <a:pt x="32" y="44"/>
                    <a:pt x="31" y="44"/>
                  </a:cubicBezTo>
                  <a:cubicBezTo>
                    <a:pt x="30" y="44"/>
                    <a:pt x="29" y="45"/>
                    <a:pt x="28" y="46"/>
                  </a:cubicBezTo>
                  <a:cubicBezTo>
                    <a:pt x="26" y="48"/>
                    <a:pt x="24" y="49"/>
                    <a:pt x="22" y="49"/>
                  </a:cubicBezTo>
                  <a:cubicBezTo>
                    <a:pt x="21" y="50"/>
                    <a:pt x="20" y="50"/>
                    <a:pt x="18" y="50"/>
                  </a:cubicBezTo>
                  <a:cubicBezTo>
                    <a:pt x="17" y="50"/>
                    <a:pt x="16" y="50"/>
                    <a:pt x="16" y="49"/>
                  </a:cubicBezTo>
                  <a:cubicBezTo>
                    <a:pt x="15" y="48"/>
                    <a:pt x="15" y="46"/>
                    <a:pt x="15" y="44"/>
                  </a:cubicBezTo>
                  <a:cubicBezTo>
                    <a:pt x="15" y="43"/>
                    <a:pt x="16" y="39"/>
                    <a:pt x="17" y="34"/>
                  </a:cubicBezTo>
                  <a:cubicBezTo>
                    <a:pt x="18" y="28"/>
                    <a:pt x="19" y="25"/>
                    <a:pt x="19" y="25"/>
                  </a:cubicBezTo>
                  <a:cubicBezTo>
                    <a:pt x="33" y="23"/>
                    <a:pt x="33" y="23"/>
                    <a:pt x="33" y="23"/>
                  </a:cubicBezTo>
                  <a:cubicBezTo>
                    <a:pt x="37" y="22"/>
                    <a:pt x="39" y="20"/>
                    <a:pt x="39" y="18"/>
                  </a:cubicBezTo>
                  <a:cubicBezTo>
                    <a:pt x="39" y="17"/>
                    <a:pt x="39" y="16"/>
                    <a:pt x="38" y="16"/>
                  </a:cubicBezTo>
                  <a:cubicBezTo>
                    <a:pt x="38" y="15"/>
                    <a:pt x="37" y="15"/>
                    <a:pt x="35"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 name="Freeform 251"/>
            <p:cNvSpPr>
              <a:spLocks/>
            </p:cNvSpPr>
            <p:nvPr/>
          </p:nvSpPr>
          <p:spPr bwMode="auto">
            <a:xfrm>
              <a:off x="973138" y="5319713"/>
              <a:ext cx="22225" cy="19050"/>
            </a:xfrm>
            <a:custGeom>
              <a:avLst/>
              <a:gdLst>
                <a:gd name="T0" fmla="*/ 7 w 13"/>
                <a:gd name="T1" fmla="*/ 0 h 12"/>
                <a:gd name="T2" fmla="*/ 2 w 13"/>
                <a:gd name="T3" fmla="*/ 2 h 12"/>
                <a:gd name="T4" fmla="*/ 0 w 13"/>
                <a:gd name="T5" fmla="*/ 6 h 12"/>
                <a:gd name="T6" fmla="*/ 2 w 13"/>
                <a:gd name="T7" fmla="*/ 10 h 12"/>
                <a:gd name="T8" fmla="*/ 6 w 13"/>
                <a:gd name="T9" fmla="*/ 12 h 12"/>
                <a:gd name="T10" fmla="*/ 10 w 13"/>
                <a:gd name="T11" fmla="*/ 10 h 12"/>
                <a:gd name="T12" fmla="*/ 13 w 13"/>
                <a:gd name="T13" fmla="*/ 5 h 12"/>
                <a:gd name="T14" fmla="*/ 11 w 13"/>
                <a:gd name="T15" fmla="*/ 2 h 12"/>
                <a:gd name="T16" fmla="*/ 7 w 1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2">
                  <a:moveTo>
                    <a:pt x="7" y="0"/>
                  </a:moveTo>
                  <a:cubicBezTo>
                    <a:pt x="5" y="0"/>
                    <a:pt x="3" y="1"/>
                    <a:pt x="2" y="2"/>
                  </a:cubicBezTo>
                  <a:cubicBezTo>
                    <a:pt x="0" y="3"/>
                    <a:pt x="0" y="4"/>
                    <a:pt x="0" y="6"/>
                  </a:cubicBezTo>
                  <a:cubicBezTo>
                    <a:pt x="0" y="8"/>
                    <a:pt x="0" y="9"/>
                    <a:pt x="2" y="10"/>
                  </a:cubicBezTo>
                  <a:cubicBezTo>
                    <a:pt x="3" y="12"/>
                    <a:pt x="4" y="12"/>
                    <a:pt x="6" y="12"/>
                  </a:cubicBezTo>
                  <a:cubicBezTo>
                    <a:pt x="7" y="12"/>
                    <a:pt x="9" y="12"/>
                    <a:pt x="10" y="10"/>
                  </a:cubicBezTo>
                  <a:cubicBezTo>
                    <a:pt x="12" y="9"/>
                    <a:pt x="13" y="7"/>
                    <a:pt x="13" y="5"/>
                  </a:cubicBezTo>
                  <a:cubicBezTo>
                    <a:pt x="13" y="4"/>
                    <a:pt x="12" y="3"/>
                    <a:pt x="11" y="2"/>
                  </a:cubicBezTo>
                  <a:cubicBezTo>
                    <a:pt x="10" y="1"/>
                    <a:pt x="9"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 name="Freeform 252"/>
            <p:cNvSpPr>
              <a:spLocks/>
            </p:cNvSpPr>
            <p:nvPr/>
          </p:nvSpPr>
          <p:spPr bwMode="auto">
            <a:xfrm>
              <a:off x="958850" y="5356226"/>
              <a:ext cx="25400" cy="69850"/>
            </a:xfrm>
            <a:custGeom>
              <a:avLst/>
              <a:gdLst>
                <a:gd name="T0" fmla="*/ 9 w 15"/>
                <a:gd name="T1" fmla="*/ 0 h 43"/>
                <a:gd name="T2" fmla="*/ 5 w 15"/>
                <a:gd name="T3" fmla="*/ 2 h 43"/>
                <a:gd name="T4" fmla="*/ 4 w 15"/>
                <a:gd name="T5" fmla="*/ 6 h 43"/>
                <a:gd name="T6" fmla="*/ 3 w 15"/>
                <a:gd name="T7" fmla="*/ 15 h 43"/>
                <a:gd name="T8" fmla="*/ 3 w 15"/>
                <a:gd name="T9" fmla="*/ 15 h 43"/>
                <a:gd name="T10" fmla="*/ 2 w 15"/>
                <a:gd name="T11" fmla="*/ 19 h 43"/>
                <a:gd name="T12" fmla="*/ 0 w 15"/>
                <a:gd name="T13" fmla="*/ 35 h 43"/>
                <a:gd name="T14" fmla="*/ 5 w 15"/>
                <a:gd name="T15" fmla="*/ 43 h 43"/>
                <a:gd name="T16" fmla="*/ 9 w 15"/>
                <a:gd name="T17" fmla="*/ 41 h 43"/>
                <a:gd name="T18" fmla="*/ 11 w 15"/>
                <a:gd name="T19" fmla="*/ 39 h 43"/>
                <a:gd name="T20" fmla="*/ 11 w 15"/>
                <a:gd name="T21" fmla="*/ 38 h 43"/>
                <a:gd name="T22" fmla="*/ 10 w 15"/>
                <a:gd name="T23" fmla="*/ 31 h 43"/>
                <a:gd name="T24" fmla="*/ 10 w 15"/>
                <a:gd name="T25" fmla="*/ 24 h 43"/>
                <a:gd name="T26" fmla="*/ 13 w 15"/>
                <a:gd name="T27" fmla="*/ 11 h 43"/>
                <a:gd name="T28" fmla="*/ 13 w 15"/>
                <a:gd name="T29" fmla="*/ 10 h 43"/>
                <a:gd name="T30" fmla="*/ 15 w 15"/>
                <a:gd name="T31" fmla="*/ 4 h 43"/>
                <a:gd name="T32" fmla="*/ 13 w 15"/>
                <a:gd name="T33" fmla="*/ 1 h 43"/>
                <a:gd name="T34" fmla="*/ 9 w 15"/>
                <a:gd name="T35"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43">
                  <a:moveTo>
                    <a:pt x="9" y="0"/>
                  </a:moveTo>
                  <a:cubicBezTo>
                    <a:pt x="7" y="0"/>
                    <a:pt x="6" y="0"/>
                    <a:pt x="5" y="2"/>
                  </a:cubicBezTo>
                  <a:cubicBezTo>
                    <a:pt x="4" y="3"/>
                    <a:pt x="4" y="5"/>
                    <a:pt x="4" y="6"/>
                  </a:cubicBezTo>
                  <a:cubicBezTo>
                    <a:pt x="4" y="7"/>
                    <a:pt x="4" y="10"/>
                    <a:pt x="3" y="15"/>
                  </a:cubicBezTo>
                  <a:cubicBezTo>
                    <a:pt x="3" y="15"/>
                    <a:pt x="3" y="15"/>
                    <a:pt x="3" y="15"/>
                  </a:cubicBezTo>
                  <a:cubicBezTo>
                    <a:pt x="3" y="16"/>
                    <a:pt x="2" y="17"/>
                    <a:pt x="2" y="19"/>
                  </a:cubicBezTo>
                  <a:cubicBezTo>
                    <a:pt x="1" y="25"/>
                    <a:pt x="0" y="31"/>
                    <a:pt x="0" y="35"/>
                  </a:cubicBezTo>
                  <a:cubicBezTo>
                    <a:pt x="0" y="40"/>
                    <a:pt x="2" y="43"/>
                    <a:pt x="5" y="43"/>
                  </a:cubicBezTo>
                  <a:cubicBezTo>
                    <a:pt x="7" y="43"/>
                    <a:pt x="8" y="42"/>
                    <a:pt x="9" y="41"/>
                  </a:cubicBezTo>
                  <a:cubicBezTo>
                    <a:pt x="10" y="40"/>
                    <a:pt x="11" y="40"/>
                    <a:pt x="11" y="39"/>
                  </a:cubicBezTo>
                  <a:cubicBezTo>
                    <a:pt x="11" y="39"/>
                    <a:pt x="11" y="38"/>
                    <a:pt x="11" y="38"/>
                  </a:cubicBezTo>
                  <a:cubicBezTo>
                    <a:pt x="10" y="35"/>
                    <a:pt x="10" y="33"/>
                    <a:pt x="10" y="31"/>
                  </a:cubicBezTo>
                  <a:cubicBezTo>
                    <a:pt x="10" y="29"/>
                    <a:pt x="10" y="27"/>
                    <a:pt x="10" y="24"/>
                  </a:cubicBezTo>
                  <a:cubicBezTo>
                    <a:pt x="10" y="20"/>
                    <a:pt x="11" y="16"/>
                    <a:pt x="13" y="11"/>
                  </a:cubicBezTo>
                  <a:cubicBezTo>
                    <a:pt x="13" y="10"/>
                    <a:pt x="13" y="10"/>
                    <a:pt x="13" y="10"/>
                  </a:cubicBezTo>
                  <a:cubicBezTo>
                    <a:pt x="14" y="7"/>
                    <a:pt x="15" y="5"/>
                    <a:pt x="15" y="4"/>
                  </a:cubicBezTo>
                  <a:cubicBezTo>
                    <a:pt x="15" y="3"/>
                    <a:pt x="14" y="2"/>
                    <a:pt x="13" y="1"/>
                  </a:cubicBezTo>
                  <a:cubicBezTo>
                    <a:pt x="12" y="0"/>
                    <a:pt x="11"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 name="Freeform 253"/>
            <p:cNvSpPr>
              <a:spLocks noEditPoints="1"/>
            </p:cNvSpPr>
            <p:nvPr/>
          </p:nvSpPr>
          <p:spPr bwMode="auto">
            <a:xfrm>
              <a:off x="995363" y="5353051"/>
              <a:ext cx="63500" cy="73025"/>
            </a:xfrm>
            <a:custGeom>
              <a:avLst/>
              <a:gdLst>
                <a:gd name="T0" fmla="*/ 24 w 39"/>
                <a:gd name="T1" fmla="*/ 0 h 45"/>
                <a:gd name="T2" fmla="*/ 7 w 39"/>
                <a:gd name="T3" fmla="*/ 10 h 45"/>
                <a:gd name="T4" fmla="*/ 0 w 39"/>
                <a:gd name="T5" fmla="*/ 30 h 45"/>
                <a:gd name="T6" fmla="*/ 4 w 39"/>
                <a:gd name="T7" fmla="*/ 40 h 45"/>
                <a:gd name="T8" fmla="*/ 14 w 39"/>
                <a:gd name="T9" fmla="*/ 45 h 45"/>
                <a:gd name="T10" fmla="*/ 28 w 39"/>
                <a:gd name="T11" fmla="*/ 38 h 45"/>
                <a:gd name="T12" fmla="*/ 38 w 39"/>
                <a:gd name="T13" fmla="*/ 23 h 45"/>
                <a:gd name="T14" fmla="*/ 38 w 39"/>
                <a:gd name="T15" fmla="*/ 23 h 45"/>
                <a:gd name="T16" fmla="*/ 39 w 39"/>
                <a:gd name="T17" fmla="*/ 17 h 45"/>
                <a:gd name="T18" fmla="*/ 35 w 39"/>
                <a:gd name="T19" fmla="*/ 5 h 45"/>
                <a:gd name="T20" fmla="*/ 24 w 39"/>
                <a:gd name="T21" fmla="*/ 0 h 45"/>
                <a:gd name="T22" fmla="*/ 24 w 39"/>
                <a:gd name="T23" fmla="*/ 31 h 45"/>
                <a:gd name="T24" fmla="*/ 14 w 39"/>
                <a:gd name="T25" fmla="*/ 36 h 45"/>
                <a:gd name="T26" fmla="*/ 11 w 39"/>
                <a:gd name="T27" fmla="*/ 34 h 45"/>
                <a:gd name="T28" fmla="*/ 10 w 39"/>
                <a:gd name="T29" fmla="*/ 29 h 45"/>
                <a:gd name="T30" fmla="*/ 12 w 39"/>
                <a:gd name="T31" fmla="*/ 18 h 45"/>
                <a:gd name="T32" fmla="*/ 18 w 39"/>
                <a:gd name="T33" fmla="*/ 10 h 45"/>
                <a:gd name="T34" fmla="*/ 18 w 39"/>
                <a:gd name="T35" fmla="*/ 10 h 45"/>
                <a:gd name="T36" fmla="*/ 23 w 39"/>
                <a:gd name="T37" fmla="*/ 8 h 45"/>
                <a:gd name="T38" fmla="*/ 28 w 39"/>
                <a:gd name="T39" fmla="*/ 11 h 45"/>
                <a:gd name="T40" fmla="*/ 30 w 39"/>
                <a:gd name="T41" fmla="*/ 18 h 45"/>
                <a:gd name="T42" fmla="*/ 24 w 39"/>
                <a:gd name="T43" fmla="*/ 3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9" h="45">
                  <a:moveTo>
                    <a:pt x="24" y="0"/>
                  </a:moveTo>
                  <a:cubicBezTo>
                    <a:pt x="17" y="0"/>
                    <a:pt x="12" y="3"/>
                    <a:pt x="7" y="10"/>
                  </a:cubicBezTo>
                  <a:cubicBezTo>
                    <a:pt x="2" y="16"/>
                    <a:pt x="0" y="23"/>
                    <a:pt x="0" y="30"/>
                  </a:cubicBezTo>
                  <a:cubicBezTo>
                    <a:pt x="0" y="34"/>
                    <a:pt x="1" y="38"/>
                    <a:pt x="4" y="40"/>
                  </a:cubicBezTo>
                  <a:cubicBezTo>
                    <a:pt x="6" y="43"/>
                    <a:pt x="10" y="45"/>
                    <a:pt x="14" y="45"/>
                  </a:cubicBezTo>
                  <a:cubicBezTo>
                    <a:pt x="18" y="45"/>
                    <a:pt x="23" y="43"/>
                    <a:pt x="28" y="38"/>
                  </a:cubicBezTo>
                  <a:cubicBezTo>
                    <a:pt x="33" y="34"/>
                    <a:pt x="37" y="29"/>
                    <a:pt x="38" y="23"/>
                  </a:cubicBezTo>
                  <a:cubicBezTo>
                    <a:pt x="38" y="23"/>
                    <a:pt x="38" y="23"/>
                    <a:pt x="38" y="23"/>
                  </a:cubicBezTo>
                  <a:cubicBezTo>
                    <a:pt x="39" y="21"/>
                    <a:pt x="39" y="19"/>
                    <a:pt x="39" y="17"/>
                  </a:cubicBezTo>
                  <a:cubicBezTo>
                    <a:pt x="39" y="12"/>
                    <a:pt x="38" y="8"/>
                    <a:pt x="35" y="5"/>
                  </a:cubicBezTo>
                  <a:cubicBezTo>
                    <a:pt x="32" y="2"/>
                    <a:pt x="28" y="0"/>
                    <a:pt x="24" y="0"/>
                  </a:cubicBezTo>
                  <a:close/>
                  <a:moveTo>
                    <a:pt x="24" y="31"/>
                  </a:moveTo>
                  <a:cubicBezTo>
                    <a:pt x="21" y="35"/>
                    <a:pt x="17" y="36"/>
                    <a:pt x="14" y="36"/>
                  </a:cubicBezTo>
                  <a:cubicBezTo>
                    <a:pt x="13" y="36"/>
                    <a:pt x="12" y="36"/>
                    <a:pt x="11" y="34"/>
                  </a:cubicBezTo>
                  <a:cubicBezTo>
                    <a:pt x="10" y="33"/>
                    <a:pt x="10" y="31"/>
                    <a:pt x="10" y="29"/>
                  </a:cubicBezTo>
                  <a:cubicBezTo>
                    <a:pt x="10" y="25"/>
                    <a:pt x="11" y="22"/>
                    <a:pt x="12" y="18"/>
                  </a:cubicBezTo>
                  <a:cubicBezTo>
                    <a:pt x="14" y="15"/>
                    <a:pt x="16" y="12"/>
                    <a:pt x="18" y="10"/>
                  </a:cubicBezTo>
                  <a:cubicBezTo>
                    <a:pt x="18" y="10"/>
                    <a:pt x="18" y="10"/>
                    <a:pt x="18" y="10"/>
                  </a:cubicBezTo>
                  <a:cubicBezTo>
                    <a:pt x="19" y="9"/>
                    <a:pt x="21" y="8"/>
                    <a:pt x="23" y="8"/>
                  </a:cubicBezTo>
                  <a:cubicBezTo>
                    <a:pt x="25" y="8"/>
                    <a:pt x="27" y="9"/>
                    <a:pt x="28" y="11"/>
                  </a:cubicBezTo>
                  <a:cubicBezTo>
                    <a:pt x="29" y="13"/>
                    <a:pt x="30" y="15"/>
                    <a:pt x="30" y="18"/>
                  </a:cubicBezTo>
                  <a:cubicBezTo>
                    <a:pt x="30" y="22"/>
                    <a:pt x="28" y="27"/>
                    <a:pt x="24"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 name="Freeform 254"/>
            <p:cNvSpPr>
              <a:spLocks/>
            </p:cNvSpPr>
            <p:nvPr/>
          </p:nvSpPr>
          <p:spPr bwMode="auto">
            <a:xfrm>
              <a:off x="1068388" y="5356226"/>
              <a:ext cx="80963" cy="66675"/>
            </a:xfrm>
            <a:custGeom>
              <a:avLst/>
              <a:gdLst>
                <a:gd name="T0" fmla="*/ 49 w 50"/>
                <a:gd name="T1" fmla="*/ 30 h 41"/>
                <a:gd name="T2" fmla="*/ 46 w 50"/>
                <a:gd name="T3" fmla="*/ 31 h 41"/>
                <a:gd name="T4" fmla="*/ 44 w 50"/>
                <a:gd name="T5" fmla="*/ 31 h 41"/>
                <a:gd name="T6" fmla="*/ 41 w 50"/>
                <a:gd name="T7" fmla="*/ 17 h 41"/>
                <a:gd name="T8" fmla="*/ 30 w 50"/>
                <a:gd name="T9" fmla="*/ 2 h 41"/>
                <a:gd name="T10" fmla="*/ 11 w 50"/>
                <a:gd name="T11" fmla="*/ 22 h 41"/>
                <a:gd name="T12" fmla="*/ 13 w 50"/>
                <a:gd name="T13" fmla="*/ 8 h 41"/>
                <a:gd name="T14" fmla="*/ 12 w 50"/>
                <a:gd name="T15" fmla="*/ 2 h 41"/>
                <a:gd name="T16" fmla="*/ 8 w 50"/>
                <a:gd name="T17" fmla="*/ 0 h 41"/>
                <a:gd name="T18" fmla="*/ 5 w 50"/>
                <a:gd name="T19" fmla="*/ 3 h 41"/>
                <a:gd name="T20" fmla="*/ 3 w 50"/>
                <a:gd name="T21" fmla="*/ 6 h 41"/>
                <a:gd name="T22" fmla="*/ 2 w 50"/>
                <a:gd name="T23" fmla="*/ 27 h 41"/>
                <a:gd name="T24" fmla="*/ 0 w 50"/>
                <a:gd name="T25" fmla="*/ 36 h 41"/>
                <a:gd name="T26" fmla="*/ 6 w 50"/>
                <a:gd name="T27" fmla="*/ 41 h 41"/>
                <a:gd name="T28" fmla="*/ 8 w 50"/>
                <a:gd name="T29" fmla="*/ 40 h 41"/>
                <a:gd name="T30" fmla="*/ 10 w 50"/>
                <a:gd name="T31" fmla="*/ 38 h 41"/>
                <a:gd name="T32" fmla="*/ 18 w 50"/>
                <a:gd name="T33" fmla="*/ 22 h 41"/>
                <a:gd name="T34" fmla="*/ 28 w 50"/>
                <a:gd name="T35" fmla="*/ 12 h 41"/>
                <a:gd name="T36" fmla="*/ 32 w 50"/>
                <a:gd name="T37" fmla="*/ 22 h 41"/>
                <a:gd name="T38" fmla="*/ 35 w 50"/>
                <a:gd name="T39" fmla="*/ 35 h 41"/>
                <a:gd name="T40" fmla="*/ 35 w 50"/>
                <a:gd name="T41" fmla="*/ 35 h 41"/>
                <a:gd name="T42" fmla="*/ 41 w 50"/>
                <a:gd name="T43" fmla="*/ 39 h 41"/>
                <a:gd name="T44" fmla="*/ 48 w 50"/>
                <a:gd name="T45" fmla="*/ 37 h 41"/>
                <a:gd name="T46" fmla="*/ 50 w 50"/>
                <a:gd name="T47" fmla="*/ 33 h 41"/>
                <a:gd name="T48" fmla="*/ 49 w 50"/>
                <a:gd name="T49" fmla="*/ 3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0" h="41">
                  <a:moveTo>
                    <a:pt x="49" y="30"/>
                  </a:moveTo>
                  <a:cubicBezTo>
                    <a:pt x="48" y="30"/>
                    <a:pt x="47" y="30"/>
                    <a:pt x="46" y="31"/>
                  </a:cubicBezTo>
                  <a:cubicBezTo>
                    <a:pt x="45" y="31"/>
                    <a:pt x="45" y="31"/>
                    <a:pt x="44" y="31"/>
                  </a:cubicBezTo>
                  <a:cubicBezTo>
                    <a:pt x="43" y="31"/>
                    <a:pt x="42" y="26"/>
                    <a:pt x="41" y="17"/>
                  </a:cubicBezTo>
                  <a:cubicBezTo>
                    <a:pt x="39" y="7"/>
                    <a:pt x="36" y="2"/>
                    <a:pt x="30" y="2"/>
                  </a:cubicBezTo>
                  <a:cubicBezTo>
                    <a:pt x="23" y="2"/>
                    <a:pt x="16" y="9"/>
                    <a:pt x="11" y="22"/>
                  </a:cubicBezTo>
                  <a:cubicBezTo>
                    <a:pt x="12" y="15"/>
                    <a:pt x="13" y="10"/>
                    <a:pt x="13" y="8"/>
                  </a:cubicBezTo>
                  <a:cubicBezTo>
                    <a:pt x="13" y="4"/>
                    <a:pt x="13" y="2"/>
                    <a:pt x="12" y="2"/>
                  </a:cubicBezTo>
                  <a:cubicBezTo>
                    <a:pt x="11" y="1"/>
                    <a:pt x="10" y="0"/>
                    <a:pt x="8" y="0"/>
                  </a:cubicBezTo>
                  <a:cubicBezTo>
                    <a:pt x="7" y="0"/>
                    <a:pt x="6" y="1"/>
                    <a:pt x="5" y="3"/>
                  </a:cubicBezTo>
                  <a:cubicBezTo>
                    <a:pt x="4" y="4"/>
                    <a:pt x="3" y="5"/>
                    <a:pt x="3" y="6"/>
                  </a:cubicBezTo>
                  <a:cubicBezTo>
                    <a:pt x="3" y="15"/>
                    <a:pt x="3" y="22"/>
                    <a:pt x="2" y="27"/>
                  </a:cubicBezTo>
                  <a:cubicBezTo>
                    <a:pt x="1" y="32"/>
                    <a:pt x="0" y="35"/>
                    <a:pt x="0" y="36"/>
                  </a:cubicBezTo>
                  <a:cubicBezTo>
                    <a:pt x="0" y="39"/>
                    <a:pt x="2" y="41"/>
                    <a:pt x="6" y="41"/>
                  </a:cubicBezTo>
                  <a:cubicBezTo>
                    <a:pt x="7" y="41"/>
                    <a:pt x="8" y="41"/>
                    <a:pt x="8" y="40"/>
                  </a:cubicBezTo>
                  <a:cubicBezTo>
                    <a:pt x="9" y="40"/>
                    <a:pt x="9" y="39"/>
                    <a:pt x="10" y="38"/>
                  </a:cubicBezTo>
                  <a:cubicBezTo>
                    <a:pt x="11" y="34"/>
                    <a:pt x="14" y="29"/>
                    <a:pt x="18" y="22"/>
                  </a:cubicBezTo>
                  <a:cubicBezTo>
                    <a:pt x="23" y="15"/>
                    <a:pt x="26" y="12"/>
                    <a:pt x="28" y="12"/>
                  </a:cubicBezTo>
                  <a:cubicBezTo>
                    <a:pt x="30" y="12"/>
                    <a:pt x="31" y="15"/>
                    <a:pt x="32" y="22"/>
                  </a:cubicBezTo>
                  <a:cubicBezTo>
                    <a:pt x="33" y="28"/>
                    <a:pt x="33" y="33"/>
                    <a:pt x="35" y="35"/>
                  </a:cubicBezTo>
                  <a:cubicBezTo>
                    <a:pt x="35" y="35"/>
                    <a:pt x="35" y="35"/>
                    <a:pt x="35" y="35"/>
                  </a:cubicBezTo>
                  <a:cubicBezTo>
                    <a:pt x="36" y="38"/>
                    <a:pt x="38" y="39"/>
                    <a:pt x="41" y="39"/>
                  </a:cubicBezTo>
                  <a:cubicBezTo>
                    <a:pt x="44" y="39"/>
                    <a:pt x="46" y="38"/>
                    <a:pt x="48" y="37"/>
                  </a:cubicBezTo>
                  <a:cubicBezTo>
                    <a:pt x="50" y="35"/>
                    <a:pt x="50" y="34"/>
                    <a:pt x="50" y="33"/>
                  </a:cubicBezTo>
                  <a:cubicBezTo>
                    <a:pt x="50" y="31"/>
                    <a:pt x="50" y="30"/>
                    <a:pt x="49"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 name="Rectangle 257"/>
            <p:cNvSpPr>
              <a:spLocks noChangeArrowheads="1"/>
            </p:cNvSpPr>
            <p:nvPr/>
          </p:nvSpPr>
          <p:spPr bwMode="auto">
            <a:xfrm>
              <a:off x="1195388" y="5119688"/>
              <a:ext cx="44450" cy="635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 name="Freeform 286"/>
            <p:cNvSpPr>
              <a:spLocks noEditPoints="1"/>
            </p:cNvSpPr>
            <p:nvPr/>
          </p:nvSpPr>
          <p:spPr bwMode="auto">
            <a:xfrm>
              <a:off x="1604963" y="5329238"/>
              <a:ext cx="82550" cy="96838"/>
            </a:xfrm>
            <a:custGeom>
              <a:avLst/>
              <a:gdLst>
                <a:gd name="T0" fmla="*/ 44 w 50"/>
                <a:gd name="T1" fmla="*/ 3 h 60"/>
                <a:gd name="T2" fmla="*/ 30 w 50"/>
                <a:gd name="T3" fmla="*/ 0 h 60"/>
                <a:gd name="T4" fmla="*/ 12 w 50"/>
                <a:gd name="T5" fmla="*/ 2 h 60"/>
                <a:gd name="T6" fmla="*/ 1 w 50"/>
                <a:gd name="T7" fmla="*/ 8 h 60"/>
                <a:gd name="T8" fmla="*/ 4 w 50"/>
                <a:gd name="T9" fmla="*/ 13 h 60"/>
                <a:gd name="T10" fmla="*/ 4 w 50"/>
                <a:gd name="T11" fmla="*/ 16 h 60"/>
                <a:gd name="T12" fmla="*/ 2 w 50"/>
                <a:gd name="T13" fmla="*/ 34 h 60"/>
                <a:gd name="T14" fmla="*/ 0 w 50"/>
                <a:gd name="T15" fmla="*/ 55 h 60"/>
                <a:gd name="T16" fmla="*/ 5 w 50"/>
                <a:gd name="T17" fmla="*/ 60 h 60"/>
                <a:gd name="T18" fmla="*/ 8 w 50"/>
                <a:gd name="T19" fmla="*/ 59 h 60"/>
                <a:gd name="T20" fmla="*/ 9 w 50"/>
                <a:gd name="T21" fmla="*/ 55 h 60"/>
                <a:gd name="T22" fmla="*/ 10 w 50"/>
                <a:gd name="T23" fmla="*/ 40 h 60"/>
                <a:gd name="T24" fmla="*/ 16 w 50"/>
                <a:gd name="T25" fmla="*/ 39 h 60"/>
                <a:gd name="T26" fmla="*/ 40 w 50"/>
                <a:gd name="T27" fmla="*/ 29 h 60"/>
                <a:gd name="T28" fmla="*/ 50 w 50"/>
                <a:gd name="T29" fmla="*/ 13 h 60"/>
                <a:gd name="T30" fmla="*/ 44 w 50"/>
                <a:gd name="T31" fmla="*/ 3 h 60"/>
                <a:gd name="T32" fmla="*/ 32 w 50"/>
                <a:gd name="T33" fmla="*/ 24 h 60"/>
                <a:gd name="T34" fmla="*/ 12 w 50"/>
                <a:gd name="T35" fmla="*/ 31 h 60"/>
                <a:gd name="T36" fmla="*/ 14 w 50"/>
                <a:gd name="T37" fmla="*/ 10 h 60"/>
                <a:gd name="T38" fmla="*/ 30 w 50"/>
                <a:gd name="T39" fmla="*/ 8 h 60"/>
                <a:gd name="T40" fmla="*/ 40 w 50"/>
                <a:gd name="T41" fmla="*/ 14 h 60"/>
                <a:gd name="T42" fmla="*/ 32 w 50"/>
                <a:gd name="T43" fmla="*/ 2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 h="60">
                  <a:moveTo>
                    <a:pt x="44" y="3"/>
                  </a:moveTo>
                  <a:cubicBezTo>
                    <a:pt x="41" y="1"/>
                    <a:pt x="36" y="0"/>
                    <a:pt x="30" y="0"/>
                  </a:cubicBezTo>
                  <a:cubicBezTo>
                    <a:pt x="25" y="0"/>
                    <a:pt x="19" y="1"/>
                    <a:pt x="12" y="2"/>
                  </a:cubicBezTo>
                  <a:cubicBezTo>
                    <a:pt x="5" y="4"/>
                    <a:pt x="1" y="6"/>
                    <a:pt x="1" y="8"/>
                  </a:cubicBezTo>
                  <a:cubicBezTo>
                    <a:pt x="1" y="10"/>
                    <a:pt x="2" y="12"/>
                    <a:pt x="4" y="13"/>
                  </a:cubicBezTo>
                  <a:cubicBezTo>
                    <a:pt x="4" y="13"/>
                    <a:pt x="4" y="14"/>
                    <a:pt x="4" y="16"/>
                  </a:cubicBezTo>
                  <a:cubicBezTo>
                    <a:pt x="4" y="18"/>
                    <a:pt x="3" y="24"/>
                    <a:pt x="2" y="34"/>
                  </a:cubicBezTo>
                  <a:cubicBezTo>
                    <a:pt x="1" y="46"/>
                    <a:pt x="0" y="53"/>
                    <a:pt x="0" y="55"/>
                  </a:cubicBezTo>
                  <a:cubicBezTo>
                    <a:pt x="0" y="58"/>
                    <a:pt x="1" y="60"/>
                    <a:pt x="5" y="60"/>
                  </a:cubicBezTo>
                  <a:cubicBezTo>
                    <a:pt x="6" y="60"/>
                    <a:pt x="7" y="60"/>
                    <a:pt x="8" y="59"/>
                  </a:cubicBezTo>
                  <a:cubicBezTo>
                    <a:pt x="9" y="57"/>
                    <a:pt x="9" y="56"/>
                    <a:pt x="9" y="55"/>
                  </a:cubicBezTo>
                  <a:cubicBezTo>
                    <a:pt x="9" y="51"/>
                    <a:pt x="10" y="46"/>
                    <a:pt x="10" y="40"/>
                  </a:cubicBezTo>
                  <a:cubicBezTo>
                    <a:pt x="11" y="40"/>
                    <a:pt x="13" y="39"/>
                    <a:pt x="16" y="39"/>
                  </a:cubicBezTo>
                  <a:cubicBezTo>
                    <a:pt x="26" y="37"/>
                    <a:pt x="33" y="34"/>
                    <a:pt x="40" y="29"/>
                  </a:cubicBezTo>
                  <a:cubicBezTo>
                    <a:pt x="46" y="25"/>
                    <a:pt x="50" y="19"/>
                    <a:pt x="50" y="13"/>
                  </a:cubicBezTo>
                  <a:cubicBezTo>
                    <a:pt x="50" y="9"/>
                    <a:pt x="48" y="6"/>
                    <a:pt x="44" y="3"/>
                  </a:cubicBezTo>
                  <a:close/>
                  <a:moveTo>
                    <a:pt x="32" y="24"/>
                  </a:moveTo>
                  <a:cubicBezTo>
                    <a:pt x="26" y="28"/>
                    <a:pt x="19" y="30"/>
                    <a:pt x="12" y="31"/>
                  </a:cubicBezTo>
                  <a:cubicBezTo>
                    <a:pt x="14" y="10"/>
                    <a:pt x="14" y="10"/>
                    <a:pt x="14" y="10"/>
                  </a:cubicBezTo>
                  <a:cubicBezTo>
                    <a:pt x="20" y="9"/>
                    <a:pt x="25" y="8"/>
                    <a:pt x="30" y="8"/>
                  </a:cubicBezTo>
                  <a:cubicBezTo>
                    <a:pt x="37" y="8"/>
                    <a:pt x="40" y="10"/>
                    <a:pt x="40" y="14"/>
                  </a:cubicBezTo>
                  <a:cubicBezTo>
                    <a:pt x="40" y="18"/>
                    <a:pt x="37" y="21"/>
                    <a:pt x="32"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 name="Freeform 287"/>
            <p:cNvSpPr>
              <a:spLocks/>
            </p:cNvSpPr>
            <p:nvPr/>
          </p:nvSpPr>
          <p:spPr bwMode="auto">
            <a:xfrm>
              <a:off x="1692275" y="5354638"/>
              <a:ext cx="63500" cy="71438"/>
            </a:xfrm>
            <a:custGeom>
              <a:avLst/>
              <a:gdLst>
                <a:gd name="T0" fmla="*/ 10 w 39"/>
                <a:gd name="T1" fmla="*/ 11 h 44"/>
                <a:gd name="T2" fmla="*/ 12 w 39"/>
                <a:gd name="T3" fmla="*/ 4 h 44"/>
                <a:gd name="T4" fmla="*/ 11 w 39"/>
                <a:gd name="T5" fmla="*/ 1 h 44"/>
                <a:gd name="T6" fmla="*/ 8 w 39"/>
                <a:gd name="T7" fmla="*/ 0 h 44"/>
                <a:gd name="T8" fmla="*/ 4 w 39"/>
                <a:gd name="T9" fmla="*/ 1 h 44"/>
                <a:gd name="T10" fmla="*/ 2 w 39"/>
                <a:gd name="T11" fmla="*/ 4 h 44"/>
                <a:gd name="T12" fmla="*/ 1 w 39"/>
                <a:gd name="T13" fmla="*/ 9 h 44"/>
                <a:gd name="T14" fmla="*/ 1 w 39"/>
                <a:gd name="T15" fmla="*/ 12 h 44"/>
                <a:gd name="T16" fmla="*/ 0 w 39"/>
                <a:gd name="T17" fmla="*/ 23 h 44"/>
                <a:gd name="T18" fmla="*/ 0 w 39"/>
                <a:gd name="T19" fmla="*/ 31 h 44"/>
                <a:gd name="T20" fmla="*/ 1 w 39"/>
                <a:gd name="T21" fmla="*/ 41 h 44"/>
                <a:gd name="T22" fmla="*/ 5 w 39"/>
                <a:gd name="T23" fmla="*/ 44 h 44"/>
                <a:gd name="T24" fmla="*/ 9 w 39"/>
                <a:gd name="T25" fmla="*/ 43 h 44"/>
                <a:gd name="T26" fmla="*/ 11 w 39"/>
                <a:gd name="T27" fmla="*/ 38 h 44"/>
                <a:gd name="T28" fmla="*/ 19 w 39"/>
                <a:gd name="T29" fmla="*/ 18 h 44"/>
                <a:gd name="T30" fmla="*/ 29 w 39"/>
                <a:gd name="T31" fmla="*/ 8 h 44"/>
                <a:gd name="T32" fmla="*/ 31 w 39"/>
                <a:gd name="T33" fmla="*/ 10 h 44"/>
                <a:gd name="T34" fmla="*/ 36 w 39"/>
                <a:gd name="T35" fmla="*/ 12 h 44"/>
                <a:gd name="T36" fmla="*/ 38 w 39"/>
                <a:gd name="T37" fmla="*/ 10 h 44"/>
                <a:gd name="T38" fmla="*/ 39 w 39"/>
                <a:gd name="T39" fmla="*/ 7 h 44"/>
                <a:gd name="T40" fmla="*/ 37 w 39"/>
                <a:gd name="T41" fmla="*/ 2 h 44"/>
                <a:gd name="T42" fmla="*/ 30 w 39"/>
                <a:gd name="T43" fmla="*/ 0 h 44"/>
                <a:gd name="T44" fmla="*/ 19 w 39"/>
                <a:gd name="T45" fmla="*/ 6 h 44"/>
                <a:gd name="T46" fmla="*/ 9 w 39"/>
                <a:gd name="T47" fmla="*/ 21 h 44"/>
                <a:gd name="T48" fmla="*/ 8 w 39"/>
                <a:gd name="T49" fmla="*/ 22 h 44"/>
                <a:gd name="T50" fmla="*/ 9 w 39"/>
                <a:gd name="T51" fmla="*/ 16 h 44"/>
                <a:gd name="T52" fmla="*/ 10 w 39"/>
                <a:gd name="T53" fmla="*/ 1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9" h="44">
                  <a:moveTo>
                    <a:pt x="10" y="11"/>
                  </a:moveTo>
                  <a:cubicBezTo>
                    <a:pt x="11" y="8"/>
                    <a:pt x="12" y="5"/>
                    <a:pt x="12" y="4"/>
                  </a:cubicBezTo>
                  <a:cubicBezTo>
                    <a:pt x="12" y="3"/>
                    <a:pt x="12" y="2"/>
                    <a:pt x="11" y="1"/>
                  </a:cubicBezTo>
                  <a:cubicBezTo>
                    <a:pt x="10" y="0"/>
                    <a:pt x="9" y="0"/>
                    <a:pt x="8" y="0"/>
                  </a:cubicBezTo>
                  <a:cubicBezTo>
                    <a:pt x="6" y="0"/>
                    <a:pt x="5" y="0"/>
                    <a:pt x="4" y="1"/>
                  </a:cubicBezTo>
                  <a:cubicBezTo>
                    <a:pt x="3" y="2"/>
                    <a:pt x="2" y="3"/>
                    <a:pt x="2" y="4"/>
                  </a:cubicBezTo>
                  <a:cubicBezTo>
                    <a:pt x="2" y="5"/>
                    <a:pt x="1" y="7"/>
                    <a:pt x="1" y="9"/>
                  </a:cubicBezTo>
                  <a:cubicBezTo>
                    <a:pt x="1" y="10"/>
                    <a:pt x="1" y="11"/>
                    <a:pt x="1" y="12"/>
                  </a:cubicBezTo>
                  <a:cubicBezTo>
                    <a:pt x="0" y="16"/>
                    <a:pt x="0" y="20"/>
                    <a:pt x="0" y="23"/>
                  </a:cubicBezTo>
                  <a:cubicBezTo>
                    <a:pt x="0" y="26"/>
                    <a:pt x="0" y="29"/>
                    <a:pt x="0" y="31"/>
                  </a:cubicBezTo>
                  <a:cubicBezTo>
                    <a:pt x="0" y="36"/>
                    <a:pt x="0" y="39"/>
                    <a:pt x="1" y="41"/>
                  </a:cubicBezTo>
                  <a:cubicBezTo>
                    <a:pt x="2" y="43"/>
                    <a:pt x="3" y="44"/>
                    <a:pt x="5" y="44"/>
                  </a:cubicBezTo>
                  <a:cubicBezTo>
                    <a:pt x="7" y="44"/>
                    <a:pt x="8" y="44"/>
                    <a:pt x="9" y="43"/>
                  </a:cubicBezTo>
                  <a:cubicBezTo>
                    <a:pt x="10" y="42"/>
                    <a:pt x="11" y="40"/>
                    <a:pt x="11" y="38"/>
                  </a:cubicBezTo>
                  <a:cubicBezTo>
                    <a:pt x="12" y="31"/>
                    <a:pt x="15" y="24"/>
                    <a:pt x="19" y="18"/>
                  </a:cubicBezTo>
                  <a:cubicBezTo>
                    <a:pt x="24" y="11"/>
                    <a:pt x="27" y="8"/>
                    <a:pt x="29" y="8"/>
                  </a:cubicBezTo>
                  <a:cubicBezTo>
                    <a:pt x="30" y="8"/>
                    <a:pt x="30" y="9"/>
                    <a:pt x="31" y="10"/>
                  </a:cubicBezTo>
                  <a:cubicBezTo>
                    <a:pt x="33" y="11"/>
                    <a:pt x="34" y="12"/>
                    <a:pt x="36" y="12"/>
                  </a:cubicBezTo>
                  <a:cubicBezTo>
                    <a:pt x="37" y="12"/>
                    <a:pt x="38" y="11"/>
                    <a:pt x="38" y="10"/>
                  </a:cubicBezTo>
                  <a:cubicBezTo>
                    <a:pt x="39" y="9"/>
                    <a:pt x="39" y="8"/>
                    <a:pt x="39" y="7"/>
                  </a:cubicBezTo>
                  <a:cubicBezTo>
                    <a:pt x="39" y="5"/>
                    <a:pt x="38" y="3"/>
                    <a:pt x="37" y="2"/>
                  </a:cubicBezTo>
                  <a:cubicBezTo>
                    <a:pt x="35" y="0"/>
                    <a:pt x="33" y="0"/>
                    <a:pt x="30" y="0"/>
                  </a:cubicBezTo>
                  <a:cubicBezTo>
                    <a:pt x="26" y="0"/>
                    <a:pt x="23" y="2"/>
                    <a:pt x="19" y="6"/>
                  </a:cubicBezTo>
                  <a:cubicBezTo>
                    <a:pt x="16" y="10"/>
                    <a:pt x="12" y="15"/>
                    <a:pt x="9" y="21"/>
                  </a:cubicBezTo>
                  <a:cubicBezTo>
                    <a:pt x="8" y="22"/>
                    <a:pt x="8" y="22"/>
                    <a:pt x="8" y="22"/>
                  </a:cubicBezTo>
                  <a:cubicBezTo>
                    <a:pt x="9" y="16"/>
                    <a:pt x="9" y="16"/>
                    <a:pt x="9" y="16"/>
                  </a:cubicBezTo>
                  <a:cubicBezTo>
                    <a:pt x="10" y="14"/>
                    <a:pt x="10" y="13"/>
                    <a:pt x="1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 name="Freeform 288"/>
            <p:cNvSpPr>
              <a:spLocks noEditPoints="1"/>
            </p:cNvSpPr>
            <p:nvPr/>
          </p:nvSpPr>
          <p:spPr bwMode="auto">
            <a:xfrm>
              <a:off x="1754188" y="5351463"/>
              <a:ext cx="60325" cy="74613"/>
            </a:xfrm>
            <a:custGeom>
              <a:avLst/>
              <a:gdLst>
                <a:gd name="T0" fmla="*/ 15 w 37"/>
                <a:gd name="T1" fmla="*/ 46 h 46"/>
                <a:gd name="T2" fmla="*/ 30 w 37"/>
                <a:gd name="T3" fmla="*/ 40 h 46"/>
                <a:gd name="T4" fmla="*/ 37 w 37"/>
                <a:gd name="T5" fmla="*/ 30 h 46"/>
                <a:gd name="T6" fmla="*/ 35 w 37"/>
                <a:gd name="T7" fmla="*/ 28 h 46"/>
                <a:gd name="T8" fmla="*/ 32 w 37"/>
                <a:gd name="T9" fmla="*/ 29 h 46"/>
                <a:gd name="T10" fmla="*/ 16 w 37"/>
                <a:gd name="T11" fmla="*/ 37 h 46"/>
                <a:gd name="T12" fmla="*/ 12 w 37"/>
                <a:gd name="T13" fmla="*/ 36 h 46"/>
                <a:gd name="T14" fmla="*/ 10 w 37"/>
                <a:gd name="T15" fmla="*/ 32 h 46"/>
                <a:gd name="T16" fmla="*/ 11 w 37"/>
                <a:gd name="T17" fmla="*/ 31 h 46"/>
                <a:gd name="T18" fmla="*/ 28 w 37"/>
                <a:gd name="T19" fmla="*/ 22 h 46"/>
                <a:gd name="T20" fmla="*/ 35 w 37"/>
                <a:gd name="T21" fmla="*/ 9 h 46"/>
                <a:gd name="T22" fmla="*/ 32 w 37"/>
                <a:gd name="T23" fmla="*/ 2 h 46"/>
                <a:gd name="T24" fmla="*/ 25 w 37"/>
                <a:gd name="T25" fmla="*/ 0 h 46"/>
                <a:gd name="T26" fmla="*/ 8 w 37"/>
                <a:gd name="T27" fmla="*/ 9 h 46"/>
                <a:gd name="T28" fmla="*/ 0 w 37"/>
                <a:gd name="T29" fmla="*/ 30 h 46"/>
                <a:gd name="T30" fmla="*/ 4 w 37"/>
                <a:gd name="T31" fmla="*/ 42 h 46"/>
                <a:gd name="T32" fmla="*/ 15 w 37"/>
                <a:gd name="T33" fmla="*/ 46 h 46"/>
                <a:gd name="T34" fmla="*/ 16 w 37"/>
                <a:gd name="T35" fmla="*/ 13 h 46"/>
                <a:gd name="T36" fmla="*/ 24 w 37"/>
                <a:gd name="T37" fmla="*/ 8 h 46"/>
                <a:gd name="T38" fmla="*/ 26 w 37"/>
                <a:gd name="T39" fmla="*/ 9 h 46"/>
                <a:gd name="T40" fmla="*/ 26 w 37"/>
                <a:gd name="T41" fmla="*/ 11 h 46"/>
                <a:gd name="T42" fmla="*/ 22 w 37"/>
                <a:gd name="T43" fmla="*/ 18 h 46"/>
                <a:gd name="T44" fmla="*/ 11 w 37"/>
                <a:gd name="T45" fmla="*/ 23 h 46"/>
                <a:gd name="T46" fmla="*/ 16 w 37"/>
                <a:gd name="T47"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 h="46">
                  <a:moveTo>
                    <a:pt x="15" y="46"/>
                  </a:moveTo>
                  <a:cubicBezTo>
                    <a:pt x="20" y="46"/>
                    <a:pt x="26" y="44"/>
                    <a:pt x="30" y="40"/>
                  </a:cubicBezTo>
                  <a:cubicBezTo>
                    <a:pt x="35" y="36"/>
                    <a:pt x="37" y="33"/>
                    <a:pt x="37" y="30"/>
                  </a:cubicBezTo>
                  <a:cubicBezTo>
                    <a:pt x="37" y="29"/>
                    <a:pt x="36" y="28"/>
                    <a:pt x="35" y="28"/>
                  </a:cubicBezTo>
                  <a:cubicBezTo>
                    <a:pt x="34" y="28"/>
                    <a:pt x="33" y="28"/>
                    <a:pt x="32" y="29"/>
                  </a:cubicBezTo>
                  <a:cubicBezTo>
                    <a:pt x="27" y="35"/>
                    <a:pt x="21" y="37"/>
                    <a:pt x="16" y="37"/>
                  </a:cubicBezTo>
                  <a:cubicBezTo>
                    <a:pt x="14" y="37"/>
                    <a:pt x="13" y="37"/>
                    <a:pt x="12" y="36"/>
                  </a:cubicBezTo>
                  <a:cubicBezTo>
                    <a:pt x="10" y="35"/>
                    <a:pt x="10" y="33"/>
                    <a:pt x="10" y="32"/>
                  </a:cubicBezTo>
                  <a:cubicBezTo>
                    <a:pt x="10" y="31"/>
                    <a:pt x="10" y="31"/>
                    <a:pt x="11" y="31"/>
                  </a:cubicBezTo>
                  <a:cubicBezTo>
                    <a:pt x="18" y="29"/>
                    <a:pt x="24" y="26"/>
                    <a:pt x="28" y="22"/>
                  </a:cubicBezTo>
                  <a:cubicBezTo>
                    <a:pt x="32" y="18"/>
                    <a:pt x="35" y="14"/>
                    <a:pt x="35" y="9"/>
                  </a:cubicBezTo>
                  <a:cubicBezTo>
                    <a:pt x="35" y="7"/>
                    <a:pt x="34" y="4"/>
                    <a:pt x="32" y="2"/>
                  </a:cubicBezTo>
                  <a:cubicBezTo>
                    <a:pt x="30" y="1"/>
                    <a:pt x="28" y="0"/>
                    <a:pt x="25" y="0"/>
                  </a:cubicBezTo>
                  <a:cubicBezTo>
                    <a:pt x="19" y="0"/>
                    <a:pt x="13" y="3"/>
                    <a:pt x="8" y="9"/>
                  </a:cubicBezTo>
                  <a:cubicBezTo>
                    <a:pt x="3" y="16"/>
                    <a:pt x="0" y="23"/>
                    <a:pt x="0" y="30"/>
                  </a:cubicBezTo>
                  <a:cubicBezTo>
                    <a:pt x="0" y="35"/>
                    <a:pt x="2" y="39"/>
                    <a:pt x="4" y="42"/>
                  </a:cubicBezTo>
                  <a:cubicBezTo>
                    <a:pt x="7" y="44"/>
                    <a:pt x="10" y="46"/>
                    <a:pt x="15" y="46"/>
                  </a:cubicBezTo>
                  <a:close/>
                  <a:moveTo>
                    <a:pt x="16" y="13"/>
                  </a:moveTo>
                  <a:cubicBezTo>
                    <a:pt x="19" y="9"/>
                    <a:pt x="21" y="8"/>
                    <a:pt x="24" y="8"/>
                  </a:cubicBezTo>
                  <a:cubicBezTo>
                    <a:pt x="24" y="8"/>
                    <a:pt x="25" y="8"/>
                    <a:pt x="26" y="9"/>
                  </a:cubicBezTo>
                  <a:cubicBezTo>
                    <a:pt x="26" y="9"/>
                    <a:pt x="26" y="10"/>
                    <a:pt x="26" y="11"/>
                  </a:cubicBezTo>
                  <a:cubicBezTo>
                    <a:pt x="26" y="13"/>
                    <a:pt x="25" y="15"/>
                    <a:pt x="22" y="18"/>
                  </a:cubicBezTo>
                  <a:cubicBezTo>
                    <a:pt x="18" y="21"/>
                    <a:pt x="15" y="23"/>
                    <a:pt x="11" y="23"/>
                  </a:cubicBezTo>
                  <a:cubicBezTo>
                    <a:pt x="11" y="20"/>
                    <a:pt x="13" y="16"/>
                    <a:pt x="1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 name="Freeform 289"/>
            <p:cNvSpPr>
              <a:spLocks noEditPoints="1"/>
            </p:cNvSpPr>
            <p:nvPr/>
          </p:nvSpPr>
          <p:spPr bwMode="auto">
            <a:xfrm>
              <a:off x="1809750" y="5354638"/>
              <a:ext cx="80963" cy="109538"/>
            </a:xfrm>
            <a:custGeom>
              <a:avLst/>
              <a:gdLst>
                <a:gd name="T0" fmla="*/ 47 w 50"/>
                <a:gd name="T1" fmla="*/ 3 h 67"/>
                <a:gd name="T2" fmla="*/ 46 w 50"/>
                <a:gd name="T3" fmla="*/ 2 h 67"/>
                <a:gd name="T4" fmla="*/ 40 w 50"/>
                <a:gd name="T5" fmla="*/ 0 h 67"/>
                <a:gd name="T6" fmla="*/ 25 w 50"/>
                <a:gd name="T7" fmla="*/ 5 h 67"/>
                <a:gd name="T8" fmla="*/ 12 w 50"/>
                <a:gd name="T9" fmla="*/ 18 h 67"/>
                <a:gd name="T10" fmla="*/ 8 w 50"/>
                <a:gd name="T11" fmla="*/ 32 h 67"/>
                <a:gd name="T12" fmla="*/ 10 w 50"/>
                <a:gd name="T13" fmla="*/ 39 h 67"/>
                <a:gd name="T14" fmla="*/ 16 w 50"/>
                <a:gd name="T15" fmla="*/ 41 h 67"/>
                <a:gd name="T16" fmla="*/ 26 w 50"/>
                <a:gd name="T17" fmla="*/ 38 h 67"/>
                <a:gd name="T18" fmla="*/ 37 w 50"/>
                <a:gd name="T19" fmla="*/ 30 h 67"/>
                <a:gd name="T20" fmla="*/ 31 w 50"/>
                <a:gd name="T21" fmla="*/ 52 h 67"/>
                <a:gd name="T22" fmla="*/ 23 w 50"/>
                <a:gd name="T23" fmla="*/ 58 h 67"/>
                <a:gd name="T24" fmla="*/ 8 w 50"/>
                <a:gd name="T25" fmla="*/ 53 h 67"/>
                <a:gd name="T26" fmla="*/ 3 w 50"/>
                <a:gd name="T27" fmla="*/ 50 h 67"/>
                <a:gd name="T28" fmla="*/ 0 w 50"/>
                <a:gd name="T29" fmla="*/ 53 h 67"/>
                <a:gd name="T30" fmla="*/ 7 w 50"/>
                <a:gd name="T31" fmla="*/ 62 h 67"/>
                <a:gd name="T32" fmla="*/ 23 w 50"/>
                <a:gd name="T33" fmla="*/ 67 h 67"/>
                <a:gd name="T34" fmla="*/ 36 w 50"/>
                <a:gd name="T35" fmla="*/ 61 h 67"/>
                <a:gd name="T36" fmla="*/ 44 w 50"/>
                <a:gd name="T37" fmla="*/ 41 h 67"/>
                <a:gd name="T38" fmla="*/ 46 w 50"/>
                <a:gd name="T39" fmla="*/ 21 h 67"/>
                <a:gd name="T40" fmla="*/ 48 w 50"/>
                <a:gd name="T41" fmla="*/ 13 h 67"/>
                <a:gd name="T42" fmla="*/ 50 w 50"/>
                <a:gd name="T43" fmla="*/ 8 h 67"/>
                <a:gd name="T44" fmla="*/ 49 w 50"/>
                <a:gd name="T45" fmla="*/ 5 h 67"/>
                <a:gd name="T46" fmla="*/ 47 w 50"/>
                <a:gd name="T47" fmla="*/ 3 h 67"/>
                <a:gd name="T48" fmla="*/ 37 w 50"/>
                <a:gd name="T49" fmla="*/ 19 h 67"/>
                <a:gd name="T50" fmla="*/ 29 w 50"/>
                <a:gd name="T51" fmla="*/ 29 h 67"/>
                <a:gd name="T52" fmla="*/ 19 w 50"/>
                <a:gd name="T53" fmla="*/ 33 h 67"/>
                <a:gd name="T54" fmla="*/ 17 w 50"/>
                <a:gd name="T55" fmla="*/ 31 h 67"/>
                <a:gd name="T56" fmla="*/ 21 w 50"/>
                <a:gd name="T57" fmla="*/ 21 h 67"/>
                <a:gd name="T58" fmla="*/ 30 w 50"/>
                <a:gd name="T59" fmla="*/ 11 h 67"/>
                <a:gd name="T60" fmla="*/ 38 w 50"/>
                <a:gd name="T61" fmla="*/ 8 h 67"/>
                <a:gd name="T62" fmla="*/ 39 w 50"/>
                <a:gd name="T63" fmla="*/ 9 h 67"/>
                <a:gd name="T64" fmla="*/ 40 w 50"/>
                <a:gd name="T65" fmla="*/ 11 h 67"/>
                <a:gd name="T66" fmla="*/ 37 w 50"/>
                <a:gd name="T67" fmla="*/ 1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0" h="67">
                  <a:moveTo>
                    <a:pt x="47" y="3"/>
                  </a:moveTo>
                  <a:cubicBezTo>
                    <a:pt x="47" y="2"/>
                    <a:pt x="47" y="2"/>
                    <a:pt x="46" y="2"/>
                  </a:cubicBezTo>
                  <a:cubicBezTo>
                    <a:pt x="44" y="0"/>
                    <a:pt x="42" y="0"/>
                    <a:pt x="40" y="0"/>
                  </a:cubicBezTo>
                  <a:cubicBezTo>
                    <a:pt x="36" y="0"/>
                    <a:pt x="31" y="2"/>
                    <a:pt x="25" y="5"/>
                  </a:cubicBezTo>
                  <a:cubicBezTo>
                    <a:pt x="20" y="9"/>
                    <a:pt x="15" y="13"/>
                    <a:pt x="12" y="18"/>
                  </a:cubicBezTo>
                  <a:cubicBezTo>
                    <a:pt x="9" y="23"/>
                    <a:pt x="8" y="28"/>
                    <a:pt x="8" y="32"/>
                  </a:cubicBezTo>
                  <a:cubicBezTo>
                    <a:pt x="8" y="35"/>
                    <a:pt x="8" y="37"/>
                    <a:pt x="10" y="39"/>
                  </a:cubicBezTo>
                  <a:cubicBezTo>
                    <a:pt x="11" y="40"/>
                    <a:pt x="14" y="41"/>
                    <a:pt x="16" y="41"/>
                  </a:cubicBezTo>
                  <a:cubicBezTo>
                    <a:pt x="19" y="41"/>
                    <a:pt x="23" y="40"/>
                    <a:pt x="26" y="38"/>
                  </a:cubicBezTo>
                  <a:cubicBezTo>
                    <a:pt x="30" y="36"/>
                    <a:pt x="34" y="33"/>
                    <a:pt x="37" y="30"/>
                  </a:cubicBezTo>
                  <a:cubicBezTo>
                    <a:pt x="35" y="41"/>
                    <a:pt x="34" y="48"/>
                    <a:pt x="31" y="52"/>
                  </a:cubicBezTo>
                  <a:cubicBezTo>
                    <a:pt x="29" y="56"/>
                    <a:pt x="26" y="58"/>
                    <a:pt x="23" y="58"/>
                  </a:cubicBezTo>
                  <a:cubicBezTo>
                    <a:pt x="19" y="58"/>
                    <a:pt x="14" y="56"/>
                    <a:pt x="8" y="53"/>
                  </a:cubicBezTo>
                  <a:cubicBezTo>
                    <a:pt x="5" y="51"/>
                    <a:pt x="4" y="50"/>
                    <a:pt x="3" y="50"/>
                  </a:cubicBezTo>
                  <a:cubicBezTo>
                    <a:pt x="1" y="50"/>
                    <a:pt x="0" y="51"/>
                    <a:pt x="0" y="53"/>
                  </a:cubicBezTo>
                  <a:cubicBezTo>
                    <a:pt x="0" y="56"/>
                    <a:pt x="3" y="58"/>
                    <a:pt x="7" y="62"/>
                  </a:cubicBezTo>
                  <a:cubicBezTo>
                    <a:pt x="12" y="65"/>
                    <a:pt x="17" y="67"/>
                    <a:pt x="23" y="67"/>
                  </a:cubicBezTo>
                  <a:cubicBezTo>
                    <a:pt x="28" y="67"/>
                    <a:pt x="32" y="65"/>
                    <a:pt x="36" y="61"/>
                  </a:cubicBezTo>
                  <a:cubicBezTo>
                    <a:pt x="40" y="57"/>
                    <a:pt x="43" y="50"/>
                    <a:pt x="44" y="41"/>
                  </a:cubicBezTo>
                  <a:cubicBezTo>
                    <a:pt x="45" y="30"/>
                    <a:pt x="46" y="24"/>
                    <a:pt x="46" y="21"/>
                  </a:cubicBezTo>
                  <a:cubicBezTo>
                    <a:pt x="47" y="18"/>
                    <a:pt x="47" y="15"/>
                    <a:pt x="48" y="13"/>
                  </a:cubicBezTo>
                  <a:cubicBezTo>
                    <a:pt x="49" y="10"/>
                    <a:pt x="50" y="8"/>
                    <a:pt x="50" y="8"/>
                  </a:cubicBezTo>
                  <a:cubicBezTo>
                    <a:pt x="50" y="7"/>
                    <a:pt x="50" y="6"/>
                    <a:pt x="49" y="5"/>
                  </a:cubicBezTo>
                  <a:cubicBezTo>
                    <a:pt x="48" y="4"/>
                    <a:pt x="48" y="3"/>
                    <a:pt x="47" y="3"/>
                  </a:cubicBezTo>
                  <a:close/>
                  <a:moveTo>
                    <a:pt x="37" y="19"/>
                  </a:moveTo>
                  <a:cubicBezTo>
                    <a:pt x="35" y="23"/>
                    <a:pt x="32" y="26"/>
                    <a:pt x="29" y="29"/>
                  </a:cubicBezTo>
                  <a:cubicBezTo>
                    <a:pt x="25" y="31"/>
                    <a:pt x="22" y="33"/>
                    <a:pt x="19" y="33"/>
                  </a:cubicBezTo>
                  <a:cubicBezTo>
                    <a:pt x="18" y="33"/>
                    <a:pt x="17" y="32"/>
                    <a:pt x="17" y="31"/>
                  </a:cubicBezTo>
                  <a:cubicBezTo>
                    <a:pt x="17" y="28"/>
                    <a:pt x="18" y="25"/>
                    <a:pt x="21" y="21"/>
                  </a:cubicBezTo>
                  <a:cubicBezTo>
                    <a:pt x="24" y="17"/>
                    <a:pt x="27" y="14"/>
                    <a:pt x="30" y="11"/>
                  </a:cubicBezTo>
                  <a:cubicBezTo>
                    <a:pt x="33" y="9"/>
                    <a:pt x="36" y="8"/>
                    <a:pt x="38" y="8"/>
                  </a:cubicBezTo>
                  <a:cubicBezTo>
                    <a:pt x="38" y="8"/>
                    <a:pt x="39" y="8"/>
                    <a:pt x="39" y="9"/>
                  </a:cubicBezTo>
                  <a:cubicBezTo>
                    <a:pt x="40" y="9"/>
                    <a:pt x="40" y="10"/>
                    <a:pt x="40" y="11"/>
                  </a:cubicBezTo>
                  <a:cubicBezTo>
                    <a:pt x="40" y="13"/>
                    <a:pt x="39" y="16"/>
                    <a:pt x="3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 name="Freeform 290"/>
            <p:cNvSpPr>
              <a:spLocks/>
            </p:cNvSpPr>
            <p:nvPr/>
          </p:nvSpPr>
          <p:spPr bwMode="auto">
            <a:xfrm>
              <a:off x="1898650" y="5357813"/>
              <a:ext cx="82550" cy="65088"/>
            </a:xfrm>
            <a:custGeom>
              <a:avLst/>
              <a:gdLst>
                <a:gd name="T0" fmla="*/ 6 w 50"/>
                <a:gd name="T1" fmla="*/ 40 h 40"/>
                <a:gd name="T2" fmla="*/ 8 w 50"/>
                <a:gd name="T3" fmla="*/ 39 h 40"/>
                <a:gd name="T4" fmla="*/ 9 w 50"/>
                <a:gd name="T5" fmla="*/ 37 h 40"/>
                <a:gd name="T6" fmla="*/ 18 w 50"/>
                <a:gd name="T7" fmla="*/ 21 h 40"/>
                <a:gd name="T8" fmla="*/ 27 w 50"/>
                <a:gd name="T9" fmla="*/ 11 h 40"/>
                <a:gd name="T10" fmla="*/ 31 w 50"/>
                <a:gd name="T11" fmla="*/ 21 h 40"/>
                <a:gd name="T12" fmla="*/ 34 w 50"/>
                <a:gd name="T13" fmla="*/ 34 h 40"/>
                <a:gd name="T14" fmla="*/ 34 w 50"/>
                <a:gd name="T15" fmla="*/ 34 h 40"/>
                <a:gd name="T16" fmla="*/ 40 w 50"/>
                <a:gd name="T17" fmla="*/ 38 h 40"/>
                <a:gd name="T18" fmla="*/ 47 w 50"/>
                <a:gd name="T19" fmla="*/ 36 h 40"/>
                <a:gd name="T20" fmla="*/ 50 w 50"/>
                <a:gd name="T21" fmla="*/ 32 h 40"/>
                <a:gd name="T22" fmla="*/ 48 w 50"/>
                <a:gd name="T23" fmla="*/ 29 h 40"/>
                <a:gd name="T24" fmla="*/ 45 w 50"/>
                <a:gd name="T25" fmla="*/ 30 h 40"/>
                <a:gd name="T26" fmla="*/ 43 w 50"/>
                <a:gd name="T27" fmla="*/ 30 h 40"/>
                <a:gd name="T28" fmla="*/ 40 w 50"/>
                <a:gd name="T29" fmla="*/ 16 h 40"/>
                <a:gd name="T30" fmla="*/ 29 w 50"/>
                <a:gd name="T31" fmla="*/ 1 h 40"/>
                <a:gd name="T32" fmla="*/ 10 w 50"/>
                <a:gd name="T33" fmla="*/ 21 h 40"/>
                <a:gd name="T34" fmla="*/ 12 w 50"/>
                <a:gd name="T35" fmla="*/ 7 h 40"/>
                <a:gd name="T36" fmla="*/ 11 w 50"/>
                <a:gd name="T37" fmla="*/ 1 h 40"/>
                <a:gd name="T38" fmla="*/ 7 w 50"/>
                <a:gd name="T39" fmla="*/ 0 h 40"/>
                <a:gd name="T40" fmla="*/ 4 w 50"/>
                <a:gd name="T41" fmla="*/ 2 h 40"/>
                <a:gd name="T42" fmla="*/ 2 w 50"/>
                <a:gd name="T43" fmla="*/ 6 h 40"/>
                <a:gd name="T44" fmla="*/ 1 w 50"/>
                <a:gd name="T45" fmla="*/ 26 h 40"/>
                <a:gd name="T46" fmla="*/ 0 w 50"/>
                <a:gd name="T47" fmla="*/ 35 h 40"/>
                <a:gd name="T48" fmla="*/ 6 w 50"/>
                <a:gd name="T49"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0" h="40">
                  <a:moveTo>
                    <a:pt x="6" y="40"/>
                  </a:moveTo>
                  <a:cubicBezTo>
                    <a:pt x="6" y="40"/>
                    <a:pt x="7" y="40"/>
                    <a:pt x="8" y="39"/>
                  </a:cubicBezTo>
                  <a:cubicBezTo>
                    <a:pt x="8" y="39"/>
                    <a:pt x="9" y="38"/>
                    <a:pt x="9" y="37"/>
                  </a:cubicBezTo>
                  <a:cubicBezTo>
                    <a:pt x="10" y="34"/>
                    <a:pt x="13" y="28"/>
                    <a:pt x="18" y="21"/>
                  </a:cubicBezTo>
                  <a:cubicBezTo>
                    <a:pt x="22" y="14"/>
                    <a:pt x="25" y="11"/>
                    <a:pt x="27" y="11"/>
                  </a:cubicBezTo>
                  <a:cubicBezTo>
                    <a:pt x="29" y="11"/>
                    <a:pt x="31" y="14"/>
                    <a:pt x="31" y="21"/>
                  </a:cubicBezTo>
                  <a:cubicBezTo>
                    <a:pt x="32" y="27"/>
                    <a:pt x="33" y="32"/>
                    <a:pt x="34" y="34"/>
                  </a:cubicBezTo>
                  <a:cubicBezTo>
                    <a:pt x="34" y="34"/>
                    <a:pt x="34" y="34"/>
                    <a:pt x="34" y="34"/>
                  </a:cubicBezTo>
                  <a:cubicBezTo>
                    <a:pt x="35" y="37"/>
                    <a:pt x="37" y="38"/>
                    <a:pt x="40" y="38"/>
                  </a:cubicBezTo>
                  <a:cubicBezTo>
                    <a:pt x="43" y="38"/>
                    <a:pt x="45" y="37"/>
                    <a:pt x="47" y="36"/>
                  </a:cubicBezTo>
                  <a:cubicBezTo>
                    <a:pt x="49" y="34"/>
                    <a:pt x="50" y="33"/>
                    <a:pt x="50" y="32"/>
                  </a:cubicBezTo>
                  <a:cubicBezTo>
                    <a:pt x="50" y="30"/>
                    <a:pt x="49" y="29"/>
                    <a:pt x="48" y="29"/>
                  </a:cubicBezTo>
                  <a:cubicBezTo>
                    <a:pt x="47" y="29"/>
                    <a:pt x="46" y="30"/>
                    <a:pt x="45" y="30"/>
                  </a:cubicBezTo>
                  <a:cubicBezTo>
                    <a:pt x="45" y="30"/>
                    <a:pt x="44" y="30"/>
                    <a:pt x="43" y="30"/>
                  </a:cubicBezTo>
                  <a:cubicBezTo>
                    <a:pt x="42" y="30"/>
                    <a:pt x="41" y="25"/>
                    <a:pt x="40" y="16"/>
                  </a:cubicBezTo>
                  <a:cubicBezTo>
                    <a:pt x="39" y="6"/>
                    <a:pt x="35" y="1"/>
                    <a:pt x="29" y="1"/>
                  </a:cubicBezTo>
                  <a:cubicBezTo>
                    <a:pt x="22" y="1"/>
                    <a:pt x="16" y="8"/>
                    <a:pt x="10" y="21"/>
                  </a:cubicBezTo>
                  <a:cubicBezTo>
                    <a:pt x="11" y="14"/>
                    <a:pt x="12" y="9"/>
                    <a:pt x="12" y="7"/>
                  </a:cubicBezTo>
                  <a:cubicBezTo>
                    <a:pt x="12" y="3"/>
                    <a:pt x="12" y="1"/>
                    <a:pt x="11" y="1"/>
                  </a:cubicBezTo>
                  <a:cubicBezTo>
                    <a:pt x="10" y="0"/>
                    <a:pt x="9" y="0"/>
                    <a:pt x="7" y="0"/>
                  </a:cubicBezTo>
                  <a:cubicBezTo>
                    <a:pt x="6" y="0"/>
                    <a:pt x="5" y="0"/>
                    <a:pt x="4" y="2"/>
                  </a:cubicBezTo>
                  <a:cubicBezTo>
                    <a:pt x="3" y="3"/>
                    <a:pt x="2" y="4"/>
                    <a:pt x="2" y="6"/>
                  </a:cubicBezTo>
                  <a:cubicBezTo>
                    <a:pt x="2" y="14"/>
                    <a:pt x="2" y="21"/>
                    <a:pt x="1" y="26"/>
                  </a:cubicBezTo>
                  <a:cubicBezTo>
                    <a:pt x="0" y="31"/>
                    <a:pt x="0" y="34"/>
                    <a:pt x="0" y="35"/>
                  </a:cubicBezTo>
                  <a:cubicBezTo>
                    <a:pt x="0" y="39"/>
                    <a:pt x="2" y="40"/>
                    <a:pt x="6"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 name="Freeform 291"/>
            <p:cNvSpPr>
              <a:spLocks noEditPoints="1"/>
            </p:cNvSpPr>
            <p:nvPr/>
          </p:nvSpPr>
          <p:spPr bwMode="auto">
            <a:xfrm>
              <a:off x="1985963" y="5351463"/>
              <a:ext cx="66675" cy="74613"/>
            </a:xfrm>
            <a:custGeom>
              <a:avLst/>
              <a:gdLst>
                <a:gd name="T0" fmla="*/ 39 w 41"/>
                <a:gd name="T1" fmla="*/ 44 h 46"/>
                <a:gd name="T2" fmla="*/ 41 w 41"/>
                <a:gd name="T3" fmla="*/ 41 h 46"/>
                <a:gd name="T4" fmla="*/ 40 w 41"/>
                <a:gd name="T5" fmla="*/ 39 h 46"/>
                <a:gd name="T6" fmla="*/ 38 w 41"/>
                <a:gd name="T7" fmla="*/ 37 h 46"/>
                <a:gd name="T8" fmla="*/ 37 w 41"/>
                <a:gd name="T9" fmla="*/ 35 h 46"/>
                <a:gd name="T10" fmla="*/ 36 w 41"/>
                <a:gd name="T11" fmla="*/ 28 h 46"/>
                <a:gd name="T12" fmla="*/ 38 w 41"/>
                <a:gd name="T13" fmla="*/ 15 h 46"/>
                <a:gd name="T14" fmla="*/ 38 w 41"/>
                <a:gd name="T15" fmla="*/ 9 h 46"/>
                <a:gd name="T16" fmla="*/ 34 w 41"/>
                <a:gd name="T17" fmla="*/ 5 h 46"/>
                <a:gd name="T18" fmla="*/ 28 w 41"/>
                <a:gd name="T19" fmla="*/ 0 h 46"/>
                <a:gd name="T20" fmla="*/ 9 w 41"/>
                <a:gd name="T21" fmla="*/ 12 h 46"/>
                <a:gd name="T22" fmla="*/ 0 w 41"/>
                <a:gd name="T23" fmla="*/ 34 h 46"/>
                <a:gd name="T24" fmla="*/ 2 w 41"/>
                <a:gd name="T25" fmla="*/ 42 h 46"/>
                <a:gd name="T26" fmla="*/ 8 w 41"/>
                <a:gd name="T27" fmla="*/ 44 h 46"/>
                <a:gd name="T28" fmla="*/ 28 w 41"/>
                <a:gd name="T29" fmla="*/ 31 h 46"/>
                <a:gd name="T30" fmla="*/ 35 w 41"/>
                <a:gd name="T31" fmla="*/ 46 h 46"/>
                <a:gd name="T32" fmla="*/ 39 w 41"/>
                <a:gd name="T33" fmla="*/ 44 h 46"/>
                <a:gd name="T34" fmla="*/ 22 w 41"/>
                <a:gd name="T35" fmla="*/ 28 h 46"/>
                <a:gd name="T36" fmla="*/ 10 w 41"/>
                <a:gd name="T37" fmla="*/ 36 h 46"/>
                <a:gd name="T38" fmla="*/ 9 w 41"/>
                <a:gd name="T39" fmla="*/ 33 h 46"/>
                <a:gd name="T40" fmla="*/ 16 w 41"/>
                <a:gd name="T41" fmla="*/ 18 h 46"/>
                <a:gd name="T42" fmla="*/ 26 w 41"/>
                <a:gd name="T43" fmla="*/ 9 h 46"/>
                <a:gd name="T44" fmla="*/ 28 w 41"/>
                <a:gd name="T45" fmla="*/ 10 h 46"/>
                <a:gd name="T46" fmla="*/ 29 w 41"/>
                <a:gd name="T47" fmla="*/ 13 h 46"/>
                <a:gd name="T48" fmla="*/ 22 w 41"/>
                <a:gd name="T49" fmla="*/ 2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 h="46">
                  <a:moveTo>
                    <a:pt x="39" y="44"/>
                  </a:moveTo>
                  <a:cubicBezTo>
                    <a:pt x="40" y="43"/>
                    <a:pt x="41" y="42"/>
                    <a:pt x="41" y="41"/>
                  </a:cubicBezTo>
                  <a:cubicBezTo>
                    <a:pt x="41" y="40"/>
                    <a:pt x="41" y="39"/>
                    <a:pt x="40" y="39"/>
                  </a:cubicBezTo>
                  <a:cubicBezTo>
                    <a:pt x="39" y="38"/>
                    <a:pt x="38" y="38"/>
                    <a:pt x="38" y="37"/>
                  </a:cubicBezTo>
                  <a:cubicBezTo>
                    <a:pt x="37" y="37"/>
                    <a:pt x="37" y="36"/>
                    <a:pt x="37" y="35"/>
                  </a:cubicBezTo>
                  <a:cubicBezTo>
                    <a:pt x="36" y="33"/>
                    <a:pt x="36" y="31"/>
                    <a:pt x="36" y="28"/>
                  </a:cubicBezTo>
                  <a:cubicBezTo>
                    <a:pt x="36" y="24"/>
                    <a:pt x="37" y="20"/>
                    <a:pt x="38" y="15"/>
                  </a:cubicBezTo>
                  <a:cubicBezTo>
                    <a:pt x="38" y="12"/>
                    <a:pt x="38" y="10"/>
                    <a:pt x="38" y="9"/>
                  </a:cubicBezTo>
                  <a:cubicBezTo>
                    <a:pt x="38" y="6"/>
                    <a:pt x="37" y="5"/>
                    <a:pt x="34" y="5"/>
                  </a:cubicBezTo>
                  <a:cubicBezTo>
                    <a:pt x="33" y="2"/>
                    <a:pt x="31" y="0"/>
                    <a:pt x="28" y="0"/>
                  </a:cubicBezTo>
                  <a:cubicBezTo>
                    <a:pt x="21" y="0"/>
                    <a:pt x="15" y="4"/>
                    <a:pt x="9" y="12"/>
                  </a:cubicBezTo>
                  <a:cubicBezTo>
                    <a:pt x="3" y="20"/>
                    <a:pt x="0" y="28"/>
                    <a:pt x="0" y="34"/>
                  </a:cubicBezTo>
                  <a:cubicBezTo>
                    <a:pt x="0" y="37"/>
                    <a:pt x="0" y="40"/>
                    <a:pt x="2" y="42"/>
                  </a:cubicBezTo>
                  <a:cubicBezTo>
                    <a:pt x="4" y="43"/>
                    <a:pt x="6" y="44"/>
                    <a:pt x="8" y="44"/>
                  </a:cubicBezTo>
                  <a:cubicBezTo>
                    <a:pt x="15" y="44"/>
                    <a:pt x="21" y="40"/>
                    <a:pt x="28" y="31"/>
                  </a:cubicBezTo>
                  <a:cubicBezTo>
                    <a:pt x="28" y="41"/>
                    <a:pt x="30" y="46"/>
                    <a:pt x="35" y="46"/>
                  </a:cubicBezTo>
                  <a:cubicBezTo>
                    <a:pt x="36" y="46"/>
                    <a:pt x="38" y="45"/>
                    <a:pt x="39" y="44"/>
                  </a:cubicBezTo>
                  <a:close/>
                  <a:moveTo>
                    <a:pt x="22" y="28"/>
                  </a:moveTo>
                  <a:cubicBezTo>
                    <a:pt x="17" y="33"/>
                    <a:pt x="14" y="36"/>
                    <a:pt x="10" y="36"/>
                  </a:cubicBezTo>
                  <a:cubicBezTo>
                    <a:pt x="10" y="36"/>
                    <a:pt x="9" y="35"/>
                    <a:pt x="9" y="33"/>
                  </a:cubicBezTo>
                  <a:cubicBezTo>
                    <a:pt x="9" y="29"/>
                    <a:pt x="11" y="24"/>
                    <a:pt x="16" y="18"/>
                  </a:cubicBezTo>
                  <a:cubicBezTo>
                    <a:pt x="20" y="12"/>
                    <a:pt x="23" y="9"/>
                    <a:pt x="26" y="9"/>
                  </a:cubicBezTo>
                  <a:cubicBezTo>
                    <a:pt x="27" y="9"/>
                    <a:pt x="27" y="9"/>
                    <a:pt x="28" y="10"/>
                  </a:cubicBezTo>
                  <a:cubicBezTo>
                    <a:pt x="28" y="11"/>
                    <a:pt x="29" y="12"/>
                    <a:pt x="29" y="13"/>
                  </a:cubicBezTo>
                  <a:cubicBezTo>
                    <a:pt x="29" y="17"/>
                    <a:pt x="26" y="22"/>
                    <a:pt x="22"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 name="Freeform 292"/>
            <p:cNvSpPr>
              <a:spLocks/>
            </p:cNvSpPr>
            <p:nvPr/>
          </p:nvSpPr>
          <p:spPr bwMode="auto">
            <a:xfrm>
              <a:off x="2062163" y="5357813"/>
              <a:ext cx="80963" cy="65088"/>
            </a:xfrm>
            <a:custGeom>
              <a:avLst/>
              <a:gdLst>
                <a:gd name="T0" fmla="*/ 35 w 50"/>
                <a:gd name="T1" fmla="*/ 34 h 40"/>
                <a:gd name="T2" fmla="*/ 35 w 50"/>
                <a:gd name="T3" fmla="*/ 34 h 40"/>
                <a:gd name="T4" fmla="*/ 41 w 50"/>
                <a:gd name="T5" fmla="*/ 38 h 40"/>
                <a:gd name="T6" fmla="*/ 48 w 50"/>
                <a:gd name="T7" fmla="*/ 36 h 40"/>
                <a:gd name="T8" fmla="*/ 50 w 50"/>
                <a:gd name="T9" fmla="*/ 32 h 40"/>
                <a:gd name="T10" fmla="*/ 48 w 50"/>
                <a:gd name="T11" fmla="*/ 29 h 40"/>
                <a:gd name="T12" fmla="*/ 46 w 50"/>
                <a:gd name="T13" fmla="*/ 30 h 40"/>
                <a:gd name="T14" fmla="*/ 44 w 50"/>
                <a:gd name="T15" fmla="*/ 30 h 40"/>
                <a:gd name="T16" fmla="*/ 40 w 50"/>
                <a:gd name="T17" fmla="*/ 16 h 40"/>
                <a:gd name="T18" fmla="*/ 30 w 50"/>
                <a:gd name="T19" fmla="*/ 1 h 40"/>
                <a:gd name="T20" fmla="*/ 11 w 50"/>
                <a:gd name="T21" fmla="*/ 21 h 40"/>
                <a:gd name="T22" fmla="*/ 13 w 50"/>
                <a:gd name="T23" fmla="*/ 7 h 40"/>
                <a:gd name="T24" fmla="*/ 12 w 50"/>
                <a:gd name="T25" fmla="*/ 1 h 40"/>
                <a:gd name="T26" fmla="*/ 8 w 50"/>
                <a:gd name="T27" fmla="*/ 0 h 40"/>
                <a:gd name="T28" fmla="*/ 5 w 50"/>
                <a:gd name="T29" fmla="*/ 2 h 40"/>
                <a:gd name="T30" fmla="*/ 3 w 50"/>
                <a:gd name="T31" fmla="*/ 6 h 40"/>
                <a:gd name="T32" fmla="*/ 2 w 50"/>
                <a:gd name="T33" fmla="*/ 26 h 40"/>
                <a:gd name="T34" fmla="*/ 0 w 50"/>
                <a:gd name="T35" fmla="*/ 35 h 40"/>
                <a:gd name="T36" fmla="*/ 6 w 50"/>
                <a:gd name="T37" fmla="*/ 40 h 40"/>
                <a:gd name="T38" fmla="*/ 8 w 50"/>
                <a:gd name="T39" fmla="*/ 39 h 40"/>
                <a:gd name="T40" fmla="*/ 10 w 50"/>
                <a:gd name="T41" fmla="*/ 37 h 40"/>
                <a:gd name="T42" fmla="*/ 18 w 50"/>
                <a:gd name="T43" fmla="*/ 21 h 40"/>
                <a:gd name="T44" fmla="*/ 28 w 50"/>
                <a:gd name="T45" fmla="*/ 11 h 40"/>
                <a:gd name="T46" fmla="*/ 32 w 50"/>
                <a:gd name="T47" fmla="*/ 21 h 40"/>
                <a:gd name="T48" fmla="*/ 35 w 50"/>
                <a:gd name="T49" fmla="*/ 3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0" h="40">
                  <a:moveTo>
                    <a:pt x="35" y="34"/>
                  </a:moveTo>
                  <a:cubicBezTo>
                    <a:pt x="35" y="34"/>
                    <a:pt x="35" y="34"/>
                    <a:pt x="35" y="34"/>
                  </a:cubicBezTo>
                  <a:cubicBezTo>
                    <a:pt x="36" y="37"/>
                    <a:pt x="38" y="38"/>
                    <a:pt x="41" y="38"/>
                  </a:cubicBezTo>
                  <a:cubicBezTo>
                    <a:pt x="44" y="38"/>
                    <a:pt x="46" y="37"/>
                    <a:pt x="48" y="36"/>
                  </a:cubicBezTo>
                  <a:cubicBezTo>
                    <a:pt x="49" y="34"/>
                    <a:pt x="50" y="33"/>
                    <a:pt x="50" y="32"/>
                  </a:cubicBezTo>
                  <a:cubicBezTo>
                    <a:pt x="50" y="30"/>
                    <a:pt x="50" y="29"/>
                    <a:pt x="48" y="29"/>
                  </a:cubicBezTo>
                  <a:cubicBezTo>
                    <a:pt x="48" y="29"/>
                    <a:pt x="47" y="30"/>
                    <a:pt x="46" y="30"/>
                  </a:cubicBezTo>
                  <a:cubicBezTo>
                    <a:pt x="45" y="30"/>
                    <a:pt x="45" y="30"/>
                    <a:pt x="44" y="30"/>
                  </a:cubicBezTo>
                  <a:cubicBezTo>
                    <a:pt x="43" y="30"/>
                    <a:pt x="41" y="25"/>
                    <a:pt x="40" y="16"/>
                  </a:cubicBezTo>
                  <a:cubicBezTo>
                    <a:pt x="39" y="6"/>
                    <a:pt x="36" y="1"/>
                    <a:pt x="30" y="1"/>
                  </a:cubicBezTo>
                  <a:cubicBezTo>
                    <a:pt x="23" y="1"/>
                    <a:pt x="16" y="8"/>
                    <a:pt x="11" y="21"/>
                  </a:cubicBezTo>
                  <a:cubicBezTo>
                    <a:pt x="12" y="14"/>
                    <a:pt x="13" y="9"/>
                    <a:pt x="13" y="7"/>
                  </a:cubicBezTo>
                  <a:cubicBezTo>
                    <a:pt x="13" y="3"/>
                    <a:pt x="12" y="1"/>
                    <a:pt x="12" y="1"/>
                  </a:cubicBezTo>
                  <a:cubicBezTo>
                    <a:pt x="11" y="0"/>
                    <a:pt x="10" y="0"/>
                    <a:pt x="8" y="0"/>
                  </a:cubicBezTo>
                  <a:cubicBezTo>
                    <a:pt x="7" y="0"/>
                    <a:pt x="6" y="0"/>
                    <a:pt x="5" y="2"/>
                  </a:cubicBezTo>
                  <a:cubicBezTo>
                    <a:pt x="4" y="3"/>
                    <a:pt x="3" y="4"/>
                    <a:pt x="3" y="6"/>
                  </a:cubicBezTo>
                  <a:cubicBezTo>
                    <a:pt x="3" y="14"/>
                    <a:pt x="3" y="21"/>
                    <a:pt x="2" y="26"/>
                  </a:cubicBezTo>
                  <a:cubicBezTo>
                    <a:pt x="1" y="31"/>
                    <a:pt x="0" y="34"/>
                    <a:pt x="0" y="35"/>
                  </a:cubicBezTo>
                  <a:cubicBezTo>
                    <a:pt x="0" y="39"/>
                    <a:pt x="2" y="40"/>
                    <a:pt x="6" y="40"/>
                  </a:cubicBezTo>
                  <a:cubicBezTo>
                    <a:pt x="7" y="40"/>
                    <a:pt x="8" y="40"/>
                    <a:pt x="8" y="39"/>
                  </a:cubicBezTo>
                  <a:cubicBezTo>
                    <a:pt x="9" y="39"/>
                    <a:pt x="9" y="38"/>
                    <a:pt x="10" y="37"/>
                  </a:cubicBezTo>
                  <a:cubicBezTo>
                    <a:pt x="11" y="34"/>
                    <a:pt x="13" y="28"/>
                    <a:pt x="18" y="21"/>
                  </a:cubicBezTo>
                  <a:cubicBezTo>
                    <a:pt x="23" y="14"/>
                    <a:pt x="26" y="11"/>
                    <a:pt x="28" y="11"/>
                  </a:cubicBezTo>
                  <a:cubicBezTo>
                    <a:pt x="30" y="11"/>
                    <a:pt x="31" y="14"/>
                    <a:pt x="32" y="21"/>
                  </a:cubicBezTo>
                  <a:cubicBezTo>
                    <a:pt x="32" y="27"/>
                    <a:pt x="33" y="32"/>
                    <a:pt x="35"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 name="Freeform 293"/>
            <p:cNvSpPr>
              <a:spLocks/>
            </p:cNvSpPr>
            <p:nvPr/>
          </p:nvSpPr>
          <p:spPr bwMode="auto">
            <a:xfrm>
              <a:off x="2147888" y="5351463"/>
              <a:ext cx="57150" cy="74613"/>
            </a:xfrm>
            <a:custGeom>
              <a:avLst/>
              <a:gdLst>
                <a:gd name="T0" fmla="*/ 23 w 35"/>
                <a:gd name="T1" fmla="*/ 8 h 46"/>
                <a:gd name="T2" fmla="*/ 25 w 35"/>
                <a:gd name="T3" fmla="*/ 12 h 46"/>
                <a:gd name="T4" fmla="*/ 29 w 35"/>
                <a:gd name="T5" fmla="*/ 18 h 46"/>
                <a:gd name="T6" fmla="*/ 32 w 35"/>
                <a:gd name="T7" fmla="*/ 16 h 46"/>
                <a:gd name="T8" fmla="*/ 33 w 35"/>
                <a:gd name="T9" fmla="*/ 11 h 46"/>
                <a:gd name="T10" fmla="*/ 31 w 35"/>
                <a:gd name="T11" fmla="*/ 3 h 46"/>
                <a:gd name="T12" fmla="*/ 24 w 35"/>
                <a:gd name="T13" fmla="*/ 0 h 46"/>
                <a:gd name="T14" fmla="*/ 8 w 35"/>
                <a:gd name="T15" fmla="*/ 11 h 46"/>
                <a:gd name="T16" fmla="*/ 0 w 35"/>
                <a:gd name="T17" fmla="*/ 33 h 46"/>
                <a:gd name="T18" fmla="*/ 4 w 35"/>
                <a:gd name="T19" fmla="*/ 43 h 46"/>
                <a:gd name="T20" fmla="*/ 13 w 35"/>
                <a:gd name="T21" fmla="*/ 46 h 46"/>
                <a:gd name="T22" fmla="*/ 28 w 35"/>
                <a:gd name="T23" fmla="*/ 41 h 46"/>
                <a:gd name="T24" fmla="*/ 35 w 35"/>
                <a:gd name="T25" fmla="*/ 33 h 46"/>
                <a:gd name="T26" fmla="*/ 33 w 35"/>
                <a:gd name="T27" fmla="*/ 31 h 46"/>
                <a:gd name="T28" fmla="*/ 28 w 35"/>
                <a:gd name="T29" fmla="*/ 33 h 46"/>
                <a:gd name="T30" fmla="*/ 15 w 35"/>
                <a:gd name="T31" fmla="*/ 38 h 46"/>
                <a:gd name="T32" fmla="*/ 10 w 35"/>
                <a:gd name="T33" fmla="*/ 33 h 46"/>
                <a:gd name="T34" fmla="*/ 15 w 35"/>
                <a:gd name="T35" fmla="*/ 17 h 46"/>
                <a:gd name="T36" fmla="*/ 23 w 35"/>
                <a:gd name="T37" fmla="*/ 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 h="46">
                  <a:moveTo>
                    <a:pt x="23" y="8"/>
                  </a:moveTo>
                  <a:cubicBezTo>
                    <a:pt x="24" y="8"/>
                    <a:pt x="24" y="10"/>
                    <a:pt x="25" y="12"/>
                  </a:cubicBezTo>
                  <a:cubicBezTo>
                    <a:pt x="25" y="16"/>
                    <a:pt x="27" y="18"/>
                    <a:pt x="29" y="18"/>
                  </a:cubicBezTo>
                  <a:cubicBezTo>
                    <a:pt x="30" y="18"/>
                    <a:pt x="31" y="17"/>
                    <a:pt x="32" y="16"/>
                  </a:cubicBezTo>
                  <a:cubicBezTo>
                    <a:pt x="33" y="15"/>
                    <a:pt x="33" y="14"/>
                    <a:pt x="33" y="11"/>
                  </a:cubicBezTo>
                  <a:cubicBezTo>
                    <a:pt x="33" y="8"/>
                    <a:pt x="32" y="6"/>
                    <a:pt x="31" y="3"/>
                  </a:cubicBezTo>
                  <a:cubicBezTo>
                    <a:pt x="29" y="1"/>
                    <a:pt x="27" y="0"/>
                    <a:pt x="24" y="0"/>
                  </a:cubicBezTo>
                  <a:cubicBezTo>
                    <a:pt x="19" y="0"/>
                    <a:pt x="14" y="4"/>
                    <a:pt x="8" y="11"/>
                  </a:cubicBezTo>
                  <a:cubicBezTo>
                    <a:pt x="3" y="19"/>
                    <a:pt x="0" y="26"/>
                    <a:pt x="0" y="33"/>
                  </a:cubicBezTo>
                  <a:cubicBezTo>
                    <a:pt x="0" y="37"/>
                    <a:pt x="1" y="40"/>
                    <a:pt x="4" y="43"/>
                  </a:cubicBezTo>
                  <a:cubicBezTo>
                    <a:pt x="6" y="45"/>
                    <a:pt x="9" y="46"/>
                    <a:pt x="13" y="46"/>
                  </a:cubicBezTo>
                  <a:cubicBezTo>
                    <a:pt x="19" y="46"/>
                    <a:pt x="23" y="44"/>
                    <a:pt x="28" y="41"/>
                  </a:cubicBezTo>
                  <a:cubicBezTo>
                    <a:pt x="33" y="38"/>
                    <a:pt x="35" y="35"/>
                    <a:pt x="35" y="33"/>
                  </a:cubicBezTo>
                  <a:cubicBezTo>
                    <a:pt x="35" y="32"/>
                    <a:pt x="34" y="31"/>
                    <a:pt x="33" y="31"/>
                  </a:cubicBezTo>
                  <a:cubicBezTo>
                    <a:pt x="32" y="31"/>
                    <a:pt x="30" y="32"/>
                    <a:pt x="28" y="33"/>
                  </a:cubicBezTo>
                  <a:cubicBezTo>
                    <a:pt x="24" y="36"/>
                    <a:pt x="20" y="38"/>
                    <a:pt x="15" y="38"/>
                  </a:cubicBezTo>
                  <a:cubicBezTo>
                    <a:pt x="11" y="38"/>
                    <a:pt x="10" y="36"/>
                    <a:pt x="10" y="33"/>
                  </a:cubicBezTo>
                  <a:cubicBezTo>
                    <a:pt x="10" y="28"/>
                    <a:pt x="11" y="23"/>
                    <a:pt x="15" y="17"/>
                  </a:cubicBezTo>
                  <a:cubicBezTo>
                    <a:pt x="18" y="11"/>
                    <a:pt x="21" y="8"/>
                    <a:pt x="2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 name="Freeform 294"/>
            <p:cNvSpPr>
              <a:spLocks/>
            </p:cNvSpPr>
            <p:nvPr/>
          </p:nvSpPr>
          <p:spPr bwMode="auto">
            <a:xfrm>
              <a:off x="2209800" y="5353051"/>
              <a:ext cx="73025" cy="109538"/>
            </a:xfrm>
            <a:custGeom>
              <a:avLst/>
              <a:gdLst>
                <a:gd name="T0" fmla="*/ 39 w 44"/>
                <a:gd name="T1" fmla="*/ 0 h 67"/>
                <a:gd name="T2" fmla="*/ 36 w 44"/>
                <a:gd name="T3" fmla="*/ 1 h 67"/>
                <a:gd name="T4" fmla="*/ 34 w 44"/>
                <a:gd name="T5" fmla="*/ 4 h 67"/>
                <a:gd name="T6" fmla="*/ 34 w 44"/>
                <a:gd name="T7" fmla="*/ 9 h 67"/>
                <a:gd name="T8" fmla="*/ 33 w 44"/>
                <a:gd name="T9" fmla="*/ 19 h 67"/>
                <a:gd name="T10" fmla="*/ 31 w 44"/>
                <a:gd name="T11" fmla="*/ 23 h 67"/>
                <a:gd name="T12" fmla="*/ 26 w 44"/>
                <a:gd name="T13" fmla="*/ 27 h 67"/>
                <a:gd name="T14" fmla="*/ 20 w 44"/>
                <a:gd name="T15" fmla="*/ 31 h 67"/>
                <a:gd name="T16" fmla="*/ 16 w 44"/>
                <a:gd name="T17" fmla="*/ 33 h 67"/>
                <a:gd name="T18" fmla="*/ 14 w 44"/>
                <a:gd name="T19" fmla="*/ 31 h 67"/>
                <a:gd name="T20" fmla="*/ 13 w 44"/>
                <a:gd name="T21" fmla="*/ 27 h 67"/>
                <a:gd name="T22" fmla="*/ 17 w 44"/>
                <a:gd name="T23" fmla="*/ 14 h 67"/>
                <a:gd name="T24" fmla="*/ 19 w 44"/>
                <a:gd name="T25" fmla="*/ 7 h 67"/>
                <a:gd name="T26" fmla="*/ 18 w 44"/>
                <a:gd name="T27" fmla="*/ 4 h 67"/>
                <a:gd name="T28" fmla="*/ 16 w 44"/>
                <a:gd name="T29" fmla="*/ 2 h 67"/>
                <a:gd name="T30" fmla="*/ 10 w 44"/>
                <a:gd name="T31" fmla="*/ 4 h 67"/>
                <a:gd name="T32" fmla="*/ 7 w 44"/>
                <a:gd name="T33" fmla="*/ 16 h 67"/>
                <a:gd name="T34" fmla="*/ 4 w 44"/>
                <a:gd name="T35" fmla="*/ 30 h 67"/>
                <a:gd name="T36" fmla="*/ 7 w 44"/>
                <a:gd name="T37" fmla="*/ 38 h 67"/>
                <a:gd name="T38" fmla="*/ 14 w 44"/>
                <a:gd name="T39" fmla="*/ 41 h 67"/>
                <a:gd name="T40" fmla="*/ 32 w 44"/>
                <a:gd name="T41" fmla="*/ 32 h 67"/>
                <a:gd name="T42" fmla="*/ 28 w 44"/>
                <a:gd name="T43" fmla="*/ 51 h 67"/>
                <a:gd name="T44" fmla="*/ 20 w 44"/>
                <a:gd name="T45" fmla="*/ 59 h 67"/>
                <a:gd name="T46" fmla="*/ 6 w 44"/>
                <a:gd name="T47" fmla="*/ 53 h 67"/>
                <a:gd name="T48" fmla="*/ 3 w 44"/>
                <a:gd name="T49" fmla="*/ 52 h 67"/>
                <a:gd name="T50" fmla="*/ 1 w 44"/>
                <a:gd name="T51" fmla="*/ 53 h 67"/>
                <a:gd name="T52" fmla="*/ 0 w 44"/>
                <a:gd name="T53" fmla="*/ 56 h 67"/>
                <a:gd name="T54" fmla="*/ 3 w 44"/>
                <a:gd name="T55" fmla="*/ 61 h 67"/>
                <a:gd name="T56" fmla="*/ 11 w 44"/>
                <a:gd name="T57" fmla="*/ 65 h 67"/>
                <a:gd name="T58" fmla="*/ 10 w 44"/>
                <a:gd name="T59" fmla="*/ 65 h 67"/>
                <a:gd name="T60" fmla="*/ 21 w 44"/>
                <a:gd name="T61" fmla="*/ 67 h 67"/>
                <a:gd name="T62" fmla="*/ 29 w 44"/>
                <a:gd name="T63" fmla="*/ 65 h 67"/>
                <a:gd name="T64" fmla="*/ 36 w 44"/>
                <a:gd name="T65" fmla="*/ 55 h 67"/>
                <a:gd name="T66" fmla="*/ 40 w 44"/>
                <a:gd name="T67" fmla="*/ 38 h 67"/>
                <a:gd name="T68" fmla="*/ 43 w 44"/>
                <a:gd name="T69" fmla="*/ 20 h 67"/>
                <a:gd name="T70" fmla="*/ 44 w 44"/>
                <a:gd name="T71" fmla="*/ 7 h 67"/>
                <a:gd name="T72" fmla="*/ 42 w 44"/>
                <a:gd name="T73" fmla="*/ 1 h 67"/>
                <a:gd name="T74" fmla="*/ 39 w 44"/>
                <a:gd name="T75"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4" h="67">
                  <a:moveTo>
                    <a:pt x="39" y="0"/>
                  </a:moveTo>
                  <a:cubicBezTo>
                    <a:pt x="38" y="0"/>
                    <a:pt x="36" y="1"/>
                    <a:pt x="36" y="1"/>
                  </a:cubicBezTo>
                  <a:cubicBezTo>
                    <a:pt x="35" y="2"/>
                    <a:pt x="34" y="3"/>
                    <a:pt x="34" y="4"/>
                  </a:cubicBezTo>
                  <a:cubicBezTo>
                    <a:pt x="34" y="4"/>
                    <a:pt x="34" y="6"/>
                    <a:pt x="34" y="9"/>
                  </a:cubicBezTo>
                  <a:cubicBezTo>
                    <a:pt x="34" y="14"/>
                    <a:pt x="33" y="18"/>
                    <a:pt x="33" y="19"/>
                  </a:cubicBezTo>
                  <a:cubicBezTo>
                    <a:pt x="32" y="21"/>
                    <a:pt x="32" y="22"/>
                    <a:pt x="31" y="23"/>
                  </a:cubicBezTo>
                  <a:cubicBezTo>
                    <a:pt x="30" y="24"/>
                    <a:pt x="29" y="26"/>
                    <a:pt x="26" y="27"/>
                  </a:cubicBezTo>
                  <a:cubicBezTo>
                    <a:pt x="24" y="29"/>
                    <a:pt x="22" y="31"/>
                    <a:pt x="20" y="31"/>
                  </a:cubicBezTo>
                  <a:cubicBezTo>
                    <a:pt x="18" y="32"/>
                    <a:pt x="17" y="33"/>
                    <a:pt x="16" y="33"/>
                  </a:cubicBezTo>
                  <a:cubicBezTo>
                    <a:pt x="15" y="33"/>
                    <a:pt x="14" y="32"/>
                    <a:pt x="14" y="31"/>
                  </a:cubicBezTo>
                  <a:cubicBezTo>
                    <a:pt x="13" y="30"/>
                    <a:pt x="13" y="29"/>
                    <a:pt x="13" y="27"/>
                  </a:cubicBezTo>
                  <a:cubicBezTo>
                    <a:pt x="13" y="23"/>
                    <a:pt x="14" y="19"/>
                    <a:pt x="17" y="14"/>
                  </a:cubicBezTo>
                  <a:cubicBezTo>
                    <a:pt x="19" y="10"/>
                    <a:pt x="19" y="8"/>
                    <a:pt x="19" y="7"/>
                  </a:cubicBezTo>
                  <a:cubicBezTo>
                    <a:pt x="19" y="6"/>
                    <a:pt x="19" y="5"/>
                    <a:pt x="18" y="4"/>
                  </a:cubicBezTo>
                  <a:cubicBezTo>
                    <a:pt x="18" y="3"/>
                    <a:pt x="17" y="2"/>
                    <a:pt x="16" y="2"/>
                  </a:cubicBezTo>
                  <a:cubicBezTo>
                    <a:pt x="13" y="2"/>
                    <a:pt x="11" y="3"/>
                    <a:pt x="10" y="4"/>
                  </a:cubicBezTo>
                  <a:cubicBezTo>
                    <a:pt x="9" y="6"/>
                    <a:pt x="8" y="10"/>
                    <a:pt x="7" y="16"/>
                  </a:cubicBezTo>
                  <a:cubicBezTo>
                    <a:pt x="5" y="22"/>
                    <a:pt x="4" y="26"/>
                    <a:pt x="4" y="30"/>
                  </a:cubicBezTo>
                  <a:cubicBezTo>
                    <a:pt x="4" y="33"/>
                    <a:pt x="5" y="35"/>
                    <a:pt x="7" y="38"/>
                  </a:cubicBezTo>
                  <a:cubicBezTo>
                    <a:pt x="9" y="40"/>
                    <a:pt x="11" y="41"/>
                    <a:pt x="14" y="41"/>
                  </a:cubicBezTo>
                  <a:cubicBezTo>
                    <a:pt x="18" y="41"/>
                    <a:pt x="24" y="38"/>
                    <a:pt x="32" y="32"/>
                  </a:cubicBezTo>
                  <a:cubicBezTo>
                    <a:pt x="32" y="39"/>
                    <a:pt x="30" y="46"/>
                    <a:pt x="28" y="51"/>
                  </a:cubicBezTo>
                  <a:cubicBezTo>
                    <a:pt x="25" y="57"/>
                    <a:pt x="23" y="59"/>
                    <a:pt x="20" y="59"/>
                  </a:cubicBezTo>
                  <a:cubicBezTo>
                    <a:pt x="14" y="59"/>
                    <a:pt x="9" y="57"/>
                    <a:pt x="6" y="53"/>
                  </a:cubicBezTo>
                  <a:cubicBezTo>
                    <a:pt x="5" y="52"/>
                    <a:pt x="4" y="52"/>
                    <a:pt x="3" y="52"/>
                  </a:cubicBezTo>
                  <a:cubicBezTo>
                    <a:pt x="2" y="52"/>
                    <a:pt x="2" y="52"/>
                    <a:pt x="1" y="53"/>
                  </a:cubicBezTo>
                  <a:cubicBezTo>
                    <a:pt x="0" y="53"/>
                    <a:pt x="0" y="54"/>
                    <a:pt x="0" y="56"/>
                  </a:cubicBezTo>
                  <a:cubicBezTo>
                    <a:pt x="0" y="57"/>
                    <a:pt x="1" y="59"/>
                    <a:pt x="3" y="61"/>
                  </a:cubicBezTo>
                  <a:cubicBezTo>
                    <a:pt x="5" y="63"/>
                    <a:pt x="8" y="64"/>
                    <a:pt x="11" y="65"/>
                  </a:cubicBezTo>
                  <a:cubicBezTo>
                    <a:pt x="10" y="65"/>
                    <a:pt x="10" y="65"/>
                    <a:pt x="10" y="65"/>
                  </a:cubicBezTo>
                  <a:cubicBezTo>
                    <a:pt x="14" y="67"/>
                    <a:pt x="17" y="67"/>
                    <a:pt x="21" y="67"/>
                  </a:cubicBezTo>
                  <a:cubicBezTo>
                    <a:pt x="24" y="67"/>
                    <a:pt x="27" y="66"/>
                    <a:pt x="29" y="65"/>
                  </a:cubicBezTo>
                  <a:cubicBezTo>
                    <a:pt x="31" y="63"/>
                    <a:pt x="34" y="60"/>
                    <a:pt x="36" y="55"/>
                  </a:cubicBezTo>
                  <a:cubicBezTo>
                    <a:pt x="38" y="50"/>
                    <a:pt x="39" y="44"/>
                    <a:pt x="40" y="38"/>
                  </a:cubicBezTo>
                  <a:cubicBezTo>
                    <a:pt x="42" y="32"/>
                    <a:pt x="42" y="26"/>
                    <a:pt x="43" y="20"/>
                  </a:cubicBezTo>
                  <a:cubicBezTo>
                    <a:pt x="44" y="7"/>
                    <a:pt x="44" y="7"/>
                    <a:pt x="44" y="7"/>
                  </a:cubicBezTo>
                  <a:cubicBezTo>
                    <a:pt x="44" y="4"/>
                    <a:pt x="43" y="2"/>
                    <a:pt x="42" y="1"/>
                  </a:cubicBezTo>
                  <a:cubicBezTo>
                    <a:pt x="42" y="1"/>
                    <a:pt x="41" y="0"/>
                    <a:pt x="3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 name="Freeform 295"/>
            <p:cNvSpPr>
              <a:spLocks/>
            </p:cNvSpPr>
            <p:nvPr/>
          </p:nvSpPr>
          <p:spPr bwMode="auto">
            <a:xfrm>
              <a:off x="1517650" y="5481638"/>
              <a:ext cx="84138" cy="104775"/>
            </a:xfrm>
            <a:custGeom>
              <a:avLst/>
              <a:gdLst>
                <a:gd name="T0" fmla="*/ 40 w 52"/>
                <a:gd name="T1" fmla="*/ 0 h 64"/>
                <a:gd name="T2" fmla="*/ 22 w 52"/>
                <a:gd name="T3" fmla="*/ 7 h 64"/>
                <a:gd name="T4" fmla="*/ 6 w 52"/>
                <a:gd name="T5" fmla="*/ 26 h 64"/>
                <a:gd name="T6" fmla="*/ 0 w 52"/>
                <a:gd name="T7" fmla="*/ 46 h 64"/>
                <a:gd name="T8" fmla="*/ 6 w 52"/>
                <a:gd name="T9" fmla="*/ 60 h 64"/>
                <a:gd name="T10" fmla="*/ 19 w 52"/>
                <a:gd name="T11" fmla="*/ 64 h 64"/>
                <a:gd name="T12" fmla="*/ 36 w 52"/>
                <a:gd name="T13" fmla="*/ 59 h 64"/>
                <a:gd name="T14" fmla="*/ 45 w 52"/>
                <a:gd name="T15" fmla="*/ 50 h 64"/>
                <a:gd name="T16" fmla="*/ 42 w 52"/>
                <a:gd name="T17" fmla="*/ 47 h 64"/>
                <a:gd name="T18" fmla="*/ 36 w 52"/>
                <a:gd name="T19" fmla="*/ 50 h 64"/>
                <a:gd name="T20" fmla="*/ 28 w 52"/>
                <a:gd name="T21" fmla="*/ 54 h 64"/>
                <a:gd name="T22" fmla="*/ 20 w 52"/>
                <a:gd name="T23" fmla="*/ 56 h 64"/>
                <a:gd name="T24" fmla="*/ 13 w 52"/>
                <a:gd name="T25" fmla="*/ 53 h 64"/>
                <a:gd name="T26" fmla="*/ 10 w 52"/>
                <a:gd name="T27" fmla="*/ 45 h 64"/>
                <a:gd name="T28" fmla="*/ 15 w 52"/>
                <a:gd name="T29" fmla="*/ 29 h 64"/>
                <a:gd name="T30" fmla="*/ 27 w 52"/>
                <a:gd name="T31" fmla="*/ 14 h 64"/>
                <a:gd name="T32" fmla="*/ 40 w 52"/>
                <a:gd name="T33" fmla="*/ 8 h 64"/>
                <a:gd name="T34" fmla="*/ 42 w 52"/>
                <a:gd name="T35" fmla="*/ 11 h 64"/>
                <a:gd name="T36" fmla="*/ 41 w 52"/>
                <a:gd name="T37" fmla="*/ 15 h 64"/>
                <a:gd name="T38" fmla="*/ 41 w 52"/>
                <a:gd name="T39" fmla="*/ 18 h 64"/>
                <a:gd name="T40" fmla="*/ 42 w 52"/>
                <a:gd name="T41" fmla="*/ 21 h 64"/>
                <a:gd name="T42" fmla="*/ 44 w 52"/>
                <a:gd name="T43" fmla="*/ 22 h 64"/>
                <a:gd name="T44" fmla="*/ 48 w 52"/>
                <a:gd name="T45" fmla="*/ 21 h 64"/>
                <a:gd name="T46" fmla="*/ 51 w 52"/>
                <a:gd name="T47" fmla="*/ 18 h 64"/>
                <a:gd name="T48" fmla="*/ 52 w 52"/>
                <a:gd name="T49" fmla="*/ 11 h 64"/>
                <a:gd name="T50" fmla="*/ 49 w 52"/>
                <a:gd name="T51" fmla="*/ 4 h 64"/>
                <a:gd name="T52" fmla="*/ 40 w 52"/>
                <a:gd name="T53"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2" h="64">
                  <a:moveTo>
                    <a:pt x="40" y="0"/>
                  </a:moveTo>
                  <a:cubicBezTo>
                    <a:pt x="34" y="0"/>
                    <a:pt x="28" y="3"/>
                    <a:pt x="22" y="7"/>
                  </a:cubicBezTo>
                  <a:cubicBezTo>
                    <a:pt x="16" y="12"/>
                    <a:pt x="11" y="18"/>
                    <a:pt x="6" y="26"/>
                  </a:cubicBezTo>
                  <a:cubicBezTo>
                    <a:pt x="2" y="33"/>
                    <a:pt x="0" y="40"/>
                    <a:pt x="0" y="46"/>
                  </a:cubicBezTo>
                  <a:cubicBezTo>
                    <a:pt x="0" y="52"/>
                    <a:pt x="2" y="57"/>
                    <a:pt x="6" y="60"/>
                  </a:cubicBezTo>
                  <a:cubicBezTo>
                    <a:pt x="10" y="63"/>
                    <a:pt x="14" y="64"/>
                    <a:pt x="19" y="64"/>
                  </a:cubicBezTo>
                  <a:cubicBezTo>
                    <a:pt x="25" y="64"/>
                    <a:pt x="30" y="63"/>
                    <a:pt x="36" y="59"/>
                  </a:cubicBezTo>
                  <a:cubicBezTo>
                    <a:pt x="42" y="55"/>
                    <a:pt x="45" y="53"/>
                    <a:pt x="45" y="50"/>
                  </a:cubicBezTo>
                  <a:cubicBezTo>
                    <a:pt x="45" y="48"/>
                    <a:pt x="44" y="47"/>
                    <a:pt x="42" y="47"/>
                  </a:cubicBezTo>
                  <a:cubicBezTo>
                    <a:pt x="41" y="47"/>
                    <a:pt x="39" y="48"/>
                    <a:pt x="36" y="50"/>
                  </a:cubicBezTo>
                  <a:cubicBezTo>
                    <a:pt x="34" y="52"/>
                    <a:pt x="31" y="53"/>
                    <a:pt x="28" y="54"/>
                  </a:cubicBezTo>
                  <a:cubicBezTo>
                    <a:pt x="25" y="55"/>
                    <a:pt x="22" y="56"/>
                    <a:pt x="20" y="56"/>
                  </a:cubicBezTo>
                  <a:cubicBezTo>
                    <a:pt x="17" y="56"/>
                    <a:pt x="14" y="55"/>
                    <a:pt x="13" y="53"/>
                  </a:cubicBezTo>
                  <a:cubicBezTo>
                    <a:pt x="11" y="51"/>
                    <a:pt x="10" y="48"/>
                    <a:pt x="10" y="45"/>
                  </a:cubicBezTo>
                  <a:cubicBezTo>
                    <a:pt x="10" y="40"/>
                    <a:pt x="12" y="35"/>
                    <a:pt x="15" y="29"/>
                  </a:cubicBezTo>
                  <a:cubicBezTo>
                    <a:pt x="18" y="23"/>
                    <a:pt x="23" y="18"/>
                    <a:pt x="27" y="14"/>
                  </a:cubicBezTo>
                  <a:cubicBezTo>
                    <a:pt x="32" y="10"/>
                    <a:pt x="36" y="8"/>
                    <a:pt x="40" y="8"/>
                  </a:cubicBezTo>
                  <a:cubicBezTo>
                    <a:pt x="41" y="8"/>
                    <a:pt x="42" y="9"/>
                    <a:pt x="42" y="11"/>
                  </a:cubicBezTo>
                  <a:cubicBezTo>
                    <a:pt x="42" y="12"/>
                    <a:pt x="42" y="13"/>
                    <a:pt x="41" y="15"/>
                  </a:cubicBezTo>
                  <a:cubicBezTo>
                    <a:pt x="41" y="16"/>
                    <a:pt x="41" y="18"/>
                    <a:pt x="41" y="18"/>
                  </a:cubicBezTo>
                  <a:cubicBezTo>
                    <a:pt x="41" y="20"/>
                    <a:pt x="41" y="21"/>
                    <a:pt x="42" y="21"/>
                  </a:cubicBezTo>
                  <a:cubicBezTo>
                    <a:pt x="42" y="22"/>
                    <a:pt x="43" y="22"/>
                    <a:pt x="44" y="22"/>
                  </a:cubicBezTo>
                  <a:cubicBezTo>
                    <a:pt x="45" y="22"/>
                    <a:pt x="46" y="22"/>
                    <a:pt x="48" y="21"/>
                  </a:cubicBezTo>
                  <a:cubicBezTo>
                    <a:pt x="50" y="20"/>
                    <a:pt x="51" y="19"/>
                    <a:pt x="51" y="18"/>
                  </a:cubicBezTo>
                  <a:cubicBezTo>
                    <a:pt x="52" y="16"/>
                    <a:pt x="52" y="14"/>
                    <a:pt x="52" y="11"/>
                  </a:cubicBezTo>
                  <a:cubicBezTo>
                    <a:pt x="52" y="8"/>
                    <a:pt x="51" y="6"/>
                    <a:pt x="49" y="4"/>
                  </a:cubicBezTo>
                  <a:cubicBezTo>
                    <a:pt x="46" y="1"/>
                    <a:pt x="44" y="0"/>
                    <a:pt x="4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 name="Freeform 296"/>
            <p:cNvSpPr>
              <a:spLocks noEditPoints="1"/>
            </p:cNvSpPr>
            <p:nvPr/>
          </p:nvSpPr>
          <p:spPr bwMode="auto">
            <a:xfrm>
              <a:off x="1604963" y="5511801"/>
              <a:ext cx="63500" cy="73025"/>
            </a:xfrm>
            <a:custGeom>
              <a:avLst/>
              <a:gdLst>
                <a:gd name="T0" fmla="*/ 24 w 39"/>
                <a:gd name="T1" fmla="*/ 0 h 45"/>
                <a:gd name="T2" fmla="*/ 7 w 39"/>
                <a:gd name="T3" fmla="*/ 10 h 45"/>
                <a:gd name="T4" fmla="*/ 0 w 39"/>
                <a:gd name="T5" fmla="*/ 30 h 45"/>
                <a:gd name="T6" fmla="*/ 4 w 39"/>
                <a:gd name="T7" fmla="*/ 40 h 45"/>
                <a:gd name="T8" fmla="*/ 14 w 39"/>
                <a:gd name="T9" fmla="*/ 45 h 45"/>
                <a:gd name="T10" fmla="*/ 28 w 39"/>
                <a:gd name="T11" fmla="*/ 38 h 45"/>
                <a:gd name="T12" fmla="*/ 39 w 39"/>
                <a:gd name="T13" fmla="*/ 23 h 45"/>
                <a:gd name="T14" fmla="*/ 39 w 39"/>
                <a:gd name="T15" fmla="*/ 23 h 45"/>
                <a:gd name="T16" fmla="*/ 39 w 39"/>
                <a:gd name="T17" fmla="*/ 17 h 45"/>
                <a:gd name="T18" fmla="*/ 35 w 39"/>
                <a:gd name="T19" fmla="*/ 5 h 45"/>
                <a:gd name="T20" fmla="*/ 24 w 39"/>
                <a:gd name="T21" fmla="*/ 0 h 45"/>
                <a:gd name="T22" fmla="*/ 25 w 39"/>
                <a:gd name="T23" fmla="*/ 31 h 45"/>
                <a:gd name="T24" fmla="*/ 14 w 39"/>
                <a:gd name="T25" fmla="*/ 37 h 45"/>
                <a:gd name="T26" fmla="*/ 11 w 39"/>
                <a:gd name="T27" fmla="*/ 34 h 45"/>
                <a:gd name="T28" fmla="*/ 10 w 39"/>
                <a:gd name="T29" fmla="*/ 29 h 45"/>
                <a:gd name="T30" fmla="*/ 13 w 39"/>
                <a:gd name="T31" fmla="*/ 18 h 45"/>
                <a:gd name="T32" fmla="*/ 18 w 39"/>
                <a:gd name="T33" fmla="*/ 10 h 45"/>
                <a:gd name="T34" fmla="*/ 18 w 39"/>
                <a:gd name="T35" fmla="*/ 10 h 45"/>
                <a:gd name="T36" fmla="*/ 23 w 39"/>
                <a:gd name="T37" fmla="*/ 8 h 45"/>
                <a:gd name="T38" fmla="*/ 28 w 39"/>
                <a:gd name="T39" fmla="*/ 11 h 45"/>
                <a:gd name="T40" fmla="*/ 30 w 39"/>
                <a:gd name="T41" fmla="*/ 18 h 45"/>
                <a:gd name="T42" fmla="*/ 25 w 39"/>
                <a:gd name="T43" fmla="*/ 3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9" h="45">
                  <a:moveTo>
                    <a:pt x="24" y="0"/>
                  </a:moveTo>
                  <a:cubicBezTo>
                    <a:pt x="17" y="0"/>
                    <a:pt x="12" y="3"/>
                    <a:pt x="7" y="10"/>
                  </a:cubicBezTo>
                  <a:cubicBezTo>
                    <a:pt x="3" y="17"/>
                    <a:pt x="0" y="23"/>
                    <a:pt x="0" y="30"/>
                  </a:cubicBezTo>
                  <a:cubicBezTo>
                    <a:pt x="0" y="34"/>
                    <a:pt x="2" y="38"/>
                    <a:pt x="4" y="40"/>
                  </a:cubicBezTo>
                  <a:cubicBezTo>
                    <a:pt x="7" y="43"/>
                    <a:pt x="10" y="45"/>
                    <a:pt x="14" y="45"/>
                  </a:cubicBezTo>
                  <a:cubicBezTo>
                    <a:pt x="19" y="45"/>
                    <a:pt x="24" y="43"/>
                    <a:pt x="28" y="38"/>
                  </a:cubicBezTo>
                  <a:cubicBezTo>
                    <a:pt x="33" y="34"/>
                    <a:pt x="37" y="29"/>
                    <a:pt x="39" y="23"/>
                  </a:cubicBezTo>
                  <a:cubicBezTo>
                    <a:pt x="39" y="23"/>
                    <a:pt x="39" y="23"/>
                    <a:pt x="39" y="23"/>
                  </a:cubicBezTo>
                  <a:cubicBezTo>
                    <a:pt x="39" y="21"/>
                    <a:pt x="39" y="19"/>
                    <a:pt x="39" y="17"/>
                  </a:cubicBezTo>
                  <a:cubicBezTo>
                    <a:pt x="39" y="12"/>
                    <a:pt x="38" y="8"/>
                    <a:pt x="35" y="5"/>
                  </a:cubicBezTo>
                  <a:cubicBezTo>
                    <a:pt x="32" y="2"/>
                    <a:pt x="29" y="0"/>
                    <a:pt x="24" y="0"/>
                  </a:cubicBezTo>
                  <a:close/>
                  <a:moveTo>
                    <a:pt x="25" y="31"/>
                  </a:moveTo>
                  <a:cubicBezTo>
                    <a:pt x="21" y="35"/>
                    <a:pt x="18" y="37"/>
                    <a:pt x="14" y="37"/>
                  </a:cubicBezTo>
                  <a:cubicBezTo>
                    <a:pt x="13" y="37"/>
                    <a:pt x="12" y="36"/>
                    <a:pt x="11" y="34"/>
                  </a:cubicBezTo>
                  <a:cubicBezTo>
                    <a:pt x="10" y="33"/>
                    <a:pt x="10" y="31"/>
                    <a:pt x="10" y="29"/>
                  </a:cubicBezTo>
                  <a:cubicBezTo>
                    <a:pt x="10" y="25"/>
                    <a:pt x="11" y="22"/>
                    <a:pt x="13" y="18"/>
                  </a:cubicBezTo>
                  <a:cubicBezTo>
                    <a:pt x="14" y="15"/>
                    <a:pt x="16" y="12"/>
                    <a:pt x="18" y="10"/>
                  </a:cubicBezTo>
                  <a:cubicBezTo>
                    <a:pt x="18" y="10"/>
                    <a:pt x="18" y="10"/>
                    <a:pt x="18" y="10"/>
                  </a:cubicBezTo>
                  <a:cubicBezTo>
                    <a:pt x="20" y="9"/>
                    <a:pt x="21" y="8"/>
                    <a:pt x="23" y="8"/>
                  </a:cubicBezTo>
                  <a:cubicBezTo>
                    <a:pt x="25" y="8"/>
                    <a:pt x="27" y="9"/>
                    <a:pt x="28" y="11"/>
                  </a:cubicBezTo>
                  <a:cubicBezTo>
                    <a:pt x="29" y="13"/>
                    <a:pt x="30" y="15"/>
                    <a:pt x="30" y="18"/>
                  </a:cubicBezTo>
                  <a:cubicBezTo>
                    <a:pt x="30" y="23"/>
                    <a:pt x="28" y="27"/>
                    <a:pt x="25"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 name="Freeform 297"/>
            <p:cNvSpPr>
              <a:spLocks/>
            </p:cNvSpPr>
            <p:nvPr/>
          </p:nvSpPr>
          <p:spPr bwMode="auto">
            <a:xfrm>
              <a:off x="1681163" y="5511801"/>
              <a:ext cx="123825" cy="73025"/>
            </a:xfrm>
            <a:custGeom>
              <a:avLst/>
              <a:gdLst>
                <a:gd name="T0" fmla="*/ 73 w 75"/>
                <a:gd name="T1" fmla="*/ 34 h 45"/>
                <a:gd name="T2" fmla="*/ 69 w 75"/>
                <a:gd name="T3" fmla="*/ 30 h 45"/>
                <a:gd name="T4" fmla="*/ 68 w 75"/>
                <a:gd name="T5" fmla="*/ 19 h 45"/>
                <a:gd name="T6" fmla="*/ 65 w 75"/>
                <a:gd name="T7" fmla="*/ 6 h 45"/>
                <a:gd name="T8" fmla="*/ 59 w 75"/>
                <a:gd name="T9" fmla="*/ 2 h 45"/>
                <a:gd name="T10" fmla="*/ 52 w 75"/>
                <a:gd name="T11" fmla="*/ 5 h 45"/>
                <a:gd name="T12" fmla="*/ 44 w 75"/>
                <a:gd name="T13" fmla="*/ 18 h 45"/>
                <a:gd name="T14" fmla="*/ 39 w 75"/>
                <a:gd name="T15" fmla="*/ 27 h 45"/>
                <a:gd name="T16" fmla="*/ 38 w 75"/>
                <a:gd name="T17" fmla="*/ 18 h 45"/>
                <a:gd name="T18" fmla="*/ 35 w 75"/>
                <a:gd name="T19" fmla="*/ 5 h 45"/>
                <a:gd name="T20" fmla="*/ 29 w 75"/>
                <a:gd name="T21" fmla="*/ 2 h 45"/>
                <a:gd name="T22" fmla="*/ 9 w 75"/>
                <a:gd name="T23" fmla="*/ 27 h 45"/>
                <a:gd name="T24" fmla="*/ 10 w 75"/>
                <a:gd name="T25" fmla="*/ 19 h 45"/>
                <a:gd name="T26" fmla="*/ 12 w 75"/>
                <a:gd name="T27" fmla="*/ 7 h 45"/>
                <a:gd name="T28" fmla="*/ 7 w 75"/>
                <a:gd name="T29" fmla="*/ 0 h 45"/>
                <a:gd name="T30" fmla="*/ 4 w 75"/>
                <a:gd name="T31" fmla="*/ 1 h 45"/>
                <a:gd name="T32" fmla="*/ 3 w 75"/>
                <a:gd name="T33" fmla="*/ 3 h 45"/>
                <a:gd name="T34" fmla="*/ 2 w 75"/>
                <a:gd name="T35" fmla="*/ 17 h 45"/>
                <a:gd name="T36" fmla="*/ 0 w 75"/>
                <a:gd name="T37" fmla="*/ 37 h 45"/>
                <a:gd name="T38" fmla="*/ 6 w 75"/>
                <a:gd name="T39" fmla="*/ 45 h 45"/>
                <a:gd name="T40" fmla="*/ 10 w 75"/>
                <a:gd name="T41" fmla="*/ 41 h 45"/>
                <a:gd name="T42" fmla="*/ 20 w 75"/>
                <a:gd name="T43" fmla="*/ 23 h 45"/>
                <a:gd name="T44" fmla="*/ 28 w 75"/>
                <a:gd name="T45" fmla="*/ 13 h 45"/>
                <a:gd name="T46" fmla="*/ 29 w 75"/>
                <a:gd name="T47" fmla="*/ 24 h 45"/>
                <a:gd name="T48" fmla="*/ 32 w 75"/>
                <a:gd name="T49" fmla="*/ 39 h 45"/>
                <a:gd name="T50" fmla="*/ 36 w 75"/>
                <a:gd name="T51" fmla="*/ 41 h 45"/>
                <a:gd name="T52" fmla="*/ 42 w 75"/>
                <a:gd name="T53" fmla="*/ 38 h 45"/>
                <a:gd name="T54" fmla="*/ 48 w 75"/>
                <a:gd name="T55" fmla="*/ 27 h 45"/>
                <a:gd name="T56" fmla="*/ 54 w 75"/>
                <a:gd name="T57" fmla="*/ 16 h 45"/>
                <a:gd name="T58" fmla="*/ 56 w 75"/>
                <a:gd name="T59" fmla="*/ 13 h 45"/>
                <a:gd name="T60" fmla="*/ 58 w 75"/>
                <a:gd name="T61" fmla="*/ 15 h 45"/>
                <a:gd name="T62" fmla="*/ 59 w 75"/>
                <a:gd name="T63" fmla="*/ 22 h 45"/>
                <a:gd name="T64" fmla="*/ 62 w 75"/>
                <a:gd name="T65" fmla="*/ 38 h 45"/>
                <a:gd name="T66" fmla="*/ 68 w 75"/>
                <a:gd name="T67" fmla="*/ 42 h 45"/>
                <a:gd name="T68" fmla="*/ 72 w 75"/>
                <a:gd name="T69" fmla="*/ 41 h 45"/>
                <a:gd name="T70" fmla="*/ 75 w 75"/>
                <a:gd name="T71" fmla="*/ 37 h 45"/>
                <a:gd name="T72" fmla="*/ 73 w 75"/>
                <a:gd name="T73" fmla="*/ 34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5" h="45">
                  <a:moveTo>
                    <a:pt x="73" y="34"/>
                  </a:moveTo>
                  <a:cubicBezTo>
                    <a:pt x="71" y="34"/>
                    <a:pt x="70" y="32"/>
                    <a:pt x="69" y="30"/>
                  </a:cubicBezTo>
                  <a:cubicBezTo>
                    <a:pt x="69" y="27"/>
                    <a:pt x="68" y="24"/>
                    <a:pt x="68" y="19"/>
                  </a:cubicBezTo>
                  <a:cubicBezTo>
                    <a:pt x="67" y="13"/>
                    <a:pt x="66" y="9"/>
                    <a:pt x="65" y="6"/>
                  </a:cubicBezTo>
                  <a:cubicBezTo>
                    <a:pt x="64" y="4"/>
                    <a:pt x="61" y="2"/>
                    <a:pt x="59" y="2"/>
                  </a:cubicBezTo>
                  <a:cubicBezTo>
                    <a:pt x="56" y="2"/>
                    <a:pt x="54" y="3"/>
                    <a:pt x="52" y="5"/>
                  </a:cubicBezTo>
                  <a:cubicBezTo>
                    <a:pt x="49" y="8"/>
                    <a:pt x="47" y="12"/>
                    <a:pt x="44" y="18"/>
                  </a:cubicBezTo>
                  <a:cubicBezTo>
                    <a:pt x="41" y="24"/>
                    <a:pt x="39" y="27"/>
                    <a:pt x="39" y="27"/>
                  </a:cubicBezTo>
                  <a:cubicBezTo>
                    <a:pt x="38" y="27"/>
                    <a:pt x="38" y="24"/>
                    <a:pt x="38" y="18"/>
                  </a:cubicBezTo>
                  <a:cubicBezTo>
                    <a:pt x="38" y="11"/>
                    <a:pt x="37" y="7"/>
                    <a:pt x="35" y="5"/>
                  </a:cubicBezTo>
                  <a:cubicBezTo>
                    <a:pt x="34" y="3"/>
                    <a:pt x="32" y="2"/>
                    <a:pt x="29" y="2"/>
                  </a:cubicBezTo>
                  <a:cubicBezTo>
                    <a:pt x="23" y="2"/>
                    <a:pt x="17" y="11"/>
                    <a:pt x="9" y="27"/>
                  </a:cubicBezTo>
                  <a:cubicBezTo>
                    <a:pt x="9" y="25"/>
                    <a:pt x="10" y="23"/>
                    <a:pt x="10" y="19"/>
                  </a:cubicBezTo>
                  <a:cubicBezTo>
                    <a:pt x="12" y="12"/>
                    <a:pt x="12" y="9"/>
                    <a:pt x="12" y="7"/>
                  </a:cubicBezTo>
                  <a:cubicBezTo>
                    <a:pt x="12" y="2"/>
                    <a:pt x="10" y="0"/>
                    <a:pt x="7" y="0"/>
                  </a:cubicBezTo>
                  <a:cubicBezTo>
                    <a:pt x="5" y="0"/>
                    <a:pt x="4" y="0"/>
                    <a:pt x="4" y="1"/>
                  </a:cubicBezTo>
                  <a:cubicBezTo>
                    <a:pt x="3" y="2"/>
                    <a:pt x="3" y="2"/>
                    <a:pt x="3" y="3"/>
                  </a:cubicBezTo>
                  <a:cubicBezTo>
                    <a:pt x="3" y="8"/>
                    <a:pt x="2" y="12"/>
                    <a:pt x="2" y="17"/>
                  </a:cubicBezTo>
                  <a:cubicBezTo>
                    <a:pt x="1" y="22"/>
                    <a:pt x="0" y="29"/>
                    <a:pt x="0" y="37"/>
                  </a:cubicBezTo>
                  <a:cubicBezTo>
                    <a:pt x="0" y="42"/>
                    <a:pt x="2" y="45"/>
                    <a:pt x="6" y="45"/>
                  </a:cubicBezTo>
                  <a:cubicBezTo>
                    <a:pt x="8" y="45"/>
                    <a:pt x="10" y="43"/>
                    <a:pt x="10" y="41"/>
                  </a:cubicBezTo>
                  <a:cubicBezTo>
                    <a:pt x="12" y="35"/>
                    <a:pt x="15" y="30"/>
                    <a:pt x="20" y="23"/>
                  </a:cubicBezTo>
                  <a:cubicBezTo>
                    <a:pt x="24" y="17"/>
                    <a:pt x="27" y="13"/>
                    <a:pt x="28" y="13"/>
                  </a:cubicBezTo>
                  <a:cubicBezTo>
                    <a:pt x="28" y="13"/>
                    <a:pt x="29" y="17"/>
                    <a:pt x="29" y="24"/>
                  </a:cubicBezTo>
                  <a:cubicBezTo>
                    <a:pt x="29" y="32"/>
                    <a:pt x="30" y="37"/>
                    <a:pt x="32" y="39"/>
                  </a:cubicBezTo>
                  <a:cubicBezTo>
                    <a:pt x="33" y="40"/>
                    <a:pt x="35" y="41"/>
                    <a:pt x="36" y="41"/>
                  </a:cubicBezTo>
                  <a:cubicBezTo>
                    <a:pt x="38" y="41"/>
                    <a:pt x="40" y="40"/>
                    <a:pt x="42" y="38"/>
                  </a:cubicBezTo>
                  <a:cubicBezTo>
                    <a:pt x="43" y="36"/>
                    <a:pt x="45" y="32"/>
                    <a:pt x="48" y="27"/>
                  </a:cubicBezTo>
                  <a:cubicBezTo>
                    <a:pt x="51" y="21"/>
                    <a:pt x="52" y="18"/>
                    <a:pt x="54" y="16"/>
                  </a:cubicBezTo>
                  <a:cubicBezTo>
                    <a:pt x="55" y="14"/>
                    <a:pt x="56" y="13"/>
                    <a:pt x="56" y="13"/>
                  </a:cubicBezTo>
                  <a:cubicBezTo>
                    <a:pt x="57" y="13"/>
                    <a:pt x="57" y="14"/>
                    <a:pt x="58" y="15"/>
                  </a:cubicBezTo>
                  <a:cubicBezTo>
                    <a:pt x="58" y="16"/>
                    <a:pt x="58" y="19"/>
                    <a:pt x="59" y="22"/>
                  </a:cubicBezTo>
                  <a:cubicBezTo>
                    <a:pt x="59" y="30"/>
                    <a:pt x="60" y="36"/>
                    <a:pt x="62" y="38"/>
                  </a:cubicBezTo>
                  <a:cubicBezTo>
                    <a:pt x="63" y="41"/>
                    <a:pt x="65" y="42"/>
                    <a:pt x="68" y="42"/>
                  </a:cubicBezTo>
                  <a:cubicBezTo>
                    <a:pt x="69" y="42"/>
                    <a:pt x="71" y="42"/>
                    <a:pt x="72" y="41"/>
                  </a:cubicBezTo>
                  <a:cubicBezTo>
                    <a:pt x="74" y="39"/>
                    <a:pt x="75" y="38"/>
                    <a:pt x="75" y="37"/>
                  </a:cubicBezTo>
                  <a:cubicBezTo>
                    <a:pt x="75" y="36"/>
                    <a:pt x="74" y="35"/>
                    <a:pt x="73"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 name="Freeform 298"/>
            <p:cNvSpPr>
              <a:spLocks noEditPoints="1"/>
            </p:cNvSpPr>
            <p:nvPr/>
          </p:nvSpPr>
          <p:spPr bwMode="auto">
            <a:xfrm>
              <a:off x="1806575" y="5508626"/>
              <a:ext cx="79375" cy="119063"/>
            </a:xfrm>
            <a:custGeom>
              <a:avLst/>
              <a:gdLst>
                <a:gd name="T0" fmla="*/ 38 w 49"/>
                <a:gd name="T1" fmla="*/ 1 h 73"/>
                <a:gd name="T2" fmla="*/ 27 w 49"/>
                <a:gd name="T3" fmla="*/ 6 h 73"/>
                <a:gd name="T4" fmla="*/ 17 w 49"/>
                <a:gd name="T5" fmla="*/ 18 h 73"/>
                <a:gd name="T6" fmla="*/ 17 w 49"/>
                <a:gd name="T7" fmla="*/ 16 h 73"/>
                <a:gd name="T8" fmla="*/ 18 w 49"/>
                <a:gd name="T9" fmla="*/ 7 h 73"/>
                <a:gd name="T10" fmla="*/ 14 w 49"/>
                <a:gd name="T11" fmla="*/ 0 h 73"/>
                <a:gd name="T12" fmla="*/ 10 w 49"/>
                <a:gd name="T13" fmla="*/ 1 h 73"/>
                <a:gd name="T14" fmla="*/ 8 w 49"/>
                <a:gd name="T15" fmla="*/ 4 h 73"/>
                <a:gd name="T16" fmla="*/ 8 w 49"/>
                <a:gd name="T17" fmla="*/ 11 h 73"/>
                <a:gd name="T18" fmla="*/ 8 w 49"/>
                <a:gd name="T19" fmla="*/ 12 h 73"/>
                <a:gd name="T20" fmla="*/ 1 w 49"/>
                <a:gd name="T21" fmla="*/ 61 h 73"/>
                <a:gd name="T22" fmla="*/ 0 w 49"/>
                <a:gd name="T23" fmla="*/ 68 h 73"/>
                <a:gd name="T24" fmla="*/ 2 w 49"/>
                <a:gd name="T25" fmla="*/ 71 h 73"/>
                <a:gd name="T26" fmla="*/ 5 w 49"/>
                <a:gd name="T27" fmla="*/ 73 h 73"/>
                <a:gd name="T28" fmla="*/ 9 w 49"/>
                <a:gd name="T29" fmla="*/ 71 h 73"/>
                <a:gd name="T30" fmla="*/ 10 w 49"/>
                <a:gd name="T31" fmla="*/ 66 h 73"/>
                <a:gd name="T32" fmla="*/ 12 w 49"/>
                <a:gd name="T33" fmla="*/ 50 h 73"/>
                <a:gd name="T34" fmla="*/ 14 w 49"/>
                <a:gd name="T35" fmla="*/ 42 h 73"/>
                <a:gd name="T36" fmla="*/ 20 w 49"/>
                <a:gd name="T37" fmla="*/ 46 h 73"/>
                <a:gd name="T38" fmla="*/ 39 w 49"/>
                <a:gd name="T39" fmla="*/ 35 h 73"/>
                <a:gd name="T40" fmla="*/ 49 w 49"/>
                <a:gd name="T41" fmla="*/ 12 h 73"/>
                <a:gd name="T42" fmla="*/ 46 w 49"/>
                <a:gd name="T43" fmla="*/ 4 h 73"/>
                <a:gd name="T44" fmla="*/ 38 w 49"/>
                <a:gd name="T45" fmla="*/ 1 h 73"/>
                <a:gd name="T46" fmla="*/ 33 w 49"/>
                <a:gd name="T47" fmla="*/ 30 h 73"/>
                <a:gd name="T48" fmla="*/ 21 w 49"/>
                <a:gd name="T49" fmla="*/ 38 h 73"/>
                <a:gd name="T50" fmla="*/ 18 w 49"/>
                <a:gd name="T51" fmla="*/ 37 h 73"/>
                <a:gd name="T52" fmla="*/ 17 w 49"/>
                <a:gd name="T53" fmla="*/ 34 h 73"/>
                <a:gd name="T54" fmla="*/ 24 w 49"/>
                <a:gd name="T55" fmla="*/ 19 h 73"/>
                <a:gd name="T56" fmla="*/ 37 w 49"/>
                <a:gd name="T57" fmla="*/ 10 h 73"/>
                <a:gd name="T58" fmla="*/ 38 w 49"/>
                <a:gd name="T59" fmla="*/ 11 h 73"/>
                <a:gd name="T60" fmla="*/ 39 w 49"/>
                <a:gd name="T61" fmla="*/ 15 h 73"/>
                <a:gd name="T62" fmla="*/ 33 w 49"/>
                <a:gd name="T63" fmla="*/ 3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9" h="73">
                  <a:moveTo>
                    <a:pt x="38" y="1"/>
                  </a:moveTo>
                  <a:cubicBezTo>
                    <a:pt x="35" y="1"/>
                    <a:pt x="31" y="3"/>
                    <a:pt x="27" y="6"/>
                  </a:cubicBezTo>
                  <a:cubicBezTo>
                    <a:pt x="23" y="9"/>
                    <a:pt x="20" y="13"/>
                    <a:pt x="17" y="18"/>
                  </a:cubicBezTo>
                  <a:cubicBezTo>
                    <a:pt x="17" y="16"/>
                    <a:pt x="17" y="16"/>
                    <a:pt x="17" y="16"/>
                  </a:cubicBezTo>
                  <a:cubicBezTo>
                    <a:pt x="18" y="11"/>
                    <a:pt x="18" y="8"/>
                    <a:pt x="18" y="7"/>
                  </a:cubicBezTo>
                  <a:cubicBezTo>
                    <a:pt x="18" y="2"/>
                    <a:pt x="17" y="0"/>
                    <a:pt x="14" y="0"/>
                  </a:cubicBezTo>
                  <a:cubicBezTo>
                    <a:pt x="12" y="0"/>
                    <a:pt x="11" y="0"/>
                    <a:pt x="10" y="1"/>
                  </a:cubicBezTo>
                  <a:cubicBezTo>
                    <a:pt x="9" y="2"/>
                    <a:pt x="8" y="3"/>
                    <a:pt x="8" y="4"/>
                  </a:cubicBezTo>
                  <a:cubicBezTo>
                    <a:pt x="8" y="6"/>
                    <a:pt x="8" y="8"/>
                    <a:pt x="8" y="11"/>
                  </a:cubicBezTo>
                  <a:cubicBezTo>
                    <a:pt x="8" y="12"/>
                    <a:pt x="8" y="12"/>
                    <a:pt x="8" y="12"/>
                  </a:cubicBezTo>
                  <a:cubicBezTo>
                    <a:pt x="7" y="29"/>
                    <a:pt x="5" y="45"/>
                    <a:pt x="1" y="61"/>
                  </a:cubicBezTo>
                  <a:cubicBezTo>
                    <a:pt x="1" y="64"/>
                    <a:pt x="0" y="66"/>
                    <a:pt x="0" y="68"/>
                  </a:cubicBezTo>
                  <a:cubicBezTo>
                    <a:pt x="0" y="69"/>
                    <a:pt x="1" y="70"/>
                    <a:pt x="2" y="71"/>
                  </a:cubicBezTo>
                  <a:cubicBezTo>
                    <a:pt x="3" y="72"/>
                    <a:pt x="4" y="73"/>
                    <a:pt x="5" y="73"/>
                  </a:cubicBezTo>
                  <a:cubicBezTo>
                    <a:pt x="7" y="73"/>
                    <a:pt x="8" y="72"/>
                    <a:pt x="9" y="71"/>
                  </a:cubicBezTo>
                  <a:cubicBezTo>
                    <a:pt x="10" y="70"/>
                    <a:pt x="10" y="68"/>
                    <a:pt x="10" y="66"/>
                  </a:cubicBezTo>
                  <a:cubicBezTo>
                    <a:pt x="12" y="50"/>
                    <a:pt x="12" y="50"/>
                    <a:pt x="12" y="50"/>
                  </a:cubicBezTo>
                  <a:cubicBezTo>
                    <a:pt x="13" y="47"/>
                    <a:pt x="13" y="44"/>
                    <a:pt x="14" y="42"/>
                  </a:cubicBezTo>
                  <a:cubicBezTo>
                    <a:pt x="15" y="45"/>
                    <a:pt x="16" y="46"/>
                    <a:pt x="20" y="46"/>
                  </a:cubicBezTo>
                  <a:cubicBezTo>
                    <a:pt x="26" y="46"/>
                    <a:pt x="33" y="42"/>
                    <a:pt x="39" y="35"/>
                  </a:cubicBezTo>
                  <a:cubicBezTo>
                    <a:pt x="46" y="28"/>
                    <a:pt x="49" y="21"/>
                    <a:pt x="49" y="12"/>
                  </a:cubicBezTo>
                  <a:cubicBezTo>
                    <a:pt x="49" y="9"/>
                    <a:pt x="48" y="6"/>
                    <a:pt x="46" y="4"/>
                  </a:cubicBezTo>
                  <a:cubicBezTo>
                    <a:pt x="44" y="2"/>
                    <a:pt x="41" y="1"/>
                    <a:pt x="38" y="1"/>
                  </a:cubicBezTo>
                  <a:close/>
                  <a:moveTo>
                    <a:pt x="33" y="30"/>
                  </a:moveTo>
                  <a:cubicBezTo>
                    <a:pt x="28" y="35"/>
                    <a:pt x="25" y="38"/>
                    <a:pt x="21" y="38"/>
                  </a:cubicBezTo>
                  <a:cubicBezTo>
                    <a:pt x="20" y="38"/>
                    <a:pt x="19" y="37"/>
                    <a:pt x="18" y="37"/>
                  </a:cubicBezTo>
                  <a:cubicBezTo>
                    <a:pt x="17" y="36"/>
                    <a:pt x="17" y="35"/>
                    <a:pt x="17" y="34"/>
                  </a:cubicBezTo>
                  <a:cubicBezTo>
                    <a:pt x="17" y="31"/>
                    <a:pt x="19" y="26"/>
                    <a:pt x="24" y="19"/>
                  </a:cubicBezTo>
                  <a:cubicBezTo>
                    <a:pt x="29" y="13"/>
                    <a:pt x="34" y="10"/>
                    <a:pt x="37" y="10"/>
                  </a:cubicBezTo>
                  <a:cubicBezTo>
                    <a:pt x="37" y="10"/>
                    <a:pt x="38" y="10"/>
                    <a:pt x="38" y="11"/>
                  </a:cubicBezTo>
                  <a:cubicBezTo>
                    <a:pt x="39" y="12"/>
                    <a:pt x="39" y="13"/>
                    <a:pt x="39" y="15"/>
                  </a:cubicBezTo>
                  <a:cubicBezTo>
                    <a:pt x="39" y="20"/>
                    <a:pt x="37" y="25"/>
                    <a:pt x="33"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 name="Freeform 299"/>
            <p:cNvSpPr>
              <a:spLocks/>
            </p:cNvSpPr>
            <p:nvPr/>
          </p:nvSpPr>
          <p:spPr bwMode="auto">
            <a:xfrm>
              <a:off x="1900238" y="5472113"/>
              <a:ext cx="28575" cy="114300"/>
            </a:xfrm>
            <a:custGeom>
              <a:avLst/>
              <a:gdLst>
                <a:gd name="T0" fmla="*/ 13 w 17"/>
                <a:gd name="T1" fmla="*/ 0 h 70"/>
                <a:gd name="T2" fmla="*/ 8 w 17"/>
                <a:gd name="T3" fmla="*/ 3 h 70"/>
                <a:gd name="T4" fmla="*/ 3 w 17"/>
                <a:gd name="T5" fmla="*/ 26 h 70"/>
                <a:gd name="T6" fmla="*/ 0 w 17"/>
                <a:gd name="T7" fmla="*/ 58 h 70"/>
                <a:gd name="T8" fmla="*/ 1 w 17"/>
                <a:gd name="T9" fmla="*/ 67 h 70"/>
                <a:gd name="T10" fmla="*/ 5 w 17"/>
                <a:gd name="T11" fmla="*/ 70 h 70"/>
                <a:gd name="T12" fmla="*/ 9 w 17"/>
                <a:gd name="T13" fmla="*/ 68 h 70"/>
                <a:gd name="T14" fmla="*/ 10 w 17"/>
                <a:gd name="T15" fmla="*/ 64 h 70"/>
                <a:gd name="T16" fmla="*/ 10 w 17"/>
                <a:gd name="T17" fmla="*/ 62 h 70"/>
                <a:gd name="T18" fmla="*/ 10 w 17"/>
                <a:gd name="T19" fmla="*/ 50 h 70"/>
                <a:gd name="T20" fmla="*/ 11 w 17"/>
                <a:gd name="T21" fmla="*/ 37 h 70"/>
                <a:gd name="T22" fmla="*/ 13 w 17"/>
                <a:gd name="T23" fmla="*/ 22 h 70"/>
                <a:gd name="T24" fmla="*/ 17 w 17"/>
                <a:gd name="T25" fmla="*/ 9 h 70"/>
                <a:gd name="T26" fmla="*/ 17 w 17"/>
                <a:gd name="T27" fmla="*/ 5 h 70"/>
                <a:gd name="T28" fmla="*/ 13 w 17"/>
                <a:gd name="T29"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70">
                  <a:moveTo>
                    <a:pt x="13" y="0"/>
                  </a:moveTo>
                  <a:cubicBezTo>
                    <a:pt x="11" y="0"/>
                    <a:pt x="10" y="1"/>
                    <a:pt x="8" y="3"/>
                  </a:cubicBezTo>
                  <a:cubicBezTo>
                    <a:pt x="7" y="6"/>
                    <a:pt x="5" y="13"/>
                    <a:pt x="3" y="26"/>
                  </a:cubicBezTo>
                  <a:cubicBezTo>
                    <a:pt x="1" y="38"/>
                    <a:pt x="0" y="49"/>
                    <a:pt x="0" y="58"/>
                  </a:cubicBezTo>
                  <a:cubicBezTo>
                    <a:pt x="0" y="63"/>
                    <a:pt x="0" y="66"/>
                    <a:pt x="1" y="67"/>
                  </a:cubicBezTo>
                  <a:cubicBezTo>
                    <a:pt x="2" y="69"/>
                    <a:pt x="3" y="70"/>
                    <a:pt x="5" y="70"/>
                  </a:cubicBezTo>
                  <a:cubicBezTo>
                    <a:pt x="6" y="70"/>
                    <a:pt x="8" y="69"/>
                    <a:pt x="9" y="68"/>
                  </a:cubicBezTo>
                  <a:cubicBezTo>
                    <a:pt x="10" y="67"/>
                    <a:pt x="10" y="66"/>
                    <a:pt x="10" y="64"/>
                  </a:cubicBezTo>
                  <a:cubicBezTo>
                    <a:pt x="10" y="64"/>
                    <a:pt x="10" y="63"/>
                    <a:pt x="10" y="62"/>
                  </a:cubicBezTo>
                  <a:cubicBezTo>
                    <a:pt x="10" y="57"/>
                    <a:pt x="10" y="53"/>
                    <a:pt x="10" y="50"/>
                  </a:cubicBezTo>
                  <a:cubicBezTo>
                    <a:pt x="10" y="47"/>
                    <a:pt x="10" y="43"/>
                    <a:pt x="11" y="37"/>
                  </a:cubicBezTo>
                  <a:cubicBezTo>
                    <a:pt x="11" y="31"/>
                    <a:pt x="12" y="26"/>
                    <a:pt x="13" y="22"/>
                  </a:cubicBezTo>
                  <a:cubicBezTo>
                    <a:pt x="15" y="15"/>
                    <a:pt x="16" y="11"/>
                    <a:pt x="17" y="9"/>
                  </a:cubicBezTo>
                  <a:cubicBezTo>
                    <a:pt x="17" y="8"/>
                    <a:pt x="17" y="6"/>
                    <a:pt x="17" y="5"/>
                  </a:cubicBezTo>
                  <a:cubicBezTo>
                    <a:pt x="17" y="2"/>
                    <a:pt x="16" y="0"/>
                    <a:pt x="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 name="Freeform 300"/>
            <p:cNvSpPr>
              <a:spLocks/>
            </p:cNvSpPr>
            <p:nvPr/>
          </p:nvSpPr>
          <p:spPr bwMode="auto">
            <a:xfrm>
              <a:off x="1936750" y="5514976"/>
              <a:ext cx="22225" cy="69850"/>
            </a:xfrm>
            <a:custGeom>
              <a:avLst/>
              <a:gdLst>
                <a:gd name="T0" fmla="*/ 8 w 14"/>
                <a:gd name="T1" fmla="*/ 0 h 43"/>
                <a:gd name="T2" fmla="*/ 5 w 14"/>
                <a:gd name="T3" fmla="*/ 2 h 43"/>
                <a:gd name="T4" fmla="*/ 4 w 14"/>
                <a:gd name="T5" fmla="*/ 7 h 43"/>
                <a:gd name="T6" fmla="*/ 2 w 14"/>
                <a:gd name="T7" fmla="*/ 15 h 43"/>
                <a:gd name="T8" fmla="*/ 2 w 14"/>
                <a:gd name="T9" fmla="*/ 15 h 43"/>
                <a:gd name="T10" fmla="*/ 2 w 14"/>
                <a:gd name="T11" fmla="*/ 19 h 43"/>
                <a:gd name="T12" fmla="*/ 0 w 14"/>
                <a:gd name="T13" fmla="*/ 35 h 43"/>
                <a:gd name="T14" fmla="*/ 5 w 14"/>
                <a:gd name="T15" fmla="*/ 43 h 43"/>
                <a:gd name="T16" fmla="*/ 9 w 14"/>
                <a:gd name="T17" fmla="*/ 41 h 43"/>
                <a:gd name="T18" fmla="*/ 10 w 14"/>
                <a:gd name="T19" fmla="*/ 39 h 43"/>
                <a:gd name="T20" fmla="*/ 10 w 14"/>
                <a:gd name="T21" fmla="*/ 38 h 43"/>
                <a:gd name="T22" fmla="*/ 9 w 14"/>
                <a:gd name="T23" fmla="*/ 31 h 43"/>
                <a:gd name="T24" fmla="*/ 10 w 14"/>
                <a:gd name="T25" fmla="*/ 24 h 43"/>
                <a:gd name="T26" fmla="*/ 12 w 14"/>
                <a:gd name="T27" fmla="*/ 11 h 43"/>
                <a:gd name="T28" fmla="*/ 13 w 14"/>
                <a:gd name="T29" fmla="*/ 10 h 43"/>
                <a:gd name="T30" fmla="*/ 14 w 14"/>
                <a:gd name="T31" fmla="*/ 4 h 43"/>
                <a:gd name="T32" fmla="*/ 13 w 14"/>
                <a:gd name="T33" fmla="*/ 1 h 43"/>
                <a:gd name="T34" fmla="*/ 8 w 14"/>
                <a:gd name="T35"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43">
                  <a:moveTo>
                    <a:pt x="8" y="0"/>
                  </a:moveTo>
                  <a:cubicBezTo>
                    <a:pt x="7" y="0"/>
                    <a:pt x="6" y="0"/>
                    <a:pt x="5" y="2"/>
                  </a:cubicBezTo>
                  <a:cubicBezTo>
                    <a:pt x="4" y="3"/>
                    <a:pt x="4" y="5"/>
                    <a:pt x="4" y="7"/>
                  </a:cubicBezTo>
                  <a:cubicBezTo>
                    <a:pt x="4" y="7"/>
                    <a:pt x="3" y="10"/>
                    <a:pt x="2" y="15"/>
                  </a:cubicBezTo>
                  <a:cubicBezTo>
                    <a:pt x="2" y="15"/>
                    <a:pt x="2" y="15"/>
                    <a:pt x="2" y="15"/>
                  </a:cubicBezTo>
                  <a:cubicBezTo>
                    <a:pt x="2" y="16"/>
                    <a:pt x="2" y="17"/>
                    <a:pt x="2" y="19"/>
                  </a:cubicBezTo>
                  <a:cubicBezTo>
                    <a:pt x="0" y="25"/>
                    <a:pt x="0" y="31"/>
                    <a:pt x="0" y="35"/>
                  </a:cubicBezTo>
                  <a:cubicBezTo>
                    <a:pt x="0" y="40"/>
                    <a:pt x="1" y="43"/>
                    <a:pt x="5" y="43"/>
                  </a:cubicBezTo>
                  <a:cubicBezTo>
                    <a:pt x="6" y="43"/>
                    <a:pt x="7" y="42"/>
                    <a:pt x="9" y="41"/>
                  </a:cubicBezTo>
                  <a:cubicBezTo>
                    <a:pt x="10" y="40"/>
                    <a:pt x="10" y="40"/>
                    <a:pt x="10" y="39"/>
                  </a:cubicBezTo>
                  <a:cubicBezTo>
                    <a:pt x="10" y="39"/>
                    <a:pt x="10" y="38"/>
                    <a:pt x="10" y="38"/>
                  </a:cubicBezTo>
                  <a:cubicBezTo>
                    <a:pt x="10" y="35"/>
                    <a:pt x="9" y="33"/>
                    <a:pt x="9" y="31"/>
                  </a:cubicBezTo>
                  <a:cubicBezTo>
                    <a:pt x="9" y="29"/>
                    <a:pt x="10" y="27"/>
                    <a:pt x="10" y="24"/>
                  </a:cubicBezTo>
                  <a:cubicBezTo>
                    <a:pt x="10" y="20"/>
                    <a:pt x="11" y="16"/>
                    <a:pt x="12" y="11"/>
                  </a:cubicBezTo>
                  <a:cubicBezTo>
                    <a:pt x="13" y="10"/>
                    <a:pt x="13" y="10"/>
                    <a:pt x="13" y="10"/>
                  </a:cubicBezTo>
                  <a:cubicBezTo>
                    <a:pt x="14" y="7"/>
                    <a:pt x="14" y="5"/>
                    <a:pt x="14" y="4"/>
                  </a:cubicBezTo>
                  <a:cubicBezTo>
                    <a:pt x="14" y="3"/>
                    <a:pt x="14" y="2"/>
                    <a:pt x="13" y="1"/>
                  </a:cubicBezTo>
                  <a:cubicBezTo>
                    <a:pt x="12" y="0"/>
                    <a:pt x="10"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 name="Freeform 301"/>
            <p:cNvSpPr>
              <a:spLocks/>
            </p:cNvSpPr>
            <p:nvPr/>
          </p:nvSpPr>
          <p:spPr bwMode="auto">
            <a:xfrm>
              <a:off x="1949450" y="5476876"/>
              <a:ext cx="20638" cy="20638"/>
            </a:xfrm>
            <a:custGeom>
              <a:avLst/>
              <a:gdLst>
                <a:gd name="T0" fmla="*/ 12 w 13"/>
                <a:gd name="T1" fmla="*/ 2 h 12"/>
                <a:gd name="T2" fmla="*/ 7 w 13"/>
                <a:gd name="T3" fmla="*/ 0 h 12"/>
                <a:gd name="T4" fmla="*/ 2 w 13"/>
                <a:gd name="T5" fmla="*/ 2 h 12"/>
                <a:gd name="T6" fmla="*/ 0 w 13"/>
                <a:gd name="T7" fmla="*/ 6 h 12"/>
                <a:gd name="T8" fmla="*/ 2 w 13"/>
                <a:gd name="T9" fmla="*/ 10 h 12"/>
                <a:gd name="T10" fmla="*/ 6 w 13"/>
                <a:gd name="T11" fmla="*/ 12 h 12"/>
                <a:gd name="T12" fmla="*/ 11 w 13"/>
                <a:gd name="T13" fmla="*/ 10 h 12"/>
                <a:gd name="T14" fmla="*/ 13 w 13"/>
                <a:gd name="T15" fmla="*/ 5 h 12"/>
                <a:gd name="T16" fmla="*/ 12 w 13"/>
                <a:gd name="T17"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2">
                  <a:moveTo>
                    <a:pt x="12" y="2"/>
                  </a:moveTo>
                  <a:cubicBezTo>
                    <a:pt x="11" y="1"/>
                    <a:pt x="9" y="0"/>
                    <a:pt x="7" y="0"/>
                  </a:cubicBezTo>
                  <a:cubicBezTo>
                    <a:pt x="5" y="0"/>
                    <a:pt x="3" y="1"/>
                    <a:pt x="2" y="2"/>
                  </a:cubicBezTo>
                  <a:cubicBezTo>
                    <a:pt x="1" y="3"/>
                    <a:pt x="0" y="4"/>
                    <a:pt x="0" y="6"/>
                  </a:cubicBezTo>
                  <a:cubicBezTo>
                    <a:pt x="0" y="8"/>
                    <a:pt x="1" y="9"/>
                    <a:pt x="2" y="10"/>
                  </a:cubicBezTo>
                  <a:cubicBezTo>
                    <a:pt x="4" y="12"/>
                    <a:pt x="5" y="12"/>
                    <a:pt x="6" y="12"/>
                  </a:cubicBezTo>
                  <a:cubicBezTo>
                    <a:pt x="8" y="12"/>
                    <a:pt x="9" y="12"/>
                    <a:pt x="11" y="10"/>
                  </a:cubicBezTo>
                  <a:cubicBezTo>
                    <a:pt x="13" y="9"/>
                    <a:pt x="13" y="7"/>
                    <a:pt x="13" y="5"/>
                  </a:cubicBezTo>
                  <a:cubicBezTo>
                    <a:pt x="13" y="4"/>
                    <a:pt x="13" y="3"/>
                    <a:pt x="1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 name="Freeform 302"/>
            <p:cNvSpPr>
              <a:spLocks/>
            </p:cNvSpPr>
            <p:nvPr/>
          </p:nvSpPr>
          <p:spPr bwMode="auto">
            <a:xfrm>
              <a:off x="1970088" y="5510213"/>
              <a:ext cx="57150" cy="74613"/>
            </a:xfrm>
            <a:custGeom>
              <a:avLst/>
              <a:gdLst>
                <a:gd name="T0" fmla="*/ 33 w 35"/>
                <a:gd name="T1" fmla="*/ 31 h 46"/>
                <a:gd name="T2" fmla="*/ 28 w 35"/>
                <a:gd name="T3" fmla="*/ 33 h 46"/>
                <a:gd name="T4" fmla="*/ 15 w 35"/>
                <a:gd name="T5" fmla="*/ 38 h 46"/>
                <a:gd name="T6" fmla="*/ 9 w 35"/>
                <a:gd name="T7" fmla="*/ 32 h 46"/>
                <a:gd name="T8" fmla="*/ 14 w 35"/>
                <a:gd name="T9" fmla="*/ 17 h 46"/>
                <a:gd name="T10" fmla="*/ 23 w 35"/>
                <a:gd name="T11" fmla="*/ 8 h 46"/>
                <a:gd name="T12" fmla="*/ 24 w 35"/>
                <a:gd name="T13" fmla="*/ 12 h 46"/>
                <a:gd name="T14" fmla="*/ 29 w 35"/>
                <a:gd name="T15" fmla="*/ 17 h 46"/>
                <a:gd name="T16" fmla="*/ 32 w 35"/>
                <a:gd name="T17" fmla="*/ 16 h 46"/>
                <a:gd name="T18" fmla="*/ 33 w 35"/>
                <a:gd name="T19" fmla="*/ 11 h 46"/>
                <a:gd name="T20" fmla="*/ 30 w 35"/>
                <a:gd name="T21" fmla="*/ 3 h 46"/>
                <a:gd name="T22" fmla="*/ 24 w 35"/>
                <a:gd name="T23" fmla="*/ 0 h 46"/>
                <a:gd name="T24" fmla="*/ 8 w 35"/>
                <a:gd name="T25" fmla="*/ 11 h 46"/>
                <a:gd name="T26" fmla="*/ 0 w 35"/>
                <a:gd name="T27" fmla="*/ 33 h 46"/>
                <a:gd name="T28" fmla="*/ 3 w 35"/>
                <a:gd name="T29" fmla="*/ 42 h 46"/>
                <a:gd name="T30" fmla="*/ 13 w 35"/>
                <a:gd name="T31" fmla="*/ 46 h 46"/>
                <a:gd name="T32" fmla="*/ 28 w 35"/>
                <a:gd name="T33" fmla="*/ 41 h 46"/>
                <a:gd name="T34" fmla="*/ 35 w 35"/>
                <a:gd name="T35" fmla="*/ 33 h 46"/>
                <a:gd name="T36" fmla="*/ 33 w 35"/>
                <a:gd name="T37" fmla="*/ 3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 h="46">
                  <a:moveTo>
                    <a:pt x="33" y="31"/>
                  </a:moveTo>
                  <a:cubicBezTo>
                    <a:pt x="32" y="31"/>
                    <a:pt x="30" y="32"/>
                    <a:pt x="28" y="33"/>
                  </a:cubicBezTo>
                  <a:cubicBezTo>
                    <a:pt x="24" y="36"/>
                    <a:pt x="19" y="38"/>
                    <a:pt x="15" y="38"/>
                  </a:cubicBezTo>
                  <a:cubicBezTo>
                    <a:pt x="11" y="38"/>
                    <a:pt x="9" y="36"/>
                    <a:pt x="9" y="32"/>
                  </a:cubicBezTo>
                  <a:cubicBezTo>
                    <a:pt x="9" y="28"/>
                    <a:pt x="11" y="23"/>
                    <a:pt x="14" y="17"/>
                  </a:cubicBezTo>
                  <a:cubicBezTo>
                    <a:pt x="18" y="11"/>
                    <a:pt x="20" y="8"/>
                    <a:pt x="23" y="8"/>
                  </a:cubicBezTo>
                  <a:cubicBezTo>
                    <a:pt x="24" y="8"/>
                    <a:pt x="24" y="10"/>
                    <a:pt x="24" y="12"/>
                  </a:cubicBezTo>
                  <a:cubicBezTo>
                    <a:pt x="25" y="16"/>
                    <a:pt x="26" y="17"/>
                    <a:pt x="29" y="17"/>
                  </a:cubicBezTo>
                  <a:cubicBezTo>
                    <a:pt x="30" y="17"/>
                    <a:pt x="31" y="17"/>
                    <a:pt x="32" y="16"/>
                  </a:cubicBezTo>
                  <a:cubicBezTo>
                    <a:pt x="33" y="15"/>
                    <a:pt x="33" y="14"/>
                    <a:pt x="33" y="11"/>
                  </a:cubicBezTo>
                  <a:cubicBezTo>
                    <a:pt x="33" y="8"/>
                    <a:pt x="32" y="6"/>
                    <a:pt x="30" y="3"/>
                  </a:cubicBezTo>
                  <a:cubicBezTo>
                    <a:pt x="29" y="1"/>
                    <a:pt x="27" y="0"/>
                    <a:pt x="24" y="0"/>
                  </a:cubicBezTo>
                  <a:cubicBezTo>
                    <a:pt x="19" y="0"/>
                    <a:pt x="14" y="3"/>
                    <a:pt x="8" y="11"/>
                  </a:cubicBezTo>
                  <a:cubicBezTo>
                    <a:pt x="3" y="19"/>
                    <a:pt x="0" y="26"/>
                    <a:pt x="0" y="33"/>
                  </a:cubicBezTo>
                  <a:cubicBezTo>
                    <a:pt x="0" y="37"/>
                    <a:pt x="1" y="40"/>
                    <a:pt x="3" y="42"/>
                  </a:cubicBezTo>
                  <a:cubicBezTo>
                    <a:pt x="6" y="45"/>
                    <a:pt x="9" y="46"/>
                    <a:pt x="13" y="46"/>
                  </a:cubicBezTo>
                  <a:cubicBezTo>
                    <a:pt x="18" y="46"/>
                    <a:pt x="23" y="44"/>
                    <a:pt x="28" y="41"/>
                  </a:cubicBezTo>
                  <a:cubicBezTo>
                    <a:pt x="33" y="38"/>
                    <a:pt x="35" y="35"/>
                    <a:pt x="35" y="33"/>
                  </a:cubicBezTo>
                  <a:cubicBezTo>
                    <a:pt x="35" y="32"/>
                    <a:pt x="34" y="31"/>
                    <a:pt x="33"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 name="Freeform 303"/>
            <p:cNvSpPr>
              <a:spLocks noEditPoints="1"/>
            </p:cNvSpPr>
            <p:nvPr/>
          </p:nvSpPr>
          <p:spPr bwMode="auto">
            <a:xfrm>
              <a:off x="2036763" y="5510213"/>
              <a:ext cx="68263" cy="74613"/>
            </a:xfrm>
            <a:custGeom>
              <a:avLst/>
              <a:gdLst>
                <a:gd name="T0" fmla="*/ 40 w 41"/>
                <a:gd name="T1" fmla="*/ 39 h 46"/>
                <a:gd name="T2" fmla="*/ 38 w 41"/>
                <a:gd name="T3" fmla="*/ 37 h 46"/>
                <a:gd name="T4" fmla="*/ 37 w 41"/>
                <a:gd name="T5" fmla="*/ 35 h 46"/>
                <a:gd name="T6" fmla="*/ 36 w 41"/>
                <a:gd name="T7" fmla="*/ 28 h 46"/>
                <a:gd name="T8" fmla="*/ 38 w 41"/>
                <a:gd name="T9" fmla="*/ 15 h 46"/>
                <a:gd name="T10" fmla="*/ 39 w 41"/>
                <a:gd name="T11" fmla="*/ 9 h 46"/>
                <a:gd name="T12" fmla="*/ 34 w 41"/>
                <a:gd name="T13" fmla="*/ 5 h 46"/>
                <a:gd name="T14" fmla="*/ 28 w 41"/>
                <a:gd name="T15" fmla="*/ 0 h 46"/>
                <a:gd name="T16" fmla="*/ 9 w 41"/>
                <a:gd name="T17" fmla="*/ 12 h 46"/>
                <a:gd name="T18" fmla="*/ 0 w 41"/>
                <a:gd name="T19" fmla="*/ 34 h 46"/>
                <a:gd name="T20" fmla="*/ 2 w 41"/>
                <a:gd name="T21" fmla="*/ 42 h 46"/>
                <a:gd name="T22" fmla="*/ 8 w 41"/>
                <a:gd name="T23" fmla="*/ 44 h 46"/>
                <a:gd name="T24" fmla="*/ 29 w 41"/>
                <a:gd name="T25" fmla="*/ 31 h 46"/>
                <a:gd name="T26" fmla="*/ 35 w 41"/>
                <a:gd name="T27" fmla="*/ 46 h 46"/>
                <a:gd name="T28" fmla="*/ 39 w 41"/>
                <a:gd name="T29" fmla="*/ 44 h 46"/>
                <a:gd name="T30" fmla="*/ 41 w 41"/>
                <a:gd name="T31" fmla="*/ 41 h 46"/>
                <a:gd name="T32" fmla="*/ 40 w 41"/>
                <a:gd name="T33" fmla="*/ 39 h 46"/>
                <a:gd name="T34" fmla="*/ 22 w 41"/>
                <a:gd name="T35" fmla="*/ 28 h 46"/>
                <a:gd name="T36" fmla="*/ 11 w 41"/>
                <a:gd name="T37" fmla="*/ 36 h 46"/>
                <a:gd name="T38" fmla="*/ 9 w 41"/>
                <a:gd name="T39" fmla="*/ 33 h 46"/>
                <a:gd name="T40" fmla="*/ 16 w 41"/>
                <a:gd name="T41" fmla="*/ 18 h 46"/>
                <a:gd name="T42" fmla="*/ 26 w 41"/>
                <a:gd name="T43" fmla="*/ 9 h 46"/>
                <a:gd name="T44" fmla="*/ 28 w 41"/>
                <a:gd name="T45" fmla="*/ 10 h 46"/>
                <a:gd name="T46" fmla="*/ 29 w 41"/>
                <a:gd name="T47" fmla="*/ 13 h 46"/>
                <a:gd name="T48" fmla="*/ 22 w 41"/>
                <a:gd name="T49" fmla="*/ 2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 h="46">
                  <a:moveTo>
                    <a:pt x="40" y="39"/>
                  </a:moveTo>
                  <a:cubicBezTo>
                    <a:pt x="39" y="38"/>
                    <a:pt x="38" y="38"/>
                    <a:pt x="38" y="37"/>
                  </a:cubicBezTo>
                  <a:cubicBezTo>
                    <a:pt x="38" y="37"/>
                    <a:pt x="37" y="36"/>
                    <a:pt x="37" y="35"/>
                  </a:cubicBezTo>
                  <a:cubicBezTo>
                    <a:pt x="37" y="33"/>
                    <a:pt x="36" y="31"/>
                    <a:pt x="36" y="28"/>
                  </a:cubicBezTo>
                  <a:cubicBezTo>
                    <a:pt x="36" y="24"/>
                    <a:pt x="37" y="20"/>
                    <a:pt x="38" y="15"/>
                  </a:cubicBezTo>
                  <a:cubicBezTo>
                    <a:pt x="38" y="12"/>
                    <a:pt x="39" y="10"/>
                    <a:pt x="39" y="9"/>
                  </a:cubicBezTo>
                  <a:cubicBezTo>
                    <a:pt x="39" y="6"/>
                    <a:pt x="37" y="5"/>
                    <a:pt x="34" y="5"/>
                  </a:cubicBezTo>
                  <a:cubicBezTo>
                    <a:pt x="33" y="2"/>
                    <a:pt x="31" y="0"/>
                    <a:pt x="28" y="0"/>
                  </a:cubicBezTo>
                  <a:cubicBezTo>
                    <a:pt x="22" y="0"/>
                    <a:pt x="15" y="4"/>
                    <a:pt x="9" y="12"/>
                  </a:cubicBezTo>
                  <a:cubicBezTo>
                    <a:pt x="3" y="20"/>
                    <a:pt x="0" y="27"/>
                    <a:pt x="0" y="34"/>
                  </a:cubicBezTo>
                  <a:cubicBezTo>
                    <a:pt x="0" y="37"/>
                    <a:pt x="1" y="40"/>
                    <a:pt x="2" y="42"/>
                  </a:cubicBezTo>
                  <a:cubicBezTo>
                    <a:pt x="4" y="43"/>
                    <a:pt x="6" y="44"/>
                    <a:pt x="8" y="44"/>
                  </a:cubicBezTo>
                  <a:cubicBezTo>
                    <a:pt x="15" y="44"/>
                    <a:pt x="22" y="40"/>
                    <a:pt x="29" y="31"/>
                  </a:cubicBezTo>
                  <a:cubicBezTo>
                    <a:pt x="28" y="41"/>
                    <a:pt x="30" y="46"/>
                    <a:pt x="35" y="46"/>
                  </a:cubicBezTo>
                  <a:cubicBezTo>
                    <a:pt x="37" y="46"/>
                    <a:pt x="38" y="45"/>
                    <a:pt x="39" y="44"/>
                  </a:cubicBezTo>
                  <a:cubicBezTo>
                    <a:pt x="41" y="43"/>
                    <a:pt x="41" y="42"/>
                    <a:pt x="41" y="41"/>
                  </a:cubicBezTo>
                  <a:cubicBezTo>
                    <a:pt x="41" y="40"/>
                    <a:pt x="41" y="39"/>
                    <a:pt x="40" y="39"/>
                  </a:cubicBezTo>
                  <a:close/>
                  <a:moveTo>
                    <a:pt x="22" y="28"/>
                  </a:moveTo>
                  <a:cubicBezTo>
                    <a:pt x="18" y="33"/>
                    <a:pt x="14" y="36"/>
                    <a:pt x="11" y="36"/>
                  </a:cubicBezTo>
                  <a:cubicBezTo>
                    <a:pt x="10" y="36"/>
                    <a:pt x="9" y="35"/>
                    <a:pt x="9" y="33"/>
                  </a:cubicBezTo>
                  <a:cubicBezTo>
                    <a:pt x="9" y="28"/>
                    <a:pt x="12" y="23"/>
                    <a:pt x="16" y="18"/>
                  </a:cubicBezTo>
                  <a:cubicBezTo>
                    <a:pt x="20" y="12"/>
                    <a:pt x="23" y="9"/>
                    <a:pt x="26" y="9"/>
                  </a:cubicBezTo>
                  <a:cubicBezTo>
                    <a:pt x="27" y="9"/>
                    <a:pt x="28" y="9"/>
                    <a:pt x="28" y="10"/>
                  </a:cubicBezTo>
                  <a:cubicBezTo>
                    <a:pt x="29" y="11"/>
                    <a:pt x="29" y="12"/>
                    <a:pt x="29" y="13"/>
                  </a:cubicBezTo>
                  <a:cubicBezTo>
                    <a:pt x="29" y="17"/>
                    <a:pt x="27" y="22"/>
                    <a:pt x="22"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304"/>
            <p:cNvSpPr>
              <a:spLocks/>
            </p:cNvSpPr>
            <p:nvPr/>
          </p:nvSpPr>
          <p:spPr bwMode="auto">
            <a:xfrm>
              <a:off x="2111375" y="5487988"/>
              <a:ext cx="63500" cy="96838"/>
            </a:xfrm>
            <a:custGeom>
              <a:avLst/>
              <a:gdLst>
                <a:gd name="T0" fmla="*/ 36 w 39"/>
                <a:gd name="T1" fmla="*/ 15 h 59"/>
                <a:gd name="T2" fmla="*/ 22 w 39"/>
                <a:gd name="T3" fmla="*/ 16 h 59"/>
                <a:gd name="T4" fmla="*/ 26 w 39"/>
                <a:gd name="T5" fmla="*/ 4 h 59"/>
                <a:gd name="T6" fmla="*/ 24 w 39"/>
                <a:gd name="T7" fmla="*/ 1 h 59"/>
                <a:gd name="T8" fmla="*/ 21 w 39"/>
                <a:gd name="T9" fmla="*/ 0 h 59"/>
                <a:gd name="T10" fmla="*/ 16 w 39"/>
                <a:gd name="T11" fmla="*/ 5 h 59"/>
                <a:gd name="T12" fmla="*/ 12 w 39"/>
                <a:gd name="T13" fmla="*/ 17 h 59"/>
                <a:gd name="T14" fmla="*/ 4 w 39"/>
                <a:gd name="T15" fmla="*/ 17 h 59"/>
                <a:gd name="T16" fmla="*/ 0 w 39"/>
                <a:gd name="T17" fmla="*/ 21 h 59"/>
                <a:gd name="T18" fmla="*/ 2 w 39"/>
                <a:gd name="T19" fmla="*/ 25 h 59"/>
                <a:gd name="T20" fmla="*/ 6 w 39"/>
                <a:gd name="T21" fmla="*/ 26 h 59"/>
                <a:gd name="T22" fmla="*/ 7 w 39"/>
                <a:gd name="T23" fmla="*/ 26 h 59"/>
                <a:gd name="T24" fmla="*/ 10 w 39"/>
                <a:gd name="T25" fmla="*/ 25 h 59"/>
                <a:gd name="T26" fmla="*/ 6 w 39"/>
                <a:gd name="T27" fmla="*/ 47 h 59"/>
                <a:gd name="T28" fmla="*/ 9 w 39"/>
                <a:gd name="T29" fmla="*/ 56 h 59"/>
                <a:gd name="T30" fmla="*/ 17 w 39"/>
                <a:gd name="T31" fmla="*/ 59 h 59"/>
                <a:gd name="T32" fmla="*/ 29 w 39"/>
                <a:gd name="T33" fmla="*/ 54 h 59"/>
                <a:gd name="T34" fmla="*/ 34 w 39"/>
                <a:gd name="T35" fmla="*/ 46 h 59"/>
                <a:gd name="T36" fmla="*/ 34 w 39"/>
                <a:gd name="T37" fmla="*/ 45 h 59"/>
                <a:gd name="T38" fmla="*/ 32 w 39"/>
                <a:gd name="T39" fmla="*/ 44 h 59"/>
                <a:gd name="T40" fmla="*/ 28 w 39"/>
                <a:gd name="T41" fmla="*/ 46 h 59"/>
                <a:gd name="T42" fmla="*/ 23 w 39"/>
                <a:gd name="T43" fmla="*/ 49 h 59"/>
                <a:gd name="T44" fmla="*/ 19 w 39"/>
                <a:gd name="T45" fmla="*/ 50 h 59"/>
                <a:gd name="T46" fmla="*/ 16 w 39"/>
                <a:gd name="T47" fmla="*/ 49 h 59"/>
                <a:gd name="T48" fmla="*/ 16 w 39"/>
                <a:gd name="T49" fmla="*/ 44 h 59"/>
                <a:gd name="T50" fmla="*/ 18 w 39"/>
                <a:gd name="T51" fmla="*/ 34 h 59"/>
                <a:gd name="T52" fmla="*/ 20 w 39"/>
                <a:gd name="T53" fmla="*/ 25 h 59"/>
                <a:gd name="T54" fmla="*/ 33 w 39"/>
                <a:gd name="T55" fmla="*/ 23 h 59"/>
                <a:gd name="T56" fmla="*/ 39 w 39"/>
                <a:gd name="T57" fmla="*/ 18 h 59"/>
                <a:gd name="T58" fmla="*/ 39 w 39"/>
                <a:gd name="T59" fmla="*/ 16 h 59"/>
                <a:gd name="T60" fmla="*/ 36 w 39"/>
                <a:gd name="T61" fmla="*/ 1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9" h="59">
                  <a:moveTo>
                    <a:pt x="36" y="15"/>
                  </a:moveTo>
                  <a:cubicBezTo>
                    <a:pt x="35" y="15"/>
                    <a:pt x="31" y="16"/>
                    <a:pt x="22" y="16"/>
                  </a:cubicBezTo>
                  <a:cubicBezTo>
                    <a:pt x="24" y="9"/>
                    <a:pt x="26" y="4"/>
                    <a:pt x="26" y="4"/>
                  </a:cubicBezTo>
                  <a:cubicBezTo>
                    <a:pt x="26" y="3"/>
                    <a:pt x="25" y="2"/>
                    <a:pt x="24" y="1"/>
                  </a:cubicBezTo>
                  <a:cubicBezTo>
                    <a:pt x="24" y="0"/>
                    <a:pt x="22" y="0"/>
                    <a:pt x="21" y="0"/>
                  </a:cubicBezTo>
                  <a:cubicBezTo>
                    <a:pt x="18" y="0"/>
                    <a:pt x="17" y="1"/>
                    <a:pt x="16" y="5"/>
                  </a:cubicBezTo>
                  <a:cubicBezTo>
                    <a:pt x="15" y="10"/>
                    <a:pt x="14" y="14"/>
                    <a:pt x="12" y="17"/>
                  </a:cubicBezTo>
                  <a:cubicBezTo>
                    <a:pt x="4" y="17"/>
                    <a:pt x="4" y="17"/>
                    <a:pt x="4" y="17"/>
                  </a:cubicBezTo>
                  <a:cubicBezTo>
                    <a:pt x="1" y="17"/>
                    <a:pt x="0" y="19"/>
                    <a:pt x="0" y="21"/>
                  </a:cubicBezTo>
                  <a:cubicBezTo>
                    <a:pt x="0" y="22"/>
                    <a:pt x="1" y="24"/>
                    <a:pt x="2" y="25"/>
                  </a:cubicBezTo>
                  <a:cubicBezTo>
                    <a:pt x="3" y="25"/>
                    <a:pt x="5" y="26"/>
                    <a:pt x="6" y="26"/>
                  </a:cubicBezTo>
                  <a:cubicBezTo>
                    <a:pt x="7" y="26"/>
                    <a:pt x="7" y="26"/>
                    <a:pt x="7" y="26"/>
                  </a:cubicBezTo>
                  <a:cubicBezTo>
                    <a:pt x="7" y="26"/>
                    <a:pt x="8" y="26"/>
                    <a:pt x="10" y="25"/>
                  </a:cubicBezTo>
                  <a:cubicBezTo>
                    <a:pt x="7" y="36"/>
                    <a:pt x="6" y="43"/>
                    <a:pt x="6" y="47"/>
                  </a:cubicBezTo>
                  <a:cubicBezTo>
                    <a:pt x="6" y="51"/>
                    <a:pt x="7" y="53"/>
                    <a:pt x="9" y="56"/>
                  </a:cubicBezTo>
                  <a:cubicBezTo>
                    <a:pt x="11" y="58"/>
                    <a:pt x="13" y="59"/>
                    <a:pt x="17" y="59"/>
                  </a:cubicBezTo>
                  <a:cubicBezTo>
                    <a:pt x="21" y="59"/>
                    <a:pt x="25" y="57"/>
                    <a:pt x="29" y="54"/>
                  </a:cubicBezTo>
                  <a:cubicBezTo>
                    <a:pt x="32" y="51"/>
                    <a:pt x="34" y="49"/>
                    <a:pt x="34" y="46"/>
                  </a:cubicBezTo>
                  <a:cubicBezTo>
                    <a:pt x="34" y="46"/>
                    <a:pt x="34" y="45"/>
                    <a:pt x="34" y="45"/>
                  </a:cubicBezTo>
                  <a:cubicBezTo>
                    <a:pt x="33" y="44"/>
                    <a:pt x="33" y="44"/>
                    <a:pt x="32" y="44"/>
                  </a:cubicBezTo>
                  <a:cubicBezTo>
                    <a:pt x="31" y="44"/>
                    <a:pt x="30" y="45"/>
                    <a:pt x="28" y="46"/>
                  </a:cubicBezTo>
                  <a:cubicBezTo>
                    <a:pt x="26" y="48"/>
                    <a:pt x="24" y="49"/>
                    <a:pt x="23" y="49"/>
                  </a:cubicBezTo>
                  <a:cubicBezTo>
                    <a:pt x="22" y="50"/>
                    <a:pt x="20" y="50"/>
                    <a:pt x="19" y="50"/>
                  </a:cubicBezTo>
                  <a:cubicBezTo>
                    <a:pt x="18" y="50"/>
                    <a:pt x="17" y="50"/>
                    <a:pt x="16" y="49"/>
                  </a:cubicBezTo>
                  <a:cubicBezTo>
                    <a:pt x="16" y="48"/>
                    <a:pt x="16" y="46"/>
                    <a:pt x="16" y="44"/>
                  </a:cubicBezTo>
                  <a:cubicBezTo>
                    <a:pt x="16" y="43"/>
                    <a:pt x="16" y="39"/>
                    <a:pt x="18" y="34"/>
                  </a:cubicBezTo>
                  <a:cubicBezTo>
                    <a:pt x="19" y="28"/>
                    <a:pt x="20" y="25"/>
                    <a:pt x="20" y="25"/>
                  </a:cubicBezTo>
                  <a:cubicBezTo>
                    <a:pt x="33" y="23"/>
                    <a:pt x="33" y="23"/>
                    <a:pt x="33" y="23"/>
                  </a:cubicBezTo>
                  <a:cubicBezTo>
                    <a:pt x="37" y="22"/>
                    <a:pt x="39" y="20"/>
                    <a:pt x="39" y="18"/>
                  </a:cubicBezTo>
                  <a:cubicBezTo>
                    <a:pt x="39" y="17"/>
                    <a:pt x="39" y="16"/>
                    <a:pt x="39" y="16"/>
                  </a:cubicBezTo>
                  <a:cubicBezTo>
                    <a:pt x="38" y="15"/>
                    <a:pt x="37" y="15"/>
                    <a:pt x="36"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305"/>
            <p:cNvSpPr>
              <a:spLocks/>
            </p:cNvSpPr>
            <p:nvPr/>
          </p:nvSpPr>
          <p:spPr bwMode="auto">
            <a:xfrm>
              <a:off x="2192338" y="5476876"/>
              <a:ext cx="20638" cy="20638"/>
            </a:xfrm>
            <a:custGeom>
              <a:avLst/>
              <a:gdLst>
                <a:gd name="T0" fmla="*/ 7 w 13"/>
                <a:gd name="T1" fmla="*/ 0 h 12"/>
                <a:gd name="T2" fmla="*/ 2 w 13"/>
                <a:gd name="T3" fmla="*/ 2 h 12"/>
                <a:gd name="T4" fmla="*/ 0 w 13"/>
                <a:gd name="T5" fmla="*/ 6 h 12"/>
                <a:gd name="T6" fmla="*/ 2 w 13"/>
                <a:gd name="T7" fmla="*/ 10 h 12"/>
                <a:gd name="T8" fmla="*/ 6 w 13"/>
                <a:gd name="T9" fmla="*/ 12 h 12"/>
                <a:gd name="T10" fmla="*/ 11 w 13"/>
                <a:gd name="T11" fmla="*/ 10 h 12"/>
                <a:gd name="T12" fmla="*/ 13 w 13"/>
                <a:gd name="T13" fmla="*/ 5 h 12"/>
                <a:gd name="T14" fmla="*/ 12 w 13"/>
                <a:gd name="T15" fmla="*/ 2 h 12"/>
                <a:gd name="T16" fmla="*/ 7 w 1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2">
                  <a:moveTo>
                    <a:pt x="7" y="0"/>
                  </a:moveTo>
                  <a:cubicBezTo>
                    <a:pt x="5" y="0"/>
                    <a:pt x="3" y="1"/>
                    <a:pt x="2" y="2"/>
                  </a:cubicBezTo>
                  <a:cubicBezTo>
                    <a:pt x="1" y="3"/>
                    <a:pt x="0" y="4"/>
                    <a:pt x="0" y="6"/>
                  </a:cubicBezTo>
                  <a:cubicBezTo>
                    <a:pt x="0" y="8"/>
                    <a:pt x="1" y="9"/>
                    <a:pt x="2" y="10"/>
                  </a:cubicBezTo>
                  <a:cubicBezTo>
                    <a:pt x="3" y="12"/>
                    <a:pt x="5" y="12"/>
                    <a:pt x="6" y="12"/>
                  </a:cubicBezTo>
                  <a:cubicBezTo>
                    <a:pt x="8" y="12"/>
                    <a:pt x="9" y="12"/>
                    <a:pt x="11" y="10"/>
                  </a:cubicBezTo>
                  <a:cubicBezTo>
                    <a:pt x="12" y="9"/>
                    <a:pt x="13" y="7"/>
                    <a:pt x="13" y="5"/>
                  </a:cubicBezTo>
                  <a:cubicBezTo>
                    <a:pt x="13" y="4"/>
                    <a:pt x="13" y="3"/>
                    <a:pt x="12" y="2"/>
                  </a:cubicBezTo>
                  <a:cubicBezTo>
                    <a:pt x="11" y="1"/>
                    <a:pt x="9"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 name="Freeform 306"/>
            <p:cNvSpPr>
              <a:spLocks/>
            </p:cNvSpPr>
            <p:nvPr/>
          </p:nvSpPr>
          <p:spPr bwMode="auto">
            <a:xfrm>
              <a:off x="2179638" y="5514976"/>
              <a:ext cx="22225" cy="69850"/>
            </a:xfrm>
            <a:custGeom>
              <a:avLst/>
              <a:gdLst>
                <a:gd name="T0" fmla="*/ 8 w 14"/>
                <a:gd name="T1" fmla="*/ 0 h 43"/>
                <a:gd name="T2" fmla="*/ 5 w 14"/>
                <a:gd name="T3" fmla="*/ 2 h 43"/>
                <a:gd name="T4" fmla="*/ 4 w 14"/>
                <a:gd name="T5" fmla="*/ 7 h 43"/>
                <a:gd name="T6" fmla="*/ 2 w 14"/>
                <a:gd name="T7" fmla="*/ 15 h 43"/>
                <a:gd name="T8" fmla="*/ 2 w 14"/>
                <a:gd name="T9" fmla="*/ 15 h 43"/>
                <a:gd name="T10" fmla="*/ 2 w 14"/>
                <a:gd name="T11" fmla="*/ 19 h 43"/>
                <a:gd name="T12" fmla="*/ 0 w 14"/>
                <a:gd name="T13" fmla="*/ 35 h 43"/>
                <a:gd name="T14" fmla="*/ 5 w 14"/>
                <a:gd name="T15" fmla="*/ 43 h 43"/>
                <a:gd name="T16" fmla="*/ 9 w 14"/>
                <a:gd name="T17" fmla="*/ 41 h 43"/>
                <a:gd name="T18" fmla="*/ 10 w 14"/>
                <a:gd name="T19" fmla="*/ 39 h 43"/>
                <a:gd name="T20" fmla="*/ 10 w 14"/>
                <a:gd name="T21" fmla="*/ 38 h 43"/>
                <a:gd name="T22" fmla="*/ 9 w 14"/>
                <a:gd name="T23" fmla="*/ 31 h 43"/>
                <a:gd name="T24" fmla="*/ 10 w 14"/>
                <a:gd name="T25" fmla="*/ 24 h 43"/>
                <a:gd name="T26" fmla="*/ 12 w 14"/>
                <a:gd name="T27" fmla="*/ 11 h 43"/>
                <a:gd name="T28" fmla="*/ 13 w 14"/>
                <a:gd name="T29" fmla="*/ 10 h 43"/>
                <a:gd name="T30" fmla="*/ 14 w 14"/>
                <a:gd name="T31" fmla="*/ 4 h 43"/>
                <a:gd name="T32" fmla="*/ 13 w 14"/>
                <a:gd name="T33" fmla="*/ 1 h 43"/>
                <a:gd name="T34" fmla="*/ 8 w 14"/>
                <a:gd name="T35"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43">
                  <a:moveTo>
                    <a:pt x="8" y="0"/>
                  </a:moveTo>
                  <a:cubicBezTo>
                    <a:pt x="7" y="0"/>
                    <a:pt x="6" y="0"/>
                    <a:pt x="5" y="2"/>
                  </a:cubicBezTo>
                  <a:cubicBezTo>
                    <a:pt x="4" y="3"/>
                    <a:pt x="4" y="5"/>
                    <a:pt x="4" y="7"/>
                  </a:cubicBezTo>
                  <a:cubicBezTo>
                    <a:pt x="4" y="7"/>
                    <a:pt x="3" y="10"/>
                    <a:pt x="2" y="15"/>
                  </a:cubicBezTo>
                  <a:cubicBezTo>
                    <a:pt x="2" y="15"/>
                    <a:pt x="2" y="15"/>
                    <a:pt x="2" y="15"/>
                  </a:cubicBezTo>
                  <a:cubicBezTo>
                    <a:pt x="2" y="16"/>
                    <a:pt x="2" y="17"/>
                    <a:pt x="2" y="19"/>
                  </a:cubicBezTo>
                  <a:cubicBezTo>
                    <a:pt x="0" y="25"/>
                    <a:pt x="0" y="31"/>
                    <a:pt x="0" y="35"/>
                  </a:cubicBezTo>
                  <a:cubicBezTo>
                    <a:pt x="0" y="40"/>
                    <a:pt x="1" y="43"/>
                    <a:pt x="5" y="43"/>
                  </a:cubicBezTo>
                  <a:cubicBezTo>
                    <a:pt x="6" y="43"/>
                    <a:pt x="7" y="42"/>
                    <a:pt x="9" y="41"/>
                  </a:cubicBezTo>
                  <a:cubicBezTo>
                    <a:pt x="10" y="40"/>
                    <a:pt x="10" y="40"/>
                    <a:pt x="10" y="39"/>
                  </a:cubicBezTo>
                  <a:cubicBezTo>
                    <a:pt x="10" y="39"/>
                    <a:pt x="10" y="38"/>
                    <a:pt x="10" y="38"/>
                  </a:cubicBezTo>
                  <a:cubicBezTo>
                    <a:pt x="10" y="35"/>
                    <a:pt x="9" y="33"/>
                    <a:pt x="9" y="31"/>
                  </a:cubicBezTo>
                  <a:cubicBezTo>
                    <a:pt x="9" y="29"/>
                    <a:pt x="9" y="27"/>
                    <a:pt x="10" y="24"/>
                  </a:cubicBezTo>
                  <a:cubicBezTo>
                    <a:pt x="10" y="20"/>
                    <a:pt x="11" y="16"/>
                    <a:pt x="12" y="11"/>
                  </a:cubicBezTo>
                  <a:cubicBezTo>
                    <a:pt x="13" y="10"/>
                    <a:pt x="13" y="10"/>
                    <a:pt x="13" y="10"/>
                  </a:cubicBezTo>
                  <a:cubicBezTo>
                    <a:pt x="14" y="7"/>
                    <a:pt x="14" y="5"/>
                    <a:pt x="14" y="4"/>
                  </a:cubicBezTo>
                  <a:cubicBezTo>
                    <a:pt x="14" y="3"/>
                    <a:pt x="14" y="2"/>
                    <a:pt x="13" y="1"/>
                  </a:cubicBezTo>
                  <a:cubicBezTo>
                    <a:pt x="12" y="0"/>
                    <a:pt x="10"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 name="Freeform 307"/>
            <p:cNvSpPr>
              <a:spLocks noEditPoints="1"/>
            </p:cNvSpPr>
            <p:nvPr/>
          </p:nvSpPr>
          <p:spPr bwMode="auto">
            <a:xfrm>
              <a:off x="2216150" y="5511801"/>
              <a:ext cx="63500" cy="73025"/>
            </a:xfrm>
            <a:custGeom>
              <a:avLst/>
              <a:gdLst>
                <a:gd name="T0" fmla="*/ 23 w 39"/>
                <a:gd name="T1" fmla="*/ 0 h 45"/>
                <a:gd name="T2" fmla="*/ 7 w 39"/>
                <a:gd name="T3" fmla="*/ 10 h 45"/>
                <a:gd name="T4" fmla="*/ 0 w 39"/>
                <a:gd name="T5" fmla="*/ 30 h 45"/>
                <a:gd name="T6" fmla="*/ 3 w 39"/>
                <a:gd name="T7" fmla="*/ 40 h 45"/>
                <a:gd name="T8" fmla="*/ 13 w 39"/>
                <a:gd name="T9" fmla="*/ 45 h 45"/>
                <a:gd name="T10" fmla="*/ 28 w 39"/>
                <a:gd name="T11" fmla="*/ 38 h 45"/>
                <a:gd name="T12" fmla="*/ 38 w 39"/>
                <a:gd name="T13" fmla="*/ 23 h 45"/>
                <a:gd name="T14" fmla="*/ 38 w 39"/>
                <a:gd name="T15" fmla="*/ 23 h 45"/>
                <a:gd name="T16" fmla="*/ 39 w 39"/>
                <a:gd name="T17" fmla="*/ 17 h 45"/>
                <a:gd name="T18" fmla="*/ 34 w 39"/>
                <a:gd name="T19" fmla="*/ 5 h 45"/>
                <a:gd name="T20" fmla="*/ 23 w 39"/>
                <a:gd name="T21" fmla="*/ 0 h 45"/>
                <a:gd name="T22" fmla="*/ 24 w 39"/>
                <a:gd name="T23" fmla="*/ 31 h 45"/>
                <a:gd name="T24" fmla="*/ 14 w 39"/>
                <a:gd name="T25" fmla="*/ 37 h 45"/>
                <a:gd name="T26" fmla="*/ 11 w 39"/>
                <a:gd name="T27" fmla="*/ 34 h 45"/>
                <a:gd name="T28" fmla="*/ 9 w 39"/>
                <a:gd name="T29" fmla="*/ 29 h 45"/>
                <a:gd name="T30" fmla="*/ 12 w 39"/>
                <a:gd name="T31" fmla="*/ 18 h 45"/>
                <a:gd name="T32" fmla="*/ 17 w 39"/>
                <a:gd name="T33" fmla="*/ 10 h 45"/>
                <a:gd name="T34" fmla="*/ 17 w 39"/>
                <a:gd name="T35" fmla="*/ 10 h 45"/>
                <a:gd name="T36" fmla="*/ 23 w 39"/>
                <a:gd name="T37" fmla="*/ 8 h 45"/>
                <a:gd name="T38" fmla="*/ 27 w 39"/>
                <a:gd name="T39" fmla="*/ 11 h 45"/>
                <a:gd name="T40" fmla="*/ 29 w 39"/>
                <a:gd name="T41" fmla="*/ 18 h 45"/>
                <a:gd name="T42" fmla="*/ 24 w 39"/>
                <a:gd name="T43" fmla="*/ 3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9" h="45">
                  <a:moveTo>
                    <a:pt x="23" y="0"/>
                  </a:moveTo>
                  <a:cubicBezTo>
                    <a:pt x="17" y="0"/>
                    <a:pt x="11" y="3"/>
                    <a:pt x="7" y="10"/>
                  </a:cubicBezTo>
                  <a:cubicBezTo>
                    <a:pt x="2" y="17"/>
                    <a:pt x="0" y="23"/>
                    <a:pt x="0" y="30"/>
                  </a:cubicBezTo>
                  <a:cubicBezTo>
                    <a:pt x="0" y="34"/>
                    <a:pt x="1" y="38"/>
                    <a:pt x="3" y="40"/>
                  </a:cubicBezTo>
                  <a:cubicBezTo>
                    <a:pt x="6" y="43"/>
                    <a:pt x="9" y="45"/>
                    <a:pt x="13" y="45"/>
                  </a:cubicBezTo>
                  <a:cubicBezTo>
                    <a:pt x="18" y="45"/>
                    <a:pt x="23" y="43"/>
                    <a:pt x="28" y="38"/>
                  </a:cubicBezTo>
                  <a:cubicBezTo>
                    <a:pt x="33" y="34"/>
                    <a:pt x="36" y="29"/>
                    <a:pt x="38" y="23"/>
                  </a:cubicBezTo>
                  <a:cubicBezTo>
                    <a:pt x="38" y="23"/>
                    <a:pt x="38" y="23"/>
                    <a:pt x="38" y="23"/>
                  </a:cubicBezTo>
                  <a:cubicBezTo>
                    <a:pt x="38" y="21"/>
                    <a:pt x="39" y="19"/>
                    <a:pt x="39" y="17"/>
                  </a:cubicBezTo>
                  <a:cubicBezTo>
                    <a:pt x="39" y="12"/>
                    <a:pt x="37" y="8"/>
                    <a:pt x="34" y="5"/>
                  </a:cubicBezTo>
                  <a:cubicBezTo>
                    <a:pt x="32" y="2"/>
                    <a:pt x="28" y="0"/>
                    <a:pt x="23" y="0"/>
                  </a:cubicBezTo>
                  <a:close/>
                  <a:moveTo>
                    <a:pt x="24" y="31"/>
                  </a:moveTo>
                  <a:cubicBezTo>
                    <a:pt x="20" y="35"/>
                    <a:pt x="17" y="37"/>
                    <a:pt x="14" y="37"/>
                  </a:cubicBezTo>
                  <a:cubicBezTo>
                    <a:pt x="12" y="37"/>
                    <a:pt x="11" y="36"/>
                    <a:pt x="11" y="34"/>
                  </a:cubicBezTo>
                  <a:cubicBezTo>
                    <a:pt x="10" y="33"/>
                    <a:pt x="9" y="31"/>
                    <a:pt x="9" y="29"/>
                  </a:cubicBezTo>
                  <a:cubicBezTo>
                    <a:pt x="9" y="25"/>
                    <a:pt x="10" y="22"/>
                    <a:pt x="12" y="18"/>
                  </a:cubicBezTo>
                  <a:cubicBezTo>
                    <a:pt x="14" y="15"/>
                    <a:pt x="16" y="12"/>
                    <a:pt x="17" y="10"/>
                  </a:cubicBezTo>
                  <a:cubicBezTo>
                    <a:pt x="17" y="10"/>
                    <a:pt x="17" y="10"/>
                    <a:pt x="17" y="10"/>
                  </a:cubicBezTo>
                  <a:cubicBezTo>
                    <a:pt x="19" y="9"/>
                    <a:pt x="21" y="8"/>
                    <a:pt x="23" y="8"/>
                  </a:cubicBezTo>
                  <a:cubicBezTo>
                    <a:pt x="25" y="8"/>
                    <a:pt x="26" y="9"/>
                    <a:pt x="27" y="11"/>
                  </a:cubicBezTo>
                  <a:cubicBezTo>
                    <a:pt x="29" y="13"/>
                    <a:pt x="29" y="15"/>
                    <a:pt x="29" y="18"/>
                  </a:cubicBezTo>
                  <a:cubicBezTo>
                    <a:pt x="29" y="23"/>
                    <a:pt x="27" y="27"/>
                    <a:pt x="24"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 name="Freeform 308"/>
            <p:cNvSpPr>
              <a:spLocks/>
            </p:cNvSpPr>
            <p:nvPr/>
          </p:nvSpPr>
          <p:spPr bwMode="auto">
            <a:xfrm>
              <a:off x="2289175" y="5514976"/>
              <a:ext cx="80963" cy="66675"/>
            </a:xfrm>
            <a:custGeom>
              <a:avLst/>
              <a:gdLst>
                <a:gd name="T0" fmla="*/ 48 w 50"/>
                <a:gd name="T1" fmla="*/ 30 h 41"/>
                <a:gd name="T2" fmla="*/ 46 w 50"/>
                <a:gd name="T3" fmla="*/ 31 h 41"/>
                <a:gd name="T4" fmla="*/ 44 w 50"/>
                <a:gd name="T5" fmla="*/ 31 h 41"/>
                <a:gd name="T6" fmla="*/ 40 w 50"/>
                <a:gd name="T7" fmla="*/ 17 h 41"/>
                <a:gd name="T8" fmla="*/ 29 w 50"/>
                <a:gd name="T9" fmla="*/ 2 h 41"/>
                <a:gd name="T10" fmla="*/ 10 w 50"/>
                <a:gd name="T11" fmla="*/ 22 h 41"/>
                <a:gd name="T12" fmla="*/ 13 w 50"/>
                <a:gd name="T13" fmla="*/ 8 h 41"/>
                <a:gd name="T14" fmla="*/ 11 w 50"/>
                <a:gd name="T15" fmla="*/ 2 h 41"/>
                <a:gd name="T16" fmla="*/ 8 w 50"/>
                <a:gd name="T17" fmla="*/ 0 h 41"/>
                <a:gd name="T18" fmla="*/ 4 w 50"/>
                <a:gd name="T19" fmla="*/ 3 h 41"/>
                <a:gd name="T20" fmla="*/ 3 w 50"/>
                <a:gd name="T21" fmla="*/ 7 h 41"/>
                <a:gd name="T22" fmla="*/ 1 w 50"/>
                <a:gd name="T23" fmla="*/ 27 h 41"/>
                <a:gd name="T24" fmla="*/ 0 w 50"/>
                <a:gd name="T25" fmla="*/ 36 h 41"/>
                <a:gd name="T26" fmla="*/ 6 w 50"/>
                <a:gd name="T27" fmla="*/ 41 h 41"/>
                <a:gd name="T28" fmla="*/ 8 w 50"/>
                <a:gd name="T29" fmla="*/ 40 h 41"/>
                <a:gd name="T30" fmla="*/ 9 w 50"/>
                <a:gd name="T31" fmla="*/ 38 h 41"/>
                <a:gd name="T32" fmla="*/ 18 w 50"/>
                <a:gd name="T33" fmla="*/ 22 h 41"/>
                <a:gd name="T34" fmla="*/ 28 w 50"/>
                <a:gd name="T35" fmla="*/ 12 h 41"/>
                <a:gd name="T36" fmla="*/ 32 w 50"/>
                <a:gd name="T37" fmla="*/ 22 h 41"/>
                <a:gd name="T38" fmla="*/ 34 w 50"/>
                <a:gd name="T39" fmla="*/ 35 h 41"/>
                <a:gd name="T40" fmla="*/ 34 w 50"/>
                <a:gd name="T41" fmla="*/ 35 h 41"/>
                <a:gd name="T42" fmla="*/ 41 w 50"/>
                <a:gd name="T43" fmla="*/ 39 h 41"/>
                <a:gd name="T44" fmla="*/ 47 w 50"/>
                <a:gd name="T45" fmla="*/ 37 h 41"/>
                <a:gd name="T46" fmla="*/ 50 w 50"/>
                <a:gd name="T47" fmla="*/ 33 h 41"/>
                <a:gd name="T48" fmla="*/ 48 w 50"/>
                <a:gd name="T49" fmla="*/ 3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0" h="41">
                  <a:moveTo>
                    <a:pt x="48" y="30"/>
                  </a:moveTo>
                  <a:cubicBezTo>
                    <a:pt x="47" y="30"/>
                    <a:pt x="47" y="30"/>
                    <a:pt x="46" y="31"/>
                  </a:cubicBezTo>
                  <a:cubicBezTo>
                    <a:pt x="45" y="31"/>
                    <a:pt x="44" y="31"/>
                    <a:pt x="44" y="31"/>
                  </a:cubicBezTo>
                  <a:cubicBezTo>
                    <a:pt x="42" y="31"/>
                    <a:pt x="41" y="26"/>
                    <a:pt x="40" y="17"/>
                  </a:cubicBezTo>
                  <a:cubicBezTo>
                    <a:pt x="39" y="7"/>
                    <a:pt x="35" y="2"/>
                    <a:pt x="29" y="2"/>
                  </a:cubicBezTo>
                  <a:cubicBezTo>
                    <a:pt x="22" y="2"/>
                    <a:pt x="16" y="9"/>
                    <a:pt x="10" y="22"/>
                  </a:cubicBezTo>
                  <a:cubicBezTo>
                    <a:pt x="12" y="15"/>
                    <a:pt x="13" y="10"/>
                    <a:pt x="13" y="8"/>
                  </a:cubicBezTo>
                  <a:cubicBezTo>
                    <a:pt x="13" y="4"/>
                    <a:pt x="12" y="2"/>
                    <a:pt x="11" y="2"/>
                  </a:cubicBezTo>
                  <a:cubicBezTo>
                    <a:pt x="10" y="1"/>
                    <a:pt x="9" y="0"/>
                    <a:pt x="8" y="0"/>
                  </a:cubicBezTo>
                  <a:cubicBezTo>
                    <a:pt x="7" y="0"/>
                    <a:pt x="5" y="1"/>
                    <a:pt x="4" y="3"/>
                  </a:cubicBezTo>
                  <a:cubicBezTo>
                    <a:pt x="3" y="4"/>
                    <a:pt x="3" y="5"/>
                    <a:pt x="3" y="7"/>
                  </a:cubicBezTo>
                  <a:cubicBezTo>
                    <a:pt x="3" y="15"/>
                    <a:pt x="2" y="22"/>
                    <a:pt x="1" y="27"/>
                  </a:cubicBezTo>
                  <a:cubicBezTo>
                    <a:pt x="0" y="32"/>
                    <a:pt x="0" y="35"/>
                    <a:pt x="0" y="36"/>
                  </a:cubicBezTo>
                  <a:cubicBezTo>
                    <a:pt x="0" y="39"/>
                    <a:pt x="2" y="41"/>
                    <a:pt x="6" y="41"/>
                  </a:cubicBezTo>
                  <a:cubicBezTo>
                    <a:pt x="7" y="41"/>
                    <a:pt x="7" y="41"/>
                    <a:pt x="8" y="40"/>
                  </a:cubicBezTo>
                  <a:cubicBezTo>
                    <a:pt x="9" y="40"/>
                    <a:pt x="9" y="39"/>
                    <a:pt x="9" y="38"/>
                  </a:cubicBezTo>
                  <a:cubicBezTo>
                    <a:pt x="10" y="34"/>
                    <a:pt x="13" y="29"/>
                    <a:pt x="18" y="22"/>
                  </a:cubicBezTo>
                  <a:cubicBezTo>
                    <a:pt x="22" y="15"/>
                    <a:pt x="26" y="12"/>
                    <a:pt x="28" y="12"/>
                  </a:cubicBezTo>
                  <a:cubicBezTo>
                    <a:pt x="30" y="12"/>
                    <a:pt x="31" y="15"/>
                    <a:pt x="32" y="22"/>
                  </a:cubicBezTo>
                  <a:cubicBezTo>
                    <a:pt x="32" y="28"/>
                    <a:pt x="33" y="33"/>
                    <a:pt x="34" y="35"/>
                  </a:cubicBezTo>
                  <a:cubicBezTo>
                    <a:pt x="34" y="35"/>
                    <a:pt x="34" y="35"/>
                    <a:pt x="34" y="35"/>
                  </a:cubicBezTo>
                  <a:cubicBezTo>
                    <a:pt x="36" y="38"/>
                    <a:pt x="38" y="39"/>
                    <a:pt x="41" y="39"/>
                  </a:cubicBezTo>
                  <a:cubicBezTo>
                    <a:pt x="43" y="39"/>
                    <a:pt x="46" y="38"/>
                    <a:pt x="47" y="37"/>
                  </a:cubicBezTo>
                  <a:cubicBezTo>
                    <a:pt x="49" y="35"/>
                    <a:pt x="50" y="34"/>
                    <a:pt x="50" y="33"/>
                  </a:cubicBezTo>
                  <a:cubicBezTo>
                    <a:pt x="50" y="31"/>
                    <a:pt x="49" y="30"/>
                    <a:pt x="48"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 name="Freeform 309"/>
            <p:cNvSpPr>
              <a:spLocks/>
            </p:cNvSpPr>
            <p:nvPr/>
          </p:nvSpPr>
          <p:spPr bwMode="auto">
            <a:xfrm>
              <a:off x="2863850" y="5327651"/>
              <a:ext cx="93663" cy="100013"/>
            </a:xfrm>
            <a:custGeom>
              <a:avLst/>
              <a:gdLst>
                <a:gd name="T0" fmla="*/ 36 w 57"/>
                <a:gd name="T1" fmla="*/ 55 h 62"/>
                <a:gd name="T2" fmla="*/ 38 w 57"/>
                <a:gd name="T3" fmla="*/ 58 h 62"/>
                <a:gd name="T4" fmla="*/ 40 w 57"/>
                <a:gd name="T5" fmla="*/ 60 h 62"/>
                <a:gd name="T6" fmla="*/ 42 w 57"/>
                <a:gd name="T7" fmla="*/ 60 h 62"/>
                <a:gd name="T8" fmla="*/ 46 w 57"/>
                <a:gd name="T9" fmla="*/ 59 h 62"/>
                <a:gd name="T10" fmla="*/ 48 w 57"/>
                <a:gd name="T11" fmla="*/ 57 h 62"/>
                <a:gd name="T12" fmla="*/ 48 w 57"/>
                <a:gd name="T13" fmla="*/ 54 h 62"/>
                <a:gd name="T14" fmla="*/ 48 w 57"/>
                <a:gd name="T15" fmla="*/ 52 h 62"/>
                <a:gd name="T16" fmla="*/ 51 w 57"/>
                <a:gd name="T17" fmla="*/ 36 h 62"/>
                <a:gd name="T18" fmla="*/ 56 w 57"/>
                <a:gd name="T19" fmla="*/ 13 h 62"/>
                <a:gd name="T20" fmla="*/ 57 w 57"/>
                <a:gd name="T21" fmla="*/ 7 h 62"/>
                <a:gd name="T22" fmla="*/ 56 w 57"/>
                <a:gd name="T23" fmla="*/ 2 h 62"/>
                <a:gd name="T24" fmla="*/ 53 w 57"/>
                <a:gd name="T25" fmla="*/ 0 h 62"/>
                <a:gd name="T26" fmla="*/ 49 w 57"/>
                <a:gd name="T27" fmla="*/ 1 h 62"/>
                <a:gd name="T28" fmla="*/ 47 w 57"/>
                <a:gd name="T29" fmla="*/ 6 h 62"/>
                <a:gd name="T30" fmla="*/ 46 w 57"/>
                <a:gd name="T31" fmla="*/ 15 h 62"/>
                <a:gd name="T32" fmla="*/ 44 w 57"/>
                <a:gd name="T33" fmla="*/ 28 h 62"/>
                <a:gd name="T34" fmla="*/ 40 w 57"/>
                <a:gd name="T35" fmla="*/ 46 h 62"/>
                <a:gd name="T36" fmla="*/ 28 w 57"/>
                <a:gd name="T37" fmla="*/ 27 h 62"/>
                <a:gd name="T38" fmla="*/ 19 w 57"/>
                <a:gd name="T39" fmla="*/ 9 h 62"/>
                <a:gd name="T40" fmla="*/ 17 w 57"/>
                <a:gd name="T41" fmla="*/ 4 h 62"/>
                <a:gd name="T42" fmla="*/ 14 w 57"/>
                <a:gd name="T43" fmla="*/ 3 h 62"/>
                <a:gd name="T44" fmla="*/ 11 w 57"/>
                <a:gd name="T45" fmla="*/ 4 h 62"/>
                <a:gd name="T46" fmla="*/ 9 w 57"/>
                <a:gd name="T47" fmla="*/ 7 h 62"/>
                <a:gd name="T48" fmla="*/ 8 w 57"/>
                <a:gd name="T49" fmla="*/ 11 h 62"/>
                <a:gd name="T50" fmla="*/ 5 w 57"/>
                <a:gd name="T51" fmla="*/ 33 h 62"/>
                <a:gd name="T52" fmla="*/ 2 w 57"/>
                <a:gd name="T53" fmla="*/ 46 h 62"/>
                <a:gd name="T54" fmla="*/ 2 w 57"/>
                <a:gd name="T55" fmla="*/ 46 h 62"/>
                <a:gd name="T56" fmla="*/ 0 w 57"/>
                <a:gd name="T57" fmla="*/ 55 h 62"/>
                <a:gd name="T58" fmla="*/ 1 w 57"/>
                <a:gd name="T59" fmla="*/ 61 h 62"/>
                <a:gd name="T60" fmla="*/ 5 w 57"/>
                <a:gd name="T61" fmla="*/ 62 h 62"/>
                <a:gd name="T62" fmla="*/ 8 w 57"/>
                <a:gd name="T63" fmla="*/ 60 h 62"/>
                <a:gd name="T64" fmla="*/ 10 w 57"/>
                <a:gd name="T65" fmla="*/ 54 h 62"/>
                <a:gd name="T66" fmla="*/ 11 w 57"/>
                <a:gd name="T67" fmla="*/ 49 h 62"/>
                <a:gd name="T68" fmla="*/ 11 w 57"/>
                <a:gd name="T69" fmla="*/ 45 h 62"/>
                <a:gd name="T70" fmla="*/ 15 w 57"/>
                <a:gd name="T71" fmla="*/ 22 h 62"/>
                <a:gd name="T72" fmla="*/ 33 w 57"/>
                <a:gd name="T73" fmla="*/ 50 h 62"/>
                <a:gd name="T74" fmla="*/ 36 w 57"/>
                <a:gd name="T75" fmla="*/ 55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7" h="62">
                  <a:moveTo>
                    <a:pt x="36" y="55"/>
                  </a:moveTo>
                  <a:cubicBezTo>
                    <a:pt x="37" y="56"/>
                    <a:pt x="38" y="57"/>
                    <a:pt x="38" y="58"/>
                  </a:cubicBezTo>
                  <a:cubicBezTo>
                    <a:pt x="39" y="59"/>
                    <a:pt x="40" y="60"/>
                    <a:pt x="40" y="60"/>
                  </a:cubicBezTo>
                  <a:cubicBezTo>
                    <a:pt x="41" y="60"/>
                    <a:pt x="41" y="60"/>
                    <a:pt x="42" y="60"/>
                  </a:cubicBezTo>
                  <a:cubicBezTo>
                    <a:pt x="44" y="60"/>
                    <a:pt x="45" y="60"/>
                    <a:pt x="46" y="59"/>
                  </a:cubicBezTo>
                  <a:cubicBezTo>
                    <a:pt x="47" y="58"/>
                    <a:pt x="48" y="58"/>
                    <a:pt x="48" y="57"/>
                  </a:cubicBezTo>
                  <a:cubicBezTo>
                    <a:pt x="48" y="56"/>
                    <a:pt x="48" y="55"/>
                    <a:pt x="48" y="54"/>
                  </a:cubicBezTo>
                  <a:cubicBezTo>
                    <a:pt x="48" y="52"/>
                    <a:pt x="48" y="52"/>
                    <a:pt x="48" y="52"/>
                  </a:cubicBezTo>
                  <a:cubicBezTo>
                    <a:pt x="48" y="51"/>
                    <a:pt x="49" y="45"/>
                    <a:pt x="51" y="36"/>
                  </a:cubicBezTo>
                  <a:cubicBezTo>
                    <a:pt x="52" y="26"/>
                    <a:pt x="54" y="19"/>
                    <a:pt x="56" y="13"/>
                  </a:cubicBezTo>
                  <a:cubicBezTo>
                    <a:pt x="56" y="10"/>
                    <a:pt x="57" y="8"/>
                    <a:pt x="57" y="7"/>
                  </a:cubicBezTo>
                  <a:cubicBezTo>
                    <a:pt x="57" y="5"/>
                    <a:pt x="56" y="3"/>
                    <a:pt x="56" y="2"/>
                  </a:cubicBezTo>
                  <a:cubicBezTo>
                    <a:pt x="55" y="1"/>
                    <a:pt x="54" y="0"/>
                    <a:pt x="53" y="0"/>
                  </a:cubicBezTo>
                  <a:cubicBezTo>
                    <a:pt x="52" y="0"/>
                    <a:pt x="50" y="1"/>
                    <a:pt x="49" y="1"/>
                  </a:cubicBezTo>
                  <a:cubicBezTo>
                    <a:pt x="48" y="2"/>
                    <a:pt x="47" y="4"/>
                    <a:pt x="47" y="6"/>
                  </a:cubicBezTo>
                  <a:cubicBezTo>
                    <a:pt x="47" y="9"/>
                    <a:pt x="47" y="11"/>
                    <a:pt x="46" y="15"/>
                  </a:cubicBezTo>
                  <a:cubicBezTo>
                    <a:pt x="45" y="18"/>
                    <a:pt x="44" y="23"/>
                    <a:pt x="44" y="28"/>
                  </a:cubicBezTo>
                  <a:cubicBezTo>
                    <a:pt x="42" y="35"/>
                    <a:pt x="41" y="41"/>
                    <a:pt x="40" y="46"/>
                  </a:cubicBezTo>
                  <a:cubicBezTo>
                    <a:pt x="37" y="41"/>
                    <a:pt x="32" y="35"/>
                    <a:pt x="28" y="27"/>
                  </a:cubicBezTo>
                  <a:cubicBezTo>
                    <a:pt x="23" y="20"/>
                    <a:pt x="20" y="14"/>
                    <a:pt x="19" y="9"/>
                  </a:cubicBezTo>
                  <a:cubicBezTo>
                    <a:pt x="19" y="6"/>
                    <a:pt x="18" y="5"/>
                    <a:pt x="17" y="4"/>
                  </a:cubicBezTo>
                  <a:cubicBezTo>
                    <a:pt x="16" y="4"/>
                    <a:pt x="15" y="3"/>
                    <a:pt x="14" y="3"/>
                  </a:cubicBezTo>
                  <a:cubicBezTo>
                    <a:pt x="13" y="3"/>
                    <a:pt x="11" y="4"/>
                    <a:pt x="11" y="4"/>
                  </a:cubicBezTo>
                  <a:cubicBezTo>
                    <a:pt x="10" y="5"/>
                    <a:pt x="9" y="6"/>
                    <a:pt x="9" y="7"/>
                  </a:cubicBezTo>
                  <a:cubicBezTo>
                    <a:pt x="8" y="7"/>
                    <a:pt x="8" y="9"/>
                    <a:pt x="8" y="11"/>
                  </a:cubicBezTo>
                  <a:cubicBezTo>
                    <a:pt x="8" y="15"/>
                    <a:pt x="7" y="22"/>
                    <a:pt x="5" y="33"/>
                  </a:cubicBezTo>
                  <a:cubicBezTo>
                    <a:pt x="2" y="46"/>
                    <a:pt x="2" y="46"/>
                    <a:pt x="2" y="46"/>
                  </a:cubicBezTo>
                  <a:cubicBezTo>
                    <a:pt x="2" y="46"/>
                    <a:pt x="2" y="46"/>
                    <a:pt x="2" y="46"/>
                  </a:cubicBezTo>
                  <a:cubicBezTo>
                    <a:pt x="1" y="50"/>
                    <a:pt x="0" y="53"/>
                    <a:pt x="0" y="55"/>
                  </a:cubicBezTo>
                  <a:cubicBezTo>
                    <a:pt x="0" y="58"/>
                    <a:pt x="1" y="60"/>
                    <a:pt x="1" y="61"/>
                  </a:cubicBezTo>
                  <a:cubicBezTo>
                    <a:pt x="2" y="61"/>
                    <a:pt x="3" y="62"/>
                    <a:pt x="5" y="62"/>
                  </a:cubicBezTo>
                  <a:cubicBezTo>
                    <a:pt x="6" y="62"/>
                    <a:pt x="7" y="61"/>
                    <a:pt x="8" y="60"/>
                  </a:cubicBezTo>
                  <a:cubicBezTo>
                    <a:pt x="10" y="59"/>
                    <a:pt x="10" y="57"/>
                    <a:pt x="10" y="54"/>
                  </a:cubicBezTo>
                  <a:cubicBezTo>
                    <a:pt x="11" y="52"/>
                    <a:pt x="11" y="50"/>
                    <a:pt x="11" y="49"/>
                  </a:cubicBezTo>
                  <a:cubicBezTo>
                    <a:pt x="11" y="45"/>
                    <a:pt x="11" y="45"/>
                    <a:pt x="11" y="45"/>
                  </a:cubicBezTo>
                  <a:cubicBezTo>
                    <a:pt x="13" y="33"/>
                    <a:pt x="14" y="25"/>
                    <a:pt x="15" y="22"/>
                  </a:cubicBezTo>
                  <a:cubicBezTo>
                    <a:pt x="21" y="33"/>
                    <a:pt x="27" y="42"/>
                    <a:pt x="33" y="50"/>
                  </a:cubicBezTo>
                  <a:cubicBezTo>
                    <a:pt x="34" y="51"/>
                    <a:pt x="35" y="52"/>
                    <a:pt x="36" y="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 name="Freeform 310"/>
            <p:cNvSpPr>
              <a:spLocks noEditPoints="1"/>
            </p:cNvSpPr>
            <p:nvPr/>
          </p:nvSpPr>
          <p:spPr bwMode="auto">
            <a:xfrm>
              <a:off x="2967038" y="5351463"/>
              <a:ext cx="60325" cy="74613"/>
            </a:xfrm>
            <a:custGeom>
              <a:avLst/>
              <a:gdLst>
                <a:gd name="T0" fmla="*/ 11 w 37"/>
                <a:gd name="T1" fmla="*/ 31 h 46"/>
                <a:gd name="T2" fmla="*/ 28 w 37"/>
                <a:gd name="T3" fmla="*/ 22 h 46"/>
                <a:gd name="T4" fmla="*/ 34 w 37"/>
                <a:gd name="T5" fmla="*/ 9 h 46"/>
                <a:gd name="T6" fmla="*/ 32 w 37"/>
                <a:gd name="T7" fmla="*/ 2 h 46"/>
                <a:gd name="T8" fmla="*/ 25 w 37"/>
                <a:gd name="T9" fmla="*/ 0 h 46"/>
                <a:gd name="T10" fmla="*/ 8 w 37"/>
                <a:gd name="T11" fmla="*/ 9 h 46"/>
                <a:gd name="T12" fmla="*/ 0 w 37"/>
                <a:gd name="T13" fmla="*/ 30 h 46"/>
                <a:gd name="T14" fmla="*/ 4 w 37"/>
                <a:gd name="T15" fmla="*/ 42 h 46"/>
                <a:gd name="T16" fmla="*/ 14 w 37"/>
                <a:gd name="T17" fmla="*/ 46 h 46"/>
                <a:gd name="T18" fmla="*/ 30 w 37"/>
                <a:gd name="T19" fmla="*/ 40 h 46"/>
                <a:gd name="T20" fmla="*/ 37 w 37"/>
                <a:gd name="T21" fmla="*/ 30 h 46"/>
                <a:gd name="T22" fmla="*/ 34 w 37"/>
                <a:gd name="T23" fmla="*/ 28 h 46"/>
                <a:gd name="T24" fmla="*/ 32 w 37"/>
                <a:gd name="T25" fmla="*/ 29 h 46"/>
                <a:gd name="T26" fmla="*/ 16 w 37"/>
                <a:gd name="T27" fmla="*/ 37 h 46"/>
                <a:gd name="T28" fmla="*/ 11 w 37"/>
                <a:gd name="T29" fmla="*/ 36 h 46"/>
                <a:gd name="T30" fmla="*/ 10 w 37"/>
                <a:gd name="T31" fmla="*/ 32 h 46"/>
                <a:gd name="T32" fmla="*/ 11 w 37"/>
                <a:gd name="T33" fmla="*/ 31 h 46"/>
                <a:gd name="T34" fmla="*/ 16 w 37"/>
                <a:gd name="T35" fmla="*/ 13 h 46"/>
                <a:gd name="T36" fmla="*/ 23 w 37"/>
                <a:gd name="T37" fmla="*/ 8 h 46"/>
                <a:gd name="T38" fmla="*/ 25 w 37"/>
                <a:gd name="T39" fmla="*/ 9 h 46"/>
                <a:gd name="T40" fmla="*/ 26 w 37"/>
                <a:gd name="T41" fmla="*/ 11 h 46"/>
                <a:gd name="T42" fmla="*/ 21 w 37"/>
                <a:gd name="T43" fmla="*/ 18 h 46"/>
                <a:gd name="T44" fmla="*/ 10 w 37"/>
                <a:gd name="T45" fmla="*/ 23 h 46"/>
                <a:gd name="T46" fmla="*/ 16 w 37"/>
                <a:gd name="T47"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 h="46">
                  <a:moveTo>
                    <a:pt x="11" y="31"/>
                  </a:moveTo>
                  <a:cubicBezTo>
                    <a:pt x="18" y="29"/>
                    <a:pt x="23" y="26"/>
                    <a:pt x="28" y="22"/>
                  </a:cubicBezTo>
                  <a:cubicBezTo>
                    <a:pt x="32" y="18"/>
                    <a:pt x="34" y="14"/>
                    <a:pt x="34" y="9"/>
                  </a:cubicBezTo>
                  <a:cubicBezTo>
                    <a:pt x="34" y="7"/>
                    <a:pt x="33" y="4"/>
                    <a:pt x="32" y="2"/>
                  </a:cubicBezTo>
                  <a:cubicBezTo>
                    <a:pt x="30" y="1"/>
                    <a:pt x="27" y="0"/>
                    <a:pt x="25" y="0"/>
                  </a:cubicBezTo>
                  <a:cubicBezTo>
                    <a:pt x="19" y="0"/>
                    <a:pt x="13" y="3"/>
                    <a:pt x="8" y="9"/>
                  </a:cubicBezTo>
                  <a:cubicBezTo>
                    <a:pt x="3" y="16"/>
                    <a:pt x="0" y="23"/>
                    <a:pt x="0" y="30"/>
                  </a:cubicBezTo>
                  <a:cubicBezTo>
                    <a:pt x="0" y="35"/>
                    <a:pt x="1" y="39"/>
                    <a:pt x="4" y="42"/>
                  </a:cubicBezTo>
                  <a:cubicBezTo>
                    <a:pt x="6" y="44"/>
                    <a:pt x="10" y="46"/>
                    <a:pt x="14" y="46"/>
                  </a:cubicBezTo>
                  <a:cubicBezTo>
                    <a:pt x="20" y="46"/>
                    <a:pt x="25" y="44"/>
                    <a:pt x="30" y="40"/>
                  </a:cubicBezTo>
                  <a:cubicBezTo>
                    <a:pt x="35" y="36"/>
                    <a:pt x="37" y="33"/>
                    <a:pt x="37" y="30"/>
                  </a:cubicBezTo>
                  <a:cubicBezTo>
                    <a:pt x="37" y="29"/>
                    <a:pt x="36" y="28"/>
                    <a:pt x="34" y="28"/>
                  </a:cubicBezTo>
                  <a:cubicBezTo>
                    <a:pt x="33" y="28"/>
                    <a:pt x="33" y="28"/>
                    <a:pt x="32" y="29"/>
                  </a:cubicBezTo>
                  <a:cubicBezTo>
                    <a:pt x="26" y="35"/>
                    <a:pt x="21" y="37"/>
                    <a:pt x="16" y="37"/>
                  </a:cubicBezTo>
                  <a:cubicBezTo>
                    <a:pt x="14" y="37"/>
                    <a:pt x="12" y="37"/>
                    <a:pt x="11" y="36"/>
                  </a:cubicBezTo>
                  <a:cubicBezTo>
                    <a:pt x="10" y="35"/>
                    <a:pt x="10" y="33"/>
                    <a:pt x="10" y="32"/>
                  </a:cubicBezTo>
                  <a:cubicBezTo>
                    <a:pt x="10" y="31"/>
                    <a:pt x="10" y="31"/>
                    <a:pt x="11" y="31"/>
                  </a:cubicBezTo>
                  <a:close/>
                  <a:moveTo>
                    <a:pt x="16" y="13"/>
                  </a:moveTo>
                  <a:cubicBezTo>
                    <a:pt x="19" y="9"/>
                    <a:pt x="21" y="8"/>
                    <a:pt x="23" y="8"/>
                  </a:cubicBezTo>
                  <a:cubicBezTo>
                    <a:pt x="24" y="8"/>
                    <a:pt x="25" y="8"/>
                    <a:pt x="25" y="9"/>
                  </a:cubicBezTo>
                  <a:cubicBezTo>
                    <a:pt x="26" y="9"/>
                    <a:pt x="26" y="10"/>
                    <a:pt x="26" y="11"/>
                  </a:cubicBezTo>
                  <a:cubicBezTo>
                    <a:pt x="26" y="13"/>
                    <a:pt x="25" y="15"/>
                    <a:pt x="21" y="18"/>
                  </a:cubicBezTo>
                  <a:cubicBezTo>
                    <a:pt x="18" y="21"/>
                    <a:pt x="15" y="23"/>
                    <a:pt x="10" y="23"/>
                  </a:cubicBezTo>
                  <a:cubicBezTo>
                    <a:pt x="11" y="20"/>
                    <a:pt x="13" y="16"/>
                    <a:pt x="1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 name="Freeform 311"/>
            <p:cNvSpPr>
              <a:spLocks/>
            </p:cNvSpPr>
            <p:nvPr/>
          </p:nvSpPr>
          <p:spPr bwMode="auto">
            <a:xfrm>
              <a:off x="3040063" y="5354638"/>
              <a:ext cx="65088" cy="71438"/>
            </a:xfrm>
            <a:custGeom>
              <a:avLst/>
              <a:gdLst>
                <a:gd name="T0" fmla="*/ 39 w 39"/>
                <a:gd name="T1" fmla="*/ 7 h 44"/>
                <a:gd name="T2" fmla="*/ 36 w 39"/>
                <a:gd name="T3" fmla="*/ 2 h 44"/>
                <a:gd name="T4" fmla="*/ 30 w 39"/>
                <a:gd name="T5" fmla="*/ 0 h 44"/>
                <a:gd name="T6" fmla="*/ 19 w 39"/>
                <a:gd name="T7" fmla="*/ 6 h 44"/>
                <a:gd name="T8" fmla="*/ 9 w 39"/>
                <a:gd name="T9" fmla="*/ 21 h 44"/>
                <a:gd name="T10" fmla="*/ 8 w 39"/>
                <a:gd name="T11" fmla="*/ 22 h 44"/>
                <a:gd name="T12" fmla="*/ 9 w 39"/>
                <a:gd name="T13" fmla="*/ 16 h 44"/>
                <a:gd name="T14" fmla="*/ 10 w 39"/>
                <a:gd name="T15" fmla="*/ 11 h 44"/>
                <a:gd name="T16" fmla="*/ 12 w 39"/>
                <a:gd name="T17" fmla="*/ 4 h 44"/>
                <a:gd name="T18" fmla="*/ 11 w 39"/>
                <a:gd name="T19" fmla="*/ 1 h 44"/>
                <a:gd name="T20" fmla="*/ 8 w 39"/>
                <a:gd name="T21" fmla="*/ 0 h 44"/>
                <a:gd name="T22" fmla="*/ 4 w 39"/>
                <a:gd name="T23" fmla="*/ 1 h 44"/>
                <a:gd name="T24" fmla="*/ 2 w 39"/>
                <a:gd name="T25" fmla="*/ 4 h 44"/>
                <a:gd name="T26" fmla="*/ 1 w 39"/>
                <a:gd name="T27" fmla="*/ 9 h 44"/>
                <a:gd name="T28" fmla="*/ 1 w 39"/>
                <a:gd name="T29" fmla="*/ 12 h 44"/>
                <a:gd name="T30" fmla="*/ 0 w 39"/>
                <a:gd name="T31" fmla="*/ 23 h 44"/>
                <a:gd name="T32" fmla="*/ 0 w 39"/>
                <a:gd name="T33" fmla="*/ 31 h 44"/>
                <a:gd name="T34" fmla="*/ 1 w 39"/>
                <a:gd name="T35" fmla="*/ 41 h 44"/>
                <a:gd name="T36" fmla="*/ 5 w 39"/>
                <a:gd name="T37" fmla="*/ 44 h 44"/>
                <a:gd name="T38" fmla="*/ 9 w 39"/>
                <a:gd name="T39" fmla="*/ 43 h 44"/>
                <a:gd name="T40" fmla="*/ 11 w 39"/>
                <a:gd name="T41" fmla="*/ 38 h 44"/>
                <a:gd name="T42" fmla="*/ 19 w 39"/>
                <a:gd name="T43" fmla="*/ 18 h 44"/>
                <a:gd name="T44" fmla="*/ 29 w 39"/>
                <a:gd name="T45" fmla="*/ 8 h 44"/>
                <a:gd name="T46" fmla="*/ 31 w 39"/>
                <a:gd name="T47" fmla="*/ 10 h 44"/>
                <a:gd name="T48" fmla="*/ 36 w 39"/>
                <a:gd name="T49" fmla="*/ 12 h 44"/>
                <a:gd name="T50" fmla="*/ 38 w 39"/>
                <a:gd name="T51" fmla="*/ 10 h 44"/>
                <a:gd name="T52" fmla="*/ 39 w 39"/>
                <a:gd name="T53" fmla="*/ 7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9" h="44">
                  <a:moveTo>
                    <a:pt x="39" y="7"/>
                  </a:moveTo>
                  <a:cubicBezTo>
                    <a:pt x="39" y="5"/>
                    <a:pt x="38" y="3"/>
                    <a:pt x="36" y="2"/>
                  </a:cubicBezTo>
                  <a:cubicBezTo>
                    <a:pt x="35" y="0"/>
                    <a:pt x="33" y="0"/>
                    <a:pt x="30" y="0"/>
                  </a:cubicBezTo>
                  <a:cubicBezTo>
                    <a:pt x="26" y="0"/>
                    <a:pt x="23" y="2"/>
                    <a:pt x="19" y="6"/>
                  </a:cubicBezTo>
                  <a:cubicBezTo>
                    <a:pt x="15" y="10"/>
                    <a:pt x="12" y="15"/>
                    <a:pt x="9" y="21"/>
                  </a:cubicBezTo>
                  <a:cubicBezTo>
                    <a:pt x="8" y="22"/>
                    <a:pt x="8" y="22"/>
                    <a:pt x="8" y="22"/>
                  </a:cubicBezTo>
                  <a:cubicBezTo>
                    <a:pt x="9" y="16"/>
                    <a:pt x="9" y="16"/>
                    <a:pt x="9" y="16"/>
                  </a:cubicBezTo>
                  <a:cubicBezTo>
                    <a:pt x="9" y="14"/>
                    <a:pt x="10" y="13"/>
                    <a:pt x="10" y="11"/>
                  </a:cubicBezTo>
                  <a:cubicBezTo>
                    <a:pt x="11" y="8"/>
                    <a:pt x="12" y="5"/>
                    <a:pt x="12" y="4"/>
                  </a:cubicBezTo>
                  <a:cubicBezTo>
                    <a:pt x="12" y="3"/>
                    <a:pt x="12" y="2"/>
                    <a:pt x="11" y="1"/>
                  </a:cubicBezTo>
                  <a:cubicBezTo>
                    <a:pt x="10" y="0"/>
                    <a:pt x="9" y="0"/>
                    <a:pt x="8" y="0"/>
                  </a:cubicBezTo>
                  <a:cubicBezTo>
                    <a:pt x="6" y="0"/>
                    <a:pt x="5" y="0"/>
                    <a:pt x="4" y="1"/>
                  </a:cubicBezTo>
                  <a:cubicBezTo>
                    <a:pt x="3" y="2"/>
                    <a:pt x="2" y="3"/>
                    <a:pt x="2" y="4"/>
                  </a:cubicBezTo>
                  <a:cubicBezTo>
                    <a:pt x="2" y="5"/>
                    <a:pt x="1" y="7"/>
                    <a:pt x="1" y="9"/>
                  </a:cubicBezTo>
                  <a:cubicBezTo>
                    <a:pt x="1" y="10"/>
                    <a:pt x="1" y="11"/>
                    <a:pt x="1" y="12"/>
                  </a:cubicBezTo>
                  <a:cubicBezTo>
                    <a:pt x="0" y="16"/>
                    <a:pt x="0" y="20"/>
                    <a:pt x="0" y="23"/>
                  </a:cubicBezTo>
                  <a:cubicBezTo>
                    <a:pt x="0" y="26"/>
                    <a:pt x="0" y="29"/>
                    <a:pt x="0" y="31"/>
                  </a:cubicBezTo>
                  <a:cubicBezTo>
                    <a:pt x="0" y="36"/>
                    <a:pt x="0" y="39"/>
                    <a:pt x="1" y="41"/>
                  </a:cubicBezTo>
                  <a:cubicBezTo>
                    <a:pt x="2" y="43"/>
                    <a:pt x="3" y="44"/>
                    <a:pt x="5" y="44"/>
                  </a:cubicBezTo>
                  <a:cubicBezTo>
                    <a:pt x="6" y="44"/>
                    <a:pt x="8" y="44"/>
                    <a:pt x="9" y="43"/>
                  </a:cubicBezTo>
                  <a:cubicBezTo>
                    <a:pt x="10" y="42"/>
                    <a:pt x="10" y="40"/>
                    <a:pt x="11" y="38"/>
                  </a:cubicBezTo>
                  <a:cubicBezTo>
                    <a:pt x="12" y="31"/>
                    <a:pt x="15" y="24"/>
                    <a:pt x="19" y="18"/>
                  </a:cubicBezTo>
                  <a:cubicBezTo>
                    <a:pt x="24" y="11"/>
                    <a:pt x="27" y="8"/>
                    <a:pt x="29" y="8"/>
                  </a:cubicBezTo>
                  <a:cubicBezTo>
                    <a:pt x="30" y="8"/>
                    <a:pt x="30" y="9"/>
                    <a:pt x="31" y="10"/>
                  </a:cubicBezTo>
                  <a:cubicBezTo>
                    <a:pt x="33" y="11"/>
                    <a:pt x="34" y="12"/>
                    <a:pt x="36" y="12"/>
                  </a:cubicBezTo>
                  <a:cubicBezTo>
                    <a:pt x="37" y="12"/>
                    <a:pt x="38" y="11"/>
                    <a:pt x="38" y="10"/>
                  </a:cubicBezTo>
                  <a:cubicBezTo>
                    <a:pt x="39" y="9"/>
                    <a:pt x="39" y="8"/>
                    <a:pt x="39"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 name="Freeform 312"/>
            <p:cNvSpPr>
              <a:spLocks/>
            </p:cNvSpPr>
            <p:nvPr/>
          </p:nvSpPr>
          <p:spPr bwMode="auto">
            <a:xfrm>
              <a:off x="3108325" y="5353051"/>
              <a:ext cx="73025" cy="74613"/>
            </a:xfrm>
            <a:custGeom>
              <a:avLst/>
              <a:gdLst>
                <a:gd name="T0" fmla="*/ 40 w 45"/>
                <a:gd name="T1" fmla="*/ 0 h 46"/>
                <a:gd name="T2" fmla="*/ 36 w 45"/>
                <a:gd name="T3" fmla="*/ 1 h 46"/>
                <a:gd name="T4" fmla="*/ 31 w 45"/>
                <a:gd name="T5" fmla="*/ 7 h 46"/>
                <a:gd name="T6" fmla="*/ 23 w 45"/>
                <a:gd name="T7" fmla="*/ 19 h 46"/>
                <a:gd name="T8" fmla="*/ 17 w 45"/>
                <a:gd name="T9" fmla="*/ 28 h 46"/>
                <a:gd name="T10" fmla="*/ 15 w 45"/>
                <a:gd name="T11" fmla="*/ 32 h 46"/>
                <a:gd name="T12" fmla="*/ 15 w 45"/>
                <a:gd name="T13" fmla="*/ 29 h 46"/>
                <a:gd name="T14" fmla="*/ 13 w 45"/>
                <a:gd name="T15" fmla="*/ 25 h 46"/>
                <a:gd name="T16" fmla="*/ 11 w 45"/>
                <a:gd name="T17" fmla="*/ 18 h 46"/>
                <a:gd name="T18" fmla="*/ 10 w 45"/>
                <a:gd name="T19" fmla="*/ 12 h 46"/>
                <a:gd name="T20" fmla="*/ 10 w 45"/>
                <a:gd name="T21" fmla="*/ 7 h 46"/>
                <a:gd name="T22" fmla="*/ 5 w 45"/>
                <a:gd name="T23" fmla="*/ 1 h 46"/>
                <a:gd name="T24" fmla="*/ 0 w 45"/>
                <a:gd name="T25" fmla="*/ 7 h 46"/>
                <a:gd name="T26" fmla="*/ 6 w 45"/>
                <a:gd name="T27" fmla="*/ 31 h 46"/>
                <a:gd name="T28" fmla="*/ 9 w 45"/>
                <a:gd name="T29" fmla="*/ 43 h 46"/>
                <a:gd name="T30" fmla="*/ 14 w 45"/>
                <a:gd name="T31" fmla="*/ 46 h 46"/>
                <a:gd name="T32" fmla="*/ 21 w 45"/>
                <a:gd name="T33" fmla="*/ 39 h 46"/>
                <a:gd name="T34" fmla="*/ 33 w 45"/>
                <a:gd name="T35" fmla="*/ 19 h 46"/>
                <a:gd name="T36" fmla="*/ 42 w 45"/>
                <a:gd name="T37" fmla="*/ 9 h 46"/>
                <a:gd name="T38" fmla="*/ 45 w 45"/>
                <a:gd name="T39" fmla="*/ 5 h 46"/>
                <a:gd name="T40" fmla="*/ 44 w 45"/>
                <a:gd name="T41" fmla="*/ 1 h 46"/>
                <a:gd name="T42" fmla="*/ 40 w 45"/>
                <a:gd name="T43"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5" h="46">
                  <a:moveTo>
                    <a:pt x="40" y="0"/>
                  </a:moveTo>
                  <a:cubicBezTo>
                    <a:pt x="39" y="0"/>
                    <a:pt x="38" y="0"/>
                    <a:pt x="36" y="1"/>
                  </a:cubicBezTo>
                  <a:cubicBezTo>
                    <a:pt x="35" y="2"/>
                    <a:pt x="33" y="4"/>
                    <a:pt x="31" y="7"/>
                  </a:cubicBezTo>
                  <a:cubicBezTo>
                    <a:pt x="29" y="10"/>
                    <a:pt x="26" y="14"/>
                    <a:pt x="23" y="19"/>
                  </a:cubicBezTo>
                  <a:cubicBezTo>
                    <a:pt x="20" y="24"/>
                    <a:pt x="18" y="27"/>
                    <a:pt x="17" y="28"/>
                  </a:cubicBezTo>
                  <a:cubicBezTo>
                    <a:pt x="16" y="30"/>
                    <a:pt x="16" y="31"/>
                    <a:pt x="15" y="32"/>
                  </a:cubicBezTo>
                  <a:cubicBezTo>
                    <a:pt x="15" y="31"/>
                    <a:pt x="15" y="30"/>
                    <a:pt x="15" y="29"/>
                  </a:cubicBezTo>
                  <a:cubicBezTo>
                    <a:pt x="14" y="27"/>
                    <a:pt x="14" y="26"/>
                    <a:pt x="13" y="25"/>
                  </a:cubicBezTo>
                  <a:cubicBezTo>
                    <a:pt x="13" y="23"/>
                    <a:pt x="12" y="21"/>
                    <a:pt x="11" y="18"/>
                  </a:cubicBezTo>
                  <a:cubicBezTo>
                    <a:pt x="10" y="15"/>
                    <a:pt x="10" y="13"/>
                    <a:pt x="10" y="12"/>
                  </a:cubicBezTo>
                  <a:cubicBezTo>
                    <a:pt x="10" y="11"/>
                    <a:pt x="10" y="9"/>
                    <a:pt x="10" y="7"/>
                  </a:cubicBezTo>
                  <a:cubicBezTo>
                    <a:pt x="10" y="3"/>
                    <a:pt x="8" y="1"/>
                    <a:pt x="5" y="1"/>
                  </a:cubicBezTo>
                  <a:cubicBezTo>
                    <a:pt x="1" y="1"/>
                    <a:pt x="0" y="3"/>
                    <a:pt x="0" y="7"/>
                  </a:cubicBezTo>
                  <a:cubicBezTo>
                    <a:pt x="0" y="12"/>
                    <a:pt x="2" y="20"/>
                    <a:pt x="6" y="31"/>
                  </a:cubicBezTo>
                  <a:cubicBezTo>
                    <a:pt x="8" y="37"/>
                    <a:pt x="9" y="41"/>
                    <a:pt x="9" y="43"/>
                  </a:cubicBezTo>
                  <a:cubicBezTo>
                    <a:pt x="11" y="45"/>
                    <a:pt x="13" y="46"/>
                    <a:pt x="14" y="46"/>
                  </a:cubicBezTo>
                  <a:cubicBezTo>
                    <a:pt x="16" y="46"/>
                    <a:pt x="18" y="44"/>
                    <a:pt x="21" y="39"/>
                  </a:cubicBezTo>
                  <a:cubicBezTo>
                    <a:pt x="25" y="31"/>
                    <a:pt x="29" y="24"/>
                    <a:pt x="33" y="19"/>
                  </a:cubicBezTo>
                  <a:cubicBezTo>
                    <a:pt x="37" y="14"/>
                    <a:pt x="39" y="11"/>
                    <a:pt x="42" y="9"/>
                  </a:cubicBezTo>
                  <a:cubicBezTo>
                    <a:pt x="44" y="8"/>
                    <a:pt x="45" y="6"/>
                    <a:pt x="45" y="5"/>
                  </a:cubicBezTo>
                  <a:cubicBezTo>
                    <a:pt x="45" y="3"/>
                    <a:pt x="44" y="2"/>
                    <a:pt x="44" y="1"/>
                  </a:cubicBezTo>
                  <a:cubicBezTo>
                    <a:pt x="43" y="0"/>
                    <a:pt x="42" y="0"/>
                    <a:pt x="4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 name="Freeform 313"/>
            <p:cNvSpPr>
              <a:spLocks noEditPoints="1"/>
            </p:cNvSpPr>
            <p:nvPr/>
          </p:nvSpPr>
          <p:spPr bwMode="auto">
            <a:xfrm>
              <a:off x="3179763" y="5351463"/>
              <a:ext cx="60325" cy="74613"/>
            </a:xfrm>
            <a:custGeom>
              <a:avLst/>
              <a:gdLst>
                <a:gd name="T0" fmla="*/ 11 w 37"/>
                <a:gd name="T1" fmla="*/ 31 h 46"/>
                <a:gd name="T2" fmla="*/ 28 w 37"/>
                <a:gd name="T3" fmla="*/ 22 h 46"/>
                <a:gd name="T4" fmla="*/ 35 w 37"/>
                <a:gd name="T5" fmla="*/ 9 h 46"/>
                <a:gd name="T6" fmla="*/ 32 w 37"/>
                <a:gd name="T7" fmla="*/ 2 h 46"/>
                <a:gd name="T8" fmla="*/ 25 w 37"/>
                <a:gd name="T9" fmla="*/ 0 h 46"/>
                <a:gd name="T10" fmla="*/ 8 w 37"/>
                <a:gd name="T11" fmla="*/ 9 h 46"/>
                <a:gd name="T12" fmla="*/ 0 w 37"/>
                <a:gd name="T13" fmla="*/ 30 h 46"/>
                <a:gd name="T14" fmla="*/ 4 w 37"/>
                <a:gd name="T15" fmla="*/ 42 h 46"/>
                <a:gd name="T16" fmla="*/ 15 w 37"/>
                <a:gd name="T17" fmla="*/ 46 h 46"/>
                <a:gd name="T18" fmla="*/ 30 w 37"/>
                <a:gd name="T19" fmla="*/ 40 h 46"/>
                <a:gd name="T20" fmla="*/ 37 w 37"/>
                <a:gd name="T21" fmla="*/ 30 h 46"/>
                <a:gd name="T22" fmla="*/ 35 w 37"/>
                <a:gd name="T23" fmla="*/ 28 h 46"/>
                <a:gd name="T24" fmla="*/ 32 w 37"/>
                <a:gd name="T25" fmla="*/ 29 h 46"/>
                <a:gd name="T26" fmla="*/ 16 w 37"/>
                <a:gd name="T27" fmla="*/ 37 h 46"/>
                <a:gd name="T28" fmla="*/ 12 w 37"/>
                <a:gd name="T29" fmla="*/ 36 h 46"/>
                <a:gd name="T30" fmla="*/ 10 w 37"/>
                <a:gd name="T31" fmla="*/ 32 h 46"/>
                <a:gd name="T32" fmla="*/ 11 w 37"/>
                <a:gd name="T33" fmla="*/ 31 h 46"/>
                <a:gd name="T34" fmla="*/ 16 w 37"/>
                <a:gd name="T35" fmla="*/ 13 h 46"/>
                <a:gd name="T36" fmla="*/ 24 w 37"/>
                <a:gd name="T37" fmla="*/ 8 h 46"/>
                <a:gd name="T38" fmla="*/ 26 w 37"/>
                <a:gd name="T39" fmla="*/ 9 h 46"/>
                <a:gd name="T40" fmla="*/ 26 w 37"/>
                <a:gd name="T41" fmla="*/ 11 h 46"/>
                <a:gd name="T42" fmla="*/ 22 w 37"/>
                <a:gd name="T43" fmla="*/ 18 h 46"/>
                <a:gd name="T44" fmla="*/ 11 w 37"/>
                <a:gd name="T45" fmla="*/ 23 h 46"/>
                <a:gd name="T46" fmla="*/ 16 w 37"/>
                <a:gd name="T47"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 h="46">
                  <a:moveTo>
                    <a:pt x="11" y="31"/>
                  </a:moveTo>
                  <a:cubicBezTo>
                    <a:pt x="18" y="29"/>
                    <a:pt x="24" y="26"/>
                    <a:pt x="28" y="22"/>
                  </a:cubicBezTo>
                  <a:cubicBezTo>
                    <a:pt x="32" y="18"/>
                    <a:pt x="35" y="14"/>
                    <a:pt x="35" y="9"/>
                  </a:cubicBezTo>
                  <a:cubicBezTo>
                    <a:pt x="35" y="7"/>
                    <a:pt x="34" y="4"/>
                    <a:pt x="32" y="2"/>
                  </a:cubicBezTo>
                  <a:cubicBezTo>
                    <a:pt x="30" y="1"/>
                    <a:pt x="28" y="0"/>
                    <a:pt x="25" y="0"/>
                  </a:cubicBezTo>
                  <a:cubicBezTo>
                    <a:pt x="19" y="0"/>
                    <a:pt x="13" y="3"/>
                    <a:pt x="8" y="9"/>
                  </a:cubicBezTo>
                  <a:cubicBezTo>
                    <a:pt x="3" y="16"/>
                    <a:pt x="0" y="23"/>
                    <a:pt x="0" y="30"/>
                  </a:cubicBezTo>
                  <a:cubicBezTo>
                    <a:pt x="0" y="35"/>
                    <a:pt x="2" y="39"/>
                    <a:pt x="4" y="42"/>
                  </a:cubicBezTo>
                  <a:cubicBezTo>
                    <a:pt x="7" y="44"/>
                    <a:pt x="10" y="46"/>
                    <a:pt x="15" y="46"/>
                  </a:cubicBezTo>
                  <a:cubicBezTo>
                    <a:pt x="20" y="46"/>
                    <a:pt x="26" y="44"/>
                    <a:pt x="30" y="40"/>
                  </a:cubicBezTo>
                  <a:cubicBezTo>
                    <a:pt x="35" y="36"/>
                    <a:pt x="37" y="33"/>
                    <a:pt x="37" y="30"/>
                  </a:cubicBezTo>
                  <a:cubicBezTo>
                    <a:pt x="37" y="29"/>
                    <a:pt x="36" y="28"/>
                    <a:pt x="35" y="28"/>
                  </a:cubicBezTo>
                  <a:cubicBezTo>
                    <a:pt x="34" y="28"/>
                    <a:pt x="33" y="28"/>
                    <a:pt x="32" y="29"/>
                  </a:cubicBezTo>
                  <a:cubicBezTo>
                    <a:pt x="27" y="35"/>
                    <a:pt x="21" y="37"/>
                    <a:pt x="16" y="37"/>
                  </a:cubicBezTo>
                  <a:cubicBezTo>
                    <a:pt x="14" y="37"/>
                    <a:pt x="13" y="37"/>
                    <a:pt x="12" y="36"/>
                  </a:cubicBezTo>
                  <a:cubicBezTo>
                    <a:pt x="10" y="35"/>
                    <a:pt x="10" y="33"/>
                    <a:pt x="10" y="32"/>
                  </a:cubicBezTo>
                  <a:cubicBezTo>
                    <a:pt x="10" y="31"/>
                    <a:pt x="10" y="31"/>
                    <a:pt x="11" y="31"/>
                  </a:cubicBezTo>
                  <a:close/>
                  <a:moveTo>
                    <a:pt x="16" y="13"/>
                  </a:moveTo>
                  <a:cubicBezTo>
                    <a:pt x="19" y="9"/>
                    <a:pt x="21" y="8"/>
                    <a:pt x="24" y="8"/>
                  </a:cubicBezTo>
                  <a:cubicBezTo>
                    <a:pt x="25" y="8"/>
                    <a:pt x="25" y="8"/>
                    <a:pt x="26" y="9"/>
                  </a:cubicBezTo>
                  <a:cubicBezTo>
                    <a:pt x="26" y="9"/>
                    <a:pt x="26" y="10"/>
                    <a:pt x="26" y="11"/>
                  </a:cubicBezTo>
                  <a:cubicBezTo>
                    <a:pt x="26" y="13"/>
                    <a:pt x="25" y="15"/>
                    <a:pt x="22" y="18"/>
                  </a:cubicBezTo>
                  <a:cubicBezTo>
                    <a:pt x="18" y="21"/>
                    <a:pt x="15" y="23"/>
                    <a:pt x="11" y="23"/>
                  </a:cubicBezTo>
                  <a:cubicBezTo>
                    <a:pt x="12" y="20"/>
                    <a:pt x="13" y="16"/>
                    <a:pt x="1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 name="Freeform 314"/>
            <p:cNvSpPr>
              <a:spLocks noEditPoints="1"/>
            </p:cNvSpPr>
            <p:nvPr/>
          </p:nvSpPr>
          <p:spPr bwMode="auto">
            <a:xfrm>
              <a:off x="2792413" y="5486401"/>
              <a:ext cx="90488" cy="100013"/>
            </a:xfrm>
            <a:custGeom>
              <a:avLst/>
              <a:gdLst>
                <a:gd name="T0" fmla="*/ 31 w 55"/>
                <a:gd name="T1" fmla="*/ 0 h 61"/>
                <a:gd name="T2" fmla="*/ 22 w 55"/>
                <a:gd name="T3" fmla="*/ 1 h 61"/>
                <a:gd name="T4" fmla="*/ 12 w 55"/>
                <a:gd name="T5" fmla="*/ 1 h 61"/>
                <a:gd name="T6" fmla="*/ 7 w 55"/>
                <a:gd name="T7" fmla="*/ 1 h 61"/>
                <a:gd name="T8" fmla="*/ 3 w 55"/>
                <a:gd name="T9" fmla="*/ 3 h 61"/>
                <a:gd name="T10" fmla="*/ 1 w 55"/>
                <a:gd name="T11" fmla="*/ 7 h 61"/>
                <a:gd name="T12" fmla="*/ 6 w 55"/>
                <a:gd name="T13" fmla="*/ 10 h 61"/>
                <a:gd name="T14" fmla="*/ 6 w 55"/>
                <a:gd name="T15" fmla="*/ 11 h 61"/>
                <a:gd name="T16" fmla="*/ 6 w 55"/>
                <a:gd name="T17" fmla="*/ 16 h 61"/>
                <a:gd name="T18" fmla="*/ 2 w 55"/>
                <a:gd name="T19" fmla="*/ 45 h 61"/>
                <a:gd name="T20" fmla="*/ 1 w 55"/>
                <a:gd name="T21" fmla="*/ 52 h 61"/>
                <a:gd name="T22" fmla="*/ 1 w 55"/>
                <a:gd name="T23" fmla="*/ 54 h 61"/>
                <a:gd name="T24" fmla="*/ 0 w 55"/>
                <a:gd name="T25" fmla="*/ 56 h 61"/>
                <a:gd name="T26" fmla="*/ 1 w 55"/>
                <a:gd name="T27" fmla="*/ 59 h 61"/>
                <a:gd name="T28" fmla="*/ 5 w 55"/>
                <a:gd name="T29" fmla="*/ 61 h 61"/>
                <a:gd name="T30" fmla="*/ 10 w 55"/>
                <a:gd name="T31" fmla="*/ 60 h 61"/>
                <a:gd name="T32" fmla="*/ 14 w 55"/>
                <a:gd name="T33" fmla="*/ 58 h 61"/>
                <a:gd name="T34" fmla="*/ 20 w 55"/>
                <a:gd name="T35" fmla="*/ 56 h 61"/>
                <a:gd name="T36" fmla="*/ 45 w 55"/>
                <a:gd name="T37" fmla="*/ 43 h 61"/>
                <a:gd name="T38" fmla="*/ 55 w 55"/>
                <a:gd name="T39" fmla="*/ 23 h 61"/>
                <a:gd name="T40" fmla="*/ 49 w 55"/>
                <a:gd name="T41" fmla="*/ 7 h 61"/>
                <a:gd name="T42" fmla="*/ 31 w 55"/>
                <a:gd name="T43" fmla="*/ 0 h 61"/>
                <a:gd name="T44" fmla="*/ 40 w 55"/>
                <a:gd name="T45" fmla="*/ 37 h 61"/>
                <a:gd name="T46" fmla="*/ 24 w 55"/>
                <a:gd name="T47" fmla="*/ 46 h 61"/>
                <a:gd name="T48" fmla="*/ 12 w 55"/>
                <a:gd name="T49" fmla="*/ 50 h 61"/>
                <a:gd name="T50" fmla="*/ 12 w 55"/>
                <a:gd name="T51" fmla="*/ 47 h 61"/>
                <a:gd name="T52" fmla="*/ 16 w 55"/>
                <a:gd name="T53" fmla="*/ 10 h 61"/>
                <a:gd name="T54" fmla="*/ 17 w 55"/>
                <a:gd name="T55" fmla="*/ 9 h 61"/>
                <a:gd name="T56" fmla="*/ 29 w 55"/>
                <a:gd name="T57" fmla="*/ 8 h 61"/>
                <a:gd name="T58" fmla="*/ 41 w 55"/>
                <a:gd name="T59" fmla="*/ 12 h 61"/>
                <a:gd name="T60" fmla="*/ 46 w 55"/>
                <a:gd name="T61" fmla="*/ 23 h 61"/>
                <a:gd name="T62" fmla="*/ 40 w 55"/>
                <a:gd name="T63" fmla="*/ 3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5" h="61">
                  <a:moveTo>
                    <a:pt x="31" y="0"/>
                  </a:moveTo>
                  <a:cubicBezTo>
                    <a:pt x="29" y="0"/>
                    <a:pt x="26" y="1"/>
                    <a:pt x="22" y="1"/>
                  </a:cubicBezTo>
                  <a:cubicBezTo>
                    <a:pt x="18" y="1"/>
                    <a:pt x="14" y="1"/>
                    <a:pt x="12" y="1"/>
                  </a:cubicBezTo>
                  <a:cubicBezTo>
                    <a:pt x="7" y="1"/>
                    <a:pt x="7" y="1"/>
                    <a:pt x="7" y="1"/>
                  </a:cubicBezTo>
                  <a:cubicBezTo>
                    <a:pt x="5" y="1"/>
                    <a:pt x="4" y="2"/>
                    <a:pt x="3" y="3"/>
                  </a:cubicBezTo>
                  <a:cubicBezTo>
                    <a:pt x="2" y="4"/>
                    <a:pt x="1" y="5"/>
                    <a:pt x="1" y="7"/>
                  </a:cubicBezTo>
                  <a:cubicBezTo>
                    <a:pt x="1" y="8"/>
                    <a:pt x="3" y="9"/>
                    <a:pt x="6" y="10"/>
                  </a:cubicBezTo>
                  <a:cubicBezTo>
                    <a:pt x="6" y="10"/>
                    <a:pt x="6" y="11"/>
                    <a:pt x="6" y="11"/>
                  </a:cubicBezTo>
                  <a:cubicBezTo>
                    <a:pt x="6" y="12"/>
                    <a:pt x="6" y="14"/>
                    <a:pt x="6" y="16"/>
                  </a:cubicBezTo>
                  <a:cubicBezTo>
                    <a:pt x="4" y="26"/>
                    <a:pt x="3" y="35"/>
                    <a:pt x="2" y="45"/>
                  </a:cubicBezTo>
                  <a:cubicBezTo>
                    <a:pt x="2" y="48"/>
                    <a:pt x="2" y="50"/>
                    <a:pt x="1" y="52"/>
                  </a:cubicBezTo>
                  <a:cubicBezTo>
                    <a:pt x="1" y="54"/>
                    <a:pt x="1" y="54"/>
                    <a:pt x="1" y="54"/>
                  </a:cubicBezTo>
                  <a:cubicBezTo>
                    <a:pt x="0" y="55"/>
                    <a:pt x="0" y="56"/>
                    <a:pt x="0" y="56"/>
                  </a:cubicBezTo>
                  <a:cubicBezTo>
                    <a:pt x="0" y="57"/>
                    <a:pt x="0" y="58"/>
                    <a:pt x="1" y="59"/>
                  </a:cubicBezTo>
                  <a:cubicBezTo>
                    <a:pt x="2" y="61"/>
                    <a:pt x="4" y="61"/>
                    <a:pt x="5" y="61"/>
                  </a:cubicBezTo>
                  <a:cubicBezTo>
                    <a:pt x="7" y="61"/>
                    <a:pt x="8" y="61"/>
                    <a:pt x="10" y="60"/>
                  </a:cubicBezTo>
                  <a:cubicBezTo>
                    <a:pt x="12" y="59"/>
                    <a:pt x="13" y="58"/>
                    <a:pt x="14" y="58"/>
                  </a:cubicBezTo>
                  <a:cubicBezTo>
                    <a:pt x="15" y="57"/>
                    <a:pt x="17" y="57"/>
                    <a:pt x="20" y="56"/>
                  </a:cubicBezTo>
                  <a:cubicBezTo>
                    <a:pt x="29" y="54"/>
                    <a:pt x="38" y="50"/>
                    <a:pt x="45" y="43"/>
                  </a:cubicBezTo>
                  <a:cubicBezTo>
                    <a:pt x="52" y="37"/>
                    <a:pt x="55" y="31"/>
                    <a:pt x="55" y="23"/>
                  </a:cubicBezTo>
                  <a:cubicBezTo>
                    <a:pt x="55" y="16"/>
                    <a:pt x="53" y="11"/>
                    <a:pt x="49" y="7"/>
                  </a:cubicBezTo>
                  <a:cubicBezTo>
                    <a:pt x="44" y="2"/>
                    <a:pt x="38" y="0"/>
                    <a:pt x="31" y="0"/>
                  </a:cubicBezTo>
                  <a:close/>
                  <a:moveTo>
                    <a:pt x="40" y="37"/>
                  </a:moveTo>
                  <a:cubicBezTo>
                    <a:pt x="36" y="41"/>
                    <a:pt x="30" y="44"/>
                    <a:pt x="24" y="46"/>
                  </a:cubicBezTo>
                  <a:cubicBezTo>
                    <a:pt x="17" y="49"/>
                    <a:pt x="13" y="50"/>
                    <a:pt x="12" y="50"/>
                  </a:cubicBezTo>
                  <a:cubicBezTo>
                    <a:pt x="12" y="49"/>
                    <a:pt x="12" y="48"/>
                    <a:pt x="12" y="47"/>
                  </a:cubicBezTo>
                  <a:cubicBezTo>
                    <a:pt x="12" y="39"/>
                    <a:pt x="13" y="27"/>
                    <a:pt x="16" y="10"/>
                  </a:cubicBezTo>
                  <a:cubicBezTo>
                    <a:pt x="16" y="9"/>
                    <a:pt x="17" y="9"/>
                    <a:pt x="17" y="9"/>
                  </a:cubicBezTo>
                  <a:cubicBezTo>
                    <a:pt x="22" y="9"/>
                    <a:pt x="26" y="8"/>
                    <a:pt x="29" y="8"/>
                  </a:cubicBezTo>
                  <a:cubicBezTo>
                    <a:pt x="34" y="8"/>
                    <a:pt x="38" y="10"/>
                    <a:pt x="41" y="12"/>
                  </a:cubicBezTo>
                  <a:cubicBezTo>
                    <a:pt x="44" y="15"/>
                    <a:pt x="46" y="18"/>
                    <a:pt x="46" y="23"/>
                  </a:cubicBezTo>
                  <a:cubicBezTo>
                    <a:pt x="46" y="28"/>
                    <a:pt x="44" y="33"/>
                    <a:pt x="40"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Freeform 315"/>
            <p:cNvSpPr>
              <a:spLocks noEditPoints="1"/>
            </p:cNvSpPr>
            <p:nvPr/>
          </p:nvSpPr>
          <p:spPr bwMode="auto">
            <a:xfrm>
              <a:off x="2892425" y="5510213"/>
              <a:ext cx="66675" cy="74613"/>
            </a:xfrm>
            <a:custGeom>
              <a:avLst/>
              <a:gdLst>
                <a:gd name="T0" fmla="*/ 40 w 41"/>
                <a:gd name="T1" fmla="*/ 39 h 46"/>
                <a:gd name="T2" fmla="*/ 38 w 41"/>
                <a:gd name="T3" fmla="*/ 37 h 46"/>
                <a:gd name="T4" fmla="*/ 37 w 41"/>
                <a:gd name="T5" fmla="*/ 35 h 46"/>
                <a:gd name="T6" fmla="*/ 36 w 41"/>
                <a:gd name="T7" fmla="*/ 28 h 46"/>
                <a:gd name="T8" fmla="*/ 38 w 41"/>
                <a:gd name="T9" fmla="*/ 15 h 46"/>
                <a:gd name="T10" fmla="*/ 39 w 41"/>
                <a:gd name="T11" fmla="*/ 9 h 46"/>
                <a:gd name="T12" fmla="*/ 34 w 41"/>
                <a:gd name="T13" fmla="*/ 5 h 46"/>
                <a:gd name="T14" fmla="*/ 28 w 41"/>
                <a:gd name="T15" fmla="*/ 0 h 46"/>
                <a:gd name="T16" fmla="*/ 9 w 41"/>
                <a:gd name="T17" fmla="*/ 12 h 46"/>
                <a:gd name="T18" fmla="*/ 0 w 41"/>
                <a:gd name="T19" fmla="*/ 34 h 46"/>
                <a:gd name="T20" fmla="*/ 2 w 41"/>
                <a:gd name="T21" fmla="*/ 42 h 46"/>
                <a:gd name="T22" fmla="*/ 8 w 41"/>
                <a:gd name="T23" fmla="*/ 44 h 46"/>
                <a:gd name="T24" fmla="*/ 28 w 41"/>
                <a:gd name="T25" fmla="*/ 31 h 46"/>
                <a:gd name="T26" fmla="*/ 35 w 41"/>
                <a:gd name="T27" fmla="*/ 46 h 46"/>
                <a:gd name="T28" fmla="*/ 39 w 41"/>
                <a:gd name="T29" fmla="*/ 44 h 46"/>
                <a:gd name="T30" fmla="*/ 41 w 41"/>
                <a:gd name="T31" fmla="*/ 41 h 46"/>
                <a:gd name="T32" fmla="*/ 40 w 41"/>
                <a:gd name="T33" fmla="*/ 39 h 46"/>
                <a:gd name="T34" fmla="*/ 22 w 41"/>
                <a:gd name="T35" fmla="*/ 28 h 46"/>
                <a:gd name="T36" fmla="*/ 11 w 41"/>
                <a:gd name="T37" fmla="*/ 36 h 46"/>
                <a:gd name="T38" fmla="*/ 9 w 41"/>
                <a:gd name="T39" fmla="*/ 33 h 46"/>
                <a:gd name="T40" fmla="*/ 16 w 41"/>
                <a:gd name="T41" fmla="*/ 18 h 46"/>
                <a:gd name="T42" fmla="*/ 26 w 41"/>
                <a:gd name="T43" fmla="*/ 9 h 46"/>
                <a:gd name="T44" fmla="*/ 28 w 41"/>
                <a:gd name="T45" fmla="*/ 10 h 46"/>
                <a:gd name="T46" fmla="*/ 29 w 41"/>
                <a:gd name="T47" fmla="*/ 13 h 46"/>
                <a:gd name="T48" fmla="*/ 22 w 41"/>
                <a:gd name="T49" fmla="*/ 2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 h="46">
                  <a:moveTo>
                    <a:pt x="40" y="39"/>
                  </a:moveTo>
                  <a:cubicBezTo>
                    <a:pt x="39" y="38"/>
                    <a:pt x="38" y="38"/>
                    <a:pt x="38" y="37"/>
                  </a:cubicBezTo>
                  <a:cubicBezTo>
                    <a:pt x="38" y="37"/>
                    <a:pt x="37" y="36"/>
                    <a:pt x="37" y="35"/>
                  </a:cubicBezTo>
                  <a:cubicBezTo>
                    <a:pt x="36" y="33"/>
                    <a:pt x="36" y="31"/>
                    <a:pt x="36" y="28"/>
                  </a:cubicBezTo>
                  <a:cubicBezTo>
                    <a:pt x="36" y="24"/>
                    <a:pt x="37" y="20"/>
                    <a:pt x="38" y="15"/>
                  </a:cubicBezTo>
                  <a:cubicBezTo>
                    <a:pt x="38" y="12"/>
                    <a:pt x="39" y="10"/>
                    <a:pt x="39" y="9"/>
                  </a:cubicBezTo>
                  <a:cubicBezTo>
                    <a:pt x="39" y="6"/>
                    <a:pt x="37" y="5"/>
                    <a:pt x="34" y="5"/>
                  </a:cubicBezTo>
                  <a:cubicBezTo>
                    <a:pt x="33" y="2"/>
                    <a:pt x="31" y="0"/>
                    <a:pt x="28" y="0"/>
                  </a:cubicBezTo>
                  <a:cubicBezTo>
                    <a:pt x="21" y="0"/>
                    <a:pt x="15" y="4"/>
                    <a:pt x="9" y="12"/>
                  </a:cubicBezTo>
                  <a:cubicBezTo>
                    <a:pt x="3" y="20"/>
                    <a:pt x="0" y="27"/>
                    <a:pt x="0" y="34"/>
                  </a:cubicBezTo>
                  <a:cubicBezTo>
                    <a:pt x="0" y="37"/>
                    <a:pt x="1" y="40"/>
                    <a:pt x="2" y="42"/>
                  </a:cubicBezTo>
                  <a:cubicBezTo>
                    <a:pt x="4" y="43"/>
                    <a:pt x="6" y="44"/>
                    <a:pt x="8" y="44"/>
                  </a:cubicBezTo>
                  <a:cubicBezTo>
                    <a:pt x="15" y="44"/>
                    <a:pt x="21" y="40"/>
                    <a:pt x="28" y="31"/>
                  </a:cubicBezTo>
                  <a:cubicBezTo>
                    <a:pt x="28" y="41"/>
                    <a:pt x="30" y="46"/>
                    <a:pt x="35" y="46"/>
                  </a:cubicBezTo>
                  <a:cubicBezTo>
                    <a:pt x="37" y="46"/>
                    <a:pt x="38" y="45"/>
                    <a:pt x="39" y="44"/>
                  </a:cubicBezTo>
                  <a:cubicBezTo>
                    <a:pt x="41" y="43"/>
                    <a:pt x="41" y="42"/>
                    <a:pt x="41" y="41"/>
                  </a:cubicBezTo>
                  <a:cubicBezTo>
                    <a:pt x="41" y="40"/>
                    <a:pt x="41" y="39"/>
                    <a:pt x="40" y="39"/>
                  </a:cubicBezTo>
                  <a:close/>
                  <a:moveTo>
                    <a:pt x="22" y="28"/>
                  </a:moveTo>
                  <a:cubicBezTo>
                    <a:pt x="18" y="33"/>
                    <a:pt x="14" y="36"/>
                    <a:pt x="11" y="36"/>
                  </a:cubicBezTo>
                  <a:cubicBezTo>
                    <a:pt x="10" y="36"/>
                    <a:pt x="9" y="35"/>
                    <a:pt x="9" y="33"/>
                  </a:cubicBezTo>
                  <a:cubicBezTo>
                    <a:pt x="9" y="28"/>
                    <a:pt x="11" y="23"/>
                    <a:pt x="16" y="18"/>
                  </a:cubicBezTo>
                  <a:cubicBezTo>
                    <a:pt x="20" y="12"/>
                    <a:pt x="23" y="9"/>
                    <a:pt x="26" y="9"/>
                  </a:cubicBezTo>
                  <a:cubicBezTo>
                    <a:pt x="27" y="9"/>
                    <a:pt x="27" y="9"/>
                    <a:pt x="28" y="10"/>
                  </a:cubicBezTo>
                  <a:cubicBezTo>
                    <a:pt x="29" y="11"/>
                    <a:pt x="29" y="12"/>
                    <a:pt x="29" y="13"/>
                  </a:cubicBezTo>
                  <a:cubicBezTo>
                    <a:pt x="29" y="17"/>
                    <a:pt x="27" y="22"/>
                    <a:pt x="22"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Freeform 316"/>
            <p:cNvSpPr>
              <a:spLocks/>
            </p:cNvSpPr>
            <p:nvPr/>
          </p:nvSpPr>
          <p:spPr bwMode="auto">
            <a:xfrm>
              <a:off x="2971800" y="5511801"/>
              <a:ext cx="122238" cy="73025"/>
            </a:xfrm>
            <a:custGeom>
              <a:avLst/>
              <a:gdLst>
                <a:gd name="T0" fmla="*/ 73 w 75"/>
                <a:gd name="T1" fmla="*/ 34 h 45"/>
                <a:gd name="T2" fmla="*/ 69 w 75"/>
                <a:gd name="T3" fmla="*/ 30 h 45"/>
                <a:gd name="T4" fmla="*/ 68 w 75"/>
                <a:gd name="T5" fmla="*/ 19 h 45"/>
                <a:gd name="T6" fmla="*/ 65 w 75"/>
                <a:gd name="T7" fmla="*/ 6 h 45"/>
                <a:gd name="T8" fmla="*/ 58 w 75"/>
                <a:gd name="T9" fmla="*/ 2 h 45"/>
                <a:gd name="T10" fmla="*/ 51 w 75"/>
                <a:gd name="T11" fmla="*/ 5 h 45"/>
                <a:gd name="T12" fmla="*/ 43 w 75"/>
                <a:gd name="T13" fmla="*/ 18 h 45"/>
                <a:gd name="T14" fmla="*/ 38 w 75"/>
                <a:gd name="T15" fmla="*/ 27 h 45"/>
                <a:gd name="T16" fmla="*/ 38 w 75"/>
                <a:gd name="T17" fmla="*/ 18 h 45"/>
                <a:gd name="T18" fmla="*/ 35 w 75"/>
                <a:gd name="T19" fmla="*/ 5 h 45"/>
                <a:gd name="T20" fmla="*/ 29 w 75"/>
                <a:gd name="T21" fmla="*/ 2 h 45"/>
                <a:gd name="T22" fmla="*/ 9 w 75"/>
                <a:gd name="T23" fmla="*/ 27 h 45"/>
                <a:gd name="T24" fmla="*/ 10 w 75"/>
                <a:gd name="T25" fmla="*/ 19 h 45"/>
                <a:gd name="T26" fmla="*/ 12 w 75"/>
                <a:gd name="T27" fmla="*/ 7 h 45"/>
                <a:gd name="T28" fmla="*/ 6 w 75"/>
                <a:gd name="T29" fmla="*/ 0 h 45"/>
                <a:gd name="T30" fmla="*/ 4 w 75"/>
                <a:gd name="T31" fmla="*/ 1 h 45"/>
                <a:gd name="T32" fmla="*/ 3 w 75"/>
                <a:gd name="T33" fmla="*/ 3 h 45"/>
                <a:gd name="T34" fmla="*/ 2 w 75"/>
                <a:gd name="T35" fmla="*/ 17 h 45"/>
                <a:gd name="T36" fmla="*/ 0 w 75"/>
                <a:gd name="T37" fmla="*/ 37 h 45"/>
                <a:gd name="T38" fmla="*/ 5 w 75"/>
                <a:gd name="T39" fmla="*/ 45 h 45"/>
                <a:gd name="T40" fmla="*/ 10 w 75"/>
                <a:gd name="T41" fmla="*/ 41 h 45"/>
                <a:gd name="T42" fmla="*/ 20 w 75"/>
                <a:gd name="T43" fmla="*/ 23 h 45"/>
                <a:gd name="T44" fmla="*/ 28 w 75"/>
                <a:gd name="T45" fmla="*/ 13 h 45"/>
                <a:gd name="T46" fmla="*/ 29 w 75"/>
                <a:gd name="T47" fmla="*/ 24 h 45"/>
                <a:gd name="T48" fmla="*/ 31 w 75"/>
                <a:gd name="T49" fmla="*/ 39 h 45"/>
                <a:gd name="T50" fmla="*/ 36 w 75"/>
                <a:gd name="T51" fmla="*/ 41 h 45"/>
                <a:gd name="T52" fmla="*/ 42 w 75"/>
                <a:gd name="T53" fmla="*/ 38 h 45"/>
                <a:gd name="T54" fmla="*/ 48 w 75"/>
                <a:gd name="T55" fmla="*/ 27 h 45"/>
                <a:gd name="T56" fmla="*/ 53 w 75"/>
                <a:gd name="T57" fmla="*/ 16 h 45"/>
                <a:gd name="T58" fmla="*/ 56 w 75"/>
                <a:gd name="T59" fmla="*/ 13 h 45"/>
                <a:gd name="T60" fmla="*/ 57 w 75"/>
                <a:gd name="T61" fmla="*/ 15 h 45"/>
                <a:gd name="T62" fmla="*/ 58 w 75"/>
                <a:gd name="T63" fmla="*/ 22 h 45"/>
                <a:gd name="T64" fmla="*/ 61 w 75"/>
                <a:gd name="T65" fmla="*/ 38 h 45"/>
                <a:gd name="T66" fmla="*/ 68 w 75"/>
                <a:gd name="T67" fmla="*/ 42 h 45"/>
                <a:gd name="T68" fmla="*/ 72 w 75"/>
                <a:gd name="T69" fmla="*/ 41 h 45"/>
                <a:gd name="T70" fmla="*/ 75 w 75"/>
                <a:gd name="T71" fmla="*/ 37 h 45"/>
                <a:gd name="T72" fmla="*/ 73 w 75"/>
                <a:gd name="T73" fmla="*/ 34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5" h="45">
                  <a:moveTo>
                    <a:pt x="73" y="34"/>
                  </a:moveTo>
                  <a:cubicBezTo>
                    <a:pt x="71" y="34"/>
                    <a:pt x="70" y="32"/>
                    <a:pt x="69" y="30"/>
                  </a:cubicBezTo>
                  <a:cubicBezTo>
                    <a:pt x="68" y="27"/>
                    <a:pt x="68" y="24"/>
                    <a:pt x="68" y="19"/>
                  </a:cubicBezTo>
                  <a:cubicBezTo>
                    <a:pt x="67" y="13"/>
                    <a:pt x="66" y="9"/>
                    <a:pt x="65" y="6"/>
                  </a:cubicBezTo>
                  <a:cubicBezTo>
                    <a:pt x="63" y="4"/>
                    <a:pt x="61" y="2"/>
                    <a:pt x="58" y="2"/>
                  </a:cubicBezTo>
                  <a:cubicBezTo>
                    <a:pt x="56" y="2"/>
                    <a:pt x="54" y="3"/>
                    <a:pt x="51" y="5"/>
                  </a:cubicBezTo>
                  <a:cubicBezTo>
                    <a:pt x="49" y="8"/>
                    <a:pt x="47" y="12"/>
                    <a:pt x="43" y="18"/>
                  </a:cubicBezTo>
                  <a:cubicBezTo>
                    <a:pt x="41" y="24"/>
                    <a:pt x="39" y="27"/>
                    <a:pt x="38" y="27"/>
                  </a:cubicBezTo>
                  <a:cubicBezTo>
                    <a:pt x="38" y="27"/>
                    <a:pt x="38" y="24"/>
                    <a:pt x="38" y="18"/>
                  </a:cubicBezTo>
                  <a:cubicBezTo>
                    <a:pt x="37" y="11"/>
                    <a:pt x="37" y="7"/>
                    <a:pt x="35" y="5"/>
                  </a:cubicBezTo>
                  <a:cubicBezTo>
                    <a:pt x="34" y="3"/>
                    <a:pt x="32" y="2"/>
                    <a:pt x="29" y="2"/>
                  </a:cubicBezTo>
                  <a:cubicBezTo>
                    <a:pt x="23" y="2"/>
                    <a:pt x="16" y="11"/>
                    <a:pt x="9" y="27"/>
                  </a:cubicBezTo>
                  <a:cubicBezTo>
                    <a:pt x="9" y="25"/>
                    <a:pt x="9" y="23"/>
                    <a:pt x="10" y="19"/>
                  </a:cubicBezTo>
                  <a:cubicBezTo>
                    <a:pt x="12" y="12"/>
                    <a:pt x="12" y="9"/>
                    <a:pt x="12" y="7"/>
                  </a:cubicBezTo>
                  <a:cubicBezTo>
                    <a:pt x="12" y="2"/>
                    <a:pt x="10" y="0"/>
                    <a:pt x="6" y="0"/>
                  </a:cubicBezTo>
                  <a:cubicBezTo>
                    <a:pt x="5" y="0"/>
                    <a:pt x="4" y="0"/>
                    <a:pt x="4" y="1"/>
                  </a:cubicBezTo>
                  <a:cubicBezTo>
                    <a:pt x="3" y="2"/>
                    <a:pt x="3" y="2"/>
                    <a:pt x="3" y="3"/>
                  </a:cubicBezTo>
                  <a:cubicBezTo>
                    <a:pt x="3" y="8"/>
                    <a:pt x="2" y="12"/>
                    <a:pt x="2" y="17"/>
                  </a:cubicBezTo>
                  <a:cubicBezTo>
                    <a:pt x="1" y="22"/>
                    <a:pt x="0" y="29"/>
                    <a:pt x="0" y="37"/>
                  </a:cubicBezTo>
                  <a:cubicBezTo>
                    <a:pt x="0" y="42"/>
                    <a:pt x="2" y="45"/>
                    <a:pt x="5" y="45"/>
                  </a:cubicBezTo>
                  <a:cubicBezTo>
                    <a:pt x="8" y="45"/>
                    <a:pt x="10" y="43"/>
                    <a:pt x="10" y="41"/>
                  </a:cubicBezTo>
                  <a:cubicBezTo>
                    <a:pt x="12" y="35"/>
                    <a:pt x="15" y="30"/>
                    <a:pt x="20" y="23"/>
                  </a:cubicBezTo>
                  <a:cubicBezTo>
                    <a:pt x="24" y="17"/>
                    <a:pt x="26" y="13"/>
                    <a:pt x="28" y="13"/>
                  </a:cubicBezTo>
                  <a:cubicBezTo>
                    <a:pt x="28" y="13"/>
                    <a:pt x="29" y="17"/>
                    <a:pt x="29" y="24"/>
                  </a:cubicBezTo>
                  <a:cubicBezTo>
                    <a:pt x="29" y="32"/>
                    <a:pt x="30" y="37"/>
                    <a:pt x="31" y="39"/>
                  </a:cubicBezTo>
                  <a:cubicBezTo>
                    <a:pt x="33" y="40"/>
                    <a:pt x="34" y="41"/>
                    <a:pt x="36" y="41"/>
                  </a:cubicBezTo>
                  <a:cubicBezTo>
                    <a:pt x="38" y="41"/>
                    <a:pt x="40" y="40"/>
                    <a:pt x="42" y="38"/>
                  </a:cubicBezTo>
                  <a:cubicBezTo>
                    <a:pt x="43" y="36"/>
                    <a:pt x="45" y="32"/>
                    <a:pt x="48" y="27"/>
                  </a:cubicBezTo>
                  <a:cubicBezTo>
                    <a:pt x="50" y="21"/>
                    <a:pt x="52" y="18"/>
                    <a:pt x="53" y="16"/>
                  </a:cubicBezTo>
                  <a:cubicBezTo>
                    <a:pt x="55" y="14"/>
                    <a:pt x="55" y="13"/>
                    <a:pt x="56" y="13"/>
                  </a:cubicBezTo>
                  <a:cubicBezTo>
                    <a:pt x="57" y="13"/>
                    <a:pt x="57" y="14"/>
                    <a:pt x="57" y="15"/>
                  </a:cubicBezTo>
                  <a:cubicBezTo>
                    <a:pt x="58" y="16"/>
                    <a:pt x="58" y="19"/>
                    <a:pt x="58" y="22"/>
                  </a:cubicBezTo>
                  <a:cubicBezTo>
                    <a:pt x="59" y="30"/>
                    <a:pt x="60" y="36"/>
                    <a:pt x="61" y="38"/>
                  </a:cubicBezTo>
                  <a:cubicBezTo>
                    <a:pt x="63" y="41"/>
                    <a:pt x="65" y="42"/>
                    <a:pt x="68" y="42"/>
                  </a:cubicBezTo>
                  <a:cubicBezTo>
                    <a:pt x="69" y="42"/>
                    <a:pt x="71" y="42"/>
                    <a:pt x="72" y="41"/>
                  </a:cubicBezTo>
                  <a:cubicBezTo>
                    <a:pt x="74" y="39"/>
                    <a:pt x="75" y="38"/>
                    <a:pt x="75" y="37"/>
                  </a:cubicBezTo>
                  <a:cubicBezTo>
                    <a:pt x="75" y="36"/>
                    <a:pt x="74" y="35"/>
                    <a:pt x="73"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 name="Freeform 317"/>
            <p:cNvSpPr>
              <a:spLocks noEditPoints="1"/>
            </p:cNvSpPr>
            <p:nvPr/>
          </p:nvSpPr>
          <p:spPr bwMode="auto">
            <a:xfrm>
              <a:off x="3100388" y="5510213"/>
              <a:ext cx="68263" cy="74613"/>
            </a:xfrm>
            <a:custGeom>
              <a:avLst/>
              <a:gdLst>
                <a:gd name="T0" fmla="*/ 41 w 41"/>
                <a:gd name="T1" fmla="*/ 41 h 46"/>
                <a:gd name="T2" fmla="*/ 40 w 41"/>
                <a:gd name="T3" fmla="*/ 39 h 46"/>
                <a:gd name="T4" fmla="*/ 38 w 41"/>
                <a:gd name="T5" fmla="*/ 37 h 46"/>
                <a:gd name="T6" fmla="*/ 37 w 41"/>
                <a:gd name="T7" fmla="*/ 35 h 46"/>
                <a:gd name="T8" fmla="*/ 36 w 41"/>
                <a:gd name="T9" fmla="*/ 28 h 46"/>
                <a:gd name="T10" fmla="*/ 38 w 41"/>
                <a:gd name="T11" fmla="*/ 15 h 46"/>
                <a:gd name="T12" fmla="*/ 39 w 41"/>
                <a:gd name="T13" fmla="*/ 9 h 46"/>
                <a:gd name="T14" fmla="*/ 34 w 41"/>
                <a:gd name="T15" fmla="*/ 5 h 46"/>
                <a:gd name="T16" fmla="*/ 28 w 41"/>
                <a:gd name="T17" fmla="*/ 0 h 46"/>
                <a:gd name="T18" fmla="*/ 9 w 41"/>
                <a:gd name="T19" fmla="*/ 12 h 46"/>
                <a:gd name="T20" fmla="*/ 0 w 41"/>
                <a:gd name="T21" fmla="*/ 34 h 46"/>
                <a:gd name="T22" fmla="*/ 2 w 41"/>
                <a:gd name="T23" fmla="*/ 42 h 46"/>
                <a:gd name="T24" fmla="*/ 8 w 41"/>
                <a:gd name="T25" fmla="*/ 44 h 46"/>
                <a:gd name="T26" fmla="*/ 28 w 41"/>
                <a:gd name="T27" fmla="*/ 31 h 46"/>
                <a:gd name="T28" fmla="*/ 35 w 41"/>
                <a:gd name="T29" fmla="*/ 46 h 46"/>
                <a:gd name="T30" fmla="*/ 39 w 41"/>
                <a:gd name="T31" fmla="*/ 44 h 46"/>
                <a:gd name="T32" fmla="*/ 41 w 41"/>
                <a:gd name="T33" fmla="*/ 41 h 46"/>
                <a:gd name="T34" fmla="*/ 22 w 41"/>
                <a:gd name="T35" fmla="*/ 28 h 46"/>
                <a:gd name="T36" fmla="*/ 11 w 41"/>
                <a:gd name="T37" fmla="*/ 36 h 46"/>
                <a:gd name="T38" fmla="*/ 9 w 41"/>
                <a:gd name="T39" fmla="*/ 33 h 46"/>
                <a:gd name="T40" fmla="*/ 16 w 41"/>
                <a:gd name="T41" fmla="*/ 18 h 46"/>
                <a:gd name="T42" fmla="*/ 26 w 41"/>
                <a:gd name="T43" fmla="*/ 9 h 46"/>
                <a:gd name="T44" fmla="*/ 28 w 41"/>
                <a:gd name="T45" fmla="*/ 10 h 46"/>
                <a:gd name="T46" fmla="*/ 29 w 41"/>
                <a:gd name="T47" fmla="*/ 13 h 46"/>
                <a:gd name="T48" fmla="*/ 22 w 41"/>
                <a:gd name="T49" fmla="*/ 2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 h="46">
                  <a:moveTo>
                    <a:pt x="41" y="41"/>
                  </a:moveTo>
                  <a:cubicBezTo>
                    <a:pt x="41" y="40"/>
                    <a:pt x="41" y="39"/>
                    <a:pt x="40" y="39"/>
                  </a:cubicBezTo>
                  <a:cubicBezTo>
                    <a:pt x="39" y="38"/>
                    <a:pt x="38" y="38"/>
                    <a:pt x="38" y="37"/>
                  </a:cubicBezTo>
                  <a:cubicBezTo>
                    <a:pt x="38" y="37"/>
                    <a:pt x="37" y="36"/>
                    <a:pt x="37" y="35"/>
                  </a:cubicBezTo>
                  <a:cubicBezTo>
                    <a:pt x="36" y="33"/>
                    <a:pt x="36" y="31"/>
                    <a:pt x="36" y="28"/>
                  </a:cubicBezTo>
                  <a:cubicBezTo>
                    <a:pt x="36" y="24"/>
                    <a:pt x="37" y="20"/>
                    <a:pt x="38" y="15"/>
                  </a:cubicBezTo>
                  <a:cubicBezTo>
                    <a:pt x="38" y="12"/>
                    <a:pt x="39" y="10"/>
                    <a:pt x="39" y="9"/>
                  </a:cubicBezTo>
                  <a:cubicBezTo>
                    <a:pt x="39" y="6"/>
                    <a:pt x="37" y="5"/>
                    <a:pt x="34" y="5"/>
                  </a:cubicBezTo>
                  <a:cubicBezTo>
                    <a:pt x="33" y="2"/>
                    <a:pt x="31" y="0"/>
                    <a:pt x="28" y="0"/>
                  </a:cubicBezTo>
                  <a:cubicBezTo>
                    <a:pt x="21" y="0"/>
                    <a:pt x="15" y="4"/>
                    <a:pt x="9" y="12"/>
                  </a:cubicBezTo>
                  <a:cubicBezTo>
                    <a:pt x="3" y="20"/>
                    <a:pt x="0" y="27"/>
                    <a:pt x="0" y="34"/>
                  </a:cubicBezTo>
                  <a:cubicBezTo>
                    <a:pt x="0" y="37"/>
                    <a:pt x="1" y="40"/>
                    <a:pt x="2" y="42"/>
                  </a:cubicBezTo>
                  <a:cubicBezTo>
                    <a:pt x="4" y="43"/>
                    <a:pt x="6" y="44"/>
                    <a:pt x="8" y="44"/>
                  </a:cubicBezTo>
                  <a:cubicBezTo>
                    <a:pt x="15" y="44"/>
                    <a:pt x="21" y="40"/>
                    <a:pt x="28" y="31"/>
                  </a:cubicBezTo>
                  <a:cubicBezTo>
                    <a:pt x="28" y="41"/>
                    <a:pt x="30" y="46"/>
                    <a:pt x="35" y="46"/>
                  </a:cubicBezTo>
                  <a:cubicBezTo>
                    <a:pt x="37" y="46"/>
                    <a:pt x="38" y="45"/>
                    <a:pt x="39" y="44"/>
                  </a:cubicBezTo>
                  <a:cubicBezTo>
                    <a:pt x="41" y="43"/>
                    <a:pt x="41" y="42"/>
                    <a:pt x="41" y="41"/>
                  </a:cubicBezTo>
                  <a:close/>
                  <a:moveTo>
                    <a:pt x="22" y="28"/>
                  </a:moveTo>
                  <a:cubicBezTo>
                    <a:pt x="18" y="33"/>
                    <a:pt x="14" y="36"/>
                    <a:pt x="11" y="36"/>
                  </a:cubicBezTo>
                  <a:cubicBezTo>
                    <a:pt x="10" y="36"/>
                    <a:pt x="9" y="35"/>
                    <a:pt x="9" y="33"/>
                  </a:cubicBezTo>
                  <a:cubicBezTo>
                    <a:pt x="9" y="28"/>
                    <a:pt x="11" y="23"/>
                    <a:pt x="16" y="18"/>
                  </a:cubicBezTo>
                  <a:cubicBezTo>
                    <a:pt x="20" y="12"/>
                    <a:pt x="23" y="9"/>
                    <a:pt x="26" y="9"/>
                  </a:cubicBezTo>
                  <a:cubicBezTo>
                    <a:pt x="27" y="9"/>
                    <a:pt x="27" y="9"/>
                    <a:pt x="28" y="10"/>
                  </a:cubicBezTo>
                  <a:cubicBezTo>
                    <a:pt x="29" y="11"/>
                    <a:pt x="29" y="12"/>
                    <a:pt x="29" y="13"/>
                  </a:cubicBezTo>
                  <a:cubicBezTo>
                    <a:pt x="29" y="17"/>
                    <a:pt x="27" y="22"/>
                    <a:pt x="22"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 name="Freeform 318"/>
            <p:cNvSpPr>
              <a:spLocks noEditPoints="1"/>
            </p:cNvSpPr>
            <p:nvPr/>
          </p:nvSpPr>
          <p:spPr bwMode="auto">
            <a:xfrm>
              <a:off x="3165475" y="5513388"/>
              <a:ext cx="80963" cy="109538"/>
            </a:xfrm>
            <a:custGeom>
              <a:avLst/>
              <a:gdLst>
                <a:gd name="T0" fmla="*/ 47 w 50"/>
                <a:gd name="T1" fmla="*/ 2 h 67"/>
                <a:gd name="T2" fmla="*/ 46 w 50"/>
                <a:gd name="T3" fmla="*/ 2 h 67"/>
                <a:gd name="T4" fmla="*/ 40 w 50"/>
                <a:gd name="T5" fmla="*/ 0 h 67"/>
                <a:gd name="T6" fmla="*/ 25 w 50"/>
                <a:gd name="T7" fmla="*/ 5 h 67"/>
                <a:gd name="T8" fmla="*/ 12 w 50"/>
                <a:gd name="T9" fmla="*/ 18 h 67"/>
                <a:gd name="T10" fmla="*/ 8 w 50"/>
                <a:gd name="T11" fmla="*/ 32 h 67"/>
                <a:gd name="T12" fmla="*/ 10 w 50"/>
                <a:gd name="T13" fmla="*/ 39 h 67"/>
                <a:gd name="T14" fmla="*/ 16 w 50"/>
                <a:gd name="T15" fmla="*/ 41 h 67"/>
                <a:gd name="T16" fmla="*/ 26 w 50"/>
                <a:gd name="T17" fmla="*/ 38 h 67"/>
                <a:gd name="T18" fmla="*/ 37 w 50"/>
                <a:gd name="T19" fmla="*/ 30 h 67"/>
                <a:gd name="T20" fmla="*/ 31 w 50"/>
                <a:gd name="T21" fmla="*/ 52 h 67"/>
                <a:gd name="T22" fmla="*/ 23 w 50"/>
                <a:gd name="T23" fmla="*/ 58 h 67"/>
                <a:gd name="T24" fmla="*/ 8 w 50"/>
                <a:gd name="T25" fmla="*/ 52 h 67"/>
                <a:gd name="T26" fmla="*/ 3 w 50"/>
                <a:gd name="T27" fmla="*/ 50 h 67"/>
                <a:gd name="T28" fmla="*/ 0 w 50"/>
                <a:gd name="T29" fmla="*/ 53 h 67"/>
                <a:gd name="T30" fmla="*/ 8 w 50"/>
                <a:gd name="T31" fmla="*/ 62 h 67"/>
                <a:gd name="T32" fmla="*/ 23 w 50"/>
                <a:gd name="T33" fmla="*/ 67 h 67"/>
                <a:gd name="T34" fmla="*/ 36 w 50"/>
                <a:gd name="T35" fmla="*/ 61 h 67"/>
                <a:gd name="T36" fmla="*/ 44 w 50"/>
                <a:gd name="T37" fmla="*/ 41 h 67"/>
                <a:gd name="T38" fmla="*/ 46 w 50"/>
                <a:gd name="T39" fmla="*/ 21 h 67"/>
                <a:gd name="T40" fmla="*/ 48 w 50"/>
                <a:gd name="T41" fmla="*/ 13 h 67"/>
                <a:gd name="T42" fmla="*/ 50 w 50"/>
                <a:gd name="T43" fmla="*/ 8 h 67"/>
                <a:gd name="T44" fmla="*/ 49 w 50"/>
                <a:gd name="T45" fmla="*/ 5 h 67"/>
                <a:gd name="T46" fmla="*/ 47 w 50"/>
                <a:gd name="T47" fmla="*/ 2 h 67"/>
                <a:gd name="T48" fmla="*/ 37 w 50"/>
                <a:gd name="T49" fmla="*/ 19 h 67"/>
                <a:gd name="T50" fmla="*/ 29 w 50"/>
                <a:gd name="T51" fmla="*/ 29 h 67"/>
                <a:gd name="T52" fmla="*/ 19 w 50"/>
                <a:gd name="T53" fmla="*/ 33 h 67"/>
                <a:gd name="T54" fmla="*/ 17 w 50"/>
                <a:gd name="T55" fmla="*/ 31 h 67"/>
                <a:gd name="T56" fmla="*/ 21 w 50"/>
                <a:gd name="T57" fmla="*/ 21 h 67"/>
                <a:gd name="T58" fmla="*/ 30 w 50"/>
                <a:gd name="T59" fmla="*/ 11 h 67"/>
                <a:gd name="T60" fmla="*/ 38 w 50"/>
                <a:gd name="T61" fmla="*/ 8 h 67"/>
                <a:gd name="T62" fmla="*/ 39 w 50"/>
                <a:gd name="T63" fmla="*/ 9 h 67"/>
                <a:gd name="T64" fmla="*/ 40 w 50"/>
                <a:gd name="T65" fmla="*/ 11 h 67"/>
                <a:gd name="T66" fmla="*/ 37 w 50"/>
                <a:gd name="T67" fmla="*/ 1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0" h="67">
                  <a:moveTo>
                    <a:pt x="47" y="2"/>
                  </a:moveTo>
                  <a:cubicBezTo>
                    <a:pt x="47" y="2"/>
                    <a:pt x="47" y="2"/>
                    <a:pt x="46" y="2"/>
                  </a:cubicBezTo>
                  <a:cubicBezTo>
                    <a:pt x="44" y="0"/>
                    <a:pt x="42" y="0"/>
                    <a:pt x="40" y="0"/>
                  </a:cubicBezTo>
                  <a:cubicBezTo>
                    <a:pt x="36" y="0"/>
                    <a:pt x="31" y="2"/>
                    <a:pt x="25" y="5"/>
                  </a:cubicBezTo>
                  <a:cubicBezTo>
                    <a:pt x="20" y="9"/>
                    <a:pt x="15" y="13"/>
                    <a:pt x="12" y="18"/>
                  </a:cubicBezTo>
                  <a:cubicBezTo>
                    <a:pt x="9" y="23"/>
                    <a:pt x="8" y="28"/>
                    <a:pt x="8" y="32"/>
                  </a:cubicBezTo>
                  <a:cubicBezTo>
                    <a:pt x="8" y="35"/>
                    <a:pt x="8" y="37"/>
                    <a:pt x="10" y="39"/>
                  </a:cubicBezTo>
                  <a:cubicBezTo>
                    <a:pt x="11" y="40"/>
                    <a:pt x="14" y="41"/>
                    <a:pt x="16" y="41"/>
                  </a:cubicBezTo>
                  <a:cubicBezTo>
                    <a:pt x="19" y="41"/>
                    <a:pt x="23" y="40"/>
                    <a:pt x="26" y="38"/>
                  </a:cubicBezTo>
                  <a:cubicBezTo>
                    <a:pt x="30" y="36"/>
                    <a:pt x="34" y="33"/>
                    <a:pt x="37" y="30"/>
                  </a:cubicBezTo>
                  <a:cubicBezTo>
                    <a:pt x="35" y="41"/>
                    <a:pt x="34" y="48"/>
                    <a:pt x="31" y="52"/>
                  </a:cubicBezTo>
                  <a:cubicBezTo>
                    <a:pt x="29" y="56"/>
                    <a:pt x="26" y="58"/>
                    <a:pt x="23" y="58"/>
                  </a:cubicBezTo>
                  <a:cubicBezTo>
                    <a:pt x="19" y="58"/>
                    <a:pt x="14" y="56"/>
                    <a:pt x="8" y="52"/>
                  </a:cubicBezTo>
                  <a:cubicBezTo>
                    <a:pt x="5" y="51"/>
                    <a:pt x="4" y="50"/>
                    <a:pt x="3" y="50"/>
                  </a:cubicBezTo>
                  <a:cubicBezTo>
                    <a:pt x="1" y="50"/>
                    <a:pt x="0" y="51"/>
                    <a:pt x="0" y="53"/>
                  </a:cubicBezTo>
                  <a:cubicBezTo>
                    <a:pt x="0" y="55"/>
                    <a:pt x="3" y="58"/>
                    <a:pt x="8" y="62"/>
                  </a:cubicBezTo>
                  <a:cubicBezTo>
                    <a:pt x="12" y="65"/>
                    <a:pt x="17" y="67"/>
                    <a:pt x="23" y="67"/>
                  </a:cubicBezTo>
                  <a:cubicBezTo>
                    <a:pt x="28" y="67"/>
                    <a:pt x="32" y="65"/>
                    <a:pt x="36" y="61"/>
                  </a:cubicBezTo>
                  <a:cubicBezTo>
                    <a:pt x="40" y="56"/>
                    <a:pt x="43" y="50"/>
                    <a:pt x="44" y="41"/>
                  </a:cubicBezTo>
                  <a:cubicBezTo>
                    <a:pt x="45" y="30"/>
                    <a:pt x="46" y="23"/>
                    <a:pt x="46" y="21"/>
                  </a:cubicBezTo>
                  <a:cubicBezTo>
                    <a:pt x="47" y="18"/>
                    <a:pt x="47" y="15"/>
                    <a:pt x="48" y="13"/>
                  </a:cubicBezTo>
                  <a:cubicBezTo>
                    <a:pt x="49" y="10"/>
                    <a:pt x="50" y="8"/>
                    <a:pt x="50" y="8"/>
                  </a:cubicBezTo>
                  <a:cubicBezTo>
                    <a:pt x="50" y="7"/>
                    <a:pt x="50" y="6"/>
                    <a:pt x="49" y="5"/>
                  </a:cubicBezTo>
                  <a:cubicBezTo>
                    <a:pt x="49" y="4"/>
                    <a:pt x="48" y="3"/>
                    <a:pt x="47" y="2"/>
                  </a:cubicBezTo>
                  <a:close/>
                  <a:moveTo>
                    <a:pt x="37" y="19"/>
                  </a:moveTo>
                  <a:cubicBezTo>
                    <a:pt x="35" y="23"/>
                    <a:pt x="32" y="26"/>
                    <a:pt x="29" y="29"/>
                  </a:cubicBezTo>
                  <a:cubicBezTo>
                    <a:pt x="25" y="31"/>
                    <a:pt x="22" y="33"/>
                    <a:pt x="19" y="33"/>
                  </a:cubicBezTo>
                  <a:cubicBezTo>
                    <a:pt x="18" y="33"/>
                    <a:pt x="17" y="32"/>
                    <a:pt x="17" y="31"/>
                  </a:cubicBezTo>
                  <a:cubicBezTo>
                    <a:pt x="17" y="28"/>
                    <a:pt x="19" y="25"/>
                    <a:pt x="21" y="21"/>
                  </a:cubicBezTo>
                  <a:cubicBezTo>
                    <a:pt x="24" y="17"/>
                    <a:pt x="27" y="14"/>
                    <a:pt x="30" y="11"/>
                  </a:cubicBezTo>
                  <a:cubicBezTo>
                    <a:pt x="33" y="9"/>
                    <a:pt x="36" y="8"/>
                    <a:pt x="38" y="8"/>
                  </a:cubicBezTo>
                  <a:cubicBezTo>
                    <a:pt x="38" y="8"/>
                    <a:pt x="39" y="8"/>
                    <a:pt x="39" y="9"/>
                  </a:cubicBezTo>
                  <a:cubicBezTo>
                    <a:pt x="40" y="9"/>
                    <a:pt x="40" y="10"/>
                    <a:pt x="40" y="11"/>
                  </a:cubicBezTo>
                  <a:cubicBezTo>
                    <a:pt x="40" y="13"/>
                    <a:pt x="39" y="15"/>
                    <a:pt x="3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Freeform 319"/>
            <p:cNvSpPr>
              <a:spLocks noEditPoints="1"/>
            </p:cNvSpPr>
            <p:nvPr/>
          </p:nvSpPr>
          <p:spPr bwMode="auto">
            <a:xfrm>
              <a:off x="3252788" y="5510213"/>
              <a:ext cx="60325" cy="74613"/>
            </a:xfrm>
            <a:custGeom>
              <a:avLst/>
              <a:gdLst>
                <a:gd name="T0" fmla="*/ 35 w 37"/>
                <a:gd name="T1" fmla="*/ 28 h 46"/>
                <a:gd name="T2" fmla="*/ 32 w 37"/>
                <a:gd name="T3" fmla="*/ 29 h 46"/>
                <a:gd name="T4" fmla="*/ 16 w 37"/>
                <a:gd name="T5" fmla="*/ 37 h 46"/>
                <a:gd name="T6" fmla="*/ 12 w 37"/>
                <a:gd name="T7" fmla="*/ 36 h 46"/>
                <a:gd name="T8" fmla="*/ 10 w 37"/>
                <a:gd name="T9" fmla="*/ 32 h 46"/>
                <a:gd name="T10" fmla="*/ 11 w 37"/>
                <a:gd name="T11" fmla="*/ 31 h 46"/>
                <a:gd name="T12" fmla="*/ 28 w 37"/>
                <a:gd name="T13" fmla="*/ 22 h 46"/>
                <a:gd name="T14" fmla="*/ 35 w 37"/>
                <a:gd name="T15" fmla="*/ 9 h 46"/>
                <a:gd name="T16" fmla="*/ 32 w 37"/>
                <a:gd name="T17" fmla="*/ 2 h 46"/>
                <a:gd name="T18" fmla="*/ 25 w 37"/>
                <a:gd name="T19" fmla="*/ 0 h 46"/>
                <a:gd name="T20" fmla="*/ 8 w 37"/>
                <a:gd name="T21" fmla="*/ 9 h 46"/>
                <a:gd name="T22" fmla="*/ 0 w 37"/>
                <a:gd name="T23" fmla="*/ 30 h 46"/>
                <a:gd name="T24" fmla="*/ 4 w 37"/>
                <a:gd name="T25" fmla="*/ 42 h 46"/>
                <a:gd name="T26" fmla="*/ 15 w 37"/>
                <a:gd name="T27" fmla="*/ 46 h 46"/>
                <a:gd name="T28" fmla="*/ 30 w 37"/>
                <a:gd name="T29" fmla="*/ 40 h 46"/>
                <a:gd name="T30" fmla="*/ 37 w 37"/>
                <a:gd name="T31" fmla="*/ 30 h 46"/>
                <a:gd name="T32" fmla="*/ 35 w 37"/>
                <a:gd name="T33" fmla="*/ 28 h 46"/>
                <a:gd name="T34" fmla="*/ 16 w 37"/>
                <a:gd name="T35" fmla="*/ 13 h 46"/>
                <a:gd name="T36" fmla="*/ 24 w 37"/>
                <a:gd name="T37" fmla="*/ 8 h 46"/>
                <a:gd name="T38" fmla="*/ 26 w 37"/>
                <a:gd name="T39" fmla="*/ 8 h 46"/>
                <a:gd name="T40" fmla="*/ 26 w 37"/>
                <a:gd name="T41" fmla="*/ 11 h 46"/>
                <a:gd name="T42" fmla="*/ 22 w 37"/>
                <a:gd name="T43" fmla="*/ 18 h 46"/>
                <a:gd name="T44" fmla="*/ 11 w 37"/>
                <a:gd name="T45" fmla="*/ 23 h 46"/>
                <a:gd name="T46" fmla="*/ 16 w 37"/>
                <a:gd name="T47"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 h="46">
                  <a:moveTo>
                    <a:pt x="35" y="28"/>
                  </a:moveTo>
                  <a:cubicBezTo>
                    <a:pt x="34" y="28"/>
                    <a:pt x="33" y="28"/>
                    <a:pt x="32" y="29"/>
                  </a:cubicBezTo>
                  <a:cubicBezTo>
                    <a:pt x="27" y="35"/>
                    <a:pt x="21" y="37"/>
                    <a:pt x="16" y="37"/>
                  </a:cubicBezTo>
                  <a:cubicBezTo>
                    <a:pt x="14" y="37"/>
                    <a:pt x="13" y="37"/>
                    <a:pt x="12" y="36"/>
                  </a:cubicBezTo>
                  <a:cubicBezTo>
                    <a:pt x="11" y="35"/>
                    <a:pt x="10" y="33"/>
                    <a:pt x="10" y="32"/>
                  </a:cubicBezTo>
                  <a:cubicBezTo>
                    <a:pt x="10" y="31"/>
                    <a:pt x="10" y="31"/>
                    <a:pt x="11" y="31"/>
                  </a:cubicBezTo>
                  <a:cubicBezTo>
                    <a:pt x="18" y="29"/>
                    <a:pt x="24" y="26"/>
                    <a:pt x="28" y="22"/>
                  </a:cubicBezTo>
                  <a:cubicBezTo>
                    <a:pt x="32" y="18"/>
                    <a:pt x="35" y="14"/>
                    <a:pt x="35" y="9"/>
                  </a:cubicBezTo>
                  <a:cubicBezTo>
                    <a:pt x="35" y="6"/>
                    <a:pt x="34" y="4"/>
                    <a:pt x="32" y="2"/>
                  </a:cubicBezTo>
                  <a:cubicBezTo>
                    <a:pt x="30" y="0"/>
                    <a:pt x="28" y="0"/>
                    <a:pt x="25" y="0"/>
                  </a:cubicBezTo>
                  <a:cubicBezTo>
                    <a:pt x="19" y="0"/>
                    <a:pt x="13" y="3"/>
                    <a:pt x="8" y="9"/>
                  </a:cubicBezTo>
                  <a:cubicBezTo>
                    <a:pt x="3" y="16"/>
                    <a:pt x="0" y="23"/>
                    <a:pt x="0" y="30"/>
                  </a:cubicBezTo>
                  <a:cubicBezTo>
                    <a:pt x="0" y="35"/>
                    <a:pt x="2" y="39"/>
                    <a:pt x="4" y="42"/>
                  </a:cubicBezTo>
                  <a:cubicBezTo>
                    <a:pt x="7" y="44"/>
                    <a:pt x="10" y="46"/>
                    <a:pt x="15" y="46"/>
                  </a:cubicBezTo>
                  <a:cubicBezTo>
                    <a:pt x="20" y="46"/>
                    <a:pt x="26" y="44"/>
                    <a:pt x="30" y="40"/>
                  </a:cubicBezTo>
                  <a:cubicBezTo>
                    <a:pt x="35" y="36"/>
                    <a:pt x="37" y="33"/>
                    <a:pt x="37" y="30"/>
                  </a:cubicBezTo>
                  <a:cubicBezTo>
                    <a:pt x="37" y="29"/>
                    <a:pt x="36" y="28"/>
                    <a:pt x="35" y="28"/>
                  </a:cubicBezTo>
                  <a:close/>
                  <a:moveTo>
                    <a:pt x="16" y="13"/>
                  </a:moveTo>
                  <a:cubicBezTo>
                    <a:pt x="19" y="9"/>
                    <a:pt x="22" y="8"/>
                    <a:pt x="24" y="8"/>
                  </a:cubicBezTo>
                  <a:cubicBezTo>
                    <a:pt x="25" y="8"/>
                    <a:pt x="25" y="8"/>
                    <a:pt x="26" y="8"/>
                  </a:cubicBezTo>
                  <a:cubicBezTo>
                    <a:pt x="26" y="9"/>
                    <a:pt x="26" y="10"/>
                    <a:pt x="26" y="11"/>
                  </a:cubicBezTo>
                  <a:cubicBezTo>
                    <a:pt x="26" y="13"/>
                    <a:pt x="25" y="15"/>
                    <a:pt x="22" y="18"/>
                  </a:cubicBezTo>
                  <a:cubicBezTo>
                    <a:pt x="19" y="21"/>
                    <a:pt x="15" y="22"/>
                    <a:pt x="11" y="23"/>
                  </a:cubicBezTo>
                  <a:cubicBezTo>
                    <a:pt x="12" y="20"/>
                    <a:pt x="13" y="16"/>
                    <a:pt x="1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Freeform 332"/>
            <p:cNvSpPr>
              <a:spLocks/>
            </p:cNvSpPr>
            <p:nvPr/>
          </p:nvSpPr>
          <p:spPr bwMode="auto">
            <a:xfrm>
              <a:off x="4006850" y="5329238"/>
              <a:ext cx="76200" cy="100013"/>
            </a:xfrm>
            <a:custGeom>
              <a:avLst/>
              <a:gdLst>
                <a:gd name="T0" fmla="*/ 45 w 47"/>
                <a:gd name="T1" fmla="*/ 41 h 62"/>
                <a:gd name="T2" fmla="*/ 41 w 47"/>
                <a:gd name="T3" fmla="*/ 34 h 62"/>
                <a:gd name="T4" fmla="*/ 27 w 47"/>
                <a:gd name="T5" fmla="*/ 28 h 62"/>
                <a:gd name="T6" fmla="*/ 16 w 47"/>
                <a:gd name="T7" fmla="*/ 23 h 62"/>
                <a:gd name="T8" fmla="*/ 13 w 47"/>
                <a:gd name="T9" fmla="*/ 19 h 62"/>
                <a:gd name="T10" fmla="*/ 19 w 47"/>
                <a:gd name="T11" fmla="*/ 12 h 62"/>
                <a:gd name="T12" fmla="*/ 31 w 47"/>
                <a:gd name="T13" fmla="*/ 9 h 62"/>
                <a:gd name="T14" fmla="*/ 37 w 47"/>
                <a:gd name="T15" fmla="*/ 10 h 62"/>
                <a:gd name="T16" fmla="*/ 39 w 47"/>
                <a:gd name="T17" fmla="*/ 16 h 62"/>
                <a:gd name="T18" fmla="*/ 47 w 47"/>
                <a:gd name="T19" fmla="*/ 9 h 62"/>
                <a:gd name="T20" fmla="*/ 43 w 47"/>
                <a:gd name="T21" fmla="*/ 3 h 62"/>
                <a:gd name="T22" fmla="*/ 33 w 47"/>
                <a:gd name="T23" fmla="*/ 0 h 62"/>
                <a:gd name="T24" fmla="*/ 12 w 47"/>
                <a:gd name="T25" fmla="*/ 6 h 62"/>
                <a:gd name="T26" fmla="*/ 4 w 47"/>
                <a:gd name="T27" fmla="*/ 20 h 62"/>
                <a:gd name="T28" fmla="*/ 6 w 47"/>
                <a:gd name="T29" fmla="*/ 27 h 62"/>
                <a:gd name="T30" fmla="*/ 13 w 47"/>
                <a:gd name="T31" fmla="*/ 32 h 62"/>
                <a:gd name="T32" fmla="*/ 25 w 47"/>
                <a:gd name="T33" fmla="*/ 36 h 62"/>
                <a:gd name="T34" fmla="*/ 33 w 47"/>
                <a:gd name="T35" fmla="*/ 40 h 62"/>
                <a:gd name="T36" fmla="*/ 35 w 47"/>
                <a:gd name="T37" fmla="*/ 42 h 62"/>
                <a:gd name="T38" fmla="*/ 28 w 47"/>
                <a:gd name="T39" fmla="*/ 49 h 62"/>
                <a:gd name="T40" fmla="*/ 14 w 47"/>
                <a:gd name="T41" fmla="*/ 53 h 62"/>
                <a:gd name="T42" fmla="*/ 6 w 47"/>
                <a:gd name="T43" fmla="*/ 51 h 62"/>
                <a:gd name="T44" fmla="*/ 4 w 47"/>
                <a:gd name="T45" fmla="*/ 50 h 62"/>
                <a:gd name="T46" fmla="*/ 2 w 47"/>
                <a:gd name="T47" fmla="*/ 52 h 62"/>
                <a:gd name="T48" fmla="*/ 0 w 47"/>
                <a:gd name="T49" fmla="*/ 56 h 62"/>
                <a:gd name="T50" fmla="*/ 3 w 47"/>
                <a:gd name="T51" fmla="*/ 60 h 62"/>
                <a:gd name="T52" fmla="*/ 9 w 47"/>
                <a:gd name="T53" fmla="*/ 62 h 62"/>
                <a:gd name="T54" fmla="*/ 34 w 47"/>
                <a:gd name="T55" fmla="*/ 55 h 62"/>
                <a:gd name="T56" fmla="*/ 45 w 47"/>
                <a:gd name="T57" fmla="*/ 4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7" h="62">
                  <a:moveTo>
                    <a:pt x="45" y="41"/>
                  </a:moveTo>
                  <a:cubicBezTo>
                    <a:pt x="45" y="38"/>
                    <a:pt x="44" y="36"/>
                    <a:pt x="41" y="34"/>
                  </a:cubicBezTo>
                  <a:cubicBezTo>
                    <a:pt x="38" y="31"/>
                    <a:pt x="33" y="29"/>
                    <a:pt x="27" y="28"/>
                  </a:cubicBezTo>
                  <a:cubicBezTo>
                    <a:pt x="21" y="26"/>
                    <a:pt x="17" y="24"/>
                    <a:pt x="16" y="23"/>
                  </a:cubicBezTo>
                  <a:cubicBezTo>
                    <a:pt x="14" y="22"/>
                    <a:pt x="13" y="21"/>
                    <a:pt x="13" y="19"/>
                  </a:cubicBezTo>
                  <a:cubicBezTo>
                    <a:pt x="13" y="16"/>
                    <a:pt x="15" y="14"/>
                    <a:pt x="19" y="12"/>
                  </a:cubicBezTo>
                  <a:cubicBezTo>
                    <a:pt x="23" y="10"/>
                    <a:pt x="27" y="9"/>
                    <a:pt x="31" y="9"/>
                  </a:cubicBezTo>
                  <a:cubicBezTo>
                    <a:pt x="34" y="9"/>
                    <a:pt x="36" y="9"/>
                    <a:pt x="37" y="10"/>
                  </a:cubicBezTo>
                  <a:cubicBezTo>
                    <a:pt x="39" y="11"/>
                    <a:pt x="39" y="13"/>
                    <a:pt x="39" y="16"/>
                  </a:cubicBezTo>
                  <a:cubicBezTo>
                    <a:pt x="44" y="16"/>
                    <a:pt x="47" y="13"/>
                    <a:pt x="47" y="9"/>
                  </a:cubicBezTo>
                  <a:cubicBezTo>
                    <a:pt x="47" y="6"/>
                    <a:pt x="46" y="4"/>
                    <a:pt x="43" y="3"/>
                  </a:cubicBezTo>
                  <a:cubicBezTo>
                    <a:pt x="41" y="1"/>
                    <a:pt x="37" y="0"/>
                    <a:pt x="33" y="0"/>
                  </a:cubicBezTo>
                  <a:cubicBezTo>
                    <a:pt x="25" y="0"/>
                    <a:pt x="18" y="2"/>
                    <a:pt x="12" y="6"/>
                  </a:cubicBezTo>
                  <a:cubicBezTo>
                    <a:pt x="7" y="11"/>
                    <a:pt x="4" y="15"/>
                    <a:pt x="4" y="20"/>
                  </a:cubicBezTo>
                  <a:cubicBezTo>
                    <a:pt x="4" y="23"/>
                    <a:pt x="5" y="25"/>
                    <a:pt x="6" y="27"/>
                  </a:cubicBezTo>
                  <a:cubicBezTo>
                    <a:pt x="8" y="29"/>
                    <a:pt x="10" y="31"/>
                    <a:pt x="13" y="32"/>
                  </a:cubicBezTo>
                  <a:cubicBezTo>
                    <a:pt x="15" y="33"/>
                    <a:pt x="20" y="35"/>
                    <a:pt x="25" y="36"/>
                  </a:cubicBezTo>
                  <a:cubicBezTo>
                    <a:pt x="29" y="38"/>
                    <a:pt x="32" y="39"/>
                    <a:pt x="33" y="40"/>
                  </a:cubicBezTo>
                  <a:cubicBezTo>
                    <a:pt x="35" y="41"/>
                    <a:pt x="35" y="41"/>
                    <a:pt x="35" y="42"/>
                  </a:cubicBezTo>
                  <a:cubicBezTo>
                    <a:pt x="35" y="45"/>
                    <a:pt x="33" y="47"/>
                    <a:pt x="28" y="49"/>
                  </a:cubicBezTo>
                  <a:cubicBezTo>
                    <a:pt x="22" y="51"/>
                    <a:pt x="18" y="53"/>
                    <a:pt x="14" y="53"/>
                  </a:cubicBezTo>
                  <a:cubicBezTo>
                    <a:pt x="11" y="53"/>
                    <a:pt x="9" y="52"/>
                    <a:pt x="6" y="51"/>
                  </a:cubicBezTo>
                  <a:cubicBezTo>
                    <a:pt x="5" y="51"/>
                    <a:pt x="5" y="50"/>
                    <a:pt x="4" y="50"/>
                  </a:cubicBezTo>
                  <a:cubicBezTo>
                    <a:pt x="3" y="50"/>
                    <a:pt x="2" y="51"/>
                    <a:pt x="2" y="52"/>
                  </a:cubicBezTo>
                  <a:cubicBezTo>
                    <a:pt x="1" y="53"/>
                    <a:pt x="0" y="54"/>
                    <a:pt x="0" y="56"/>
                  </a:cubicBezTo>
                  <a:cubicBezTo>
                    <a:pt x="0" y="57"/>
                    <a:pt x="1" y="59"/>
                    <a:pt x="3" y="60"/>
                  </a:cubicBezTo>
                  <a:cubicBezTo>
                    <a:pt x="5" y="61"/>
                    <a:pt x="7" y="62"/>
                    <a:pt x="9" y="62"/>
                  </a:cubicBezTo>
                  <a:cubicBezTo>
                    <a:pt x="18" y="62"/>
                    <a:pt x="26" y="60"/>
                    <a:pt x="34" y="55"/>
                  </a:cubicBezTo>
                  <a:cubicBezTo>
                    <a:pt x="41" y="51"/>
                    <a:pt x="45" y="46"/>
                    <a:pt x="45"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 name="Freeform 333"/>
            <p:cNvSpPr>
              <a:spLocks noEditPoints="1"/>
            </p:cNvSpPr>
            <p:nvPr/>
          </p:nvSpPr>
          <p:spPr bwMode="auto">
            <a:xfrm>
              <a:off x="4090988" y="5351463"/>
              <a:ext cx="60325" cy="74613"/>
            </a:xfrm>
            <a:custGeom>
              <a:avLst/>
              <a:gdLst>
                <a:gd name="T0" fmla="*/ 11 w 37"/>
                <a:gd name="T1" fmla="*/ 31 h 46"/>
                <a:gd name="T2" fmla="*/ 28 w 37"/>
                <a:gd name="T3" fmla="*/ 22 h 46"/>
                <a:gd name="T4" fmla="*/ 34 w 37"/>
                <a:gd name="T5" fmla="*/ 9 h 46"/>
                <a:gd name="T6" fmla="*/ 32 w 37"/>
                <a:gd name="T7" fmla="*/ 2 h 46"/>
                <a:gd name="T8" fmla="*/ 24 w 37"/>
                <a:gd name="T9" fmla="*/ 0 h 46"/>
                <a:gd name="T10" fmla="*/ 8 w 37"/>
                <a:gd name="T11" fmla="*/ 9 h 46"/>
                <a:gd name="T12" fmla="*/ 0 w 37"/>
                <a:gd name="T13" fmla="*/ 30 h 46"/>
                <a:gd name="T14" fmla="*/ 4 w 37"/>
                <a:gd name="T15" fmla="*/ 42 h 46"/>
                <a:gd name="T16" fmla="*/ 14 w 37"/>
                <a:gd name="T17" fmla="*/ 46 h 46"/>
                <a:gd name="T18" fmla="*/ 30 w 37"/>
                <a:gd name="T19" fmla="*/ 40 h 46"/>
                <a:gd name="T20" fmla="*/ 37 w 37"/>
                <a:gd name="T21" fmla="*/ 30 h 46"/>
                <a:gd name="T22" fmla="*/ 34 w 37"/>
                <a:gd name="T23" fmla="*/ 28 h 46"/>
                <a:gd name="T24" fmla="*/ 31 w 37"/>
                <a:gd name="T25" fmla="*/ 29 h 46"/>
                <a:gd name="T26" fmla="*/ 16 w 37"/>
                <a:gd name="T27" fmla="*/ 37 h 46"/>
                <a:gd name="T28" fmla="*/ 11 w 37"/>
                <a:gd name="T29" fmla="*/ 36 h 46"/>
                <a:gd name="T30" fmla="*/ 10 w 37"/>
                <a:gd name="T31" fmla="*/ 32 h 46"/>
                <a:gd name="T32" fmla="*/ 11 w 37"/>
                <a:gd name="T33" fmla="*/ 31 h 46"/>
                <a:gd name="T34" fmla="*/ 16 w 37"/>
                <a:gd name="T35" fmla="*/ 13 h 46"/>
                <a:gd name="T36" fmla="*/ 23 w 37"/>
                <a:gd name="T37" fmla="*/ 8 h 46"/>
                <a:gd name="T38" fmla="*/ 25 w 37"/>
                <a:gd name="T39" fmla="*/ 9 h 46"/>
                <a:gd name="T40" fmla="*/ 26 w 37"/>
                <a:gd name="T41" fmla="*/ 11 h 46"/>
                <a:gd name="T42" fmla="*/ 21 w 37"/>
                <a:gd name="T43" fmla="*/ 18 h 46"/>
                <a:gd name="T44" fmla="*/ 10 w 37"/>
                <a:gd name="T45" fmla="*/ 23 h 46"/>
                <a:gd name="T46" fmla="*/ 16 w 37"/>
                <a:gd name="T47"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 h="46">
                  <a:moveTo>
                    <a:pt x="11" y="31"/>
                  </a:moveTo>
                  <a:cubicBezTo>
                    <a:pt x="18" y="29"/>
                    <a:pt x="23" y="26"/>
                    <a:pt x="28" y="22"/>
                  </a:cubicBezTo>
                  <a:cubicBezTo>
                    <a:pt x="32" y="18"/>
                    <a:pt x="34" y="14"/>
                    <a:pt x="34" y="9"/>
                  </a:cubicBezTo>
                  <a:cubicBezTo>
                    <a:pt x="34" y="7"/>
                    <a:pt x="33" y="4"/>
                    <a:pt x="32" y="2"/>
                  </a:cubicBezTo>
                  <a:cubicBezTo>
                    <a:pt x="30" y="1"/>
                    <a:pt x="27" y="0"/>
                    <a:pt x="24" y="0"/>
                  </a:cubicBezTo>
                  <a:cubicBezTo>
                    <a:pt x="19" y="0"/>
                    <a:pt x="13" y="3"/>
                    <a:pt x="8" y="9"/>
                  </a:cubicBezTo>
                  <a:cubicBezTo>
                    <a:pt x="3" y="16"/>
                    <a:pt x="0" y="23"/>
                    <a:pt x="0" y="30"/>
                  </a:cubicBezTo>
                  <a:cubicBezTo>
                    <a:pt x="0" y="35"/>
                    <a:pt x="1" y="39"/>
                    <a:pt x="4" y="42"/>
                  </a:cubicBezTo>
                  <a:cubicBezTo>
                    <a:pt x="6" y="44"/>
                    <a:pt x="10" y="46"/>
                    <a:pt x="14" y="46"/>
                  </a:cubicBezTo>
                  <a:cubicBezTo>
                    <a:pt x="20" y="46"/>
                    <a:pt x="25" y="44"/>
                    <a:pt x="30" y="40"/>
                  </a:cubicBezTo>
                  <a:cubicBezTo>
                    <a:pt x="34" y="36"/>
                    <a:pt x="37" y="33"/>
                    <a:pt x="37" y="30"/>
                  </a:cubicBezTo>
                  <a:cubicBezTo>
                    <a:pt x="37" y="29"/>
                    <a:pt x="36" y="28"/>
                    <a:pt x="34" y="28"/>
                  </a:cubicBezTo>
                  <a:cubicBezTo>
                    <a:pt x="33" y="28"/>
                    <a:pt x="32" y="28"/>
                    <a:pt x="31" y="29"/>
                  </a:cubicBezTo>
                  <a:cubicBezTo>
                    <a:pt x="26" y="35"/>
                    <a:pt x="21" y="37"/>
                    <a:pt x="16" y="37"/>
                  </a:cubicBezTo>
                  <a:cubicBezTo>
                    <a:pt x="14" y="37"/>
                    <a:pt x="12" y="37"/>
                    <a:pt x="11" y="36"/>
                  </a:cubicBezTo>
                  <a:cubicBezTo>
                    <a:pt x="10" y="35"/>
                    <a:pt x="10" y="33"/>
                    <a:pt x="10" y="32"/>
                  </a:cubicBezTo>
                  <a:cubicBezTo>
                    <a:pt x="10" y="31"/>
                    <a:pt x="10" y="31"/>
                    <a:pt x="11" y="31"/>
                  </a:cubicBezTo>
                  <a:close/>
                  <a:moveTo>
                    <a:pt x="16" y="13"/>
                  </a:moveTo>
                  <a:cubicBezTo>
                    <a:pt x="19" y="9"/>
                    <a:pt x="21" y="8"/>
                    <a:pt x="23" y="8"/>
                  </a:cubicBezTo>
                  <a:cubicBezTo>
                    <a:pt x="24" y="8"/>
                    <a:pt x="25" y="8"/>
                    <a:pt x="25" y="9"/>
                  </a:cubicBezTo>
                  <a:cubicBezTo>
                    <a:pt x="26" y="9"/>
                    <a:pt x="26" y="10"/>
                    <a:pt x="26" y="11"/>
                  </a:cubicBezTo>
                  <a:cubicBezTo>
                    <a:pt x="26" y="13"/>
                    <a:pt x="24" y="15"/>
                    <a:pt x="21" y="18"/>
                  </a:cubicBezTo>
                  <a:cubicBezTo>
                    <a:pt x="18" y="21"/>
                    <a:pt x="14" y="23"/>
                    <a:pt x="10" y="23"/>
                  </a:cubicBezTo>
                  <a:cubicBezTo>
                    <a:pt x="11" y="20"/>
                    <a:pt x="13" y="16"/>
                    <a:pt x="1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Freeform 334"/>
            <p:cNvSpPr>
              <a:spLocks/>
            </p:cNvSpPr>
            <p:nvPr/>
          </p:nvSpPr>
          <p:spPr bwMode="auto">
            <a:xfrm>
              <a:off x="4152900" y="5349876"/>
              <a:ext cx="74613" cy="82550"/>
            </a:xfrm>
            <a:custGeom>
              <a:avLst/>
              <a:gdLst>
                <a:gd name="T0" fmla="*/ 36 w 45"/>
                <a:gd name="T1" fmla="*/ 45 h 50"/>
                <a:gd name="T2" fmla="*/ 40 w 45"/>
                <a:gd name="T3" fmla="*/ 44 h 50"/>
                <a:gd name="T4" fmla="*/ 41 w 45"/>
                <a:gd name="T5" fmla="*/ 40 h 50"/>
                <a:gd name="T6" fmla="*/ 41 w 45"/>
                <a:gd name="T7" fmla="*/ 39 h 50"/>
                <a:gd name="T8" fmla="*/ 39 w 45"/>
                <a:gd name="T9" fmla="*/ 38 h 50"/>
                <a:gd name="T10" fmla="*/ 26 w 45"/>
                <a:gd name="T11" fmla="*/ 26 h 50"/>
                <a:gd name="T12" fmla="*/ 45 w 45"/>
                <a:gd name="T13" fmla="*/ 5 h 50"/>
                <a:gd name="T14" fmla="*/ 43 w 45"/>
                <a:gd name="T15" fmla="*/ 2 h 50"/>
                <a:gd name="T16" fmla="*/ 40 w 45"/>
                <a:gd name="T17" fmla="*/ 0 h 50"/>
                <a:gd name="T18" fmla="*/ 37 w 45"/>
                <a:gd name="T19" fmla="*/ 1 h 50"/>
                <a:gd name="T20" fmla="*/ 34 w 45"/>
                <a:gd name="T21" fmla="*/ 4 h 50"/>
                <a:gd name="T22" fmla="*/ 27 w 45"/>
                <a:gd name="T23" fmla="*/ 14 h 50"/>
                <a:gd name="T24" fmla="*/ 26 w 45"/>
                <a:gd name="T25" fmla="*/ 15 h 50"/>
                <a:gd name="T26" fmla="*/ 22 w 45"/>
                <a:gd name="T27" fmla="*/ 19 h 50"/>
                <a:gd name="T28" fmla="*/ 17 w 45"/>
                <a:gd name="T29" fmla="*/ 7 h 50"/>
                <a:gd name="T30" fmla="*/ 13 w 45"/>
                <a:gd name="T31" fmla="*/ 1 h 50"/>
                <a:gd name="T32" fmla="*/ 7 w 45"/>
                <a:gd name="T33" fmla="*/ 8 h 50"/>
                <a:gd name="T34" fmla="*/ 15 w 45"/>
                <a:gd name="T35" fmla="*/ 25 h 50"/>
                <a:gd name="T36" fmla="*/ 13 w 45"/>
                <a:gd name="T37" fmla="*/ 27 h 50"/>
                <a:gd name="T38" fmla="*/ 2 w 45"/>
                <a:gd name="T39" fmla="*/ 38 h 50"/>
                <a:gd name="T40" fmla="*/ 0 w 45"/>
                <a:gd name="T41" fmla="*/ 44 h 50"/>
                <a:gd name="T42" fmla="*/ 2 w 45"/>
                <a:gd name="T43" fmla="*/ 48 h 50"/>
                <a:gd name="T44" fmla="*/ 7 w 45"/>
                <a:gd name="T45" fmla="*/ 50 h 50"/>
                <a:gd name="T46" fmla="*/ 9 w 45"/>
                <a:gd name="T47" fmla="*/ 45 h 50"/>
                <a:gd name="T48" fmla="*/ 19 w 45"/>
                <a:gd name="T49" fmla="*/ 31 h 50"/>
                <a:gd name="T50" fmla="*/ 36 w 45"/>
                <a:gd name="T51" fmla="*/ 4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 h="50">
                  <a:moveTo>
                    <a:pt x="36" y="45"/>
                  </a:moveTo>
                  <a:cubicBezTo>
                    <a:pt x="37" y="45"/>
                    <a:pt x="39" y="45"/>
                    <a:pt x="40" y="44"/>
                  </a:cubicBezTo>
                  <a:cubicBezTo>
                    <a:pt x="41" y="43"/>
                    <a:pt x="41" y="42"/>
                    <a:pt x="41" y="40"/>
                  </a:cubicBezTo>
                  <a:cubicBezTo>
                    <a:pt x="41" y="40"/>
                    <a:pt x="41" y="39"/>
                    <a:pt x="41" y="39"/>
                  </a:cubicBezTo>
                  <a:cubicBezTo>
                    <a:pt x="41" y="38"/>
                    <a:pt x="40" y="38"/>
                    <a:pt x="39" y="38"/>
                  </a:cubicBezTo>
                  <a:cubicBezTo>
                    <a:pt x="35" y="35"/>
                    <a:pt x="30" y="31"/>
                    <a:pt x="26" y="26"/>
                  </a:cubicBezTo>
                  <a:cubicBezTo>
                    <a:pt x="38" y="15"/>
                    <a:pt x="45" y="8"/>
                    <a:pt x="45" y="5"/>
                  </a:cubicBezTo>
                  <a:cubicBezTo>
                    <a:pt x="45" y="4"/>
                    <a:pt x="44" y="3"/>
                    <a:pt x="43" y="2"/>
                  </a:cubicBezTo>
                  <a:cubicBezTo>
                    <a:pt x="42" y="1"/>
                    <a:pt x="41" y="0"/>
                    <a:pt x="40" y="0"/>
                  </a:cubicBezTo>
                  <a:cubicBezTo>
                    <a:pt x="38" y="0"/>
                    <a:pt x="37" y="1"/>
                    <a:pt x="37" y="1"/>
                  </a:cubicBezTo>
                  <a:cubicBezTo>
                    <a:pt x="36" y="2"/>
                    <a:pt x="35" y="3"/>
                    <a:pt x="34" y="4"/>
                  </a:cubicBezTo>
                  <a:cubicBezTo>
                    <a:pt x="33" y="7"/>
                    <a:pt x="31" y="10"/>
                    <a:pt x="27" y="14"/>
                  </a:cubicBezTo>
                  <a:cubicBezTo>
                    <a:pt x="27" y="14"/>
                    <a:pt x="27" y="14"/>
                    <a:pt x="26" y="15"/>
                  </a:cubicBezTo>
                  <a:cubicBezTo>
                    <a:pt x="25" y="17"/>
                    <a:pt x="23" y="18"/>
                    <a:pt x="22" y="19"/>
                  </a:cubicBezTo>
                  <a:cubicBezTo>
                    <a:pt x="19" y="15"/>
                    <a:pt x="17" y="11"/>
                    <a:pt x="17" y="7"/>
                  </a:cubicBezTo>
                  <a:cubicBezTo>
                    <a:pt x="17" y="3"/>
                    <a:pt x="16" y="1"/>
                    <a:pt x="13" y="1"/>
                  </a:cubicBezTo>
                  <a:cubicBezTo>
                    <a:pt x="9" y="1"/>
                    <a:pt x="7" y="3"/>
                    <a:pt x="7" y="8"/>
                  </a:cubicBezTo>
                  <a:cubicBezTo>
                    <a:pt x="7" y="12"/>
                    <a:pt x="10" y="17"/>
                    <a:pt x="15" y="25"/>
                  </a:cubicBezTo>
                  <a:cubicBezTo>
                    <a:pt x="14" y="25"/>
                    <a:pt x="14" y="26"/>
                    <a:pt x="13" y="27"/>
                  </a:cubicBezTo>
                  <a:cubicBezTo>
                    <a:pt x="7" y="32"/>
                    <a:pt x="4" y="36"/>
                    <a:pt x="2" y="38"/>
                  </a:cubicBezTo>
                  <a:cubicBezTo>
                    <a:pt x="1" y="41"/>
                    <a:pt x="0" y="43"/>
                    <a:pt x="0" y="44"/>
                  </a:cubicBezTo>
                  <a:cubicBezTo>
                    <a:pt x="0" y="46"/>
                    <a:pt x="1" y="47"/>
                    <a:pt x="2" y="48"/>
                  </a:cubicBezTo>
                  <a:cubicBezTo>
                    <a:pt x="3" y="49"/>
                    <a:pt x="5" y="49"/>
                    <a:pt x="7" y="50"/>
                  </a:cubicBezTo>
                  <a:cubicBezTo>
                    <a:pt x="8" y="49"/>
                    <a:pt x="9" y="47"/>
                    <a:pt x="9" y="45"/>
                  </a:cubicBezTo>
                  <a:cubicBezTo>
                    <a:pt x="11" y="40"/>
                    <a:pt x="15" y="36"/>
                    <a:pt x="19" y="31"/>
                  </a:cubicBezTo>
                  <a:cubicBezTo>
                    <a:pt x="27" y="41"/>
                    <a:pt x="32" y="45"/>
                    <a:pt x="3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 name="Freeform 335"/>
            <p:cNvSpPr>
              <a:spLocks/>
            </p:cNvSpPr>
            <p:nvPr/>
          </p:nvSpPr>
          <p:spPr bwMode="auto">
            <a:xfrm>
              <a:off x="4232275" y="5354638"/>
              <a:ext cx="66675" cy="71438"/>
            </a:xfrm>
            <a:custGeom>
              <a:avLst/>
              <a:gdLst>
                <a:gd name="T0" fmla="*/ 35 w 41"/>
                <a:gd name="T1" fmla="*/ 44 h 44"/>
                <a:gd name="T2" fmla="*/ 39 w 41"/>
                <a:gd name="T3" fmla="*/ 42 h 44"/>
                <a:gd name="T4" fmla="*/ 41 w 41"/>
                <a:gd name="T5" fmla="*/ 40 h 44"/>
                <a:gd name="T6" fmla="*/ 40 w 41"/>
                <a:gd name="T7" fmla="*/ 38 h 44"/>
                <a:gd name="T8" fmla="*/ 36 w 41"/>
                <a:gd name="T9" fmla="*/ 26 h 44"/>
                <a:gd name="T10" fmla="*/ 38 w 41"/>
                <a:gd name="T11" fmla="*/ 10 h 44"/>
                <a:gd name="T12" fmla="*/ 39 w 41"/>
                <a:gd name="T13" fmla="*/ 7 h 44"/>
                <a:gd name="T14" fmla="*/ 35 w 41"/>
                <a:gd name="T15" fmla="*/ 3 h 44"/>
                <a:gd name="T16" fmla="*/ 31 w 41"/>
                <a:gd name="T17" fmla="*/ 5 h 44"/>
                <a:gd name="T18" fmla="*/ 28 w 41"/>
                <a:gd name="T19" fmla="*/ 14 h 44"/>
                <a:gd name="T20" fmla="*/ 20 w 41"/>
                <a:gd name="T21" fmla="*/ 27 h 44"/>
                <a:gd name="T22" fmla="*/ 11 w 41"/>
                <a:gd name="T23" fmla="*/ 34 h 44"/>
                <a:gd name="T24" fmla="*/ 9 w 41"/>
                <a:gd name="T25" fmla="*/ 29 h 44"/>
                <a:gd name="T26" fmla="*/ 10 w 41"/>
                <a:gd name="T27" fmla="*/ 21 h 44"/>
                <a:gd name="T28" fmla="*/ 13 w 41"/>
                <a:gd name="T29" fmla="*/ 13 h 44"/>
                <a:gd name="T30" fmla="*/ 15 w 41"/>
                <a:gd name="T31" fmla="*/ 5 h 44"/>
                <a:gd name="T32" fmla="*/ 13 w 41"/>
                <a:gd name="T33" fmla="*/ 2 h 44"/>
                <a:gd name="T34" fmla="*/ 10 w 41"/>
                <a:gd name="T35" fmla="*/ 0 h 44"/>
                <a:gd name="T36" fmla="*/ 5 w 41"/>
                <a:gd name="T37" fmla="*/ 3 h 44"/>
                <a:gd name="T38" fmla="*/ 3 w 41"/>
                <a:gd name="T39" fmla="*/ 15 h 44"/>
                <a:gd name="T40" fmla="*/ 0 w 41"/>
                <a:gd name="T41" fmla="*/ 30 h 44"/>
                <a:gd name="T42" fmla="*/ 3 w 41"/>
                <a:gd name="T43" fmla="*/ 39 h 44"/>
                <a:gd name="T44" fmla="*/ 10 w 41"/>
                <a:gd name="T45" fmla="*/ 43 h 44"/>
                <a:gd name="T46" fmla="*/ 20 w 41"/>
                <a:gd name="T47" fmla="*/ 38 h 44"/>
                <a:gd name="T48" fmla="*/ 28 w 41"/>
                <a:gd name="T49" fmla="*/ 28 h 44"/>
                <a:gd name="T50" fmla="*/ 30 w 41"/>
                <a:gd name="T51" fmla="*/ 39 h 44"/>
                <a:gd name="T52" fmla="*/ 35 w 41"/>
                <a:gd name="T53"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1" h="44">
                  <a:moveTo>
                    <a:pt x="35" y="44"/>
                  </a:moveTo>
                  <a:cubicBezTo>
                    <a:pt x="36" y="44"/>
                    <a:pt x="37" y="43"/>
                    <a:pt x="39" y="42"/>
                  </a:cubicBezTo>
                  <a:cubicBezTo>
                    <a:pt x="40" y="42"/>
                    <a:pt x="41" y="41"/>
                    <a:pt x="41" y="40"/>
                  </a:cubicBezTo>
                  <a:cubicBezTo>
                    <a:pt x="41" y="39"/>
                    <a:pt x="40" y="39"/>
                    <a:pt x="40" y="38"/>
                  </a:cubicBezTo>
                  <a:cubicBezTo>
                    <a:pt x="37" y="37"/>
                    <a:pt x="36" y="33"/>
                    <a:pt x="36" y="26"/>
                  </a:cubicBezTo>
                  <a:cubicBezTo>
                    <a:pt x="36" y="20"/>
                    <a:pt x="37" y="15"/>
                    <a:pt x="38" y="10"/>
                  </a:cubicBezTo>
                  <a:cubicBezTo>
                    <a:pt x="39" y="9"/>
                    <a:pt x="39" y="8"/>
                    <a:pt x="39" y="7"/>
                  </a:cubicBezTo>
                  <a:cubicBezTo>
                    <a:pt x="39" y="4"/>
                    <a:pt x="38" y="3"/>
                    <a:pt x="35" y="3"/>
                  </a:cubicBezTo>
                  <a:cubicBezTo>
                    <a:pt x="33" y="3"/>
                    <a:pt x="32" y="4"/>
                    <a:pt x="31" y="5"/>
                  </a:cubicBezTo>
                  <a:cubicBezTo>
                    <a:pt x="30" y="6"/>
                    <a:pt x="29" y="9"/>
                    <a:pt x="28" y="14"/>
                  </a:cubicBezTo>
                  <a:cubicBezTo>
                    <a:pt x="27" y="18"/>
                    <a:pt x="24" y="23"/>
                    <a:pt x="20" y="27"/>
                  </a:cubicBezTo>
                  <a:cubicBezTo>
                    <a:pt x="16" y="32"/>
                    <a:pt x="13" y="34"/>
                    <a:pt x="11" y="34"/>
                  </a:cubicBezTo>
                  <a:cubicBezTo>
                    <a:pt x="10" y="34"/>
                    <a:pt x="9" y="32"/>
                    <a:pt x="9" y="29"/>
                  </a:cubicBezTo>
                  <a:cubicBezTo>
                    <a:pt x="9" y="28"/>
                    <a:pt x="9" y="25"/>
                    <a:pt x="10" y="21"/>
                  </a:cubicBezTo>
                  <a:cubicBezTo>
                    <a:pt x="11" y="18"/>
                    <a:pt x="12" y="15"/>
                    <a:pt x="13" y="13"/>
                  </a:cubicBezTo>
                  <a:cubicBezTo>
                    <a:pt x="14" y="9"/>
                    <a:pt x="15" y="7"/>
                    <a:pt x="15" y="5"/>
                  </a:cubicBezTo>
                  <a:cubicBezTo>
                    <a:pt x="15" y="4"/>
                    <a:pt x="14" y="3"/>
                    <a:pt x="13" y="2"/>
                  </a:cubicBezTo>
                  <a:cubicBezTo>
                    <a:pt x="12" y="1"/>
                    <a:pt x="11" y="0"/>
                    <a:pt x="10" y="0"/>
                  </a:cubicBezTo>
                  <a:cubicBezTo>
                    <a:pt x="7" y="0"/>
                    <a:pt x="6" y="1"/>
                    <a:pt x="5" y="3"/>
                  </a:cubicBezTo>
                  <a:cubicBezTo>
                    <a:pt x="5" y="6"/>
                    <a:pt x="4" y="10"/>
                    <a:pt x="3" y="15"/>
                  </a:cubicBezTo>
                  <a:cubicBezTo>
                    <a:pt x="1" y="22"/>
                    <a:pt x="0" y="26"/>
                    <a:pt x="0" y="30"/>
                  </a:cubicBezTo>
                  <a:cubicBezTo>
                    <a:pt x="0" y="34"/>
                    <a:pt x="1" y="37"/>
                    <a:pt x="3" y="39"/>
                  </a:cubicBezTo>
                  <a:cubicBezTo>
                    <a:pt x="5" y="41"/>
                    <a:pt x="8" y="43"/>
                    <a:pt x="10" y="43"/>
                  </a:cubicBezTo>
                  <a:cubicBezTo>
                    <a:pt x="13" y="43"/>
                    <a:pt x="16" y="41"/>
                    <a:pt x="20" y="38"/>
                  </a:cubicBezTo>
                  <a:cubicBezTo>
                    <a:pt x="23" y="36"/>
                    <a:pt x="26" y="32"/>
                    <a:pt x="28" y="28"/>
                  </a:cubicBezTo>
                  <a:cubicBezTo>
                    <a:pt x="28" y="32"/>
                    <a:pt x="29" y="36"/>
                    <a:pt x="30" y="39"/>
                  </a:cubicBezTo>
                  <a:cubicBezTo>
                    <a:pt x="31" y="42"/>
                    <a:pt x="33" y="44"/>
                    <a:pt x="35"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 name="Freeform 336"/>
            <p:cNvSpPr>
              <a:spLocks noEditPoints="1"/>
            </p:cNvSpPr>
            <p:nvPr/>
          </p:nvSpPr>
          <p:spPr bwMode="auto">
            <a:xfrm>
              <a:off x="4310063" y="5351463"/>
              <a:ext cx="68263" cy="74613"/>
            </a:xfrm>
            <a:custGeom>
              <a:avLst/>
              <a:gdLst>
                <a:gd name="T0" fmla="*/ 39 w 42"/>
                <a:gd name="T1" fmla="*/ 9 h 46"/>
                <a:gd name="T2" fmla="*/ 34 w 42"/>
                <a:gd name="T3" fmla="*/ 5 h 46"/>
                <a:gd name="T4" fmla="*/ 28 w 42"/>
                <a:gd name="T5" fmla="*/ 0 h 46"/>
                <a:gd name="T6" fmla="*/ 9 w 42"/>
                <a:gd name="T7" fmla="*/ 12 h 46"/>
                <a:gd name="T8" fmla="*/ 0 w 42"/>
                <a:gd name="T9" fmla="*/ 34 h 46"/>
                <a:gd name="T10" fmla="*/ 3 w 42"/>
                <a:gd name="T11" fmla="*/ 42 h 46"/>
                <a:gd name="T12" fmla="*/ 9 w 42"/>
                <a:gd name="T13" fmla="*/ 44 h 46"/>
                <a:gd name="T14" fmla="*/ 29 w 42"/>
                <a:gd name="T15" fmla="*/ 31 h 46"/>
                <a:gd name="T16" fmla="*/ 35 w 42"/>
                <a:gd name="T17" fmla="*/ 46 h 46"/>
                <a:gd name="T18" fmla="*/ 40 w 42"/>
                <a:gd name="T19" fmla="*/ 44 h 46"/>
                <a:gd name="T20" fmla="*/ 42 w 42"/>
                <a:gd name="T21" fmla="*/ 41 h 46"/>
                <a:gd name="T22" fmla="*/ 40 w 42"/>
                <a:gd name="T23" fmla="*/ 39 h 46"/>
                <a:gd name="T24" fmla="*/ 38 w 42"/>
                <a:gd name="T25" fmla="*/ 37 h 46"/>
                <a:gd name="T26" fmla="*/ 37 w 42"/>
                <a:gd name="T27" fmla="*/ 35 h 46"/>
                <a:gd name="T28" fmla="*/ 37 w 42"/>
                <a:gd name="T29" fmla="*/ 28 h 46"/>
                <a:gd name="T30" fmla="*/ 38 w 42"/>
                <a:gd name="T31" fmla="*/ 15 h 46"/>
                <a:gd name="T32" fmla="*/ 39 w 42"/>
                <a:gd name="T33" fmla="*/ 9 h 46"/>
                <a:gd name="T34" fmla="*/ 22 w 42"/>
                <a:gd name="T35" fmla="*/ 28 h 46"/>
                <a:gd name="T36" fmla="*/ 11 w 42"/>
                <a:gd name="T37" fmla="*/ 36 h 46"/>
                <a:gd name="T38" fmla="*/ 10 w 42"/>
                <a:gd name="T39" fmla="*/ 33 h 46"/>
                <a:gd name="T40" fmla="*/ 16 w 42"/>
                <a:gd name="T41" fmla="*/ 18 h 46"/>
                <a:gd name="T42" fmla="*/ 26 w 42"/>
                <a:gd name="T43" fmla="*/ 9 h 46"/>
                <a:gd name="T44" fmla="*/ 28 w 42"/>
                <a:gd name="T45" fmla="*/ 10 h 46"/>
                <a:gd name="T46" fmla="*/ 29 w 42"/>
                <a:gd name="T47" fmla="*/ 13 h 46"/>
                <a:gd name="T48" fmla="*/ 22 w 42"/>
                <a:gd name="T49" fmla="*/ 2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 h="46">
                  <a:moveTo>
                    <a:pt x="39" y="9"/>
                  </a:moveTo>
                  <a:cubicBezTo>
                    <a:pt x="39" y="6"/>
                    <a:pt x="37" y="5"/>
                    <a:pt x="34" y="5"/>
                  </a:cubicBezTo>
                  <a:cubicBezTo>
                    <a:pt x="33" y="2"/>
                    <a:pt x="31" y="0"/>
                    <a:pt x="28" y="0"/>
                  </a:cubicBezTo>
                  <a:cubicBezTo>
                    <a:pt x="22" y="0"/>
                    <a:pt x="16" y="4"/>
                    <a:pt x="9" y="12"/>
                  </a:cubicBezTo>
                  <a:cubicBezTo>
                    <a:pt x="3" y="20"/>
                    <a:pt x="0" y="28"/>
                    <a:pt x="0" y="34"/>
                  </a:cubicBezTo>
                  <a:cubicBezTo>
                    <a:pt x="0" y="37"/>
                    <a:pt x="1" y="40"/>
                    <a:pt x="3" y="42"/>
                  </a:cubicBezTo>
                  <a:cubicBezTo>
                    <a:pt x="4" y="43"/>
                    <a:pt x="6" y="44"/>
                    <a:pt x="9" y="44"/>
                  </a:cubicBezTo>
                  <a:cubicBezTo>
                    <a:pt x="15" y="44"/>
                    <a:pt x="22" y="40"/>
                    <a:pt x="29" y="31"/>
                  </a:cubicBezTo>
                  <a:cubicBezTo>
                    <a:pt x="28" y="41"/>
                    <a:pt x="30" y="46"/>
                    <a:pt x="35" y="46"/>
                  </a:cubicBezTo>
                  <a:cubicBezTo>
                    <a:pt x="37" y="46"/>
                    <a:pt x="38" y="45"/>
                    <a:pt x="40" y="44"/>
                  </a:cubicBezTo>
                  <a:cubicBezTo>
                    <a:pt x="41" y="43"/>
                    <a:pt x="42" y="42"/>
                    <a:pt x="42" y="41"/>
                  </a:cubicBezTo>
                  <a:cubicBezTo>
                    <a:pt x="42" y="40"/>
                    <a:pt x="41" y="39"/>
                    <a:pt x="40" y="39"/>
                  </a:cubicBezTo>
                  <a:cubicBezTo>
                    <a:pt x="39" y="38"/>
                    <a:pt x="38" y="38"/>
                    <a:pt x="38" y="37"/>
                  </a:cubicBezTo>
                  <a:cubicBezTo>
                    <a:pt x="38" y="37"/>
                    <a:pt x="38" y="36"/>
                    <a:pt x="37" y="35"/>
                  </a:cubicBezTo>
                  <a:cubicBezTo>
                    <a:pt x="37" y="33"/>
                    <a:pt x="37" y="31"/>
                    <a:pt x="37" y="28"/>
                  </a:cubicBezTo>
                  <a:cubicBezTo>
                    <a:pt x="37" y="24"/>
                    <a:pt x="37" y="20"/>
                    <a:pt x="38" y="15"/>
                  </a:cubicBezTo>
                  <a:cubicBezTo>
                    <a:pt x="39" y="12"/>
                    <a:pt x="39" y="10"/>
                    <a:pt x="39" y="9"/>
                  </a:cubicBezTo>
                  <a:close/>
                  <a:moveTo>
                    <a:pt x="22" y="28"/>
                  </a:moveTo>
                  <a:cubicBezTo>
                    <a:pt x="18" y="33"/>
                    <a:pt x="14" y="36"/>
                    <a:pt x="11" y="36"/>
                  </a:cubicBezTo>
                  <a:cubicBezTo>
                    <a:pt x="10" y="36"/>
                    <a:pt x="10" y="35"/>
                    <a:pt x="10" y="33"/>
                  </a:cubicBezTo>
                  <a:cubicBezTo>
                    <a:pt x="10" y="29"/>
                    <a:pt x="12" y="24"/>
                    <a:pt x="16" y="18"/>
                  </a:cubicBezTo>
                  <a:cubicBezTo>
                    <a:pt x="20" y="12"/>
                    <a:pt x="24" y="9"/>
                    <a:pt x="26" y="9"/>
                  </a:cubicBezTo>
                  <a:cubicBezTo>
                    <a:pt x="27" y="9"/>
                    <a:pt x="28" y="9"/>
                    <a:pt x="28" y="10"/>
                  </a:cubicBezTo>
                  <a:cubicBezTo>
                    <a:pt x="29" y="11"/>
                    <a:pt x="29" y="12"/>
                    <a:pt x="29" y="13"/>
                  </a:cubicBezTo>
                  <a:cubicBezTo>
                    <a:pt x="29" y="17"/>
                    <a:pt x="27" y="22"/>
                    <a:pt x="22"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 name="Freeform 337"/>
            <p:cNvSpPr>
              <a:spLocks/>
            </p:cNvSpPr>
            <p:nvPr/>
          </p:nvSpPr>
          <p:spPr bwMode="auto">
            <a:xfrm>
              <a:off x="4391025" y="5314951"/>
              <a:ext cx="30163" cy="112713"/>
            </a:xfrm>
            <a:custGeom>
              <a:avLst/>
              <a:gdLst>
                <a:gd name="T0" fmla="*/ 14 w 18"/>
                <a:gd name="T1" fmla="*/ 22 h 70"/>
                <a:gd name="T2" fmla="*/ 17 w 18"/>
                <a:gd name="T3" fmla="*/ 9 h 70"/>
                <a:gd name="T4" fmla="*/ 18 w 18"/>
                <a:gd name="T5" fmla="*/ 5 h 70"/>
                <a:gd name="T6" fmla="*/ 13 w 18"/>
                <a:gd name="T7" fmla="*/ 0 h 70"/>
                <a:gd name="T8" fmla="*/ 9 w 18"/>
                <a:gd name="T9" fmla="*/ 4 h 70"/>
                <a:gd name="T10" fmla="*/ 4 w 18"/>
                <a:gd name="T11" fmla="*/ 26 h 70"/>
                <a:gd name="T12" fmla="*/ 0 w 18"/>
                <a:gd name="T13" fmla="*/ 58 h 70"/>
                <a:gd name="T14" fmla="*/ 1 w 18"/>
                <a:gd name="T15" fmla="*/ 67 h 70"/>
                <a:gd name="T16" fmla="*/ 5 w 18"/>
                <a:gd name="T17" fmla="*/ 70 h 70"/>
                <a:gd name="T18" fmla="*/ 9 w 18"/>
                <a:gd name="T19" fmla="*/ 68 h 70"/>
                <a:gd name="T20" fmla="*/ 11 w 18"/>
                <a:gd name="T21" fmla="*/ 64 h 70"/>
                <a:gd name="T22" fmla="*/ 11 w 18"/>
                <a:gd name="T23" fmla="*/ 62 h 70"/>
                <a:gd name="T24" fmla="*/ 10 w 18"/>
                <a:gd name="T25" fmla="*/ 50 h 70"/>
                <a:gd name="T26" fmla="*/ 11 w 18"/>
                <a:gd name="T27" fmla="*/ 37 h 70"/>
                <a:gd name="T28" fmla="*/ 14 w 18"/>
                <a:gd name="T29" fmla="*/ 2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70">
                  <a:moveTo>
                    <a:pt x="14" y="22"/>
                  </a:moveTo>
                  <a:cubicBezTo>
                    <a:pt x="16" y="15"/>
                    <a:pt x="17" y="11"/>
                    <a:pt x="17" y="9"/>
                  </a:cubicBezTo>
                  <a:cubicBezTo>
                    <a:pt x="17" y="8"/>
                    <a:pt x="18" y="6"/>
                    <a:pt x="18" y="5"/>
                  </a:cubicBezTo>
                  <a:cubicBezTo>
                    <a:pt x="18" y="2"/>
                    <a:pt x="16" y="0"/>
                    <a:pt x="13" y="0"/>
                  </a:cubicBezTo>
                  <a:cubicBezTo>
                    <a:pt x="12" y="0"/>
                    <a:pt x="10" y="1"/>
                    <a:pt x="9" y="4"/>
                  </a:cubicBezTo>
                  <a:cubicBezTo>
                    <a:pt x="7" y="6"/>
                    <a:pt x="6" y="13"/>
                    <a:pt x="4" y="26"/>
                  </a:cubicBezTo>
                  <a:cubicBezTo>
                    <a:pt x="1" y="38"/>
                    <a:pt x="0" y="49"/>
                    <a:pt x="0" y="58"/>
                  </a:cubicBezTo>
                  <a:cubicBezTo>
                    <a:pt x="0" y="63"/>
                    <a:pt x="1" y="66"/>
                    <a:pt x="1" y="67"/>
                  </a:cubicBezTo>
                  <a:cubicBezTo>
                    <a:pt x="2" y="69"/>
                    <a:pt x="3" y="70"/>
                    <a:pt x="5" y="70"/>
                  </a:cubicBezTo>
                  <a:cubicBezTo>
                    <a:pt x="7" y="70"/>
                    <a:pt x="8" y="69"/>
                    <a:pt x="9" y="68"/>
                  </a:cubicBezTo>
                  <a:cubicBezTo>
                    <a:pt x="10" y="67"/>
                    <a:pt x="11" y="66"/>
                    <a:pt x="11" y="64"/>
                  </a:cubicBezTo>
                  <a:cubicBezTo>
                    <a:pt x="11" y="64"/>
                    <a:pt x="11" y="63"/>
                    <a:pt x="11" y="62"/>
                  </a:cubicBezTo>
                  <a:cubicBezTo>
                    <a:pt x="10" y="57"/>
                    <a:pt x="10" y="53"/>
                    <a:pt x="10" y="50"/>
                  </a:cubicBezTo>
                  <a:cubicBezTo>
                    <a:pt x="10" y="47"/>
                    <a:pt x="10" y="43"/>
                    <a:pt x="11" y="37"/>
                  </a:cubicBezTo>
                  <a:cubicBezTo>
                    <a:pt x="12" y="31"/>
                    <a:pt x="13" y="26"/>
                    <a:pt x="14"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 name="Freeform 338"/>
            <p:cNvSpPr>
              <a:spLocks noEditPoints="1"/>
            </p:cNvSpPr>
            <p:nvPr/>
          </p:nvSpPr>
          <p:spPr bwMode="auto">
            <a:xfrm>
              <a:off x="3830638" y="5486401"/>
              <a:ext cx="90488" cy="100013"/>
            </a:xfrm>
            <a:custGeom>
              <a:avLst/>
              <a:gdLst>
                <a:gd name="T0" fmla="*/ 32 w 56"/>
                <a:gd name="T1" fmla="*/ 0 h 61"/>
                <a:gd name="T2" fmla="*/ 23 w 56"/>
                <a:gd name="T3" fmla="*/ 1 h 61"/>
                <a:gd name="T4" fmla="*/ 13 w 56"/>
                <a:gd name="T5" fmla="*/ 1 h 61"/>
                <a:gd name="T6" fmla="*/ 7 w 56"/>
                <a:gd name="T7" fmla="*/ 1 h 61"/>
                <a:gd name="T8" fmla="*/ 4 w 56"/>
                <a:gd name="T9" fmla="*/ 3 h 61"/>
                <a:gd name="T10" fmla="*/ 2 w 56"/>
                <a:gd name="T11" fmla="*/ 7 h 61"/>
                <a:gd name="T12" fmla="*/ 6 w 56"/>
                <a:gd name="T13" fmla="*/ 10 h 61"/>
                <a:gd name="T14" fmla="*/ 7 w 56"/>
                <a:gd name="T15" fmla="*/ 11 h 61"/>
                <a:gd name="T16" fmla="*/ 6 w 56"/>
                <a:gd name="T17" fmla="*/ 16 h 61"/>
                <a:gd name="T18" fmla="*/ 3 w 56"/>
                <a:gd name="T19" fmla="*/ 45 h 61"/>
                <a:gd name="T20" fmla="*/ 2 w 56"/>
                <a:gd name="T21" fmla="*/ 52 h 61"/>
                <a:gd name="T22" fmla="*/ 1 w 56"/>
                <a:gd name="T23" fmla="*/ 54 h 61"/>
                <a:gd name="T24" fmla="*/ 0 w 56"/>
                <a:gd name="T25" fmla="*/ 56 h 61"/>
                <a:gd name="T26" fmla="*/ 2 w 56"/>
                <a:gd name="T27" fmla="*/ 59 h 61"/>
                <a:gd name="T28" fmla="*/ 6 w 56"/>
                <a:gd name="T29" fmla="*/ 61 h 61"/>
                <a:gd name="T30" fmla="*/ 11 w 56"/>
                <a:gd name="T31" fmla="*/ 60 h 61"/>
                <a:gd name="T32" fmla="*/ 15 w 56"/>
                <a:gd name="T33" fmla="*/ 58 h 61"/>
                <a:gd name="T34" fmla="*/ 20 w 56"/>
                <a:gd name="T35" fmla="*/ 56 h 61"/>
                <a:gd name="T36" fmla="*/ 46 w 56"/>
                <a:gd name="T37" fmla="*/ 43 h 61"/>
                <a:gd name="T38" fmla="*/ 56 w 56"/>
                <a:gd name="T39" fmla="*/ 23 h 61"/>
                <a:gd name="T40" fmla="*/ 49 w 56"/>
                <a:gd name="T41" fmla="*/ 7 h 61"/>
                <a:gd name="T42" fmla="*/ 32 w 56"/>
                <a:gd name="T43" fmla="*/ 0 h 61"/>
                <a:gd name="T44" fmla="*/ 40 w 56"/>
                <a:gd name="T45" fmla="*/ 37 h 61"/>
                <a:gd name="T46" fmla="*/ 24 w 56"/>
                <a:gd name="T47" fmla="*/ 46 h 61"/>
                <a:gd name="T48" fmla="*/ 12 w 56"/>
                <a:gd name="T49" fmla="*/ 50 h 61"/>
                <a:gd name="T50" fmla="*/ 12 w 56"/>
                <a:gd name="T51" fmla="*/ 47 h 61"/>
                <a:gd name="T52" fmla="*/ 17 w 56"/>
                <a:gd name="T53" fmla="*/ 10 h 61"/>
                <a:gd name="T54" fmla="*/ 18 w 56"/>
                <a:gd name="T55" fmla="*/ 9 h 61"/>
                <a:gd name="T56" fmla="*/ 30 w 56"/>
                <a:gd name="T57" fmla="*/ 8 h 61"/>
                <a:gd name="T58" fmla="*/ 42 w 56"/>
                <a:gd name="T59" fmla="*/ 12 h 61"/>
                <a:gd name="T60" fmla="*/ 47 w 56"/>
                <a:gd name="T61" fmla="*/ 23 h 61"/>
                <a:gd name="T62" fmla="*/ 40 w 56"/>
                <a:gd name="T63" fmla="*/ 3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6" h="61">
                  <a:moveTo>
                    <a:pt x="32" y="0"/>
                  </a:moveTo>
                  <a:cubicBezTo>
                    <a:pt x="29" y="0"/>
                    <a:pt x="26" y="1"/>
                    <a:pt x="23" y="1"/>
                  </a:cubicBezTo>
                  <a:cubicBezTo>
                    <a:pt x="18" y="1"/>
                    <a:pt x="15" y="1"/>
                    <a:pt x="13" y="1"/>
                  </a:cubicBezTo>
                  <a:cubicBezTo>
                    <a:pt x="7" y="1"/>
                    <a:pt x="7" y="1"/>
                    <a:pt x="7" y="1"/>
                  </a:cubicBezTo>
                  <a:cubicBezTo>
                    <a:pt x="6" y="1"/>
                    <a:pt x="5" y="2"/>
                    <a:pt x="4" y="3"/>
                  </a:cubicBezTo>
                  <a:cubicBezTo>
                    <a:pt x="3" y="4"/>
                    <a:pt x="2" y="5"/>
                    <a:pt x="2" y="7"/>
                  </a:cubicBezTo>
                  <a:cubicBezTo>
                    <a:pt x="2" y="8"/>
                    <a:pt x="3" y="9"/>
                    <a:pt x="6" y="10"/>
                  </a:cubicBezTo>
                  <a:cubicBezTo>
                    <a:pt x="7" y="10"/>
                    <a:pt x="7" y="11"/>
                    <a:pt x="7" y="11"/>
                  </a:cubicBezTo>
                  <a:cubicBezTo>
                    <a:pt x="7" y="12"/>
                    <a:pt x="7" y="14"/>
                    <a:pt x="6" y="16"/>
                  </a:cubicBezTo>
                  <a:cubicBezTo>
                    <a:pt x="5" y="26"/>
                    <a:pt x="3" y="35"/>
                    <a:pt x="3" y="45"/>
                  </a:cubicBezTo>
                  <a:cubicBezTo>
                    <a:pt x="3" y="48"/>
                    <a:pt x="2" y="50"/>
                    <a:pt x="2" y="52"/>
                  </a:cubicBezTo>
                  <a:cubicBezTo>
                    <a:pt x="1" y="54"/>
                    <a:pt x="1" y="54"/>
                    <a:pt x="1" y="54"/>
                  </a:cubicBezTo>
                  <a:cubicBezTo>
                    <a:pt x="1" y="55"/>
                    <a:pt x="0" y="56"/>
                    <a:pt x="0" y="56"/>
                  </a:cubicBezTo>
                  <a:cubicBezTo>
                    <a:pt x="0" y="57"/>
                    <a:pt x="1" y="58"/>
                    <a:pt x="2" y="59"/>
                  </a:cubicBezTo>
                  <a:cubicBezTo>
                    <a:pt x="3" y="61"/>
                    <a:pt x="4" y="61"/>
                    <a:pt x="6" y="61"/>
                  </a:cubicBezTo>
                  <a:cubicBezTo>
                    <a:pt x="7" y="61"/>
                    <a:pt x="9" y="61"/>
                    <a:pt x="11" y="60"/>
                  </a:cubicBezTo>
                  <a:cubicBezTo>
                    <a:pt x="12" y="59"/>
                    <a:pt x="14" y="58"/>
                    <a:pt x="15" y="58"/>
                  </a:cubicBezTo>
                  <a:cubicBezTo>
                    <a:pt x="16" y="57"/>
                    <a:pt x="18" y="57"/>
                    <a:pt x="20" y="56"/>
                  </a:cubicBezTo>
                  <a:cubicBezTo>
                    <a:pt x="30" y="54"/>
                    <a:pt x="39" y="50"/>
                    <a:pt x="46" y="43"/>
                  </a:cubicBezTo>
                  <a:cubicBezTo>
                    <a:pt x="53" y="37"/>
                    <a:pt x="56" y="31"/>
                    <a:pt x="56" y="23"/>
                  </a:cubicBezTo>
                  <a:cubicBezTo>
                    <a:pt x="56" y="16"/>
                    <a:pt x="54" y="11"/>
                    <a:pt x="49" y="7"/>
                  </a:cubicBezTo>
                  <a:cubicBezTo>
                    <a:pt x="45" y="2"/>
                    <a:pt x="39" y="0"/>
                    <a:pt x="32" y="0"/>
                  </a:cubicBezTo>
                  <a:close/>
                  <a:moveTo>
                    <a:pt x="40" y="37"/>
                  </a:moveTo>
                  <a:cubicBezTo>
                    <a:pt x="36" y="41"/>
                    <a:pt x="31" y="44"/>
                    <a:pt x="24" y="46"/>
                  </a:cubicBezTo>
                  <a:cubicBezTo>
                    <a:pt x="18" y="49"/>
                    <a:pt x="14" y="50"/>
                    <a:pt x="12" y="50"/>
                  </a:cubicBezTo>
                  <a:cubicBezTo>
                    <a:pt x="12" y="49"/>
                    <a:pt x="12" y="48"/>
                    <a:pt x="12" y="47"/>
                  </a:cubicBezTo>
                  <a:cubicBezTo>
                    <a:pt x="12" y="39"/>
                    <a:pt x="14" y="27"/>
                    <a:pt x="17" y="10"/>
                  </a:cubicBezTo>
                  <a:cubicBezTo>
                    <a:pt x="17" y="9"/>
                    <a:pt x="17" y="9"/>
                    <a:pt x="18" y="9"/>
                  </a:cubicBezTo>
                  <a:cubicBezTo>
                    <a:pt x="23" y="9"/>
                    <a:pt x="27" y="8"/>
                    <a:pt x="30" y="8"/>
                  </a:cubicBezTo>
                  <a:cubicBezTo>
                    <a:pt x="35" y="8"/>
                    <a:pt x="39" y="10"/>
                    <a:pt x="42" y="12"/>
                  </a:cubicBezTo>
                  <a:cubicBezTo>
                    <a:pt x="45" y="15"/>
                    <a:pt x="47" y="18"/>
                    <a:pt x="47" y="23"/>
                  </a:cubicBezTo>
                  <a:cubicBezTo>
                    <a:pt x="47" y="28"/>
                    <a:pt x="45" y="33"/>
                    <a:pt x="40"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 name="Freeform 339"/>
            <p:cNvSpPr>
              <a:spLocks/>
            </p:cNvSpPr>
            <p:nvPr/>
          </p:nvSpPr>
          <p:spPr bwMode="auto">
            <a:xfrm>
              <a:off x="3924300" y="5511801"/>
              <a:ext cx="71438" cy="109538"/>
            </a:xfrm>
            <a:custGeom>
              <a:avLst/>
              <a:gdLst>
                <a:gd name="T0" fmla="*/ 38 w 43"/>
                <a:gd name="T1" fmla="*/ 0 h 67"/>
                <a:gd name="T2" fmla="*/ 35 w 43"/>
                <a:gd name="T3" fmla="*/ 1 h 67"/>
                <a:gd name="T4" fmla="*/ 34 w 43"/>
                <a:gd name="T5" fmla="*/ 3 h 67"/>
                <a:gd name="T6" fmla="*/ 33 w 43"/>
                <a:gd name="T7" fmla="*/ 9 h 67"/>
                <a:gd name="T8" fmla="*/ 33 w 43"/>
                <a:gd name="T9" fmla="*/ 19 h 67"/>
                <a:gd name="T10" fmla="*/ 31 w 43"/>
                <a:gd name="T11" fmla="*/ 23 h 67"/>
                <a:gd name="T12" fmla="*/ 26 w 43"/>
                <a:gd name="T13" fmla="*/ 27 h 67"/>
                <a:gd name="T14" fmla="*/ 20 w 43"/>
                <a:gd name="T15" fmla="*/ 31 h 67"/>
                <a:gd name="T16" fmla="*/ 15 w 43"/>
                <a:gd name="T17" fmla="*/ 32 h 67"/>
                <a:gd name="T18" fmla="*/ 14 w 43"/>
                <a:gd name="T19" fmla="*/ 31 h 67"/>
                <a:gd name="T20" fmla="*/ 13 w 43"/>
                <a:gd name="T21" fmla="*/ 27 h 67"/>
                <a:gd name="T22" fmla="*/ 16 w 43"/>
                <a:gd name="T23" fmla="*/ 14 h 67"/>
                <a:gd name="T24" fmla="*/ 19 w 43"/>
                <a:gd name="T25" fmla="*/ 7 h 67"/>
                <a:gd name="T26" fmla="*/ 18 w 43"/>
                <a:gd name="T27" fmla="*/ 4 h 67"/>
                <a:gd name="T28" fmla="*/ 15 w 43"/>
                <a:gd name="T29" fmla="*/ 2 h 67"/>
                <a:gd name="T30" fmla="*/ 10 w 43"/>
                <a:gd name="T31" fmla="*/ 4 h 67"/>
                <a:gd name="T32" fmla="*/ 6 w 43"/>
                <a:gd name="T33" fmla="*/ 16 h 67"/>
                <a:gd name="T34" fmla="*/ 4 w 43"/>
                <a:gd name="T35" fmla="*/ 29 h 67"/>
                <a:gd name="T36" fmla="*/ 7 w 43"/>
                <a:gd name="T37" fmla="*/ 38 h 67"/>
                <a:gd name="T38" fmla="*/ 13 w 43"/>
                <a:gd name="T39" fmla="*/ 41 h 67"/>
                <a:gd name="T40" fmla="*/ 32 w 43"/>
                <a:gd name="T41" fmla="*/ 31 h 67"/>
                <a:gd name="T42" fmla="*/ 27 w 43"/>
                <a:gd name="T43" fmla="*/ 51 h 67"/>
                <a:gd name="T44" fmla="*/ 20 w 43"/>
                <a:gd name="T45" fmla="*/ 59 h 67"/>
                <a:gd name="T46" fmla="*/ 5 w 43"/>
                <a:gd name="T47" fmla="*/ 53 h 67"/>
                <a:gd name="T48" fmla="*/ 3 w 43"/>
                <a:gd name="T49" fmla="*/ 52 h 67"/>
                <a:gd name="T50" fmla="*/ 1 w 43"/>
                <a:gd name="T51" fmla="*/ 53 h 67"/>
                <a:gd name="T52" fmla="*/ 0 w 43"/>
                <a:gd name="T53" fmla="*/ 56 h 67"/>
                <a:gd name="T54" fmla="*/ 3 w 43"/>
                <a:gd name="T55" fmla="*/ 61 h 67"/>
                <a:gd name="T56" fmla="*/ 10 w 43"/>
                <a:gd name="T57" fmla="*/ 65 h 67"/>
                <a:gd name="T58" fmla="*/ 10 w 43"/>
                <a:gd name="T59" fmla="*/ 65 h 67"/>
                <a:gd name="T60" fmla="*/ 20 w 43"/>
                <a:gd name="T61" fmla="*/ 67 h 67"/>
                <a:gd name="T62" fmla="*/ 29 w 43"/>
                <a:gd name="T63" fmla="*/ 65 h 67"/>
                <a:gd name="T64" fmla="*/ 35 w 43"/>
                <a:gd name="T65" fmla="*/ 55 h 67"/>
                <a:gd name="T66" fmla="*/ 40 w 43"/>
                <a:gd name="T67" fmla="*/ 38 h 67"/>
                <a:gd name="T68" fmla="*/ 42 w 43"/>
                <a:gd name="T69" fmla="*/ 20 h 67"/>
                <a:gd name="T70" fmla="*/ 43 w 43"/>
                <a:gd name="T71" fmla="*/ 7 h 67"/>
                <a:gd name="T72" fmla="*/ 42 w 43"/>
                <a:gd name="T73" fmla="*/ 1 h 67"/>
                <a:gd name="T74" fmla="*/ 38 w 43"/>
                <a:gd name="T75"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3" h="67">
                  <a:moveTo>
                    <a:pt x="38" y="0"/>
                  </a:moveTo>
                  <a:cubicBezTo>
                    <a:pt x="37" y="0"/>
                    <a:pt x="36" y="1"/>
                    <a:pt x="35" y="1"/>
                  </a:cubicBezTo>
                  <a:cubicBezTo>
                    <a:pt x="35" y="2"/>
                    <a:pt x="34" y="3"/>
                    <a:pt x="34" y="3"/>
                  </a:cubicBezTo>
                  <a:cubicBezTo>
                    <a:pt x="34" y="4"/>
                    <a:pt x="34" y="6"/>
                    <a:pt x="33" y="9"/>
                  </a:cubicBezTo>
                  <a:cubicBezTo>
                    <a:pt x="33" y="14"/>
                    <a:pt x="33" y="18"/>
                    <a:pt x="33" y="19"/>
                  </a:cubicBezTo>
                  <a:cubicBezTo>
                    <a:pt x="32" y="21"/>
                    <a:pt x="32" y="22"/>
                    <a:pt x="31" y="23"/>
                  </a:cubicBezTo>
                  <a:cubicBezTo>
                    <a:pt x="30" y="24"/>
                    <a:pt x="29" y="26"/>
                    <a:pt x="26" y="27"/>
                  </a:cubicBezTo>
                  <a:cubicBezTo>
                    <a:pt x="24" y="29"/>
                    <a:pt x="22" y="31"/>
                    <a:pt x="20" y="31"/>
                  </a:cubicBezTo>
                  <a:cubicBezTo>
                    <a:pt x="18" y="32"/>
                    <a:pt x="16" y="32"/>
                    <a:pt x="15" y="32"/>
                  </a:cubicBezTo>
                  <a:cubicBezTo>
                    <a:pt x="15" y="32"/>
                    <a:pt x="14" y="32"/>
                    <a:pt x="14" y="31"/>
                  </a:cubicBezTo>
                  <a:cubicBezTo>
                    <a:pt x="13" y="30"/>
                    <a:pt x="13" y="29"/>
                    <a:pt x="13" y="27"/>
                  </a:cubicBezTo>
                  <a:cubicBezTo>
                    <a:pt x="13" y="23"/>
                    <a:pt x="14" y="19"/>
                    <a:pt x="16" y="14"/>
                  </a:cubicBezTo>
                  <a:cubicBezTo>
                    <a:pt x="18" y="10"/>
                    <a:pt x="19" y="8"/>
                    <a:pt x="19" y="7"/>
                  </a:cubicBezTo>
                  <a:cubicBezTo>
                    <a:pt x="19" y="6"/>
                    <a:pt x="19" y="5"/>
                    <a:pt x="18" y="4"/>
                  </a:cubicBezTo>
                  <a:cubicBezTo>
                    <a:pt x="17" y="3"/>
                    <a:pt x="16" y="2"/>
                    <a:pt x="15" y="2"/>
                  </a:cubicBezTo>
                  <a:cubicBezTo>
                    <a:pt x="13" y="2"/>
                    <a:pt x="11" y="3"/>
                    <a:pt x="10" y="4"/>
                  </a:cubicBezTo>
                  <a:cubicBezTo>
                    <a:pt x="9" y="6"/>
                    <a:pt x="8" y="10"/>
                    <a:pt x="6" y="16"/>
                  </a:cubicBezTo>
                  <a:cubicBezTo>
                    <a:pt x="5" y="22"/>
                    <a:pt x="4" y="26"/>
                    <a:pt x="4" y="29"/>
                  </a:cubicBezTo>
                  <a:cubicBezTo>
                    <a:pt x="4" y="33"/>
                    <a:pt x="5" y="35"/>
                    <a:pt x="7" y="38"/>
                  </a:cubicBezTo>
                  <a:cubicBezTo>
                    <a:pt x="8" y="40"/>
                    <a:pt x="10" y="41"/>
                    <a:pt x="13" y="41"/>
                  </a:cubicBezTo>
                  <a:cubicBezTo>
                    <a:pt x="18" y="41"/>
                    <a:pt x="24" y="38"/>
                    <a:pt x="32" y="31"/>
                  </a:cubicBezTo>
                  <a:cubicBezTo>
                    <a:pt x="31" y="39"/>
                    <a:pt x="30" y="46"/>
                    <a:pt x="27" y="51"/>
                  </a:cubicBezTo>
                  <a:cubicBezTo>
                    <a:pt x="25" y="56"/>
                    <a:pt x="23" y="59"/>
                    <a:pt x="20" y="59"/>
                  </a:cubicBezTo>
                  <a:cubicBezTo>
                    <a:pt x="14" y="59"/>
                    <a:pt x="9" y="57"/>
                    <a:pt x="5" y="53"/>
                  </a:cubicBezTo>
                  <a:cubicBezTo>
                    <a:pt x="5" y="52"/>
                    <a:pt x="4" y="52"/>
                    <a:pt x="3" y="52"/>
                  </a:cubicBezTo>
                  <a:cubicBezTo>
                    <a:pt x="2" y="52"/>
                    <a:pt x="1" y="52"/>
                    <a:pt x="1" y="53"/>
                  </a:cubicBezTo>
                  <a:cubicBezTo>
                    <a:pt x="0" y="53"/>
                    <a:pt x="0" y="54"/>
                    <a:pt x="0" y="56"/>
                  </a:cubicBezTo>
                  <a:cubicBezTo>
                    <a:pt x="0" y="57"/>
                    <a:pt x="1" y="59"/>
                    <a:pt x="3" y="61"/>
                  </a:cubicBezTo>
                  <a:cubicBezTo>
                    <a:pt x="5" y="63"/>
                    <a:pt x="7" y="64"/>
                    <a:pt x="10" y="65"/>
                  </a:cubicBezTo>
                  <a:cubicBezTo>
                    <a:pt x="10" y="65"/>
                    <a:pt x="10" y="65"/>
                    <a:pt x="10" y="65"/>
                  </a:cubicBezTo>
                  <a:cubicBezTo>
                    <a:pt x="13" y="67"/>
                    <a:pt x="17" y="67"/>
                    <a:pt x="20" y="67"/>
                  </a:cubicBezTo>
                  <a:cubicBezTo>
                    <a:pt x="24" y="67"/>
                    <a:pt x="26" y="66"/>
                    <a:pt x="29" y="65"/>
                  </a:cubicBezTo>
                  <a:cubicBezTo>
                    <a:pt x="31" y="63"/>
                    <a:pt x="33" y="59"/>
                    <a:pt x="35" y="55"/>
                  </a:cubicBezTo>
                  <a:cubicBezTo>
                    <a:pt x="37" y="50"/>
                    <a:pt x="39" y="44"/>
                    <a:pt x="40" y="38"/>
                  </a:cubicBezTo>
                  <a:cubicBezTo>
                    <a:pt x="41" y="32"/>
                    <a:pt x="42" y="26"/>
                    <a:pt x="42" y="20"/>
                  </a:cubicBezTo>
                  <a:cubicBezTo>
                    <a:pt x="43" y="7"/>
                    <a:pt x="43" y="7"/>
                    <a:pt x="43" y="7"/>
                  </a:cubicBezTo>
                  <a:cubicBezTo>
                    <a:pt x="43" y="4"/>
                    <a:pt x="43" y="2"/>
                    <a:pt x="42" y="1"/>
                  </a:cubicBezTo>
                  <a:cubicBezTo>
                    <a:pt x="41" y="1"/>
                    <a:pt x="40" y="0"/>
                    <a:pt x="3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 name="Freeform 340"/>
            <p:cNvSpPr>
              <a:spLocks/>
            </p:cNvSpPr>
            <p:nvPr/>
          </p:nvSpPr>
          <p:spPr bwMode="auto">
            <a:xfrm>
              <a:off x="4002088" y="5507038"/>
              <a:ext cx="53975" cy="79375"/>
            </a:xfrm>
            <a:custGeom>
              <a:avLst/>
              <a:gdLst>
                <a:gd name="T0" fmla="*/ 18 w 33"/>
                <a:gd name="T1" fmla="*/ 11 h 49"/>
                <a:gd name="T2" fmla="*/ 26 w 33"/>
                <a:gd name="T3" fmla="*/ 9 h 49"/>
                <a:gd name="T4" fmla="*/ 27 w 33"/>
                <a:gd name="T5" fmla="*/ 10 h 49"/>
                <a:gd name="T6" fmla="*/ 29 w 33"/>
                <a:gd name="T7" fmla="*/ 10 h 49"/>
                <a:gd name="T8" fmla="*/ 32 w 33"/>
                <a:gd name="T9" fmla="*/ 9 h 49"/>
                <a:gd name="T10" fmla="*/ 33 w 33"/>
                <a:gd name="T11" fmla="*/ 6 h 49"/>
                <a:gd name="T12" fmla="*/ 26 w 33"/>
                <a:gd name="T13" fmla="*/ 0 h 49"/>
                <a:gd name="T14" fmla="*/ 12 w 33"/>
                <a:gd name="T15" fmla="*/ 6 h 49"/>
                <a:gd name="T16" fmla="*/ 4 w 33"/>
                <a:gd name="T17" fmla="*/ 18 h 49"/>
                <a:gd name="T18" fmla="*/ 6 w 33"/>
                <a:gd name="T19" fmla="*/ 24 h 49"/>
                <a:gd name="T20" fmla="*/ 17 w 33"/>
                <a:gd name="T21" fmla="*/ 31 h 49"/>
                <a:gd name="T22" fmla="*/ 23 w 33"/>
                <a:gd name="T23" fmla="*/ 36 h 49"/>
                <a:gd name="T24" fmla="*/ 18 w 33"/>
                <a:gd name="T25" fmla="*/ 39 h 49"/>
                <a:gd name="T26" fmla="*/ 10 w 33"/>
                <a:gd name="T27" fmla="*/ 40 h 49"/>
                <a:gd name="T28" fmla="*/ 7 w 33"/>
                <a:gd name="T29" fmla="*/ 39 h 49"/>
                <a:gd name="T30" fmla="*/ 5 w 33"/>
                <a:gd name="T31" fmla="*/ 39 h 49"/>
                <a:gd name="T32" fmla="*/ 2 w 33"/>
                <a:gd name="T33" fmla="*/ 40 h 49"/>
                <a:gd name="T34" fmla="*/ 0 w 33"/>
                <a:gd name="T35" fmla="*/ 43 h 49"/>
                <a:gd name="T36" fmla="*/ 7 w 33"/>
                <a:gd name="T37" fmla="*/ 49 h 49"/>
                <a:gd name="T38" fmla="*/ 25 w 33"/>
                <a:gd name="T39" fmla="*/ 45 h 49"/>
                <a:gd name="T40" fmla="*/ 33 w 33"/>
                <a:gd name="T41" fmla="*/ 35 h 49"/>
                <a:gd name="T42" fmla="*/ 30 w 33"/>
                <a:gd name="T43" fmla="*/ 29 h 49"/>
                <a:gd name="T44" fmla="*/ 21 w 33"/>
                <a:gd name="T45" fmla="*/ 23 h 49"/>
                <a:gd name="T46" fmla="*/ 15 w 33"/>
                <a:gd name="T47" fmla="*/ 20 h 49"/>
                <a:gd name="T48" fmla="*/ 14 w 33"/>
                <a:gd name="T49" fmla="*/ 17 h 49"/>
                <a:gd name="T50" fmla="*/ 18 w 33"/>
                <a:gd name="T51"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3" h="49">
                  <a:moveTo>
                    <a:pt x="18" y="11"/>
                  </a:moveTo>
                  <a:cubicBezTo>
                    <a:pt x="21" y="10"/>
                    <a:pt x="23" y="9"/>
                    <a:pt x="26" y="9"/>
                  </a:cubicBezTo>
                  <a:cubicBezTo>
                    <a:pt x="26" y="9"/>
                    <a:pt x="27" y="9"/>
                    <a:pt x="27" y="10"/>
                  </a:cubicBezTo>
                  <a:cubicBezTo>
                    <a:pt x="28" y="10"/>
                    <a:pt x="29" y="10"/>
                    <a:pt x="29" y="10"/>
                  </a:cubicBezTo>
                  <a:cubicBezTo>
                    <a:pt x="30" y="10"/>
                    <a:pt x="31" y="10"/>
                    <a:pt x="32" y="9"/>
                  </a:cubicBezTo>
                  <a:cubicBezTo>
                    <a:pt x="33" y="8"/>
                    <a:pt x="33" y="7"/>
                    <a:pt x="33" y="6"/>
                  </a:cubicBezTo>
                  <a:cubicBezTo>
                    <a:pt x="33" y="2"/>
                    <a:pt x="31" y="0"/>
                    <a:pt x="26" y="0"/>
                  </a:cubicBezTo>
                  <a:cubicBezTo>
                    <a:pt x="22" y="0"/>
                    <a:pt x="17" y="2"/>
                    <a:pt x="12" y="6"/>
                  </a:cubicBezTo>
                  <a:cubicBezTo>
                    <a:pt x="7" y="9"/>
                    <a:pt x="4" y="13"/>
                    <a:pt x="4" y="18"/>
                  </a:cubicBezTo>
                  <a:cubicBezTo>
                    <a:pt x="4" y="20"/>
                    <a:pt x="5" y="22"/>
                    <a:pt x="6" y="24"/>
                  </a:cubicBezTo>
                  <a:cubicBezTo>
                    <a:pt x="8" y="26"/>
                    <a:pt x="11" y="28"/>
                    <a:pt x="17" y="31"/>
                  </a:cubicBezTo>
                  <a:cubicBezTo>
                    <a:pt x="21" y="33"/>
                    <a:pt x="23" y="34"/>
                    <a:pt x="23" y="36"/>
                  </a:cubicBezTo>
                  <a:cubicBezTo>
                    <a:pt x="23" y="37"/>
                    <a:pt x="21" y="38"/>
                    <a:pt x="18" y="39"/>
                  </a:cubicBezTo>
                  <a:cubicBezTo>
                    <a:pt x="15" y="40"/>
                    <a:pt x="13" y="40"/>
                    <a:pt x="10" y="40"/>
                  </a:cubicBezTo>
                  <a:cubicBezTo>
                    <a:pt x="9" y="40"/>
                    <a:pt x="8" y="40"/>
                    <a:pt x="7" y="39"/>
                  </a:cubicBezTo>
                  <a:cubicBezTo>
                    <a:pt x="6" y="39"/>
                    <a:pt x="6" y="39"/>
                    <a:pt x="5" y="39"/>
                  </a:cubicBezTo>
                  <a:cubicBezTo>
                    <a:pt x="4" y="39"/>
                    <a:pt x="3" y="39"/>
                    <a:pt x="2" y="40"/>
                  </a:cubicBezTo>
                  <a:cubicBezTo>
                    <a:pt x="1" y="41"/>
                    <a:pt x="0" y="42"/>
                    <a:pt x="0" y="43"/>
                  </a:cubicBezTo>
                  <a:cubicBezTo>
                    <a:pt x="0" y="47"/>
                    <a:pt x="3" y="49"/>
                    <a:pt x="7" y="49"/>
                  </a:cubicBezTo>
                  <a:cubicBezTo>
                    <a:pt x="14" y="49"/>
                    <a:pt x="20" y="47"/>
                    <a:pt x="25" y="45"/>
                  </a:cubicBezTo>
                  <a:cubicBezTo>
                    <a:pt x="30" y="42"/>
                    <a:pt x="33" y="39"/>
                    <a:pt x="33" y="35"/>
                  </a:cubicBezTo>
                  <a:cubicBezTo>
                    <a:pt x="33" y="33"/>
                    <a:pt x="32" y="31"/>
                    <a:pt x="30" y="29"/>
                  </a:cubicBezTo>
                  <a:cubicBezTo>
                    <a:pt x="29" y="28"/>
                    <a:pt x="26" y="26"/>
                    <a:pt x="21" y="23"/>
                  </a:cubicBezTo>
                  <a:cubicBezTo>
                    <a:pt x="18" y="22"/>
                    <a:pt x="16" y="21"/>
                    <a:pt x="15" y="20"/>
                  </a:cubicBezTo>
                  <a:cubicBezTo>
                    <a:pt x="14" y="19"/>
                    <a:pt x="14" y="18"/>
                    <a:pt x="14" y="17"/>
                  </a:cubicBezTo>
                  <a:cubicBezTo>
                    <a:pt x="14" y="15"/>
                    <a:pt x="15" y="13"/>
                    <a:pt x="1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 name="Freeform 341"/>
            <p:cNvSpPr>
              <a:spLocks/>
            </p:cNvSpPr>
            <p:nvPr/>
          </p:nvSpPr>
          <p:spPr bwMode="auto">
            <a:xfrm>
              <a:off x="4064000" y="5468938"/>
              <a:ext cx="55563" cy="119063"/>
            </a:xfrm>
            <a:custGeom>
              <a:avLst/>
              <a:gdLst>
                <a:gd name="T0" fmla="*/ 26 w 34"/>
                <a:gd name="T1" fmla="*/ 20 h 73"/>
                <a:gd name="T2" fmla="*/ 28 w 34"/>
                <a:gd name="T3" fmla="*/ 20 h 73"/>
                <a:gd name="T4" fmla="*/ 32 w 34"/>
                <a:gd name="T5" fmla="*/ 17 h 73"/>
                <a:gd name="T6" fmla="*/ 34 w 34"/>
                <a:gd name="T7" fmla="*/ 9 h 73"/>
                <a:gd name="T8" fmla="*/ 31 w 34"/>
                <a:gd name="T9" fmla="*/ 3 h 73"/>
                <a:gd name="T10" fmla="*/ 24 w 34"/>
                <a:gd name="T11" fmla="*/ 0 h 73"/>
                <a:gd name="T12" fmla="*/ 13 w 34"/>
                <a:gd name="T13" fmla="*/ 6 h 73"/>
                <a:gd name="T14" fmla="*/ 6 w 34"/>
                <a:gd name="T15" fmla="*/ 23 h 73"/>
                <a:gd name="T16" fmla="*/ 5 w 34"/>
                <a:gd name="T17" fmla="*/ 28 h 73"/>
                <a:gd name="T18" fmla="*/ 3 w 34"/>
                <a:gd name="T19" fmla="*/ 31 h 73"/>
                <a:gd name="T20" fmla="*/ 0 w 34"/>
                <a:gd name="T21" fmla="*/ 35 h 73"/>
                <a:gd name="T22" fmla="*/ 3 w 34"/>
                <a:gd name="T23" fmla="*/ 39 h 73"/>
                <a:gd name="T24" fmla="*/ 4 w 34"/>
                <a:gd name="T25" fmla="*/ 39 h 73"/>
                <a:gd name="T26" fmla="*/ 2 w 34"/>
                <a:gd name="T27" fmla="*/ 51 h 73"/>
                <a:gd name="T28" fmla="*/ 1 w 34"/>
                <a:gd name="T29" fmla="*/ 66 h 73"/>
                <a:gd name="T30" fmla="*/ 6 w 34"/>
                <a:gd name="T31" fmla="*/ 73 h 73"/>
                <a:gd name="T32" fmla="*/ 9 w 34"/>
                <a:gd name="T33" fmla="*/ 72 h 73"/>
                <a:gd name="T34" fmla="*/ 11 w 34"/>
                <a:gd name="T35" fmla="*/ 69 h 73"/>
                <a:gd name="T36" fmla="*/ 11 w 34"/>
                <a:gd name="T37" fmla="*/ 63 h 73"/>
                <a:gd name="T38" fmla="*/ 11 w 34"/>
                <a:gd name="T39" fmla="*/ 56 h 73"/>
                <a:gd name="T40" fmla="*/ 12 w 34"/>
                <a:gd name="T41" fmla="*/ 49 h 73"/>
                <a:gd name="T42" fmla="*/ 12 w 34"/>
                <a:gd name="T43" fmla="*/ 49 h 73"/>
                <a:gd name="T44" fmla="*/ 13 w 34"/>
                <a:gd name="T45" fmla="*/ 38 h 73"/>
                <a:gd name="T46" fmla="*/ 17 w 34"/>
                <a:gd name="T47" fmla="*/ 38 h 73"/>
                <a:gd name="T48" fmla="*/ 26 w 34"/>
                <a:gd name="T49" fmla="*/ 37 h 73"/>
                <a:gd name="T50" fmla="*/ 30 w 34"/>
                <a:gd name="T51" fmla="*/ 33 h 73"/>
                <a:gd name="T52" fmla="*/ 26 w 34"/>
                <a:gd name="T53" fmla="*/ 30 h 73"/>
                <a:gd name="T54" fmla="*/ 15 w 34"/>
                <a:gd name="T55" fmla="*/ 30 h 73"/>
                <a:gd name="T56" fmla="*/ 14 w 34"/>
                <a:gd name="T57" fmla="*/ 30 h 73"/>
                <a:gd name="T58" fmla="*/ 17 w 34"/>
                <a:gd name="T59" fmla="*/ 16 h 73"/>
                <a:gd name="T60" fmla="*/ 23 w 34"/>
                <a:gd name="T61" fmla="*/ 8 h 73"/>
                <a:gd name="T62" fmla="*/ 25 w 34"/>
                <a:gd name="T63" fmla="*/ 14 h 73"/>
                <a:gd name="T64" fmla="*/ 25 w 34"/>
                <a:gd name="T65" fmla="*/ 18 h 73"/>
                <a:gd name="T66" fmla="*/ 26 w 34"/>
                <a:gd name="T67" fmla="*/ 2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 h="73">
                  <a:moveTo>
                    <a:pt x="26" y="20"/>
                  </a:moveTo>
                  <a:cubicBezTo>
                    <a:pt x="26" y="20"/>
                    <a:pt x="27" y="20"/>
                    <a:pt x="28" y="20"/>
                  </a:cubicBezTo>
                  <a:cubicBezTo>
                    <a:pt x="30" y="20"/>
                    <a:pt x="31" y="19"/>
                    <a:pt x="32" y="17"/>
                  </a:cubicBezTo>
                  <a:cubicBezTo>
                    <a:pt x="33" y="14"/>
                    <a:pt x="34" y="12"/>
                    <a:pt x="34" y="9"/>
                  </a:cubicBezTo>
                  <a:cubicBezTo>
                    <a:pt x="34" y="7"/>
                    <a:pt x="33" y="5"/>
                    <a:pt x="31" y="3"/>
                  </a:cubicBezTo>
                  <a:cubicBezTo>
                    <a:pt x="29" y="1"/>
                    <a:pt x="27" y="0"/>
                    <a:pt x="24" y="0"/>
                  </a:cubicBezTo>
                  <a:cubicBezTo>
                    <a:pt x="19" y="0"/>
                    <a:pt x="16" y="2"/>
                    <a:pt x="13" y="6"/>
                  </a:cubicBezTo>
                  <a:cubicBezTo>
                    <a:pt x="10" y="9"/>
                    <a:pt x="8" y="15"/>
                    <a:pt x="6" y="23"/>
                  </a:cubicBezTo>
                  <a:cubicBezTo>
                    <a:pt x="6" y="26"/>
                    <a:pt x="5" y="27"/>
                    <a:pt x="5" y="28"/>
                  </a:cubicBezTo>
                  <a:cubicBezTo>
                    <a:pt x="5" y="29"/>
                    <a:pt x="4" y="30"/>
                    <a:pt x="3" y="31"/>
                  </a:cubicBezTo>
                  <a:cubicBezTo>
                    <a:pt x="1" y="32"/>
                    <a:pt x="0" y="34"/>
                    <a:pt x="0" y="35"/>
                  </a:cubicBezTo>
                  <a:cubicBezTo>
                    <a:pt x="0" y="36"/>
                    <a:pt x="1" y="37"/>
                    <a:pt x="3" y="39"/>
                  </a:cubicBezTo>
                  <a:cubicBezTo>
                    <a:pt x="3" y="39"/>
                    <a:pt x="4" y="39"/>
                    <a:pt x="4" y="39"/>
                  </a:cubicBezTo>
                  <a:cubicBezTo>
                    <a:pt x="4" y="42"/>
                    <a:pt x="3" y="46"/>
                    <a:pt x="2" y="51"/>
                  </a:cubicBezTo>
                  <a:cubicBezTo>
                    <a:pt x="1" y="59"/>
                    <a:pt x="1" y="64"/>
                    <a:pt x="1" y="66"/>
                  </a:cubicBezTo>
                  <a:cubicBezTo>
                    <a:pt x="1" y="71"/>
                    <a:pt x="2" y="73"/>
                    <a:pt x="6" y="73"/>
                  </a:cubicBezTo>
                  <a:cubicBezTo>
                    <a:pt x="7" y="73"/>
                    <a:pt x="8" y="73"/>
                    <a:pt x="9" y="72"/>
                  </a:cubicBezTo>
                  <a:cubicBezTo>
                    <a:pt x="10" y="71"/>
                    <a:pt x="11" y="70"/>
                    <a:pt x="11" y="69"/>
                  </a:cubicBezTo>
                  <a:cubicBezTo>
                    <a:pt x="11" y="67"/>
                    <a:pt x="11" y="65"/>
                    <a:pt x="11" y="63"/>
                  </a:cubicBezTo>
                  <a:cubicBezTo>
                    <a:pt x="11" y="60"/>
                    <a:pt x="11" y="58"/>
                    <a:pt x="11" y="56"/>
                  </a:cubicBezTo>
                  <a:cubicBezTo>
                    <a:pt x="12" y="49"/>
                    <a:pt x="12" y="49"/>
                    <a:pt x="12" y="49"/>
                  </a:cubicBezTo>
                  <a:cubicBezTo>
                    <a:pt x="12" y="49"/>
                    <a:pt x="12" y="49"/>
                    <a:pt x="12" y="49"/>
                  </a:cubicBezTo>
                  <a:cubicBezTo>
                    <a:pt x="12" y="46"/>
                    <a:pt x="12" y="42"/>
                    <a:pt x="13" y="38"/>
                  </a:cubicBezTo>
                  <a:cubicBezTo>
                    <a:pt x="14" y="38"/>
                    <a:pt x="15" y="38"/>
                    <a:pt x="17" y="38"/>
                  </a:cubicBezTo>
                  <a:cubicBezTo>
                    <a:pt x="20" y="38"/>
                    <a:pt x="23" y="38"/>
                    <a:pt x="26" y="37"/>
                  </a:cubicBezTo>
                  <a:cubicBezTo>
                    <a:pt x="28" y="36"/>
                    <a:pt x="30" y="35"/>
                    <a:pt x="30" y="33"/>
                  </a:cubicBezTo>
                  <a:cubicBezTo>
                    <a:pt x="30" y="31"/>
                    <a:pt x="29" y="30"/>
                    <a:pt x="26" y="30"/>
                  </a:cubicBezTo>
                  <a:cubicBezTo>
                    <a:pt x="24" y="30"/>
                    <a:pt x="20" y="30"/>
                    <a:pt x="15" y="30"/>
                  </a:cubicBezTo>
                  <a:cubicBezTo>
                    <a:pt x="14" y="30"/>
                    <a:pt x="14" y="30"/>
                    <a:pt x="14" y="30"/>
                  </a:cubicBezTo>
                  <a:cubicBezTo>
                    <a:pt x="14" y="26"/>
                    <a:pt x="15" y="21"/>
                    <a:pt x="17" y="16"/>
                  </a:cubicBezTo>
                  <a:cubicBezTo>
                    <a:pt x="19" y="11"/>
                    <a:pt x="21" y="8"/>
                    <a:pt x="23" y="8"/>
                  </a:cubicBezTo>
                  <a:cubicBezTo>
                    <a:pt x="25" y="8"/>
                    <a:pt x="25" y="10"/>
                    <a:pt x="25" y="14"/>
                  </a:cubicBezTo>
                  <a:cubicBezTo>
                    <a:pt x="25" y="18"/>
                    <a:pt x="25" y="18"/>
                    <a:pt x="25" y="18"/>
                  </a:cubicBezTo>
                  <a:cubicBezTo>
                    <a:pt x="25" y="18"/>
                    <a:pt x="25" y="19"/>
                    <a:pt x="26"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 name="Freeform 342"/>
            <p:cNvSpPr>
              <a:spLocks/>
            </p:cNvSpPr>
            <p:nvPr/>
          </p:nvSpPr>
          <p:spPr bwMode="auto">
            <a:xfrm>
              <a:off x="4114800" y="5513388"/>
              <a:ext cx="65088" cy="71438"/>
            </a:xfrm>
            <a:custGeom>
              <a:avLst/>
              <a:gdLst>
                <a:gd name="T0" fmla="*/ 39 w 40"/>
                <a:gd name="T1" fmla="*/ 38 h 44"/>
                <a:gd name="T2" fmla="*/ 35 w 40"/>
                <a:gd name="T3" fmla="*/ 26 h 44"/>
                <a:gd name="T4" fmla="*/ 38 w 40"/>
                <a:gd name="T5" fmla="*/ 10 h 44"/>
                <a:gd name="T6" fmla="*/ 38 w 40"/>
                <a:gd name="T7" fmla="*/ 7 h 44"/>
                <a:gd name="T8" fmla="*/ 34 w 40"/>
                <a:gd name="T9" fmla="*/ 3 h 44"/>
                <a:gd name="T10" fmla="*/ 30 w 40"/>
                <a:gd name="T11" fmla="*/ 5 h 44"/>
                <a:gd name="T12" fmla="*/ 27 w 40"/>
                <a:gd name="T13" fmla="*/ 14 h 44"/>
                <a:gd name="T14" fmla="*/ 20 w 40"/>
                <a:gd name="T15" fmla="*/ 27 h 44"/>
                <a:gd name="T16" fmla="*/ 10 w 40"/>
                <a:gd name="T17" fmla="*/ 34 h 44"/>
                <a:gd name="T18" fmla="*/ 8 w 40"/>
                <a:gd name="T19" fmla="*/ 29 h 44"/>
                <a:gd name="T20" fmla="*/ 9 w 40"/>
                <a:gd name="T21" fmla="*/ 21 h 44"/>
                <a:gd name="T22" fmla="*/ 12 w 40"/>
                <a:gd name="T23" fmla="*/ 13 h 44"/>
                <a:gd name="T24" fmla="*/ 14 w 40"/>
                <a:gd name="T25" fmla="*/ 5 h 44"/>
                <a:gd name="T26" fmla="*/ 13 w 40"/>
                <a:gd name="T27" fmla="*/ 2 h 44"/>
                <a:gd name="T28" fmla="*/ 9 w 40"/>
                <a:gd name="T29" fmla="*/ 0 h 44"/>
                <a:gd name="T30" fmla="*/ 4 w 40"/>
                <a:gd name="T31" fmla="*/ 3 h 44"/>
                <a:gd name="T32" fmla="*/ 2 w 40"/>
                <a:gd name="T33" fmla="*/ 15 h 44"/>
                <a:gd name="T34" fmla="*/ 0 w 40"/>
                <a:gd name="T35" fmla="*/ 29 h 44"/>
                <a:gd name="T36" fmla="*/ 3 w 40"/>
                <a:gd name="T37" fmla="*/ 39 h 44"/>
                <a:gd name="T38" fmla="*/ 9 w 40"/>
                <a:gd name="T39" fmla="*/ 42 h 44"/>
                <a:gd name="T40" fmla="*/ 19 w 40"/>
                <a:gd name="T41" fmla="*/ 38 h 44"/>
                <a:gd name="T42" fmla="*/ 28 w 40"/>
                <a:gd name="T43" fmla="*/ 27 h 44"/>
                <a:gd name="T44" fmla="*/ 29 w 40"/>
                <a:gd name="T45" fmla="*/ 39 h 44"/>
                <a:gd name="T46" fmla="*/ 34 w 40"/>
                <a:gd name="T47" fmla="*/ 44 h 44"/>
                <a:gd name="T48" fmla="*/ 38 w 40"/>
                <a:gd name="T49" fmla="*/ 42 h 44"/>
                <a:gd name="T50" fmla="*/ 40 w 40"/>
                <a:gd name="T51" fmla="*/ 40 h 44"/>
                <a:gd name="T52" fmla="*/ 39 w 40"/>
                <a:gd name="T53" fmla="*/ 3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0" h="44">
                  <a:moveTo>
                    <a:pt x="39" y="38"/>
                  </a:moveTo>
                  <a:cubicBezTo>
                    <a:pt x="36" y="37"/>
                    <a:pt x="35" y="33"/>
                    <a:pt x="35" y="26"/>
                  </a:cubicBezTo>
                  <a:cubicBezTo>
                    <a:pt x="35" y="20"/>
                    <a:pt x="36" y="15"/>
                    <a:pt x="38" y="10"/>
                  </a:cubicBezTo>
                  <a:cubicBezTo>
                    <a:pt x="38" y="9"/>
                    <a:pt x="38" y="8"/>
                    <a:pt x="38" y="7"/>
                  </a:cubicBezTo>
                  <a:cubicBezTo>
                    <a:pt x="38" y="4"/>
                    <a:pt x="37" y="3"/>
                    <a:pt x="34" y="3"/>
                  </a:cubicBezTo>
                  <a:cubicBezTo>
                    <a:pt x="33" y="3"/>
                    <a:pt x="31" y="3"/>
                    <a:pt x="30" y="5"/>
                  </a:cubicBezTo>
                  <a:cubicBezTo>
                    <a:pt x="29" y="6"/>
                    <a:pt x="28" y="9"/>
                    <a:pt x="27" y="14"/>
                  </a:cubicBezTo>
                  <a:cubicBezTo>
                    <a:pt x="26" y="18"/>
                    <a:pt x="23" y="23"/>
                    <a:pt x="20" y="27"/>
                  </a:cubicBezTo>
                  <a:cubicBezTo>
                    <a:pt x="16" y="32"/>
                    <a:pt x="13" y="34"/>
                    <a:pt x="10" y="34"/>
                  </a:cubicBezTo>
                  <a:cubicBezTo>
                    <a:pt x="9" y="34"/>
                    <a:pt x="8" y="32"/>
                    <a:pt x="8" y="29"/>
                  </a:cubicBezTo>
                  <a:cubicBezTo>
                    <a:pt x="8" y="27"/>
                    <a:pt x="9" y="25"/>
                    <a:pt x="9" y="21"/>
                  </a:cubicBezTo>
                  <a:cubicBezTo>
                    <a:pt x="10" y="18"/>
                    <a:pt x="11" y="15"/>
                    <a:pt x="12" y="13"/>
                  </a:cubicBezTo>
                  <a:cubicBezTo>
                    <a:pt x="13" y="9"/>
                    <a:pt x="14" y="7"/>
                    <a:pt x="14" y="5"/>
                  </a:cubicBezTo>
                  <a:cubicBezTo>
                    <a:pt x="14" y="4"/>
                    <a:pt x="13" y="3"/>
                    <a:pt x="13" y="2"/>
                  </a:cubicBezTo>
                  <a:cubicBezTo>
                    <a:pt x="12" y="1"/>
                    <a:pt x="10" y="0"/>
                    <a:pt x="9" y="0"/>
                  </a:cubicBezTo>
                  <a:cubicBezTo>
                    <a:pt x="7" y="0"/>
                    <a:pt x="5" y="1"/>
                    <a:pt x="4" y="3"/>
                  </a:cubicBezTo>
                  <a:cubicBezTo>
                    <a:pt x="4" y="6"/>
                    <a:pt x="3" y="10"/>
                    <a:pt x="2" y="15"/>
                  </a:cubicBezTo>
                  <a:cubicBezTo>
                    <a:pt x="0" y="22"/>
                    <a:pt x="0" y="26"/>
                    <a:pt x="0" y="29"/>
                  </a:cubicBezTo>
                  <a:cubicBezTo>
                    <a:pt x="0" y="34"/>
                    <a:pt x="1" y="37"/>
                    <a:pt x="3" y="39"/>
                  </a:cubicBezTo>
                  <a:cubicBezTo>
                    <a:pt x="5" y="41"/>
                    <a:pt x="7" y="42"/>
                    <a:pt x="9" y="42"/>
                  </a:cubicBezTo>
                  <a:cubicBezTo>
                    <a:pt x="12" y="42"/>
                    <a:pt x="16" y="41"/>
                    <a:pt x="19" y="38"/>
                  </a:cubicBezTo>
                  <a:cubicBezTo>
                    <a:pt x="22" y="36"/>
                    <a:pt x="25" y="32"/>
                    <a:pt x="28" y="27"/>
                  </a:cubicBezTo>
                  <a:cubicBezTo>
                    <a:pt x="28" y="32"/>
                    <a:pt x="28" y="36"/>
                    <a:pt x="29" y="39"/>
                  </a:cubicBezTo>
                  <a:cubicBezTo>
                    <a:pt x="30" y="42"/>
                    <a:pt x="32" y="44"/>
                    <a:pt x="34" y="44"/>
                  </a:cubicBezTo>
                  <a:cubicBezTo>
                    <a:pt x="35" y="44"/>
                    <a:pt x="37" y="43"/>
                    <a:pt x="38" y="42"/>
                  </a:cubicBezTo>
                  <a:cubicBezTo>
                    <a:pt x="39" y="42"/>
                    <a:pt x="40" y="41"/>
                    <a:pt x="40" y="40"/>
                  </a:cubicBezTo>
                  <a:cubicBezTo>
                    <a:pt x="40" y="39"/>
                    <a:pt x="40" y="38"/>
                    <a:pt x="39"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 name="Freeform 343"/>
            <p:cNvSpPr>
              <a:spLocks/>
            </p:cNvSpPr>
            <p:nvPr/>
          </p:nvSpPr>
          <p:spPr bwMode="auto">
            <a:xfrm>
              <a:off x="4192588" y="5514976"/>
              <a:ext cx="80963" cy="66675"/>
            </a:xfrm>
            <a:custGeom>
              <a:avLst/>
              <a:gdLst>
                <a:gd name="T0" fmla="*/ 48 w 50"/>
                <a:gd name="T1" fmla="*/ 30 h 41"/>
                <a:gd name="T2" fmla="*/ 46 w 50"/>
                <a:gd name="T3" fmla="*/ 31 h 41"/>
                <a:gd name="T4" fmla="*/ 44 w 50"/>
                <a:gd name="T5" fmla="*/ 31 h 41"/>
                <a:gd name="T6" fmla="*/ 40 w 50"/>
                <a:gd name="T7" fmla="*/ 17 h 41"/>
                <a:gd name="T8" fmla="*/ 29 w 50"/>
                <a:gd name="T9" fmla="*/ 2 h 41"/>
                <a:gd name="T10" fmla="*/ 10 w 50"/>
                <a:gd name="T11" fmla="*/ 22 h 41"/>
                <a:gd name="T12" fmla="*/ 12 w 50"/>
                <a:gd name="T13" fmla="*/ 8 h 41"/>
                <a:gd name="T14" fmla="*/ 11 w 50"/>
                <a:gd name="T15" fmla="*/ 2 h 41"/>
                <a:gd name="T16" fmla="*/ 8 w 50"/>
                <a:gd name="T17" fmla="*/ 0 h 41"/>
                <a:gd name="T18" fmla="*/ 4 w 50"/>
                <a:gd name="T19" fmla="*/ 3 h 41"/>
                <a:gd name="T20" fmla="*/ 3 w 50"/>
                <a:gd name="T21" fmla="*/ 7 h 41"/>
                <a:gd name="T22" fmla="*/ 1 w 50"/>
                <a:gd name="T23" fmla="*/ 27 h 41"/>
                <a:gd name="T24" fmla="*/ 0 w 50"/>
                <a:gd name="T25" fmla="*/ 36 h 41"/>
                <a:gd name="T26" fmla="*/ 6 w 50"/>
                <a:gd name="T27" fmla="*/ 41 h 41"/>
                <a:gd name="T28" fmla="*/ 8 w 50"/>
                <a:gd name="T29" fmla="*/ 40 h 41"/>
                <a:gd name="T30" fmla="*/ 9 w 50"/>
                <a:gd name="T31" fmla="*/ 38 h 41"/>
                <a:gd name="T32" fmla="*/ 18 w 50"/>
                <a:gd name="T33" fmla="*/ 22 h 41"/>
                <a:gd name="T34" fmla="*/ 27 w 50"/>
                <a:gd name="T35" fmla="*/ 12 h 41"/>
                <a:gd name="T36" fmla="*/ 31 w 50"/>
                <a:gd name="T37" fmla="*/ 22 h 41"/>
                <a:gd name="T38" fmla="*/ 34 w 50"/>
                <a:gd name="T39" fmla="*/ 35 h 41"/>
                <a:gd name="T40" fmla="*/ 34 w 50"/>
                <a:gd name="T41" fmla="*/ 35 h 41"/>
                <a:gd name="T42" fmla="*/ 41 w 50"/>
                <a:gd name="T43" fmla="*/ 39 h 41"/>
                <a:gd name="T44" fmla="*/ 47 w 50"/>
                <a:gd name="T45" fmla="*/ 37 h 41"/>
                <a:gd name="T46" fmla="*/ 50 w 50"/>
                <a:gd name="T47" fmla="*/ 33 h 41"/>
                <a:gd name="T48" fmla="*/ 48 w 50"/>
                <a:gd name="T49" fmla="*/ 3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0" h="41">
                  <a:moveTo>
                    <a:pt x="48" y="30"/>
                  </a:moveTo>
                  <a:cubicBezTo>
                    <a:pt x="47" y="30"/>
                    <a:pt x="47" y="30"/>
                    <a:pt x="46" y="31"/>
                  </a:cubicBezTo>
                  <a:cubicBezTo>
                    <a:pt x="45" y="31"/>
                    <a:pt x="44" y="31"/>
                    <a:pt x="44" y="31"/>
                  </a:cubicBezTo>
                  <a:cubicBezTo>
                    <a:pt x="42" y="31"/>
                    <a:pt x="41" y="26"/>
                    <a:pt x="40" y="17"/>
                  </a:cubicBezTo>
                  <a:cubicBezTo>
                    <a:pt x="39" y="7"/>
                    <a:pt x="35" y="2"/>
                    <a:pt x="29" y="2"/>
                  </a:cubicBezTo>
                  <a:cubicBezTo>
                    <a:pt x="22" y="2"/>
                    <a:pt x="16" y="9"/>
                    <a:pt x="10" y="22"/>
                  </a:cubicBezTo>
                  <a:cubicBezTo>
                    <a:pt x="12" y="15"/>
                    <a:pt x="12" y="10"/>
                    <a:pt x="12" y="8"/>
                  </a:cubicBezTo>
                  <a:cubicBezTo>
                    <a:pt x="12" y="4"/>
                    <a:pt x="12" y="2"/>
                    <a:pt x="11" y="2"/>
                  </a:cubicBezTo>
                  <a:cubicBezTo>
                    <a:pt x="10" y="1"/>
                    <a:pt x="9" y="0"/>
                    <a:pt x="8" y="0"/>
                  </a:cubicBezTo>
                  <a:cubicBezTo>
                    <a:pt x="6" y="0"/>
                    <a:pt x="5" y="1"/>
                    <a:pt x="4" y="3"/>
                  </a:cubicBezTo>
                  <a:cubicBezTo>
                    <a:pt x="3" y="4"/>
                    <a:pt x="3" y="5"/>
                    <a:pt x="3" y="7"/>
                  </a:cubicBezTo>
                  <a:cubicBezTo>
                    <a:pt x="3" y="15"/>
                    <a:pt x="2" y="22"/>
                    <a:pt x="1" y="27"/>
                  </a:cubicBezTo>
                  <a:cubicBezTo>
                    <a:pt x="0" y="32"/>
                    <a:pt x="0" y="35"/>
                    <a:pt x="0" y="36"/>
                  </a:cubicBezTo>
                  <a:cubicBezTo>
                    <a:pt x="0" y="39"/>
                    <a:pt x="2" y="41"/>
                    <a:pt x="6" y="41"/>
                  </a:cubicBezTo>
                  <a:cubicBezTo>
                    <a:pt x="6" y="41"/>
                    <a:pt x="7" y="41"/>
                    <a:pt x="8" y="40"/>
                  </a:cubicBezTo>
                  <a:cubicBezTo>
                    <a:pt x="8" y="40"/>
                    <a:pt x="9" y="39"/>
                    <a:pt x="9" y="38"/>
                  </a:cubicBezTo>
                  <a:cubicBezTo>
                    <a:pt x="10" y="34"/>
                    <a:pt x="13" y="29"/>
                    <a:pt x="18" y="22"/>
                  </a:cubicBezTo>
                  <a:cubicBezTo>
                    <a:pt x="22" y="15"/>
                    <a:pt x="26" y="12"/>
                    <a:pt x="27" y="12"/>
                  </a:cubicBezTo>
                  <a:cubicBezTo>
                    <a:pt x="29" y="12"/>
                    <a:pt x="31" y="15"/>
                    <a:pt x="31" y="22"/>
                  </a:cubicBezTo>
                  <a:cubicBezTo>
                    <a:pt x="32" y="28"/>
                    <a:pt x="33" y="33"/>
                    <a:pt x="34" y="35"/>
                  </a:cubicBezTo>
                  <a:cubicBezTo>
                    <a:pt x="34" y="35"/>
                    <a:pt x="34" y="35"/>
                    <a:pt x="34" y="35"/>
                  </a:cubicBezTo>
                  <a:cubicBezTo>
                    <a:pt x="35" y="38"/>
                    <a:pt x="38" y="39"/>
                    <a:pt x="41" y="39"/>
                  </a:cubicBezTo>
                  <a:cubicBezTo>
                    <a:pt x="43" y="39"/>
                    <a:pt x="45" y="38"/>
                    <a:pt x="47" y="37"/>
                  </a:cubicBezTo>
                  <a:cubicBezTo>
                    <a:pt x="49" y="35"/>
                    <a:pt x="50" y="34"/>
                    <a:pt x="50" y="33"/>
                  </a:cubicBezTo>
                  <a:cubicBezTo>
                    <a:pt x="50" y="31"/>
                    <a:pt x="49" y="30"/>
                    <a:pt x="48"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 name="Freeform 344"/>
            <p:cNvSpPr>
              <a:spLocks/>
            </p:cNvSpPr>
            <p:nvPr/>
          </p:nvSpPr>
          <p:spPr bwMode="auto">
            <a:xfrm>
              <a:off x="4278313" y="5510213"/>
              <a:ext cx="57150" cy="74613"/>
            </a:xfrm>
            <a:custGeom>
              <a:avLst/>
              <a:gdLst>
                <a:gd name="T0" fmla="*/ 32 w 35"/>
                <a:gd name="T1" fmla="*/ 31 h 46"/>
                <a:gd name="T2" fmla="*/ 28 w 35"/>
                <a:gd name="T3" fmla="*/ 33 h 46"/>
                <a:gd name="T4" fmla="*/ 15 w 35"/>
                <a:gd name="T5" fmla="*/ 38 h 46"/>
                <a:gd name="T6" fmla="*/ 9 w 35"/>
                <a:gd name="T7" fmla="*/ 32 h 46"/>
                <a:gd name="T8" fmla="*/ 14 w 35"/>
                <a:gd name="T9" fmla="*/ 17 h 46"/>
                <a:gd name="T10" fmla="*/ 22 w 35"/>
                <a:gd name="T11" fmla="*/ 8 h 46"/>
                <a:gd name="T12" fmla="*/ 24 w 35"/>
                <a:gd name="T13" fmla="*/ 12 h 46"/>
                <a:gd name="T14" fmla="*/ 29 w 35"/>
                <a:gd name="T15" fmla="*/ 17 h 46"/>
                <a:gd name="T16" fmla="*/ 31 w 35"/>
                <a:gd name="T17" fmla="*/ 16 h 46"/>
                <a:gd name="T18" fmla="*/ 33 w 35"/>
                <a:gd name="T19" fmla="*/ 11 h 46"/>
                <a:gd name="T20" fmla="*/ 30 w 35"/>
                <a:gd name="T21" fmla="*/ 3 h 46"/>
                <a:gd name="T22" fmla="*/ 24 w 35"/>
                <a:gd name="T23" fmla="*/ 0 h 46"/>
                <a:gd name="T24" fmla="*/ 8 w 35"/>
                <a:gd name="T25" fmla="*/ 11 h 46"/>
                <a:gd name="T26" fmla="*/ 0 w 35"/>
                <a:gd name="T27" fmla="*/ 33 h 46"/>
                <a:gd name="T28" fmla="*/ 3 w 35"/>
                <a:gd name="T29" fmla="*/ 42 h 46"/>
                <a:gd name="T30" fmla="*/ 13 w 35"/>
                <a:gd name="T31" fmla="*/ 46 h 46"/>
                <a:gd name="T32" fmla="*/ 28 w 35"/>
                <a:gd name="T33" fmla="*/ 41 h 46"/>
                <a:gd name="T34" fmla="*/ 35 w 35"/>
                <a:gd name="T35" fmla="*/ 33 h 46"/>
                <a:gd name="T36" fmla="*/ 32 w 35"/>
                <a:gd name="T37" fmla="*/ 3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 h="46">
                  <a:moveTo>
                    <a:pt x="32" y="31"/>
                  </a:moveTo>
                  <a:cubicBezTo>
                    <a:pt x="31" y="31"/>
                    <a:pt x="30" y="32"/>
                    <a:pt x="28" y="33"/>
                  </a:cubicBezTo>
                  <a:cubicBezTo>
                    <a:pt x="23" y="36"/>
                    <a:pt x="19" y="38"/>
                    <a:pt x="15" y="38"/>
                  </a:cubicBezTo>
                  <a:cubicBezTo>
                    <a:pt x="11" y="38"/>
                    <a:pt x="9" y="36"/>
                    <a:pt x="9" y="32"/>
                  </a:cubicBezTo>
                  <a:cubicBezTo>
                    <a:pt x="9" y="28"/>
                    <a:pt x="11" y="23"/>
                    <a:pt x="14" y="17"/>
                  </a:cubicBezTo>
                  <a:cubicBezTo>
                    <a:pt x="17" y="11"/>
                    <a:pt x="20" y="8"/>
                    <a:pt x="22" y="8"/>
                  </a:cubicBezTo>
                  <a:cubicBezTo>
                    <a:pt x="23" y="8"/>
                    <a:pt x="24" y="10"/>
                    <a:pt x="24" y="12"/>
                  </a:cubicBezTo>
                  <a:cubicBezTo>
                    <a:pt x="25" y="16"/>
                    <a:pt x="26" y="17"/>
                    <a:pt x="29" y="17"/>
                  </a:cubicBezTo>
                  <a:cubicBezTo>
                    <a:pt x="29" y="17"/>
                    <a:pt x="30" y="17"/>
                    <a:pt x="31" y="16"/>
                  </a:cubicBezTo>
                  <a:cubicBezTo>
                    <a:pt x="32" y="15"/>
                    <a:pt x="33" y="14"/>
                    <a:pt x="33" y="11"/>
                  </a:cubicBezTo>
                  <a:cubicBezTo>
                    <a:pt x="33" y="8"/>
                    <a:pt x="32" y="6"/>
                    <a:pt x="30" y="3"/>
                  </a:cubicBezTo>
                  <a:cubicBezTo>
                    <a:pt x="28" y="1"/>
                    <a:pt x="26" y="0"/>
                    <a:pt x="24" y="0"/>
                  </a:cubicBezTo>
                  <a:cubicBezTo>
                    <a:pt x="18" y="0"/>
                    <a:pt x="13" y="3"/>
                    <a:pt x="8" y="11"/>
                  </a:cubicBezTo>
                  <a:cubicBezTo>
                    <a:pt x="2" y="19"/>
                    <a:pt x="0" y="26"/>
                    <a:pt x="0" y="33"/>
                  </a:cubicBezTo>
                  <a:cubicBezTo>
                    <a:pt x="0" y="37"/>
                    <a:pt x="1" y="40"/>
                    <a:pt x="3" y="42"/>
                  </a:cubicBezTo>
                  <a:cubicBezTo>
                    <a:pt x="5" y="45"/>
                    <a:pt x="9" y="46"/>
                    <a:pt x="13" y="46"/>
                  </a:cubicBezTo>
                  <a:cubicBezTo>
                    <a:pt x="18" y="46"/>
                    <a:pt x="23" y="44"/>
                    <a:pt x="28" y="41"/>
                  </a:cubicBezTo>
                  <a:cubicBezTo>
                    <a:pt x="32" y="38"/>
                    <a:pt x="35" y="35"/>
                    <a:pt x="35" y="33"/>
                  </a:cubicBezTo>
                  <a:cubicBezTo>
                    <a:pt x="35" y="32"/>
                    <a:pt x="34" y="31"/>
                    <a:pt x="32"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 name="Freeform 345"/>
            <p:cNvSpPr>
              <a:spLocks/>
            </p:cNvSpPr>
            <p:nvPr/>
          </p:nvSpPr>
          <p:spPr bwMode="auto">
            <a:xfrm>
              <a:off x="4343400" y="5487988"/>
              <a:ext cx="63500" cy="96838"/>
            </a:xfrm>
            <a:custGeom>
              <a:avLst/>
              <a:gdLst>
                <a:gd name="T0" fmla="*/ 35 w 39"/>
                <a:gd name="T1" fmla="*/ 15 h 59"/>
                <a:gd name="T2" fmla="*/ 22 w 39"/>
                <a:gd name="T3" fmla="*/ 16 h 59"/>
                <a:gd name="T4" fmla="*/ 25 w 39"/>
                <a:gd name="T5" fmla="*/ 4 h 59"/>
                <a:gd name="T6" fmla="*/ 24 w 39"/>
                <a:gd name="T7" fmla="*/ 1 h 59"/>
                <a:gd name="T8" fmla="*/ 20 w 39"/>
                <a:gd name="T9" fmla="*/ 0 h 59"/>
                <a:gd name="T10" fmla="*/ 15 w 39"/>
                <a:gd name="T11" fmla="*/ 5 h 59"/>
                <a:gd name="T12" fmla="*/ 12 w 39"/>
                <a:gd name="T13" fmla="*/ 17 h 59"/>
                <a:gd name="T14" fmla="*/ 3 w 39"/>
                <a:gd name="T15" fmla="*/ 17 h 59"/>
                <a:gd name="T16" fmla="*/ 0 w 39"/>
                <a:gd name="T17" fmla="*/ 21 h 59"/>
                <a:gd name="T18" fmla="*/ 2 w 39"/>
                <a:gd name="T19" fmla="*/ 25 h 59"/>
                <a:gd name="T20" fmla="*/ 5 w 39"/>
                <a:gd name="T21" fmla="*/ 26 h 59"/>
                <a:gd name="T22" fmla="*/ 6 w 39"/>
                <a:gd name="T23" fmla="*/ 26 h 59"/>
                <a:gd name="T24" fmla="*/ 10 w 39"/>
                <a:gd name="T25" fmla="*/ 25 h 59"/>
                <a:gd name="T26" fmla="*/ 6 w 39"/>
                <a:gd name="T27" fmla="*/ 47 h 59"/>
                <a:gd name="T28" fmla="*/ 8 w 39"/>
                <a:gd name="T29" fmla="*/ 56 h 59"/>
                <a:gd name="T30" fmla="*/ 16 w 39"/>
                <a:gd name="T31" fmla="*/ 59 h 59"/>
                <a:gd name="T32" fmla="*/ 28 w 39"/>
                <a:gd name="T33" fmla="*/ 54 h 59"/>
                <a:gd name="T34" fmla="*/ 34 w 39"/>
                <a:gd name="T35" fmla="*/ 46 h 59"/>
                <a:gd name="T36" fmla="*/ 33 w 39"/>
                <a:gd name="T37" fmla="*/ 45 h 59"/>
                <a:gd name="T38" fmla="*/ 31 w 39"/>
                <a:gd name="T39" fmla="*/ 44 h 59"/>
                <a:gd name="T40" fmla="*/ 28 w 39"/>
                <a:gd name="T41" fmla="*/ 46 h 59"/>
                <a:gd name="T42" fmla="*/ 22 w 39"/>
                <a:gd name="T43" fmla="*/ 49 h 59"/>
                <a:gd name="T44" fmla="*/ 18 w 39"/>
                <a:gd name="T45" fmla="*/ 50 h 59"/>
                <a:gd name="T46" fmla="*/ 16 w 39"/>
                <a:gd name="T47" fmla="*/ 49 h 59"/>
                <a:gd name="T48" fmla="*/ 15 w 39"/>
                <a:gd name="T49" fmla="*/ 44 h 59"/>
                <a:gd name="T50" fmla="*/ 17 w 39"/>
                <a:gd name="T51" fmla="*/ 34 h 59"/>
                <a:gd name="T52" fmla="*/ 19 w 39"/>
                <a:gd name="T53" fmla="*/ 25 h 59"/>
                <a:gd name="T54" fmla="*/ 33 w 39"/>
                <a:gd name="T55" fmla="*/ 23 h 59"/>
                <a:gd name="T56" fmla="*/ 39 w 39"/>
                <a:gd name="T57" fmla="*/ 18 h 59"/>
                <a:gd name="T58" fmla="*/ 38 w 39"/>
                <a:gd name="T59" fmla="*/ 16 h 59"/>
                <a:gd name="T60" fmla="*/ 35 w 39"/>
                <a:gd name="T61" fmla="*/ 1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9" h="59">
                  <a:moveTo>
                    <a:pt x="35" y="15"/>
                  </a:moveTo>
                  <a:cubicBezTo>
                    <a:pt x="35" y="15"/>
                    <a:pt x="30" y="16"/>
                    <a:pt x="22" y="16"/>
                  </a:cubicBezTo>
                  <a:cubicBezTo>
                    <a:pt x="24" y="9"/>
                    <a:pt x="25" y="4"/>
                    <a:pt x="25" y="4"/>
                  </a:cubicBezTo>
                  <a:cubicBezTo>
                    <a:pt x="25" y="3"/>
                    <a:pt x="25" y="2"/>
                    <a:pt x="24" y="1"/>
                  </a:cubicBezTo>
                  <a:cubicBezTo>
                    <a:pt x="23" y="0"/>
                    <a:pt x="22" y="0"/>
                    <a:pt x="20" y="0"/>
                  </a:cubicBezTo>
                  <a:cubicBezTo>
                    <a:pt x="18" y="0"/>
                    <a:pt x="16" y="1"/>
                    <a:pt x="15" y="5"/>
                  </a:cubicBezTo>
                  <a:cubicBezTo>
                    <a:pt x="14" y="10"/>
                    <a:pt x="13" y="14"/>
                    <a:pt x="12" y="17"/>
                  </a:cubicBezTo>
                  <a:cubicBezTo>
                    <a:pt x="3" y="17"/>
                    <a:pt x="3" y="17"/>
                    <a:pt x="3" y="17"/>
                  </a:cubicBezTo>
                  <a:cubicBezTo>
                    <a:pt x="1" y="17"/>
                    <a:pt x="0" y="19"/>
                    <a:pt x="0" y="21"/>
                  </a:cubicBezTo>
                  <a:cubicBezTo>
                    <a:pt x="0" y="22"/>
                    <a:pt x="0" y="24"/>
                    <a:pt x="2" y="25"/>
                  </a:cubicBezTo>
                  <a:cubicBezTo>
                    <a:pt x="3" y="25"/>
                    <a:pt x="4" y="26"/>
                    <a:pt x="5" y="26"/>
                  </a:cubicBezTo>
                  <a:cubicBezTo>
                    <a:pt x="6" y="26"/>
                    <a:pt x="6" y="26"/>
                    <a:pt x="6" y="26"/>
                  </a:cubicBezTo>
                  <a:cubicBezTo>
                    <a:pt x="7" y="26"/>
                    <a:pt x="8" y="26"/>
                    <a:pt x="10" y="25"/>
                  </a:cubicBezTo>
                  <a:cubicBezTo>
                    <a:pt x="7" y="36"/>
                    <a:pt x="6" y="43"/>
                    <a:pt x="6" y="47"/>
                  </a:cubicBezTo>
                  <a:cubicBezTo>
                    <a:pt x="6" y="51"/>
                    <a:pt x="6" y="53"/>
                    <a:pt x="8" y="56"/>
                  </a:cubicBezTo>
                  <a:cubicBezTo>
                    <a:pt x="10" y="58"/>
                    <a:pt x="13" y="59"/>
                    <a:pt x="16" y="59"/>
                  </a:cubicBezTo>
                  <a:cubicBezTo>
                    <a:pt x="20" y="59"/>
                    <a:pt x="24" y="57"/>
                    <a:pt x="28" y="54"/>
                  </a:cubicBezTo>
                  <a:cubicBezTo>
                    <a:pt x="32" y="51"/>
                    <a:pt x="34" y="49"/>
                    <a:pt x="34" y="46"/>
                  </a:cubicBezTo>
                  <a:cubicBezTo>
                    <a:pt x="34" y="46"/>
                    <a:pt x="33" y="45"/>
                    <a:pt x="33" y="45"/>
                  </a:cubicBezTo>
                  <a:cubicBezTo>
                    <a:pt x="33" y="44"/>
                    <a:pt x="32" y="44"/>
                    <a:pt x="31" y="44"/>
                  </a:cubicBezTo>
                  <a:cubicBezTo>
                    <a:pt x="30" y="44"/>
                    <a:pt x="29" y="45"/>
                    <a:pt x="28" y="46"/>
                  </a:cubicBezTo>
                  <a:cubicBezTo>
                    <a:pt x="25" y="48"/>
                    <a:pt x="24" y="49"/>
                    <a:pt x="22" y="49"/>
                  </a:cubicBezTo>
                  <a:cubicBezTo>
                    <a:pt x="21" y="50"/>
                    <a:pt x="20" y="50"/>
                    <a:pt x="18" y="50"/>
                  </a:cubicBezTo>
                  <a:cubicBezTo>
                    <a:pt x="17" y="50"/>
                    <a:pt x="16" y="50"/>
                    <a:pt x="16" y="49"/>
                  </a:cubicBezTo>
                  <a:cubicBezTo>
                    <a:pt x="15" y="48"/>
                    <a:pt x="15" y="46"/>
                    <a:pt x="15" y="44"/>
                  </a:cubicBezTo>
                  <a:cubicBezTo>
                    <a:pt x="15" y="43"/>
                    <a:pt x="16" y="39"/>
                    <a:pt x="17" y="34"/>
                  </a:cubicBezTo>
                  <a:cubicBezTo>
                    <a:pt x="18" y="28"/>
                    <a:pt x="19" y="25"/>
                    <a:pt x="19" y="25"/>
                  </a:cubicBezTo>
                  <a:cubicBezTo>
                    <a:pt x="33" y="23"/>
                    <a:pt x="33" y="23"/>
                    <a:pt x="33" y="23"/>
                  </a:cubicBezTo>
                  <a:cubicBezTo>
                    <a:pt x="37" y="22"/>
                    <a:pt x="39" y="20"/>
                    <a:pt x="39" y="18"/>
                  </a:cubicBezTo>
                  <a:cubicBezTo>
                    <a:pt x="39" y="17"/>
                    <a:pt x="39" y="16"/>
                    <a:pt x="38" y="16"/>
                  </a:cubicBezTo>
                  <a:cubicBezTo>
                    <a:pt x="38" y="15"/>
                    <a:pt x="37" y="15"/>
                    <a:pt x="35"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 name="Freeform 346"/>
            <p:cNvSpPr>
              <a:spLocks/>
            </p:cNvSpPr>
            <p:nvPr/>
          </p:nvSpPr>
          <p:spPr bwMode="auto">
            <a:xfrm>
              <a:off x="4410075" y="5514976"/>
              <a:ext cx="22225" cy="69850"/>
            </a:xfrm>
            <a:custGeom>
              <a:avLst/>
              <a:gdLst>
                <a:gd name="T0" fmla="*/ 9 w 14"/>
                <a:gd name="T1" fmla="*/ 0 h 43"/>
                <a:gd name="T2" fmla="*/ 5 w 14"/>
                <a:gd name="T3" fmla="*/ 2 h 43"/>
                <a:gd name="T4" fmla="*/ 4 w 14"/>
                <a:gd name="T5" fmla="*/ 7 h 43"/>
                <a:gd name="T6" fmla="*/ 3 w 14"/>
                <a:gd name="T7" fmla="*/ 15 h 43"/>
                <a:gd name="T8" fmla="*/ 3 w 14"/>
                <a:gd name="T9" fmla="*/ 15 h 43"/>
                <a:gd name="T10" fmla="*/ 2 w 14"/>
                <a:gd name="T11" fmla="*/ 19 h 43"/>
                <a:gd name="T12" fmla="*/ 0 w 14"/>
                <a:gd name="T13" fmla="*/ 35 h 43"/>
                <a:gd name="T14" fmla="*/ 5 w 14"/>
                <a:gd name="T15" fmla="*/ 43 h 43"/>
                <a:gd name="T16" fmla="*/ 9 w 14"/>
                <a:gd name="T17" fmla="*/ 41 h 43"/>
                <a:gd name="T18" fmla="*/ 11 w 14"/>
                <a:gd name="T19" fmla="*/ 39 h 43"/>
                <a:gd name="T20" fmla="*/ 11 w 14"/>
                <a:gd name="T21" fmla="*/ 38 h 43"/>
                <a:gd name="T22" fmla="*/ 10 w 14"/>
                <a:gd name="T23" fmla="*/ 31 h 43"/>
                <a:gd name="T24" fmla="*/ 10 w 14"/>
                <a:gd name="T25" fmla="*/ 24 h 43"/>
                <a:gd name="T26" fmla="*/ 13 w 14"/>
                <a:gd name="T27" fmla="*/ 11 h 43"/>
                <a:gd name="T28" fmla="*/ 13 w 14"/>
                <a:gd name="T29" fmla="*/ 10 h 43"/>
                <a:gd name="T30" fmla="*/ 14 w 14"/>
                <a:gd name="T31" fmla="*/ 4 h 43"/>
                <a:gd name="T32" fmla="*/ 13 w 14"/>
                <a:gd name="T33" fmla="*/ 1 h 43"/>
                <a:gd name="T34" fmla="*/ 9 w 14"/>
                <a:gd name="T35"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43">
                  <a:moveTo>
                    <a:pt x="9" y="0"/>
                  </a:moveTo>
                  <a:cubicBezTo>
                    <a:pt x="7" y="0"/>
                    <a:pt x="6" y="0"/>
                    <a:pt x="5" y="2"/>
                  </a:cubicBezTo>
                  <a:cubicBezTo>
                    <a:pt x="4" y="3"/>
                    <a:pt x="4" y="5"/>
                    <a:pt x="4" y="7"/>
                  </a:cubicBezTo>
                  <a:cubicBezTo>
                    <a:pt x="4" y="7"/>
                    <a:pt x="3" y="10"/>
                    <a:pt x="3" y="15"/>
                  </a:cubicBezTo>
                  <a:cubicBezTo>
                    <a:pt x="3" y="15"/>
                    <a:pt x="3" y="15"/>
                    <a:pt x="3" y="15"/>
                  </a:cubicBezTo>
                  <a:cubicBezTo>
                    <a:pt x="2" y="16"/>
                    <a:pt x="2" y="17"/>
                    <a:pt x="2" y="19"/>
                  </a:cubicBezTo>
                  <a:cubicBezTo>
                    <a:pt x="1" y="25"/>
                    <a:pt x="0" y="31"/>
                    <a:pt x="0" y="35"/>
                  </a:cubicBezTo>
                  <a:cubicBezTo>
                    <a:pt x="0" y="40"/>
                    <a:pt x="2" y="43"/>
                    <a:pt x="5" y="43"/>
                  </a:cubicBezTo>
                  <a:cubicBezTo>
                    <a:pt x="7" y="43"/>
                    <a:pt x="8" y="42"/>
                    <a:pt x="9" y="41"/>
                  </a:cubicBezTo>
                  <a:cubicBezTo>
                    <a:pt x="10" y="40"/>
                    <a:pt x="11" y="40"/>
                    <a:pt x="11" y="39"/>
                  </a:cubicBezTo>
                  <a:cubicBezTo>
                    <a:pt x="11" y="39"/>
                    <a:pt x="11" y="38"/>
                    <a:pt x="11" y="38"/>
                  </a:cubicBezTo>
                  <a:cubicBezTo>
                    <a:pt x="10" y="35"/>
                    <a:pt x="10" y="33"/>
                    <a:pt x="10" y="31"/>
                  </a:cubicBezTo>
                  <a:cubicBezTo>
                    <a:pt x="10" y="29"/>
                    <a:pt x="10" y="27"/>
                    <a:pt x="10" y="24"/>
                  </a:cubicBezTo>
                  <a:cubicBezTo>
                    <a:pt x="10" y="20"/>
                    <a:pt x="11" y="16"/>
                    <a:pt x="13" y="11"/>
                  </a:cubicBezTo>
                  <a:cubicBezTo>
                    <a:pt x="13" y="10"/>
                    <a:pt x="13" y="10"/>
                    <a:pt x="13" y="10"/>
                  </a:cubicBezTo>
                  <a:cubicBezTo>
                    <a:pt x="14" y="7"/>
                    <a:pt x="14" y="5"/>
                    <a:pt x="14" y="4"/>
                  </a:cubicBezTo>
                  <a:cubicBezTo>
                    <a:pt x="14" y="3"/>
                    <a:pt x="14" y="2"/>
                    <a:pt x="13" y="1"/>
                  </a:cubicBezTo>
                  <a:cubicBezTo>
                    <a:pt x="12" y="0"/>
                    <a:pt x="11"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 name="Freeform 347"/>
            <p:cNvSpPr>
              <a:spLocks/>
            </p:cNvSpPr>
            <p:nvPr/>
          </p:nvSpPr>
          <p:spPr bwMode="auto">
            <a:xfrm>
              <a:off x="4424363" y="5476876"/>
              <a:ext cx="20638" cy="20638"/>
            </a:xfrm>
            <a:custGeom>
              <a:avLst/>
              <a:gdLst>
                <a:gd name="T0" fmla="*/ 7 w 13"/>
                <a:gd name="T1" fmla="*/ 0 h 12"/>
                <a:gd name="T2" fmla="*/ 2 w 13"/>
                <a:gd name="T3" fmla="*/ 2 h 12"/>
                <a:gd name="T4" fmla="*/ 0 w 13"/>
                <a:gd name="T5" fmla="*/ 6 h 12"/>
                <a:gd name="T6" fmla="*/ 2 w 13"/>
                <a:gd name="T7" fmla="*/ 10 h 12"/>
                <a:gd name="T8" fmla="*/ 6 w 13"/>
                <a:gd name="T9" fmla="*/ 12 h 12"/>
                <a:gd name="T10" fmla="*/ 10 w 13"/>
                <a:gd name="T11" fmla="*/ 10 h 12"/>
                <a:gd name="T12" fmla="*/ 13 w 13"/>
                <a:gd name="T13" fmla="*/ 5 h 12"/>
                <a:gd name="T14" fmla="*/ 11 w 13"/>
                <a:gd name="T15" fmla="*/ 2 h 12"/>
                <a:gd name="T16" fmla="*/ 7 w 1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2">
                  <a:moveTo>
                    <a:pt x="7" y="0"/>
                  </a:moveTo>
                  <a:cubicBezTo>
                    <a:pt x="5" y="0"/>
                    <a:pt x="3" y="1"/>
                    <a:pt x="2" y="2"/>
                  </a:cubicBezTo>
                  <a:cubicBezTo>
                    <a:pt x="0" y="3"/>
                    <a:pt x="0" y="4"/>
                    <a:pt x="0" y="6"/>
                  </a:cubicBezTo>
                  <a:cubicBezTo>
                    <a:pt x="0" y="8"/>
                    <a:pt x="0" y="9"/>
                    <a:pt x="2" y="10"/>
                  </a:cubicBezTo>
                  <a:cubicBezTo>
                    <a:pt x="3" y="12"/>
                    <a:pt x="4" y="12"/>
                    <a:pt x="6" y="12"/>
                  </a:cubicBezTo>
                  <a:cubicBezTo>
                    <a:pt x="7" y="12"/>
                    <a:pt x="8" y="12"/>
                    <a:pt x="10" y="10"/>
                  </a:cubicBezTo>
                  <a:cubicBezTo>
                    <a:pt x="12" y="9"/>
                    <a:pt x="13" y="7"/>
                    <a:pt x="13" y="5"/>
                  </a:cubicBezTo>
                  <a:cubicBezTo>
                    <a:pt x="13" y="4"/>
                    <a:pt x="12" y="3"/>
                    <a:pt x="11" y="2"/>
                  </a:cubicBezTo>
                  <a:cubicBezTo>
                    <a:pt x="10" y="1"/>
                    <a:pt x="9"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 name="Freeform 348"/>
            <p:cNvSpPr>
              <a:spLocks noEditPoints="1"/>
            </p:cNvSpPr>
            <p:nvPr/>
          </p:nvSpPr>
          <p:spPr bwMode="auto">
            <a:xfrm>
              <a:off x="4445000" y="5511801"/>
              <a:ext cx="63500" cy="73025"/>
            </a:xfrm>
            <a:custGeom>
              <a:avLst/>
              <a:gdLst>
                <a:gd name="T0" fmla="*/ 24 w 39"/>
                <a:gd name="T1" fmla="*/ 0 h 45"/>
                <a:gd name="T2" fmla="*/ 7 w 39"/>
                <a:gd name="T3" fmla="*/ 10 h 45"/>
                <a:gd name="T4" fmla="*/ 0 w 39"/>
                <a:gd name="T5" fmla="*/ 30 h 45"/>
                <a:gd name="T6" fmla="*/ 4 w 39"/>
                <a:gd name="T7" fmla="*/ 40 h 45"/>
                <a:gd name="T8" fmla="*/ 13 w 39"/>
                <a:gd name="T9" fmla="*/ 45 h 45"/>
                <a:gd name="T10" fmla="*/ 28 w 39"/>
                <a:gd name="T11" fmla="*/ 38 h 45"/>
                <a:gd name="T12" fmla="*/ 38 w 39"/>
                <a:gd name="T13" fmla="*/ 23 h 45"/>
                <a:gd name="T14" fmla="*/ 38 w 39"/>
                <a:gd name="T15" fmla="*/ 23 h 45"/>
                <a:gd name="T16" fmla="*/ 39 w 39"/>
                <a:gd name="T17" fmla="*/ 17 h 45"/>
                <a:gd name="T18" fmla="*/ 35 w 39"/>
                <a:gd name="T19" fmla="*/ 5 h 45"/>
                <a:gd name="T20" fmla="*/ 24 w 39"/>
                <a:gd name="T21" fmla="*/ 0 h 45"/>
                <a:gd name="T22" fmla="*/ 24 w 39"/>
                <a:gd name="T23" fmla="*/ 31 h 45"/>
                <a:gd name="T24" fmla="*/ 14 w 39"/>
                <a:gd name="T25" fmla="*/ 37 h 45"/>
                <a:gd name="T26" fmla="*/ 11 w 39"/>
                <a:gd name="T27" fmla="*/ 34 h 45"/>
                <a:gd name="T28" fmla="*/ 10 w 39"/>
                <a:gd name="T29" fmla="*/ 29 h 45"/>
                <a:gd name="T30" fmla="*/ 12 w 39"/>
                <a:gd name="T31" fmla="*/ 18 h 45"/>
                <a:gd name="T32" fmla="*/ 18 w 39"/>
                <a:gd name="T33" fmla="*/ 10 h 45"/>
                <a:gd name="T34" fmla="*/ 18 w 39"/>
                <a:gd name="T35" fmla="*/ 10 h 45"/>
                <a:gd name="T36" fmla="*/ 23 w 39"/>
                <a:gd name="T37" fmla="*/ 8 h 45"/>
                <a:gd name="T38" fmla="*/ 28 w 39"/>
                <a:gd name="T39" fmla="*/ 11 h 45"/>
                <a:gd name="T40" fmla="*/ 30 w 39"/>
                <a:gd name="T41" fmla="*/ 18 h 45"/>
                <a:gd name="T42" fmla="*/ 24 w 39"/>
                <a:gd name="T43" fmla="*/ 3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9" h="45">
                  <a:moveTo>
                    <a:pt x="24" y="0"/>
                  </a:moveTo>
                  <a:cubicBezTo>
                    <a:pt x="17" y="0"/>
                    <a:pt x="12" y="3"/>
                    <a:pt x="7" y="10"/>
                  </a:cubicBezTo>
                  <a:cubicBezTo>
                    <a:pt x="2" y="17"/>
                    <a:pt x="0" y="23"/>
                    <a:pt x="0" y="30"/>
                  </a:cubicBezTo>
                  <a:cubicBezTo>
                    <a:pt x="0" y="34"/>
                    <a:pt x="1" y="38"/>
                    <a:pt x="4" y="40"/>
                  </a:cubicBezTo>
                  <a:cubicBezTo>
                    <a:pt x="6" y="43"/>
                    <a:pt x="10" y="45"/>
                    <a:pt x="13" y="45"/>
                  </a:cubicBezTo>
                  <a:cubicBezTo>
                    <a:pt x="18" y="45"/>
                    <a:pt x="23" y="43"/>
                    <a:pt x="28" y="38"/>
                  </a:cubicBezTo>
                  <a:cubicBezTo>
                    <a:pt x="33" y="34"/>
                    <a:pt x="37" y="29"/>
                    <a:pt x="38" y="23"/>
                  </a:cubicBezTo>
                  <a:cubicBezTo>
                    <a:pt x="38" y="23"/>
                    <a:pt x="38" y="23"/>
                    <a:pt x="38" y="23"/>
                  </a:cubicBezTo>
                  <a:cubicBezTo>
                    <a:pt x="39" y="21"/>
                    <a:pt x="39" y="19"/>
                    <a:pt x="39" y="17"/>
                  </a:cubicBezTo>
                  <a:cubicBezTo>
                    <a:pt x="39" y="12"/>
                    <a:pt x="38" y="8"/>
                    <a:pt x="35" y="5"/>
                  </a:cubicBezTo>
                  <a:cubicBezTo>
                    <a:pt x="32" y="2"/>
                    <a:pt x="28" y="0"/>
                    <a:pt x="24" y="0"/>
                  </a:cubicBezTo>
                  <a:close/>
                  <a:moveTo>
                    <a:pt x="24" y="31"/>
                  </a:moveTo>
                  <a:cubicBezTo>
                    <a:pt x="21" y="35"/>
                    <a:pt x="17" y="37"/>
                    <a:pt x="14" y="37"/>
                  </a:cubicBezTo>
                  <a:cubicBezTo>
                    <a:pt x="13" y="37"/>
                    <a:pt x="12" y="36"/>
                    <a:pt x="11" y="34"/>
                  </a:cubicBezTo>
                  <a:cubicBezTo>
                    <a:pt x="10" y="33"/>
                    <a:pt x="10" y="31"/>
                    <a:pt x="10" y="29"/>
                  </a:cubicBezTo>
                  <a:cubicBezTo>
                    <a:pt x="10" y="25"/>
                    <a:pt x="11" y="22"/>
                    <a:pt x="12" y="18"/>
                  </a:cubicBezTo>
                  <a:cubicBezTo>
                    <a:pt x="14" y="15"/>
                    <a:pt x="16" y="12"/>
                    <a:pt x="18" y="10"/>
                  </a:cubicBezTo>
                  <a:cubicBezTo>
                    <a:pt x="18" y="10"/>
                    <a:pt x="18" y="10"/>
                    <a:pt x="18" y="10"/>
                  </a:cubicBezTo>
                  <a:cubicBezTo>
                    <a:pt x="19" y="9"/>
                    <a:pt x="21" y="8"/>
                    <a:pt x="23" y="8"/>
                  </a:cubicBezTo>
                  <a:cubicBezTo>
                    <a:pt x="25" y="8"/>
                    <a:pt x="27" y="9"/>
                    <a:pt x="28" y="11"/>
                  </a:cubicBezTo>
                  <a:cubicBezTo>
                    <a:pt x="29" y="13"/>
                    <a:pt x="30" y="15"/>
                    <a:pt x="30" y="18"/>
                  </a:cubicBezTo>
                  <a:cubicBezTo>
                    <a:pt x="30" y="23"/>
                    <a:pt x="28" y="27"/>
                    <a:pt x="24"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 name="Freeform 349"/>
            <p:cNvSpPr>
              <a:spLocks/>
            </p:cNvSpPr>
            <p:nvPr/>
          </p:nvSpPr>
          <p:spPr bwMode="auto">
            <a:xfrm>
              <a:off x="4518025" y="5514976"/>
              <a:ext cx="82550" cy="66675"/>
            </a:xfrm>
            <a:custGeom>
              <a:avLst/>
              <a:gdLst>
                <a:gd name="T0" fmla="*/ 48 w 50"/>
                <a:gd name="T1" fmla="*/ 30 h 41"/>
                <a:gd name="T2" fmla="*/ 46 w 50"/>
                <a:gd name="T3" fmla="*/ 31 h 41"/>
                <a:gd name="T4" fmla="*/ 44 w 50"/>
                <a:gd name="T5" fmla="*/ 31 h 41"/>
                <a:gd name="T6" fmla="*/ 40 w 50"/>
                <a:gd name="T7" fmla="*/ 17 h 41"/>
                <a:gd name="T8" fmla="*/ 30 w 50"/>
                <a:gd name="T9" fmla="*/ 2 h 41"/>
                <a:gd name="T10" fmla="*/ 11 w 50"/>
                <a:gd name="T11" fmla="*/ 22 h 41"/>
                <a:gd name="T12" fmla="*/ 13 w 50"/>
                <a:gd name="T13" fmla="*/ 8 h 41"/>
                <a:gd name="T14" fmla="*/ 12 w 50"/>
                <a:gd name="T15" fmla="*/ 2 h 41"/>
                <a:gd name="T16" fmla="*/ 8 w 50"/>
                <a:gd name="T17" fmla="*/ 0 h 41"/>
                <a:gd name="T18" fmla="*/ 5 w 50"/>
                <a:gd name="T19" fmla="*/ 3 h 41"/>
                <a:gd name="T20" fmla="*/ 3 w 50"/>
                <a:gd name="T21" fmla="*/ 7 h 41"/>
                <a:gd name="T22" fmla="*/ 2 w 50"/>
                <a:gd name="T23" fmla="*/ 27 h 41"/>
                <a:gd name="T24" fmla="*/ 0 w 50"/>
                <a:gd name="T25" fmla="*/ 36 h 41"/>
                <a:gd name="T26" fmla="*/ 6 w 50"/>
                <a:gd name="T27" fmla="*/ 41 h 41"/>
                <a:gd name="T28" fmla="*/ 8 w 50"/>
                <a:gd name="T29" fmla="*/ 40 h 41"/>
                <a:gd name="T30" fmla="*/ 10 w 50"/>
                <a:gd name="T31" fmla="*/ 38 h 41"/>
                <a:gd name="T32" fmla="*/ 18 w 50"/>
                <a:gd name="T33" fmla="*/ 22 h 41"/>
                <a:gd name="T34" fmla="*/ 28 w 50"/>
                <a:gd name="T35" fmla="*/ 12 h 41"/>
                <a:gd name="T36" fmla="*/ 32 w 50"/>
                <a:gd name="T37" fmla="*/ 22 h 41"/>
                <a:gd name="T38" fmla="*/ 35 w 50"/>
                <a:gd name="T39" fmla="*/ 35 h 41"/>
                <a:gd name="T40" fmla="*/ 35 w 50"/>
                <a:gd name="T41" fmla="*/ 35 h 41"/>
                <a:gd name="T42" fmla="*/ 41 w 50"/>
                <a:gd name="T43" fmla="*/ 39 h 41"/>
                <a:gd name="T44" fmla="*/ 48 w 50"/>
                <a:gd name="T45" fmla="*/ 37 h 41"/>
                <a:gd name="T46" fmla="*/ 50 w 50"/>
                <a:gd name="T47" fmla="*/ 33 h 41"/>
                <a:gd name="T48" fmla="*/ 48 w 50"/>
                <a:gd name="T49" fmla="*/ 3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0" h="41">
                  <a:moveTo>
                    <a:pt x="48" y="30"/>
                  </a:moveTo>
                  <a:cubicBezTo>
                    <a:pt x="48" y="30"/>
                    <a:pt x="47" y="30"/>
                    <a:pt x="46" y="31"/>
                  </a:cubicBezTo>
                  <a:cubicBezTo>
                    <a:pt x="45" y="31"/>
                    <a:pt x="45" y="31"/>
                    <a:pt x="44" y="31"/>
                  </a:cubicBezTo>
                  <a:cubicBezTo>
                    <a:pt x="43" y="31"/>
                    <a:pt x="42" y="26"/>
                    <a:pt x="40" y="17"/>
                  </a:cubicBezTo>
                  <a:cubicBezTo>
                    <a:pt x="39" y="7"/>
                    <a:pt x="36" y="2"/>
                    <a:pt x="30" y="2"/>
                  </a:cubicBezTo>
                  <a:cubicBezTo>
                    <a:pt x="23" y="2"/>
                    <a:pt x="16" y="9"/>
                    <a:pt x="11" y="22"/>
                  </a:cubicBezTo>
                  <a:cubicBezTo>
                    <a:pt x="12" y="15"/>
                    <a:pt x="13" y="10"/>
                    <a:pt x="13" y="8"/>
                  </a:cubicBezTo>
                  <a:cubicBezTo>
                    <a:pt x="13" y="4"/>
                    <a:pt x="12" y="2"/>
                    <a:pt x="12" y="2"/>
                  </a:cubicBezTo>
                  <a:cubicBezTo>
                    <a:pt x="11" y="1"/>
                    <a:pt x="10" y="0"/>
                    <a:pt x="8" y="0"/>
                  </a:cubicBezTo>
                  <a:cubicBezTo>
                    <a:pt x="7" y="0"/>
                    <a:pt x="6" y="1"/>
                    <a:pt x="5" y="3"/>
                  </a:cubicBezTo>
                  <a:cubicBezTo>
                    <a:pt x="4" y="4"/>
                    <a:pt x="3" y="5"/>
                    <a:pt x="3" y="7"/>
                  </a:cubicBezTo>
                  <a:cubicBezTo>
                    <a:pt x="3" y="15"/>
                    <a:pt x="3" y="22"/>
                    <a:pt x="2" y="27"/>
                  </a:cubicBezTo>
                  <a:cubicBezTo>
                    <a:pt x="1" y="32"/>
                    <a:pt x="0" y="35"/>
                    <a:pt x="0" y="36"/>
                  </a:cubicBezTo>
                  <a:cubicBezTo>
                    <a:pt x="0" y="39"/>
                    <a:pt x="2" y="41"/>
                    <a:pt x="6" y="41"/>
                  </a:cubicBezTo>
                  <a:cubicBezTo>
                    <a:pt x="7" y="41"/>
                    <a:pt x="8" y="41"/>
                    <a:pt x="8" y="40"/>
                  </a:cubicBezTo>
                  <a:cubicBezTo>
                    <a:pt x="9" y="40"/>
                    <a:pt x="9" y="39"/>
                    <a:pt x="10" y="38"/>
                  </a:cubicBezTo>
                  <a:cubicBezTo>
                    <a:pt x="11" y="34"/>
                    <a:pt x="14" y="29"/>
                    <a:pt x="18" y="22"/>
                  </a:cubicBezTo>
                  <a:cubicBezTo>
                    <a:pt x="23" y="15"/>
                    <a:pt x="26" y="12"/>
                    <a:pt x="28" y="12"/>
                  </a:cubicBezTo>
                  <a:cubicBezTo>
                    <a:pt x="30" y="12"/>
                    <a:pt x="31" y="15"/>
                    <a:pt x="32" y="22"/>
                  </a:cubicBezTo>
                  <a:cubicBezTo>
                    <a:pt x="32" y="28"/>
                    <a:pt x="33" y="33"/>
                    <a:pt x="35" y="35"/>
                  </a:cubicBezTo>
                  <a:cubicBezTo>
                    <a:pt x="35" y="35"/>
                    <a:pt x="35" y="35"/>
                    <a:pt x="35" y="35"/>
                  </a:cubicBezTo>
                  <a:cubicBezTo>
                    <a:pt x="36" y="38"/>
                    <a:pt x="38" y="39"/>
                    <a:pt x="41" y="39"/>
                  </a:cubicBezTo>
                  <a:cubicBezTo>
                    <a:pt x="44" y="39"/>
                    <a:pt x="46" y="38"/>
                    <a:pt x="48" y="37"/>
                  </a:cubicBezTo>
                  <a:cubicBezTo>
                    <a:pt x="49" y="35"/>
                    <a:pt x="50" y="34"/>
                    <a:pt x="50" y="33"/>
                  </a:cubicBezTo>
                  <a:cubicBezTo>
                    <a:pt x="50" y="31"/>
                    <a:pt x="50" y="30"/>
                    <a:pt x="48"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 name="Freeform 354"/>
            <p:cNvSpPr>
              <a:spLocks/>
            </p:cNvSpPr>
            <p:nvPr/>
          </p:nvSpPr>
          <p:spPr bwMode="auto">
            <a:xfrm>
              <a:off x="5176838" y="5329238"/>
              <a:ext cx="25400" cy="95250"/>
            </a:xfrm>
            <a:custGeom>
              <a:avLst/>
              <a:gdLst>
                <a:gd name="T0" fmla="*/ 12 w 16"/>
                <a:gd name="T1" fmla="*/ 25 h 59"/>
                <a:gd name="T2" fmla="*/ 13 w 16"/>
                <a:gd name="T3" fmla="*/ 19 h 59"/>
                <a:gd name="T4" fmla="*/ 16 w 16"/>
                <a:gd name="T5" fmla="*/ 7 h 59"/>
                <a:gd name="T6" fmla="*/ 15 w 16"/>
                <a:gd name="T7" fmla="*/ 2 h 59"/>
                <a:gd name="T8" fmla="*/ 11 w 16"/>
                <a:gd name="T9" fmla="*/ 0 h 59"/>
                <a:gd name="T10" fmla="*/ 9 w 16"/>
                <a:gd name="T11" fmla="*/ 2 h 59"/>
                <a:gd name="T12" fmla="*/ 6 w 16"/>
                <a:gd name="T13" fmla="*/ 4 h 59"/>
                <a:gd name="T14" fmla="*/ 5 w 16"/>
                <a:gd name="T15" fmla="*/ 9 h 59"/>
                <a:gd name="T16" fmla="*/ 4 w 16"/>
                <a:gd name="T17" fmla="*/ 15 h 59"/>
                <a:gd name="T18" fmla="*/ 2 w 16"/>
                <a:gd name="T19" fmla="*/ 31 h 59"/>
                <a:gd name="T20" fmla="*/ 0 w 16"/>
                <a:gd name="T21" fmla="*/ 48 h 59"/>
                <a:gd name="T22" fmla="*/ 1 w 16"/>
                <a:gd name="T23" fmla="*/ 57 h 59"/>
                <a:gd name="T24" fmla="*/ 5 w 16"/>
                <a:gd name="T25" fmla="*/ 59 h 59"/>
                <a:gd name="T26" fmla="*/ 9 w 16"/>
                <a:gd name="T27" fmla="*/ 58 h 59"/>
                <a:gd name="T28" fmla="*/ 11 w 16"/>
                <a:gd name="T29" fmla="*/ 52 h 59"/>
                <a:gd name="T30" fmla="*/ 10 w 16"/>
                <a:gd name="T31" fmla="*/ 42 h 59"/>
                <a:gd name="T32" fmla="*/ 11 w 16"/>
                <a:gd name="T33" fmla="*/ 30 h 59"/>
                <a:gd name="T34" fmla="*/ 12 w 16"/>
                <a:gd name="T35" fmla="*/ 2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59">
                  <a:moveTo>
                    <a:pt x="12" y="25"/>
                  </a:moveTo>
                  <a:cubicBezTo>
                    <a:pt x="12" y="23"/>
                    <a:pt x="13" y="21"/>
                    <a:pt x="13" y="19"/>
                  </a:cubicBezTo>
                  <a:cubicBezTo>
                    <a:pt x="16" y="7"/>
                    <a:pt x="16" y="7"/>
                    <a:pt x="16" y="7"/>
                  </a:cubicBezTo>
                  <a:cubicBezTo>
                    <a:pt x="16" y="5"/>
                    <a:pt x="16" y="3"/>
                    <a:pt x="15" y="2"/>
                  </a:cubicBezTo>
                  <a:cubicBezTo>
                    <a:pt x="14" y="1"/>
                    <a:pt x="13" y="0"/>
                    <a:pt x="11" y="0"/>
                  </a:cubicBezTo>
                  <a:cubicBezTo>
                    <a:pt x="11" y="0"/>
                    <a:pt x="10" y="1"/>
                    <a:pt x="9" y="2"/>
                  </a:cubicBezTo>
                  <a:cubicBezTo>
                    <a:pt x="8" y="2"/>
                    <a:pt x="7" y="3"/>
                    <a:pt x="6" y="4"/>
                  </a:cubicBezTo>
                  <a:cubicBezTo>
                    <a:pt x="6" y="4"/>
                    <a:pt x="5" y="6"/>
                    <a:pt x="5" y="9"/>
                  </a:cubicBezTo>
                  <a:cubicBezTo>
                    <a:pt x="5" y="11"/>
                    <a:pt x="5" y="13"/>
                    <a:pt x="4" y="15"/>
                  </a:cubicBezTo>
                  <a:cubicBezTo>
                    <a:pt x="2" y="31"/>
                    <a:pt x="2" y="31"/>
                    <a:pt x="2" y="31"/>
                  </a:cubicBezTo>
                  <a:cubicBezTo>
                    <a:pt x="1" y="40"/>
                    <a:pt x="0" y="46"/>
                    <a:pt x="0" y="48"/>
                  </a:cubicBezTo>
                  <a:cubicBezTo>
                    <a:pt x="0" y="52"/>
                    <a:pt x="0" y="55"/>
                    <a:pt x="1" y="57"/>
                  </a:cubicBezTo>
                  <a:cubicBezTo>
                    <a:pt x="2" y="58"/>
                    <a:pt x="3" y="59"/>
                    <a:pt x="5" y="59"/>
                  </a:cubicBezTo>
                  <a:cubicBezTo>
                    <a:pt x="7" y="59"/>
                    <a:pt x="8" y="59"/>
                    <a:pt x="9" y="58"/>
                  </a:cubicBezTo>
                  <a:cubicBezTo>
                    <a:pt x="11" y="56"/>
                    <a:pt x="11" y="55"/>
                    <a:pt x="11" y="52"/>
                  </a:cubicBezTo>
                  <a:cubicBezTo>
                    <a:pt x="10" y="49"/>
                    <a:pt x="10" y="45"/>
                    <a:pt x="10" y="42"/>
                  </a:cubicBezTo>
                  <a:cubicBezTo>
                    <a:pt x="10" y="40"/>
                    <a:pt x="11" y="36"/>
                    <a:pt x="11" y="30"/>
                  </a:cubicBezTo>
                  <a:cubicBezTo>
                    <a:pt x="12" y="27"/>
                    <a:pt x="12" y="25"/>
                    <a:pt x="12"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 name="Freeform 355"/>
            <p:cNvSpPr>
              <a:spLocks/>
            </p:cNvSpPr>
            <p:nvPr/>
          </p:nvSpPr>
          <p:spPr bwMode="auto">
            <a:xfrm>
              <a:off x="5213350" y="5357813"/>
              <a:ext cx="80963" cy="65088"/>
            </a:xfrm>
            <a:custGeom>
              <a:avLst/>
              <a:gdLst>
                <a:gd name="T0" fmla="*/ 47 w 49"/>
                <a:gd name="T1" fmla="*/ 36 h 40"/>
                <a:gd name="T2" fmla="*/ 49 w 49"/>
                <a:gd name="T3" fmla="*/ 32 h 40"/>
                <a:gd name="T4" fmla="*/ 48 w 49"/>
                <a:gd name="T5" fmla="*/ 29 h 40"/>
                <a:gd name="T6" fmla="*/ 45 w 49"/>
                <a:gd name="T7" fmla="*/ 30 h 40"/>
                <a:gd name="T8" fmla="*/ 43 w 49"/>
                <a:gd name="T9" fmla="*/ 30 h 40"/>
                <a:gd name="T10" fmla="*/ 40 w 49"/>
                <a:gd name="T11" fmla="*/ 16 h 40"/>
                <a:gd name="T12" fmla="*/ 29 w 49"/>
                <a:gd name="T13" fmla="*/ 1 h 40"/>
                <a:gd name="T14" fmla="*/ 10 w 49"/>
                <a:gd name="T15" fmla="*/ 21 h 40"/>
                <a:gd name="T16" fmla="*/ 12 w 49"/>
                <a:gd name="T17" fmla="*/ 7 h 40"/>
                <a:gd name="T18" fmla="*/ 11 w 49"/>
                <a:gd name="T19" fmla="*/ 1 h 40"/>
                <a:gd name="T20" fmla="*/ 7 w 49"/>
                <a:gd name="T21" fmla="*/ 0 h 40"/>
                <a:gd name="T22" fmla="*/ 4 w 49"/>
                <a:gd name="T23" fmla="*/ 2 h 40"/>
                <a:gd name="T24" fmla="*/ 2 w 49"/>
                <a:gd name="T25" fmla="*/ 6 h 40"/>
                <a:gd name="T26" fmla="*/ 1 w 49"/>
                <a:gd name="T27" fmla="*/ 26 h 40"/>
                <a:gd name="T28" fmla="*/ 0 w 49"/>
                <a:gd name="T29" fmla="*/ 35 h 40"/>
                <a:gd name="T30" fmla="*/ 5 w 49"/>
                <a:gd name="T31" fmla="*/ 40 h 40"/>
                <a:gd name="T32" fmla="*/ 7 w 49"/>
                <a:gd name="T33" fmla="*/ 39 h 40"/>
                <a:gd name="T34" fmla="*/ 9 w 49"/>
                <a:gd name="T35" fmla="*/ 37 h 40"/>
                <a:gd name="T36" fmla="*/ 17 w 49"/>
                <a:gd name="T37" fmla="*/ 21 h 40"/>
                <a:gd name="T38" fmla="*/ 27 w 49"/>
                <a:gd name="T39" fmla="*/ 11 h 40"/>
                <a:gd name="T40" fmla="*/ 31 w 49"/>
                <a:gd name="T41" fmla="*/ 21 h 40"/>
                <a:gd name="T42" fmla="*/ 34 w 49"/>
                <a:gd name="T43" fmla="*/ 34 h 40"/>
                <a:gd name="T44" fmla="*/ 34 w 49"/>
                <a:gd name="T45" fmla="*/ 34 h 40"/>
                <a:gd name="T46" fmla="*/ 40 w 49"/>
                <a:gd name="T47" fmla="*/ 38 h 40"/>
                <a:gd name="T48" fmla="*/ 47 w 49"/>
                <a:gd name="T49" fmla="*/ 3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9" h="40">
                  <a:moveTo>
                    <a:pt x="47" y="36"/>
                  </a:moveTo>
                  <a:cubicBezTo>
                    <a:pt x="49" y="34"/>
                    <a:pt x="49" y="33"/>
                    <a:pt x="49" y="32"/>
                  </a:cubicBezTo>
                  <a:cubicBezTo>
                    <a:pt x="49" y="30"/>
                    <a:pt x="49" y="29"/>
                    <a:pt x="48" y="29"/>
                  </a:cubicBezTo>
                  <a:cubicBezTo>
                    <a:pt x="47" y="29"/>
                    <a:pt x="46" y="30"/>
                    <a:pt x="45" y="30"/>
                  </a:cubicBezTo>
                  <a:cubicBezTo>
                    <a:pt x="44" y="30"/>
                    <a:pt x="44" y="30"/>
                    <a:pt x="43" y="30"/>
                  </a:cubicBezTo>
                  <a:cubicBezTo>
                    <a:pt x="42" y="30"/>
                    <a:pt x="41" y="25"/>
                    <a:pt x="40" y="16"/>
                  </a:cubicBezTo>
                  <a:cubicBezTo>
                    <a:pt x="39" y="6"/>
                    <a:pt x="35" y="1"/>
                    <a:pt x="29" y="1"/>
                  </a:cubicBezTo>
                  <a:cubicBezTo>
                    <a:pt x="22" y="1"/>
                    <a:pt x="15" y="8"/>
                    <a:pt x="10" y="21"/>
                  </a:cubicBezTo>
                  <a:cubicBezTo>
                    <a:pt x="11" y="14"/>
                    <a:pt x="12" y="9"/>
                    <a:pt x="12" y="7"/>
                  </a:cubicBezTo>
                  <a:cubicBezTo>
                    <a:pt x="12" y="3"/>
                    <a:pt x="12" y="1"/>
                    <a:pt x="11" y="1"/>
                  </a:cubicBezTo>
                  <a:cubicBezTo>
                    <a:pt x="10" y="0"/>
                    <a:pt x="9" y="0"/>
                    <a:pt x="7" y="0"/>
                  </a:cubicBezTo>
                  <a:cubicBezTo>
                    <a:pt x="6" y="0"/>
                    <a:pt x="5" y="0"/>
                    <a:pt x="4" y="2"/>
                  </a:cubicBezTo>
                  <a:cubicBezTo>
                    <a:pt x="3" y="3"/>
                    <a:pt x="2" y="4"/>
                    <a:pt x="2" y="6"/>
                  </a:cubicBezTo>
                  <a:cubicBezTo>
                    <a:pt x="2" y="14"/>
                    <a:pt x="2" y="21"/>
                    <a:pt x="1" y="26"/>
                  </a:cubicBezTo>
                  <a:cubicBezTo>
                    <a:pt x="0" y="31"/>
                    <a:pt x="0" y="34"/>
                    <a:pt x="0" y="35"/>
                  </a:cubicBezTo>
                  <a:cubicBezTo>
                    <a:pt x="0" y="39"/>
                    <a:pt x="1" y="40"/>
                    <a:pt x="5" y="40"/>
                  </a:cubicBezTo>
                  <a:cubicBezTo>
                    <a:pt x="6" y="40"/>
                    <a:pt x="7" y="40"/>
                    <a:pt x="7" y="39"/>
                  </a:cubicBezTo>
                  <a:cubicBezTo>
                    <a:pt x="8" y="39"/>
                    <a:pt x="8" y="38"/>
                    <a:pt x="9" y="37"/>
                  </a:cubicBezTo>
                  <a:cubicBezTo>
                    <a:pt x="10" y="34"/>
                    <a:pt x="13" y="28"/>
                    <a:pt x="17" y="21"/>
                  </a:cubicBezTo>
                  <a:cubicBezTo>
                    <a:pt x="22" y="14"/>
                    <a:pt x="25" y="11"/>
                    <a:pt x="27" y="11"/>
                  </a:cubicBezTo>
                  <a:cubicBezTo>
                    <a:pt x="29" y="11"/>
                    <a:pt x="30" y="14"/>
                    <a:pt x="31" y="21"/>
                  </a:cubicBezTo>
                  <a:cubicBezTo>
                    <a:pt x="32" y="27"/>
                    <a:pt x="33" y="32"/>
                    <a:pt x="34" y="34"/>
                  </a:cubicBezTo>
                  <a:cubicBezTo>
                    <a:pt x="34" y="34"/>
                    <a:pt x="34" y="34"/>
                    <a:pt x="34" y="34"/>
                  </a:cubicBezTo>
                  <a:cubicBezTo>
                    <a:pt x="35" y="37"/>
                    <a:pt x="37" y="38"/>
                    <a:pt x="40" y="38"/>
                  </a:cubicBezTo>
                  <a:cubicBezTo>
                    <a:pt x="43" y="38"/>
                    <a:pt x="45" y="37"/>
                    <a:pt x="47"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 name="Freeform 356"/>
            <p:cNvSpPr>
              <a:spLocks/>
            </p:cNvSpPr>
            <p:nvPr/>
          </p:nvSpPr>
          <p:spPr bwMode="auto">
            <a:xfrm>
              <a:off x="5294313" y="5348288"/>
              <a:ext cx="53975" cy="79375"/>
            </a:xfrm>
            <a:custGeom>
              <a:avLst/>
              <a:gdLst>
                <a:gd name="T0" fmla="*/ 33 w 33"/>
                <a:gd name="T1" fmla="*/ 35 h 49"/>
                <a:gd name="T2" fmla="*/ 31 w 33"/>
                <a:gd name="T3" fmla="*/ 29 h 49"/>
                <a:gd name="T4" fmla="*/ 22 w 33"/>
                <a:gd name="T5" fmla="*/ 24 h 49"/>
                <a:gd name="T6" fmla="*/ 16 w 33"/>
                <a:gd name="T7" fmla="*/ 20 h 49"/>
                <a:gd name="T8" fmla="*/ 14 w 33"/>
                <a:gd name="T9" fmla="*/ 17 h 49"/>
                <a:gd name="T10" fmla="*/ 18 w 33"/>
                <a:gd name="T11" fmla="*/ 11 h 49"/>
                <a:gd name="T12" fmla="*/ 26 w 33"/>
                <a:gd name="T13" fmla="*/ 9 h 49"/>
                <a:gd name="T14" fmla="*/ 28 w 33"/>
                <a:gd name="T15" fmla="*/ 10 h 49"/>
                <a:gd name="T16" fmla="*/ 29 w 33"/>
                <a:gd name="T17" fmla="*/ 10 h 49"/>
                <a:gd name="T18" fmla="*/ 32 w 33"/>
                <a:gd name="T19" fmla="*/ 9 h 49"/>
                <a:gd name="T20" fmla="*/ 33 w 33"/>
                <a:gd name="T21" fmla="*/ 6 h 49"/>
                <a:gd name="T22" fmla="*/ 27 w 33"/>
                <a:gd name="T23" fmla="*/ 0 h 49"/>
                <a:gd name="T24" fmla="*/ 12 w 33"/>
                <a:gd name="T25" fmla="*/ 6 h 49"/>
                <a:gd name="T26" fmla="*/ 4 w 33"/>
                <a:gd name="T27" fmla="*/ 18 h 49"/>
                <a:gd name="T28" fmla="*/ 6 w 33"/>
                <a:gd name="T29" fmla="*/ 24 h 49"/>
                <a:gd name="T30" fmla="*/ 17 w 33"/>
                <a:gd name="T31" fmla="*/ 31 h 49"/>
                <a:gd name="T32" fmla="*/ 24 w 33"/>
                <a:gd name="T33" fmla="*/ 36 h 49"/>
                <a:gd name="T34" fmla="*/ 18 w 33"/>
                <a:gd name="T35" fmla="*/ 39 h 49"/>
                <a:gd name="T36" fmla="*/ 10 w 33"/>
                <a:gd name="T37" fmla="*/ 40 h 49"/>
                <a:gd name="T38" fmla="*/ 8 w 33"/>
                <a:gd name="T39" fmla="*/ 39 h 49"/>
                <a:gd name="T40" fmla="*/ 5 w 33"/>
                <a:gd name="T41" fmla="*/ 39 h 49"/>
                <a:gd name="T42" fmla="*/ 2 w 33"/>
                <a:gd name="T43" fmla="*/ 40 h 49"/>
                <a:gd name="T44" fmla="*/ 0 w 33"/>
                <a:gd name="T45" fmla="*/ 43 h 49"/>
                <a:gd name="T46" fmla="*/ 8 w 33"/>
                <a:gd name="T47" fmla="*/ 49 h 49"/>
                <a:gd name="T48" fmla="*/ 25 w 33"/>
                <a:gd name="T49" fmla="*/ 45 h 49"/>
                <a:gd name="T50" fmla="*/ 33 w 33"/>
                <a:gd name="T51" fmla="*/ 3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3" h="49">
                  <a:moveTo>
                    <a:pt x="33" y="35"/>
                  </a:moveTo>
                  <a:cubicBezTo>
                    <a:pt x="33" y="33"/>
                    <a:pt x="32" y="31"/>
                    <a:pt x="31" y="29"/>
                  </a:cubicBezTo>
                  <a:cubicBezTo>
                    <a:pt x="29" y="28"/>
                    <a:pt x="26" y="26"/>
                    <a:pt x="22" y="24"/>
                  </a:cubicBezTo>
                  <a:cubicBezTo>
                    <a:pt x="19" y="22"/>
                    <a:pt x="17" y="21"/>
                    <a:pt x="16" y="20"/>
                  </a:cubicBezTo>
                  <a:cubicBezTo>
                    <a:pt x="15" y="19"/>
                    <a:pt x="14" y="18"/>
                    <a:pt x="14" y="17"/>
                  </a:cubicBezTo>
                  <a:cubicBezTo>
                    <a:pt x="14" y="15"/>
                    <a:pt x="15" y="13"/>
                    <a:pt x="18" y="11"/>
                  </a:cubicBezTo>
                  <a:cubicBezTo>
                    <a:pt x="21" y="10"/>
                    <a:pt x="24" y="9"/>
                    <a:pt x="26" y="9"/>
                  </a:cubicBezTo>
                  <a:cubicBezTo>
                    <a:pt x="26" y="9"/>
                    <a:pt x="27" y="9"/>
                    <a:pt x="28" y="10"/>
                  </a:cubicBezTo>
                  <a:cubicBezTo>
                    <a:pt x="28" y="10"/>
                    <a:pt x="29" y="10"/>
                    <a:pt x="29" y="10"/>
                  </a:cubicBezTo>
                  <a:cubicBezTo>
                    <a:pt x="30" y="10"/>
                    <a:pt x="31" y="10"/>
                    <a:pt x="32" y="9"/>
                  </a:cubicBezTo>
                  <a:cubicBezTo>
                    <a:pt x="33" y="8"/>
                    <a:pt x="33" y="7"/>
                    <a:pt x="33" y="6"/>
                  </a:cubicBezTo>
                  <a:cubicBezTo>
                    <a:pt x="33" y="2"/>
                    <a:pt x="31" y="0"/>
                    <a:pt x="27" y="0"/>
                  </a:cubicBezTo>
                  <a:cubicBezTo>
                    <a:pt x="22" y="0"/>
                    <a:pt x="17" y="2"/>
                    <a:pt x="12" y="6"/>
                  </a:cubicBezTo>
                  <a:cubicBezTo>
                    <a:pt x="7" y="9"/>
                    <a:pt x="4" y="13"/>
                    <a:pt x="4" y="18"/>
                  </a:cubicBezTo>
                  <a:cubicBezTo>
                    <a:pt x="4" y="20"/>
                    <a:pt x="5" y="22"/>
                    <a:pt x="6" y="24"/>
                  </a:cubicBezTo>
                  <a:cubicBezTo>
                    <a:pt x="8" y="26"/>
                    <a:pt x="11" y="28"/>
                    <a:pt x="17" y="31"/>
                  </a:cubicBezTo>
                  <a:cubicBezTo>
                    <a:pt x="21" y="33"/>
                    <a:pt x="24" y="35"/>
                    <a:pt x="24" y="36"/>
                  </a:cubicBezTo>
                  <a:cubicBezTo>
                    <a:pt x="23" y="37"/>
                    <a:pt x="21" y="38"/>
                    <a:pt x="18" y="39"/>
                  </a:cubicBezTo>
                  <a:cubicBezTo>
                    <a:pt x="16" y="40"/>
                    <a:pt x="13" y="40"/>
                    <a:pt x="10" y="40"/>
                  </a:cubicBezTo>
                  <a:cubicBezTo>
                    <a:pt x="10" y="40"/>
                    <a:pt x="9" y="40"/>
                    <a:pt x="8" y="39"/>
                  </a:cubicBezTo>
                  <a:cubicBezTo>
                    <a:pt x="7" y="39"/>
                    <a:pt x="6" y="39"/>
                    <a:pt x="5" y="39"/>
                  </a:cubicBezTo>
                  <a:cubicBezTo>
                    <a:pt x="4" y="39"/>
                    <a:pt x="3" y="39"/>
                    <a:pt x="2" y="40"/>
                  </a:cubicBezTo>
                  <a:cubicBezTo>
                    <a:pt x="1" y="41"/>
                    <a:pt x="0" y="42"/>
                    <a:pt x="0" y="43"/>
                  </a:cubicBezTo>
                  <a:cubicBezTo>
                    <a:pt x="0" y="47"/>
                    <a:pt x="3" y="49"/>
                    <a:pt x="8" y="49"/>
                  </a:cubicBezTo>
                  <a:cubicBezTo>
                    <a:pt x="14" y="49"/>
                    <a:pt x="20" y="47"/>
                    <a:pt x="25" y="45"/>
                  </a:cubicBezTo>
                  <a:cubicBezTo>
                    <a:pt x="30" y="42"/>
                    <a:pt x="33" y="39"/>
                    <a:pt x="33"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 name="Freeform 357"/>
            <p:cNvSpPr>
              <a:spLocks/>
            </p:cNvSpPr>
            <p:nvPr/>
          </p:nvSpPr>
          <p:spPr bwMode="auto">
            <a:xfrm>
              <a:off x="5357813" y="5354638"/>
              <a:ext cx="65088" cy="71438"/>
            </a:xfrm>
            <a:custGeom>
              <a:avLst/>
              <a:gdLst>
                <a:gd name="T0" fmla="*/ 34 w 40"/>
                <a:gd name="T1" fmla="*/ 44 h 44"/>
                <a:gd name="T2" fmla="*/ 38 w 40"/>
                <a:gd name="T3" fmla="*/ 42 h 44"/>
                <a:gd name="T4" fmla="*/ 40 w 40"/>
                <a:gd name="T5" fmla="*/ 40 h 44"/>
                <a:gd name="T6" fmla="*/ 39 w 40"/>
                <a:gd name="T7" fmla="*/ 38 h 44"/>
                <a:gd name="T8" fmla="*/ 36 w 40"/>
                <a:gd name="T9" fmla="*/ 26 h 44"/>
                <a:gd name="T10" fmla="*/ 38 w 40"/>
                <a:gd name="T11" fmla="*/ 10 h 44"/>
                <a:gd name="T12" fmla="*/ 39 w 40"/>
                <a:gd name="T13" fmla="*/ 7 h 44"/>
                <a:gd name="T14" fmla="*/ 35 w 40"/>
                <a:gd name="T15" fmla="*/ 3 h 44"/>
                <a:gd name="T16" fmla="*/ 31 w 40"/>
                <a:gd name="T17" fmla="*/ 5 h 44"/>
                <a:gd name="T18" fmla="*/ 27 w 40"/>
                <a:gd name="T19" fmla="*/ 14 h 44"/>
                <a:gd name="T20" fmla="*/ 20 w 40"/>
                <a:gd name="T21" fmla="*/ 27 h 44"/>
                <a:gd name="T22" fmla="*/ 11 w 40"/>
                <a:gd name="T23" fmla="*/ 34 h 44"/>
                <a:gd name="T24" fmla="*/ 8 w 40"/>
                <a:gd name="T25" fmla="*/ 29 h 44"/>
                <a:gd name="T26" fmla="*/ 10 w 40"/>
                <a:gd name="T27" fmla="*/ 21 h 44"/>
                <a:gd name="T28" fmla="*/ 12 w 40"/>
                <a:gd name="T29" fmla="*/ 13 h 44"/>
                <a:gd name="T30" fmla="*/ 14 w 40"/>
                <a:gd name="T31" fmla="*/ 5 h 44"/>
                <a:gd name="T32" fmla="*/ 13 w 40"/>
                <a:gd name="T33" fmla="*/ 2 h 44"/>
                <a:gd name="T34" fmla="*/ 9 w 40"/>
                <a:gd name="T35" fmla="*/ 0 h 44"/>
                <a:gd name="T36" fmla="*/ 4 w 40"/>
                <a:gd name="T37" fmla="*/ 3 h 44"/>
                <a:gd name="T38" fmla="*/ 2 w 40"/>
                <a:gd name="T39" fmla="*/ 15 h 44"/>
                <a:gd name="T40" fmla="*/ 0 w 40"/>
                <a:gd name="T41" fmla="*/ 30 h 44"/>
                <a:gd name="T42" fmla="*/ 3 w 40"/>
                <a:gd name="T43" fmla="*/ 39 h 44"/>
                <a:gd name="T44" fmla="*/ 9 w 40"/>
                <a:gd name="T45" fmla="*/ 43 h 44"/>
                <a:gd name="T46" fmla="*/ 19 w 40"/>
                <a:gd name="T47" fmla="*/ 38 h 44"/>
                <a:gd name="T48" fmla="*/ 28 w 40"/>
                <a:gd name="T49" fmla="*/ 28 h 44"/>
                <a:gd name="T50" fmla="*/ 30 w 40"/>
                <a:gd name="T51" fmla="*/ 39 h 44"/>
                <a:gd name="T52" fmla="*/ 34 w 40"/>
                <a:gd name="T53"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0" h="44">
                  <a:moveTo>
                    <a:pt x="34" y="44"/>
                  </a:moveTo>
                  <a:cubicBezTo>
                    <a:pt x="36" y="44"/>
                    <a:pt x="37" y="43"/>
                    <a:pt x="38" y="42"/>
                  </a:cubicBezTo>
                  <a:cubicBezTo>
                    <a:pt x="40" y="42"/>
                    <a:pt x="40" y="41"/>
                    <a:pt x="40" y="40"/>
                  </a:cubicBezTo>
                  <a:cubicBezTo>
                    <a:pt x="40" y="39"/>
                    <a:pt x="40" y="39"/>
                    <a:pt x="39" y="38"/>
                  </a:cubicBezTo>
                  <a:cubicBezTo>
                    <a:pt x="37" y="37"/>
                    <a:pt x="36" y="33"/>
                    <a:pt x="36" y="26"/>
                  </a:cubicBezTo>
                  <a:cubicBezTo>
                    <a:pt x="36" y="20"/>
                    <a:pt x="36" y="15"/>
                    <a:pt x="38" y="10"/>
                  </a:cubicBezTo>
                  <a:cubicBezTo>
                    <a:pt x="38" y="9"/>
                    <a:pt x="39" y="8"/>
                    <a:pt x="39" y="7"/>
                  </a:cubicBezTo>
                  <a:cubicBezTo>
                    <a:pt x="39" y="4"/>
                    <a:pt x="37" y="3"/>
                    <a:pt x="35" y="3"/>
                  </a:cubicBezTo>
                  <a:cubicBezTo>
                    <a:pt x="33" y="3"/>
                    <a:pt x="32" y="4"/>
                    <a:pt x="31" y="5"/>
                  </a:cubicBezTo>
                  <a:cubicBezTo>
                    <a:pt x="30" y="6"/>
                    <a:pt x="29" y="9"/>
                    <a:pt x="27" y="14"/>
                  </a:cubicBezTo>
                  <a:cubicBezTo>
                    <a:pt x="26" y="18"/>
                    <a:pt x="24" y="23"/>
                    <a:pt x="20" y="27"/>
                  </a:cubicBezTo>
                  <a:cubicBezTo>
                    <a:pt x="16" y="32"/>
                    <a:pt x="13" y="34"/>
                    <a:pt x="11" y="34"/>
                  </a:cubicBezTo>
                  <a:cubicBezTo>
                    <a:pt x="9" y="34"/>
                    <a:pt x="8" y="32"/>
                    <a:pt x="8" y="29"/>
                  </a:cubicBezTo>
                  <a:cubicBezTo>
                    <a:pt x="8" y="28"/>
                    <a:pt x="9" y="25"/>
                    <a:pt x="10" y="21"/>
                  </a:cubicBezTo>
                  <a:cubicBezTo>
                    <a:pt x="11" y="18"/>
                    <a:pt x="11" y="15"/>
                    <a:pt x="12" y="13"/>
                  </a:cubicBezTo>
                  <a:cubicBezTo>
                    <a:pt x="13" y="9"/>
                    <a:pt x="14" y="7"/>
                    <a:pt x="14" y="5"/>
                  </a:cubicBezTo>
                  <a:cubicBezTo>
                    <a:pt x="14" y="4"/>
                    <a:pt x="14" y="3"/>
                    <a:pt x="13" y="2"/>
                  </a:cubicBezTo>
                  <a:cubicBezTo>
                    <a:pt x="12" y="1"/>
                    <a:pt x="11" y="0"/>
                    <a:pt x="9" y="0"/>
                  </a:cubicBezTo>
                  <a:cubicBezTo>
                    <a:pt x="7" y="0"/>
                    <a:pt x="5" y="1"/>
                    <a:pt x="4" y="3"/>
                  </a:cubicBezTo>
                  <a:cubicBezTo>
                    <a:pt x="4" y="6"/>
                    <a:pt x="4" y="10"/>
                    <a:pt x="2" y="15"/>
                  </a:cubicBezTo>
                  <a:cubicBezTo>
                    <a:pt x="1" y="22"/>
                    <a:pt x="0" y="26"/>
                    <a:pt x="0" y="30"/>
                  </a:cubicBezTo>
                  <a:cubicBezTo>
                    <a:pt x="0" y="34"/>
                    <a:pt x="1" y="37"/>
                    <a:pt x="3" y="39"/>
                  </a:cubicBezTo>
                  <a:cubicBezTo>
                    <a:pt x="5" y="41"/>
                    <a:pt x="7" y="43"/>
                    <a:pt x="9" y="43"/>
                  </a:cubicBezTo>
                  <a:cubicBezTo>
                    <a:pt x="12" y="43"/>
                    <a:pt x="16" y="41"/>
                    <a:pt x="19" y="38"/>
                  </a:cubicBezTo>
                  <a:cubicBezTo>
                    <a:pt x="22" y="36"/>
                    <a:pt x="25" y="32"/>
                    <a:pt x="28" y="28"/>
                  </a:cubicBezTo>
                  <a:cubicBezTo>
                    <a:pt x="28" y="32"/>
                    <a:pt x="28" y="36"/>
                    <a:pt x="30" y="39"/>
                  </a:cubicBezTo>
                  <a:cubicBezTo>
                    <a:pt x="31" y="42"/>
                    <a:pt x="32" y="44"/>
                    <a:pt x="34"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 name="Freeform 358"/>
            <p:cNvSpPr>
              <a:spLocks/>
            </p:cNvSpPr>
            <p:nvPr/>
          </p:nvSpPr>
          <p:spPr bwMode="auto">
            <a:xfrm>
              <a:off x="5440363" y="5314951"/>
              <a:ext cx="28575" cy="112713"/>
            </a:xfrm>
            <a:custGeom>
              <a:avLst/>
              <a:gdLst>
                <a:gd name="T0" fmla="*/ 13 w 17"/>
                <a:gd name="T1" fmla="*/ 0 h 70"/>
                <a:gd name="T2" fmla="*/ 8 w 17"/>
                <a:gd name="T3" fmla="*/ 4 h 70"/>
                <a:gd name="T4" fmla="*/ 3 w 17"/>
                <a:gd name="T5" fmla="*/ 26 h 70"/>
                <a:gd name="T6" fmla="*/ 0 w 17"/>
                <a:gd name="T7" fmla="*/ 58 h 70"/>
                <a:gd name="T8" fmla="*/ 1 w 17"/>
                <a:gd name="T9" fmla="*/ 67 h 70"/>
                <a:gd name="T10" fmla="*/ 5 w 17"/>
                <a:gd name="T11" fmla="*/ 70 h 70"/>
                <a:gd name="T12" fmla="*/ 8 w 17"/>
                <a:gd name="T13" fmla="*/ 68 h 70"/>
                <a:gd name="T14" fmla="*/ 10 w 17"/>
                <a:gd name="T15" fmla="*/ 64 h 70"/>
                <a:gd name="T16" fmla="*/ 10 w 17"/>
                <a:gd name="T17" fmla="*/ 62 h 70"/>
                <a:gd name="T18" fmla="*/ 9 w 17"/>
                <a:gd name="T19" fmla="*/ 50 h 70"/>
                <a:gd name="T20" fmla="*/ 10 w 17"/>
                <a:gd name="T21" fmla="*/ 37 h 70"/>
                <a:gd name="T22" fmla="*/ 13 w 17"/>
                <a:gd name="T23" fmla="*/ 22 h 70"/>
                <a:gd name="T24" fmla="*/ 16 w 17"/>
                <a:gd name="T25" fmla="*/ 9 h 70"/>
                <a:gd name="T26" fmla="*/ 17 w 17"/>
                <a:gd name="T27" fmla="*/ 5 h 70"/>
                <a:gd name="T28" fmla="*/ 13 w 17"/>
                <a:gd name="T29"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70">
                  <a:moveTo>
                    <a:pt x="13" y="0"/>
                  </a:moveTo>
                  <a:cubicBezTo>
                    <a:pt x="11" y="0"/>
                    <a:pt x="9" y="1"/>
                    <a:pt x="8" y="4"/>
                  </a:cubicBezTo>
                  <a:cubicBezTo>
                    <a:pt x="7" y="6"/>
                    <a:pt x="5" y="13"/>
                    <a:pt x="3" y="26"/>
                  </a:cubicBezTo>
                  <a:cubicBezTo>
                    <a:pt x="1" y="38"/>
                    <a:pt x="0" y="49"/>
                    <a:pt x="0" y="58"/>
                  </a:cubicBezTo>
                  <a:cubicBezTo>
                    <a:pt x="0" y="63"/>
                    <a:pt x="0" y="66"/>
                    <a:pt x="1" y="67"/>
                  </a:cubicBezTo>
                  <a:cubicBezTo>
                    <a:pt x="1" y="69"/>
                    <a:pt x="3" y="70"/>
                    <a:pt x="5" y="70"/>
                  </a:cubicBezTo>
                  <a:cubicBezTo>
                    <a:pt x="6" y="70"/>
                    <a:pt x="7" y="69"/>
                    <a:pt x="8" y="68"/>
                  </a:cubicBezTo>
                  <a:cubicBezTo>
                    <a:pt x="10" y="67"/>
                    <a:pt x="10" y="66"/>
                    <a:pt x="10" y="64"/>
                  </a:cubicBezTo>
                  <a:cubicBezTo>
                    <a:pt x="10" y="64"/>
                    <a:pt x="10" y="63"/>
                    <a:pt x="10" y="62"/>
                  </a:cubicBezTo>
                  <a:cubicBezTo>
                    <a:pt x="9" y="57"/>
                    <a:pt x="9" y="53"/>
                    <a:pt x="9" y="50"/>
                  </a:cubicBezTo>
                  <a:cubicBezTo>
                    <a:pt x="9" y="47"/>
                    <a:pt x="10" y="43"/>
                    <a:pt x="10" y="37"/>
                  </a:cubicBezTo>
                  <a:cubicBezTo>
                    <a:pt x="11" y="31"/>
                    <a:pt x="12" y="26"/>
                    <a:pt x="13" y="22"/>
                  </a:cubicBezTo>
                  <a:cubicBezTo>
                    <a:pt x="15" y="15"/>
                    <a:pt x="16" y="11"/>
                    <a:pt x="16" y="9"/>
                  </a:cubicBezTo>
                  <a:cubicBezTo>
                    <a:pt x="17" y="8"/>
                    <a:pt x="17" y="6"/>
                    <a:pt x="17" y="5"/>
                  </a:cubicBezTo>
                  <a:cubicBezTo>
                    <a:pt x="17" y="2"/>
                    <a:pt x="16" y="0"/>
                    <a:pt x="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 name="Freeform 359"/>
            <p:cNvSpPr>
              <a:spLocks/>
            </p:cNvSpPr>
            <p:nvPr/>
          </p:nvSpPr>
          <p:spPr bwMode="auto">
            <a:xfrm>
              <a:off x="5475288" y="5356226"/>
              <a:ext cx="23813" cy="69850"/>
            </a:xfrm>
            <a:custGeom>
              <a:avLst/>
              <a:gdLst>
                <a:gd name="T0" fmla="*/ 2 w 15"/>
                <a:gd name="T1" fmla="*/ 19 h 43"/>
                <a:gd name="T2" fmla="*/ 0 w 15"/>
                <a:gd name="T3" fmla="*/ 35 h 43"/>
                <a:gd name="T4" fmla="*/ 6 w 15"/>
                <a:gd name="T5" fmla="*/ 43 h 43"/>
                <a:gd name="T6" fmla="*/ 9 w 15"/>
                <a:gd name="T7" fmla="*/ 41 h 43"/>
                <a:gd name="T8" fmla="*/ 11 w 15"/>
                <a:gd name="T9" fmla="*/ 39 h 43"/>
                <a:gd name="T10" fmla="*/ 11 w 15"/>
                <a:gd name="T11" fmla="*/ 38 h 43"/>
                <a:gd name="T12" fmla="*/ 10 w 15"/>
                <a:gd name="T13" fmla="*/ 31 h 43"/>
                <a:gd name="T14" fmla="*/ 10 w 15"/>
                <a:gd name="T15" fmla="*/ 24 h 43"/>
                <a:gd name="T16" fmla="*/ 13 w 15"/>
                <a:gd name="T17" fmla="*/ 11 h 43"/>
                <a:gd name="T18" fmla="*/ 13 w 15"/>
                <a:gd name="T19" fmla="*/ 10 h 43"/>
                <a:gd name="T20" fmla="*/ 15 w 15"/>
                <a:gd name="T21" fmla="*/ 4 h 43"/>
                <a:gd name="T22" fmla="*/ 13 w 15"/>
                <a:gd name="T23" fmla="*/ 1 h 43"/>
                <a:gd name="T24" fmla="*/ 9 w 15"/>
                <a:gd name="T25" fmla="*/ 0 h 43"/>
                <a:gd name="T26" fmla="*/ 6 w 15"/>
                <a:gd name="T27" fmla="*/ 2 h 43"/>
                <a:gd name="T28" fmla="*/ 4 w 15"/>
                <a:gd name="T29" fmla="*/ 7 h 43"/>
                <a:gd name="T30" fmla="*/ 3 w 15"/>
                <a:gd name="T31" fmla="*/ 15 h 43"/>
                <a:gd name="T32" fmla="*/ 3 w 15"/>
                <a:gd name="T33" fmla="*/ 15 h 43"/>
                <a:gd name="T34" fmla="*/ 2 w 15"/>
                <a:gd name="T35" fmla="*/ 1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43">
                  <a:moveTo>
                    <a:pt x="2" y="19"/>
                  </a:moveTo>
                  <a:cubicBezTo>
                    <a:pt x="1" y="25"/>
                    <a:pt x="0" y="31"/>
                    <a:pt x="0" y="35"/>
                  </a:cubicBezTo>
                  <a:cubicBezTo>
                    <a:pt x="0" y="40"/>
                    <a:pt x="2" y="43"/>
                    <a:pt x="6" y="43"/>
                  </a:cubicBezTo>
                  <a:cubicBezTo>
                    <a:pt x="7" y="43"/>
                    <a:pt x="8" y="42"/>
                    <a:pt x="9" y="41"/>
                  </a:cubicBezTo>
                  <a:cubicBezTo>
                    <a:pt x="10" y="40"/>
                    <a:pt x="11" y="40"/>
                    <a:pt x="11" y="39"/>
                  </a:cubicBezTo>
                  <a:cubicBezTo>
                    <a:pt x="11" y="39"/>
                    <a:pt x="11" y="38"/>
                    <a:pt x="11" y="38"/>
                  </a:cubicBezTo>
                  <a:cubicBezTo>
                    <a:pt x="10" y="35"/>
                    <a:pt x="10" y="33"/>
                    <a:pt x="10" y="31"/>
                  </a:cubicBezTo>
                  <a:cubicBezTo>
                    <a:pt x="10" y="29"/>
                    <a:pt x="10" y="27"/>
                    <a:pt x="10" y="24"/>
                  </a:cubicBezTo>
                  <a:cubicBezTo>
                    <a:pt x="11" y="20"/>
                    <a:pt x="12" y="16"/>
                    <a:pt x="13" y="11"/>
                  </a:cubicBezTo>
                  <a:cubicBezTo>
                    <a:pt x="13" y="10"/>
                    <a:pt x="13" y="10"/>
                    <a:pt x="13" y="10"/>
                  </a:cubicBezTo>
                  <a:cubicBezTo>
                    <a:pt x="14" y="7"/>
                    <a:pt x="15" y="5"/>
                    <a:pt x="15" y="4"/>
                  </a:cubicBezTo>
                  <a:cubicBezTo>
                    <a:pt x="15" y="3"/>
                    <a:pt x="14" y="2"/>
                    <a:pt x="13" y="1"/>
                  </a:cubicBezTo>
                  <a:cubicBezTo>
                    <a:pt x="12" y="0"/>
                    <a:pt x="11" y="0"/>
                    <a:pt x="9" y="0"/>
                  </a:cubicBezTo>
                  <a:cubicBezTo>
                    <a:pt x="8" y="0"/>
                    <a:pt x="6" y="0"/>
                    <a:pt x="6" y="2"/>
                  </a:cubicBezTo>
                  <a:cubicBezTo>
                    <a:pt x="5" y="3"/>
                    <a:pt x="4" y="5"/>
                    <a:pt x="4" y="7"/>
                  </a:cubicBezTo>
                  <a:cubicBezTo>
                    <a:pt x="4" y="7"/>
                    <a:pt x="4" y="10"/>
                    <a:pt x="3" y="15"/>
                  </a:cubicBezTo>
                  <a:cubicBezTo>
                    <a:pt x="3" y="15"/>
                    <a:pt x="3" y="15"/>
                    <a:pt x="3" y="15"/>
                  </a:cubicBezTo>
                  <a:cubicBezTo>
                    <a:pt x="3" y="16"/>
                    <a:pt x="3" y="17"/>
                    <a:pt x="2"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 name="Freeform 360"/>
            <p:cNvSpPr>
              <a:spLocks/>
            </p:cNvSpPr>
            <p:nvPr/>
          </p:nvSpPr>
          <p:spPr bwMode="auto">
            <a:xfrm>
              <a:off x="5489575" y="5319713"/>
              <a:ext cx="20638" cy="19050"/>
            </a:xfrm>
            <a:custGeom>
              <a:avLst/>
              <a:gdLst>
                <a:gd name="T0" fmla="*/ 13 w 13"/>
                <a:gd name="T1" fmla="*/ 5 h 12"/>
                <a:gd name="T2" fmla="*/ 11 w 13"/>
                <a:gd name="T3" fmla="*/ 2 h 12"/>
                <a:gd name="T4" fmla="*/ 7 w 13"/>
                <a:gd name="T5" fmla="*/ 0 h 12"/>
                <a:gd name="T6" fmla="*/ 2 w 13"/>
                <a:gd name="T7" fmla="*/ 2 h 12"/>
                <a:gd name="T8" fmla="*/ 0 w 13"/>
                <a:gd name="T9" fmla="*/ 6 h 12"/>
                <a:gd name="T10" fmla="*/ 2 w 13"/>
                <a:gd name="T11" fmla="*/ 10 h 12"/>
                <a:gd name="T12" fmla="*/ 6 w 13"/>
                <a:gd name="T13" fmla="*/ 12 h 12"/>
                <a:gd name="T14" fmla="*/ 11 w 13"/>
                <a:gd name="T15" fmla="*/ 10 h 12"/>
                <a:gd name="T16" fmla="*/ 13 w 13"/>
                <a:gd name="T17"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2">
                  <a:moveTo>
                    <a:pt x="13" y="5"/>
                  </a:moveTo>
                  <a:cubicBezTo>
                    <a:pt x="13" y="4"/>
                    <a:pt x="13" y="3"/>
                    <a:pt x="11" y="2"/>
                  </a:cubicBezTo>
                  <a:cubicBezTo>
                    <a:pt x="10" y="1"/>
                    <a:pt x="9" y="0"/>
                    <a:pt x="7" y="0"/>
                  </a:cubicBezTo>
                  <a:cubicBezTo>
                    <a:pt x="5" y="0"/>
                    <a:pt x="3" y="1"/>
                    <a:pt x="2" y="2"/>
                  </a:cubicBezTo>
                  <a:cubicBezTo>
                    <a:pt x="1" y="3"/>
                    <a:pt x="0" y="5"/>
                    <a:pt x="0" y="6"/>
                  </a:cubicBezTo>
                  <a:cubicBezTo>
                    <a:pt x="0" y="8"/>
                    <a:pt x="1" y="9"/>
                    <a:pt x="2" y="10"/>
                  </a:cubicBezTo>
                  <a:cubicBezTo>
                    <a:pt x="3" y="12"/>
                    <a:pt x="5" y="12"/>
                    <a:pt x="6" y="12"/>
                  </a:cubicBezTo>
                  <a:cubicBezTo>
                    <a:pt x="7" y="12"/>
                    <a:pt x="9" y="12"/>
                    <a:pt x="11" y="10"/>
                  </a:cubicBezTo>
                  <a:cubicBezTo>
                    <a:pt x="12" y="9"/>
                    <a:pt x="13" y="7"/>
                    <a:pt x="1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 name="Freeform 361"/>
            <p:cNvSpPr>
              <a:spLocks/>
            </p:cNvSpPr>
            <p:nvPr/>
          </p:nvSpPr>
          <p:spPr bwMode="auto">
            <a:xfrm>
              <a:off x="5510213" y="5357813"/>
              <a:ext cx="82550" cy="65088"/>
            </a:xfrm>
            <a:custGeom>
              <a:avLst/>
              <a:gdLst>
                <a:gd name="T0" fmla="*/ 50 w 50"/>
                <a:gd name="T1" fmla="*/ 32 h 40"/>
                <a:gd name="T2" fmla="*/ 48 w 50"/>
                <a:gd name="T3" fmla="*/ 29 h 40"/>
                <a:gd name="T4" fmla="*/ 46 w 50"/>
                <a:gd name="T5" fmla="*/ 30 h 40"/>
                <a:gd name="T6" fmla="*/ 44 w 50"/>
                <a:gd name="T7" fmla="*/ 30 h 40"/>
                <a:gd name="T8" fmla="*/ 40 w 50"/>
                <a:gd name="T9" fmla="*/ 16 h 40"/>
                <a:gd name="T10" fmla="*/ 30 w 50"/>
                <a:gd name="T11" fmla="*/ 1 h 40"/>
                <a:gd name="T12" fmla="*/ 11 w 50"/>
                <a:gd name="T13" fmla="*/ 21 h 40"/>
                <a:gd name="T14" fmla="*/ 13 w 50"/>
                <a:gd name="T15" fmla="*/ 7 h 40"/>
                <a:gd name="T16" fmla="*/ 12 w 50"/>
                <a:gd name="T17" fmla="*/ 1 h 40"/>
                <a:gd name="T18" fmla="*/ 8 w 50"/>
                <a:gd name="T19" fmla="*/ 0 h 40"/>
                <a:gd name="T20" fmla="*/ 5 w 50"/>
                <a:gd name="T21" fmla="*/ 2 h 40"/>
                <a:gd name="T22" fmla="*/ 3 w 50"/>
                <a:gd name="T23" fmla="*/ 6 h 40"/>
                <a:gd name="T24" fmla="*/ 1 w 50"/>
                <a:gd name="T25" fmla="*/ 26 h 40"/>
                <a:gd name="T26" fmla="*/ 0 w 50"/>
                <a:gd name="T27" fmla="*/ 35 h 40"/>
                <a:gd name="T28" fmla="*/ 6 w 50"/>
                <a:gd name="T29" fmla="*/ 40 h 40"/>
                <a:gd name="T30" fmla="*/ 8 w 50"/>
                <a:gd name="T31" fmla="*/ 39 h 40"/>
                <a:gd name="T32" fmla="*/ 9 w 50"/>
                <a:gd name="T33" fmla="*/ 37 h 40"/>
                <a:gd name="T34" fmla="*/ 18 w 50"/>
                <a:gd name="T35" fmla="*/ 21 h 40"/>
                <a:gd name="T36" fmla="*/ 28 w 50"/>
                <a:gd name="T37" fmla="*/ 11 h 40"/>
                <a:gd name="T38" fmla="*/ 32 w 50"/>
                <a:gd name="T39" fmla="*/ 21 h 40"/>
                <a:gd name="T40" fmla="*/ 35 w 50"/>
                <a:gd name="T41" fmla="*/ 34 h 40"/>
                <a:gd name="T42" fmla="*/ 34 w 50"/>
                <a:gd name="T43" fmla="*/ 34 h 40"/>
                <a:gd name="T44" fmla="*/ 41 w 50"/>
                <a:gd name="T45" fmla="*/ 38 h 40"/>
                <a:gd name="T46" fmla="*/ 48 w 50"/>
                <a:gd name="T47" fmla="*/ 36 h 40"/>
                <a:gd name="T48" fmla="*/ 50 w 50"/>
                <a:gd name="T49"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0" h="40">
                  <a:moveTo>
                    <a:pt x="50" y="32"/>
                  </a:moveTo>
                  <a:cubicBezTo>
                    <a:pt x="50" y="30"/>
                    <a:pt x="50" y="29"/>
                    <a:pt x="48" y="29"/>
                  </a:cubicBezTo>
                  <a:cubicBezTo>
                    <a:pt x="48" y="29"/>
                    <a:pt x="47" y="30"/>
                    <a:pt x="46" y="30"/>
                  </a:cubicBezTo>
                  <a:cubicBezTo>
                    <a:pt x="45" y="30"/>
                    <a:pt x="45" y="30"/>
                    <a:pt x="44" y="30"/>
                  </a:cubicBezTo>
                  <a:cubicBezTo>
                    <a:pt x="43" y="30"/>
                    <a:pt x="41" y="25"/>
                    <a:pt x="40" y="16"/>
                  </a:cubicBezTo>
                  <a:cubicBezTo>
                    <a:pt x="39" y="6"/>
                    <a:pt x="36" y="1"/>
                    <a:pt x="30" y="1"/>
                  </a:cubicBezTo>
                  <a:cubicBezTo>
                    <a:pt x="23" y="1"/>
                    <a:pt x="16" y="8"/>
                    <a:pt x="11" y="21"/>
                  </a:cubicBezTo>
                  <a:cubicBezTo>
                    <a:pt x="12" y="14"/>
                    <a:pt x="13" y="9"/>
                    <a:pt x="13" y="7"/>
                  </a:cubicBezTo>
                  <a:cubicBezTo>
                    <a:pt x="13" y="3"/>
                    <a:pt x="12" y="1"/>
                    <a:pt x="12" y="1"/>
                  </a:cubicBezTo>
                  <a:cubicBezTo>
                    <a:pt x="11" y="0"/>
                    <a:pt x="10" y="0"/>
                    <a:pt x="8" y="0"/>
                  </a:cubicBezTo>
                  <a:cubicBezTo>
                    <a:pt x="7" y="0"/>
                    <a:pt x="6" y="0"/>
                    <a:pt x="5" y="2"/>
                  </a:cubicBezTo>
                  <a:cubicBezTo>
                    <a:pt x="4" y="3"/>
                    <a:pt x="3" y="4"/>
                    <a:pt x="3" y="6"/>
                  </a:cubicBezTo>
                  <a:cubicBezTo>
                    <a:pt x="3" y="14"/>
                    <a:pt x="2" y="21"/>
                    <a:pt x="1" y="26"/>
                  </a:cubicBezTo>
                  <a:cubicBezTo>
                    <a:pt x="1" y="31"/>
                    <a:pt x="0" y="34"/>
                    <a:pt x="0" y="35"/>
                  </a:cubicBezTo>
                  <a:cubicBezTo>
                    <a:pt x="0" y="39"/>
                    <a:pt x="2" y="40"/>
                    <a:pt x="6" y="40"/>
                  </a:cubicBezTo>
                  <a:cubicBezTo>
                    <a:pt x="7" y="40"/>
                    <a:pt x="8" y="40"/>
                    <a:pt x="8" y="39"/>
                  </a:cubicBezTo>
                  <a:cubicBezTo>
                    <a:pt x="9" y="39"/>
                    <a:pt x="9" y="38"/>
                    <a:pt x="9" y="37"/>
                  </a:cubicBezTo>
                  <a:cubicBezTo>
                    <a:pt x="11" y="34"/>
                    <a:pt x="13" y="28"/>
                    <a:pt x="18" y="21"/>
                  </a:cubicBezTo>
                  <a:cubicBezTo>
                    <a:pt x="23" y="14"/>
                    <a:pt x="26" y="11"/>
                    <a:pt x="28" y="11"/>
                  </a:cubicBezTo>
                  <a:cubicBezTo>
                    <a:pt x="30" y="11"/>
                    <a:pt x="31" y="14"/>
                    <a:pt x="32" y="21"/>
                  </a:cubicBezTo>
                  <a:cubicBezTo>
                    <a:pt x="32" y="27"/>
                    <a:pt x="33" y="32"/>
                    <a:pt x="35" y="34"/>
                  </a:cubicBezTo>
                  <a:cubicBezTo>
                    <a:pt x="34" y="34"/>
                    <a:pt x="34" y="34"/>
                    <a:pt x="34" y="34"/>
                  </a:cubicBezTo>
                  <a:cubicBezTo>
                    <a:pt x="36" y="37"/>
                    <a:pt x="38" y="38"/>
                    <a:pt x="41" y="38"/>
                  </a:cubicBezTo>
                  <a:cubicBezTo>
                    <a:pt x="44" y="38"/>
                    <a:pt x="46" y="37"/>
                    <a:pt x="48" y="36"/>
                  </a:cubicBezTo>
                  <a:cubicBezTo>
                    <a:pt x="49" y="34"/>
                    <a:pt x="50" y="33"/>
                    <a:pt x="50"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 name="Freeform 362"/>
            <p:cNvSpPr>
              <a:spLocks/>
            </p:cNvSpPr>
            <p:nvPr/>
          </p:nvSpPr>
          <p:spPr bwMode="auto">
            <a:xfrm>
              <a:off x="5105400" y="5486401"/>
              <a:ext cx="26988" cy="96838"/>
            </a:xfrm>
            <a:custGeom>
              <a:avLst/>
              <a:gdLst>
                <a:gd name="T0" fmla="*/ 12 w 16"/>
                <a:gd name="T1" fmla="*/ 0 h 59"/>
                <a:gd name="T2" fmla="*/ 9 w 16"/>
                <a:gd name="T3" fmla="*/ 1 h 59"/>
                <a:gd name="T4" fmla="*/ 7 w 16"/>
                <a:gd name="T5" fmla="*/ 4 h 59"/>
                <a:gd name="T6" fmla="*/ 5 w 16"/>
                <a:gd name="T7" fmla="*/ 9 h 59"/>
                <a:gd name="T8" fmla="*/ 4 w 16"/>
                <a:gd name="T9" fmla="*/ 15 h 59"/>
                <a:gd name="T10" fmla="*/ 2 w 16"/>
                <a:gd name="T11" fmla="*/ 31 h 59"/>
                <a:gd name="T12" fmla="*/ 0 w 16"/>
                <a:gd name="T13" fmla="*/ 48 h 59"/>
                <a:gd name="T14" fmla="*/ 2 w 16"/>
                <a:gd name="T15" fmla="*/ 57 h 59"/>
                <a:gd name="T16" fmla="*/ 5 w 16"/>
                <a:gd name="T17" fmla="*/ 59 h 59"/>
                <a:gd name="T18" fmla="*/ 9 w 16"/>
                <a:gd name="T19" fmla="*/ 57 h 59"/>
                <a:gd name="T20" fmla="*/ 11 w 16"/>
                <a:gd name="T21" fmla="*/ 52 h 59"/>
                <a:gd name="T22" fmla="*/ 10 w 16"/>
                <a:gd name="T23" fmla="*/ 42 h 59"/>
                <a:gd name="T24" fmla="*/ 12 w 16"/>
                <a:gd name="T25" fmla="*/ 30 h 59"/>
                <a:gd name="T26" fmla="*/ 12 w 16"/>
                <a:gd name="T27" fmla="*/ 24 h 59"/>
                <a:gd name="T28" fmla="*/ 14 w 16"/>
                <a:gd name="T29" fmla="*/ 19 h 59"/>
                <a:gd name="T30" fmla="*/ 16 w 16"/>
                <a:gd name="T31" fmla="*/ 7 h 59"/>
                <a:gd name="T32" fmla="*/ 15 w 16"/>
                <a:gd name="T33" fmla="*/ 2 h 59"/>
                <a:gd name="T34" fmla="*/ 12 w 16"/>
                <a:gd name="T35"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59">
                  <a:moveTo>
                    <a:pt x="12" y="0"/>
                  </a:moveTo>
                  <a:cubicBezTo>
                    <a:pt x="11" y="0"/>
                    <a:pt x="10" y="1"/>
                    <a:pt x="9" y="1"/>
                  </a:cubicBezTo>
                  <a:cubicBezTo>
                    <a:pt x="8" y="2"/>
                    <a:pt x="7" y="3"/>
                    <a:pt x="7" y="4"/>
                  </a:cubicBezTo>
                  <a:cubicBezTo>
                    <a:pt x="6" y="4"/>
                    <a:pt x="6" y="6"/>
                    <a:pt x="5" y="9"/>
                  </a:cubicBezTo>
                  <a:cubicBezTo>
                    <a:pt x="5" y="11"/>
                    <a:pt x="5" y="13"/>
                    <a:pt x="4" y="15"/>
                  </a:cubicBezTo>
                  <a:cubicBezTo>
                    <a:pt x="2" y="31"/>
                    <a:pt x="2" y="31"/>
                    <a:pt x="2" y="31"/>
                  </a:cubicBezTo>
                  <a:cubicBezTo>
                    <a:pt x="1" y="40"/>
                    <a:pt x="0" y="46"/>
                    <a:pt x="0" y="48"/>
                  </a:cubicBezTo>
                  <a:cubicBezTo>
                    <a:pt x="0" y="52"/>
                    <a:pt x="1" y="55"/>
                    <a:pt x="2" y="57"/>
                  </a:cubicBezTo>
                  <a:cubicBezTo>
                    <a:pt x="2" y="58"/>
                    <a:pt x="4" y="59"/>
                    <a:pt x="5" y="59"/>
                  </a:cubicBezTo>
                  <a:cubicBezTo>
                    <a:pt x="7" y="59"/>
                    <a:pt x="8" y="59"/>
                    <a:pt x="9" y="57"/>
                  </a:cubicBezTo>
                  <a:cubicBezTo>
                    <a:pt x="11" y="56"/>
                    <a:pt x="11" y="55"/>
                    <a:pt x="11" y="52"/>
                  </a:cubicBezTo>
                  <a:cubicBezTo>
                    <a:pt x="11" y="49"/>
                    <a:pt x="10" y="45"/>
                    <a:pt x="10" y="42"/>
                  </a:cubicBezTo>
                  <a:cubicBezTo>
                    <a:pt x="10" y="40"/>
                    <a:pt x="11" y="36"/>
                    <a:pt x="12" y="30"/>
                  </a:cubicBezTo>
                  <a:cubicBezTo>
                    <a:pt x="12" y="27"/>
                    <a:pt x="12" y="25"/>
                    <a:pt x="12" y="24"/>
                  </a:cubicBezTo>
                  <a:cubicBezTo>
                    <a:pt x="13" y="23"/>
                    <a:pt x="13" y="21"/>
                    <a:pt x="14" y="19"/>
                  </a:cubicBezTo>
                  <a:cubicBezTo>
                    <a:pt x="16" y="7"/>
                    <a:pt x="16" y="7"/>
                    <a:pt x="16" y="7"/>
                  </a:cubicBezTo>
                  <a:cubicBezTo>
                    <a:pt x="16" y="5"/>
                    <a:pt x="16" y="3"/>
                    <a:pt x="15" y="2"/>
                  </a:cubicBezTo>
                  <a:cubicBezTo>
                    <a:pt x="14" y="1"/>
                    <a:pt x="13" y="0"/>
                    <a:pt x="1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 name="Freeform 363"/>
            <p:cNvSpPr>
              <a:spLocks/>
            </p:cNvSpPr>
            <p:nvPr/>
          </p:nvSpPr>
          <p:spPr bwMode="auto">
            <a:xfrm>
              <a:off x="5143500" y="5514976"/>
              <a:ext cx="80963" cy="66675"/>
            </a:xfrm>
            <a:custGeom>
              <a:avLst/>
              <a:gdLst>
                <a:gd name="T0" fmla="*/ 47 w 50"/>
                <a:gd name="T1" fmla="*/ 37 h 41"/>
                <a:gd name="T2" fmla="*/ 50 w 50"/>
                <a:gd name="T3" fmla="*/ 33 h 41"/>
                <a:gd name="T4" fmla="*/ 48 w 50"/>
                <a:gd name="T5" fmla="*/ 30 h 41"/>
                <a:gd name="T6" fmla="*/ 46 w 50"/>
                <a:gd name="T7" fmla="*/ 31 h 41"/>
                <a:gd name="T8" fmla="*/ 43 w 50"/>
                <a:gd name="T9" fmla="*/ 31 h 41"/>
                <a:gd name="T10" fmla="*/ 40 w 50"/>
                <a:gd name="T11" fmla="*/ 17 h 41"/>
                <a:gd name="T12" fmla="*/ 29 w 50"/>
                <a:gd name="T13" fmla="*/ 2 h 41"/>
                <a:gd name="T14" fmla="*/ 10 w 50"/>
                <a:gd name="T15" fmla="*/ 22 h 41"/>
                <a:gd name="T16" fmla="*/ 12 w 50"/>
                <a:gd name="T17" fmla="*/ 8 h 41"/>
                <a:gd name="T18" fmla="*/ 11 w 50"/>
                <a:gd name="T19" fmla="*/ 2 h 41"/>
                <a:gd name="T20" fmla="*/ 8 w 50"/>
                <a:gd name="T21" fmla="*/ 0 h 41"/>
                <a:gd name="T22" fmla="*/ 4 w 50"/>
                <a:gd name="T23" fmla="*/ 3 h 41"/>
                <a:gd name="T24" fmla="*/ 2 w 50"/>
                <a:gd name="T25" fmla="*/ 7 h 41"/>
                <a:gd name="T26" fmla="*/ 1 w 50"/>
                <a:gd name="T27" fmla="*/ 27 h 41"/>
                <a:gd name="T28" fmla="*/ 0 w 50"/>
                <a:gd name="T29" fmla="*/ 36 h 41"/>
                <a:gd name="T30" fmla="*/ 6 w 50"/>
                <a:gd name="T31" fmla="*/ 41 h 41"/>
                <a:gd name="T32" fmla="*/ 8 w 50"/>
                <a:gd name="T33" fmla="*/ 40 h 41"/>
                <a:gd name="T34" fmla="*/ 9 w 50"/>
                <a:gd name="T35" fmla="*/ 38 h 41"/>
                <a:gd name="T36" fmla="*/ 18 w 50"/>
                <a:gd name="T37" fmla="*/ 22 h 41"/>
                <a:gd name="T38" fmla="*/ 27 w 50"/>
                <a:gd name="T39" fmla="*/ 12 h 41"/>
                <a:gd name="T40" fmla="*/ 31 w 50"/>
                <a:gd name="T41" fmla="*/ 22 h 41"/>
                <a:gd name="T42" fmla="*/ 34 w 50"/>
                <a:gd name="T43" fmla="*/ 35 h 41"/>
                <a:gd name="T44" fmla="*/ 34 w 50"/>
                <a:gd name="T45" fmla="*/ 35 h 41"/>
                <a:gd name="T46" fmla="*/ 41 w 50"/>
                <a:gd name="T47" fmla="*/ 39 h 41"/>
                <a:gd name="T48" fmla="*/ 47 w 50"/>
                <a:gd name="T49" fmla="*/ 3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0" h="41">
                  <a:moveTo>
                    <a:pt x="47" y="37"/>
                  </a:moveTo>
                  <a:cubicBezTo>
                    <a:pt x="49" y="35"/>
                    <a:pt x="50" y="34"/>
                    <a:pt x="50" y="33"/>
                  </a:cubicBezTo>
                  <a:cubicBezTo>
                    <a:pt x="50" y="31"/>
                    <a:pt x="49" y="30"/>
                    <a:pt x="48" y="30"/>
                  </a:cubicBezTo>
                  <a:cubicBezTo>
                    <a:pt x="47" y="30"/>
                    <a:pt x="46" y="30"/>
                    <a:pt x="46" y="31"/>
                  </a:cubicBezTo>
                  <a:cubicBezTo>
                    <a:pt x="45" y="31"/>
                    <a:pt x="44" y="31"/>
                    <a:pt x="43" y="31"/>
                  </a:cubicBezTo>
                  <a:cubicBezTo>
                    <a:pt x="42" y="31"/>
                    <a:pt x="41" y="26"/>
                    <a:pt x="40" y="17"/>
                  </a:cubicBezTo>
                  <a:cubicBezTo>
                    <a:pt x="39" y="7"/>
                    <a:pt x="35" y="2"/>
                    <a:pt x="29" y="2"/>
                  </a:cubicBezTo>
                  <a:cubicBezTo>
                    <a:pt x="22" y="2"/>
                    <a:pt x="16" y="9"/>
                    <a:pt x="10" y="22"/>
                  </a:cubicBezTo>
                  <a:cubicBezTo>
                    <a:pt x="11" y="15"/>
                    <a:pt x="12" y="10"/>
                    <a:pt x="12" y="8"/>
                  </a:cubicBezTo>
                  <a:cubicBezTo>
                    <a:pt x="12" y="4"/>
                    <a:pt x="12" y="2"/>
                    <a:pt x="11" y="2"/>
                  </a:cubicBezTo>
                  <a:cubicBezTo>
                    <a:pt x="10" y="1"/>
                    <a:pt x="9" y="0"/>
                    <a:pt x="8" y="0"/>
                  </a:cubicBezTo>
                  <a:cubicBezTo>
                    <a:pt x="6" y="0"/>
                    <a:pt x="5" y="1"/>
                    <a:pt x="4" y="3"/>
                  </a:cubicBezTo>
                  <a:cubicBezTo>
                    <a:pt x="3" y="4"/>
                    <a:pt x="2" y="5"/>
                    <a:pt x="2" y="7"/>
                  </a:cubicBezTo>
                  <a:cubicBezTo>
                    <a:pt x="2" y="15"/>
                    <a:pt x="2" y="22"/>
                    <a:pt x="1" y="27"/>
                  </a:cubicBezTo>
                  <a:cubicBezTo>
                    <a:pt x="0" y="32"/>
                    <a:pt x="0" y="35"/>
                    <a:pt x="0" y="36"/>
                  </a:cubicBezTo>
                  <a:cubicBezTo>
                    <a:pt x="0" y="39"/>
                    <a:pt x="2" y="41"/>
                    <a:pt x="6" y="41"/>
                  </a:cubicBezTo>
                  <a:cubicBezTo>
                    <a:pt x="6" y="41"/>
                    <a:pt x="7" y="41"/>
                    <a:pt x="8" y="40"/>
                  </a:cubicBezTo>
                  <a:cubicBezTo>
                    <a:pt x="8" y="40"/>
                    <a:pt x="9" y="39"/>
                    <a:pt x="9" y="38"/>
                  </a:cubicBezTo>
                  <a:cubicBezTo>
                    <a:pt x="10" y="34"/>
                    <a:pt x="13" y="29"/>
                    <a:pt x="18" y="22"/>
                  </a:cubicBezTo>
                  <a:cubicBezTo>
                    <a:pt x="22" y="15"/>
                    <a:pt x="25" y="12"/>
                    <a:pt x="27" y="12"/>
                  </a:cubicBezTo>
                  <a:cubicBezTo>
                    <a:pt x="29" y="12"/>
                    <a:pt x="31" y="15"/>
                    <a:pt x="31" y="22"/>
                  </a:cubicBezTo>
                  <a:cubicBezTo>
                    <a:pt x="32" y="28"/>
                    <a:pt x="33" y="33"/>
                    <a:pt x="34" y="35"/>
                  </a:cubicBezTo>
                  <a:cubicBezTo>
                    <a:pt x="34" y="35"/>
                    <a:pt x="34" y="35"/>
                    <a:pt x="34" y="35"/>
                  </a:cubicBezTo>
                  <a:cubicBezTo>
                    <a:pt x="35" y="38"/>
                    <a:pt x="37" y="39"/>
                    <a:pt x="41" y="39"/>
                  </a:cubicBezTo>
                  <a:cubicBezTo>
                    <a:pt x="43" y="39"/>
                    <a:pt x="45" y="38"/>
                    <a:pt x="47"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 name="Freeform 364"/>
            <p:cNvSpPr>
              <a:spLocks/>
            </p:cNvSpPr>
            <p:nvPr/>
          </p:nvSpPr>
          <p:spPr bwMode="auto">
            <a:xfrm>
              <a:off x="5245100" y="5475288"/>
              <a:ext cx="19050" cy="20638"/>
            </a:xfrm>
            <a:custGeom>
              <a:avLst/>
              <a:gdLst>
                <a:gd name="T0" fmla="*/ 10 w 12"/>
                <a:gd name="T1" fmla="*/ 1 h 12"/>
                <a:gd name="T2" fmla="*/ 7 w 12"/>
                <a:gd name="T3" fmla="*/ 0 h 12"/>
                <a:gd name="T4" fmla="*/ 2 w 12"/>
                <a:gd name="T5" fmla="*/ 2 h 12"/>
                <a:gd name="T6" fmla="*/ 0 w 12"/>
                <a:gd name="T7" fmla="*/ 6 h 12"/>
                <a:gd name="T8" fmla="*/ 1 w 12"/>
                <a:gd name="T9" fmla="*/ 10 h 12"/>
                <a:gd name="T10" fmla="*/ 4 w 12"/>
                <a:gd name="T11" fmla="*/ 12 h 12"/>
                <a:gd name="T12" fmla="*/ 9 w 12"/>
                <a:gd name="T13" fmla="*/ 12 h 12"/>
                <a:gd name="T14" fmla="*/ 11 w 12"/>
                <a:gd name="T15" fmla="*/ 8 h 12"/>
                <a:gd name="T16" fmla="*/ 12 w 12"/>
                <a:gd name="T17" fmla="*/ 3 h 12"/>
                <a:gd name="T18" fmla="*/ 10 w 1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2">
                  <a:moveTo>
                    <a:pt x="10" y="1"/>
                  </a:moveTo>
                  <a:cubicBezTo>
                    <a:pt x="9" y="0"/>
                    <a:pt x="8" y="0"/>
                    <a:pt x="7" y="0"/>
                  </a:cubicBezTo>
                  <a:cubicBezTo>
                    <a:pt x="5" y="0"/>
                    <a:pt x="3" y="0"/>
                    <a:pt x="2" y="2"/>
                  </a:cubicBezTo>
                  <a:cubicBezTo>
                    <a:pt x="0" y="3"/>
                    <a:pt x="0" y="4"/>
                    <a:pt x="0" y="6"/>
                  </a:cubicBezTo>
                  <a:cubicBezTo>
                    <a:pt x="0" y="7"/>
                    <a:pt x="0" y="9"/>
                    <a:pt x="1" y="10"/>
                  </a:cubicBezTo>
                  <a:cubicBezTo>
                    <a:pt x="2" y="11"/>
                    <a:pt x="3" y="12"/>
                    <a:pt x="4" y="12"/>
                  </a:cubicBezTo>
                  <a:cubicBezTo>
                    <a:pt x="6" y="12"/>
                    <a:pt x="7" y="12"/>
                    <a:pt x="9" y="12"/>
                  </a:cubicBezTo>
                  <a:cubicBezTo>
                    <a:pt x="10" y="11"/>
                    <a:pt x="11" y="10"/>
                    <a:pt x="11" y="8"/>
                  </a:cubicBezTo>
                  <a:cubicBezTo>
                    <a:pt x="12" y="6"/>
                    <a:pt x="12" y="4"/>
                    <a:pt x="12" y="3"/>
                  </a:cubicBezTo>
                  <a:cubicBezTo>
                    <a:pt x="12" y="3"/>
                    <a:pt x="12" y="2"/>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 name="Freeform 365"/>
            <p:cNvSpPr>
              <a:spLocks/>
            </p:cNvSpPr>
            <p:nvPr/>
          </p:nvSpPr>
          <p:spPr bwMode="auto">
            <a:xfrm>
              <a:off x="5202238" y="5511801"/>
              <a:ext cx="55563" cy="109538"/>
            </a:xfrm>
            <a:custGeom>
              <a:avLst/>
              <a:gdLst>
                <a:gd name="T0" fmla="*/ 30 w 34"/>
                <a:gd name="T1" fmla="*/ 0 h 67"/>
                <a:gd name="T2" fmla="*/ 25 w 34"/>
                <a:gd name="T3" fmla="*/ 2 h 67"/>
                <a:gd name="T4" fmla="*/ 23 w 34"/>
                <a:gd name="T5" fmla="*/ 7 h 67"/>
                <a:gd name="T6" fmla="*/ 22 w 34"/>
                <a:gd name="T7" fmla="*/ 19 h 67"/>
                <a:gd name="T8" fmla="*/ 19 w 34"/>
                <a:gd name="T9" fmla="*/ 53 h 67"/>
                <a:gd name="T10" fmla="*/ 13 w 34"/>
                <a:gd name="T11" fmla="*/ 58 h 67"/>
                <a:gd name="T12" fmla="*/ 6 w 34"/>
                <a:gd name="T13" fmla="*/ 54 h 67"/>
                <a:gd name="T14" fmla="*/ 3 w 34"/>
                <a:gd name="T15" fmla="*/ 52 h 67"/>
                <a:gd name="T16" fmla="*/ 1 w 34"/>
                <a:gd name="T17" fmla="*/ 53 h 67"/>
                <a:gd name="T18" fmla="*/ 0 w 34"/>
                <a:gd name="T19" fmla="*/ 56 h 67"/>
                <a:gd name="T20" fmla="*/ 4 w 34"/>
                <a:gd name="T21" fmla="*/ 63 h 67"/>
                <a:gd name="T22" fmla="*/ 14 w 34"/>
                <a:gd name="T23" fmla="*/ 67 h 67"/>
                <a:gd name="T24" fmla="*/ 23 w 34"/>
                <a:gd name="T25" fmla="*/ 63 h 67"/>
                <a:gd name="T26" fmla="*/ 28 w 34"/>
                <a:gd name="T27" fmla="*/ 53 h 67"/>
                <a:gd name="T28" fmla="*/ 30 w 34"/>
                <a:gd name="T29" fmla="*/ 36 h 67"/>
                <a:gd name="T30" fmla="*/ 31 w 34"/>
                <a:gd name="T31" fmla="*/ 23 h 67"/>
                <a:gd name="T32" fmla="*/ 34 w 34"/>
                <a:gd name="T33" fmla="*/ 6 h 67"/>
                <a:gd name="T34" fmla="*/ 34 w 34"/>
                <a:gd name="T35" fmla="*/ 4 h 67"/>
                <a:gd name="T36" fmla="*/ 33 w 34"/>
                <a:gd name="T37" fmla="*/ 1 h 67"/>
                <a:gd name="T38" fmla="*/ 30 w 34"/>
                <a:gd name="T39"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4" h="67">
                  <a:moveTo>
                    <a:pt x="30" y="0"/>
                  </a:moveTo>
                  <a:cubicBezTo>
                    <a:pt x="28" y="0"/>
                    <a:pt x="26" y="1"/>
                    <a:pt x="25" y="2"/>
                  </a:cubicBezTo>
                  <a:cubicBezTo>
                    <a:pt x="24" y="3"/>
                    <a:pt x="23" y="5"/>
                    <a:pt x="23" y="7"/>
                  </a:cubicBezTo>
                  <a:cubicBezTo>
                    <a:pt x="22" y="10"/>
                    <a:pt x="22" y="14"/>
                    <a:pt x="22" y="19"/>
                  </a:cubicBezTo>
                  <a:cubicBezTo>
                    <a:pt x="21" y="38"/>
                    <a:pt x="20" y="49"/>
                    <a:pt x="19" y="53"/>
                  </a:cubicBezTo>
                  <a:cubicBezTo>
                    <a:pt x="17" y="56"/>
                    <a:pt x="16" y="58"/>
                    <a:pt x="13" y="58"/>
                  </a:cubicBezTo>
                  <a:cubicBezTo>
                    <a:pt x="11" y="58"/>
                    <a:pt x="9" y="57"/>
                    <a:pt x="6" y="54"/>
                  </a:cubicBezTo>
                  <a:cubicBezTo>
                    <a:pt x="4" y="53"/>
                    <a:pt x="3" y="52"/>
                    <a:pt x="3" y="52"/>
                  </a:cubicBezTo>
                  <a:cubicBezTo>
                    <a:pt x="2" y="52"/>
                    <a:pt x="2" y="53"/>
                    <a:pt x="1" y="53"/>
                  </a:cubicBezTo>
                  <a:cubicBezTo>
                    <a:pt x="0" y="54"/>
                    <a:pt x="0" y="55"/>
                    <a:pt x="0" y="56"/>
                  </a:cubicBezTo>
                  <a:cubicBezTo>
                    <a:pt x="0" y="58"/>
                    <a:pt x="1" y="60"/>
                    <a:pt x="4" y="63"/>
                  </a:cubicBezTo>
                  <a:cubicBezTo>
                    <a:pt x="8" y="65"/>
                    <a:pt x="11" y="67"/>
                    <a:pt x="14" y="67"/>
                  </a:cubicBezTo>
                  <a:cubicBezTo>
                    <a:pt x="17" y="67"/>
                    <a:pt x="20" y="66"/>
                    <a:pt x="23" y="63"/>
                  </a:cubicBezTo>
                  <a:cubicBezTo>
                    <a:pt x="25" y="61"/>
                    <a:pt x="27" y="58"/>
                    <a:pt x="28" y="53"/>
                  </a:cubicBezTo>
                  <a:cubicBezTo>
                    <a:pt x="29" y="49"/>
                    <a:pt x="30" y="43"/>
                    <a:pt x="30" y="36"/>
                  </a:cubicBezTo>
                  <a:cubicBezTo>
                    <a:pt x="30" y="34"/>
                    <a:pt x="31" y="30"/>
                    <a:pt x="31" y="23"/>
                  </a:cubicBezTo>
                  <a:cubicBezTo>
                    <a:pt x="32" y="15"/>
                    <a:pt x="33" y="10"/>
                    <a:pt x="34" y="6"/>
                  </a:cubicBezTo>
                  <a:cubicBezTo>
                    <a:pt x="34" y="5"/>
                    <a:pt x="34" y="5"/>
                    <a:pt x="34" y="4"/>
                  </a:cubicBezTo>
                  <a:cubicBezTo>
                    <a:pt x="34" y="3"/>
                    <a:pt x="34" y="2"/>
                    <a:pt x="33" y="1"/>
                  </a:cubicBezTo>
                  <a:cubicBezTo>
                    <a:pt x="32" y="0"/>
                    <a:pt x="31" y="0"/>
                    <a:pt x="3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 name="Freeform 367"/>
            <p:cNvSpPr>
              <a:spLocks noEditPoints="1"/>
            </p:cNvSpPr>
            <p:nvPr/>
          </p:nvSpPr>
          <p:spPr bwMode="auto">
            <a:xfrm>
              <a:off x="5272088" y="5510213"/>
              <a:ext cx="58738" cy="74612"/>
            </a:xfrm>
            <a:custGeom>
              <a:avLst/>
              <a:gdLst>
                <a:gd name="T0" fmla="*/ 34 w 36"/>
                <a:gd name="T1" fmla="*/ 28 h 46"/>
                <a:gd name="T2" fmla="*/ 31 w 36"/>
                <a:gd name="T3" fmla="*/ 29 h 46"/>
                <a:gd name="T4" fmla="*/ 15 w 36"/>
                <a:gd name="T5" fmla="*/ 37 h 46"/>
                <a:gd name="T6" fmla="*/ 11 w 36"/>
                <a:gd name="T7" fmla="*/ 36 h 46"/>
                <a:gd name="T8" fmla="*/ 9 w 36"/>
                <a:gd name="T9" fmla="*/ 32 h 46"/>
                <a:gd name="T10" fmla="*/ 10 w 36"/>
                <a:gd name="T11" fmla="*/ 31 h 46"/>
                <a:gd name="T12" fmla="*/ 27 w 36"/>
                <a:gd name="T13" fmla="*/ 22 h 46"/>
                <a:gd name="T14" fmla="*/ 34 w 36"/>
                <a:gd name="T15" fmla="*/ 9 h 46"/>
                <a:gd name="T16" fmla="*/ 31 w 36"/>
                <a:gd name="T17" fmla="*/ 2 h 46"/>
                <a:gd name="T18" fmla="*/ 24 w 36"/>
                <a:gd name="T19" fmla="*/ 0 h 46"/>
                <a:gd name="T20" fmla="*/ 7 w 36"/>
                <a:gd name="T21" fmla="*/ 9 h 46"/>
                <a:gd name="T22" fmla="*/ 0 w 36"/>
                <a:gd name="T23" fmla="*/ 30 h 46"/>
                <a:gd name="T24" fmla="*/ 3 w 36"/>
                <a:gd name="T25" fmla="*/ 42 h 46"/>
                <a:gd name="T26" fmla="*/ 14 w 36"/>
                <a:gd name="T27" fmla="*/ 46 h 46"/>
                <a:gd name="T28" fmla="*/ 30 w 36"/>
                <a:gd name="T29" fmla="*/ 40 h 46"/>
                <a:gd name="T30" fmla="*/ 36 w 36"/>
                <a:gd name="T31" fmla="*/ 30 h 46"/>
                <a:gd name="T32" fmla="*/ 34 w 36"/>
                <a:gd name="T33" fmla="*/ 28 h 46"/>
                <a:gd name="T34" fmla="*/ 15 w 36"/>
                <a:gd name="T35" fmla="*/ 13 h 46"/>
                <a:gd name="T36" fmla="*/ 23 w 36"/>
                <a:gd name="T37" fmla="*/ 8 h 46"/>
                <a:gd name="T38" fmla="*/ 25 w 36"/>
                <a:gd name="T39" fmla="*/ 8 h 46"/>
                <a:gd name="T40" fmla="*/ 26 w 36"/>
                <a:gd name="T41" fmla="*/ 11 h 46"/>
                <a:gd name="T42" fmla="*/ 21 w 36"/>
                <a:gd name="T43" fmla="*/ 18 h 46"/>
                <a:gd name="T44" fmla="*/ 10 w 36"/>
                <a:gd name="T45" fmla="*/ 23 h 46"/>
                <a:gd name="T46" fmla="*/ 15 w 36"/>
                <a:gd name="T47"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6" h="46">
                  <a:moveTo>
                    <a:pt x="34" y="28"/>
                  </a:moveTo>
                  <a:cubicBezTo>
                    <a:pt x="33" y="28"/>
                    <a:pt x="32" y="28"/>
                    <a:pt x="31" y="29"/>
                  </a:cubicBezTo>
                  <a:cubicBezTo>
                    <a:pt x="26" y="35"/>
                    <a:pt x="21" y="37"/>
                    <a:pt x="15" y="37"/>
                  </a:cubicBezTo>
                  <a:cubicBezTo>
                    <a:pt x="14" y="37"/>
                    <a:pt x="12" y="37"/>
                    <a:pt x="11" y="36"/>
                  </a:cubicBezTo>
                  <a:cubicBezTo>
                    <a:pt x="10" y="35"/>
                    <a:pt x="9" y="33"/>
                    <a:pt x="9" y="32"/>
                  </a:cubicBezTo>
                  <a:cubicBezTo>
                    <a:pt x="9" y="31"/>
                    <a:pt x="10" y="31"/>
                    <a:pt x="10" y="31"/>
                  </a:cubicBezTo>
                  <a:cubicBezTo>
                    <a:pt x="17" y="29"/>
                    <a:pt x="23" y="26"/>
                    <a:pt x="27" y="22"/>
                  </a:cubicBezTo>
                  <a:cubicBezTo>
                    <a:pt x="32" y="18"/>
                    <a:pt x="34" y="14"/>
                    <a:pt x="34" y="9"/>
                  </a:cubicBezTo>
                  <a:cubicBezTo>
                    <a:pt x="34" y="6"/>
                    <a:pt x="33" y="4"/>
                    <a:pt x="31" y="2"/>
                  </a:cubicBezTo>
                  <a:cubicBezTo>
                    <a:pt x="29" y="0"/>
                    <a:pt x="27" y="0"/>
                    <a:pt x="24" y="0"/>
                  </a:cubicBezTo>
                  <a:cubicBezTo>
                    <a:pt x="18" y="0"/>
                    <a:pt x="13" y="3"/>
                    <a:pt x="7" y="9"/>
                  </a:cubicBezTo>
                  <a:cubicBezTo>
                    <a:pt x="2" y="16"/>
                    <a:pt x="0" y="23"/>
                    <a:pt x="0" y="30"/>
                  </a:cubicBezTo>
                  <a:cubicBezTo>
                    <a:pt x="0" y="35"/>
                    <a:pt x="1" y="39"/>
                    <a:pt x="3" y="42"/>
                  </a:cubicBezTo>
                  <a:cubicBezTo>
                    <a:pt x="6" y="44"/>
                    <a:pt x="10" y="46"/>
                    <a:pt x="14" y="46"/>
                  </a:cubicBezTo>
                  <a:cubicBezTo>
                    <a:pt x="20" y="46"/>
                    <a:pt x="25" y="44"/>
                    <a:pt x="30" y="40"/>
                  </a:cubicBezTo>
                  <a:cubicBezTo>
                    <a:pt x="34" y="36"/>
                    <a:pt x="36" y="33"/>
                    <a:pt x="36" y="30"/>
                  </a:cubicBezTo>
                  <a:cubicBezTo>
                    <a:pt x="36" y="29"/>
                    <a:pt x="36" y="28"/>
                    <a:pt x="34" y="28"/>
                  </a:cubicBezTo>
                  <a:close/>
                  <a:moveTo>
                    <a:pt x="15" y="13"/>
                  </a:moveTo>
                  <a:cubicBezTo>
                    <a:pt x="18" y="9"/>
                    <a:pt x="21" y="8"/>
                    <a:pt x="23" y="8"/>
                  </a:cubicBezTo>
                  <a:cubicBezTo>
                    <a:pt x="24" y="8"/>
                    <a:pt x="24" y="8"/>
                    <a:pt x="25" y="8"/>
                  </a:cubicBezTo>
                  <a:cubicBezTo>
                    <a:pt x="25" y="9"/>
                    <a:pt x="26" y="10"/>
                    <a:pt x="26" y="11"/>
                  </a:cubicBezTo>
                  <a:cubicBezTo>
                    <a:pt x="26" y="13"/>
                    <a:pt x="24" y="15"/>
                    <a:pt x="21" y="18"/>
                  </a:cubicBezTo>
                  <a:cubicBezTo>
                    <a:pt x="18" y="21"/>
                    <a:pt x="14" y="22"/>
                    <a:pt x="10" y="23"/>
                  </a:cubicBezTo>
                  <a:cubicBezTo>
                    <a:pt x="11" y="20"/>
                    <a:pt x="13" y="16"/>
                    <a:pt x="15"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 name="Freeform 368"/>
            <p:cNvSpPr>
              <a:spLocks/>
            </p:cNvSpPr>
            <p:nvPr/>
          </p:nvSpPr>
          <p:spPr bwMode="auto">
            <a:xfrm>
              <a:off x="5338763" y="5510213"/>
              <a:ext cx="57150" cy="74612"/>
            </a:xfrm>
            <a:custGeom>
              <a:avLst/>
              <a:gdLst>
                <a:gd name="T0" fmla="*/ 33 w 35"/>
                <a:gd name="T1" fmla="*/ 31 h 46"/>
                <a:gd name="T2" fmla="*/ 28 w 35"/>
                <a:gd name="T3" fmla="*/ 33 h 46"/>
                <a:gd name="T4" fmla="*/ 15 w 35"/>
                <a:gd name="T5" fmla="*/ 38 h 46"/>
                <a:gd name="T6" fmla="*/ 10 w 35"/>
                <a:gd name="T7" fmla="*/ 32 h 46"/>
                <a:gd name="T8" fmla="*/ 15 w 35"/>
                <a:gd name="T9" fmla="*/ 17 h 46"/>
                <a:gd name="T10" fmla="*/ 23 w 35"/>
                <a:gd name="T11" fmla="*/ 8 h 46"/>
                <a:gd name="T12" fmla="*/ 25 w 35"/>
                <a:gd name="T13" fmla="*/ 12 h 46"/>
                <a:gd name="T14" fmla="*/ 29 w 35"/>
                <a:gd name="T15" fmla="*/ 17 h 46"/>
                <a:gd name="T16" fmla="*/ 32 w 35"/>
                <a:gd name="T17" fmla="*/ 16 h 46"/>
                <a:gd name="T18" fmla="*/ 33 w 35"/>
                <a:gd name="T19" fmla="*/ 11 h 46"/>
                <a:gd name="T20" fmla="*/ 31 w 35"/>
                <a:gd name="T21" fmla="*/ 3 h 46"/>
                <a:gd name="T22" fmla="*/ 24 w 35"/>
                <a:gd name="T23" fmla="*/ 0 h 46"/>
                <a:gd name="T24" fmla="*/ 8 w 35"/>
                <a:gd name="T25" fmla="*/ 11 h 46"/>
                <a:gd name="T26" fmla="*/ 0 w 35"/>
                <a:gd name="T27" fmla="*/ 33 h 46"/>
                <a:gd name="T28" fmla="*/ 4 w 35"/>
                <a:gd name="T29" fmla="*/ 42 h 46"/>
                <a:gd name="T30" fmla="*/ 14 w 35"/>
                <a:gd name="T31" fmla="*/ 46 h 46"/>
                <a:gd name="T32" fmla="*/ 28 w 35"/>
                <a:gd name="T33" fmla="*/ 41 h 46"/>
                <a:gd name="T34" fmla="*/ 35 w 35"/>
                <a:gd name="T35" fmla="*/ 33 h 46"/>
                <a:gd name="T36" fmla="*/ 33 w 35"/>
                <a:gd name="T37" fmla="*/ 3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 h="46">
                  <a:moveTo>
                    <a:pt x="33" y="31"/>
                  </a:moveTo>
                  <a:cubicBezTo>
                    <a:pt x="32" y="31"/>
                    <a:pt x="30" y="32"/>
                    <a:pt x="28" y="33"/>
                  </a:cubicBezTo>
                  <a:cubicBezTo>
                    <a:pt x="24" y="36"/>
                    <a:pt x="20" y="38"/>
                    <a:pt x="15" y="38"/>
                  </a:cubicBezTo>
                  <a:cubicBezTo>
                    <a:pt x="12" y="38"/>
                    <a:pt x="10" y="36"/>
                    <a:pt x="10" y="32"/>
                  </a:cubicBezTo>
                  <a:cubicBezTo>
                    <a:pt x="10" y="28"/>
                    <a:pt x="11" y="23"/>
                    <a:pt x="15" y="17"/>
                  </a:cubicBezTo>
                  <a:cubicBezTo>
                    <a:pt x="18" y="11"/>
                    <a:pt x="21" y="8"/>
                    <a:pt x="23" y="8"/>
                  </a:cubicBezTo>
                  <a:cubicBezTo>
                    <a:pt x="24" y="8"/>
                    <a:pt x="24" y="10"/>
                    <a:pt x="25" y="12"/>
                  </a:cubicBezTo>
                  <a:cubicBezTo>
                    <a:pt x="25" y="16"/>
                    <a:pt x="27" y="17"/>
                    <a:pt x="29" y="17"/>
                  </a:cubicBezTo>
                  <a:cubicBezTo>
                    <a:pt x="30" y="17"/>
                    <a:pt x="31" y="17"/>
                    <a:pt x="32" y="16"/>
                  </a:cubicBezTo>
                  <a:cubicBezTo>
                    <a:pt x="33" y="15"/>
                    <a:pt x="33" y="14"/>
                    <a:pt x="33" y="11"/>
                  </a:cubicBezTo>
                  <a:cubicBezTo>
                    <a:pt x="33" y="8"/>
                    <a:pt x="32" y="6"/>
                    <a:pt x="31" y="3"/>
                  </a:cubicBezTo>
                  <a:cubicBezTo>
                    <a:pt x="29" y="1"/>
                    <a:pt x="27" y="0"/>
                    <a:pt x="24" y="0"/>
                  </a:cubicBezTo>
                  <a:cubicBezTo>
                    <a:pt x="19" y="0"/>
                    <a:pt x="14" y="3"/>
                    <a:pt x="8" y="11"/>
                  </a:cubicBezTo>
                  <a:cubicBezTo>
                    <a:pt x="3" y="19"/>
                    <a:pt x="0" y="26"/>
                    <a:pt x="0" y="33"/>
                  </a:cubicBezTo>
                  <a:cubicBezTo>
                    <a:pt x="0" y="37"/>
                    <a:pt x="1" y="40"/>
                    <a:pt x="4" y="42"/>
                  </a:cubicBezTo>
                  <a:cubicBezTo>
                    <a:pt x="6" y="45"/>
                    <a:pt x="9" y="46"/>
                    <a:pt x="14" y="46"/>
                  </a:cubicBezTo>
                  <a:cubicBezTo>
                    <a:pt x="19" y="46"/>
                    <a:pt x="24" y="44"/>
                    <a:pt x="28" y="41"/>
                  </a:cubicBezTo>
                  <a:cubicBezTo>
                    <a:pt x="33" y="38"/>
                    <a:pt x="35" y="35"/>
                    <a:pt x="35" y="33"/>
                  </a:cubicBezTo>
                  <a:cubicBezTo>
                    <a:pt x="35" y="32"/>
                    <a:pt x="34" y="31"/>
                    <a:pt x="33"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 name="Freeform 369"/>
            <p:cNvSpPr>
              <a:spLocks/>
            </p:cNvSpPr>
            <p:nvPr/>
          </p:nvSpPr>
          <p:spPr bwMode="auto">
            <a:xfrm>
              <a:off x="5402263" y="5487988"/>
              <a:ext cx="65088" cy="96837"/>
            </a:xfrm>
            <a:custGeom>
              <a:avLst/>
              <a:gdLst>
                <a:gd name="T0" fmla="*/ 36 w 39"/>
                <a:gd name="T1" fmla="*/ 15 h 59"/>
                <a:gd name="T2" fmla="*/ 22 w 39"/>
                <a:gd name="T3" fmla="*/ 16 h 59"/>
                <a:gd name="T4" fmla="*/ 26 w 39"/>
                <a:gd name="T5" fmla="*/ 4 h 59"/>
                <a:gd name="T6" fmla="*/ 24 w 39"/>
                <a:gd name="T7" fmla="*/ 1 h 59"/>
                <a:gd name="T8" fmla="*/ 21 w 39"/>
                <a:gd name="T9" fmla="*/ 0 h 59"/>
                <a:gd name="T10" fmla="*/ 16 w 39"/>
                <a:gd name="T11" fmla="*/ 5 h 59"/>
                <a:gd name="T12" fmla="*/ 12 w 39"/>
                <a:gd name="T13" fmla="*/ 17 h 59"/>
                <a:gd name="T14" fmla="*/ 4 w 39"/>
                <a:gd name="T15" fmla="*/ 17 h 59"/>
                <a:gd name="T16" fmla="*/ 0 w 39"/>
                <a:gd name="T17" fmla="*/ 21 h 59"/>
                <a:gd name="T18" fmla="*/ 2 w 39"/>
                <a:gd name="T19" fmla="*/ 25 h 59"/>
                <a:gd name="T20" fmla="*/ 6 w 39"/>
                <a:gd name="T21" fmla="*/ 26 h 59"/>
                <a:gd name="T22" fmla="*/ 7 w 39"/>
                <a:gd name="T23" fmla="*/ 26 h 59"/>
                <a:gd name="T24" fmla="*/ 10 w 39"/>
                <a:gd name="T25" fmla="*/ 25 h 59"/>
                <a:gd name="T26" fmla="*/ 6 w 39"/>
                <a:gd name="T27" fmla="*/ 47 h 59"/>
                <a:gd name="T28" fmla="*/ 9 w 39"/>
                <a:gd name="T29" fmla="*/ 56 h 59"/>
                <a:gd name="T30" fmla="*/ 17 w 39"/>
                <a:gd name="T31" fmla="*/ 59 h 59"/>
                <a:gd name="T32" fmla="*/ 29 w 39"/>
                <a:gd name="T33" fmla="*/ 54 h 59"/>
                <a:gd name="T34" fmla="*/ 34 w 39"/>
                <a:gd name="T35" fmla="*/ 46 h 59"/>
                <a:gd name="T36" fmla="*/ 34 w 39"/>
                <a:gd name="T37" fmla="*/ 45 h 59"/>
                <a:gd name="T38" fmla="*/ 32 w 39"/>
                <a:gd name="T39" fmla="*/ 44 h 59"/>
                <a:gd name="T40" fmla="*/ 28 w 39"/>
                <a:gd name="T41" fmla="*/ 46 h 59"/>
                <a:gd name="T42" fmla="*/ 23 w 39"/>
                <a:gd name="T43" fmla="*/ 49 h 59"/>
                <a:gd name="T44" fmla="*/ 19 w 39"/>
                <a:gd name="T45" fmla="*/ 50 h 59"/>
                <a:gd name="T46" fmla="*/ 16 w 39"/>
                <a:gd name="T47" fmla="*/ 49 h 59"/>
                <a:gd name="T48" fmla="*/ 16 w 39"/>
                <a:gd name="T49" fmla="*/ 44 h 59"/>
                <a:gd name="T50" fmla="*/ 18 w 39"/>
                <a:gd name="T51" fmla="*/ 34 h 59"/>
                <a:gd name="T52" fmla="*/ 20 w 39"/>
                <a:gd name="T53" fmla="*/ 25 h 59"/>
                <a:gd name="T54" fmla="*/ 33 w 39"/>
                <a:gd name="T55" fmla="*/ 23 h 59"/>
                <a:gd name="T56" fmla="*/ 39 w 39"/>
                <a:gd name="T57" fmla="*/ 18 h 59"/>
                <a:gd name="T58" fmla="*/ 39 w 39"/>
                <a:gd name="T59" fmla="*/ 16 h 59"/>
                <a:gd name="T60" fmla="*/ 36 w 39"/>
                <a:gd name="T61" fmla="*/ 1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9" h="59">
                  <a:moveTo>
                    <a:pt x="36" y="15"/>
                  </a:moveTo>
                  <a:cubicBezTo>
                    <a:pt x="35" y="15"/>
                    <a:pt x="31" y="16"/>
                    <a:pt x="22" y="16"/>
                  </a:cubicBezTo>
                  <a:cubicBezTo>
                    <a:pt x="24" y="9"/>
                    <a:pt x="26" y="4"/>
                    <a:pt x="26" y="4"/>
                  </a:cubicBezTo>
                  <a:cubicBezTo>
                    <a:pt x="26" y="3"/>
                    <a:pt x="25" y="2"/>
                    <a:pt x="24" y="1"/>
                  </a:cubicBezTo>
                  <a:cubicBezTo>
                    <a:pt x="24" y="0"/>
                    <a:pt x="22" y="0"/>
                    <a:pt x="21" y="0"/>
                  </a:cubicBezTo>
                  <a:cubicBezTo>
                    <a:pt x="18" y="0"/>
                    <a:pt x="17" y="1"/>
                    <a:pt x="16" y="5"/>
                  </a:cubicBezTo>
                  <a:cubicBezTo>
                    <a:pt x="15" y="10"/>
                    <a:pt x="14" y="14"/>
                    <a:pt x="12" y="17"/>
                  </a:cubicBezTo>
                  <a:cubicBezTo>
                    <a:pt x="4" y="17"/>
                    <a:pt x="4" y="17"/>
                    <a:pt x="4" y="17"/>
                  </a:cubicBezTo>
                  <a:cubicBezTo>
                    <a:pt x="2" y="17"/>
                    <a:pt x="0" y="19"/>
                    <a:pt x="0" y="21"/>
                  </a:cubicBezTo>
                  <a:cubicBezTo>
                    <a:pt x="0" y="22"/>
                    <a:pt x="1" y="24"/>
                    <a:pt x="2" y="25"/>
                  </a:cubicBezTo>
                  <a:cubicBezTo>
                    <a:pt x="3" y="25"/>
                    <a:pt x="5" y="26"/>
                    <a:pt x="6" y="26"/>
                  </a:cubicBezTo>
                  <a:cubicBezTo>
                    <a:pt x="7" y="26"/>
                    <a:pt x="7" y="26"/>
                    <a:pt x="7" y="26"/>
                  </a:cubicBezTo>
                  <a:cubicBezTo>
                    <a:pt x="7" y="26"/>
                    <a:pt x="8" y="26"/>
                    <a:pt x="10" y="25"/>
                  </a:cubicBezTo>
                  <a:cubicBezTo>
                    <a:pt x="7" y="36"/>
                    <a:pt x="6" y="43"/>
                    <a:pt x="6" y="47"/>
                  </a:cubicBezTo>
                  <a:cubicBezTo>
                    <a:pt x="6" y="51"/>
                    <a:pt x="7" y="53"/>
                    <a:pt x="9" y="56"/>
                  </a:cubicBezTo>
                  <a:cubicBezTo>
                    <a:pt x="11" y="58"/>
                    <a:pt x="13" y="59"/>
                    <a:pt x="17" y="59"/>
                  </a:cubicBezTo>
                  <a:cubicBezTo>
                    <a:pt x="21" y="59"/>
                    <a:pt x="25" y="57"/>
                    <a:pt x="29" y="54"/>
                  </a:cubicBezTo>
                  <a:cubicBezTo>
                    <a:pt x="32" y="51"/>
                    <a:pt x="34" y="49"/>
                    <a:pt x="34" y="46"/>
                  </a:cubicBezTo>
                  <a:cubicBezTo>
                    <a:pt x="34" y="46"/>
                    <a:pt x="34" y="45"/>
                    <a:pt x="34" y="45"/>
                  </a:cubicBezTo>
                  <a:cubicBezTo>
                    <a:pt x="33" y="44"/>
                    <a:pt x="33" y="44"/>
                    <a:pt x="32" y="44"/>
                  </a:cubicBezTo>
                  <a:cubicBezTo>
                    <a:pt x="31" y="44"/>
                    <a:pt x="30" y="45"/>
                    <a:pt x="28" y="46"/>
                  </a:cubicBezTo>
                  <a:cubicBezTo>
                    <a:pt x="26" y="48"/>
                    <a:pt x="24" y="49"/>
                    <a:pt x="23" y="49"/>
                  </a:cubicBezTo>
                  <a:cubicBezTo>
                    <a:pt x="22" y="50"/>
                    <a:pt x="20" y="50"/>
                    <a:pt x="19" y="50"/>
                  </a:cubicBezTo>
                  <a:cubicBezTo>
                    <a:pt x="18" y="50"/>
                    <a:pt x="17" y="50"/>
                    <a:pt x="16" y="49"/>
                  </a:cubicBezTo>
                  <a:cubicBezTo>
                    <a:pt x="16" y="48"/>
                    <a:pt x="16" y="46"/>
                    <a:pt x="16" y="44"/>
                  </a:cubicBezTo>
                  <a:cubicBezTo>
                    <a:pt x="16" y="43"/>
                    <a:pt x="16" y="39"/>
                    <a:pt x="18" y="34"/>
                  </a:cubicBezTo>
                  <a:cubicBezTo>
                    <a:pt x="19" y="28"/>
                    <a:pt x="20" y="25"/>
                    <a:pt x="20" y="25"/>
                  </a:cubicBezTo>
                  <a:cubicBezTo>
                    <a:pt x="33" y="23"/>
                    <a:pt x="33" y="23"/>
                    <a:pt x="33" y="23"/>
                  </a:cubicBezTo>
                  <a:cubicBezTo>
                    <a:pt x="37" y="22"/>
                    <a:pt x="39" y="20"/>
                    <a:pt x="39" y="18"/>
                  </a:cubicBezTo>
                  <a:cubicBezTo>
                    <a:pt x="39" y="17"/>
                    <a:pt x="39" y="16"/>
                    <a:pt x="39" y="16"/>
                  </a:cubicBezTo>
                  <a:cubicBezTo>
                    <a:pt x="38" y="15"/>
                    <a:pt x="37" y="15"/>
                    <a:pt x="36"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 name="Freeform 370"/>
            <p:cNvSpPr>
              <a:spLocks/>
            </p:cNvSpPr>
            <p:nvPr/>
          </p:nvSpPr>
          <p:spPr bwMode="auto">
            <a:xfrm>
              <a:off x="5484813" y="5476875"/>
              <a:ext cx="20638" cy="20637"/>
            </a:xfrm>
            <a:custGeom>
              <a:avLst/>
              <a:gdLst>
                <a:gd name="T0" fmla="*/ 7 w 13"/>
                <a:gd name="T1" fmla="*/ 0 h 12"/>
                <a:gd name="T2" fmla="*/ 2 w 13"/>
                <a:gd name="T3" fmla="*/ 2 h 12"/>
                <a:gd name="T4" fmla="*/ 0 w 13"/>
                <a:gd name="T5" fmla="*/ 6 h 12"/>
                <a:gd name="T6" fmla="*/ 2 w 13"/>
                <a:gd name="T7" fmla="*/ 10 h 12"/>
                <a:gd name="T8" fmla="*/ 6 w 13"/>
                <a:gd name="T9" fmla="*/ 12 h 12"/>
                <a:gd name="T10" fmla="*/ 11 w 13"/>
                <a:gd name="T11" fmla="*/ 10 h 12"/>
                <a:gd name="T12" fmla="*/ 13 w 13"/>
                <a:gd name="T13" fmla="*/ 5 h 12"/>
                <a:gd name="T14" fmla="*/ 12 w 13"/>
                <a:gd name="T15" fmla="*/ 2 h 12"/>
                <a:gd name="T16" fmla="*/ 7 w 1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2">
                  <a:moveTo>
                    <a:pt x="7" y="0"/>
                  </a:moveTo>
                  <a:cubicBezTo>
                    <a:pt x="5" y="0"/>
                    <a:pt x="3" y="1"/>
                    <a:pt x="2" y="2"/>
                  </a:cubicBezTo>
                  <a:cubicBezTo>
                    <a:pt x="1" y="3"/>
                    <a:pt x="0" y="4"/>
                    <a:pt x="0" y="6"/>
                  </a:cubicBezTo>
                  <a:cubicBezTo>
                    <a:pt x="0" y="8"/>
                    <a:pt x="1" y="9"/>
                    <a:pt x="2" y="10"/>
                  </a:cubicBezTo>
                  <a:cubicBezTo>
                    <a:pt x="3" y="12"/>
                    <a:pt x="5" y="12"/>
                    <a:pt x="6" y="12"/>
                  </a:cubicBezTo>
                  <a:cubicBezTo>
                    <a:pt x="8" y="12"/>
                    <a:pt x="9" y="12"/>
                    <a:pt x="11" y="10"/>
                  </a:cubicBezTo>
                  <a:cubicBezTo>
                    <a:pt x="12" y="9"/>
                    <a:pt x="13" y="7"/>
                    <a:pt x="13" y="5"/>
                  </a:cubicBezTo>
                  <a:cubicBezTo>
                    <a:pt x="13" y="4"/>
                    <a:pt x="13" y="3"/>
                    <a:pt x="12" y="2"/>
                  </a:cubicBezTo>
                  <a:cubicBezTo>
                    <a:pt x="11" y="1"/>
                    <a:pt x="9"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 name="Freeform 371"/>
            <p:cNvSpPr>
              <a:spLocks/>
            </p:cNvSpPr>
            <p:nvPr/>
          </p:nvSpPr>
          <p:spPr bwMode="auto">
            <a:xfrm>
              <a:off x="5472113" y="5514975"/>
              <a:ext cx="22225" cy="69850"/>
            </a:xfrm>
            <a:custGeom>
              <a:avLst/>
              <a:gdLst>
                <a:gd name="T0" fmla="*/ 8 w 14"/>
                <a:gd name="T1" fmla="*/ 0 h 43"/>
                <a:gd name="T2" fmla="*/ 5 w 14"/>
                <a:gd name="T3" fmla="*/ 2 h 43"/>
                <a:gd name="T4" fmla="*/ 4 w 14"/>
                <a:gd name="T5" fmla="*/ 7 h 43"/>
                <a:gd name="T6" fmla="*/ 2 w 14"/>
                <a:gd name="T7" fmla="*/ 15 h 43"/>
                <a:gd name="T8" fmla="*/ 2 w 14"/>
                <a:gd name="T9" fmla="*/ 15 h 43"/>
                <a:gd name="T10" fmla="*/ 2 w 14"/>
                <a:gd name="T11" fmla="*/ 19 h 43"/>
                <a:gd name="T12" fmla="*/ 0 w 14"/>
                <a:gd name="T13" fmla="*/ 35 h 43"/>
                <a:gd name="T14" fmla="*/ 5 w 14"/>
                <a:gd name="T15" fmla="*/ 43 h 43"/>
                <a:gd name="T16" fmla="*/ 9 w 14"/>
                <a:gd name="T17" fmla="*/ 41 h 43"/>
                <a:gd name="T18" fmla="*/ 10 w 14"/>
                <a:gd name="T19" fmla="*/ 39 h 43"/>
                <a:gd name="T20" fmla="*/ 10 w 14"/>
                <a:gd name="T21" fmla="*/ 38 h 43"/>
                <a:gd name="T22" fmla="*/ 9 w 14"/>
                <a:gd name="T23" fmla="*/ 31 h 43"/>
                <a:gd name="T24" fmla="*/ 10 w 14"/>
                <a:gd name="T25" fmla="*/ 24 h 43"/>
                <a:gd name="T26" fmla="*/ 12 w 14"/>
                <a:gd name="T27" fmla="*/ 11 h 43"/>
                <a:gd name="T28" fmla="*/ 13 w 14"/>
                <a:gd name="T29" fmla="*/ 10 h 43"/>
                <a:gd name="T30" fmla="*/ 14 w 14"/>
                <a:gd name="T31" fmla="*/ 4 h 43"/>
                <a:gd name="T32" fmla="*/ 13 w 14"/>
                <a:gd name="T33" fmla="*/ 1 h 43"/>
                <a:gd name="T34" fmla="*/ 8 w 14"/>
                <a:gd name="T35"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43">
                  <a:moveTo>
                    <a:pt x="8" y="0"/>
                  </a:moveTo>
                  <a:cubicBezTo>
                    <a:pt x="7" y="0"/>
                    <a:pt x="6" y="0"/>
                    <a:pt x="5" y="2"/>
                  </a:cubicBezTo>
                  <a:cubicBezTo>
                    <a:pt x="4" y="3"/>
                    <a:pt x="4" y="5"/>
                    <a:pt x="4" y="7"/>
                  </a:cubicBezTo>
                  <a:cubicBezTo>
                    <a:pt x="4" y="7"/>
                    <a:pt x="3" y="10"/>
                    <a:pt x="2" y="15"/>
                  </a:cubicBezTo>
                  <a:cubicBezTo>
                    <a:pt x="2" y="15"/>
                    <a:pt x="2" y="15"/>
                    <a:pt x="2" y="15"/>
                  </a:cubicBezTo>
                  <a:cubicBezTo>
                    <a:pt x="2" y="16"/>
                    <a:pt x="2" y="17"/>
                    <a:pt x="2" y="19"/>
                  </a:cubicBezTo>
                  <a:cubicBezTo>
                    <a:pt x="0" y="25"/>
                    <a:pt x="0" y="31"/>
                    <a:pt x="0" y="35"/>
                  </a:cubicBezTo>
                  <a:cubicBezTo>
                    <a:pt x="0" y="40"/>
                    <a:pt x="1" y="43"/>
                    <a:pt x="5" y="43"/>
                  </a:cubicBezTo>
                  <a:cubicBezTo>
                    <a:pt x="6" y="43"/>
                    <a:pt x="7" y="42"/>
                    <a:pt x="9" y="41"/>
                  </a:cubicBezTo>
                  <a:cubicBezTo>
                    <a:pt x="10" y="40"/>
                    <a:pt x="10" y="40"/>
                    <a:pt x="10" y="39"/>
                  </a:cubicBezTo>
                  <a:cubicBezTo>
                    <a:pt x="10" y="39"/>
                    <a:pt x="10" y="38"/>
                    <a:pt x="10" y="38"/>
                  </a:cubicBezTo>
                  <a:cubicBezTo>
                    <a:pt x="10" y="35"/>
                    <a:pt x="9" y="33"/>
                    <a:pt x="9" y="31"/>
                  </a:cubicBezTo>
                  <a:cubicBezTo>
                    <a:pt x="9" y="29"/>
                    <a:pt x="9" y="27"/>
                    <a:pt x="10" y="24"/>
                  </a:cubicBezTo>
                  <a:cubicBezTo>
                    <a:pt x="10" y="20"/>
                    <a:pt x="11" y="16"/>
                    <a:pt x="12" y="11"/>
                  </a:cubicBezTo>
                  <a:cubicBezTo>
                    <a:pt x="13" y="10"/>
                    <a:pt x="13" y="10"/>
                    <a:pt x="13" y="10"/>
                  </a:cubicBezTo>
                  <a:cubicBezTo>
                    <a:pt x="14" y="7"/>
                    <a:pt x="14" y="5"/>
                    <a:pt x="14" y="4"/>
                  </a:cubicBezTo>
                  <a:cubicBezTo>
                    <a:pt x="14" y="3"/>
                    <a:pt x="14" y="2"/>
                    <a:pt x="13" y="1"/>
                  </a:cubicBezTo>
                  <a:cubicBezTo>
                    <a:pt x="12" y="0"/>
                    <a:pt x="10"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 name="Freeform 372"/>
            <p:cNvSpPr>
              <a:spLocks noEditPoints="1"/>
            </p:cNvSpPr>
            <p:nvPr/>
          </p:nvSpPr>
          <p:spPr bwMode="auto">
            <a:xfrm>
              <a:off x="5507038" y="5511800"/>
              <a:ext cx="63500" cy="73025"/>
            </a:xfrm>
            <a:custGeom>
              <a:avLst/>
              <a:gdLst>
                <a:gd name="T0" fmla="*/ 23 w 39"/>
                <a:gd name="T1" fmla="*/ 0 h 45"/>
                <a:gd name="T2" fmla="*/ 7 w 39"/>
                <a:gd name="T3" fmla="*/ 10 h 45"/>
                <a:gd name="T4" fmla="*/ 0 w 39"/>
                <a:gd name="T5" fmla="*/ 30 h 45"/>
                <a:gd name="T6" fmla="*/ 3 w 39"/>
                <a:gd name="T7" fmla="*/ 40 h 45"/>
                <a:gd name="T8" fmla="*/ 13 w 39"/>
                <a:gd name="T9" fmla="*/ 45 h 45"/>
                <a:gd name="T10" fmla="*/ 28 w 39"/>
                <a:gd name="T11" fmla="*/ 38 h 45"/>
                <a:gd name="T12" fmla="*/ 38 w 39"/>
                <a:gd name="T13" fmla="*/ 23 h 45"/>
                <a:gd name="T14" fmla="*/ 38 w 39"/>
                <a:gd name="T15" fmla="*/ 23 h 45"/>
                <a:gd name="T16" fmla="*/ 39 w 39"/>
                <a:gd name="T17" fmla="*/ 17 h 45"/>
                <a:gd name="T18" fmla="*/ 34 w 39"/>
                <a:gd name="T19" fmla="*/ 5 h 45"/>
                <a:gd name="T20" fmla="*/ 23 w 39"/>
                <a:gd name="T21" fmla="*/ 0 h 45"/>
                <a:gd name="T22" fmla="*/ 24 w 39"/>
                <a:gd name="T23" fmla="*/ 31 h 45"/>
                <a:gd name="T24" fmla="*/ 14 w 39"/>
                <a:gd name="T25" fmla="*/ 37 h 45"/>
                <a:gd name="T26" fmla="*/ 11 w 39"/>
                <a:gd name="T27" fmla="*/ 34 h 45"/>
                <a:gd name="T28" fmla="*/ 9 w 39"/>
                <a:gd name="T29" fmla="*/ 29 h 45"/>
                <a:gd name="T30" fmla="*/ 12 w 39"/>
                <a:gd name="T31" fmla="*/ 18 h 45"/>
                <a:gd name="T32" fmla="*/ 17 w 39"/>
                <a:gd name="T33" fmla="*/ 10 h 45"/>
                <a:gd name="T34" fmla="*/ 17 w 39"/>
                <a:gd name="T35" fmla="*/ 10 h 45"/>
                <a:gd name="T36" fmla="*/ 23 w 39"/>
                <a:gd name="T37" fmla="*/ 8 h 45"/>
                <a:gd name="T38" fmla="*/ 27 w 39"/>
                <a:gd name="T39" fmla="*/ 11 h 45"/>
                <a:gd name="T40" fmla="*/ 29 w 39"/>
                <a:gd name="T41" fmla="*/ 18 h 45"/>
                <a:gd name="T42" fmla="*/ 24 w 39"/>
                <a:gd name="T43" fmla="*/ 3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9" h="45">
                  <a:moveTo>
                    <a:pt x="23" y="0"/>
                  </a:moveTo>
                  <a:cubicBezTo>
                    <a:pt x="17" y="0"/>
                    <a:pt x="11" y="3"/>
                    <a:pt x="7" y="10"/>
                  </a:cubicBezTo>
                  <a:cubicBezTo>
                    <a:pt x="2" y="17"/>
                    <a:pt x="0" y="23"/>
                    <a:pt x="0" y="30"/>
                  </a:cubicBezTo>
                  <a:cubicBezTo>
                    <a:pt x="0" y="34"/>
                    <a:pt x="1" y="38"/>
                    <a:pt x="3" y="40"/>
                  </a:cubicBezTo>
                  <a:cubicBezTo>
                    <a:pt x="6" y="43"/>
                    <a:pt x="9" y="45"/>
                    <a:pt x="13" y="45"/>
                  </a:cubicBezTo>
                  <a:cubicBezTo>
                    <a:pt x="18" y="45"/>
                    <a:pt x="23" y="43"/>
                    <a:pt x="28" y="38"/>
                  </a:cubicBezTo>
                  <a:cubicBezTo>
                    <a:pt x="33" y="34"/>
                    <a:pt x="36" y="29"/>
                    <a:pt x="38" y="23"/>
                  </a:cubicBezTo>
                  <a:cubicBezTo>
                    <a:pt x="38" y="23"/>
                    <a:pt x="38" y="23"/>
                    <a:pt x="38" y="23"/>
                  </a:cubicBezTo>
                  <a:cubicBezTo>
                    <a:pt x="38" y="21"/>
                    <a:pt x="39" y="19"/>
                    <a:pt x="39" y="17"/>
                  </a:cubicBezTo>
                  <a:cubicBezTo>
                    <a:pt x="39" y="12"/>
                    <a:pt x="37" y="8"/>
                    <a:pt x="34" y="5"/>
                  </a:cubicBezTo>
                  <a:cubicBezTo>
                    <a:pt x="32" y="2"/>
                    <a:pt x="28" y="0"/>
                    <a:pt x="23" y="0"/>
                  </a:cubicBezTo>
                  <a:close/>
                  <a:moveTo>
                    <a:pt x="24" y="31"/>
                  </a:moveTo>
                  <a:cubicBezTo>
                    <a:pt x="20" y="35"/>
                    <a:pt x="17" y="37"/>
                    <a:pt x="14" y="37"/>
                  </a:cubicBezTo>
                  <a:cubicBezTo>
                    <a:pt x="12" y="37"/>
                    <a:pt x="11" y="36"/>
                    <a:pt x="11" y="34"/>
                  </a:cubicBezTo>
                  <a:cubicBezTo>
                    <a:pt x="10" y="33"/>
                    <a:pt x="9" y="31"/>
                    <a:pt x="9" y="29"/>
                  </a:cubicBezTo>
                  <a:cubicBezTo>
                    <a:pt x="9" y="25"/>
                    <a:pt x="10" y="22"/>
                    <a:pt x="12" y="18"/>
                  </a:cubicBezTo>
                  <a:cubicBezTo>
                    <a:pt x="14" y="15"/>
                    <a:pt x="16" y="12"/>
                    <a:pt x="17" y="10"/>
                  </a:cubicBezTo>
                  <a:cubicBezTo>
                    <a:pt x="17" y="10"/>
                    <a:pt x="17" y="10"/>
                    <a:pt x="17" y="10"/>
                  </a:cubicBezTo>
                  <a:cubicBezTo>
                    <a:pt x="19" y="9"/>
                    <a:pt x="21" y="8"/>
                    <a:pt x="23" y="8"/>
                  </a:cubicBezTo>
                  <a:cubicBezTo>
                    <a:pt x="25" y="8"/>
                    <a:pt x="26" y="9"/>
                    <a:pt x="27" y="11"/>
                  </a:cubicBezTo>
                  <a:cubicBezTo>
                    <a:pt x="29" y="13"/>
                    <a:pt x="29" y="15"/>
                    <a:pt x="29" y="18"/>
                  </a:cubicBezTo>
                  <a:cubicBezTo>
                    <a:pt x="29" y="23"/>
                    <a:pt x="27" y="27"/>
                    <a:pt x="24"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 name="Freeform 373"/>
            <p:cNvSpPr>
              <a:spLocks/>
            </p:cNvSpPr>
            <p:nvPr/>
          </p:nvSpPr>
          <p:spPr bwMode="auto">
            <a:xfrm>
              <a:off x="5580063" y="5514975"/>
              <a:ext cx="82550" cy="66675"/>
            </a:xfrm>
            <a:custGeom>
              <a:avLst/>
              <a:gdLst>
                <a:gd name="T0" fmla="*/ 48 w 50"/>
                <a:gd name="T1" fmla="*/ 30 h 41"/>
                <a:gd name="T2" fmla="*/ 46 w 50"/>
                <a:gd name="T3" fmla="*/ 31 h 41"/>
                <a:gd name="T4" fmla="*/ 44 w 50"/>
                <a:gd name="T5" fmla="*/ 31 h 41"/>
                <a:gd name="T6" fmla="*/ 40 w 50"/>
                <a:gd name="T7" fmla="*/ 17 h 41"/>
                <a:gd name="T8" fmla="*/ 29 w 50"/>
                <a:gd name="T9" fmla="*/ 2 h 41"/>
                <a:gd name="T10" fmla="*/ 10 w 50"/>
                <a:gd name="T11" fmla="*/ 22 h 41"/>
                <a:gd name="T12" fmla="*/ 13 w 50"/>
                <a:gd name="T13" fmla="*/ 8 h 41"/>
                <a:gd name="T14" fmla="*/ 11 w 50"/>
                <a:gd name="T15" fmla="*/ 2 h 41"/>
                <a:gd name="T16" fmla="*/ 8 w 50"/>
                <a:gd name="T17" fmla="*/ 0 h 41"/>
                <a:gd name="T18" fmla="*/ 4 w 50"/>
                <a:gd name="T19" fmla="*/ 3 h 41"/>
                <a:gd name="T20" fmla="*/ 3 w 50"/>
                <a:gd name="T21" fmla="*/ 7 h 41"/>
                <a:gd name="T22" fmla="*/ 1 w 50"/>
                <a:gd name="T23" fmla="*/ 27 h 41"/>
                <a:gd name="T24" fmla="*/ 0 w 50"/>
                <a:gd name="T25" fmla="*/ 36 h 41"/>
                <a:gd name="T26" fmla="*/ 6 w 50"/>
                <a:gd name="T27" fmla="*/ 41 h 41"/>
                <a:gd name="T28" fmla="*/ 8 w 50"/>
                <a:gd name="T29" fmla="*/ 40 h 41"/>
                <a:gd name="T30" fmla="*/ 9 w 50"/>
                <a:gd name="T31" fmla="*/ 38 h 41"/>
                <a:gd name="T32" fmla="*/ 18 w 50"/>
                <a:gd name="T33" fmla="*/ 22 h 41"/>
                <a:gd name="T34" fmla="*/ 28 w 50"/>
                <a:gd name="T35" fmla="*/ 12 h 41"/>
                <a:gd name="T36" fmla="*/ 32 w 50"/>
                <a:gd name="T37" fmla="*/ 22 h 41"/>
                <a:gd name="T38" fmla="*/ 34 w 50"/>
                <a:gd name="T39" fmla="*/ 35 h 41"/>
                <a:gd name="T40" fmla="*/ 34 w 50"/>
                <a:gd name="T41" fmla="*/ 35 h 41"/>
                <a:gd name="T42" fmla="*/ 41 w 50"/>
                <a:gd name="T43" fmla="*/ 39 h 41"/>
                <a:gd name="T44" fmla="*/ 47 w 50"/>
                <a:gd name="T45" fmla="*/ 37 h 41"/>
                <a:gd name="T46" fmla="*/ 50 w 50"/>
                <a:gd name="T47" fmla="*/ 33 h 41"/>
                <a:gd name="T48" fmla="*/ 48 w 50"/>
                <a:gd name="T49" fmla="*/ 3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0" h="41">
                  <a:moveTo>
                    <a:pt x="48" y="30"/>
                  </a:moveTo>
                  <a:cubicBezTo>
                    <a:pt x="47" y="30"/>
                    <a:pt x="47" y="30"/>
                    <a:pt x="46" y="31"/>
                  </a:cubicBezTo>
                  <a:cubicBezTo>
                    <a:pt x="45" y="31"/>
                    <a:pt x="44" y="31"/>
                    <a:pt x="44" y="31"/>
                  </a:cubicBezTo>
                  <a:cubicBezTo>
                    <a:pt x="42" y="31"/>
                    <a:pt x="41" y="26"/>
                    <a:pt x="40" y="17"/>
                  </a:cubicBezTo>
                  <a:cubicBezTo>
                    <a:pt x="39" y="7"/>
                    <a:pt x="35" y="2"/>
                    <a:pt x="29" y="2"/>
                  </a:cubicBezTo>
                  <a:cubicBezTo>
                    <a:pt x="22" y="2"/>
                    <a:pt x="16" y="9"/>
                    <a:pt x="10" y="22"/>
                  </a:cubicBezTo>
                  <a:cubicBezTo>
                    <a:pt x="12" y="15"/>
                    <a:pt x="13" y="10"/>
                    <a:pt x="13" y="8"/>
                  </a:cubicBezTo>
                  <a:cubicBezTo>
                    <a:pt x="13" y="4"/>
                    <a:pt x="12" y="2"/>
                    <a:pt x="11" y="2"/>
                  </a:cubicBezTo>
                  <a:cubicBezTo>
                    <a:pt x="10" y="1"/>
                    <a:pt x="9" y="0"/>
                    <a:pt x="8" y="0"/>
                  </a:cubicBezTo>
                  <a:cubicBezTo>
                    <a:pt x="7" y="0"/>
                    <a:pt x="5" y="1"/>
                    <a:pt x="4" y="3"/>
                  </a:cubicBezTo>
                  <a:cubicBezTo>
                    <a:pt x="3" y="4"/>
                    <a:pt x="3" y="5"/>
                    <a:pt x="3" y="7"/>
                  </a:cubicBezTo>
                  <a:cubicBezTo>
                    <a:pt x="3" y="15"/>
                    <a:pt x="2" y="22"/>
                    <a:pt x="1" y="27"/>
                  </a:cubicBezTo>
                  <a:cubicBezTo>
                    <a:pt x="0" y="32"/>
                    <a:pt x="0" y="35"/>
                    <a:pt x="0" y="36"/>
                  </a:cubicBezTo>
                  <a:cubicBezTo>
                    <a:pt x="0" y="39"/>
                    <a:pt x="2" y="41"/>
                    <a:pt x="6" y="41"/>
                  </a:cubicBezTo>
                  <a:cubicBezTo>
                    <a:pt x="7" y="41"/>
                    <a:pt x="7" y="41"/>
                    <a:pt x="8" y="40"/>
                  </a:cubicBezTo>
                  <a:cubicBezTo>
                    <a:pt x="9" y="40"/>
                    <a:pt x="9" y="39"/>
                    <a:pt x="9" y="38"/>
                  </a:cubicBezTo>
                  <a:cubicBezTo>
                    <a:pt x="10" y="34"/>
                    <a:pt x="13" y="29"/>
                    <a:pt x="18" y="22"/>
                  </a:cubicBezTo>
                  <a:cubicBezTo>
                    <a:pt x="22" y="15"/>
                    <a:pt x="26" y="12"/>
                    <a:pt x="28" y="12"/>
                  </a:cubicBezTo>
                  <a:cubicBezTo>
                    <a:pt x="30" y="12"/>
                    <a:pt x="31" y="15"/>
                    <a:pt x="32" y="22"/>
                  </a:cubicBezTo>
                  <a:cubicBezTo>
                    <a:pt x="32" y="28"/>
                    <a:pt x="33" y="33"/>
                    <a:pt x="34" y="35"/>
                  </a:cubicBezTo>
                  <a:cubicBezTo>
                    <a:pt x="34" y="35"/>
                    <a:pt x="34" y="35"/>
                    <a:pt x="34" y="35"/>
                  </a:cubicBezTo>
                  <a:cubicBezTo>
                    <a:pt x="36" y="38"/>
                    <a:pt x="38" y="39"/>
                    <a:pt x="41" y="39"/>
                  </a:cubicBezTo>
                  <a:cubicBezTo>
                    <a:pt x="43" y="39"/>
                    <a:pt x="46" y="38"/>
                    <a:pt x="47" y="37"/>
                  </a:cubicBezTo>
                  <a:cubicBezTo>
                    <a:pt x="49" y="35"/>
                    <a:pt x="50" y="34"/>
                    <a:pt x="50" y="33"/>
                  </a:cubicBezTo>
                  <a:cubicBezTo>
                    <a:pt x="50" y="31"/>
                    <a:pt x="49" y="30"/>
                    <a:pt x="48"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86" name="组合 385"/>
          <p:cNvGrpSpPr/>
          <p:nvPr/>
        </p:nvGrpSpPr>
        <p:grpSpPr>
          <a:xfrm>
            <a:off x="4899025" y="3757613"/>
            <a:ext cx="782638" cy="1458912"/>
            <a:chOff x="4899025" y="3757613"/>
            <a:chExt cx="782638" cy="1458912"/>
          </a:xfrm>
          <a:solidFill>
            <a:schemeClr val="tx1">
              <a:lumMod val="65000"/>
              <a:lumOff val="35000"/>
            </a:schemeClr>
          </a:solidFill>
        </p:grpSpPr>
        <p:sp>
          <p:nvSpPr>
            <p:cNvPr id="387" name="Freeform 374"/>
            <p:cNvSpPr>
              <a:spLocks/>
            </p:cNvSpPr>
            <p:nvPr/>
          </p:nvSpPr>
          <p:spPr bwMode="auto">
            <a:xfrm>
              <a:off x="4899025" y="4387850"/>
              <a:ext cx="22225" cy="53975"/>
            </a:xfrm>
            <a:custGeom>
              <a:avLst/>
              <a:gdLst>
                <a:gd name="T0" fmla="*/ 14 w 14"/>
                <a:gd name="T1" fmla="*/ 1 h 34"/>
                <a:gd name="T2" fmla="*/ 7 w 14"/>
                <a:gd name="T3" fmla="*/ 0 h 34"/>
                <a:gd name="T4" fmla="*/ 0 w 14"/>
                <a:gd name="T5" fmla="*/ 32 h 34"/>
                <a:gd name="T6" fmla="*/ 7 w 14"/>
                <a:gd name="T7" fmla="*/ 34 h 34"/>
                <a:gd name="T8" fmla="*/ 14 w 14"/>
                <a:gd name="T9" fmla="*/ 1 h 34"/>
              </a:gdLst>
              <a:ahLst/>
              <a:cxnLst>
                <a:cxn ang="0">
                  <a:pos x="T0" y="T1"/>
                </a:cxn>
                <a:cxn ang="0">
                  <a:pos x="T2" y="T3"/>
                </a:cxn>
                <a:cxn ang="0">
                  <a:pos x="T4" y="T5"/>
                </a:cxn>
                <a:cxn ang="0">
                  <a:pos x="T6" y="T7"/>
                </a:cxn>
                <a:cxn ang="0">
                  <a:pos x="T8" y="T9"/>
                </a:cxn>
              </a:cxnLst>
              <a:rect l="0" t="0" r="r" b="b"/>
              <a:pathLst>
                <a:path w="14" h="34">
                  <a:moveTo>
                    <a:pt x="14" y="1"/>
                  </a:moveTo>
                  <a:lnTo>
                    <a:pt x="7" y="0"/>
                  </a:lnTo>
                  <a:lnTo>
                    <a:pt x="0" y="32"/>
                  </a:lnTo>
                  <a:lnTo>
                    <a:pt x="7" y="34"/>
                  </a:lnTo>
                  <a:lnTo>
                    <a:pt x="1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 name="Freeform 375"/>
            <p:cNvSpPr>
              <a:spLocks noEditPoints="1"/>
            </p:cNvSpPr>
            <p:nvPr/>
          </p:nvSpPr>
          <p:spPr bwMode="auto">
            <a:xfrm>
              <a:off x="4922838" y="3998913"/>
              <a:ext cx="758825" cy="1217612"/>
            </a:xfrm>
            <a:custGeom>
              <a:avLst/>
              <a:gdLst>
                <a:gd name="T0" fmla="*/ 459 w 465"/>
                <a:gd name="T1" fmla="*/ 64 h 746"/>
                <a:gd name="T2" fmla="*/ 386 w 465"/>
                <a:gd name="T3" fmla="*/ 1 h 746"/>
                <a:gd name="T4" fmla="*/ 379 w 465"/>
                <a:gd name="T5" fmla="*/ 0 h 746"/>
                <a:gd name="T6" fmla="*/ 366 w 465"/>
                <a:gd name="T7" fmla="*/ 0 h 746"/>
                <a:gd name="T8" fmla="*/ 285 w 465"/>
                <a:gd name="T9" fmla="*/ 41 h 746"/>
                <a:gd name="T10" fmla="*/ 208 w 465"/>
                <a:gd name="T11" fmla="*/ 3 h 746"/>
                <a:gd name="T12" fmla="*/ 118 w 465"/>
                <a:gd name="T13" fmla="*/ 44 h 746"/>
                <a:gd name="T14" fmla="*/ 7 w 465"/>
                <a:gd name="T15" fmla="*/ 233 h 746"/>
                <a:gd name="T16" fmla="*/ 5 w 465"/>
                <a:gd name="T17" fmla="*/ 251 h 746"/>
                <a:gd name="T18" fmla="*/ 0 w 465"/>
                <a:gd name="T19" fmla="*/ 271 h 746"/>
                <a:gd name="T20" fmla="*/ 8 w 465"/>
                <a:gd name="T21" fmla="*/ 273 h 746"/>
                <a:gd name="T22" fmla="*/ 21 w 465"/>
                <a:gd name="T23" fmla="*/ 286 h 746"/>
                <a:gd name="T24" fmla="*/ 34 w 465"/>
                <a:gd name="T25" fmla="*/ 289 h 746"/>
                <a:gd name="T26" fmla="*/ 36 w 465"/>
                <a:gd name="T27" fmla="*/ 290 h 746"/>
                <a:gd name="T28" fmla="*/ 37 w 465"/>
                <a:gd name="T29" fmla="*/ 289 h 746"/>
                <a:gd name="T30" fmla="*/ 55 w 465"/>
                <a:gd name="T31" fmla="*/ 283 h 746"/>
                <a:gd name="T32" fmla="*/ 80 w 465"/>
                <a:gd name="T33" fmla="*/ 289 h 746"/>
                <a:gd name="T34" fmla="*/ 82 w 465"/>
                <a:gd name="T35" fmla="*/ 277 h 746"/>
                <a:gd name="T36" fmla="*/ 150 w 465"/>
                <a:gd name="T37" fmla="*/ 292 h 746"/>
                <a:gd name="T38" fmla="*/ 151 w 465"/>
                <a:gd name="T39" fmla="*/ 287 h 746"/>
                <a:gd name="T40" fmla="*/ 84 w 465"/>
                <a:gd name="T41" fmla="*/ 272 h 746"/>
                <a:gd name="T42" fmla="*/ 86 w 465"/>
                <a:gd name="T43" fmla="*/ 261 h 746"/>
                <a:gd name="T44" fmla="*/ 68 w 465"/>
                <a:gd name="T45" fmla="*/ 257 h 746"/>
                <a:gd name="T46" fmla="*/ 69 w 465"/>
                <a:gd name="T47" fmla="*/ 247 h 746"/>
                <a:gd name="T48" fmla="*/ 193 w 465"/>
                <a:gd name="T49" fmla="*/ 75 h 746"/>
                <a:gd name="T50" fmla="*/ 193 w 465"/>
                <a:gd name="T51" fmla="*/ 229 h 746"/>
                <a:gd name="T52" fmla="*/ 193 w 465"/>
                <a:gd name="T53" fmla="*/ 256 h 746"/>
                <a:gd name="T54" fmla="*/ 163 w 465"/>
                <a:gd name="T55" fmla="*/ 280 h 746"/>
                <a:gd name="T56" fmla="*/ 161 w 465"/>
                <a:gd name="T57" fmla="*/ 288 h 746"/>
                <a:gd name="T58" fmla="*/ 161 w 465"/>
                <a:gd name="T59" fmla="*/ 289 h 746"/>
                <a:gd name="T60" fmla="*/ 193 w 465"/>
                <a:gd name="T61" fmla="*/ 322 h 746"/>
                <a:gd name="T62" fmla="*/ 193 w 465"/>
                <a:gd name="T63" fmla="*/ 697 h 746"/>
                <a:gd name="T64" fmla="*/ 243 w 465"/>
                <a:gd name="T65" fmla="*/ 746 h 746"/>
                <a:gd name="T66" fmla="*/ 292 w 465"/>
                <a:gd name="T67" fmla="*/ 697 h 746"/>
                <a:gd name="T68" fmla="*/ 292 w 465"/>
                <a:gd name="T69" fmla="*/ 336 h 746"/>
                <a:gd name="T70" fmla="*/ 311 w 465"/>
                <a:gd name="T71" fmla="*/ 336 h 746"/>
                <a:gd name="T72" fmla="*/ 311 w 465"/>
                <a:gd name="T73" fmla="*/ 697 h 746"/>
                <a:gd name="T74" fmla="*/ 360 w 465"/>
                <a:gd name="T75" fmla="*/ 746 h 746"/>
                <a:gd name="T76" fmla="*/ 410 w 465"/>
                <a:gd name="T77" fmla="*/ 697 h 746"/>
                <a:gd name="T78" fmla="*/ 410 w 465"/>
                <a:gd name="T79" fmla="*/ 305 h 746"/>
                <a:gd name="T80" fmla="*/ 410 w 465"/>
                <a:gd name="T81" fmla="*/ 229 h 746"/>
                <a:gd name="T82" fmla="*/ 410 w 465"/>
                <a:gd name="T83" fmla="*/ 207 h 746"/>
                <a:gd name="T84" fmla="*/ 253 w 465"/>
                <a:gd name="T85" fmla="*/ 329 h 746"/>
                <a:gd name="T86" fmla="*/ 231 w 465"/>
                <a:gd name="T87" fmla="*/ 335 h 746"/>
                <a:gd name="T88" fmla="*/ 196 w 465"/>
                <a:gd name="T89" fmla="*/ 316 h 746"/>
                <a:gd name="T90" fmla="*/ 191 w 465"/>
                <a:gd name="T91" fmla="*/ 285 h 746"/>
                <a:gd name="T92" fmla="*/ 209 w 465"/>
                <a:gd name="T93" fmla="*/ 259 h 746"/>
                <a:gd name="T94" fmla="*/ 379 w 465"/>
                <a:gd name="T95" fmla="*/ 114 h 746"/>
                <a:gd name="T96" fmla="*/ 388 w 465"/>
                <a:gd name="T97" fmla="*/ 117 h 746"/>
                <a:gd name="T98" fmla="*/ 214 w 465"/>
                <a:gd name="T99" fmla="*/ 267 h 746"/>
                <a:gd name="T100" fmla="*/ 204 w 465"/>
                <a:gd name="T101" fmla="*/ 311 h 746"/>
                <a:gd name="T102" fmla="*/ 231 w 465"/>
                <a:gd name="T103" fmla="*/ 326 h 746"/>
                <a:gd name="T104" fmla="*/ 248 w 465"/>
                <a:gd name="T105" fmla="*/ 321 h 746"/>
                <a:gd name="T106" fmla="*/ 450 w 465"/>
                <a:gd name="T107" fmla="*/ 136 h 746"/>
                <a:gd name="T108" fmla="*/ 459 w 465"/>
                <a:gd name="T109" fmla="*/ 64 h 746"/>
                <a:gd name="T110" fmla="*/ 75 w 465"/>
                <a:gd name="T111" fmla="*/ 282 h 746"/>
                <a:gd name="T112" fmla="*/ 60 w 465"/>
                <a:gd name="T113" fmla="*/ 278 h 746"/>
                <a:gd name="T114" fmla="*/ 68 w 465"/>
                <a:gd name="T115" fmla="*/ 263 h 746"/>
                <a:gd name="T116" fmla="*/ 79 w 465"/>
                <a:gd name="T117" fmla="*/ 265 h 746"/>
                <a:gd name="T118" fmla="*/ 75 w 465"/>
                <a:gd name="T119" fmla="*/ 282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65" h="746">
                  <a:moveTo>
                    <a:pt x="459" y="64"/>
                  </a:moveTo>
                  <a:cubicBezTo>
                    <a:pt x="447" y="24"/>
                    <a:pt x="410" y="5"/>
                    <a:pt x="386" y="1"/>
                  </a:cubicBezTo>
                  <a:cubicBezTo>
                    <a:pt x="384" y="0"/>
                    <a:pt x="381" y="0"/>
                    <a:pt x="379" y="0"/>
                  </a:cubicBezTo>
                  <a:cubicBezTo>
                    <a:pt x="366" y="0"/>
                    <a:pt x="366" y="0"/>
                    <a:pt x="366" y="0"/>
                  </a:cubicBezTo>
                  <a:cubicBezTo>
                    <a:pt x="348" y="25"/>
                    <a:pt x="318" y="41"/>
                    <a:pt x="285" y="41"/>
                  </a:cubicBezTo>
                  <a:cubicBezTo>
                    <a:pt x="254" y="41"/>
                    <a:pt x="226" y="26"/>
                    <a:pt x="208" y="3"/>
                  </a:cubicBezTo>
                  <a:cubicBezTo>
                    <a:pt x="189" y="8"/>
                    <a:pt x="154" y="19"/>
                    <a:pt x="118" y="44"/>
                  </a:cubicBezTo>
                  <a:cubicBezTo>
                    <a:pt x="74" y="74"/>
                    <a:pt x="21" y="131"/>
                    <a:pt x="7" y="233"/>
                  </a:cubicBezTo>
                  <a:cubicBezTo>
                    <a:pt x="6" y="239"/>
                    <a:pt x="5" y="245"/>
                    <a:pt x="5" y="251"/>
                  </a:cubicBezTo>
                  <a:cubicBezTo>
                    <a:pt x="0" y="271"/>
                    <a:pt x="0" y="271"/>
                    <a:pt x="0" y="271"/>
                  </a:cubicBezTo>
                  <a:cubicBezTo>
                    <a:pt x="8" y="273"/>
                    <a:pt x="8" y="273"/>
                    <a:pt x="8" y="273"/>
                  </a:cubicBezTo>
                  <a:cubicBezTo>
                    <a:pt x="11" y="278"/>
                    <a:pt x="16" y="283"/>
                    <a:pt x="21" y="286"/>
                  </a:cubicBezTo>
                  <a:cubicBezTo>
                    <a:pt x="25" y="288"/>
                    <a:pt x="29" y="289"/>
                    <a:pt x="34" y="289"/>
                  </a:cubicBezTo>
                  <a:cubicBezTo>
                    <a:pt x="35" y="289"/>
                    <a:pt x="35" y="290"/>
                    <a:pt x="36" y="290"/>
                  </a:cubicBezTo>
                  <a:cubicBezTo>
                    <a:pt x="37" y="290"/>
                    <a:pt x="37" y="289"/>
                    <a:pt x="37" y="289"/>
                  </a:cubicBezTo>
                  <a:cubicBezTo>
                    <a:pt x="44" y="289"/>
                    <a:pt x="50" y="287"/>
                    <a:pt x="55" y="283"/>
                  </a:cubicBezTo>
                  <a:cubicBezTo>
                    <a:pt x="80" y="289"/>
                    <a:pt x="80" y="289"/>
                    <a:pt x="80" y="289"/>
                  </a:cubicBezTo>
                  <a:cubicBezTo>
                    <a:pt x="82" y="277"/>
                    <a:pt x="82" y="277"/>
                    <a:pt x="82" y="277"/>
                  </a:cubicBezTo>
                  <a:cubicBezTo>
                    <a:pt x="150" y="292"/>
                    <a:pt x="150" y="292"/>
                    <a:pt x="150" y="292"/>
                  </a:cubicBezTo>
                  <a:cubicBezTo>
                    <a:pt x="151" y="287"/>
                    <a:pt x="151" y="287"/>
                    <a:pt x="151" y="287"/>
                  </a:cubicBezTo>
                  <a:cubicBezTo>
                    <a:pt x="84" y="272"/>
                    <a:pt x="84" y="272"/>
                    <a:pt x="84" y="272"/>
                  </a:cubicBezTo>
                  <a:cubicBezTo>
                    <a:pt x="86" y="261"/>
                    <a:pt x="86" y="261"/>
                    <a:pt x="86" y="261"/>
                  </a:cubicBezTo>
                  <a:cubicBezTo>
                    <a:pt x="68" y="257"/>
                    <a:pt x="68" y="257"/>
                    <a:pt x="68" y="257"/>
                  </a:cubicBezTo>
                  <a:cubicBezTo>
                    <a:pt x="69" y="253"/>
                    <a:pt x="69" y="250"/>
                    <a:pt x="69" y="247"/>
                  </a:cubicBezTo>
                  <a:cubicBezTo>
                    <a:pt x="82" y="139"/>
                    <a:pt x="150" y="93"/>
                    <a:pt x="193" y="75"/>
                  </a:cubicBezTo>
                  <a:cubicBezTo>
                    <a:pt x="193" y="229"/>
                    <a:pt x="193" y="229"/>
                    <a:pt x="193" y="229"/>
                  </a:cubicBezTo>
                  <a:cubicBezTo>
                    <a:pt x="193" y="256"/>
                    <a:pt x="193" y="256"/>
                    <a:pt x="193" y="256"/>
                  </a:cubicBezTo>
                  <a:cubicBezTo>
                    <a:pt x="178" y="261"/>
                    <a:pt x="167" y="270"/>
                    <a:pt x="163" y="280"/>
                  </a:cubicBezTo>
                  <a:cubicBezTo>
                    <a:pt x="162" y="283"/>
                    <a:pt x="161" y="285"/>
                    <a:pt x="161" y="288"/>
                  </a:cubicBezTo>
                  <a:cubicBezTo>
                    <a:pt x="161" y="288"/>
                    <a:pt x="161" y="289"/>
                    <a:pt x="161" y="289"/>
                  </a:cubicBezTo>
                  <a:cubicBezTo>
                    <a:pt x="161" y="303"/>
                    <a:pt x="174" y="315"/>
                    <a:pt x="193" y="322"/>
                  </a:cubicBezTo>
                  <a:cubicBezTo>
                    <a:pt x="193" y="697"/>
                    <a:pt x="193" y="697"/>
                    <a:pt x="193" y="697"/>
                  </a:cubicBezTo>
                  <a:cubicBezTo>
                    <a:pt x="193" y="724"/>
                    <a:pt x="215" y="746"/>
                    <a:pt x="243" y="746"/>
                  </a:cubicBezTo>
                  <a:cubicBezTo>
                    <a:pt x="270" y="746"/>
                    <a:pt x="292" y="724"/>
                    <a:pt x="292" y="697"/>
                  </a:cubicBezTo>
                  <a:cubicBezTo>
                    <a:pt x="292" y="336"/>
                    <a:pt x="292" y="336"/>
                    <a:pt x="292" y="336"/>
                  </a:cubicBezTo>
                  <a:cubicBezTo>
                    <a:pt x="311" y="336"/>
                    <a:pt x="311" y="336"/>
                    <a:pt x="311" y="336"/>
                  </a:cubicBezTo>
                  <a:cubicBezTo>
                    <a:pt x="311" y="697"/>
                    <a:pt x="311" y="697"/>
                    <a:pt x="311" y="697"/>
                  </a:cubicBezTo>
                  <a:cubicBezTo>
                    <a:pt x="311" y="724"/>
                    <a:pt x="333" y="746"/>
                    <a:pt x="360" y="746"/>
                  </a:cubicBezTo>
                  <a:cubicBezTo>
                    <a:pt x="388" y="746"/>
                    <a:pt x="410" y="724"/>
                    <a:pt x="410" y="697"/>
                  </a:cubicBezTo>
                  <a:cubicBezTo>
                    <a:pt x="410" y="305"/>
                    <a:pt x="410" y="305"/>
                    <a:pt x="410" y="305"/>
                  </a:cubicBezTo>
                  <a:cubicBezTo>
                    <a:pt x="410" y="229"/>
                    <a:pt x="410" y="229"/>
                    <a:pt x="410" y="229"/>
                  </a:cubicBezTo>
                  <a:cubicBezTo>
                    <a:pt x="410" y="207"/>
                    <a:pt x="410" y="207"/>
                    <a:pt x="410" y="207"/>
                  </a:cubicBezTo>
                  <a:cubicBezTo>
                    <a:pt x="374" y="245"/>
                    <a:pt x="321" y="285"/>
                    <a:pt x="253" y="329"/>
                  </a:cubicBezTo>
                  <a:cubicBezTo>
                    <a:pt x="246" y="333"/>
                    <a:pt x="239" y="335"/>
                    <a:pt x="231" y="335"/>
                  </a:cubicBezTo>
                  <a:cubicBezTo>
                    <a:pt x="217" y="335"/>
                    <a:pt x="204" y="328"/>
                    <a:pt x="196" y="316"/>
                  </a:cubicBezTo>
                  <a:cubicBezTo>
                    <a:pt x="190" y="307"/>
                    <a:pt x="188" y="296"/>
                    <a:pt x="191" y="285"/>
                  </a:cubicBezTo>
                  <a:cubicBezTo>
                    <a:pt x="193" y="274"/>
                    <a:pt x="199" y="265"/>
                    <a:pt x="209" y="259"/>
                  </a:cubicBezTo>
                  <a:cubicBezTo>
                    <a:pt x="320" y="188"/>
                    <a:pt x="363" y="141"/>
                    <a:pt x="379" y="114"/>
                  </a:cubicBezTo>
                  <a:cubicBezTo>
                    <a:pt x="388" y="117"/>
                    <a:pt x="388" y="117"/>
                    <a:pt x="388" y="117"/>
                  </a:cubicBezTo>
                  <a:cubicBezTo>
                    <a:pt x="371" y="146"/>
                    <a:pt x="327" y="195"/>
                    <a:pt x="214" y="267"/>
                  </a:cubicBezTo>
                  <a:cubicBezTo>
                    <a:pt x="199" y="276"/>
                    <a:pt x="194" y="296"/>
                    <a:pt x="204" y="311"/>
                  </a:cubicBezTo>
                  <a:cubicBezTo>
                    <a:pt x="210" y="321"/>
                    <a:pt x="220" y="326"/>
                    <a:pt x="231" y="326"/>
                  </a:cubicBezTo>
                  <a:cubicBezTo>
                    <a:pt x="237" y="326"/>
                    <a:pt x="243" y="324"/>
                    <a:pt x="248" y="321"/>
                  </a:cubicBezTo>
                  <a:cubicBezTo>
                    <a:pt x="358" y="251"/>
                    <a:pt x="425" y="190"/>
                    <a:pt x="450" y="136"/>
                  </a:cubicBezTo>
                  <a:cubicBezTo>
                    <a:pt x="462" y="110"/>
                    <a:pt x="465" y="86"/>
                    <a:pt x="459" y="64"/>
                  </a:cubicBezTo>
                  <a:close/>
                  <a:moveTo>
                    <a:pt x="75" y="282"/>
                  </a:moveTo>
                  <a:cubicBezTo>
                    <a:pt x="60" y="278"/>
                    <a:pt x="60" y="278"/>
                    <a:pt x="60" y="278"/>
                  </a:cubicBezTo>
                  <a:cubicBezTo>
                    <a:pt x="64" y="274"/>
                    <a:pt x="67" y="269"/>
                    <a:pt x="68" y="263"/>
                  </a:cubicBezTo>
                  <a:cubicBezTo>
                    <a:pt x="79" y="265"/>
                    <a:pt x="79" y="265"/>
                    <a:pt x="79" y="265"/>
                  </a:cubicBezTo>
                  <a:lnTo>
                    <a:pt x="75" y="2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 name="Oval 376"/>
            <p:cNvSpPr>
              <a:spLocks noChangeArrowheads="1"/>
            </p:cNvSpPr>
            <p:nvPr/>
          </p:nvSpPr>
          <p:spPr bwMode="auto">
            <a:xfrm>
              <a:off x="5241925" y="3757613"/>
              <a:ext cx="293688" cy="2936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1745500765"/>
      </p:ext>
    </p:extLst>
  </p:cSld>
  <p:clrMapOvr>
    <a:masterClrMapping/>
  </p:clrMapOvr>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388938" y="4237038"/>
            <a:ext cx="5126038" cy="179388"/>
            <a:chOff x="388938" y="4237038"/>
            <a:chExt cx="5126038" cy="179388"/>
          </a:xfrm>
          <a:solidFill>
            <a:schemeClr val="tx1">
              <a:lumMod val="65000"/>
              <a:lumOff val="35000"/>
            </a:schemeClr>
          </a:solidFill>
        </p:grpSpPr>
        <p:sp>
          <p:nvSpPr>
            <p:cNvPr id="3" name="Freeform 44"/>
            <p:cNvSpPr>
              <a:spLocks noEditPoints="1"/>
            </p:cNvSpPr>
            <p:nvPr/>
          </p:nvSpPr>
          <p:spPr bwMode="auto">
            <a:xfrm>
              <a:off x="388938" y="4259263"/>
              <a:ext cx="112713" cy="115888"/>
            </a:xfrm>
            <a:custGeom>
              <a:avLst/>
              <a:gdLst>
                <a:gd name="T0" fmla="*/ 79 w 89"/>
                <a:gd name="T1" fmla="*/ 10 h 92"/>
                <a:gd name="T2" fmla="*/ 68 w 89"/>
                <a:gd name="T3" fmla="*/ 3 h 92"/>
                <a:gd name="T4" fmla="*/ 51 w 89"/>
                <a:gd name="T5" fmla="*/ 0 h 92"/>
                <a:gd name="T6" fmla="*/ 26 w 89"/>
                <a:gd name="T7" fmla="*/ 10 h 92"/>
                <a:gd name="T8" fmla="*/ 7 w 89"/>
                <a:gd name="T9" fmla="*/ 35 h 92"/>
                <a:gd name="T10" fmla="*/ 0 w 89"/>
                <a:gd name="T11" fmla="*/ 62 h 92"/>
                <a:gd name="T12" fmla="*/ 7 w 89"/>
                <a:gd name="T13" fmla="*/ 82 h 92"/>
                <a:gd name="T14" fmla="*/ 25 w 89"/>
                <a:gd name="T15" fmla="*/ 92 h 92"/>
                <a:gd name="T16" fmla="*/ 51 w 89"/>
                <a:gd name="T17" fmla="*/ 87 h 92"/>
                <a:gd name="T18" fmla="*/ 70 w 89"/>
                <a:gd name="T19" fmla="*/ 72 h 92"/>
                <a:gd name="T20" fmla="*/ 84 w 89"/>
                <a:gd name="T21" fmla="*/ 51 h 92"/>
                <a:gd name="T22" fmla="*/ 89 w 89"/>
                <a:gd name="T23" fmla="*/ 33 h 92"/>
                <a:gd name="T24" fmla="*/ 87 w 89"/>
                <a:gd name="T25" fmla="*/ 19 h 92"/>
                <a:gd name="T26" fmla="*/ 79 w 89"/>
                <a:gd name="T27" fmla="*/ 10 h 92"/>
                <a:gd name="T28" fmla="*/ 59 w 89"/>
                <a:gd name="T29" fmla="*/ 63 h 92"/>
                <a:gd name="T30" fmla="*/ 29 w 89"/>
                <a:gd name="T31" fmla="*/ 79 h 92"/>
                <a:gd name="T32" fmla="*/ 19 w 89"/>
                <a:gd name="T33" fmla="*/ 74 h 92"/>
                <a:gd name="T34" fmla="*/ 15 w 89"/>
                <a:gd name="T35" fmla="*/ 62 h 92"/>
                <a:gd name="T36" fmla="*/ 27 w 89"/>
                <a:gd name="T37" fmla="*/ 29 h 92"/>
                <a:gd name="T38" fmla="*/ 51 w 89"/>
                <a:gd name="T39" fmla="*/ 12 h 92"/>
                <a:gd name="T40" fmla="*/ 63 w 89"/>
                <a:gd name="T41" fmla="*/ 15 h 92"/>
                <a:gd name="T42" fmla="*/ 71 w 89"/>
                <a:gd name="T43" fmla="*/ 21 h 92"/>
                <a:gd name="T44" fmla="*/ 73 w 89"/>
                <a:gd name="T45" fmla="*/ 31 h 92"/>
                <a:gd name="T46" fmla="*/ 59 w 89"/>
                <a:gd name="T47" fmla="*/ 6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9" h="92">
                  <a:moveTo>
                    <a:pt x="79" y="10"/>
                  </a:moveTo>
                  <a:cubicBezTo>
                    <a:pt x="76" y="7"/>
                    <a:pt x="72" y="4"/>
                    <a:pt x="68" y="3"/>
                  </a:cubicBezTo>
                  <a:cubicBezTo>
                    <a:pt x="63" y="1"/>
                    <a:pt x="58" y="0"/>
                    <a:pt x="51" y="0"/>
                  </a:cubicBezTo>
                  <a:cubicBezTo>
                    <a:pt x="42" y="0"/>
                    <a:pt x="34" y="4"/>
                    <a:pt x="26" y="10"/>
                  </a:cubicBezTo>
                  <a:cubicBezTo>
                    <a:pt x="18" y="16"/>
                    <a:pt x="12" y="25"/>
                    <a:pt x="7" y="35"/>
                  </a:cubicBezTo>
                  <a:cubicBezTo>
                    <a:pt x="2" y="45"/>
                    <a:pt x="0" y="54"/>
                    <a:pt x="0" y="62"/>
                  </a:cubicBezTo>
                  <a:cubicBezTo>
                    <a:pt x="0" y="69"/>
                    <a:pt x="2" y="76"/>
                    <a:pt x="7" y="82"/>
                  </a:cubicBezTo>
                  <a:cubicBezTo>
                    <a:pt x="13" y="89"/>
                    <a:pt x="19" y="92"/>
                    <a:pt x="25" y="92"/>
                  </a:cubicBezTo>
                  <a:cubicBezTo>
                    <a:pt x="36" y="92"/>
                    <a:pt x="44" y="90"/>
                    <a:pt x="51" y="87"/>
                  </a:cubicBezTo>
                  <a:cubicBezTo>
                    <a:pt x="57" y="83"/>
                    <a:pt x="63" y="78"/>
                    <a:pt x="70" y="72"/>
                  </a:cubicBezTo>
                  <a:cubicBezTo>
                    <a:pt x="76" y="65"/>
                    <a:pt x="80" y="59"/>
                    <a:pt x="84" y="51"/>
                  </a:cubicBezTo>
                  <a:cubicBezTo>
                    <a:pt x="87" y="44"/>
                    <a:pt x="89" y="38"/>
                    <a:pt x="89" y="33"/>
                  </a:cubicBezTo>
                  <a:cubicBezTo>
                    <a:pt x="89" y="27"/>
                    <a:pt x="88" y="23"/>
                    <a:pt x="87" y="19"/>
                  </a:cubicBezTo>
                  <a:cubicBezTo>
                    <a:pt x="86" y="16"/>
                    <a:pt x="83" y="13"/>
                    <a:pt x="79" y="10"/>
                  </a:cubicBezTo>
                  <a:close/>
                  <a:moveTo>
                    <a:pt x="59" y="63"/>
                  </a:moveTo>
                  <a:cubicBezTo>
                    <a:pt x="50" y="74"/>
                    <a:pt x="40" y="79"/>
                    <a:pt x="29" y="79"/>
                  </a:cubicBezTo>
                  <a:cubicBezTo>
                    <a:pt x="25" y="79"/>
                    <a:pt x="22" y="77"/>
                    <a:pt x="19" y="74"/>
                  </a:cubicBezTo>
                  <a:cubicBezTo>
                    <a:pt x="16" y="71"/>
                    <a:pt x="15" y="67"/>
                    <a:pt x="15" y="62"/>
                  </a:cubicBezTo>
                  <a:cubicBezTo>
                    <a:pt x="15" y="51"/>
                    <a:pt x="19" y="40"/>
                    <a:pt x="27" y="29"/>
                  </a:cubicBezTo>
                  <a:cubicBezTo>
                    <a:pt x="35" y="18"/>
                    <a:pt x="43" y="12"/>
                    <a:pt x="51" y="12"/>
                  </a:cubicBezTo>
                  <a:cubicBezTo>
                    <a:pt x="55" y="12"/>
                    <a:pt x="59" y="13"/>
                    <a:pt x="63" y="15"/>
                  </a:cubicBezTo>
                  <a:cubicBezTo>
                    <a:pt x="67" y="16"/>
                    <a:pt x="69" y="18"/>
                    <a:pt x="71" y="21"/>
                  </a:cubicBezTo>
                  <a:cubicBezTo>
                    <a:pt x="73" y="23"/>
                    <a:pt x="73" y="27"/>
                    <a:pt x="73" y="31"/>
                  </a:cubicBezTo>
                  <a:cubicBezTo>
                    <a:pt x="73" y="42"/>
                    <a:pt x="69" y="53"/>
                    <a:pt x="59"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Freeform 45"/>
            <p:cNvSpPr>
              <a:spLocks/>
            </p:cNvSpPr>
            <p:nvPr/>
          </p:nvSpPr>
          <p:spPr bwMode="auto">
            <a:xfrm>
              <a:off x="511175" y="4287838"/>
              <a:ext cx="87313" cy="87313"/>
            </a:xfrm>
            <a:custGeom>
              <a:avLst/>
              <a:gdLst>
                <a:gd name="T0" fmla="*/ 62 w 69"/>
                <a:gd name="T1" fmla="*/ 0 h 69"/>
                <a:gd name="T2" fmla="*/ 56 w 69"/>
                <a:gd name="T3" fmla="*/ 1 h 69"/>
                <a:gd name="T4" fmla="*/ 48 w 69"/>
                <a:gd name="T5" fmla="*/ 10 h 69"/>
                <a:gd name="T6" fmla="*/ 35 w 69"/>
                <a:gd name="T7" fmla="*/ 29 h 69"/>
                <a:gd name="T8" fmla="*/ 27 w 69"/>
                <a:gd name="T9" fmla="*/ 43 h 69"/>
                <a:gd name="T10" fmla="*/ 24 w 69"/>
                <a:gd name="T11" fmla="*/ 48 h 69"/>
                <a:gd name="T12" fmla="*/ 23 w 69"/>
                <a:gd name="T13" fmla="*/ 44 h 69"/>
                <a:gd name="T14" fmla="*/ 21 w 69"/>
                <a:gd name="T15" fmla="*/ 37 h 69"/>
                <a:gd name="T16" fmla="*/ 18 w 69"/>
                <a:gd name="T17" fmla="*/ 27 h 69"/>
                <a:gd name="T18" fmla="*/ 16 w 69"/>
                <a:gd name="T19" fmla="*/ 18 h 69"/>
                <a:gd name="T20" fmla="*/ 16 w 69"/>
                <a:gd name="T21" fmla="*/ 10 h 69"/>
                <a:gd name="T22" fmla="*/ 8 w 69"/>
                <a:gd name="T23" fmla="*/ 1 h 69"/>
                <a:gd name="T24" fmla="*/ 0 w 69"/>
                <a:gd name="T25" fmla="*/ 11 h 69"/>
                <a:gd name="T26" fmla="*/ 10 w 69"/>
                <a:gd name="T27" fmla="*/ 47 h 69"/>
                <a:gd name="T28" fmla="*/ 15 w 69"/>
                <a:gd name="T29" fmla="*/ 64 h 69"/>
                <a:gd name="T30" fmla="*/ 23 w 69"/>
                <a:gd name="T31" fmla="*/ 69 h 69"/>
                <a:gd name="T32" fmla="*/ 32 w 69"/>
                <a:gd name="T33" fmla="*/ 59 h 69"/>
                <a:gd name="T34" fmla="*/ 51 w 69"/>
                <a:gd name="T35" fmla="*/ 29 h 69"/>
                <a:gd name="T36" fmla="*/ 64 w 69"/>
                <a:gd name="T37" fmla="*/ 14 h 69"/>
                <a:gd name="T38" fmla="*/ 69 w 69"/>
                <a:gd name="T39" fmla="*/ 7 h 69"/>
                <a:gd name="T40" fmla="*/ 67 w 69"/>
                <a:gd name="T41" fmla="*/ 2 h 69"/>
                <a:gd name="T42" fmla="*/ 62 w 69"/>
                <a:gd name="T4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9" h="69">
                  <a:moveTo>
                    <a:pt x="62" y="0"/>
                  </a:moveTo>
                  <a:cubicBezTo>
                    <a:pt x="60" y="0"/>
                    <a:pt x="58" y="0"/>
                    <a:pt x="56" y="1"/>
                  </a:cubicBezTo>
                  <a:cubicBezTo>
                    <a:pt x="54" y="2"/>
                    <a:pt x="52" y="5"/>
                    <a:pt x="48" y="10"/>
                  </a:cubicBezTo>
                  <a:cubicBezTo>
                    <a:pt x="44" y="15"/>
                    <a:pt x="40" y="21"/>
                    <a:pt x="35" y="29"/>
                  </a:cubicBezTo>
                  <a:cubicBezTo>
                    <a:pt x="30" y="37"/>
                    <a:pt x="28" y="41"/>
                    <a:pt x="27" y="43"/>
                  </a:cubicBezTo>
                  <a:cubicBezTo>
                    <a:pt x="25" y="46"/>
                    <a:pt x="25" y="47"/>
                    <a:pt x="24" y="48"/>
                  </a:cubicBezTo>
                  <a:cubicBezTo>
                    <a:pt x="24" y="47"/>
                    <a:pt x="24" y="46"/>
                    <a:pt x="23" y="44"/>
                  </a:cubicBezTo>
                  <a:cubicBezTo>
                    <a:pt x="22" y="41"/>
                    <a:pt x="22" y="39"/>
                    <a:pt x="21" y="37"/>
                  </a:cubicBezTo>
                  <a:cubicBezTo>
                    <a:pt x="20" y="34"/>
                    <a:pt x="19" y="31"/>
                    <a:pt x="18" y="27"/>
                  </a:cubicBezTo>
                  <a:cubicBezTo>
                    <a:pt x="17" y="22"/>
                    <a:pt x="16" y="20"/>
                    <a:pt x="16" y="18"/>
                  </a:cubicBezTo>
                  <a:cubicBezTo>
                    <a:pt x="16" y="16"/>
                    <a:pt x="16" y="14"/>
                    <a:pt x="16" y="10"/>
                  </a:cubicBezTo>
                  <a:cubicBezTo>
                    <a:pt x="16" y="4"/>
                    <a:pt x="13" y="1"/>
                    <a:pt x="8" y="1"/>
                  </a:cubicBezTo>
                  <a:cubicBezTo>
                    <a:pt x="3" y="1"/>
                    <a:pt x="0" y="4"/>
                    <a:pt x="0" y="11"/>
                  </a:cubicBezTo>
                  <a:cubicBezTo>
                    <a:pt x="0" y="18"/>
                    <a:pt x="4" y="30"/>
                    <a:pt x="10" y="47"/>
                  </a:cubicBezTo>
                  <a:cubicBezTo>
                    <a:pt x="13" y="56"/>
                    <a:pt x="15" y="62"/>
                    <a:pt x="15" y="64"/>
                  </a:cubicBezTo>
                  <a:cubicBezTo>
                    <a:pt x="17" y="68"/>
                    <a:pt x="20" y="69"/>
                    <a:pt x="23" y="69"/>
                  </a:cubicBezTo>
                  <a:cubicBezTo>
                    <a:pt x="25" y="69"/>
                    <a:pt x="29" y="66"/>
                    <a:pt x="32" y="59"/>
                  </a:cubicBezTo>
                  <a:cubicBezTo>
                    <a:pt x="39" y="47"/>
                    <a:pt x="45" y="37"/>
                    <a:pt x="51" y="29"/>
                  </a:cubicBezTo>
                  <a:cubicBezTo>
                    <a:pt x="56" y="21"/>
                    <a:pt x="61" y="16"/>
                    <a:pt x="64" y="14"/>
                  </a:cubicBezTo>
                  <a:cubicBezTo>
                    <a:pt x="67" y="11"/>
                    <a:pt x="69" y="9"/>
                    <a:pt x="69" y="7"/>
                  </a:cubicBezTo>
                  <a:cubicBezTo>
                    <a:pt x="69" y="5"/>
                    <a:pt x="68" y="3"/>
                    <a:pt x="67" y="2"/>
                  </a:cubicBezTo>
                  <a:cubicBezTo>
                    <a:pt x="66" y="0"/>
                    <a:pt x="64" y="0"/>
                    <a:pt x="6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 name="Freeform 46"/>
            <p:cNvSpPr>
              <a:spLocks noEditPoints="1"/>
            </p:cNvSpPr>
            <p:nvPr/>
          </p:nvSpPr>
          <p:spPr bwMode="auto">
            <a:xfrm>
              <a:off x="596900" y="4284663"/>
              <a:ext cx="69850" cy="88900"/>
            </a:xfrm>
            <a:custGeom>
              <a:avLst/>
              <a:gdLst>
                <a:gd name="T0" fmla="*/ 22 w 56"/>
                <a:gd name="T1" fmla="*/ 70 h 70"/>
                <a:gd name="T2" fmla="*/ 45 w 56"/>
                <a:gd name="T3" fmla="*/ 61 h 70"/>
                <a:gd name="T4" fmla="*/ 56 w 56"/>
                <a:gd name="T5" fmla="*/ 46 h 70"/>
                <a:gd name="T6" fmla="*/ 52 w 56"/>
                <a:gd name="T7" fmla="*/ 42 h 70"/>
                <a:gd name="T8" fmla="*/ 48 w 56"/>
                <a:gd name="T9" fmla="*/ 45 h 70"/>
                <a:gd name="T10" fmla="*/ 24 w 56"/>
                <a:gd name="T11" fmla="*/ 57 h 70"/>
                <a:gd name="T12" fmla="*/ 17 w 56"/>
                <a:gd name="T13" fmla="*/ 54 h 70"/>
                <a:gd name="T14" fmla="*/ 15 w 56"/>
                <a:gd name="T15" fmla="*/ 49 h 70"/>
                <a:gd name="T16" fmla="*/ 16 w 56"/>
                <a:gd name="T17" fmla="*/ 47 h 70"/>
                <a:gd name="T18" fmla="*/ 42 w 56"/>
                <a:gd name="T19" fmla="*/ 34 h 70"/>
                <a:gd name="T20" fmla="*/ 52 w 56"/>
                <a:gd name="T21" fmla="*/ 14 h 70"/>
                <a:gd name="T22" fmla="*/ 48 w 56"/>
                <a:gd name="T23" fmla="*/ 4 h 70"/>
                <a:gd name="T24" fmla="*/ 37 w 56"/>
                <a:gd name="T25" fmla="*/ 0 h 70"/>
                <a:gd name="T26" fmla="*/ 12 w 56"/>
                <a:gd name="T27" fmla="*/ 14 h 70"/>
                <a:gd name="T28" fmla="*/ 0 w 56"/>
                <a:gd name="T29" fmla="*/ 46 h 70"/>
                <a:gd name="T30" fmla="*/ 6 w 56"/>
                <a:gd name="T31" fmla="*/ 63 h 70"/>
                <a:gd name="T32" fmla="*/ 22 w 56"/>
                <a:gd name="T33" fmla="*/ 70 h 70"/>
                <a:gd name="T34" fmla="*/ 24 w 56"/>
                <a:gd name="T35" fmla="*/ 19 h 70"/>
                <a:gd name="T36" fmla="*/ 36 w 56"/>
                <a:gd name="T37" fmla="*/ 12 h 70"/>
                <a:gd name="T38" fmla="*/ 39 w 56"/>
                <a:gd name="T39" fmla="*/ 13 h 70"/>
                <a:gd name="T40" fmla="*/ 40 w 56"/>
                <a:gd name="T41" fmla="*/ 16 h 70"/>
                <a:gd name="T42" fmla="*/ 32 w 56"/>
                <a:gd name="T43" fmla="*/ 28 h 70"/>
                <a:gd name="T44" fmla="*/ 16 w 56"/>
                <a:gd name="T45" fmla="*/ 36 h 70"/>
                <a:gd name="T46" fmla="*/ 24 w 56"/>
                <a:gd name="T47" fmla="*/ 1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6" h="70">
                  <a:moveTo>
                    <a:pt x="22" y="70"/>
                  </a:moveTo>
                  <a:cubicBezTo>
                    <a:pt x="31" y="70"/>
                    <a:pt x="38" y="67"/>
                    <a:pt x="45" y="61"/>
                  </a:cubicBezTo>
                  <a:cubicBezTo>
                    <a:pt x="52" y="55"/>
                    <a:pt x="56" y="50"/>
                    <a:pt x="56" y="46"/>
                  </a:cubicBezTo>
                  <a:cubicBezTo>
                    <a:pt x="56" y="44"/>
                    <a:pt x="55" y="42"/>
                    <a:pt x="52" y="42"/>
                  </a:cubicBezTo>
                  <a:cubicBezTo>
                    <a:pt x="51" y="42"/>
                    <a:pt x="49" y="43"/>
                    <a:pt x="48" y="45"/>
                  </a:cubicBezTo>
                  <a:cubicBezTo>
                    <a:pt x="40" y="53"/>
                    <a:pt x="32" y="57"/>
                    <a:pt x="24" y="57"/>
                  </a:cubicBezTo>
                  <a:cubicBezTo>
                    <a:pt x="21" y="57"/>
                    <a:pt x="19" y="56"/>
                    <a:pt x="17" y="54"/>
                  </a:cubicBezTo>
                  <a:cubicBezTo>
                    <a:pt x="16" y="53"/>
                    <a:pt x="15" y="51"/>
                    <a:pt x="15" y="49"/>
                  </a:cubicBezTo>
                  <a:cubicBezTo>
                    <a:pt x="15" y="48"/>
                    <a:pt x="15" y="47"/>
                    <a:pt x="16" y="47"/>
                  </a:cubicBezTo>
                  <a:cubicBezTo>
                    <a:pt x="27" y="44"/>
                    <a:pt x="35" y="40"/>
                    <a:pt x="42" y="34"/>
                  </a:cubicBezTo>
                  <a:cubicBezTo>
                    <a:pt x="49" y="28"/>
                    <a:pt x="52" y="21"/>
                    <a:pt x="52" y="14"/>
                  </a:cubicBezTo>
                  <a:cubicBezTo>
                    <a:pt x="52" y="10"/>
                    <a:pt x="51" y="7"/>
                    <a:pt x="48" y="4"/>
                  </a:cubicBezTo>
                  <a:cubicBezTo>
                    <a:pt x="45" y="1"/>
                    <a:pt x="42" y="0"/>
                    <a:pt x="37" y="0"/>
                  </a:cubicBezTo>
                  <a:cubicBezTo>
                    <a:pt x="28" y="0"/>
                    <a:pt x="20" y="5"/>
                    <a:pt x="12" y="14"/>
                  </a:cubicBezTo>
                  <a:cubicBezTo>
                    <a:pt x="4" y="24"/>
                    <a:pt x="0" y="35"/>
                    <a:pt x="0" y="46"/>
                  </a:cubicBezTo>
                  <a:cubicBezTo>
                    <a:pt x="0" y="53"/>
                    <a:pt x="2" y="59"/>
                    <a:pt x="6" y="63"/>
                  </a:cubicBezTo>
                  <a:cubicBezTo>
                    <a:pt x="10" y="68"/>
                    <a:pt x="15" y="70"/>
                    <a:pt x="22" y="70"/>
                  </a:cubicBezTo>
                  <a:close/>
                  <a:moveTo>
                    <a:pt x="24" y="19"/>
                  </a:moveTo>
                  <a:cubicBezTo>
                    <a:pt x="28" y="14"/>
                    <a:pt x="32" y="12"/>
                    <a:pt x="36" y="12"/>
                  </a:cubicBezTo>
                  <a:cubicBezTo>
                    <a:pt x="37" y="12"/>
                    <a:pt x="38" y="12"/>
                    <a:pt x="39" y="13"/>
                  </a:cubicBezTo>
                  <a:cubicBezTo>
                    <a:pt x="39" y="14"/>
                    <a:pt x="40" y="15"/>
                    <a:pt x="40" y="16"/>
                  </a:cubicBezTo>
                  <a:cubicBezTo>
                    <a:pt x="40" y="20"/>
                    <a:pt x="37" y="24"/>
                    <a:pt x="32" y="28"/>
                  </a:cubicBezTo>
                  <a:cubicBezTo>
                    <a:pt x="28" y="32"/>
                    <a:pt x="22" y="34"/>
                    <a:pt x="16" y="36"/>
                  </a:cubicBezTo>
                  <a:cubicBezTo>
                    <a:pt x="17" y="30"/>
                    <a:pt x="20" y="25"/>
                    <a:pt x="24"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Freeform 47"/>
            <p:cNvSpPr>
              <a:spLocks/>
            </p:cNvSpPr>
            <p:nvPr/>
          </p:nvSpPr>
          <p:spPr bwMode="auto">
            <a:xfrm>
              <a:off x="682625" y="4289425"/>
              <a:ext cx="76200" cy="84138"/>
            </a:xfrm>
            <a:custGeom>
              <a:avLst/>
              <a:gdLst>
                <a:gd name="T0" fmla="*/ 16 w 60"/>
                <a:gd name="T1" fmla="*/ 18 h 67"/>
                <a:gd name="T2" fmla="*/ 19 w 60"/>
                <a:gd name="T3" fmla="*/ 6 h 67"/>
                <a:gd name="T4" fmla="*/ 17 w 60"/>
                <a:gd name="T5" fmla="*/ 2 h 67"/>
                <a:gd name="T6" fmla="*/ 12 w 60"/>
                <a:gd name="T7" fmla="*/ 0 h 67"/>
                <a:gd name="T8" fmla="*/ 6 w 60"/>
                <a:gd name="T9" fmla="*/ 2 h 67"/>
                <a:gd name="T10" fmla="*/ 3 w 60"/>
                <a:gd name="T11" fmla="*/ 6 h 67"/>
                <a:gd name="T12" fmla="*/ 2 w 60"/>
                <a:gd name="T13" fmla="*/ 14 h 67"/>
                <a:gd name="T14" fmla="*/ 2 w 60"/>
                <a:gd name="T15" fmla="*/ 18 h 67"/>
                <a:gd name="T16" fmla="*/ 0 w 60"/>
                <a:gd name="T17" fmla="*/ 35 h 67"/>
                <a:gd name="T18" fmla="*/ 0 w 60"/>
                <a:gd name="T19" fmla="*/ 47 h 67"/>
                <a:gd name="T20" fmla="*/ 2 w 60"/>
                <a:gd name="T21" fmla="*/ 63 h 67"/>
                <a:gd name="T22" fmla="*/ 8 w 60"/>
                <a:gd name="T23" fmla="*/ 67 h 67"/>
                <a:gd name="T24" fmla="*/ 14 w 60"/>
                <a:gd name="T25" fmla="*/ 65 h 67"/>
                <a:gd name="T26" fmla="*/ 17 w 60"/>
                <a:gd name="T27" fmla="*/ 58 h 67"/>
                <a:gd name="T28" fmla="*/ 29 w 60"/>
                <a:gd name="T29" fmla="*/ 27 h 67"/>
                <a:gd name="T30" fmla="*/ 44 w 60"/>
                <a:gd name="T31" fmla="*/ 13 h 67"/>
                <a:gd name="T32" fmla="*/ 48 w 60"/>
                <a:gd name="T33" fmla="*/ 15 h 67"/>
                <a:gd name="T34" fmla="*/ 55 w 60"/>
                <a:gd name="T35" fmla="*/ 18 h 67"/>
                <a:gd name="T36" fmla="*/ 58 w 60"/>
                <a:gd name="T37" fmla="*/ 16 h 67"/>
                <a:gd name="T38" fmla="*/ 60 w 60"/>
                <a:gd name="T39" fmla="*/ 11 h 67"/>
                <a:gd name="T40" fmla="*/ 56 w 60"/>
                <a:gd name="T41" fmla="*/ 3 h 67"/>
                <a:gd name="T42" fmla="*/ 46 w 60"/>
                <a:gd name="T43" fmla="*/ 0 h 67"/>
                <a:gd name="T44" fmla="*/ 29 w 60"/>
                <a:gd name="T45" fmla="*/ 9 h 67"/>
                <a:gd name="T46" fmla="*/ 14 w 60"/>
                <a:gd name="T47" fmla="*/ 32 h 67"/>
                <a:gd name="T48" fmla="*/ 13 w 60"/>
                <a:gd name="T49" fmla="*/ 34 h 67"/>
                <a:gd name="T50" fmla="*/ 14 w 60"/>
                <a:gd name="T51" fmla="*/ 25 h 67"/>
                <a:gd name="T52" fmla="*/ 16 w 60"/>
                <a:gd name="T53" fmla="*/ 1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0" h="67">
                  <a:moveTo>
                    <a:pt x="16" y="18"/>
                  </a:moveTo>
                  <a:cubicBezTo>
                    <a:pt x="18" y="12"/>
                    <a:pt x="19" y="8"/>
                    <a:pt x="19" y="6"/>
                  </a:cubicBezTo>
                  <a:cubicBezTo>
                    <a:pt x="19" y="5"/>
                    <a:pt x="18" y="3"/>
                    <a:pt x="17" y="2"/>
                  </a:cubicBezTo>
                  <a:cubicBezTo>
                    <a:pt x="16" y="1"/>
                    <a:pt x="14" y="0"/>
                    <a:pt x="12" y="0"/>
                  </a:cubicBezTo>
                  <a:cubicBezTo>
                    <a:pt x="10" y="0"/>
                    <a:pt x="8" y="1"/>
                    <a:pt x="6" y="2"/>
                  </a:cubicBezTo>
                  <a:cubicBezTo>
                    <a:pt x="5" y="3"/>
                    <a:pt x="4" y="5"/>
                    <a:pt x="3" y="6"/>
                  </a:cubicBezTo>
                  <a:cubicBezTo>
                    <a:pt x="3" y="8"/>
                    <a:pt x="2" y="10"/>
                    <a:pt x="2" y="14"/>
                  </a:cubicBezTo>
                  <a:cubicBezTo>
                    <a:pt x="2" y="15"/>
                    <a:pt x="2" y="17"/>
                    <a:pt x="2" y="18"/>
                  </a:cubicBezTo>
                  <a:cubicBezTo>
                    <a:pt x="1" y="25"/>
                    <a:pt x="0" y="31"/>
                    <a:pt x="0" y="35"/>
                  </a:cubicBezTo>
                  <a:cubicBezTo>
                    <a:pt x="0" y="40"/>
                    <a:pt x="0" y="44"/>
                    <a:pt x="0" y="47"/>
                  </a:cubicBezTo>
                  <a:cubicBezTo>
                    <a:pt x="0" y="54"/>
                    <a:pt x="1" y="59"/>
                    <a:pt x="2" y="63"/>
                  </a:cubicBezTo>
                  <a:cubicBezTo>
                    <a:pt x="3" y="66"/>
                    <a:pt x="5" y="67"/>
                    <a:pt x="8" y="67"/>
                  </a:cubicBezTo>
                  <a:cubicBezTo>
                    <a:pt x="10" y="67"/>
                    <a:pt x="12" y="67"/>
                    <a:pt x="14" y="65"/>
                  </a:cubicBezTo>
                  <a:cubicBezTo>
                    <a:pt x="15" y="64"/>
                    <a:pt x="16" y="62"/>
                    <a:pt x="17" y="58"/>
                  </a:cubicBezTo>
                  <a:cubicBezTo>
                    <a:pt x="18" y="47"/>
                    <a:pt x="22" y="36"/>
                    <a:pt x="29" y="27"/>
                  </a:cubicBezTo>
                  <a:cubicBezTo>
                    <a:pt x="36" y="18"/>
                    <a:pt x="41" y="13"/>
                    <a:pt x="44" y="13"/>
                  </a:cubicBezTo>
                  <a:cubicBezTo>
                    <a:pt x="45" y="13"/>
                    <a:pt x="46" y="14"/>
                    <a:pt x="48" y="15"/>
                  </a:cubicBezTo>
                  <a:cubicBezTo>
                    <a:pt x="50" y="17"/>
                    <a:pt x="52" y="18"/>
                    <a:pt x="55" y="18"/>
                  </a:cubicBezTo>
                  <a:cubicBezTo>
                    <a:pt x="56" y="18"/>
                    <a:pt x="57" y="17"/>
                    <a:pt x="58" y="16"/>
                  </a:cubicBezTo>
                  <a:cubicBezTo>
                    <a:pt x="59" y="15"/>
                    <a:pt x="60" y="13"/>
                    <a:pt x="60" y="11"/>
                  </a:cubicBezTo>
                  <a:cubicBezTo>
                    <a:pt x="60" y="8"/>
                    <a:pt x="58" y="5"/>
                    <a:pt x="56" y="3"/>
                  </a:cubicBezTo>
                  <a:cubicBezTo>
                    <a:pt x="53" y="1"/>
                    <a:pt x="50" y="0"/>
                    <a:pt x="46" y="0"/>
                  </a:cubicBezTo>
                  <a:cubicBezTo>
                    <a:pt x="40" y="0"/>
                    <a:pt x="35" y="3"/>
                    <a:pt x="29" y="9"/>
                  </a:cubicBezTo>
                  <a:cubicBezTo>
                    <a:pt x="24" y="15"/>
                    <a:pt x="19" y="23"/>
                    <a:pt x="14" y="32"/>
                  </a:cubicBezTo>
                  <a:cubicBezTo>
                    <a:pt x="13" y="34"/>
                    <a:pt x="13" y="34"/>
                    <a:pt x="13" y="34"/>
                  </a:cubicBezTo>
                  <a:cubicBezTo>
                    <a:pt x="14" y="25"/>
                    <a:pt x="14" y="25"/>
                    <a:pt x="14" y="25"/>
                  </a:cubicBezTo>
                  <a:cubicBezTo>
                    <a:pt x="15" y="22"/>
                    <a:pt x="15" y="20"/>
                    <a:pt x="16"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48"/>
            <p:cNvSpPr>
              <a:spLocks/>
            </p:cNvSpPr>
            <p:nvPr/>
          </p:nvSpPr>
          <p:spPr bwMode="auto">
            <a:xfrm>
              <a:off x="723900" y="4287838"/>
              <a:ext cx="66675" cy="127000"/>
            </a:xfrm>
            <a:custGeom>
              <a:avLst/>
              <a:gdLst>
                <a:gd name="T0" fmla="*/ 8 w 53"/>
                <a:gd name="T1" fmla="*/ 95 h 101"/>
                <a:gd name="T2" fmla="*/ 22 w 53"/>
                <a:gd name="T3" fmla="*/ 101 h 101"/>
                <a:gd name="T4" fmla="*/ 36 w 53"/>
                <a:gd name="T5" fmla="*/ 96 h 101"/>
                <a:gd name="T6" fmla="*/ 44 w 53"/>
                <a:gd name="T7" fmla="*/ 81 h 101"/>
                <a:gd name="T8" fmla="*/ 47 w 53"/>
                <a:gd name="T9" fmla="*/ 54 h 101"/>
                <a:gd name="T10" fmla="*/ 49 w 53"/>
                <a:gd name="T11" fmla="*/ 34 h 101"/>
                <a:gd name="T12" fmla="*/ 52 w 53"/>
                <a:gd name="T13" fmla="*/ 9 h 101"/>
                <a:gd name="T14" fmla="*/ 53 w 53"/>
                <a:gd name="T15" fmla="*/ 6 h 101"/>
                <a:gd name="T16" fmla="*/ 51 w 53"/>
                <a:gd name="T17" fmla="*/ 2 h 101"/>
                <a:gd name="T18" fmla="*/ 46 w 53"/>
                <a:gd name="T19" fmla="*/ 0 h 101"/>
                <a:gd name="T20" fmla="*/ 39 w 53"/>
                <a:gd name="T21" fmla="*/ 2 h 101"/>
                <a:gd name="T22" fmla="*/ 35 w 53"/>
                <a:gd name="T23" fmla="*/ 11 h 101"/>
                <a:gd name="T24" fmla="*/ 34 w 53"/>
                <a:gd name="T25" fmla="*/ 28 h 101"/>
                <a:gd name="T26" fmla="*/ 29 w 53"/>
                <a:gd name="T27" fmla="*/ 80 h 101"/>
                <a:gd name="T28" fmla="*/ 21 w 53"/>
                <a:gd name="T29" fmla="*/ 88 h 101"/>
                <a:gd name="T30" fmla="*/ 9 w 53"/>
                <a:gd name="T31" fmla="*/ 82 h 101"/>
                <a:gd name="T32" fmla="*/ 5 w 53"/>
                <a:gd name="T33" fmla="*/ 79 h 101"/>
                <a:gd name="T34" fmla="*/ 2 w 53"/>
                <a:gd name="T35" fmla="*/ 81 h 101"/>
                <a:gd name="T36" fmla="*/ 0 w 53"/>
                <a:gd name="T37" fmla="*/ 84 h 101"/>
                <a:gd name="T38" fmla="*/ 8 w 53"/>
                <a:gd name="T39" fmla="*/ 9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3" h="101">
                  <a:moveTo>
                    <a:pt x="8" y="95"/>
                  </a:moveTo>
                  <a:cubicBezTo>
                    <a:pt x="12" y="99"/>
                    <a:pt x="17" y="101"/>
                    <a:pt x="22" y="101"/>
                  </a:cubicBezTo>
                  <a:cubicBezTo>
                    <a:pt x="27" y="101"/>
                    <a:pt x="32" y="100"/>
                    <a:pt x="36" y="96"/>
                  </a:cubicBezTo>
                  <a:cubicBezTo>
                    <a:pt x="40" y="92"/>
                    <a:pt x="42" y="87"/>
                    <a:pt x="44" y="81"/>
                  </a:cubicBezTo>
                  <a:cubicBezTo>
                    <a:pt x="45" y="75"/>
                    <a:pt x="46" y="66"/>
                    <a:pt x="47" y="54"/>
                  </a:cubicBezTo>
                  <a:cubicBezTo>
                    <a:pt x="47" y="51"/>
                    <a:pt x="48" y="45"/>
                    <a:pt x="49" y="34"/>
                  </a:cubicBezTo>
                  <a:cubicBezTo>
                    <a:pt x="50" y="23"/>
                    <a:pt x="51" y="15"/>
                    <a:pt x="52" y="9"/>
                  </a:cubicBezTo>
                  <a:cubicBezTo>
                    <a:pt x="53" y="8"/>
                    <a:pt x="53" y="7"/>
                    <a:pt x="53" y="6"/>
                  </a:cubicBezTo>
                  <a:cubicBezTo>
                    <a:pt x="53" y="5"/>
                    <a:pt x="52" y="3"/>
                    <a:pt x="51" y="2"/>
                  </a:cubicBezTo>
                  <a:cubicBezTo>
                    <a:pt x="49" y="0"/>
                    <a:pt x="48" y="0"/>
                    <a:pt x="46" y="0"/>
                  </a:cubicBezTo>
                  <a:cubicBezTo>
                    <a:pt x="43" y="0"/>
                    <a:pt x="40" y="1"/>
                    <a:pt x="39" y="2"/>
                  </a:cubicBezTo>
                  <a:cubicBezTo>
                    <a:pt x="37" y="4"/>
                    <a:pt x="36" y="7"/>
                    <a:pt x="35" y="11"/>
                  </a:cubicBezTo>
                  <a:cubicBezTo>
                    <a:pt x="35" y="15"/>
                    <a:pt x="35" y="21"/>
                    <a:pt x="34" y="28"/>
                  </a:cubicBezTo>
                  <a:cubicBezTo>
                    <a:pt x="33" y="57"/>
                    <a:pt x="31" y="75"/>
                    <a:pt x="29" y="80"/>
                  </a:cubicBezTo>
                  <a:cubicBezTo>
                    <a:pt x="27" y="85"/>
                    <a:pt x="25" y="88"/>
                    <a:pt x="21" y="88"/>
                  </a:cubicBezTo>
                  <a:cubicBezTo>
                    <a:pt x="18" y="88"/>
                    <a:pt x="14" y="86"/>
                    <a:pt x="9" y="82"/>
                  </a:cubicBezTo>
                  <a:cubicBezTo>
                    <a:pt x="7" y="80"/>
                    <a:pt x="6" y="79"/>
                    <a:pt x="5" y="79"/>
                  </a:cubicBezTo>
                  <a:cubicBezTo>
                    <a:pt x="4" y="79"/>
                    <a:pt x="3" y="80"/>
                    <a:pt x="2" y="81"/>
                  </a:cubicBezTo>
                  <a:cubicBezTo>
                    <a:pt x="1" y="82"/>
                    <a:pt x="0" y="83"/>
                    <a:pt x="0" y="84"/>
                  </a:cubicBezTo>
                  <a:cubicBezTo>
                    <a:pt x="0" y="87"/>
                    <a:pt x="3" y="91"/>
                    <a:pt x="8" y="9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49"/>
            <p:cNvSpPr>
              <a:spLocks/>
            </p:cNvSpPr>
            <p:nvPr/>
          </p:nvSpPr>
          <p:spPr bwMode="auto">
            <a:xfrm>
              <a:off x="773113" y="4244975"/>
              <a:ext cx="25400" cy="23813"/>
            </a:xfrm>
            <a:custGeom>
              <a:avLst/>
              <a:gdLst>
                <a:gd name="T0" fmla="*/ 17 w 19"/>
                <a:gd name="T1" fmla="*/ 13 h 19"/>
                <a:gd name="T2" fmla="*/ 19 w 19"/>
                <a:gd name="T3" fmla="*/ 6 h 19"/>
                <a:gd name="T4" fmla="*/ 16 w 19"/>
                <a:gd name="T5" fmla="*/ 2 h 19"/>
                <a:gd name="T6" fmla="*/ 11 w 19"/>
                <a:gd name="T7" fmla="*/ 0 h 19"/>
                <a:gd name="T8" fmla="*/ 3 w 19"/>
                <a:gd name="T9" fmla="*/ 3 h 19"/>
                <a:gd name="T10" fmla="*/ 0 w 19"/>
                <a:gd name="T11" fmla="*/ 9 h 19"/>
                <a:gd name="T12" fmla="*/ 2 w 19"/>
                <a:gd name="T13" fmla="*/ 16 h 19"/>
                <a:gd name="T14" fmla="*/ 7 w 19"/>
                <a:gd name="T15" fmla="*/ 19 h 19"/>
                <a:gd name="T16" fmla="*/ 13 w 19"/>
                <a:gd name="T17" fmla="*/ 18 h 19"/>
                <a:gd name="T18" fmla="*/ 17 w 19"/>
                <a:gd name="T19" fmla="*/ 1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19">
                  <a:moveTo>
                    <a:pt x="17" y="13"/>
                  </a:moveTo>
                  <a:cubicBezTo>
                    <a:pt x="18" y="9"/>
                    <a:pt x="19" y="7"/>
                    <a:pt x="19" y="6"/>
                  </a:cubicBezTo>
                  <a:cubicBezTo>
                    <a:pt x="19" y="4"/>
                    <a:pt x="18" y="3"/>
                    <a:pt x="16" y="2"/>
                  </a:cubicBezTo>
                  <a:cubicBezTo>
                    <a:pt x="14" y="1"/>
                    <a:pt x="12" y="0"/>
                    <a:pt x="11" y="0"/>
                  </a:cubicBezTo>
                  <a:cubicBezTo>
                    <a:pt x="8" y="0"/>
                    <a:pt x="5" y="1"/>
                    <a:pt x="3" y="3"/>
                  </a:cubicBezTo>
                  <a:cubicBezTo>
                    <a:pt x="1" y="5"/>
                    <a:pt x="0" y="7"/>
                    <a:pt x="0" y="9"/>
                  </a:cubicBezTo>
                  <a:cubicBezTo>
                    <a:pt x="0" y="11"/>
                    <a:pt x="0" y="14"/>
                    <a:pt x="2" y="16"/>
                  </a:cubicBezTo>
                  <a:cubicBezTo>
                    <a:pt x="3" y="18"/>
                    <a:pt x="5" y="19"/>
                    <a:pt x="7" y="19"/>
                  </a:cubicBezTo>
                  <a:cubicBezTo>
                    <a:pt x="10" y="19"/>
                    <a:pt x="12" y="19"/>
                    <a:pt x="13" y="18"/>
                  </a:cubicBezTo>
                  <a:cubicBezTo>
                    <a:pt x="15" y="18"/>
                    <a:pt x="16" y="16"/>
                    <a:pt x="17"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50"/>
            <p:cNvSpPr>
              <a:spLocks noEditPoints="1"/>
            </p:cNvSpPr>
            <p:nvPr/>
          </p:nvSpPr>
          <p:spPr bwMode="auto">
            <a:xfrm>
              <a:off x="806450" y="4287838"/>
              <a:ext cx="74613" cy="85725"/>
            </a:xfrm>
            <a:custGeom>
              <a:avLst/>
              <a:gdLst>
                <a:gd name="T0" fmla="*/ 36 w 59"/>
                <a:gd name="T1" fmla="*/ 0 h 68"/>
                <a:gd name="T2" fmla="*/ 11 w 59"/>
                <a:gd name="T3" fmla="*/ 15 h 68"/>
                <a:gd name="T4" fmla="*/ 0 w 59"/>
                <a:gd name="T5" fmla="*/ 45 h 68"/>
                <a:gd name="T6" fmla="*/ 6 w 59"/>
                <a:gd name="T7" fmla="*/ 61 h 68"/>
                <a:gd name="T8" fmla="*/ 21 w 59"/>
                <a:gd name="T9" fmla="*/ 68 h 68"/>
                <a:gd name="T10" fmla="*/ 43 w 59"/>
                <a:gd name="T11" fmla="*/ 58 h 68"/>
                <a:gd name="T12" fmla="*/ 58 w 59"/>
                <a:gd name="T13" fmla="*/ 35 h 68"/>
                <a:gd name="T14" fmla="*/ 58 w 59"/>
                <a:gd name="T15" fmla="*/ 35 h 68"/>
                <a:gd name="T16" fmla="*/ 59 w 59"/>
                <a:gd name="T17" fmla="*/ 26 h 68"/>
                <a:gd name="T18" fmla="*/ 53 w 59"/>
                <a:gd name="T19" fmla="*/ 8 h 68"/>
                <a:gd name="T20" fmla="*/ 36 w 59"/>
                <a:gd name="T21" fmla="*/ 0 h 68"/>
                <a:gd name="T22" fmla="*/ 37 w 59"/>
                <a:gd name="T23" fmla="*/ 46 h 68"/>
                <a:gd name="T24" fmla="*/ 22 w 59"/>
                <a:gd name="T25" fmla="*/ 55 h 68"/>
                <a:gd name="T26" fmla="*/ 17 w 59"/>
                <a:gd name="T27" fmla="*/ 52 h 68"/>
                <a:gd name="T28" fmla="*/ 15 w 59"/>
                <a:gd name="T29" fmla="*/ 44 h 68"/>
                <a:gd name="T30" fmla="*/ 19 w 59"/>
                <a:gd name="T31" fmla="*/ 28 h 68"/>
                <a:gd name="T32" fmla="*/ 27 w 59"/>
                <a:gd name="T33" fmla="*/ 16 h 68"/>
                <a:gd name="T34" fmla="*/ 27 w 59"/>
                <a:gd name="T35" fmla="*/ 16 h 68"/>
                <a:gd name="T36" fmla="*/ 35 w 59"/>
                <a:gd name="T37" fmla="*/ 13 h 68"/>
                <a:gd name="T38" fmla="*/ 43 w 59"/>
                <a:gd name="T39" fmla="*/ 17 h 68"/>
                <a:gd name="T40" fmla="*/ 45 w 59"/>
                <a:gd name="T41" fmla="*/ 27 h 68"/>
                <a:gd name="T42" fmla="*/ 37 w 59"/>
                <a:gd name="T43" fmla="*/ 46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9" h="68">
                  <a:moveTo>
                    <a:pt x="36" y="0"/>
                  </a:moveTo>
                  <a:cubicBezTo>
                    <a:pt x="26" y="0"/>
                    <a:pt x="18" y="5"/>
                    <a:pt x="11" y="15"/>
                  </a:cubicBezTo>
                  <a:cubicBezTo>
                    <a:pt x="4" y="25"/>
                    <a:pt x="0" y="35"/>
                    <a:pt x="0" y="45"/>
                  </a:cubicBezTo>
                  <a:cubicBezTo>
                    <a:pt x="0" y="52"/>
                    <a:pt x="2" y="57"/>
                    <a:pt x="6" y="61"/>
                  </a:cubicBezTo>
                  <a:cubicBezTo>
                    <a:pt x="10" y="66"/>
                    <a:pt x="15" y="68"/>
                    <a:pt x="21" y="68"/>
                  </a:cubicBezTo>
                  <a:cubicBezTo>
                    <a:pt x="28" y="68"/>
                    <a:pt x="36" y="65"/>
                    <a:pt x="43" y="58"/>
                  </a:cubicBezTo>
                  <a:cubicBezTo>
                    <a:pt x="51" y="52"/>
                    <a:pt x="56" y="44"/>
                    <a:pt x="58" y="35"/>
                  </a:cubicBezTo>
                  <a:cubicBezTo>
                    <a:pt x="58" y="35"/>
                    <a:pt x="58" y="35"/>
                    <a:pt x="58" y="35"/>
                  </a:cubicBezTo>
                  <a:cubicBezTo>
                    <a:pt x="59" y="32"/>
                    <a:pt x="59" y="29"/>
                    <a:pt x="59" y="26"/>
                  </a:cubicBezTo>
                  <a:cubicBezTo>
                    <a:pt x="59" y="19"/>
                    <a:pt x="57" y="13"/>
                    <a:pt x="53" y="8"/>
                  </a:cubicBezTo>
                  <a:cubicBezTo>
                    <a:pt x="49" y="3"/>
                    <a:pt x="43" y="0"/>
                    <a:pt x="36" y="0"/>
                  </a:cubicBezTo>
                  <a:close/>
                  <a:moveTo>
                    <a:pt x="37" y="46"/>
                  </a:moveTo>
                  <a:cubicBezTo>
                    <a:pt x="32" y="52"/>
                    <a:pt x="27" y="55"/>
                    <a:pt x="22" y="55"/>
                  </a:cubicBezTo>
                  <a:cubicBezTo>
                    <a:pt x="20" y="55"/>
                    <a:pt x="18" y="54"/>
                    <a:pt x="17" y="52"/>
                  </a:cubicBezTo>
                  <a:cubicBezTo>
                    <a:pt x="16" y="50"/>
                    <a:pt x="15" y="47"/>
                    <a:pt x="15" y="44"/>
                  </a:cubicBezTo>
                  <a:cubicBezTo>
                    <a:pt x="15" y="38"/>
                    <a:pt x="16" y="33"/>
                    <a:pt x="19" y="28"/>
                  </a:cubicBezTo>
                  <a:cubicBezTo>
                    <a:pt x="22" y="22"/>
                    <a:pt x="24" y="18"/>
                    <a:pt x="27" y="16"/>
                  </a:cubicBezTo>
                  <a:cubicBezTo>
                    <a:pt x="27" y="16"/>
                    <a:pt x="27" y="16"/>
                    <a:pt x="27" y="16"/>
                  </a:cubicBezTo>
                  <a:cubicBezTo>
                    <a:pt x="30" y="14"/>
                    <a:pt x="32" y="13"/>
                    <a:pt x="35" y="13"/>
                  </a:cubicBezTo>
                  <a:cubicBezTo>
                    <a:pt x="38" y="13"/>
                    <a:pt x="41" y="14"/>
                    <a:pt x="43" y="17"/>
                  </a:cubicBezTo>
                  <a:cubicBezTo>
                    <a:pt x="44" y="19"/>
                    <a:pt x="45" y="23"/>
                    <a:pt x="45" y="27"/>
                  </a:cubicBezTo>
                  <a:cubicBezTo>
                    <a:pt x="45" y="34"/>
                    <a:pt x="42" y="41"/>
                    <a:pt x="37"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51"/>
            <p:cNvSpPr>
              <a:spLocks/>
            </p:cNvSpPr>
            <p:nvPr/>
          </p:nvSpPr>
          <p:spPr bwMode="auto">
            <a:xfrm>
              <a:off x="887413" y="4287838"/>
              <a:ext cx="84138" cy="128588"/>
            </a:xfrm>
            <a:custGeom>
              <a:avLst/>
              <a:gdLst>
                <a:gd name="T0" fmla="*/ 54 w 66"/>
                <a:gd name="T1" fmla="*/ 83 h 102"/>
                <a:gd name="T2" fmla="*/ 61 w 66"/>
                <a:gd name="T3" fmla="*/ 58 h 102"/>
                <a:gd name="T4" fmla="*/ 65 w 66"/>
                <a:gd name="T5" fmla="*/ 30 h 102"/>
                <a:gd name="T6" fmla="*/ 66 w 66"/>
                <a:gd name="T7" fmla="*/ 10 h 102"/>
                <a:gd name="T8" fmla="*/ 64 w 66"/>
                <a:gd name="T9" fmla="*/ 2 h 102"/>
                <a:gd name="T10" fmla="*/ 59 w 66"/>
                <a:gd name="T11" fmla="*/ 0 h 102"/>
                <a:gd name="T12" fmla="*/ 54 w 66"/>
                <a:gd name="T13" fmla="*/ 2 h 102"/>
                <a:gd name="T14" fmla="*/ 52 w 66"/>
                <a:gd name="T15" fmla="*/ 5 h 102"/>
                <a:gd name="T16" fmla="*/ 51 w 66"/>
                <a:gd name="T17" fmla="*/ 14 h 102"/>
                <a:gd name="T18" fmla="*/ 50 w 66"/>
                <a:gd name="T19" fmla="*/ 29 h 102"/>
                <a:gd name="T20" fmla="*/ 47 w 66"/>
                <a:gd name="T21" fmla="*/ 35 h 102"/>
                <a:gd name="T22" fmla="*/ 40 w 66"/>
                <a:gd name="T23" fmla="*/ 41 h 102"/>
                <a:gd name="T24" fmla="*/ 30 w 66"/>
                <a:gd name="T25" fmla="*/ 47 h 102"/>
                <a:gd name="T26" fmla="*/ 23 w 66"/>
                <a:gd name="T27" fmla="*/ 49 h 102"/>
                <a:gd name="T28" fmla="*/ 21 w 66"/>
                <a:gd name="T29" fmla="*/ 47 h 102"/>
                <a:gd name="T30" fmla="*/ 20 w 66"/>
                <a:gd name="T31" fmla="*/ 41 h 102"/>
                <a:gd name="T32" fmla="*/ 25 w 66"/>
                <a:gd name="T33" fmla="*/ 21 h 102"/>
                <a:gd name="T34" fmla="*/ 29 w 66"/>
                <a:gd name="T35" fmla="*/ 11 h 102"/>
                <a:gd name="T36" fmla="*/ 28 w 66"/>
                <a:gd name="T37" fmla="*/ 6 h 102"/>
                <a:gd name="T38" fmla="*/ 23 w 66"/>
                <a:gd name="T39" fmla="*/ 3 h 102"/>
                <a:gd name="T40" fmla="*/ 16 w 66"/>
                <a:gd name="T41" fmla="*/ 6 h 102"/>
                <a:gd name="T42" fmla="*/ 10 w 66"/>
                <a:gd name="T43" fmla="*/ 24 h 102"/>
                <a:gd name="T44" fmla="*/ 7 w 66"/>
                <a:gd name="T45" fmla="*/ 45 h 102"/>
                <a:gd name="T46" fmla="*/ 10 w 66"/>
                <a:gd name="T47" fmla="*/ 57 h 102"/>
                <a:gd name="T48" fmla="*/ 21 w 66"/>
                <a:gd name="T49" fmla="*/ 62 h 102"/>
                <a:gd name="T50" fmla="*/ 49 w 66"/>
                <a:gd name="T51" fmla="*/ 48 h 102"/>
                <a:gd name="T52" fmla="*/ 42 w 66"/>
                <a:gd name="T53" fmla="*/ 77 h 102"/>
                <a:gd name="T54" fmla="*/ 31 w 66"/>
                <a:gd name="T55" fmla="*/ 90 h 102"/>
                <a:gd name="T56" fmla="*/ 8 w 66"/>
                <a:gd name="T57" fmla="*/ 80 h 102"/>
                <a:gd name="T58" fmla="*/ 5 w 66"/>
                <a:gd name="T59" fmla="*/ 78 h 102"/>
                <a:gd name="T60" fmla="*/ 1 w 66"/>
                <a:gd name="T61" fmla="*/ 80 h 102"/>
                <a:gd name="T62" fmla="*/ 0 w 66"/>
                <a:gd name="T63" fmla="*/ 84 h 102"/>
                <a:gd name="T64" fmla="*/ 5 w 66"/>
                <a:gd name="T65" fmla="*/ 92 h 102"/>
                <a:gd name="T66" fmla="*/ 16 w 66"/>
                <a:gd name="T67" fmla="*/ 99 h 102"/>
                <a:gd name="T68" fmla="*/ 16 w 66"/>
                <a:gd name="T69" fmla="*/ 99 h 102"/>
                <a:gd name="T70" fmla="*/ 31 w 66"/>
                <a:gd name="T71" fmla="*/ 102 h 102"/>
                <a:gd name="T72" fmla="*/ 44 w 66"/>
                <a:gd name="T73" fmla="*/ 98 h 102"/>
                <a:gd name="T74" fmla="*/ 54 w 66"/>
                <a:gd name="T75" fmla="*/ 83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6" h="102">
                  <a:moveTo>
                    <a:pt x="54" y="83"/>
                  </a:moveTo>
                  <a:cubicBezTo>
                    <a:pt x="57" y="75"/>
                    <a:pt x="60" y="67"/>
                    <a:pt x="61" y="58"/>
                  </a:cubicBezTo>
                  <a:cubicBezTo>
                    <a:pt x="63" y="49"/>
                    <a:pt x="64" y="39"/>
                    <a:pt x="65" y="30"/>
                  </a:cubicBezTo>
                  <a:cubicBezTo>
                    <a:pt x="66" y="10"/>
                    <a:pt x="66" y="10"/>
                    <a:pt x="66" y="10"/>
                  </a:cubicBezTo>
                  <a:cubicBezTo>
                    <a:pt x="66" y="6"/>
                    <a:pt x="65" y="3"/>
                    <a:pt x="64" y="2"/>
                  </a:cubicBezTo>
                  <a:cubicBezTo>
                    <a:pt x="63" y="1"/>
                    <a:pt x="61" y="0"/>
                    <a:pt x="59" y="0"/>
                  </a:cubicBezTo>
                  <a:cubicBezTo>
                    <a:pt x="57" y="0"/>
                    <a:pt x="55" y="1"/>
                    <a:pt x="54" y="2"/>
                  </a:cubicBezTo>
                  <a:cubicBezTo>
                    <a:pt x="53" y="3"/>
                    <a:pt x="52" y="4"/>
                    <a:pt x="52" y="5"/>
                  </a:cubicBezTo>
                  <a:cubicBezTo>
                    <a:pt x="52" y="6"/>
                    <a:pt x="51" y="9"/>
                    <a:pt x="51" y="14"/>
                  </a:cubicBezTo>
                  <a:cubicBezTo>
                    <a:pt x="51" y="22"/>
                    <a:pt x="50" y="27"/>
                    <a:pt x="50" y="29"/>
                  </a:cubicBezTo>
                  <a:cubicBezTo>
                    <a:pt x="49" y="32"/>
                    <a:pt x="48" y="33"/>
                    <a:pt x="47" y="35"/>
                  </a:cubicBezTo>
                  <a:cubicBezTo>
                    <a:pt x="46" y="36"/>
                    <a:pt x="44" y="39"/>
                    <a:pt x="40" y="41"/>
                  </a:cubicBezTo>
                  <a:cubicBezTo>
                    <a:pt x="36" y="44"/>
                    <a:pt x="33" y="46"/>
                    <a:pt x="30" y="47"/>
                  </a:cubicBezTo>
                  <a:cubicBezTo>
                    <a:pt x="28" y="49"/>
                    <a:pt x="25" y="49"/>
                    <a:pt x="23" y="49"/>
                  </a:cubicBezTo>
                  <a:cubicBezTo>
                    <a:pt x="23" y="49"/>
                    <a:pt x="22" y="48"/>
                    <a:pt x="21" y="47"/>
                  </a:cubicBezTo>
                  <a:cubicBezTo>
                    <a:pt x="20" y="46"/>
                    <a:pt x="20" y="43"/>
                    <a:pt x="20" y="41"/>
                  </a:cubicBezTo>
                  <a:cubicBezTo>
                    <a:pt x="20" y="35"/>
                    <a:pt x="22" y="29"/>
                    <a:pt x="25" y="21"/>
                  </a:cubicBezTo>
                  <a:cubicBezTo>
                    <a:pt x="28" y="15"/>
                    <a:pt x="29" y="12"/>
                    <a:pt x="29" y="11"/>
                  </a:cubicBezTo>
                  <a:cubicBezTo>
                    <a:pt x="29" y="9"/>
                    <a:pt x="29" y="7"/>
                    <a:pt x="28" y="6"/>
                  </a:cubicBezTo>
                  <a:cubicBezTo>
                    <a:pt x="27" y="4"/>
                    <a:pt x="25" y="3"/>
                    <a:pt x="23" y="3"/>
                  </a:cubicBezTo>
                  <a:cubicBezTo>
                    <a:pt x="20" y="3"/>
                    <a:pt x="17" y="4"/>
                    <a:pt x="16" y="6"/>
                  </a:cubicBezTo>
                  <a:cubicBezTo>
                    <a:pt x="14" y="9"/>
                    <a:pt x="12" y="14"/>
                    <a:pt x="10" y="24"/>
                  </a:cubicBezTo>
                  <a:cubicBezTo>
                    <a:pt x="8" y="33"/>
                    <a:pt x="7" y="40"/>
                    <a:pt x="7" y="45"/>
                  </a:cubicBezTo>
                  <a:cubicBezTo>
                    <a:pt x="7" y="49"/>
                    <a:pt x="8" y="54"/>
                    <a:pt x="10" y="57"/>
                  </a:cubicBezTo>
                  <a:cubicBezTo>
                    <a:pt x="13" y="60"/>
                    <a:pt x="16" y="62"/>
                    <a:pt x="21" y="62"/>
                  </a:cubicBezTo>
                  <a:cubicBezTo>
                    <a:pt x="27" y="62"/>
                    <a:pt x="37" y="57"/>
                    <a:pt x="49" y="48"/>
                  </a:cubicBezTo>
                  <a:cubicBezTo>
                    <a:pt x="48" y="59"/>
                    <a:pt x="46" y="69"/>
                    <a:pt x="42" y="77"/>
                  </a:cubicBezTo>
                  <a:cubicBezTo>
                    <a:pt x="38" y="86"/>
                    <a:pt x="35" y="90"/>
                    <a:pt x="31" y="90"/>
                  </a:cubicBezTo>
                  <a:cubicBezTo>
                    <a:pt x="21" y="90"/>
                    <a:pt x="14" y="86"/>
                    <a:pt x="8" y="80"/>
                  </a:cubicBezTo>
                  <a:cubicBezTo>
                    <a:pt x="8" y="79"/>
                    <a:pt x="6" y="78"/>
                    <a:pt x="5" y="78"/>
                  </a:cubicBezTo>
                  <a:cubicBezTo>
                    <a:pt x="4" y="78"/>
                    <a:pt x="2" y="79"/>
                    <a:pt x="1" y="80"/>
                  </a:cubicBezTo>
                  <a:cubicBezTo>
                    <a:pt x="1" y="81"/>
                    <a:pt x="0" y="82"/>
                    <a:pt x="0" y="84"/>
                  </a:cubicBezTo>
                  <a:cubicBezTo>
                    <a:pt x="0" y="86"/>
                    <a:pt x="2" y="89"/>
                    <a:pt x="5" y="92"/>
                  </a:cubicBezTo>
                  <a:cubicBezTo>
                    <a:pt x="8" y="95"/>
                    <a:pt x="12" y="97"/>
                    <a:pt x="16" y="99"/>
                  </a:cubicBezTo>
                  <a:cubicBezTo>
                    <a:pt x="16" y="99"/>
                    <a:pt x="16" y="99"/>
                    <a:pt x="16" y="99"/>
                  </a:cubicBezTo>
                  <a:cubicBezTo>
                    <a:pt x="21" y="101"/>
                    <a:pt x="26" y="102"/>
                    <a:pt x="31" y="102"/>
                  </a:cubicBezTo>
                  <a:cubicBezTo>
                    <a:pt x="36" y="102"/>
                    <a:pt x="40" y="101"/>
                    <a:pt x="44" y="98"/>
                  </a:cubicBezTo>
                  <a:cubicBezTo>
                    <a:pt x="48" y="95"/>
                    <a:pt x="51" y="90"/>
                    <a:pt x="54"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52"/>
            <p:cNvSpPr>
              <a:spLocks noEditPoints="1"/>
            </p:cNvSpPr>
            <p:nvPr/>
          </p:nvSpPr>
          <p:spPr bwMode="auto">
            <a:xfrm>
              <a:off x="984250" y="4284663"/>
              <a:ext cx="71438" cy="88900"/>
            </a:xfrm>
            <a:custGeom>
              <a:avLst/>
              <a:gdLst>
                <a:gd name="T0" fmla="*/ 16 w 56"/>
                <a:gd name="T1" fmla="*/ 47 h 70"/>
                <a:gd name="T2" fmla="*/ 42 w 56"/>
                <a:gd name="T3" fmla="*/ 34 h 70"/>
                <a:gd name="T4" fmla="*/ 52 w 56"/>
                <a:gd name="T5" fmla="*/ 14 h 70"/>
                <a:gd name="T6" fmla="*/ 48 w 56"/>
                <a:gd name="T7" fmla="*/ 4 h 70"/>
                <a:gd name="T8" fmla="*/ 37 w 56"/>
                <a:gd name="T9" fmla="*/ 0 h 70"/>
                <a:gd name="T10" fmla="*/ 12 w 56"/>
                <a:gd name="T11" fmla="*/ 14 h 70"/>
                <a:gd name="T12" fmla="*/ 0 w 56"/>
                <a:gd name="T13" fmla="*/ 46 h 70"/>
                <a:gd name="T14" fmla="*/ 6 w 56"/>
                <a:gd name="T15" fmla="*/ 63 h 70"/>
                <a:gd name="T16" fmla="*/ 21 w 56"/>
                <a:gd name="T17" fmla="*/ 70 h 70"/>
                <a:gd name="T18" fmla="*/ 45 w 56"/>
                <a:gd name="T19" fmla="*/ 61 h 70"/>
                <a:gd name="T20" fmla="*/ 56 w 56"/>
                <a:gd name="T21" fmla="*/ 46 h 70"/>
                <a:gd name="T22" fmla="*/ 52 w 56"/>
                <a:gd name="T23" fmla="*/ 42 h 70"/>
                <a:gd name="T24" fmla="*/ 48 w 56"/>
                <a:gd name="T25" fmla="*/ 45 h 70"/>
                <a:gd name="T26" fmla="*/ 24 w 56"/>
                <a:gd name="T27" fmla="*/ 57 h 70"/>
                <a:gd name="T28" fmla="*/ 17 w 56"/>
                <a:gd name="T29" fmla="*/ 54 h 70"/>
                <a:gd name="T30" fmla="*/ 14 w 56"/>
                <a:gd name="T31" fmla="*/ 49 h 70"/>
                <a:gd name="T32" fmla="*/ 16 w 56"/>
                <a:gd name="T33" fmla="*/ 47 h 70"/>
                <a:gd name="T34" fmla="*/ 24 w 56"/>
                <a:gd name="T35" fmla="*/ 19 h 70"/>
                <a:gd name="T36" fmla="*/ 35 w 56"/>
                <a:gd name="T37" fmla="*/ 12 h 70"/>
                <a:gd name="T38" fmla="*/ 38 w 56"/>
                <a:gd name="T39" fmla="*/ 13 h 70"/>
                <a:gd name="T40" fmla="*/ 39 w 56"/>
                <a:gd name="T41" fmla="*/ 16 h 70"/>
                <a:gd name="T42" fmla="*/ 32 w 56"/>
                <a:gd name="T43" fmla="*/ 28 h 70"/>
                <a:gd name="T44" fmla="*/ 15 w 56"/>
                <a:gd name="T45" fmla="*/ 36 h 70"/>
                <a:gd name="T46" fmla="*/ 24 w 56"/>
                <a:gd name="T47" fmla="*/ 1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6" h="70">
                  <a:moveTo>
                    <a:pt x="16" y="47"/>
                  </a:moveTo>
                  <a:cubicBezTo>
                    <a:pt x="27" y="44"/>
                    <a:pt x="35" y="40"/>
                    <a:pt x="42" y="34"/>
                  </a:cubicBezTo>
                  <a:cubicBezTo>
                    <a:pt x="48" y="28"/>
                    <a:pt x="52" y="21"/>
                    <a:pt x="52" y="14"/>
                  </a:cubicBezTo>
                  <a:cubicBezTo>
                    <a:pt x="52" y="10"/>
                    <a:pt x="50" y="7"/>
                    <a:pt x="48" y="4"/>
                  </a:cubicBezTo>
                  <a:cubicBezTo>
                    <a:pt x="45" y="1"/>
                    <a:pt x="41" y="0"/>
                    <a:pt x="37" y="0"/>
                  </a:cubicBezTo>
                  <a:cubicBezTo>
                    <a:pt x="28" y="0"/>
                    <a:pt x="19" y="5"/>
                    <a:pt x="12" y="14"/>
                  </a:cubicBezTo>
                  <a:cubicBezTo>
                    <a:pt x="4" y="24"/>
                    <a:pt x="0" y="35"/>
                    <a:pt x="0" y="46"/>
                  </a:cubicBezTo>
                  <a:cubicBezTo>
                    <a:pt x="0" y="53"/>
                    <a:pt x="2" y="59"/>
                    <a:pt x="6" y="63"/>
                  </a:cubicBezTo>
                  <a:cubicBezTo>
                    <a:pt x="9" y="68"/>
                    <a:pt x="15" y="70"/>
                    <a:pt x="21" y="70"/>
                  </a:cubicBezTo>
                  <a:cubicBezTo>
                    <a:pt x="30" y="70"/>
                    <a:pt x="38" y="67"/>
                    <a:pt x="45" y="61"/>
                  </a:cubicBezTo>
                  <a:cubicBezTo>
                    <a:pt x="52" y="55"/>
                    <a:pt x="56" y="50"/>
                    <a:pt x="56" y="46"/>
                  </a:cubicBezTo>
                  <a:cubicBezTo>
                    <a:pt x="56" y="44"/>
                    <a:pt x="54" y="42"/>
                    <a:pt x="52" y="42"/>
                  </a:cubicBezTo>
                  <a:cubicBezTo>
                    <a:pt x="51" y="42"/>
                    <a:pt x="49" y="43"/>
                    <a:pt x="48" y="45"/>
                  </a:cubicBezTo>
                  <a:cubicBezTo>
                    <a:pt x="40" y="53"/>
                    <a:pt x="32" y="57"/>
                    <a:pt x="24" y="57"/>
                  </a:cubicBezTo>
                  <a:cubicBezTo>
                    <a:pt x="21" y="57"/>
                    <a:pt x="19" y="56"/>
                    <a:pt x="17" y="54"/>
                  </a:cubicBezTo>
                  <a:cubicBezTo>
                    <a:pt x="15" y="53"/>
                    <a:pt x="14" y="51"/>
                    <a:pt x="14" y="49"/>
                  </a:cubicBezTo>
                  <a:cubicBezTo>
                    <a:pt x="14" y="48"/>
                    <a:pt x="15" y="47"/>
                    <a:pt x="16" y="47"/>
                  </a:cubicBezTo>
                  <a:close/>
                  <a:moveTo>
                    <a:pt x="24" y="19"/>
                  </a:moveTo>
                  <a:cubicBezTo>
                    <a:pt x="28" y="14"/>
                    <a:pt x="32" y="12"/>
                    <a:pt x="35" y="12"/>
                  </a:cubicBezTo>
                  <a:cubicBezTo>
                    <a:pt x="36" y="12"/>
                    <a:pt x="37" y="12"/>
                    <a:pt x="38" y="13"/>
                  </a:cubicBezTo>
                  <a:cubicBezTo>
                    <a:pt x="39" y="14"/>
                    <a:pt x="39" y="15"/>
                    <a:pt x="39" y="16"/>
                  </a:cubicBezTo>
                  <a:cubicBezTo>
                    <a:pt x="39" y="20"/>
                    <a:pt x="37" y="24"/>
                    <a:pt x="32" y="28"/>
                  </a:cubicBezTo>
                  <a:cubicBezTo>
                    <a:pt x="27" y="32"/>
                    <a:pt x="22" y="34"/>
                    <a:pt x="15" y="36"/>
                  </a:cubicBezTo>
                  <a:cubicBezTo>
                    <a:pt x="17" y="30"/>
                    <a:pt x="20" y="25"/>
                    <a:pt x="24"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53"/>
            <p:cNvSpPr>
              <a:spLocks noEditPoints="1"/>
            </p:cNvSpPr>
            <p:nvPr/>
          </p:nvSpPr>
          <p:spPr bwMode="auto">
            <a:xfrm>
              <a:off x="1063625" y="4241800"/>
              <a:ext cx="93663" cy="130175"/>
            </a:xfrm>
            <a:custGeom>
              <a:avLst/>
              <a:gdLst>
                <a:gd name="T0" fmla="*/ 70 w 74"/>
                <a:gd name="T1" fmla="*/ 18 h 103"/>
                <a:gd name="T2" fmla="*/ 72 w 74"/>
                <a:gd name="T3" fmla="*/ 9 h 103"/>
                <a:gd name="T4" fmla="*/ 71 w 74"/>
                <a:gd name="T5" fmla="*/ 2 h 103"/>
                <a:gd name="T6" fmla="*/ 66 w 74"/>
                <a:gd name="T7" fmla="*/ 0 h 103"/>
                <a:gd name="T8" fmla="*/ 62 w 74"/>
                <a:gd name="T9" fmla="*/ 1 h 103"/>
                <a:gd name="T10" fmla="*/ 58 w 74"/>
                <a:gd name="T11" fmla="*/ 6 h 103"/>
                <a:gd name="T12" fmla="*/ 55 w 74"/>
                <a:gd name="T13" fmla="*/ 18 h 103"/>
                <a:gd name="T14" fmla="*/ 50 w 74"/>
                <a:gd name="T15" fmla="*/ 43 h 103"/>
                <a:gd name="T16" fmla="*/ 39 w 74"/>
                <a:gd name="T17" fmla="*/ 39 h 103"/>
                <a:gd name="T18" fmla="*/ 13 w 74"/>
                <a:gd name="T19" fmla="*/ 54 h 103"/>
                <a:gd name="T20" fmla="*/ 0 w 74"/>
                <a:gd name="T21" fmla="*/ 85 h 103"/>
                <a:gd name="T22" fmla="*/ 4 w 74"/>
                <a:gd name="T23" fmla="*/ 98 h 103"/>
                <a:gd name="T24" fmla="*/ 15 w 74"/>
                <a:gd name="T25" fmla="*/ 103 h 103"/>
                <a:gd name="T26" fmla="*/ 46 w 74"/>
                <a:gd name="T27" fmla="*/ 81 h 103"/>
                <a:gd name="T28" fmla="*/ 48 w 74"/>
                <a:gd name="T29" fmla="*/ 96 h 103"/>
                <a:gd name="T30" fmla="*/ 57 w 74"/>
                <a:gd name="T31" fmla="*/ 102 h 103"/>
                <a:gd name="T32" fmla="*/ 68 w 74"/>
                <a:gd name="T33" fmla="*/ 98 h 103"/>
                <a:gd name="T34" fmla="*/ 74 w 74"/>
                <a:gd name="T35" fmla="*/ 90 h 103"/>
                <a:gd name="T36" fmla="*/ 71 w 74"/>
                <a:gd name="T37" fmla="*/ 86 h 103"/>
                <a:gd name="T38" fmla="*/ 68 w 74"/>
                <a:gd name="T39" fmla="*/ 88 h 103"/>
                <a:gd name="T40" fmla="*/ 63 w 74"/>
                <a:gd name="T41" fmla="*/ 89 h 103"/>
                <a:gd name="T42" fmla="*/ 58 w 74"/>
                <a:gd name="T43" fmla="*/ 79 h 103"/>
                <a:gd name="T44" fmla="*/ 62 w 74"/>
                <a:gd name="T45" fmla="*/ 49 h 103"/>
                <a:gd name="T46" fmla="*/ 70 w 74"/>
                <a:gd name="T47" fmla="*/ 18 h 103"/>
                <a:gd name="T48" fmla="*/ 36 w 74"/>
                <a:gd name="T49" fmla="*/ 77 h 103"/>
                <a:gd name="T50" fmla="*/ 19 w 74"/>
                <a:gd name="T51" fmla="*/ 90 h 103"/>
                <a:gd name="T52" fmla="*/ 14 w 74"/>
                <a:gd name="T53" fmla="*/ 84 h 103"/>
                <a:gd name="T54" fmla="*/ 23 w 74"/>
                <a:gd name="T55" fmla="*/ 62 h 103"/>
                <a:gd name="T56" fmla="*/ 39 w 74"/>
                <a:gd name="T57" fmla="*/ 50 h 103"/>
                <a:gd name="T58" fmla="*/ 44 w 74"/>
                <a:gd name="T59" fmla="*/ 52 h 103"/>
                <a:gd name="T60" fmla="*/ 46 w 74"/>
                <a:gd name="T61" fmla="*/ 56 h 103"/>
                <a:gd name="T62" fmla="*/ 36 w 74"/>
                <a:gd name="T63" fmla="*/ 77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4" h="103">
                  <a:moveTo>
                    <a:pt x="70" y="18"/>
                  </a:moveTo>
                  <a:cubicBezTo>
                    <a:pt x="71" y="13"/>
                    <a:pt x="72" y="10"/>
                    <a:pt x="72" y="9"/>
                  </a:cubicBezTo>
                  <a:cubicBezTo>
                    <a:pt x="72" y="6"/>
                    <a:pt x="72" y="4"/>
                    <a:pt x="71" y="2"/>
                  </a:cubicBezTo>
                  <a:cubicBezTo>
                    <a:pt x="70" y="1"/>
                    <a:pt x="68" y="0"/>
                    <a:pt x="66" y="0"/>
                  </a:cubicBezTo>
                  <a:cubicBezTo>
                    <a:pt x="65" y="0"/>
                    <a:pt x="63" y="0"/>
                    <a:pt x="62" y="1"/>
                  </a:cubicBezTo>
                  <a:cubicBezTo>
                    <a:pt x="60" y="2"/>
                    <a:pt x="59" y="4"/>
                    <a:pt x="58" y="6"/>
                  </a:cubicBezTo>
                  <a:cubicBezTo>
                    <a:pt x="57" y="8"/>
                    <a:pt x="56" y="12"/>
                    <a:pt x="55" y="18"/>
                  </a:cubicBezTo>
                  <a:cubicBezTo>
                    <a:pt x="55" y="21"/>
                    <a:pt x="53" y="30"/>
                    <a:pt x="50" y="43"/>
                  </a:cubicBezTo>
                  <a:cubicBezTo>
                    <a:pt x="48" y="40"/>
                    <a:pt x="44" y="39"/>
                    <a:pt x="39" y="39"/>
                  </a:cubicBezTo>
                  <a:cubicBezTo>
                    <a:pt x="30" y="39"/>
                    <a:pt x="22" y="44"/>
                    <a:pt x="13" y="54"/>
                  </a:cubicBezTo>
                  <a:cubicBezTo>
                    <a:pt x="5" y="64"/>
                    <a:pt x="0" y="75"/>
                    <a:pt x="0" y="85"/>
                  </a:cubicBezTo>
                  <a:cubicBezTo>
                    <a:pt x="0" y="90"/>
                    <a:pt x="2" y="95"/>
                    <a:pt x="4" y="98"/>
                  </a:cubicBezTo>
                  <a:cubicBezTo>
                    <a:pt x="7" y="101"/>
                    <a:pt x="10" y="103"/>
                    <a:pt x="15" y="103"/>
                  </a:cubicBezTo>
                  <a:cubicBezTo>
                    <a:pt x="25" y="103"/>
                    <a:pt x="35" y="96"/>
                    <a:pt x="46" y="81"/>
                  </a:cubicBezTo>
                  <a:cubicBezTo>
                    <a:pt x="45" y="87"/>
                    <a:pt x="46" y="92"/>
                    <a:pt x="48" y="96"/>
                  </a:cubicBezTo>
                  <a:cubicBezTo>
                    <a:pt x="50" y="100"/>
                    <a:pt x="53" y="102"/>
                    <a:pt x="57" y="102"/>
                  </a:cubicBezTo>
                  <a:cubicBezTo>
                    <a:pt x="60" y="102"/>
                    <a:pt x="64" y="101"/>
                    <a:pt x="68" y="98"/>
                  </a:cubicBezTo>
                  <a:cubicBezTo>
                    <a:pt x="72" y="95"/>
                    <a:pt x="74" y="93"/>
                    <a:pt x="74" y="90"/>
                  </a:cubicBezTo>
                  <a:cubicBezTo>
                    <a:pt x="74" y="88"/>
                    <a:pt x="73" y="86"/>
                    <a:pt x="71" y="86"/>
                  </a:cubicBezTo>
                  <a:cubicBezTo>
                    <a:pt x="71" y="86"/>
                    <a:pt x="69" y="87"/>
                    <a:pt x="68" y="88"/>
                  </a:cubicBezTo>
                  <a:cubicBezTo>
                    <a:pt x="66" y="89"/>
                    <a:pt x="64" y="89"/>
                    <a:pt x="63" y="89"/>
                  </a:cubicBezTo>
                  <a:cubicBezTo>
                    <a:pt x="60" y="89"/>
                    <a:pt x="58" y="85"/>
                    <a:pt x="58" y="79"/>
                  </a:cubicBezTo>
                  <a:cubicBezTo>
                    <a:pt x="58" y="71"/>
                    <a:pt x="59" y="62"/>
                    <a:pt x="62" y="49"/>
                  </a:cubicBezTo>
                  <a:cubicBezTo>
                    <a:pt x="64" y="37"/>
                    <a:pt x="67" y="27"/>
                    <a:pt x="70" y="18"/>
                  </a:cubicBezTo>
                  <a:close/>
                  <a:moveTo>
                    <a:pt x="36" y="77"/>
                  </a:moveTo>
                  <a:cubicBezTo>
                    <a:pt x="29" y="86"/>
                    <a:pt x="23" y="90"/>
                    <a:pt x="19" y="90"/>
                  </a:cubicBezTo>
                  <a:cubicBezTo>
                    <a:pt x="16" y="90"/>
                    <a:pt x="14" y="88"/>
                    <a:pt x="14" y="84"/>
                  </a:cubicBezTo>
                  <a:cubicBezTo>
                    <a:pt x="14" y="77"/>
                    <a:pt x="17" y="70"/>
                    <a:pt x="23" y="62"/>
                  </a:cubicBezTo>
                  <a:cubicBezTo>
                    <a:pt x="28" y="54"/>
                    <a:pt x="34" y="50"/>
                    <a:pt x="39" y="50"/>
                  </a:cubicBezTo>
                  <a:cubicBezTo>
                    <a:pt x="41" y="50"/>
                    <a:pt x="43" y="51"/>
                    <a:pt x="44" y="52"/>
                  </a:cubicBezTo>
                  <a:cubicBezTo>
                    <a:pt x="45" y="53"/>
                    <a:pt x="46" y="55"/>
                    <a:pt x="46" y="56"/>
                  </a:cubicBezTo>
                  <a:cubicBezTo>
                    <a:pt x="46" y="61"/>
                    <a:pt x="43" y="68"/>
                    <a:pt x="36"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54"/>
            <p:cNvSpPr>
              <a:spLocks/>
            </p:cNvSpPr>
            <p:nvPr/>
          </p:nvSpPr>
          <p:spPr bwMode="auto">
            <a:xfrm>
              <a:off x="1227138" y="4287838"/>
              <a:ext cx="87313" cy="87313"/>
            </a:xfrm>
            <a:custGeom>
              <a:avLst/>
              <a:gdLst>
                <a:gd name="T0" fmla="*/ 14 w 68"/>
                <a:gd name="T1" fmla="*/ 64 h 69"/>
                <a:gd name="T2" fmla="*/ 22 w 68"/>
                <a:gd name="T3" fmla="*/ 69 h 69"/>
                <a:gd name="T4" fmla="*/ 32 w 68"/>
                <a:gd name="T5" fmla="*/ 59 h 69"/>
                <a:gd name="T6" fmla="*/ 50 w 68"/>
                <a:gd name="T7" fmla="*/ 29 h 69"/>
                <a:gd name="T8" fmla="*/ 63 w 68"/>
                <a:gd name="T9" fmla="*/ 14 h 69"/>
                <a:gd name="T10" fmla="*/ 68 w 68"/>
                <a:gd name="T11" fmla="*/ 7 h 69"/>
                <a:gd name="T12" fmla="*/ 66 w 68"/>
                <a:gd name="T13" fmla="*/ 2 h 69"/>
                <a:gd name="T14" fmla="*/ 61 w 68"/>
                <a:gd name="T15" fmla="*/ 0 h 69"/>
                <a:gd name="T16" fmla="*/ 56 w 68"/>
                <a:gd name="T17" fmla="*/ 1 h 69"/>
                <a:gd name="T18" fmla="*/ 48 w 68"/>
                <a:gd name="T19" fmla="*/ 10 h 69"/>
                <a:gd name="T20" fmla="*/ 35 w 68"/>
                <a:gd name="T21" fmla="*/ 29 h 69"/>
                <a:gd name="T22" fmla="*/ 26 w 68"/>
                <a:gd name="T23" fmla="*/ 43 h 69"/>
                <a:gd name="T24" fmla="*/ 24 w 68"/>
                <a:gd name="T25" fmla="*/ 48 h 69"/>
                <a:gd name="T26" fmla="*/ 23 w 68"/>
                <a:gd name="T27" fmla="*/ 44 h 69"/>
                <a:gd name="T28" fmla="*/ 20 w 68"/>
                <a:gd name="T29" fmla="*/ 37 h 69"/>
                <a:gd name="T30" fmla="*/ 17 w 68"/>
                <a:gd name="T31" fmla="*/ 27 h 69"/>
                <a:gd name="T32" fmla="*/ 15 w 68"/>
                <a:gd name="T33" fmla="*/ 18 h 69"/>
                <a:gd name="T34" fmla="*/ 15 w 68"/>
                <a:gd name="T35" fmla="*/ 10 h 69"/>
                <a:gd name="T36" fmla="*/ 8 w 68"/>
                <a:gd name="T37" fmla="*/ 1 h 69"/>
                <a:gd name="T38" fmla="*/ 0 w 68"/>
                <a:gd name="T39" fmla="*/ 11 h 69"/>
                <a:gd name="T40" fmla="*/ 9 w 68"/>
                <a:gd name="T41" fmla="*/ 47 h 69"/>
                <a:gd name="T42" fmla="*/ 14 w 68"/>
                <a:gd name="T43" fmla="*/ 6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8" h="69">
                  <a:moveTo>
                    <a:pt x="14" y="64"/>
                  </a:moveTo>
                  <a:cubicBezTo>
                    <a:pt x="17" y="68"/>
                    <a:pt x="19" y="69"/>
                    <a:pt x="22" y="69"/>
                  </a:cubicBezTo>
                  <a:cubicBezTo>
                    <a:pt x="25" y="69"/>
                    <a:pt x="28" y="66"/>
                    <a:pt x="32" y="59"/>
                  </a:cubicBezTo>
                  <a:cubicBezTo>
                    <a:pt x="38" y="47"/>
                    <a:pt x="44" y="37"/>
                    <a:pt x="50" y="29"/>
                  </a:cubicBezTo>
                  <a:cubicBezTo>
                    <a:pt x="56" y="21"/>
                    <a:pt x="60" y="16"/>
                    <a:pt x="63" y="14"/>
                  </a:cubicBezTo>
                  <a:cubicBezTo>
                    <a:pt x="67" y="11"/>
                    <a:pt x="68" y="9"/>
                    <a:pt x="68" y="7"/>
                  </a:cubicBezTo>
                  <a:cubicBezTo>
                    <a:pt x="68" y="5"/>
                    <a:pt x="68" y="3"/>
                    <a:pt x="66" y="2"/>
                  </a:cubicBezTo>
                  <a:cubicBezTo>
                    <a:pt x="65" y="0"/>
                    <a:pt x="63" y="0"/>
                    <a:pt x="61" y="0"/>
                  </a:cubicBezTo>
                  <a:cubicBezTo>
                    <a:pt x="59" y="0"/>
                    <a:pt x="57" y="0"/>
                    <a:pt x="56" y="1"/>
                  </a:cubicBezTo>
                  <a:cubicBezTo>
                    <a:pt x="54" y="2"/>
                    <a:pt x="51" y="5"/>
                    <a:pt x="48" y="10"/>
                  </a:cubicBezTo>
                  <a:cubicBezTo>
                    <a:pt x="44" y="15"/>
                    <a:pt x="40" y="21"/>
                    <a:pt x="35" y="29"/>
                  </a:cubicBezTo>
                  <a:cubicBezTo>
                    <a:pt x="30" y="37"/>
                    <a:pt x="27" y="41"/>
                    <a:pt x="26" y="43"/>
                  </a:cubicBezTo>
                  <a:cubicBezTo>
                    <a:pt x="25" y="46"/>
                    <a:pt x="24" y="47"/>
                    <a:pt x="24" y="48"/>
                  </a:cubicBezTo>
                  <a:cubicBezTo>
                    <a:pt x="23" y="47"/>
                    <a:pt x="23" y="46"/>
                    <a:pt x="23" y="44"/>
                  </a:cubicBezTo>
                  <a:cubicBezTo>
                    <a:pt x="22" y="41"/>
                    <a:pt x="21" y="39"/>
                    <a:pt x="20" y="37"/>
                  </a:cubicBezTo>
                  <a:cubicBezTo>
                    <a:pt x="19" y="34"/>
                    <a:pt x="18" y="31"/>
                    <a:pt x="17" y="27"/>
                  </a:cubicBezTo>
                  <a:cubicBezTo>
                    <a:pt x="16" y="22"/>
                    <a:pt x="16" y="20"/>
                    <a:pt x="15" y="18"/>
                  </a:cubicBezTo>
                  <a:cubicBezTo>
                    <a:pt x="15" y="16"/>
                    <a:pt x="15" y="14"/>
                    <a:pt x="15" y="10"/>
                  </a:cubicBezTo>
                  <a:cubicBezTo>
                    <a:pt x="15" y="4"/>
                    <a:pt x="13" y="1"/>
                    <a:pt x="8" y="1"/>
                  </a:cubicBezTo>
                  <a:cubicBezTo>
                    <a:pt x="2" y="1"/>
                    <a:pt x="0" y="4"/>
                    <a:pt x="0" y="11"/>
                  </a:cubicBezTo>
                  <a:cubicBezTo>
                    <a:pt x="0" y="18"/>
                    <a:pt x="3" y="30"/>
                    <a:pt x="9" y="47"/>
                  </a:cubicBezTo>
                  <a:cubicBezTo>
                    <a:pt x="13" y="56"/>
                    <a:pt x="14" y="62"/>
                    <a:pt x="14" y="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55"/>
            <p:cNvSpPr>
              <a:spLocks/>
            </p:cNvSpPr>
            <p:nvPr/>
          </p:nvSpPr>
          <p:spPr bwMode="auto">
            <a:xfrm>
              <a:off x="1308100" y="4283075"/>
              <a:ext cx="61913" cy="92075"/>
            </a:xfrm>
            <a:custGeom>
              <a:avLst/>
              <a:gdLst>
                <a:gd name="T0" fmla="*/ 27 w 50"/>
                <a:gd name="T1" fmla="*/ 58 h 73"/>
                <a:gd name="T2" fmla="*/ 15 w 50"/>
                <a:gd name="T3" fmla="*/ 60 h 73"/>
                <a:gd name="T4" fmla="*/ 11 w 50"/>
                <a:gd name="T5" fmla="*/ 59 h 73"/>
                <a:gd name="T6" fmla="*/ 7 w 50"/>
                <a:gd name="T7" fmla="*/ 58 h 73"/>
                <a:gd name="T8" fmla="*/ 2 w 50"/>
                <a:gd name="T9" fmla="*/ 60 h 73"/>
                <a:gd name="T10" fmla="*/ 0 w 50"/>
                <a:gd name="T11" fmla="*/ 65 h 73"/>
                <a:gd name="T12" fmla="*/ 11 w 50"/>
                <a:gd name="T13" fmla="*/ 73 h 73"/>
                <a:gd name="T14" fmla="*/ 37 w 50"/>
                <a:gd name="T15" fmla="*/ 67 h 73"/>
                <a:gd name="T16" fmla="*/ 49 w 50"/>
                <a:gd name="T17" fmla="*/ 53 h 73"/>
                <a:gd name="T18" fmla="*/ 46 w 50"/>
                <a:gd name="T19" fmla="*/ 44 h 73"/>
                <a:gd name="T20" fmla="*/ 32 w 50"/>
                <a:gd name="T21" fmla="*/ 35 h 73"/>
                <a:gd name="T22" fmla="*/ 23 w 50"/>
                <a:gd name="T23" fmla="*/ 30 h 73"/>
                <a:gd name="T24" fmla="*/ 20 w 50"/>
                <a:gd name="T25" fmla="*/ 25 h 73"/>
                <a:gd name="T26" fmla="*/ 27 w 50"/>
                <a:gd name="T27" fmla="*/ 17 h 73"/>
                <a:gd name="T28" fmla="*/ 39 w 50"/>
                <a:gd name="T29" fmla="*/ 13 h 73"/>
                <a:gd name="T30" fmla="*/ 41 w 50"/>
                <a:gd name="T31" fmla="*/ 14 h 73"/>
                <a:gd name="T32" fmla="*/ 44 w 50"/>
                <a:gd name="T33" fmla="*/ 15 h 73"/>
                <a:gd name="T34" fmla="*/ 47 w 50"/>
                <a:gd name="T35" fmla="*/ 13 h 73"/>
                <a:gd name="T36" fmla="*/ 50 w 50"/>
                <a:gd name="T37" fmla="*/ 9 h 73"/>
                <a:gd name="T38" fmla="*/ 40 w 50"/>
                <a:gd name="T39" fmla="*/ 0 h 73"/>
                <a:gd name="T40" fmla="*/ 17 w 50"/>
                <a:gd name="T41" fmla="*/ 8 h 73"/>
                <a:gd name="T42" fmla="*/ 6 w 50"/>
                <a:gd name="T43" fmla="*/ 26 h 73"/>
                <a:gd name="T44" fmla="*/ 9 w 50"/>
                <a:gd name="T45" fmla="*/ 36 h 73"/>
                <a:gd name="T46" fmla="*/ 25 w 50"/>
                <a:gd name="T47" fmla="*/ 46 h 73"/>
                <a:gd name="T48" fmla="*/ 35 w 50"/>
                <a:gd name="T49" fmla="*/ 54 h 73"/>
                <a:gd name="T50" fmla="*/ 27 w 50"/>
                <a:gd name="T51" fmla="*/ 58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3">
                  <a:moveTo>
                    <a:pt x="27" y="58"/>
                  </a:moveTo>
                  <a:cubicBezTo>
                    <a:pt x="23" y="59"/>
                    <a:pt x="19" y="60"/>
                    <a:pt x="15" y="60"/>
                  </a:cubicBezTo>
                  <a:cubicBezTo>
                    <a:pt x="14" y="60"/>
                    <a:pt x="12" y="60"/>
                    <a:pt x="11" y="59"/>
                  </a:cubicBezTo>
                  <a:cubicBezTo>
                    <a:pt x="9" y="58"/>
                    <a:pt x="8" y="58"/>
                    <a:pt x="7" y="58"/>
                  </a:cubicBezTo>
                  <a:cubicBezTo>
                    <a:pt x="5" y="58"/>
                    <a:pt x="4" y="59"/>
                    <a:pt x="2" y="60"/>
                  </a:cubicBezTo>
                  <a:cubicBezTo>
                    <a:pt x="1" y="62"/>
                    <a:pt x="0" y="63"/>
                    <a:pt x="0" y="65"/>
                  </a:cubicBezTo>
                  <a:cubicBezTo>
                    <a:pt x="0" y="70"/>
                    <a:pt x="3" y="73"/>
                    <a:pt x="11" y="73"/>
                  </a:cubicBezTo>
                  <a:cubicBezTo>
                    <a:pt x="20" y="73"/>
                    <a:pt x="29" y="71"/>
                    <a:pt x="37" y="67"/>
                  </a:cubicBezTo>
                  <a:cubicBezTo>
                    <a:pt x="45" y="63"/>
                    <a:pt x="49" y="58"/>
                    <a:pt x="49" y="53"/>
                  </a:cubicBezTo>
                  <a:cubicBezTo>
                    <a:pt x="49" y="49"/>
                    <a:pt x="48" y="46"/>
                    <a:pt x="46" y="44"/>
                  </a:cubicBezTo>
                  <a:cubicBezTo>
                    <a:pt x="43" y="41"/>
                    <a:pt x="39" y="38"/>
                    <a:pt x="32" y="35"/>
                  </a:cubicBezTo>
                  <a:cubicBezTo>
                    <a:pt x="27" y="33"/>
                    <a:pt x="24" y="31"/>
                    <a:pt x="23" y="30"/>
                  </a:cubicBezTo>
                  <a:cubicBezTo>
                    <a:pt x="21" y="28"/>
                    <a:pt x="20" y="27"/>
                    <a:pt x="20" y="25"/>
                  </a:cubicBezTo>
                  <a:cubicBezTo>
                    <a:pt x="20" y="22"/>
                    <a:pt x="23" y="19"/>
                    <a:pt x="27" y="17"/>
                  </a:cubicBezTo>
                  <a:cubicBezTo>
                    <a:pt x="31" y="14"/>
                    <a:pt x="35" y="13"/>
                    <a:pt x="39" y="13"/>
                  </a:cubicBezTo>
                  <a:cubicBezTo>
                    <a:pt x="39" y="13"/>
                    <a:pt x="40" y="13"/>
                    <a:pt x="41" y="14"/>
                  </a:cubicBezTo>
                  <a:cubicBezTo>
                    <a:pt x="42" y="14"/>
                    <a:pt x="43" y="15"/>
                    <a:pt x="44" y="15"/>
                  </a:cubicBezTo>
                  <a:cubicBezTo>
                    <a:pt x="45" y="15"/>
                    <a:pt x="46" y="14"/>
                    <a:pt x="47" y="13"/>
                  </a:cubicBezTo>
                  <a:cubicBezTo>
                    <a:pt x="49" y="12"/>
                    <a:pt x="50" y="10"/>
                    <a:pt x="50" y="9"/>
                  </a:cubicBezTo>
                  <a:cubicBezTo>
                    <a:pt x="50" y="3"/>
                    <a:pt x="46" y="0"/>
                    <a:pt x="40" y="0"/>
                  </a:cubicBezTo>
                  <a:cubicBezTo>
                    <a:pt x="33" y="0"/>
                    <a:pt x="25" y="3"/>
                    <a:pt x="17" y="8"/>
                  </a:cubicBezTo>
                  <a:cubicBezTo>
                    <a:pt x="10" y="13"/>
                    <a:pt x="6" y="19"/>
                    <a:pt x="6" y="26"/>
                  </a:cubicBezTo>
                  <a:cubicBezTo>
                    <a:pt x="6" y="30"/>
                    <a:pt x="7" y="33"/>
                    <a:pt x="9" y="36"/>
                  </a:cubicBezTo>
                  <a:cubicBezTo>
                    <a:pt x="11" y="38"/>
                    <a:pt x="17" y="42"/>
                    <a:pt x="25" y="46"/>
                  </a:cubicBezTo>
                  <a:cubicBezTo>
                    <a:pt x="31" y="49"/>
                    <a:pt x="35" y="52"/>
                    <a:pt x="35" y="54"/>
                  </a:cubicBezTo>
                  <a:cubicBezTo>
                    <a:pt x="34" y="55"/>
                    <a:pt x="31" y="57"/>
                    <a:pt x="27"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56"/>
            <p:cNvSpPr>
              <a:spLocks noEditPoints="1"/>
            </p:cNvSpPr>
            <p:nvPr/>
          </p:nvSpPr>
          <p:spPr bwMode="auto">
            <a:xfrm>
              <a:off x="1446213" y="4259263"/>
              <a:ext cx="106363" cy="117475"/>
            </a:xfrm>
            <a:custGeom>
              <a:avLst/>
              <a:gdLst>
                <a:gd name="T0" fmla="*/ 84 w 84"/>
                <a:gd name="T1" fmla="*/ 34 h 92"/>
                <a:gd name="T2" fmla="*/ 74 w 84"/>
                <a:gd name="T3" fmla="*/ 9 h 92"/>
                <a:gd name="T4" fmla="*/ 47 w 84"/>
                <a:gd name="T5" fmla="*/ 0 h 92"/>
                <a:gd name="T6" fmla="*/ 33 w 84"/>
                <a:gd name="T7" fmla="*/ 1 h 92"/>
                <a:gd name="T8" fmla="*/ 18 w 84"/>
                <a:gd name="T9" fmla="*/ 1 h 92"/>
                <a:gd name="T10" fmla="*/ 10 w 84"/>
                <a:gd name="T11" fmla="*/ 1 h 92"/>
                <a:gd name="T12" fmla="*/ 5 w 84"/>
                <a:gd name="T13" fmla="*/ 4 h 92"/>
                <a:gd name="T14" fmla="*/ 2 w 84"/>
                <a:gd name="T15" fmla="*/ 9 h 92"/>
                <a:gd name="T16" fmla="*/ 8 w 84"/>
                <a:gd name="T17" fmla="*/ 15 h 92"/>
                <a:gd name="T18" fmla="*/ 9 w 84"/>
                <a:gd name="T19" fmla="*/ 16 h 92"/>
                <a:gd name="T20" fmla="*/ 8 w 84"/>
                <a:gd name="T21" fmla="*/ 23 h 92"/>
                <a:gd name="T22" fmla="*/ 3 w 84"/>
                <a:gd name="T23" fmla="*/ 67 h 92"/>
                <a:gd name="T24" fmla="*/ 2 w 84"/>
                <a:gd name="T25" fmla="*/ 77 h 92"/>
                <a:gd name="T26" fmla="*/ 1 w 84"/>
                <a:gd name="T27" fmla="*/ 81 h 92"/>
                <a:gd name="T28" fmla="*/ 0 w 84"/>
                <a:gd name="T29" fmla="*/ 85 h 92"/>
                <a:gd name="T30" fmla="*/ 2 w 84"/>
                <a:gd name="T31" fmla="*/ 89 h 92"/>
                <a:gd name="T32" fmla="*/ 8 w 84"/>
                <a:gd name="T33" fmla="*/ 92 h 92"/>
                <a:gd name="T34" fmla="*/ 16 w 84"/>
                <a:gd name="T35" fmla="*/ 89 h 92"/>
                <a:gd name="T36" fmla="*/ 21 w 84"/>
                <a:gd name="T37" fmla="*/ 86 h 92"/>
                <a:gd name="T38" fmla="*/ 30 w 84"/>
                <a:gd name="T39" fmla="*/ 84 h 92"/>
                <a:gd name="T40" fmla="*/ 68 w 84"/>
                <a:gd name="T41" fmla="*/ 65 h 92"/>
                <a:gd name="T42" fmla="*/ 84 w 84"/>
                <a:gd name="T43" fmla="*/ 34 h 92"/>
                <a:gd name="T44" fmla="*/ 36 w 84"/>
                <a:gd name="T45" fmla="*/ 70 h 92"/>
                <a:gd name="T46" fmla="*/ 18 w 84"/>
                <a:gd name="T47" fmla="*/ 74 h 92"/>
                <a:gd name="T48" fmla="*/ 18 w 84"/>
                <a:gd name="T49" fmla="*/ 70 h 92"/>
                <a:gd name="T50" fmla="*/ 24 w 84"/>
                <a:gd name="T51" fmla="*/ 14 h 92"/>
                <a:gd name="T52" fmla="*/ 26 w 84"/>
                <a:gd name="T53" fmla="*/ 13 h 92"/>
                <a:gd name="T54" fmla="*/ 45 w 84"/>
                <a:gd name="T55" fmla="*/ 12 h 92"/>
                <a:gd name="T56" fmla="*/ 63 w 84"/>
                <a:gd name="T57" fmla="*/ 18 h 92"/>
                <a:gd name="T58" fmla="*/ 70 w 84"/>
                <a:gd name="T59" fmla="*/ 33 h 92"/>
                <a:gd name="T60" fmla="*/ 60 w 84"/>
                <a:gd name="T61" fmla="*/ 55 h 92"/>
                <a:gd name="T62" fmla="*/ 36 w 84"/>
                <a:gd name="T63" fmla="*/ 7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4" h="92">
                  <a:moveTo>
                    <a:pt x="84" y="34"/>
                  </a:moveTo>
                  <a:cubicBezTo>
                    <a:pt x="84" y="24"/>
                    <a:pt x="81" y="15"/>
                    <a:pt x="74" y="9"/>
                  </a:cubicBezTo>
                  <a:cubicBezTo>
                    <a:pt x="67" y="3"/>
                    <a:pt x="58" y="0"/>
                    <a:pt x="47" y="0"/>
                  </a:cubicBezTo>
                  <a:cubicBezTo>
                    <a:pt x="43" y="0"/>
                    <a:pt x="39" y="0"/>
                    <a:pt x="33" y="1"/>
                  </a:cubicBezTo>
                  <a:cubicBezTo>
                    <a:pt x="27" y="1"/>
                    <a:pt x="22" y="1"/>
                    <a:pt x="18" y="1"/>
                  </a:cubicBezTo>
                  <a:cubicBezTo>
                    <a:pt x="10" y="1"/>
                    <a:pt x="10" y="1"/>
                    <a:pt x="10" y="1"/>
                  </a:cubicBezTo>
                  <a:cubicBezTo>
                    <a:pt x="8" y="1"/>
                    <a:pt x="6" y="2"/>
                    <a:pt x="5" y="4"/>
                  </a:cubicBezTo>
                  <a:cubicBezTo>
                    <a:pt x="3" y="5"/>
                    <a:pt x="2" y="7"/>
                    <a:pt x="2" y="9"/>
                  </a:cubicBezTo>
                  <a:cubicBezTo>
                    <a:pt x="2" y="12"/>
                    <a:pt x="4" y="13"/>
                    <a:pt x="8" y="15"/>
                  </a:cubicBezTo>
                  <a:cubicBezTo>
                    <a:pt x="9" y="15"/>
                    <a:pt x="9" y="15"/>
                    <a:pt x="9" y="16"/>
                  </a:cubicBezTo>
                  <a:cubicBezTo>
                    <a:pt x="9" y="18"/>
                    <a:pt x="9" y="20"/>
                    <a:pt x="8" y="23"/>
                  </a:cubicBezTo>
                  <a:cubicBezTo>
                    <a:pt x="6" y="38"/>
                    <a:pt x="4" y="53"/>
                    <a:pt x="3" y="67"/>
                  </a:cubicBezTo>
                  <a:cubicBezTo>
                    <a:pt x="3" y="72"/>
                    <a:pt x="3" y="75"/>
                    <a:pt x="2" y="77"/>
                  </a:cubicBezTo>
                  <a:cubicBezTo>
                    <a:pt x="1" y="81"/>
                    <a:pt x="1" y="81"/>
                    <a:pt x="1" y="81"/>
                  </a:cubicBezTo>
                  <a:cubicBezTo>
                    <a:pt x="0" y="82"/>
                    <a:pt x="0" y="84"/>
                    <a:pt x="0" y="85"/>
                  </a:cubicBezTo>
                  <a:cubicBezTo>
                    <a:pt x="0" y="86"/>
                    <a:pt x="0" y="87"/>
                    <a:pt x="2" y="89"/>
                  </a:cubicBezTo>
                  <a:cubicBezTo>
                    <a:pt x="4" y="91"/>
                    <a:pt x="5" y="92"/>
                    <a:pt x="8" y="92"/>
                  </a:cubicBezTo>
                  <a:cubicBezTo>
                    <a:pt x="10" y="92"/>
                    <a:pt x="13" y="91"/>
                    <a:pt x="16" y="89"/>
                  </a:cubicBezTo>
                  <a:cubicBezTo>
                    <a:pt x="18" y="88"/>
                    <a:pt x="20" y="87"/>
                    <a:pt x="21" y="86"/>
                  </a:cubicBezTo>
                  <a:cubicBezTo>
                    <a:pt x="23" y="86"/>
                    <a:pt x="26" y="85"/>
                    <a:pt x="30" y="84"/>
                  </a:cubicBezTo>
                  <a:cubicBezTo>
                    <a:pt x="45" y="81"/>
                    <a:pt x="58" y="74"/>
                    <a:pt x="68" y="65"/>
                  </a:cubicBezTo>
                  <a:cubicBezTo>
                    <a:pt x="79" y="56"/>
                    <a:pt x="84" y="45"/>
                    <a:pt x="84" y="34"/>
                  </a:cubicBezTo>
                  <a:close/>
                  <a:moveTo>
                    <a:pt x="36" y="70"/>
                  </a:moveTo>
                  <a:cubicBezTo>
                    <a:pt x="26" y="73"/>
                    <a:pt x="20" y="74"/>
                    <a:pt x="18" y="74"/>
                  </a:cubicBezTo>
                  <a:cubicBezTo>
                    <a:pt x="18" y="73"/>
                    <a:pt x="18" y="72"/>
                    <a:pt x="18" y="70"/>
                  </a:cubicBezTo>
                  <a:cubicBezTo>
                    <a:pt x="18" y="59"/>
                    <a:pt x="20" y="40"/>
                    <a:pt x="24" y="14"/>
                  </a:cubicBezTo>
                  <a:cubicBezTo>
                    <a:pt x="25" y="14"/>
                    <a:pt x="25" y="13"/>
                    <a:pt x="26" y="13"/>
                  </a:cubicBezTo>
                  <a:cubicBezTo>
                    <a:pt x="33" y="12"/>
                    <a:pt x="40" y="12"/>
                    <a:pt x="45" y="12"/>
                  </a:cubicBezTo>
                  <a:cubicBezTo>
                    <a:pt x="52" y="12"/>
                    <a:pt x="58" y="14"/>
                    <a:pt x="63" y="18"/>
                  </a:cubicBezTo>
                  <a:cubicBezTo>
                    <a:pt x="67" y="22"/>
                    <a:pt x="70" y="27"/>
                    <a:pt x="70" y="33"/>
                  </a:cubicBezTo>
                  <a:cubicBezTo>
                    <a:pt x="70" y="42"/>
                    <a:pt x="67" y="49"/>
                    <a:pt x="60" y="55"/>
                  </a:cubicBezTo>
                  <a:cubicBezTo>
                    <a:pt x="54" y="62"/>
                    <a:pt x="46" y="67"/>
                    <a:pt x="36"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57"/>
            <p:cNvSpPr>
              <a:spLocks/>
            </p:cNvSpPr>
            <p:nvPr/>
          </p:nvSpPr>
          <p:spPr bwMode="auto">
            <a:xfrm>
              <a:off x="1566863" y="4291013"/>
              <a:ext cx="26988" cy="82550"/>
            </a:xfrm>
            <a:custGeom>
              <a:avLst/>
              <a:gdLst>
                <a:gd name="T0" fmla="*/ 19 w 22"/>
                <a:gd name="T1" fmla="*/ 18 h 66"/>
                <a:gd name="T2" fmla="*/ 20 w 22"/>
                <a:gd name="T3" fmla="*/ 16 h 66"/>
                <a:gd name="T4" fmla="*/ 22 w 22"/>
                <a:gd name="T5" fmla="*/ 7 h 66"/>
                <a:gd name="T6" fmla="*/ 20 w 22"/>
                <a:gd name="T7" fmla="*/ 2 h 66"/>
                <a:gd name="T8" fmla="*/ 13 w 22"/>
                <a:gd name="T9" fmla="*/ 0 h 66"/>
                <a:gd name="T10" fmla="*/ 8 w 22"/>
                <a:gd name="T11" fmla="*/ 3 h 66"/>
                <a:gd name="T12" fmla="*/ 6 w 22"/>
                <a:gd name="T13" fmla="*/ 11 h 66"/>
                <a:gd name="T14" fmla="*/ 4 w 22"/>
                <a:gd name="T15" fmla="*/ 23 h 66"/>
                <a:gd name="T16" fmla="*/ 4 w 22"/>
                <a:gd name="T17" fmla="*/ 23 h 66"/>
                <a:gd name="T18" fmla="*/ 3 w 22"/>
                <a:gd name="T19" fmla="*/ 29 h 66"/>
                <a:gd name="T20" fmla="*/ 0 w 22"/>
                <a:gd name="T21" fmla="*/ 54 h 66"/>
                <a:gd name="T22" fmla="*/ 8 w 22"/>
                <a:gd name="T23" fmla="*/ 66 h 66"/>
                <a:gd name="T24" fmla="*/ 13 w 22"/>
                <a:gd name="T25" fmla="*/ 64 h 66"/>
                <a:gd name="T26" fmla="*/ 16 w 22"/>
                <a:gd name="T27" fmla="*/ 60 h 66"/>
                <a:gd name="T28" fmla="*/ 16 w 22"/>
                <a:gd name="T29" fmla="*/ 58 h 66"/>
                <a:gd name="T30" fmla="*/ 15 w 22"/>
                <a:gd name="T31" fmla="*/ 48 h 66"/>
                <a:gd name="T32" fmla="*/ 15 w 22"/>
                <a:gd name="T33" fmla="*/ 37 h 66"/>
                <a:gd name="T34" fmla="*/ 19 w 22"/>
                <a:gd name="T35" fmla="*/ 18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66">
                  <a:moveTo>
                    <a:pt x="19" y="18"/>
                  </a:moveTo>
                  <a:cubicBezTo>
                    <a:pt x="20" y="16"/>
                    <a:pt x="20" y="16"/>
                    <a:pt x="20" y="16"/>
                  </a:cubicBezTo>
                  <a:cubicBezTo>
                    <a:pt x="21" y="11"/>
                    <a:pt x="22" y="8"/>
                    <a:pt x="22" y="7"/>
                  </a:cubicBezTo>
                  <a:cubicBezTo>
                    <a:pt x="22" y="5"/>
                    <a:pt x="21" y="4"/>
                    <a:pt x="20" y="2"/>
                  </a:cubicBezTo>
                  <a:cubicBezTo>
                    <a:pt x="18" y="1"/>
                    <a:pt x="16" y="0"/>
                    <a:pt x="13" y="0"/>
                  </a:cubicBezTo>
                  <a:cubicBezTo>
                    <a:pt x="11" y="0"/>
                    <a:pt x="9" y="1"/>
                    <a:pt x="8" y="3"/>
                  </a:cubicBezTo>
                  <a:cubicBezTo>
                    <a:pt x="6" y="5"/>
                    <a:pt x="6" y="8"/>
                    <a:pt x="6" y="11"/>
                  </a:cubicBezTo>
                  <a:cubicBezTo>
                    <a:pt x="6" y="12"/>
                    <a:pt x="5" y="16"/>
                    <a:pt x="4" y="23"/>
                  </a:cubicBezTo>
                  <a:cubicBezTo>
                    <a:pt x="4" y="23"/>
                    <a:pt x="4" y="23"/>
                    <a:pt x="4" y="23"/>
                  </a:cubicBezTo>
                  <a:cubicBezTo>
                    <a:pt x="4" y="25"/>
                    <a:pt x="3" y="27"/>
                    <a:pt x="3" y="29"/>
                  </a:cubicBezTo>
                  <a:cubicBezTo>
                    <a:pt x="1" y="39"/>
                    <a:pt x="0" y="47"/>
                    <a:pt x="0" y="54"/>
                  </a:cubicBezTo>
                  <a:cubicBezTo>
                    <a:pt x="0" y="62"/>
                    <a:pt x="3" y="66"/>
                    <a:pt x="8" y="66"/>
                  </a:cubicBezTo>
                  <a:cubicBezTo>
                    <a:pt x="10" y="66"/>
                    <a:pt x="12" y="65"/>
                    <a:pt x="13" y="64"/>
                  </a:cubicBezTo>
                  <a:cubicBezTo>
                    <a:pt x="15" y="62"/>
                    <a:pt x="16" y="61"/>
                    <a:pt x="16" y="60"/>
                  </a:cubicBezTo>
                  <a:cubicBezTo>
                    <a:pt x="16" y="59"/>
                    <a:pt x="16" y="59"/>
                    <a:pt x="16" y="58"/>
                  </a:cubicBezTo>
                  <a:cubicBezTo>
                    <a:pt x="15" y="54"/>
                    <a:pt x="15" y="51"/>
                    <a:pt x="15" y="48"/>
                  </a:cubicBezTo>
                  <a:cubicBezTo>
                    <a:pt x="15" y="45"/>
                    <a:pt x="15" y="42"/>
                    <a:pt x="15" y="37"/>
                  </a:cubicBezTo>
                  <a:cubicBezTo>
                    <a:pt x="16" y="32"/>
                    <a:pt x="17" y="25"/>
                    <a:pt x="19"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58"/>
            <p:cNvSpPr>
              <a:spLocks/>
            </p:cNvSpPr>
            <p:nvPr/>
          </p:nvSpPr>
          <p:spPr bwMode="auto">
            <a:xfrm>
              <a:off x="1582738" y="4246563"/>
              <a:ext cx="25400" cy="25400"/>
            </a:xfrm>
            <a:custGeom>
              <a:avLst/>
              <a:gdLst>
                <a:gd name="T0" fmla="*/ 16 w 20"/>
                <a:gd name="T1" fmla="*/ 15 h 19"/>
                <a:gd name="T2" fmla="*/ 20 w 20"/>
                <a:gd name="T3" fmla="*/ 8 h 19"/>
                <a:gd name="T4" fmla="*/ 17 w 20"/>
                <a:gd name="T5" fmla="*/ 2 h 19"/>
                <a:gd name="T6" fmla="*/ 11 w 20"/>
                <a:gd name="T7" fmla="*/ 0 h 19"/>
                <a:gd name="T8" fmla="*/ 3 w 20"/>
                <a:gd name="T9" fmla="*/ 3 h 19"/>
                <a:gd name="T10" fmla="*/ 0 w 20"/>
                <a:gd name="T11" fmla="*/ 10 h 19"/>
                <a:gd name="T12" fmla="*/ 3 w 20"/>
                <a:gd name="T13" fmla="*/ 16 h 19"/>
                <a:gd name="T14" fmla="*/ 9 w 20"/>
                <a:gd name="T15" fmla="*/ 19 h 19"/>
                <a:gd name="T16" fmla="*/ 16 w 20"/>
                <a:gd name="T17" fmla="*/ 1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19">
                  <a:moveTo>
                    <a:pt x="16" y="15"/>
                  </a:moveTo>
                  <a:cubicBezTo>
                    <a:pt x="19" y="13"/>
                    <a:pt x="20" y="11"/>
                    <a:pt x="20" y="8"/>
                  </a:cubicBezTo>
                  <a:cubicBezTo>
                    <a:pt x="20" y="6"/>
                    <a:pt x="19" y="4"/>
                    <a:pt x="17" y="2"/>
                  </a:cubicBezTo>
                  <a:cubicBezTo>
                    <a:pt x="16" y="1"/>
                    <a:pt x="14" y="0"/>
                    <a:pt x="11" y="0"/>
                  </a:cubicBezTo>
                  <a:cubicBezTo>
                    <a:pt x="7" y="0"/>
                    <a:pt x="5" y="1"/>
                    <a:pt x="3" y="3"/>
                  </a:cubicBezTo>
                  <a:cubicBezTo>
                    <a:pt x="1" y="4"/>
                    <a:pt x="0" y="7"/>
                    <a:pt x="0" y="10"/>
                  </a:cubicBezTo>
                  <a:cubicBezTo>
                    <a:pt x="0" y="12"/>
                    <a:pt x="1" y="14"/>
                    <a:pt x="3" y="16"/>
                  </a:cubicBezTo>
                  <a:cubicBezTo>
                    <a:pt x="5" y="18"/>
                    <a:pt x="7" y="19"/>
                    <a:pt x="9" y="19"/>
                  </a:cubicBezTo>
                  <a:cubicBezTo>
                    <a:pt x="11" y="19"/>
                    <a:pt x="13" y="18"/>
                    <a:pt x="16"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59"/>
            <p:cNvSpPr>
              <a:spLocks/>
            </p:cNvSpPr>
            <p:nvPr/>
          </p:nvSpPr>
          <p:spPr bwMode="auto">
            <a:xfrm>
              <a:off x="1601788" y="4283075"/>
              <a:ext cx="63500" cy="92075"/>
            </a:xfrm>
            <a:custGeom>
              <a:avLst/>
              <a:gdLst>
                <a:gd name="T0" fmla="*/ 27 w 50"/>
                <a:gd name="T1" fmla="*/ 17 h 73"/>
                <a:gd name="T2" fmla="*/ 39 w 50"/>
                <a:gd name="T3" fmla="*/ 13 h 73"/>
                <a:gd name="T4" fmla="*/ 41 w 50"/>
                <a:gd name="T5" fmla="*/ 14 h 73"/>
                <a:gd name="T6" fmla="*/ 44 w 50"/>
                <a:gd name="T7" fmla="*/ 15 h 73"/>
                <a:gd name="T8" fmla="*/ 47 w 50"/>
                <a:gd name="T9" fmla="*/ 13 h 73"/>
                <a:gd name="T10" fmla="*/ 50 w 50"/>
                <a:gd name="T11" fmla="*/ 9 h 73"/>
                <a:gd name="T12" fmla="*/ 40 w 50"/>
                <a:gd name="T13" fmla="*/ 0 h 73"/>
                <a:gd name="T14" fmla="*/ 17 w 50"/>
                <a:gd name="T15" fmla="*/ 8 h 73"/>
                <a:gd name="T16" fmla="*/ 6 w 50"/>
                <a:gd name="T17" fmla="*/ 26 h 73"/>
                <a:gd name="T18" fmla="*/ 9 w 50"/>
                <a:gd name="T19" fmla="*/ 36 h 73"/>
                <a:gd name="T20" fmla="*/ 25 w 50"/>
                <a:gd name="T21" fmla="*/ 46 h 73"/>
                <a:gd name="T22" fmla="*/ 35 w 50"/>
                <a:gd name="T23" fmla="*/ 54 h 73"/>
                <a:gd name="T24" fmla="*/ 27 w 50"/>
                <a:gd name="T25" fmla="*/ 58 h 73"/>
                <a:gd name="T26" fmla="*/ 15 w 50"/>
                <a:gd name="T27" fmla="*/ 60 h 73"/>
                <a:gd name="T28" fmla="*/ 11 w 50"/>
                <a:gd name="T29" fmla="*/ 59 h 73"/>
                <a:gd name="T30" fmla="*/ 7 w 50"/>
                <a:gd name="T31" fmla="*/ 58 h 73"/>
                <a:gd name="T32" fmla="*/ 2 w 50"/>
                <a:gd name="T33" fmla="*/ 60 h 73"/>
                <a:gd name="T34" fmla="*/ 0 w 50"/>
                <a:gd name="T35" fmla="*/ 65 h 73"/>
                <a:gd name="T36" fmla="*/ 11 w 50"/>
                <a:gd name="T37" fmla="*/ 73 h 73"/>
                <a:gd name="T38" fmla="*/ 37 w 50"/>
                <a:gd name="T39" fmla="*/ 67 h 73"/>
                <a:gd name="T40" fmla="*/ 49 w 50"/>
                <a:gd name="T41" fmla="*/ 53 h 73"/>
                <a:gd name="T42" fmla="*/ 46 w 50"/>
                <a:gd name="T43" fmla="*/ 44 h 73"/>
                <a:gd name="T44" fmla="*/ 32 w 50"/>
                <a:gd name="T45" fmla="*/ 35 h 73"/>
                <a:gd name="T46" fmla="*/ 23 w 50"/>
                <a:gd name="T47" fmla="*/ 30 h 73"/>
                <a:gd name="T48" fmla="*/ 20 w 50"/>
                <a:gd name="T49" fmla="*/ 25 h 73"/>
                <a:gd name="T50" fmla="*/ 27 w 50"/>
                <a:gd name="T51" fmla="*/ 17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3">
                  <a:moveTo>
                    <a:pt x="27" y="17"/>
                  </a:moveTo>
                  <a:cubicBezTo>
                    <a:pt x="31" y="14"/>
                    <a:pt x="35" y="13"/>
                    <a:pt x="39" y="13"/>
                  </a:cubicBezTo>
                  <a:cubicBezTo>
                    <a:pt x="39" y="13"/>
                    <a:pt x="40" y="13"/>
                    <a:pt x="41" y="14"/>
                  </a:cubicBezTo>
                  <a:cubicBezTo>
                    <a:pt x="42" y="14"/>
                    <a:pt x="43" y="15"/>
                    <a:pt x="44" y="15"/>
                  </a:cubicBezTo>
                  <a:cubicBezTo>
                    <a:pt x="45" y="15"/>
                    <a:pt x="46" y="14"/>
                    <a:pt x="47" y="13"/>
                  </a:cubicBezTo>
                  <a:cubicBezTo>
                    <a:pt x="49" y="12"/>
                    <a:pt x="50" y="10"/>
                    <a:pt x="50" y="9"/>
                  </a:cubicBezTo>
                  <a:cubicBezTo>
                    <a:pt x="50" y="3"/>
                    <a:pt x="46" y="0"/>
                    <a:pt x="40" y="0"/>
                  </a:cubicBezTo>
                  <a:cubicBezTo>
                    <a:pt x="33" y="0"/>
                    <a:pt x="25" y="3"/>
                    <a:pt x="17" y="8"/>
                  </a:cubicBezTo>
                  <a:cubicBezTo>
                    <a:pt x="10" y="13"/>
                    <a:pt x="6" y="19"/>
                    <a:pt x="6" y="26"/>
                  </a:cubicBezTo>
                  <a:cubicBezTo>
                    <a:pt x="6" y="30"/>
                    <a:pt x="7" y="33"/>
                    <a:pt x="9" y="36"/>
                  </a:cubicBezTo>
                  <a:cubicBezTo>
                    <a:pt x="11" y="38"/>
                    <a:pt x="17" y="42"/>
                    <a:pt x="25" y="46"/>
                  </a:cubicBezTo>
                  <a:cubicBezTo>
                    <a:pt x="31" y="49"/>
                    <a:pt x="35" y="52"/>
                    <a:pt x="35" y="54"/>
                  </a:cubicBezTo>
                  <a:cubicBezTo>
                    <a:pt x="34" y="55"/>
                    <a:pt x="31" y="57"/>
                    <a:pt x="27" y="58"/>
                  </a:cubicBezTo>
                  <a:cubicBezTo>
                    <a:pt x="23" y="59"/>
                    <a:pt x="19" y="60"/>
                    <a:pt x="15" y="60"/>
                  </a:cubicBezTo>
                  <a:cubicBezTo>
                    <a:pt x="14" y="60"/>
                    <a:pt x="12" y="60"/>
                    <a:pt x="11" y="59"/>
                  </a:cubicBezTo>
                  <a:cubicBezTo>
                    <a:pt x="9" y="58"/>
                    <a:pt x="8" y="58"/>
                    <a:pt x="7" y="58"/>
                  </a:cubicBezTo>
                  <a:cubicBezTo>
                    <a:pt x="5" y="58"/>
                    <a:pt x="4" y="59"/>
                    <a:pt x="2" y="60"/>
                  </a:cubicBezTo>
                  <a:cubicBezTo>
                    <a:pt x="1" y="62"/>
                    <a:pt x="0" y="63"/>
                    <a:pt x="0" y="65"/>
                  </a:cubicBezTo>
                  <a:cubicBezTo>
                    <a:pt x="0" y="70"/>
                    <a:pt x="3" y="73"/>
                    <a:pt x="11" y="73"/>
                  </a:cubicBezTo>
                  <a:cubicBezTo>
                    <a:pt x="20" y="73"/>
                    <a:pt x="29" y="71"/>
                    <a:pt x="37" y="67"/>
                  </a:cubicBezTo>
                  <a:cubicBezTo>
                    <a:pt x="45" y="63"/>
                    <a:pt x="49" y="58"/>
                    <a:pt x="49" y="53"/>
                  </a:cubicBezTo>
                  <a:cubicBezTo>
                    <a:pt x="49" y="49"/>
                    <a:pt x="48" y="46"/>
                    <a:pt x="46" y="44"/>
                  </a:cubicBezTo>
                  <a:cubicBezTo>
                    <a:pt x="43" y="41"/>
                    <a:pt x="39" y="38"/>
                    <a:pt x="32" y="35"/>
                  </a:cubicBezTo>
                  <a:cubicBezTo>
                    <a:pt x="27" y="33"/>
                    <a:pt x="24" y="31"/>
                    <a:pt x="23" y="30"/>
                  </a:cubicBezTo>
                  <a:cubicBezTo>
                    <a:pt x="21" y="28"/>
                    <a:pt x="20" y="27"/>
                    <a:pt x="20" y="25"/>
                  </a:cubicBezTo>
                  <a:cubicBezTo>
                    <a:pt x="20" y="22"/>
                    <a:pt x="23" y="19"/>
                    <a:pt x="27"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60"/>
            <p:cNvSpPr>
              <a:spLocks/>
            </p:cNvSpPr>
            <p:nvPr/>
          </p:nvSpPr>
          <p:spPr bwMode="auto">
            <a:xfrm>
              <a:off x="1673225" y="4244975"/>
              <a:ext cx="88900" cy="127000"/>
            </a:xfrm>
            <a:custGeom>
              <a:avLst/>
              <a:gdLst>
                <a:gd name="T0" fmla="*/ 26 w 71"/>
                <a:gd name="T1" fmla="*/ 25 h 101"/>
                <a:gd name="T2" fmla="*/ 28 w 71"/>
                <a:gd name="T3" fmla="*/ 10 h 101"/>
                <a:gd name="T4" fmla="*/ 25 w 71"/>
                <a:gd name="T5" fmla="*/ 3 h 101"/>
                <a:gd name="T6" fmla="*/ 20 w 71"/>
                <a:gd name="T7" fmla="*/ 0 h 101"/>
                <a:gd name="T8" fmla="*/ 15 w 71"/>
                <a:gd name="T9" fmla="*/ 4 h 101"/>
                <a:gd name="T10" fmla="*/ 11 w 71"/>
                <a:gd name="T11" fmla="*/ 16 h 101"/>
                <a:gd name="T12" fmla="*/ 1 w 71"/>
                <a:gd name="T13" fmla="*/ 84 h 101"/>
                <a:gd name="T14" fmla="*/ 0 w 71"/>
                <a:gd name="T15" fmla="*/ 94 h 101"/>
                <a:gd name="T16" fmla="*/ 2 w 71"/>
                <a:gd name="T17" fmla="*/ 99 h 101"/>
                <a:gd name="T18" fmla="*/ 8 w 71"/>
                <a:gd name="T19" fmla="*/ 101 h 101"/>
                <a:gd name="T20" fmla="*/ 11 w 71"/>
                <a:gd name="T21" fmla="*/ 99 h 101"/>
                <a:gd name="T22" fmla="*/ 16 w 71"/>
                <a:gd name="T23" fmla="*/ 91 h 101"/>
                <a:gd name="T24" fmla="*/ 30 w 71"/>
                <a:gd name="T25" fmla="*/ 69 h 101"/>
                <a:gd name="T26" fmla="*/ 44 w 71"/>
                <a:gd name="T27" fmla="*/ 55 h 101"/>
                <a:gd name="T28" fmla="*/ 47 w 71"/>
                <a:gd name="T29" fmla="*/ 59 h 101"/>
                <a:gd name="T30" fmla="*/ 49 w 71"/>
                <a:gd name="T31" fmla="*/ 75 h 101"/>
                <a:gd name="T32" fmla="*/ 54 w 71"/>
                <a:gd name="T33" fmla="*/ 91 h 101"/>
                <a:gd name="T34" fmla="*/ 64 w 71"/>
                <a:gd name="T35" fmla="*/ 96 h 101"/>
                <a:gd name="T36" fmla="*/ 69 w 71"/>
                <a:gd name="T37" fmla="*/ 95 h 101"/>
                <a:gd name="T38" fmla="*/ 71 w 71"/>
                <a:gd name="T39" fmla="*/ 91 h 101"/>
                <a:gd name="T40" fmla="*/ 69 w 71"/>
                <a:gd name="T41" fmla="*/ 86 h 101"/>
                <a:gd name="T42" fmla="*/ 65 w 71"/>
                <a:gd name="T43" fmla="*/ 80 h 101"/>
                <a:gd name="T44" fmla="*/ 63 w 71"/>
                <a:gd name="T45" fmla="*/ 72 h 101"/>
                <a:gd name="T46" fmla="*/ 61 w 71"/>
                <a:gd name="T47" fmla="*/ 61 h 101"/>
                <a:gd name="T48" fmla="*/ 56 w 71"/>
                <a:gd name="T49" fmla="*/ 43 h 101"/>
                <a:gd name="T50" fmla="*/ 48 w 71"/>
                <a:gd name="T51" fmla="*/ 39 h 101"/>
                <a:gd name="T52" fmla="*/ 33 w 71"/>
                <a:gd name="T53" fmla="*/ 46 h 101"/>
                <a:gd name="T54" fmla="*/ 16 w 71"/>
                <a:gd name="T55" fmla="*/ 71 h 101"/>
                <a:gd name="T56" fmla="*/ 20 w 71"/>
                <a:gd name="T57" fmla="*/ 53 h 101"/>
                <a:gd name="T58" fmla="*/ 26 w 71"/>
                <a:gd name="T59" fmla="*/ 2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1" h="101">
                  <a:moveTo>
                    <a:pt x="26" y="25"/>
                  </a:moveTo>
                  <a:cubicBezTo>
                    <a:pt x="27" y="19"/>
                    <a:pt x="28" y="14"/>
                    <a:pt x="28" y="10"/>
                  </a:cubicBezTo>
                  <a:cubicBezTo>
                    <a:pt x="28" y="7"/>
                    <a:pt x="27" y="4"/>
                    <a:pt x="25" y="3"/>
                  </a:cubicBezTo>
                  <a:cubicBezTo>
                    <a:pt x="24" y="1"/>
                    <a:pt x="22" y="0"/>
                    <a:pt x="20" y="0"/>
                  </a:cubicBezTo>
                  <a:cubicBezTo>
                    <a:pt x="18" y="0"/>
                    <a:pt x="17" y="1"/>
                    <a:pt x="15" y="4"/>
                  </a:cubicBezTo>
                  <a:cubicBezTo>
                    <a:pt x="13" y="6"/>
                    <a:pt x="12" y="10"/>
                    <a:pt x="11" y="16"/>
                  </a:cubicBezTo>
                  <a:cubicBezTo>
                    <a:pt x="9" y="40"/>
                    <a:pt x="5" y="63"/>
                    <a:pt x="1" y="84"/>
                  </a:cubicBezTo>
                  <a:cubicBezTo>
                    <a:pt x="0" y="90"/>
                    <a:pt x="0" y="93"/>
                    <a:pt x="0" y="94"/>
                  </a:cubicBezTo>
                  <a:cubicBezTo>
                    <a:pt x="0" y="96"/>
                    <a:pt x="0" y="98"/>
                    <a:pt x="2" y="99"/>
                  </a:cubicBezTo>
                  <a:cubicBezTo>
                    <a:pt x="3" y="101"/>
                    <a:pt x="5" y="101"/>
                    <a:pt x="8" y="101"/>
                  </a:cubicBezTo>
                  <a:cubicBezTo>
                    <a:pt x="9" y="101"/>
                    <a:pt x="11" y="100"/>
                    <a:pt x="11" y="99"/>
                  </a:cubicBezTo>
                  <a:cubicBezTo>
                    <a:pt x="12" y="98"/>
                    <a:pt x="14" y="95"/>
                    <a:pt x="16" y="91"/>
                  </a:cubicBezTo>
                  <a:cubicBezTo>
                    <a:pt x="19" y="86"/>
                    <a:pt x="24" y="78"/>
                    <a:pt x="30" y="69"/>
                  </a:cubicBezTo>
                  <a:cubicBezTo>
                    <a:pt x="37" y="60"/>
                    <a:pt x="41" y="55"/>
                    <a:pt x="44" y="55"/>
                  </a:cubicBezTo>
                  <a:cubicBezTo>
                    <a:pt x="45" y="55"/>
                    <a:pt x="47" y="56"/>
                    <a:pt x="47" y="59"/>
                  </a:cubicBezTo>
                  <a:cubicBezTo>
                    <a:pt x="48" y="61"/>
                    <a:pt x="49" y="66"/>
                    <a:pt x="49" y="75"/>
                  </a:cubicBezTo>
                  <a:cubicBezTo>
                    <a:pt x="50" y="81"/>
                    <a:pt x="52" y="87"/>
                    <a:pt x="54" y="91"/>
                  </a:cubicBezTo>
                  <a:cubicBezTo>
                    <a:pt x="57" y="94"/>
                    <a:pt x="60" y="96"/>
                    <a:pt x="64" y="96"/>
                  </a:cubicBezTo>
                  <a:cubicBezTo>
                    <a:pt x="66" y="96"/>
                    <a:pt x="67" y="96"/>
                    <a:pt x="69" y="95"/>
                  </a:cubicBezTo>
                  <a:cubicBezTo>
                    <a:pt x="70" y="93"/>
                    <a:pt x="71" y="92"/>
                    <a:pt x="71" y="91"/>
                  </a:cubicBezTo>
                  <a:cubicBezTo>
                    <a:pt x="71" y="89"/>
                    <a:pt x="70" y="88"/>
                    <a:pt x="69" y="86"/>
                  </a:cubicBezTo>
                  <a:cubicBezTo>
                    <a:pt x="67" y="84"/>
                    <a:pt x="66" y="82"/>
                    <a:pt x="65" y="80"/>
                  </a:cubicBezTo>
                  <a:cubicBezTo>
                    <a:pt x="64" y="78"/>
                    <a:pt x="64" y="75"/>
                    <a:pt x="63" y="72"/>
                  </a:cubicBezTo>
                  <a:cubicBezTo>
                    <a:pt x="62" y="69"/>
                    <a:pt x="62" y="66"/>
                    <a:pt x="61" y="61"/>
                  </a:cubicBezTo>
                  <a:cubicBezTo>
                    <a:pt x="60" y="51"/>
                    <a:pt x="59" y="45"/>
                    <a:pt x="56" y="43"/>
                  </a:cubicBezTo>
                  <a:cubicBezTo>
                    <a:pt x="54" y="40"/>
                    <a:pt x="51" y="39"/>
                    <a:pt x="48" y="39"/>
                  </a:cubicBezTo>
                  <a:cubicBezTo>
                    <a:pt x="43" y="39"/>
                    <a:pt x="38" y="42"/>
                    <a:pt x="33" y="46"/>
                  </a:cubicBezTo>
                  <a:cubicBezTo>
                    <a:pt x="28" y="50"/>
                    <a:pt x="23" y="59"/>
                    <a:pt x="16" y="71"/>
                  </a:cubicBezTo>
                  <a:cubicBezTo>
                    <a:pt x="17" y="67"/>
                    <a:pt x="18" y="61"/>
                    <a:pt x="20" y="53"/>
                  </a:cubicBezTo>
                  <a:cubicBezTo>
                    <a:pt x="23" y="40"/>
                    <a:pt x="25" y="31"/>
                    <a:pt x="26"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61"/>
            <p:cNvSpPr>
              <a:spLocks noEditPoints="1"/>
            </p:cNvSpPr>
            <p:nvPr/>
          </p:nvSpPr>
          <p:spPr bwMode="auto">
            <a:xfrm>
              <a:off x="1770063" y="4284663"/>
              <a:ext cx="71438" cy="88900"/>
            </a:xfrm>
            <a:custGeom>
              <a:avLst/>
              <a:gdLst>
                <a:gd name="T0" fmla="*/ 16 w 56"/>
                <a:gd name="T1" fmla="*/ 47 h 70"/>
                <a:gd name="T2" fmla="*/ 42 w 56"/>
                <a:gd name="T3" fmla="*/ 34 h 70"/>
                <a:gd name="T4" fmla="*/ 52 w 56"/>
                <a:gd name="T5" fmla="*/ 14 h 70"/>
                <a:gd name="T6" fmla="*/ 48 w 56"/>
                <a:gd name="T7" fmla="*/ 4 h 70"/>
                <a:gd name="T8" fmla="*/ 37 w 56"/>
                <a:gd name="T9" fmla="*/ 0 h 70"/>
                <a:gd name="T10" fmla="*/ 12 w 56"/>
                <a:gd name="T11" fmla="*/ 14 h 70"/>
                <a:gd name="T12" fmla="*/ 0 w 56"/>
                <a:gd name="T13" fmla="*/ 46 h 70"/>
                <a:gd name="T14" fmla="*/ 6 w 56"/>
                <a:gd name="T15" fmla="*/ 63 h 70"/>
                <a:gd name="T16" fmla="*/ 21 w 56"/>
                <a:gd name="T17" fmla="*/ 70 h 70"/>
                <a:gd name="T18" fmla="*/ 45 w 56"/>
                <a:gd name="T19" fmla="*/ 61 h 70"/>
                <a:gd name="T20" fmla="*/ 56 w 56"/>
                <a:gd name="T21" fmla="*/ 46 h 70"/>
                <a:gd name="T22" fmla="*/ 52 w 56"/>
                <a:gd name="T23" fmla="*/ 42 h 70"/>
                <a:gd name="T24" fmla="*/ 48 w 56"/>
                <a:gd name="T25" fmla="*/ 45 h 70"/>
                <a:gd name="T26" fmla="*/ 24 w 56"/>
                <a:gd name="T27" fmla="*/ 57 h 70"/>
                <a:gd name="T28" fmla="*/ 17 w 56"/>
                <a:gd name="T29" fmla="*/ 54 h 70"/>
                <a:gd name="T30" fmla="*/ 14 w 56"/>
                <a:gd name="T31" fmla="*/ 49 h 70"/>
                <a:gd name="T32" fmla="*/ 16 w 56"/>
                <a:gd name="T33" fmla="*/ 47 h 70"/>
                <a:gd name="T34" fmla="*/ 24 w 56"/>
                <a:gd name="T35" fmla="*/ 19 h 70"/>
                <a:gd name="T36" fmla="*/ 35 w 56"/>
                <a:gd name="T37" fmla="*/ 12 h 70"/>
                <a:gd name="T38" fmla="*/ 38 w 56"/>
                <a:gd name="T39" fmla="*/ 13 h 70"/>
                <a:gd name="T40" fmla="*/ 39 w 56"/>
                <a:gd name="T41" fmla="*/ 16 h 70"/>
                <a:gd name="T42" fmla="*/ 32 w 56"/>
                <a:gd name="T43" fmla="*/ 28 h 70"/>
                <a:gd name="T44" fmla="*/ 15 w 56"/>
                <a:gd name="T45" fmla="*/ 36 h 70"/>
                <a:gd name="T46" fmla="*/ 24 w 56"/>
                <a:gd name="T47" fmla="*/ 1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6" h="70">
                  <a:moveTo>
                    <a:pt x="16" y="47"/>
                  </a:moveTo>
                  <a:cubicBezTo>
                    <a:pt x="27" y="44"/>
                    <a:pt x="35" y="40"/>
                    <a:pt x="42" y="34"/>
                  </a:cubicBezTo>
                  <a:cubicBezTo>
                    <a:pt x="48" y="28"/>
                    <a:pt x="52" y="21"/>
                    <a:pt x="52" y="14"/>
                  </a:cubicBezTo>
                  <a:cubicBezTo>
                    <a:pt x="52" y="10"/>
                    <a:pt x="50" y="7"/>
                    <a:pt x="48" y="4"/>
                  </a:cubicBezTo>
                  <a:cubicBezTo>
                    <a:pt x="45" y="1"/>
                    <a:pt x="41" y="0"/>
                    <a:pt x="37" y="0"/>
                  </a:cubicBezTo>
                  <a:cubicBezTo>
                    <a:pt x="28" y="0"/>
                    <a:pt x="19" y="5"/>
                    <a:pt x="12" y="14"/>
                  </a:cubicBezTo>
                  <a:cubicBezTo>
                    <a:pt x="4" y="24"/>
                    <a:pt x="0" y="35"/>
                    <a:pt x="0" y="46"/>
                  </a:cubicBezTo>
                  <a:cubicBezTo>
                    <a:pt x="0" y="53"/>
                    <a:pt x="2" y="59"/>
                    <a:pt x="6" y="63"/>
                  </a:cubicBezTo>
                  <a:cubicBezTo>
                    <a:pt x="9" y="68"/>
                    <a:pt x="15" y="70"/>
                    <a:pt x="21" y="70"/>
                  </a:cubicBezTo>
                  <a:cubicBezTo>
                    <a:pt x="30" y="70"/>
                    <a:pt x="38" y="67"/>
                    <a:pt x="45" y="61"/>
                  </a:cubicBezTo>
                  <a:cubicBezTo>
                    <a:pt x="52" y="55"/>
                    <a:pt x="56" y="50"/>
                    <a:pt x="56" y="46"/>
                  </a:cubicBezTo>
                  <a:cubicBezTo>
                    <a:pt x="56" y="44"/>
                    <a:pt x="54" y="42"/>
                    <a:pt x="52" y="42"/>
                  </a:cubicBezTo>
                  <a:cubicBezTo>
                    <a:pt x="51" y="42"/>
                    <a:pt x="49" y="43"/>
                    <a:pt x="48" y="45"/>
                  </a:cubicBezTo>
                  <a:cubicBezTo>
                    <a:pt x="40" y="53"/>
                    <a:pt x="32" y="57"/>
                    <a:pt x="24" y="57"/>
                  </a:cubicBezTo>
                  <a:cubicBezTo>
                    <a:pt x="21" y="57"/>
                    <a:pt x="19" y="56"/>
                    <a:pt x="17" y="54"/>
                  </a:cubicBezTo>
                  <a:cubicBezTo>
                    <a:pt x="15" y="53"/>
                    <a:pt x="14" y="51"/>
                    <a:pt x="14" y="49"/>
                  </a:cubicBezTo>
                  <a:cubicBezTo>
                    <a:pt x="14" y="48"/>
                    <a:pt x="15" y="47"/>
                    <a:pt x="16" y="47"/>
                  </a:cubicBezTo>
                  <a:close/>
                  <a:moveTo>
                    <a:pt x="24" y="19"/>
                  </a:moveTo>
                  <a:cubicBezTo>
                    <a:pt x="28" y="14"/>
                    <a:pt x="32" y="12"/>
                    <a:pt x="35" y="12"/>
                  </a:cubicBezTo>
                  <a:cubicBezTo>
                    <a:pt x="37" y="12"/>
                    <a:pt x="37" y="12"/>
                    <a:pt x="38" y="13"/>
                  </a:cubicBezTo>
                  <a:cubicBezTo>
                    <a:pt x="39" y="14"/>
                    <a:pt x="39" y="15"/>
                    <a:pt x="39" y="16"/>
                  </a:cubicBezTo>
                  <a:cubicBezTo>
                    <a:pt x="39" y="20"/>
                    <a:pt x="37" y="24"/>
                    <a:pt x="32" y="28"/>
                  </a:cubicBezTo>
                  <a:cubicBezTo>
                    <a:pt x="27" y="32"/>
                    <a:pt x="22" y="34"/>
                    <a:pt x="15" y="36"/>
                  </a:cubicBezTo>
                  <a:cubicBezTo>
                    <a:pt x="17" y="30"/>
                    <a:pt x="20" y="25"/>
                    <a:pt x="24"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62"/>
            <p:cNvSpPr>
              <a:spLocks noEditPoints="1"/>
            </p:cNvSpPr>
            <p:nvPr/>
          </p:nvSpPr>
          <p:spPr bwMode="auto">
            <a:xfrm>
              <a:off x="1849438" y="4286250"/>
              <a:ext cx="80963" cy="85725"/>
            </a:xfrm>
            <a:custGeom>
              <a:avLst/>
              <a:gdLst>
                <a:gd name="T0" fmla="*/ 61 w 63"/>
                <a:gd name="T1" fmla="*/ 58 h 68"/>
                <a:gd name="T2" fmla="*/ 58 w 63"/>
                <a:gd name="T3" fmla="*/ 56 h 68"/>
                <a:gd name="T4" fmla="*/ 56 w 63"/>
                <a:gd name="T5" fmla="*/ 52 h 68"/>
                <a:gd name="T6" fmla="*/ 55 w 63"/>
                <a:gd name="T7" fmla="*/ 41 h 68"/>
                <a:gd name="T8" fmla="*/ 58 w 63"/>
                <a:gd name="T9" fmla="*/ 22 h 68"/>
                <a:gd name="T10" fmla="*/ 59 w 63"/>
                <a:gd name="T11" fmla="*/ 12 h 68"/>
                <a:gd name="T12" fmla="*/ 52 w 63"/>
                <a:gd name="T13" fmla="*/ 7 h 68"/>
                <a:gd name="T14" fmla="*/ 43 w 63"/>
                <a:gd name="T15" fmla="*/ 0 h 68"/>
                <a:gd name="T16" fmla="*/ 14 w 63"/>
                <a:gd name="T17" fmla="*/ 18 h 68"/>
                <a:gd name="T18" fmla="*/ 0 w 63"/>
                <a:gd name="T19" fmla="*/ 52 h 68"/>
                <a:gd name="T20" fmla="*/ 4 w 63"/>
                <a:gd name="T21" fmla="*/ 62 h 68"/>
                <a:gd name="T22" fmla="*/ 13 w 63"/>
                <a:gd name="T23" fmla="*/ 67 h 68"/>
                <a:gd name="T24" fmla="*/ 43 w 63"/>
                <a:gd name="T25" fmla="*/ 46 h 68"/>
                <a:gd name="T26" fmla="*/ 54 w 63"/>
                <a:gd name="T27" fmla="*/ 68 h 68"/>
                <a:gd name="T28" fmla="*/ 60 w 63"/>
                <a:gd name="T29" fmla="*/ 66 h 68"/>
                <a:gd name="T30" fmla="*/ 63 w 63"/>
                <a:gd name="T31" fmla="*/ 61 h 68"/>
                <a:gd name="T32" fmla="*/ 61 w 63"/>
                <a:gd name="T33" fmla="*/ 58 h 68"/>
                <a:gd name="T34" fmla="*/ 34 w 63"/>
                <a:gd name="T35" fmla="*/ 41 h 68"/>
                <a:gd name="T36" fmla="*/ 17 w 63"/>
                <a:gd name="T37" fmla="*/ 54 h 68"/>
                <a:gd name="T38" fmla="*/ 15 w 63"/>
                <a:gd name="T39" fmla="*/ 49 h 68"/>
                <a:gd name="T40" fmla="*/ 24 w 63"/>
                <a:gd name="T41" fmla="*/ 26 h 68"/>
                <a:gd name="T42" fmla="*/ 40 w 63"/>
                <a:gd name="T43" fmla="*/ 13 h 68"/>
                <a:gd name="T44" fmla="*/ 43 w 63"/>
                <a:gd name="T45" fmla="*/ 14 h 68"/>
                <a:gd name="T46" fmla="*/ 44 w 63"/>
                <a:gd name="T47" fmla="*/ 19 h 68"/>
                <a:gd name="T48" fmla="*/ 34 w 63"/>
                <a:gd name="T49" fmla="*/ 4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3" h="68">
                  <a:moveTo>
                    <a:pt x="61" y="58"/>
                  </a:moveTo>
                  <a:cubicBezTo>
                    <a:pt x="59" y="57"/>
                    <a:pt x="58" y="57"/>
                    <a:pt x="58" y="56"/>
                  </a:cubicBezTo>
                  <a:cubicBezTo>
                    <a:pt x="58" y="55"/>
                    <a:pt x="57" y="54"/>
                    <a:pt x="56" y="52"/>
                  </a:cubicBezTo>
                  <a:cubicBezTo>
                    <a:pt x="56" y="50"/>
                    <a:pt x="55" y="46"/>
                    <a:pt x="55" y="41"/>
                  </a:cubicBezTo>
                  <a:cubicBezTo>
                    <a:pt x="55" y="36"/>
                    <a:pt x="56" y="30"/>
                    <a:pt x="58" y="22"/>
                  </a:cubicBezTo>
                  <a:cubicBezTo>
                    <a:pt x="59" y="17"/>
                    <a:pt x="59" y="14"/>
                    <a:pt x="59" y="12"/>
                  </a:cubicBezTo>
                  <a:cubicBezTo>
                    <a:pt x="59" y="9"/>
                    <a:pt x="57" y="7"/>
                    <a:pt x="52" y="7"/>
                  </a:cubicBezTo>
                  <a:cubicBezTo>
                    <a:pt x="51" y="2"/>
                    <a:pt x="47" y="0"/>
                    <a:pt x="43" y="0"/>
                  </a:cubicBezTo>
                  <a:cubicBezTo>
                    <a:pt x="33" y="0"/>
                    <a:pt x="23" y="6"/>
                    <a:pt x="14" y="18"/>
                  </a:cubicBezTo>
                  <a:cubicBezTo>
                    <a:pt x="5" y="30"/>
                    <a:pt x="0" y="41"/>
                    <a:pt x="0" y="52"/>
                  </a:cubicBezTo>
                  <a:cubicBezTo>
                    <a:pt x="0" y="56"/>
                    <a:pt x="1" y="60"/>
                    <a:pt x="4" y="62"/>
                  </a:cubicBezTo>
                  <a:cubicBezTo>
                    <a:pt x="6" y="65"/>
                    <a:pt x="9" y="67"/>
                    <a:pt x="13" y="67"/>
                  </a:cubicBezTo>
                  <a:cubicBezTo>
                    <a:pt x="23" y="67"/>
                    <a:pt x="33" y="60"/>
                    <a:pt x="43" y="46"/>
                  </a:cubicBezTo>
                  <a:cubicBezTo>
                    <a:pt x="43" y="61"/>
                    <a:pt x="46" y="68"/>
                    <a:pt x="54" y="68"/>
                  </a:cubicBezTo>
                  <a:cubicBezTo>
                    <a:pt x="56" y="68"/>
                    <a:pt x="58" y="68"/>
                    <a:pt x="60" y="66"/>
                  </a:cubicBezTo>
                  <a:cubicBezTo>
                    <a:pt x="62" y="65"/>
                    <a:pt x="63" y="63"/>
                    <a:pt x="63" y="61"/>
                  </a:cubicBezTo>
                  <a:cubicBezTo>
                    <a:pt x="63" y="60"/>
                    <a:pt x="62" y="59"/>
                    <a:pt x="61" y="58"/>
                  </a:cubicBezTo>
                  <a:close/>
                  <a:moveTo>
                    <a:pt x="34" y="41"/>
                  </a:moveTo>
                  <a:cubicBezTo>
                    <a:pt x="27" y="49"/>
                    <a:pt x="21" y="54"/>
                    <a:pt x="17" y="54"/>
                  </a:cubicBezTo>
                  <a:cubicBezTo>
                    <a:pt x="15" y="54"/>
                    <a:pt x="15" y="52"/>
                    <a:pt x="15" y="49"/>
                  </a:cubicBezTo>
                  <a:cubicBezTo>
                    <a:pt x="15" y="43"/>
                    <a:pt x="18" y="35"/>
                    <a:pt x="24" y="26"/>
                  </a:cubicBezTo>
                  <a:cubicBezTo>
                    <a:pt x="31" y="17"/>
                    <a:pt x="36" y="13"/>
                    <a:pt x="40" y="13"/>
                  </a:cubicBezTo>
                  <a:cubicBezTo>
                    <a:pt x="41" y="13"/>
                    <a:pt x="42" y="13"/>
                    <a:pt x="43" y="14"/>
                  </a:cubicBezTo>
                  <a:cubicBezTo>
                    <a:pt x="44" y="16"/>
                    <a:pt x="44" y="17"/>
                    <a:pt x="44" y="19"/>
                  </a:cubicBezTo>
                  <a:cubicBezTo>
                    <a:pt x="44" y="25"/>
                    <a:pt x="41" y="33"/>
                    <a:pt x="34"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63"/>
            <p:cNvSpPr>
              <a:spLocks/>
            </p:cNvSpPr>
            <p:nvPr/>
          </p:nvSpPr>
          <p:spPr bwMode="auto">
            <a:xfrm>
              <a:off x="1946275" y="4289425"/>
              <a:ext cx="76200" cy="84138"/>
            </a:xfrm>
            <a:custGeom>
              <a:avLst/>
              <a:gdLst>
                <a:gd name="T0" fmla="*/ 46 w 60"/>
                <a:gd name="T1" fmla="*/ 0 h 67"/>
                <a:gd name="T2" fmla="*/ 30 w 60"/>
                <a:gd name="T3" fmla="*/ 9 h 67"/>
                <a:gd name="T4" fmla="*/ 14 w 60"/>
                <a:gd name="T5" fmla="*/ 32 h 67"/>
                <a:gd name="T6" fmla="*/ 13 w 60"/>
                <a:gd name="T7" fmla="*/ 34 h 67"/>
                <a:gd name="T8" fmla="*/ 15 w 60"/>
                <a:gd name="T9" fmla="*/ 25 h 67"/>
                <a:gd name="T10" fmla="*/ 16 w 60"/>
                <a:gd name="T11" fmla="*/ 18 h 67"/>
                <a:gd name="T12" fmla="*/ 19 w 60"/>
                <a:gd name="T13" fmla="*/ 6 h 67"/>
                <a:gd name="T14" fmla="*/ 17 w 60"/>
                <a:gd name="T15" fmla="*/ 2 h 67"/>
                <a:gd name="T16" fmla="*/ 12 w 60"/>
                <a:gd name="T17" fmla="*/ 0 h 67"/>
                <a:gd name="T18" fmla="*/ 7 w 60"/>
                <a:gd name="T19" fmla="*/ 2 h 67"/>
                <a:gd name="T20" fmla="*/ 4 w 60"/>
                <a:gd name="T21" fmla="*/ 6 h 67"/>
                <a:gd name="T22" fmla="*/ 2 w 60"/>
                <a:gd name="T23" fmla="*/ 14 h 67"/>
                <a:gd name="T24" fmla="*/ 2 w 60"/>
                <a:gd name="T25" fmla="*/ 18 h 67"/>
                <a:gd name="T26" fmla="*/ 1 w 60"/>
                <a:gd name="T27" fmla="*/ 35 h 67"/>
                <a:gd name="T28" fmla="*/ 0 w 60"/>
                <a:gd name="T29" fmla="*/ 47 h 67"/>
                <a:gd name="T30" fmla="*/ 2 w 60"/>
                <a:gd name="T31" fmla="*/ 63 h 67"/>
                <a:gd name="T32" fmla="*/ 8 w 60"/>
                <a:gd name="T33" fmla="*/ 67 h 67"/>
                <a:gd name="T34" fmla="*/ 14 w 60"/>
                <a:gd name="T35" fmla="*/ 65 h 67"/>
                <a:gd name="T36" fmla="*/ 17 w 60"/>
                <a:gd name="T37" fmla="*/ 58 h 67"/>
                <a:gd name="T38" fmla="*/ 30 w 60"/>
                <a:gd name="T39" fmla="*/ 27 h 67"/>
                <a:gd name="T40" fmla="*/ 45 w 60"/>
                <a:gd name="T41" fmla="*/ 13 h 67"/>
                <a:gd name="T42" fmla="*/ 48 w 60"/>
                <a:gd name="T43" fmla="*/ 15 h 67"/>
                <a:gd name="T44" fmla="*/ 55 w 60"/>
                <a:gd name="T45" fmla="*/ 18 h 67"/>
                <a:gd name="T46" fmla="*/ 59 w 60"/>
                <a:gd name="T47" fmla="*/ 16 h 67"/>
                <a:gd name="T48" fmla="*/ 60 w 60"/>
                <a:gd name="T49" fmla="*/ 11 h 67"/>
                <a:gd name="T50" fmla="*/ 56 w 60"/>
                <a:gd name="T51" fmla="*/ 3 h 67"/>
                <a:gd name="T52" fmla="*/ 46 w 60"/>
                <a:gd name="T53"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0" h="67">
                  <a:moveTo>
                    <a:pt x="46" y="0"/>
                  </a:moveTo>
                  <a:cubicBezTo>
                    <a:pt x="41" y="0"/>
                    <a:pt x="35" y="3"/>
                    <a:pt x="30" y="9"/>
                  </a:cubicBezTo>
                  <a:cubicBezTo>
                    <a:pt x="24" y="15"/>
                    <a:pt x="19" y="23"/>
                    <a:pt x="14" y="32"/>
                  </a:cubicBezTo>
                  <a:cubicBezTo>
                    <a:pt x="13" y="34"/>
                    <a:pt x="13" y="34"/>
                    <a:pt x="13" y="34"/>
                  </a:cubicBezTo>
                  <a:cubicBezTo>
                    <a:pt x="15" y="25"/>
                    <a:pt x="15" y="25"/>
                    <a:pt x="15" y="25"/>
                  </a:cubicBezTo>
                  <a:cubicBezTo>
                    <a:pt x="15" y="22"/>
                    <a:pt x="16" y="20"/>
                    <a:pt x="16" y="18"/>
                  </a:cubicBezTo>
                  <a:cubicBezTo>
                    <a:pt x="18" y="12"/>
                    <a:pt x="19" y="8"/>
                    <a:pt x="19" y="6"/>
                  </a:cubicBezTo>
                  <a:cubicBezTo>
                    <a:pt x="19" y="5"/>
                    <a:pt x="18" y="3"/>
                    <a:pt x="17" y="2"/>
                  </a:cubicBezTo>
                  <a:cubicBezTo>
                    <a:pt x="16" y="1"/>
                    <a:pt x="14" y="0"/>
                    <a:pt x="12" y="0"/>
                  </a:cubicBezTo>
                  <a:cubicBezTo>
                    <a:pt x="10" y="0"/>
                    <a:pt x="8" y="1"/>
                    <a:pt x="7" y="2"/>
                  </a:cubicBezTo>
                  <a:cubicBezTo>
                    <a:pt x="5" y="3"/>
                    <a:pt x="4" y="5"/>
                    <a:pt x="4" y="6"/>
                  </a:cubicBezTo>
                  <a:cubicBezTo>
                    <a:pt x="3" y="8"/>
                    <a:pt x="3" y="10"/>
                    <a:pt x="2" y="14"/>
                  </a:cubicBezTo>
                  <a:cubicBezTo>
                    <a:pt x="2" y="15"/>
                    <a:pt x="2" y="17"/>
                    <a:pt x="2" y="18"/>
                  </a:cubicBezTo>
                  <a:cubicBezTo>
                    <a:pt x="1" y="25"/>
                    <a:pt x="1" y="31"/>
                    <a:pt x="1" y="35"/>
                  </a:cubicBezTo>
                  <a:cubicBezTo>
                    <a:pt x="0" y="40"/>
                    <a:pt x="0" y="44"/>
                    <a:pt x="0" y="47"/>
                  </a:cubicBezTo>
                  <a:cubicBezTo>
                    <a:pt x="0" y="54"/>
                    <a:pt x="1" y="59"/>
                    <a:pt x="2" y="63"/>
                  </a:cubicBezTo>
                  <a:cubicBezTo>
                    <a:pt x="3" y="66"/>
                    <a:pt x="5" y="67"/>
                    <a:pt x="8" y="67"/>
                  </a:cubicBezTo>
                  <a:cubicBezTo>
                    <a:pt x="11" y="67"/>
                    <a:pt x="13" y="67"/>
                    <a:pt x="14" y="65"/>
                  </a:cubicBezTo>
                  <a:cubicBezTo>
                    <a:pt x="16" y="64"/>
                    <a:pt x="17" y="62"/>
                    <a:pt x="17" y="58"/>
                  </a:cubicBezTo>
                  <a:cubicBezTo>
                    <a:pt x="18" y="47"/>
                    <a:pt x="23" y="36"/>
                    <a:pt x="30" y="27"/>
                  </a:cubicBezTo>
                  <a:cubicBezTo>
                    <a:pt x="37" y="18"/>
                    <a:pt x="42" y="13"/>
                    <a:pt x="45" y="13"/>
                  </a:cubicBezTo>
                  <a:cubicBezTo>
                    <a:pt x="46" y="13"/>
                    <a:pt x="47" y="14"/>
                    <a:pt x="48" y="15"/>
                  </a:cubicBezTo>
                  <a:cubicBezTo>
                    <a:pt x="50" y="17"/>
                    <a:pt x="52" y="18"/>
                    <a:pt x="55" y="18"/>
                  </a:cubicBezTo>
                  <a:cubicBezTo>
                    <a:pt x="56" y="18"/>
                    <a:pt x="58" y="17"/>
                    <a:pt x="59" y="16"/>
                  </a:cubicBezTo>
                  <a:cubicBezTo>
                    <a:pt x="59" y="15"/>
                    <a:pt x="60" y="13"/>
                    <a:pt x="60" y="11"/>
                  </a:cubicBezTo>
                  <a:cubicBezTo>
                    <a:pt x="60" y="8"/>
                    <a:pt x="59" y="5"/>
                    <a:pt x="56" y="3"/>
                  </a:cubicBezTo>
                  <a:cubicBezTo>
                    <a:pt x="53" y="1"/>
                    <a:pt x="50" y="0"/>
                    <a:pt x="4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64"/>
            <p:cNvSpPr>
              <a:spLocks/>
            </p:cNvSpPr>
            <p:nvPr/>
          </p:nvSpPr>
          <p:spPr bwMode="auto">
            <a:xfrm>
              <a:off x="2022475" y="4259263"/>
              <a:ext cx="76200" cy="114300"/>
            </a:xfrm>
            <a:custGeom>
              <a:avLst/>
              <a:gdLst>
                <a:gd name="T0" fmla="*/ 55 w 60"/>
                <a:gd name="T1" fmla="*/ 24 h 90"/>
                <a:gd name="T2" fmla="*/ 34 w 60"/>
                <a:gd name="T3" fmla="*/ 25 h 90"/>
                <a:gd name="T4" fmla="*/ 39 w 60"/>
                <a:gd name="T5" fmla="*/ 7 h 90"/>
                <a:gd name="T6" fmla="*/ 37 w 60"/>
                <a:gd name="T7" fmla="*/ 2 h 90"/>
                <a:gd name="T8" fmla="*/ 32 w 60"/>
                <a:gd name="T9" fmla="*/ 0 h 90"/>
                <a:gd name="T10" fmla="*/ 24 w 60"/>
                <a:gd name="T11" fmla="*/ 8 h 90"/>
                <a:gd name="T12" fmla="*/ 19 w 60"/>
                <a:gd name="T13" fmla="*/ 27 h 90"/>
                <a:gd name="T14" fmla="*/ 6 w 60"/>
                <a:gd name="T15" fmla="*/ 27 h 90"/>
                <a:gd name="T16" fmla="*/ 0 w 60"/>
                <a:gd name="T17" fmla="*/ 32 h 90"/>
                <a:gd name="T18" fmla="*/ 3 w 60"/>
                <a:gd name="T19" fmla="*/ 38 h 90"/>
                <a:gd name="T20" fmla="*/ 9 w 60"/>
                <a:gd name="T21" fmla="*/ 40 h 90"/>
                <a:gd name="T22" fmla="*/ 10 w 60"/>
                <a:gd name="T23" fmla="*/ 40 h 90"/>
                <a:gd name="T24" fmla="*/ 15 w 60"/>
                <a:gd name="T25" fmla="*/ 39 h 90"/>
                <a:gd name="T26" fmla="*/ 9 w 60"/>
                <a:gd name="T27" fmla="*/ 71 h 90"/>
                <a:gd name="T28" fmla="*/ 14 w 60"/>
                <a:gd name="T29" fmla="*/ 85 h 90"/>
                <a:gd name="T30" fmla="*/ 26 w 60"/>
                <a:gd name="T31" fmla="*/ 90 h 90"/>
                <a:gd name="T32" fmla="*/ 43 w 60"/>
                <a:gd name="T33" fmla="*/ 83 h 90"/>
                <a:gd name="T34" fmla="*/ 52 w 60"/>
                <a:gd name="T35" fmla="*/ 71 h 90"/>
                <a:gd name="T36" fmla="*/ 51 w 60"/>
                <a:gd name="T37" fmla="*/ 69 h 90"/>
                <a:gd name="T38" fmla="*/ 48 w 60"/>
                <a:gd name="T39" fmla="*/ 68 h 90"/>
                <a:gd name="T40" fmla="*/ 43 w 60"/>
                <a:gd name="T41" fmla="*/ 70 h 90"/>
                <a:gd name="T42" fmla="*/ 35 w 60"/>
                <a:gd name="T43" fmla="*/ 75 h 90"/>
                <a:gd name="T44" fmla="*/ 28 w 60"/>
                <a:gd name="T45" fmla="*/ 77 h 90"/>
                <a:gd name="T46" fmla="*/ 25 w 60"/>
                <a:gd name="T47" fmla="*/ 75 h 90"/>
                <a:gd name="T48" fmla="*/ 24 w 60"/>
                <a:gd name="T49" fmla="*/ 68 h 90"/>
                <a:gd name="T50" fmla="*/ 27 w 60"/>
                <a:gd name="T51" fmla="*/ 52 h 90"/>
                <a:gd name="T52" fmla="*/ 30 w 60"/>
                <a:gd name="T53" fmla="*/ 38 h 90"/>
                <a:gd name="T54" fmla="*/ 51 w 60"/>
                <a:gd name="T55" fmla="*/ 35 h 90"/>
                <a:gd name="T56" fmla="*/ 60 w 60"/>
                <a:gd name="T57" fmla="*/ 28 h 90"/>
                <a:gd name="T58" fmla="*/ 59 w 60"/>
                <a:gd name="T59" fmla="*/ 25 h 90"/>
                <a:gd name="T60" fmla="*/ 55 w 60"/>
                <a:gd name="T61" fmla="*/ 24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0" h="90">
                  <a:moveTo>
                    <a:pt x="55" y="24"/>
                  </a:moveTo>
                  <a:cubicBezTo>
                    <a:pt x="53" y="24"/>
                    <a:pt x="46" y="24"/>
                    <a:pt x="34" y="25"/>
                  </a:cubicBezTo>
                  <a:cubicBezTo>
                    <a:pt x="37" y="14"/>
                    <a:pt x="39" y="7"/>
                    <a:pt x="39" y="7"/>
                  </a:cubicBezTo>
                  <a:cubicBezTo>
                    <a:pt x="39" y="5"/>
                    <a:pt x="38" y="4"/>
                    <a:pt x="37" y="2"/>
                  </a:cubicBezTo>
                  <a:cubicBezTo>
                    <a:pt x="36" y="1"/>
                    <a:pt x="34" y="0"/>
                    <a:pt x="32" y="0"/>
                  </a:cubicBezTo>
                  <a:cubicBezTo>
                    <a:pt x="28" y="0"/>
                    <a:pt x="25" y="3"/>
                    <a:pt x="24" y="8"/>
                  </a:cubicBezTo>
                  <a:cubicBezTo>
                    <a:pt x="22" y="15"/>
                    <a:pt x="21" y="22"/>
                    <a:pt x="19" y="27"/>
                  </a:cubicBezTo>
                  <a:cubicBezTo>
                    <a:pt x="6" y="27"/>
                    <a:pt x="6" y="27"/>
                    <a:pt x="6" y="27"/>
                  </a:cubicBezTo>
                  <a:cubicBezTo>
                    <a:pt x="2" y="27"/>
                    <a:pt x="0" y="29"/>
                    <a:pt x="0" y="32"/>
                  </a:cubicBezTo>
                  <a:cubicBezTo>
                    <a:pt x="0" y="35"/>
                    <a:pt x="1" y="37"/>
                    <a:pt x="3" y="38"/>
                  </a:cubicBezTo>
                  <a:cubicBezTo>
                    <a:pt x="5" y="39"/>
                    <a:pt x="7" y="40"/>
                    <a:pt x="9" y="40"/>
                  </a:cubicBezTo>
                  <a:cubicBezTo>
                    <a:pt x="10" y="40"/>
                    <a:pt x="10" y="40"/>
                    <a:pt x="10" y="40"/>
                  </a:cubicBezTo>
                  <a:cubicBezTo>
                    <a:pt x="11" y="40"/>
                    <a:pt x="13" y="40"/>
                    <a:pt x="15" y="39"/>
                  </a:cubicBezTo>
                  <a:cubicBezTo>
                    <a:pt x="11" y="55"/>
                    <a:pt x="9" y="66"/>
                    <a:pt x="9" y="71"/>
                  </a:cubicBezTo>
                  <a:cubicBezTo>
                    <a:pt x="9" y="77"/>
                    <a:pt x="11" y="82"/>
                    <a:pt x="14" y="85"/>
                  </a:cubicBezTo>
                  <a:cubicBezTo>
                    <a:pt x="16" y="88"/>
                    <a:pt x="20" y="90"/>
                    <a:pt x="26" y="90"/>
                  </a:cubicBezTo>
                  <a:cubicBezTo>
                    <a:pt x="32" y="90"/>
                    <a:pt x="38" y="87"/>
                    <a:pt x="43" y="83"/>
                  </a:cubicBezTo>
                  <a:cubicBezTo>
                    <a:pt x="49" y="78"/>
                    <a:pt x="52" y="74"/>
                    <a:pt x="52" y="71"/>
                  </a:cubicBezTo>
                  <a:cubicBezTo>
                    <a:pt x="52" y="70"/>
                    <a:pt x="52" y="69"/>
                    <a:pt x="51" y="69"/>
                  </a:cubicBezTo>
                  <a:cubicBezTo>
                    <a:pt x="50" y="68"/>
                    <a:pt x="49" y="68"/>
                    <a:pt x="48" y="68"/>
                  </a:cubicBezTo>
                  <a:cubicBezTo>
                    <a:pt x="47" y="68"/>
                    <a:pt x="45" y="68"/>
                    <a:pt x="43" y="70"/>
                  </a:cubicBezTo>
                  <a:cubicBezTo>
                    <a:pt x="40" y="73"/>
                    <a:pt x="37" y="75"/>
                    <a:pt x="35" y="75"/>
                  </a:cubicBezTo>
                  <a:cubicBezTo>
                    <a:pt x="33" y="76"/>
                    <a:pt x="31" y="77"/>
                    <a:pt x="28" y="77"/>
                  </a:cubicBezTo>
                  <a:cubicBezTo>
                    <a:pt x="27" y="77"/>
                    <a:pt x="26" y="76"/>
                    <a:pt x="25" y="75"/>
                  </a:cubicBezTo>
                  <a:cubicBezTo>
                    <a:pt x="24" y="73"/>
                    <a:pt x="24" y="71"/>
                    <a:pt x="24" y="68"/>
                  </a:cubicBezTo>
                  <a:cubicBezTo>
                    <a:pt x="24" y="66"/>
                    <a:pt x="25" y="61"/>
                    <a:pt x="27" y="52"/>
                  </a:cubicBezTo>
                  <a:cubicBezTo>
                    <a:pt x="29" y="43"/>
                    <a:pt x="30" y="38"/>
                    <a:pt x="30" y="38"/>
                  </a:cubicBezTo>
                  <a:cubicBezTo>
                    <a:pt x="51" y="35"/>
                    <a:pt x="51" y="35"/>
                    <a:pt x="51" y="35"/>
                  </a:cubicBezTo>
                  <a:cubicBezTo>
                    <a:pt x="57" y="34"/>
                    <a:pt x="60" y="32"/>
                    <a:pt x="60" y="28"/>
                  </a:cubicBezTo>
                  <a:cubicBezTo>
                    <a:pt x="60" y="26"/>
                    <a:pt x="59" y="25"/>
                    <a:pt x="59" y="25"/>
                  </a:cubicBezTo>
                  <a:cubicBezTo>
                    <a:pt x="58" y="24"/>
                    <a:pt x="57" y="24"/>
                    <a:pt x="55"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65"/>
            <p:cNvSpPr>
              <a:spLocks noEditPoints="1"/>
            </p:cNvSpPr>
            <p:nvPr/>
          </p:nvSpPr>
          <p:spPr bwMode="auto">
            <a:xfrm>
              <a:off x="2098675" y="4284663"/>
              <a:ext cx="69850" cy="88900"/>
            </a:xfrm>
            <a:custGeom>
              <a:avLst/>
              <a:gdLst>
                <a:gd name="T0" fmla="*/ 52 w 55"/>
                <a:gd name="T1" fmla="*/ 42 h 70"/>
                <a:gd name="T2" fmla="*/ 47 w 55"/>
                <a:gd name="T3" fmla="*/ 45 h 70"/>
                <a:gd name="T4" fmla="*/ 24 w 55"/>
                <a:gd name="T5" fmla="*/ 57 h 70"/>
                <a:gd name="T6" fmla="*/ 17 w 55"/>
                <a:gd name="T7" fmla="*/ 54 h 70"/>
                <a:gd name="T8" fmla="*/ 14 w 55"/>
                <a:gd name="T9" fmla="*/ 49 h 70"/>
                <a:gd name="T10" fmla="*/ 16 w 55"/>
                <a:gd name="T11" fmla="*/ 47 h 70"/>
                <a:gd name="T12" fmla="*/ 42 w 55"/>
                <a:gd name="T13" fmla="*/ 34 h 70"/>
                <a:gd name="T14" fmla="*/ 52 w 55"/>
                <a:gd name="T15" fmla="*/ 14 h 70"/>
                <a:gd name="T16" fmla="*/ 48 w 55"/>
                <a:gd name="T17" fmla="*/ 4 h 70"/>
                <a:gd name="T18" fmla="*/ 37 w 55"/>
                <a:gd name="T19" fmla="*/ 0 h 70"/>
                <a:gd name="T20" fmla="*/ 11 w 55"/>
                <a:gd name="T21" fmla="*/ 14 h 70"/>
                <a:gd name="T22" fmla="*/ 0 w 55"/>
                <a:gd name="T23" fmla="*/ 46 h 70"/>
                <a:gd name="T24" fmla="*/ 5 w 55"/>
                <a:gd name="T25" fmla="*/ 63 h 70"/>
                <a:gd name="T26" fmla="*/ 21 w 55"/>
                <a:gd name="T27" fmla="*/ 70 h 70"/>
                <a:gd name="T28" fmla="*/ 45 w 55"/>
                <a:gd name="T29" fmla="*/ 61 h 70"/>
                <a:gd name="T30" fmla="*/ 55 w 55"/>
                <a:gd name="T31" fmla="*/ 46 h 70"/>
                <a:gd name="T32" fmla="*/ 52 w 55"/>
                <a:gd name="T33" fmla="*/ 42 h 70"/>
                <a:gd name="T34" fmla="*/ 24 w 55"/>
                <a:gd name="T35" fmla="*/ 19 h 70"/>
                <a:gd name="T36" fmla="*/ 35 w 55"/>
                <a:gd name="T37" fmla="*/ 12 h 70"/>
                <a:gd name="T38" fmla="*/ 38 w 55"/>
                <a:gd name="T39" fmla="*/ 13 h 70"/>
                <a:gd name="T40" fmla="*/ 39 w 55"/>
                <a:gd name="T41" fmla="*/ 16 h 70"/>
                <a:gd name="T42" fmla="*/ 32 w 55"/>
                <a:gd name="T43" fmla="*/ 28 h 70"/>
                <a:gd name="T44" fmla="*/ 15 w 55"/>
                <a:gd name="T45" fmla="*/ 36 h 70"/>
                <a:gd name="T46" fmla="*/ 24 w 55"/>
                <a:gd name="T47" fmla="*/ 1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5" h="70">
                  <a:moveTo>
                    <a:pt x="52" y="42"/>
                  </a:moveTo>
                  <a:cubicBezTo>
                    <a:pt x="50" y="42"/>
                    <a:pt x="49" y="43"/>
                    <a:pt x="47" y="45"/>
                  </a:cubicBezTo>
                  <a:cubicBezTo>
                    <a:pt x="40" y="53"/>
                    <a:pt x="32" y="57"/>
                    <a:pt x="24" y="57"/>
                  </a:cubicBezTo>
                  <a:cubicBezTo>
                    <a:pt x="21" y="57"/>
                    <a:pt x="18" y="56"/>
                    <a:pt x="17" y="54"/>
                  </a:cubicBezTo>
                  <a:cubicBezTo>
                    <a:pt x="15" y="53"/>
                    <a:pt x="14" y="51"/>
                    <a:pt x="14" y="49"/>
                  </a:cubicBezTo>
                  <a:cubicBezTo>
                    <a:pt x="14" y="48"/>
                    <a:pt x="15" y="47"/>
                    <a:pt x="16" y="47"/>
                  </a:cubicBezTo>
                  <a:cubicBezTo>
                    <a:pt x="26" y="44"/>
                    <a:pt x="35" y="40"/>
                    <a:pt x="42" y="34"/>
                  </a:cubicBezTo>
                  <a:cubicBezTo>
                    <a:pt x="48" y="28"/>
                    <a:pt x="52" y="21"/>
                    <a:pt x="52" y="14"/>
                  </a:cubicBezTo>
                  <a:cubicBezTo>
                    <a:pt x="52" y="10"/>
                    <a:pt x="50" y="7"/>
                    <a:pt x="48" y="4"/>
                  </a:cubicBezTo>
                  <a:cubicBezTo>
                    <a:pt x="45" y="1"/>
                    <a:pt x="41" y="0"/>
                    <a:pt x="37" y="0"/>
                  </a:cubicBezTo>
                  <a:cubicBezTo>
                    <a:pt x="28" y="0"/>
                    <a:pt x="19" y="5"/>
                    <a:pt x="11" y="14"/>
                  </a:cubicBezTo>
                  <a:cubicBezTo>
                    <a:pt x="4" y="24"/>
                    <a:pt x="0" y="35"/>
                    <a:pt x="0" y="46"/>
                  </a:cubicBezTo>
                  <a:cubicBezTo>
                    <a:pt x="0" y="53"/>
                    <a:pt x="2" y="59"/>
                    <a:pt x="5" y="63"/>
                  </a:cubicBezTo>
                  <a:cubicBezTo>
                    <a:pt x="9" y="68"/>
                    <a:pt x="15" y="70"/>
                    <a:pt x="21" y="70"/>
                  </a:cubicBezTo>
                  <a:cubicBezTo>
                    <a:pt x="30" y="70"/>
                    <a:pt x="38" y="67"/>
                    <a:pt x="45" y="61"/>
                  </a:cubicBezTo>
                  <a:cubicBezTo>
                    <a:pt x="52" y="55"/>
                    <a:pt x="55" y="50"/>
                    <a:pt x="55" y="46"/>
                  </a:cubicBezTo>
                  <a:cubicBezTo>
                    <a:pt x="55" y="44"/>
                    <a:pt x="54" y="42"/>
                    <a:pt x="52" y="42"/>
                  </a:cubicBezTo>
                  <a:close/>
                  <a:moveTo>
                    <a:pt x="24" y="19"/>
                  </a:moveTo>
                  <a:cubicBezTo>
                    <a:pt x="28" y="14"/>
                    <a:pt x="32" y="12"/>
                    <a:pt x="35" y="12"/>
                  </a:cubicBezTo>
                  <a:cubicBezTo>
                    <a:pt x="36" y="12"/>
                    <a:pt x="37" y="12"/>
                    <a:pt x="38" y="13"/>
                  </a:cubicBezTo>
                  <a:cubicBezTo>
                    <a:pt x="39" y="14"/>
                    <a:pt x="39" y="15"/>
                    <a:pt x="39" y="16"/>
                  </a:cubicBezTo>
                  <a:cubicBezTo>
                    <a:pt x="39" y="20"/>
                    <a:pt x="37" y="24"/>
                    <a:pt x="32" y="28"/>
                  </a:cubicBezTo>
                  <a:cubicBezTo>
                    <a:pt x="27" y="32"/>
                    <a:pt x="22" y="34"/>
                    <a:pt x="15" y="36"/>
                  </a:cubicBezTo>
                  <a:cubicBezTo>
                    <a:pt x="17" y="30"/>
                    <a:pt x="19" y="25"/>
                    <a:pt x="24"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66"/>
            <p:cNvSpPr>
              <a:spLocks/>
            </p:cNvSpPr>
            <p:nvPr/>
          </p:nvSpPr>
          <p:spPr bwMode="auto">
            <a:xfrm>
              <a:off x="2179638" y="4292600"/>
              <a:ext cx="95250" cy="77788"/>
            </a:xfrm>
            <a:custGeom>
              <a:avLst/>
              <a:gdLst>
                <a:gd name="T0" fmla="*/ 12 w 75"/>
                <a:gd name="T1" fmla="*/ 60 h 61"/>
                <a:gd name="T2" fmla="*/ 14 w 75"/>
                <a:gd name="T3" fmla="*/ 56 h 61"/>
                <a:gd name="T4" fmla="*/ 27 w 75"/>
                <a:gd name="T5" fmla="*/ 33 h 61"/>
                <a:gd name="T6" fmla="*/ 42 w 75"/>
                <a:gd name="T7" fmla="*/ 17 h 61"/>
                <a:gd name="T8" fmla="*/ 47 w 75"/>
                <a:gd name="T9" fmla="*/ 32 h 61"/>
                <a:gd name="T10" fmla="*/ 52 w 75"/>
                <a:gd name="T11" fmla="*/ 52 h 61"/>
                <a:gd name="T12" fmla="*/ 52 w 75"/>
                <a:gd name="T13" fmla="*/ 52 h 61"/>
                <a:gd name="T14" fmla="*/ 61 w 75"/>
                <a:gd name="T15" fmla="*/ 58 h 61"/>
                <a:gd name="T16" fmla="*/ 71 w 75"/>
                <a:gd name="T17" fmla="*/ 55 h 61"/>
                <a:gd name="T18" fmla="*/ 75 w 75"/>
                <a:gd name="T19" fmla="*/ 48 h 61"/>
                <a:gd name="T20" fmla="*/ 72 w 75"/>
                <a:gd name="T21" fmla="*/ 45 h 61"/>
                <a:gd name="T22" fmla="*/ 69 w 75"/>
                <a:gd name="T23" fmla="*/ 46 h 61"/>
                <a:gd name="T24" fmla="*/ 66 w 75"/>
                <a:gd name="T25" fmla="*/ 46 h 61"/>
                <a:gd name="T26" fmla="*/ 60 w 75"/>
                <a:gd name="T27" fmla="*/ 24 h 61"/>
                <a:gd name="T28" fmla="*/ 44 w 75"/>
                <a:gd name="T29" fmla="*/ 2 h 61"/>
                <a:gd name="T30" fmla="*/ 15 w 75"/>
                <a:gd name="T31" fmla="*/ 33 h 61"/>
                <a:gd name="T32" fmla="*/ 19 w 75"/>
                <a:gd name="T33" fmla="*/ 11 h 61"/>
                <a:gd name="T34" fmla="*/ 17 w 75"/>
                <a:gd name="T35" fmla="*/ 1 h 61"/>
                <a:gd name="T36" fmla="*/ 11 w 75"/>
                <a:gd name="T37" fmla="*/ 0 h 61"/>
                <a:gd name="T38" fmla="*/ 6 w 75"/>
                <a:gd name="T39" fmla="*/ 3 h 61"/>
                <a:gd name="T40" fmla="*/ 4 w 75"/>
                <a:gd name="T41" fmla="*/ 9 h 61"/>
                <a:gd name="T42" fmla="*/ 1 w 75"/>
                <a:gd name="T43" fmla="*/ 40 h 61"/>
                <a:gd name="T44" fmla="*/ 0 w 75"/>
                <a:gd name="T45" fmla="*/ 53 h 61"/>
                <a:gd name="T46" fmla="*/ 9 w 75"/>
                <a:gd name="T47" fmla="*/ 61 h 61"/>
                <a:gd name="T48" fmla="*/ 12 w 75"/>
                <a:gd name="T49" fmla="*/ 6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5" h="61">
                  <a:moveTo>
                    <a:pt x="12" y="60"/>
                  </a:moveTo>
                  <a:cubicBezTo>
                    <a:pt x="13" y="59"/>
                    <a:pt x="13" y="58"/>
                    <a:pt x="14" y="56"/>
                  </a:cubicBezTo>
                  <a:cubicBezTo>
                    <a:pt x="15" y="51"/>
                    <a:pt x="20" y="43"/>
                    <a:pt x="27" y="33"/>
                  </a:cubicBezTo>
                  <a:cubicBezTo>
                    <a:pt x="34" y="22"/>
                    <a:pt x="39" y="17"/>
                    <a:pt x="42" y="17"/>
                  </a:cubicBezTo>
                  <a:cubicBezTo>
                    <a:pt x="45" y="17"/>
                    <a:pt x="47" y="22"/>
                    <a:pt x="47" y="32"/>
                  </a:cubicBezTo>
                  <a:cubicBezTo>
                    <a:pt x="48" y="42"/>
                    <a:pt x="50" y="49"/>
                    <a:pt x="52" y="52"/>
                  </a:cubicBezTo>
                  <a:cubicBezTo>
                    <a:pt x="52" y="52"/>
                    <a:pt x="52" y="52"/>
                    <a:pt x="52" y="52"/>
                  </a:cubicBezTo>
                  <a:cubicBezTo>
                    <a:pt x="54" y="56"/>
                    <a:pt x="57" y="58"/>
                    <a:pt x="61" y="58"/>
                  </a:cubicBezTo>
                  <a:cubicBezTo>
                    <a:pt x="65" y="58"/>
                    <a:pt x="69" y="57"/>
                    <a:pt x="71" y="55"/>
                  </a:cubicBezTo>
                  <a:cubicBezTo>
                    <a:pt x="74" y="52"/>
                    <a:pt x="75" y="50"/>
                    <a:pt x="75" y="48"/>
                  </a:cubicBezTo>
                  <a:cubicBezTo>
                    <a:pt x="75" y="46"/>
                    <a:pt x="74" y="45"/>
                    <a:pt x="72" y="45"/>
                  </a:cubicBezTo>
                  <a:cubicBezTo>
                    <a:pt x="72" y="45"/>
                    <a:pt x="70" y="45"/>
                    <a:pt x="69" y="46"/>
                  </a:cubicBezTo>
                  <a:cubicBezTo>
                    <a:pt x="68" y="46"/>
                    <a:pt x="67" y="46"/>
                    <a:pt x="66" y="46"/>
                  </a:cubicBezTo>
                  <a:cubicBezTo>
                    <a:pt x="64" y="46"/>
                    <a:pt x="62" y="39"/>
                    <a:pt x="60" y="24"/>
                  </a:cubicBezTo>
                  <a:cubicBezTo>
                    <a:pt x="59" y="9"/>
                    <a:pt x="53" y="2"/>
                    <a:pt x="44" y="2"/>
                  </a:cubicBezTo>
                  <a:cubicBezTo>
                    <a:pt x="33" y="2"/>
                    <a:pt x="24" y="12"/>
                    <a:pt x="15" y="33"/>
                  </a:cubicBezTo>
                  <a:cubicBezTo>
                    <a:pt x="17" y="22"/>
                    <a:pt x="19" y="14"/>
                    <a:pt x="19" y="11"/>
                  </a:cubicBezTo>
                  <a:cubicBezTo>
                    <a:pt x="19" y="6"/>
                    <a:pt x="18" y="2"/>
                    <a:pt x="17" y="1"/>
                  </a:cubicBezTo>
                  <a:cubicBezTo>
                    <a:pt x="15" y="0"/>
                    <a:pt x="14" y="0"/>
                    <a:pt x="11" y="0"/>
                  </a:cubicBezTo>
                  <a:cubicBezTo>
                    <a:pt x="10" y="0"/>
                    <a:pt x="8" y="1"/>
                    <a:pt x="6" y="3"/>
                  </a:cubicBezTo>
                  <a:cubicBezTo>
                    <a:pt x="5" y="5"/>
                    <a:pt x="4" y="7"/>
                    <a:pt x="4" y="9"/>
                  </a:cubicBezTo>
                  <a:cubicBezTo>
                    <a:pt x="4" y="21"/>
                    <a:pt x="3" y="32"/>
                    <a:pt x="1" y="40"/>
                  </a:cubicBezTo>
                  <a:cubicBezTo>
                    <a:pt x="0" y="47"/>
                    <a:pt x="0" y="51"/>
                    <a:pt x="0" y="53"/>
                  </a:cubicBezTo>
                  <a:cubicBezTo>
                    <a:pt x="0" y="59"/>
                    <a:pt x="3" y="61"/>
                    <a:pt x="9" y="61"/>
                  </a:cubicBezTo>
                  <a:cubicBezTo>
                    <a:pt x="10" y="61"/>
                    <a:pt x="11" y="61"/>
                    <a:pt x="12"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106"/>
            <p:cNvSpPr>
              <a:spLocks/>
            </p:cNvSpPr>
            <p:nvPr/>
          </p:nvSpPr>
          <p:spPr bwMode="auto">
            <a:xfrm>
              <a:off x="2533650" y="4252913"/>
              <a:ext cx="100013" cy="123825"/>
            </a:xfrm>
            <a:custGeom>
              <a:avLst/>
              <a:gdLst>
                <a:gd name="T0" fmla="*/ 9 w 78"/>
                <a:gd name="T1" fmla="*/ 90 h 97"/>
                <a:gd name="T2" fmla="*/ 29 w 78"/>
                <a:gd name="T3" fmla="*/ 97 h 97"/>
                <a:gd name="T4" fmla="*/ 54 w 78"/>
                <a:gd name="T5" fmla="*/ 89 h 97"/>
                <a:gd name="T6" fmla="*/ 67 w 78"/>
                <a:gd name="T7" fmla="*/ 76 h 97"/>
                <a:gd name="T8" fmla="*/ 63 w 78"/>
                <a:gd name="T9" fmla="*/ 71 h 97"/>
                <a:gd name="T10" fmla="*/ 55 w 78"/>
                <a:gd name="T11" fmla="*/ 75 h 97"/>
                <a:gd name="T12" fmla="*/ 42 w 78"/>
                <a:gd name="T13" fmla="*/ 82 h 97"/>
                <a:gd name="T14" fmla="*/ 31 w 78"/>
                <a:gd name="T15" fmla="*/ 84 h 97"/>
                <a:gd name="T16" fmla="*/ 19 w 78"/>
                <a:gd name="T17" fmla="*/ 80 h 97"/>
                <a:gd name="T18" fmla="*/ 15 w 78"/>
                <a:gd name="T19" fmla="*/ 68 h 97"/>
                <a:gd name="T20" fmla="*/ 22 w 78"/>
                <a:gd name="T21" fmla="*/ 44 h 97"/>
                <a:gd name="T22" fmla="*/ 41 w 78"/>
                <a:gd name="T23" fmla="*/ 21 h 97"/>
                <a:gd name="T24" fmla="*/ 60 w 78"/>
                <a:gd name="T25" fmla="*/ 12 h 97"/>
                <a:gd name="T26" fmla="*/ 63 w 78"/>
                <a:gd name="T27" fmla="*/ 16 h 97"/>
                <a:gd name="T28" fmla="*/ 62 w 78"/>
                <a:gd name="T29" fmla="*/ 22 h 97"/>
                <a:gd name="T30" fmla="*/ 61 w 78"/>
                <a:gd name="T31" fmla="*/ 28 h 97"/>
                <a:gd name="T32" fmla="*/ 63 w 78"/>
                <a:gd name="T33" fmla="*/ 32 h 97"/>
                <a:gd name="T34" fmla="*/ 67 w 78"/>
                <a:gd name="T35" fmla="*/ 34 h 97"/>
                <a:gd name="T36" fmla="*/ 72 w 78"/>
                <a:gd name="T37" fmla="*/ 31 h 97"/>
                <a:gd name="T38" fmla="*/ 77 w 78"/>
                <a:gd name="T39" fmla="*/ 26 h 97"/>
                <a:gd name="T40" fmla="*/ 78 w 78"/>
                <a:gd name="T41" fmla="*/ 16 h 97"/>
                <a:gd name="T42" fmla="*/ 73 w 78"/>
                <a:gd name="T43" fmla="*/ 5 h 97"/>
                <a:gd name="T44" fmla="*/ 60 w 78"/>
                <a:gd name="T45" fmla="*/ 0 h 97"/>
                <a:gd name="T46" fmla="*/ 33 w 78"/>
                <a:gd name="T47" fmla="*/ 11 h 97"/>
                <a:gd name="T48" fmla="*/ 9 w 78"/>
                <a:gd name="T49" fmla="*/ 38 h 97"/>
                <a:gd name="T50" fmla="*/ 0 w 78"/>
                <a:gd name="T51" fmla="*/ 69 h 97"/>
                <a:gd name="T52" fmla="*/ 9 w 78"/>
                <a:gd name="T53" fmla="*/ 9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8" h="97">
                  <a:moveTo>
                    <a:pt x="9" y="90"/>
                  </a:moveTo>
                  <a:cubicBezTo>
                    <a:pt x="15" y="95"/>
                    <a:pt x="21" y="97"/>
                    <a:pt x="29" y="97"/>
                  </a:cubicBezTo>
                  <a:cubicBezTo>
                    <a:pt x="37" y="97"/>
                    <a:pt x="45" y="94"/>
                    <a:pt x="54" y="89"/>
                  </a:cubicBezTo>
                  <a:cubicBezTo>
                    <a:pt x="63" y="84"/>
                    <a:pt x="67" y="79"/>
                    <a:pt x="67" y="76"/>
                  </a:cubicBezTo>
                  <a:cubicBezTo>
                    <a:pt x="67" y="73"/>
                    <a:pt x="66" y="71"/>
                    <a:pt x="63" y="71"/>
                  </a:cubicBezTo>
                  <a:cubicBezTo>
                    <a:pt x="61" y="71"/>
                    <a:pt x="59" y="73"/>
                    <a:pt x="55" y="75"/>
                  </a:cubicBezTo>
                  <a:cubicBezTo>
                    <a:pt x="51" y="78"/>
                    <a:pt x="47" y="80"/>
                    <a:pt x="42" y="82"/>
                  </a:cubicBezTo>
                  <a:cubicBezTo>
                    <a:pt x="37" y="84"/>
                    <a:pt x="34" y="84"/>
                    <a:pt x="31" y="84"/>
                  </a:cubicBezTo>
                  <a:cubicBezTo>
                    <a:pt x="25" y="84"/>
                    <a:pt x="22" y="83"/>
                    <a:pt x="19" y="80"/>
                  </a:cubicBezTo>
                  <a:cubicBezTo>
                    <a:pt x="16" y="77"/>
                    <a:pt x="15" y="73"/>
                    <a:pt x="15" y="68"/>
                  </a:cubicBezTo>
                  <a:cubicBezTo>
                    <a:pt x="15" y="61"/>
                    <a:pt x="17" y="53"/>
                    <a:pt x="22" y="44"/>
                  </a:cubicBezTo>
                  <a:cubicBezTo>
                    <a:pt x="28" y="35"/>
                    <a:pt x="34" y="27"/>
                    <a:pt x="41" y="21"/>
                  </a:cubicBezTo>
                  <a:cubicBezTo>
                    <a:pt x="48" y="15"/>
                    <a:pt x="54" y="12"/>
                    <a:pt x="60" y="12"/>
                  </a:cubicBezTo>
                  <a:cubicBezTo>
                    <a:pt x="62" y="12"/>
                    <a:pt x="63" y="13"/>
                    <a:pt x="63" y="16"/>
                  </a:cubicBezTo>
                  <a:cubicBezTo>
                    <a:pt x="63" y="18"/>
                    <a:pt x="63" y="20"/>
                    <a:pt x="62" y="22"/>
                  </a:cubicBezTo>
                  <a:cubicBezTo>
                    <a:pt x="61" y="24"/>
                    <a:pt x="61" y="26"/>
                    <a:pt x="61" y="28"/>
                  </a:cubicBezTo>
                  <a:cubicBezTo>
                    <a:pt x="61" y="29"/>
                    <a:pt x="62" y="31"/>
                    <a:pt x="63" y="32"/>
                  </a:cubicBezTo>
                  <a:cubicBezTo>
                    <a:pt x="64" y="33"/>
                    <a:pt x="65" y="34"/>
                    <a:pt x="67" y="34"/>
                  </a:cubicBezTo>
                  <a:cubicBezTo>
                    <a:pt x="68" y="34"/>
                    <a:pt x="70" y="33"/>
                    <a:pt x="72" y="31"/>
                  </a:cubicBezTo>
                  <a:cubicBezTo>
                    <a:pt x="75" y="30"/>
                    <a:pt x="76" y="28"/>
                    <a:pt x="77" y="26"/>
                  </a:cubicBezTo>
                  <a:cubicBezTo>
                    <a:pt x="78" y="24"/>
                    <a:pt x="78" y="21"/>
                    <a:pt x="78" y="16"/>
                  </a:cubicBezTo>
                  <a:cubicBezTo>
                    <a:pt x="78" y="12"/>
                    <a:pt x="76" y="8"/>
                    <a:pt x="73" y="5"/>
                  </a:cubicBezTo>
                  <a:cubicBezTo>
                    <a:pt x="70" y="2"/>
                    <a:pt x="66" y="0"/>
                    <a:pt x="60" y="0"/>
                  </a:cubicBezTo>
                  <a:cubicBezTo>
                    <a:pt x="51" y="0"/>
                    <a:pt x="42" y="4"/>
                    <a:pt x="33" y="11"/>
                  </a:cubicBezTo>
                  <a:cubicBezTo>
                    <a:pt x="23" y="18"/>
                    <a:pt x="15" y="27"/>
                    <a:pt x="9" y="38"/>
                  </a:cubicBezTo>
                  <a:cubicBezTo>
                    <a:pt x="3" y="50"/>
                    <a:pt x="0" y="60"/>
                    <a:pt x="0" y="69"/>
                  </a:cubicBezTo>
                  <a:cubicBezTo>
                    <a:pt x="0" y="78"/>
                    <a:pt x="3" y="85"/>
                    <a:pt x="9"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107"/>
            <p:cNvSpPr>
              <a:spLocks noEditPoints="1"/>
            </p:cNvSpPr>
            <p:nvPr/>
          </p:nvSpPr>
          <p:spPr bwMode="auto">
            <a:xfrm>
              <a:off x="2636838" y="4286250"/>
              <a:ext cx="79375" cy="85725"/>
            </a:xfrm>
            <a:custGeom>
              <a:avLst/>
              <a:gdLst>
                <a:gd name="T0" fmla="*/ 59 w 63"/>
                <a:gd name="T1" fmla="*/ 12 h 68"/>
                <a:gd name="T2" fmla="*/ 52 w 63"/>
                <a:gd name="T3" fmla="*/ 7 h 68"/>
                <a:gd name="T4" fmla="*/ 42 w 63"/>
                <a:gd name="T5" fmla="*/ 0 h 68"/>
                <a:gd name="T6" fmla="*/ 14 w 63"/>
                <a:gd name="T7" fmla="*/ 18 h 68"/>
                <a:gd name="T8" fmla="*/ 0 w 63"/>
                <a:gd name="T9" fmla="*/ 52 h 68"/>
                <a:gd name="T10" fmla="*/ 4 w 63"/>
                <a:gd name="T11" fmla="*/ 62 h 68"/>
                <a:gd name="T12" fmla="*/ 13 w 63"/>
                <a:gd name="T13" fmla="*/ 67 h 68"/>
                <a:gd name="T14" fmla="*/ 43 w 63"/>
                <a:gd name="T15" fmla="*/ 46 h 68"/>
                <a:gd name="T16" fmla="*/ 53 w 63"/>
                <a:gd name="T17" fmla="*/ 68 h 68"/>
                <a:gd name="T18" fmla="*/ 60 w 63"/>
                <a:gd name="T19" fmla="*/ 66 h 68"/>
                <a:gd name="T20" fmla="*/ 63 w 63"/>
                <a:gd name="T21" fmla="*/ 61 h 68"/>
                <a:gd name="T22" fmla="*/ 61 w 63"/>
                <a:gd name="T23" fmla="*/ 58 h 68"/>
                <a:gd name="T24" fmla="*/ 58 w 63"/>
                <a:gd name="T25" fmla="*/ 56 h 68"/>
                <a:gd name="T26" fmla="*/ 56 w 63"/>
                <a:gd name="T27" fmla="*/ 52 h 68"/>
                <a:gd name="T28" fmla="*/ 55 w 63"/>
                <a:gd name="T29" fmla="*/ 41 h 68"/>
                <a:gd name="T30" fmla="*/ 57 w 63"/>
                <a:gd name="T31" fmla="*/ 22 h 68"/>
                <a:gd name="T32" fmla="*/ 59 w 63"/>
                <a:gd name="T33" fmla="*/ 12 h 68"/>
                <a:gd name="T34" fmla="*/ 34 w 63"/>
                <a:gd name="T35" fmla="*/ 41 h 68"/>
                <a:gd name="T36" fmla="*/ 16 w 63"/>
                <a:gd name="T37" fmla="*/ 54 h 68"/>
                <a:gd name="T38" fmla="*/ 14 w 63"/>
                <a:gd name="T39" fmla="*/ 49 h 68"/>
                <a:gd name="T40" fmla="*/ 24 w 63"/>
                <a:gd name="T41" fmla="*/ 26 h 68"/>
                <a:gd name="T42" fmla="*/ 40 w 63"/>
                <a:gd name="T43" fmla="*/ 13 h 68"/>
                <a:gd name="T44" fmla="*/ 43 w 63"/>
                <a:gd name="T45" fmla="*/ 14 h 68"/>
                <a:gd name="T46" fmla="*/ 44 w 63"/>
                <a:gd name="T47" fmla="*/ 19 h 68"/>
                <a:gd name="T48" fmla="*/ 34 w 63"/>
                <a:gd name="T49" fmla="*/ 4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3" h="68">
                  <a:moveTo>
                    <a:pt x="59" y="12"/>
                  </a:moveTo>
                  <a:cubicBezTo>
                    <a:pt x="59" y="9"/>
                    <a:pt x="57" y="7"/>
                    <a:pt x="52" y="7"/>
                  </a:cubicBezTo>
                  <a:cubicBezTo>
                    <a:pt x="50" y="2"/>
                    <a:pt x="47" y="0"/>
                    <a:pt x="42" y="0"/>
                  </a:cubicBezTo>
                  <a:cubicBezTo>
                    <a:pt x="33" y="0"/>
                    <a:pt x="23" y="6"/>
                    <a:pt x="14" y="18"/>
                  </a:cubicBezTo>
                  <a:cubicBezTo>
                    <a:pt x="4" y="30"/>
                    <a:pt x="0" y="41"/>
                    <a:pt x="0" y="52"/>
                  </a:cubicBezTo>
                  <a:cubicBezTo>
                    <a:pt x="0" y="56"/>
                    <a:pt x="1" y="60"/>
                    <a:pt x="4" y="62"/>
                  </a:cubicBezTo>
                  <a:cubicBezTo>
                    <a:pt x="6" y="65"/>
                    <a:pt x="9" y="67"/>
                    <a:pt x="13" y="67"/>
                  </a:cubicBezTo>
                  <a:cubicBezTo>
                    <a:pt x="23" y="67"/>
                    <a:pt x="33" y="60"/>
                    <a:pt x="43" y="46"/>
                  </a:cubicBezTo>
                  <a:cubicBezTo>
                    <a:pt x="43" y="61"/>
                    <a:pt x="46" y="68"/>
                    <a:pt x="53" y="68"/>
                  </a:cubicBezTo>
                  <a:cubicBezTo>
                    <a:pt x="56" y="68"/>
                    <a:pt x="58" y="68"/>
                    <a:pt x="60" y="66"/>
                  </a:cubicBezTo>
                  <a:cubicBezTo>
                    <a:pt x="62" y="65"/>
                    <a:pt x="63" y="63"/>
                    <a:pt x="63" y="61"/>
                  </a:cubicBezTo>
                  <a:cubicBezTo>
                    <a:pt x="63" y="60"/>
                    <a:pt x="62" y="59"/>
                    <a:pt x="61" y="58"/>
                  </a:cubicBezTo>
                  <a:cubicBezTo>
                    <a:pt x="59" y="57"/>
                    <a:pt x="58" y="57"/>
                    <a:pt x="58" y="56"/>
                  </a:cubicBezTo>
                  <a:cubicBezTo>
                    <a:pt x="57" y="55"/>
                    <a:pt x="57" y="54"/>
                    <a:pt x="56" y="52"/>
                  </a:cubicBezTo>
                  <a:cubicBezTo>
                    <a:pt x="55" y="50"/>
                    <a:pt x="55" y="46"/>
                    <a:pt x="55" y="41"/>
                  </a:cubicBezTo>
                  <a:cubicBezTo>
                    <a:pt x="55" y="36"/>
                    <a:pt x="56" y="30"/>
                    <a:pt x="57" y="22"/>
                  </a:cubicBezTo>
                  <a:cubicBezTo>
                    <a:pt x="58" y="17"/>
                    <a:pt x="59" y="14"/>
                    <a:pt x="59" y="12"/>
                  </a:cubicBezTo>
                  <a:close/>
                  <a:moveTo>
                    <a:pt x="34" y="41"/>
                  </a:moveTo>
                  <a:cubicBezTo>
                    <a:pt x="27" y="49"/>
                    <a:pt x="21" y="54"/>
                    <a:pt x="16" y="54"/>
                  </a:cubicBezTo>
                  <a:cubicBezTo>
                    <a:pt x="15" y="54"/>
                    <a:pt x="14" y="52"/>
                    <a:pt x="14" y="49"/>
                  </a:cubicBezTo>
                  <a:cubicBezTo>
                    <a:pt x="14" y="43"/>
                    <a:pt x="18" y="35"/>
                    <a:pt x="24" y="26"/>
                  </a:cubicBezTo>
                  <a:cubicBezTo>
                    <a:pt x="30" y="17"/>
                    <a:pt x="36" y="13"/>
                    <a:pt x="40" y="13"/>
                  </a:cubicBezTo>
                  <a:cubicBezTo>
                    <a:pt x="41" y="13"/>
                    <a:pt x="42" y="13"/>
                    <a:pt x="43" y="14"/>
                  </a:cubicBezTo>
                  <a:cubicBezTo>
                    <a:pt x="44" y="16"/>
                    <a:pt x="44" y="17"/>
                    <a:pt x="44" y="19"/>
                  </a:cubicBezTo>
                  <a:cubicBezTo>
                    <a:pt x="44" y="25"/>
                    <a:pt x="41" y="33"/>
                    <a:pt x="34"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108"/>
            <p:cNvSpPr>
              <a:spLocks/>
            </p:cNvSpPr>
            <p:nvPr/>
          </p:nvSpPr>
          <p:spPr bwMode="auto">
            <a:xfrm>
              <a:off x="2733675" y="4241800"/>
              <a:ext cx="31750" cy="134938"/>
            </a:xfrm>
            <a:custGeom>
              <a:avLst/>
              <a:gdLst>
                <a:gd name="T0" fmla="*/ 26 w 26"/>
                <a:gd name="T1" fmla="*/ 7 h 106"/>
                <a:gd name="T2" fmla="*/ 20 w 26"/>
                <a:gd name="T3" fmla="*/ 0 h 106"/>
                <a:gd name="T4" fmla="*/ 13 w 26"/>
                <a:gd name="T5" fmla="*/ 5 h 106"/>
                <a:gd name="T6" fmla="*/ 5 w 26"/>
                <a:gd name="T7" fmla="*/ 38 h 106"/>
                <a:gd name="T8" fmla="*/ 0 w 26"/>
                <a:gd name="T9" fmla="*/ 88 h 106"/>
                <a:gd name="T10" fmla="*/ 2 w 26"/>
                <a:gd name="T11" fmla="*/ 102 h 106"/>
                <a:gd name="T12" fmla="*/ 8 w 26"/>
                <a:gd name="T13" fmla="*/ 106 h 106"/>
                <a:gd name="T14" fmla="*/ 13 w 26"/>
                <a:gd name="T15" fmla="*/ 103 h 106"/>
                <a:gd name="T16" fmla="*/ 16 w 26"/>
                <a:gd name="T17" fmla="*/ 97 h 106"/>
                <a:gd name="T18" fmla="*/ 16 w 26"/>
                <a:gd name="T19" fmla="*/ 93 h 106"/>
                <a:gd name="T20" fmla="*/ 15 w 26"/>
                <a:gd name="T21" fmla="*/ 75 h 106"/>
                <a:gd name="T22" fmla="*/ 16 w 26"/>
                <a:gd name="T23" fmla="*/ 56 h 106"/>
                <a:gd name="T24" fmla="*/ 21 w 26"/>
                <a:gd name="T25" fmla="*/ 32 h 106"/>
                <a:gd name="T26" fmla="*/ 25 w 26"/>
                <a:gd name="T27" fmla="*/ 14 h 106"/>
                <a:gd name="T28" fmla="*/ 26 w 26"/>
                <a:gd name="T29" fmla="*/ 7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 h="106">
                  <a:moveTo>
                    <a:pt x="26" y="7"/>
                  </a:moveTo>
                  <a:cubicBezTo>
                    <a:pt x="26" y="2"/>
                    <a:pt x="24" y="0"/>
                    <a:pt x="20" y="0"/>
                  </a:cubicBezTo>
                  <a:cubicBezTo>
                    <a:pt x="17" y="0"/>
                    <a:pt x="15" y="1"/>
                    <a:pt x="13" y="5"/>
                  </a:cubicBezTo>
                  <a:cubicBezTo>
                    <a:pt x="11" y="8"/>
                    <a:pt x="8" y="19"/>
                    <a:pt x="5" y="38"/>
                  </a:cubicBezTo>
                  <a:cubicBezTo>
                    <a:pt x="2" y="57"/>
                    <a:pt x="0" y="74"/>
                    <a:pt x="0" y="88"/>
                  </a:cubicBezTo>
                  <a:cubicBezTo>
                    <a:pt x="0" y="94"/>
                    <a:pt x="0" y="99"/>
                    <a:pt x="2" y="102"/>
                  </a:cubicBezTo>
                  <a:cubicBezTo>
                    <a:pt x="3" y="104"/>
                    <a:pt x="5" y="106"/>
                    <a:pt x="8" y="106"/>
                  </a:cubicBezTo>
                  <a:cubicBezTo>
                    <a:pt x="10" y="106"/>
                    <a:pt x="12" y="105"/>
                    <a:pt x="13" y="103"/>
                  </a:cubicBezTo>
                  <a:cubicBezTo>
                    <a:pt x="15" y="101"/>
                    <a:pt x="16" y="99"/>
                    <a:pt x="16" y="97"/>
                  </a:cubicBezTo>
                  <a:cubicBezTo>
                    <a:pt x="16" y="96"/>
                    <a:pt x="16" y="95"/>
                    <a:pt x="16" y="93"/>
                  </a:cubicBezTo>
                  <a:cubicBezTo>
                    <a:pt x="15" y="86"/>
                    <a:pt x="15" y="80"/>
                    <a:pt x="15" y="75"/>
                  </a:cubicBezTo>
                  <a:cubicBezTo>
                    <a:pt x="15" y="71"/>
                    <a:pt x="15" y="64"/>
                    <a:pt x="16" y="56"/>
                  </a:cubicBezTo>
                  <a:cubicBezTo>
                    <a:pt x="17" y="47"/>
                    <a:pt x="19" y="39"/>
                    <a:pt x="21" y="32"/>
                  </a:cubicBezTo>
                  <a:cubicBezTo>
                    <a:pt x="23" y="22"/>
                    <a:pt x="25" y="16"/>
                    <a:pt x="25" y="14"/>
                  </a:cubicBezTo>
                  <a:cubicBezTo>
                    <a:pt x="26" y="11"/>
                    <a:pt x="26" y="9"/>
                    <a:pt x="26"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109"/>
            <p:cNvSpPr>
              <a:spLocks/>
            </p:cNvSpPr>
            <p:nvPr/>
          </p:nvSpPr>
          <p:spPr bwMode="auto">
            <a:xfrm>
              <a:off x="2776538" y="4287838"/>
              <a:ext cx="141288" cy="85725"/>
            </a:xfrm>
            <a:custGeom>
              <a:avLst/>
              <a:gdLst>
                <a:gd name="T0" fmla="*/ 84 w 112"/>
                <a:gd name="T1" fmla="*/ 19 h 68"/>
                <a:gd name="T2" fmla="*/ 87 w 112"/>
                <a:gd name="T3" fmla="*/ 22 h 68"/>
                <a:gd name="T4" fmla="*/ 88 w 112"/>
                <a:gd name="T5" fmla="*/ 34 h 68"/>
                <a:gd name="T6" fmla="*/ 93 w 112"/>
                <a:gd name="T7" fmla="*/ 58 h 68"/>
                <a:gd name="T8" fmla="*/ 102 w 112"/>
                <a:gd name="T9" fmla="*/ 64 h 68"/>
                <a:gd name="T10" fmla="*/ 109 w 112"/>
                <a:gd name="T11" fmla="*/ 61 h 68"/>
                <a:gd name="T12" fmla="*/ 112 w 112"/>
                <a:gd name="T13" fmla="*/ 56 h 68"/>
                <a:gd name="T14" fmla="*/ 109 w 112"/>
                <a:gd name="T15" fmla="*/ 52 h 68"/>
                <a:gd name="T16" fmla="*/ 104 w 112"/>
                <a:gd name="T17" fmla="*/ 45 h 68"/>
                <a:gd name="T18" fmla="*/ 102 w 112"/>
                <a:gd name="T19" fmla="*/ 28 h 68"/>
                <a:gd name="T20" fmla="*/ 98 w 112"/>
                <a:gd name="T21" fmla="*/ 9 h 68"/>
                <a:gd name="T22" fmla="*/ 88 w 112"/>
                <a:gd name="T23" fmla="*/ 3 h 68"/>
                <a:gd name="T24" fmla="*/ 77 w 112"/>
                <a:gd name="T25" fmla="*/ 8 h 68"/>
                <a:gd name="T26" fmla="*/ 65 w 112"/>
                <a:gd name="T27" fmla="*/ 28 h 68"/>
                <a:gd name="T28" fmla="*/ 58 w 112"/>
                <a:gd name="T29" fmla="*/ 41 h 68"/>
                <a:gd name="T30" fmla="*/ 56 w 112"/>
                <a:gd name="T31" fmla="*/ 27 h 68"/>
                <a:gd name="T32" fmla="*/ 53 w 112"/>
                <a:gd name="T33" fmla="*/ 8 h 68"/>
                <a:gd name="T34" fmla="*/ 44 w 112"/>
                <a:gd name="T35" fmla="*/ 3 h 68"/>
                <a:gd name="T36" fmla="*/ 13 w 112"/>
                <a:gd name="T37" fmla="*/ 41 h 68"/>
                <a:gd name="T38" fmla="*/ 15 w 112"/>
                <a:gd name="T39" fmla="*/ 28 h 68"/>
                <a:gd name="T40" fmla="*/ 18 w 112"/>
                <a:gd name="T41" fmla="*/ 10 h 68"/>
                <a:gd name="T42" fmla="*/ 9 w 112"/>
                <a:gd name="T43" fmla="*/ 0 h 68"/>
                <a:gd name="T44" fmla="*/ 5 w 112"/>
                <a:gd name="T45" fmla="*/ 1 h 68"/>
                <a:gd name="T46" fmla="*/ 3 w 112"/>
                <a:gd name="T47" fmla="*/ 5 h 68"/>
                <a:gd name="T48" fmla="*/ 2 w 112"/>
                <a:gd name="T49" fmla="*/ 25 h 68"/>
                <a:gd name="T50" fmla="*/ 0 w 112"/>
                <a:gd name="T51" fmla="*/ 56 h 68"/>
                <a:gd name="T52" fmla="*/ 8 w 112"/>
                <a:gd name="T53" fmla="*/ 68 h 68"/>
                <a:gd name="T54" fmla="*/ 15 w 112"/>
                <a:gd name="T55" fmla="*/ 61 h 68"/>
                <a:gd name="T56" fmla="*/ 29 w 112"/>
                <a:gd name="T57" fmla="*/ 35 h 68"/>
                <a:gd name="T58" fmla="*/ 41 w 112"/>
                <a:gd name="T59" fmla="*/ 20 h 68"/>
                <a:gd name="T60" fmla="*/ 43 w 112"/>
                <a:gd name="T61" fmla="*/ 37 h 68"/>
                <a:gd name="T62" fmla="*/ 47 w 112"/>
                <a:gd name="T63" fmla="*/ 58 h 68"/>
                <a:gd name="T64" fmla="*/ 54 w 112"/>
                <a:gd name="T65" fmla="*/ 61 h 68"/>
                <a:gd name="T66" fmla="*/ 62 w 112"/>
                <a:gd name="T67" fmla="*/ 57 h 68"/>
                <a:gd name="T68" fmla="*/ 72 w 112"/>
                <a:gd name="T69" fmla="*/ 41 h 68"/>
                <a:gd name="T70" fmla="*/ 80 w 112"/>
                <a:gd name="T71" fmla="*/ 24 h 68"/>
                <a:gd name="T72" fmla="*/ 84 w 112"/>
                <a:gd name="T73" fmla="*/ 1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2" h="68">
                  <a:moveTo>
                    <a:pt x="84" y="19"/>
                  </a:moveTo>
                  <a:cubicBezTo>
                    <a:pt x="85" y="19"/>
                    <a:pt x="86" y="20"/>
                    <a:pt x="87" y="22"/>
                  </a:cubicBezTo>
                  <a:cubicBezTo>
                    <a:pt x="87" y="24"/>
                    <a:pt x="88" y="28"/>
                    <a:pt x="88" y="34"/>
                  </a:cubicBezTo>
                  <a:cubicBezTo>
                    <a:pt x="89" y="46"/>
                    <a:pt x="90" y="54"/>
                    <a:pt x="93" y="58"/>
                  </a:cubicBezTo>
                  <a:cubicBezTo>
                    <a:pt x="95" y="62"/>
                    <a:pt x="98" y="64"/>
                    <a:pt x="102" y="64"/>
                  </a:cubicBezTo>
                  <a:cubicBezTo>
                    <a:pt x="104" y="64"/>
                    <a:pt x="107" y="63"/>
                    <a:pt x="109" y="61"/>
                  </a:cubicBezTo>
                  <a:cubicBezTo>
                    <a:pt x="111" y="60"/>
                    <a:pt x="112" y="58"/>
                    <a:pt x="112" y="56"/>
                  </a:cubicBezTo>
                  <a:cubicBezTo>
                    <a:pt x="112" y="54"/>
                    <a:pt x="111" y="53"/>
                    <a:pt x="109" y="52"/>
                  </a:cubicBezTo>
                  <a:cubicBezTo>
                    <a:pt x="107" y="51"/>
                    <a:pt x="105" y="48"/>
                    <a:pt x="104" y="45"/>
                  </a:cubicBezTo>
                  <a:cubicBezTo>
                    <a:pt x="103" y="41"/>
                    <a:pt x="102" y="36"/>
                    <a:pt x="102" y="28"/>
                  </a:cubicBezTo>
                  <a:cubicBezTo>
                    <a:pt x="101" y="19"/>
                    <a:pt x="100" y="13"/>
                    <a:pt x="98" y="9"/>
                  </a:cubicBezTo>
                  <a:cubicBezTo>
                    <a:pt x="96" y="5"/>
                    <a:pt x="92" y="3"/>
                    <a:pt x="88" y="3"/>
                  </a:cubicBezTo>
                  <a:cubicBezTo>
                    <a:pt x="84" y="3"/>
                    <a:pt x="81" y="5"/>
                    <a:pt x="77" y="8"/>
                  </a:cubicBezTo>
                  <a:cubicBezTo>
                    <a:pt x="74" y="11"/>
                    <a:pt x="70" y="18"/>
                    <a:pt x="65" y="28"/>
                  </a:cubicBezTo>
                  <a:cubicBezTo>
                    <a:pt x="61" y="37"/>
                    <a:pt x="58" y="41"/>
                    <a:pt x="58" y="41"/>
                  </a:cubicBezTo>
                  <a:cubicBezTo>
                    <a:pt x="57" y="41"/>
                    <a:pt x="56" y="37"/>
                    <a:pt x="56" y="27"/>
                  </a:cubicBezTo>
                  <a:cubicBezTo>
                    <a:pt x="56" y="17"/>
                    <a:pt x="55" y="11"/>
                    <a:pt x="53" y="8"/>
                  </a:cubicBezTo>
                  <a:cubicBezTo>
                    <a:pt x="51" y="5"/>
                    <a:pt x="48" y="3"/>
                    <a:pt x="44" y="3"/>
                  </a:cubicBezTo>
                  <a:cubicBezTo>
                    <a:pt x="35" y="3"/>
                    <a:pt x="24" y="16"/>
                    <a:pt x="13" y="41"/>
                  </a:cubicBezTo>
                  <a:cubicBezTo>
                    <a:pt x="13" y="38"/>
                    <a:pt x="14" y="34"/>
                    <a:pt x="15" y="28"/>
                  </a:cubicBezTo>
                  <a:cubicBezTo>
                    <a:pt x="17" y="19"/>
                    <a:pt x="18" y="13"/>
                    <a:pt x="18" y="10"/>
                  </a:cubicBezTo>
                  <a:cubicBezTo>
                    <a:pt x="18" y="3"/>
                    <a:pt x="15" y="0"/>
                    <a:pt x="9" y="0"/>
                  </a:cubicBezTo>
                  <a:cubicBezTo>
                    <a:pt x="7" y="0"/>
                    <a:pt x="6" y="0"/>
                    <a:pt x="5" y="1"/>
                  </a:cubicBezTo>
                  <a:cubicBezTo>
                    <a:pt x="4" y="2"/>
                    <a:pt x="3" y="4"/>
                    <a:pt x="3" y="5"/>
                  </a:cubicBezTo>
                  <a:cubicBezTo>
                    <a:pt x="3" y="12"/>
                    <a:pt x="3" y="18"/>
                    <a:pt x="2" y="25"/>
                  </a:cubicBezTo>
                  <a:cubicBezTo>
                    <a:pt x="1" y="34"/>
                    <a:pt x="0" y="44"/>
                    <a:pt x="0" y="56"/>
                  </a:cubicBezTo>
                  <a:cubicBezTo>
                    <a:pt x="0" y="64"/>
                    <a:pt x="3" y="68"/>
                    <a:pt x="8" y="68"/>
                  </a:cubicBezTo>
                  <a:cubicBezTo>
                    <a:pt x="12" y="68"/>
                    <a:pt x="14" y="65"/>
                    <a:pt x="15" y="61"/>
                  </a:cubicBezTo>
                  <a:cubicBezTo>
                    <a:pt x="18" y="54"/>
                    <a:pt x="23" y="45"/>
                    <a:pt x="29" y="35"/>
                  </a:cubicBezTo>
                  <a:cubicBezTo>
                    <a:pt x="35" y="25"/>
                    <a:pt x="39" y="20"/>
                    <a:pt x="41" y="20"/>
                  </a:cubicBezTo>
                  <a:cubicBezTo>
                    <a:pt x="42" y="20"/>
                    <a:pt x="43" y="26"/>
                    <a:pt x="43" y="37"/>
                  </a:cubicBezTo>
                  <a:cubicBezTo>
                    <a:pt x="43" y="49"/>
                    <a:pt x="45" y="56"/>
                    <a:pt x="47" y="58"/>
                  </a:cubicBezTo>
                  <a:cubicBezTo>
                    <a:pt x="49" y="60"/>
                    <a:pt x="52" y="61"/>
                    <a:pt x="54" y="61"/>
                  </a:cubicBezTo>
                  <a:cubicBezTo>
                    <a:pt x="57" y="61"/>
                    <a:pt x="60" y="60"/>
                    <a:pt x="62" y="57"/>
                  </a:cubicBezTo>
                  <a:cubicBezTo>
                    <a:pt x="65" y="54"/>
                    <a:pt x="68" y="48"/>
                    <a:pt x="72" y="41"/>
                  </a:cubicBezTo>
                  <a:cubicBezTo>
                    <a:pt x="76" y="32"/>
                    <a:pt x="79" y="27"/>
                    <a:pt x="80" y="24"/>
                  </a:cubicBezTo>
                  <a:cubicBezTo>
                    <a:pt x="82" y="21"/>
                    <a:pt x="83" y="19"/>
                    <a:pt x="84"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110"/>
            <p:cNvSpPr>
              <a:spLocks/>
            </p:cNvSpPr>
            <p:nvPr/>
          </p:nvSpPr>
          <p:spPr bwMode="auto">
            <a:xfrm>
              <a:off x="2987675" y="4287838"/>
              <a:ext cx="87313" cy="87313"/>
            </a:xfrm>
            <a:custGeom>
              <a:avLst/>
              <a:gdLst>
                <a:gd name="T0" fmla="*/ 64 w 69"/>
                <a:gd name="T1" fmla="*/ 14 h 69"/>
                <a:gd name="T2" fmla="*/ 69 w 69"/>
                <a:gd name="T3" fmla="*/ 7 h 69"/>
                <a:gd name="T4" fmla="*/ 67 w 69"/>
                <a:gd name="T5" fmla="*/ 2 h 69"/>
                <a:gd name="T6" fmla="*/ 61 w 69"/>
                <a:gd name="T7" fmla="*/ 0 h 69"/>
                <a:gd name="T8" fmla="*/ 56 w 69"/>
                <a:gd name="T9" fmla="*/ 1 h 69"/>
                <a:gd name="T10" fmla="*/ 48 w 69"/>
                <a:gd name="T11" fmla="*/ 10 h 69"/>
                <a:gd name="T12" fmla="*/ 35 w 69"/>
                <a:gd name="T13" fmla="*/ 29 h 69"/>
                <a:gd name="T14" fmla="*/ 26 w 69"/>
                <a:gd name="T15" fmla="*/ 43 h 69"/>
                <a:gd name="T16" fmla="*/ 24 w 69"/>
                <a:gd name="T17" fmla="*/ 48 h 69"/>
                <a:gd name="T18" fmla="*/ 23 w 69"/>
                <a:gd name="T19" fmla="*/ 44 h 69"/>
                <a:gd name="T20" fmla="*/ 20 w 69"/>
                <a:gd name="T21" fmla="*/ 37 h 69"/>
                <a:gd name="T22" fmla="*/ 17 w 69"/>
                <a:gd name="T23" fmla="*/ 27 h 69"/>
                <a:gd name="T24" fmla="*/ 15 w 69"/>
                <a:gd name="T25" fmla="*/ 18 h 69"/>
                <a:gd name="T26" fmla="*/ 15 w 69"/>
                <a:gd name="T27" fmla="*/ 10 h 69"/>
                <a:gd name="T28" fmla="*/ 8 w 69"/>
                <a:gd name="T29" fmla="*/ 1 h 69"/>
                <a:gd name="T30" fmla="*/ 0 w 69"/>
                <a:gd name="T31" fmla="*/ 11 h 69"/>
                <a:gd name="T32" fmla="*/ 10 w 69"/>
                <a:gd name="T33" fmla="*/ 47 h 69"/>
                <a:gd name="T34" fmla="*/ 14 w 69"/>
                <a:gd name="T35" fmla="*/ 64 h 69"/>
                <a:gd name="T36" fmla="*/ 22 w 69"/>
                <a:gd name="T37" fmla="*/ 69 h 69"/>
                <a:gd name="T38" fmla="*/ 32 w 69"/>
                <a:gd name="T39" fmla="*/ 59 h 69"/>
                <a:gd name="T40" fmla="*/ 50 w 69"/>
                <a:gd name="T41" fmla="*/ 29 h 69"/>
                <a:gd name="T42" fmla="*/ 64 w 69"/>
                <a:gd name="T43" fmla="*/ 1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9" h="69">
                  <a:moveTo>
                    <a:pt x="64" y="14"/>
                  </a:moveTo>
                  <a:cubicBezTo>
                    <a:pt x="67" y="11"/>
                    <a:pt x="69" y="9"/>
                    <a:pt x="69" y="7"/>
                  </a:cubicBezTo>
                  <a:cubicBezTo>
                    <a:pt x="69" y="5"/>
                    <a:pt x="68" y="3"/>
                    <a:pt x="67" y="2"/>
                  </a:cubicBezTo>
                  <a:cubicBezTo>
                    <a:pt x="65" y="0"/>
                    <a:pt x="64" y="0"/>
                    <a:pt x="61" y="0"/>
                  </a:cubicBezTo>
                  <a:cubicBezTo>
                    <a:pt x="59" y="0"/>
                    <a:pt x="58" y="0"/>
                    <a:pt x="56" y="1"/>
                  </a:cubicBezTo>
                  <a:cubicBezTo>
                    <a:pt x="54" y="2"/>
                    <a:pt x="51" y="5"/>
                    <a:pt x="48" y="10"/>
                  </a:cubicBezTo>
                  <a:cubicBezTo>
                    <a:pt x="44" y="15"/>
                    <a:pt x="40" y="21"/>
                    <a:pt x="35" y="29"/>
                  </a:cubicBezTo>
                  <a:cubicBezTo>
                    <a:pt x="30" y="37"/>
                    <a:pt x="27" y="41"/>
                    <a:pt x="26" y="43"/>
                  </a:cubicBezTo>
                  <a:cubicBezTo>
                    <a:pt x="25" y="46"/>
                    <a:pt x="24" y="47"/>
                    <a:pt x="24" y="48"/>
                  </a:cubicBezTo>
                  <a:cubicBezTo>
                    <a:pt x="24" y="47"/>
                    <a:pt x="23" y="46"/>
                    <a:pt x="23" y="44"/>
                  </a:cubicBezTo>
                  <a:cubicBezTo>
                    <a:pt x="22" y="41"/>
                    <a:pt x="21" y="39"/>
                    <a:pt x="20" y="37"/>
                  </a:cubicBezTo>
                  <a:cubicBezTo>
                    <a:pt x="19" y="34"/>
                    <a:pt x="18" y="31"/>
                    <a:pt x="17" y="27"/>
                  </a:cubicBezTo>
                  <a:cubicBezTo>
                    <a:pt x="16" y="22"/>
                    <a:pt x="16" y="20"/>
                    <a:pt x="15" y="18"/>
                  </a:cubicBezTo>
                  <a:cubicBezTo>
                    <a:pt x="15" y="16"/>
                    <a:pt x="15" y="14"/>
                    <a:pt x="15" y="10"/>
                  </a:cubicBezTo>
                  <a:cubicBezTo>
                    <a:pt x="15" y="4"/>
                    <a:pt x="13" y="1"/>
                    <a:pt x="8" y="1"/>
                  </a:cubicBezTo>
                  <a:cubicBezTo>
                    <a:pt x="3" y="1"/>
                    <a:pt x="0" y="4"/>
                    <a:pt x="0" y="11"/>
                  </a:cubicBezTo>
                  <a:cubicBezTo>
                    <a:pt x="0" y="18"/>
                    <a:pt x="3" y="30"/>
                    <a:pt x="10" y="47"/>
                  </a:cubicBezTo>
                  <a:cubicBezTo>
                    <a:pt x="13" y="56"/>
                    <a:pt x="14" y="62"/>
                    <a:pt x="14" y="64"/>
                  </a:cubicBezTo>
                  <a:cubicBezTo>
                    <a:pt x="17" y="68"/>
                    <a:pt x="20" y="69"/>
                    <a:pt x="22" y="69"/>
                  </a:cubicBezTo>
                  <a:cubicBezTo>
                    <a:pt x="25" y="69"/>
                    <a:pt x="28" y="66"/>
                    <a:pt x="32" y="59"/>
                  </a:cubicBezTo>
                  <a:cubicBezTo>
                    <a:pt x="38" y="47"/>
                    <a:pt x="45" y="37"/>
                    <a:pt x="50" y="29"/>
                  </a:cubicBezTo>
                  <a:cubicBezTo>
                    <a:pt x="56" y="21"/>
                    <a:pt x="60" y="16"/>
                    <a:pt x="64"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111"/>
            <p:cNvSpPr>
              <a:spLocks/>
            </p:cNvSpPr>
            <p:nvPr/>
          </p:nvSpPr>
          <p:spPr bwMode="auto">
            <a:xfrm>
              <a:off x="3067050" y="4283075"/>
              <a:ext cx="63500" cy="92075"/>
            </a:xfrm>
            <a:custGeom>
              <a:avLst/>
              <a:gdLst>
                <a:gd name="T0" fmla="*/ 27 w 50"/>
                <a:gd name="T1" fmla="*/ 58 h 73"/>
                <a:gd name="T2" fmla="*/ 15 w 50"/>
                <a:gd name="T3" fmla="*/ 60 h 73"/>
                <a:gd name="T4" fmla="*/ 11 w 50"/>
                <a:gd name="T5" fmla="*/ 59 h 73"/>
                <a:gd name="T6" fmla="*/ 7 w 50"/>
                <a:gd name="T7" fmla="*/ 58 h 73"/>
                <a:gd name="T8" fmla="*/ 2 w 50"/>
                <a:gd name="T9" fmla="*/ 60 h 73"/>
                <a:gd name="T10" fmla="*/ 0 w 50"/>
                <a:gd name="T11" fmla="*/ 65 h 73"/>
                <a:gd name="T12" fmla="*/ 11 w 50"/>
                <a:gd name="T13" fmla="*/ 73 h 73"/>
                <a:gd name="T14" fmla="*/ 37 w 50"/>
                <a:gd name="T15" fmla="*/ 67 h 73"/>
                <a:gd name="T16" fmla="*/ 49 w 50"/>
                <a:gd name="T17" fmla="*/ 53 h 73"/>
                <a:gd name="T18" fmla="*/ 46 w 50"/>
                <a:gd name="T19" fmla="*/ 44 h 73"/>
                <a:gd name="T20" fmla="*/ 32 w 50"/>
                <a:gd name="T21" fmla="*/ 35 h 73"/>
                <a:gd name="T22" fmla="*/ 23 w 50"/>
                <a:gd name="T23" fmla="*/ 30 h 73"/>
                <a:gd name="T24" fmla="*/ 21 w 50"/>
                <a:gd name="T25" fmla="*/ 25 h 73"/>
                <a:gd name="T26" fmla="*/ 27 w 50"/>
                <a:gd name="T27" fmla="*/ 17 h 73"/>
                <a:gd name="T28" fmla="*/ 39 w 50"/>
                <a:gd name="T29" fmla="*/ 13 h 73"/>
                <a:gd name="T30" fmla="*/ 41 w 50"/>
                <a:gd name="T31" fmla="*/ 14 h 73"/>
                <a:gd name="T32" fmla="*/ 44 w 50"/>
                <a:gd name="T33" fmla="*/ 15 h 73"/>
                <a:gd name="T34" fmla="*/ 48 w 50"/>
                <a:gd name="T35" fmla="*/ 13 h 73"/>
                <a:gd name="T36" fmla="*/ 50 w 50"/>
                <a:gd name="T37" fmla="*/ 9 h 73"/>
                <a:gd name="T38" fmla="*/ 40 w 50"/>
                <a:gd name="T39" fmla="*/ 0 h 73"/>
                <a:gd name="T40" fmla="*/ 18 w 50"/>
                <a:gd name="T41" fmla="*/ 8 h 73"/>
                <a:gd name="T42" fmla="*/ 6 w 50"/>
                <a:gd name="T43" fmla="*/ 26 h 73"/>
                <a:gd name="T44" fmla="*/ 9 w 50"/>
                <a:gd name="T45" fmla="*/ 36 h 73"/>
                <a:gd name="T46" fmla="*/ 25 w 50"/>
                <a:gd name="T47" fmla="*/ 46 h 73"/>
                <a:gd name="T48" fmla="*/ 35 w 50"/>
                <a:gd name="T49" fmla="*/ 54 h 73"/>
                <a:gd name="T50" fmla="*/ 27 w 50"/>
                <a:gd name="T51" fmla="*/ 58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3">
                  <a:moveTo>
                    <a:pt x="27" y="58"/>
                  </a:moveTo>
                  <a:cubicBezTo>
                    <a:pt x="23" y="59"/>
                    <a:pt x="19" y="60"/>
                    <a:pt x="15" y="60"/>
                  </a:cubicBezTo>
                  <a:cubicBezTo>
                    <a:pt x="14" y="60"/>
                    <a:pt x="12" y="60"/>
                    <a:pt x="11" y="59"/>
                  </a:cubicBezTo>
                  <a:cubicBezTo>
                    <a:pt x="9" y="58"/>
                    <a:pt x="8" y="58"/>
                    <a:pt x="7" y="58"/>
                  </a:cubicBezTo>
                  <a:cubicBezTo>
                    <a:pt x="5" y="58"/>
                    <a:pt x="4" y="59"/>
                    <a:pt x="2" y="60"/>
                  </a:cubicBezTo>
                  <a:cubicBezTo>
                    <a:pt x="1" y="62"/>
                    <a:pt x="0" y="63"/>
                    <a:pt x="0" y="65"/>
                  </a:cubicBezTo>
                  <a:cubicBezTo>
                    <a:pt x="0" y="70"/>
                    <a:pt x="4" y="73"/>
                    <a:pt x="11" y="73"/>
                  </a:cubicBezTo>
                  <a:cubicBezTo>
                    <a:pt x="21" y="73"/>
                    <a:pt x="29" y="71"/>
                    <a:pt x="37" y="67"/>
                  </a:cubicBezTo>
                  <a:cubicBezTo>
                    <a:pt x="45" y="63"/>
                    <a:pt x="49" y="58"/>
                    <a:pt x="49" y="53"/>
                  </a:cubicBezTo>
                  <a:cubicBezTo>
                    <a:pt x="49" y="49"/>
                    <a:pt x="48" y="46"/>
                    <a:pt x="46" y="44"/>
                  </a:cubicBezTo>
                  <a:cubicBezTo>
                    <a:pt x="44" y="41"/>
                    <a:pt x="39" y="38"/>
                    <a:pt x="32" y="35"/>
                  </a:cubicBezTo>
                  <a:cubicBezTo>
                    <a:pt x="27" y="33"/>
                    <a:pt x="24" y="31"/>
                    <a:pt x="23" y="30"/>
                  </a:cubicBezTo>
                  <a:cubicBezTo>
                    <a:pt x="21" y="28"/>
                    <a:pt x="21" y="27"/>
                    <a:pt x="21" y="25"/>
                  </a:cubicBezTo>
                  <a:cubicBezTo>
                    <a:pt x="21" y="22"/>
                    <a:pt x="23" y="19"/>
                    <a:pt x="27" y="17"/>
                  </a:cubicBezTo>
                  <a:cubicBezTo>
                    <a:pt x="31" y="14"/>
                    <a:pt x="35" y="13"/>
                    <a:pt x="39" y="13"/>
                  </a:cubicBezTo>
                  <a:cubicBezTo>
                    <a:pt x="39" y="13"/>
                    <a:pt x="40" y="13"/>
                    <a:pt x="41" y="14"/>
                  </a:cubicBezTo>
                  <a:cubicBezTo>
                    <a:pt x="42" y="14"/>
                    <a:pt x="43" y="15"/>
                    <a:pt x="44" y="15"/>
                  </a:cubicBezTo>
                  <a:cubicBezTo>
                    <a:pt x="45" y="15"/>
                    <a:pt x="46" y="14"/>
                    <a:pt x="48" y="13"/>
                  </a:cubicBezTo>
                  <a:cubicBezTo>
                    <a:pt x="49" y="12"/>
                    <a:pt x="50" y="10"/>
                    <a:pt x="50" y="9"/>
                  </a:cubicBezTo>
                  <a:cubicBezTo>
                    <a:pt x="50" y="3"/>
                    <a:pt x="46" y="0"/>
                    <a:pt x="40" y="0"/>
                  </a:cubicBezTo>
                  <a:cubicBezTo>
                    <a:pt x="33" y="0"/>
                    <a:pt x="25" y="3"/>
                    <a:pt x="18" y="8"/>
                  </a:cubicBezTo>
                  <a:cubicBezTo>
                    <a:pt x="10" y="13"/>
                    <a:pt x="6" y="19"/>
                    <a:pt x="6" y="26"/>
                  </a:cubicBezTo>
                  <a:cubicBezTo>
                    <a:pt x="6" y="30"/>
                    <a:pt x="7" y="33"/>
                    <a:pt x="9" y="36"/>
                  </a:cubicBezTo>
                  <a:cubicBezTo>
                    <a:pt x="11" y="38"/>
                    <a:pt x="17" y="42"/>
                    <a:pt x="25" y="46"/>
                  </a:cubicBezTo>
                  <a:cubicBezTo>
                    <a:pt x="32" y="49"/>
                    <a:pt x="35" y="52"/>
                    <a:pt x="35" y="54"/>
                  </a:cubicBezTo>
                  <a:cubicBezTo>
                    <a:pt x="34" y="55"/>
                    <a:pt x="31" y="57"/>
                    <a:pt x="27"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112"/>
            <p:cNvSpPr>
              <a:spLocks/>
            </p:cNvSpPr>
            <p:nvPr/>
          </p:nvSpPr>
          <p:spPr bwMode="auto">
            <a:xfrm>
              <a:off x="3205163" y="4257675"/>
              <a:ext cx="107950" cy="117475"/>
            </a:xfrm>
            <a:custGeom>
              <a:avLst/>
              <a:gdLst>
                <a:gd name="T0" fmla="*/ 74 w 86"/>
                <a:gd name="T1" fmla="*/ 2 h 93"/>
                <a:gd name="T2" fmla="*/ 71 w 86"/>
                <a:gd name="T3" fmla="*/ 9 h 93"/>
                <a:gd name="T4" fmla="*/ 69 w 86"/>
                <a:gd name="T5" fmla="*/ 22 h 93"/>
                <a:gd name="T6" fmla="*/ 66 w 86"/>
                <a:gd name="T7" fmla="*/ 42 h 93"/>
                <a:gd name="T8" fmla="*/ 61 w 86"/>
                <a:gd name="T9" fmla="*/ 69 h 93"/>
                <a:gd name="T10" fmla="*/ 42 w 86"/>
                <a:gd name="T11" fmla="*/ 41 h 93"/>
                <a:gd name="T12" fmla="*/ 29 w 86"/>
                <a:gd name="T13" fmla="*/ 14 h 93"/>
                <a:gd name="T14" fmla="*/ 25 w 86"/>
                <a:gd name="T15" fmla="*/ 6 h 93"/>
                <a:gd name="T16" fmla="*/ 21 w 86"/>
                <a:gd name="T17" fmla="*/ 5 h 93"/>
                <a:gd name="T18" fmla="*/ 16 w 86"/>
                <a:gd name="T19" fmla="*/ 6 h 93"/>
                <a:gd name="T20" fmla="*/ 13 w 86"/>
                <a:gd name="T21" fmla="*/ 9 h 93"/>
                <a:gd name="T22" fmla="*/ 12 w 86"/>
                <a:gd name="T23" fmla="*/ 16 h 93"/>
                <a:gd name="T24" fmla="*/ 7 w 86"/>
                <a:gd name="T25" fmla="*/ 49 h 93"/>
                <a:gd name="T26" fmla="*/ 2 w 86"/>
                <a:gd name="T27" fmla="*/ 69 h 93"/>
                <a:gd name="T28" fmla="*/ 2 w 86"/>
                <a:gd name="T29" fmla="*/ 70 h 93"/>
                <a:gd name="T30" fmla="*/ 0 w 86"/>
                <a:gd name="T31" fmla="*/ 83 h 93"/>
                <a:gd name="T32" fmla="*/ 2 w 86"/>
                <a:gd name="T33" fmla="*/ 91 h 93"/>
                <a:gd name="T34" fmla="*/ 7 w 86"/>
                <a:gd name="T35" fmla="*/ 93 h 93"/>
                <a:gd name="T36" fmla="*/ 12 w 86"/>
                <a:gd name="T37" fmla="*/ 91 h 93"/>
                <a:gd name="T38" fmla="*/ 15 w 86"/>
                <a:gd name="T39" fmla="*/ 81 h 93"/>
                <a:gd name="T40" fmla="*/ 16 w 86"/>
                <a:gd name="T41" fmla="*/ 73 h 93"/>
                <a:gd name="T42" fmla="*/ 17 w 86"/>
                <a:gd name="T43" fmla="*/ 68 h 93"/>
                <a:gd name="T44" fmla="*/ 22 w 86"/>
                <a:gd name="T45" fmla="*/ 33 h 93"/>
                <a:gd name="T46" fmla="*/ 50 w 86"/>
                <a:gd name="T47" fmla="*/ 76 h 93"/>
                <a:gd name="T48" fmla="*/ 54 w 86"/>
                <a:gd name="T49" fmla="*/ 82 h 93"/>
                <a:gd name="T50" fmla="*/ 58 w 86"/>
                <a:gd name="T51" fmla="*/ 88 h 93"/>
                <a:gd name="T52" fmla="*/ 60 w 86"/>
                <a:gd name="T53" fmla="*/ 90 h 93"/>
                <a:gd name="T54" fmla="*/ 64 w 86"/>
                <a:gd name="T55" fmla="*/ 90 h 93"/>
                <a:gd name="T56" fmla="*/ 70 w 86"/>
                <a:gd name="T57" fmla="*/ 89 h 93"/>
                <a:gd name="T58" fmla="*/ 73 w 86"/>
                <a:gd name="T59" fmla="*/ 86 h 93"/>
                <a:gd name="T60" fmla="*/ 73 w 86"/>
                <a:gd name="T61" fmla="*/ 81 h 93"/>
                <a:gd name="T62" fmla="*/ 73 w 86"/>
                <a:gd name="T63" fmla="*/ 79 h 93"/>
                <a:gd name="T64" fmla="*/ 77 w 86"/>
                <a:gd name="T65" fmla="*/ 54 h 93"/>
                <a:gd name="T66" fmla="*/ 84 w 86"/>
                <a:gd name="T67" fmla="*/ 19 h 93"/>
                <a:gd name="T68" fmla="*/ 86 w 86"/>
                <a:gd name="T69" fmla="*/ 9 h 93"/>
                <a:gd name="T70" fmla="*/ 84 w 86"/>
                <a:gd name="T71" fmla="*/ 3 h 93"/>
                <a:gd name="T72" fmla="*/ 80 w 86"/>
                <a:gd name="T73" fmla="*/ 0 h 93"/>
                <a:gd name="T74" fmla="*/ 74 w 86"/>
                <a:gd name="T75" fmla="*/ 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6" h="93">
                  <a:moveTo>
                    <a:pt x="74" y="2"/>
                  </a:moveTo>
                  <a:cubicBezTo>
                    <a:pt x="72" y="3"/>
                    <a:pt x="71" y="5"/>
                    <a:pt x="71" y="9"/>
                  </a:cubicBezTo>
                  <a:cubicBezTo>
                    <a:pt x="71" y="13"/>
                    <a:pt x="70" y="17"/>
                    <a:pt x="69" y="22"/>
                  </a:cubicBezTo>
                  <a:cubicBezTo>
                    <a:pt x="68" y="27"/>
                    <a:pt x="67" y="34"/>
                    <a:pt x="66" y="42"/>
                  </a:cubicBezTo>
                  <a:cubicBezTo>
                    <a:pt x="64" y="53"/>
                    <a:pt x="62" y="62"/>
                    <a:pt x="61" y="69"/>
                  </a:cubicBezTo>
                  <a:cubicBezTo>
                    <a:pt x="55" y="62"/>
                    <a:pt x="49" y="53"/>
                    <a:pt x="42" y="41"/>
                  </a:cubicBezTo>
                  <a:cubicBezTo>
                    <a:pt x="35" y="30"/>
                    <a:pt x="31" y="20"/>
                    <a:pt x="29" y="14"/>
                  </a:cubicBezTo>
                  <a:cubicBezTo>
                    <a:pt x="28" y="9"/>
                    <a:pt x="26" y="7"/>
                    <a:pt x="25" y="6"/>
                  </a:cubicBezTo>
                  <a:cubicBezTo>
                    <a:pt x="23" y="5"/>
                    <a:pt x="22" y="5"/>
                    <a:pt x="21" y="5"/>
                  </a:cubicBezTo>
                  <a:cubicBezTo>
                    <a:pt x="19" y="5"/>
                    <a:pt x="17" y="5"/>
                    <a:pt x="16" y="6"/>
                  </a:cubicBezTo>
                  <a:cubicBezTo>
                    <a:pt x="14" y="7"/>
                    <a:pt x="13" y="8"/>
                    <a:pt x="13" y="9"/>
                  </a:cubicBezTo>
                  <a:cubicBezTo>
                    <a:pt x="12" y="11"/>
                    <a:pt x="12" y="13"/>
                    <a:pt x="12" y="16"/>
                  </a:cubicBezTo>
                  <a:cubicBezTo>
                    <a:pt x="12" y="22"/>
                    <a:pt x="10" y="33"/>
                    <a:pt x="7" y="49"/>
                  </a:cubicBezTo>
                  <a:cubicBezTo>
                    <a:pt x="2" y="69"/>
                    <a:pt x="2" y="69"/>
                    <a:pt x="2" y="69"/>
                  </a:cubicBezTo>
                  <a:cubicBezTo>
                    <a:pt x="2" y="70"/>
                    <a:pt x="2" y="70"/>
                    <a:pt x="2" y="70"/>
                  </a:cubicBezTo>
                  <a:cubicBezTo>
                    <a:pt x="1" y="76"/>
                    <a:pt x="0" y="80"/>
                    <a:pt x="0" y="83"/>
                  </a:cubicBezTo>
                  <a:cubicBezTo>
                    <a:pt x="0" y="87"/>
                    <a:pt x="1" y="90"/>
                    <a:pt x="2" y="91"/>
                  </a:cubicBezTo>
                  <a:cubicBezTo>
                    <a:pt x="3" y="93"/>
                    <a:pt x="5" y="93"/>
                    <a:pt x="7" y="93"/>
                  </a:cubicBezTo>
                  <a:cubicBezTo>
                    <a:pt x="9" y="93"/>
                    <a:pt x="11" y="92"/>
                    <a:pt x="12" y="91"/>
                  </a:cubicBezTo>
                  <a:cubicBezTo>
                    <a:pt x="14" y="89"/>
                    <a:pt x="15" y="86"/>
                    <a:pt x="15" y="81"/>
                  </a:cubicBezTo>
                  <a:cubicBezTo>
                    <a:pt x="16" y="78"/>
                    <a:pt x="16" y="75"/>
                    <a:pt x="16" y="73"/>
                  </a:cubicBezTo>
                  <a:cubicBezTo>
                    <a:pt x="17" y="68"/>
                    <a:pt x="17" y="68"/>
                    <a:pt x="17" y="68"/>
                  </a:cubicBezTo>
                  <a:cubicBezTo>
                    <a:pt x="19" y="50"/>
                    <a:pt x="21" y="38"/>
                    <a:pt x="22" y="33"/>
                  </a:cubicBezTo>
                  <a:cubicBezTo>
                    <a:pt x="31" y="49"/>
                    <a:pt x="40" y="63"/>
                    <a:pt x="50" y="76"/>
                  </a:cubicBezTo>
                  <a:cubicBezTo>
                    <a:pt x="51" y="77"/>
                    <a:pt x="52" y="79"/>
                    <a:pt x="54" y="82"/>
                  </a:cubicBezTo>
                  <a:cubicBezTo>
                    <a:pt x="55" y="85"/>
                    <a:pt x="57" y="86"/>
                    <a:pt x="58" y="88"/>
                  </a:cubicBezTo>
                  <a:cubicBezTo>
                    <a:pt x="59" y="89"/>
                    <a:pt x="60" y="90"/>
                    <a:pt x="60" y="90"/>
                  </a:cubicBezTo>
                  <a:cubicBezTo>
                    <a:pt x="61" y="90"/>
                    <a:pt x="62" y="90"/>
                    <a:pt x="64" y="90"/>
                  </a:cubicBezTo>
                  <a:cubicBezTo>
                    <a:pt x="66" y="90"/>
                    <a:pt x="68" y="90"/>
                    <a:pt x="70" y="89"/>
                  </a:cubicBezTo>
                  <a:cubicBezTo>
                    <a:pt x="71" y="88"/>
                    <a:pt x="72" y="87"/>
                    <a:pt x="73" y="86"/>
                  </a:cubicBezTo>
                  <a:cubicBezTo>
                    <a:pt x="73" y="85"/>
                    <a:pt x="73" y="83"/>
                    <a:pt x="73" y="81"/>
                  </a:cubicBezTo>
                  <a:cubicBezTo>
                    <a:pt x="73" y="79"/>
                    <a:pt x="73" y="79"/>
                    <a:pt x="73" y="79"/>
                  </a:cubicBezTo>
                  <a:cubicBezTo>
                    <a:pt x="73" y="77"/>
                    <a:pt x="74" y="68"/>
                    <a:pt x="77" y="54"/>
                  </a:cubicBezTo>
                  <a:cubicBezTo>
                    <a:pt x="79" y="40"/>
                    <a:pt x="82" y="28"/>
                    <a:pt x="84" y="19"/>
                  </a:cubicBezTo>
                  <a:cubicBezTo>
                    <a:pt x="85" y="15"/>
                    <a:pt x="86" y="12"/>
                    <a:pt x="86" y="9"/>
                  </a:cubicBezTo>
                  <a:cubicBezTo>
                    <a:pt x="86" y="7"/>
                    <a:pt x="85" y="4"/>
                    <a:pt x="84" y="3"/>
                  </a:cubicBezTo>
                  <a:cubicBezTo>
                    <a:pt x="83" y="1"/>
                    <a:pt x="81" y="0"/>
                    <a:pt x="80" y="0"/>
                  </a:cubicBezTo>
                  <a:cubicBezTo>
                    <a:pt x="78" y="0"/>
                    <a:pt x="76" y="1"/>
                    <a:pt x="7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113"/>
            <p:cNvSpPr>
              <a:spLocks noEditPoints="1"/>
            </p:cNvSpPr>
            <p:nvPr/>
          </p:nvSpPr>
          <p:spPr bwMode="auto">
            <a:xfrm>
              <a:off x="3324225" y="4284663"/>
              <a:ext cx="71438" cy="88900"/>
            </a:xfrm>
            <a:custGeom>
              <a:avLst/>
              <a:gdLst>
                <a:gd name="T0" fmla="*/ 17 w 56"/>
                <a:gd name="T1" fmla="*/ 47 h 70"/>
                <a:gd name="T2" fmla="*/ 42 w 56"/>
                <a:gd name="T3" fmla="*/ 34 h 70"/>
                <a:gd name="T4" fmla="*/ 52 w 56"/>
                <a:gd name="T5" fmla="*/ 14 h 70"/>
                <a:gd name="T6" fmla="*/ 48 w 56"/>
                <a:gd name="T7" fmla="*/ 4 h 70"/>
                <a:gd name="T8" fmla="*/ 37 w 56"/>
                <a:gd name="T9" fmla="*/ 0 h 70"/>
                <a:gd name="T10" fmla="*/ 12 w 56"/>
                <a:gd name="T11" fmla="*/ 14 h 70"/>
                <a:gd name="T12" fmla="*/ 0 w 56"/>
                <a:gd name="T13" fmla="*/ 46 h 70"/>
                <a:gd name="T14" fmla="*/ 6 w 56"/>
                <a:gd name="T15" fmla="*/ 63 h 70"/>
                <a:gd name="T16" fmla="*/ 22 w 56"/>
                <a:gd name="T17" fmla="*/ 70 h 70"/>
                <a:gd name="T18" fmla="*/ 46 w 56"/>
                <a:gd name="T19" fmla="*/ 61 h 70"/>
                <a:gd name="T20" fmla="*/ 56 w 56"/>
                <a:gd name="T21" fmla="*/ 46 h 70"/>
                <a:gd name="T22" fmla="*/ 52 w 56"/>
                <a:gd name="T23" fmla="*/ 42 h 70"/>
                <a:gd name="T24" fmla="*/ 48 w 56"/>
                <a:gd name="T25" fmla="*/ 45 h 70"/>
                <a:gd name="T26" fmla="*/ 24 w 56"/>
                <a:gd name="T27" fmla="*/ 57 h 70"/>
                <a:gd name="T28" fmla="*/ 17 w 56"/>
                <a:gd name="T29" fmla="*/ 54 h 70"/>
                <a:gd name="T30" fmla="*/ 15 w 56"/>
                <a:gd name="T31" fmla="*/ 49 h 70"/>
                <a:gd name="T32" fmla="*/ 17 w 56"/>
                <a:gd name="T33" fmla="*/ 47 h 70"/>
                <a:gd name="T34" fmla="*/ 24 w 56"/>
                <a:gd name="T35" fmla="*/ 19 h 70"/>
                <a:gd name="T36" fmla="*/ 36 w 56"/>
                <a:gd name="T37" fmla="*/ 12 h 70"/>
                <a:gd name="T38" fmla="*/ 39 w 56"/>
                <a:gd name="T39" fmla="*/ 13 h 70"/>
                <a:gd name="T40" fmla="*/ 40 w 56"/>
                <a:gd name="T41" fmla="*/ 16 h 70"/>
                <a:gd name="T42" fmla="*/ 33 w 56"/>
                <a:gd name="T43" fmla="*/ 28 h 70"/>
                <a:gd name="T44" fmla="*/ 16 w 56"/>
                <a:gd name="T45" fmla="*/ 36 h 70"/>
                <a:gd name="T46" fmla="*/ 24 w 56"/>
                <a:gd name="T47" fmla="*/ 1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6" h="70">
                  <a:moveTo>
                    <a:pt x="17" y="47"/>
                  </a:moveTo>
                  <a:cubicBezTo>
                    <a:pt x="27" y="44"/>
                    <a:pt x="36" y="40"/>
                    <a:pt x="42" y="34"/>
                  </a:cubicBezTo>
                  <a:cubicBezTo>
                    <a:pt x="49" y="28"/>
                    <a:pt x="52" y="21"/>
                    <a:pt x="52" y="14"/>
                  </a:cubicBezTo>
                  <a:cubicBezTo>
                    <a:pt x="52" y="10"/>
                    <a:pt x="51" y="7"/>
                    <a:pt x="48" y="4"/>
                  </a:cubicBezTo>
                  <a:cubicBezTo>
                    <a:pt x="45" y="1"/>
                    <a:pt x="42" y="0"/>
                    <a:pt x="37" y="0"/>
                  </a:cubicBezTo>
                  <a:cubicBezTo>
                    <a:pt x="28" y="0"/>
                    <a:pt x="20" y="5"/>
                    <a:pt x="12" y="14"/>
                  </a:cubicBezTo>
                  <a:cubicBezTo>
                    <a:pt x="4" y="24"/>
                    <a:pt x="0" y="35"/>
                    <a:pt x="0" y="46"/>
                  </a:cubicBezTo>
                  <a:cubicBezTo>
                    <a:pt x="0" y="53"/>
                    <a:pt x="2" y="59"/>
                    <a:pt x="6" y="63"/>
                  </a:cubicBezTo>
                  <a:cubicBezTo>
                    <a:pt x="10" y="68"/>
                    <a:pt x="15" y="70"/>
                    <a:pt x="22" y="70"/>
                  </a:cubicBezTo>
                  <a:cubicBezTo>
                    <a:pt x="31" y="70"/>
                    <a:pt x="39" y="67"/>
                    <a:pt x="46" y="61"/>
                  </a:cubicBezTo>
                  <a:cubicBezTo>
                    <a:pt x="53" y="55"/>
                    <a:pt x="56" y="50"/>
                    <a:pt x="56" y="46"/>
                  </a:cubicBezTo>
                  <a:cubicBezTo>
                    <a:pt x="56" y="44"/>
                    <a:pt x="55" y="42"/>
                    <a:pt x="52" y="42"/>
                  </a:cubicBezTo>
                  <a:cubicBezTo>
                    <a:pt x="51" y="42"/>
                    <a:pt x="49" y="43"/>
                    <a:pt x="48" y="45"/>
                  </a:cubicBezTo>
                  <a:cubicBezTo>
                    <a:pt x="40" y="53"/>
                    <a:pt x="32" y="57"/>
                    <a:pt x="24" y="57"/>
                  </a:cubicBezTo>
                  <a:cubicBezTo>
                    <a:pt x="21" y="57"/>
                    <a:pt x="19" y="56"/>
                    <a:pt x="17" y="54"/>
                  </a:cubicBezTo>
                  <a:cubicBezTo>
                    <a:pt x="16" y="53"/>
                    <a:pt x="15" y="51"/>
                    <a:pt x="15" y="49"/>
                  </a:cubicBezTo>
                  <a:cubicBezTo>
                    <a:pt x="15" y="48"/>
                    <a:pt x="15" y="47"/>
                    <a:pt x="17" y="47"/>
                  </a:cubicBezTo>
                  <a:close/>
                  <a:moveTo>
                    <a:pt x="24" y="19"/>
                  </a:moveTo>
                  <a:cubicBezTo>
                    <a:pt x="28" y="14"/>
                    <a:pt x="32" y="12"/>
                    <a:pt x="36" y="12"/>
                  </a:cubicBezTo>
                  <a:cubicBezTo>
                    <a:pt x="37" y="12"/>
                    <a:pt x="38" y="12"/>
                    <a:pt x="39" y="13"/>
                  </a:cubicBezTo>
                  <a:cubicBezTo>
                    <a:pt x="39" y="14"/>
                    <a:pt x="40" y="15"/>
                    <a:pt x="40" y="16"/>
                  </a:cubicBezTo>
                  <a:cubicBezTo>
                    <a:pt x="40" y="20"/>
                    <a:pt x="37" y="24"/>
                    <a:pt x="33" y="28"/>
                  </a:cubicBezTo>
                  <a:cubicBezTo>
                    <a:pt x="28" y="32"/>
                    <a:pt x="22" y="34"/>
                    <a:pt x="16" y="36"/>
                  </a:cubicBezTo>
                  <a:cubicBezTo>
                    <a:pt x="17" y="30"/>
                    <a:pt x="20" y="25"/>
                    <a:pt x="24"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114"/>
            <p:cNvSpPr>
              <a:spLocks/>
            </p:cNvSpPr>
            <p:nvPr/>
          </p:nvSpPr>
          <p:spPr bwMode="auto">
            <a:xfrm>
              <a:off x="3411538" y="4289425"/>
              <a:ext cx="74613" cy="84138"/>
            </a:xfrm>
            <a:custGeom>
              <a:avLst/>
              <a:gdLst>
                <a:gd name="T0" fmla="*/ 16 w 60"/>
                <a:gd name="T1" fmla="*/ 18 h 67"/>
                <a:gd name="T2" fmla="*/ 19 w 60"/>
                <a:gd name="T3" fmla="*/ 6 h 67"/>
                <a:gd name="T4" fmla="*/ 17 w 60"/>
                <a:gd name="T5" fmla="*/ 2 h 67"/>
                <a:gd name="T6" fmla="*/ 12 w 60"/>
                <a:gd name="T7" fmla="*/ 0 h 67"/>
                <a:gd name="T8" fmla="*/ 7 w 60"/>
                <a:gd name="T9" fmla="*/ 2 h 67"/>
                <a:gd name="T10" fmla="*/ 3 w 60"/>
                <a:gd name="T11" fmla="*/ 6 h 67"/>
                <a:gd name="T12" fmla="*/ 2 w 60"/>
                <a:gd name="T13" fmla="*/ 14 h 67"/>
                <a:gd name="T14" fmla="*/ 2 w 60"/>
                <a:gd name="T15" fmla="*/ 18 h 67"/>
                <a:gd name="T16" fmla="*/ 0 w 60"/>
                <a:gd name="T17" fmla="*/ 35 h 67"/>
                <a:gd name="T18" fmla="*/ 0 w 60"/>
                <a:gd name="T19" fmla="*/ 47 h 67"/>
                <a:gd name="T20" fmla="*/ 2 w 60"/>
                <a:gd name="T21" fmla="*/ 63 h 67"/>
                <a:gd name="T22" fmla="*/ 8 w 60"/>
                <a:gd name="T23" fmla="*/ 67 h 67"/>
                <a:gd name="T24" fmla="*/ 14 w 60"/>
                <a:gd name="T25" fmla="*/ 65 h 67"/>
                <a:gd name="T26" fmla="*/ 17 w 60"/>
                <a:gd name="T27" fmla="*/ 58 h 67"/>
                <a:gd name="T28" fmla="*/ 29 w 60"/>
                <a:gd name="T29" fmla="*/ 27 h 67"/>
                <a:gd name="T30" fmla="*/ 44 w 60"/>
                <a:gd name="T31" fmla="*/ 13 h 67"/>
                <a:gd name="T32" fmla="*/ 48 w 60"/>
                <a:gd name="T33" fmla="*/ 15 h 67"/>
                <a:gd name="T34" fmla="*/ 55 w 60"/>
                <a:gd name="T35" fmla="*/ 18 h 67"/>
                <a:gd name="T36" fmla="*/ 58 w 60"/>
                <a:gd name="T37" fmla="*/ 16 h 67"/>
                <a:gd name="T38" fmla="*/ 60 w 60"/>
                <a:gd name="T39" fmla="*/ 11 h 67"/>
                <a:gd name="T40" fmla="*/ 56 w 60"/>
                <a:gd name="T41" fmla="*/ 3 h 67"/>
                <a:gd name="T42" fmla="*/ 46 w 60"/>
                <a:gd name="T43" fmla="*/ 0 h 67"/>
                <a:gd name="T44" fmla="*/ 29 w 60"/>
                <a:gd name="T45" fmla="*/ 9 h 67"/>
                <a:gd name="T46" fmla="*/ 14 w 60"/>
                <a:gd name="T47" fmla="*/ 32 h 67"/>
                <a:gd name="T48" fmla="*/ 13 w 60"/>
                <a:gd name="T49" fmla="*/ 34 h 67"/>
                <a:gd name="T50" fmla="*/ 14 w 60"/>
                <a:gd name="T51" fmla="*/ 25 h 67"/>
                <a:gd name="T52" fmla="*/ 16 w 60"/>
                <a:gd name="T53" fmla="*/ 1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0" h="67">
                  <a:moveTo>
                    <a:pt x="16" y="18"/>
                  </a:moveTo>
                  <a:cubicBezTo>
                    <a:pt x="18" y="12"/>
                    <a:pt x="19" y="8"/>
                    <a:pt x="19" y="6"/>
                  </a:cubicBezTo>
                  <a:cubicBezTo>
                    <a:pt x="19" y="5"/>
                    <a:pt x="18" y="3"/>
                    <a:pt x="17" y="2"/>
                  </a:cubicBezTo>
                  <a:cubicBezTo>
                    <a:pt x="16" y="1"/>
                    <a:pt x="14" y="0"/>
                    <a:pt x="12" y="0"/>
                  </a:cubicBezTo>
                  <a:cubicBezTo>
                    <a:pt x="10" y="0"/>
                    <a:pt x="8" y="1"/>
                    <a:pt x="7" y="2"/>
                  </a:cubicBezTo>
                  <a:cubicBezTo>
                    <a:pt x="5" y="3"/>
                    <a:pt x="4" y="5"/>
                    <a:pt x="3" y="6"/>
                  </a:cubicBezTo>
                  <a:cubicBezTo>
                    <a:pt x="3" y="8"/>
                    <a:pt x="2" y="10"/>
                    <a:pt x="2" y="14"/>
                  </a:cubicBezTo>
                  <a:cubicBezTo>
                    <a:pt x="2" y="15"/>
                    <a:pt x="2" y="17"/>
                    <a:pt x="2" y="18"/>
                  </a:cubicBezTo>
                  <a:cubicBezTo>
                    <a:pt x="1" y="25"/>
                    <a:pt x="0" y="31"/>
                    <a:pt x="0" y="35"/>
                  </a:cubicBezTo>
                  <a:cubicBezTo>
                    <a:pt x="0" y="40"/>
                    <a:pt x="0" y="44"/>
                    <a:pt x="0" y="47"/>
                  </a:cubicBezTo>
                  <a:cubicBezTo>
                    <a:pt x="0" y="54"/>
                    <a:pt x="1" y="59"/>
                    <a:pt x="2" y="63"/>
                  </a:cubicBezTo>
                  <a:cubicBezTo>
                    <a:pt x="3" y="66"/>
                    <a:pt x="5" y="67"/>
                    <a:pt x="8" y="67"/>
                  </a:cubicBezTo>
                  <a:cubicBezTo>
                    <a:pt x="10" y="67"/>
                    <a:pt x="12" y="67"/>
                    <a:pt x="14" y="65"/>
                  </a:cubicBezTo>
                  <a:cubicBezTo>
                    <a:pt x="15" y="64"/>
                    <a:pt x="16" y="62"/>
                    <a:pt x="17" y="58"/>
                  </a:cubicBezTo>
                  <a:cubicBezTo>
                    <a:pt x="18" y="47"/>
                    <a:pt x="22" y="36"/>
                    <a:pt x="29" y="27"/>
                  </a:cubicBezTo>
                  <a:cubicBezTo>
                    <a:pt x="36" y="18"/>
                    <a:pt x="41" y="13"/>
                    <a:pt x="44" y="13"/>
                  </a:cubicBezTo>
                  <a:cubicBezTo>
                    <a:pt x="45" y="13"/>
                    <a:pt x="46" y="14"/>
                    <a:pt x="48" y="15"/>
                  </a:cubicBezTo>
                  <a:cubicBezTo>
                    <a:pt x="50" y="17"/>
                    <a:pt x="52" y="18"/>
                    <a:pt x="55" y="18"/>
                  </a:cubicBezTo>
                  <a:cubicBezTo>
                    <a:pt x="56" y="18"/>
                    <a:pt x="57" y="17"/>
                    <a:pt x="58" y="16"/>
                  </a:cubicBezTo>
                  <a:cubicBezTo>
                    <a:pt x="59" y="15"/>
                    <a:pt x="60" y="13"/>
                    <a:pt x="60" y="11"/>
                  </a:cubicBezTo>
                  <a:cubicBezTo>
                    <a:pt x="60" y="8"/>
                    <a:pt x="58" y="5"/>
                    <a:pt x="56" y="3"/>
                  </a:cubicBezTo>
                  <a:cubicBezTo>
                    <a:pt x="53" y="1"/>
                    <a:pt x="50" y="0"/>
                    <a:pt x="46" y="0"/>
                  </a:cubicBezTo>
                  <a:cubicBezTo>
                    <a:pt x="40" y="0"/>
                    <a:pt x="35" y="3"/>
                    <a:pt x="29" y="9"/>
                  </a:cubicBezTo>
                  <a:cubicBezTo>
                    <a:pt x="24" y="15"/>
                    <a:pt x="19" y="23"/>
                    <a:pt x="14" y="32"/>
                  </a:cubicBezTo>
                  <a:cubicBezTo>
                    <a:pt x="13" y="34"/>
                    <a:pt x="13" y="34"/>
                    <a:pt x="13" y="34"/>
                  </a:cubicBezTo>
                  <a:cubicBezTo>
                    <a:pt x="14" y="25"/>
                    <a:pt x="14" y="25"/>
                    <a:pt x="14" y="25"/>
                  </a:cubicBezTo>
                  <a:cubicBezTo>
                    <a:pt x="15" y="22"/>
                    <a:pt x="15" y="20"/>
                    <a:pt x="16"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115"/>
            <p:cNvSpPr>
              <a:spLocks/>
            </p:cNvSpPr>
            <p:nvPr/>
          </p:nvSpPr>
          <p:spPr bwMode="auto">
            <a:xfrm>
              <a:off x="3489325" y="4287838"/>
              <a:ext cx="87313" cy="87313"/>
            </a:xfrm>
            <a:custGeom>
              <a:avLst/>
              <a:gdLst>
                <a:gd name="T0" fmla="*/ 67 w 69"/>
                <a:gd name="T1" fmla="*/ 2 h 69"/>
                <a:gd name="T2" fmla="*/ 62 w 69"/>
                <a:gd name="T3" fmla="*/ 0 h 69"/>
                <a:gd name="T4" fmla="*/ 56 w 69"/>
                <a:gd name="T5" fmla="*/ 1 h 69"/>
                <a:gd name="T6" fmla="*/ 48 w 69"/>
                <a:gd name="T7" fmla="*/ 10 h 69"/>
                <a:gd name="T8" fmla="*/ 35 w 69"/>
                <a:gd name="T9" fmla="*/ 29 h 69"/>
                <a:gd name="T10" fmla="*/ 27 w 69"/>
                <a:gd name="T11" fmla="*/ 43 h 69"/>
                <a:gd name="T12" fmla="*/ 24 w 69"/>
                <a:gd name="T13" fmla="*/ 48 h 69"/>
                <a:gd name="T14" fmla="*/ 23 w 69"/>
                <a:gd name="T15" fmla="*/ 44 h 69"/>
                <a:gd name="T16" fmla="*/ 21 w 69"/>
                <a:gd name="T17" fmla="*/ 37 h 69"/>
                <a:gd name="T18" fmla="*/ 17 w 69"/>
                <a:gd name="T19" fmla="*/ 27 h 69"/>
                <a:gd name="T20" fmla="*/ 16 w 69"/>
                <a:gd name="T21" fmla="*/ 18 h 69"/>
                <a:gd name="T22" fmla="*/ 15 w 69"/>
                <a:gd name="T23" fmla="*/ 10 h 69"/>
                <a:gd name="T24" fmla="*/ 8 w 69"/>
                <a:gd name="T25" fmla="*/ 1 h 69"/>
                <a:gd name="T26" fmla="*/ 0 w 69"/>
                <a:gd name="T27" fmla="*/ 11 h 69"/>
                <a:gd name="T28" fmla="*/ 10 w 69"/>
                <a:gd name="T29" fmla="*/ 47 h 69"/>
                <a:gd name="T30" fmla="*/ 14 w 69"/>
                <a:gd name="T31" fmla="*/ 64 h 69"/>
                <a:gd name="T32" fmla="*/ 22 w 69"/>
                <a:gd name="T33" fmla="*/ 69 h 69"/>
                <a:gd name="T34" fmla="*/ 32 w 69"/>
                <a:gd name="T35" fmla="*/ 59 h 69"/>
                <a:gd name="T36" fmla="*/ 50 w 69"/>
                <a:gd name="T37" fmla="*/ 29 h 69"/>
                <a:gd name="T38" fmla="*/ 64 w 69"/>
                <a:gd name="T39" fmla="*/ 14 h 69"/>
                <a:gd name="T40" fmla="*/ 69 w 69"/>
                <a:gd name="T41" fmla="*/ 7 h 69"/>
                <a:gd name="T42" fmla="*/ 67 w 69"/>
                <a:gd name="T43" fmla="*/ 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9" h="69">
                  <a:moveTo>
                    <a:pt x="67" y="2"/>
                  </a:moveTo>
                  <a:cubicBezTo>
                    <a:pt x="65" y="0"/>
                    <a:pt x="64" y="0"/>
                    <a:pt x="62" y="0"/>
                  </a:cubicBezTo>
                  <a:cubicBezTo>
                    <a:pt x="60" y="0"/>
                    <a:pt x="58" y="0"/>
                    <a:pt x="56" y="1"/>
                  </a:cubicBezTo>
                  <a:cubicBezTo>
                    <a:pt x="54" y="2"/>
                    <a:pt x="51" y="5"/>
                    <a:pt x="48" y="10"/>
                  </a:cubicBezTo>
                  <a:cubicBezTo>
                    <a:pt x="44" y="15"/>
                    <a:pt x="40" y="21"/>
                    <a:pt x="35" y="29"/>
                  </a:cubicBezTo>
                  <a:cubicBezTo>
                    <a:pt x="30" y="37"/>
                    <a:pt x="27" y="41"/>
                    <a:pt x="27" y="43"/>
                  </a:cubicBezTo>
                  <a:cubicBezTo>
                    <a:pt x="25" y="46"/>
                    <a:pt x="24" y="47"/>
                    <a:pt x="24" y="48"/>
                  </a:cubicBezTo>
                  <a:cubicBezTo>
                    <a:pt x="24" y="47"/>
                    <a:pt x="23" y="46"/>
                    <a:pt x="23" y="44"/>
                  </a:cubicBezTo>
                  <a:cubicBezTo>
                    <a:pt x="22" y="41"/>
                    <a:pt x="21" y="39"/>
                    <a:pt x="21" y="37"/>
                  </a:cubicBezTo>
                  <a:cubicBezTo>
                    <a:pt x="20" y="34"/>
                    <a:pt x="19" y="31"/>
                    <a:pt x="17" y="27"/>
                  </a:cubicBezTo>
                  <a:cubicBezTo>
                    <a:pt x="16" y="22"/>
                    <a:pt x="16" y="20"/>
                    <a:pt x="16" y="18"/>
                  </a:cubicBezTo>
                  <a:cubicBezTo>
                    <a:pt x="15" y="16"/>
                    <a:pt x="15" y="14"/>
                    <a:pt x="15" y="10"/>
                  </a:cubicBezTo>
                  <a:cubicBezTo>
                    <a:pt x="15" y="4"/>
                    <a:pt x="13" y="1"/>
                    <a:pt x="8" y="1"/>
                  </a:cubicBezTo>
                  <a:cubicBezTo>
                    <a:pt x="3" y="1"/>
                    <a:pt x="0" y="4"/>
                    <a:pt x="0" y="11"/>
                  </a:cubicBezTo>
                  <a:cubicBezTo>
                    <a:pt x="0" y="18"/>
                    <a:pt x="3" y="30"/>
                    <a:pt x="10" y="47"/>
                  </a:cubicBezTo>
                  <a:cubicBezTo>
                    <a:pt x="13" y="56"/>
                    <a:pt x="15" y="62"/>
                    <a:pt x="14" y="64"/>
                  </a:cubicBezTo>
                  <a:cubicBezTo>
                    <a:pt x="17" y="68"/>
                    <a:pt x="20" y="69"/>
                    <a:pt x="22" y="69"/>
                  </a:cubicBezTo>
                  <a:cubicBezTo>
                    <a:pt x="25" y="69"/>
                    <a:pt x="28" y="66"/>
                    <a:pt x="32" y="59"/>
                  </a:cubicBezTo>
                  <a:cubicBezTo>
                    <a:pt x="39" y="47"/>
                    <a:pt x="45" y="37"/>
                    <a:pt x="50" y="29"/>
                  </a:cubicBezTo>
                  <a:cubicBezTo>
                    <a:pt x="56" y="21"/>
                    <a:pt x="60" y="16"/>
                    <a:pt x="64" y="14"/>
                  </a:cubicBezTo>
                  <a:cubicBezTo>
                    <a:pt x="67" y="11"/>
                    <a:pt x="69" y="9"/>
                    <a:pt x="69" y="7"/>
                  </a:cubicBezTo>
                  <a:cubicBezTo>
                    <a:pt x="69" y="5"/>
                    <a:pt x="68" y="3"/>
                    <a:pt x="6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116"/>
            <p:cNvSpPr>
              <a:spLocks noEditPoints="1"/>
            </p:cNvSpPr>
            <p:nvPr/>
          </p:nvSpPr>
          <p:spPr bwMode="auto">
            <a:xfrm>
              <a:off x="3576638" y="4287838"/>
              <a:ext cx="74613" cy="85725"/>
            </a:xfrm>
            <a:custGeom>
              <a:avLst/>
              <a:gdLst>
                <a:gd name="T0" fmla="*/ 36 w 59"/>
                <a:gd name="T1" fmla="*/ 0 h 68"/>
                <a:gd name="T2" fmla="*/ 10 w 59"/>
                <a:gd name="T3" fmla="*/ 15 h 68"/>
                <a:gd name="T4" fmla="*/ 0 w 59"/>
                <a:gd name="T5" fmla="*/ 45 h 68"/>
                <a:gd name="T6" fmla="*/ 5 w 59"/>
                <a:gd name="T7" fmla="*/ 61 h 68"/>
                <a:gd name="T8" fmla="*/ 20 w 59"/>
                <a:gd name="T9" fmla="*/ 68 h 68"/>
                <a:gd name="T10" fmla="*/ 42 w 59"/>
                <a:gd name="T11" fmla="*/ 58 h 68"/>
                <a:gd name="T12" fmla="*/ 58 w 59"/>
                <a:gd name="T13" fmla="*/ 35 h 68"/>
                <a:gd name="T14" fmla="*/ 58 w 59"/>
                <a:gd name="T15" fmla="*/ 35 h 68"/>
                <a:gd name="T16" fmla="*/ 59 w 59"/>
                <a:gd name="T17" fmla="*/ 26 h 68"/>
                <a:gd name="T18" fmla="*/ 52 w 59"/>
                <a:gd name="T19" fmla="*/ 8 h 68"/>
                <a:gd name="T20" fmla="*/ 36 w 59"/>
                <a:gd name="T21" fmla="*/ 0 h 68"/>
                <a:gd name="T22" fmla="*/ 36 w 59"/>
                <a:gd name="T23" fmla="*/ 46 h 68"/>
                <a:gd name="T24" fmla="*/ 21 w 59"/>
                <a:gd name="T25" fmla="*/ 55 h 68"/>
                <a:gd name="T26" fmla="*/ 16 w 59"/>
                <a:gd name="T27" fmla="*/ 52 h 68"/>
                <a:gd name="T28" fmla="*/ 14 w 59"/>
                <a:gd name="T29" fmla="*/ 44 h 68"/>
                <a:gd name="T30" fmla="*/ 18 w 59"/>
                <a:gd name="T31" fmla="*/ 28 h 68"/>
                <a:gd name="T32" fmla="*/ 27 w 59"/>
                <a:gd name="T33" fmla="*/ 16 h 68"/>
                <a:gd name="T34" fmla="*/ 27 w 59"/>
                <a:gd name="T35" fmla="*/ 16 h 68"/>
                <a:gd name="T36" fmla="*/ 35 w 59"/>
                <a:gd name="T37" fmla="*/ 13 h 68"/>
                <a:gd name="T38" fmla="*/ 42 w 59"/>
                <a:gd name="T39" fmla="*/ 17 h 68"/>
                <a:gd name="T40" fmla="*/ 44 w 59"/>
                <a:gd name="T41" fmla="*/ 27 h 68"/>
                <a:gd name="T42" fmla="*/ 36 w 59"/>
                <a:gd name="T43" fmla="*/ 46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9" h="68">
                  <a:moveTo>
                    <a:pt x="36" y="0"/>
                  </a:moveTo>
                  <a:cubicBezTo>
                    <a:pt x="26" y="0"/>
                    <a:pt x="17" y="5"/>
                    <a:pt x="10" y="15"/>
                  </a:cubicBezTo>
                  <a:cubicBezTo>
                    <a:pt x="3" y="25"/>
                    <a:pt x="0" y="35"/>
                    <a:pt x="0" y="45"/>
                  </a:cubicBezTo>
                  <a:cubicBezTo>
                    <a:pt x="0" y="52"/>
                    <a:pt x="2" y="57"/>
                    <a:pt x="5" y="61"/>
                  </a:cubicBezTo>
                  <a:cubicBezTo>
                    <a:pt x="9" y="66"/>
                    <a:pt x="14" y="68"/>
                    <a:pt x="20" y="68"/>
                  </a:cubicBezTo>
                  <a:cubicBezTo>
                    <a:pt x="27" y="68"/>
                    <a:pt x="35" y="65"/>
                    <a:pt x="42" y="58"/>
                  </a:cubicBezTo>
                  <a:cubicBezTo>
                    <a:pt x="50" y="52"/>
                    <a:pt x="55" y="44"/>
                    <a:pt x="58" y="35"/>
                  </a:cubicBezTo>
                  <a:cubicBezTo>
                    <a:pt x="58" y="35"/>
                    <a:pt x="58" y="35"/>
                    <a:pt x="58" y="35"/>
                  </a:cubicBezTo>
                  <a:cubicBezTo>
                    <a:pt x="58" y="32"/>
                    <a:pt x="59" y="29"/>
                    <a:pt x="59" y="26"/>
                  </a:cubicBezTo>
                  <a:cubicBezTo>
                    <a:pt x="59" y="19"/>
                    <a:pt x="57" y="13"/>
                    <a:pt x="52" y="8"/>
                  </a:cubicBezTo>
                  <a:cubicBezTo>
                    <a:pt x="48" y="3"/>
                    <a:pt x="43" y="0"/>
                    <a:pt x="36" y="0"/>
                  </a:cubicBezTo>
                  <a:close/>
                  <a:moveTo>
                    <a:pt x="36" y="46"/>
                  </a:moveTo>
                  <a:cubicBezTo>
                    <a:pt x="31" y="52"/>
                    <a:pt x="26" y="55"/>
                    <a:pt x="21" y="55"/>
                  </a:cubicBezTo>
                  <a:cubicBezTo>
                    <a:pt x="19" y="55"/>
                    <a:pt x="17" y="54"/>
                    <a:pt x="16" y="52"/>
                  </a:cubicBezTo>
                  <a:cubicBezTo>
                    <a:pt x="15" y="50"/>
                    <a:pt x="14" y="47"/>
                    <a:pt x="14" y="44"/>
                  </a:cubicBezTo>
                  <a:cubicBezTo>
                    <a:pt x="14" y="38"/>
                    <a:pt x="16" y="33"/>
                    <a:pt x="18" y="28"/>
                  </a:cubicBezTo>
                  <a:cubicBezTo>
                    <a:pt x="21" y="22"/>
                    <a:pt x="24" y="18"/>
                    <a:pt x="27" y="16"/>
                  </a:cubicBezTo>
                  <a:cubicBezTo>
                    <a:pt x="27" y="16"/>
                    <a:pt x="27" y="16"/>
                    <a:pt x="27" y="16"/>
                  </a:cubicBezTo>
                  <a:cubicBezTo>
                    <a:pt x="29" y="14"/>
                    <a:pt x="32" y="13"/>
                    <a:pt x="35" y="13"/>
                  </a:cubicBezTo>
                  <a:cubicBezTo>
                    <a:pt x="38" y="13"/>
                    <a:pt x="40" y="14"/>
                    <a:pt x="42" y="17"/>
                  </a:cubicBezTo>
                  <a:cubicBezTo>
                    <a:pt x="44" y="19"/>
                    <a:pt x="44" y="23"/>
                    <a:pt x="44" y="27"/>
                  </a:cubicBezTo>
                  <a:cubicBezTo>
                    <a:pt x="44" y="34"/>
                    <a:pt x="42" y="41"/>
                    <a:pt x="36"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117"/>
            <p:cNvSpPr>
              <a:spLocks/>
            </p:cNvSpPr>
            <p:nvPr/>
          </p:nvSpPr>
          <p:spPr bwMode="auto">
            <a:xfrm>
              <a:off x="3665538" y="4291013"/>
              <a:ext cx="76200" cy="82550"/>
            </a:xfrm>
            <a:custGeom>
              <a:avLst/>
              <a:gdLst>
                <a:gd name="T0" fmla="*/ 59 w 61"/>
                <a:gd name="T1" fmla="*/ 57 h 66"/>
                <a:gd name="T2" fmla="*/ 54 w 61"/>
                <a:gd name="T3" fmla="*/ 38 h 66"/>
                <a:gd name="T4" fmla="*/ 57 w 61"/>
                <a:gd name="T5" fmla="*/ 15 h 66"/>
                <a:gd name="T6" fmla="*/ 58 w 61"/>
                <a:gd name="T7" fmla="*/ 11 h 66"/>
                <a:gd name="T8" fmla="*/ 52 w 61"/>
                <a:gd name="T9" fmla="*/ 4 h 66"/>
                <a:gd name="T10" fmla="*/ 46 w 61"/>
                <a:gd name="T11" fmla="*/ 7 h 66"/>
                <a:gd name="T12" fmla="*/ 42 w 61"/>
                <a:gd name="T13" fmla="*/ 20 h 66"/>
                <a:gd name="T14" fmla="*/ 30 w 61"/>
                <a:gd name="T15" fmla="*/ 41 h 66"/>
                <a:gd name="T16" fmla="*/ 16 w 61"/>
                <a:gd name="T17" fmla="*/ 51 h 66"/>
                <a:gd name="T18" fmla="*/ 13 w 61"/>
                <a:gd name="T19" fmla="*/ 43 h 66"/>
                <a:gd name="T20" fmla="*/ 15 w 61"/>
                <a:gd name="T21" fmla="*/ 32 h 66"/>
                <a:gd name="T22" fmla="*/ 18 w 61"/>
                <a:gd name="T23" fmla="*/ 19 h 66"/>
                <a:gd name="T24" fmla="*/ 21 w 61"/>
                <a:gd name="T25" fmla="*/ 6 h 66"/>
                <a:gd name="T26" fmla="*/ 19 w 61"/>
                <a:gd name="T27" fmla="*/ 2 h 66"/>
                <a:gd name="T28" fmla="*/ 14 w 61"/>
                <a:gd name="T29" fmla="*/ 0 h 66"/>
                <a:gd name="T30" fmla="*/ 6 w 61"/>
                <a:gd name="T31" fmla="*/ 5 h 66"/>
                <a:gd name="T32" fmla="*/ 3 w 61"/>
                <a:gd name="T33" fmla="*/ 23 h 66"/>
                <a:gd name="T34" fmla="*/ 0 w 61"/>
                <a:gd name="T35" fmla="*/ 44 h 66"/>
                <a:gd name="T36" fmla="*/ 4 w 61"/>
                <a:gd name="T37" fmla="*/ 59 h 66"/>
                <a:gd name="T38" fmla="*/ 14 w 61"/>
                <a:gd name="T39" fmla="*/ 64 h 66"/>
                <a:gd name="T40" fmla="*/ 29 w 61"/>
                <a:gd name="T41" fmla="*/ 58 h 66"/>
                <a:gd name="T42" fmla="*/ 42 w 61"/>
                <a:gd name="T43" fmla="*/ 41 h 66"/>
                <a:gd name="T44" fmla="*/ 45 w 61"/>
                <a:gd name="T45" fmla="*/ 59 h 66"/>
                <a:gd name="T46" fmla="*/ 52 w 61"/>
                <a:gd name="T47" fmla="*/ 66 h 66"/>
                <a:gd name="T48" fmla="*/ 58 w 61"/>
                <a:gd name="T49" fmla="*/ 64 h 66"/>
                <a:gd name="T50" fmla="*/ 61 w 61"/>
                <a:gd name="T51" fmla="*/ 60 h 66"/>
                <a:gd name="T52" fmla="*/ 59 w 61"/>
                <a:gd name="T53" fmla="*/ 57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66">
                  <a:moveTo>
                    <a:pt x="59" y="57"/>
                  </a:moveTo>
                  <a:cubicBezTo>
                    <a:pt x="56" y="55"/>
                    <a:pt x="54" y="49"/>
                    <a:pt x="54" y="38"/>
                  </a:cubicBezTo>
                  <a:cubicBezTo>
                    <a:pt x="54" y="30"/>
                    <a:pt x="55" y="22"/>
                    <a:pt x="57" y="15"/>
                  </a:cubicBezTo>
                  <a:cubicBezTo>
                    <a:pt x="58" y="13"/>
                    <a:pt x="58" y="11"/>
                    <a:pt x="58" y="11"/>
                  </a:cubicBezTo>
                  <a:cubicBezTo>
                    <a:pt x="58" y="6"/>
                    <a:pt x="56" y="4"/>
                    <a:pt x="52" y="4"/>
                  </a:cubicBezTo>
                  <a:cubicBezTo>
                    <a:pt x="50" y="4"/>
                    <a:pt x="48" y="5"/>
                    <a:pt x="46" y="7"/>
                  </a:cubicBezTo>
                  <a:cubicBezTo>
                    <a:pt x="45" y="9"/>
                    <a:pt x="43" y="13"/>
                    <a:pt x="42" y="20"/>
                  </a:cubicBezTo>
                  <a:cubicBezTo>
                    <a:pt x="40" y="27"/>
                    <a:pt x="36" y="34"/>
                    <a:pt x="30" y="41"/>
                  </a:cubicBezTo>
                  <a:cubicBezTo>
                    <a:pt x="24" y="47"/>
                    <a:pt x="19" y="51"/>
                    <a:pt x="16" y="51"/>
                  </a:cubicBezTo>
                  <a:cubicBezTo>
                    <a:pt x="14" y="51"/>
                    <a:pt x="13" y="48"/>
                    <a:pt x="13" y="43"/>
                  </a:cubicBezTo>
                  <a:cubicBezTo>
                    <a:pt x="13" y="41"/>
                    <a:pt x="13" y="37"/>
                    <a:pt x="15" y="32"/>
                  </a:cubicBezTo>
                  <a:cubicBezTo>
                    <a:pt x="16" y="26"/>
                    <a:pt x="17" y="22"/>
                    <a:pt x="18" y="19"/>
                  </a:cubicBezTo>
                  <a:cubicBezTo>
                    <a:pt x="20" y="13"/>
                    <a:pt x="21" y="9"/>
                    <a:pt x="21" y="6"/>
                  </a:cubicBezTo>
                  <a:cubicBezTo>
                    <a:pt x="21" y="5"/>
                    <a:pt x="21" y="3"/>
                    <a:pt x="19" y="2"/>
                  </a:cubicBezTo>
                  <a:cubicBezTo>
                    <a:pt x="18" y="0"/>
                    <a:pt x="16" y="0"/>
                    <a:pt x="14" y="0"/>
                  </a:cubicBezTo>
                  <a:cubicBezTo>
                    <a:pt x="10" y="0"/>
                    <a:pt x="8" y="1"/>
                    <a:pt x="6" y="5"/>
                  </a:cubicBezTo>
                  <a:cubicBezTo>
                    <a:pt x="6" y="9"/>
                    <a:pt x="5" y="15"/>
                    <a:pt x="3" y="23"/>
                  </a:cubicBezTo>
                  <a:cubicBezTo>
                    <a:pt x="1" y="32"/>
                    <a:pt x="0" y="39"/>
                    <a:pt x="0" y="44"/>
                  </a:cubicBezTo>
                  <a:cubicBezTo>
                    <a:pt x="0" y="51"/>
                    <a:pt x="1" y="56"/>
                    <a:pt x="4" y="59"/>
                  </a:cubicBezTo>
                  <a:cubicBezTo>
                    <a:pt x="7" y="62"/>
                    <a:pt x="11" y="64"/>
                    <a:pt x="14" y="64"/>
                  </a:cubicBezTo>
                  <a:cubicBezTo>
                    <a:pt x="19" y="64"/>
                    <a:pt x="24" y="62"/>
                    <a:pt x="29" y="58"/>
                  </a:cubicBezTo>
                  <a:cubicBezTo>
                    <a:pt x="34" y="54"/>
                    <a:pt x="38" y="48"/>
                    <a:pt x="42" y="41"/>
                  </a:cubicBezTo>
                  <a:cubicBezTo>
                    <a:pt x="42" y="48"/>
                    <a:pt x="43" y="54"/>
                    <a:pt x="45" y="59"/>
                  </a:cubicBezTo>
                  <a:cubicBezTo>
                    <a:pt x="46" y="63"/>
                    <a:pt x="49" y="66"/>
                    <a:pt x="52" y="66"/>
                  </a:cubicBezTo>
                  <a:cubicBezTo>
                    <a:pt x="54" y="66"/>
                    <a:pt x="56" y="65"/>
                    <a:pt x="58" y="64"/>
                  </a:cubicBezTo>
                  <a:cubicBezTo>
                    <a:pt x="60" y="62"/>
                    <a:pt x="61" y="61"/>
                    <a:pt x="61" y="60"/>
                  </a:cubicBezTo>
                  <a:cubicBezTo>
                    <a:pt x="61" y="59"/>
                    <a:pt x="60" y="58"/>
                    <a:pt x="59"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118"/>
            <p:cNvSpPr>
              <a:spLocks/>
            </p:cNvSpPr>
            <p:nvPr/>
          </p:nvSpPr>
          <p:spPr bwMode="auto">
            <a:xfrm>
              <a:off x="3751263" y="4283075"/>
              <a:ext cx="61913" cy="92075"/>
            </a:xfrm>
            <a:custGeom>
              <a:avLst/>
              <a:gdLst>
                <a:gd name="T0" fmla="*/ 27 w 49"/>
                <a:gd name="T1" fmla="*/ 17 h 73"/>
                <a:gd name="T2" fmla="*/ 38 w 49"/>
                <a:gd name="T3" fmla="*/ 13 h 73"/>
                <a:gd name="T4" fmla="*/ 41 w 49"/>
                <a:gd name="T5" fmla="*/ 14 h 73"/>
                <a:gd name="T6" fmla="*/ 43 w 49"/>
                <a:gd name="T7" fmla="*/ 15 h 73"/>
                <a:gd name="T8" fmla="*/ 47 w 49"/>
                <a:gd name="T9" fmla="*/ 13 h 73"/>
                <a:gd name="T10" fmla="*/ 49 w 49"/>
                <a:gd name="T11" fmla="*/ 9 h 73"/>
                <a:gd name="T12" fmla="*/ 39 w 49"/>
                <a:gd name="T13" fmla="*/ 0 h 73"/>
                <a:gd name="T14" fmla="*/ 17 w 49"/>
                <a:gd name="T15" fmla="*/ 8 h 73"/>
                <a:gd name="T16" fmla="*/ 5 w 49"/>
                <a:gd name="T17" fmla="*/ 26 h 73"/>
                <a:gd name="T18" fmla="*/ 9 w 49"/>
                <a:gd name="T19" fmla="*/ 36 h 73"/>
                <a:gd name="T20" fmla="*/ 24 w 49"/>
                <a:gd name="T21" fmla="*/ 46 h 73"/>
                <a:gd name="T22" fmla="*/ 35 w 49"/>
                <a:gd name="T23" fmla="*/ 54 h 73"/>
                <a:gd name="T24" fmla="*/ 27 w 49"/>
                <a:gd name="T25" fmla="*/ 58 h 73"/>
                <a:gd name="T26" fmla="*/ 15 w 49"/>
                <a:gd name="T27" fmla="*/ 60 h 73"/>
                <a:gd name="T28" fmla="*/ 10 w 49"/>
                <a:gd name="T29" fmla="*/ 59 h 73"/>
                <a:gd name="T30" fmla="*/ 7 w 49"/>
                <a:gd name="T31" fmla="*/ 58 h 73"/>
                <a:gd name="T32" fmla="*/ 2 w 49"/>
                <a:gd name="T33" fmla="*/ 60 h 73"/>
                <a:gd name="T34" fmla="*/ 0 w 49"/>
                <a:gd name="T35" fmla="*/ 65 h 73"/>
                <a:gd name="T36" fmla="*/ 10 w 49"/>
                <a:gd name="T37" fmla="*/ 73 h 73"/>
                <a:gd name="T38" fmla="*/ 37 w 49"/>
                <a:gd name="T39" fmla="*/ 67 h 73"/>
                <a:gd name="T40" fmla="*/ 49 w 49"/>
                <a:gd name="T41" fmla="*/ 53 h 73"/>
                <a:gd name="T42" fmla="*/ 45 w 49"/>
                <a:gd name="T43" fmla="*/ 44 h 73"/>
                <a:gd name="T44" fmla="*/ 32 w 49"/>
                <a:gd name="T45" fmla="*/ 35 h 73"/>
                <a:gd name="T46" fmla="*/ 23 w 49"/>
                <a:gd name="T47" fmla="*/ 30 h 73"/>
                <a:gd name="T48" fmla="*/ 20 w 49"/>
                <a:gd name="T49" fmla="*/ 25 h 73"/>
                <a:gd name="T50" fmla="*/ 27 w 49"/>
                <a:gd name="T51" fmla="*/ 17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9" h="73">
                  <a:moveTo>
                    <a:pt x="27" y="17"/>
                  </a:moveTo>
                  <a:cubicBezTo>
                    <a:pt x="31" y="14"/>
                    <a:pt x="35" y="13"/>
                    <a:pt x="38" y="13"/>
                  </a:cubicBezTo>
                  <a:cubicBezTo>
                    <a:pt x="39" y="13"/>
                    <a:pt x="40" y="13"/>
                    <a:pt x="41" y="14"/>
                  </a:cubicBezTo>
                  <a:cubicBezTo>
                    <a:pt x="42" y="14"/>
                    <a:pt x="43" y="15"/>
                    <a:pt x="43" y="15"/>
                  </a:cubicBezTo>
                  <a:cubicBezTo>
                    <a:pt x="44" y="15"/>
                    <a:pt x="46" y="14"/>
                    <a:pt x="47" y="13"/>
                  </a:cubicBezTo>
                  <a:cubicBezTo>
                    <a:pt x="49" y="12"/>
                    <a:pt x="49" y="10"/>
                    <a:pt x="49" y="9"/>
                  </a:cubicBezTo>
                  <a:cubicBezTo>
                    <a:pt x="49" y="3"/>
                    <a:pt x="46" y="0"/>
                    <a:pt x="39" y="0"/>
                  </a:cubicBezTo>
                  <a:cubicBezTo>
                    <a:pt x="33" y="0"/>
                    <a:pt x="25" y="3"/>
                    <a:pt x="17" y="8"/>
                  </a:cubicBezTo>
                  <a:cubicBezTo>
                    <a:pt x="9" y="13"/>
                    <a:pt x="5" y="19"/>
                    <a:pt x="5" y="26"/>
                  </a:cubicBezTo>
                  <a:cubicBezTo>
                    <a:pt x="5" y="30"/>
                    <a:pt x="6" y="33"/>
                    <a:pt x="9" y="36"/>
                  </a:cubicBezTo>
                  <a:cubicBezTo>
                    <a:pt x="11" y="38"/>
                    <a:pt x="16" y="42"/>
                    <a:pt x="24" y="46"/>
                  </a:cubicBezTo>
                  <a:cubicBezTo>
                    <a:pt x="31" y="49"/>
                    <a:pt x="35" y="52"/>
                    <a:pt x="35" y="54"/>
                  </a:cubicBezTo>
                  <a:cubicBezTo>
                    <a:pt x="33" y="55"/>
                    <a:pt x="31" y="57"/>
                    <a:pt x="27" y="58"/>
                  </a:cubicBezTo>
                  <a:cubicBezTo>
                    <a:pt x="23" y="59"/>
                    <a:pt x="19" y="60"/>
                    <a:pt x="15" y="60"/>
                  </a:cubicBezTo>
                  <a:cubicBezTo>
                    <a:pt x="13" y="60"/>
                    <a:pt x="12" y="60"/>
                    <a:pt x="10" y="59"/>
                  </a:cubicBezTo>
                  <a:cubicBezTo>
                    <a:pt x="9" y="58"/>
                    <a:pt x="8" y="58"/>
                    <a:pt x="7" y="58"/>
                  </a:cubicBezTo>
                  <a:cubicBezTo>
                    <a:pt x="5" y="58"/>
                    <a:pt x="3" y="59"/>
                    <a:pt x="2" y="60"/>
                  </a:cubicBezTo>
                  <a:cubicBezTo>
                    <a:pt x="0" y="62"/>
                    <a:pt x="0" y="63"/>
                    <a:pt x="0" y="65"/>
                  </a:cubicBezTo>
                  <a:cubicBezTo>
                    <a:pt x="0" y="70"/>
                    <a:pt x="3" y="73"/>
                    <a:pt x="10" y="73"/>
                  </a:cubicBezTo>
                  <a:cubicBezTo>
                    <a:pt x="20" y="73"/>
                    <a:pt x="29" y="71"/>
                    <a:pt x="37" y="67"/>
                  </a:cubicBezTo>
                  <a:cubicBezTo>
                    <a:pt x="45" y="63"/>
                    <a:pt x="49" y="58"/>
                    <a:pt x="49" y="53"/>
                  </a:cubicBezTo>
                  <a:cubicBezTo>
                    <a:pt x="49" y="49"/>
                    <a:pt x="48" y="46"/>
                    <a:pt x="45" y="44"/>
                  </a:cubicBezTo>
                  <a:cubicBezTo>
                    <a:pt x="43" y="41"/>
                    <a:pt x="39" y="38"/>
                    <a:pt x="32" y="35"/>
                  </a:cubicBezTo>
                  <a:cubicBezTo>
                    <a:pt x="27" y="33"/>
                    <a:pt x="24" y="31"/>
                    <a:pt x="23" y="30"/>
                  </a:cubicBezTo>
                  <a:cubicBezTo>
                    <a:pt x="21" y="28"/>
                    <a:pt x="20" y="27"/>
                    <a:pt x="20" y="25"/>
                  </a:cubicBezTo>
                  <a:cubicBezTo>
                    <a:pt x="20" y="22"/>
                    <a:pt x="22" y="19"/>
                    <a:pt x="27"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119"/>
            <p:cNvSpPr>
              <a:spLocks/>
            </p:cNvSpPr>
            <p:nvPr/>
          </p:nvSpPr>
          <p:spPr bwMode="auto">
            <a:xfrm>
              <a:off x="4322763" y="4259263"/>
              <a:ext cx="88900" cy="119063"/>
            </a:xfrm>
            <a:custGeom>
              <a:avLst/>
              <a:gdLst>
                <a:gd name="T0" fmla="*/ 4 w 70"/>
                <a:gd name="T1" fmla="*/ 91 h 94"/>
                <a:gd name="T2" fmla="*/ 14 w 70"/>
                <a:gd name="T3" fmla="*/ 94 h 94"/>
                <a:gd name="T4" fmla="*/ 50 w 70"/>
                <a:gd name="T5" fmla="*/ 84 h 94"/>
                <a:gd name="T6" fmla="*/ 68 w 70"/>
                <a:gd name="T7" fmla="*/ 63 h 94"/>
                <a:gd name="T8" fmla="*/ 61 w 70"/>
                <a:gd name="T9" fmla="*/ 51 h 94"/>
                <a:gd name="T10" fmla="*/ 40 w 70"/>
                <a:gd name="T11" fmla="*/ 42 h 94"/>
                <a:gd name="T12" fmla="*/ 23 w 70"/>
                <a:gd name="T13" fmla="*/ 35 h 94"/>
                <a:gd name="T14" fmla="*/ 19 w 70"/>
                <a:gd name="T15" fmla="*/ 29 h 94"/>
                <a:gd name="T16" fmla="*/ 28 w 70"/>
                <a:gd name="T17" fmla="*/ 18 h 94"/>
                <a:gd name="T18" fmla="*/ 47 w 70"/>
                <a:gd name="T19" fmla="*/ 13 h 94"/>
                <a:gd name="T20" fmla="*/ 56 w 70"/>
                <a:gd name="T21" fmla="*/ 15 h 94"/>
                <a:gd name="T22" fmla="*/ 59 w 70"/>
                <a:gd name="T23" fmla="*/ 24 h 94"/>
                <a:gd name="T24" fmla="*/ 70 w 70"/>
                <a:gd name="T25" fmla="*/ 13 h 94"/>
                <a:gd name="T26" fmla="*/ 65 w 70"/>
                <a:gd name="T27" fmla="*/ 4 h 94"/>
                <a:gd name="T28" fmla="*/ 49 w 70"/>
                <a:gd name="T29" fmla="*/ 0 h 94"/>
                <a:gd name="T30" fmla="*/ 18 w 70"/>
                <a:gd name="T31" fmla="*/ 10 h 94"/>
                <a:gd name="T32" fmla="*/ 5 w 70"/>
                <a:gd name="T33" fmla="*/ 30 h 94"/>
                <a:gd name="T34" fmla="*/ 8 w 70"/>
                <a:gd name="T35" fmla="*/ 41 h 94"/>
                <a:gd name="T36" fmla="*/ 18 w 70"/>
                <a:gd name="T37" fmla="*/ 48 h 94"/>
                <a:gd name="T38" fmla="*/ 38 w 70"/>
                <a:gd name="T39" fmla="*/ 55 h 94"/>
                <a:gd name="T40" fmla="*/ 50 w 70"/>
                <a:gd name="T41" fmla="*/ 60 h 94"/>
                <a:gd name="T42" fmla="*/ 53 w 70"/>
                <a:gd name="T43" fmla="*/ 64 h 94"/>
                <a:gd name="T44" fmla="*/ 41 w 70"/>
                <a:gd name="T45" fmla="*/ 74 h 94"/>
                <a:gd name="T46" fmla="*/ 20 w 70"/>
                <a:gd name="T47" fmla="*/ 80 h 94"/>
                <a:gd name="T48" fmla="*/ 8 w 70"/>
                <a:gd name="T49" fmla="*/ 77 h 94"/>
                <a:gd name="T50" fmla="*/ 6 w 70"/>
                <a:gd name="T51" fmla="*/ 77 h 94"/>
                <a:gd name="T52" fmla="*/ 2 w 70"/>
                <a:gd name="T53" fmla="*/ 79 h 94"/>
                <a:gd name="T54" fmla="*/ 0 w 70"/>
                <a:gd name="T55" fmla="*/ 85 h 94"/>
                <a:gd name="T56" fmla="*/ 4 w 70"/>
                <a:gd name="T57" fmla="*/ 91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 h="94">
                  <a:moveTo>
                    <a:pt x="4" y="91"/>
                  </a:moveTo>
                  <a:cubicBezTo>
                    <a:pt x="6" y="93"/>
                    <a:pt x="9" y="94"/>
                    <a:pt x="14" y="94"/>
                  </a:cubicBezTo>
                  <a:cubicBezTo>
                    <a:pt x="26" y="94"/>
                    <a:pt x="38" y="90"/>
                    <a:pt x="50" y="84"/>
                  </a:cubicBezTo>
                  <a:cubicBezTo>
                    <a:pt x="62" y="78"/>
                    <a:pt x="68" y="71"/>
                    <a:pt x="68" y="63"/>
                  </a:cubicBezTo>
                  <a:cubicBezTo>
                    <a:pt x="68" y="58"/>
                    <a:pt x="65" y="54"/>
                    <a:pt x="61" y="51"/>
                  </a:cubicBezTo>
                  <a:cubicBezTo>
                    <a:pt x="56" y="48"/>
                    <a:pt x="49" y="45"/>
                    <a:pt x="40" y="42"/>
                  </a:cubicBezTo>
                  <a:cubicBezTo>
                    <a:pt x="31" y="39"/>
                    <a:pt x="25" y="37"/>
                    <a:pt x="23" y="35"/>
                  </a:cubicBezTo>
                  <a:cubicBezTo>
                    <a:pt x="21" y="34"/>
                    <a:pt x="19" y="31"/>
                    <a:pt x="19" y="29"/>
                  </a:cubicBezTo>
                  <a:cubicBezTo>
                    <a:pt x="19" y="25"/>
                    <a:pt x="22" y="21"/>
                    <a:pt x="28" y="18"/>
                  </a:cubicBezTo>
                  <a:cubicBezTo>
                    <a:pt x="34" y="15"/>
                    <a:pt x="40" y="13"/>
                    <a:pt x="47" y="13"/>
                  </a:cubicBezTo>
                  <a:cubicBezTo>
                    <a:pt x="51" y="13"/>
                    <a:pt x="54" y="14"/>
                    <a:pt x="56" y="15"/>
                  </a:cubicBezTo>
                  <a:cubicBezTo>
                    <a:pt x="58" y="17"/>
                    <a:pt x="59" y="20"/>
                    <a:pt x="59" y="24"/>
                  </a:cubicBezTo>
                  <a:cubicBezTo>
                    <a:pt x="67" y="24"/>
                    <a:pt x="70" y="20"/>
                    <a:pt x="70" y="13"/>
                  </a:cubicBezTo>
                  <a:cubicBezTo>
                    <a:pt x="70" y="10"/>
                    <a:pt x="69" y="7"/>
                    <a:pt x="65" y="4"/>
                  </a:cubicBezTo>
                  <a:cubicBezTo>
                    <a:pt x="61" y="1"/>
                    <a:pt x="55" y="0"/>
                    <a:pt x="49" y="0"/>
                  </a:cubicBezTo>
                  <a:cubicBezTo>
                    <a:pt x="37" y="0"/>
                    <a:pt x="27" y="3"/>
                    <a:pt x="18" y="10"/>
                  </a:cubicBezTo>
                  <a:cubicBezTo>
                    <a:pt x="9" y="16"/>
                    <a:pt x="5" y="23"/>
                    <a:pt x="5" y="30"/>
                  </a:cubicBezTo>
                  <a:cubicBezTo>
                    <a:pt x="5" y="35"/>
                    <a:pt x="6" y="38"/>
                    <a:pt x="8" y="41"/>
                  </a:cubicBezTo>
                  <a:cubicBezTo>
                    <a:pt x="11" y="44"/>
                    <a:pt x="14" y="46"/>
                    <a:pt x="18" y="48"/>
                  </a:cubicBezTo>
                  <a:cubicBezTo>
                    <a:pt x="23" y="50"/>
                    <a:pt x="29" y="52"/>
                    <a:pt x="38" y="55"/>
                  </a:cubicBezTo>
                  <a:cubicBezTo>
                    <a:pt x="44" y="57"/>
                    <a:pt x="48" y="59"/>
                    <a:pt x="50" y="60"/>
                  </a:cubicBezTo>
                  <a:cubicBezTo>
                    <a:pt x="52" y="61"/>
                    <a:pt x="53" y="63"/>
                    <a:pt x="53" y="64"/>
                  </a:cubicBezTo>
                  <a:cubicBezTo>
                    <a:pt x="53" y="68"/>
                    <a:pt x="49" y="71"/>
                    <a:pt x="41" y="74"/>
                  </a:cubicBezTo>
                  <a:cubicBezTo>
                    <a:pt x="33" y="78"/>
                    <a:pt x="26" y="80"/>
                    <a:pt x="20" y="80"/>
                  </a:cubicBezTo>
                  <a:cubicBezTo>
                    <a:pt x="16" y="80"/>
                    <a:pt x="12" y="79"/>
                    <a:pt x="8" y="77"/>
                  </a:cubicBezTo>
                  <a:cubicBezTo>
                    <a:pt x="7" y="77"/>
                    <a:pt x="7" y="77"/>
                    <a:pt x="6" y="77"/>
                  </a:cubicBezTo>
                  <a:cubicBezTo>
                    <a:pt x="4" y="77"/>
                    <a:pt x="3" y="77"/>
                    <a:pt x="2" y="79"/>
                  </a:cubicBezTo>
                  <a:cubicBezTo>
                    <a:pt x="0" y="81"/>
                    <a:pt x="0" y="83"/>
                    <a:pt x="0" y="85"/>
                  </a:cubicBezTo>
                  <a:cubicBezTo>
                    <a:pt x="0" y="87"/>
                    <a:pt x="1" y="89"/>
                    <a:pt x="4" y="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120"/>
            <p:cNvSpPr>
              <a:spLocks noEditPoints="1"/>
            </p:cNvSpPr>
            <p:nvPr/>
          </p:nvSpPr>
          <p:spPr bwMode="auto">
            <a:xfrm>
              <a:off x="4421188" y="4287838"/>
              <a:ext cx="74613" cy="85725"/>
            </a:xfrm>
            <a:custGeom>
              <a:avLst/>
              <a:gdLst>
                <a:gd name="T0" fmla="*/ 21 w 59"/>
                <a:gd name="T1" fmla="*/ 68 h 68"/>
                <a:gd name="T2" fmla="*/ 43 w 59"/>
                <a:gd name="T3" fmla="*/ 58 h 68"/>
                <a:gd name="T4" fmla="*/ 58 w 59"/>
                <a:gd name="T5" fmla="*/ 35 h 68"/>
                <a:gd name="T6" fmla="*/ 58 w 59"/>
                <a:gd name="T7" fmla="*/ 35 h 68"/>
                <a:gd name="T8" fmla="*/ 59 w 59"/>
                <a:gd name="T9" fmla="*/ 26 h 68"/>
                <a:gd name="T10" fmla="*/ 53 w 59"/>
                <a:gd name="T11" fmla="*/ 8 h 68"/>
                <a:gd name="T12" fmla="*/ 36 w 59"/>
                <a:gd name="T13" fmla="*/ 0 h 68"/>
                <a:gd name="T14" fmla="*/ 11 w 59"/>
                <a:gd name="T15" fmla="*/ 15 h 68"/>
                <a:gd name="T16" fmla="*/ 0 w 59"/>
                <a:gd name="T17" fmla="*/ 45 h 68"/>
                <a:gd name="T18" fmla="*/ 6 w 59"/>
                <a:gd name="T19" fmla="*/ 61 h 68"/>
                <a:gd name="T20" fmla="*/ 21 w 59"/>
                <a:gd name="T21" fmla="*/ 68 h 68"/>
                <a:gd name="T22" fmla="*/ 19 w 59"/>
                <a:gd name="T23" fmla="*/ 28 h 68"/>
                <a:gd name="T24" fmla="*/ 27 w 59"/>
                <a:gd name="T25" fmla="*/ 16 h 68"/>
                <a:gd name="T26" fmla="*/ 27 w 59"/>
                <a:gd name="T27" fmla="*/ 16 h 68"/>
                <a:gd name="T28" fmla="*/ 35 w 59"/>
                <a:gd name="T29" fmla="*/ 13 h 68"/>
                <a:gd name="T30" fmla="*/ 42 w 59"/>
                <a:gd name="T31" fmla="*/ 17 h 68"/>
                <a:gd name="T32" fmla="*/ 45 w 59"/>
                <a:gd name="T33" fmla="*/ 27 h 68"/>
                <a:gd name="T34" fmla="*/ 37 w 59"/>
                <a:gd name="T35" fmla="*/ 46 h 68"/>
                <a:gd name="T36" fmla="*/ 22 w 59"/>
                <a:gd name="T37" fmla="*/ 55 h 68"/>
                <a:gd name="T38" fmla="*/ 17 w 59"/>
                <a:gd name="T39" fmla="*/ 52 h 68"/>
                <a:gd name="T40" fmla="*/ 15 w 59"/>
                <a:gd name="T41" fmla="*/ 44 h 68"/>
                <a:gd name="T42" fmla="*/ 19 w 59"/>
                <a:gd name="T43" fmla="*/ 2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9" h="68">
                  <a:moveTo>
                    <a:pt x="21" y="68"/>
                  </a:moveTo>
                  <a:cubicBezTo>
                    <a:pt x="28" y="68"/>
                    <a:pt x="36" y="65"/>
                    <a:pt x="43" y="58"/>
                  </a:cubicBezTo>
                  <a:cubicBezTo>
                    <a:pt x="51" y="52"/>
                    <a:pt x="56" y="44"/>
                    <a:pt x="58" y="35"/>
                  </a:cubicBezTo>
                  <a:cubicBezTo>
                    <a:pt x="58" y="35"/>
                    <a:pt x="58" y="35"/>
                    <a:pt x="58" y="35"/>
                  </a:cubicBezTo>
                  <a:cubicBezTo>
                    <a:pt x="59" y="32"/>
                    <a:pt x="59" y="29"/>
                    <a:pt x="59" y="26"/>
                  </a:cubicBezTo>
                  <a:cubicBezTo>
                    <a:pt x="59" y="19"/>
                    <a:pt x="57" y="13"/>
                    <a:pt x="53" y="8"/>
                  </a:cubicBezTo>
                  <a:cubicBezTo>
                    <a:pt x="49" y="3"/>
                    <a:pt x="43" y="0"/>
                    <a:pt x="36" y="0"/>
                  </a:cubicBezTo>
                  <a:cubicBezTo>
                    <a:pt x="26" y="0"/>
                    <a:pt x="18" y="5"/>
                    <a:pt x="11" y="15"/>
                  </a:cubicBezTo>
                  <a:cubicBezTo>
                    <a:pt x="4" y="25"/>
                    <a:pt x="0" y="35"/>
                    <a:pt x="0" y="45"/>
                  </a:cubicBezTo>
                  <a:cubicBezTo>
                    <a:pt x="0" y="52"/>
                    <a:pt x="2" y="57"/>
                    <a:pt x="6" y="61"/>
                  </a:cubicBezTo>
                  <a:cubicBezTo>
                    <a:pt x="10" y="66"/>
                    <a:pt x="15" y="68"/>
                    <a:pt x="21" y="68"/>
                  </a:cubicBezTo>
                  <a:close/>
                  <a:moveTo>
                    <a:pt x="19" y="28"/>
                  </a:moveTo>
                  <a:cubicBezTo>
                    <a:pt x="22" y="22"/>
                    <a:pt x="24" y="18"/>
                    <a:pt x="27" y="16"/>
                  </a:cubicBezTo>
                  <a:cubicBezTo>
                    <a:pt x="27" y="16"/>
                    <a:pt x="27" y="16"/>
                    <a:pt x="27" y="16"/>
                  </a:cubicBezTo>
                  <a:cubicBezTo>
                    <a:pt x="30" y="14"/>
                    <a:pt x="32" y="13"/>
                    <a:pt x="35" y="13"/>
                  </a:cubicBezTo>
                  <a:cubicBezTo>
                    <a:pt x="38" y="13"/>
                    <a:pt x="41" y="14"/>
                    <a:pt x="42" y="17"/>
                  </a:cubicBezTo>
                  <a:cubicBezTo>
                    <a:pt x="44" y="19"/>
                    <a:pt x="45" y="23"/>
                    <a:pt x="45" y="27"/>
                  </a:cubicBezTo>
                  <a:cubicBezTo>
                    <a:pt x="45" y="34"/>
                    <a:pt x="42" y="41"/>
                    <a:pt x="37" y="46"/>
                  </a:cubicBezTo>
                  <a:cubicBezTo>
                    <a:pt x="32" y="52"/>
                    <a:pt x="27" y="55"/>
                    <a:pt x="22" y="55"/>
                  </a:cubicBezTo>
                  <a:cubicBezTo>
                    <a:pt x="20" y="55"/>
                    <a:pt x="18" y="54"/>
                    <a:pt x="17" y="52"/>
                  </a:cubicBezTo>
                  <a:cubicBezTo>
                    <a:pt x="16" y="50"/>
                    <a:pt x="15" y="47"/>
                    <a:pt x="15" y="44"/>
                  </a:cubicBezTo>
                  <a:cubicBezTo>
                    <a:pt x="15" y="38"/>
                    <a:pt x="16" y="33"/>
                    <a:pt x="19"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121"/>
            <p:cNvSpPr>
              <a:spLocks noEditPoints="1"/>
            </p:cNvSpPr>
            <p:nvPr/>
          </p:nvSpPr>
          <p:spPr bwMode="auto">
            <a:xfrm>
              <a:off x="4511675" y="4237038"/>
              <a:ext cx="77788" cy="134938"/>
            </a:xfrm>
            <a:custGeom>
              <a:avLst/>
              <a:gdLst>
                <a:gd name="T0" fmla="*/ 28 w 62"/>
                <a:gd name="T1" fmla="*/ 8 h 106"/>
                <a:gd name="T2" fmla="*/ 23 w 62"/>
                <a:gd name="T3" fmla="*/ 0 h 106"/>
                <a:gd name="T4" fmla="*/ 14 w 62"/>
                <a:gd name="T5" fmla="*/ 6 h 106"/>
                <a:gd name="T6" fmla="*/ 6 w 62"/>
                <a:gd name="T7" fmla="*/ 47 h 106"/>
                <a:gd name="T8" fmla="*/ 2 w 62"/>
                <a:gd name="T9" fmla="*/ 72 h 106"/>
                <a:gd name="T10" fmla="*/ 0 w 62"/>
                <a:gd name="T11" fmla="*/ 87 h 106"/>
                <a:gd name="T12" fmla="*/ 2 w 62"/>
                <a:gd name="T13" fmla="*/ 92 h 106"/>
                <a:gd name="T14" fmla="*/ 3 w 62"/>
                <a:gd name="T15" fmla="*/ 94 h 106"/>
                <a:gd name="T16" fmla="*/ 4 w 62"/>
                <a:gd name="T17" fmla="*/ 97 h 106"/>
                <a:gd name="T18" fmla="*/ 9 w 62"/>
                <a:gd name="T19" fmla="*/ 103 h 106"/>
                <a:gd name="T20" fmla="*/ 17 w 62"/>
                <a:gd name="T21" fmla="*/ 106 h 106"/>
                <a:gd name="T22" fmla="*/ 48 w 62"/>
                <a:gd name="T23" fmla="*/ 90 h 106"/>
                <a:gd name="T24" fmla="*/ 62 w 62"/>
                <a:gd name="T25" fmla="*/ 55 h 106"/>
                <a:gd name="T26" fmla="*/ 58 w 62"/>
                <a:gd name="T27" fmla="*/ 44 h 106"/>
                <a:gd name="T28" fmla="*/ 49 w 62"/>
                <a:gd name="T29" fmla="*/ 39 h 106"/>
                <a:gd name="T30" fmla="*/ 33 w 62"/>
                <a:gd name="T31" fmla="*/ 45 h 106"/>
                <a:gd name="T32" fmla="*/ 17 w 62"/>
                <a:gd name="T33" fmla="*/ 61 h 106"/>
                <a:gd name="T34" fmla="*/ 23 w 62"/>
                <a:gd name="T35" fmla="*/ 33 h 106"/>
                <a:gd name="T36" fmla="*/ 28 w 62"/>
                <a:gd name="T37" fmla="*/ 8 h 106"/>
                <a:gd name="T38" fmla="*/ 25 w 62"/>
                <a:gd name="T39" fmla="*/ 66 h 106"/>
                <a:gd name="T40" fmla="*/ 46 w 62"/>
                <a:gd name="T41" fmla="*/ 52 h 106"/>
                <a:gd name="T42" fmla="*/ 48 w 62"/>
                <a:gd name="T43" fmla="*/ 58 h 106"/>
                <a:gd name="T44" fmla="*/ 43 w 62"/>
                <a:gd name="T45" fmla="*/ 74 h 106"/>
                <a:gd name="T46" fmla="*/ 31 w 62"/>
                <a:gd name="T47" fmla="*/ 88 h 106"/>
                <a:gd name="T48" fmla="*/ 18 w 62"/>
                <a:gd name="T49" fmla="*/ 93 h 106"/>
                <a:gd name="T50" fmla="*/ 13 w 62"/>
                <a:gd name="T51" fmla="*/ 89 h 106"/>
                <a:gd name="T52" fmla="*/ 25 w 62"/>
                <a:gd name="T53" fmla="*/ 6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2" h="106">
                  <a:moveTo>
                    <a:pt x="28" y="8"/>
                  </a:moveTo>
                  <a:cubicBezTo>
                    <a:pt x="28" y="3"/>
                    <a:pt x="26" y="0"/>
                    <a:pt x="23" y="0"/>
                  </a:cubicBezTo>
                  <a:cubicBezTo>
                    <a:pt x="19" y="0"/>
                    <a:pt x="16" y="2"/>
                    <a:pt x="14" y="6"/>
                  </a:cubicBezTo>
                  <a:cubicBezTo>
                    <a:pt x="12" y="10"/>
                    <a:pt x="10" y="24"/>
                    <a:pt x="6" y="47"/>
                  </a:cubicBezTo>
                  <a:cubicBezTo>
                    <a:pt x="2" y="72"/>
                    <a:pt x="2" y="72"/>
                    <a:pt x="2" y="72"/>
                  </a:cubicBezTo>
                  <a:cubicBezTo>
                    <a:pt x="0" y="79"/>
                    <a:pt x="0" y="85"/>
                    <a:pt x="0" y="87"/>
                  </a:cubicBezTo>
                  <a:cubicBezTo>
                    <a:pt x="0" y="89"/>
                    <a:pt x="0" y="91"/>
                    <a:pt x="2" y="92"/>
                  </a:cubicBezTo>
                  <a:cubicBezTo>
                    <a:pt x="2" y="93"/>
                    <a:pt x="3" y="93"/>
                    <a:pt x="3" y="94"/>
                  </a:cubicBezTo>
                  <a:cubicBezTo>
                    <a:pt x="3" y="94"/>
                    <a:pt x="4" y="95"/>
                    <a:pt x="4" y="97"/>
                  </a:cubicBezTo>
                  <a:cubicBezTo>
                    <a:pt x="4" y="99"/>
                    <a:pt x="6" y="101"/>
                    <a:pt x="9" y="103"/>
                  </a:cubicBezTo>
                  <a:cubicBezTo>
                    <a:pt x="11" y="105"/>
                    <a:pt x="14" y="106"/>
                    <a:pt x="17" y="106"/>
                  </a:cubicBezTo>
                  <a:cubicBezTo>
                    <a:pt x="28" y="106"/>
                    <a:pt x="38" y="100"/>
                    <a:pt x="48" y="90"/>
                  </a:cubicBezTo>
                  <a:cubicBezTo>
                    <a:pt x="57" y="79"/>
                    <a:pt x="62" y="67"/>
                    <a:pt x="62" y="55"/>
                  </a:cubicBezTo>
                  <a:cubicBezTo>
                    <a:pt x="62" y="51"/>
                    <a:pt x="60" y="47"/>
                    <a:pt x="58" y="44"/>
                  </a:cubicBezTo>
                  <a:cubicBezTo>
                    <a:pt x="55" y="40"/>
                    <a:pt x="52" y="39"/>
                    <a:pt x="49" y="39"/>
                  </a:cubicBezTo>
                  <a:cubicBezTo>
                    <a:pt x="44" y="39"/>
                    <a:pt x="39" y="41"/>
                    <a:pt x="33" y="45"/>
                  </a:cubicBezTo>
                  <a:cubicBezTo>
                    <a:pt x="27" y="49"/>
                    <a:pt x="22" y="54"/>
                    <a:pt x="17" y="61"/>
                  </a:cubicBezTo>
                  <a:cubicBezTo>
                    <a:pt x="19" y="48"/>
                    <a:pt x="21" y="39"/>
                    <a:pt x="23" y="33"/>
                  </a:cubicBezTo>
                  <a:cubicBezTo>
                    <a:pt x="26" y="21"/>
                    <a:pt x="28" y="12"/>
                    <a:pt x="28" y="8"/>
                  </a:cubicBezTo>
                  <a:close/>
                  <a:moveTo>
                    <a:pt x="25" y="66"/>
                  </a:moveTo>
                  <a:cubicBezTo>
                    <a:pt x="33" y="57"/>
                    <a:pt x="40" y="52"/>
                    <a:pt x="46" y="52"/>
                  </a:cubicBezTo>
                  <a:cubicBezTo>
                    <a:pt x="47" y="52"/>
                    <a:pt x="48" y="54"/>
                    <a:pt x="48" y="58"/>
                  </a:cubicBezTo>
                  <a:cubicBezTo>
                    <a:pt x="48" y="62"/>
                    <a:pt x="46" y="67"/>
                    <a:pt x="43" y="74"/>
                  </a:cubicBezTo>
                  <a:cubicBezTo>
                    <a:pt x="39" y="80"/>
                    <a:pt x="35" y="85"/>
                    <a:pt x="31" y="88"/>
                  </a:cubicBezTo>
                  <a:cubicBezTo>
                    <a:pt x="26" y="92"/>
                    <a:pt x="22" y="93"/>
                    <a:pt x="18" y="93"/>
                  </a:cubicBezTo>
                  <a:cubicBezTo>
                    <a:pt x="16" y="93"/>
                    <a:pt x="14" y="92"/>
                    <a:pt x="13" y="89"/>
                  </a:cubicBezTo>
                  <a:cubicBezTo>
                    <a:pt x="13" y="83"/>
                    <a:pt x="17" y="75"/>
                    <a:pt x="25" y="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122"/>
            <p:cNvSpPr>
              <a:spLocks noEditPoints="1"/>
            </p:cNvSpPr>
            <p:nvPr/>
          </p:nvSpPr>
          <p:spPr bwMode="auto">
            <a:xfrm>
              <a:off x="4598988" y="4284663"/>
              <a:ext cx="69850" cy="88900"/>
            </a:xfrm>
            <a:custGeom>
              <a:avLst/>
              <a:gdLst>
                <a:gd name="T0" fmla="*/ 45 w 55"/>
                <a:gd name="T1" fmla="*/ 61 h 70"/>
                <a:gd name="T2" fmla="*/ 55 w 55"/>
                <a:gd name="T3" fmla="*/ 46 h 70"/>
                <a:gd name="T4" fmla="*/ 52 w 55"/>
                <a:gd name="T5" fmla="*/ 42 h 70"/>
                <a:gd name="T6" fmla="*/ 47 w 55"/>
                <a:gd name="T7" fmla="*/ 45 h 70"/>
                <a:gd name="T8" fmla="*/ 23 w 55"/>
                <a:gd name="T9" fmla="*/ 57 h 70"/>
                <a:gd name="T10" fmla="*/ 17 w 55"/>
                <a:gd name="T11" fmla="*/ 54 h 70"/>
                <a:gd name="T12" fmla="*/ 14 w 55"/>
                <a:gd name="T13" fmla="*/ 49 h 70"/>
                <a:gd name="T14" fmla="*/ 16 w 55"/>
                <a:gd name="T15" fmla="*/ 47 h 70"/>
                <a:gd name="T16" fmla="*/ 42 w 55"/>
                <a:gd name="T17" fmla="*/ 34 h 70"/>
                <a:gd name="T18" fmla="*/ 52 w 55"/>
                <a:gd name="T19" fmla="*/ 14 h 70"/>
                <a:gd name="T20" fmla="*/ 47 w 55"/>
                <a:gd name="T21" fmla="*/ 4 h 70"/>
                <a:gd name="T22" fmla="*/ 37 w 55"/>
                <a:gd name="T23" fmla="*/ 0 h 70"/>
                <a:gd name="T24" fmla="*/ 11 w 55"/>
                <a:gd name="T25" fmla="*/ 14 h 70"/>
                <a:gd name="T26" fmla="*/ 0 w 55"/>
                <a:gd name="T27" fmla="*/ 46 h 70"/>
                <a:gd name="T28" fmla="*/ 5 w 55"/>
                <a:gd name="T29" fmla="*/ 63 h 70"/>
                <a:gd name="T30" fmla="*/ 21 w 55"/>
                <a:gd name="T31" fmla="*/ 70 h 70"/>
                <a:gd name="T32" fmla="*/ 45 w 55"/>
                <a:gd name="T33" fmla="*/ 61 h 70"/>
                <a:gd name="T34" fmla="*/ 24 w 55"/>
                <a:gd name="T35" fmla="*/ 19 h 70"/>
                <a:gd name="T36" fmla="*/ 35 w 55"/>
                <a:gd name="T37" fmla="*/ 12 h 70"/>
                <a:gd name="T38" fmla="*/ 38 w 55"/>
                <a:gd name="T39" fmla="*/ 13 h 70"/>
                <a:gd name="T40" fmla="*/ 39 w 55"/>
                <a:gd name="T41" fmla="*/ 16 h 70"/>
                <a:gd name="T42" fmla="*/ 32 w 55"/>
                <a:gd name="T43" fmla="*/ 28 h 70"/>
                <a:gd name="T44" fmla="*/ 15 w 55"/>
                <a:gd name="T45" fmla="*/ 36 h 70"/>
                <a:gd name="T46" fmla="*/ 24 w 55"/>
                <a:gd name="T47" fmla="*/ 1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5" h="70">
                  <a:moveTo>
                    <a:pt x="45" y="61"/>
                  </a:moveTo>
                  <a:cubicBezTo>
                    <a:pt x="52" y="55"/>
                    <a:pt x="55" y="50"/>
                    <a:pt x="55" y="46"/>
                  </a:cubicBezTo>
                  <a:cubicBezTo>
                    <a:pt x="55" y="44"/>
                    <a:pt x="54" y="42"/>
                    <a:pt x="52" y="42"/>
                  </a:cubicBezTo>
                  <a:cubicBezTo>
                    <a:pt x="50" y="42"/>
                    <a:pt x="49" y="43"/>
                    <a:pt x="47" y="45"/>
                  </a:cubicBezTo>
                  <a:cubicBezTo>
                    <a:pt x="39" y="53"/>
                    <a:pt x="31" y="57"/>
                    <a:pt x="23" y="57"/>
                  </a:cubicBezTo>
                  <a:cubicBezTo>
                    <a:pt x="21" y="57"/>
                    <a:pt x="18" y="56"/>
                    <a:pt x="17" y="54"/>
                  </a:cubicBezTo>
                  <a:cubicBezTo>
                    <a:pt x="15" y="53"/>
                    <a:pt x="14" y="51"/>
                    <a:pt x="14" y="49"/>
                  </a:cubicBezTo>
                  <a:cubicBezTo>
                    <a:pt x="14" y="48"/>
                    <a:pt x="15" y="47"/>
                    <a:pt x="16" y="47"/>
                  </a:cubicBezTo>
                  <a:cubicBezTo>
                    <a:pt x="26" y="44"/>
                    <a:pt x="35" y="40"/>
                    <a:pt x="42" y="34"/>
                  </a:cubicBezTo>
                  <a:cubicBezTo>
                    <a:pt x="48" y="28"/>
                    <a:pt x="52" y="21"/>
                    <a:pt x="52" y="14"/>
                  </a:cubicBezTo>
                  <a:cubicBezTo>
                    <a:pt x="52" y="10"/>
                    <a:pt x="50" y="7"/>
                    <a:pt x="47" y="4"/>
                  </a:cubicBezTo>
                  <a:cubicBezTo>
                    <a:pt x="45" y="1"/>
                    <a:pt x="41" y="0"/>
                    <a:pt x="37" y="0"/>
                  </a:cubicBezTo>
                  <a:cubicBezTo>
                    <a:pt x="28" y="0"/>
                    <a:pt x="19" y="5"/>
                    <a:pt x="11" y="14"/>
                  </a:cubicBezTo>
                  <a:cubicBezTo>
                    <a:pt x="3" y="24"/>
                    <a:pt x="0" y="35"/>
                    <a:pt x="0" y="46"/>
                  </a:cubicBezTo>
                  <a:cubicBezTo>
                    <a:pt x="0" y="53"/>
                    <a:pt x="1" y="59"/>
                    <a:pt x="5" y="63"/>
                  </a:cubicBezTo>
                  <a:cubicBezTo>
                    <a:pt x="9" y="68"/>
                    <a:pt x="15" y="70"/>
                    <a:pt x="21" y="70"/>
                  </a:cubicBezTo>
                  <a:cubicBezTo>
                    <a:pt x="30" y="70"/>
                    <a:pt x="38" y="67"/>
                    <a:pt x="45" y="61"/>
                  </a:cubicBezTo>
                  <a:close/>
                  <a:moveTo>
                    <a:pt x="24" y="19"/>
                  </a:moveTo>
                  <a:cubicBezTo>
                    <a:pt x="28" y="14"/>
                    <a:pt x="32" y="12"/>
                    <a:pt x="35" y="12"/>
                  </a:cubicBezTo>
                  <a:cubicBezTo>
                    <a:pt x="36" y="12"/>
                    <a:pt x="37" y="12"/>
                    <a:pt x="38" y="13"/>
                  </a:cubicBezTo>
                  <a:cubicBezTo>
                    <a:pt x="39" y="14"/>
                    <a:pt x="39" y="15"/>
                    <a:pt x="39" y="16"/>
                  </a:cubicBezTo>
                  <a:cubicBezTo>
                    <a:pt x="39" y="20"/>
                    <a:pt x="37" y="24"/>
                    <a:pt x="32" y="28"/>
                  </a:cubicBezTo>
                  <a:cubicBezTo>
                    <a:pt x="27" y="32"/>
                    <a:pt x="22" y="34"/>
                    <a:pt x="15" y="36"/>
                  </a:cubicBezTo>
                  <a:cubicBezTo>
                    <a:pt x="17" y="30"/>
                    <a:pt x="19" y="25"/>
                    <a:pt x="24"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123"/>
            <p:cNvSpPr>
              <a:spLocks/>
            </p:cNvSpPr>
            <p:nvPr/>
          </p:nvSpPr>
          <p:spPr bwMode="auto">
            <a:xfrm>
              <a:off x="4683125" y="4289425"/>
              <a:ext cx="76200" cy="84138"/>
            </a:xfrm>
            <a:custGeom>
              <a:avLst/>
              <a:gdLst>
                <a:gd name="T0" fmla="*/ 16 w 60"/>
                <a:gd name="T1" fmla="*/ 18 h 67"/>
                <a:gd name="T2" fmla="*/ 19 w 60"/>
                <a:gd name="T3" fmla="*/ 6 h 67"/>
                <a:gd name="T4" fmla="*/ 17 w 60"/>
                <a:gd name="T5" fmla="*/ 2 h 67"/>
                <a:gd name="T6" fmla="*/ 12 w 60"/>
                <a:gd name="T7" fmla="*/ 0 h 67"/>
                <a:gd name="T8" fmla="*/ 7 w 60"/>
                <a:gd name="T9" fmla="*/ 2 h 67"/>
                <a:gd name="T10" fmla="*/ 4 w 60"/>
                <a:gd name="T11" fmla="*/ 6 h 67"/>
                <a:gd name="T12" fmla="*/ 2 w 60"/>
                <a:gd name="T13" fmla="*/ 14 h 67"/>
                <a:gd name="T14" fmla="*/ 2 w 60"/>
                <a:gd name="T15" fmla="*/ 18 h 67"/>
                <a:gd name="T16" fmla="*/ 1 w 60"/>
                <a:gd name="T17" fmla="*/ 35 h 67"/>
                <a:gd name="T18" fmla="*/ 0 w 60"/>
                <a:gd name="T19" fmla="*/ 47 h 67"/>
                <a:gd name="T20" fmla="*/ 2 w 60"/>
                <a:gd name="T21" fmla="*/ 63 h 67"/>
                <a:gd name="T22" fmla="*/ 8 w 60"/>
                <a:gd name="T23" fmla="*/ 67 h 67"/>
                <a:gd name="T24" fmla="*/ 14 w 60"/>
                <a:gd name="T25" fmla="*/ 65 h 67"/>
                <a:gd name="T26" fmla="*/ 17 w 60"/>
                <a:gd name="T27" fmla="*/ 58 h 67"/>
                <a:gd name="T28" fmla="*/ 30 w 60"/>
                <a:gd name="T29" fmla="*/ 27 h 67"/>
                <a:gd name="T30" fmla="*/ 45 w 60"/>
                <a:gd name="T31" fmla="*/ 13 h 67"/>
                <a:gd name="T32" fmla="*/ 48 w 60"/>
                <a:gd name="T33" fmla="*/ 15 h 67"/>
                <a:gd name="T34" fmla="*/ 55 w 60"/>
                <a:gd name="T35" fmla="*/ 18 h 67"/>
                <a:gd name="T36" fmla="*/ 59 w 60"/>
                <a:gd name="T37" fmla="*/ 16 h 67"/>
                <a:gd name="T38" fmla="*/ 60 w 60"/>
                <a:gd name="T39" fmla="*/ 11 h 67"/>
                <a:gd name="T40" fmla="*/ 56 w 60"/>
                <a:gd name="T41" fmla="*/ 3 h 67"/>
                <a:gd name="T42" fmla="*/ 46 w 60"/>
                <a:gd name="T43" fmla="*/ 0 h 67"/>
                <a:gd name="T44" fmla="*/ 30 w 60"/>
                <a:gd name="T45" fmla="*/ 9 h 67"/>
                <a:gd name="T46" fmla="*/ 14 w 60"/>
                <a:gd name="T47" fmla="*/ 32 h 67"/>
                <a:gd name="T48" fmla="*/ 13 w 60"/>
                <a:gd name="T49" fmla="*/ 34 h 67"/>
                <a:gd name="T50" fmla="*/ 15 w 60"/>
                <a:gd name="T51" fmla="*/ 25 h 67"/>
                <a:gd name="T52" fmla="*/ 16 w 60"/>
                <a:gd name="T53" fmla="*/ 1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0" h="67">
                  <a:moveTo>
                    <a:pt x="16" y="18"/>
                  </a:moveTo>
                  <a:cubicBezTo>
                    <a:pt x="18" y="12"/>
                    <a:pt x="19" y="8"/>
                    <a:pt x="19" y="6"/>
                  </a:cubicBezTo>
                  <a:cubicBezTo>
                    <a:pt x="19" y="5"/>
                    <a:pt x="18" y="3"/>
                    <a:pt x="17" y="2"/>
                  </a:cubicBezTo>
                  <a:cubicBezTo>
                    <a:pt x="16" y="1"/>
                    <a:pt x="15" y="0"/>
                    <a:pt x="12" y="0"/>
                  </a:cubicBezTo>
                  <a:cubicBezTo>
                    <a:pt x="10" y="0"/>
                    <a:pt x="9" y="1"/>
                    <a:pt x="7" y="2"/>
                  </a:cubicBezTo>
                  <a:cubicBezTo>
                    <a:pt x="5" y="3"/>
                    <a:pt x="4" y="5"/>
                    <a:pt x="4" y="6"/>
                  </a:cubicBezTo>
                  <a:cubicBezTo>
                    <a:pt x="3" y="8"/>
                    <a:pt x="3" y="10"/>
                    <a:pt x="2" y="14"/>
                  </a:cubicBezTo>
                  <a:cubicBezTo>
                    <a:pt x="2" y="15"/>
                    <a:pt x="2" y="17"/>
                    <a:pt x="2" y="18"/>
                  </a:cubicBezTo>
                  <a:cubicBezTo>
                    <a:pt x="1" y="25"/>
                    <a:pt x="1" y="31"/>
                    <a:pt x="1" y="35"/>
                  </a:cubicBezTo>
                  <a:cubicBezTo>
                    <a:pt x="1" y="40"/>
                    <a:pt x="0" y="44"/>
                    <a:pt x="0" y="47"/>
                  </a:cubicBezTo>
                  <a:cubicBezTo>
                    <a:pt x="0" y="54"/>
                    <a:pt x="1" y="59"/>
                    <a:pt x="2" y="63"/>
                  </a:cubicBezTo>
                  <a:cubicBezTo>
                    <a:pt x="3" y="66"/>
                    <a:pt x="5" y="67"/>
                    <a:pt x="8" y="67"/>
                  </a:cubicBezTo>
                  <a:cubicBezTo>
                    <a:pt x="11" y="67"/>
                    <a:pt x="13" y="67"/>
                    <a:pt x="14" y="65"/>
                  </a:cubicBezTo>
                  <a:cubicBezTo>
                    <a:pt x="16" y="64"/>
                    <a:pt x="17" y="62"/>
                    <a:pt x="17" y="58"/>
                  </a:cubicBezTo>
                  <a:cubicBezTo>
                    <a:pt x="19" y="47"/>
                    <a:pt x="23" y="36"/>
                    <a:pt x="30" y="27"/>
                  </a:cubicBezTo>
                  <a:cubicBezTo>
                    <a:pt x="37" y="18"/>
                    <a:pt x="42" y="13"/>
                    <a:pt x="45" y="13"/>
                  </a:cubicBezTo>
                  <a:cubicBezTo>
                    <a:pt x="46" y="13"/>
                    <a:pt x="47" y="14"/>
                    <a:pt x="48" y="15"/>
                  </a:cubicBezTo>
                  <a:cubicBezTo>
                    <a:pt x="50" y="17"/>
                    <a:pt x="53" y="18"/>
                    <a:pt x="55" y="18"/>
                  </a:cubicBezTo>
                  <a:cubicBezTo>
                    <a:pt x="57" y="18"/>
                    <a:pt x="58" y="17"/>
                    <a:pt x="59" y="16"/>
                  </a:cubicBezTo>
                  <a:cubicBezTo>
                    <a:pt x="60" y="15"/>
                    <a:pt x="60" y="13"/>
                    <a:pt x="60" y="11"/>
                  </a:cubicBezTo>
                  <a:cubicBezTo>
                    <a:pt x="60" y="8"/>
                    <a:pt x="59" y="5"/>
                    <a:pt x="56" y="3"/>
                  </a:cubicBezTo>
                  <a:cubicBezTo>
                    <a:pt x="54" y="1"/>
                    <a:pt x="50" y="0"/>
                    <a:pt x="46" y="0"/>
                  </a:cubicBezTo>
                  <a:cubicBezTo>
                    <a:pt x="41" y="0"/>
                    <a:pt x="35" y="3"/>
                    <a:pt x="30" y="9"/>
                  </a:cubicBezTo>
                  <a:cubicBezTo>
                    <a:pt x="24" y="15"/>
                    <a:pt x="19" y="23"/>
                    <a:pt x="14" y="32"/>
                  </a:cubicBezTo>
                  <a:cubicBezTo>
                    <a:pt x="13" y="34"/>
                    <a:pt x="13" y="34"/>
                    <a:pt x="13" y="34"/>
                  </a:cubicBezTo>
                  <a:cubicBezTo>
                    <a:pt x="15" y="25"/>
                    <a:pt x="15" y="25"/>
                    <a:pt x="15" y="25"/>
                  </a:cubicBezTo>
                  <a:cubicBezTo>
                    <a:pt x="15" y="22"/>
                    <a:pt x="16" y="20"/>
                    <a:pt x="16"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124"/>
            <p:cNvSpPr>
              <a:spLocks/>
            </p:cNvSpPr>
            <p:nvPr/>
          </p:nvSpPr>
          <p:spPr bwMode="auto">
            <a:xfrm>
              <a:off x="4818063" y="4287838"/>
              <a:ext cx="87313" cy="87313"/>
            </a:xfrm>
            <a:custGeom>
              <a:avLst/>
              <a:gdLst>
                <a:gd name="T0" fmla="*/ 62 w 69"/>
                <a:gd name="T1" fmla="*/ 0 h 69"/>
                <a:gd name="T2" fmla="*/ 56 w 69"/>
                <a:gd name="T3" fmla="*/ 1 h 69"/>
                <a:gd name="T4" fmla="*/ 48 w 69"/>
                <a:gd name="T5" fmla="*/ 10 h 69"/>
                <a:gd name="T6" fmla="*/ 35 w 69"/>
                <a:gd name="T7" fmla="*/ 29 h 69"/>
                <a:gd name="T8" fmla="*/ 27 w 69"/>
                <a:gd name="T9" fmla="*/ 43 h 69"/>
                <a:gd name="T10" fmla="*/ 24 w 69"/>
                <a:gd name="T11" fmla="*/ 48 h 69"/>
                <a:gd name="T12" fmla="*/ 23 w 69"/>
                <a:gd name="T13" fmla="*/ 44 h 69"/>
                <a:gd name="T14" fmla="*/ 21 w 69"/>
                <a:gd name="T15" fmla="*/ 37 h 69"/>
                <a:gd name="T16" fmla="*/ 17 w 69"/>
                <a:gd name="T17" fmla="*/ 27 h 69"/>
                <a:gd name="T18" fmla="*/ 16 w 69"/>
                <a:gd name="T19" fmla="*/ 18 h 69"/>
                <a:gd name="T20" fmla="*/ 15 w 69"/>
                <a:gd name="T21" fmla="*/ 10 h 69"/>
                <a:gd name="T22" fmla="*/ 8 w 69"/>
                <a:gd name="T23" fmla="*/ 1 h 69"/>
                <a:gd name="T24" fmla="*/ 0 w 69"/>
                <a:gd name="T25" fmla="*/ 11 h 69"/>
                <a:gd name="T26" fmla="*/ 10 w 69"/>
                <a:gd name="T27" fmla="*/ 47 h 69"/>
                <a:gd name="T28" fmla="*/ 14 w 69"/>
                <a:gd name="T29" fmla="*/ 64 h 69"/>
                <a:gd name="T30" fmla="*/ 22 w 69"/>
                <a:gd name="T31" fmla="*/ 69 h 69"/>
                <a:gd name="T32" fmla="*/ 32 w 69"/>
                <a:gd name="T33" fmla="*/ 59 h 69"/>
                <a:gd name="T34" fmla="*/ 50 w 69"/>
                <a:gd name="T35" fmla="*/ 29 h 69"/>
                <a:gd name="T36" fmla="*/ 64 w 69"/>
                <a:gd name="T37" fmla="*/ 14 h 69"/>
                <a:gd name="T38" fmla="*/ 69 w 69"/>
                <a:gd name="T39" fmla="*/ 7 h 69"/>
                <a:gd name="T40" fmla="*/ 67 w 69"/>
                <a:gd name="T41" fmla="*/ 2 h 69"/>
                <a:gd name="T42" fmla="*/ 62 w 69"/>
                <a:gd name="T4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9" h="69">
                  <a:moveTo>
                    <a:pt x="62" y="0"/>
                  </a:moveTo>
                  <a:cubicBezTo>
                    <a:pt x="60" y="0"/>
                    <a:pt x="58" y="0"/>
                    <a:pt x="56" y="1"/>
                  </a:cubicBezTo>
                  <a:cubicBezTo>
                    <a:pt x="54" y="2"/>
                    <a:pt x="51" y="5"/>
                    <a:pt x="48" y="10"/>
                  </a:cubicBezTo>
                  <a:cubicBezTo>
                    <a:pt x="44" y="15"/>
                    <a:pt x="40" y="21"/>
                    <a:pt x="35" y="29"/>
                  </a:cubicBezTo>
                  <a:cubicBezTo>
                    <a:pt x="30" y="37"/>
                    <a:pt x="27" y="41"/>
                    <a:pt x="27" y="43"/>
                  </a:cubicBezTo>
                  <a:cubicBezTo>
                    <a:pt x="25" y="46"/>
                    <a:pt x="24" y="47"/>
                    <a:pt x="24" y="48"/>
                  </a:cubicBezTo>
                  <a:cubicBezTo>
                    <a:pt x="24" y="47"/>
                    <a:pt x="23" y="46"/>
                    <a:pt x="23" y="44"/>
                  </a:cubicBezTo>
                  <a:cubicBezTo>
                    <a:pt x="22" y="41"/>
                    <a:pt x="21" y="39"/>
                    <a:pt x="21" y="37"/>
                  </a:cubicBezTo>
                  <a:cubicBezTo>
                    <a:pt x="20" y="34"/>
                    <a:pt x="19" y="31"/>
                    <a:pt x="17" y="27"/>
                  </a:cubicBezTo>
                  <a:cubicBezTo>
                    <a:pt x="16" y="22"/>
                    <a:pt x="16" y="20"/>
                    <a:pt x="16" y="18"/>
                  </a:cubicBezTo>
                  <a:cubicBezTo>
                    <a:pt x="15" y="16"/>
                    <a:pt x="15" y="14"/>
                    <a:pt x="15" y="10"/>
                  </a:cubicBezTo>
                  <a:cubicBezTo>
                    <a:pt x="15" y="4"/>
                    <a:pt x="13" y="1"/>
                    <a:pt x="8" y="1"/>
                  </a:cubicBezTo>
                  <a:cubicBezTo>
                    <a:pt x="3" y="1"/>
                    <a:pt x="0" y="4"/>
                    <a:pt x="0" y="11"/>
                  </a:cubicBezTo>
                  <a:cubicBezTo>
                    <a:pt x="0" y="18"/>
                    <a:pt x="3" y="30"/>
                    <a:pt x="10" y="47"/>
                  </a:cubicBezTo>
                  <a:cubicBezTo>
                    <a:pt x="13" y="56"/>
                    <a:pt x="14" y="62"/>
                    <a:pt x="14" y="64"/>
                  </a:cubicBezTo>
                  <a:cubicBezTo>
                    <a:pt x="17" y="68"/>
                    <a:pt x="20" y="69"/>
                    <a:pt x="22" y="69"/>
                  </a:cubicBezTo>
                  <a:cubicBezTo>
                    <a:pt x="25" y="69"/>
                    <a:pt x="28" y="66"/>
                    <a:pt x="32" y="59"/>
                  </a:cubicBezTo>
                  <a:cubicBezTo>
                    <a:pt x="39" y="47"/>
                    <a:pt x="45" y="37"/>
                    <a:pt x="50" y="29"/>
                  </a:cubicBezTo>
                  <a:cubicBezTo>
                    <a:pt x="56" y="21"/>
                    <a:pt x="60" y="16"/>
                    <a:pt x="64" y="14"/>
                  </a:cubicBezTo>
                  <a:cubicBezTo>
                    <a:pt x="67" y="11"/>
                    <a:pt x="69" y="9"/>
                    <a:pt x="69" y="7"/>
                  </a:cubicBezTo>
                  <a:cubicBezTo>
                    <a:pt x="69" y="5"/>
                    <a:pt x="68" y="3"/>
                    <a:pt x="67" y="2"/>
                  </a:cubicBezTo>
                  <a:cubicBezTo>
                    <a:pt x="65" y="0"/>
                    <a:pt x="64" y="0"/>
                    <a:pt x="6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125"/>
            <p:cNvSpPr>
              <a:spLocks/>
            </p:cNvSpPr>
            <p:nvPr/>
          </p:nvSpPr>
          <p:spPr bwMode="auto">
            <a:xfrm>
              <a:off x="4897438" y="4283075"/>
              <a:ext cx="63500" cy="92075"/>
            </a:xfrm>
            <a:custGeom>
              <a:avLst/>
              <a:gdLst>
                <a:gd name="T0" fmla="*/ 27 w 50"/>
                <a:gd name="T1" fmla="*/ 58 h 73"/>
                <a:gd name="T2" fmla="*/ 15 w 50"/>
                <a:gd name="T3" fmla="*/ 60 h 73"/>
                <a:gd name="T4" fmla="*/ 11 w 50"/>
                <a:gd name="T5" fmla="*/ 59 h 73"/>
                <a:gd name="T6" fmla="*/ 7 w 50"/>
                <a:gd name="T7" fmla="*/ 58 h 73"/>
                <a:gd name="T8" fmla="*/ 2 w 50"/>
                <a:gd name="T9" fmla="*/ 60 h 73"/>
                <a:gd name="T10" fmla="*/ 0 w 50"/>
                <a:gd name="T11" fmla="*/ 65 h 73"/>
                <a:gd name="T12" fmla="*/ 11 w 50"/>
                <a:gd name="T13" fmla="*/ 73 h 73"/>
                <a:gd name="T14" fmla="*/ 37 w 50"/>
                <a:gd name="T15" fmla="*/ 67 h 73"/>
                <a:gd name="T16" fmla="*/ 49 w 50"/>
                <a:gd name="T17" fmla="*/ 53 h 73"/>
                <a:gd name="T18" fmla="*/ 46 w 50"/>
                <a:gd name="T19" fmla="*/ 44 h 73"/>
                <a:gd name="T20" fmla="*/ 32 w 50"/>
                <a:gd name="T21" fmla="*/ 35 h 73"/>
                <a:gd name="T22" fmla="*/ 23 w 50"/>
                <a:gd name="T23" fmla="*/ 30 h 73"/>
                <a:gd name="T24" fmla="*/ 21 w 50"/>
                <a:gd name="T25" fmla="*/ 25 h 73"/>
                <a:gd name="T26" fmla="*/ 27 w 50"/>
                <a:gd name="T27" fmla="*/ 17 h 73"/>
                <a:gd name="T28" fmla="*/ 39 w 50"/>
                <a:gd name="T29" fmla="*/ 13 h 73"/>
                <a:gd name="T30" fmla="*/ 41 w 50"/>
                <a:gd name="T31" fmla="*/ 14 h 73"/>
                <a:gd name="T32" fmla="*/ 44 w 50"/>
                <a:gd name="T33" fmla="*/ 15 h 73"/>
                <a:gd name="T34" fmla="*/ 48 w 50"/>
                <a:gd name="T35" fmla="*/ 13 h 73"/>
                <a:gd name="T36" fmla="*/ 50 w 50"/>
                <a:gd name="T37" fmla="*/ 9 h 73"/>
                <a:gd name="T38" fmla="*/ 40 w 50"/>
                <a:gd name="T39" fmla="*/ 0 h 73"/>
                <a:gd name="T40" fmla="*/ 18 w 50"/>
                <a:gd name="T41" fmla="*/ 8 h 73"/>
                <a:gd name="T42" fmla="*/ 6 w 50"/>
                <a:gd name="T43" fmla="*/ 26 h 73"/>
                <a:gd name="T44" fmla="*/ 9 w 50"/>
                <a:gd name="T45" fmla="*/ 36 h 73"/>
                <a:gd name="T46" fmla="*/ 25 w 50"/>
                <a:gd name="T47" fmla="*/ 46 h 73"/>
                <a:gd name="T48" fmla="*/ 35 w 50"/>
                <a:gd name="T49" fmla="*/ 54 h 73"/>
                <a:gd name="T50" fmla="*/ 27 w 50"/>
                <a:gd name="T51" fmla="*/ 58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3">
                  <a:moveTo>
                    <a:pt x="27" y="58"/>
                  </a:moveTo>
                  <a:cubicBezTo>
                    <a:pt x="23" y="59"/>
                    <a:pt x="19" y="60"/>
                    <a:pt x="15" y="60"/>
                  </a:cubicBezTo>
                  <a:cubicBezTo>
                    <a:pt x="14" y="60"/>
                    <a:pt x="12" y="60"/>
                    <a:pt x="11" y="59"/>
                  </a:cubicBezTo>
                  <a:cubicBezTo>
                    <a:pt x="9" y="58"/>
                    <a:pt x="8" y="58"/>
                    <a:pt x="7" y="58"/>
                  </a:cubicBezTo>
                  <a:cubicBezTo>
                    <a:pt x="5" y="58"/>
                    <a:pt x="4" y="59"/>
                    <a:pt x="2" y="60"/>
                  </a:cubicBezTo>
                  <a:cubicBezTo>
                    <a:pt x="1" y="62"/>
                    <a:pt x="0" y="63"/>
                    <a:pt x="0" y="65"/>
                  </a:cubicBezTo>
                  <a:cubicBezTo>
                    <a:pt x="0" y="70"/>
                    <a:pt x="4" y="73"/>
                    <a:pt x="11" y="73"/>
                  </a:cubicBezTo>
                  <a:cubicBezTo>
                    <a:pt x="21" y="73"/>
                    <a:pt x="29" y="71"/>
                    <a:pt x="37" y="67"/>
                  </a:cubicBezTo>
                  <a:cubicBezTo>
                    <a:pt x="45" y="63"/>
                    <a:pt x="49" y="58"/>
                    <a:pt x="49" y="53"/>
                  </a:cubicBezTo>
                  <a:cubicBezTo>
                    <a:pt x="49" y="49"/>
                    <a:pt x="48" y="46"/>
                    <a:pt x="46" y="44"/>
                  </a:cubicBezTo>
                  <a:cubicBezTo>
                    <a:pt x="44" y="41"/>
                    <a:pt x="39" y="38"/>
                    <a:pt x="32" y="35"/>
                  </a:cubicBezTo>
                  <a:cubicBezTo>
                    <a:pt x="28" y="33"/>
                    <a:pt x="24" y="31"/>
                    <a:pt x="23" y="30"/>
                  </a:cubicBezTo>
                  <a:cubicBezTo>
                    <a:pt x="21" y="28"/>
                    <a:pt x="21" y="27"/>
                    <a:pt x="21" y="25"/>
                  </a:cubicBezTo>
                  <a:cubicBezTo>
                    <a:pt x="21" y="22"/>
                    <a:pt x="23" y="19"/>
                    <a:pt x="27" y="17"/>
                  </a:cubicBezTo>
                  <a:cubicBezTo>
                    <a:pt x="31" y="14"/>
                    <a:pt x="35" y="13"/>
                    <a:pt x="39" y="13"/>
                  </a:cubicBezTo>
                  <a:cubicBezTo>
                    <a:pt x="39" y="13"/>
                    <a:pt x="40" y="13"/>
                    <a:pt x="41" y="14"/>
                  </a:cubicBezTo>
                  <a:cubicBezTo>
                    <a:pt x="43" y="14"/>
                    <a:pt x="43" y="15"/>
                    <a:pt x="44" y="15"/>
                  </a:cubicBezTo>
                  <a:cubicBezTo>
                    <a:pt x="45" y="15"/>
                    <a:pt x="46" y="14"/>
                    <a:pt x="48" y="13"/>
                  </a:cubicBezTo>
                  <a:cubicBezTo>
                    <a:pt x="49" y="12"/>
                    <a:pt x="50" y="10"/>
                    <a:pt x="50" y="9"/>
                  </a:cubicBezTo>
                  <a:cubicBezTo>
                    <a:pt x="50" y="3"/>
                    <a:pt x="47" y="0"/>
                    <a:pt x="40" y="0"/>
                  </a:cubicBezTo>
                  <a:cubicBezTo>
                    <a:pt x="33" y="0"/>
                    <a:pt x="26" y="3"/>
                    <a:pt x="18" y="8"/>
                  </a:cubicBezTo>
                  <a:cubicBezTo>
                    <a:pt x="10" y="13"/>
                    <a:pt x="6" y="19"/>
                    <a:pt x="6" y="26"/>
                  </a:cubicBezTo>
                  <a:cubicBezTo>
                    <a:pt x="6" y="30"/>
                    <a:pt x="7" y="33"/>
                    <a:pt x="9" y="36"/>
                  </a:cubicBezTo>
                  <a:cubicBezTo>
                    <a:pt x="11" y="38"/>
                    <a:pt x="17" y="42"/>
                    <a:pt x="25" y="46"/>
                  </a:cubicBezTo>
                  <a:cubicBezTo>
                    <a:pt x="32" y="49"/>
                    <a:pt x="35" y="52"/>
                    <a:pt x="35" y="54"/>
                  </a:cubicBezTo>
                  <a:cubicBezTo>
                    <a:pt x="34" y="55"/>
                    <a:pt x="31" y="57"/>
                    <a:pt x="27"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126"/>
            <p:cNvSpPr>
              <a:spLocks noEditPoints="1"/>
            </p:cNvSpPr>
            <p:nvPr/>
          </p:nvSpPr>
          <p:spPr bwMode="auto">
            <a:xfrm>
              <a:off x="5035550" y="4259263"/>
              <a:ext cx="106363" cy="117475"/>
            </a:xfrm>
            <a:custGeom>
              <a:avLst/>
              <a:gdLst>
                <a:gd name="T0" fmla="*/ 4 w 84"/>
                <a:gd name="T1" fmla="*/ 67 h 92"/>
                <a:gd name="T2" fmla="*/ 3 w 84"/>
                <a:gd name="T3" fmla="*/ 77 h 92"/>
                <a:gd name="T4" fmla="*/ 1 w 84"/>
                <a:gd name="T5" fmla="*/ 81 h 92"/>
                <a:gd name="T6" fmla="*/ 0 w 84"/>
                <a:gd name="T7" fmla="*/ 85 h 92"/>
                <a:gd name="T8" fmla="*/ 2 w 84"/>
                <a:gd name="T9" fmla="*/ 89 h 92"/>
                <a:gd name="T10" fmla="*/ 8 w 84"/>
                <a:gd name="T11" fmla="*/ 92 h 92"/>
                <a:gd name="T12" fmla="*/ 16 w 84"/>
                <a:gd name="T13" fmla="*/ 89 h 92"/>
                <a:gd name="T14" fmla="*/ 21 w 84"/>
                <a:gd name="T15" fmla="*/ 86 h 92"/>
                <a:gd name="T16" fmla="*/ 30 w 84"/>
                <a:gd name="T17" fmla="*/ 84 h 92"/>
                <a:gd name="T18" fmla="*/ 68 w 84"/>
                <a:gd name="T19" fmla="*/ 65 h 92"/>
                <a:gd name="T20" fmla="*/ 84 w 84"/>
                <a:gd name="T21" fmla="*/ 34 h 92"/>
                <a:gd name="T22" fmla="*/ 74 w 84"/>
                <a:gd name="T23" fmla="*/ 9 h 92"/>
                <a:gd name="T24" fmla="*/ 47 w 84"/>
                <a:gd name="T25" fmla="*/ 0 h 92"/>
                <a:gd name="T26" fmla="*/ 34 w 84"/>
                <a:gd name="T27" fmla="*/ 1 h 92"/>
                <a:gd name="T28" fmla="*/ 19 w 84"/>
                <a:gd name="T29" fmla="*/ 1 h 92"/>
                <a:gd name="T30" fmla="*/ 10 w 84"/>
                <a:gd name="T31" fmla="*/ 1 h 92"/>
                <a:gd name="T32" fmla="*/ 5 w 84"/>
                <a:gd name="T33" fmla="*/ 4 h 92"/>
                <a:gd name="T34" fmla="*/ 2 w 84"/>
                <a:gd name="T35" fmla="*/ 9 h 92"/>
                <a:gd name="T36" fmla="*/ 9 w 84"/>
                <a:gd name="T37" fmla="*/ 15 h 92"/>
                <a:gd name="T38" fmla="*/ 10 w 84"/>
                <a:gd name="T39" fmla="*/ 16 h 92"/>
                <a:gd name="T40" fmla="*/ 9 w 84"/>
                <a:gd name="T41" fmla="*/ 23 h 92"/>
                <a:gd name="T42" fmla="*/ 4 w 84"/>
                <a:gd name="T43" fmla="*/ 67 h 92"/>
                <a:gd name="T44" fmla="*/ 24 w 84"/>
                <a:gd name="T45" fmla="*/ 14 h 92"/>
                <a:gd name="T46" fmla="*/ 27 w 84"/>
                <a:gd name="T47" fmla="*/ 13 h 92"/>
                <a:gd name="T48" fmla="*/ 45 w 84"/>
                <a:gd name="T49" fmla="*/ 12 h 92"/>
                <a:gd name="T50" fmla="*/ 63 w 84"/>
                <a:gd name="T51" fmla="*/ 18 h 92"/>
                <a:gd name="T52" fmla="*/ 70 w 84"/>
                <a:gd name="T53" fmla="*/ 33 h 92"/>
                <a:gd name="T54" fmla="*/ 61 w 84"/>
                <a:gd name="T55" fmla="*/ 55 h 92"/>
                <a:gd name="T56" fmla="*/ 36 w 84"/>
                <a:gd name="T57" fmla="*/ 70 h 92"/>
                <a:gd name="T58" fmla="*/ 18 w 84"/>
                <a:gd name="T59" fmla="*/ 74 h 92"/>
                <a:gd name="T60" fmla="*/ 18 w 84"/>
                <a:gd name="T61" fmla="*/ 70 h 92"/>
                <a:gd name="T62" fmla="*/ 24 w 84"/>
                <a:gd name="T63" fmla="*/ 1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4" h="92">
                  <a:moveTo>
                    <a:pt x="4" y="67"/>
                  </a:moveTo>
                  <a:cubicBezTo>
                    <a:pt x="3" y="72"/>
                    <a:pt x="3" y="75"/>
                    <a:pt x="3" y="77"/>
                  </a:cubicBezTo>
                  <a:cubicBezTo>
                    <a:pt x="1" y="81"/>
                    <a:pt x="1" y="81"/>
                    <a:pt x="1" y="81"/>
                  </a:cubicBezTo>
                  <a:cubicBezTo>
                    <a:pt x="0" y="82"/>
                    <a:pt x="0" y="84"/>
                    <a:pt x="0" y="85"/>
                  </a:cubicBezTo>
                  <a:cubicBezTo>
                    <a:pt x="0" y="86"/>
                    <a:pt x="1" y="87"/>
                    <a:pt x="2" y="89"/>
                  </a:cubicBezTo>
                  <a:cubicBezTo>
                    <a:pt x="4" y="91"/>
                    <a:pt x="6" y="92"/>
                    <a:pt x="8" y="92"/>
                  </a:cubicBezTo>
                  <a:cubicBezTo>
                    <a:pt x="10" y="92"/>
                    <a:pt x="13" y="91"/>
                    <a:pt x="16" y="89"/>
                  </a:cubicBezTo>
                  <a:cubicBezTo>
                    <a:pt x="18" y="88"/>
                    <a:pt x="20" y="87"/>
                    <a:pt x="21" y="86"/>
                  </a:cubicBezTo>
                  <a:cubicBezTo>
                    <a:pt x="23" y="86"/>
                    <a:pt x="26" y="85"/>
                    <a:pt x="30" y="84"/>
                  </a:cubicBezTo>
                  <a:cubicBezTo>
                    <a:pt x="45" y="81"/>
                    <a:pt x="58" y="74"/>
                    <a:pt x="68" y="65"/>
                  </a:cubicBezTo>
                  <a:cubicBezTo>
                    <a:pt x="79" y="56"/>
                    <a:pt x="84" y="45"/>
                    <a:pt x="84" y="34"/>
                  </a:cubicBezTo>
                  <a:cubicBezTo>
                    <a:pt x="84" y="24"/>
                    <a:pt x="81" y="15"/>
                    <a:pt x="74" y="9"/>
                  </a:cubicBezTo>
                  <a:cubicBezTo>
                    <a:pt x="67" y="3"/>
                    <a:pt x="58" y="0"/>
                    <a:pt x="47" y="0"/>
                  </a:cubicBezTo>
                  <a:cubicBezTo>
                    <a:pt x="44" y="0"/>
                    <a:pt x="39" y="0"/>
                    <a:pt x="34" y="1"/>
                  </a:cubicBezTo>
                  <a:cubicBezTo>
                    <a:pt x="27" y="1"/>
                    <a:pt x="22" y="1"/>
                    <a:pt x="19" y="1"/>
                  </a:cubicBezTo>
                  <a:cubicBezTo>
                    <a:pt x="10" y="1"/>
                    <a:pt x="10" y="1"/>
                    <a:pt x="10" y="1"/>
                  </a:cubicBezTo>
                  <a:cubicBezTo>
                    <a:pt x="9" y="1"/>
                    <a:pt x="7" y="2"/>
                    <a:pt x="5" y="4"/>
                  </a:cubicBezTo>
                  <a:cubicBezTo>
                    <a:pt x="3" y="5"/>
                    <a:pt x="2" y="7"/>
                    <a:pt x="2" y="9"/>
                  </a:cubicBezTo>
                  <a:cubicBezTo>
                    <a:pt x="2" y="12"/>
                    <a:pt x="4" y="13"/>
                    <a:pt x="9" y="15"/>
                  </a:cubicBezTo>
                  <a:cubicBezTo>
                    <a:pt x="9" y="15"/>
                    <a:pt x="10" y="15"/>
                    <a:pt x="10" y="16"/>
                  </a:cubicBezTo>
                  <a:cubicBezTo>
                    <a:pt x="10" y="18"/>
                    <a:pt x="9" y="20"/>
                    <a:pt x="9" y="23"/>
                  </a:cubicBezTo>
                  <a:cubicBezTo>
                    <a:pt x="6" y="38"/>
                    <a:pt x="4" y="53"/>
                    <a:pt x="4" y="67"/>
                  </a:cubicBezTo>
                  <a:close/>
                  <a:moveTo>
                    <a:pt x="24" y="14"/>
                  </a:moveTo>
                  <a:cubicBezTo>
                    <a:pt x="25" y="14"/>
                    <a:pt x="26" y="13"/>
                    <a:pt x="27" y="13"/>
                  </a:cubicBezTo>
                  <a:cubicBezTo>
                    <a:pt x="34" y="12"/>
                    <a:pt x="40" y="12"/>
                    <a:pt x="45" y="12"/>
                  </a:cubicBezTo>
                  <a:cubicBezTo>
                    <a:pt x="52" y="12"/>
                    <a:pt x="58" y="14"/>
                    <a:pt x="63" y="18"/>
                  </a:cubicBezTo>
                  <a:cubicBezTo>
                    <a:pt x="68" y="22"/>
                    <a:pt x="70" y="27"/>
                    <a:pt x="70" y="33"/>
                  </a:cubicBezTo>
                  <a:cubicBezTo>
                    <a:pt x="70" y="42"/>
                    <a:pt x="67" y="49"/>
                    <a:pt x="61" y="55"/>
                  </a:cubicBezTo>
                  <a:cubicBezTo>
                    <a:pt x="54" y="62"/>
                    <a:pt x="46" y="67"/>
                    <a:pt x="36" y="70"/>
                  </a:cubicBezTo>
                  <a:cubicBezTo>
                    <a:pt x="26" y="73"/>
                    <a:pt x="20" y="74"/>
                    <a:pt x="18" y="74"/>
                  </a:cubicBezTo>
                  <a:cubicBezTo>
                    <a:pt x="18" y="73"/>
                    <a:pt x="18" y="72"/>
                    <a:pt x="18" y="70"/>
                  </a:cubicBezTo>
                  <a:cubicBezTo>
                    <a:pt x="18" y="59"/>
                    <a:pt x="20" y="40"/>
                    <a:pt x="24"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127"/>
            <p:cNvSpPr>
              <a:spLocks/>
            </p:cNvSpPr>
            <p:nvPr/>
          </p:nvSpPr>
          <p:spPr bwMode="auto">
            <a:xfrm>
              <a:off x="5159375" y="4289425"/>
              <a:ext cx="76200" cy="84138"/>
            </a:xfrm>
            <a:custGeom>
              <a:avLst/>
              <a:gdLst>
                <a:gd name="T0" fmla="*/ 16 w 60"/>
                <a:gd name="T1" fmla="*/ 18 h 67"/>
                <a:gd name="T2" fmla="*/ 19 w 60"/>
                <a:gd name="T3" fmla="*/ 6 h 67"/>
                <a:gd name="T4" fmla="*/ 17 w 60"/>
                <a:gd name="T5" fmla="*/ 2 h 67"/>
                <a:gd name="T6" fmla="*/ 12 w 60"/>
                <a:gd name="T7" fmla="*/ 0 h 67"/>
                <a:gd name="T8" fmla="*/ 7 w 60"/>
                <a:gd name="T9" fmla="*/ 2 h 67"/>
                <a:gd name="T10" fmla="*/ 3 w 60"/>
                <a:gd name="T11" fmla="*/ 6 h 67"/>
                <a:gd name="T12" fmla="*/ 2 w 60"/>
                <a:gd name="T13" fmla="*/ 14 h 67"/>
                <a:gd name="T14" fmla="*/ 2 w 60"/>
                <a:gd name="T15" fmla="*/ 18 h 67"/>
                <a:gd name="T16" fmla="*/ 0 w 60"/>
                <a:gd name="T17" fmla="*/ 35 h 67"/>
                <a:gd name="T18" fmla="*/ 0 w 60"/>
                <a:gd name="T19" fmla="*/ 47 h 67"/>
                <a:gd name="T20" fmla="*/ 2 w 60"/>
                <a:gd name="T21" fmla="*/ 63 h 67"/>
                <a:gd name="T22" fmla="*/ 8 w 60"/>
                <a:gd name="T23" fmla="*/ 67 h 67"/>
                <a:gd name="T24" fmla="*/ 14 w 60"/>
                <a:gd name="T25" fmla="*/ 65 h 67"/>
                <a:gd name="T26" fmla="*/ 17 w 60"/>
                <a:gd name="T27" fmla="*/ 58 h 67"/>
                <a:gd name="T28" fmla="*/ 29 w 60"/>
                <a:gd name="T29" fmla="*/ 27 h 67"/>
                <a:gd name="T30" fmla="*/ 44 w 60"/>
                <a:gd name="T31" fmla="*/ 13 h 67"/>
                <a:gd name="T32" fmla="*/ 48 w 60"/>
                <a:gd name="T33" fmla="*/ 15 h 67"/>
                <a:gd name="T34" fmla="*/ 55 w 60"/>
                <a:gd name="T35" fmla="*/ 18 h 67"/>
                <a:gd name="T36" fmla="*/ 58 w 60"/>
                <a:gd name="T37" fmla="*/ 16 h 67"/>
                <a:gd name="T38" fmla="*/ 60 w 60"/>
                <a:gd name="T39" fmla="*/ 11 h 67"/>
                <a:gd name="T40" fmla="*/ 56 w 60"/>
                <a:gd name="T41" fmla="*/ 3 h 67"/>
                <a:gd name="T42" fmla="*/ 46 w 60"/>
                <a:gd name="T43" fmla="*/ 0 h 67"/>
                <a:gd name="T44" fmla="*/ 29 w 60"/>
                <a:gd name="T45" fmla="*/ 9 h 67"/>
                <a:gd name="T46" fmla="*/ 14 w 60"/>
                <a:gd name="T47" fmla="*/ 32 h 67"/>
                <a:gd name="T48" fmla="*/ 13 w 60"/>
                <a:gd name="T49" fmla="*/ 34 h 67"/>
                <a:gd name="T50" fmla="*/ 14 w 60"/>
                <a:gd name="T51" fmla="*/ 25 h 67"/>
                <a:gd name="T52" fmla="*/ 16 w 60"/>
                <a:gd name="T53" fmla="*/ 1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0" h="67">
                  <a:moveTo>
                    <a:pt x="16" y="18"/>
                  </a:moveTo>
                  <a:cubicBezTo>
                    <a:pt x="18" y="12"/>
                    <a:pt x="19" y="8"/>
                    <a:pt x="19" y="6"/>
                  </a:cubicBezTo>
                  <a:cubicBezTo>
                    <a:pt x="19" y="5"/>
                    <a:pt x="18" y="3"/>
                    <a:pt x="17" y="2"/>
                  </a:cubicBezTo>
                  <a:cubicBezTo>
                    <a:pt x="16" y="1"/>
                    <a:pt x="14" y="0"/>
                    <a:pt x="12" y="0"/>
                  </a:cubicBezTo>
                  <a:cubicBezTo>
                    <a:pt x="10" y="0"/>
                    <a:pt x="8" y="1"/>
                    <a:pt x="7" y="2"/>
                  </a:cubicBezTo>
                  <a:cubicBezTo>
                    <a:pt x="5" y="3"/>
                    <a:pt x="4" y="5"/>
                    <a:pt x="3" y="6"/>
                  </a:cubicBezTo>
                  <a:cubicBezTo>
                    <a:pt x="3" y="8"/>
                    <a:pt x="2" y="10"/>
                    <a:pt x="2" y="14"/>
                  </a:cubicBezTo>
                  <a:cubicBezTo>
                    <a:pt x="2" y="15"/>
                    <a:pt x="2" y="17"/>
                    <a:pt x="2" y="18"/>
                  </a:cubicBezTo>
                  <a:cubicBezTo>
                    <a:pt x="1" y="25"/>
                    <a:pt x="0" y="31"/>
                    <a:pt x="0" y="35"/>
                  </a:cubicBezTo>
                  <a:cubicBezTo>
                    <a:pt x="0" y="40"/>
                    <a:pt x="0" y="44"/>
                    <a:pt x="0" y="47"/>
                  </a:cubicBezTo>
                  <a:cubicBezTo>
                    <a:pt x="0" y="54"/>
                    <a:pt x="1" y="59"/>
                    <a:pt x="2" y="63"/>
                  </a:cubicBezTo>
                  <a:cubicBezTo>
                    <a:pt x="3" y="66"/>
                    <a:pt x="5" y="67"/>
                    <a:pt x="8" y="67"/>
                  </a:cubicBezTo>
                  <a:cubicBezTo>
                    <a:pt x="10" y="67"/>
                    <a:pt x="12" y="67"/>
                    <a:pt x="14" y="65"/>
                  </a:cubicBezTo>
                  <a:cubicBezTo>
                    <a:pt x="15" y="64"/>
                    <a:pt x="16" y="62"/>
                    <a:pt x="17" y="58"/>
                  </a:cubicBezTo>
                  <a:cubicBezTo>
                    <a:pt x="18" y="47"/>
                    <a:pt x="22" y="36"/>
                    <a:pt x="29" y="27"/>
                  </a:cubicBezTo>
                  <a:cubicBezTo>
                    <a:pt x="36" y="18"/>
                    <a:pt x="41" y="13"/>
                    <a:pt x="44" y="13"/>
                  </a:cubicBezTo>
                  <a:cubicBezTo>
                    <a:pt x="45" y="13"/>
                    <a:pt x="46" y="14"/>
                    <a:pt x="48" y="15"/>
                  </a:cubicBezTo>
                  <a:cubicBezTo>
                    <a:pt x="50" y="17"/>
                    <a:pt x="52" y="18"/>
                    <a:pt x="55" y="18"/>
                  </a:cubicBezTo>
                  <a:cubicBezTo>
                    <a:pt x="56" y="18"/>
                    <a:pt x="57" y="17"/>
                    <a:pt x="58" y="16"/>
                  </a:cubicBezTo>
                  <a:cubicBezTo>
                    <a:pt x="59" y="15"/>
                    <a:pt x="60" y="13"/>
                    <a:pt x="60" y="11"/>
                  </a:cubicBezTo>
                  <a:cubicBezTo>
                    <a:pt x="60" y="8"/>
                    <a:pt x="58" y="5"/>
                    <a:pt x="56" y="3"/>
                  </a:cubicBezTo>
                  <a:cubicBezTo>
                    <a:pt x="53" y="1"/>
                    <a:pt x="50" y="0"/>
                    <a:pt x="46" y="0"/>
                  </a:cubicBezTo>
                  <a:cubicBezTo>
                    <a:pt x="40" y="0"/>
                    <a:pt x="35" y="3"/>
                    <a:pt x="29" y="9"/>
                  </a:cubicBezTo>
                  <a:cubicBezTo>
                    <a:pt x="24" y="15"/>
                    <a:pt x="19" y="23"/>
                    <a:pt x="14" y="32"/>
                  </a:cubicBezTo>
                  <a:cubicBezTo>
                    <a:pt x="13" y="34"/>
                    <a:pt x="13" y="34"/>
                    <a:pt x="13" y="34"/>
                  </a:cubicBezTo>
                  <a:cubicBezTo>
                    <a:pt x="14" y="25"/>
                    <a:pt x="14" y="25"/>
                    <a:pt x="14" y="25"/>
                  </a:cubicBezTo>
                  <a:cubicBezTo>
                    <a:pt x="15" y="22"/>
                    <a:pt x="15" y="20"/>
                    <a:pt x="16"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128"/>
            <p:cNvSpPr>
              <a:spLocks/>
            </p:cNvSpPr>
            <p:nvPr/>
          </p:nvSpPr>
          <p:spPr bwMode="auto">
            <a:xfrm>
              <a:off x="5235575" y="4291013"/>
              <a:ext cx="77788" cy="82550"/>
            </a:xfrm>
            <a:custGeom>
              <a:avLst/>
              <a:gdLst>
                <a:gd name="T0" fmla="*/ 18 w 61"/>
                <a:gd name="T1" fmla="*/ 19 h 66"/>
                <a:gd name="T2" fmla="*/ 21 w 61"/>
                <a:gd name="T3" fmla="*/ 6 h 66"/>
                <a:gd name="T4" fmla="*/ 19 w 61"/>
                <a:gd name="T5" fmla="*/ 2 h 66"/>
                <a:gd name="T6" fmla="*/ 14 w 61"/>
                <a:gd name="T7" fmla="*/ 0 h 66"/>
                <a:gd name="T8" fmla="*/ 6 w 61"/>
                <a:gd name="T9" fmla="*/ 5 h 66"/>
                <a:gd name="T10" fmla="*/ 3 w 61"/>
                <a:gd name="T11" fmla="*/ 23 h 66"/>
                <a:gd name="T12" fmla="*/ 0 w 61"/>
                <a:gd name="T13" fmla="*/ 44 h 66"/>
                <a:gd name="T14" fmla="*/ 4 w 61"/>
                <a:gd name="T15" fmla="*/ 59 h 66"/>
                <a:gd name="T16" fmla="*/ 14 w 61"/>
                <a:gd name="T17" fmla="*/ 64 h 66"/>
                <a:gd name="T18" fmla="*/ 29 w 61"/>
                <a:gd name="T19" fmla="*/ 58 h 66"/>
                <a:gd name="T20" fmla="*/ 42 w 61"/>
                <a:gd name="T21" fmla="*/ 41 h 66"/>
                <a:gd name="T22" fmla="*/ 45 w 61"/>
                <a:gd name="T23" fmla="*/ 59 h 66"/>
                <a:gd name="T24" fmla="*/ 52 w 61"/>
                <a:gd name="T25" fmla="*/ 66 h 66"/>
                <a:gd name="T26" fmla="*/ 58 w 61"/>
                <a:gd name="T27" fmla="*/ 64 h 66"/>
                <a:gd name="T28" fmla="*/ 61 w 61"/>
                <a:gd name="T29" fmla="*/ 60 h 66"/>
                <a:gd name="T30" fmla="*/ 59 w 61"/>
                <a:gd name="T31" fmla="*/ 57 h 66"/>
                <a:gd name="T32" fmla="*/ 54 w 61"/>
                <a:gd name="T33" fmla="*/ 38 h 66"/>
                <a:gd name="T34" fmla="*/ 58 w 61"/>
                <a:gd name="T35" fmla="*/ 15 h 66"/>
                <a:gd name="T36" fmla="*/ 59 w 61"/>
                <a:gd name="T37" fmla="*/ 11 h 66"/>
                <a:gd name="T38" fmla="*/ 52 w 61"/>
                <a:gd name="T39" fmla="*/ 4 h 66"/>
                <a:gd name="T40" fmla="*/ 46 w 61"/>
                <a:gd name="T41" fmla="*/ 7 h 66"/>
                <a:gd name="T42" fmla="*/ 42 w 61"/>
                <a:gd name="T43" fmla="*/ 20 h 66"/>
                <a:gd name="T44" fmla="*/ 30 w 61"/>
                <a:gd name="T45" fmla="*/ 41 h 66"/>
                <a:gd name="T46" fmla="*/ 16 w 61"/>
                <a:gd name="T47" fmla="*/ 51 h 66"/>
                <a:gd name="T48" fmla="*/ 13 w 61"/>
                <a:gd name="T49" fmla="*/ 43 h 66"/>
                <a:gd name="T50" fmla="*/ 15 w 61"/>
                <a:gd name="T51" fmla="*/ 32 h 66"/>
                <a:gd name="T52" fmla="*/ 18 w 61"/>
                <a:gd name="T53" fmla="*/ 19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66">
                  <a:moveTo>
                    <a:pt x="18" y="19"/>
                  </a:moveTo>
                  <a:cubicBezTo>
                    <a:pt x="20" y="13"/>
                    <a:pt x="21" y="9"/>
                    <a:pt x="21" y="6"/>
                  </a:cubicBezTo>
                  <a:cubicBezTo>
                    <a:pt x="21" y="5"/>
                    <a:pt x="21" y="3"/>
                    <a:pt x="19" y="2"/>
                  </a:cubicBezTo>
                  <a:cubicBezTo>
                    <a:pt x="18" y="0"/>
                    <a:pt x="16" y="0"/>
                    <a:pt x="14" y="0"/>
                  </a:cubicBezTo>
                  <a:cubicBezTo>
                    <a:pt x="10" y="0"/>
                    <a:pt x="8" y="1"/>
                    <a:pt x="6" y="5"/>
                  </a:cubicBezTo>
                  <a:cubicBezTo>
                    <a:pt x="6" y="9"/>
                    <a:pt x="5" y="15"/>
                    <a:pt x="3" y="23"/>
                  </a:cubicBezTo>
                  <a:cubicBezTo>
                    <a:pt x="1" y="32"/>
                    <a:pt x="0" y="39"/>
                    <a:pt x="0" y="44"/>
                  </a:cubicBezTo>
                  <a:cubicBezTo>
                    <a:pt x="0" y="51"/>
                    <a:pt x="1" y="56"/>
                    <a:pt x="4" y="59"/>
                  </a:cubicBezTo>
                  <a:cubicBezTo>
                    <a:pt x="8" y="62"/>
                    <a:pt x="11" y="64"/>
                    <a:pt x="14" y="64"/>
                  </a:cubicBezTo>
                  <a:cubicBezTo>
                    <a:pt x="19" y="64"/>
                    <a:pt x="24" y="62"/>
                    <a:pt x="29" y="58"/>
                  </a:cubicBezTo>
                  <a:cubicBezTo>
                    <a:pt x="34" y="54"/>
                    <a:pt x="39" y="48"/>
                    <a:pt x="42" y="41"/>
                  </a:cubicBezTo>
                  <a:cubicBezTo>
                    <a:pt x="42" y="48"/>
                    <a:pt x="43" y="54"/>
                    <a:pt x="45" y="59"/>
                  </a:cubicBezTo>
                  <a:cubicBezTo>
                    <a:pt x="47" y="63"/>
                    <a:pt x="49" y="66"/>
                    <a:pt x="52" y="66"/>
                  </a:cubicBezTo>
                  <a:cubicBezTo>
                    <a:pt x="54" y="66"/>
                    <a:pt x="56" y="65"/>
                    <a:pt x="58" y="64"/>
                  </a:cubicBezTo>
                  <a:cubicBezTo>
                    <a:pt x="60" y="62"/>
                    <a:pt x="61" y="61"/>
                    <a:pt x="61" y="60"/>
                  </a:cubicBezTo>
                  <a:cubicBezTo>
                    <a:pt x="61" y="59"/>
                    <a:pt x="60" y="58"/>
                    <a:pt x="59" y="57"/>
                  </a:cubicBezTo>
                  <a:cubicBezTo>
                    <a:pt x="56" y="55"/>
                    <a:pt x="54" y="49"/>
                    <a:pt x="54" y="38"/>
                  </a:cubicBezTo>
                  <a:cubicBezTo>
                    <a:pt x="54" y="30"/>
                    <a:pt x="55" y="22"/>
                    <a:pt x="58" y="15"/>
                  </a:cubicBezTo>
                  <a:cubicBezTo>
                    <a:pt x="58" y="13"/>
                    <a:pt x="59" y="11"/>
                    <a:pt x="59" y="11"/>
                  </a:cubicBezTo>
                  <a:cubicBezTo>
                    <a:pt x="59" y="6"/>
                    <a:pt x="56" y="4"/>
                    <a:pt x="52" y="4"/>
                  </a:cubicBezTo>
                  <a:cubicBezTo>
                    <a:pt x="50" y="4"/>
                    <a:pt x="48" y="5"/>
                    <a:pt x="46" y="7"/>
                  </a:cubicBezTo>
                  <a:cubicBezTo>
                    <a:pt x="45" y="9"/>
                    <a:pt x="43" y="13"/>
                    <a:pt x="42" y="20"/>
                  </a:cubicBezTo>
                  <a:cubicBezTo>
                    <a:pt x="40" y="27"/>
                    <a:pt x="36" y="34"/>
                    <a:pt x="30" y="41"/>
                  </a:cubicBezTo>
                  <a:cubicBezTo>
                    <a:pt x="24" y="47"/>
                    <a:pt x="19" y="51"/>
                    <a:pt x="16" y="51"/>
                  </a:cubicBezTo>
                  <a:cubicBezTo>
                    <a:pt x="14" y="51"/>
                    <a:pt x="13" y="48"/>
                    <a:pt x="13" y="43"/>
                  </a:cubicBezTo>
                  <a:cubicBezTo>
                    <a:pt x="13" y="41"/>
                    <a:pt x="13" y="37"/>
                    <a:pt x="15" y="32"/>
                  </a:cubicBezTo>
                  <a:cubicBezTo>
                    <a:pt x="16" y="26"/>
                    <a:pt x="17" y="22"/>
                    <a:pt x="18"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129"/>
            <p:cNvSpPr>
              <a:spLocks/>
            </p:cNvSpPr>
            <p:nvPr/>
          </p:nvSpPr>
          <p:spPr bwMode="auto">
            <a:xfrm>
              <a:off x="5327650" y="4292600"/>
              <a:ext cx="96838" cy="77788"/>
            </a:xfrm>
            <a:custGeom>
              <a:avLst/>
              <a:gdLst>
                <a:gd name="T0" fmla="*/ 17 w 76"/>
                <a:gd name="T1" fmla="*/ 1 h 61"/>
                <a:gd name="T2" fmla="*/ 12 w 76"/>
                <a:gd name="T3" fmla="*/ 0 h 61"/>
                <a:gd name="T4" fmla="*/ 7 w 76"/>
                <a:gd name="T5" fmla="*/ 3 h 61"/>
                <a:gd name="T6" fmla="*/ 4 w 76"/>
                <a:gd name="T7" fmla="*/ 9 h 61"/>
                <a:gd name="T8" fmla="*/ 2 w 76"/>
                <a:gd name="T9" fmla="*/ 40 h 61"/>
                <a:gd name="T10" fmla="*/ 0 w 76"/>
                <a:gd name="T11" fmla="*/ 53 h 61"/>
                <a:gd name="T12" fmla="*/ 9 w 76"/>
                <a:gd name="T13" fmla="*/ 61 h 61"/>
                <a:gd name="T14" fmla="*/ 12 w 76"/>
                <a:gd name="T15" fmla="*/ 60 h 61"/>
                <a:gd name="T16" fmla="*/ 14 w 76"/>
                <a:gd name="T17" fmla="*/ 56 h 61"/>
                <a:gd name="T18" fmla="*/ 27 w 76"/>
                <a:gd name="T19" fmla="*/ 33 h 61"/>
                <a:gd name="T20" fmla="*/ 42 w 76"/>
                <a:gd name="T21" fmla="*/ 17 h 61"/>
                <a:gd name="T22" fmla="*/ 48 w 76"/>
                <a:gd name="T23" fmla="*/ 32 h 61"/>
                <a:gd name="T24" fmla="*/ 52 w 76"/>
                <a:gd name="T25" fmla="*/ 52 h 61"/>
                <a:gd name="T26" fmla="*/ 52 w 76"/>
                <a:gd name="T27" fmla="*/ 52 h 61"/>
                <a:gd name="T28" fmla="*/ 62 w 76"/>
                <a:gd name="T29" fmla="*/ 58 h 61"/>
                <a:gd name="T30" fmla="*/ 72 w 76"/>
                <a:gd name="T31" fmla="*/ 55 h 61"/>
                <a:gd name="T32" fmla="*/ 76 w 76"/>
                <a:gd name="T33" fmla="*/ 48 h 61"/>
                <a:gd name="T34" fmla="*/ 73 w 76"/>
                <a:gd name="T35" fmla="*/ 45 h 61"/>
                <a:gd name="T36" fmla="*/ 69 w 76"/>
                <a:gd name="T37" fmla="*/ 46 h 61"/>
                <a:gd name="T38" fmla="*/ 66 w 76"/>
                <a:gd name="T39" fmla="*/ 46 h 61"/>
                <a:gd name="T40" fmla="*/ 61 w 76"/>
                <a:gd name="T41" fmla="*/ 24 h 61"/>
                <a:gd name="T42" fmla="*/ 44 w 76"/>
                <a:gd name="T43" fmla="*/ 2 h 61"/>
                <a:gd name="T44" fmla="*/ 16 w 76"/>
                <a:gd name="T45" fmla="*/ 33 h 61"/>
                <a:gd name="T46" fmla="*/ 19 w 76"/>
                <a:gd name="T47" fmla="*/ 11 h 61"/>
                <a:gd name="T48" fmla="*/ 17 w 76"/>
                <a:gd name="T49" fmla="*/ 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6" h="61">
                  <a:moveTo>
                    <a:pt x="17" y="1"/>
                  </a:moveTo>
                  <a:cubicBezTo>
                    <a:pt x="16" y="0"/>
                    <a:pt x="14" y="0"/>
                    <a:pt x="12" y="0"/>
                  </a:cubicBezTo>
                  <a:cubicBezTo>
                    <a:pt x="10" y="0"/>
                    <a:pt x="8" y="1"/>
                    <a:pt x="7" y="3"/>
                  </a:cubicBezTo>
                  <a:cubicBezTo>
                    <a:pt x="5" y="5"/>
                    <a:pt x="4" y="7"/>
                    <a:pt x="4" y="9"/>
                  </a:cubicBezTo>
                  <a:cubicBezTo>
                    <a:pt x="4" y="21"/>
                    <a:pt x="3" y="32"/>
                    <a:pt x="2" y="40"/>
                  </a:cubicBezTo>
                  <a:cubicBezTo>
                    <a:pt x="1" y="47"/>
                    <a:pt x="0" y="51"/>
                    <a:pt x="0" y="53"/>
                  </a:cubicBezTo>
                  <a:cubicBezTo>
                    <a:pt x="0" y="59"/>
                    <a:pt x="3" y="61"/>
                    <a:pt x="9" y="61"/>
                  </a:cubicBezTo>
                  <a:cubicBezTo>
                    <a:pt x="10" y="61"/>
                    <a:pt x="11" y="61"/>
                    <a:pt x="12" y="60"/>
                  </a:cubicBezTo>
                  <a:cubicBezTo>
                    <a:pt x="13" y="59"/>
                    <a:pt x="14" y="58"/>
                    <a:pt x="14" y="56"/>
                  </a:cubicBezTo>
                  <a:cubicBezTo>
                    <a:pt x="16" y="51"/>
                    <a:pt x="20" y="43"/>
                    <a:pt x="27" y="33"/>
                  </a:cubicBezTo>
                  <a:cubicBezTo>
                    <a:pt x="34" y="22"/>
                    <a:pt x="39" y="17"/>
                    <a:pt x="42" y="17"/>
                  </a:cubicBezTo>
                  <a:cubicBezTo>
                    <a:pt x="45" y="17"/>
                    <a:pt x="47" y="22"/>
                    <a:pt x="48" y="32"/>
                  </a:cubicBezTo>
                  <a:cubicBezTo>
                    <a:pt x="49" y="42"/>
                    <a:pt x="50" y="49"/>
                    <a:pt x="52" y="52"/>
                  </a:cubicBezTo>
                  <a:cubicBezTo>
                    <a:pt x="52" y="52"/>
                    <a:pt x="52" y="52"/>
                    <a:pt x="52" y="52"/>
                  </a:cubicBezTo>
                  <a:cubicBezTo>
                    <a:pt x="54" y="56"/>
                    <a:pt x="57" y="58"/>
                    <a:pt x="62" y="58"/>
                  </a:cubicBezTo>
                  <a:cubicBezTo>
                    <a:pt x="66" y="58"/>
                    <a:pt x="69" y="57"/>
                    <a:pt x="72" y="55"/>
                  </a:cubicBezTo>
                  <a:cubicBezTo>
                    <a:pt x="74" y="52"/>
                    <a:pt x="76" y="50"/>
                    <a:pt x="76" y="48"/>
                  </a:cubicBezTo>
                  <a:cubicBezTo>
                    <a:pt x="76" y="46"/>
                    <a:pt x="75" y="45"/>
                    <a:pt x="73" y="45"/>
                  </a:cubicBezTo>
                  <a:cubicBezTo>
                    <a:pt x="72" y="45"/>
                    <a:pt x="71" y="45"/>
                    <a:pt x="69" y="46"/>
                  </a:cubicBezTo>
                  <a:cubicBezTo>
                    <a:pt x="68" y="46"/>
                    <a:pt x="67" y="46"/>
                    <a:pt x="66" y="46"/>
                  </a:cubicBezTo>
                  <a:cubicBezTo>
                    <a:pt x="64" y="46"/>
                    <a:pt x="62" y="39"/>
                    <a:pt x="61" y="24"/>
                  </a:cubicBezTo>
                  <a:cubicBezTo>
                    <a:pt x="59" y="9"/>
                    <a:pt x="54" y="2"/>
                    <a:pt x="44" y="2"/>
                  </a:cubicBezTo>
                  <a:cubicBezTo>
                    <a:pt x="34" y="2"/>
                    <a:pt x="24" y="12"/>
                    <a:pt x="16" y="33"/>
                  </a:cubicBezTo>
                  <a:cubicBezTo>
                    <a:pt x="18" y="22"/>
                    <a:pt x="19" y="14"/>
                    <a:pt x="19" y="11"/>
                  </a:cubicBezTo>
                  <a:cubicBezTo>
                    <a:pt x="19" y="6"/>
                    <a:pt x="18" y="2"/>
                    <a:pt x="1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130"/>
            <p:cNvSpPr>
              <a:spLocks/>
            </p:cNvSpPr>
            <p:nvPr/>
          </p:nvSpPr>
          <p:spPr bwMode="auto">
            <a:xfrm>
              <a:off x="5430838" y="4243388"/>
              <a:ext cx="84138" cy="130175"/>
            </a:xfrm>
            <a:custGeom>
              <a:avLst/>
              <a:gdLst>
                <a:gd name="T0" fmla="*/ 63 w 66"/>
                <a:gd name="T1" fmla="*/ 90 h 103"/>
                <a:gd name="T2" fmla="*/ 61 w 66"/>
                <a:gd name="T3" fmla="*/ 90 h 103"/>
                <a:gd name="T4" fmla="*/ 53 w 66"/>
                <a:gd name="T5" fmla="*/ 87 h 103"/>
                <a:gd name="T6" fmla="*/ 41 w 66"/>
                <a:gd name="T7" fmla="*/ 77 h 103"/>
                <a:gd name="T8" fmla="*/ 34 w 66"/>
                <a:gd name="T9" fmla="*/ 68 h 103"/>
                <a:gd name="T10" fmla="*/ 36 w 66"/>
                <a:gd name="T11" fmla="*/ 65 h 103"/>
                <a:gd name="T12" fmla="*/ 43 w 66"/>
                <a:gd name="T13" fmla="*/ 59 h 103"/>
                <a:gd name="T14" fmla="*/ 52 w 66"/>
                <a:gd name="T15" fmla="*/ 53 h 103"/>
                <a:gd name="T16" fmla="*/ 57 w 66"/>
                <a:gd name="T17" fmla="*/ 50 h 103"/>
                <a:gd name="T18" fmla="*/ 57 w 66"/>
                <a:gd name="T19" fmla="*/ 50 h 103"/>
                <a:gd name="T20" fmla="*/ 57 w 66"/>
                <a:gd name="T21" fmla="*/ 50 h 103"/>
                <a:gd name="T22" fmla="*/ 63 w 66"/>
                <a:gd name="T23" fmla="*/ 41 h 103"/>
                <a:gd name="T24" fmla="*/ 57 w 66"/>
                <a:gd name="T25" fmla="*/ 36 h 103"/>
                <a:gd name="T26" fmla="*/ 36 w 66"/>
                <a:gd name="T27" fmla="*/ 49 h 103"/>
                <a:gd name="T28" fmla="*/ 18 w 66"/>
                <a:gd name="T29" fmla="*/ 66 h 103"/>
                <a:gd name="T30" fmla="*/ 21 w 66"/>
                <a:gd name="T31" fmla="*/ 46 h 103"/>
                <a:gd name="T32" fmla="*/ 21 w 66"/>
                <a:gd name="T33" fmla="*/ 46 h 103"/>
                <a:gd name="T34" fmla="*/ 22 w 66"/>
                <a:gd name="T35" fmla="*/ 38 h 103"/>
                <a:gd name="T36" fmla="*/ 27 w 66"/>
                <a:gd name="T37" fmla="*/ 8 h 103"/>
                <a:gd name="T38" fmla="*/ 26 w 66"/>
                <a:gd name="T39" fmla="*/ 2 h 103"/>
                <a:gd name="T40" fmla="*/ 21 w 66"/>
                <a:gd name="T41" fmla="*/ 0 h 103"/>
                <a:gd name="T42" fmla="*/ 16 w 66"/>
                <a:gd name="T43" fmla="*/ 2 h 103"/>
                <a:gd name="T44" fmla="*/ 13 w 66"/>
                <a:gd name="T45" fmla="*/ 7 h 103"/>
                <a:gd name="T46" fmla="*/ 10 w 66"/>
                <a:gd name="T47" fmla="*/ 21 h 103"/>
                <a:gd name="T48" fmla="*/ 7 w 66"/>
                <a:gd name="T49" fmla="*/ 50 h 103"/>
                <a:gd name="T50" fmla="*/ 2 w 66"/>
                <a:gd name="T51" fmla="*/ 88 h 103"/>
                <a:gd name="T52" fmla="*/ 0 w 66"/>
                <a:gd name="T53" fmla="*/ 97 h 103"/>
                <a:gd name="T54" fmla="*/ 2 w 66"/>
                <a:gd name="T55" fmla="*/ 101 h 103"/>
                <a:gd name="T56" fmla="*/ 8 w 66"/>
                <a:gd name="T57" fmla="*/ 103 h 103"/>
                <a:gd name="T58" fmla="*/ 14 w 66"/>
                <a:gd name="T59" fmla="*/ 101 h 103"/>
                <a:gd name="T60" fmla="*/ 16 w 66"/>
                <a:gd name="T61" fmla="*/ 94 h 103"/>
                <a:gd name="T62" fmla="*/ 17 w 66"/>
                <a:gd name="T63" fmla="*/ 81 h 103"/>
                <a:gd name="T64" fmla="*/ 17 w 66"/>
                <a:gd name="T65" fmla="*/ 81 h 103"/>
                <a:gd name="T66" fmla="*/ 20 w 66"/>
                <a:gd name="T67" fmla="*/ 78 h 103"/>
                <a:gd name="T68" fmla="*/ 22 w 66"/>
                <a:gd name="T69" fmla="*/ 76 h 103"/>
                <a:gd name="T70" fmla="*/ 30 w 66"/>
                <a:gd name="T71" fmla="*/ 85 h 103"/>
                <a:gd name="T72" fmla="*/ 44 w 66"/>
                <a:gd name="T73" fmla="*/ 99 h 103"/>
                <a:gd name="T74" fmla="*/ 53 w 66"/>
                <a:gd name="T75" fmla="*/ 103 h 103"/>
                <a:gd name="T76" fmla="*/ 63 w 66"/>
                <a:gd name="T77" fmla="*/ 99 h 103"/>
                <a:gd name="T78" fmla="*/ 66 w 66"/>
                <a:gd name="T79" fmla="*/ 94 h 103"/>
                <a:gd name="T80" fmla="*/ 66 w 66"/>
                <a:gd name="T81" fmla="*/ 91 h 103"/>
                <a:gd name="T82" fmla="*/ 63 w 66"/>
                <a:gd name="T83" fmla="*/ 9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6" h="103">
                  <a:moveTo>
                    <a:pt x="63" y="90"/>
                  </a:moveTo>
                  <a:cubicBezTo>
                    <a:pt x="61" y="90"/>
                    <a:pt x="61" y="90"/>
                    <a:pt x="61" y="90"/>
                  </a:cubicBezTo>
                  <a:cubicBezTo>
                    <a:pt x="58" y="90"/>
                    <a:pt x="55" y="89"/>
                    <a:pt x="53" y="87"/>
                  </a:cubicBezTo>
                  <a:cubicBezTo>
                    <a:pt x="50" y="85"/>
                    <a:pt x="46" y="82"/>
                    <a:pt x="41" y="77"/>
                  </a:cubicBezTo>
                  <a:cubicBezTo>
                    <a:pt x="37" y="72"/>
                    <a:pt x="34" y="69"/>
                    <a:pt x="34" y="68"/>
                  </a:cubicBezTo>
                  <a:cubicBezTo>
                    <a:pt x="34" y="68"/>
                    <a:pt x="35" y="67"/>
                    <a:pt x="36" y="65"/>
                  </a:cubicBezTo>
                  <a:cubicBezTo>
                    <a:pt x="38" y="64"/>
                    <a:pt x="40" y="62"/>
                    <a:pt x="43" y="59"/>
                  </a:cubicBezTo>
                  <a:cubicBezTo>
                    <a:pt x="46" y="57"/>
                    <a:pt x="49" y="55"/>
                    <a:pt x="52" y="53"/>
                  </a:cubicBezTo>
                  <a:cubicBezTo>
                    <a:pt x="53" y="52"/>
                    <a:pt x="55" y="51"/>
                    <a:pt x="57" y="50"/>
                  </a:cubicBezTo>
                  <a:cubicBezTo>
                    <a:pt x="57" y="50"/>
                    <a:pt x="57" y="50"/>
                    <a:pt x="57" y="50"/>
                  </a:cubicBezTo>
                  <a:cubicBezTo>
                    <a:pt x="57" y="50"/>
                    <a:pt x="57" y="50"/>
                    <a:pt x="57" y="50"/>
                  </a:cubicBezTo>
                  <a:cubicBezTo>
                    <a:pt x="61" y="48"/>
                    <a:pt x="63" y="45"/>
                    <a:pt x="63" y="41"/>
                  </a:cubicBezTo>
                  <a:cubicBezTo>
                    <a:pt x="63" y="37"/>
                    <a:pt x="61" y="36"/>
                    <a:pt x="57" y="36"/>
                  </a:cubicBezTo>
                  <a:cubicBezTo>
                    <a:pt x="53" y="36"/>
                    <a:pt x="46" y="40"/>
                    <a:pt x="36" y="49"/>
                  </a:cubicBezTo>
                  <a:cubicBezTo>
                    <a:pt x="18" y="66"/>
                    <a:pt x="18" y="66"/>
                    <a:pt x="18" y="66"/>
                  </a:cubicBezTo>
                  <a:cubicBezTo>
                    <a:pt x="18" y="64"/>
                    <a:pt x="19" y="57"/>
                    <a:pt x="21" y="46"/>
                  </a:cubicBezTo>
                  <a:cubicBezTo>
                    <a:pt x="21" y="46"/>
                    <a:pt x="21" y="46"/>
                    <a:pt x="21" y="46"/>
                  </a:cubicBezTo>
                  <a:cubicBezTo>
                    <a:pt x="22" y="38"/>
                    <a:pt x="22" y="38"/>
                    <a:pt x="22" y="38"/>
                  </a:cubicBezTo>
                  <a:cubicBezTo>
                    <a:pt x="25" y="20"/>
                    <a:pt x="27" y="10"/>
                    <a:pt x="27" y="8"/>
                  </a:cubicBezTo>
                  <a:cubicBezTo>
                    <a:pt x="27" y="6"/>
                    <a:pt x="27" y="4"/>
                    <a:pt x="26" y="2"/>
                  </a:cubicBezTo>
                  <a:cubicBezTo>
                    <a:pt x="24" y="1"/>
                    <a:pt x="23" y="0"/>
                    <a:pt x="21" y="0"/>
                  </a:cubicBezTo>
                  <a:cubicBezTo>
                    <a:pt x="19" y="0"/>
                    <a:pt x="18" y="1"/>
                    <a:pt x="16" y="2"/>
                  </a:cubicBezTo>
                  <a:cubicBezTo>
                    <a:pt x="15" y="3"/>
                    <a:pt x="13" y="5"/>
                    <a:pt x="13" y="7"/>
                  </a:cubicBezTo>
                  <a:cubicBezTo>
                    <a:pt x="12" y="10"/>
                    <a:pt x="11" y="14"/>
                    <a:pt x="10" y="21"/>
                  </a:cubicBezTo>
                  <a:cubicBezTo>
                    <a:pt x="9" y="28"/>
                    <a:pt x="8" y="38"/>
                    <a:pt x="7" y="50"/>
                  </a:cubicBezTo>
                  <a:cubicBezTo>
                    <a:pt x="5" y="66"/>
                    <a:pt x="4" y="79"/>
                    <a:pt x="2" y="88"/>
                  </a:cubicBezTo>
                  <a:cubicBezTo>
                    <a:pt x="1" y="93"/>
                    <a:pt x="0" y="96"/>
                    <a:pt x="0" y="97"/>
                  </a:cubicBezTo>
                  <a:cubicBezTo>
                    <a:pt x="0" y="99"/>
                    <a:pt x="1" y="100"/>
                    <a:pt x="2" y="101"/>
                  </a:cubicBezTo>
                  <a:cubicBezTo>
                    <a:pt x="4" y="103"/>
                    <a:pt x="6" y="103"/>
                    <a:pt x="8" y="103"/>
                  </a:cubicBezTo>
                  <a:cubicBezTo>
                    <a:pt x="10" y="103"/>
                    <a:pt x="12" y="103"/>
                    <a:pt x="14" y="101"/>
                  </a:cubicBezTo>
                  <a:cubicBezTo>
                    <a:pt x="15" y="99"/>
                    <a:pt x="16" y="97"/>
                    <a:pt x="16" y="94"/>
                  </a:cubicBezTo>
                  <a:cubicBezTo>
                    <a:pt x="16" y="89"/>
                    <a:pt x="16" y="85"/>
                    <a:pt x="17" y="81"/>
                  </a:cubicBezTo>
                  <a:cubicBezTo>
                    <a:pt x="17" y="81"/>
                    <a:pt x="17" y="81"/>
                    <a:pt x="17" y="81"/>
                  </a:cubicBezTo>
                  <a:cubicBezTo>
                    <a:pt x="17" y="81"/>
                    <a:pt x="18" y="80"/>
                    <a:pt x="20" y="78"/>
                  </a:cubicBezTo>
                  <a:cubicBezTo>
                    <a:pt x="21" y="77"/>
                    <a:pt x="22" y="76"/>
                    <a:pt x="22" y="76"/>
                  </a:cubicBezTo>
                  <a:cubicBezTo>
                    <a:pt x="23" y="76"/>
                    <a:pt x="25" y="79"/>
                    <a:pt x="30" y="85"/>
                  </a:cubicBezTo>
                  <a:cubicBezTo>
                    <a:pt x="37" y="92"/>
                    <a:pt x="41" y="97"/>
                    <a:pt x="44" y="99"/>
                  </a:cubicBezTo>
                  <a:cubicBezTo>
                    <a:pt x="47" y="102"/>
                    <a:pt x="50" y="103"/>
                    <a:pt x="53" y="103"/>
                  </a:cubicBezTo>
                  <a:cubicBezTo>
                    <a:pt x="58" y="103"/>
                    <a:pt x="61" y="102"/>
                    <a:pt x="63" y="99"/>
                  </a:cubicBezTo>
                  <a:cubicBezTo>
                    <a:pt x="65" y="97"/>
                    <a:pt x="66" y="95"/>
                    <a:pt x="66" y="94"/>
                  </a:cubicBezTo>
                  <a:cubicBezTo>
                    <a:pt x="66" y="93"/>
                    <a:pt x="66" y="92"/>
                    <a:pt x="66" y="91"/>
                  </a:cubicBezTo>
                  <a:cubicBezTo>
                    <a:pt x="65" y="91"/>
                    <a:pt x="64" y="90"/>
                    <a:pt x="63"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1" name="组合 50"/>
          <p:cNvGrpSpPr/>
          <p:nvPr/>
        </p:nvGrpSpPr>
        <p:grpSpPr>
          <a:xfrm>
            <a:off x="392113" y="2300288"/>
            <a:ext cx="5319712" cy="180975"/>
            <a:chOff x="392113" y="2300288"/>
            <a:chExt cx="5319712" cy="180975"/>
          </a:xfrm>
          <a:solidFill>
            <a:schemeClr val="tx1">
              <a:lumMod val="65000"/>
              <a:lumOff val="35000"/>
            </a:schemeClr>
          </a:solidFill>
        </p:grpSpPr>
        <p:sp>
          <p:nvSpPr>
            <p:cNvPr id="52" name="Freeform 10"/>
            <p:cNvSpPr>
              <a:spLocks/>
            </p:cNvSpPr>
            <p:nvPr/>
          </p:nvSpPr>
          <p:spPr bwMode="auto">
            <a:xfrm>
              <a:off x="1735138" y="2316163"/>
              <a:ext cx="93663" cy="117475"/>
            </a:xfrm>
            <a:custGeom>
              <a:avLst/>
              <a:gdLst>
                <a:gd name="T0" fmla="*/ 3 w 74"/>
                <a:gd name="T1" fmla="*/ 90 h 93"/>
                <a:gd name="T2" fmla="*/ 10 w 74"/>
                <a:gd name="T3" fmla="*/ 93 h 93"/>
                <a:gd name="T4" fmla="*/ 29 w 74"/>
                <a:gd name="T5" fmla="*/ 90 h 93"/>
                <a:gd name="T6" fmla="*/ 49 w 74"/>
                <a:gd name="T7" fmla="*/ 88 h 93"/>
                <a:gd name="T8" fmla="*/ 66 w 74"/>
                <a:gd name="T9" fmla="*/ 85 h 93"/>
                <a:gd name="T10" fmla="*/ 67 w 74"/>
                <a:gd name="T11" fmla="*/ 81 h 93"/>
                <a:gd name="T12" fmla="*/ 60 w 74"/>
                <a:gd name="T13" fmla="*/ 74 h 93"/>
                <a:gd name="T14" fmla="*/ 49 w 74"/>
                <a:gd name="T15" fmla="*/ 75 h 93"/>
                <a:gd name="T16" fmla="*/ 34 w 74"/>
                <a:gd name="T17" fmla="*/ 78 h 93"/>
                <a:gd name="T18" fmla="*/ 19 w 74"/>
                <a:gd name="T19" fmla="*/ 79 h 93"/>
                <a:gd name="T20" fmla="*/ 16 w 74"/>
                <a:gd name="T21" fmla="*/ 77 h 93"/>
                <a:gd name="T22" fmla="*/ 17 w 74"/>
                <a:gd name="T23" fmla="*/ 66 h 93"/>
                <a:gd name="T24" fmla="*/ 19 w 74"/>
                <a:gd name="T25" fmla="*/ 57 h 93"/>
                <a:gd name="T26" fmla="*/ 21 w 74"/>
                <a:gd name="T27" fmla="*/ 56 h 93"/>
                <a:gd name="T28" fmla="*/ 21 w 74"/>
                <a:gd name="T29" fmla="*/ 56 h 93"/>
                <a:gd name="T30" fmla="*/ 40 w 74"/>
                <a:gd name="T31" fmla="*/ 53 h 93"/>
                <a:gd name="T32" fmla="*/ 46 w 74"/>
                <a:gd name="T33" fmla="*/ 52 h 93"/>
                <a:gd name="T34" fmla="*/ 54 w 74"/>
                <a:gd name="T35" fmla="*/ 51 h 93"/>
                <a:gd name="T36" fmla="*/ 62 w 74"/>
                <a:gd name="T37" fmla="*/ 49 h 93"/>
                <a:gd name="T38" fmla="*/ 65 w 74"/>
                <a:gd name="T39" fmla="*/ 43 h 93"/>
                <a:gd name="T40" fmla="*/ 55 w 74"/>
                <a:gd name="T41" fmla="*/ 37 h 93"/>
                <a:gd name="T42" fmla="*/ 42 w 74"/>
                <a:gd name="T43" fmla="*/ 40 h 93"/>
                <a:gd name="T44" fmla="*/ 32 w 74"/>
                <a:gd name="T45" fmla="*/ 41 h 93"/>
                <a:gd name="T46" fmla="*/ 21 w 74"/>
                <a:gd name="T47" fmla="*/ 42 h 93"/>
                <a:gd name="T48" fmla="*/ 23 w 74"/>
                <a:gd name="T49" fmla="*/ 32 h 93"/>
                <a:gd name="T50" fmla="*/ 25 w 74"/>
                <a:gd name="T51" fmla="*/ 22 h 93"/>
                <a:gd name="T52" fmla="*/ 26 w 74"/>
                <a:gd name="T53" fmla="*/ 18 h 93"/>
                <a:gd name="T54" fmla="*/ 33 w 74"/>
                <a:gd name="T55" fmla="*/ 16 h 93"/>
                <a:gd name="T56" fmla="*/ 50 w 74"/>
                <a:gd name="T57" fmla="*/ 15 h 93"/>
                <a:gd name="T58" fmla="*/ 68 w 74"/>
                <a:gd name="T59" fmla="*/ 14 h 93"/>
                <a:gd name="T60" fmla="*/ 72 w 74"/>
                <a:gd name="T61" fmla="*/ 11 h 93"/>
                <a:gd name="T62" fmla="*/ 74 w 74"/>
                <a:gd name="T63" fmla="*/ 8 h 93"/>
                <a:gd name="T64" fmla="*/ 63 w 74"/>
                <a:gd name="T65" fmla="*/ 1 h 93"/>
                <a:gd name="T66" fmla="*/ 62 w 74"/>
                <a:gd name="T67" fmla="*/ 1 h 93"/>
                <a:gd name="T68" fmla="*/ 53 w 74"/>
                <a:gd name="T69" fmla="*/ 2 h 93"/>
                <a:gd name="T70" fmla="*/ 20 w 74"/>
                <a:gd name="T71" fmla="*/ 6 h 93"/>
                <a:gd name="T72" fmla="*/ 15 w 74"/>
                <a:gd name="T73" fmla="*/ 5 h 93"/>
                <a:gd name="T74" fmla="*/ 10 w 74"/>
                <a:gd name="T75" fmla="*/ 6 h 93"/>
                <a:gd name="T76" fmla="*/ 8 w 74"/>
                <a:gd name="T77" fmla="*/ 9 h 93"/>
                <a:gd name="T78" fmla="*/ 7 w 74"/>
                <a:gd name="T79" fmla="*/ 11 h 93"/>
                <a:gd name="T80" fmla="*/ 8 w 74"/>
                <a:gd name="T81" fmla="*/ 15 h 93"/>
                <a:gd name="T82" fmla="*/ 10 w 74"/>
                <a:gd name="T83" fmla="*/ 17 h 93"/>
                <a:gd name="T84" fmla="*/ 10 w 74"/>
                <a:gd name="T85" fmla="*/ 17 h 93"/>
                <a:gd name="T86" fmla="*/ 7 w 74"/>
                <a:gd name="T87" fmla="*/ 46 h 93"/>
                <a:gd name="T88" fmla="*/ 1 w 74"/>
                <a:gd name="T89" fmla="*/ 78 h 93"/>
                <a:gd name="T90" fmla="*/ 0 w 74"/>
                <a:gd name="T91" fmla="*/ 82 h 93"/>
                <a:gd name="T92" fmla="*/ 0 w 74"/>
                <a:gd name="T93" fmla="*/ 84 h 93"/>
                <a:gd name="T94" fmla="*/ 3 w 74"/>
                <a:gd name="T95"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4" h="93">
                  <a:moveTo>
                    <a:pt x="3" y="90"/>
                  </a:moveTo>
                  <a:cubicBezTo>
                    <a:pt x="4" y="92"/>
                    <a:pt x="6" y="93"/>
                    <a:pt x="10" y="93"/>
                  </a:cubicBezTo>
                  <a:cubicBezTo>
                    <a:pt x="16" y="93"/>
                    <a:pt x="22" y="92"/>
                    <a:pt x="29" y="90"/>
                  </a:cubicBezTo>
                  <a:cubicBezTo>
                    <a:pt x="37" y="89"/>
                    <a:pt x="44" y="89"/>
                    <a:pt x="49" y="88"/>
                  </a:cubicBezTo>
                  <a:cubicBezTo>
                    <a:pt x="56" y="88"/>
                    <a:pt x="62" y="87"/>
                    <a:pt x="66" y="85"/>
                  </a:cubicBezTo>
                  <a:cubicBezTo>
                    <a:pt x="67" y="84"/>
                    <a:pt x="67" y="83"/>
                    <a:pt x="67" y="81"/>
                  </a:cubicBezTo>
                  <a:cubicBezTo>
                    <a:pt x="67" y="77"/>
                    <a:pt x="65" y="74"/>
                    <a:pt x="60" y="74"/>
                  </a:cubicBezTo>
                  <a:cubicBezTo>
                    <a:pt x="58" y="74"/>
                    <a:pt x="55" y="74"/>
                    <a:pt x="49" y="75"/>
                  </a:cubicBezTo>
                  <a:cubicBezTo>
                    <a:pt x="47" y="76"/>
                    <a:pt x="42" y="77"/>
                    <a:pt x="34" y="78"/>
                  </a:cubicBezTo>
                  <a:cubicBezTo>
                    <a:pt x="26" y="79"/>
                    <a:pt x="21" y="79"/>
                    <a:pt x="19" y="79"/>
                  </a:cubicBezTo>
                  <a:cubicBezTo>
                    <a:pt x="17" y="79"/>
                    <a:pt x="16" y="78"/>
                    <a:pt x="16" y="77"/>
                  </a:cubicBezTo>
                  <a:cubicBezTo>
                    <a:pt x="16" y="75"/>
                    <a:pt x="17" y="71"/>
                    <a:pt x="17" y="66"/>
                  </a:cubicBezTo>
                  <a:cubicBezTo>
                    <a:pt x="18" y="61"/>
                    <a:pt x="19" y="58"/>
                    <a:pt x="19" y="57"/>
                  </a:cubicBezTo>
                  <a:cubicBezTo>
                    <a:pt x="20" y="56"/>
                    <a:pt x="20" y="56"/>
                    <a:pt x="21" y="56"/>
                  </a:cubicBezTo>
                  <a:cubicBezTo>
                    <a:pt x="21" y="56"/>
                    <a:pt x="21" y="56"/>
                    <a:pt x="21" y="56"/>
                  </a:cubicBezTo>
                  <a:cubicBezTo>
                    <a:pt x="23" y="55"/>
                    <a:pt x="29" y="54"/>
                    <a:pt x="40" y="53"/>
                  </a:cubicBezTo>
                  <a:cubicBezTo>
                    <a:pt x="43" y="53"/>
                    <a:pt x="45" y="52"/>
                    <a:pt x="46" y="52"/>
                  </a:cubicBezTo>
                  <a:cubicBezTo>
                    <a:pt x="49" y="52"/>
                    <a:pt x="52" y="51"/>
                    <a:pt x="54" y="51"/>
                  </a:cubicBezTo>
                  <a:cubicBezTo>
                    <a:pt x="58" y="51"/>
                    <a:pt x="60" y="50"/>
                    <a:pt x="62" y="49"/>
                  </a:cubicBezTo>
                  <a:cubicBezTo>
                    <a:pt x="64" y="48"/>
                    <a:pt x="65" y="46"/>
                    <a:pt x="65" y="43"/>
                  </a:cubicBezTo>
                  <a:cubicBezTo>
                    <a:pt x="65" y="39"/>
                    <a:pt x="62" y="37"/>
                    <a:pt x="55" y="37"/>
                  </a:cubicBezTo>
                  <a:cubicBezTo>
                    <a:pt x="52" y="37"/>
                    <a:pt x="48" y="38"/>
                    <a:pt x="42" y="40"/>
                  </a:cubicBezTo>
                  <a:cubicBezTo>
                    <a:pt x="40" y="40"/>
                    <a:pt x="37" y="41"/>
                    <a:pt x="32" y="41"/>
                  </a:cubicBezTo>
                  <a:cubicBezTo>
                    <a:pt x="27" y="42"/>
                    <a:pt x="23" y="42"/>
                    <a:pt x="21" y="42"/>
                  </a:cubicBezTo>
                  <a:cubicBezTo>
                    <a:pt x="21" y="39"/>
                    <a:pt x="22" y="36"/>
                    <a:pt x="23" y="32"/>
                  </a:cubicBezTo>
                  <a:cubicBezTo>
                    <a:pt x="24" y="27"/>
                    <a:pt x="25" y="24"/>
                    <a:pt x="25" y="22"/>
                  </a:cubicBezTo>
                  <a:cubicBezTo>
                    <a:pt x="25" y="20"/>
                    <a:pt x="25" y="19"/>
                    <a:pt x="26" y="18"/>
                  </a:cubicBezTo>
                  <a:cubicBezTo>
                    <a:pt x="26" y="18"/>
                    <a:pt x="28" y="17"/>
                    <a:pt x="33" y="16"/>
                  </a:cubicBezTo>
                  <a:cubicBezTo>
                    <a:pt x="38" y="16"/>
                    <a:pt x="43" y="15"/>
                    <a:pt x="50" y="15"/>
                  </a:cubicBezTo>
                  <a:cubicBezTo>
                    <a:pt x="68" y="14"/>
                    <a:pt x="68" y="14"/>
                    <a:pt x="68" y="14"/>
                  </a:cubicBezTo>
                  <a:cubicBezTo>
                    <a:pt x="69" y="13"/>
                    <a:pt x="70" y="13"/>
                    <a:pt x="72" y="11"/>
                  </a:cubicBezTo>
                  <a:cubicBezTo>
                    <a:pt x="73" y="10"/>
                    <a:pt x="74" y="9"/>
                    <a:pt x="74" y="8"/>
                  </a:cubicBezTo>
                  <a:cubicBezTo>
                    <a:pt x="74" y="2"/>
                    <a:pt x="70" y="0"/>
                    <a:pt x="63" y="1"/>
                  </a:cubicBezTo>
                  <a:cubicBezTo>
                    <a:pt x="62" y="1"/>
                    <a:pt x="62" y="1"/>
                    <a:pt x="62" y="1"/>
                  </a:cubicBezTo>
                  <a:cubicBezTo>
                    <a:pt x="62" y="1"/>
                    <a:pt x="59" y="1"/>
                    <a:pt x="53" y="2"/>
                  </a:cubicBezTo>
                  <a:cubicBezTo>
                    <a:pt x="34" y="4"/>
                    <a:pt x="24" y="6"/>
                    <a:pt x="20" y="6"/>
                  </a:cubicBezTo>
                  <a:cubicBezTo>
                    <a:pt x="18" y="5"/>
                    <a:pt x="16" y="5"/>
                    <a:pt x="15" y="5"/>
                  </a:cubicBezTo>
                  <a:cubicBezTo>
                    <a:pt x="13" y="5"/>
                    <a:pt x="12" y="6"/>
                    <a:pt x="10" y="6"/>
                  </a:cubicBezTo>
                  <a:cubicBezTo>
                    <a:pt x="9" y="7"/>
                    <a:pt x="8" y="8"/>
                    <a:pt x="8" y="9"/>
                  </a:cubicBezTo>
                  <a:cubicBezTo>
                    <a:pt x="8" y="9"/>
                    <a:pt x="7" y="10"/>
                    <a:pt x="7" y="11"/>
                  </a:cubicBezTo>
                  <a:cubicBezTo>
                    <a:pt x="7" y="12"/>
                    <a:pt x="8" y="13"/>
                    <a:pt x="8" y="15"/>
                  </a:cubicBezTo>
                  <a:cubicBezTo>
                    <a:pt x="9" y="16"/>
                    <a:pt x="10" y="17"/>
                    <a:pt x="10" y="17"/>
                  </a:cubicBezTo>
                  <a:cubicBezTo>
                    <a:pt x="10" y="17"/>
                    <a:pt x="10" y="17"/>
                    <a:pt x="10" y="17"/>
                  </a:cubicBezTo>
                  <a:cubicBezTo>
                    <a:pt x="10" y="19"/>
                    <a:pt x="9" y="29"/>
                    <a:pt x="7" y="46"/>
                  </a:cubicBezTo>
                  <a:cubicBezTo>
                    <a:pt x="4" y="63"/>
                    <a:pt x="2" y="73"/>
                    <a:pt x="1" y="78"/>
                  </a:cubicBezTo>
                  <a:cubicBezTo>
                    <a:pt x="0" y="81"/>
                    <a:pt x="0" y="82"/>
                    <a:pt x="0" y="82"/>
                  </a:cubicBezTo>
                  <a:cubicBezTo>
                    <a:pt x="0" y="84"/>
                    <a:pt x="0" y="84"/>
                    <a:pt x="0" y="84"/>
                  </a:cubicBezTo>
                  <a:cubicBezTo>
                    <a:pt x="0" y="87"/>
                    <a:pt x="1" y="89"/>
                    <a:pt x="3"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11"/>
            <p:cNvSpPr>
              <a:spLocks/>
            </p:cNvSpPr>
            <p:nvPr/>
          </p:nvSpPr>
          <p:spPr bwMode="auto">
            <a:xfrm>
              <a:off x="1836738" y="2351088"/>
              <a:ext cx="95250" cy="77788"/>
            </a:xfrm>
            <a:custGeom>
              <a:avLst/>
              <a:gdLst>
                <a:gd name="T0" fmla="*/ 9 w 76"/>
                <a:gd name="T1" fmla="*/ 62 h 62"/>
                <a:gd name="T2" fmla="*/ 12 w 76"/>
                <a:gd name="T3" fmla="*/ 60 h 62"/>
                <a:gd name="T4" fmla="*/ 14 w 76"/>
                <a:gd name="T5" fmla="*/ 56 h 62"/>
                <a:gd name="T6" fmla="*/ 27 w 76"/>
                <a:gd name="T7" fmla="*/ 33 h 62"/>
                <a:gd name="T8" fmla="*/ 42 w 76"/>
                <a:gd name="T9" fmla="*/ 17 h 62"/>
                <a:gd name="T10" fmla="*/ 48 w 76"/>
                <a:gd name="T11" fmla="*/ 32 h 62"/>
                <a:gd name="T12" fmla="*/ 52 w 76"/>
                <a:gd name="T13" fmla="*/ 52 h 62"/>
                <a:gd name="T14" fmla="*/ 52 w 76"/>
                <a:gd name="T15" fmla="*/ 52 h 62"/>
                <a:gd name="T16" fmla="*/ 62 w 76"/>
                <a:gd name="T17" fmla="*/ 58 h 62"/>
                <a:gd name="T18" fmla="*/ 72 w 76"/>
                <a:gd name="T19" fmla="*/ 55 h 62"/>
                <a:gd name="T20" fmla="*/ 76 w 76"/>
                <a:gd name="T21" fmla="*/ 48 h 62"/>
                <a:gd name="T22" fmla="*/ 73 w 76"/>
                <a:gd name="T23" fmla="*/ 45 h 62"/>
                <a:gd name="T24" fmla="*/ 70 w 76"/>
                <a:gd name="T25" fmla="*/ 46 h 62"/>
                <a:gd name="T26" fmla="*/ 66 w 76"/>
                <a:gd name="T27" fmla="*/ 46 h 62"/>
                <a:gd name="T28" fmla="*/ 61 w 76"/>
                <a:gd name="T29" fmla="*/ 24 h 62"/>
                <a:gd name="T30" fmla="*/ 45 w 76"/>
                <a:gd name="T31" fmla="*/ 2 h 62"/>
                <a:gd name="T32" fmla="*/ 16 w 76"/>
                <a:gd name="T33" fmla="*/ 33 h 62"/>
                <a:gd name="T34" fmla="*/ 19 w 76"/>
                <a:gd name="T35" fmla="*/ 11 h 62"/>
                <a:gd name="T36" fmla="*/ 17 w 76"/>
                <a:gd name="T37" fmla="*/ 1 h 62"/>
                <a:gd name="T38" fmla="*/ 12 w 76"/>
                <a:gd name="T39" fmla="*/ 0 h 62"/>
                <a:gd name="T40" fmla="*/ 7 w 76"/>
                <a:gd name="T41" fmla="*/ 3 h 62"/>
                <a:gd name="T42" fmla="*/ 4 w 76"/>
                <a:gd name="T43" fmla="*/ 9 h 62"/>
                <a:gd name="T44" fmla="*/ 2 w 76"/>
                <a:gd name="T45" fmla="*/ 40 h 62"/>
                <a:gd name="T46" fmla="*/ 0 w 76"/>
                <a:gd name="T47" fmla="*/ 53 h 62"/>
                <a:gd name="T48" fmla="*/ 9 w 76"/>
                <a:gd name="T49"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6" h="62">
                  <a:moveTo>
                    <a:pt x="9" y="62"/>
                  </a:moveTo>
                  <a:cubicBezTo>
                    <a:pt x="10" y="62"/>
                    <a:pt x="11" y="61"/>
                    <a:pt x="12" y="60"/>
                  </a:cubicBezTo>
                  <a:cubicBezTo>
                    <a:pt x="13" y="59"/>
                    <a:pt x="14" y="58"/>
                    <a:pt x="14" y="56"/>
                  </a:cubicBezTo>
                  <a:cubicBezTo>
                    <a:pt x="16" y="51"/>
                    <a:pt x="20" y="43"/>
                    <a:pt x="27" y="33"/>
                  </a:cubicBezTo>
                  <a:cubicBezTo>
                    <a:pt x="34" y="22"/>
                    <a:pt x="39" y="17"/>
                    <a:pt x="42" y="17"/>
                  </a:cubicBezTo>
                  <a:cubicBezTo>
                    <a:pt x="45" y="17"/>
                    <a:pt x="47" y="22"/>
                    <a:pt x="48" y="32"/>
                  </a:cubicBezTo>
                  <a:cubicBezTo>
                    <a:pt x="49" y="42"/>
                    <a:pt x="50" y="49"/>
                    <a:pt x="52" y="52"/>
                  </a:cubicBezTo>
                  <a:cubicBezTo>
                    <a:pt x="52" y="52"/>
                    <a:pt x="52" y="52"/>
                    <a:pt x="52" y="52"/>
                  </a:cubicBezTo>
                  <a:cubicBezTo>
                    <a:pt x="54" y="56"/>
                    <a:pt x="57" y="58"/>
                    <a:pt x="62" y="58"/>
                  </a:cubicBezTo>
                  <a:cubicBezTo>
                    <a:pt x="66" y="58"/>
                    <a:pt x="69" y="57"/>
                    <a:pt x="72" y="55"/>
                  </a:cubicBezTo>
                  <a:cubicBezTo>
                    <a:pt x="75" y="53"/>
                    <a:pt x="76" y="50"/>
                    <a:pt x="76" y="48"/>
                  </a:cubicBezTo>
                  <a:cubicBezTo>
                    <a:pt x="76" y="46"/>
                    <a:pt x="75" y="45"/>
                    <a:pt x="73" y="45"/>
                  </a:cubicBezTo>
                  <a:cubicBezTo>
                    <a:pt x="72" y="45"/>
                    <a:pt x="71" y="45"/>
                    <a:pt x="70" y="46"/>
                  </a:cubicBezTo>
                  <a:cubicBezTo>
                    <a:pt x="68" y="46"/>
                    <a:pt x="67" y="46"/>
                    <a:pt x="66" y="46"/>
                  </a:cubicBezTo>
                  <a:cubicBezTo>
                    <a:pt x="64" y="46"/>
                    <a:pt x="62" y="39"/>
                    <a:pt x="61" y="24"/>
                  </a:cubicBezTo>
                  <a:cubicBezTo>
                    <a:pt x="59" y="10"/>
                    <a:pt x="54" y="2"/>
                    <a:pt x="45" y="2"/>
                  </a:cubicBezTo>
                  <a:cubicBezTo>
                    <a:pt x="34" y="2"/>
                    <a:pt x="24" y="12"/>
                    <a:pt x="16" y="33"/>
                  </a:cubicBezTo>
                  <a:cubicBezTo>
                    <a:pt x="18" y="22"/>
                    <a:pt x="19" y="14"/>
                    <a:pt x="19" y="11"/>
                  </a:cubicBezTo>
                  <a:cubicBezTo>
                    <a:pt x="19" y="6"/>
                    <a:pt x="18" y="3"/>
                    <a:pt x="17" y="1"/>
                  </a:cubicBezTo>
                  <a:cubicBezTo>
                    <a:pt x="16" y="0"/>
                    <a:pt x="14" y="0"/>
                    <a:pt x="12" y="0"/>
                  </a:cubicBezTo>
                  <a:cubicBezTo>
                    <a:pt x="10" y="0"/>
                    <a:pt x="8" y="1"/>
                    <a:pt x="7" y="3"/>
                  </a:cubicBezTo>
                  <a:cubicBezTo>
                    <a:pt x="5" y="5"/>
                    <a:pt x="4" y="7"/>
                    <a:pt x="4" y="9"/>
                  </a:cubicBezTo>
                  <a:cubicBezTo>
                    <a:pt x="4" y="21"/>
                    <a:pt x="3" y="32"/>
                    <a:pt x="2" y="40"/>
                  </a:cubicBezTo>
                  <a:cubicBezTo>
                    <a:pt x="1" y="47"/>
                    <a:pt x="0" y="51"/>
                    <a:pt x="0" y="53"/>
                  </a:cubicBezTo>
                  <a:cubicBezTo>
                    <a:pt x="0" y="59"/>
                    <a:pt x="3" y="62"/>
                    <a:pt x="9"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12"/>
            <p:cNvSpPr>
              <a:spLocks/>
            </p:cNvSpPr>
            <p:nvPr/>
          </p:nvSpPr>
          <p:spPr bwMode="auto">
            <a:xfrm>
              <a:off x="1936750" y="2343150"/>
              <a:ext cx="68263" cy="87313"/>
            </a:xfrm>
            <a:custGeom>
              <a:avLst/>
              <a:gdLst>
                <a:gd name="T0" fmla="*/ 20 w 53"/>
                <a:gd name="T1" fmla="*/ 70 h 70"/>
                <a:gd name="T2" fmla="*/ 43 w 53"/>
                <a:gd name="T3" fmla="*/ 63 h 70"/>
                <a:gd name="T4" fmla="*/ 53 w 53"/>
                <a:gd name="T5" fmla="*/ 51 h 70"/>
                <a:gd name="T6" fmla="*/ 50 w 53"/>
                <a:gd name="T7" fmla="*/ 48 h 70"/>
                <a:gd name="T8" fmla="*/ 43 w 53"/>
                <a:gd name="T9" fmla="*/ 51 h 70"/>
                <a:gd name="T10" fmla="*/ 23 w 53"/>
                <a:gd name="T11" fmla="*/ 58 h 70"/>
                <a:gd name="T12" fmla="*/ 14 w 53"/>
                <a:gd name="T13" fmla="*/ 50 h 70"/>
                <a:gd name="T14" fmla="*/ 22 w 53"/>
                <a:gd name="T15" fmla="*/ 26 h 70"/>
                <a:gd name="T16" fmla="*/ 34 w 53"/>
                <a:gd name="T17" fmla="*/ 13 h 70"/>
                <a:gd name="T18" fmla="*/ 37 w 53"/>
                <a:gd name="T19" fmla="*/ 19 h 70"/>
                <a:gd name="T20" fmla="*/ 44 w 53"/>
                <a:gd name="T21" fmla="*/ 27 h 70"/>
                <a:gd name="T22" fmla="*/ 48 w 53"/>
                <a:gd name="T23" fmla="*/ 25 h 70"/>
                <a:gd name="T24" fmla="*/ 50 w 53"/>
                <a:gd name="T25" fmla="*/ 17 h 70"/>
                <a:gd name="T26" fmla="*/ 46 w 53"/>
                <a:gd name="T27" fmla="*/ 5 h 70"/>
                <a:gd name="T28" fmla="*/ 37 w 53"/>
                <a:gd name="T29" fmla="*/ 0 h 70"/>
                <a:gd name="T30" fmla="*/ 13 w 53"/>
                <a:gd name="T31" fmla="*/ 17 h 70"/>
                <a:gd name="T32" fmla="*/ 0 w 53"/>
                <a:gd name="T33" fmla="*/ 50 h 70"/>
                <a:gd name="T34" fmla="*/ 5 w 53"/>
                <a:gd name="T35" fmla="*/ 65 h 70"/>
                <a:gd name="T36" fmla="*/ 20 w 53"/>
                <a:gd name="T37"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70">
                  <a:moveTo>
                    <a:pt x="20" y="70"/>
                  </a:moveTo>
                  <a:cubicBezTo>
                    <a:pt x="28" y="70"/>
                    <a:pt x="36" y="68"/>
                    <a:pt x="43" y="63"/>
                  </a:cubicBezTo>
                  <a:cubicBezTo>
                    <a:pt x="50" y="58"/>
                    <a:pt x="53" y="54"/>
                    <a:pt x="53" y="51"/>
                  </a:cubicBezTo>
                  <a:cubicBezTo>
                    <a:pt x="53" y="49"/>
                    <a:pt x="52" y="48"/>
                    <a:pt x="50" y="48"/>
                  </a:cubicBezTo>
                  <a:cubicBezTo>
                    <a:pt x="48" y="48"/>
                    <a:pt x="46" y="49"/>
                    <a:pt x="43" y="51"/>
                  </a:cubicBezTo>
                  <a:cubicBezTo>
                    <a:pt x="36" y="55"/>
                    <a:pt x="30" y="58"/>
                    <a:pt x="23" y="58"/>
                  </a:cubicBezTo>
                  <a:cubicBezTo>
                    <a:pt x="17" y="58"/>
                    <a:pt x="14" y="55"/>
                    <a:pt x="14" y="50"/>
                  </a:cubicBezTo>
                  <a:cubicBezTo>
                    <a:pt x="14" y="43"/>
                    <a:pt x="17" y="35"/>
                    <a:pt x="22" y="26"/>
                  </a:cubicBezTo>
                  <a:cubicBezTo>
                    <a:pt x="27" y="18"/>
                    <a:pt x="31" y="13"/>
                    <a:pt x="34" y="13"/>
                  </a:cubicBezTo>
                  <a:cubicBezTo>
                    <a:pt x="36" y="13"/>
                    <a:pt x="37" y="15"/>
                    <a:pt x="37" y="19"/>
                  </a:cubicBezTo>
                  <a:cubicBezTo>
                    <a:pt x="38" y="24"/>
                    <a:pt x="40" y="27"/>
                    <a:pt x="44" y="27"/>
                  </a:cubicBezTo>
                  <a:cubicBezTo>
                    <a:pt x="45" y="27"/>
                    <a:pt x="47" y="26"/>
                    <a:pt x="48" y="25"/>
                  </a:cubicBezTo>
                  <a:cubicBezTo>
                    <a:pt x="50" y="24"/>
                    <a:pt x="50" y="21"/>
                    <a:pt x="50" y="17"/>
                  </a:cubicBezTo>
                  <a:cubicBezTo>
                    <a:pt x="50" y="13"/>
                    <a:pt x="49" y="9"/>
                    <a:pt x="46" y="5"/>
                  </a:cubicBezTo>
                  <a:cubicBezTo>
                    <a:pt x="44" y="2"/>
                    <a:pt x="40" y="0"/>
                    <a:pt x="37" y="0"/>
                  </a:cubicBezTo>
                  <a:cubicBezTo>
                    <a:pt x="29" y="0"/>
                    <a:pt x="21" y="6"/>
                    <a:pt x="13" y="17"/>
                  </a:cubicBezTo>
                  <a:cubicBezTo>
                    <a:pt x="4" y="29"/>
                    <a:pt x="0" y="40"/>
                    <a:pt x="0" y="50"/>
                  </a:cubicBezTo>
                  <a:cubicBezTo>
                    <a:pt x="0" y="56"/>
                    <a:pt x="2" y="61"/>
                    <a:pt x="5" y="65"/>
                  </a:cubicBezTo>
                  <a:cubicBezTo>
                    <a:pt x="9" y="68"/>
                    <a:pt x="14" y="70"/>
                    <a:pt x="20"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13"/>
            <p:cNvSpPr>
              <a:spLocks noEditPoints="1"/>
            </p:cNvSpPr>
            <p:nvPr/>
          </p:nvSpPr>
          <p:spPr bwMode="auto">
            <a:xfrm>
              <a:off x="2017713" y="2344738"/>
              <a:ext cx="74613" cy="85725"/>
            </a:xfrm>
            <a:custGeom>
              <a:avLst/>
              <a:gdLst>
                <a:gd name="T0" fmla="*/ 21 w 59"/>
                <a:gd name="T1" fmla="*/ 68 h 68"/>
                <a:gd name="T2" fmla="*/ 43 w 59"/>
                <a:gd name="T3" fmla="*/ 58 h 68"/>
                <a:gd name="T4" fmla="*/ 58 w 59"/>
                <a:gd name="T5" fmla="*/ 35 h 68"/>
                <a:gd name="T6" fmla="*/ 58 w 59"/>
                <a:gd name="T7" fmla="*/ 35 h 68"/>
                <a:gd name="T8" fmla="*/ 59 w 59"/>
                <a:gd name="T9" fmla="*/ 26 h 68"/>
                <a:gd name="T10" fmla="*/ 53 w 59"/>
                <a:gd name="T11" fmla="*/ 8 h 68"/>
                <a:gd name="T12" fmla="*/ 36 w 59"/>
                <a:gd name="T13" fmla="*/ 0 h 68"/>
                <a:gd name="T14" fmla="*/ 11 w 59"/>
                <a:gd name="T15" fmla="*/ 15 h 68"/>
                <a:gd name="T16" fmla="*/ 0 w 59"/>
                <a:gd name="T17" fmla="*/ 45 h 68"/>
                <a:gd name="T18" fmla="*/ 6 w 59"/>
                <a:gd name="T19" fmla="*/ 61 h 68"/>
                <a:gd name="T20" fmla="*/ 21 w 59"/>
                <a:gd name="T21" fmla="*/ 68 h 68"/>
                <a:gd name="T22" fmla="*/ 19 w 59"/>
                <a:gd name="T23" fmla="*/ 28 h 68"/>
                <a:gd name="T24" fmla="*/ 27 w 59"/>
                <a:gd name="T25" fmla="*/ 16 h 68"/>
                <a:gd name="T26" fmla="*/ 27 w 59"/>
                <a:gd name="T27" fmla="*/ 16 h 68"/>
                <a:gd name="T28" fmla="*/ 35 w 59"/>
                <a:gd name="T29" fmla="*/ 13 h 68"/>
                <a:gd name="T30" fmla="*/ 42 w 59"/>
                <a:gd name="T31" fmla="*/ 17 h 68"/>
                <a:gd name="T32" fmla="*/ 45 w 59"/>
                <a:gd name="T33" fmla="*/ 27 h 68"/>
                <a:gd name="T34" fmla="*/ 37 w 59"/>
                <a:gd name="T35" fmla="*/ 47 h 68"/>
                <a:gd name="T36" fmla="*/ 22 w 59"/>
                <a:gd name="T37" fmla="*/ 55 h 68"/>
                <a:gd name="T38" fmla="*/ 17 w 59"/>
                <a:gd name="T39" fmla="*/ 52 h 68"/>
                <a:gd name="T40" fmla="*/ 15 w 59"/>
                <a:gd name="T41" fmla="*/ 44 h 68"/>
                <a:gd name="T42" fmla="*/ 19 w 59"/>
                <a:gd name="T43" fmla="*/ 2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9" h="68">
                  <a:moveTo>
                    <a:pt x="21" y="68"/>
                  </a:moveTo>
                  <a:cubicBezTo>
                    <a:pt x="28" y="68"/>
                    <a:pt x="36" y="65"/>
                    <a:pt x="43" y="58"/>
                  </a:cubicBezTo>
                  <a:cubicBezTo>
                    <a:pt x="50" y="52"/>
                    <a:pt x="56" y="44"/>
                    <a:pt x="58" y="35"/>
                  </a:cubicBezTo>
                  <a:cubicBezTo>
                    <a:pt x="58" y="35"/>
                    <a:pt x="58" y="35"/>
                    <a:pt x="58" y="35"/>
                  </a:cubicBezTo>
                  <a:cubicBezTo>
                    <a:pt x="59" y="32"/>
                    <a:pt x="59" y="29"/>
                    <a:pt x="59" y="26"/>
                  </a:cubicBezTo>
                  <a:cubicBezTo>
                    <a:pt x="59" y="19"/>
                    <a:pt x="57" y="13"/>
                    <a:pt x="53" y="8"/>
                  </a:cubicBezTo>
                  <a:cubicBezTo>
                    <a:pt x="49" y="3"/>
                    <a:pt x="43" y="0"/>
                    <a:pt x="36" y="0"/>
                  </a:cubicBezTo>
                  <a:cubicBezTo>
                    <a:pt x="26" y="0"/>
                    <a:pt x="18" y="5"/>
                    <a:pt x="11" y="15"/>
                  </a:cubicBezTo>
                  <a:cubicBezTo>
                    <a:pt x="4" y="25"/>
                    <a:pt x="0" y="35"/>
                    <a:pt x="0" y="45"/>
                  </a:cubicBezTo>
                  <a:cubicBezTo>
                    <a:pt x="0" y="52"/>
                    <a:pt x="2" y="57"/>
                    <a:pt x="6" y="61"/>
                  </a:cubicBezTo>
                  <a:cubicBezTo>
                    <a:pt x="10" y="66"/>
                    <a:pt x="15" y="68"/>
                    <a:pt x="21" y="68"/>
                  </a:cubicBezTo>
                  <a:close/>
                  <a:moveTo>
                    <a:pt x="19" y="28"/>
                  </a:moveTo>
                  <a:cubicBezTo>
                    <a:pt x="22" y="22"/>
                    <a:pt x="24" y="18"/>
                    <a:pt x="27" y="16"/>
                  </a:cubicBezTo>
                  <a:cubicBezTo>
                    <a:pt x="27" y="16"/>
                    <a:pt x="27" y="16"/>
                    <a:pt x="27" y="16"/>
                  </a:cubicBezTo>
                  <a:cubicBezTo>
                    <a:pt x="30" y="14"/>
                    <a:pt x="32" y="13"/>
                    <a:pt x="35" y="13"/>
                  </a:cubicBezTo>
                  <a:cubicBezTo>
                    <a:pt x="38" y="13"/>
                    <a:pt x="41" y="14"/>
                    <a:pt x="42" y="17"/>
                  </a:cubicBezTo>
                  <a:cubicBezTo>
                    <a:pt x="44" y="19"/>
                    <a:pt x="45" y="23"/>
                    <a:pt x="45" y="27"/>
                  </a:cubicBezTo>
                  <a:cubicBezTo>
                    <a:pt x="45" y="34"/>
                    <a:pt x="42" y="41"/>
                    <a:pt x="37" y="47"/>
                  </a:cubicBezTo>
                  <a:cubicBezTo>
                    <a:pt x="32" y="52"/>
                    <a:pt x="26" y="55"/>
                    <a:pt x="22" y="55"/>
                  </a:cubicBezTo>
                  <a:cubicBezTo>
                    <a:pt x="20" y="55"/>
                    <a:pt x="18" y="54"/>
                    <a:pt x="17" y="52"/>
                  </a:cubicBezTo>
                  <a:cubicBezTo>
                    <a:pt x="16" y="50"/>
                    <a:pt x="15" y="47"/>
                    <a:pt x="15" y="44"/>
                  </a:cubicBezTo>
                  <a:cubicBezTo>
                    <a:pt x="15" y="38"/>
                    <a:pt x="16" y="33"/>
                    <a:pt x="19"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14"/>
            <p:cNvSpPr>
              <a:spLocks/>
            </p:cNvSpPr>
            <p:nvPr/>
          </p:nvSpPr>
          <p:spPr bwMode="auto">
            <a:xfrm>
              <a:off x="2105025" y="2347913"/>
              <a:ext cx="77788" cy="82550"/>
            </a:xfrm>
            <a:custGeom>
              <a:avLst/>
              <a:gdLst>
                <a:gd name="T0" fmla="*/ 19 w 61"/>
                <a:gd name="T1" fmla="*/ 19 h 66"/>
                <a:gd name="T2" fmla="*/ 22 w 61"/>
                <a:gd name="T3" fmla="*/ 7 h 66"/>
                <a:gd name="T4" fmla="*/ 20 w 61"/>
                <a:gd name="T5" fmla="*/ 2 h 66"/>
                <a:gd name="T6" fmla="*/ 14 w 61"/>
                <a:gd name="T7" fmla="*/ 0 h 66"/>
                <a:gd name="T8" fmla="*/ 7 w 61"/>
                <a:gd name="T9" fmla="*/ 5 h 66"/>
                <a:gd name="T10" fmla="*/ 4 w 61"/>
                <a:gd name="T11" fmla="*/ 23 h 66"/>
                <a:gd name="T12" fmla="*/ 0 w 61"/>
                <a:gd name="T13" fmla="*/ 44 h 66"/>
                <a:gd name="T14" fmla="*/ 5 w 61"/>
                <a:gd name="T15" fmla="*/ 59 h 66"/>
                <a:gd name="T16" fmla="*/ 14 w 61"/>
                <a:gd name="T17" fmla="*/ 64 h 66"/>
                <a:gd name="T18" fmla="*/ 30 w 61"/>
                <a:gd name="T19" fmla="*/ 58 h 66"/>
                <a:gd name="T20" fmla="*/ 43 w 61"/>
                <a:gd name="T21" fmla="*/ 41 h 66"/>
                <a:gd name="T22" fmla="*/ 45 w 61"/>
                <a:gd name="T23" fmla="*/ 59 h 66"/>
                <a:gd name="T24" fmla="*/ 53 w 61"/>
                <a:gd name="T25" fmla="*/ 66 h 66"/>
                <a:gd name="T26" fmla="*/ 58 w 61"/>
                <a:gd name="T27" fmla="*/ 64 h 66"/>
                <a:gd name="T28" fmla="*/ 61 w 61"/>
                <a:gd name="T29" fmla="*/ 60 h 66"/>
                <a:gd name="T30" fmla="*/ 60 w 61"/>
                <a:gd name="T31" fmla="*/ 57 h 66"/>
                <a:gd name="T32" fmla="*/ 54 w 61"/>
                <a:gd name="T33" fmla="*/ 39 h 66"/>
                <a:gd name="T34" fmla="*/ 58 w 61"/>
                <a:gd name="T35" fmla="*/ 15 h 66"/>
                <a:gd name="T36" fmla="*/ 59 w 61"/>
                <a:gd name="T37" fmla="*/ 11 h 66"/>
                <a:gd name="T38" fmla="*/ 53 w 61"/>
                <a:gd name="T39" fmla="*/ 4 h 66"/>
                <a:gd name="T40" fmla="*/ 47 w 61"/>
                <a:gd name="T41" fmla="*/ 7 h 66"/>
                <a:gd name="T42" fmla="*/ 42 w 61"/>
                <a:gd name="T43" fmla="*/ 20 h 66"/>
                <a:gd name="T44" fmla="*/ 31 w 61"/>
                <a:gd name="T45" fmla="*/ 41 h 66"/>
                <a:gd name="T46" fmla="*/ 17 w 61"/>
                <a:gd name="T47" fmla="*/ 51 h 66"/>
                <a:gd name="T48" fmla="*/ 13 w 61"/>
                <a:gd name="T49" fmla="*/ 43 h 66"/>
                <a:gd name="T50" fmla="*/ 15 w 61"/>
                <a:gd name="T51" fmla="*/ 32 h 66"/>
                <a:gd name="T52" fmla="*/ 19 w 61"/>
                <a:gd name="T53" fmla="*/ 19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66">
                  <a:moveTo>
                    <a:pt x="19" y="19"/>
                  </a:moveTo>
                  <a:cubicBezTo>
                    <a:pt x="21" y="13"/>
                    <a:pt x="22" y="9"/>
                    <a:pt x="22" y="7"/>
                  </a:cubicBezTo>
                  <a:cubicBezTo>
                    <a:pt x="22" y="5"/>
                    <a:pt x="21" y="3"/>
                    <a:pt x="20" y="2"/>
                  </a:cubicBezTo>
                  <a:cubicBezTo>
                    <a:pt x="19" y="0"/>
                    <a:pt x="17" y="0"/>
                    <a:pt x="14" y="0"/>
                  </a:cubicBezTo>
                  <a:cubicBezTo>
                    <a:pt x="11" y="0"/>
                    <a:pt x="8" y="1"/>
                    <a:pt x="7" y="5"/>
                  </a:cubicBezTo>
                  <a:cubicBezTo>
                    <a:pt x="7" y="9"/>
                    <a:pt x="6" y="15"/>
                    <a:pt x="4" y="23"/>
                  </a:cubicBezTo>
                  <a:cubicBezTo>
                    <a:pt x="1" y="32"/>
                    <a:pt x="0" y="39"/>
                    <a:pt x="0" y="44"/>
                  </a:cubicBezTo>
                  <a:cubicBezTo>
                    <a:pt x="0" y="51"/>
                    <a:pt x="2" y="56"/>
                    <a:pt x="5" y="59"/>
                  </a:cubicBezTo>
                  <a:cubicBezTo>
                    <a:pt x="8" y="62"/>
                    <a:pt x="11" y="64"/>
                    <a:pt x="14" y="64"/>
                  </a:cubicBezTo>
                  <a:cubicBezTo>
                    <a:pt x="19" y="64"/>
                    <a:pt x="24" y="62"/>
                    <a:pt x="30" y="58"/>
                  </a:cubicBezTo>
                  <a:cubicBezTo>
                    <a:pt x="35" y="54"/>
                    <a:pt x="39" y="48"/>
                    <a:pt x="43" y="41"/>
                  </a:cubicBezTo>
                  <a:cubicBezTo>
                    <a:pt x="43" y="49"/>
                    <a:pt x="44" y="55"/>
                    <a:pt x="45" y="59"/>
                  </a:cubicBezTo>
                  <a:cubicBezTo>
                    <a:pt x="47" y="63"/>
                    <a:pt x="49" y="66"/>
                    <a:pt x="53" y="66"/>
                  </a:cubicBezTo>
                  <a:cubicBezTo>
                    <a:pt x="54" y="66"/>
                    <a:pt x="56" y="65"/>
                    <a:pt x="58" y="64"/>
                  </a:cubicBezTo>
                  <a:cubicBezTo>
                    <a:pt x="60" y="62"/>
                    <a:pt x="61" y="61"/>
                    <a:pt x="61" y="60"/>
                  </a:cubicBezTo>
                  <a:cubicBezTo>
                    <a:pt x="61" y="59"/>
                    <a:pt x="61" y="58"/>
                    <a:pt x="60" y="57"/>
                  </a:cubicBezTo>
                  <a:cubicBezTo>
                    <a:pt x="56" y="55"/>
                    <a:pt x="54" y="49"/>
                    <a:pt x="54" y="39"/>
                  </a:cubicBezTo>
                  <a:cubicBezTo>
                    <a:pt x="54" y="30"/>
                    <a:pt x="56" y="22"/>
                    <a:pt x="58" y="15"/>
                  </a:cubicBezTo>
                  <a:cubicBezTo>
                    <a:pt x="59" y="13"/>
                    <a:pt x="59" y="11"/>
                    <a:pt x="59" y="11"/>
                  </a:cubicBezTo>
                  <a:cubicBezTo>
                    <a:pt x="59" y="6"/>
                    <a:pt x="57" y="4"/>
                    <a:pt x="53" y="4"/>
                  </a:cubicBezTo>
                  <a:cubicBezTo>
                    <a:pt x="50" y="4"/>
                    <a:pt x="48" y="5"/>
                    <a:pt x="47" y="7"/>
                  </a:cubicBezTo>
                  <a:cubicBezTo>
                    <a:pt x="45" y="9"/>
                    <a:pt x="44" y="13"/>
                    <a:pt x="42" y="20"/>
                  </a:cubicBezTo>
                  <a:cubicBezTo>
                    <a:pt x="40" y="27"/>
                    <a:pt x="36" y="34"/>
                    <a:pt x="31" y="41"/>
                  </a:cubicBezTo>
                  <a:cubicBezTo>
                    <a:pt x="25" y="47"/>
                    <a:pt x="20" y="51"/>
                    <a:pt x="17" y="51"/>
                  </a:cubicBezTo>
                  <a:cubicBezTo>
                    <a:pt x="14" y="51"/>
                    <a:pt x="13" y="48"/>
                    <a:pt x="13" y="43"/>
                  </a:cubicBezTo>
                  <a:cubicBezTo>
                    <a:pt x="13" y="41"/>
                    <a:pt x="14" y="38"/>
                    <a:pt x="15" y="32"/>
                  </a:cubicBezTo>
                  <a:cubicBezTo>
                    <a:pt x="17" y="26"/>
                    <a:pt x="18" y="22"/>
                    <a:pt x="19"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15"/>
            <p:cNvSpPr>
              <a:spLocks/>
            </p:cNvSpPr>
            <p:nvPr/>
          </p:nvSpPr>
          <p:spPr bwMode="auto">
            <a:xfrm>
              <a:off x="2203450" y="2346325"/>
              <a:ext cx="76200" cy="84138"/>
            </a:xfrm>
            <a:custGeom>
              <a:avLst/>
              <a:gdLst>
                <a:gd name="T0" fmla="*/ 55 w 60"/>
                <a:gd name="T1" fmla="*/ 18 h 67"/>
                <a:gd name="T2" fmla="*/ 59 w 60"/>
                <a:gd name="T3" fmla="*/ 16 h 67"/>
                <a:gd name="T4" fmla="*/ 60 w 60"/>
                <a:gd name="T5" fmla="*/ 11 h 67"/>
                <a:gd name="T6" fmla="*/ 56 w 60"/>
                <a:gd name="T7" fmla="*/ 3 h 67"/>
                <a:gd name="T8" fmla="*/ 46 w 60"/>
                <a:gd name="T9" fmla="*/ 0 h 67"/>
                <a:gd name="T10" fmla="*/ 30 w 60"/>
                <a:gd name="T11" fmla="*/ 9 h 67"/>
                <a:gd name="T12" fmla="*/ 14 w 60"/>
                <a:gd name="T13" fmla="*/ 32 h 67"/>
                <a:gd name="T14" fmla="*/ 13 w 60"/>
                <a:gd name="T15" fmla="*/ 34 h 67"/>
                <a:gd name="T16" fmla="*/ 15 w 60"/>
                <a:gd name="T17" fmla="*/ 25 h 67"/>
                <a:gd name="T18" fmla="*/ 16 w 60"/>
                <a:gd name="T19" fmla="*/ 18 h 67"/>
                <a:gd name="T20" fmla="*/ 19 w 60"/>
                <a:gd name="T21" fmla="*/ 6 h 67"/>
                <a:gd name="T22" fmla="*/ 17 w 60"/>
                <a:gd name="T23" fmla="*/ 2 h 67"/>
                <a:gd name="T24" fmla="*/ 12 w 60"/>
                <a:gd name="T25" fmla="*/ 0 h 67"/>
                <a:gd name="T26" fmla="*/ 7 w 60"/>
                <a:gd name="T27" fmla="*/ 2 h 67"/>
                <a:gd name="T28" fmla="*/ 4 w 60"/>
                <a:gd name="T29" fmla="*/ 6 h 67"/>
                <a:gd name="T30" fmla="*/ 2 w 60"/>
                <a:gd name="T31" fmla="*/ 14 h 67"/>
                <a:gd name="T32" fmla="*/ 2 w 60"/>
                <a:gd name="T33" fmla="*/ 18 h 67"/>
                <a:gd name="T34" fmla="*/ 1 w 60"/>
                <a:gd name="T35" fmla="*/ 35 h 67"/>
                <a:gd name="T36" fmla="*/ 0 w 60"/>
                <a:gd name="T37" fmla="*/ 47 h 67"/>
                <a:gd name="T38" fmla="*/ 2 w 60"/>
                <a:gd name="T39" fmla="*/ 63 h 67"/>
                <a:gd name="T40" fmla="*/ 8 w 60"/>
                <a:gd name="T41" fmla="*/ 67 h 67"/>
                <a:gd name="T42" fmla="*/ 14 w 60"/>
                <a:gd name="T43" fmla="*/ 65 h 67"/>
                <a:gd name="T44" fmla="*/ 17 w 60"/>
                <a:gd name="T45" fmla="*/ 58 h 67"/>
                <a:gd name="T46" fmla="*/ 30 w 60"/>
                <a:gd name="T47" fmla="*/ 27 h 67"/>
                <a:gd name="T48" fmla="*/ 45 w 60"/>
                <a:gd name="T49" fmla="*/ 13 h 67"/>
                <a:gd name="T50" fmla="*/ 48 w 60"/>
                <a:gd name="T51" fmla="*/ 15 h 67"/>
                <a:gd name="T52" fmla="*/ 55 w 60"/>
                <a:gd name="T53" fmla="*/ 1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0" h="67">
                  <a:moveTo>
                    <a:pt x="55" y="18"/>
                  </a:moveTo>
                  <a:cubicBezTo>
                    <a:pt x="56" y="18"/>
                    <a:pt x="58" y="17"/>
                    <a:pt x="59" y="16"/>
                  </a:cubicBezTo>
                  <a:cubicBezTo>
                    <a:pt x="59" y="15"/>
                    <a:pt x="60" y="13"/>
                    <a:pt x="60" y="11"/>
                  </a:cubicBezTo>
                  <a:cubicBezTo>
                    <a:pt x="60" y="8"/>
                    <a:pt x="59" y="5"/>
                    <a:pt x="56" y="3"/>
                  </a:cubicBezTo>
                  <a:cubicBezTo>
                    <a:pt x="53" y="1"/>
                    <a:pt x="50" y="0"/>
                    <a:pt x="46" y="0"/>
                  </a:cubicBezTo>
                  <a:cubicBezTo>
                    <a:pt x="41" y="0"/>
                    <a:pt x="35" y="3"/>
                    <a:pt x="30" y="9"/>
                  </a:cubicBezTo>
                  <a:cubicBezTo>
                    <a:pt x="24" y="15"/>
                    <a:pt x="19" y="23"/>
                    <a:pt x="14" y="32"/>
                  </a:cubicBezTo>
                  <a:cubicBezTo>
                    <a:pt x="13" y="34"/>
                    <a:pt x="13" y="34"/>
                    <a:pt x="13" y="34"/>
                  </a:cubicBezTo>
                  <a:cubicBezTo>
                    <a:pt x="15" y="25"/>
                    <a:pt x="15" y="25"/>
                    <a:pt x="15" y="25"/>
                  </a:cubicBezTo>
                  <a:cubicBezTo>
                    <a:pt x="15" y="22"/>
                    <a:pt x="16" y="20"/>
                    <a:pt x="16" y="18"/>
                  </a:cubicBezTo>
                  <a:cubicBezTo>
                    <a:pt x="18" y="12"/>
                    <a:pt x="19" y="8"/>
                    <a:pt x="19" y="6"/>
                  </a:cubicBezTo>
                  <a:cubicBezTo>
                    <a:pt x="19" y="5"/>
                    <a:pt x="18" y="3"/>
                    <a:pt x="17" y="2"/>
                  </a:cubicBezTo>
                  <a:cubicBezTo>
                    <a:pt x="16" y="1"/>
                    <a:pt x="15" y="0"/>
                    <a:pt x="12" y="0"/>
                  </a:cubicBezTo>
                  <a:cubicBezTo>
                    <a:pt x="10" y="0"/>
                    <a:pt x="8" y="1"/>
                    <a:pt x="7" y="2"/>
                  </a:cubicBezTo>
                  <a:cubicBezTo>
                    <a:pt x="5" y="3"/>
                    <a:pt x="4" y="5"/>
                    <a:pt x="4" y="6"/>
                  </a:cubicBezTo>
                  <a:cubicBezTo>
                    <a:pt x="3" y="8"/>
                    <a:pt x="3" y="10"/>
                    <a:pt x="2" y="14"/>
                  </a:cubicBezTo>
                  <a:cubicBezTo>
                    <a:pt x="2" y="15"/>
                    <a:pt x="2" y="17"/>
                    <a:pt x="2" y="18"/>
                  </a:cubicBezTo>
                  <a:cubicBezTo>
                    <a:pt x="1" y="25"/>
                    <a:pt x="1" y="31"/>
                    <a:pt x="1" y="35"/>
                  </a:cubicBezTo>
                  <a:cubicBezTo>
                    <a:pt x="0" y="40"/>
                    <a:pt x="0" y="44"/>
                    <a:pt x="0" y="47"/>
                  </a:cubicBezTo>
                  <a:cubicBezTo>
                    <a:pt x="0" y="54"/>
                    <a:pt x="1" y="59"/>
                    <a:pt x="2" y="63"/>
                  </a:cubicBezTo>
                  <a:cubicBezTo>
                    <a:pt x="3" y="66"/>
                    <a:pt x="5" y="67"/>
                    <a:pt x="8" y="67"/>
                  </a:cubicBezTo>
                  <a:cubicBezTo>
                    <a:pt x="11" y="67"/>
                    <a:pt x="13" y="67"/>
                    <a:pt x="14" y="65"/>
                  </a:cubicBezTo>
                  <a:cubicBezTo>
                    <a:pt x="16" y="64"/>
                    <a:pt x="17" y="62"/>
                    <a:pt x="17" y="58"/>
                  </a:cubicBezTo>
                  <a:cubicBezTo>
                    <a:pt x="18" y="47"/>
                    <a:pt x="23" y="36"/>
                    <a:pt x="30" y="27"/>
                  </a:cubicBezTo>
                  <a:cubicBezTo>
                    <a:pt x="37" y="18"/>
                    <a:pt x="42" y="13"/>
                    <a:pt x="45" y="13"/>
                  </a:cubicBezTo>
                  <a:cubicBezTo>
                    <a:pt x="46" y="13"/>
                    <a:pt x="47" y="14"/>
                    <a:pt x="48" y="15"/>
                  </a:cubicBezTo>
                  <a:cubicBezTo>
                    <a:pt x="50" y="17"/>
                    <a:pt x="52" y="18"/>
                    <a:pt x="55"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16"/>
            <p:cNvSpPr>
              <a:spLocks noEditPoints="1"/>
            </p:cNvSpPr>
            <p:nvPr/>
          </p:nvSpPr>
          <p:spPr bwMode="auto">
            <a:xfrm>
              <a:off x="2276475" y="2344738"/>
              <a:ext cx="79375" cy="85725"/>
            </a:xfrm>
            <a:custGeom>
              <a:avLst/>
              <a:gdLst>
                <a:gd name="T0" fmla="*/ 13 w 63"/>
                <a:gd name="T1" fmla="*/ 67 h 68"/>
                <a:gd name="T2" fmla="*/ 43 w 63"/>
                <a:gd name="T3" fmla="*/ 46 h 68"/>
                <a:gd name="T4" fmla="*/ 53 w 63"/>
                <a:gd name="T5" fmla="*/ 68 h 68"/>
                <a:gd name="T6" fmla="*/ 60 w 63"/>
                <a:gd name="T7" fmla="*/ 66 h 68"/>
                <a:gd name="T8" fmla="*/ 63 w 63"/>
                <a:gd name="T9" fmla="*/ 61 h 68"/>
                <a:gd name="T10" fmla="*/ 61 w 63"/>
                <a:gd name="T11" fmla="*/ 58 h 68"/>
                <a:gd name="T12" fmla="*/ 58 w 63"/>
                <a:gd name="T13" fmla="*/ 56 h 68"/>
                <a:gd name="T14" fmla="*/ 56 w 63"/>
                <a:gd name="T15" fmla="*/ 52 h 68"/>
                <a:gd name="T16" fmla="*/ 55 w 63"/>
                <a:gd name="T17" fmla="*/ 41 h 68"/>
                <a:gd name="T18" fmla="*/ 57 w 63"/>
                <a:gd name="T19" fmla="*/ 22 h 68"/>
                <a:gd name="T20" fmla="*/ 59 w 63"/>
                <a:gd name="T21" fmla="*/ 13 h 68"/>
                <a:gd name="T22" fmla="*/ 52 w 63"/>
                <a:gd name="T23" fmla="*/ 7 h 68"/>
                <a:gd name="T24" fmla="*/ 42 w 63"/>
                <a:gd name="T25" fmla="*/ 0 h 68"/>
                <a:gd name="T26" fmla="*/ 14 w 63"/>
                <a:gd name="T27" fmla="*/ 18 h 68"/>
                <a:gd name="T28" fmla="*/ 0 w 63"/>
                <a:gd name="T29" fmla="*/ 52 h 68"/>
                <a:gd name="T30" fmla="*/ 4 w 63"/>
                <a:gd name="T31" fmla="*/ 62 h 68"/>
                <a:gd name="T32" fmla="*/ 13 w 63"/>
                <a:gd name="T33" fmla="*/ 67 h 68"/>
                <a:gd name="T34" fmla="*/ 24 w 63"/>
                <a:gd name="T35" fmla="*/ 26 h 68"/>
                <a:gd name="T36" fmla="*/ 40 w 63"/>
                <a:gd name="T37" fmla="*/ 13 h 68"/>
                <a:gd name="T38" fmla="*/ 43 w 63"/>
                <a:gd name="T39" fmla="*/ 14 h 68"/>
                <a:gd name="T40" fmla="*/ 44 w 63"/>
                <a:gd name="T41" fmla="*/ 19 h 68"/>
                <a:gd name="T42" fmla="*/ 34 w 63"/>
                <a:gd name="T43" fmla="*/ 41 h 68"/>
                <a:gd name="T44" fmla="*/ 16 w 63"/>
                <a:gd name="T45" fmla="*/ 54 h 68"/>
                <a:gd name="T46" fmla="*/ 14 w 63"/>
                <a:gd name="T47" fmla="*/ 49 h 68"/>
                <a:gd name="T48" fmla="*/ 24 w 63"/>
                <a:gd name="T49" fmla="*/ 26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3" h="68">
                  <a:moveTo>
                    <a:pt x="13" y="67"/>
                  </a:moveTo>
                  <a:cubicBezTo>
                    <a:pt x="23" y="67"/>
                    <a:pt x="33" y="60"/>
                    <a:pt x="43" y="46"/>
                  </a:cubicBezTo>
                  <a:cubicBezTo>
                    <a:pt x="43" y="61"/>
                    <a:pt x="46" y="68"/>
                    <a:pt x="53" y="68"/>
                  </a:cubicBezTo>
                  <a:cubicBezTo>
                    <a:pt x="56" y="68"/>
                    <a:pt x="58" y="68"/>
                    <a:pt x="60" y="66"/>
                  </a:cubicBezTo>
                  <a:cubicBezTo>
                    <a:pt x="62" y="65"/>
                    <a:pt x="63" y="63"/>
                    <a:pt x="63" y="61"/>
                  </a:cubicBezTo>
                  <a:cubicBezTo>
                    <a:pt x="63" y="60"/>
                    <a:pt x="62" y="59"/>
                    <a:pt x="61" y="58"/>
                  </a:cubicBezTo>
                  <a:cubicBezTo>
                    <a:pt x="59" y="57"/>
                    <a:pt x="58" y="57"/>
                    <a:pt x="58" y="56"/>
                  </a:cubicBezTo>
                  <a:cubicBezTo>
                    <a:pt x="57" y="56"/>
                    <a:pt x="57" y="54"/>
                    <a:pt x="56" y="52"/>
                  </a:cubicBezTo>
                  <a:cubicBezTo>
                    <a:pt x="55" y="50"/>
                    <a:pt x="55" y="46"/>
                    <a:pt x="55" y="41"/>
                  </a:cubicBezTo>
                  <a:cubicBezTo>
                    <a:pt x="55" y="36"/>
                    <a:pt x="56" y="30"/>
                    <a:pt x="57" y="22"/>
                  </a:cubicBezTo>
                  <a:cubicBezTo>
                    <a:pt x="58" y="17"/>
                    <a:pt x="59" y="14"/>
                    <a:pt x="59" y="13"/>
                  </a:cubicBezTo>
                  <a:cubicBezTo>
                    <a:pt x="59" y="9"/>
                    <a:pt x="57" y="7"/>
                    <a:pt x="52" y="7"/>
                  </a:cubicBezTo>
                  <a:cubicBezTo>
                    <a:pt x="50" y="2"/>
                    <a:pt x="47" y="0"/>
                    <a:pt x="42" y="0"/>
                  </a:cubicBezTo>
                  <a:cubicBezTo>
                    <a:pt x="33" y="0"/>
                    <a:pt x="23" y="6"/>
                    <a:pt x="14" y="18"/>
                  </a:cubicBezTo>
                  <a:cubicBezTo>
                    <a:pt x="4" y="30"/>
                    <a:pt x="0" y="41"/>
                    <a:pt x="0" y="52"/>
                  </a:cubicBezTo>
                  <a:cubicBezTo>
                    <a:pt x="0" y="56"/>
                    <a:pt x="1" y="60"/>
                    <a:pt x="4" y="62"/>
                  </a:cubicBezTo>
                  <a:cubicBezTo>
                    <a:pt x="6" y="65"/>
                    <a:pt x="9" y="67"/>
                    <a:pt x="13" y="67"/>
                  </a:cubicBezTo>
                  <a:close/>
                  <a:moveTo>
                    <a:pt x="24" y="26"/>
                  </a:moveTo>
                  <a:cubicBezTo>
                    <a:pt x="30" y="17"/>
                    <a:pt x="36" y="13"/>
                    <a:pt x="40" y="13"/>
                  </a:cubicBezTo>
                  <a:cubicBezTo>
                    <a:pt x="41" y="13"/>
                    <a:pt x="42" y="13"/>
                    <a:pt x="43" y="14"/>
                  </a:cubicBezTo>
                  <a:cubicBezTo>
                    <a:pt x="44" y="16"/>
                    <a:pt x="44" y="17"/>
                    <a:pt x="44" y="19"/>
                  </a:cubicBezTo>
                  <a:cubicBezTo>
                    <a:pt x="44" y="26"/>
                    <a:pt x="41" y="33"/>
                    <a:pt x="34" y="41"/>
                  </a:cubicBezTo>
                  <a:cubicBezTo>
                    <a:pt x="27" y="50"/>
                    <a:pt x="21" y="54"/>
                    <a:pt x="16" y="54"/>
                  </a:cubicBezTo>
                  <a:cubicBezTo>
                    <a:pt x="15" y="54"/>
                    <a:pt x="14" y="52"/>
                    <a:pt x="14" y="49"/>
                  </a:cubicBezTo>
                  <a:cubicBezTo>
                    <a:pt x="14" y="43"/>
                    <a:pt x="18" y="35"/>
                    <a:pt x="24"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17"/>
            <p:cNvSpPr>
              <a:spLocks noEditPoints="1"/>
            </p:cNvSpPr>
            <p:nvPr/>
          </p:nvSpPr>
          <p:spPr bwMode="auto">
            <a:xfrm>
              <a:off x="2352675" y="2346325"/>
              <a:ext cx="95250" cy="128588"/>
            </a:xfrm>
            <a:custGeom>
              <a:avLst/>
              <a:gdLst>
                <a:gd name="T0" fmla="*/ 35 w 75"/>
                <a:gd name="T1" fmla="*/ 89 h 102"/>
                <a:gd name="T2" fmla="*/ 11 w 75"/>
                <a:gd name="T3" fmla="*/ 80 h 102"/>
                <a:gd name="T4" fmla="*/ 4 w 75"/>
                <a:gd name="T5" fmla="*/ 77 h 102"/>
                <a:gd name="T6" fmla="*/ 0 w 75"/>
                <a:gd name="T7" fmla="*/ 81 h 102"/>
                <a:gd name="T8" fmla="*/ 11 w 75"/>
                <a:gd name="T9" fmla="*/ 94 h 102"/>
                <a:gd name="T10" fmla="*/ 34 w 75"/>
                <a:gd name="T11" fmla="*/ 102 h 102"/>
                <a:gd name="T12" fmla="*/ 54 w 75"/>
                <a:gd name="T13" fmla="*/ 93 h 102"/>
                <a:gd name="T14" fmla="*/ 66 w 75"/>
                <a:gd name="T15" fmla="*/ 62 h 102"/>
                <a:gd name="T16" fmla="*/ 69 w 75"/>
                <a:gd name="T17" fmla="*/ 32 h 102"/>
                <a:gd name="T18" fmla="*/ 73 w 75"/>
                <a:gd name="T19" fmla="*/ 20 h 102"/>
                <a:gd name="T20" fmla="*/ 75 w 75"/>
                <a:gd name="T21" fmla="*/ 12 h 102"/>
                <a:gd name="T22" fmla="*/ 74 w 75"/>
                <a:gd name="T23" fmla="*/ 8 h 102"/>
                <a:gd name="T24" fmla="*/ 71 w 75"/>
                <a:gd name="T25" fmla="*/ 4 h 102"/>
                <a:gd name="T26" fmla="*/ 69 w 75"/>
                <a:gd name="T27" fmla="*/ 3 h 102"/>
                <a:gd name="T28" fmla="*/ 60 w 75"/>
                <a:gd name="T29" fmla="*/ 0 h 102"/>
                <a:gd name="T30" fmla="*/ 37 w 75"/>
                <a:gd name="T31" fmla="*/ 8 h 102"/>
                <a:gd name="T32" fmla="*/ 18 w 75"/>
                <a:gd name="T33" fmla="*/ 28 h 102"/>
                <a:gd name="T34" fmla="*/ 11 w 75"/>
                <a:gd name="T35" fmla="*/ 49 h 102"/>
                <a:gd name="T36" fmla="*/ 14 w 75"/>
                <a:gd name="T37" fmla="*/ 59 h 102"/>
                <a:gd name="T38" fmla="*/ 24 w 75"/>
                <a:gd name="T39" fmla="*/ 63 h 102"/>
                <a:gd name="T40" fmla="*/ 40 w 75"/>
                <a:gd name="T41" fmla="*/ 58 h 102"/>
                <a:gd name="T42" fmla="*/ 55 w 75"/>
                <a:gd name="T43" fmla="*/ 46 h 102"/>
                <a:gd name="T44" fmla="*/ 47 w 75"/>
                <a:gd name="T45" fmla="*/ 80 h 102"/>
                <a:gd name="T46" fmla="*/ 35 w 75"/>
                <a:gd name="T47" fmla="*/ 89 h 102"/>
                <a:gd name="T48" fmla="*/ 43 w 75"/>
                <a:gd name="T49" fmla="*/ 44 h 102"/>
                <a:gd name="T50" fmla="*/ 28 w 75"/>
                <a:gd name="T51" fmla="*/ 50 h 102"/>
                <a:gd name="T52" fmla="*/ 25 w 75"/>
                <a:gd name="T53" fmla="*/ 47 h 102"/>
                <a:gd name="T54" fmla="*/ 32 w 75"/>
                <a:gd name="T55" fmla="*/ 32 h 102"/>
                <a:gd name="T56" fmla="*/ 45 w 75"/>
                <a:gd name="T57" fmla="*/ 18 h 102"/>
                <a:gd name="T58" fmla="*/ 56 w 75"/>
                <a:gd name="T59" fmla="*/ 12 h 102"/>
                <a:gd name="T60" fmla="*/ 59 w 75"/>
                <a:gd name="T61" fmla="*/ 14 h 102"/>
                <a:gd name="T62" fmla="*/ 60 w 75"/>
                <a:gd name="T63" fmla="*/ 17 h 102"/>
                <a:gd name="T64" fmla="*/ 55 w 75"/>
                <a:gd name="T65" fmla="*/ 29 h 102"/>
                <a:gd name="T66" fmla="*/ 43 w 75"/>
                <a:gd name="T67" fmla="*/ 44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5" h="102">
                  <a:moveTo>
                    <a:pt x="35" y="89"/>
                  </a:moveTo>
                  <a:cubicBezTo>
                    <a:pt x="28" y="89"/>
                    <a:pt x="20" y="86"/>
                    <a:pt x="11" y="80"/>
                  </a:cubicBezTo>
                  <a:cubicBezTo>
                    <a:pt x="8" y="78"/>
                    <a:pt x="5" y="77"/>
                    <a:pt x="4" y="77"/>
                  </a:cubicBezTo>
                  <a:cubicBezTo>
                    <a:pt x="1" y="77"/>
                    <a:pt x="0" y="78"/>
                    <a:pt x="0" y="81"/>
                  </a:cubicBezTo>
                  <a:cubicBezTo>
                    <a:pt x="0" y="85"/>
                    <a:pt x="3" y="89"/>
                    <a:pt x="11" y="94"/>
                  </a:cubicBezTo>
                  <a:cubicBezTo>
                    <a:pt x="18" y="99"/>
                    <a:pt x="26" y="102"/>
                    <a:pt x="34" y="102"/>
                  </a:cubicBezTo>
                  <a:cubicBezTo>
                    <a:pt x="41" y="102"/>
                    <a:pt x="48" y="99"/>
                    <a:pt x="54" y="93"/>
                  </a:cubicBezTo>
                  <a:cubicBezTo>
                    <a:pt x="60" y="86"/>
                    <a:pt x="64" y="76"/>
                    <a:pt x="66" y="62"/>
                  </a:cubicBezTo>
                  <a:cubicBezTo>
                    <a:pt x="68" y="46"/>
                    <a:pt x="69" y="36"/>
                    <a:pt x="69" y="32"/>
                  </a:cubicBezTo>
                  <a:cubicBezTo>
                    <a:pt x="70" y="28"/>
                    <a:pt x="71" y="24"/>
                    <a:pt x="73" y="20"/>
                  </a:cubicBezTo>
                  <a:cubicBezTo>
                    <a:pt x="74" y="15"/>
                    <a:pt x="75" y="13"/>
                    <a:pt x="75" y="12"/>
                  </a:cubicBezTo>
                  <a:cubicBezTo>
                    <a:pt x="75" y="11"/>
                    <a:pt x="75" y="10"/>
                    <a:pt x="74" y="8"/>
                  </a:cubicBezTo>
                  <a:cubicBezTo>
                    <a:pt x="73" y="6"/>
                    <a:pt x="72" y="5"/>
                    <a:pt x="71" y="4"/>
                  </a:cubicBezTo>
                  <a:cubicBezTo>
                    <a:pt x="71" y="4"/>
                    <a:pt x="70" y="3"/>
                    <a:pt x="69" y="3"/>
                  </a:cubicBezTo>
                  <a:cubicBezTo>
                    <a:pt x="67" y="1"/>
                    <a:pt x="64" y="0"/>
                    <a:pt x="60" y="0"/>
                  </a:cubicBezTo>
                  <a:cubicBezTo>
                    <a:pt x="53" y="0"/>
                    <a:pt x="46" y="3"/>
                    <a:pt x="37" y="8"/>
                  </a:cubicBezTo>
                  <a:cubicBezTo>
                    <a:pt x="29" y="14"/>
                    <a:pt x="23" y="21"/>
                    <a:pt x="18" y="28"/>
                  </a:cubicBezTo>
                  <a:cubicBezTo>
                    <a:pt x="13" y="36"/>
                    <a:pt x="11" y="43"/>
                    <a:pt x="11" y="49"/>
                  </a:cubicBezTo>
                  <a:cubicBezTo>
                    <a:pt x="11" y="53"/>
                    <a:pt x="12" y="57"/>
                    <a:pt x="14" y="59"/>
                  </a:cubicBezTo>
                  <a:cubicBezTo>
                    <a:pt x="17" y="62"/>
                    <a:pt x="20" y="63"/>
                    <a:pt x="24" y="63"/>
                  </a:cubicBezTo>
                  <a:cubicBezTo>
                    <a:pt x="29" y="63"/>
                    <a:pt x="34" y="61"/>
                    <a:pt x="40" y="58"/>
                  </a:cubicBezTo>
                  <a:cubicBezTo>
                    <a:pt x="45" y="55"/>
                    <a:pt x="51" y="51"/>
                    <a:pt x="55" y="46"/>
                  </a:cubicBezTo>
                  <a:cubicBezTo>
                    <a:pt x="53" y="62"/>
                    <a:pt x="50" y="74"/>
                    <a:pt x="47" y="80"/>
                  </a:cubicBezTo>
                  <a:cubicBezTo>
                    <a:pt x="44" y="86"/>
                    <a:pt x="40" y="89"/>
                    <a:pt x="35" y="89"/>
                  </a:cubicBezTo>
                  <a:close/>
                  <a:moveTo>
                    <a:pt x="43" y="44"/>
                  </a:moveTo>
                  <a:cubicBezTo>
                    <a:pt x="38" y="48"/>
                    <a:pt x="33" y="50"/>
                    <a:pt x="28" y="50"/>
                  </a:cubicBezTo>
                  <a:cubicBezTo>
                    <a:pt x="26" y="50"/>
                    <a:pt x="25" y="49"/>
                    <a:pt x="25" y="47"/>
                  </a:cubicBezTo>
                  <a:cubicBezTo>
                    <a:pt x="25" y="43"/>
                    <a:pt x="27" y="38"/>
                    <a:pt x="32" y="32"/>
                  </a:cubicBezTo>
                  <a:cubicBezTo>
                    <a:pt x="36" y="26"/>
                    <a:pt x="40" y="21"/>
                    <a:pt x="45" y="18"/>
                  </a:cubicBezTo>
                  <a:cubicBezTo>
                    <a:pt x="50" y="14"/>
                    <a:pt x="53" y="12"/>
                    <a:pt x="56" y="12"/>
                  </a:cubicBezTo>
                  <a:cubicBezTo>
                    <a:pt x="57" y="12"/>
                    <a:pt x="58" y="13"/>
                    <a:pt x="59" y="14"/>
                  </a:cubicBezTo>
                  <a:cubicBezTo>
                    <a:pt x="60" y="15"/>
                    <a:pt x="60" y="16"/>
                    <a:pt x="60" y="17"/>
                  </a:cubicBezTo>
                  <a:cubicBezTo>
                    <a:pt x="60" y="20"/>
                    <a:pt x="58" y="24"/>
                    <a:pt x="55" y="29"/>
                  </a:cubicBezTo>
                  <a:cubicBezTo>
                    <a:pt x="52" y="35"/>
                    <a:pt x="48" y="40"/>
                    <a:pt x="43"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18"/>
            <p:cNvSpPr>
              <a:spLocks noEditPoints="1"/>
            </p:cNvSpPr>
            <p:nvPr/>
          </p:nvSpPr>
          <p:spPr bwMode="auto">
            <a:xfrm>
              <a:off x="2455863" y="2343150"/>
              <a:ext cx="71438" cy="87313"/>
            </a:xfrm>
            <a:custGeom>
              <a:avLst/>
              <a:gdLst>
                <a:gd name="T0" fmla="*/ 16 w 56"/>
                <a:gd name="T1" fmla="*/ 47 h 70"/>
                <a:gd name="T2" fmla="*/ 42 w 56"/>
                <a:gd name="T3" fmla="*/ 34 h 70"/>
                <a:gd name="T4" fmla="*/ 52 w 56"/>
                <a:gd name="T5" fmla="*/ 14 h 70"/>
                <a:gd name="T6" fmla="*/ 48 w 56"/>
                <a:gd name="T7" fmla="*/ 4 h 70"/>
                <a:gd name="T8" fmla="*/ 37 w 56"/>
                <a:gd name="T9" fmla="*/ 0 h 70"/>
                <a:gd name="T10" fmla="*/ 12 w 56"/>
                <a:gd name="T11" fmla="*/ 14 h 70"/>
                <a:gd name="T12" fmla="*/ 0 w 56"/>
                <a:gd name="T13" fmla="*/ 46 h 70"/>
                <a:gd name="T14" fmla="*/ 6 w 56"/>
                <a:gd name="T15" fmla="*/ 64 h 70"/>
                <a:gd name="T16" fmla="*/ 22 w 56"/>
                <a:gd name="T17" fmla="*/ 70 h 70"/>
                <a:gd name="T18" fmla="*/ 45 w 56"/>
                <a:gd name="T19" fmla="*/ 61 h 70"/>
                <a:gd name="T20" fmla="*/ 56 w 56"/>
                <a:gd name="T21" fmla="*/ 46 h 70"/>
                <a:gd name="T22" fmla="*/ 52 w 56"/>
                <a:gd name="T23" fmla="*/ 42 h 70"/>
                <a:gd name="T24" fmla="*/ 48 w 56"/>
                <a:gd name="T25" fmla="*/ 45 h 70"/>
                <a:gd name="T26" fmla="*/ 24 w 56"/>
                <a:gd name="T27" fmla="*/ 57 h 70"/>
                <a:gd name="T28" fmla="*/ 17 w 56"/>
                <a:gd name="T29" fmla="*/ 55 h 70"/>
                <a:gd name="T30" fmla="*/ 14 w 56"/>
                <a:gd name="T31" fmla="*/ 49 h 70"/>
                <a:gd name="T32" fmla="*/ 16 w 56"/>
                <a:gd name="T33" fmla="*/ 47 h 70"/>
                <a:gd name="T34" fmla="*/ 24 w 56"/>
                <a:gd name="T35" fmla="*/ 20 h 70"/>
                <a:gd name="T36" fmla="*/ 35 w 56"/>
                <a:gd name="T37" fmla="*/ 12 h 70"/>
                <a:gd name="T38" fmla="*/ 38 w 56"/>
                <a:gd name="T39" fmla="*/ 13 h 70"/>
                <a:gd name="T40" fmla="*/ 39 w 56"/>
                <a:gd name="T41" fmla="*/ 17 h 70"/>
                <a:gd name="T42" fmla="*/ 32 w 56"/>
                <a:gd name="T43" fmla="*/ 28 h 70"/>
                <a:gd name="T44" fmla="*/ 16 w 56"/>
                <a:gd name="T45" fmla="*/ 36 h 70"/>
                <a:gd name="T46" fmla="*/ 24 w 56"/>
                <a:gd name="T47" fmla="*/ 2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6" h="70">
                  <a:moveTo>
                    <a:pt x="16" y="47"/>
                  </a:moveTo>
                  <a:cubicBezTo>
                    <a:pt x="27" y="45"/>
                    <a:pt x="35" y="40"/>
                    <a:pt x="42" y="34"/>
                  </a:cubicBezTo>
                  <a:cubicBezTo>
                    <a:pt x="48" y="28"/>
                    <a:pt x="52" y="21"/>
                    <a:pt x="52" y="14"/>
                  </a:cubicBezTo>
                  <a:cubicBezTo>
                    <a:pt x="52" y="10"/>
                    <a:pt x="50" y="7"/>
                    <a:pt x="48" y="4"/>
                  </a:cubicBezTo>
                  <a:cubicBezTo>
                    <a:pt x="45" y="1"/>
                    <a:pt x="41" y="0"/>
                    <a:pt x="37" y="0"/>
                  </a:cubicBezTo>
                  <a:cubicBezTo>
                    <a:pt x="28" y="0"/>
                    <a:pt x="20" y="5"/>
                    <a:pt x="12" y="14"/>
                  </a:cubicBezTo>
                  <a:cubicBezTo>
                    <a:pt x="4" y="24"/>
                    <a:pt x="0" y="35"/>
                    <a:pt x="0" y="46"/>
                  </a:cubicBezTo>
                  <a:cubicBezTo>
                    <a:pt x="0" y="53"/>
                    <a:pt x="2" y="59"/>
                    <a:pt x="6" y="64"/>
                  </a:cubicBezTo>
                  <a:cubicBezTo>
                    <a:pt x="9" y="68"/>
                    <a:pt x="15" y="70"/>
                    <a:pt x="22" y="70"/>
                  </a:cubicBezTo>
                  <a:cubicBezTo>
                    <a:pt x="30" y="70"/>
                    <a:pt x="38" y="67"/>
                    <a:pt x="45" y="61"/>
                  </a:cubicBezTo>
                  <a:cubicBezTo>
                    <a:pt x="52" y="55"/>
                    <a:pt x="56" y="51"/>
                    <a:pt x="56" y="46"/>
                  </a:cubicBezTo>
                  <a:cubicBezTo>
                    <a:pt x="56" y="44"/>
                    <a:pt x="54" y="42"/>
                    <a:pt x="52" y="42"/>
                  </a:cubicBezTo>
                  <a:cubicBezTo>
                    <a:pt x="51" y="42"/>
                    <a:pt x="49" y="43"/>
                    <a:pt x="48" y="45"/>
                  </a:cubicBezTo>
                  <a:cubicBezTo>
                    <a:pt x="40" y="53"/>
                    <a:pt x="32" y="57"/>
                    <a:pt x="24" y="57"/>
                  </a:cubicBezTo>
                  <a:cubicBezTo>
                    <a:pt x="21" y="57"/>
                    <a:pt x="19" y="56"/>
                    <a:pt x="17" y="55"/>
                  </a:cubicBezTo>
                  <a:cubicBezTo>
                    <a:pt x="15" y="53"/>
                    <a:pt x="14" y="51"/>
                    <a:pt x="14" y="49"/>
                  </a:cubicBezTo>
                  <a:cubicBezTo>
                    <a:pt x="14" y="48"/>
                    <a:pt x="15" y="47"/>
                    <a:pt x="16" y="47"/>
                  </a:cubicBezTo>
                  <a:close/>
                  <a:moveTo>
                    <a:pt x="24" y="20"/>
                  </a:moveTo>
                  <a:cubicBezTo>
                    <a:pt x="28" y="14"/>
                    <a:pt x="32" y="12"/>
                    <a:pt x="35" y="12"/>
                  </a:cubicBezTo>
                  <a:cubicBezTo>
                    <a:pt x="37" y="12"/>
                    <a:pt x="38" y="12"/>
                    <a:pt x="38" y="13"/>
                  </a:cubicBezTo>
                  <a:cubicBezTo>
                    <a:pt x="39" y="14"/>
                    <a:pt x="39" y="15"/>
                    <a:pt x="39" y="17"/>
                  </a:cubicBezTo>
                  <a:cubicBezTo>
                    <a:pt x="39" y="20"/>
                    <a:pt x="37" y="24"/>
                    <a:pt x="32" y="28"/>
                  </a:cubicBezTo>
                  <a:cubicBezTo>
                    <a:pt x="27" y="32"/>
                    <a:pt x="22" y="35"/>
                    <a:pt x="16" y="36"/>
                  </a:cubicBezTo>
                  <a:cubicBezTo>
                    <a:pt x="17" y="30"/>
                    <a:pt x="20" y="25"/>
                    <a:pt x="24"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19"/>
            <p:cNvSpPr>
              <a:spLocks noEditPoints="1"/>
            </p:cNvSpPr>
            <p:nvPr/>
          </p:nvSpPr>
          <p:spPr bwMode="auto">
            <a:xfrm>
              <a:off x="2535238" y="2300288"/>
              <a:ext cx="92075" cy="130175"/>
            </a:xfrm>
            <a:custGeom>
              <a:avLst/>
              <a:gdLst>
                <a:gd name="T0" fmla="*/ 69 w 73"/>
                <a:gd name="T1" fmla="*/ 18 h 103"/>
                <a:gd name="T2" fmla="*/ 71 w 73"/>
                <a:gd name="T3" fmla="*/ 9 h 103"/>
                <a:gd name="T4" fmla="*/ 70 w 73"/>
                <a:gd name="T5" fmla="*/ 2 h 103"/>
                <a:gd name="T6" fmla="*/ 65 w 73"/>
                <a:gd name="T7" fmla="*/ 0 h 103"/>
                <a:gd name="T8" fmla="*/ 61 w 73"/>
                <a:gd name="T9" fmla="*/ 1 h 103"/>
                <a:gd name="T10" fmla="*/ 57 w 73"/>
                <a:gd name="T11" fmla="*/ 6 h 103"/>
                <a:gd name="T12" fmla="*/ 54 w 73"/>
                <a:gd name="T13" fmla="*/ 18 h 103"/>
                <a:gd name="T14" fmla="*/ 49 w 73"/>
                <a:gd name="T15" fmla="*/ 43 h 103"/>
                <a:gd name="T16" fmla="*/ 38 w 73"/>
                <a:gd name="T17" fmla="*/ 39 h 103"/>
                <a:gd name="T18" fmla="*/ 12 w 73"/>
                <a:gd name="T19" fmla="*/ 54 h 103"/>
                <a:gd name="T20" fmla="*/ 0 w 73"/>
                <a:gd name="T21" fmla="*/ 85 h 103"/>
                <a:gd name="T22" fmla="*/ 3 w 73"/>
                <a:gd name="T23" fmla="*/ 98 h 103"/>
                <a:gd name="T24" fmla="*/ 14 w 73"/>
                <a:gd name="T25" fmla="*/ 103 h 103"/>
                <a:gd name="T26" fmla="*/ 45 w 73"/>
                <a:gd name="T27" fmla="*/ 81 h 103"/>
                <a:gd name="T28" fmla="*/ 47 w 73"/>
                <a:gd name="T29" fmla="*/ 96 h 103"/>
                <a:gd name="T30" fmla="*/ 56 w 73"/>
                <a:gd name="T31" fmla="*/ 102 h 103"/>
                <a:gd name="T32" fmla="*/ 67 w 73"/>
                <a:gd name="T33" fmla="*/ 98 h 103"/>
                <a:gd name="T34" fmla="*/ 73 w 73"/>
                <a:gd name="T35" fmla="*/ 90 h 103"/>
                <a:gd name="T36" fmla="*/ 70 w 73"/>
                <a:gd name="T37" fmla="*/ 87 h 103"/>
                <a:gd name="T38" fmla="*/ 67 w 73"/>
                <a:gd name="T39" fmla="*/ 88 h 103"/>
                <a:gd name="T40" fmla="*/ 62 w 73"/>
                <a:gd name="T41" fmla="*/ 89 h 103"/>
                <a:gd name="T42" fmla="*/ 57 w 73"/>
                <a:gd name="T43" fmla="*/ 79 h 103"/>
                <a:gd name="T44" fmla="*/ 61 w 73"/>
                <a:gd name="T45" fmla="*/ 50 h 103"/>
                <a:gd name="T46" fmla="*/ 69 w 73"/>
                <a:gd name="T47" fmla="*/ 18 h 103"/>
                <a:gd name="T48" fmla="*/ 35 w 73"/>
                <a:gd name="T49" fmla="*/ 77 h 103"/>
                <a:gd name="T50" fmla="*/ 18 w 73"/>
                <a:gd name="T51" fmla="*/ 90 h 103"/>
                <a:gd name="T52" fmla="*/ 13 w 73"/>
                <a:gd name="T53" fmla="*/ 84 h 103"/>
                <a:gd name="T54" fmla="*/ 22 w 73"/>
                <a:gd name="T55" fmla="*/ 62 h 103"/>
                <a:gd name="T56" fmla="*/ 38 w 73"/>
                <a:gd name="T57" fmla="*/ 50 h 103"/>
                <a:gd name="T58" fmla="*/ 43 w 73"/>
                <a:gd name="T59" fmla="*/ 52 h 103"/>
                <a:gd name="T60" fmla="*/ 45 w 73"/>
                <a:gd name="T61" fmla="*/ 56 h 103"/>
                <a:gd name="T62" fmla="*/ 35 w 73"/>
                <a:gd name="T63" fmla="*/ 77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3" h="103">
                  <a:moveTo>
                    <a:pt x="69" y="18"/>
                  </a:moveTo>
                  <a:cubicBezTo>
                    <a:pt x="71" y="13"/>
                    <a:pt x="71" y="10"/>
                    <a:pt x="71" y="9"/>
                  </a:cubicBezTo>
                  <a:cubicBezTo>
                    <a:pt x="71" y="6"/>
                    <a:pt x="71" y="4"/>
                    <a:pt x="70" y="2"/>
                  </a:cubicBezTo>
                  <a:cubicBezTo>
                    <a:pt x="69" y="1"/>
                    <a:pt x="67" y="0"/>
                    <a:pt x="65" y="0"/>
                  </a:cubicBezTo>
                  <a:cubicBezTo>
                    <a:pt x="64" y="0"/>
                    <a:pt x="63" y="0"/>
                    <a:pt x="61" y="1"/>
                  </a:cubicBezTo>
                  <a:cubicBezTo>
                    <a:pt x="59" y="3"/>
                    <a:pt x="58" y="4"/>
                    <a:pt x="57" y="6"/>
                  </a:cubicBezTo>
                  <a:cubicBezTo>
                    <a:pt x="56" y="8"/>
                    <a:pt x="55" y="12"/>
                    <a:pt x="54" y="18"/>
                  </a:cubicBezTo>
                  <a:cubicBezTo>
                    <a:pt x="54" y="21"/>
                    <a:pt x="52" y="30"/>
                    <a:pt x="49" y="43"/>
                  </a:cubicBezTo>
                  <a:cubicBezTo>
                    <a:pt x="47" y="40"/>
                    <a:pt x="43" y="39"/>
                    <a:pt x="38" y="39"/>
                  </a:cubicBezTo>
                  <a:cubicBezTo>
                    <a:pt x="29" y="39"/>
                    <a:pt x="21" y="44"/>
                    <a:pt x="12" y="54"/>
                  </a:cubicBezTo>
                  <a:cubicBezTo>
                    <a:pt x="4" y="64"/>
                    <a:pt x="0" y="75"/>
                    <a:pt x="0" y="85"/>
                  </a:cubicBezTo>
                  <a:cubicBezTo>
                    <a:pt x="0" y="90"/>
                    <a:pt x="1" y="95"/>
                    <a:pt x="3" y="98"/>
                  </a:cubicBezTo>
                  <a:cubicBezTo>
                    <a:pt x="6" y="101"/>
                    <a:pt x="9" y="103"/>
                    <a:pt x="14" y="103"/>
                  </a:cubicBezTo>
                  <a:cubicBezTo>
                    <a:pt x="24" y="103"/>
                    <a:pt x="35" y="96"/>
                    <a:pt x="45" y="81"/>
                  </a:cubicBezTo>
                  <a:cubicBezTo>
                    <a:pt x="44" y="87"/>
                    <a:pt x="45" y="92"/>
                    <a:pt x="47" y="96"/>
                  </a:cubicBezTo>
                  <a:cubicBezTo>
                    <a:pt x="49" y="100"/>
                    <a:pt x="52" y="102"/>
                    <a:pt x="56" y="102"/>
                  </a:cubicBezTo>
                  <a:cubicBezTo>
                    <a:pt x="60" y="102"/>
                    <a:pt x="63" y="101"/>
                    <a:pt x="67" y="98"/>
                  </a:cubicBezTo>
                  <a:cubicBezTo>
                    <a:pt x="71" y="95"/>
                    <a:pt x="73" y="93"/>
                    <a:pt x="73" y="90"/>
                  </a:cubicBezTo>
                  <a:cubicBezTo>
                    <a:pt x="73" y="88"/>
                    <a:pt x="72" y="87"/>
                    <a:pt x="70" y="87"/>
                  </a:cubicBezTo>
                  <a:cubicBezTo>
                    <a:pt x="70" y="87"/>
                    <a:pt x="68" y="87"/>
                    <a:pt x="67" y="88"/>
                  </a:cubicBezTo>
                  <a:cubicBezTo>
                    <a:pt x="65" y="89"/>
                    <a:pt x="63" y="89"/>
                    <a:pt x="62" y="89"/>
                  </a:cubicBezTo>
                  <a:cubicBezTo>
                    <a:pt x="59" y="89"/>
                    <a:pt x="57" y="86"/>
                    <a:pt x="57" y="79"/>
                  </a:cubicBezTo>
                  <a:cubicBezTo>
                    <a:pt x="57" y="71"/>
                    <a:pt x="58" y="62"/>
                    <a:pt x="61" y="50"/>
                  </a:cubicBezTo>
                  <a:cubicBezTo>
                    <a:pt x="63" y="37"/>
                    <a:pt x="66" y="27"/>
                    <a:pt x="69" y="18"/>
                  </a:cubicBezTo>
                  <a:close/>
                  <a:moveTo>
                    <a:pt x="35" y="77"/>
                  </a:moveTo>
                  <a:cubicBezTo>
                    <a:pt x="28" y="86"/>
                    <a:pt x="23" y="90"/>
                    <a:pt x="18" y="90"/>
                  </a:cubicBezTo>
                  <a:cubicBezTo>
                    <a:pt x="15" y="90"/>
                    <a:pt x="13" y="88"/>
                    <a:pt x="13" y="84"/>
                  </a:cubicBezTo>
                  <a:cubicBezTo>
                    <a:pt x="13" y="78"/>
                    <a:pt x="16" y="70"/>
                    <a:pt x="22" y="62"/>
                  </a:cubicBezTo>
                  <a:cubicBezTo>
                    <a:pt x="28" y="54"/>
                    <a:pt x="33" y="50"/>
                    <a:pt x="38" y="50"/>
                  </a:cubicBezTo>
                  <a:cubicBezTo>
                    <a:pt x="40" y="50"/>
                    <a:pt x="42" y="51"/>
                    <a:pt x="43" y="52"/>
                  </a:cubicBezTo>
                  <a:cubicBezTo>
                    <a:pt x="45" y="54"/>
                    <a:pt x="45" y="55"/>
                    <a:pt x="45" y="56"/>
                  </a:cubicBezTo>
                  <a:cubicBezTo>
                    <a:pt x="45" y="61"/>
                    <a:pt x="42" y="68"/>
                    <a:pt x="35"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20"/>
            <p:cNvSpPr>
              <a:spLocks/>
            </p:cNvSpPr>
            <p:nvPr/>
          </p:nvSpPr>
          <p:spPr bwMode="auto">
            <a:xfrm>
              <a:off x="2698750" y="2344738"/>
              <a:ext cx="87313" cy="87313"/>
            </a:xfrm>
            <a:custGeom>
              <a:avLst/>
              <a:gdLst>
                <a:gd name="T0" fmla="*/ 22 w 69"/>
                <a:gd name="T1" fmla="*/ 69 h 69"/>
                <a:gd name="T2" fmla="*/ 32 w 69"/>
                <a:gd name="T3" fmla="*/ 59 h 69"/>
                <a:gd name="T4" fmla="*/ 50 w 69"/>
                <a:gd name="T5" fmla="*/ 29 h 69"/>
                <a:gd name="T6" fmla="*/ 64 w 69"/>
                <a:gd name="T7" fmla="*/ 14 h 69"/>
                <a:gd name="T8" fmla="*/ 69 w 69"/>
                <a:gd name="T9" fmla="*/ 7 h 69"/>
                <a:gd name="T10" fmla="*/ 67 w 69"/>
                <a:gd name="T11" fmla="*/ 2 h 69"/>
                <a:gd name="T12" fmla="*/ 61 w 69"/>
                <a:gd name="T13" fmla="*/ 0 h 69"/>
                <a:gd name="T14" fmla="*/ 56 w 69"/>
                <a:gd name="T15" fmla="*/ 1 h 69"/>
                <a:gd name="T16" fmla="*/ 48 w 69"/>
                <a:gd name="T17" fmla="*/ 10 h 69"/>
                <a:gd name="T18" fmla="*/ 35 w 69"/>
                <a:gd name="T19" fmla="*/ 29 h 69"/>
                <a:gd name="T20" fmla="*/ 26 w 69"/>
                <a:gd name="T21" fmla="*/ 43 h 69"/>
                <a:gd name="T22" fmla="*/ 24 w 69"/>
                <a:gd name="T23" fmla="*/ 48 h 69"/>
                <a:gd name="T24" fmla="*/ 23 w 69"/>
                <a:gd name="T25" fmla="*/ 44 h 69"/>
                <a:gd name="T26" fmla="*/ 20 w 69"/>
                <a:gd name="T27" fmla="*/ 37 h 69"/>
                <a:gd name="T28" fmla="*/ 17 w 69"/>
                <a:gd name="T29" fmla="*/ 27 h 69"/>
                <a:gd name="T30" fmla="*/ 15 w 69"/>
                <a:gd name="T31" fmla="*/ 18 h 69"/>
                <a:gd name="T32" fmla="*/ 15 w 69"/>
                <a:gd name="T33" fmla="*/ 10 h 69"/>
                <a:gd name="T34" fmla="*/ 8 w 69"/>
                <a:gd name="T35" fmla="*/ 1 h 69"/>
                <a:gd name="T36" fmla="*/ 0 w 69"/>
                <a:gd name="T37" fmla="*/ 11 h 69"/>
                <a:gd name="T38" fmla="*/ 10 w 69"/>
                <a:gd name="T39" fmla="*/ 47 h 69"/>
                <a:gd name="T40" fmla="*/ 14 w 69"/>
                <a:gd name="T41" fmla="*/ 64 h 69"/>
                <a:gd name="T42" fmla="*/ 22 w 69"/>
                <a:gd name="T43"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9" h="69">
                  <a:moveTo>
                    <a:pt x="22" y="69"/>
                  </a:moveTo>
                  <a:cubicBezTo>
                    <a:pt x="25" y="69"/>
                    <a:pt x="28" y="66"/>
                    <a:pt x="32" y="59"/>
                  </a:cubicBezTo>
                  <a:cubicBezTo>
                    <a:pt x="38" y="47"/>
                    <a:pt x="45" y="37"/>
                    <a:pt x="50" y="29"/>
                  </a:cubicBezTo>
                  <a:cubicBezTo>
                    <a:pt x="56" y="21"/>
                    <a:pt x="60" y="16"/>
                    <a:pt x="64" y="14"/>
                  </a:cubicBezTo>
                  <a:cubicBezTo>
                    <a:pt x="67" y="11"/>
                    <a:pt x="69" y="9"/>
                    <a:pt x="69" y="7"/>
                  </a:cubicBezTo>
                  <a:cubicBezTo>
                    <a:pt x="69" y="5"/>
                    <a:pt x="68" y="3"/>
                    <a:pt x="67" y="2"/>
                  </a:cubicBezTo>
                  <a:cubicBezTo>
                    <a:pt x="65" y="1"/>
                    <a:pt x="64" y="0"/>
                    <a:pt x="61" y="0"/>
                  </a:cubicBezTo>
                  <a:cubicBezTo>
                    <a:pt x="59" y="0"/>
                    <a:pt x="58" y="0"/>
                    <a:pt x="56" y="1"/>
                  </a:cubicBezTo>
                  <a:cubicBezTo>
                    <a:pt x="54" y="2"/>
                    <a:pt x="51" y="5"/>
                    <a:pt x="48" y="10"/>
                  </a:cubicBezTo>
                  <a:cubicBezTo>
                    <a:pt x="44" y="15"/>
                    <a:pt x="40" y="21"/>
                    <a:pt x="35" y="29"/>
                  </a:cubicBezTo>
                  <a:cubicBezTo>
                    <a:pt x="30" y="37"/>
                    <a:pt x="27" y="41"/>
                    <a:pt x="26" y="43"/>
                  </a:cubicBezTo>
                  <a:cubicBezTo>
                    <a:pt x="25" y="46"/>
                    <a:pt x="24" y="47"/>
                    <a:pt x="24" y="48"/>
                  </a:cubicBezTo>
                  <a:cubicBezTo>
                    <a:pt x="24" y="47"/>
                    <a:pt x="23" y="46"/>
                    <a:pt x="23" y="44"/>
                  </a:cubicBezTo>
                  <a:cubicBezTo>
                    <a:pt x="22" y="41"/>
                    <a:pt x="21" y="39"/>
                    <a:pt x="20" y="37"/>
                  </a:cubicBezTo>
                  <a:cubicBezTo>
                    <a:pt x="19" y="35"/>
                    <a:pt x="18" y="31"/>
                    <a:pt x="17" y="27"/>
                  </a:cubicBezTo>
                  <a:cubicBezTo>
                    <a:pt x="16" y="23"/>
                    <a:pt x="16" y="20"/>
                    <a:pt x="15" y="18"/>
                  </a:cubicBezTo>
                  <a:cubicBezTo>
                    <a:pt x="15" y="16"/>
                    <a:pt x="15" y="14"/>
                    <a:pt x="15" y="10"/>
                  </a:cubicBezTo>
                  <a:cubicBezTo>
                    <a:pt x="15" y="4"/>
                    <a:pt x="13" y="1"/>
                    <a:pt x="8" y="1"/>
                  </a:cubicBezTo>
                  <a:cubicBezTo>
                    <a:pt x="3" y="1"/>
                    <a:pt x="0" y="4"/>
                    <a:pt x="0" y="11"/>
                  </a:cubicBezTo>
                  <a:cubicBezTo>
                    <a:pt x="0" y="18"/>
                    <a:pt x="3" y="30"/>
                    <a:pt x="10" y="47"/>
                  </a:cubicBezTo>
                  <a:cubicBezTo>
                    <a:pt x="13" y="56"/>
                    <a:pt x="14" y="62"/>
                    <a:pt x="14" y="64"/>
                  </a:cubicBezTo>
                  <a:cubicBezTo>
                    <a:pt x="17" y="68"/>
                    <a:pt x="20" y="69"/>
                    <a:pt x="22"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21"/>
            <p:cNvSpPr>
              <a:spLocks/>
            </p:cNvSpPr>
            <p:nvPr/>
          </p:nvSpPr>
          <p:spPr bwMode="auto">
            <a:xfrm>
              <a:off x="2778125" y="2339975"/>
              <a:ext cx="63500" cy="92075"/>
            </a:xfrm>
            <a:custGeom>
              <a:avLst/>
              <a:gdLst>
                <a:gd name="T0" fmla="*/ 6 w 50"/>
                <a:gd name="T1" fmla="*/ 26 h 73"/>
                <a:gd name="T2" fmla="*/ 9 w 50"/>
                <a:gd name="T3" fmla="*/ 36 h 73"/>
                <a:gd name="T4" fmla="*/ 25 w 50"/>
                <a:gd name="T5" fmla="*/ 46 h 73"/>
                <a:gd name="T6" fmla="*/ 35 w 50"/>
                <a:gd name="T7" fmla="*/ 54 h 73"/>
                <a:gd name="T8" fmla="*/ 27 w 50"/>
                <a:gd name="T9" fmla="*/ 58 h 73"/>
                <a:gd name="T10" fmla="*/ 15 w 50"/>
                <a:gd name="T11" fmla="*/ 60 h 73"/>
                <a:gd name="T12" fmla="*/ 11 w 50"/>
                <a:gd name="T13" fmla="*/ 59 h 73"/>
                <a:gd name="T14" fmla="*/ 7 w 50"/>
                <a:gd name="T15" fmla="*/ 58 h 73"/>
                <a:gd name="T16" fmla="*/ 2 w 50"/>
                <a:gd name="T17" fmla="*/ 60 h 73"/>
                <a:gd name="T18" fmla="*/ 0 w 50"/>
                <a:gd name="T19" fmla="*/ 65 h 73"/>
                <a:gd name="T20" fmla="*/ 11 w 50"/>
                <a:gd name="T21" fmla="*/ 73 h 73"/>
                <a:gd name="T22" fmla="*/ 37 w 50"/>
                <a:gd name="T23" fmla="*/ 67 h 73"/>
                <a:gd name="T24" fmla="*/ 49 w 50"/>
                <a:gd name="T25" fmla="*/ 53 h 73"/>
                <a:gd name="T26" fmla="*/ 46 w 50"/>
                <a:gd name="T27" fmla="*/ 44 h 73"/>
                <a:gd name="T28" fmla="*/ 32 w 50"/>
                <a:gd name="T29" fmla="*/ 35 h 73"/>
                <a:gd name="T30" fmla="*/ 23 w 50"/>
                <a:gd name="T31" fmla="*/ 30 h 73"/>
                <a:gd name="T32" fmla="*/ 21 w 50"/>
                <a:gd name="T33" fmla="*/ 25 h 73"/>
                <a:gd name="T34" fmla="*/ 27 w 50"/>
                <a:gd name="T35" fmla="*/ 17 h 73"/>
                <a:gd name="T36" fmla="*/ 39 w 50"/>
                <a:gd name="T37" fmla="*/ 13 h 73"/>
                <a:gd name="T38" fmla="*/ 41 w 50"/>
                <a:gd name="T39" fmla="*/ 14 h 73"/>
                <a:gd name="T40" fmla="*/ 44 w 50"/>
                <a:gd name="T41" fmla="*/ 15 h 73"/>
                <a:gd name="T42" fmla="*/ 48 w 50"/>
                <a:gd name="T43" fmla="*/ 13 h 73"/>
                <a:gd name="T44" fmla="*/ 50 w 50"/>
                <a:gd name="T45" fmla="*/ 9 h 73"/>
                <a:gd name="T46" fmla="*/ 40 w 50"/>
                <a:gd name="T47" fmla="*/ 0 h 73"/>
                <a:gd name="T48" fmla="*/ 18 w 50"/>
                <a:gd name="T49" fmla="*/ 8 h 73"/>
                <a:gd name="T50" fmla="*/ 6 w 50"/>
                <a:gd name="T51" fmla="*/ 26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3">
                  <a:moveTo>
                    <a:pt x="6" y="26"/>
                  </a:moveTo>
                  <a:cubicBezTo>
                    <a:pt x="6" y="30"/>
                    <a:pt x="7" y="33"/>
                    <a:pt x="9" y="36"/>
                  </a:cubicBezTo>
                  <a:cubicBezTo>
                    <a:pt x="11" y="39"/>
                    <a:pt x="17" y="42"/>
                    <a:pt x="25" y="46"/>
                  </a:cubicBezTo>
                  <a:cubicBezTo>
                    <a:pt x="32" y="49"/>
                    <a:pt x="35" y="52"/>
                    <a:pt x="35" y="54"/>
                  </a:cubicBezTo>
                  <a:cubicBezTo>
                    <a:pt x="34" y="56"/>
                    <a:pt x="31" y="57"/>
                    <a:pt x="27" y="58"/>
                  </a:cubicBezTo>
                  <a:cubicBezTo>
                    <a:pt x="23" y="59"/>
                    <a:pt x="19" y="60"/>
                    <a:pt x="15" y="60"/>
                  </a:cubicBezTo>
                  <a:cubicBezTo>
                    <a:pt x="14" y="60"/>
                    <a:pt x="12" y="60"/>
                    <a:pt x="11" y="59"/>
                  </a:cubicBezTo>
                  <a:cubicBezTo>
                    <a:pt x="9" y="59"/>
                    <a:pt x="8" y="58"/>
                    <a:pt x="7" y="58"/>
                  </a:cubicBezTo>
                  <a:cubicBezTo>
                    <a:pt x="5" y="58"/>
                    <a:pt x="4" y="59"/>
                    <a:pt x="2" y="60"/>
                  </a:cubicBezTo>
                  <a:cubicBezTo>
                    <a:pt x="1" y="62"/>
                    <a:pt x="0" y="63"/>
                    <a:pt x="0" y="65"/>
                  </a:cubicBezTo>
                  <a:cubicBezTo>
                    <a:pt x="0" y="70"/>
                    <a:pt x="4" y="73"/>
                    <a:pt x="11" y="73"/>
                  </a:cubicBezTo>
                  <a:cubicBezTo>
                    <a:pt x="21" y="73"/>
                    <a:pt x="29" y="71"/>
                    <a:pt x="37" y="67"/>
                  </a:cubicBezTo>
                  <a:cubicBezTo>
                    <a:pt x="45" y="63"/>
                    <a:pt x="49" y="58"/>
                    <a:pt x="49" y="53"/>
                  </a:cubicBezTo>
                  <a:cubicBezTo>
                    <a:pt x="49" y="49"/>
                    <a:pt x="48" y="47"/>
                    <a:pt x="46" y="44"/>
                  </a:cubicBezTo>
                  <a:cubicBezTo>
                    <a:pt x="44" y="41"/>
                    <a:pt x="39" y="38"/>
                    <a:pt x="32" y="35"/>
                  </a:cubicBezTo>
                  <a:cubicBezTo>
                    <a:pt x="27" y="33"/>
                    <a:pt x="24" y="31"/>
                    <a:pt x="23" y="30"/>
                  </a:cubicBezTo>
                  <a:cubicBezTo>
                    <a:pt x="21" y="28"/>
                    <a:pt x="21" y="27"/>
                    <a:pt x="21" y="25"/>
                  </a:cubicBezTo>
                  <a:cubicBezTo>
                    <a:pt x="21" y="22"/>
                    <a:pt x="23" y="19"/>
                    <a:pt x="27" y="17"/>
                  </a:cubicBezTo>
                  <a:cubicBezTo>
                    <a:pt x="31" y="14"/>
                    <a:pt x="35" y="13"/>
                    <a:pt x="39" y="13"/>
                  </a:cubicBezTo>
                  <a:cubicBezTo>
                    <a:pt x="39" y="13"/>
                    <a:pt x="40" y="13"/>
                    <a:pt x="41" y="14"/>
                  </a:cubicBezTo>
                  <a:cubicBezTo>
                    <a:pt x="42" y="14"/>
                    <a:pt x="43" y="15"/>
                    <a:pt x="44" y="15"/>
                  </a:cubicBezTo>
                  <a:cubicBezTo>
                    <a:pt x="45" y="15"/>
                    <a:pt x="46" y="14"/>
                    <a:pt x="48" y="13"/>
                  </a:cubicBezTo>
                  <a:cubicBezTo>
                    <a:pt x="49" y="12"/>
                    <a:pt x="50" y="10"/>
                    <a:pt x="50" y="9"/>
                  </a:cubicBezTo>
                  <a:cubicBezTo>
                    <a:pt x="50" y="3"/>
                    <a:pt x="46" y="0"/>
                    <a:pt x="40" y="0"/>
                  </a:cubicBezTo>
                  <a:cubicBezTo>
                    <a:pt x="33" y="0"/>
                    <a:pt x="25" y="3"/>
                    <a:pt x="18" y="8"/>
                  </a:cubicBezTo>
                  <a:cubicBezTo>
                    <a:pt x="10" y="13"/>
                    <a:pt x="6" y="19"/>
                    <a:pt x="6"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22"/>
            <p:cNvSpPr>
              <a:spLocks noEditPoints="1"/>
            </p:cNvSpPr>
            <p:nvPr/>
          </p:nvSpPr>
          <p:spPr bwMode="auto">
            <a:xfrm>
              <a:off x="2917825" y="2317750"/>
              <a:ext cx="106363" cy="115888"/>
            </a:xfrm>
            <a:custGeom>
              <a:avLst/>
              <a:gdLst>
                <a:gd name="T0" fmla="*/ 8 w 84"/>
                <a:gd name="T1" fmla="*/ 92 h 92"/>
                <a:gd name="T2" fmla="*/ 16 w 84"/>
                <a:gd name="T3" fmla="*/ 89 h 92"/>
                <a:gd name="T4" fmla="*/ 21 w 84"/>
                <a:gd name="T5" fmla="*/ 86 h 92"/>
                <a:gd name="T6" fmla="*/ 30 w 84"/>
                <a:gd name="T7" fmla="*/ 84 h 92"/>
                <a:gd name="T8" fmla="*/ 68 w 84"/>
                <a:gd name="T9" fmla="*/ 65 h 92"/>
                <a:gd name="T10" fmla="*/ 84 w 84"/>
                <a:gd name="T11" fmla="*/ 34 h 92"/>
                <a:gd name="T12" fmla="*/ 74 w 84"/>
                <a:gd name="T13" fmla="*/ 9 h 92"/>
                <a:gd name="T14" fmla="*/ 47 w 84"/>
                <a:gd name="T15" fmla="*/ 0 h 92"/>
                <a:gd name="T16" fmla="*/ 34 w 84"/>
                <a:gd name="T17" fmla="*/ 1 h 92"/>
                <a:gd name="T18" fmla="*/ 18 w 84"/>
                <a:gd name="T19" fmla="*/ 1 h 92"/>
                <a:gd name="T20" fmla="*/ 10 w 84"/>
                <a:gd name="T21" fmla="*/ 1 h 92"/>
                <a:gd name="T22" fmla="*/ 5 w 84"/>
                <a:gd name="T23" fmla="*/ 4 h 92"/>
                <a:gd name="T24" fmla="*/ 2 w 84"/>
                <a:gd name="T25" fmla="*/ 9 h 92"/>
                <a:gd name="T26" fmla="*/ 9 w 84"/>
                <a:gd name="T27" fmla="*/ 15 h 92"/>
                <a:gd name="T28" fmla="*/ 10 w 84"/>
                <a:gd name="T29" fmla="*/ 16 h 92"/>
                <a:gd name="T30" fmla="*/ 9 w 84"/>
                <a:gd name="T31" fmla="*/ 23 h 92"/>
                <a:gd name="T32" fmla="*/ 3 w 84"/>
                <a:gd name="T33" fmla="*/ 67 h 92"/>
                <a:gd name="T34" fmla="*/ 2 w 84"/>
                <a:gd name="T35" fmla="*/ 77 h 92"/>
                <a:gd name="T36" fmla="*/ 1 w 84"/>
                <a:gd name="T37" fmla="*/ 81 h 92"/>
                <a:gd name="T38" fmla="*/ 0 w 84"/>
                <a:gd name="T39" fmla="*/ 85 h 92"/>
                <a:gd name="T40" fmla="*/ 2 w 84"/>
                <a:gd name="T41" fmla="*/ 89 h 92"/>
                <a:gd name="T42" fmla="*/ 8 w 84"/>
                <a:gd name="T43" fmla="*/ 92 h 92"/>
                <a:gd name="T44" fmla="*/ 24 w 84"/>
                <a:gd name="T45" fmla="*/ 14 h 92"/>
                <a:gd name="T46" fmla="*/ 26 w 84"/>
                <a:gd name="T47" fmla="*/ 13 h 92"/>
                <a:gd name="T48" fmla="*/ 45 w 84"/>
                <a:gd name="T49" fmla="*/ 12 h 92"/>
                <a:gd name="T50" fmla="*/ 63 w 84"/>
                <a:gd name="T51" fmla="*/ 18 h 92"/>
                <a:gd name="T52" fmla="*/ 70 w 84"/>
                <a:gd name="T53" fmla="*/ 33 h 92"/>
                <a:gd name="T54" fmla="*/ 60 w 84"/>
                <a:gd name="T55" fmla="*/ 55 h 92"/>
                <a:gd name="T56" fmla="*/ 36 w 84"/>
                <a:gd name="T57" fmla="*/ 70 h 92"/>
                <a:gd name="T58" fmla="*/ 18 w 84"/>
                <a:gd name="T59" fmla="*/ 74 h 92"/>
                <a:gd name="T60" fmla="*/ 18 w 84"/>
                <a:gd name="T61" fmla="*/ 70 h 92"/>
                <a:gd name="T62" fmla="*/ 24 w 84"/>
                <a:gd name="T63" fmla="*/ 1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4" h="92">
                  <a:moveTo>
                    <a:pt x="8" y="92"/>
                  </a:moveTo>
                  <a:cubicBezTo>
                    <a:pt x="10" y="92"/>
                    <a:pt x="13" y="91"/>
                    <a:pt x="16" y="89"/>
                  </a:cubicBezTo>
                  <a:cubicBezTo>
                    <a:pt x="18" y="88"/>
                    <a:pt x="20" y="87"/>
                    <a:pt x="21" y="86"/>
                  </a:cubicBezTo>
                  <a:cubicBezTo>
                    <a:pt x="23" y="86"/>
                    <a:pt x="26" y="85"/>
                    <a:pt x="30" y="84"/>
                  </a:cubicBezTo>
                  <a:cubicBezTo>
                    <a:pt x="45" y="81"/>
                    <a:pt x="58" y="74"/>
                    <a:pt x="68" y="65"/>
                  </a:cubicBezTo>
                  <a:cubicBezTo>
                    <a:pt x="79" y="56"/>
                    <a:pt x="84" y="46"/>
                    <a:pt x="84" y="34"/>
                  </a:cubicBezTo>
                  <a:cubicBezTo>
                    <a:pt x="84" y="24"/>
                    <a:pt x="81" y="15"/>
                    <a:pt x="74" y="9"/>
                  </a:cubicBezTo>
                  <a:cubicBezTo>
                    <a:pt x="67" y="3"/>
                    <a:pt x="58" y="0"/>
                    <a:pt x="47" y="0"/>
                  </a:cubicBezTo>
                  <a:cubicBezTo>
                    <a:pt x="43" y="0"/>
                    <a:pt x="39" y="0"/>
                    <a:pt x="34" y="1"/>
                  </a:cubicBezTo>
                  <a:cubicBezTo>
                    <a:pt x="27" y="1"/>
                    <a:pt x="22" y="1"/>
                    <a:pt x="18" y="1"/>
                  </a:cubicBezTo>
                  <a:cubicBezTo>
                    <a:pt x="10" y="1"/>
                    <a:pt x="10" y="1"/>
                    <a:pt x="10" y="1"/>
                  </a:cubicBezTo>
                  <a:cubicBezTo>
                    <a:pt x="8" y="1"/>
                    <a:pt x="7" y="2"/>
                    <a:pt x="5" y="4"/>
                  </a:cubicBezTo>
                  <a:cubicBezTo>
                    <a:pt x="3" y="5"/>
                    <a:pt x="2" y="7"/>
                    <a:pt x="2" y="9"/>
                  </a:cubicBezTo>
                  <a:cubicBezTo>
                    <a:pt x="2" y="12"/>
                    <a:pt x="4" y="14"/>
                    <a:pt x="9" y="15"/>
                  </a:cubicBezTo>
                  <a:cubicBezTo>
                    <a:pt x="9" y="15"/>
                    <a:pt x="10" y="15"/>
                    <a:pt x="10" y="16"/>
                  </a:cubicBezTo>
                  <a:cubicBezTo>
                    <a:pt x="10" y="18"/>
                    <a:pt x="9" y="20"/>
                    <a:pt x="9" y="23"/>
                  </a:cubicBezTo>
                  <a:cubicBezTo>
                    <a:pt x="6" y="38"/>
                    <a:pt x="4" y="53"/>
                    <a:pt x="3" y="67"/>
                  </a:cubicBezTo>
                  <a:cubicBezTo>
                    <a:pt x="3" y="72"/>
                    <a:pt x="3" y="75"/>
                    <a:pt x="2" y="77"/>
                  </a:cubicBezTo>
                  <a:cubicBezTo>
                    <a:pt x="1" y="81"/>
                    <a:pt x="1" y="81"/>
                    <a:pt x="1" y="81"/>
                  </a:cubicBezTo>
                  <a:cubicBezTo>
                    <a:pt x="0" y="83"/>
                    <a:pt x="0" y="84"/>
                    <a:pt x="0" y="85"/>
                  </a:cubicBezTo>
                  <a:cubicBezTo>
                    <a:pt x="0" y="86"/>
                    <a:pt x="1" y="87"/>
                    <a:pt x="2" y="89"/>
                  </a:cubicBezTo>
                  <a:cubicBezTo>
                    <a:pt x="4" y="91"/>
                    <a:pt x="6" y="92"/>
                    <a:pt x="8" y="92"/>
                  </a:cubicBezTo>
                  <a:close/>
                  <a:moveTo>
                    <a:pt x="24" y="14"/>
                  </a:moveTo>
                  <a:cubicBezTo>
                    <a:pt x="25" y="14"/>
                    <a:pt x="25" y="14"/>
                    <a:pt x="26" y="13"/>
                  </a:cubicBezTo>
                  <a:cubicBezTo>
                    <a:pt x="34" y="12"/>
                    <a:pt x="40" y="12"/>
                    <a:pt x="45" y="12"/>
                  </a:cubicBezTo>
                  <a:cubicBezTo>
                    <a:pt x="52" y="12"/>
                    <a:pt x="58" y="14"/>
                    <a:pt x="63" y="18"/>
                  </a:cubicBezTo>
                  <a:cubicBezTo>
                    <a:pt x="68" y="22"/>
                    <a:pt x="70" y="27"/>
                    <a:pt x="70" y="33"/>
                  </a:cubicBezTo>
                  <a:cubicBezTo>
                    <a:pt x="70" y="42"/>
                    <a:pt x="67" y="49"/>
                    <a:pt x="60" y="55"/>
                  </a:cubicBezTo>
                  <a:cubicBezTo>
                    <a:pt x="54" y="62"/>
                    <a:pt x="46" y="67"/>
                    <a:pt x="36" y="70"/>
                  </a:cubicBezTo>
                  <a:cubicBezTo>
                    <a:pt x="26" y="73"/>
                    <a:pt x="20" y="74"/>
                    <a:pt x="18" y="74"/>
                  </a:cubicBezTo>
                  <a:cubicBezTo>
                    <a:pt x="18" y="74"/>
                    <a:pt x="18" y="72"/>
                    <a:pt x="18" y="70"/>
                  </a:cubicBezTo>
                  <a:cubicBezTo>
                    <a:pt x="18" y="59"/>
                    <a:pt x="20" y="40"/>
                    <a:pt x="24"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23"/>
            <p:cNvSpPr>
              <a:spLocks/>
            </p:cNvSpPr>
            <p:nvPr/>
          </p:nvSpPr>
          <p:spPr bwMode="auto">
            <a:xfrm>
              <a:off x="3038475" y="2347913"/>
              <a:ext cx="26988" cy="82550"/>
            </a:xfrm>
            <a:custGeom>
              <a:avLst/>
              <a:gdLst>
                <a:gd name="T0" fmla="*/ 3 w 22"/>
                <a:gd name="T1" fmla="*/ 29 h 66"/>
                <a:gd name="T2" fmla="*/ 0 w 22"/>
                <a:gd name="T3" fmla="*/ 54 h 66"/>
                <a:gd name="T4" fmla="*/ 8 w 22"/>
                <a:gd name="T5" fmla="*/ 66 h 66"/>
                <a:gd name="T6" fmla="*/ 14 w 22"/>
                <a:gd name="T7" fmla="*/ 64 h 66"/>
                <a:gd name="T8" fmla="*/ 16 w 22"/>
                <a:gd name="T9" fmla="*/ 60 h 66"/>
                <a:gd name="T10" fmla="*/ 16 w 22"/>
                <a:gd name="T11" fmla="*/ 58 h 66"/>
                <a:gd name="T12" fmla="*/ 15 w 22"/>
                <a:gd name="T13" fmla="*/ 48 h 66"/>
                <a:gd name="T14" fmla="*/ 15 w 22"/>
                <a:gd name="T15" fmla="*/ 37 h 66"/>
                <a:gd name="T16" fmla="*/ 19 w 22"/>
                <a:gd name="T17" fmla="*/ 18 h 66"/>
                <a:gd name="T18" fmla="*/ 20 w 22"/>
                <a:gd name="T19" fmla="*/ 17 h 66"/>
                <a:gd name="T20" fmla="*/ 22 w 22"/>
                <a:gd name="T21" fmla="*/ 7 h 66"/>
                <a:gd name="T22" fmla="*/ 20 w 22"/>
                <a:gd name="T23" fmla="*/ 2 h 66"/>
                <a:gd name="T24" fmla="*/ 13 w 22"/>
                <a:gd name="T25" fmla="*/ 0 h 66"/>
                <a:gd name="T26" fmla="*/ 8 w 22"/>
                <a:gd name="T27" fmla="*/ 3 h 66"/>
                <a:gd name="T28" fmla="*/ 6 w 22"/>
                <a:gd name="T29" fmla="*/ 11 h 66"/>
                <a:gd name="T30" fmla="*/ 4 w 22"/>
                <a:gd name="T31" fmla="*/ 23 h 66"/>
                <a:gd name="T32" fmla="*/ 4 w 22"/>
                <a:gd name="T33" fmla="*/ 23 h 66"/>
                <a:gd name="T34" fmla="*/ 3 w 22"/>
                <a:gd name="T35" fmla="*/ 29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66">
                  <a:moveTo>
                    <a:pt x="3" y="29"/>
                  </a:moveTo>
                  <a:cubicBezTo>
                    <a:pt x="1" y="39"/>
                    <a:pt x="0" y="47"/>
                    <a:pt x="0" y="54"/>
                  </a:cubicBezTo>
                  <a:cubicBezTo>
                    <a:pt x="0" y="62"/>
                    <a:pt x="3" y="66"/>
                    <a:pt x="8" y="66"/>
                  </a:cubicBezTo>
                  <a:cubicBezTo>
                    <a:pt x="10" y="66"/>
                    <a:pt x="12" y="65"/>
                    <a:pt x="14" y="64"/>
                  </a:cubicBezTo>
                  <a:cubicBezTo>
                    <a:pt x="15" y="62"/>
                    <a:pt x="16" y="61"/>
                    <a:pt x="16" y="60"/>
                  </a:cubicBezTo>
                  <a:cubicBezTo>
                    <a:pt x="16" y="60"/>
                    <a:pt x="16" y="59"/>
                    <a:pt x="16" y="58"/>
                  </a:cubicBezTo>
                  <a:cubicBezTo>
                    <a:pt x="15" y="54"/>
                    <a:pt x="15" y="51"/>
                    <a:pt x="15" y="48"/>
                  </a:cubicBezTo>
                  <a:cubicBezTo>
                    <a:pt x="15" y="46"/>
                    <a:pt x="15" y="42"/>
                    <a:pt x="15" y="37"/>
                  </a:cubicBezTo>
                  <a:cubicBezTo>
                    <a:pt x="16" y="32"/>
                    <a:pt x="17" y="26"/>
                    <a:pt x="19" y="18"/>
                  </a:cubicBezTo>
                  <a:cubicBezTo>
                    <a:pt x="20" y="17"/>
                    <a:pt x="20" y="17"/>
                    <a:pt x="20" y="17"/>
                  </a:cubicBezTo>
                  <a:cubicBezTo>
                    <a:pt x="21" y="12"/>
                    <a:pt x="22" y="8"/>
                    <a:pt x="22" y="7"/>
                  </a:cubicBezTo>
                  <a:cubicBezTo>
                    <a:pt x="22" y="5"/>
                    <a:pt x="21" y="4"/>
                    <a:pt x="20" y="2"/>
                  </a:cubicBezTo>
                  <a:cubicBezTo>
                    <a:pt x="18" y="1"/>
                    <a:pt x="16" y="0"/>
                    <a:pt x="13" y="0"/>
                  </a:cubicBezTo>
                  <a:cubicBezTo>
                    <a:pt x="11" y="0"/>
                    <a:pt x="9" y="1"/>
                    <a:pt x="8" y="3"/>
                  </a:cubicBezTo>
                  <a:cubicBezTo>
                    <a:pt x="7" y="5"/>
                    <a:pt x="6" y="8"/>
                    <a:pt x="6" y="11"/>
                  </a:cubicBezTo>
                  <a:cubicBezTo>
                    <a:pt x="6" y="12"/>
                    <a:pt x="5" y="16"/>
                    <a:pt x="4" y="23"/>
                  </a:cubicBezTo>
                  <a:cubicBezTo>
                    <a:pt x="4" y="23"/>
                    <a:pt x="4" y="23"/>
                    <a:pt x="4" y="23"/>
                  </a:cubicBezTo>
                  <a:cubicBezTo>
                    <a:pt x="4" y="25"/>
                    <a:pt x="3" y="27"/>
                    <a:pt x="3"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25"/>
            <p:cNvSpPr>
              <a:spLocks/>
            </p:cNvSpPr>
            <p:nvPr/>
          </p:nvSpPr>
          <p:spPr bwMode="auto">
            <a:xfrm>
              <a:off x="3073400" y="2339975"/>
              <a:ext cx="63500" cy="92075"/>
            </a:xfrm>
            <a:custGeom>
              <a:avLst/>
              <a:gdLst>
                <a:gd name="T0" fmla="*/ 27 w 50"/>
                <a:gd name="T1" fmla="*/ 58 h 73"/>
                <a:gd name="T2" fmla="*/ 15 w 50"/>
                <a:gd name="T3" fmla="*/ 60 h 73"/>
                <a:gd name="T4" fmla="*/ 11 w 50"/>
                <a:gd name="T5" fmla="*/ 59 h 73"/>
                <a:gd name="T6" fmla="*/ 7 w 50"/>
                <a:gd name="T7" fmla="*/ 58 h 73"/>
                <a:gd name="T8" fmla="*/ 2 w 50"/>
                <a:gd name="T9" fmla="*/ 60 h 73"/>
                <a:gd name="T10" fmla="*/ 0 w 50"/>
                <a:gd name="T11" fmla="*/ 65 h 73"/>
                <a:gd name="T12" fmla="*/ 11 w 50"/>
                <a:gd name="T13" fmla="*/ 73 h 73"/>
                <a:gd name="T14" fmla="*/ 37 w 50"/>
                <a:gd name="T15" fmla="*/ 67 h 73"/>
                <a:gd name="T16" fmla="*/ 49 w 50"/>
                <a:gd name="T17" fmla="*/ 53 h 73"/>
                <a:gd name="T18" fmla="*/ 46 w 50"/>
                <a:gd name="T19" fmla="*/ 44 h 73"/>
                <a:gd name="T20" fmla="*/ 32 w 50"/>
                <a:gd name="T21" fmla="*/ 35 h 73"/>
                <a:gd name="T22" fmla="*/ 23 w 50"/>
                <a:gd name="T23" fmla="*/ 30 h 73"/>
                <a:gd name="T24" fmla="*/ 21 w 50"/>
                <a:gd name="T25" fmla="*/ 25 h 73"/>
                <a:gd name="T26" fmla="*/ 27 w 50"/>
                <a:gd name="T27" fmla="*/ 17 h 73"/>
                <a:gd name="T28" fmla="*/ 39 w 50"/>
                <a:gd name="T29" fmla="*/ 13 h 73"/>
                <a:gd name="T30" fmla="*/ 41 w 50"/>
                <a:gd name="T31" fmla="*/ 14 h 73"/>
                <a:gd name="T32" fmla="*/ 44 w 50"/>
                <a:gd name="T33" fmla="*/ 15 h 73"/>
                <a:gd name="T34" fmla="*/ 48 w 50"/>
                <a:gd name="T35" fmla="*/ 13 h 73"/>
                <a:gd name="T36" fmla="*/ 50 w 50"/>
                <a:gd name="T37" fmla="*/ 9 h 73"/>
                <a:gd name="T38" fmla="*/ 40 w 50"/>
                <a:gd name="T39" fmla="*/ 0 h 73"/>
                <a:gd name="T40" fmla="*/ 18 w 50"/>
                <a:gd name="T41" fmla="*/ 8 h 73"/>
                <a:gd name="T42" fmla="*/ 6 w 50"/>
                <a:gd name="T43" fmla="*/ 26 h 73"/>
                <a:gd name="T44" fmla="*/ 9 w 50"/>
                <a:gd name="T45" fmla="*/ 36 h 73"/>
                <a:gd name="T46" fmla="*/ 25 w 50"/>
                <a:gd name="T47" fmla="*/ 46 h 73"/>
                <a:gd name="T48" fmla="*/ 35 w 50"/>
                <a:gd name="T49" fmla="*/ 54 h 73"/>
                <a:gd name="T50" fmla="*/ 27 w 50"/>
                <a:gd name="T51" fmla="*/ 58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3">
                  <a:moveTo>
                    <a:pt x="27" y="58"/>
                  </a:moveTo>
                  <a:cubicBezTo>
                    <a:pt x="23" y="59"/>
                    <a:pt x="19" y="60"/>
                    <a:pt x="15" y="60"/>
                  </a:cubicBezTo>
                  <a:cubicBezTo>
                    <a:pt x="14" y="60"/>
                    <a:pt x="12" y="60"/>
                    <a:pt x="11" y="59"/>
                  </a:cubicBezTo>
                  <a:cubicBezTo>
                    <a:pt x="9" y="59"/>
                    <a:pt x="8" y="58"/>
                    <a:pt x="7" y="58"/>
                  </a:cubicBezTo>
                  <a:cubicBezTo>
                    <a:pt x="5" y="58"/>
                    <a:pt x="4" y="59"/>
                    <a:pt x="2" y="60"/>
                  </a:cubicBezTo>
                  <a:cubicBezTo>
                    <a:pt x="1" y="62"/>
                    <a:pt x="0" y="63"/>
                    <a:pt x="0" y="65"/>
                  </a:cubicBezTo>
                  <a:cubicBezTo>
                    <a:pt x="0" y="70"/>
                    <a:pt x="3" y="73"/>
                    <a:pt x="11" y="73"/>
                  </a:cubicBezTo>
                  <a:cubicBezTo>
                    <a:pt x="21" y="73"/>
                    <a:pt x="29" y="71"/>
                    <a:pt x="37" y="67"/>
                  </a:cubicBezTo>
                  <a:cubicBezTo>
                    <a:pt x="45" y="63"/>
                    <a:pt x="49" y="58"/>
                    <a:pt x="49" y="53"/>
                  </a:cubicBezTo>
                  <a:cubicBezTo>
                    <a:pt x="49" y="49"/>
                    <a:pt x="48" y="47"/>
                    <a:pt x="46" y="44"/>
                  </a:cubicBezTo>
                  <a:cubicBezTo>
                    <a:pt x="44" y="41"/>
                    <a:pt x="39" y="38"/>
                    <a:pt x="32" y="35"/>
                  </a:cubicBezTo>
                  <a:cubicBezTo>
                    <a:pt x="27" y="33"/>
                    <a:pt x="24" y="31"/>
                    <a:pt x="23" y="30"/>
                  </a:cubicBezTo>
                  <a:cubicBezTo>
                    <a:pt x="21" y="28"/>
                    <a:pt x="21" y="27"/>
                    <a:pt x="21" y="25"/>
                  </a:cubicBezTo>
                  <a:cubicBezTo>
                    <a:pt x="21" y="22"/>
                    <a:pt x="23" y="19"/>
                    <a:pt x="27" y="17"/>
                  </a:cubicBezTo>
                  <a:cubicBezTo>
                    <a:pt x="31" y="14"/>
                    <a:pt x="35" y="13"/>
                    <a:pt x="39" y="13"/>
                  </a:cubicBezTo>
                  <a:cubicBezTo>
                    <a:pt x="39" y="13"/>
                    <a:pt x="40" y="13"/>
                    <a:pt x="41" y="14"/>
                  </a:cubicBezTo>
                  <a:cubicBezTo>
                    <a:pt x="42" y="14"/>
                    <a:pt x="43" y="15"/>
                    <a:pt x="44" y="15"/>
                  </a:cubicBezTo>
                  <a:cubicBezTo>
                    <a:pt x="45" y="15"/>
                    <a:pt x="46" y="14"/>
                    <a:pt x="48" y="13"/>
                  </a:cubicBezTo>
                  <a:cubicBezTo>
                    <a:pt x="49" y="12"/>
                    <a:pt x="50" y="10"/>
                    <a:pt x="50" y="9"/>
                  </a:cubicBezTo>
                  <a:cubicBezTo>
                    <a:pt x="50" y="3"/>
                    <a:pt x="46" y="0"/>
                    <a:pt x="40" y="0"/>
                  </a:cubicBezTo>
                  <a:cubicBezTo>
                    <a:pt x="33" y="0"/>
                    <a:pt x="25" y="3"/>
                    <a:pt x="18" y="8"/>
                  </a:cubicBezTo>
                  <a:cubicBezTo>
                    <a:pt x="10" y="13"/>
                    <a:pt x="6" y="19"/>
                    <a:pt x="6" y="26"/>
                  </a:cubicBezTo>
                  <a:cubicBezTo>
                    <a:pt x="6" y="30"/>
                    <a:pt x="7" y="33"/>
                    <a:pt x="9" y="36"/>
                  </a:cubicBezTo>
                  <a:cubicBezTo>
                    <a:pt x="11" y="39"/>
                    <a:pt x="17" y="42"/>
                    <a:pt x="25" y="46"/>
                  </a:cubicBezTo>
                  <a:cubicBezTo>
                    <a:pt x="32" y="49"/>
                    <a:pt x="35" y="52"/>
                    <a:pt x="35" y="54"/>
                  </a:cubicBezTo>
                  <a:cubicBezTo>
                    <a:pt x="34" y="56"/>
                    <a:pt x="31" y="57"/>
                    <a:pt x="27"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26"/>
            <p:cNvSpPr>
              <a:spLocks/>
            </p:cNvSpPr>
            <p:nvPr/>
          </p:nvSpPr>
          <p:spPr bwMode="auto">
            <a:xfrm>
              <a:off x="3144838" y="2343150"/>
              <a:ext cx="66675" cy="87313"/>
            </a:xfrm>
            <a:custGeom>
              <a:avLst/>
              <a:gdLst>
                <a:gd name="T0" fmla="*/ 34 w 53"/>
                <a:gd name="T1" fmla="*/ 13 h 70"/>
                <a:gd name="T2" fmla="*/ 37 w 53"/>
                <a:gd name="T3" fmla="*/ 19 h 70"/>
                <a:gd name="T4" fmla="*/ 44 w 53"/>
                <a:gd name="T5" fmla="*/ 27 h 70"/>
                <a:gd name="T6" fmla="*/ 48 w 53"/>
                <a:gd name="T7" fmla="*/ 25 h 70"/>
                <a:gd name="T8" fmla="*/ 50 w 53"/>
                <a:gd name="T9" fmla="*/ 17 h 70"/>
                <a:gd name="T10" fmla="*/ 46 w 53"/>
                <a:gd name="T11" fmla="*/ 5 h 70"/>
                <a:gd name="T12" fmla="*/ 36 w 53"/>
                <a:gd name="T13" fmla="*/ 0 h 70"/>
                <a:gd name="T14" fmla="*/ 12 w 53"/>
                <a:gd name="T15" fmla="*/ 17 h 70"/>
                <a:gd name="T16" fmla="*/ 0 w 53"/>
                <a:gd name="T17" fmla="*/ 50 h 70"/>
                <a:gd name="T18" fmla="*/ 5 w 53"/>
                <a:gd name="T19" fmla="*/ 65 h 70"/>
                <a:gd name="T20" fmla="*/ 20 w 53"/>
                <a:gd name="T21" fmla="*/ 70 h 70"/>
                <a:gd name="T22" fmla="*/ 42 w 53"/>
                <a:gd name="T23" fmla="*/ 63 h 70"/>
                <a:gd name="T24" fmla="*/ 53 w 53"/>
                <a:gd name="T25" fmla="*/ 51 h 70"/>
                <a:gd name="T26" fmla="*/ 50 w 53"/>
                <a:gd name="T27" fmla="*/ 48 h 70"/>
                <a:gd name="T28" fmla="*/ 42 w 53"/>
                <a:gd name="T29" fmla="*/ 51 h 70"/>
                <a:gd name="T30" fmla="*/ 23 w 53"/>
                <a:gd name="T31" fmla="*/ 58 h 70"/>
                <a:gd name="T32" fmla="*/ 14 w 53"/>
                <a:gd name="T33" fmla="*/ 50 h 70"/>
                <a:gd name="T34" fmla="*/ 22 w 53"/>
                <a:gd name="T35" fmla="*/ 26 h 70"/>
                <a:gd name="T36" fmla="*/ 34 w 53"/>
                <a:gd name="T37" fmla="*/ 13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70">
                  <a:moveTo>
                    <a:pt x="34" y="13"/>
                  </a:moveTo>
                  <a:cubicBezTo>
                    <a:pt x="36" y="13"/>
                    <a:pt x="37" y="15"/>
                    <a:pt x="37" y="19"/>
                  </a:cubicBezTo>
                  <a:cubicBezTo>
                    <a:pt x="38" y="24"/>
                    <a:pt x="40" y="27"/>
                    <a:pt x="44" y="27"/>
                  </a:cubicBezTo>
                  <a:cubicBezTo>
                    <a:pt x="45" y="27"/>
                    <a:pt x="47" y="26"/>
                    <a:pt x="48" y="25"/>
                  </a:cubicBezTo>
                  <a:cubicBezTo>
                    <a:pt x="49" y="24"/>
                    <a:pt x="50" y="21"/>
                    <a:pt x="50" y="17"/>
                  </a:cubicBezTo>
                  <a:cubicBezTo>
                    <a:pt x="50" y="13"/>
                    <a:pt x="49" y="9"/>
                    <a:pt x="46" y="5"/>
                  </a:cubicBezTo>
                  <a:cubicBezTo>
                    <a:pt x="44" y="2"/>
                    <a:pt x="40" y="0"/>
                    <a:pt x="36" y="0"/>
                  </a:cubicBezTo>
                  <a:cubicBezTo>
                    <a:pt x="29" y="0"/>
                    <a:pt x="21" y="6"/>
                    <a:pt x="12" y="17"/>
                  </a:cubicBezTo>
                  <a:cubicBezTo>
                    <a:pt x="4" y="29"/>
                    <a:pt x="0" y="40"/>
                    <a:pt x="0" y="50"/>
                  </a:cubicBezTo>
                  <a:cubicBezTo>
                    <a:pt x="0" y="56"/>
                    <a:pt x="2" y="61"/>
                    <a:pt x="5" y="65"/>
                  </a:cubicBezTo>
                  <a:cubicBezTo>
                    <a:pt x="9" y="68"/>
                    <a:pt x="14" y="70"/>
                    <a:pt x="20" y="70"/>
                  </a:cubicBezTo>
                  <a:cubicBezTo>
                    <a:pt x="28" y="70"/>
                    <a:pt x="35" y="68"/>
                    <a:pt x="42" y="63"/>
                  </a:cubicBezTo>
                  <a:cubicBezTo>
                    <a:pt x="50" y="58"/>
                    <a:pt x="53" y="54"/>
                    <a:pt x="53" y="51"/>
                  </a:cubicBezTo>
                  <a:cubicBezTo>
                    <a:pt x="53" y="49"/>
                    <a:pt x="52" y="48"/>
                    <a:pt x="50" y="48"/>
                  </a:cubicBezTo>
                  <a:cubicBezTo>
                    <a:pt x="48" y="48"/>
                    <a:pt x="46" y="49"/>
                    <a:pt x="42" y="51"/>
                  </a:cubicBezTo>
                  <a:cubicBezTo>
                    <a:pt x="36" y="55"/>
                    <a:pt x="29" y="58"/>
                    <a:pt x="23" y="58"/>
                  </a:cubicBezTo>
                  <a:cubicBezTo>
                    <a:pt x="17" y="58"/>
                    <a:pt x="14" y="55"/>
                    <a:pt x="14" y="50"/>
                  </a:cubicBezTo>
                  <a:cubicBezTo>
                    <a:pt x="14" y="43"/>
                    <a:pt x="17" y="35"/>
                    <a:pt x="22" y="26"/>
                  </a:cubicBezTo>
                  <a:cubicBezTo>
                    <a:pt x="27" y="18"/>
                    <a:pt x="31" y="13"/>
                    <a:pt x="34"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27"/>
            <p:cNvSpPr>
              <a:spLocks noEditPoints="1"/>
            </p:cNvSpPr>
            <p:nvPr/>
          </p:nvSpPr>
          <p:spPr bwMode="auto">
            <a:xfrm>
              <a:off x="3224213" y="2344738"/>
              <a:ext cx="74613" cy="85725"/>
            </a:xfrm>
            <a:custGeom>
              <a:avLst/>
              <a:gdLst>
                <a:gd name="T0" fmla="*/ 58 w 59"/>
                <a:gd name="T1" fmla="*/ 35 h 68"/>
                <a:gd name="T2" fmla="*/ 58 w 59"/>
                <a:gd name="T3" fmla="*/ 35 h 68"/>
                <a:gd name="T4" fmla="*/ 59 w 59"/>
                <a:gd name="T5" fmla="*/ 26 h 68"/>
                <a:gd name="T6" fmla="*/ 53 w 59"/>
                <a:gd name="T7" fmla="*/ 8 h 68"/>
                <a:gd name="T8" fmla="*/ 36 w 59"/>
                <a:gd name="T9" fmla="*/ 0 h 68"/>
                <a:gd name="T10" fmla="*/ 11 w 59"/>
                <a:gd name="T11" fmla="*/ 15 h 68"/>
                <a:gd name="T12" fmla="*/ 0 w 59"/>
                <a:gd name="T13" fmla="*/ 45 h 68"/>
                <a:gd name="T14" fmla="*/ 6 w 59"/>
                <a:gd name="T15" fmla="*/ 61 h 68"/>
                <a:gd name="T16" fmla="*/ 20 w 59"/>
                <a:gd name="T17" fmla="*/ 68 h 68"/>
                <a:gd name="T18" fmla="*/ 43 w 59"/>
                <a:gd name="T19" fmla="*/ 58 h 68"/>
                <a:gd name="T20" fmla="*/ 58 w 59"/>
                <a:gd name="T21" fmla="*/ 35 h 68"/>
                <a:gd name="T22" fmla="*/ 21 w 59"/>
                <a:gd name="T23" fmla="*/ 55 h 68"/>
                <a:gd name="T24" fmla="*/ 17 w 59"/>
                <a:gd name="T25" fmla="*/ 52 h 68"/>
                <a:gd name="T26" fmla="*/ 15 w 59"/>
                <a:gd name="T27" fmla="*/ 44 h 68"/>
                <a:gd name="T28" fmla="*/ 19 w 59"/>
                <a:gd name="T29" fmla="*/ 28 h 68"/>
                <a:gd name="T30" fmla="*/ 27 w 59"/>
                <a:gd name="T31" fmla="*/ 16 h 68"/>
                <a:gd name="T32" fmla="*/ 27 w 59"/>
                <a:gd name="T33" fmla="*/ 16 h 68"/>
                <a:gd name="T34" fmla="*/ 35 w 59"/>
                <a:gd name="T35" fmla="*/ 13 h 68"/>
                <a:gd name="T36" fmla="*/ 42 w 59"/>
                <a:gd name="T37" fmla="*/ 17 h 68"/>
                <a:gd name="T38" fmla="*/ 45 w 59"/>
                <a:gd name="T39" fmla="*/ 27 h 68"/>
                <a:gd name="T40" fmla="*/ 37 w 59"/>
                <a:gd name="T41" fmla="*/ 47 h 68"/>
                <a:gd name="T42" fmla="*/ 21 w 59"/>
                <a:gd name="T43" fmla="*/ 55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9" h="68">
                  <a:moveTo>
                    <a:pt x="58" y="35"/>
                  </a:moveTo>
                  <a:cubicBezTo>
                    <a:pt x="58" y="35"/>
                    <a:pt x="58" y="35"/>
                    <a:pt x="58" y="35"/>
                  </a:cubicBezTo>
                  <a:cubicBezTo>
                    <a:pt x="59" y="32"/>
                    <a:pt x="59" y="29"/>
                    <a:pt x="59" y="26"/>
                  </a:cubicBezTo>
                  <a:cubicBezTo>
                    <a:pt x="59" y="19"/>
                    <a:pt x="57" y="13"/>
                    <a:pt x="53" y="8"/>
                  </a:cubicBezTo>
                  <a:cubicBezTo>
                    <a:pt x="49" y="3"/>
                    <a:pt x="43" y="0"/>
                    <a:pt x="36" y="0"/>
                  </a:cubicBezTo>
                  <a:cubicBezTo>
                    <a:pt x="26" y="0"/>
                    <a:pt x="18" y="5"/>
                    <a:pt x="11" y="15"/>
                  </a:cubicBezTo>
                  <a:cubicBezTo>
                    <a:pt x="4" y="25"/>
                    <a:pt x="0" y="35"/>
                    <a:pt x="0" y="45"/>
                  </a:cubicBezTo>
                  <a:cubicBezTo>
                    <a:pt x="0" y="52"/>
                    <a:pt x="2" y="57"/>
                    <a:pt x="6" y="61"/>
                  </a:cubicBezTo>
                  <a:cubicBezTo>
                    <a:pt x="10" y="66"/>
                    <a:pt x="15" y="68"/>
                    <a:pt x="20" y="68"/>
                  </a:cubicBezTo>
                  <a:cubicBezTo>
                    <a:pt x="28" y="68"/>
                    <a:pt x="35" y="65"/>
                    <a:pt x="43" y="58"/>
                  </a:cubicBezTo>
                  <a:cubicBezTo>
                    <a:pt x="50" y="52"/>
                    <a:pt x="55" y="44"/>
                    <a:pt x="58" y="35"/>
                  </a:cubicBezTo>
                  <a:close/>
                  <a:moveTo>
                    <a:pt x="21" y="55"/>
                  </a:moveTo>
                  <a:cubicBezTo>
                    <a:pt x="19" y="55"/>
                    <a:pt x="18" y="54"/>
                    <a:pt x="17" y="52"/>
                  </a:cubicBezTo>
                  <a:cubicBezTo>
                    <a:pt x="15" y="50"/>
                    <a:pt x="15" y="47"/>
                    <a:pt x="15" y="44"/>
                  </a:cubicBezTo>
                  <a:cubicBezTo>
                    <a:pt x="15" y="38"/>
                    <a:pt x="16" y="33"/>
                    <a:pt x="19" y="28"/>
                  </a:cubicBezTo>
                  <a:cubicBezTo>
                    <a:pt x="21" y="22"/>
                    <a:pt x="24" y="18"/>
                    <a:pt x="27" y="16"/>
                  </a:cubicBezTo>
                  <a:cubicBezTo>
                    <a:pt x="27" y="16"/>
                    <a:pt x="27" y="16"/>
                    <a:pt x="27" y="16"/>
                  </a:cubicBezTo>
                  <a:cubicBezTo>
                    <a:pt x="29" y="14"/>
                    <a:pt x="32" y="13"/>
                    <a:pt x="35" y="13"/>
                  </a:cubicBezTo>
                  <a:cubicBezTo>
                    <a:pt x="38" y="13"/>
                    <a:pt x="41" y="14"/>
                    <a:pt x="42" y="17"/>
                  </a:cubicBezTo>
                  <a:cubicBezTo>
                    <a:pt x="44" y="19"/>
                    <a:pt x="45" y="23"/>
                    <a:pt x="45" y="27"/>
                  </a:cubicBezTo>
                  <a:cubicBezTo>
                    <a:pt x="45" y="34"/>
                    <a:pt x="42" y="41"/>
                    <a:pt x="37" y="47"/>
                  </a:cubicBezTo>
                  <a:cubicBezTo>
                    <a:pt x="31" y="52"/>
                    <a:pt x="26" y="55"/>
                    <a:pt x="21" y="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28"/>
            <p:cNvSpPr>
              <a:spLocks/>
            </p:cNvSpPr>
            <p:nvPr/>
          </p:nvSpPr>
          <p:spPr bwMode="auto">
            <a:xfrm>
              <a:off x="3311525" y="2347913"/>
              <a:ext cx="77788" cy="82550"/>
            </a:xfrm>
            <a:custGeom>
              <a:avLst/>
              <a:gdLst>
                <a:gd name="T0" fmla="*/ 45 w 61"/>
                <a:gd name="T1" fmla="*/ 59 h 66"/>
                <a:gd name="T2" fmla="*/ 52 w 61"/>
                <a:gd name="T3" fmla="*/ 66 h 66"/>
                <a:gd name="T4" fmla="*/ 58 w 61"/>
                <a:gd name="T5" fmla="*/ 64 h 66"/>
                <a:gd name="T6" fmla="*/ 61 w 61"/>
                <a:gd name="T7" fmla="*/ 60 h 66"/>
                <a:gd name="T8" fmla="*/ 60 w 61"/>
                <a:gd name="T9" fmla="*/ 57 h 66"/>
                <a:gd name="T10" fmla="*/ 54 w 61"/>
                <a:gd name="T11" fmla="*/ 39 h 66"/>
                <a:gd name="T12" fmla="*/ 58 w 61"/>
                <a:gd name="T13" fmla="*/ 15 h 66"/>
                <a:gd name="T14" fmla="*/ 59 w 61"/>
                <a:gd name="T15" fmla="*/ 11 h 66"/>
                <a:gd name="T16" fmla="*/ 53 w 61"/>
                <a:gd name="T17" fmla="*/ 4 h 66"/>
                <a:gd name="T18" fmla="*/ 47 w 61"/>
                <a:gd name="T19" fmla="*/ 7 h 66"/>
                <a:gd name="T20" fmla="*/ 42 w 61"/>
                <a:gd name="T21" fmla="*/ 20 h 66"/>
                <a:gd name="T22" fmla="*/ 30 w 61"/>
                <a:gd name="T23" fmla="*/ 41 h 66"/>
                <a:gd name="T24" fmla="*/ 16 w 61"/>
                <a:gd name="T25" fmla="*/ 51 h 66"/>
                <a:gd name="T26" fmla="*/ 13 w 61"/>
                <a:gd name="T27" fmla="*/ 43 h 66"/>
                <a:gd name="T28" fmla="*/ 15 w 61"/>
                <a:gd name="T29" fmla="*/ 32 h 66"/>
                <a:gd name="T30" fmla="*/ 19 w 61"/>
                <a:gd name="T31" fmla="*/ 19 h 66"/>
                <a:gd name="T32" fmla="*/ 22 w 61"/>
                <a:gd name="T33" fmla="*/ 7 h 66"/>
                <a:gd name="T34" fmla="*/ 20 w 61"/>
                <a:gd name="T35" fmla="*/ 2 h 66"/>
                <a:gd name="T36" fmla="*/ 14 w 61"/>
                <a:gd name="T37" fmla="*/ 0 h 66"/>
                <a:gd name="T38" fmla="*/ 7 w 61"/>
                <a:gd name="T39" fmla="*/ 5 h 66"/>
                <a:gd name="T40" fmla="*/ 4 w 61"/>
                <a:gd name="T41" fmla="*/ 23 h 66"/>
                <a:gd name="T42" fmla="*/ 0 w 61"/>
                <a:gd name="T43" fmla="*/ 44 h 66"/>
                <a:gd name="T44" fmla="*/ 5 w 61"/>
                <a:gd name="T45" fmla="*/ 59 h 66"/>
                <a:gd name="T46" fmla="*/ 14 w 61"/>
                <a:gd name="T47" fmla="*/ 64 h 66"/>
                <a:gd name="T48" fmla="*/ 29 w 61"/>
                <a:gd name="T49" fmla="*/ 58 h 66"/>
                <a:gd name="T50" fmla="*/ 43 w 61"/>
                <a:gd name="T51" fmla="*/ 41 h 66"/>
                <a:gd name="T52" fmla="*/ 45 w 61"/>
                <a:gd name="T53" fmla="*/ 59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66">
                  <a:moveTo>
                    <a:pt x="45" y="59"/>
                  </a:moveTo>
                  <a:cubicBezTo>
                    <a:pt x="47" y="63"/>
                    <a:pt x="49" y="66"/>
                    <a:pt x="52" y="66"/>
                  </a:cubicBezTo>
                  <a:cubicBezTo>
                    <a:pt x="54" y="66"/>
                    <a:pt x="56" y="65"/>
                    <a:pt x="58" y="64"/>
                  </a:cubicBezTo>
                  <a:cubicBezTo>
                    <a:pt x="60" y="62"/>
                    <a:pt x="61" y="61"/>
                    <a:pt x="61" y="60"/>
                  </a:cubicBezTo>
                  <a:cubicBezTo>
                    <a:pt x="61" y="59"/>
                    <a:pt x="61" y="58"/>
                    <a:pt x="60" y="57"/>
                  </a:cubicBezTo>
                  <a:cubicBezTo>
                    <a:pt x="56" y="55"/>
                    <a:pt x="54" y="49"/>
                    <a:pt x="54" y="39"/>
                  </a:cubicBezTo>
                  <a:cubicBezTo>
                    <a:pt x="54" y="30"/>
                    <a:pt x="56" y="22"/>
                    <a:pt x="58" y="15"/>
                  </a:cubicBezTo>
                  <a:cubicBezTo>
                    <a:pt x="59" y="13"/>
                    <a:pt x="59" y="11"/>
                    <a:pt x="59" y="11"/>
                  </a:cubicBezTo>
                  <a:cubicBezTo>
                    <a:pt x="59" y="6"/>
                    <a:pt x="57" y="4"/>
                    <a:pt x="53" y="4"/>
                  </a:cubicBezTo>
                  <a:cubicBezTo>
                    <a:pt x="50" y="4"/>
                    <a:pt x="48" y="5"/>
                    <a:pt x="47" y="7"/>
                  </a:cubicBezTo>
                  <a:cubicBezTo>
                    <a:pt x="45" y="9"/>
                    <a:pt x="44" y="13"/>
                    <a:pt x="42" y="20"/>
                  </a:cubicBezTo>
                  <a:cubicBezTo>
                    <a:pt x="40" y="27"/>
                    <a:pt x="36" y="34"/>
                    <a:pt x="30" y="41"/>
                  </a:cubicBezTo>
                  <a:cubicBezTo>
                    <a:pt x="25" y="47"/>
                    <a:pt x="20" y="51"/>
                    <a:pt x="16" y="51"/>
                  </a:cubicBezTo>
                  <a:cubicBezTo>
                    <a:pt x="14" y="51"/>
                    <a:pt x="13" y="48"/>
                    <a:pt x="13" y="43"/>
                  </a:cubicBezTo>
                  <a:cubicBezTo>
                    <a:pt x="13" y="41"/>
                    <a:pt x="14" y="38"/>
                    <a:pt x="15" y="32"/>
                  </a:cubicBezTo>
                  <a:cubicBezTo>
                    <a:pt x="16" y="26"/>
                    <a:pt x="18" y="22"/>
                    <a:pt x="19" y="19"/>
                  </a:cubicBezTo>
                  <a:cubicBezTo>
                    <a:pt x="21" y="13"/>
                    <a:pt x="22" y="9"/>
                    <a:pt x="22" y="7"/>
                  </a:cubicBezTo>
                  <a:cubicBezTo>
                    <a:pt x="22" y="5"/>
                    <a:pt x="21" y="3"/>
                    <a:pt x="20" y="2"/>
                  </a:cubicBezTo>
                  <a:cubicBezTo>
                    <a:pt x="18" y="0"/>
                    <a:pt x="17" y="0"/>
                    <a:pt x="14" y="0"/>
                  </a:cubicBezTo>
                  <a:cubicBezTo>
                    <a:pt x="11" y="0"/>
                    <a:pt x="8" y="1"/>
                    <a:pt x="7" y="5"/>
                  </a:cubicBezTo>
                  <a:cubicBezTo>
                    <a:pt x="7" y="9"/>
                    <a:pt x="6" y="15"/>
                    <a:pt x="4" y="23"/>
                  </a:cubicBezTo>
                  <a:cubicBezTo>
                    <a:pt x="1" y="32"/>
                    <a:pt x="0" y="39"/>
                    <a:pt x="0" y="44"/>
                  </a:cubicBezTo>
                  <a:cubicBezTo>
                    <a:pt x="0" y="51"/>
                    <a:pt x="2" y="56"/>
                    <a:pt x="5" y="59"/>
                  </a:cubicBezTo>
                  <a:cubicBezTo>
                    <a:pt x="8" y="62"/>
                    <a:pt x="11" y="64"/>
                    <a:pt x="14" y="64"/>
                  </a:cubicBezTo>
                  <a:cubicBezTo>
                    <a:pt x="19" y="64"/>
                    <a:pt x="24" y="62"/>
                    <a:pt x="29" y="58"/>
                  </a:cubicBezTo>
                  <a:cubicBezTo>
                    <a:pt x="34" y="54"/>
                    <a:pt x="39" y="48"/>
                    <a:pt x="43" y="41"/>
                  </a:cubicBezTo>
                  <a:cubicBezTo>
                    <a:pt x="43" y="49"/>
                    <a:pt x="44" y="55"/>
                    <a:pt x="45"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29"/>
            <p:cNvSpPr>
              <a:spLocks/>
            </p:cNvSpPr>
            <p:nvPr/>
          </p:nvSpPr>
          <p:spPr bwMode="auto">
            <a:xfrm>
              <a:off x="3409950" y="2346325"/>
              <a:ext cx="76200" cy="84138"/>
            </a:xfrm>
            <a:custGeom>
              <a:avLst/>
              <a:gdLst>
                <a:gd name="T0" fmla="*/ 16 w 60"/>
                <a:gd name="T1" fmla="*/ 18 h 67"/>
                <a:gd name="T2" fmla="*/ 19 w 60"/>
                <a:gd name="T3" fmla="*/ 6 h 67"/>
                <a:gd name="T4" fmla="*/ 17 w 60"/>
                <a:gd name="T5" fmla="*/ 2 h 67"/>
                <a:gd name="T6" fmla="*/ 12 w 60"/>
                <a:gd name="T7" fmla="*/ 0 h 67"/>
                <a:gd name="T8" fmla="*/ 7 w 60"/>
                <a:gd name="T9" fmla="*/ 2 h 67"/>
                <a:gd name="T10" fmla="*/ 3 w 60"/>
                <a:gd name="T11" fmla="*/ 6 h 67"/>
                <a:gd name="T12" fmla="*/ 2 w 60"/>
                <a:gd name="T13" fmla="*/ 14 h 67"/>
                <a:gd name="T14" fmla="*/ 2 w 60"/>
                <a:gd name="T15" fmla="*/ 18 h 67"/>
                <a:gd name="T16" fmla="*/ 0 w 60"/>
                <a:gd name="T17" fmla="*/ 35 h 67"/>
                <a:gd name="T18" fmla="*/ 0 w 60"/>
                <a:gd name="T19" fmla="*/ 47 h 67"/>
                <a:gd name="T20" fmla="*/ 2 w 60"/>
                <a:gd name="T21" fmla="*/ 63 h 67"/>
                <a:gd name="T22" fmla="*/ 8 w 60"/>
                <a:gd name="T23" fmla="*/ 67 h 67"/>
                <a:gd name="T24" fmla="*/ 14 w 60"/>
                <a:gd name="T25" fmla="*/ 65 h 67"/>
                <a:gd name="T26" fmla="*/ 17 w 60"/>
                <a:gd name="T27" fmla="*/ 58 h 67"/>
                <a:gd name="T28" fmla="*/ 30 w 60"/>
                <a:gd name="T29" fmla="*/ 27 h 67"/>
                <a:gd name="T30" fmla="*/ 45 w 60"/>
                <a:gd name="T31" fmla="*/ 13 h 67"/>
                <a:gd name="T32" fmla="*/ 48 w 60"/>
                <a:gd name="T33" fmla="*/ 15 h 67"/>
                <a:gd name="T34" fmla="*/ 55 w 60"/>
                <a:gd name="T35" fmla="*/ 18 h 67"/>
                <a:gd name="T36" fmla="*/ 58 w 60"/>
                <a:gd name="T37" fmla="*/ 16 h 67"/>
                <a:gd name="T38" fmla="*/ 60 w 60"/>
                <a:gd name="T39" fmla="*/ 11 h 67"/>
                <a:gd name="T40" fmla="*/ 56 w 60"/>
                <a:gd name="T41" fmla="*/ 3 h 67"/>
                <a:gd name="T42" fmla="*/ 46 w 60"/>
                <a:gd name="T43" fmla="*/ 0 h 67"/>
                <a:gd name="T44" fmla="*/ 30 w 60"/>
                <a:gd name="T45" fmla="*/ 9 h 67"/>
                <a:gd name="T46" fmla="*/ 14 w 60"/>
                <a:gd name="T47" fmla="*/ 32 h 67"/>
                <a:gd name="T48" fmla="*/ 13 w 60"/>
                <a:gd name="T49" fmla="*/ 34 h 67"/>
                <a:gd name="T50" fmla="*/ 14 w 60"/>
                <a:gd name="T51" fmla="*/ 25 h 67"/>
                <a:gd name="T52" fmla="*/ 16 w 60"/>
                <a:gd name="T53" fmla="*/ 1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0" h="67">
                  <a:moveTo>
                    <a:pt x="16" y="18"/>
                  </a:moveTo>
                  <a:cubicBezTo>
                    <a:pt x="18" y="12"/>
                    <a:pt x="19" y="8"/>
                    <a:pt x="19" y="6"/>
                  </a:cubicBezTo>
                  <a:cubicBezTo>
                    <a:pt x="19" y="5"/>
                    <a:pt x="18" y="3"/>
                    <a:pt x="17" y="2"/>
                  </a:cubicBezTo>
                  <a:cubicBezTo>
                    <a:pt x="16" y="1"/>
                    <a:pt x="14" y="0"/>
                    <a:pt x="12" y="0"/>
                  </a:cubicBezTo>
                  <a:cubicBezTo>
                    <a:pt x="10" y="0"/>
                    <a:pt x="8" y="1"/>
                    <a:pt x="7" y="2"/>
                  </a:cubicBezTo>
                  <a:cubicBezTo>
                    <a:pt x="5" y="3"/>
                    <a:pt x="4" y="5"/>
                    <a:pt x="3" y="6"/>
                  </a:cubicBezTo>
                  <a:cubicBezTo>
                    <a:pt x="3" y="8"/>
                    <a:pt x="3" y="10"/>
                    <a:pt x="2" y="14"/>
                  </a:cubicBezTo>
                  <a:cubicBezTo>
                    <a:pt x="2" y="15"/>
                    <a:pt x="2" y="17"/>
                    <a:pt x="2" y="18"/>
                  </a:cubicBezTo>
                  <a:cubicBezTo>
                    <a:pt x="1" y="25"/>
                    <a:pt x="1" y="31"/>
                    <a:pt x="0" y="35"/>
                  </a:cubicBezTo>
                  <a:cubicBezTo>
                    <a:pt x="0" y="40"/>
                    <a:pt x="0" y="44"/>
                    <a:pt x="0" y="47"/>
                  </a:cubicBezTo>
                  <a:cubicBezTo>
                    <a:pt x="0" y="54"/>
                    <a:pt x="1" y="59"/>
                    <a:pt x="2" y="63"/>
                  </a:cubicBezTo>
                  <a:cubicBezTo>
                    <a:pt x="3" y="66"/>
                    <a:pt x="5" y="67"/>
                    <a:pt x="8" y="67"/>
                  </a:cubicBezTo>
                  <a:cubicBezTo>
                    <a:pt x="10" y="67"/>
                    <a:pt x="12" y="67"/>
                    <a:pt x="14" y="65"/>
                  </a:cubicBezTo>
                  <a:cubicBezTo>
                    <a:pt x="15" y="64"/>
                    <a:pt x="16" y="62"/>
                    <a:pt x="17" y="58"/>
                  </a:cubicBezTo>
                  <a:cubicBezTo>
                    <a:pt x="18" y="47"/>
                    <a:pt x="23" y="36"/>
                    <a:pt x="30" y="27"/>
                  </a:cubicBezTo>
                  <a:cubicBezTo>
                    <a:pt x="37" y="18"/>
                    <a:pt x="42" y="13"/>
                    <a:pt x="45" y="13"/>
                  </a:cubicBezTo>
                  <a:cubicBezTo>
                    <a:pt x="45" y="13"/>
                    <a:pt x="47" y="14"/>
                    <a:pt x="48" y="15"/>
                  </a:cubicBezTo>
                  <a:cubicBezTo>
                    <a:pt x="50" y="17"/>
                    <a:pt x="52" y="18"/>
                    <a:pt x="55" y="18"/>
                  </a:cubicBezTo>
                  <a:cubicBezTo>
                    <a:pt x="56" y="18"/>
                    <a:pt x="58" y="17"/>
                    <a:pt x="58" y="16"/>
                  </a:cubicBezTo>
                  <a:cubicBezTo>
                    <a:pt x="59" y="15"/>
                    <a:pt x="60" y="13"/>
                    <a:pt x="60" y="11"/>
                  </a:cubicBezTo>
                  <a:cubicBezTo>
                    <a:pt x="60" y="8"/>
                    <a:pt x="58" y="5"/>
                    <a:pt x="56" y="3"/>
                  </a:cubicBezTo>
                  <a:cubicBezTo>
                    <a:pt x="53" y="1"/>
                    <a:pt x="50" y="0"/>
                    <a:pt x="46" y="0"/>
                  </a:cubicBezTo>
                  <a:cubicBezTo>
                    <a:pt x="41" y="0"/>
                    <a:pt x="35" y="3"/>
                    <a:pt x="30" y="9"/>
                  </a:cubicBezTo>
                  <a:cubicBezTo>
                    <a:pt x="24" y="15"/>
                    <a:pt x="19" y="23"/>
                    <a:pt x="14" y="32"/>
                  </a:cubicBezTo>
                  <a:cubicBezTo>
                    <a:pt x="13" y="34"/>
                    <a:pt x="13" y="34"/>
                    <a:pt x="13" y="34"/>
                  </a:cubicBezTo>
                  <a:cubicBezTo>
                    <a:pt x="14" y="25"/>
                    <a:pt x="14" y="25"/>
                    <a:pt x="14" y="25"/>
                  </a:cubicBezTo>
                  <a:cubicBezTo>
                    <a:pt x="15" y="22"/>
                    <a:pt x="15" y="20"/>
                    <a:pt x="16"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30"/>
            <p:cNvSpPr>
              <a:spLocks noEditPoints="1"/>
            </p:cNvSpPr>
            <p:nvPr/>
          </p:nvSpPr>
          <p:spPr bwMode="auto">
            <a:xfrm>
              <a:off x="3482975" y="2344738"/>
              <a:ext cx="79375" cy="85725"/>
            </a:xfrm>
            <a:custGeom>
              <a:avLst/>
              <a:gdLst>
                <a:gd name="T0" fmla="*/ 14 w 63"/>
                <a:gd name="T1" fmla="*/ 18 h 68"/>
                <a:gd name="T2" fmla="*/ 0 w 63"/>
                <a:gd name="T3" fmla="*/ 52 h 68"/>
                <a:gd name="T4" fmla="*/ 4 w 63"/>
                <a:gd name="T5" fmla="*/ 62 h 68"/>
                <a:gd name="T6" fmla="*/ 13 w 63"/>
                <a:gd name="T7" fmla="*/ 67 h 68"/>
                <a:gd name="T8" fmla="*/ 43 w 63"/>
                <a:gd name="T9" fmla="*/ 46 h 68"/>
                <a:gd name="T10" fmla="*/ 53 w 63"/>
                <a:gd name="T11" fmla="*/ 68 h 68"/>
                <a:gd name="T12" fmla="*/ 60 w 63"/>
                <a:gd name="T13" fmla="*/ 66 h 68"/>
                <a:gd name="T14" fmla="*/ 63 w 63"/>
                <a:gd name="T15" fmla="*/ 61 h 68"/>
                <a:gd name="T16" fmla="*/ 60 w 63"/>
                <a:gd name="T17" fmla="*/ 58 h 68"/>
                <a:gd name="T18" fmla="*/ 58 w 63"/>
                <a:gd name="T19" fmla="*/ 56 h 68"/>
                <a:gd name="T20" fmla="*/ 56 w 63"/>
                <a:gd name="T21" fmla="*/ 52 h 68"/>
                <a:gd name="T22" fmla="*/ 55 w 63"/>
                <a:gd name="T23" fmla="*/ 41 h 68"/>
                <a:gd name="T24" fmla="*/ 57 w 63"/>
                <a:gd name="T25" fmla="*/ 22 h 68"/>
                <a:gd name="T26" fmla="*/ 59 w 63"/>
                <a:gd name="T27" fmla="*/ 13 h 68"/>
                <a:gd name="T28" fmla="*/ 52 w 63"/>
                <a:gd name="T29" fmla="*/ 7 h 68"/>
                <a:gd name="T30" fmla="*/ 42 w 63"/>
                <a:gd name="T31" fmla="*/ 0 h 68"/>
                <a:gd name="T32" fmla="*/ 14 w 63"/>
                <a:gd name="T33" fmla="*/ 18 h 68"/>
                <a:gd name="T34" fmla="*/ 40 w 63"/>
                <a:gd name="T35" fmla="*/ 13 h 68"/>
                <a:gd name="T36" fmla="*/ 43 w 63"/>
                <a:gd name="T37" fmla="*/ 14 h 68"/>
                <a:gd name="T38" fmla="*/ 44 w 63"/>
                <a:gd name="T39" fmla="*/ 19 h 68"/>
                <a:gd name="T40" fmla="*/ 34 w 63"/>
                <a:gd name="T41" fmla="*/ 41 h 68"/>
                <a:gd name="T42" fmla="*/ 16 w 63"/>
                <a:gd name="T43" fmla="*/ 54 h 68"/>
                <a:gd name="T44" fmla="*/ 14 w 63"/>
                <a:gd name="T45" fmla="*/ 49 h 68"/>
                <a:gd name="T46" fmla="*/ 24 w 63"/>
                <a:gd name="T47" fmla="*/ 26 h 68"/>
                <a:gd name="T48" fmla="*/ 40 w 63"/>
                <a:gd name="T49" fmla="*/ 1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3" h="68">
                  <a:moveTo>
                    <a:pt x="14" y="18"/>
                  </a:moveTo>
                  <a:cubicBezTo>
                    <a:pt x="4" y="30"/>
                    <a:pt x="0" y="41"/>
                    <a:pt x="0" y="52"/>
                  </a:cubicBezTo>
                  <a:cubicBezTo>
                    <a:pt x="0" y="56"/>
                    <a:pt x="1" y="60"/>
                    <a:pt x="4" y="62"/>
                  </a:cubicBezTo>
                  <a:cubicBezTo>
                    <a:pt x="6" y="65"/>
                    <a:pt x="9" y="67"/>
                    <a:pt x="13" y="67"/>
                  </a:cubicBezTo>
                  <a:cubicBezTo>
                    <a:pt x="23" y="67"/>
                    <a:pt x="33" y="60"/>
                    <a:pt x="43" y="46"/>
                  </a:cubicBezTo>
                  <a:cubicBezTo>
                    <a:pt x="42" y="61"/>
                    <a:pt x="46" y="68"/>
                    <a:pt x="53" y="68"/>
                  </a:cubicBezTo>
                  <a:cubicBezTo>
                    <a:pt x="56" y="68"/>
                    <a:pt x="58" y="68"/>
                    <a:pt x="60" y="66"/>
                  </a:cubicBezTo>
                  <a:cubicBezTo>
                    <a:pt x="62" y="65"/>
                    <a:pt x="63" y="63"/>
                    <a:pt x="63" y="61"/>
                  </a:cubicBezTo>
                  <a:cubicBezTo>
                    <a:pt x="63" y="60"/>
                    <a:pt x="62" y="59"/>
                    <a:pt x="60" y="58"/>
                  </a:cubicBezTo>
                  <a:cubicBezTo>
                    <a:pt x="59" y="57"/>
                    <a:pt x="58" y="57"/>
                    <a:pt x="58" y="56"/>
                  </a:cubicBezTo>
                  <a:cubicBezTo>
                    <a:pt x="57" y="56"/>
                    <a:pt x="57" y="54"/>
                    <a:pt x="56" y="52"/>
                  </a:cubicBezTo>
                  <a:cubicBezTo>
                    <a:pt x="55" y="50"/>
                    <a:pt x="55" y="46"/>
                    <a:pt x="55" y="41"/>
                  </a:cubicBezTo>
                  <a:cubicBezTo>
                    <a:pt x="55" y="36"/>
                    <a:pt x="56" y="30"/>
                    <a:pt x="57" y="22"/>
                  </a:cubicBezTo>
                  <a:cubicBezTo>
                    <a:pt x="58" y="17"/>
                    <a:pt x="59" y="14"/>
                    <a:pt x="59" y="13"/>
                  </a:cubicBezTo>
                  <a:cubicBezTo>
                    <a:pt x="59" y="9"/>
                    <a:pt x="56" y="7"/>
                    <a:pt x="52" y="7"/>
                  </a:cubicBezTo>
                  <a:cubicBezTo>
                    <a:pt x="50" y="2"/>
                    <a:pt x="47" y="0"/>
                    <a:pt x="42" y="0"/>
                  </a:cubicBezTo>
                  <a:cubicBezTo>
                    <a:pt x="33" y="0"/>
                    <a:pt x="23" y="6"/>
                    <a:pt x="14" y="18"/>
                  </a:cubicBezTo>
                  <a:close/>
                  <a:moveTo>
                    <a:pt x="40" y="13"/>
                  </a:moveTo>
                  <a:cubicBezTo>
                    <a:pt x="41" y="13"/>
                    <a:pt x="42" y="13"/>
                    <a:pt x="43" y="14"/>
                  </a:cubicBezTo>
                  <a:cubicBezTo>
                    <a:pt x="43" y="16"/>
                    <a:pt x="44" y="17"/>
                    <a:pt x="44" y="19"/>
                  </a:cubicBezTo>
                  <a:cubicBezTo>
                    <a:pt x="44" y="26"/>
                    <a:pt x="41" y="33"/>
                    <a:pt x="34" y="41"/>
                  </a:cubicBezTo>
                  <a:cubicBezTo>
                    <a:pt x="27" y="50"/>
                    <a:pt x="21" y="54"/>
                    <a:pt x="16" y="54"/>
                  </a:cubicBezTo>
                  <a:cubicBezTo>
                    <a:pt x="15" y="54"/>
                    <a:pt x="14" y="52"/>
                    <a:pt x="14" y="49"/>
                  </a:cubicBezTo>
                  <a:cubicBezTo>
                    <a:pt x="14" y="43"/>
                    <a:pt x="17" y="35"/>
                    <a:pt x="24" y="26"/>
                  </a:cubicBezTo>
                  <a:cubicBezTo>
                    <a:pt x="30" y="17"/>
                    <a:pt x="36" y="13"/>
                    <a:pt x="40"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31"/>
            <p:cNvSpPr>
              <a:spLocks noEditPoints="1"/>
            </p:cNvSpPr>
            <p:nvPr/>
          </p:nvSpPr>
          <p:spPr bwMode="auto">
            <a:xfrm>
              <a:off x="3559175" y="2346325"/>
              <a:ext cx="95250" cy="128588"/>
            </a:xfrm>
            <a:custGeom>
              <a:avLst/>
              <a:gdLst>
                <a:gd name="T0" fmla="*/ 34 w 75"/>
                <a:gd name="T1" fmla="*/ 89 h 102"/>
                <a:gd name="T2" fmla="*/ 11 w 75"/>
                <a:gd name="T3" fmla="*/ 80 h 102"/>
                <a:gd name="T4" fmla="*/ 4 w 75"/>
                <a:gd name="T5" fmla="*/ 77 h 102"/>
                <a:gd name="T6" fmla="*/ 0 w 75"/>
                <a:gd name="T7" fmla="*/ 81 h 102"/>
                <a:gd name="T8" fmla="*/ 11 w 75"/>
                <a:gd name="T9" fmla="*/ 94 h 102"/>
                <a:gd name="T10" fmla="*/ 34 w 75"/>
                <a:gd name="T11" fmla="*/ 102 h 102"/>
                <a:gd name="T12" fmla="*/ 54 w 75"/>
                <a:gd name="T13" fmla="*/ 93 h 102"/>
                <a:gd name="T14" fmla="*/ 66 w 75"/>
                <a:gd name="T15" fmla="*/ 62 h 102"/>
                <a:gd name="T16" fmla="*/ 69 w 75"/>
                <a:gd name="T17" fmla="*/ 32 h 102"/>
                <a:gd name="T18" fmla="*/ 73 w 75"/>
                <a:gd name="T19" fmla="*/ 20 h 102"/>
                <a:gd name="T20" fmla="*/ 75 w 75"/>
                <a:gd name="T21" fmla="*/ 12 h 102"/>
                <a:gd name="T22" fmla="*/ 74 w 75"/>
                <a:gd name="T23" fmla="*/ 8 h 102"/>
                <a:gd name="T24" fmla="*/ 71 w 75"/>
                <a:gd name="T25" fmla="*/ 4 h 102"/>
                <a:gd name="T26" fmla="*/ 69 w 75"/>
                <a:gd name="T27" fmla="*/ 3 h 102"/>
                <a:gd name="T28" fmla="*/ 60 w 75"/>
                <a:gd name="T29" fmla="*/ 0 h 102"/>
                <a:gd name="T30" fmla="*/ 37 w 75"/>
                <a:gd name="T31" fmla="*/ 8 h 102"/>
                <a:gd name="T32" fmla="*/ 18 w 75"/>
                <a:gd name="T33" fmla="*/ 28 h 102"/>
                <a:gd name="T34" fmla="*/ 11 w 75"/>
                <a:gd name="T35" fmla="*/ 49 h 102"/>
                <a:gd name="T36" fmla="*/ 14 w 75"/>
                <a:gd name="T37" fmla="*/ 59 h 102"/>
                <a:gd name="T38" fmla="*/ 24 w 75"/>
                <a:gd name="T39" fmla="*/ 63 h 102"/>
                <a:gd name="T40" fmla="*/ 39 w 75"/>
                <a:gd name="T41" fmla="*/ 58 h 102"/>
                <a:gd name="T42" fmla="*/ 55 w 75"/>
                <a:gd name="T43" fmla="*/ 46 h 102"/>
                <a:gd name="T44" fmla="*/ 47 w 75"/>
                <a:gd name="T45" fmla="*/ 80 h 102"/>
                <a:gd name="T46" fmla="*/ 34 w 75"/>
                <a:gd name="T47" fmla="*/ 89 h 102"/>
                <a:gd name="T48" fmla="*/ 43 w 75"/>
                <a:gd name="T49" fmla="*/ 44 h 102"/>
                <a:gd name="T50" fmla="*/ 28 w 75"/>
                <a:gd name="T51" fmla="*/ 50 h 102"/>
                <a:gd name="T52" fmla="*/ 25 w 75"/>
                <a:gd name="T53" fmla="*/ 47 h 102"/>
                <a:gd name="T54" fmla="*/ 31 w 75"/>
                <a:gd name="T55" fmla="*/ 32 h 102"/>
                <a:gd name="T56" fmla="*/ 45 w 75"/>
                <a:gd name="T57" fmla="*/ 18 h 102"/>
                <a:gd name="T58" fmla="*/ 56 w 75"/>
                <a:gd name="T59" fmla="*/ 12 h 102"/>
                <a:gd name="T60" fmla="*/ 59 w 75"/>
                <a:gd name="T61" fmla="*/ 14 h 102"/>
                <a:gd name="T62" fmla="*/ 60 w 75"/>
                <a:gd name="T63" fmla="*/ 17 h 102"/>
                <a:gd name="T64" fmla="*/ 55 w 75"/>
                <a:gd name="T65" fmla="*/ 29 h 102"/>
                <a:gd name="T66" fmla="*/ 43 w 75"/>
                <a:gd name="T67" fmla="*/ 44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5" h="102">
                  <a:moveTo>
                    <a:pt x="34" y="89"/>
                  </a:moveTo>
                  <a:cubicBezTo>
                    <a:pt x="28" y="89"/>
                    <a:pt x="20" y="86"/>
                    <a:pt x="11" y="80"/>
                  </a:cubicBezTo>
                  <a:cubicBezTo>
                    <a:pt x="7" y="78"/>
                    <a:pt x="5" y="77"/>
                    <a:pt x="4" y="77"/>
                  </a:cubicBezTo>
                  <a:cubicBezTo>
                    <a:pt x="1" y="77"/>
                    <a:pt x="0" y="78"/>
                    <a:pt x="0" y="81"/>
                  </a:cubicBezTo>
                  <a:cubicBezTo>
                    <a:pt x="0" y="85"/>
                    <a:pt x="3" y="89"/>
                    <a:pt x="11" y="94"/>
                  </a:cubicBezTo>
                  <a:cubicBezTo>
                    <a:pt x="18" y="99"/>
                    <a:pt x="26" y="102"/>
                    <a:pt x="34" y="102"/>
                  </a:cubicBezTo>
                  <a:cubicBezTo>
                    <a:pt x="41" y="102"/>
                    <a:pt x="48" y="99"/>
                    <a:pt x="54" y="93"/>
                  </a:cubicBezTo>
                  <a:cubicBezTo>
                    <a:pt x="60" y="86"/>
                    <a:pt x="64" y="76"/>
                    <a:pt x="66" y="62"/>
                  </a:cubicBezTo>
                  <a:cubicBezTo>
                    <a:pt x="67" y="46"/>
                    <a:pt x="69" y="36"/>
                    <a:pt x="69" y="32"/>
                  </a:cubicBezTo>
                  <a:cubicBezTo>
                    <a:pt x="70" y="28"/>
                    <a:pt x="71" y="24"/>
                    <a:pt x="73" y="20"/>
                  </a:cubicBezTo>
                  <a:cubicBezTo>
                    <a:pt x="74" y="15"/>
                    <a:pt x="75" y="13"/>
                    <a:pt x="75" y="12"/>
                  </a:cubicBezTo>
                  <a:cubicBezTo>
                    <a:pt x="75" y="11"/>
                    <a:pt x="74" y="10"/>
                    <a:pt x="74" y="8"/>
                  </a:cubicBezTo>
                  <a:cubicBezTo>
                    <a:pt x="73" y="6"/>
                    <a:pt x="72" y="5"/>
                    <a:pt x="71" y="4"/>
                  </a:cubicBezTo>
                  <a:cubicBezTo>
                    <a:pt x="71" y="4"/>
                    <a:pt x="70" y="3"/>
                    <a:pt x="69" y="3"/>
                  </a:cubicBezTo>
                  <a:cubicBezTo>
                    <a:pt x="67" y="1"/>
                    <a:pt x="63" y="0"/>
                    <a:pt x="60" y="0"/>
                  </a:cubicBezTo>
                  <a:cubicBezTo>
                    <a:pt x="53" y="0"/>
                    <a:pt x="46" y="3"/>
                    <a:pt x="37" y="8"/>
                  </a:cubicBezTo>
                  <a:cubicBezTo>
                    <a:pt x="29" y="14"/>
                    <a:pt x="23" y="21"/>
                    <a:pt x="18" y="28"/>
                  </a:cubicBezTo>
                  <a:cubicBezTo>
                    <a:pt x="13" y="36"/>
                    <a:pt x="11" y="43"/>
                    <a:pt x="11" y="49"/>
                  </a:cubicBezTo>
                  <a:cubicBezTo>
                    <a:pt x="11" y="53"/>
                    <a:pt x="12" y="57"/>
                    <a:pt x="14" y="59"/>
                  </a:cubicBezTo>
                  <a:cubicBezTo>
                    <a:pt x="17" y="62"/>
                    <a:pt x="20" y="63"/>
                    <a:pt x="24" y="63"/>
                  </a:cubicBezTo>
                  <a:cubicBezTo>
                    <a:pt x="28" y="63"/>
                    <a:pt x="33" y="61"/>
                    <a:pt x="39" y="58"/>
                  </a:cubicBezTo>
                  <a:cubicBezTo>
                    <a:pt x="45" y="55"/>
                    <a:pt x="50" y="51"/>
                    <a:pt x="55" y="46"/>
                  </a:cubicBezTo>
                  <a:cubicBezTo>
                    <a:pt x="53" y="62"/>
                    <a:pt x="50" y="74"/>
                    <a:pt x="47" y="80"/>
                  </a:cubicBezTo>
                  <a:cubicBezTo>
                    <a:pt x="44" y="86"/>
                    <a:pt x="39" y="89"/>
                    <a:pt x="34" y="89"/>
                  </a:cubicBezTo>
                  <a:close/>
                  <a:moveTo>
                    <a:pt x="43" y="44"/>
                  </a:moveTo>
                  <a:cubicBezTo>
                    <a:pt x="38" y="48"/>
                    <a:pt x="33" y="50"/>
                    <a:pt x="28" y="50"/>
                  </a:cubicBezTo>
                  <a:cubicBezTo>
                    <a:pt x="26" y="50"/>
                    <a:pt x="25" y="49"/>
                    <a:pt x="25" y="47"/>
                  </a:cubicBezTo>
                  <a:cubicBezTo>
                    <a:pt x="25" y="43"/>
                    <a:pt x="27" y="38"/>
                    <a:pt x="31" y="32"/>
                  </a:cubicBezTo>
                  <a:cubicBezTo>
                    <a:pt x="35" y="26"/>
                    <a:pt x="40" y="21"/>
                    <a:pt x="45" y="18"/>
                  </a:cubicBezTo>
                  <a:cubicBezTo>
                    <a:pt x="49" y="14"/>
                    <a:pt x="53" y="12"/>
                    <a:pt x="56" y="12"/>
                  </a:cubicBezTo>
                  <a:cubicBezTo>
                    <a:pt x="57" y="12"/>
                    <a:pt x="58" y="13"/>
                    <a:pt x="59" y="14"/>
                  </a:cubicBezTo>
                  <a:cubicBezTo>
                    <a:pt x="59" y="15"/>
                    <a:pt x="60" y="16"/>
                    <a:pt x="60" y="17"/>
                  </a:cubicBezTo>
                  <a:cubicBezTo>
                    <a:pt x="60" y="20"/>
                    <a:pt x="58" y="24"/>
                    <a:pt x="55" y="29"/>
                  </a:cubicBezTo>
                  <a:cubicBezTo>
                    <a:pt x="52" y="35"/>
                    <a:pt x="48" y="40"/>
                    <a:pt x="43"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32"/>
            <p:cNvSpPr>
              <a:spLocks noEditPoints="1"/>
            </p:cNvSpPr>
            <p:nvPr/>
          </p:nvSpPr>
          <p:spPr bwMode="auto">
            <a:xfrm>
              <a:off x="3662363" y="2343150"/>
              <a:ext cx="69850" cy="87313"/>
            </a:xfrm>
            <a:custGeom>
              <a:avLst/>
              <a:gdLst>
                <a:gd name="T0" fmla="*/ 21 w 55"/>
                <a:gd name="T1" fmla="*/ 70 h 70"/>
                <a:gd name="T2" fmla="*/ 45 w 55"/>
                <a:gd name="T3" fmla="*/ 61 h 70"/>
                <a:gd name="T4" fmla="*/ 55 w 55"/>
                <a:gd name="T5" fmla="*/ 46 h 70"/>
                <a:gd name="T6" fmla="*/ 52 w 55"/>
                <a:gd name="T7" fmla="*/ 42 h 70"/>
                <a:gd name="T8" fmla="*/ 47 w 55"/>
                <a:gd name="T9" fmla="*/ 45 h 70"/>
                <a:gd name="T10" fmla="*/ 24 w 55"/>
                <a:gd name="T11" fmla="*/ 57 h 70"/>
                <a:gd name="T12" fmla="*/ 17 w 55"/>
                <a:gd name="T13" fmla="*/ 55 h 70"/>
                <a:gd name="T14" fmla="*/ 14 w 55"/>
                <a:gd name="T15" fmla="*/ 49 h 70"/>
                <a:gd name="T16" fmla="*/ 16 w 55"/>
                <a:gd name="T17" fmla="*/ 47 h 70"/>
                <a:gd name="T18" fmla="*/ 42 w 55"/>
                <a:gd name="T19" fmla="*/ 34 h 70"/>
                <a:gd name="T20" fmla="*/ 52 w 55"/>
                <a:gd name="T21" fmla="*/ 14 h 70"/>
                <a:gd name="T22" fmla="*/ 48 w 55"/>
                <a:gd name="T23" fmla="*/ 4 h 70"/>
                <a:gd name="T24" fmla="*/ 37 w 55"/>
                <a:gd name="T25" fmla="*/ 0 h 70"/>
                <a:gd name="T26" fmla="*/ 12 w 55"/>
                <a:gd name="T27" fmla="*/ 14 h 70"/>
                <a:gd name="T28" fmla="*/ 0 w 55"/>
                <a:gd name="T29" fmla="*/ 46 h 70"/>
                <a:gd name="T30" fmla="*/ 5 w 55"/>
                <a:gd name="T31" fmla="*/ 64 h 70"/>
                <a:gd name="T32" fmla="*/ 21 w 55"/>
                <a:gd name="T33" fmla="*/ 70 h 70"/>
                <a:gd name="T34" fmla="*/ 24 w 55"/>
                <a:gd name="T35" fmla="*/ 20 h 70"/>
                <a:gd name="T36" fmla="*/ 35 w 55"/>
                <a:gd name="T37" fmla="*/ 12 h 70"/>
                <a:gd name="T38" fmla="*/ 38 w 55"/>
                <a:gd name="T39" fmla="*/ 13 h 70"/>
                <a:gd name="T40" fmla="*/ 39 w 55"/>
                <a:gd name="T41" fmla="*/ 17 h 70"/>
                <a:gd name="T42" fmla="*/ 32 w 55"/>
                <a:gd name="T43" fmla="*/ 28 h 70"/>
                <a:gd name="T44" fmla="*/ 15 w 55"/>
                <a:gd name="T45" fmla="*/ 36 h 70"/>
                <a:gd name="T46" fmla="*/ 24 w 55"/>
                <a:gd name="T47" fmla="*/ 2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5" h="70">
                  <a:moveTo>
                    <a:pt x="21" y="70"/>
                  </a:moveTo>
                  <a:cubicBezTo>
                    <a:pt x="30" y="70"/>
                    <a:pt x="38" y="67"/>
                    <a:pt x="45" y="61"/>
                  </a:cubicBezTo>
                  <a:cubicBezTo>
                    <a:pt x="52" y="55"/>
                    <a:pt x="55" y="51"/>
                    <a:pt x="55" y="46"/>
                  </a:cubicBezTo>
                  <a:cubicBezTo>
                    <a:pt x="55" y="44"/>
                    <a:pt x="54" y="42"/>
                    <a:pt x="52" y="42"/>
                  </a:cubicBezTo>
                  <a:cubicBezTo>
                    <a:pt x="50" y="42"/>
                    <a:pt x="49" y="43"/>
                    <a:pt x="47" y="45"/>
                  </a:cubicBezTo>
                  <a:cubicBezTo>
                    <a:pt x="40" y="53"/>
                    <a:pt x="32" y="57"/>
                    <a:pt x="24" y="57"/>
                  </a:cubicBezTo>
                  <a:cubicBezTo>
                    <a:pt x="21" y="57"/>
                    <a:pt x="19" y="56"/>
                    <a:pt x="17" y="55"/>
                  </a:cubicBezTo>
                  <a:cubicBezTo>
                    <a:pt x="15" y="53"/>
                    <a:pt x="14" y="51"/>
                    <a:pt x="14" y="49"/>
                  </a:cubicBezTo>
                  <a:cubicBezTo>
                    <a:pt x="14" y="48"/>
                    <a:pt x="15" y="47"/>
                    <a:pt x="16" y="47"/>
                  </a:cubicBezTo>
                  <a:cubicBezTo>
                    <a:pt x="26" y="45"/>
                    <a:pt x="35" y="40"/>
                    <a:pt x="42" y="34"/>
                  </a:cubicBezTo>
                  <a:cubicBezTo>
                    <a:pt x="48" y="28"/>
                    <a:pt x="52" y="21"/>
                    <a:pt x="52" y="14"/>
                  </a:cubicBezTo>
                  <a:cubicBezTo>
                    <a:pt x="52" y="10"/>
                    <a:pt x="50" y="7"/>
                    <a:pt x="48" y="4"/>
                  </a:cubicBezTo>
                  <a:cubicBezTo>
                    <a:pt x="45" y="1"/>
                    <a:pt x="41" y="0"/>
                    <a:pt x="37" y="0"/>
                  </a:cubicBezTo>
                  <a:cubicBezTo>
                    <a:pt x="28" y="0"/>
                    <a:pt x="19" y="5"/>
                    <a:pt x="12" y="14"/>
                  </a:cubicBezTo>
                  <a:cubicBezTo>
                    <a:pt x="4" y="24"/>
                    <a:pt x="0" y="35"/>
                    <a:pt x="0" y="46"/>
                  </a:cubicBezTo>
                  <a:cubicBezTo>
                    <a:pt x="0" y="53"/>
                    <a:pt x="2" y="59"/>
                    <a:pt x="5" y="64"/>
                  </a:cubicBezTo>
                  <a:cubicBezTo>
                    <a:pt x="9" y="68"/>
                    <a:pt x="15" y="70"/>
                    <a:pt x="21" y="70"/>
                  </a:cubicBezTo>
                  <a:close/>
                  <a:moveTo>
                    <a:pt x="24" y="20"/>
                  </a:moveTo>
                  <a:cubicBezTo>
                    <a:pt x="28" y="14"/>
                    <a:pt x="32" y="12"/>
                    <a:pt x="35" y="12"/>
                  </a:cubicBezTo>
                  <a:cubicBezTo>
                    <a:pt x="36" y="12"/>
                    <a:pt x="37" y="12"/>
                    <a:pt x="38" y="13"/>
                  </a:cubicBezTo>
                  <a:cubicBezTo>
                    <a:pt x="39" y="14"/>
                    <a:pt x="39" y="15"/>
                    <a:pt x="39" y="17"/>
                  </a:cubicBezTo>
                  <a:cubicBezTo>
                    <a:pt x="39" y="20"/>
                    <a:pt x="37" y="24"/>
                    <a:pt x="32" y="28"/>
                  </a:cubicBezTo>
                  <a:cubicBezTo>
                    <a:pt x="27" y="32"/>
                    <a:pt x="22" y="35"/>
                    <a:pt x="15" y="36"/>
                  </a:cubicBezTo>
                  <a:cubicBezTo>
                    <a:pt x="17" y="30"/>
                    <a:pt x="20" y="25"/>
                    <a:pt x="24"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33"/>
            <p:cNvSpPr>
              <a:spLocks noEditPoints="1"/>
            </p:cNvSpPr>
            <p:nvPr/>
          </p:nvSpPr>
          <p:spPr bwMode="auto">
            <a:xfrm>
              <a:off x="3741738" y="2300288"/>
              <a:ext cx="93663" cy="130175"/>
            </a:xfrm>
            <a:custGeom>
              <a:avLst/>
              <a:gdLst>
                <a:gd name="T0" fmla="*/ 71 w 74"/>
                <a:gd name="T1" fmla="*/ 87 h 103"/>
                <a:gd name="T2" fmla="*/ 67 w 74"/>
                <a:gd name="T3" fmla="*/ 88 h 103"/>
                <a:gd name="T4" fmla="*/ 63 w 74"/>
                <a:gd name="T5" fmla="*/ 89 h 103"/>
                <a:gd name="T6" fmla="*/ 58 w 74"/>
                <a:gd name="T7" fmla="*/ 79 h 103"/>
                <a:gd name="T8" fmla="*/ 62 w 74"/>
                <a:gd name="T9" fmla="*/ 50 h 103"/>
                <a:gd name="T10" fmla="*/ 70 w 74"/>
                <a:gd name="T11" fmla="*/ 18 h 103"/>
                <a:gd name="T12" fmla="*/ 72 w 74"/>
                <a:gd name="T13" fmla="*/ 9 h 103"/>
                <a:gd name="T14" fmla="*/ 71 w 74"/>
                <a:gd name="T15" fmla="*/ 2 h 103"/>
                <a:gd name="T16" fmla="*/ 66 w 74"/>
                <a:gd name="T17" fmla="*/ 0 h 103"/>
                <a:gd name="T18" fmla="*/ 62 w 74"/>
                <a:gd name="T19" fmla="*/ 1 h 103"/>
                <a:gd name="T20" fmla="*/ 58 w 74"/>
                <a:gd name="T21" fmla="*/ 6 h 103"/>
                <a:gd name="T22" fmla="*/ 55 w 74"/>
                <a:gd name="T23" fmla="*/ 18 h 103"/>
                <a:gd name="T24" fmla="*/ 50 w 74"/>
                <a:gd name="T25" fmla="*/ 43 h 103"/>
                <a:gd name="T26" fmla="*/ 39 w 74"/>
                <a:gd name="T27" fmla="*/ 39 h 103"/>
                <a:gd name="T28" fmla="*/ 13 w 74"/>
                <a:gd name="T29" fmla="*/ 54 h 103"/>
                <a:gd name="T30" fmla="*/ 0 w 74"/>
                <a:gd name="T31" fmla="*/ 85 h 103"/>
                <a:gd name="T32" fmla="*/ 4 w 74"/>
                <a:gd name="T33" fmla="*/ 98 h 103"/>
                <a:gd name="T34" fmla="*/ 15 w 74"/>
                <a:gd name="T35" fmla="*/ 103 h 103"/>
                <a:gd name="T36" fmla="*/ 46 w 74"/>
                <a:gd name="T37" fmla="*/ 81 h 103"/>
                <a:gd name="T38" fmla="*/ 48 w 74"/>
                <a:gd name="T39" fmla="*/ 96 h 103"/>
                <a:gd name="T40" fmla="*/ 57 w 74"/>
                <a:gd name="T41" fmla="*/ 102 h 103"/>
                <a:gd name="T42" fmla="*/ 68 w 74"/>
                <a:gd name="T43" fmla="*/ 98 h 103"/>
                <a:gd name="T44" fmla="*/ 74 w 74"/>
                <a:gd name="T45" fmla="*/ 90 h 103"/>
                <a:gd name="T46" fmla="*/ 71 w 74"/>
                <a:gd name="T47" fmla="*/ 87 h 103"/>
                <a:gd name="T48" fmla="*/ 36 w 74"/>
                <a:gd name="T49" fmla="*/ 77 h 103"/>
                <a:gd name="T50" fmla="*/ 18 w 74"/>
                <a:gd name="T51" fmla="*/ 90 h 103"/>
                <a:gd name="T52" fmla="*/ 14 w 74"/>
                <a:gd name="T53" fmla="*/ 84 h 103"/>
                <a:gd name="T54" fmla="*/ 23 w 74"/>
                <a:gd name="T55" fmla="*/ 62 h 103"/>
                <a:gd name="T56" fmla="*/ 39 w 74"/>
                <a:gd name="T57" fmla="*/ 50 h 103"/>
                <a:gd name="T58" fmla="*/ 44 w 74"/>
                <a:gd name="T59" fmla="*/ 52 h 103"/>
                <a:gd name="T60" fmla="*/ 46 w 74"/>
                <a:gd name="T61" fmla="*/ 56 h 103"/>
                <a:gd name="T62" fmla="*/ 36 w 74"/>
                <a:gd name="T63" fmla="*/ 77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4" h="103">
                  <a:moveTo>
                    <a:pt x="71" y="87"/>
                  </a:moveTo>
                  <a:cubicBezTo>
                    <a:pt x="70" y="87"/>
                    <a:pt x="69" y="87"/>
                    <a:pt x="67" y="88"/>
                  </a:cubicBezTo>
                  <a:cubicBezTo>
                    <a:pt x="66" y="89"/>
                    <a:pt x="64" y="89"/>
                    <a:pt x="63" y="89"/>
                  </a:cubicBezTo>
                  <a:cubicBezTo>
                    <a:pt x="59" y="89"/>
                    <a:pt x="58" y="86"/>
                    <a:pt x="58" y="79"/>
                  </a:cubicBezTo>
                  <a:cubicBezTo>
                    <a:pt x="58" y="71"/>
                    <a:pt x="59" y="62"/>
                    <a:pt x="62" y="50"/>
                  </a:cubicBezTo>
                  <a:cubicBezTo>
                    <a:pt x="64" y="37"/>
                    <a:pt x="67" y="27"/>
                    <a:pt x="70" y="18"/>
                  </a:cubicBezTo>
                  <a:cubicBezTo>
                    <a:pt x="71" y="13"/>
                    <a:pt x="72" y="10"/>
                    <a:pt x="72" y="9"/>
                  </a:cubicBezTo>
                  <a:cubicBezTo>
                    <a:pt x="72" y="6"/>
                    <a:pt x="72" y="4"/>
                    <a:pt x="71" y="2"/>
                  </a:cubicBezTo>
                  <a:cubicBezTo>
                    <a:pt x="70" y="1"/>
                    <a:pt x="68" y="0"/>
                    <a:pt x="66" y="0"/>
                  </a:cubicBezTo>
                  <a:cubicBezTo>
                    <a:pt x="65" y="0"/>
                    <a:pt x="63" y="0"/>
                    <a:pt x="62" y="1"/>
                  </a:cubicBezTo>
                  <a:cubicBezTo>
                    <a:pt x="60" y="3"/>
                    <a:pt x="59" y="4"/>
                    <a:pt x="58" y="6"/>
                  </a:cubicBezTo>
                  <a:cubicBezTo>
                    <a:pt x="57" y="8"/>
                    <a:pt x="56" y="12"/>
                    <a:pt x="55" y="18"/>
                  </a:cubicBezTo>
                  <a:cubicBezTo>
                    <a:pt x="55" y="21"/>
                    <a:pt x="53" y="30"/>
                    <a:pt x="50" y="43"/>
                  </a:cubicBezTo>
                  <a:cubicBezTo>
                    <a:pt x="48" y="40"/>
                    <a:pt x="44" y="39"/>
                    <a:pt x="39" y="39"/>
                  </a:cubicBezTo>
                  <a:cubicBezTo>
                    <a:pt x="30" y="39"/>
                    <a:pt x="22" y="44"/>
                    <a:pt x="13" y="54"/>
                  </a:cubicBezTo>
                  <a:cubicBezTo>
                    <a:pt x="5" y="64"/>
                    <a:pt x="0" y="75"/>
                    <a:pt x="0" y="85"/>
                  </a:cubicBezTo>
                  <a:cubicBezTo>
                    <a:pt x="0" y="90"/>
                    <a:pt x="2" y="95"/>
                    <a:pt x="4" y="98"/>
                  </a:cubicBezTo>
                  <a:cubicBezTo>
                    <a:pt x="7" y="101"/>
                    <a:pt x="10" y="103"/>
                    <a:pt x="15" y="103"/>
                  </a:cubicBezTo>
                  <a:cubicBezTo>
                    <a:pt x="25" y="103"/>
                    <a:pt x="35" y="96"/>
                    <a:pt x="46" y="81"/>
                  </a:cubicBezTo>
                  <a:cubicBezTo>
                    <a:pt x="45" y="87"/>
                    <a:pt x="46" y="92"/>
                    <a:pt x="48" y="96"/>
                  </a:cubicBezTo>
                  <a:cubicBezTo>
                    <a:pt x="50" y="100"/>
                    <a:pt x="53" y="102"/>
                    <a:pt x="57" y="102"/>
                  </a:cubicBezTo>
                  <a:cubicBezTo>
                    <a:pt x="60" y="102"/>
                    <a:pt x="64" y="101"/>
                    <a:pt x="68" y="98"/>
                  </a:cubicBezTo>
                  <a:cubicBezTo>
                    <a:pt x="72" y="95"/>
                    <a:pt x="74" y="93"/>
                    <a:pt x="74" y="90"/>
                  </a:cubicBezTo>
                  <a:cubicBezTo>
                    <a:pt x="74" y="88"/>
                    <a:pt x="73" y="87"/>
                    <a:pt x="71" y="87"/>
                  </a:cubicBezTo>
                  <a:close/>
                  <a:moveTo>
                    <a:pt x="36" y="77"/>
                  </a:moveTo>
                  <a:cubicBezTo>
                    <a:pt x="29" y="86"/>
                    <a:pt x="23" y="90"/>
                    <a:pt x="18" y="90"/>
                  </a:cubicBezTo>
                  <a:cubicBezTo>
                    <a:pt x="16" y="90"/>
                    <a:pt x="14" y="88"/>
                    <a:pt x="14" y="84"/>
                  </a:cubicBezTo>
                  <a:cubicBezTo>
                    <a:pt x="14" y="78"/>
                    <a:pt x="17" y="70"/>
                    <a:pt x="23" y="62"/>
                  </a:cubicBezTo>
                  <a:cubicBezTo>
                    <a:pt x="28" y="54"/>
                    <a:pt x="34" y="50"/>
                    <a:pt x="39" y="50"/>
                  </a:cubicBezTo>
                  <a:cubicBezTo>
                    <a:pt x="41" y="50"/>
                    <a:pt x="43" y="51"/>
                    <a:pt x="44" y="52"/>
                  </a:cubicBezTo>
                  <a:cubicBezTo>
                    <a:pt x="45" y="54"/>
                    <a:pt x="46" y="55"/>
                    <a:pt x="46" y="56"/>
                  </a:cubicBezTo>
                  <a:cubicBezTo>
                    <a:pt x="46" y="61"/>
                    <a:pt x="43" y="68"/>
                    <a:pt x="36"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34"/>
            <p:cNvSpPr>
              <a:spLocks/>
            </p:cNvSpPr>
            <p:nvPr/>
          </p:nvSpPr>
          <p:spPr bwMode="auto">
            <a:xfrm>
              <a:off x="392113" y="2312988"/>
              <a:ext cx="107950" cy="119063"/>
            </a:xfrm>
            <a:custGeom>
              <a:avLst/>
              <a:gdLst>
                <a:gd name="T0" fmla="*/ 61 w 85"/>
                <a:gd name="T1" fmla="*/ 87 h 95"/>
                <a:gd name="T2" fmla="*/ 63 w 85"/>
                <a:gd name="T3" fmla="*/ 92 h 95"/>
                <a:gd name="T4" fmla="*/ 68 w 85"/>
                <a:gd name="T5" fmla="*/ 94 h 95"/>
                <a:gd name="T6" fmla="*/ 74 w 85"/>
                <a:gd name="T7" fmla="*/ 91 h 95"/>
                <a:gd name="T8" fmla="*/ 77 w 85"/>
                <a:gd name="T9" fmla="*/ 85 h 95"/>
                <a:gd name="T10" fmla="*/ 79 w 85"/>
                <a:gd name="T11" fmla="*/ 57 h 95"/>
                <a:gd name="T12" fmla="*/ 83 w 85"/>
                <a:gd name="T13" fmla="*/ 23 h 95"/>
                <a:gd name="T14" fmla="*/ 85 w 85"/>
                <a:gd name="T15" fmla="*/ 7 h 95"/>
                <a:gd name="T16" fmla="*/ 83 w 85"/>
                <a:gd name="T17" fmla="*/ 2 h 95"/>
                <a:gd name="T18" fmla="*/ 78 w 85"/>
                <a:gd name="T19" fmla="*/ 0 h 95"/>
                <a:gd name="T20" fmla="*/ 72 w 85"/>
                <a:gd name="T21" fmla="*/ 2 h 95"/>
                <a:gd name="T22" fmla="*/ 70 w 85"/>
                <a:gd name="T23" fmla="*/ 6 h 95"/>
                <a:gd name="T24" fmla="*/ 68 w 85"/>
                <a:gd name="T25" fmla="*/ 27 h 95"/>
                <a:gd name="T26" fmla="*/ 66 w 85"/>
                <a:gd name="T27" fmla="*/ 40 h 95"/>
                <a:gd name="T28" fmla="*/ 49 w 85"/>
                <a:gd name="T29" fmla="*/ 43 h 95"/>
                <a:gd name="T30" fmla="*/ 26 w 85"/>
                <a:gd name="T31" fmla="*/ 44 h 95"/>
                <a:gd name="T32" fmla="*/ 21 w 85"/>
                <a:gd name="T33" fmla="*/ 44 h 95"/>
                <a:gd name="T34" fmla="*/ 23 w 85"/>
                <a:gd name="T35" fmla="*/ 28 h 95"/>
                <a:gd name="T36" fmla="*/ 25 w 85"/>
                <a:gd name="T37" fmla="*/ 14 h 95"/>
                <a:gd name="T38" fmla="*/ 17 w 85"/>
                <a:gd name="T39" fmla="*/ 4 h 95"/>
                <a:gd name="T40" fmla="*/ 13 w 85"/>
                <a:gd name="T41" fmla="*/ 6 h 95"/>
                <a:gd name="T42" fmla="*/ 10 w 85"/>
                <a:gd name="T43" fmla="*/ 9 h 95"/>
                <a:gd name="T44" fmla="*/ 2 w 85"/>
                <a:gd name="T45" fmla="*/ 75 h 95"/>
                <a:gd name="T46" fmla="*/ 0 w 85"/>
                <a:gd name="T47" fmla="*/ 86 h 95"/>
                <a:gd name="T48" fmla="*/ 3 w 85"/>
                <a:gd name="T49" fmla="*/ 93 h 95"/>
                <a:gd name="T50" fmla="*/ 9 w 85"/>
                <a:gd name="T51" fmla="*/ 95 h 95"/>
                <a:gd name="T52" fmla="*/ 14 w 85"/>
                <a:gd name="T53" fmla="*/ 89 h 95"/>
                <a:gd name="T54" fmla="*/ 17 w 85"/>
                <a:gd name="T55" fmla="*/ 75 h 95"/>
                <a:gd name="T56" fmla="*/ 19 w 85"/>
                <a:gd name="T57" fmla="*/ 57 h 95"/>
                <a:gd name="T58" fmla="*/ 29 w 85"/>
                <a:gd name="T59" fmla="*/ 56 h 95"/>
                <a:gd name="T60" fmla="*/ 40 w 85"/>
                <a:gd name="T61" fmla="*/ 56 h 95"/>
                <a:gd name="T62" fmla="*/ 52 w 85"/>
                <a:gd name="T63" fmla="*/ 55 h 95"/>
                <a:gd name="T64" fmla="*/ 63 w 85"/>
                <a:gd name="T65" fmla="*/ 54 h 95"/>
                <a:gd name="T66" fmla="*/ 64 w 85"/>
                <a:gd name="T67" fmla="*/ 57 h 95"/>
                <a:gd name="T68" fmla="*/ 63 w 85"/>
                <a:gd name="T69" fmla="*/ 73 h 95"/>
                <a:gd name="T70" fmla="*/ 61 w 85"/>
                <a:gd name="T71" fmla="*/ 87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5" h="95">
                  <a:moveTo>
                    <a:pt x="61" y="87"/>
                  </a:moveTo>
                  <a:cubicBezTo>
                    <a:pt x="61" y="89"/>
                    <a:pt x="62" y="91"/>
                    <a:pt x="63" y="92"/>
                  </a:cubicBezTo>
                  <a:cubicBezTo>
                    <a:pt x="65" y="94"/>
                    <a:pt x="67" y="94"/>
                    <a:pt x="68" y="94"/>
                  </a:cubicBezTo>
                  <a:cubicBezTo>
                    <a:pt x="70" y="94"/>
                    <a:pt x="72" y="93"/>
                    <a:pt x="74" y="91"/>
                  </a:cubicBezTo>
                  <a:cubicBezTo>
                    <a:pt x="76" y="89"/>
                    <a:pt x="77" y="87"/>
                    <a:pt x="77" y="85"/>
                  </a:cubicBezTo>
                  <a:cubicBezTo>
                    <a:pt x="77" y="80"/>
                    <a:pt x="78" y="71"/>
                    <a:pt x="79" y="57"/>
                  </a:cubicBezTo>
                  <a:cubicBezTo>
                    <a:pt x="80" y="43"/>
                    <a:pt x="81" y="32"/>
                    <a:pt x="83" y="23"/>
                  </a:cubicBezTo>
                  <a:cubicBezTo>
                    <a:pt x="84" y="15"/>
                    <a:pt x="85" y="10"/>
                    <a:pt x="85" y="7"/>
                  </a:cubicBezTo>
                  <a:cubicBezTo>
                    <a:pt x="85" y="5"/>
                    <a:pt x="85" y="3"/>
                    <a:pt x="83" y="2"/>
                  </a:cubicBezTo>
                  <a:cubicBezTo>
                    <a:pt x="82" y="0"/>
                    <a:pt x="80" y="0"/>
                    <a:pt x="78" y="0"/>
                  </a:cubicBezTo>
                  <a:cubicBezTo>
                    <a:pt x="76" y="0"/>
                    <a:pt x="74" y="1"/>
                    <a:pt x="72" y="2"/>
                  </a:cubicBezTo>
                  <a:cubicBezTo>
                    <a:pt x="71" y="4"/>
                    <a:pt x="70" y="5"/>
                    <a:pt x="70" y="6"/>
                  </a:cubicBezTo>
                  <a:cubicBezTo>
                    <a:pt x="70" y="14"/>
                    <a:pt x="69" y="21"/>
                    <a:pt x="68" y="27"/>
                  </a:cubicBezTo>
                  <a:cubicBezTo>
                    <a:pt x="68" y="34"/>
                    <a:pt x="67" y="38"/>
                    <a:pt x="66" y="40"/>
                  </a:cubicBezTo>
                  <a:cubicBezTo>
                    <a:pt x="65" y="41"/>
                    <a:pt x="60" y="42"/>
                    <a:pt x="49" y="43"/>
                  </a:cubicBezTo>
                  <a:cubicBezTo>
                    <a:pt x="39" y="44"/>
                    <a:pt x="31" y="44"/>
                    <a:pt x="26" y="44"/>
                  </a:cubicBezTo>
                  <a:cubicBezTo>
                    <a:pt x="23" y="44"/>
                    <a:pt x="22" y="44"/>
                    <a:pt x="21" y="44"/>
                  </a:cubicBezTo>
                  <a:cubicBezTo>
                    <a:pt x="21" y="40"/>
                    <a:pt x="22" y="35"/>
                    <a:pt x="23" y="28"/>
                  </a:cubicBezTo>
                  <a:cubicBezTo>
                    <a:pt x="25" y="21"/>
                    <a:pt x="25" y="16"/>
                    <a:pt x="25" y="14"/>
                  </a:cubicBezTo>
                  <a:cubicBezTo>
                    <a:pt x="25" y="7"/>
                    <a:pt x="23" y="4"/>
                    <a:pt x="17" y="4"/>
                  </a:cubicBezTo>
                  <a:cubicBezTo>
                    <a:pt x="16" y="4"/>
                    <a:pt x="14" y="4"/>
                    <a:pt x="13" y="6"/>
                  </a:cubicBezTo>
                  <a:cubicBezTo>
                    <a:pt x="11" y="7"/>
                    <a:pt x="11" y="8"/>
                    <a:pt x="10" y="9"/>
                  </a:cubicBezTo>
                  <a:cubicBezTo>
                    <a:pt x="7" y="43"/>
                    <a:pt x="4" y="65"/>
                    <a:pt x="2" y="75"/>
                  </a:cubicBezTo>
                  <a:cubicBezTo>
                    <a:pt x="1" y="80"/>
                    <a:pt x="0" y="83"/>
                    <a:pt x="0" y="86"/>
                  </a:cubicBezTo>
                  <a:cubicBezTo>
                    <a:pt x="0" y="89"/>
                    <a:pt x="1" y="91"/>
                    <a:pt x="3" y="93"/>
                  </a:cubicBezTo>
                  <a:cubicBezTo>
                    <a:pt x="4" y="94"/>
                    <a:pt x="6" y="95"/>
                    <a:pt x="9" y="95"/>
                  </a:cubicBezTo>
                  <a:cubicBezTo>
                    <a:pt x="11" y="95"/>
                    <a:pt x="13" y="93"/>
                    <a:pt x="14" y="89"/>
                  </a:cubicBezTo>
                  <a:cubicBezTo>
                    <a:pt x="16" y="86"/>
                    <a:pt x="17" y="81"/>
                    <a:pt x="17" y="75"/>
                  </a:cubicBezTo>
                  <a:cubicBezTo>
                    <a:pt x="17" y="65"/>
                    <a:pt x="18" y="60"/>
                    <a:pt x="19" y="57"/>
                  </a:cubicBezTo>
                  <a:cubicBezTo>
                    <a:pt x="19" y="57"/>
                    <a:pt x="23" y="57"/>
                    <a:pt x="29" y="56"/>
                  </a:cubicBezTo>
                  <a:cubicBezTo>
                    <a:pt x="35" y="56"/>
                    <a:pt x="39" y="56"/>
                    <a:pt x="40" y="56"/>
                  </a:cubicBezTo>
                  <a:cubicBezTo>
                    <a:pt x="42" y="56"/>
                    <a:pt x="46" y="55"/>
                    <a:pt x="52" y="55"/>
                  </a:cubicBezTo>
                  <a:cubicBezTo>
                    <a:pt x="57" y="54"/>
                    <a:pt x="61" y="54"/>
                    <a:pt x="63" y="54"/>
                  </a:cubicBezTo>
                  <a:cubicBezTo>
                    <a:pt x="64" y="54"/>
                    <a:pt x="64" y="55"/>
                    <a:pt x="64" y="57"/>
                  </a:cubicBezTo>
                  <a:cubicBezTo>
                    <a:pt x="64" y="60"/>
                    <a:pt x="64" y="65"/>
                    <a:pt x="63" y="73"/>
                  </a:cubicBezTo>
                  <a:cubicBezTo>
                    <a:pt x="61" y="81"/>
                    <a:pt x="61" y="86"/>
                    <a:pt x="61"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35"/>
            <p:cNvSpPr>
              <a:spLocks noEditPoints="1"/>
            </p:cNvSpPr>
            <p:nvPr/>
          </p:nvSpPr>
          <p:spPr bwMode="auto">
            <a:xfrm>
              <a:off x="511175" y="2344738"/>
              <a:ext cx="79375" cy="85725"/>
            </a:xfrm>
            <a:custGeom>
              <a:avLst/>
              <a:gdLst>
                <a:gd name="T0" fmla="*/ 54 w 63"/>
                <a:gd name="T1" fmla="*/ 68 h 68"/>
                <a:gd name="T2" fmla="*/ 60 w 63"/>
                <a:gd name="T3" fmla="*/ 66 h 68"/>
                <a:gd name="T4" fmla="*/ 63 w 63"/>
                <a:gd name="T5" fmla="*/ 61 h 68"/>
                <a:gd name="T6" fmla="*/ 61 w 63"/>
                <a:gd name="T7" fmla="*/ 58 h 68"/>
                <a:gd name="T8" fmla="*/ 58 w 63"/>
                <a:gd name="T9" fmla="*/ 56 h 68"/>
                <a:gd name="T10" fmla="*/ 57 w 63"/>
                <a:gd name="T11" fmla="*/ 52 h 68"/>
                <a:gd name="T12" fmla="*/ 56 w 63"/>
                <a:gd name="T13" fmla="*/ 41 h 68"/>
                <a:gd name="T14" fmla="*/ 58 w 63"/>
                <a:gd name="T15" fmla="*/ 22 h 68"/>
                <a:gd name="T16" fmla="*/ 59 w 63"/>
                <a:gd name="T17" fmla="*/ 13 h 68"/>
                <a:gd name="T18" fmla="*/ 52 w 63"/>
                <a:gd name="T19" fmla="*/ 7 h 68"/>
                <a:gd name="T20" fmla="*/ 43 w 63"/>
                <a:gd name="T21" fmla="*/ 0 h 68"/>
                <a:gd name="T22" fmla="*/ 14 w 63"/>
                <a:gd name="T23" fmla="*/ 18 h 68"/>
                <a:gd name="T24" fmla="*/ 0 w 63"/>
                <a:gd name="T25" fmla="*/ 52 h 68"/>
                <a:gd name="T26" fmla="*/ 4 w 63"/>
                <a:gd name="T27" fmla="*/ 62 h 68"/>
                <a:gd name="T28" fmla="*/ 13 w 63"/>
                <a:gd name="T29" fmla="*/ 67 h 68"/>
                <a:gd name="T30" fmla="*/ 44 w 63"/>
                <a:gd name="T31" fmla="*/ 46 h 68"/>
                <a:gd name="T32" fmla="*/ 54 w 63"/>
                <a:gd name="T33" fmla="*/ 68 h 68"/>
                <a:gd name="T34" fmla="*/ 34 w 63"/>
                <a:gd name="T35" fmla="*/ 41 h 68"/>
                <a:gd name="T36" fmla="*/ 17 w 63"/>
                <a:gd name="T37" fmla="*/ 54 h 68"/>
                <a:gd name="T38" fmla="*/ 15 w 63"/>
                <a:gd name="T39" fmla="*/ 49 h 68"/>
                <a:gd name="T40" fmla="*/ 24 w 63"/>
                <a:gd name="T41" fmla="*/ 26 h 68"/>
                <a:gd name="T42" fmla="*/ 40 w 63"/>
                <a:gd name="T43" fmla="*/ 13 h 68"/>
                <a:gd name="T44" fmla="*/ 43 w 63"/>
                <a:gd name="T45" fmla="*/ 14 h 68"/>
                <a:gd name="T46" fmla="*/ 45 w 63"/>
                <a:gd name="T47" fmla="*/ 19 h 68"/>
                <a:gd name="T48" fmla="*/ 34 w 63"/>
                <a:gd name="T49" fmla="*/ 4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3" h="68">
                  <a:moveTo>
                    <a:pt x="54" y="68"/>
                  </a:moveTo>
                  <a:cubicBezTo>
                    <a:pt x="56" y="68"/>
                    <a:pt x="58" y="68"/>
                    <a:pt x="60" y="66"/>
                  </a:cubicBezTo>
                  <a:cubicBezTo>
                    <a:pt x="62" y="65"/>
                    <a:pt x="63" y="63"/>
                    <a:pt x="63" y="61"/>
                  </a:cubicBezTo>
                  <a:cubicBezTo>
                    <a:pt x="63" y="60"/>
                    <a:pt x="63" y="59"/>
                    <a:pt x="61" y="58"/>
                  </a:cubicBezTo>
                  <a:cubicBezTo>
                    <a:pt x="59" y="57"/>
                    <a:pt x="58" y="57"/>
                    <a:pt x="58" y="56"/>
                  </a:cubicBezTo>
                  <a:cubicBezTo>
                    <a:pt x="58" y="56"/>
                    <a:pt x="57" y="54"/>
                    <a:pt x="57" y="52"/>
                  </a:cubicBezTo>
                  <a:cubicBezTo>
                    <a:pt x="56" y="50"/>
                    <a:pt x="56" y="46"/>
                    <a:pt x="56" y="41"/>
                  </a:cubicBezTo>
                  <a:cubicBezTo>
                    <a:pt x="56" y="36"/>
                    <a:pt x="56" y="30"/>
                    <a:pt x="58" y="22"/>
                  </a:cubicBezTo>
                  <a:cubicBezTo>
                    <a:pt x="59" y="17"/>
                    <a:pt x="59" y="14"/>
                    <a:pt x="59" y="13"/>
                  </a:cubicBezTo>
                  <a:cubicBezTo>
                    <a:pt x="59" y="9"/>
                    <a:pt x="57" y="7"/>
                    <a:pt x="52" y="7"/>
                  </a:cubicBezTo>
                  <a:cubicBezTo>
                    <a:pt x="51" y="2"/>
                    <a:pt x="48" y="0"/>
                    <a:pt x="43" y="0"/>
                  </a:cubicBezTo>
                  <a:cubicBezTo>
                    <a:pt x="33" y="0"/>
                    <a:pt x="24" y="6"/>
                    <a:pt x="14" y="18"/>
                  </a:cubicBezTo>
                  <a:cubicBezTo>
                    <a:pt x="5" y="30"/>
                    <a:pt x="0" y="41"/>
                    <a:pt x="0" y="52"/>
                  </a:cubicBezTo>
                  <a:cubicBezTo>
                    <a:pt x="0" y="56"/>
                    <a:pt x="2" y="60"/>
                    <a:pt x="4" y="62"/>
                  </a:cubicBezTo>
                  <a:cubicBezTo>
                    <a:pt x="7" y="65"/>
                    <a:pt x="10" y="67"/>
                    <a:pt x="13" y="67"/>
                  </a:cubicBezTo>
                  <a:cubicBezTo>
                    <a:pt x="23" y="67"/>
                    <a:pt x="33" y="60"/>
                    <a:pt x="44" y="46"/>
                  </a:cubicBezTo>
                  <a:cubicBezTo>
                    <a:pt x="43" y="61"/>
                    <a:pt x="46" y="68"/>
                    <a:pt x="54" y="68"/>
                  </a:cubicBezTo>
                  <a:close/>
                  <a:moveTo>
                    <a:pt x="34" y="41"/>
                  </a:moveTo>
                  <a:cubicBezTo>
                    <a:pt x="27" y="50"/>
                    <a:pt x="22" y="54"/>
                    <a:pt x="17" y="54"/>
                  </a:cubicBezTo>
                  <a:cubicBezTo>
                    <a:pt x="15" y="54"/>
                    <a:pt x="15" y="52"/>
                    <a:pt x="15" y="49"/>
                  </a:cubicBezTo>
                  <a:cubicBezTo>
                    <a:pt x="15" y="43"/>
                    <a:pt x="18" y="35"/>
                    <a:pt x="24" y="26"/>
                  </a:cubicBezTo>
                  <a:cubicBezTo>
                    <a:pt x="31" y="17"/>
                    <a:pt x="36" y="13"/>
                    <a:pt x="40" y="13"/>
                  </a:cubicBezTo>
                  <a:cubicBezTo>
                    <a:pt x="41" y="13"/>
                    <a:pt x="42" y="13"/>
                    <a:pt x="43" y="14"/>
                  </a:cubicBezTo>
                  <a:cubicBezTo>
                    <a:pt x="44" y="16"/>
                    <a:pt x="45" y="17"/>
                    <a:pt x="45" y="19"/>
                  </a:cubicBezTo>
                  <a:cubicBezTo>
                    <a:pt x="45" y="26"/>
                    <a:pt x="41" y="33"/>
                    <a:pt x="34"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36"/>
            <p:cNvSpPr>
              <a:spLocks noEditPoints="1"/>
            </p:cNvSpPr>
            <p:nvPr/>
          </p:nvSpPr>
          <p:spPr bwMode="auto">
            <a:xfrm>
              <a:off x="596900" y="2341563"/>
              <a:ext cx="93663" cy="139700"/>
            </a:xfrm>
            <a:custGeom>
              <a:avLst/>
              <a:gdLst>
                <a:gd name="T0" fmla="*/ 27 w 74"/>
                <a:gd name="T1" fmla="*/ 10 h 110"/>
                <a:gd name="T2" fmla="*/ 20 w 74"/>
                <a:gd name="T3" fmla="*/ 0 h 110"/>
                <a:gd name="T4" fmla="*/ 14 w 74"/>
                <a:gd name="T5" fmla="*/ 2 h 110"/>
                <a:gd name="T6" fmla="*/ 12 w 74"/>
                <a:gd name="T7" fmla="*/ 7 h 110"/>
                <a:gd name="T8" fmla="*/ 11 w 74"/>
                <a:gd name="T9" fmla="*/ 17 h 110"/>
                <a:gd name="T10" fmla="*/ 11 w 74"/>
                <a:gd name="T11" fmla="*/ 19 h 110"/>
                <a:gd name="T12" fmla="*/ 2 w 74"/>
                <a:gd name="T13" fmla="*/ 92 h 110"/>
                <a:gd name="T14" fmla="*/ 0 w 74"/>
                <a:gd name="T15" fmla="*/ 104 h 110"/>
                <a:gd name="T16" fmla="*/ 2 w 74"/>
                <a:gd name="T17" fmla="*/ 108 h 110"/>
                <a:gd name="T18" fmla="*/ 8 w 74"/>
                <a:gd name="T19" fmla="*/ 110 h 110"/>
                <a:gd name="T20" fmla="*/ 13 w 74"/>
                <a:gd name="T21" fmla="*/ 108 h 110"/>
                <a:gd name="T22" fmla="*/ 15 w 74"/>
                <a:gd name="T23" fmla="*/ 100 h 110"/>
                <a:gd name="T24" fmla="*/ 18 w 74"/>
                <a:gd name="T25" fmla="*/ 76 h 110"/>
                <a:gd name="T26" fmla="*/ 20 w 74"/>
                <a:gd name="T27" fmla="*/ 64 h 110"/>
                <a:gd name="T28" fmla="*/ 29 w 74"/>
                <a:gd name="T29" fmla="*/ 69 h 110"/>
                <a:gd name="T30" fmla="*/ 59 w 74"/>
                <a:gd name="T31" fmla="*/ 53 h 110"/>
                <a:gd name="T32" fmla="*/ 74 w 74"/>
                <a:gd name="T33" fmla="*/ 18 h 110"/>
                <a:gd name="T34" fmla="*/ 69 w 74"/>
                <a:gd name="T35" fmla="*/ 6 h 110"/>
                <a:gd name="T36" fmla="*/ 58 w 74"/>
                <a:gd name="T37" fmla="*/ 2 h 110"/>
                <a:gd name="T38" fmla="*/ 41 w 74"/>
                <a:gd name="T39" fmla="*/ 9 h 110"/>
                <a:gd name="T40" fmla="*/ 25 w 74"/>
                <a:gd name="T41" fmla="*/ 28 h 110"/>
                <a:gd name="T42" fmla="*/ 25 w 74"/>
                <a:gd name="T43" fmla="*/ 24 h 110"/>
                <a:gd name="T44" fmla="*/ 27 w 74"/>
                <a:gd name="T45" fmla="*/ 10 h 110"/>
                <a:gd name="T46" fmla="*/ 36 w 74"/>
                <a:gd name="T47" fmla="*/ 29 h 110"/>
                <a:gd name="T48" fmla="*/ 55 w 74"/>
                <a:gd name="T49" fmla="*/ 15 h 110"/>
                <a:gd name="T50" fmla="*/ 58 w 74"/>
                <a:gd name="T51" fmla="*/ 17 h 110"/>
                <a:gd name="T52" fmla="*/ 59 w 74"/>
                <a:gd name="T53" fmla="*/ 22 h 110"/>
                <a:gd name="T54" fmla="*/ 49 w 74"/>
                <a:gd name="T55" fmla="*/ 45 h 110"/>
                <a:gd name="T56" fmla="*/ 32 w 74"/>
                <a:gd name="T57" fmla="*/ 57 h 110"/>
                <a:gd name="T58" fmla="*/ 27 w 74"/>
                <a:gd name="T59" fmla="*/ 55 h 110"/>
                <a:gd name="T60" fmla="*/ 25 w 74"/>
                <a:gd name="T61" fmla="*/ 52 h 110"/>
                <a:gd name="T62" fmla="*/ 36 w 74"/>
                <a:gd name="T63" fmla="*/ 29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4" h="110">
                  <a:moveTo>
                    <a:pt x="27" y="10"/>
                  </a:moveTo>
                  <a:cubicBezTo>
                    <a:pt x="27" y="3"/>
                    <a:pt x="25" y="0"/>
                    <a:pt x="20" y="0"/>
                  </a:cubicBezTo>
                  <a:cubicBezTo>
                    <a:pt x="18" y="0"/>
                    <a:pt x="16" y="1"/>
                    <a:pt x="14" y="2"/>
                  </a:cubicBezTo>
                  <a:cubicBezTo>
                    <a:pt x="13" y="3"/>
                    <a:pt x="12" y="5"/>
                    <a:pt x="12" y="7"/>
                  </a:cubicBezTo>
                  <a:cubicBezTo>
                    <a:pt x="11" y="8"/>
                    <a:pt x="11" y="12"/>
                    <a:pt x="11" y="17"/>
                  </a:cubicBezTo>
                  <a:cubicBezTo>
                    <a:pt x="11" y="19"/>
                    <a:pt x="11" y="19"/>
                    <a:pt x="11" y="19"/>
                  </a:cubicBezTo>
                  <a:cubicBezTo>
                    <a:pt x="11" y="44"/>
                    <a:pt x="7" y="69"/>
                    <a:pt x="2" y="92"/>
                  </a:cubicBezTo>
                  <a:cubicBezTo>
                    <a:pt x="1" y="97"/>
                    <a:pt x="0" y="100"/>
                    <a:pt x="0" y="104"/>
                  </a:cubicBezTo>
                  <a:cubicBezTo>
                    <a:pt x="0" y="105"/>
                    <a:pt x="1" y="107"/>
                    <a:pt x="2" y="108"/>
                  </a:cubicBezTo>
                  <a:cubicBezTo>
                    <a:pt x="4" y="109"/>
                    <a:pt x="6" y="110"/>
                    <a:pt x="8" y="110"/>
                  </a:cubicBezTo>
                  <a:cubicBezTo>
                    <a:pt x="10" y="110"/>
                    <a:pt x="11" y="109"/>
                    <a:pt x="13" y="108"/>
                  </a:cubicBezTo>
                  <a:cubicBezTo>
                    <a:pt x="14" y="106"/>
                    <a:pt x="15" y="104"/>
                    <a:pt x="15" y="100"/>
                  </a:cubicBezTo>
                  <a:cubicBezTo>
                    <a:pt x="18" y="76"/>
                    <a:pt x="18" y="76"/>
                    <a:pt x="18" y="76"/>
                  </a:cubicBezTo>
                  <a:cubicBezTo>
                    <a:pt x="19" y="71"/>
                    <a:pt x="20" y="67"/>
                    <a:pt x="20" y="64"/>
                  </a:cubicBezTo>
                  <a:cubicBezTo>
                    <a:pt x="22" y="67"/>
                    <a:pt x="25" y="69"/>
                    <a:pt x="29" y="69"/>
                  </a:cubicBezTo>
                  <a:cubicBezTo>
                    <a:pt x="39" y="69"/>
                    <a:pt x="49" y="64"/>
                    <a:pt x="59" y="53"/>
                  </a:cubicBezTo>
                  <a:cubicBezTo>
                    <a:pt x="69" y="43"/>
                    <a:pt x="74" y="31"/>
                    <a:pt x="74" y="18"/>
                  </a:cubicBezTo>
                  <a:cubicBezTo>
                    <a:pt x="74" y="13"/>
                    <a:pt x="72" y="9"/>
                    <a:pt x="69" y="6"/>
                  </a:cubicBezTo>
                  <a:cubicBezTo>
                    <a:pt x="66" y="3"/>
                    <a:pt x="62" y="2"/>
                    <a:pt x="58" y="2"/>
                  </a:cubicBezTo>
                  <a:cubicBezTo>
                    <a:pt x="53" y="2"/>
                    <a:pt x="47" y="4"/>
                    <a:pt x="41" y="9"/>
                  </a:cubicBezTo>
                  <a:cubicBezTo>
                    <a:pt x="35" y="14"/>
                    <a:pt x="29" y="20"/>
                    <a:pt x="25" y="28"/>
                  </a:cubicBezTo>
                  <a:cubicBezTo>
                    <a:pt x="25" y="24"/>
                    <a:pt x="25" y="24"/>
                    <a:pt x="25" y="24"/>
                  </a:cubicBezTo>
                  <a:cubicBezTo>
                    <a:pt x="26" y="17"/>
                    <a:pt x="27" y="13"/>
                    <a:pt x="27" y="10"/>
                  </a:cubicBezTo>
                  <a:close/>
                  <a:moveTo>
                    <a:pt x="36" y="29"/>
                  </a:moveTo>
                  <a:cubicBezTo>
                    <a:pt x="44" y="20"/>
                    <a:pt x="51" y="15"/>
                    <a:pt x="55" y="15"/>
                  </a:cubicBezTo>
                  <a:cubicBezTo>
                    <a:pt x="56" y="15"/>
                    <a:pt x="57" y="16"/>
                    <a:pt x="58" y="17"/>
                  </a:cubicBezTo>
                  <a:cubicBezTo>
                    <a:pt x="59" y="18"/>
                    <a:pt x="59" y="20"/>
                    <a:pt x="59" y="22"/>
                  </a:cubicBezTo>
                  <a:cubicBezTo>
                    <a:pt x="59" y="30"/>
                    <a:pt x="56" y="37"/>
                    <a:pt x="49" y="45"/>
                  </a:cubicBezTo>
                  <a:cubicBezTo>
                    <a:pt x="43" y="53"/>
                    <a:pt x="37" y="57"/>
                    <a:pt x="32" y="57"/>
                  </a:cubicBezTo>
                  <a:cubicBezTo>
                    <a:pt x="30" y="57"/>
                    <a:pt x="28" y="57"/>
                    <a:pt x="27" y="55"/>
                  </a:cubicBezTo>
                  <a:cubicBezTo>
                    <a:pt x="26" y="54"/>
                    <a:pt x="25" y="53"/>
                    <a:pt x="25" y="52"/>
                  </a:cubicBezTo>
                  <a:cubicBezTo>
                    <a:pt x="25" y="46"/>
                    <a:pt x="29" y="39"/>
                    <a:pt x="36"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37"/>
            <p:cNvSpPr>
              <a:spLocks noEditPoints="1"/>
            </p:cNvSpPr>
            <p:nvPr/>
          </p:nvSpPr>
          <p:spPr bwMode="auto">
            <a:xfrm>
              <a:off x="696913" y="2341563"/>
              <a:ext cx="93663" cy="139700"/>
            </a:xfrm>
            <a:custGeom>
              <a:avLst/>
              <a:gdLst>
                <a:gd name="T0" fmla="*/ 27 w 74"/>
                <a:gd name="T1" fmla="*/ 10 h 110"/>
                <a:gd name="T2" fmla="*/ 20 w 74"/>
                <a:gd name="T3" fmla="*/ 0 h 110"/>
                <a:gd name="T4" fmla="*/ 14 w 74"/>
                <a:gd name="T5" fmla="*/ 2 h 110"/>
                <a:gd name="T6" fmla="*/ 12 w 74"/>
                <a:gd name="T7" fmla="*/ 7 h 110"/>
                <a:gd name="T8" fmla="*/ 11 w 74"/>
                <a:gd name="T9" fmla="*/ 17 h 110"/>
                <a:gd name="T10" fmla="*/ 11 w 74"/>
                <a:gd name="T11" fmla="*/ 19 h 110"/>
                <a:gd name="T12" fmla="*/ 1 w 74"/>
                <a:gd name="T13" fmla="*/ 92 h 110"/>
                <a:gd name="T14" fmla="*/ 0 w 74"/>
                <a:gd name="T15" fmla="*/ 104 h 110"/>
                <a:gd name="T16" fmla="*/ 2 w 74"/>
                <a:gd name="T17" fmla="*/ 108 h 110"/>
                <a:gd name="T18" fmla="*/ 8 w 74"/>
                <a:gd name="T19" fmla="*/ 110 h 110"/>
                <a:gd name="T20" fmla="*/ 13 w 74"/>
                <a:gd name="T21" fmla="*/ 108 h 110"/>
                <a:gd name="T22" fmla="*/ 15 w 74"/>
                <a:gd name="T23" fmla="*/ 100 h 110"/>
                <a:gd name="T24" fmla="*/ 18 w 74"/>
                <a:gd name="T25" fmla="*/ 76 h 110"/>
                <a:gd name="T26" fmla="*/ 20 w 74"/>
                <a:gd name="T27" fmla="*/ 64 h 110"/>
                <a:gd name="T28" fmla="*/ 29 w 74"/>
                <a:gd name="T29" fmla="*/ 69 h 110"/>
                <a:gd name="T30" fmla="*/ 59 w 74"/>
                <a:gd name="T31" fmla="*/ 53 h 110"/>
                <a:gd name="T32" fmla="*/ 74 w 74"/>
                <a:gd name="T33" fmla="*/ 18 h 110"/>
                <a:gd name="T34" fmla="*/ 69 w 74"/>
                <a:gd name="T35" fmla="*/ 6 h 110"/>
                <a:gd name="T36" fmla="*/ 58 w 74"/>
                <a:gd name="T37" fmla="*/ 2 h 110"/>
                <a:gd name="T38" fmla="*/ 41 w 74"/>
                <a:gd name="T39" fmla="*/ 9 h 110"/>
                <a:gd name="T40" fmla="*/ 25 w 74"/>
                <a:gd name="T41" fmla="*/ 28 h 110"/>
                <a:gd name="T42" fmla="*/ 25 w 74"/>
                <a:gd name="T43" fmla="*/ 24 h 110"/>
                <a:gd name="T44" fmla="*/ 27 w 74"/>
                <a:gd name="T45" fmla="*/ 10 h 110"/>
                <a:gd name="T46" fmla="*/ 36 w 74"/>
                <a:gd name="T47" fmla="*/ 29 h 110"/>
                <a:gd name="T48" fmla="*/ 55 w 74"/>
                <a:gd name="T49" fmla="*/ 15 h 110"/>
                <a:gd name="T50" fmla="*/ 58 w 74"/>
                <a:gd name="T51" fmla="*/ 17 h 110"/>
                <a:gd name="T52" fmla="*/ 59 w 74"/>
                <a:gd name="T53" fmla="*/ 22 h 110"/>
                <a:gd name="T54" fmla="*/ 49 w 74"/>
                <a:gd name="T55" fmla="*/ 45 h 110"/>
                <a:gd name="T56" fmla="*/ 32 w 74"/>
                <a:gd name="T57" fmla="*/ 57 h 110"/>
                <a:gd name="T58" fmla="*/ 27 w 74"/>
                <a:gd name="T59" fmla="*/ 55 h 110"/>
                <a:gd name="T60" fmla="*/ 25 w 74"/>
                <a:gd name="T61" fmla="*/ 52 h 110"/>
                <a:gd name="T62" fmla="*/ 36 w 74"/>
                <a:gd name="T63" fmla="*/ 29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4" h="110">
                  <a:moveTo>
                    <a:pt x="27" y="10"/>
                  </a:moveTo>
                  <a:cubicBezTo>
                    <a:pt x="27" y="3"/>
                    <a:pt x="25" y="0"/>
                    <a:pt x="20" y="0"/>
                  </a:cubicBezTo>
                  <a:cubicBezTo>
                    <a:pt x="18" y="0"/>
                    <a:pt x="16" y="1"/>
                    <a:pt x="14" y="2"/>
                  </a:cubicBezTo>
                  <a:cubicBezTo>
                    <a:pt x="13" y="3"/>
                    <a:pt x="12" y="5"/>
                    <a:pt x="12" y="7"/>
                  </a:cubicBezTo>
                  <a:cubicBezTo>
                    <a:pt x="11" y="8"/>
                    <a:pt x="11" y="12"/>
                    <a:pt x="11" y="17"/>
                  </a:cubicBezTo>
                  <a:cubicBezTo>
                    <a:pt x="11" y="19"/>
                    <a:pt x="11" y="19"/>
                    <a:pt x="11" y="19"/>
                  </a:cubicBezTo>
                  <a:cubicBezTo>
                    <a:pt x="11" y="44"/>
                    <a:pt x="7" y="69"/>
                    <a:pt x="1" y="92"/>
                  </a:cubicBezTo>
                  <a:cubicBezTo>
                    <a:pt x="0" y="97"/>
                    <a:pt x="0" y="100"/>
                    <a:pt x="0" y="104"/>
                  </a:cubicBezTo>
                  <a:cubicBezTo>
                    <a:pt x="0" y="105"/>
                    <a:pt x="1" y="107"/>
                    <a:pt x="2" y="108"/>
                  </a:cubicBezTo>
                  <a:cubicBezTo>
                    <a:pt x="4" y="109"/>
                    <a:pt x="6" y="110"/>
                    <a:pt x="8" y="110"/>
                  </a:cubicBezTo>
                  <a:cubicBezTo>
                    <a:pt x="10" y="110"/>
                    <a:pt x="11" y="109"/>
                    <a:pt x="13" y="108"/>
                  </a:cubicBezTo>
                  <a:cubicBezTo>
                    <a:pt x="14" y="106"/>
                    <a:pt x="15" y="104"/>
                    <a:pt x="15" y="100"/>
                  </a:cubicBezTo>
                  <a:cubicBezTo>
                    <a:pt x="18" y="76"/>
                    <a:pt x="18" y="76"/>
                    <a:pt x="18" y="76"/>
                  </a:cubicBezTo>
                  <a:cubicBezTo>
                    <a:pt x="19" y="71"/>
                    <a:pt x="20" y="67"/>
                    <a:pt x="20" y="64"/>
                  </a:cubicBezTo>
                  <a:cubicBezTo>
                    <a:pt x="22" y="67"/>
                    <a:pt x="25" y="69"/>
                    <a:pt x="29" y="69"/>
                  </a:cubicBezTo>
                  <a:cubicBezTo>
                    <a:pt x="39" y="69"/>
                    <a:pt x="49" y="64"/>
                    <a:pt x="59" y="53"/>
                  </a:cubicBezTo>
                  <a:cubicBezTo>
                    <a:pt x="69" y="43"/>
                    <a:pt x="74" y="31"/>
                    <a:pt x="74" y="18"/>
                  </a:cubicBezTo>
                  <a:cubicBezTo>
                    <a:pt x="74" y="13"/>
                    <a:pt x="72" y="9"/>
                    <a:pt x="69" y="6"/>
                  </a:cubicBezTo>
                  <a:cubicBezTo>
                    <a:pt x="66" y="3"/>
                    <a:pt x="62" y="2"/>
                    <a:pt x="58" y="2"/>
                  </a:cubicBezTo>
                  <a:cubicBezTo>
                    <a:pt x="53" y="2"/>
                    <a:pt x="47" y="4"/>
                    <a:pt x="41" y="9"/>
                  </a:cubicBezTo>
                  <a:cubicBezTo>
                    <a:pt x="35" y="14"/>
                    <a:pt x="29" y="20"/>
                    <a:pt x="25" y="28"/>
                  </a:cubicBezTo>
                  <a:cubicBezTo>
                    <a:pt x="25" y="24"/>
                    <a:pt x="25" y="24"/>
                    <a:pt x="25" y="24"/>
                  </a:cubicBezTo>
                  <a:cubicBezTo>
                    <a:pt x="26" y="17"/>
                    <a:pt x="27" y="13"/>
                    <a:pt x="27" y="10"/>
                  </a:cubicBezTo>
                  <a:close/>
                  <a:moveTo>
                    <a:pt x="36" y="29"/>
                  </a:moveTo>
                  <a:cubicBezTo>
                    <a:pt x="44" y="20"/>
                    <a:pt x="51" y="15"/>
                    <a:pt x="55" y="15"/>
                  </a:cubicBezTo>
                  <a:cubicBezTo>
                    <a:pt x="56" y="15"/>
                    <a:pt x="57" y="16"/>
                    <a:pt x="58" y="17"/>
                  </a:cubicBezTo>
                  <a:cubicBezTo>
                    <a:pt x="59" y="18"/>
                    <a:pt x="59" y="20"/>
                    <a:pt x="59" y="22"/>
                  </a:cubicBezTo>
                  <a:cubicBezTo>
                    <a:pt x="59" y="30"/>
                    <a:pt x="56" y="37"/>
                    <a:pt x="49" y="45"/>
                  </a:cubicBezTo>
                  <a:cubicBezTo>
                    <a:pt x="43" y="53"/>
                    <a:pt x="37" y="57"/>
                    <a:pt x="32" y="57"/>
                  </a:cubicBezTo>
                  <a:cubicBezTo>
                    <a:pt x="30" y="57"/>
                    <a:pt x="28" y="57"/>
                    <a:pt x="27" y="55"/>
                  </a:cubicBezTo>
                  <a:cubicBezTo>
                    <a:pt x="26" y="54"/>
                    <a:pt x="25" y="53"/>
                    <a:pt x="25" y="52"/>
                  </a:cubicBezTo>
                  <a:cubicBezTo>
                    <a:pt x="25" y="46"/>
                    <a:pt x="29" y="39"/>
                    <a:pt x="36"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38"/>
            <p:cNvSpPr>
              <a:spLocks/>
            </p:cNvSpPr>
            <p:nvPr/>
          </p:nvSpPr>
          <p:spPr bwMode="auto">
            <a:xfrm>
              <a:off x="796925" y="2344738"/>
              <a:ext cx="82550" cy="130175"/>
            </a:xfrm>
            <a:custGeom>
              <a:avLst/>
              <a:gdLst>
                <a:gd name="T0" fmla="*/ 51 w 65"/>
                <a:gd name="T1" fmla="*/ 5 h 102"/>
                <a:gd name="T2" fmla="*/ 51 w 65"/>
                <a:gd name="T3" fmla="*/ 14 h 102"/>
                <a:gd name="T4" fmla="*/ 49 w 65"/>
                <a:gd name="T5" fmla="*/ 29 h 102"/>
                <a:gd name="T6" fmla="*/ 47 w 65"/>
                <a:gd name="T7" fmla="*/ 35 h 102"/>
                <a:gd name="T8" fmla="*/ 39 w 65"/>
                <a:gd name="T9" fmla="*/ 41 h 102"/>
                <a:gd name="T10" fmla="*/ 30 w 65"/>
                <a:gd name="T11" fmla="*/ 48 h 102"/>
                <a:gd name="T12" fmla="*/ 23 w 65"/>
                <a:gd name="T13" fmla="*/ 49 h 102"/>
                <a:gd name="T14" fmla="*/ 20 w 65"/>
                <a:gd name="T15" fmla="*/ 47 h 102"/>
                <a:gd name="T16" fmla="*/ 19 w 65"/>
                <a:gd name="T17" fmla="*/ 41 h 102"/>
                <a:gd name="T18" fmla="*/ 25 w 65"/>
                <a:gd name="T19" fmla="*/ 21 h 102"/>
                <a:gd name="T20" fmla="*/ 29 w 65"/>
                <a:gd name="T21" fmla="*/ 11 h 102"/>
                <a:gd name="T22" fmla="*/ 27 w 65"/>
                <a:gd name="T23" fmla="*/ 6 h 102"/>
                <a:gd name="T24" fmla="*/ 23 w 65"/>
                <a:gd name="T25" fmla="*/ 3 h 102"/>
                <a:gd name="T26" fmla="*/ 15 w 65"/>
                <a:gd name="T27" fmla="*/ 7 h 102"/>
                <a:gd name="T28" fmla="*/ 9 w 65"/>
                <a:gd name="T29" fmla="*/ 24 h 102"/>
                <a:gd name="T30" fmla="*/ 6 w 65"/>
                <a:gd name="T31" fmla="*/ 45 h 102"/>
                <a:gd name="T32" fmla="*/ 10 w 65"/>
                <a:gd name="T33" fmla="*/ 57 h 102"/>
                <a:gd name="T34" fmla="*/ 20 w 65"/>
                <a:gd name="T35" fmla="*/ 62 h 102"/>
                <a:gd name="T36" fmla="*/ 49 w 65"/>
                <a:gd name="T37" fmla="*/ 48 h 102"/>
                <a:gd name="T38" fmla="*/ 42 w 65"/>
                <a:gd name="T39" fmla="*/ 77 h 102"/>
                <a:gd name="T40" fmla="*/ 30 w 65"/>
                <a:gd name="T41" fmla="*/ 90 h 102"/>
                <a:gd name="T42" fmla="*/ 8 w 65"/>
                <a:gd name="T43" fmla="*/ 80 h 102"/>
                <a:gd name="T44" fmla="*/ 5 w 65"/>
                <a:gd name="T45" fmla="*/ 78 h 102"/>
                <a:gd name="T46" fmla="*/ 1 w 65"/>
                <a:gd name="T47" fmla="*/ 80 h 102"/>
                <a:gd name="T48" fmla="*/ 0 w 65"/>
                <a:gd name="T49" fmla="*/ 84 h 102"/>
                <a:gd name="T50" fmla="*/ 4 w 65"/>
                <a:gd name="T51" fmla="*/ 92 h 102"/>
                <a:gd name="T52" fmla="*/ 15 w 65"/>
                <a:gd name="T53" fmla="*/ 99 h 102"/>
                <a:gd name="T54" fmla="*/ 15 w 65"/>
                <a:gd name="T55" fmla="*/ 99 h 102"/>
                <a:gd name="T56" fmla="*/ 31 w 65"/>
                <a:gd name="T57" fmla="*/ 102 h 102"/>
                <a:gd name="T58" fmla="*/ 43 w 65"/>
                <a:gd name="T59" fmla="*/ 98 h 102"/>
                <a:gd name="T60" fmla="*/ 54 w 65"/>
                <a:gd name="T61" fmla="*/ 83 h 102"/>
                <a:gd name="T62" fmla="*/ 61 w 65"/>
                <a:gd name="T63" fmla="*/ 58 h 102"/>
                <a:gd name="T64" fmla="*/ 64 w 65"/>
                <a:gd name="T65" fmla="*/ 30 h 102"/>
                <a:gd name="T66" fmla="*/ 65 w 65"/>
                <a:gd name="T67" fmla="*/ 10 h 102"/>
                <a:gd name="T68" fmla="*/ 64 w 65"/>
                <a:gd name="T69" fmla="*/ 2 h 102"/>
                <a:gd name="T70" fmla="*/ 58 w 65"/>
                <a:gd name="T71" fmla="*/ 0 h 102"/>
                <a:gd name="T72" fmla="*/ 53 w 65"/>
                <a:gd name="T73" fmla="*/ 2 h 102"/>
                <a:gd name="T74" fmla="*/ 51 w 65"/>
                <a:gd name="T75" fmla="*/ 5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5" h="102">
                  <a:moveTo>
                    <a:pt x="51" y="5"/>
                  </a:moveTo>
                  <a:cubicBezTo>
                    <a:pt x="51" y="6"/>
                    <a:pt x="51" y="9"/>
                    <a:pt x="51" y="14"/>
                  </a:cubicBezTo>
                  <a:cubicBezTo>
                    <a:pt x="50" y="22"/>
                    <a:pt x="50" y="27"/>
                    <a:pt x="49" y="29"/>
                  </a:cubicBezTo>
                  <a:cubicBezTo>
                    <a:pt x="49" y="32"/>
                    <a:pt x="48" y="34"/>
                    <a:pt x="47" y="35"/>
                  </a:cubicBezTo>
                  <a:cubicBezTo>
                    <a:pt x="46" y="36"/>
                    <a:pt x="43" y="39"/>
                    <a:pt x="39" y="41"/>
                  </a:cubicBezTo>
                  <a:cubicBezTo>
                    <a:pt x="36" y="44"/>
                    <a:pt x="33" y="46"/>
                    <a:pt x="30" y="48"/>
                  </a:cubicBezTo>
                  <a:cubicBezTo>
                    <a:pt x="27" y="49"/>
                    <a:pt x="25" y="49"/>
                    <a:pt x="23" y="49"/>
                  </a:cubicBezTo>
                  <a:cubicBezTo>
                    <a:pt x="22" y="49"/>
                    <a:pt x="21" y="49"/>
                    <a:pt x="20" y="47"/>
                  </a:cubicBezTo>
                  <a:cubicBezTo>
                    <a:pt x="20" y="46"/>
                    <a:pt x="19" y="43"/>
                    <a:pt x="19" y="41"/>
                  </a:cubicBezTo>
                  <a:cubicBezTo>
                    <a:pt x="19" y="35"/>
                    <a:pt x="21" y="29"/>
                    <a:pt x="25" y="21"/>
                  </a:cubicBezTo>
                  <a:cubicBezTo>
                    <a:pt x="27" y="15"/>
                    <a:pt x="29" y="12"/>
                    <a:pt x="29" y="11"/>
                  </a:cubicBezTo>
                  <a:cubicBezTo>
                    <a:pt x="29" y="9"/>
                    <a:pt x="28" y="7"/>
                    <a:pt x="27" y="6"/>
                  </a:cubicBezTo>
                  <a:cubicBezTo>
                    <a:pt x="26" y="4"/>
                    <a:pt x="25" y="3"/>
                    <a:pt x="23" y="3"/>
                  </a:cubicBezTo>
                  <a:cubicBezTo>
                    <a:pt x="19" y="3"/>
                    <a:pt x="17" y="4"/>
                    <a:pt x="15" y="7"/>
                  </a:cubicBezTo>
                  <a:cubicBezTo>
                    <a:pt x="14" y="9"/>
                    <a:pt x="12" y="14"/>
                    <a:pt x="9" y="24"/>
                  </a:cubicBezTo>
                  <a:cubicBezTo>
                    <a:pt x="7" y="33"/>
                    <a:pt x="6" y="40"/>
                    <a:pt x="6" y="45"/>
                  </a:cubicBezTo>
                  <a:cubicBezTo>
                    <a:pt x="6" y="50"/>
                    <a:pt x="7" y="54"/>
                    <a:pt x="10" y="57"/>
                  </a:cubicBezTo>
                  <a:cubicBezTo>
                    <a:pt x="12" y="61"/>
                    <a:pt x="16" y="62"/>
                    <a:pt x="20" y="62"/>
                  </a:cubicBezTo>
                  <a:cubicBezTo>
                    <a:pt x="27" y="62"/>
                    <a:pt x="36" y="57"/>
                    <a:pt x="49" y="48"/>
                  </a:cubicBezTo>
                  <a:cubicBezTo>
                    <a:pt x="48" y="59"/>
                    <a:pt x="45" y="69"/>
                    <a:pt x="42" y="77"/>
                  </a:cubicBezTo>
                  <a:cubicBezTo>
                    <a:pt x="38" y="86"/>
                    <a:pt x="34" y="90"/>
                    <a:pt x="30" y="90"/>
                  </a:cubicBezTo>
                  <a:cubicBezTo>
                    <a:pt x="20" y="90"/>
                    <a:pt x="13" y="86"/>
                    <a:pt x="8" y="80"/>
                  </a:cubicBezTo>
                  <a:cubicBezTo>
                    <a:pt x="7" y="79"/>
                    <a:pt x="6" y="78"/>
                    <a:pt x="5" y="78"/>
                  </a:cubicBezTo>
                  <a:cubicBezTo>
                    <a:pt x="3" y="78"/>
                    <a:pt x="2" y="79"/>
                    <a:pt x="1" y="80"/>
                  </a:cubicBezTo>
                  <a:cubicBezTo>
                    <a:pt x="0" y="81"/>
                    <a:pt x="0" y="82"/>
                    <a:pt x="0" y="84"/>
                  </a:cubicBezTo>
                  <a:cubicBezTo>
                    <a:pt x="0" y="86"/>
                    <a:pt x="1" y="89"/>
                    <a:pt x="4" y="92"/>
                  </a:cubicBezTo>
                  <a:cubicBezTo>
                    <a:pt x="7" y="95"/>
                    <a:pt x="11" y="97"/>
                    <a:pt x="15" y="99"/>
                  </a:cubicBezTo>
                  <a:cubicBezTo>
                    <a:pt x="15" y="99"/>
                    <a:pt x="15" y="99"/>
                    <a:pt x="15" y="99"/>
                  </a:cubicBezTo>
                  <a:cubicBezTo>
                    <a:pt x="20" y="101"/>
                    <a:pt x="25" y="102"/>
                    <a:pt x="31" y="102"/>
                  </a:cubicBezTo>
                  <a:cubicBezTo>
                    <a:pt x="36" y="102"/>
                    <a:pt x="40" y="101"/>
                    <a:pt x="43" y="98"/>
                  </a:cubicBezTo>
                  <a:cubicBezTo>
                    <a:pt x="47" y="95"/>
                    <a:pt x="50" y="90"/>
                    <a:pt x="54" y="83"/>
                  </a:cubicBezTo>
                  <a:cubicBezTo>
                    <a:pt x="57" y="75"/>
                    <a:pt x="59" y="67"/>
                    <a:pt x="61" y="58"/>
                  </a:cubicBezTo>
                  <a:cubicBezTo>
                    <a:pt x="62" y="49"/>
                    <a:pt x="63" y="39"/>
                    <a:pt x="64" y="30"/>
                  </a:cubicBezTo>
                  <a:cubicBezTo>
                    <a:pt x="65" y="10"/>
                    <a:pt x="65" y="10"/>
                    <a:pt x="65" y="10"/>
                  </a:cubicBezTo>
                  <a:cubicBezTo>
                    <a:pt x="65" y="6"/>
                    <a:pt x="65" y="3"/>
                    <a:pt x="64" y="2"/>
                  </a:cubicBezTo>
                  <a:cubicBezTo>
                    <a:pt x="63" y="1"/>
                    <a:pt x="61" y="0"/>
                    <a:pt x="58" y="0"/>
                  </a:cubicBezTo>
                  <a:cubicBezTo>
                    <a:pt x="56" y="0"/>
                    <a:pt x="55" y="1"/>
                    <a:pt x="53" y="2"/>
                  </a:cubicBezTo>
                  <a:cubicBezTo>
                    <a:pt x="52" y="3"/>
                    <a:pt x="52" y="4"/>
                    <a:pt x="5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39"/>
            <p:cNvSpPr>
              <a:spLocks/>
            </p:cNvSpPr>
            <p:nvPr/>
          </p:nvSpPr>
          <p:spPr bwMode="auto">
            <a:xfrm>
              <a:off x="954088" y="2344738"/>
              <a:ext cx="87313" cy="87313"/>
            </a:xfrm>
            <a:custGeom>
              <a:avLst/>
              <a:gdLst>
                <a:gd name="T0" fmla="*/ 14 w 69"/>
                <a:gd name="T1" fmla="*/ 64 h 69"/>
                <a:gd name="T2" fmla="*/ 22 w 69"/>
                <a:gd name="T3" fmla="*/ 69 h 69"/>
                <a:gd name="T4" fmla="*/ 32 w 69"/>
                <a:gd name="T5" fmla="*/ 59 h 69"/>
                <a:gd name="T6" fmla="*/ 50 w 69"/>
                <a:gd name="T7" fmla="*/ 29 h 69"/>
                <a:gd name="T8" fmla="*/ 64 w 69"/>
                <a:gd name="T9" fmla="*/ 14 h 69"/>
                <a:gd name="T10" fmla="*/ 69 w 69"/>
                <a:gd name="T11" fmla="*/ 7 h 69"/>
                <a:gd name="T12" fmla="*/ 67 w 69"/>
                <a:gd name="T13" fmla="*/ 2 h 69"/>
                <a:gd name="T14" fmla="*/ 62 w 69"/>
                <a:gd name="T15" fmla="*/ 0 h 69"/>
                <a:gd name="T16" fmla="*/ 56 w 69"/>
                <a:gd name="T17" fmla="*/ 1 h 69"/>
                <a:gd name="T18" fmla="*/ 48 w 69"/>
                <a:gd name="T19" fmla="*/ 10 h 69"/>
                <a:gd name="T20" fmla="*/ 35 w 69"/>
                <a:gd name="T21" fmla="*/ 29 h 69"/>
                <a:gd name="T22" fmla="*/ 27 w 69"/>
                <a:gd name="T23" fmla="*/ 43 h 69"/>
                <a:gd name="T24" fmla="*/ 24 w 69"/>
                <a:gd name="T25" fmla="*/ 48 h 69"/>
                <a:gd name="T26" fmla="*/ 23 w 69"/>
                <a:gd name="T27" fmla="*/ 44 h 69"/>
                <a:gd name="T28" fmla="*/ 21 w 69"/>
                <a:gd name="T29" fmla="*/ 37 h 69"/>
                <a:gd name="T30" fmla="*/ 18 w 69"/>
                <a:gd name="T31" fmla="*/ 27 h 69"/>
                <a:gd name="T32" fmla="*/ 16 w 69"/>
                <a:gd name="T33" fmla="*/ 18 h 69"/>
                <a:gd name="T34" fmla="*/ 15 w 69"/>
                <a:gd name="T35" fmla="*/ 10 h 69"/>
                <a:gd name="T36" fmla="*/ 8 w 69"/>
                <a:gd name="T37" fmla="*/ 1 h 69"/>
                <a:gd name="T38" fmla="*/ 0 w 69"/>
                <a:gd name="T39" fmla="*/ 11 h 69"/>
                <a:gd name="T40" fmla="*/ 10 w 69"/>
                <a:gd name="T41" fmla="*/ 47 h 69"/>
                <a:gd name="T42" fmla="*/ 14 w 69"/>
                <a:gd name="T43" fmla="*/ 6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9" h="69">
                  <a:moveTo>
                    <a:pt x="14" y="64"/>
                  </a:moveTo>
                  <a:cubicBezTo>
                    <a:pt x="17" y="68"/>
                    <a:pt x="20" y="69"/>
                    <a:pt x="22" y="69"/>
                  </a:cubicBezTo>
                  <a:cubicBezTo>
                    <a:pt x="25" y="69"/>
                    <a:pt x="28" y="66"/>
                    <a:pt x="32" y="59"/>
                  </a:cubicBezTo>
                  <a:cubicBezTo>
                    <a:pt x="39" y="47"/>
                    <a:pt x="45" y="37"/>
                    <a:pt x="50" y="29"/>
                  </a:cubicBezTo>
                  <a:cubicBezTo>
                    <a:pt x="56" y="21"/>
                    <a:pt x="60" y="16"/>
                    <a:pt x="64" y="14"/>
                  </a:cubicBezTo>
                  <a:cubicBezTo>
                    <a:pt x="67" y="11"/>
                    <a:pt x="69" y="9"/>
                    <a:pt x="69" y="7"/>
                  </a:cubicBezTo>
                  <a:cubicBezTo>
                    <a:pt x="69" y="5"/>
                    <a:pt x="68" y="3"/>
                    <a:pt x="67" y="2"/>
                  </a:cubicBezTo>
                  <a:cubicBezTo>
                    <a:pt x="65" y="1"/>
                    <a:pt x="64" y="0"/>
                    <a:pt x="62" y="0"/>
                  </a:cubicBezTo>
                  <a:cubicBezTo>
                    <a:pt x="60" y="0"/>
                    <a:pt x="58" y="0"/>
                    <a:pt x="56" y="1"/>
                  </a:cubicBezTo>
                  <a:cubicBezTo>
                    <a:pt x="54" y="2"/>
                    <a:pt x="51" y="5"/>
                    <a:pt x="48" y="10"/>
                  </a:cubicBezTo>
                  <a:cubicBezTo>
                    <a:pt x="44" y="15"/>
                    <a:pt x="40" y="21"/>
                    <a:pt x="35" y="29"/>
                  </a:cubicBezTo>
                  <a:cubicBezTo>
                    <a:pt x="30" y="37"/>
                    <a:pt x="27" y="41"/>
                    <a:pt x="27" y="43"/>
                  </a:cubicBezTo>
                  <a:cubicBezTo>
                    <a:pt x="25" y="46"/>
                    <a:pt x="24" y="47"/>
                    <a:pt x="24" y="48"/>
                  </a:cubicBezTo>
                  <a:cubicBezTo>
                    <a:pt x="24" y="47"/>
                    <a:pt x="23" y="46"/>
                    <a:pt x="23" y="44"/>
                  </a:cubicBezTo>
                  <a:cubicBezTo>
                    <a:pt x="22" y="41"/>
                    <a:pt x="21" y="39"/>
                    <a:pt x="21" y="37"/>
                  </a:cubicBezTo>
                  <a:cubicBezTo>
                    <a:pt x="20" y="35"/>
                    <a:pt x="19" y="31"/>
                    <a:pt x="18" y="27"/>
                  </a:cubicBezTo>
                  <a:cubicBezTo>
                    <a:pt x="16" y="23"/>
                    <a:pt x="16" y="20"/>
                    <a:pt x="16" y="18"/>
                  </a:cubicBezTo>
                  <a:cubicBezTo>
                    <a:pt x="15" y="16"/>
                    <a:pt x="15" y="14"/>
                    <a:pt x="15" y="10"/>
                  </a:cubicBezTo>
                  <a:cubicBezTo>
                    <a:pt x="15" y="4"/>
                    <a:pt x="13" y="1"/>
                    <a:pt x="8" y="1"/>
                  </a:cubicBezTo>
                  <a:cubicBezTo>
                    <a:pt x="3" y="1"/>
                    <a:pt x="0" y="4"/>
                    <a:pt x="0" y="11"/>
                  </a:cubicBezTo>
                  <a:cubicBezTo>
                    <a:pt x="0" y="18"/>
                    <a:pt x="3" y="30"/>
                    <a:pt x="10" y="47"/>
                  </a:cubicBezTo>
                  <a:cubicBezTo>
                    <a:pt x="13" y="56"/>
                    <a:pt x="15" y="62"/>
                    <a:pt x="14" y="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40"/>
            <p:cNvSpPr>
              <a:spLocks/>
            </p:cNvSpPr>
            <p:nvPr/>
          </p:nvSpPr>
          <p:spPr bwMode="auto">
            <a:xfrm>
              <a:off x="1033463" y="2339975"/>
              <a:ext cx="63500" cy="92075"/>
            </a:xfrm>
            <a:custGeom>
              <a:avLst/>
              <a:gdLst>
                <a:gd name="T0" fmla="*/ 27 w 50"/>
                <a:gd name="T1" fmla="*/ 17 h 73"/>
                <a:gd name="T2" fmla="*/ 39 w 50"/>
                <a:gd name="T3" fmla="*/ 13 h 73"/>
                <a:gd name="T4" fmla="*/ 41 w 50"/>
                <a:gd name="T5" fmla="*/ 14 h 73"/>
                <a:gd name="T6" fmla="*/ 44 w 50"/>
                <a:gd name="T7" fmla="*/ 15 h 73"/>
                <a:gd name="T8" fmla="*/ 48 w 50"/>
                <a:gd name="T9" fmla="*/ 13 h 73"/>
                <a:gd name="T10" fmla="*/ 50 w 50"/>
                <a:gd name="T11" fmla="*/ 9 h 73"/>
                <a:gd name="T12" fmla="*/ 40 w 50"/>
                <a:gd name="T13" fmla="*/ 0 h 73"/>
                <a:gd name="T14" fmla="*/ 18 w 50"/>
                <a:gd name="T15" fmla="*/ 8 h 73"/>
                <a:gd name="T16" fmla="*/ 6 w 50"/>
                <a:gd name="T17" fmla="*/ 26 h 73"/>
                <a:gd name="T18" fmla="*/ 9 w 50"/>
                <a:gd name="T19" fmla="*/ 36 h 73"/>
                <a:gd name="T20" fmla="*/ 25 w 50"/>
                <a:gd name="T21" fmla="*/ 46 h 73"/>
                <a:gd name="T22" fmla="*/ 35 w 50"/>
                <a:gd name="T23" fmla="*/ 54 h 73"/>
                <a:gd name="T24" fmla="*/ 27 w 50"/>
                <a:gd name="T25" fmla="*/ 58 h 73"/>
                <a:gd name="T26" fmla="*/ 15 w 50"/>
                <a:gd name="T27" fmla="*/ 60 h 73"/>
                <a:gd name="T28" fmla="*/ 11 w 50"/>
                <a:gd name="T29" fmla="*/ 59 h 73"/>
                <a:gd name="T30" fmla="*/ 7 w 50"/>
                <a:gd name="T31" fmla="*/ 58 h 73"/>
                <a:gd name="T32" fmla="*/ 2 w 50"/>
                <a:gd name="T33" fmla="*/ 60 h 73"/>
                <a:gd name="T34" fmla="*/ 0 w 50"/>
                <a:gd name="T35" fmla="*/ 65 h 73"/>
                <a:gd name="T36" fmla="*/ 11 w 50"/>
                <a:gd name="T37" fmla="*/ 73 h 73"/>
                <a:gd name="T38" fmla="*/ 37 w 50"/>
                <a:gd name="T39" fmla="*/ 67 h 73"/>
                <a:gd name="T40" fmla="*/ 49 w 50"/>
                <a:gd name="T41" fmla="*/ 53 h 73"/>
                <a:gd name="T42" fmla="*/ 46 w 50"/>
                <a:gd name="T43" fmla="*/ 44 h 73"/>
                <a:gd name="T44" fmla="*/ 32 w 50"/>
                <a:gd name="T45" fmla="*/ 35 h 73"/>
                <a:gd name="T46" fmla="*/ 23 w 50"/>
                <a:gd name="T47" fmla="*/ 30 h 73"/>
                <a:gd name="T48" fmla="*/ 21 w 50"/>
                <a:gd name="T49" fmla="*/ 25 h 73"/>
                <a:gd name="T50" fmla="*/ 27 w 50"/>
                <a:gd name="T51" fmla="*/ 17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3">
                  <a:moveTo>
                    <a:pt x="27" y="17"/>
                  </a:moveTo>
                  <a:cubicBezTo>
                    <a:pt x="31" y="14"/>
                    <a:pt x="35" y="13"/>
                    <a:pt x="39" y="13"/>
                  </a:cubicBezTo>
                  <a:cubicBezTo>
                    <a:pt x="39" y="13"/>
                    <a:pt x="40" y="13"/>
                    <a:pt x="41" y="14"/>
                  </a:cubicBezTo>
                  <a:cubicBezTo>
                    <a:pt x="43" y="14"/>
                    <a:pt x="43" y="15"/>
                    <a:pt x="44" y="15"/>
                  </a:cubicBezTo>
                  <a:cubicBezTo>
                    <a:pt x="45" y="15"/>
                    <a:pt x="46" y="14"/>
                    <a:pt x="48" y="13"/>
                  </a:cubicBezTo>
                  <a:cubicBezTo>
                    <a:pt x="49" y="12"/>
                    <a:pt x="50" y="10"/>
                    <a:pt x="50" y="9"/>
                  </a:cubicBezTo>
                  <a:cubicBezTo>
                    <a:pt x="50" y="3"/>
                    <a:pt x="47" y="0"/>
                    <a:pt x="40" y="0"/>
                  </a:cubicBezTo>
                  <a:cubicBezTo>
                    <a:pt x="33" y="0"/>
                    <a:pt x="26" y="3"/>
                    <a:pt x="18" y="8"/>
                  </a:cubicBezTo>
                  <a:cubicBezTo>
                    <a:pt x="10" y="13"/>
                    <a:pt x="6" y="19"/>
                    <a:pt x="6" y="26"/>
                  </a:cubicBezTo>
                  <a:cubicBezTo>
                    <a:pt x="6" y="30"/>
                    <a:pt x="7" y="33"/>
                    <a:pt x="9" y="36"/>
                  </a:cubicBezTo>
                  <a:cubicBezTo>
                    <a:pt x="12" y="39"/>
                    <a:pt x="17" y="42"/>
                    <a:pt x="25" y="46"/>
                  </a:cubicBezTo>
                  <a:cubicBezTo>
                    <a:pt x="32" y="49"/>
                    <a:pt x="35" y="52"/>
                    <a:pt x="35" y="54"/>
                  </a:cubicBezTo>
                  <a:cubicBezTo>
                    <a:pt x="34" y="56"/>
                    <a:pt x="31" y="57"/>
                    <a:pt x="27" y="58"/>
                  </a:cubicBezTo>
                  <a:cubicBezTo>
                    <a:pt x="23" y="59"/>
                    <a:pt x="19" y="60"/>
                    <a:pt x="15" y="60"/>
                  </a:cubicBezTo>
                  <a:cubicBezTo>
                    <a:pt x="14" y="60"/>
                    <a:pt x="13" y="60"/>
                    <a:pt x="11" y="59"/>
                  </a:cubicBezTo>
                  <a:cubicBezTo>
                    <a:pt x="9" y="59"/>
                    <a:pt x="8" y="58"/>
                    <a:pt x="7" y="58"/>
                  </a:cubicBezTo>
                  <a:cubicBezTo>
                    <a:pt x="6" y="58"/>
                    <a:pt x="4" y="59"/>
                    <a:pt x="2" y="60"/>
                  </a:cubicBezTo>
                  <a:cubicBezTo>
                    <a:pt x="1" y="62"/>
                    <a:pt x="0" y="63"/>
                    <a:pt x="0" y="65"/>
                  </a:cubicBezTo>
                  <a:cubicBezTo>
                    <a:pt x="0" y="70"/>
                    <a:pt x="4" y="73"/>
                    <a:pt x="11" y="73"/>
                  </a:cubicBezTo>
                  <a:cubicBezTo>
                    <a:pt x="21" y="73"/>
                    <a:pt x="30" y="71"/>
                    <a:pt x="37" y="67"/>
                  </a:cubicBezTo>
                  <a:cubicBezTo>
                    <a:pt x="45" y="63"/>
                    <a:pt x="49" y="58"/>
                    <a:pt x="49" y="53"/>
                  </a:cubicBezTo>
                  <a:cubicBezTo>
                    <a:pt x="49" y="49"/>
                    <a:pt x="48" y="47"/>
                    <a:pt x="46" y="44"/>
                  </a:cubicBezTo>
                  <a:cubicBezTo>
                    <a:pt x="44" y="41"/>
                    <a:pt x="39" y="38"/>
                    <a:pt x="32" y="35"/>
                  </a:cubicBezTo>
                  <a:cubicBezTo>
                    <a:pt x="28" y="33"/>
                    <a:pt x="25" y="31"/>
                    <a:pt x="23" y="30"/>
                  </a:cubicBezTo>
                  <a:cubicBezTo>
                    <a:pt x="22" y="28"/>
                    <a:pt x="21" y="27"/>
                    <a:pt x="21" y="25"/>
                  </a:cubicBezTo>
                  <a:cubicBezTo>
                    <a:pt x="21" y="22"/>
                    <a:pt x="23" y="19"/>
                    <a:pt x="27"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41"/>
            <p:cNvSpPr>
              <a:spLocks/>
            </p:cNvSpPr>
            <p:nvPr/>
          </p:nvSpPr>
          <p:spPr bwMode="auto">
            <a:xfrm>
              <a:off x="1165225" y="2316163"/>
              <a:ext cx="90488" cy="119063"/>
            </a:xfrm>
            <a:custGeom>
              <a:avLst/>
              <a:gdLst>
                <a:gd name="T0" fmla="*/ 41 w 71"/>
                <a:gd name="T1" fmla="*/ 75 h 94"/>
                <a:gd name="T2" fmla="*/ 21 w 71"/>
                <a:gd name="T3" fmla="*/ 80 h 94"/>
                <a:gd name="T4" fmla="*/ 9 w 71"/>
                <a:gd name="T5" fmla="*/ 77 h 94"/>
                <a:gd name="T6" fmla="*/ 6 w 71"/>
                <a:gd name="T7" fmla="*/ 77 h 94"/>
                <a:gd name="T8" fmla="*/ 2 w 71"/>
                <a:gd name="T9" fmla="*/ 79 h 94"/>
                <a:gd name="T10" fmla="*/ 0 w 71"/>
                <a:gd name="T11" fmla="*/ 85 h 94"/>
                <a:gd name="T12" fmla="*/ 4 w 71"/>
                <a:gd name="T13" fmla="*/ 91 h 94"/>
                <a:gd name="T14" fmla="*/ 14 w 71"/>
                <a:gd name="T15" fmla="*/ 94 h 94"/>
                <a:gd name="T16" fmla="*/ 51 w 71"/>
                <a:gd name="T17" fmla="*/ 84 h 94"/>
                <a:gd name="T18" fmla="*/ 68 w 71"/>
                <a:gd name="T19" fmla="*/ 63 h 94"/>
                <a:gd name="T20" fmla="*/ 61 w 71"/>
                <a:gd name="T21" fmla="*/ 51 h 94"/>
                <a:gd name="T22" fmla="*/ 40 w 71"/>
                <a:gd name="T23" fmla="*/ 42 h 94"/>
                <a:gd name="T24" fmla="*/ 23 w 71"/>
                <a:gd name="T25" fmla="*/ 35 h 94"/>
                <a:gd name="T26" fmla="*/ 20 w 71"/>
                <a:gd name="T27" fmla="*/ 29 h 94"/>
                <a:gd name="T28" fmla="*/ 29 w 71"/>
                <a:gd name="T29" fmla="*/ 18 h 94"/>
                <a:gd name="T30" fmla="*/ 47 w 71"/>
                <a:gd name="T31" fmla="*/ 13 h 94"/>
                <a:gd name="T32" fmla="*/ 56 w 71"/>
                <a:gd name="T33" fmla="*/ 15 h 94"/>
                <a:gd name="T34" fmla="*/ 59 w 71"/>
                <a:gd name="T35" fmla="*/ 24 h 94"/>
                <a:gd name="T36" fmla="*/ 71 w 71"/>
                <a:gd name="T37" fmla="*/ 13 h 94"/>
                <a:gd name="T38" fmla="*/ 65 w 71"/>
                <a:gd name="T39" fmla="*/ 4 h 94"/>
                <a:gd name="T40" fmla="*/ 49 w 71"/>
                <a:gd name="T41" fmla="*/ 0 h 94"/>
                <a:gd name="T42" fmla="*/ 19 w 71"/>
                <a:gd name="T43" fmla="*/ 10 h 94"/>
                <a:gd name="T44" fmla="*/ 6 w 71"/>
                <a:gd name="T45" fmla="*/ 30 h 94"/>
                <a:gd name="T46" fmla="*/ 9 w 71"/>
                <a:gd name="T47" fmla="*/ 41 h 94"/>
                <a:gd name="T48" fmla="*/ 19 w 71"/>
                <a:gd name="T49" fmla="*/ 48 h 94"/>
                <a:gd name="T50" fmla="*/ 38 w 71"/>
                <a:gd name="T51" fmla="*/ 55 h 94"/>
                <a:gd name="T52" fmla="*/ 50 w 71"/>
                <a:gd name="T53" fmla="*/ 60 h 94"/>
                <a:gd name="T54" fmla="*/ 53 w 71"/>
                <a:gd name="T55" fmla="*/ 64 h 94"/>
                <a:gd name="T56" fmla="*/ 41 w 71"/>
                <a:gd name="T57" fmla="*/ 75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1" h="94">
                  <a:moveTo>
                    <a:pt x="41" y="75"/>
                  </a:moveTo>
                  <a:cubicBezTo>
                    <a:pt x="34" y="78"/>
                    <a:pt x="27" y="80"/>
                    <a:pt x="21" y="80"/>
                  </a:cubicBezTo>
                  <a:cubicBezTo>
                    <a:pt x="17" y="80"/>
                    <a:pt x="13" y="79"/>
                    <a:pt x="9" y="77"/>
                  </a:cubicBezTo>
                  <a:cubicBezTo>
                    <a:pt x="8" y="77"/>
                    <a:pt x="7" y="77"/>
                    <a:pt x="6" y="77"/>
                  </a:cubicBezTo>
                  <a:cubicBezTo>
                    <a:pt x="5" y="77"/>
                    <a:pt x="3" y="77"/>
                    <a:pt x="2" y="79"/>
                  </a:cubicBezTo>
                  <a:cubicBezTo>
                    <a:pt x="1" y="81"/>
                    <a:pt x="0" y="83"/>
                    <a:pt x="0" y="85"/>
                  </a:cubicBezTo>
                  <a:cubicBezTo>
                    <a:pt x="0" y="87"/>
                    <a:pt x="2" y="89"/>
                    <a:pt x="4" y="91"/>
                  </a:cubicBezTo>
                  <a:cubicBezTo>
                    <a:pt x="7" y="93"/>
                    <a:pt x="10" y="94"/>
                    <a:pt x="14" y="94"/>
                  </a:cubicBezTo>
                  <a:cubicBezTo>
                    <a:pt x="27" y="94"/>
                    <a:pt x="39" y="90"/>
                    <a:pt x="51" y="84"/>
                  </a:cubicBezTo>
                  <a:cubicBezTo>
                    <a:pt x="62" y="78"/>
                    <a:pt x="68" y="71"/>
                    <a:pt x="68" y="63"/>
                  </a:cubicBezTo>
                  <a:cubicBezTo>
                    <a:pt x="68" y="58"/>
                    <a:pt x="66" y="54"/>
                    <a:pt x="61" y="51"/>
                  </a:cubicBezTo>
                  <a:cubicBezTo>
                    <a:pt x="57" y="48"/>
                    <a:pt x="50" y="45"/>
                    <a:pt x="40" y="42"/>
                  </a:cubicBezTo>
                  <a:cubicBezTo>
                    <a:pt x="31" y="39"/>
                    <a:pt x="25" y="37"/>
                    <a:pt x="23" y="35"/>
                  </a:cubicBezTo>
                  <a:cubicBezTo>
                    <a:pt x="21" y="34"/>
                    <a:pt x="20" y="31"/>
                    <a:pt x="20" y="29"/>
                  </a:cubicBezTo>
                  <a:cubicBezTo>
                    <a:pt x="20" y="25"/>
                    <a:pt x="23" y="21"/>
                    <a:pt x="29" y="18"/>
                  </a:cubicBezTo>
                  <a:cubicBezTo>
                    <a:pt x="34" y="15"/>
                    <a:pt x="41" y="13"/>
                    <a:pt x="47" y="13"/>
                  </a:cubicBezTo>
                  <a:cubicBezTo>
                    <a:pt x="51" y="13"/>
                    <a:pt x="54" y="14"/>
                    <a:pt x="56" y="15"/>
                  </a:cubicBezTo>
                  <a:cubicBezTo>
                    <a:pt x="58" y="17"/>
                    <a:pt x="59" y="20"/>
                    <a:pt x="59" y="24"/>
                  </a:cubicBezTo>
                  <a:cubicBezTo>
                    <a:pt x="67" y="24"/>
                    <a:pt x="71" y="20"/>
                    <a:pt x="71" y="13"/>
                  </a:cubicBezTo>
                  <a:cubicBezTo>
                    <a:pt x="71" y="10"/>
                    <a:pt x="69" y="7"/>
                    <a:pt x="65" y="4"/>
                  </a:cubicBezTo>
                  <a:cubicBezTo>
                    <a:pt x="61" y="1"/>
                    <a:pt x="56" y="0"/>
                    <a:pt x="49" y="0"/>
                  </a:cubicBezTo>
                  <a:cubicBezTo>
                    <a:pt x="37" y="0"/>
                    <a:pt x="27" y="3"/>
                    <a:pt x="19" y="10"/>
                  </a:cubicBezTo>
                  <a:cubicBezTo>
                    <a:pt x="10" y="16"/>
                    <a:pt x="6" y="23"/>
                    <a:pt x="6" y="30"/>
                  </a:cubicBezTo>
                  <a:cubicBezTo>
                    <a:pt x="6" y="35"/>
                    <a:pt x="7" y="38"/>
                    <a:pt x="9" y="41"/>
                  </a:cubicBezTo>
                  <a:cubicBezTo>
                    <a:pt x="11" y="44"/>
                    <a:pt x="14" y="47"/>
                    <a:pt x="19" y="48"/>
                  </a:cubicBezTo>
                  <a:cubicBezTo>
                    <a:pt x="23" y="50"/>
                    <a:pt x="30" y="53"/>
                    <a:pt x="38" y="55"/>
                  </a:cubicBezTo>
                  <a:cubicBezTo>
                    <a:pt x="44" y="57"/>
                    <a:pt x="48" y="59"/>
                    <a:pt x="50" y="60"/>
                  </a:cubicBezTo>
                  <a:cubicBezTo>
                    <a:pt x="52" y="62"/>
                    <a:pt x="53" y="63"/>
                    <a:pt x="53" y="64"/>
                  </a:cubicBezTo>
                  <a:cubicBezTo>
                    <a:pt x="53" y="68"/>
                    <a:pt x="49" y="71"/>
                    <a:pt x="41"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42"/>
            <p:cNvSpPr>
              <a:spLocks noEditPoints="1"/>
            </p:cNvSpPr>
            <p:nvPr/>
          </p:nvSpPr>
          <p:spPr bwMode="auto">
            <a:xfrm>
              <a:off x="1263650" y="2344738"/>
              <a:ext cx="79375" cy="85725"/>
            </a:xfrm>
            <a:custGeom>
              <a:avLst/>
              <a:gdLst>
                <a:gd name="T0" fmla="*/ 59 w 63"/>
                <a:gd name="T1" fmla="*/ 13 h 68"/>
                <a:gd name="T2" fmla="*/ 52 w 63"/>
                <a:gd name="T3" fmla="*/ 7 h 68"/>
                <a:gd name="T4" fmla="*/ 43 w 63"/>
                <a:gd name="T5" fmla="*/ 0 h 68"/>
                <a:gd name="T6" fmla="*/ 14 w 63"/>
                <a:gd name="T7" fmla="*/ 18 h 68"/>
                <a:gd name="T8" fmla="*/ 0 w 63"/>
                <a:gd name="T9" fmla="*/ 52 h 68"/>
                <a:gd name="T10" fmla="*/ 4 w 63"/>
                <a:gd name="T11" fmla="*/ 62 h 68"/>
                <a:gd name="T12" fmla="*/ 13 w 63"/>
                <a:gd name="T13" fmla="*/ 67 h 68"/>
                <a:gd name="T14" fmla="*/ 44 w 63"/>
                <a:gd name="T15" fmla="*/ 46 h 68"/>
                <a:gd name="T16" fmla="*/ 54 w 63"/>
                <a:gd name="T17" fmla="*/ 68 h 68"/>
                <a:gd name="T18" fmla="*/ 60 w 63"/>
                <a:gd name="T19" fmla="*/ 66 h 68"/>
                <a:gd name="T20" fmla="*/ 63 w 63"/>
                <a:gd name="T21" fmla="*/ 61 h 68"/>
                <a:gd name="T22" fmla="*/ 61 w 63"/>
                <a:gd name="T23" fmla="*/ 58 h 68"/>
                <a:gd name="T24" fmla="*/ 58 w 63"/>
                <a:gd name="T25" fmla="*/ 56 h 68"/>
                <a:gd name="T26" fmla="*/ 56 w 63"/>
                <a:gd name="T27" fmla="*/ 52 h 68"/>
                <a:gd name="T28" fmla="*/ 55 w 63"/>
                <a:gd name="T29" fmla="*/ 41 h 68"/>
                <a:gd name="T30" fmla="*/ 58 w 63"/>
                <a:gd name="T31" fmla="*/ 22 h 68"/>
                <a:gd name="T32" fmla="*/ 59 w 63"/>
                <a:gd name="T33" fmla="*/ 13 h 68"/>
                <a:gd name="T34" fmla="*/ 34 w 63"/>
                <a:gd name="T35" fmla="*/ 41 h 68"/>
                <a:gd name="T36" fmla="*/ 17 w 63"/>
                <a:gd name="T37" fmla="*/ 54 h 68"/>
                <a:gd name="T38" fmla="*/ 15 w 63"/>
                <a:gd name="T39" fmla="*/ 49 h 68"/>
                <a:gd name="T40" fmla="*/ 24 w 63"/>
                <a:gd name="T41" fmla="*/ 26 h 68"/>
                <a:gd name="T42" fmla="*/ 40 w 63"/>
                <a:gd name="T43" fmla="*/ 13 h 68"/>
                <a:gd name="T44" fmla="*/ 43 w 63"/>
                <a:gd name="T45" fmla="*/ 14 h 68"/>
                <a:gd name="T46" fmla="*/ 44 w 63"/>
                <a:gd name="T47" fmla="*/ 19 h 68"/>
                <a:gd name="T48" fmla="*/ 34 w 63"/>
                <a:gd name="T49" fmla="*/ 4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3" h="68">
                  <a:moveTo>
                    <a:pt x="59" y="13"/>
                  </a:moveTo>
                  <a:cubicBezTo>
                    <a:pt x="59" y="9"/>
                    <a:pt x="57" y="7"/>
                    <a:pt x="52" y="7"/>
                  </a:cubicBezTo>
                  <a:cubicBezTo>
                    <a:pt x="51" y="2"/>
                    <a:pt x="48" y="0"/>
                    <a:pt x="43" y="0"/>
                  </a:cubicBezTo>
                  <a:cubicBezTo>
                    <a:pt x="33" y="0"/>
                    <a:pt x="24" y="6"/>
                    <a:pt x="14" y="18"/>
                  </a:cubicBezTo>
                  <a:cubicBezTo>
                    <a:pt x="5" y="30"/>
                    <a:pt x="0" y="41"/>
                    <a:pt x="0" y="52"/>
                  </a:cubicBezTo>
                  <a:cubicBezTo>
                    <a:pt x="0" y="56"/>
                    <a:pt x="1" y="60"/>
                    <a:pt x="4" y="62"/>
                  </a:cubicBezTo>
                  <a:cubicBezTo>
                    <a:pt x="7" y="65"/>
                    <a:pt x="10" y="67"/>
                    <a:pt x="13" y="67"/>
                  </a:cubicBezTo>
                  <a:cubicBezTo>
                    <a:pt x="23" y="67"/>
                    <a:pt x="33" y="60"/>
                    <a:pt x="44" y="46"/>
                  </a:cubicBezTo>
                  <a:cubicBezTo>
                    <a:pt x="43" y="61"/>
                    <a:pt x="46" y="68"/>
                    <a:pt x="54" y="68"/>
                  </a:cubicBezTo>
                  <a:cubicBezTo>
                    <a:pt x="56" y="68"/>
                    <a:pt x="58" y="68"/>
                    <a:pt x="60" y="66"/>
                  </a:cubicBezTo>
                  <a:cubicBezTo>
                    <a:pt x="62" y="65"/>
                    <a:pt x="63" y="63"/>
                    <a:pt x="63" y="61"/>
                  </a:cubicBezTo>
                  <a:cubicBezTo>
                    <a:pt x="63" y="60"/>
                    <a:pt x="62" y="59"/>
                    <a:pt x="61" y="58"/>
                  </a:cubicBezTo>
                  <a:cubicBezTo>
                    <a:pt x="59" y="57"/>
                    <a:pt x="58" y="57"/>
                    <a:pt x="58" y="56"/>
                  </a:cubicBezTo>
                  <a:cubicBezTo>
                    <a:pt x="58" y="56"/>
                    <a:pt x="57" y="54"/>
                    <a:pt x="56" y="52"/>
                  </a:cubicBezTo>
                  <a:cubicBezTo>
                    <a:pt x="56" y="50"/>
                    <a:pt x="55" y="46"/>
                    <a:pt x="55" y="41"/>
                  </a:cubicBezTo>
                  <a:cubicBezTo>
                    <a:pt x="55" y="36"/>
                    <a:pt x="56" y="30"/>
                    <a:pt x="58" y="22"/>
                  </a:cubicBezTo>
                  <a:cubicBezTo>
                    <a:pt x="59" y="17"/>
                    <a:pt x="59" y="14"/>
                    <a:pt x="59" y="13"/>
                  </a:cubicBezTo>
                  <a:close/>
                  <a:moveTo>
                    <a:pt x="34" y="41"/>
                  </a:moveTo>
                  <a:cubicBezTo>
                    <a:pt x="27" y="50"/>
                    <a:pt x="21" y="54"/>
                    <a:pt x="17" y="54"/>
                  </a:cubicBezTo>
                  <a:cubicBezTo>
                    <a:pt x="15" y="54"/>
                    <a:pt x="15" y="52"/>
                    <a:pt x="15" y="49"/>
                  </a:cubicBezTo>
                  <a:cubicBezTo>
                    <a:pt x="15" y="43"/>
                    <a:pt x="18" y="35"/>
                    <a:pt x="24" y="26"/>
                  </a:cubicBezTo>
                  <a:cubicBezTo>
                    <a:pt x="31" y="17"/>
                    <a:pt x="36" y="13"/>
                    <a:pt x="40" y="13"/>
                  </a:cubicBezTo>
                  <a:cubicBezTo>
                    <a:pt x="41" y="13"/>
                    <a:pt x="42" y="13"/>
                    <a:pt x="43" y="14"/>
                  </a:cubicBezTo>
                  <a:cubicBezTo>
                    <a:pt x="44" y="16"/>
                    <a:pt x="44" y="17"/>
                    <a:pt x="44" y="19"/>
                  </a:cubicBezTo>
                  <a:cubicBezTo>
                    <a:pt x="44" y="26"/>
                    <a:pt x="41" y="33"/>
                    <a:pt x="34"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43"/>
            <p:cNvSpPr>
              <a:spLocks noEditPoints="1"/>
            </p:cNvSpPr>
            <p:nvPr/>
          </p:nvSpPr>
          <p:spPr bwMode="auto">
            <a:xfrm>
              <a:off x="1352550" y="2300288"/>
              <a:ext cx="93663" cy="130175"/>
            </a:xfrm>
            <a:custGeom>
              <a:avLst/>
              <a:gdLst>
                <a:gd name="T0" fmla="*/ 70 w 74"/>
                <a:gd name="T1" fmla="*/ 18 h 103"/>
                <a:gd name="T2" fmla="*/ 72 w 74"/>
                <a:gd name="T3" fmla="*/ 9 h 103"/>
                <a:gd name="T4" fmla="*/ 71 w 74"/>
                <a:gd name="T5" fmla="*/ 2 h 103"/>
                <a:gd name="T6" fmla="*/ 66 w 74"/>
                <a:gd name="T7" fmla="*/ 0 h 103"/>
                <a:gd name="T8" fmla="*/ 62 w 74"/>
                <a:gd name="T9" fmla="*/ 1 h 103"/>
                <a:gd name="T10" fmla="*/ 58 w 74"/>
                <a:gd name="T11" fmla="*/ 6 h 103"/>
                <a:gd name="T12" fmla="*/ 55 w 74"/>
                <a:gd name="T13" fmla="*/ 18 h 103"/>
                <a:gd name="T14" fmla="*/ 50 w 74"/>
                <a:gd name="T15" fmla="*/ 43 h 103"/>
                <a:gd name="T16" fmla="*/ 39 w 74"/>
                <a:gd name="T17" fmla="*/ 39 h 103"/>
                <a:gd name="T18" fmla="*/ 13 w 74"/>
                <a:gd name="T19" fmla="*/ 54 h 103"/>
                <a:gd name="T20" fmla="*/ 0 w 74"/>
                <a:gd name="T21" fmla="*/ 85 h 103"/>
                <a:gd name="T22" fmla="*/ 4 w 74"/>
                <a:gd name="T23" fmla="*/ 98 h 103"/>
                <a:gd name="T24" fmla="*/ 14 w 74"/>
                <a:gd name="T25" fmla="*/ 103 h 103"/>
                <a:gd name="T26" fmla="*/ 46 w 74"/>
                <a:gd name="T27" fmla="*/ 81 h 103"/>
                <a:gd name="T28" fmla="*/ 48 w 74"/>
                <a:gd name="T29" fmla="*/ 96 h 103"/>
                <a:gd name="T30" fmla="*/ 57 w 74"/>
                <a:gd name="T31" fmla="*/ 102 h 103"/>
                <a:gd name="T32" fmla="*/ 68 w 74"/>
                <a:gd name="T33" fmla="*/ 98 h 103"/>
                <a:gd name="T34" fmla="*/ 74 w 74"/>
                <a:gd name="T35" fmla="*/ 90 h 103"/>
                <a:gd name="T36" fmla="*/ 71 w 74"/>
                <a:gd name="T37" fmla="*/ 87 h 103"/>
                <a:gd name="T38" fmla="*/ 67 w 74"/>
                <a:gd name="T39" fmla="*/ 88 h 103"/>
                <a:gd name="T40" fmla="*/ 62 w 74"/>
                <a:gd name="T41" fmla="*/ 89 h 103"/>
                <a:gd name="T42" fmla="*/ 58 w 74"/>
                <a:gd name="T43" fmla="*/ 79 h 103"/>
                <a:gd name="T44" fmla="*/ 62 w 74"/>
                <a:gd name="T45" fmla="*/ 50 h 103"/>
                <a:gd name="T46" fmla="*/ 70 w 74"/>
                <a:gd name="T47" fmla="*/ 18 h 103"/>
                <a:gd name="T48" fmla="*/ 36 w 74"/>
                <a:gd name="T49" fmla="*/ 77 h 103"/>
                <a:gd name="T50" fmla="*/ 18 w 74"/>
                <a:gd name="T51" fmla="*/ 90 h 103"/>
                <a:gd name="T52" fmla="*/ 14 w 74"/>
                <a:gd name="T53" fmla="*/ 84 h 103"/>
                <a:gd name="T54" fmla="*/ 23 w 74"/>
                <a:gd name="T55" fmla="*/ 62 h 103"/>
                <a:gd name="T56" fmla="*/ 39 w 74"/>
                <a:gd name="T57" fmla="*/ 50 h 103"/>
                <a:gd name="T58" fmla="*/ 44 w 74"/>
                <a:gd name="T59" fmla="*/ 52 h 103"/>
                <a:gd name="T60" fmla="*/ 46 w 74"/>
                <a:gd name="T61" fmla="*/ 56 h 103"/>
                <a:gd name="T62" fmla="*/ 36 w 74"/>
                <a:gd name="T63" fmla="*/ 77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4" h="103">
                  <a:moveTo>
                    <a:pt x="70" y="18"/>
                  </a:moveTo>
                  <a:cubicBezTo>
                    <a:pt x="71" y="13"/>
                    <a:pt x="72" y="10"/>
                    <a:pt x="72" y="9"/>
                  </a:cubicBezTo>
                  <a:cubicBezTo>
                    <a:pt x="72" y="6"/>
                    <a:pt x="72" y="4"/>
                    <a:pt x="71" y="2"/>
                  </a:cubicBezTo>
                  <a:cubicBezTo>
                    <a:pt x="69" y="1"/>
                    <a:pt x="68" y="0"/>
                    <a:pt x="66" y="0"/>
                  </a:cubicBezTo>
                  <a:cubicBezTo>
                    <a:pt x="65" y="0"/>
                    <a:pt x="63" y="0"/>
                    <a:pt x="62" y="1"/>
                  </a:cubicBezTo>
                  <a:cubicBezTo>
                    <a:pt x="60" y="3"/>
                    <a:pt x="59" y="4"/>
                    <a:pt x="58" y="6"/>
                  </a:cubicBezTo>
                  <a:cubicBezTo>
                    <a:pt x="57" y="8"/>
                    <a:pt x="56" y="12"/>
                    <a:pt x="55" y="18"/>
                  </a:cubicBezTo>
                  <a:cubicBezTo>
                    <a:pt x="54" y="21"/>
                    <a:pt x="53" y="30"/>
                    <a:pt x="50" y="43"/>
                  </a:cubicBezTo>
                  <a:cubicBezTo>
                    <a:pt x="48" y="40"/>
                    <a:pt x="44" y="39"/>
                    <a:pt x="39" y="39"/>
                  </a:cubicBezTo>
                  <a:cubicBezTo>
                    <a:pt x="30" y="39"/>
                    <a:pt x="22" y="44"/>
                    <a:pt x="13" y="54"/>
                  </a:cubicBezTo>
                  <a:cubicBezTo>
                    <a:pt x="5" y="64"/>
                    <a:pt x="0" y="75"/>
                    <a:pt x="0" y="85"/>
                  </a:cubicBezTo>
                  <a:cubicBezTo>
                    <a:pt x="0" y="90"/>
                    <a:pt x="2" y="95"/>
                    <a:pt x="4" y="98"/>
                  </a:cubicBezTo>
                  <a:cubicBezTo>
                    <a:pt x="7" y="101"/>
                    <a:pt x="10" y="103"/>
                    <a:pt x="14" y="103"/>
                  </a:cubicBezTo>
                  <a:cubicBezTo>
                    <a:pt x="25" y="103"/>
                    <a:pt x="35" y="96"/>
                    <a:pt x="46" y="81"/>
                  </a:cubicBezTo>
                  <a:cubicBezTo>
                    <a:pt x="45" y="87"/>
                    <a:pt x="46" y="92"/>
                    <a:pt x="48" y="96"/>
                  </a:cubicBezTo>
                  <a:cubicBezTo>
                    <a:pt x="50" y="100"/>
                    <a:pt x="53" y="102"/>
                    <a:pt x="57" y="102"/>
                  </a:cubicBezTo>
                  <a:cubicBezTo>
                    <a:pt x="60" y="102"/>
                    <a:pt x="64" y="101"/>
                    <a:pt x="68" y="98"/>
                  </a:cubicBezTo>
                  <a:cubicBezTo>
                    <a:pt x="72" y="95"/>
                    <a:pt x="74" y="93"/>
                    <a:pt x="74" y="90"/>
                  </a:cubicBezTo>
                  <a:cubicBezTo>
                    <a:pt x="74" y="88"/>
                    <a:pt x="73" y="87"/>
                    <a:pt x="71" y="87"/>
                  </a:cubicBezTo>
                  <a:cubicBezTo>
                    <a:pt x="70" y="87"/>
                    <a:pt x="69" y="87"/>
                    <a:pt x="67" y="88"/>
                  </a:cubicBezTo>
                  <a:cubicBezTo>
                    <a:pt x="66" y="89"/>
                    <a:pt x="64" y="89"/>
                    <a:pt x="62" y="89"/>
                  </a:cubicBezTo>
                  <a:cubicBezTo>
                    <a:pt x="59" y="89"/>
                    <a:pt x="58" y="86"/>
                    <a:pt x="58" y="79"/>
                  </a:cubicBezTo>
                  <a:cubicBezTo>
                    <a:pt x="58" y="71"/>
                    <a:pt x="59" y="62"/>
                    <a:pt x="62" y="50"/>
                  </a:cubicBezTo>
                  <a:cubicBezTo>
                    <a:pt x="64" y="37"/>
                    <a:pt x="67" y="27"/>
                    <a:pt x="70" y="18"/>
                  </a:cubicBezTo>
                  <a:close/>
                  <a:moveTo>
                    <a:pt x="36" y="77"/>
                  </a:moveTo>
                  <a:cubicBezTo>
                    <a:pt x="29" y="86"/>
                    <a:pt x="23" y="90"/>
                    <a:pt x="18" y="90"/>
                  </a:cubicBezTo>
                  <a:cubicBezTo>
                    <a:pt x="16" y="90"/>
                    <a:pt x="14" y="88"/>
                    <a:pt x="14" y="84"/>
                  </a:cubicBezTo>
                  <a:cubicBezTo>
                    <a:pt x="14" y="78"/>
                    <a:pt x="17" y="70"/>
                    <a:pt x="23" y="62"/>
                  </a:cubicBezTo>
                  <a:cubicBezTo>
                    <a:pt x="28" y="54"/>
                    <a:pt x="34" y="50"/>
                    <a:pt x="39" y="50"/>
                  </a:cubicBezTo>
                  <a:cubicBezTo>
                    <a:pt x="41" y="50"/>
                    <a:pt x="43" y="51"/>
                    <a:pt x="44" y="52"/>
                  </a:cubicBezTo>
                  <a:cubicBezTo>
                    <a:pt x="45" y="54"/>
                    <a:pt x="46" y="55"/>
                    <a:pt x="46" y="56"/>
                  </a:cubicBezTo>
                  <a:cubicBezTo>
                    <a:pt x="46" y="61"/>
                    <a:pt x="43" y="68"/>
                    <a:pt x="36"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131"/>
            <p:cNvSpPr>
              <a:spLocks/>
            </p:cNvSpPr>
            <p:nvPr/>
          </p:nvSpPr>
          <p:spPr bwMode="auto">
            <a:xfrm>
              <a:off x="4156075" y="2316163"/>
              <a:ext cx="88900" cy="119063"/>
            </a:xfrm>
            <a:custGeom>
              <a:avLst/>
              <a:gdLst>
                <a:gd name="T0" fmla="*/ 28 w 70"/>
                <a:gd name="T1" fmla="*/ 18 h 94"/>
                <a:gd name="T2" fmla="*/ 47 w 70"/>
                <a:gd name="T3" fmla="*/ 13 h 94"/>
                <a:gd name="T4" fmla="*/ 56 w 70"/>
                <a:gd name="T5" fmla="*/ 15 h 94"/>
                <a:gd name="T6" fmla="*/ 59 w 70"/>
                <a:gd name="T7" fmla="*/ 24 h 94"/>
                <a:gd name="T8" fmla="*/ 70 w 70"/>
                <a:gd name="T9" fmla="*/ 13 h 94"/>
                <a:gd name="T10" fmla="*/ 65 w 70"/>
                <a:gd name="T11" fmla="*/ 4 h 94"/>
                <a:gd name="T12" fmla="*/ 49 w 70"/>
                <a:gd name="T13" fmla="*/ 0 h 94"/>
                <a:gd name="T14" fmla="*/ 18 w 70"/>
                <a:gd name="T15" fmla="*/ 10 h 94"/>
                <a:gd name="T16" fmla="*/ 5 w 70"/>
                <a:gd name="T17" fmla="*/ 30 h 94"/>
                <a:gd name="T18" fmla="*/ 8 w 70"/>
                <a:gd name="T19" fmla="*/ 41 h 94"/>
                <a:gd name="T20" fmla="*/ 18 w 70"/>
                <a:gd name="T21" fmla="*/ 48 h 94"/>
                <a:gd name="T22" fmla="*/ 38 w 70"/>
                <a:gd name="T23" fmla="*/ 55 h 94"/>
                <a:gd name="T24" fmla="*/ 50 w 70"/>
                <a:gd name="T25" fmla="*/ 60 h 94"/>
                <a:gd name="T26" fmla="*/ 53 w 70"/>
                <a:gd name="T27" fmla="*/ 64 h 94"/>
                <a:gd name="T28" fmla="*/ 41 w 70"/>
                <a:gd name="T29" fmla="*/ 75 h 94"/>
                <a:gd name="T30" fmla="*/ 20 w 70"/>
                <a:gd name="T31" fmla="*/ 80 h 94"/>
                <a:gd name="T32" fmla="*/ 8 w 70"/>
                <a:gd name="T33" fmla="*/ 77 h 94"/>
                <a:gd name="T34" fmla="*/ 6 w 70"/>
                <a:gd name="T35" fmla="*/ 77 h 94"/>
                <a:gd name="T36" fmla="*/ 2 w 70"/>
                <a:gd name="T37" fmla="*/ 79 h 94"/>
                <a:gd name="T38" fmla="*/ 0 w 70"/>
                <a:gd name="T39" fmla="*/ 85 h 94"/>
                <a:gd name="T40" fmla="*/ 4 w 70"/>
                <a:gd name="T41" fmla="*/ 91 h 94"/>
                <a:gd name="T42" fmla="*/ 14 w 70"/>
                <a:gd name="T43" fmla="*/ 94 h 94"/>
                <a:gd name="T44" fmla="*/ 50 w 70"/>
                <a:gd name="T45" fmla="*/ 84 h 94"/>
                <a:gd name="T46" fmla="*/ 68 w 70"/>
                <a:gd name="T47" fmla="*/ 63 h 94"/>
                <a:gd name="T48" fmla="*/ 61 w 70"/>
                <a:gd name="T49" fmla="*/ 51 h 94"/>
                <a:gd name="T50" fmla="*/ 40 w 70"/>
                <a:gd name="T51" fmla="*/ 42 h 94"/>
                <a:gd name="T52" fmla="*/ 23 w 70"/>
                <a:gd name="T53" fmla="*/ 35 h 94"/>
                <a:gd name="T54" fmla="*/ 19 w 70"/>
                <a:gd name="T55" fmla="*/ 29 h 94"/>
                <a:gd name="T56" fmla="*/ 28 w 70"/>
                <a:gd name="T57" fmla="*/ 1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 h="94">
                  <a:moveTo>
                    <a:pt x="28" y="18"/>
                  </a:moveTo>
                  <a:cubicBezTo>
                    <a:pt x="34" y="15"/>
                    <a:pt x="40" y="13"/>
                    <a:pt x="47" y="13"/>
                  </a:cubicBezTo>
                  <a:cubicBezTo>
                    <a:pt x="51" y="13"/>
                    <a:pt x="54" y="14"/>
                    <a:pt x="56" y="15"/>
                  </a:cubicBezTo>
                  <a:cubicBezTo>
                    <a:pt x="58" y="17"/>
                    <a:pt x="59" y="20"/>
                    <a:pt x="59" y="24"/>
                  </a:cubicBezTo>
                  <a:cubicBezTo>
                    <a:pt x="67" y="24"/>
                    <a:pt x="70" y="20"/>
                    <a:pt x="70" y="13"/>
                  </a:cubicBezTo>
                  <a:cubicBezTo>
                    <a:pt x="70" y="10"/>
                    <a:pt x="69" y="7"/>
                    <a:pt x="65" y="4"/>
                  </a:cubicBezTo>
                  <a:cubicBezTo>
                    <a:pt x="61" y="1"/>
                    <a:pt x="55" y="0"/>
                    <a:pt x="49" y="0"/>
                  </a:cubicBezTo>
                  <a:cubicBezTo>
                    <a:pt x="37" y="0"/>
                    <a:pt x="27" y="3"/>
                    <a:pt x="18" y="10"/>
                  </a:cubicBezTo>
                  <a:cubicBezTo>
                    <a:pt x="9" y="16"/>
                    <a:pt x="5" y="23"/>
                    <a:pt x="5" y="30"/>
                  </a:cubicBezTo>
                  <a:cubicBezTo>
                    <a:pt x="5" y="35"/>
                    <a:pt x="6" y="38"/>
                    <a:pt x="8" y="41"/>
                  </a:cubicBezTo>
                  <a:cubicBezTo>
                    <a:pt x="11" y="44"/>
                    <a:pt x="14" y="47"/>
                    <a:pt x="18" y="48"/>
                  </a:cubicBezTo>
                  <a:cubicBezTo>
                    <a:pt x="23" y="50"/>
                    <a:pt x="29" y="53"/>
                    <a:pt x="38" y="55"/>
                  </a:cubicBezTo>
                  <a:cubicBezTo>
                    <a:pt x="44" y="57"/>
                    <a:pt x="48" y="59"/>
                    <a:pt x="50" y="60"/>
                  </a:cubicBezTo>
                  <a:cubicBezTo>
                    <a:pt x="52" y="62"/>
                    <a:pt x="53" y="63"/>
                    <a:pt x="53" y="64"/>
                  </a:cubicBezTo>
                  <a:cubicBezTo>
                    <a:pt x="53" y="68"/>
                    <a:pt x="49" y="71"/>
                    <a:pt x="41" y="75"/>
                  </a:cubicBezTo>
                  <a:cubicBezTo>
                    <a:pt x="33" y="78"/>
                    <a:pt x="26" y="80"/>
                    <a:pt x="20" y="80"/>
                  </a:cubicBezTo>
                  <a:cubicBezTo>
                    <a:pt x="16" y="80"/>
                    <a:pt x="12" y="79"/>
                    <a:pt x="8" y="77"/>
                  </a:cubicBezTo>
                  <a:cubicBezTo>
                    <a:pt x="7" y="77"/>
                    <a:pt x="7" y="77"/>
                    <a:pt x="6" y="77"/>
                  </a:cubicBezTo>
                  <a:cubicBezTo>
                    <a:pt x="4" y="77"/>
                    <a:pt x="3" y="77"/>
                    <a:pt x="2" y="79"/>
                  </a:cubicBezTo>
                  <a:cubicBezTo>
                    <a:pt x="0" y="81"/>
                    <a:pt x="0" y="83"/>
                    <a:pt x="0" y="85"/>
                  </a:cubicBezTo>
                  <a:cubicBezTo>
                    <a:pt x="0" y="87"/>
                    <a:pt x="1" y="89"/>
                    <a:pt x="4" y="91"/>
                  </a:cubicBezTo>
                  <a:cubicBezTo>
                    <a:pt x="6" y="93"/>
                    <a:pt x="9" y="94"/>
                    <a:pt x="14" y="94"/>
                  </a:cubicBezTo>
                  <a:cubicBezTo>
                    <a:pt x="26" y="94"/>
                    <a:pt x="38" y="90"/>
                    <a:pt x="50" y="84"/>
                  </a:cubicBezTo>
                  <a:cubicBezTo>
                    <a:pt x="62" y="78"/>
                    <a:pt x="68" y="71"/>
                    <a:pt x="68" y="63"/>
                  </a:cubicBezTo>
                  <a:cubicBezTo>
                    <a:pt x="68" y="58"/>
                    <a:pt x="65" y="54"/>
                    <a:pt x="61" y="51"/>
                  </a:cubicBezTo>
                  <a:cubicBezTo>
                    <a:pt x="56" y="48"/>
                    <a:pt x="49" y="45"/>
                    <a:pt x="40" y="42"/>
                  </a:cubicBezTo>
                  <a:cubicBezTo>
                    <a:pt x="31" y="39"/>
                    <a:pt x="25" y="37"/>
                    <a:pt x="23" y="35"/>
                  </a:cubicBezTo>
                  <a:cubicBezTo>
                    <a:pt x="21" y="34"/>
                    <a:pt x="19" y="31"/>
                    <a:pt x="19" y="29"/>
                  </a:cubicBezTo>
                  <a:cubicBezTo>
                    <a:pt x="19" y="25"/>
                    <a:pt x="22" y="21"/>
                    <a:pt x="28"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132"/>
            <p:cNvSpPr>
              <a:spLocks noEditPoints="1"/>
            </p:cNvSpPr>
            <p:nvPr/>
          </p:nvSpPr>
          <p:spPr bwMode="auto">
            <a:xfrm>
              <a:off x="4254500" y="2343150"/>
              <a:ext cx="71438" cy="87313"/>
            </a:xfrm>
            <a:custGeom>
              <a:avLst/>
              <a:gdLst>
                <a:gd name="T0" fmla="*/ 16 w 56"/>
                <a:gd name="T1" fmla="*/ 47 h 70"/>
                <a:gd name="T2" fmla="*/ 42 w 56"/>
                <a:gd name="T3" fmla="*/ 34 h 70"/>
                <a:gd name="T4" fmla="*/ 52 w 56"/>
                <a:gd name="T5" fmla="*/ 14 h 70"/>
                <a:gd name="T6" fmla="*/ 48 w 56"/>
                <a:gd name="T7" fmla="*/ 4 h 70"/>
                <a:gd name="T8" fmla="*/ 37 w 56"/>
                <a:gd name="T9" fmla="*/ 0 h 70"/>
                <a:gd name="T10" fmla="*/ 12 w 56"/>
                <a:gd name="T11" fmla="*/ 14 h 70"/>
                <a:gd name="T12" fmla="*/ 0 w 56"/>
                <a:gd name="T13" fmla="*/ 46 h 70"/>
                <a:gd name="T14" fmla="*/ 6 w 56"/>
                <a:gd name="T15" fmla="*/ 64 h 70"/>
                <a:gd name="T16" fmla="*/ 22 w 56"/>
                <a:gd name="T17" fmla="*/ 70 h 70"/>
                <a:gd name="T18" fmla="*/ 45 w 56"/>
                <a:gd name="T19" fmla="*/ 61 h 70"/>
                <a:gd name="T20" fmla="*/ 56 w 56"/>
                <a:gd name="T21" fmla="*/ 46 h 70"/>
                <a:gd name="T22" fmla="*/ 52 w 56"/>
                <a:gd name="T23" fmla="*/ 42 h 70"/>
                <a:gd name="T24" fmla="*/ 48 w 56"/>
                <a:gd name="T25" fmla="*/ 45 h 70"/>
                <a:gd name="T26" fmla="*/ 24 w 56"/>
                <a:gd name="T27" fmla="*/ 57 h 70"/>
                <a:gd name="T28" fmla="*/ 17 w 56"/>
                <a:gd name="T29" fmla="*/ 55 h 70"/>
                <a:gd name="T30" fmla="*/ 15 w 56"/>
                <a:gd name="T31" fmla="*/ 49 h 70"/>
                <a:gd name="T32" fmla="*/ 16 w 56"/>
                <a:gd name="T33" fmla="*/ 47 h 70"/>
                <a:gd name="T34" fmla="*/ 24 w 56"/>
                <a:gd name="T35" fmla="*/ 20 h 70"/>
                <a:gd name="T36" fmla="*/ 36 w 56"/>
                <a:gd name="T37" fmla="*/ 12 h 70"/>
                <a:gd name="T38" fmla="*/ 38 w 56"/>
                <a:gd name="T39" fmla="*/ 13 h 70"/>
                <a:gd name="T40" fmla="*/ 40 w 56"/>
                <a:gd name="T41" fmla="*/ 17 h 70"/>
                <a:gd name="T42" fmla="*/ 32 w 56"/>
                <a:gd name="T43" fmla="*/ 28 h 70"/>
                <a:gd name="T44" fmla="*/ 16 w 56"/>
                <a:gd name="T45" fmla="*/ 36 h 70"/>
                <a:gd name="T46" fmla="*/ 24 w 56"/>
                <a:gd name="T47" fmla="*/ 2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6" h="70">
                  <a:moveTo>
                    <a:pt x="16" y="47"/>
                  </a:moveTo>
                  <a:cubicBezTo>
                    <a:pt x="27" y="45"/>
                    <a:pt x="35" y="40"/>
                    <a:pt x="42" y="34"/>
                  </a:cubicBezTo>
                  <a:cubicBezTo>
                    <a:pt x="49" y="28"/>
                    <a:pt x="52" y="21"/>
                    <a:pt x="52" y="14"/>
                  </a:cubicBezTo>
                  <a:cubicBezTo>
                    <a:pt x="52" y="10"/>
                    <a:pt x="51" y="7"/>
                    <a:pt x="48" y="4"/>
                  </a:cubicBezTo>
                  <a:cubicBezTo>
                    <a:pt x="45" y="1"/>
                    <a:pt x="42" y="0"/>
                    <a:pt x="37" y="0"/>
                  </a:cubicBezTo>
                  <a:cubicBezTo>
                    <a:pt x="28" y="0"/>
                    <a:pt x="20" y="5"/>
                    <a:pt x="12" y="14"/>
                  </a:cubicBezTo>
                  <a:cubicBezTo>
                    <a:pt x="4" y="24"/>
                    <a:pt x="0" y="35"/>
                    <a:pt x="0" y="46"/>
                  </a:cubicBezTo>
                  <a:cubicBezTo>
                    <a:pt x="0" y="53"/>
                    <a:pt x="2" y="59"/>
                    <a:pt x="6" y="64"/>
                  </a:cubicBezTo>
                  <a:cubicBezTo>
                    <a:pt x="10" y="68"/>
                    <a:pt x="15" y="70"/>
                    <a:pt x="22" y="70"/>
                  </a:cubicBezTo>
                  <a:cubicBezTo>
                    <a:pt x="31" y="70"/>
                    <a:pt x="38" y="67"/>
                    <a:pt x="45" y="61"/>
                  </a:cubicBezTo>
                  <a:cubicBezTo>
                    <a:pt x="52" y="55"/>
                    <a:pt x="56" y="51"/>
                    <a:pt x="56" y="46"/>
                  </a:cubicBezTo>
                  <a:cubicBezTo>
                    <a:pt x="56" y="44"/>
                    <a:pt x="55" y="42"/>
                    <a:pt x="52" y="42"/>
                  </a:cubicBezTo>
                  <a:cubicBezTo>
                    <a:pt x="51" y="42"/>
                    <a:pt x="49" y="43"/>
                    <a:pt x="48" y="45"/>
                  </a:cubicBezTo>
                  <a:cubicBezTo>
                    <a:pt x="40" y="53"/>
                    <a:pt x="32" y="57"/>
                    <a:pt x="24" y="57"/>
                  </a:cubicBezTo>
                  <a:cubicBezTo>
                    <a:pt x="21" y="57"/>
                    <a:pt x="19" y="56"/>
                    <a:pt x="17" y="55"/>
                  </a:cubicBezTo>
                  <a:cubicBezTo>
                    <a:pt x="16" y="53"/>
                    <a:pt x="15" y="51"/>
                    <a:pt x="15" y="49"/>
                  </a:cubicBezTo>
                  <a:cubicBezTo>
                    <a:pt x="15" y="48"/>
                    <a:pt x="15" y="47"/>
                    <a:pt x="16" y="47"/>
                  </a:cubicBezTo>
                  <a:close/>
                  <a:moveTo>
                    <a:pt x="24" y="20"/>
                  </a:moveTo>
                  <a:cubicBezTo>
                    <a:pt x="28" y="14"/>
                    <a:pt x="32" y="12"/>
                    <a:pt x="36" y="12"/>
                  </a:cubicBezTo>
                  <a:cubicBezTo>
                    <a:pt x="37" y="12"/>
                    <a:pt x="38" y="12"/>
                    <a:pt x="38" y="13"/>
                  </a:cubicBezTo>
                  <a:cubicBezTo>
                    <a:pt x="39" y="14"/>
                    <a:pt x="40" y="15"/>
                    <a:pt x="40" y="17"/>
                  </a:cubicBezTo>
                  <a:cubicBezTo>
                    <a:pt x="40" y="20"/>
                    <a:pt x="37" y="24"/>
                    <a:pt x="32" y="28"/>
                  </a:cubicBezTo>
                  <a:cubicBezTo>
                    <a:pt x="28" y="32"/>
                    <a:pt x="22" y="35"/>
                    <a:pt x="16" y="36"/>
                  </a:cubicBezTo>
                  <a:cubicBezTo>
                    <a:pt x="17" y="30"/>
                    <a:pt x="20" y="25"/>
                    <a:pt x="24"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133"/>
            <p:cNvSpPr>
              <a:spLocks/>
            </p:cNvSpPr>
            <p:nvPr/>
          </p:nvSpPr>
          <p:spPr bwMode="auto">
            <a:xfrm>
              <a:off x="4340225" y="2346325"/>
              <a:ext cx="74613" cy="84138"/>
            </a:xfrm>
            <a:custGeom>
              <a:avLst/>
              <a:gdLst>
                <a:gd name="T0" fmla="*/ 16 w 59"/>
                <a:gd name="T1" fmla="*/ 18 h 67"/>
                <a:gd name="T2" fmla="*/ 19 w 59"/>
                <a:gd name="T3" fmla="*/ 6 h 67"/>
                <a:gd name="T4" fmla="*/ 17 w 59"/>
                <a:gd name="T5" fmla="*/ 2 h 67"/>
                <a:gd name="T6" fmla="*/ 12 w 59"/>
                <a:gd name="T7" fmla="*/ 0 h 67"/>
                <a:gd name="T8" fmla="*/ 6 w 59"/>
                <a:gd name="T9" fmla="*/ 2 h 67"/>
                <a:gd name="T10" fmla="*/ 3 w 59"/>
                <a:gd name="T11" fmla="*/ 6 h 67"/>
                <a:gd name="T12" fmla="*/ 2 w 59"/>
                <a:gd name="T13" fmla="*/ 14 h 67"/>
                <a:gd name="T14" fmla="*/ 2 w 59"/>
                <a:gd name="T15" fmla="*/ 18 h 67"/>
                <a:gd name="T16" fmla="*/ 0 w 59"/>
                <a:gd name="T17" fmla="*/ 35 h 67"/>
                <a:gd name="T18" fmla="*/ 0 w 59"/>
                <a:gd name="T19" fmla="*/ 47 h 67"/>
                <a:gd name="T20" fmla="*/ 2 w 59"/>
                <a:gd name="T21" fmla="*/ 63 h 67"/>
                <a:gd name="T22" fmla="*/ 8 w 59"/>
                <a:gd name="T23" fmla="*/ 67 h 67"/>
                <a:gd name="T24" fmla="*/ 14 w 59"/>
                <a:gd name="T25" fmla="*/ 65 h 67"/>
                <a:gd name="T26" fmla="*/ 17 w 59"/>
                <a:gd name="T27" fmla="*/ 58 h 67"/>
                <a:gd name="T28" fmla="*/ 29 w 59"/>
                <a:gd name="T29" fmla="*/ 27 h 67"/>
                <a:gd name="T30" fmla="*/ 44 w 59"/>
                <a:gd name="T31" fmla="*/ 13 h 67"/>
                <a:gd name="T32" fmla="*/ 48 w 59"/>
                <a:gd name="T33" fmla="*/ 15 h 67"/>
                <a:gd name="T34" fmla="*/ 55 w 59"/>
                <a:gd name="T35" fmla="*/ 18 h 67"/>
                <a:gd name="T36" fmla="*/ 58 w 59"/>
                <a:gd name="T37" fmla="*/ 16 h 67"/>
                <a:gd name="T38" fmla="*/ 59 w 59"/>
                <a:gd name="T39" fmla="*/ 11 h 67"/>
                <a:gd name="T40" fmla="*/ 56 w 59"/>
                <a:gd name="T41" fmla="*/ 3 h 67"/>
                <a:gd name="T42" fmla="*/ 46 w 59"/>
                <a:gd name="T43" fmla="*/ 0 h 67"/>
                <a:gd name="T44" fmla="*/ 29 w 59"/>
                <a:gd name="T45" fmla="*/ 9 h 67"/>
                <a:gd name="T46" fmla="*/ 14 w 59"/>
                <a:gd name="T47" fmla="*/ 32 h 67"/>
                <a:gd name="T48" fmla="*/ 13 w 59"/>
                <a:gd name="T49" fmla="*/ 34 h 67"/>
                <a:gd name="T50" fmla="*/ 14 w 59"/>
                <a:gd name="T51" fmla="*/ 25 h 67"/>
                <a:gd name="T52" fmla="*/ 16 w 59"/>
                <a:gd name="T53" fmla="*/ 1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9" h="67">
                  <a:moveTo>
                    <a:pt x="16" y="18"/>
                  </a:moveTo>
                  <a:cubicBezTo>
                    <a:pt x="18" y="12"/>
                    <a:pt x="19" y="8"/>
                    <a:pt x="19" y="6"/>
                  </a:cubicBezTo>
                  <a:cubicBezTo>
                    <a:pt x="19" y="5"/>
                    <a:pt x="18" y="3"/>
                    <a:pt x="17" y="2"/>
                  </a:cubicBezTo>
                  <a:cubicBezTo>
                    <a:pt x="16" y="1"/>
                    <a:pt x="14" y="0"/>
                    <a:pt x="12" y="0"/>
                  </a:cubicBezTo>
                  <a:cubicBezTo>
                    <a:pt x="10" y="0"/>
                    <a:pt x="8" y="1"/>
                    <a:pt x="6" y="2"/>
                  </a:cubicBezTo>
                  <a:cubicBezTo>
                    <a:pt x="5" y="3"/>
                    <a:pt x="4" y="5"/>
                    <a:pt x="3" y="6"/>
                  </a:cubicBezTo>
                  <a:cubicBezTo>
                    <a:pt x="3" y="8"/>
                    <a:pt x="2" y="10"/>
                    <a:pt x="2" y="14"/>
                  </a:cubicBezTo>
                  <a:cubicBezTo>
                    <a:pt x="2" y="15"/>
                    <a:pt x="2" y="17"/>
                    <a:pt x="2" y="18"/>
                  </a:cubicBezTo>
                  <a:cubicBezTo>
                    <a:pt x="1" y="25"/>
                    <a:pt x="0" y="31"/>
                    <a:pt x="0" y="35"/>
                  </a:cubicBezTo>
                  <a:cubicBezTo>
                    <a:pt x="0" y="40"/>
                    <a:pt x="0" y="44"/>
                    <a:pt x="0" y="47"/>
                  </a:cubicBezTo>
                  <a:cubicBezTo>
                    <a:pt x="0" y="54"/>
                    <a:pt x="1" y="59"/>
                    <a:pt x="2" y="63"/>
                  </a:cubicBezTo>
                  <a:cubicBezTo>
                    <a:pt x="3" y="66"/>
                    <a:pt x="5" y="67"/>
                    <a:pt x="8" y="67"/>
                  </a:cubicBezTo>
                  <a:cubicBezTo>
                    <a:pt x="10" y="67"/>
                    <a:pt x="12" y="67"/>
                    <a:pt x="14" y="65"/>
                  </a:cubicBezTo>
                  <a:cubicBezTo>
                    <a:pt x="15" y="64"/>
                    <a:pt x="16" y="62"/>
                    <a:pt x="17" y="58"/>
                  </a:cubicBezTo>
                  <a:cubicBezTo>
                    <a:pt x="18" y="47"/>
                    <a:pt x="22" y="36"/>
                    <a:pt x="29" y="27"/>
                  </a:cubicBezTo>
                  <a:cubicBezTo>
                    <a:pt x="36" y="18"/>
                    <a:pt x="41" y="13"/>
                    <a:pt x="44" y="13"/>
                  </a:cubicBezTo>
                  <a:cubicBezTo>
                    <a:pt x="45" y="13"/>
                    <a:pt x="46" y="14"/>
                    <a:pt x="48" y="15"/>
                  </a:cubicBezTo>
                  <a:cubicBezTo>
                    <a:pt x="50" y="17"/>
                    <a:pt x="52" y="18"/>
                    <a:pt x="55" y="18"/>
                  </a:cubicBezTo>
                  <a:cubicBezTo>
                    <a:pt x="56" y="18"/>
                    <a:pt x="57" y="17"/>
                    <a:pt x="58" y="16"/>
                  </a:cubicBezTo>
                  <a:cubicBezTo>
                    <a:pt x="59" y="15"/>
                    <a:pt x="59" y="13"/>
                    <a:pt x="59" y="11"/>
                  </a:cubicBezTo>
                  <a:cubicBezTo>
                    <a:pt x="59" y="8"/>
                    <a:pt x="58" y="5"/>
                    <a:pt x="56" y="3"/>
                  </a:cubicBezTo>
                  <a:cubicBezTo>
                    <a:pt x="53" y="1"/>
                    <a:pt x="50" y="0"/>
                    <a:pt x="46" y="0"/>
                  </a:cubicBezTo>
                  <a:cubicBezTo>
                    <a:pt x="40" y="0"/>
                    <a:pt x="35" y="3"/>
                    <a:pt x="29" y="9"/>
                  </a:cubicBezTo>
                  <a:cubicBezTo>
                    <a:pt x="24" y="15"/>
                    <a:pt x="19" y="23"/>
                    <a:pt x="14" y="32"/>
                  </a:cubicBezTo>
                  <a:cubicBezTo>
                    <a:pt x="13" y="34"/>
                    <a:pt x="13" y="34"/>
                    <a:pt x="13" y="34"/>
                  </a:cubicBezTo>
                  <a:cubicBezTo>
                    <a:pt x="14" y="25"/>
                    <a:pt x="14" y="25"/>
                    <a:pt x="14" y="25"/>
                  </a:cubicBezTo>
                  <a:cubicBezTo>
                    <a:pt x="15" y="22"/>
                    <a:pt x="15" y="20"/>
                    <a:pt x="16"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134"/>
            <p:cNvSpPr>
              <a:spLocks/>
            </p:cNvSpPr>
            <p:nvPr/>
          </p:nvSpPr>
          <p:spPr bwMode="auto">
            <a:xfrm>
              <a:off x="4435475" y="2305050"/>
              <a:ext cx="23813" cy="23813"/>
            </a:xfrm>
            <a:custGeom>
              <a:avLst/>
              <a:gdLst>
                <a:gd name="T0" fmla="*/ 15 w 19"/>
                <a:gd name="T1" fmla="*/ 16 h 19"/>
                <a:gd name="T2" fmla="*/ 19 w 19"/>
                <a:gd name="T3" fmla="*/ 8 h 19"/>
                <a:gd name="T4" fmla="*/ 17 w 19"/>
                <a:gd name="T5" fmla="*/ 2 h 19"/>
                <a:gd name="T6" fmla="*/ 10 w 19"/>
                <a:gd name="T7" fmla="*/ 0 h 19"/>
                <a:gd name="T8" fmla="*/ 2 w 19"/>
                <a:gd name="T9" fmla="*/ 3 h 19"/>
                <a:gd name="T10" fmla="*/ 0 w 19"/>
                <a:gd name="T11" fmla="*/ 10 h 19"/>
                <a:gd name="T12" fmla="*/ 2 w 19"/>
                <a:gd name="T13" fmla="*/ 16 h 19"/>
                <a:gd name="T14" fmla="*/ 9 w 19"/>
                <a:gd name="T15" fmla="*/ 19 h 19"/>
                <a:gd name="T16" fmla="*/ 15 w 19"/>
                <a:gd name="T17"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9">
                  <a:moveTo>
                    <a:pt x="15" y="16"/>
                  </a:moveTo>
                  <a:cubicBezTo>
                    <a:pt x="18" y="13"/>
                    <a:pt x="19" y="11"/>
                    <a:pt x="19" y="8"/>
                  </a:cubicBezTo>
                  <a:cubicBezTo>
                    <a:pt x="19" y="6"/>
                    <a:pt x="18" y="4"/>
                    <a:pt x="17" y="2"/>
                  </a:cubicBezTo>
                  <a:cubicBezTo>
                    <a:pt x="15" y="1"/>
                    <a:pt x="13" y="0"/>
                    <a:pt x="10" y="0"/>
                  </a:cubicBezTo>
                  <a:cubicBezTo>
                    <a:pt x="7" y="0"/>
                    <a:pt x="4" y="1"/>
                    <a:pt x="2" y="3"/>
                  </a:cubicBezTo>
                  <a:cubicBezTo>
                    <a:pt x="1" y="5"/>
                    <a:pt x="0" y="7"/>
                    <a:pt x="0" y="10"/>
                  </a:cubicBezTo>
                  <a:cubicBezTo>
                    <a:pt x="0" y="12"/>
                    <a:pt x="1" y="14"/>
                    <a:pt x="2" y="16"/>
                  </a:cubicBezTo>
                  <a:cubicBezTo>
                    <a:pt x="4" y="18"/>
                    <a:pt x="6" y="19"/>
                    <a:pt x="9" y="19"/>
                  </a:cubicBezTo>
                  <a:cubicBezTo>
                    <a:pt x="11" y="19"/>
                    <a:pt x="13" y="18"/>
                    <a:pt x="15"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135"/>
            <p:cNvSpPr>
              <a:spLocks/>
            </p:cNvSpPr>
            <p:nvPr/>
          </p:nvSpPr>
          <p:spPr bwMode="auto">
            <a:xfrm>
              <a:off x="4418013" y="2347913"/>
              <a:ext cx="26988" cy="82550"/>
            </a:xfrm>
            <a:custGeom>
              <a:avLst/>
              <a:gdLst>
                <a:gd name="T0" fmla="*/ 3 w 22"/>
                <a:gd name="T1" fmla="*/ 29 h 66"/>
                <a:gd name="T2" fmla="*/ 0 w 22"/>
                <a:gd name="T3" fmla="*/ 54 h 66"/>
                <a:gd name="T4" fmla="*/ 8 w 22"/>
                <a:gd name="T5" fmla="*/ 66 h 66"/>
                <a:gd name="T6" fmla="*/ 14 w 22"/>
                <a:gd name="T7" fmla="*/ 64 h 66"/>
                <a:gd name="T8" fmla="*/ 17 w 22"/>
                <a:gd name="T9" fmla="*/ 60 h 66"/>
                <a:gd name="T10" fmla="*/ 16 w 22"/>
                <a:gd name="T11" fmla="*/ 58 h 66"/>
                <a:gd name="T12" fmla="*/ 15 w 22"/>
                <a:gd name="T13" fmla="*/ 48 h 66"/>
                <a:gd name="T14" fmla="*/ 16 w 22"/>
                <a:gd name="T15" fmla="*/ 37 h 66"/>
                <a:gd name="T16" fmla="*/ 20 w 22"/>
                <a:gd name="T17" fmla="*/ 18 h 66"/>
                <a:gd name="T18" fmla="*/ 20 w 22"/>
                <a:gd name="T19" fmla="*/ 17 h 66"/>
                <a:gd name="T20" fmla="*/ 22 w 22"/>
                <a:gd name="T21" fmla="*/ 7 h 66"/>
                <a:gd name="T22" fmla="*/ 20 w 22"/>
                <a:gd name="T23" fmla="*/ 2 h 66"/>
                <a:gd name="T24" fmla="*/ 14 w 22"/>
                <a:gd name="T25" fmla="*/ 0 h 66"/>
                <a:gd name="T26" fmla="*/ 8 w 22"/>
                <a:gd name="T27" fmla="*/ 3 h 66"/>
                <a:gd name="T28" fmla="*/ 6 w 22"/>
                <a:gd name="T29" fmla="*/ 11 h 66"/>
                <a:gd name="T30" fmla="*/ 4 w 22"/>
                <a:gd name="T31" fmla="*/ 23 h 66"/>
                <a:gd name="T32" fmla="*/ 4 w 22"/>
                <a:gd name="T33" fmla="*/ 23 h 66"/>
                <a:gd name="T34" fmla="*/ 3 w 22"/>
                <a:gd name="T35" fmla="*/ 29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66">
                  <a:moveTo>
                    <a:pt x="3" y="29"/>
                  </a:moveTo>
                  <a:cubicBezTo>
                    <a:pt x="1" y="39"/>
                    <a:pt x="0" y="47"/>
                    <a:pt x="0" y="54"/>
                  </a:cubicBezTo>
                  <a:cubicBezTo>
                    <a:pt x="0" y="62"/>
                    <a:pt x="3" y="66"/>
                    <a:pt x="8" y="66"/>
                  </a:cubicBezTo>
                  <a:cubicBezTo>
                    <a:pt x="10" y="66"/>
                    <a:pt x="12" y="65"/>
                    <a:pt x="14" y="64"/>
                  </a:cubicBezTo>
                  <a:cubicBezTo>
                    <a:pt x="16" y="62"/>
                    <a:pt x="17" y="61"/>
                    <a:pt x="17" y="60"/>
                  </a:cubicBezTo>
                  <a:cubicBezTo>
                    <a:pt x="17" y="60"/>
                    <a:pt x="16" y="59"/>
                    <a:pt x="16" y="58"/>
                  </a:cubicBezTo>
                  <a:cubicBezTo>
                    <a:pt x="16" y="54"/>
                    <a:pt x="15" y="51"/>
                    <a:pt x="15" y="48"/>
                  </a:cubicBezTo>
                  <a:cubicBezTo>
                    <a:pt x="15" y="46"/>
                    <a:pt x="15" y="42"/>
                    <a:pt x="16" y="37"/>
                  </a:cubicBezTo>
                  <a:cubicBezTo>
                    <a:pt x="16" y="32"/>
                    <a:pt x="18" y="26"/>
                    <a:pt x="20" y="18"/>
                  </a:cubicBezTo>
                  <a:cubicBezTo>
                    <a:pt x="20" y="17"/>
                    <a:pt x="20" y="17"/>
                    <a:pt x="20" y="17"/>
                  </a:cubicBezTo>
                  <a:cubicBezTo>
                    <a:pt x="22" y="12"/>
                    <a:pt x="22" y="8"/>
                    <a:pt x="22" y="7"/>
                  </a:cubicBezTo>
                  <a:cubicBezTo>
                    <a:pt x="22" y="5"/>
                    <a:pt x="22" y="4"/>
                    <a:pt x="20" y="2"/>
                  </a:cubicBezTo>
                  <a:cubicBezTo>
                    <a:pt x="18" y="1"/>
                    <a:pt x="16" y="0"/>
                    <a:pt x="14" y="0"/>
                  </a:cubicBezTo>
                  <a:cubicBezTo>
                    <a:pt x="11" y="0"/>
                    <a:pt x="10" y="1"/>
                    <a:pt x="8" y="3"/>
                  </a:cubicBezTo>
                  <a:cubicBezTo>
                    <a:pt x="7" y="5"/>
                    <a:pt x="6" y="8"/>
                    <a:pt x="6" y="11"/>
                  </a:cubicBezTo>
                  <a:cubicBezTo>
                    <a:pt x="6" y="12"/>
                    <a:pt x="6" y="16"/>
                    <a:pt x="4" y="23"/>
                  </a:cubicBezTo>
                  <a:cubicBezTo>
                    <a:pt x="4" y="23"/>
                    <a:pt x="4" y="23"/>
                    <a:pt x="4" y="23"/>
                  </a:cubicBezTo>
                  <a:cubicBezTo>
                    <a:pt x="4" y="25"/>
                    <a:pt x="4" y="27"/>
                    <a:pt x="3"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136"/>
            <p:cNvSpPr>
              <a:spLocks noEditPoints="1"/>
            </p:cNvSpPr>
            <p:nvPr/>
          </p:nvSpPr>
          <p:spPr bwMode="auto">
            <a:xfrm>
              <a:off x="4460875" y="2344738"/>
              <a:ext cx="74613" cy="85725"/>
            </a:xfrm>
            <a:custGeom>
              <a:avLst/>
              <a:gdLst>
                <a:gd name="T0" fmla="*/ 36 w 59"/>
                <a:gd name="T1" fmla="*/ 0 h 68"/>
                <a:gd name="T2" fmla="*/ 10 w 59"/>
                <a:gd name="T3" fmla="*/ 15 h 68"/>
                <a:gd name="T4" fmla="*/ 0 w 59"/>
                <a:gd name="T5" fmla="*/ 45 h 68"/>
                <a:gd name="T6" fmla="*/ 6 w 59"/>
                <a:gd name="T7" fmla="*/ 61 h 68"/>
                <a:gd name="T8" fmla="*/ 20 w 59"/>
                <a:gd name="T9" fmla="*/ 68 h 68"/>
                <a:gd name="T10" fmla="*/ 43 w 59"/>
                <a:gd name="T11" fmla="*/ 58 h 68"/>
                <a:gd name="T12" fmla="*/ 58 w 59"/>
                <a:gd name="T13" fmla="*/ 35 h 68"/>
                <a:gd name="T14" fmla="*/ 58 w 59"/>
                <a:gd name="T15" fmla="*/ 35 h 68"/>
                <a:gd name="T16" fmla="*/ 59 w 59"/>
                <a:gd name="T17" fmla="*/ 26 h 68"/>
                <a:gd name="T18" fmla="*/ 53 w 59"/>
                <a:gd name="T19" fmla="*/ 8 h 68"/>
                <a:gd name="T20" fmla="*/ 36 w 59"/>
                <a:gd name="T21" fmla="*/ 0 h 68"/>
                <a:gd name="T22" fmla="*/ 37 w 59"/>
                <a:gd name="T23" fmla="*/ 47 h 68"/>
                <a:gd name="T24" fmla="*/ 21 w 59"/>
                <a:gd name="T25" fmla="*/ 55 h 68"/>
                <a:gd name="T26" fmla="*/ 16 w 59"/>
                <a:gd name="T27" fmla="*/ 52 h 68"/>
                <a:gd name="T28" fmla="*/ 15 w 59"/>
                <a:gd name="T29" fmla="*/ 44 h 68"/>
                <a:gd name="T30" fmla="*/ 19 w 59"/>
                <a:gd name="T31" fmla="*/ 28 h 68"/>
                <a:gd name="T32" fmla="*/ 27 w 59"/>
                <a:gd name="T33" fmla="*/ 16 h 68"/>
                <a:gd name="T34" fmla="*/ 27 w 59"/>
                <a:gd name="T35" fmla="*/ 16 h 68"/>
                <a:gd name="T36" fmla="*/ 35 w 59"/>
                <a:gd name="T37" fmla="*/ 13 h 68"/>
                <a:gd name="T38" fmla="*/ 42 w 59"/>
                <a:gd name="T39" fmla="*/ 17 h 68"/>
                <a:gd name="T40" fmla="*/ 45 w 59"/>
                <a:gd name="T41" fmla="*/ 27 h 68"/>
                <a:gd name="T42" fmla="*/ 37 w 59"/>
                <a:gd name="T43" fmla="*/ 47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9" h="68">
                  <a:moveTo>
                    <a:pt x="36" y="0"/>
                  </a:moveTo>
                  <a:cubicBezTo>
                    <a:pt x="26" y="0"/>
                    <a:pt x="17" y="5"/>
                    <a:pt x="10" y="15"/>
                  </a:cubicBezTo>
                  <a:cubicBezTo>
                    <a:pt x="3" y="25"/>
                    <a:pt x="0" y="35"/>
                    <a:pt x="0" y="45"/>
                  </a:cubicBezTo>
                  <a:cubicBezTo>
                    <a:pt x="0" y="52"/>
                    <a:pt x="2" y="57"/>
                    <a:pt x="6" y="61"/>
                  </a:cubicBezTo>
                  <a:cubicBezTo>
                    <a:pt x="9" y="66"/>
                    <a:pt x="14" y="68"/>
                    <a:pt x="20" y="68"/>
                  </a:cubicBezTo>
                  <a:cubicBezTo>
                    <a:pt x="28" y="68"/>
                    <a:pt x="35" y="65"/>
                    <a:pt x="43" y="58"/>
                  </a:cubicBezTo>
                  <a:cubicBezTo>
                    <a:pt x="50" y="52"/>
                    <a:pt x="55" y="44"/>
                    <a:pt x="58" y="35"/>
                  </a:cubicBezTo>
                  <a:cubicBezTo>
                    <a:pt x="58" y="35"/>
                    <a:pt x="58" y="35"/>
                    <a:pt x="58" y="35"/>
                  </a:cubicBezTo>
                  <a:cubicBezTo>
                    <a:pt x="59" y="32"/>
                    <a:pt x="59" y="29"/>
                    <a:pt x="59" y="26"/>
                  </a:cubicBezTo>
                  <a:cubicBezTo>
                    <a:pt x="59" y="19"/>
                    <a:pt x="57" y="13"/>
                    <a:pt x="53" y="8"/>
                  </a:cubicBezTo>
                  <a:cubicBezTo>
                    <a:pt x="48" y="3"/>
                    <a:pt x="43" y="0"/>
                    <a:pt x="36" y="0"/>
                  </a:cubicBezTo>
                  <a:close/>
                  <a:moveTo>
                    <a:pt x="37" y="47"/>
                  </a:moveTo>
                  <a:cubicBezTo>
                    <a:pt x="31" y="52"/>
                    <a:pt x="26" y="55"/>
                    <a:pt x="21" y="55"/>
                  </a:cubicBezTo>
                  <a:cubicBezTo>
                    <a:pt x="19" y="55"/>
                    <a:pt x="18" y="54"/>
                    <a:pt x="16" y="52"/>
                  </a:cubicBezTo>
                  <a:cubicBezTo>
                    <a:pt x="15" y="50"/>
                    <a:pt x="15" y="47"/>
                    <a:pt x="15" y="44"/>
                  </a:cubicBezTo>
                  <a:cubicBezTo>
                    <a:pt x="15" y="38"/>
                    <a:pt x="16" y="33"/>
                    <a:pt x="19" y="28"/>
                  </a:cubicBezTo>
                  <a:cubicBezTo>
                    <a:pt x="21" y="22"/>
                    <a:pt x="24" y="18"/>
                    <a:pt x="27" y="16"/>
                  </a:cubicBezTo>
                  <a:cubicBezTo>
                    <a:pt x="27" y="16"/>
                    <a:pt x="27" y="16"/>
                    <a:pt x="27" y="16"/>
                  </a:cubicBezTo>
                  <a:cubicBezTo>
                    <a:pt x="29" y="14"/>
                    <a:pt x="32" y="13"/>
                    <a:pt x="35" y="13"/>
                  </a:cubicBezTo>
                  <a:cubicBezTo>
                    <a:pt x="38" y="13"/>
                    <a:pt x="40" y="14"/>
                    <a:pt x="42" y="17"/>
                  </a:cubicBezTo>
                  <a:cubicBezTo>
                    <a:pt x="44" y="19"/>
                    <a:pt x="45" y="23"/>
                    <a:pt x="45" y="27"/>
                  </a:cubicBezTo>
                  <a:cubicBezTo>
                    <a:pt x="45" y="34"/>
                    <a:pt x="42" y="41"/>
                    <a:pt x="37"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137"/>
            <p:cNvSpPr>
              <a:spLocks/>
            </p:cNvSpPr>
            <p:nvPr/>
          </p:nvSpPr>
          <p:spPr bwMode="auto">
            <a:xfrm>
              <a:off x="4549775" y="2347913"/>
              <a:ext cx="76200" cy="82550"/>
            </a:xfrm>
            <a:custGeom>
              <a:avLst/>
              <a:gdLst>
                <a:gd name="T0" fmla="*/ 19 w 61"/>
                <a:gd name="T1" fmla="*/ 19 h 66"/>
                <a:gd name="T2" fmla="*/ 22 w 61"/>
                <a:gd name="T3" fmla="*/ 7 h 66"/>
                <a:gd name="T4" fmla="*/ 20 w 61"/>
                <a:gd name="T5" fmla="*/ 2 h 66"/>
                <a:gd name="T6" fmla="*/ 14 w 61"/>
                <a:gd name="T7" fmla="*/ 0 h 66"/>
                <a:gd name="T8" fmla="*/ 7 w 61"/>
                <a:gd name="T9" fmla="*/ 5 h 66"/>
                <a:gd name="T10" fmla="*/ 3 w 61"/>
                <a:gd name="T11" fmla="*/ 23 h 66"/>
                <a:gd name="T12" fmla="*/ 0 w 61"/>
                <a:gd name="T13" fmla="*/ 44 h 66"/>
                <a:gd name="T14" fmla="*/ 5 w 61"/>
                <a:gd name="T15" fmla="*/ 59 h 66"/>
                <a:gd name="T16" fmla="*/ 14 w 61"/>
                <a:gd name="T17" fmla="*/ 64 h 66"/>
                <a:gd name="T18" fmla="*/ 29 w 61"/>
                <a:gd name="T19" fmla="*/ 58 h 66"/>
                <a:gd name="T20" fmla="*/ 42 w 61"/>
                <a:gd name="T21" fmla="*/ 41 h 66"/>
                <a:gd name="T22" fmla="*/ 45 w 61"/>
                <a:gd name="T23" fmla="*/ 59 h 66"/>
                <a:gd name="T24" fmla="*/ 52 w 61"/>
                <a:gd name="T25" fmla="*/ 66 h 66"/>
                <a:gd name="T26" fmla="*/ 58 w 61"/>
                <a:gd name="T27" fmla="*/ 64 h 66"/>
                <a:gd name="T28" fmla="*/ 61 w 61"/>
                <a:gd name="T29" fmla="*/ 60 h 66"/>
                <a:gd name="T30" fmla="*/ 59 w 61"/>
                <a:gd name="T31" fmla="*/ 57 h 66"/>
                <a:gd name="T32" fmla="*/ 54 w 61"/>
                <a:gd name="T33" fmla="*/ 39 h 66"/>
                <a:gd name="T34" fmla="*/ 58 w 61"/>
                <a:gd name="T35" fmla="*/ 15 h 66"/>
                <a:gd name="T36" fmla="*/ 59 w 61"/>
                <a:gd name="T37" fmla="*/ 11 h 66"/>
                <a:gd name="T38" fmla="*/ 52 w 61"/>
                <a:gd name="T39" fmla="*/ 4 h 66"/>
                <a:gd name="T40" fmla="*/ 47 w 61"/>
                <a:gd name="T41" fmla="*/ 7 h 66"/>
                <a:gd name="T42" fmla="*/ 42 w 61"/>
                <a:gd name="T43" fmla="*/ 20 h 66"/>
                <a:gd name="T44" fmla="*/ 30 w 61"/>
                <a:gd name="T45" fmla="*/ 41 h 66"/>
                <a:gd name="T46" fmla="*/ 16 w 61"/>
                <a:gd name="T47" fmla="*/ 51 h 66"/>
                <a:gd name="T48" fmla="*/ 13 w 61"/>
                <a:gd name="T49" fmla="*/ 43 h 66"/>
                <a:gd name="T50" fmla="*/ 15 w 61"/>
                <a:gd name="T51" fmla="*/ 32 h 66"/>
                <a:gd name="T52" fmla="*/ 19 w 61"/>
                <a:gd name="T53" fmla="*/ 19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66">
                  <a:moveTo>
                    <a:pt x="19" y="19"/>
                  </a:moveTo>
                  <a:cubicBezTo>
                    <a:pt x="21" y="13"/>
                    <a:pt x="22" y="9"/>
                    <a:pt x="22" y="7"/>
                  </a:cubicBezTo>
                  <a:cubicBezTo>
                    <a:pt x="22" y="5"/>
                    <a:pt x="21" y="3"/>
                    <a:pt x="20" y="2"/>
                  </a:cubicBezTo>
                  <a:cubicBezTo>
                    <a:pt x="18" y="0"/>
                    <a:pt x="16" y="0"/>
                    <a:pt x="14" y="0"/>
                  </a:cubicBezTo>
                  <a:cubicBezTo>
                    <a:pt x="11" y="0"/>
                    <a:pt x="8" y="1"/>
                    <a:pt x="7" y="5"/>
                  </a:cubicBezTo>
                  <a:cubicBezTo>
                    <a:pt x="7" y="9"/>
                    <a:pt x="5" y="15"/>
                    <a:pt x="3" y="23"/>
                  </a:cubicBezTo>
                  <a:cubicBezTo>
                    <a:pt x="1" y="32"/>
                    <a:pt x="0" y="39"/>
                    <a:pt x="0" y="44"/>
                  </a:cubicBezTo>
                  <a:cubicBezTo>
                    <a:pt x="0" y="51"/>
                    <a:pt x="1" y="56"/>
                    <a:pt x="5" y="59"/>
                  </a:cubicBezTo>
                  <a:cubicBezTo>
                    <a:pt x="8" y="62"/>
                    <a:pt x="11" y="64"/>
                    <a:pt x="14" y="64"/>
                  </a:cubicBezTo>
                  <a:cubicBezTo>
                    <a:pt x="19" y="64"/>
                    <a:pt x="24" y="62"/>
                    <a:pt x="29" y="58"/>
                  </a:cubicBezTo>
                  <a:cubicBezTo>
                    <a:pt x="34" y="54"/>
                    <a:pt x="39" y="48"/>
                    <a:pt x="42" y="41"/>
                  </a:cubicBezTo>
                  <a:cubicBezTo>
                    <a:pt x="42" y="49"/>
                    <a:pt x="43" y="55"/>
                    <a:pt x="45" y="59"/>
                  </a:cubicBezTo>
                  <a:cubicBezTo>
                    <a:pt x="47" y="63"/>
                    <a:pt x="49" y="66"/>
                    <a:pt x="52" y="66"/>
                  </a:cubicBezTo>
                  <a:cubicBezTo>
                    <a:pt x="54" y="66"/>
                    <a:pt x="56" y="65"/>
                    <a:pt x="58" y="64"/>
                  </a:cubicBezTo>
                  <a:cubicBezTo>
                    <a:pt x="60" y="62"/>
                    <a:pt x="61" y="61"/>
                    <a:pt x="61" y="60"/>
                  </a:cubicBezTo>
                  <a:cubicBezTo>
                    <a:pt x="61" y="59"/>
                    <a:pt x="61" y="58"/>
                    <a:pt x="59" y="57"/>
                  </a:cubicBezTo>
                  <a:cubicBezTo>
                    <a:pt x="56" y="55"/>
                    <a:pt x="54" y="49"/>
                    <a:pt x="54" y="39"/>
                  </a:cubicBezTo>
                  <a:cubicBezTo>
                    <a:pt x="54" y="30"/>
                    <a:pt x="55" y="22"/>
                    <a:pt x="58" y="15"/>
                  </a:cubicBezTo>
                  <a:cubicBezTo>
                    <a:pt x="58" y="13"/>
                    <a:pt x="59" y="11"/>
                    <a:pt x="59" y="11"/>
                  </a:cubicBezTo>
                  <a:cubicBezTo>
                    <a:pt x="59" y="6"/>
                    <a:pt x="57" y="4"/>
                    <a:pt x="52" y="4"/>
                  </a:cubicBezTo>
                  <a:cubicBezTo>
                    <a:pt x="50" y="4"/>
                    <a:pt x="48" y="5"/>
                    <a:pt x="47" y="7"/>
                  </a:cubicBezTo>
                  <a:cubicBezTo>
                    <a:pt x="45" y="9"/>
                    <a:pt x="44" y="13"/>
                    <a:pt x="42" y="20"/>
                  </a:cubicBezTo>
                  <a:cubicBezTo>
                    <a:pt x="40" y="27"/>
                    <a:pt x="36" y="34"/>
                    <a:pt x="30" y="41"/>
                  </a:cubicBezTo>
                  <a:cubicBezTo>
                    <a:pt x="24" y="47"/>
                    <a:pt x="20" y="51"/>
                    <a:pt x="16" y="51"/>
                  </a:cubicBezTo>
                  <a:cubicBezTo>
                    <a:pt x="14" y="51"/>
                    <a:pt x="13" y="48"/>
                    <a:pt x="13" y="43"/>
                  </a:cubicBezTo>
                  <a:cubicBezTo>
                    <a:pt x="13" y="41"/>
                    <a:pt x="14" y="38"/>
                    <a:pt x="15" y="32"/>
                  </a:cubicBezTo>
                  <a:cubicBezTo>
                    <a:pt x="16" y="26"/>
                    <a:pt x="17" y="22"/>
                    <a:pt x="19"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138"/>
            <p:cNvSpPr>
              <a:spLocks/>
            </p:cNvSpPr>
            <p:nvPr/>
          </p:nvSpPr>
          <p:spPr bwMode="auto">
            <a:xfrm>
              <a:off x="4635500" y="2339975"/>
              <a:ext cx="63500" cy="92075"/>
            </a:xfrm>
            <a:custGeom>
              <a:avLst/>
              <a:gdLst>
                <a:gd name="T0" fmla="*/ 27 w 50"/>
                <a:gd name="T1" fmla="*/ 58 h 73"/>
                <a:gd name="T2" fmla="*/ 15 w 50"/>
                <a:gd name="T3" fmla="*/ 60 h 73"/>
                <a:gd name="T4" fmla="*/ 11 w 50"/>
                <a:gd name="T5" fmla="*/ 59 h 73"/>
                <a:gd name="T6" fmla="*/ 7 w 50"/>
                <a:gd name="T7" fmla="*/ 58 h 73"/>
                <a:gd name="T8" fmla="*/ 2 w 50"/>
                <a:gd name="T9" fmla="*/ 60 h 73"/>
                <a:gd name="T10" fmla="*/ 0 w 50"/>
                <a:gd name="T11" fmla="*/ 65 h 73"/>
                <a:gd name="T12" fmla="*/ 11 w 50"/>
                <a:gd name="T13" fmla="*/ 73 h 73"/>
                <a:gd name="T14" fmla="*/ 37 w 50"/>
                <a:gd name="T15" fmla="*/ 67 h 73"/>
                <a:gd name="T16" fmla="*/ 49 w 50"/>
                <a:gd name="T17" fmla="*/ 53 h 73"/>
                <a:gd name="T18" fmla="*/ 46 w 50"/>
                <a:gd name="T19" fmla="*/ 44 h 73"/>
                <a:gd name="T20" fmla="*/ 32 w 50"/>
                <a:gd name="T21" fmla="*/ 35 h 73"/>
                <a:gd name="T22" fmla="*/ 23 w 50"/>
                <a:gd name="T23" fmla="*/ 30 h 73"/>
                <a:gd name="T24" fmla="*/ 20 w 50"/>
                <a:gd name="T25" fmla="*/ 25 h 73"/>
                <a:gd name="T26" fmla="*/ 27 w 50"/>
                <a:gd name="T27" fmla="*/ 17 h 73"/>
                <a:gd name="T28" fmla="*/ 39 w 50"/>
                <a:gd name="T29" fmla="*/ 13 h 73"/>
                <a:gd name="T30" fmla="*/ 41 w 50"/>
                <a:gd name="T31" fmla="*/ 14 h 73"/>
                <a:gd name="T32" fmla="*/ 43 w 50"/>
                <a:gd name="T33" fmla="*/ 15 h 73"/>
                <a:gd name="T34" fmla="*/ 47 w 50"/>
                <a:gd name="T35" fmla="*/ 13 h 73"/>
                <a:gd name="T36" fmla="*/ 50 w 50"/>
                <a:gd name="T37" fmla="*/ 9 h 73"/>
                <a:gd name="T38" fmla="*/ 40 w 50"/>
                <a:gd name="T39" fmla="*/ 0 h 73"/>
                <a:gd name="T40" fmla="*/ 17 w 50"/>
                <a:gd name="T41" fmla="*/ 8 h 73"/>
                <a:gd name="T42" fmla="*/ 6 w 50"/>
                <a:gd name="T43" fmla="*/ 26 h 73"/>
                <a:gd name="T44" fmla="*/ 9 w 50"/>
                <a:gd name="T45" fmla="*/ 36 h 73"/>
                <a:gd name="T46" fmla="*/ 25 w 50"/>
                <a:gd name="T47" fmla="*/ 46 h 73"/>
                <a:gd name="T48" fmla="*/ 35 w 50"/>
                <a:gd name="T49" fmla="*/ 54 h 73"/>
                <a:gd name="T50" fmla="*/ 27 w 50"/>
                <a:gd name="T51" fmla="*/ 58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3">
                  <a:moveTo>
                    <a:pt x="27" y="58"/>
                  </a:moveTo>
                  <a:cubicBezTo>
                    <a:pt x="23" y="59"/>
                    <a:pt x="19" y="60"/>
                    <a:pt x="15" y="60"/>
                  </a:cubicBezTo>
                  <a:cubicBezTo>
                    <a:pt x="14" y="60"/>
                    <a:pt x="12" y="60"/>
                    <a:pt x="11" y="59"/>
                  </a:cubicBezTo>
                  <a:cubicBezTo>
                    <a:pt x="9" y="59"/>
                    <a:pt x="8" y="58"/>
                    <a:pt x="7" y="58"/>
                  </a:cubicBezTo>
                  <a:cubicBezTo>
                    <a:pt x="5" y="58"/>
                    <a:pt x="4" y="59"/>
                    <a:pt x="2" y="60"/>
                  </a:cubicBezTo>
                  <a:cubicBezTo>
                    <a:pt x="1" y="62"/>
                    <a:pt x="0" y="63"/>
                    <a:pt x="0" y="65"/>
                  </a:cubicBezTo>
                  <a:cubicBezTo>
                    <a:pt x="0" y="70"/>
                    <a:pt x="3" y="73"/>
                    <a:pt x="11" y="73"/>
                  </a:cubicBezTo>
                  <a:cubicBezTo>
                    <a:pt x="20" y="73"/>
                    <a:pt x="29" y="71"/>
                    <a:pt x="37" y="67"/>
                  </a:cubicBezTo>
                  <a:cubicBezTo>
                    <a:pt x="45" y="63"/>
                    <a:pt x="49" y="58"/>
                    <a:pt x="49" y="53"/>
                  </a:cubicBezTo>
                  <a:cubicBezTo>
                    <a:pt x="49" y="49"/>
                    <a:pt x="48" y="47"/>
                    <a:pt x="46" y="44"/>
                  </a:cubicBezTo>
                  <a:cubicBezTo>
                    <a:pt x="43" y="41"/>
                    <a:pt x="39" y="38"/>
                    <a:pt x="32" y="35"/>
                  </a:cubicBezTo>
                  <a:cubicBezTo>
                    <a:pt x="27" y="33"/>
                    <a:pt x="24" y="31"/>
                    <a:pt x="23" y="30"/>
                  </a:cubicBezTo>
                  <a:cubicBezTo>
                    <a:pt x="21" y="28"/>
                    <a:pt x="20" y="27"/>
                    <a:pt x="20" y="25"/>
                  </a:cubicBezTo>
                  <a:cubicBezTo>
                    <a:pt x="20" y="22"/>
                    <a:pt x="23" y="19"/>
                    <a:pt x="27" y="17"/>
                  </a:cubicBezTo>
                  <a:cubicBezTo>
                    <a:pt x="31" y="14"/>
                    <a:pt x="35" y="13"/>
                    <a:pt x="39" y="13"/>
                  </a:cubicBezTo>
                  <a:cubicBezTo>
                    <a:pt x="39" y="13"/>
                    <a:pt x="40" y="13"/>
                    <a:pt x="41" y="14"/>
                  </a:cubicBezTo>
                  <a:cubicBezTo>
                    <a:pt x="42" y="14"/>
                    <a:pt x="43" y="15"/>
                    <a:pt x="43" y="15"/>
                  </a:cubicBezTo>
                  <a:cubicBezTo>
                    <a:pt x="45" y="15"/>
                    <a:pt x="46" y="14"/>
                    <a:pt x="47" y="13"/>
                  </a:cubicBezTo>
                  <a:cubicBezTo>
                    <a:pt x="49" y="12"/>
                    <a:pt x="50" y="10"/>
                    <a:pt x="50" y="9"/>
                  </a:cubicBezTo>
                  <a:cubicBezTo>
                    <a:pt x="50" y="3"/>
                    <a:pt x="46" y="0"/>
                    <a:pt x="40" y="0"/>
                  </a:cubicBezTo>
                  <a:cubicBezTo>
                    <a:pt x="33" y="0"/>
                    <a:pt x="25" y="3"/>
                    <a:pt x="17" y="8"/>
                  </a:cubicBezTo>
                  <a:cubicBezTo>
                    <a:pt x="10" y="13"/>
                    <a:pt x="6" y="19"/>
                    <a:pt x="6" y="26"/>
                  </a:cubicBezTo>
                  <a:cubicBezTo>
                    <a:pt x="6" y="30"/>
                    <a:pt x="7" y="33"/>
                    <a:pt x="9" y="36"/>
                  </a:cubicBezTo>
                  <a:cubicBezTo>
                    <a:pt x="11" y="39"/>
                    <a:pt x="16" y="42"/>
                    <a:pt x="25" y="46"/>
                  </a:cubicBezTo>
                  <a:cubicBezTo>
                    <a:pt x="31" y="49"/>
                    <a:pt x="35" y="52"/>
                    <a:pt x="35" y="54"/>
                  </a:cubicBezTo>
                  <a:cubicBezTo>
                    <a:pt x="34" y="56"/>
                    <a:pt x="31" y="57"/>
                    <a:pt x="27"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139"/>
            <p:cNvSpPr>
              <a:spLocks/>
            </p:cNvSpPr>
            <p:nvPr/>
          </p:nvSpPr>
          <p:spPr bwMode="auto">
            <a:xfrm>
              <a:off x="4767263" y="2344738"/>
              <a:ext cx="87313" cy="87313"/>
            </a:xfrm>
            <a:custGeom>
              <a:avLst/>
              <a:gdLst>
                <a:gd name="T0" fmla="*/ 50 w 69"/>
                <a:gd name="T1" fmla="*/ 29 h 69"/>
                <a:gd name="T2" fmla="*/ 64 w 69"/>
                <a:gd name="T3" fmla="*/ 14 h 69"/>
                <a:gd name="T4" fmla="*/ 69 w 69"/>
                <a:gd name="T5" fmla="*/ 7 h 69"/>
                <a:gd name="T6" fmla="*/ 67 w 69"/>
                <a:gd name="T7" fmla="*/ 2 h 69"/>
                <a:gd name="T8" fmla="*/ 62 w 69"/>
                <a:gd name="T9" fmla="*/ 0 h 69"/>
                <a:gd name="T10" fmla="*/ 56 w 69"/>
                <a:gd name="T11" fmla="*/ 1 h 69"/>
                <a:gd name="T12" fmla="*/ 48 w 69"/>
                <a:gd name="T13" fmla="*/ 10 h 69"/>
                <a:gd name="T14" fmla="*/ 35 w 69"/>
                <a:gd name="T15" fmla="*/ 29 h 69"/>
                <a:gd name="T16" fmla="*/ 27 w 69"/>
                <a:gd name="T17" fmla="*/ 43 h 69"/>
                <a:gd name="T18" fmla="*/ 24 w 69"/>
                <a:gd name="T19" fmla="*/ 48 h 69"/>
                <a:gd name="T20" fmla="*/ 23 w 69"/>
                <a:gd name="T21" fmla="*/ 44 h 69"/>
                <a:gd name="T22" fmla="*/ 21 w 69"/>
                <a:gd name="T23" fmla="*/ 37 h 69"/>
                <a:gd name="T24" fmla="*/ 18 w 69"/>
                <a:gd name="T25" fmla="*/ 27 h 69"/>
                <a:gd name="T26" fmla="*/ 16 w 69"/>
                <a:gd name="T27" fmla="*/ 18 h 69"/>
                <a:gd name="T28" fmla="*/ 15 w 69"/>
                <a:gd name="T29" fmla="*/ 10 h 69"/>
                <a:gd name="T30" fmla="*/ 8 w 69"/>
                <a:gd name="T31" fmla="*/ 1 h 69"/>
                <a:gd name="T32" fmla="*/ 0 w 69"/>
                <a:gd name="T33" fmla="*/ 11 h 69"/>
                <a:gd name="T34" fmla="*/ 10 w 69"/>
                <a:gd name="T35" fmla="*/ 47 h 69"/>
                <a:gd name="T36" fmla="*/ 15 w 69"/>
                <a:gd name="T37" fmla="*/ 64 h 69"/>
                <a:gd name="T38" fmla="*/ 22 w 69"/>
                <a:gd name="T39" fmla="*/ 69 h 69"/>
                <a:gd name="T40" fmla="*/ 32 w 69"/>
                <a:gd name="T41" fmla="*/ 59 h 69"/>
                <a:gd name="T42" fmla="*/ 50 w 69"/>
                <a:gd name="T43" fmla="*/ 2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9" h="69">
                  <a:moveTo>
                    <a:pt x="50" y="29"/>
                  </a:moveTo>
                  <a:cubicBezTo>
                    <a:pt x="56" y="21"/>
                    <a:pt x="61" y="16"/>
                    <a:pt x="64" y="14"/>
                  </a:cubicBezTo>
                  <a:cubicBezTo>
                    <a:pt x="67" y="11"/>
                    <a:pt x="69" y="9"/>
                    <a:pt x="69" y="7"/>
                  </a:cubicBezTo>
                  <a:cubicBezTo>
                    <a:pt x="69" y="5"/>
                    <a:pt x="68" y="3"/>
                    <a:pt x="67" y="2"/>
                  </a:cubicBezTo>
                  <a:cubicBezTo>
                    <a:pt x="65" y="1"/>
                    <a:pt x="64" y="0"/>
                    <a:pt x="62" y="0"/>
                  </a:cubicBezTo>
                  <a:cubicBezTo>
                    <a:pt x="60" y="0"/>
                    <a:pt x="58" y="0"/>
                    <a:pt x="56" y="1"/>
                  </a:cubicBezTo>
                  <a:cubicBezTo>
                    <a:pt x="54" y="2"/>
                    <a:pt x="51" y="5"/>
                    <a:pt x="48" y="10"/>
                  </a:cubicBezTo>
                  <a:cubicBezTo>
                    <a:pt x="44" y="15"/>
                    <a:pt x="40" y="21"/>
                    <a:pt x="35" y="29"/>
                  </a:cubicBezTo>
                  <a:cubicBezTo>
                    <a:pt x="30" y="37"/>
                    <a:pt x="27" y="41"/>
                    <a:pt x="27" y="43"/>
                  </a:cubicBezTo>
                  <a:cubicBezTo>
                    <a:pt x="25" y="46"/>
                    <a:pt x="24" y="47"/>
                    <a:pt x="24" y="48"/>
                  </a:cubicBezTo>
                  <a:cubicBezTo>
                    <a:pt x="24" y="47"/>
                    <a:pt x="23" y="46"/>
                    <a:pt x="23" y="44"/>
                  </a:cubicBezTo>
                  <a:cubicBezTo>
                    <a:pt x="22" y="41"/>
                    <a:pt x="21" y="39"/>
                    <a:pt x="21" y="37"/>
                  </a:cubicBezTo>
                  <a:cubicBezTo>
                    <a:pt x="20" y="35"/>
                    <a:pt x="19" y="31"/>
                    <a:pt x="18" y="27"/>
                  </a:cubicBezTo>
                  <a:cubicBezTo>
                    <a:pt x="17" y="23"/>
                    <a:pt x="16" y="20"/>
                    <a:pt x="16" y="18"/>
                  </a:cubicBezTo>
                  <a:cubicBezTo>
                    <a:pt x="16" y="16"/>
                    <a:pt x="15" y="14"/>
                    <a:pt x="15" y="10"/>
                  </a:cubicBezTo>
                  <a:cubicBezTo>
                    <a:pt x="15" y="4"/>
                    <a:pt x="13" y="1"/>
                    <a:pt x="8" y="1"/>
                  </a:cubicBezTo>
                  <a:cubicBezTo>
                    <a:pt x="3" y="1"/>
                    <a:pt x="0" y="4"/>
                    <a:pt x="0" y="11"/>
                  </a:cubicBezTo>
                  <a:cubicBezTo>
                    <a:pt x="0" y="18"/>
                    <a:pt x="3" y="30"/>
                    <a:pt x="10" y="47"/>
                  </a:cubicBezTo>
                  <a:cubicBezTo>
                    <a:pt x="13" y="56"/>
                    <a:pt x="15" y="62"/>
                    <a:pt x="15" y="64"/>
                  </a:cubicBezTo>
                  <a:cubicBezTo>
                    <a:pt x="17" y="68"/>
                    <a:pt x="20" y="69"/>
                    <a:pt x="22" y="69"/>
                  </a:cubicBezTo>
                  <a:cubicBezTo>
                    <a:pt x="25" y="69"/>
                    <a:pt x="29" y="66"/>
                    <a:pt x="32" y="59"/>
                  </a:cubicBezTo>
                  <a:cubicBezTo>
                    <a:pt x="39" y="47"/>
                    <a:pt x="45" y="37"/>
                    <a:pt x="50"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140"/>
            <p:cNvSpPr>
              <a:spLocks/>
            </p:cNvSpPr>
            <p:nvPr/>
          </p:nvSpPr>
          <p:spPr bwMode="auto">
            <a:xfrm>
              <a:off x="4846638" y="2339975"/>
              <a:ext cx="63500" cy="92075"/>
            </a:xfrm>
            <a:custGeom>
              <a:avLst/>
              <a:gdLst>
                <a:gd name="T0" fmla="*/ 18 w 50"/>
                <a:gd name="T1" fmla="*/ 8 h 73"/>
                <a:gd name="T2" fmla="*/ 6 w 50"/>
                <a:gd name="T3" fmla="*/ 26 h 73"/>
                <a:gd name="T4" fmla="*/ 9 w 50"/>
                <a:gd name="T5" fmla="*/ 36 h 73"/>
                <a:gd name="T6" fmla="*/ 25 w 50"/>
                <a:gd name="T7" fmla="*/ 46 h 73"/>
                <a:gd name="T8" fmla="*/ 35 w 50"/>
                <a:gd name="T9" fmla="*/ 54 h 73"/>
                <a:gd name="T10" fmla="*/ 27 w 50"/>
                <a:gd name="T11" fmla="*/ 58 h 73"/>
                <a:gd name="T12" fmla="*/ 15 w 50"/>
                <a:gd name="T13" fmla="*/ 60 h 73"/>
                <a:gd name="T14" fmla="*/ 11 w 50"/>
                <a:gd name="T15" fmla="*/ 59 h 73"/>
                <a:gd name="T16" fmla="*/ 7 w 50"/>
                <a:gd name="T17" fmla="*/ 58 h 73"/>
                <a:gd name="T18" fmla="*/ 2 w 50"/>
                <a:gd name="T19" fmla="*/ 60 h 73"/>
                <a:gd name="T20" fmla="*/ 0 w 50"/>
                <a:gd name="T21" fmla="*/ 65 h 73"/>
                <a:gd name="T22" fmla="*/ 11 w 50"/>
                <a:gd name="T23" fmla="*/ 73 h 73"/>
                <a:gd name="T24" fmla="*/ 37 w 50"/>
                <a:gd name="T25" fmla="*/ 67 h 73"/>
                <a:gd name="T26" fmla="*/ 49 w 50"/>
                <a:gd name="T27" fmla="*/ 53 h 73"/>
                <a:gd name="T28" fmla="*/ 46 w 50"/>
                <a:gd name="T29" fmla="*/ 44 h 73"/>
                <a:gd name="T30" fmla="*/ 32 w 50"/>
                <a:gd name="T31" fmla="*/ 35 h 73"/>
                <a:gd name="T32" fmla="*/ 23 w 50"/>
                <a:gd name="T33" fmla="*/ 30 h 73"/>
                <a:gd name="T34" fmla="*/ 21 w 50"/>
                <a:gd name="T35" fmla="*/ 25 h 73"/>
                <a:gd name="T36" fmla="*/ 27 w 50"/>
                <a:gd name="T37" fmla="*/ 17 h 73"/>
                <a:gd name="T38" fmla="*/ 39 w 50"/>
                <a:gd name="T39" fmla="*/ 13 h 73"/>
                <a:gd name="T40" fmla="*/ 42 w 50"/>
                <a:gd name="T41" fmla="*/ 14 h 73"/>
                <a:gd name="T42" fmla="*/ 44 w 50"/>
                <a:gd name="T43" fmla="*/ 15 h 73"/>
                <a:gd name="T44" fmla="*/ 48 w 50"/>
                <a:gd name="T45" fmla="*/ 13 h 73"/>
                <a:gd name="T46" fmla="*/ 50 w 50"/>
                <a:gd name="T47" fmla="*/ 9 h 73"/>
                <a:gd name="T48" fmla="*/ 40 w 50"/>
                <a:gd name="T49" fmla="*/ 0 h 73"/>
                <a:gd name="T50" fmla="*/ 18 w 50"/>
                <a:gd name="T51" fmla="*/ 8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3">
                  <a:moveTo>
                    <a:pt x="18" y="8"/>
                  </a:moveTo>
                  <a:cubicBezTo>
                    <a:pt x="10" y="13"/>
                    <a:pt x="6" y="19"/>
                    <a:pt x="6" y="26"/>
                  </a:cubicBezTo>
                  <a:cubicBezTo>
                    <a:pt x="6" y="30"/>
                    <a:pt x="7" y="33"/>
                    <a:pt x="9" y="36"/>
                  </a:cubicBezTo>
                  <a:cubicBezTo>
                    <a:pt x="12" y="39"/>
                    <a:pt x="17" y="42"/>
                    <a:pt x="25" y="46"/>
                  </a:cubicBezTo>
                  <a:cubicBezTo>
                    <a:pt x="32" y="49"/>
                    <a:pt x="35" y="52"/>
                    <a:pt x="35" y="54"/>
                  </a:cubicBezTo>
                  <a:cubicBezTo>
                    <a:pt x="34" y="56"/>
                    <a:pt x="31" y="57"/>
                    <a:pt x="27" y="58"/>
                  </a:cubicBezTo>
                  <a:cubicBezTo>
                    <a:pt x="23" y="59"/>
                    <a:pt x="19" y="60"/>
                    <a:pt x="15" y="60"/>
                  </a:cubicBezTo>
                  <a:cubicBezTo>
                    <a:pt x="14" y="60"/>
                    <a:pt x="13" y="60"/>
                    <a:pt x="11" y="59"/>
                  </a:cubicBezTo>
                  <a:cubicBezTo>
                    <a:pt x="9" y="59"/>
                    <a:pt x="8" y="58"/>
                    <a:pt x="7" y="58"/>
                  </a:cubicBezTo>
                  <a:cubicBezTo>
                    <a:pt x="6" y="58"/>
                    <a:pt x="4" y="59"/>
                    <a:pt x="2" y="60"/>
                  </a:cubicBezTo>
                  <a:cubicBezTo>
                    <a:pt x="1" y="62"/>
                    <a:pt x="0" y="63"/>
                    <a:pt x="0" y="65"/>
                  </a:cubicBezTo>
                  <a:cubicBezTo>
                    <a:pt x="0" y="70"/>
                    <a:pt x="4" y="73"/>
                    <a:pt x="11" y="73"/>
                  </a:cubicBezTo>
                  <a:cubicBezTo>
                    <a:pt x="21" y="73"/>
                    <a:pt x="30" y="71"/>
                    <a:pt x="37" y="67"/>
                  </a:cubicBezTo>
                  <a:cubicBezTo>
                    <a:pt x="45" y="63"/>
                    <a:pt x="49" y="58"/>
                    <a:pt x="49" y="53"/>
                  </a:cubicBezTo>
                  <a:cubicBezTo>
                    <a:pt x="49" y="49"/>
                    <a:pt x="48" y="47"/>
                    <a:pt x="46" y="44"/>
                  </a:cubicBezTo>
                  <a:cubicBezTo>
                    <a:pt x="44" y="41"/>
                    <a:pt x="39" y="38"/>
                    <a:pt x="32" y="35"/>
                  </a:cubicBezTo>
                  <a:cubicBezTo>
                    <a:pt x="28" y="33"/>
                    <a:pt x="25" y="31"/>
                    <a:pt x="23" y="30"/>
                  </a:cubicBezTo>
                  <a:cubicBezTo>
                    <a:pt x="22" y="28"/>
                    <a:pt x="21" y="27"/>
                    <a:pt x="21" y="25"/>
                  </a:cubicBezTo>
                  <a:cubicBezTo>
                    <a:pt x="21" y="22"/>
                    <a:pt x="23" y="19"/>
                    <a:pt x="27" y="17"/>
                  </a:cubicBezTo>
                  <a:cubicBezTo>
                    <a:pt x="31" y="14"/>
                    <a:pt x="35" y="13"/>
                    <a:pt x="39" y="13"/>
                  </a:cubicBezTo>
                  <a:cubicBezTo>
                    <a:pt x="40" y="13"/>
                    <a:pt x="40" y="13"/>
                    <a:pt x="42" y="14"/>
                  </a:cubicBezTo>
                  <a:cubicBezTo>
                    <a:pt x="43" y="14"/>
                    <a:pt x="43" y="15"/>
                    <a:pt x="44" y="15"/>
                  </a:cubicBezTo>
                  <a:cubicBezTo>
                    <a:pt x="45" y="15"/>
                    <a:pt x="46" y="14"/>
                    <a:pt x="48" y="13"/>
                  </a:cubicBezTo>
                  <a:cubicBezTo>
                    <a:pt x="49" y="12"/>
                    <a:pt x="50" y="10"/>
                    <a:pt x="50" y="9"/>
                  </a:cubicBezTo>
                  <a:cubicBezTo>
                    <a:pt x="50" y="3"/>
                    <a:pt x="47" y="0"/>
                    <a:pt x="40" y="0"/>
                  </a:cubicBezTo>
                  <a:cubicBezTo>
                    <a:pt x="33" y="0"/>
                    <a:pt x="26" y="3"/>
                    <a:pt x="18"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141"/>
            <p:cNvSpPr>
              <a:spLocks/>
            </p:cNvSpPr>
            <p:nvPr/>
          </p:nvSpPr>
          <p:spPr bwMode="auto">
            <a:xfrm>
              <a:off x="4986338" y="2317750"/>
              <a:ext cx="103188" cy="114300"/>
            </a:xfrm>
            <a:custGeom>
              <a:avLst/>
              <a:gdLst>
                <a:gd name="T0" fmla="*/ 19 w 81"/>
                <a:gd name="T1" fmla="*/ 22 h 91"/>
                <a:gd name="T2" fmla="*/ 22 w 81"/>
                <a:gd name="T3" fmla="*/ 8 h 91"/>
                <a:gd name="T4" fmla="*/ 20 w 81"/>
                <a:gd name="T5" fmla="*/ 3 h 91"/>
                <a:gd name="T6" fmla="*/ 15 w 81"/>
                <a:gd name="T7" fmla="*/ 0 h 91"/>
                <a:gd name="T8" fmla="*/ 9 w 81"/>
                <a:gd name="T9" fmla="*/ 3 h 91"/>
                <a:gd name="T10" fmla="*/ 6 w 81"/>
                <a:gd name="T11" fmla="*/ 13 h 91"/>
                <a:gd name="T12" fmla="*/ 5 w 81"/>
                <a:gd name="T13" fmla="*/ 21 h 91"/>
                <a:gd name="T14" fmla="*/ 4 w 81"/>
                <a:gd name="T15" fmla="*/ 27 h 91"/>
                <a:gd name="T16" fmla="*/ 2 w 81"/>
                <a:gd name="T17" fmla="*/ 38 h 91"/>
                <a:gd name="T18" fmla="*/ 0 w 81"/>
                <a:gd name="T19" fmla="*/ 53 h 91"/>
                <a:gd name="T20" fmla="*/ 5 w 81"/>
                <a:gd name="T21" fmla="*/ 73 h 91"/>
                <a:gd name="T22" fmla="*/ 18 w 81"/>
                <a:gd name="T23" fmla="*/ 87 h 91"/>
                <a:gd name="T24" fmla="*/ 33 w 81"/>
                <a:gd name="T25" fmla="*/ 91 h 91"/>
                <a:gd name="T26" fmla="*/ 58 w 81"/>
                <a:gd name="T27" fmla="*/ 84 h 91"/>
                <a:gd name="T28" fmla="*/ 72 w 81"/>
                <a:gd name="T29" fmla="*/ 70 h 91"/>
                <a:gd name="T30" fmla="*/ 77 w 81"/>
                <a:gd name="T31" fmla="*/ 43 h 91"/>
                <a:gd name="T32" fmla="*/ 79 w 81"/>
                <a:gd name="T33" fmla="*/ 28 h 91"/>
                <a:gd name="T34" fmla="*/ 81 w 81"/>
                <a:gd name="T35" fmla="*/ 10 h 91"/>
                <a:gd name="T36" fmla="*/ 75 w 81"/>
                <a:gd name="T37" fmla="*/ 2 h 91"/>
                <a:gd name="T38" fmla="*/ 67 w 81"/>
                <a:gd name="T39" fmla="*/ 7 h 91"/>
                <a:gd name="T40" fmla="*/ 63 w 81"/>
                <a:gd name="T41" fmla="*/ 33 h 91"/>
                <a:gd name="T42" fmla="*/ 62 w 81"/>
                <a:gd name="T43" fmla="*/ 45 h 91"/>
                <a:gd name="T44" fmla="*/ 61 w 81"/>
                <a:gd name="T45" fmla="*/ 50 h 91"/>
                <a:gd name="T46" fmla="*/ 54 w 81"/>
                <a:gd name="T47" fmla="*/ 71 h 91"/>
                <a:gd name="T48" fmla="*/ 33 w 81"/>
                <a:gd name="T49" fmla="*/ 78 h 91"/>
                <a:gd name="T50" fmla="*/ 21 w 81"/>
                <a:gd name="T51" fmla="*/ 73 h 91"/>
                <a:gd name="T52" fmla="*/ 15 w 81"/>
                <a:gd name="T53" fmla="*/ 52 h 91"/>
                <a:gd name="T54" fmla="*/ 16 w 81"/>
                <a:gd name="T55" fmla="*/ 36 h 91"/>
                <a:gd name="T56" fmla="*/ 19 w 81"/>
                <a:gd name="T57" fmla="*/ 22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91">
                  <a:moveTo>
                    <a:pt x="19" y="22"/>
                  </a:moveTo>
                  <a:cubicBezTo>
                    <a:pt x="21" y="14"/>
                    <a:pt x="22" y="9"/>
                    <a:pt x="22" y="8"/>
                  </a:cubicBezTo>
                  <a:cubicBezTo>
                    <a:pt x="22" y="7"/>
                    <a:pt x="21" y="6"/>
                    <a:pt x="20" y="3"/>
                  </a:cubicBezTo>
                  <a:cubicBezTo>
                    <a:pt x="18" y="1"/>
                    <a:pt x="17" y="0"/>
                    <a:pt x="15" y="0"/>
                  </a:cubicBezTo>
                  <a:cubicBezTo>
                    <a:pt x="12" y="0"/>
                    <a:pt x="10" y="1"/>
                    <a:pt x="9" y="3"/>
                  </a:cubicBezTo>
                  <a:cubicBezTo>
                    <a:pt x="7" y="5"/>
                    <a:pt x="6" y="9"/>
                    <a:pt x="6" y="13"/>
                  </a:cubicBezTo>
                  <a:cubicBezTo>
                    <a:pt x="5" y="16"/>
                    <a:pt x="5" y="18"/>
                    <a:pt x="5" y="21"/>
                  </a:cubicBezTo>
                  <a:cubicBezTo>
                    <a:pt x="4" y="23"/>
                    <a:pt x="4" y="25"/>
                    <a:pt x="4" y="27"/>
                  </a:cubicBezTo>
                  <a:cubicBezTo>
                    <a:pt x="2" y="38"/>
                    <a:pt x="2" y="38"/>
                    <a:pt x="2" y="38"/>
                  </a:cubicBezTo>
                  <a:cubicBezTo>
                    <a:pt x="1" y="44"/>
                    <a:pt x="0" y="49"/>
                    <a:pt x="0" y="53"/>
                  </a:cubicBezTo>
                  <a:cubicBezTo>
                    <a:pt x="0" y="60"/>
                    <a:pt x="2" y="67"/>
                    <a:pt x="5" y="73"/>
                  </a:cubicBezTo>
                  <a:cubicBezTo>
                    <a:pt x="8" y="80"/>
                    <a:pt x="12" y="84"/>
                    <a:pt x="18" y="87"/>
                  </a:cubicBezTo>
                  <a:cubicBezTo>
                    <a:pt x="24" y="90"/>
                    <a:pt x="29" y="91"/>
                    <a:pt x="33" y="91"/>
                  </a:cubicBezTo>
                  <a:cubicBezTo>
                    <a:pt x="43" y="91"/>
                    <a:pt x="51" y="89"/>
                    <a:pt x="58" y="84"/>
                  </a:cubicBezTo>
                  <a:cubicBezTo>
                    <a:pt x="64" y="80"/>
                    <a:pt x="69" y="75"/>
                    <a:pt x="72" y="70"/>
                  </a:cubicBezTo>
                  <a:cubicBezTo>
                    <a:pt x="74" y="64"/>
                    <a:pt x="76" y="55"/>
                    <a:pt x="77" y="43"/>
                  </a:cubicBezTo>
                  <a:cubicBezTo>
                    <a:pt x="77" y="38"/>
                    <a:pt x="78" y="33"/>
                    <a:pt x="79" y="28"/>
                  </a:cubicBezTo>
                  <a:cubicBezTo>
                    <a:pt x="80" y="19"/>
                    <a:pt x="81" y="13"/>
                    <a:pt x="81" y="10"/>
                  </a:cubicBezTo>
                  <a:cubicBezTo>
                    <a:pt x="81" y="4"/>
                    <a:pt x="79" y="2"/>
                    <a:pt x="75" y="2"/>
                  </a:cubicBezTo>
                  <a:cubicBezTo>
                    <a:pt x="71" y="2"/>
                    <a:pt x="69" y="3"/>
                    <a:pt x="67" y="7"/>
                  </a:cubicBezTo>
                  <a:cubicBezTo>
                    <a:pt x="65" y="11"/>
                    <a:pt x="64" y="19"/>
                    <a:pt x="63" y="33"/>
                  </a:cubicBezTo>
                  <a:cubicBezTo>
                    <a:pt x="63" y="37"/>
                    <a:pt x="62" y="41"/>
                    <a:pt x="62" y="45"/>
                  </a:cubicBezTo>
                  <a:cubicBezTo>
                    <a:pt x="61" y="47"/>
                    <a:pt x="61" y="48"/>
                    <a:pt x="61" y="50"/>
                  </a:cubicBezTo>
                  <a:cubicBezTo>
                    <a:pt x="60" y="60"/>
                    <a:pt x="58" y="67"/>
                    <a:pt x="54" y="71"/>
                  </a:cubicBezTo>
                  <a:cubicBezTo>
                    <a:pt x="50" y="76"/>
                    <a:pt x="43" y="78"/>
                    <a:pt x="33" y="78"/>
                  </a:cubicBezTo>
                  <a:cubicBezTo>
                    <a:pt x="30" y="78"/>
                    <a:pt x="26" y="76"/>
                    <a:pt x="21" y="73"/>
                  </a:cubicBezTo>
                  <a:cubicBezTo>
                    <a:pt x="17" y="69"/>
                    <a:pt x="15" y="62"/>
                    <a:pt x="15" y="52"/>
                  </a:cubicBezTo>
                  <a:cubicBezTo>
                    <a:pt x="15" y="49"/>
                    <a:pt x="15" y="44"/>
                    <a:pt x="16" y="36"/>
                  </a:cubicBezTo>
                  <a:cubicBezTo>
                    <a:pt x="18" y="28"/>
                    <a:pt x="18" y="24"/>
                    <a:pt x="19"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142"/>
            <p:cNvSpPr>
              <a:spLocks/>
            </p:cNvSpPr>
            <p:nvPr/>
          </p:nvSpPr>
          <p:spPr bwMode="auto">
            <a:xfrm>
              <a:off x="5100638" y="2351088"/>
              <a:ext cx="96838" cy="77788"/>
            </a:xfrm>
            <a:custGeom>
              <a:avLst/>
              <a:gdLst>
                <a:gd name="T0" fmla="*/ 17 w 76"/>
                <a:gd name="T1" fmla="*/ 1 h 62"/>
                <a:gd name="T2" fmla="*/ 12 w 76"/>
                <a:gd name="T3" fmla="*/ 0 h 62"/>
                <a:gd name="T4" fmla="*/ 6 w 76"/>
                <a:gd name="T5" fmla="*/ 3 h 62"/>
                <a:gd name="T6" fmla="*/ 4 w 76"/>
                <a:gd name="T7" fmla="*/ 9 h 62"/>
                <a:gd name="T8" fmla="*/ 2 w 76"/>
                <a:gd name="T9" fmla="*/ 40 h 62"/>
                <a:gd name="T10" fmla="*/ 0 w 76"/>
                <a:gd name="T11" fmla="*/ 53 h 62"/>
                <a:gd name="T12" fmla="*/ 9 w 76"/>
                <a:gd name="T13" fmla="*/ 62 h 62"/>
                <a:gd name="T14" fmla="*/ 12 w 76"/>
                <a:gd name="T15" fmla="*/ 60 h 62"/>
                <a:gd name="T16" fmla="*/ 14 w 76"/>
                <a:gd name="T17" fmla="*/ 56 h 62"/>
                <a:gd name="T18" fmla="*/ 27 w 76"/>
                <a:gd name="T19" fmla="*/ 33 h 62"/>
                <a:gd name="T20" fmla="*/ 42 w 76"/>
                <a:gd name="T21" fmla="*/ 17 h 62"/>
                <a:gd name="T22" fmla="*/ 48 w 76"/>
                <a:gd name="T23" fmla="*/ 32 h 62"/>
                <a:gd name="T24" fmla="*/ 52 w 76"/>
                <a:gd name="T25" fmla="*/ 52 h 62"/>
                <a:gd name="T26" fmla="*/ 52 w 76"/>
                <a:gd name="T27" fmla="*/ 52 h 62"/>
                <a:gd name="T28" fmla="*/ 62 w 76"/>
                <a:gd name="T29" fmla="*/ 58 h 62"/>
                <a:gd name="T30" fmla="*/ 72 w 76"/>
                <a:gd name="T31" fmla="*/ 55 h 62"/>
                <a:gd name="T32" fmla="*/ 76 w 76"/>
                <a:gd name="T33" fmla="*/ 48 h 62"/>
                <a:gd name="T34" fmla="*/ 73 w 76"/>
                <a:gd name="T35" fmla="*/ 45 h 62"/>
                <a:gd name="T36" fmla="*/ 69 w 76"/>
                <a:gd name="T37" fmla="*/ 46 h 62"/>
                <a:gd name="T38" fmla="*/ 66 w 76"/>
                <a:gd name="T39" fmla="*/ 46 h 62"/>
                <a:gd name="T40" fmla="*/ 61 w 76"/>
                <a:gd name="T41" fmla="*/ 24 h 62"/>
                <a:gd name="T42" fmla="*/ 44 w 76"/>
                <a:gd name="T43" fmla="*/ 2 h 62"/>
                <a:gd name="T44" fmla="*/ 15 w 76"/>
                <a:gd name="T45" fmla="*/ 33 h 62"/>
                <a:gd name="T46" fmla="*/ 19 w 76"/>
                <a:gd name="T47" fmla="*/ 11 h 62"/>
                <a:gd name="T48" fmla="*/ 17 w 76"/>
                <a:gd name="T49" fmla="*/ 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6" h="62">
                  <a:moveTo>
                    <a:pt x="17" y="1"/>
                  </a:moveTo>
                  <a:cubicBezTo>
                    <a:pt x="16" y="0"/>
                    <a:pt x="14" y="0"/>
                    <a:pt x="12" y="0"/>
                  </a:cubicBezTo>
                  <a:cubicBezTo>
                    <a:pt x="10" y="0"/>
                    <a:pt x="8" y="1"/>
                    <a:pt x="6" y="3"/>
                  </a:cubicBezTo>
                  <a:cubicBezTo>
                    <a:pt x="5" y="5"/>
                    <a:pt x="4" y="7"/>
                    <a:pt x="4" y="9"/>
                  </a:cubicBezTo>
                  <a:cubicBezTo>
                    <a:pt x="4" y="21"/>
                    <a:pt x="3" y="32"/>
                    <a:pt x="2" y="40"/>
                  </a:cubicBezTo>
                  <a:cubicBezTo>
                    <a:pt x="0" y="47"/>
                    <a:pt x="0" y="51"/>
                    <a:pt x="0" y="53"/>
                  </a:cubicBezTo>
                  <a:cubicBezTo>
                    <a:pt x="0" y="59"/>
                    <a:pt x="3" y="62"/>
                    <a:pt x="9" y="62"/>
                  </a:cubicBezTo>
                  <a:cubicBezTo>
                    <a:pt x="10" y="62"/>
                    <a:pt x="11" y="61"/>
                    <a:pt x="12" y="60"/>
                  </a:cubicBezTo>
                  <a:cubicBezTo>
                    <a:pt x="13" y="59"/>
                    <a:pt x="14" y="58"/>
                    <a:pt x="14" y="56"/>
                  </a:cubicBezTo>
                  <a:cubicBezTo>
                    <a:pt x="16" y="51"/>
                    <a:pt x="20" y="43"/>
                    <a:pt x="27" y="33"/>
                  </a:cubicBezTo>
                  <a:cubicBezTo>
                    <a:pt x="34" y="22"/>
                    <a:pt x="39" y="17"/>
                    <a:pt x="42" y="17"/>
                  </a:cubicBezTo>
                  <a:cubicBezTo>
                    <a:pt x="45" y="17"/>
                    <a:pt x="47" y="22"/>
                    <a:pt x="48" y="32"/>
                  </a:cubicBezTo>
                  <a:cubicBezTo>
                    <a:pt x="49" y="42"/>
                    <a:pt x="50" y="49"/>
                    <a:pt x="52" y="52"/>
                  </a:cubicBezTo>
                  <a:cubicBezTo>
                    <a:pt x="52" y="52"/>
                    <a:pt x="52" y="52"/>
                    <a:pt x="52" y="52"/>
                  </a:cubicBezTo>
                  <a:cubicBezTo>
                    <a:pt x="54" y="56"/>
                    <a:pt x="57" y="58"/>
                    <a:pt x="62" y="58"/>
                  </a:cubicBezTo>
                  <a:cubicBezTo>
                    <a:pt x="66" y="58"/>
                    <a:pt x="69" y="57"/>
                    <a:pt x="72" y="55"/>
                  </a:cubicBezTo>
                  <a:cubicBezTo>
                    <a:pt x="74" y="53"/>
                    <a:pt x="76" y="50"/>
                    <a:pt x="76" y="48"/>
                  </a:cubicBezTo>
                  <a:cubicBezTo>
                    <a:pt x="76" y="46"/>
                    <a:pt x="75" y="45"/>
                    <a:pt x="73" y="45"/>
                  </a:cubicBezTo>
                  <a:cubicBezTo>
                    <a:pt x="72" y="45"/>
                    <a:pt x="71" y="45"/>
                    <a:pt x="69" y="46"/>
                  </a:cubicBezTo>
                  <a:cubicBezTo>
                    <a:pt x="68" y="46"/>
                    <a:pt x="67" y="46"/>
                    <a:pt x="66" y="46"/>
                  </a:cubicBezTo>
                  <a:cubicBezTo>
                    <a:pt x="64" y="46"/>
                    <a:pt x="62" y="39"/>
                    <a:pt x="61" y="24"/>
                  </a:cubicBezTo>
                  <a:cubicBezTo>
                    <a:pt x="59" y="10"/>
                    <a:pt x="54" y="2"/>
                    <a:pt x="44" y="2"/>
                  </a:cubicBezTo>
                  <a:cubicBezTo>
                    <a:pt x="34" y="2"/>
                    <a:pt x="24" y="12"/>
                    <a:pt x="15" y="33"/>
                  </a:cubicBezTo>
                  <a:cubicBezTo>
                    <a:pt x="18" y="22"/>
                    <a:pt x="19" y="14"/>
                    <a:pt x="19" y="11"/>
                  </a:cubicBezTo>
                  <a:cubicBezTo>
                    <a:pt x="19" y="6"/>
                    <a:pt x="18" y="3"/>
                    <a:pt x="1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143"/>
            <p:cNvSpPr>
              <a:spLocks/>
            </p:cNvSpPr>
            <p:nvPr/>
          </p:nvSpPr>
          <p:spPr bwMode="auto">
            <a:xfrm>
              <a:off x="5197475" y="2339975"/>
              <a:ext cx="61913" cy="92075"/>
            </a:xfrm>
            <a:custGeom>
              <a:avLst/>
              <a:gdLst>
                <a:gd name="T0" fmla="*/ 27 w 49"/>
                <a:gd name="T1" fmla="*/ 58 h 73"/>
                <a:gd name="T2" fmla="*/ 15 w 49"/>
                <a:gd name="T3" fmla="*/ 60 h 73"/>
                <a:gd name="T4" fmla="*/ 10 w 49"/>
                <a:gd name="T5" fmla="*/ 59 h 73"/>
                <a:gd name="T6" fmla="*/ 7 w 49"/>
                <a:gd name="T7" fmla="*/ 58 h 73"/>
                <a:gd name="T8" fmla="*/ 2 w 49"/>
                <a:gd name="T9" fmla="*/ 60 h 73"/>
                <a:gd name="T10" fmla="*/ 0 w 49"/>
                <a:gd name="T11" fmla="*/ 65 h 73"/>
                <a:gd name="T12" fmla="*/ 10 w 49"/>
                <a:gd name="T13" fmla="*/ 73 h 73"/>
                <a:gd name="T14" fmla="*/ 37 w 49"/>
                <a:gd name="T15" fmla="*/ 67 h 73"/>
                <a:gd name="T16" fmla="*/ 49 w 49"/>
                <a:gd name="T17" fmla="*/ 53 h 73"/>
                <a:gd name="T18" fmla="*/ 45 w 49"/>
                <a:gd name="T19" fmla="*/ 44 h 73"/>
                <a:gd name="T20" fmla="*/ 32 w 49"/>
                <a:gd name="T21" fmla="*/ 35 h 73"/>
                <a:gd name="T22" fmla="*/ 23 w 49"/>
                <a:gd name="T23" fmla="*/ 30 h 73"/>
                <a:gd name="T24" fmla="*/ 20 w 49"/>
                <a:gd name="T25" fmla="*/ 25 h 73"/>
                <a:gd name="T26" fmla="*/ 27 w 49"/>
                <a:gd name="T27" fmla="*/ 17 h 73"/>
                <a:gd name="T28" fmla="*/ 38 w 49"/>
                <a:gd name="T29" fmla="*/ 13 h 73"/>
                <a:gd name="T30" fmla="*/ 41 w 49"/>
                <a:gd name="T31" fmla="*/ 14 h 73"/>
                <a:gd name="T32" fmla="*/ 43 w 49"/>
                <a:gd name="T33" fmla="*/ 15 h 73"/>
                <a:gd name="T34" fmla="*/ 47 w 49"/>
                <a:gd name="T35" fmla="*/ 13 h 73"/>
                <a:gd name="T36" fmla="*/ 49 w 49"/>
                <a:gd name="T37" fmla="*/ 9 h 73"/>
                <a:gd name="T38" fmla="*/ 39 w 49"/>
                <a:gd name="T39" fmla="*/ 0 h 73"/>
                <a:gd name="T40" fmla="*/ 17 w 49"/>
                <a:gd name="T41" fmla="*/ 8 h 73"/>
                <a:gd name="T42" fmla="*/ 5 w 49"/>
                <a:gd name="T43" fmla="*/ 26 h 73"/>
                <a:gd name="T44" fmla="*/ 9 w 49"/>
                <a:gd name="T45" fmla="*/ 36 h 73"/>
                <a:gd name="T46" fmla="*/ 24 w 49"/>
                <a:gd name="T47" fmla="*/ 46 h 73"/>
                <a:gd name="T48" fmla="*/ 35 w 49"/>
                <a:gd name="T49" fmla="*/ 54 h 73"/>
                <a:gd name="T50" fmla="*/ 27 w 49"/>
                <a:gd name="T51" fmla="*/ 58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9" h="73">
                  <a:moveTo>
                    <a:pt x="27" y="58"/>
                  </a:moveTo>
                  <a:cubicBezTo>
                    <a:pt x="23" y="59"/>
                    <a:pt x="19" y="60"/>
                    <a:pt x="15" y="60"/>
                  </a:cubicBezTo>
                  <a:cubicBezTo>
                    <a:pt x="14" y="60"/>
                    <a:pt x="12" y="60"/>
                    <a:pt x="10" y="59"/>
                  </a:cubicBezTo>
                  <a:cubicBezTo>
                    <a:pt x="9" y="59"/>
                    <a:pt x="8" y="58"/>
                    <a:pt x="7" y="58"/>
                  </a:cubicBezTo>
                  <a:cubicBezTo>
                    <a:pt x="5" y="58"/>
                    <a:pt x="3" y="59"/>
                    <a:pt x="2" y="60"/>
                  </a:cubicBezTo>
                  <a:cubicBezTo>
                    <a:pt x="0" y="62"/>
                    <a:pt x="0" y="63"/>
                    <a:pt x="0" y="65"/>
                  </a:cubicBezTo>
                  <a:cubicBezTo>
                    <a:pt x="0" y="70"/>
                    <a:pt x="3" y="73"/>
                    <a:pt x="10" y="73"/>
                  </a:cubicBezTo>
                  <a:cubicBezTo>
                    <a:pt x="20" y="73"/>
                    <a:pt x="29" y="71"/>
                    <a:pt x="37" y="67"/>
                  </a:cubicBezTo>
                  <a:cubicBezTo>
                    <a:pt x="45" y="63"/>
                    <a:pt x="49" y="58"/>
                    <a:pt x="49" y="53"/>
                  </a:cubicBezTo>
                  <a:cubicBezTo>
                    <a:pt x="49" y="49"/>
                    <a:pt x="48" y="47"/>
                    <a:pt x="45" y="44"/>
                  </a:cubicBezTo>
                  <a:cubicBezTo>
                    <a:pt x="43" y="41"/>
                    <a:pt x="39" y="38"/>
                    <a:pt x="32" y="35"/>
                  </a:cubicBezTo>
                  <a:cubicBezTo>
                    <a:pt x="27" y="33"/>
                    <a:pt x="24" y="31"/>
                    <a:pt x="23" y="30"/>
                  </a:cubicBezTo>
                  <a:cubicBezTo>
                    <a:pt x="21" y="28"/>
                    <a:pt x="20" y="27"/>
                    <a:pt x="20" y="25"/>
                  </a:cubicBezTo>
                  <a:cubicBezTo>
                    <a:pt x="20" y="22"/>
                    <a:pt x="22" y="19"/>
                    <a:pt x="27" y="17"/>
                  </a:cubicBezTo>
                  <a:cubicBezTo>
                    <a:pt x="31" y="14"/>
                    <a:pt x="35" y="13"/>
                    <a:pt x="38" y="13"/>
                  </a:cubicBezTo>
                  <a:cubicBezTo>
                    <a:pt x="39" y="13"/>
                    <a:pt x="40" y="13"/>
                    <a:pt x="41" y="14"/>
                  </a:cubicBezTo>
                  <a:cubicBezTo>
                    <a:pt x="42" y="14"/>
                    <a:pt x="43" y="15"/>
                    <a:pt x="43" y="15"/>
                  </a:cubicBezTo>
                  <a:cubicBezTo>
                    <a:pt x="44" y="15"/>
                    <a:pt x="46" y="14"/>
                    <a:pt x="47" y="13"/>
                  </a:cubicBezTo>
                  <a:cubicBezTo>
                    <a:pt x="49" y="12"/>
                    <a:pt x="49" y="10"/>
                    <a:pt x="49" y="9"/>
                  </a:cubicBezTo>
                  <a:cubicBezTo>
                    <a:pt x="49" y="3"/>
                    <a:pt x="46" y="0"/>
                    <a:pt x="39" y="0"/>
                  </a:cubicBezTo>
                  <a:cubicBezTo>
                    <a:pt x="33" y="0"/>
                    <a:pt x="25" y="3"/>
                    <a:pt x="17" y="8"/>
                  </a:cubicBezTo>
                  <a:cubicBezTo>
                    <a:pt x="9" y="13"/>
                    <a:pt x="5" y="19"/>
                    <a:pt x="5" y="26"/>
                  </a:cubicBezTo>
                  <a:cubicBezTo>
                    <a:pt x="5" y="30"/>
                    <a:pt x="6" y="33"/>
                    <a:pt x="9" y="36"/>
                  </a:cubicBezTo>
                  <a:cubicBezTo>
                    <a:pt x="11" y="39"/>
                    <a:pt x="16" y="42"/>
                    <a:pt x="24" y="46"/>
                  </a:cubicBezTo>
                  <a:cubicBezTo>
                    <a:pt x="31" y="49"/>
                    <a:pt x="35" y="52"/>
                    <a:pt x="35" y="54"/>
                  </a:cubicBezTo>
                  <a:cubicBezTo>
                    <a:pt x="33" y="56"/>
                    <a:pt x="31" y="57"/>
                    <a:pt x="27"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144"/>
            <p:cNvSpPr>
              <a:spLocks noEditPoints="1"/>
            </p:cNvSpPr>
            <p:nvPr/>
          </p:nvSpPr>
          <p:spPr bwMode="auto">
            <a:xfrm>
              <a:off x="5267325" y="2343150"/>
              <a:ext cx="71438" cy="87313"/>
            </a:xfrm>
            <a:custGeom>
              <a:avLst/>
              <a:gdLst>
                <a:gd name="T0" fmla="*/ 16 w 56"/>
                <a:gd name="T1" fmla="*/ 47 h 70"/>
                <a:gd name="T2" fmla="*/ 42 w 56"/>
                <a:gd name="T3" fmla="*/ 34 h 70"/>
                <a:gd name="T4" fmla="*/ 52 w 56"/>
                <a:gd name="T5" fmla="*/ 14 h 70"/>
                <a:gd name="T6" fmla="*/ 48 w 56"/>
                <a:gd name="T7" fmla="*/ 4 h 70"/>
                <a:gd name="T8" fmla="*/ 37 w 56"/>
                <a:gd name="T9" fmla="*/ 0 h 70"/>
                <a:gd name="T10" fmla="*/ 12 w 56"/>
                <a:gd name="T11" fmla="*/ 14 h 70"/>
                <a:gd name="T12" fmla="*/ 0 w 56"/>
                <a:gd name="T13" fmla="*/ 46 h 70"/>
                <a:gd name="T14" fmla="*/ 6 w 56"/>
                <a:gd name="T15" fmla="*/ 64 h 70"/>
                <a:gd name="T16" fmla="*/ 22 w 56"/>
                <a:gd name="T17" fmla="*/ 70 h 70"/>
                <a:gd name="T18" fmla="*/ 45 w 56"/>
                <a:gd name="T19" fmla="*/ 61 h 70"/>
                <a:gd name="T20" fmla="*/ 56 w 56"/>
                <a:gd name="T21" fmla="*/ 46 h 70"/>
                <a:gd name="T22" fmla="*/ 52 w 56"/>
                <a:gd name="T23" fmla="*/ 42 h 70"/>
                <a:gd name="T24" fmla="*/ 48 w 56"/>
                <a:gd name="T25" fmla="*/ 45 h 70"/>
                <a:gd name="T26" fmla="*/ 24 w 56"/>
                <a:gd name="T27" fmla="*/ 57 h 70"/>
                <a:gd name="T28" fmla="*/ 17 w 56"/>
                <a:gd name="T29" fmla="*/ 55 h 70"/>
                <a:gd name="T30" fmla="*/ 15 w 56"/>
                <a:gd name="T31" fmla="*/ 49 h 70"/>
                <a:gd name="T32" fmla="*/ 16 w 56"/>
                <a:gd name="T33" fmla="*/ 47 h 70"/>
                <a:gd name="T34" fmla="*/ 24 w 56"/>
                <a:gd name="T35" fmla="*/ 20 h 70"/>
                <a:gd name="T36" fmla="*/ 36 w 56"/>
                <a:gd name="T37" fmla="*/ 12 h 70"/>
                <a:gd name="T38" fmla="*/ 39 w 56"/>
                <a:gd name="T39" fmla="*/ 13 h 70"/>
                <a:gd name="T40" fmla="*/ 40 w 56"/>
                <a:gd name="T41" fmla="*/ 17 h 70"/>
                <a:gd name="T42" fmla="*/ 32 w 56"/>
                <a:gd name="T43" fmla="*/ 28 h 70"/>
                <a:gd name="T44" fmla="*/ 16 w 56"/>
                <a:gd name="T45" fmla="*/ 36 h 70"/>
                <a:gd name="T46" fmla="*/ 24 w 56"/>
                <a:gd name="T47" fmla="*/ 2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6" h="70">
                  <a:moveTo>
                    <a:pt x="16" y="47"/>
                  </a:moveTo>
                  <a:cubicBezTo>
                    <a:pt x="27" y="45"/>
                    <a:pt x="35" y="40"/>
                    <a:pt x="42" y="34"/>
                  </a:cubicBezTo>
                  <a:cubicBezTo>
                    <a:pt x="49" y="28"/>
                    <a:pt x="52" y="21"/>
                    <a:pt x="52" y="14"/>
                  </a:cubicBezTo>
                  <a:cubicBezTo>
                    <a:pt x="52" y="10"/>
                    <a:pt x="51" y="7"/>
                    <a:pt x="48" y="4"/>
                  </a:cubicBezTo>
                  <a:cubicBezTo>
                    <a:pt x="45" y="1"/>
                    <a:pt x="42" y="0"/>
                    <a:pt x="37" y="0"/>
                  </a:cubicBezTo>
                  <a:cubicBezTo>
                    <a:pt x="28" y="0"/>
                    <a:pt x="20" y="5"/>
                    <a:pt x="12" y="14"/>
                  </a:cubicBezTo>
                  <a:cubicBezTo>
                    <a:pt x="4" y="24"/>
                    <a:pt x="0" y="35"/>
                    <a:pt x="0" y="46"/>
                  </a:cubicBezTo>
                  <a:cubicBezTo>
                    <a:pt x="0" y="53"/>
                    <a:pt x="2" y="59"/>
                    <a:pt x="6" y="64"/>
                  </a:cubicBezTo>
                  <a:cubicBezTo>
                    <a:pt x="10" y="68"/>
                    <a:pt x="15" y="70"/>
                    <a:pt x="22" y="70"/>
                  </a:cubicBezTo>
                  <a:cubicBezTo>
                    <a:pt x="31" y="70"/>
                    <a:pt x="38" y="67"/>
                    <a:pt x="45" y="61"/>
                  </a:cubicBezTo>
                  <a:cubicBezTo>
                    <a:pt x="52" y="55"/>
                    <a:pt x="56" y="51"/>
                    <a:pt x="56" y="46"/>
                  </a:cubicBezTo>
                  <a:cubicBezTo>
                    <a:pt x="56" y="44"/>
                    <a:pt x="55" y="42"/>
                    <a:pt x="52" y="42"/>
                  </a:cubicBezTo>
                  <a:cubicBezTo>
                    <a:pt x="51" y="42"/>
                    <a:pt x="49" y="43"/>
                    <a:pt x="48" y="45"/>
                  </a:cubicBezTo>
                  <a:cubicBezTo>
                    <a:pt x="40" y="53"/>
                    <a:pt x="32" y="57"/>
                    <a:pt x="24" y="57"/>
                  </a:cubicBezTo>
                  <a:cubicBezTo>
                    <a:pt x="21" y="57"/>
                    <a:pt x="19" y="56"/>
                    <a:pt x="17" y="55"/>
                  </a:cubicBezTo>
                  <a:cubicBezTo>
                    <a:pt x="16" y="53"/>
                    <a:pt x="15" y="51"/>
                    <a:pt x="15" y="49"/>
                  </a:cubicBezTo>
                  <a:cubicBezTo>
                    <a:pt x="15" y="48"/>
                    <a:pt x="15" y="47"/>
                    <a:pt x="16" y="47"/>
                  </a:cubicBezTo>
                  <a:close/>
                  <a:moveTo>
                    <a:pt x="24" y="20"/>
                  </a:moveTo>
                  <a:cubicBezTo>
                    <a:pt x="28" y="14"/>
                    <a:pt x="32" y="12"/>
                    <a:pt x="36" y="12"/>
                  </a:cubicBezTo>
                  <a:cubicBezTo>
                    <a:pt x="37" y="12"/>
                    <a:pt x="38" y="12"/>
                    <a:pt x="39" y="13"/>
                  </a:cubicBezTo>
                  <a:cubicBezTo>
                    <a:pt x="39" y="14"/>
                    <a:pt x="40" y="15"/>
                    <a:pt x="40" y="17"/>
                  </a:cubicBezTo>
                  <a:cubicBezTo>
                    <a:pt x="40" y="20"/>
                    <a:pt x="37" y="24"/>
                    <a:pt x="32" y="28"/>
                  </a:cubicBezTo>
                  <a:cubicBezTo>
                    <a:pt x="28" y="32"/>
                    <a:pt x="22" y="35"/>
                    <a:pt x="16" y="36"/>
                  </a:cubicBezTo>
                  <a:cubicBezTo>
                    <a:pt x="17" y="30"/>
                    <a:pt x="20" y="25"/>
                    <a:pt x="24"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145"/>
            <p:cNvSpPr>
              <a:spLocks/>
            </p:cNvSpPr>
            <p:nvPr/>
          </p:nvSpPr>
          <p:spPr bwMode="auto">
            <a:xfrm>
              <a:off x="5353050" y="2346325"/>
              <a:ext cx="74613" cy="84138"/>
            </a:xfrm>
            <a:custGeom>
              <a:avLst/>
              <a:gdLst>
                <a:gd name="T0" fmla="*/ 16 w 59"/>
                <a:gd name="T1" fmla="*/ 18 h 67"/>
                <a:gd name="T2" fmla="*/ 19 w 59"/>
                <a:gd name="T3" fmla="*/ 6 h 67"/>
                <a:gd name="T4" fmla="*/ 17 w 59"/>
                <a:gd name="T5" fmla="*/ 2 h 67"/>
                <a:gd name="T6" fmla="*/ 12 w 59"/>
                <a:gd name="T7" fmla="*/ 0 h 67"/>
                <a:gd name="T8" fmla="*/ 6 w 59"/>
                <a:gd name="T9" fmla="*/ 2 h 67"/>
                <a:gd name="T10" fmla="*/ 3 w 59"/>
                <a:gd name="T11" fmla="*/ 6 h 67"/>
                <a:gd name="T12" fmla="*/ 2 w 59"/>
                <a:gd name="T13" fmla="*/ 14 h 67"/>
                <a:gd name="T14" fmla="*/ 2 w 59"/>
                <a:gd name="T15" fmla="*/ 18 h 67"/>
                <a:gd name="T16" fmla="*/ 0 w 59"/>
                <a:gd name="T17" fmla="*/ 35 h 67"/>
                <a:gd name="T18" fmla="*/ 0 w 59"/>
                <a:gd name="T19" fmla="*/ 47 h 67"/>
                <a:gd name="T20" fmla="*/ 2 w 59"/>
                <a:gd name="T21" fmla="*/ 63 h 67"/>
                <a:gd name="T22" fmla="*/ 8 w 59"/>
                <a:gd name="T23" fmla="*/ 67 h 67"/>
                <a:gd name="T24" fmla="*/ 14 w 59"/>
                <a:gd name="T25" fmla="*/ 65 h 67"/>
                <a:gd name="T26" fmla="*/ 17 w 59"/>
                <a:gd name="T27" fmla="*/ 58 h 67"/>
                <a:gd name="T28" fmla="*/ 29 w 59"/>
                <a:gd name="T29" fmla="*/ 27 h 67"/>
                <a:gd name="T30" fmla="*/ 44 w 59"/>
                <a:gd name="T31" fmla="*/ 13 h 67"/>
                <a:gd name="T32" fmla="*/ 48 w 59"/>
                <a:gd name="T33" fmla="*/ 15 h 67"/>
                <a:gd name="T34" fmla="*/ 55 w 59"/>
                <a:gd name="T35" fmla="*/ 18 h 67"/>
                <a:gd name="T36" fmla="*/ 58 w 59"/>
                <a:gd name="T37" fmla="*/ 16 h 67"/>
                <a:gd name="T38" fmla="*/ 59 w 59"/>
                <a:gd name="T39" fmla="*/ 11 h 67"/>
                <a:gd name="T40" fmla="*/ 56 w 59"/>
                <a:gd name="T41" fmla="*/ 3 h 67"/>
                <a:gd name="T42" fmla="*/ 46 w 59"/>
                <a:gd name="T43" fmla="*/ 0 h 67"/>
                <a:gd name="T44" fmla="*/ 29 w 59"/>
                <a:gd name="T45" fmla="*/ 9 h 67"/>
                <a:gd name="T46" fmla="*/ 14 w 59"/>
                <a:gd name="T47" fmla="*/ 32 h 67"/>
                <a:gd name="T48" fmla="*/ 13 w 59"/>
                <a:gd name="T49" fmla="*/ 34 h 67"/>
                <a:gd name="T50" fmla="*/ 14 w 59"/>
                <a:gd name="T51" fmla="*/ 25 h 67"/>
                <a:gd name="T52" fmla="*/ 16 w 59"/>
                <a:gd name="T53" fmla="*/ 1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9" h="67">
                  <a:moveTo>
                    <a:pt x="16" y="18"/>
                  </a:moveTo>
                  <a:cubicBezTo>
                    <a:pt x="18" y="12"/>
                    <a:pt x="19" y="8"/>
                    <a:pt x="19" y="6"/>
                  </a:cubicBezTo>
                  <a:cubicBezTo>
                    <a:pt x="19" y="5"/>
                    <a:pt x="18" y="3"/>
                    <a:pt x="17" y="2"/>
                  </a:cubicBezTo>
                  <a:cubicBezTo>
                    <a:pt x="16" y="1"/>
                    <a:pt x="14" y="0"/>
                    <a:pt x="12" y="0"/>
                  </a:cubicBezTo>
                  <a:cubicBezTo>
                    <a:pt x="10" y="0"/>
                    <a:pt x="8" y="1"/>
                    <a:pt x="6" y="2"/>
                  </a:cubicBezTo>
                  <a:cubicBezTo>
                    <a:pt x="5" y="3"/>
                    <a:pt x="4" y="5"/>
                    <a:pt x="3" y="6"/>
                  </a:cubicBezTo>
                  <a:cubicBezTo>
                    <a:pt x="3" y="8"/>
                    <a:pt x="2" y="10"/>
                    <a:pt x="2" y="14"/>
                  </a:cubicBezTo>
                  <a:cubicBezTo>
                    <a:pt x="2" y="15"/>
                    <a:pt x="2" y="17"/>
                    <a:pt x="2" y="18"/>
                  </a:cubicBezTo>
                  <a:cubicBezTo>
                    <a:pt x="1" y="25"/>
                    <a:pt x="0" y="31"/>
                    <a:pt x="0" y="35"/>
                  </a:cubicBezTo>
                  <a:cubicBezTo>
                    <a:pt x="0" y="40"/>
                    <a:pt x="0" y="44"/>
                    <a:pt x="0" y="47"/>
                  </a:cubicBezTo>
                  <a:cubicBezTo>
                    <a:pt x="0" y="54"/>
                    <a:pt x="1" y="59"/>
                    <a:pt x="2" y="63"/>
                  </a:cubicBezTo>
                  <a:cubicBezTo>
                    <a:pt x="3" y="66"/>
                    <a:pt x="5" y="67"/>
                    <a:pt x="8" y="67"/>
                  </a:cubicBezTo>
                  <a:cubicBezTo>
                    <a:pt x="10" y="67"/>
                    <a:pt x="12" y="67"/>
                    <a:pt x="14" y="65"/>
                  </a:cubicBezTo>
                  <a:cubicBezTo>
                    <a:pt x="15" y="64"/>
                    <a:pt x="16" y="62"/>
                    <a:pt x="17" y="58"/>
                  </a:cubicBezTo>
                  <a:cubicBezTo>
                    <a:pt x="18" y="47"/>
                    <a:pt x="22" y="36"/>
                    <a:pt x="29" y="27"/>
                  </a:cubicBezTo>
                  <a:cubicBezTo>
                    <a:pt x="36" y="18"/>
                    <a:pt x="41" y="13"/>
                    <a:pt x="44" y="13"/>
                  </a:cubicBezTo>
                  <a:cubicBezTo>
                    <a:pt x="45" y="13"/>
                    <a:pt x="46" y="14"/>
                    <a:pt x="48" y="15"/>
                  </a:cubicBezTo>
                  <a:cubicBezTo>
                    <a:pt x="50" y="17"/>
                    <a:pt x="52" y="18"/>
                    <a:pt x="55" y="18"/>
                  </a:cubicBezTo>
                  <a:cubicBezTo>
                    <a:pt x="56" y="18"/>
                    <a:pt x="57" y="17"/>
                    <a:pt x="58" y="16"/>
                  </a:cubicBezTo>
                  <a:cubicBezTo>
                    <a:pt x="59" y="15"/>
                    <a:pt x="59" y="13"/>
                    <a:pt x="59" y="11"/>
                  </a:cubicBezTo>
                  <a:cubicBezTo>
                    <a:pt x="59" y="8"/>
                    <a:pt x="58" y="5"/>
                    <a:pt x="56" y="3"/>
                  </a:cubicBezTo>
                  <a:cubicBezTo>
                    <a:pt x="53" y="1"/>
                    <a:pt x="50" y="0"/>
                    <a:pt x="46" y="0"/>
                  </a:cubicBezTo>
                  <a:cubicBezTo>
                    <a:pt x="40" y="0"/>
                    <a:pt x="35" y="3"/>
                    <a:pt x="29" y="9"/>
                  </a:cubicBezTo>
                  <a:cubicBezTo>
                    <a:pt x="24" y="15"/>
                    <a:pt x="19" y="23"/>
                    <a:pt x="14" y="32"/>
                  </a:cubicBezTo>
                  <a:cubicBezTo>
                    <a:pt x="13" y="34"/>
                    <a:pt x="13" y="34"/>
                    <a:pt x="13" y="34"/>
                  </a:cubicBezTo>
                  <a:cubicBezTo>
                    <a:pt x="14" y="25"/>
                    <a:pt x="14" y="25"/>
                    <a:pt x="14" y="25"/>
                  </a:cubicBezTo>
                  <a:cubicBezTo>
                    <a:pt x="15" y="22"/>
                    <a:pt x="15" y="20"/>
                    <a:pt x="16"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146"/>
            <p:cNvSpPr>
              <a:spLocks/>
            </p:cNvSpPr>
            <p:nvPr/>
          </p:nvSpPr>
          <p:spPr bwMode="auto">
            <a:xfrm>
              <a:off x="5448300" y="2305050"/>
              <a:ext cx="23813" cy="23813"/>
            </a:xfrm>
            <a:custGeom>
              <a:avLst/>
              <a:gdLst>
                <a:gd name="T0" fmla="*/ 15 w 19"/>
                <a:gd name="T1" fmla="*/ 16 h 19"/>
                <a:gd name="T2" fmla="*/ 19 w 19"/>
                <a:gd name="T3" fmla="*/ 8 h 19"/>
                <a:gd name="T4" fmla="*/ 17 w 19"/>
                <a:gd name="T5" fmla="*/ 2 h 19"/>
                <a:gd name="T6" fmla="*/ 10 w 19"/>
                <a:gd name="T7" fmla="*/ 0 h 19"/>
                <a:gd name="T8" fmla="*/ 2 w 19"/>
                <a:gd name="T9" fmla="*/ 3 h 19"/>
                <a:gd name="T10" fmla="*/ 0 w 19"/>
                <a:gd name="T11" fmla="*/ 10 h 19"/>
                <a:gd name="T12" fmla="*/ 2 w 19"/>
                <a:gd name="T13" fmla="*/ 16 h 19"/>
                <a:gd name="T14" fmla="*/ 9 w 19"/>
                <a:gd name="T15" fmla="*/ 19 h 19"/>
                <a:gd name="T16" fmla="*/ 15 w 19"/>
                <a:gd name="T17"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9">
                  <a:moveTo>
                    <a:pt x="15" y="16"/>
                  </a:moveTo>
                  <a:cubicBezTo>
                    <a:pt x="18" y="13"/>
                    <a:pt x="19" y="11"/>
                    <a:pt x="19" y="8"/>
                  </a:cubicBezTo>
                  <a:cubicBezTo>
                    <a:pt x="19" y="6"/>
                    <a:pt x="18" y="4"/>
                    <a:pt x="17" y="2"/>
                  </a:cubicBezTo>
                  <a:cubicBezTo>
                    <a:pt x="15" y="1"/>
                    <a:pt x="13" y="0"/>
                    <a:pt x="10" y="0"/>
                  </a:cubicBezTo>
                  <a:cubicBezTo>
                    <a:pt x="7" y="0"/>
                    <a:pt x="4" y="1"/>
                    <a:pt x="2" y="3"/>
                  </a:cubicBezTo>
                  <a:cubicBezTo>
                    <a:pt x="1" y="5"/>
                    <a:pt x="0" y="7"/>
                    <a:pt x="0" y="10"/>
                  </a:cubicBezTo>
                  <a:cubicBezTo>
                    <a:pt x="0" y="12"/>
                    <a:pt x="1" y="14"/>
                    <a:pt x="2" y="16"/>
                  </a:cubicBezTo>
                  <a:cubicBezTo>
                    <a:pt x="4" y="18"/>
                    <a:pt x="6" y="19"/>
                    <a:pt x="9" y="19"/>
                  </a:cubicBezTo>
                  <a:cubicBezTo>
                    <a:pt x="11" y="19"/>
                    <a:pt x="13" y="18"/>
                    <a:pt x="15"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147"/>
            <p:cNvSpPr>
              <a:spLocks/>
            </p:cNvSpPr>
            <p:nvPr/>
          </p:nvSpPr>
          <p:spPr bwMode="auto">
            <a:xfrm>
              <a:off x="5430838" y="2347913"/>
              <a:ext cx="28575" cy="82550"/>
            </a:xfrm>
            <a:custGeom>
              <a:avLst/>
              <a:gdLst>
                <a:gd name="T0" fmla="*/ 20 w 22"/>
                <a:gd name="T1" fmla="*/ 18 h 66"/>
                <a:gd name="T2" fmla="*/ 20 w 22"/>
                <a:gd name="T3" fmla="*/ 17 h 66"/>
                <a:gd name="T4" fmla="*/ 22 w 22"/>
                <a:gd name="T5" fmla="*/ 7 h 66"/>
                <a:gd name="T6" fmla="*/ 20 w 22"/>
                <a:gd name="T7" fmla="*/ 2 h 66"/>
                <a:gd name="T8" fmla="*/ 14 w 22"/>
                <a:gd name="T9" fmla="*/ 0 h 66"/>
                <a:gd name="T10" fmla="*/ 8 w 22"/>
                <a:gd name="T11" fmla="*/ 3 h 66"/>
                <a:gd name="T12" fmla="*/ 6 w 22"/>
                <a:gd name="T13" fmla="*/ 11 h 66"/>
                <a:gd name="T14" fmla="*/ 4 w 22"/>
                <a:gd name="T15" fmla="*/ 23 h 66"/>
                <a:gd name="T16" fmla="*/ 4 w 22"/>
                <a:gd name="T17" fmla="*/ 23 h 66"/>
                <a:gd name="T18" fmla="*/ 3 w 22"/>
                <a:gd name="T19" fmla="*/ 29 h 66"/>
                <a:gd name="T20" fmla="*/ 0 w 22"/>
                <a:gd name="T21" fmla="*/ 54 h 66"/>
                <a:gd name="T22" fmla="*/ 8 w 22"/>
                <a:gd name="T23" fmla="*/ 66 h 66"/>
                <a:gd name="T24" fmla="*/ 14 w 22"/>
                <a:gd name="T25" fmla="*/ 64 h 66"/>
                <a:gd name="T26" fmla="*/ 17 w 22"/>
                <a:gd name="T27" fmla="*/ 60 h 66"/>
                <a:gd name="T28" fmla="*/ 16 w 22"/>
                <a:gd name="T29" fmla="*/ 58 h 66"/>
                <a:gd name="T30" fmla="*/ 15 w 22"/>
                <a:gd name="T31" fmla="*/ 48 h 66"/>
                <a:gd name="T32" fmla="*/ 16 w 22"/>
                <a:gd name="T33" fmla="*/ 37 h 66"/>
                <a:gd name="T34" fmla="*/ 20 w 22"/>
                <a:gd name="T35" fmla="*/ 18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66">
                  <a:moveTo>
                    <a:pt x="20" y="18"/>
                  </a:moveTo>
                  <a:cubicBezTo>
                    <a:pt x="20" y="17"/>
                    <a:pt x="20" y="17"/>
                    <a:pt x="20" y="17"/>
                  </a:cubicBezTo>
                  <a:cubicBezTo>
                    <a:pt x="22" y="12"/>
                    <a:pt x="22" y="8"/>
                    <a:pt x="22" y="7"/>
                  </a:cubicBezTo>
                  <a:cubicBezTo>
                    <a:pt x="22" y="5"/>
                    <a:pt x="22" y="4"/>
                    <a:pt x="20" y="2"/>
                  </a:cubicBezTo>
                  <a:cubicBezTo>
                    <a:pt x="19" y="1"/>
                    <a:pt x="16" y="0"/>
                    <a:pt x="14" y="0"/>
                  </a:cubicBezTo>
                  <a:cubicBezTo>
                    <a:pt x="11" y="0"/>
                    <a:pt x="10" y="1"/>
                    <a:pt x="8" y="3"/>
                  </a:cubicBezTo>
                  <a:cubicBezTo>
                    <a:pt x="7" y="5"/>
                    <a:pt x="6" y="8"/>
                    <a:pt x="6" y="11"/>
                  </a:cubicBezTo>
                  <a:cubicBezTo>
                    <a:pt x="6" y="12"/>
                    <a:pt x="6" y="16"/>
                    <a:pt x="4" y="23"/>
                  </a:cubicBezTo>
                  <a:cubicBezTo>
                    <a:pt x="4" y="23"/>
                    <a:pt x="4" y="23"/>
                    <a:pt x="4" y="23"/>
                  </a:cubicBezTo>
                  <a:cubicBezTo>
                    <a:pt x="4" y="25"/>
                    <a:pt x="4" y="27"/>
                    <a:pt x="3" y="29"/>
                  </a:cubicBezTo>
                  <a:cubicBezTo>
                    <a:pt x="1" y="39"/>
                    <a:pt x="0" y="47"/>
                    <a:pt x="0" y="54"/>
                  </a:cubicBezTo>
                  <a:cubicBezTo>
                    <a:pt x="0" y="62"/>
                    <a:pt x="3" y="66"/>
                    <a:pt x="8" y="66"/>
                  </a:cubicBezTo>
                  <a:cubicBezTo>
                    <a:pt x="10" y="66"/>
                    <a:pt x="12" y="65"/>
                    <a:pt x="14" y="64"/>
                  </a:cubicBezTo>
                  <a:cubicBezTo>
                    <a:pt x="16" y="62"/>
                    <a:pt x="17" y="61"/>
                    <a:pt x="17" y="60"/>
                  </a:cubicBezTo>
                  <a:cubicBezTo>
                    <a:pt x="17" y="60"/>
                    <a:pt x="16" y="59"/>
                    <a:pt x="16" y="58"/>
                  </a:cubicBezTo>
                  <a:cubicBezTo>
                    <a:pt x="16" y="54"/>
                    <a:pt x="15" y="51"/>
                    <a:pt x="15" y="48"/>
                  </a:cubicBezTo>
                  <a:cubicBezTo>
                    <a:pt x="15" y="46"/>
                    <a:pt x="15" y="42"/>
                    <a:pt x="16" y="37"/>
                  </a:cubicBezTo>
                  <a:cubicBezTo>
                    <a:pt x="16" y="32"/>
                    <a:pt x="18" y="26"/>
                    <a:pt x="2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148"/>
            <p:cNvSpPr>
              <a:spLocks noEditPoints="1"/>
            </p:cNvSpPr>
            <p:nvPr/>
          </p:nvSpPr>
          <p:spPr bwMode="auto">
            <a:xfrm>
              <a:off x="5473700" y="2344738"/>
              <a:ext cx="74613" cy="85725"/>
            </a:xfrm>
            <a:custGeom>
              <a:avLst/>
              <a:gdLst>
                <a:gd name="T0" fmla="*/ 36 w 59"/>
                <a:gd name="T1" fmla="*/ 0 h 68"/>
                <a:gd name="T2" fmla="*/ 10 w 59"/>
                <a:gd name="T3" fmla="*/ 15 h 68"/>
                <a:gd name="T4" fmla="*/ 0 w 59"/>
                <a:gd name="T5" fmla="*/ 45 h 68"/>
                <a:gd name="T6" fmla="*/ 6 w 59"/>
                <a:gd name="T7" fmla="*/ 61 h 68"/>
                <a:gd name="T8" fmla="*/ 20 w 59"/>
                <a:gd name="T9" fmla="*/ 68 h 68"/>
                <a:gd name="T10" fmla="*/ 43 w 59"/>
                <a:gd name="T11" fmla="*/ 58 h 68"/>
                <a:gd name="T12" fmla="*/ 58 w 59"/>
                <a:gd name="T13" fmla="*/ 35 h 68"/>
                <a:gd name="T14" fmla="*/ 58 w 59"/>
                <a:gd name="T15" fmla="*/ 35 h 68"/>
                <a:gd name="T16" fmla="*/ 59 w 59"/>
                <a:gd name="T17" fmla="*/ 26 h 68"/>
                <a:gd name="T18" fmla="*/ 53 w 59"/>
                <a:gd name="T19" fmla="*/ 8 h 68"/>
                <a:gd name="T20" fmla="*/ 36 w 59"/>
                <a:gd name="T21" fmla="*/ 0 h 68"/>
                <a:gd name="T22" fmla="*/ 37 w 59"/>
                <a:gd name="T23" fmla="*/ 47 h 68"/>
                <a:gd name="T24" fmla="*/ 21 w 59"/>
                <a:gd name="T25" fmla="*/ 55 h 68"/>
                <a:gd name="T26" fmla="*/ 16 w 59"/>
                <a:gd name="T27" fmla="*/ 52 h 68"/>
                <a:gd name="T28" fmla="*/ 15 w 59"/>
                <a:gd name="T29" fmla="*/ 44 h 68"/>
                <a:gd name="T30" fmla="*/ 19 w 59"/>
                <a:gd name="T31" fmla="*/ 28 h 68"/>
                <a:gd name="T32" fmla="*/ 27 w 59"/>
                <a:gd name="T33" fmla="*/ 16 h 68"/>
                <a:gd name="T34" fmla="*/ 27 w 59"/>
                <a:gd name="T35" fmla="*/ 16 h 68"/>
                <a:gd name="T36" fmla="*/ 35 w 59"/>
                <a:gd name="T37" fmla="*/ 13 h 68"/>
                <a:gd name="T38" fmla="*/ 42 w 59"/>
                <a:gd name="T39" fmla="*/ 17 h 68"/>
                <a:gd name="T40" fmla="*/ 45 w 59"/>
                <a:gd name="T41" fmla="*/ 27 h 68"/>
                <a:gd name="T42" fmla="*/ 37 w 59"/>
                <a:gd name="T43" fmla="*/ 47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9" h="68">
                  <a:moveTo>
                    <a:pt x="36" y="0"/>
                  </a:moveTo>
                  <a:cubicBezTo>
                    <a:pt x="26" y="0"/>
                    <a:pt x="17" y="5"/>
                    <a:pt x="10" y="15"/>
                  </a:cubicBezTo>
                  <a:cubicBezTo>
                    <a:pt x="3" y="25"/>
                    <a:pt x="0" y="35"/>
                    <a:pt x="0" y="45"/>
                  </a:cubicBezTo>
                  <a:cubicBezTo>
                    <a:pt x="0" y="52"/>
                    <a:pt x="2" y="57"/>
                    <a:pt x="6" y="61"/>
                  </a:cubicBezTo>
                  <a:cubicBezTo>
                    <a:pt x="9" y="66"/>
                    <a:pt x="14" y="68"/>
                    <a:pt x="20" y="68"/>
                  </a:cubicBezTo>
                  <a:cubicBezTo>
                    <a:pt x="28" y="68"/>
                    <a:pt x="35" y="65"/>
                    <a:pt x="43" y="58"/>
                  </a:cubicBezTo>
                  <a:cubicBezTo>
                    <a:pt x="50" y="52"/>
                    <a:pt x="55" y="44"/>
                    <a:pt x="58" y="35"/>
                  </a:cubicBezTo>
                  <a:cubicBezTo>
                    <a:pt x="58" y="35"/>
                    <a:pt x="58" y="35"/>
                    <a:pt x="58" y="35"/>
                  </a:cubicBezTo>
                  <a:cubicBezTo>
                    <a:pt x="59" y="32"/>
                    <a:pt x="59" y="29"/>
                    <a:pt x="59" y="26"/>
                  </a:cubicBezTo>
                  <a:cubicBezTo>
                    <a:pt x="59" y="19"/>
                    <a:pt x="57" y="13"/>
                    <a:pt x="53" y="8"/>
                  </a:cubicBezTo>
                  <a:cubicBezTo>
                    <a:pt x="48" y="3"/>
                    <a:pt x="43" y="0"/>
                    <a:pt x="36" y="0"/>
                  </a:cubicBezTo>
                  <a:close/>
                  <a:moveTo>
                    <a:pt x="37" y="47"/>
                  </a:moveTo>
                  <a:cubicBezTo>
                    <a:pt x="31" y="52"/>
                    <a:pt x="26" y="55"/>
                    <a:pt x="21" y="55"/>
                  </a:cubicBezTo>
                  <a:cubicBezTo>
                    <a:pt x="19" y="55"/>
                    <a:pt x="18" y="54"/>
                    <a:pt x="16" y="52"/>
                  </a:cubicBezTo>
                  <a:cubicBezTo>
                    <a:pt x="15" y="50"/>
                    <a:pt x="15" y="47"/>
                    <a:pt x="15" y="44"/>
                  </a:cubicBezTo>
                  <a:cubicBezTo>
                    <a:pt x="15" y="38"/>
                    <a:pt x="16" y="33"/>
                    <a:pt x="19" y="28"/>
                  </a:cubicBezTo>
                  <a:cubicBezTo>
                    <a:pt x="21" y="22"/>
                    <a:pt x="24" y="18"/>
                    <a:pt x="27" y="16"/>
                  </a:cubicBezTo>
                  <a:cubicBezTo>
                    <a:pt x="27" y="16"/>
                    <a:pt x="27" y="16"/>
                    <a:pt x="27" y="16"/>
                  </a:cubicBezTo>
                  <a:cubicBezTo>
                    <a:pt x="29" y="14"/>
                    <a:pt x="32" y="13"/>
                    <a:pt x="35" y="13"/>
                  </a:cubicBezTo>
                  <a:cubicBezTo>
                    <a:pt x="38" y="13"/>
                    <a:pt x="40" y="14"/>
                    <a:pt x="42" y="17"/>
                  </a:cubicBezTo>
                  <a:cubicBezTo>
                    <a:pt x="44" y="19"/>
                    <a:pt x="45" y="23"/>
                    <a:pt x="45" y="27"/>
                  </a:cubicBezTo>
                  <a:cubicBezTo>
                    <a:pt x="45" y="34"/>
                    <a:pt x="42" y="41"/>
                    <a:pt x="37"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149"/>
            <p:cNvSpPr>
              <a:spLocks/>
            </p:cNvSpPr>
            <p:nvPr/>
          </p:nvSpPr>
          <p:spPr bwMode="auto">
            <a:xfrm>
              <a:off x="5562600" y="2347913"/>
              <a:ext cx="76200" cy="82550"/>
            </a:xfrm>
            <a:custGeom>
              <a:avLst/>
              <a:gdLst>
                <a:gd name="T0" fmla="*/ 19 w 61"/>
                <a:gd name="T1" fmla="*/ 19 h 66"/>
                <a:gd name="T2" fmla="*/ 22 w 61"/>
                <a:gd name="T3" fmla="*/ 7 h 66"/>
                <a:gd name="T4" fmla="*/ 20 w 61"/>
                <a:gd name="T5" fmla="*/ 2 h 66"/>
                <a:gd name="T6" fmla="*/ 14 w 61"/>
                <a:gd name="T7" fmla="*/ 0 h 66"/>
                <a:gd name="T8" fmla="*/ 7 w 61"/>
                <a:gd name="T9" fmla="*/ 5 h 66"/>
                <a:gd name="T10" fmla="*/ 3 w 61"/>
                <a:gd name="T11" fmla="*/ 23 h 66"/>
                <a:gd name="T12" fmla="*/ 0 w 61"/>
                <a:gd name="T13" fmla="*/ 44 h 66"/>
                <a:gd name="T14" fmla="*/ 5 w 61"/>
                <a:gd name="T15" fmla="*/ 59 h 66"/>
                <a:gd name="T16" fmla="*/ 14 w 61"/>
                <a:gd name="T17" fmla="*/ 64 h 66"/>
                <a:gd name="T18" fmla="*/ 29 w 61"/>
                <a:gd name="T19" fmla="*/ 58 h 66"/>
                <a:gd name="T20" fmla="*/ 42 w 61"/>
                <a:gd name="T21" fmla="*/ 41 h 66"/>
                <a:gd name="T22" fmla="*/ 45 w 61"/>
                <a:gd name="T23" fmla="*/ 59 h 66"/>
                <a:gd name="T24" fmla="*/ 52 w 61"/>
                <a:gd name="T25" fmla="*/ 66 h 66"/>
                <a:gd name="T26" fmla="*/ 58 w 61"/>
                <a:gd name="T27" fmla="*/ 64 h 66"/>
                <a:gd name="T28" fmla="*/ 61 w 61"/>
                <a:gd name="T29" fmla="*/ 60 h 66"/>
                <a:gd name="T30" fmla="*/ 59 w 61"/>
                <a:gd name="T31" fmla="*/ 57 h 66"/>
                <a:gd name="T32" fmla="*/ 54 w 61"/>
                <a:gd name="T33" fmla="*/ 39 h 66"/>
                <a:gd name="T34" fmla="*/ 58 w 61"/>
                <a:gd name="T35" fmla="*/ 15 h 66"/>
                <a:gd name="T36" fmla="*/ 59 w 61"/>
                <a:gd name="T37" fmla="*/ 11 h 66"/>
                <a:gd name="T38" fmla="*/ 52 w 61"/>
                <a:gd name="T39" fmla="*/ 4 h 66"/>
                <a:gd name="T40" fmla="*/ 47 w 61"/>
                <a:gd name="T41" fmla="*/ 7 h 66"/>
                <a:gd name="T42" fmla="*/ 42 w 61"/>
                <a:gd name="T43" fmla="*/ 20 h 66"/>
                <a:gd name="T44" fmla="*/ 30 w 61"/>
                <a:gd name="T45" fmla="*/ 41 h 66"/>
                <a:gd name="T46" fmla="*/ 16 w 61"/>
                <a:gd name="T47" fmla="*/ 51 h 66"/>
                <a:gd name="T48" fmla="*/ 13 w 61"/>
                <a:gd name="T49" fmla="*/ 43 h 66"/>
                <a:gd name="T50" fmla="*/ 15 w 61"/>
                <a:gd name="T51" fmla="*/ 32 h 66"/>
                <a:gd name="T52" fmla="*/ 19 w 61"/>
                <a:gd name="T53" fmla="*/ 19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66">
                  <a:moveTo>
                    <a:pt x="19" y="19"/>
                  </a:moveTo>
                  <a:cubicBezTo>
                    <a:pt x="21" y="13"/>
                    <a:pt x="22" y="9"/>
                    <a:pt x="22" y="7"/>
                  </a:cubicBezTo>
                  <a:cubicBezTo>
                    <a:pt x="22" y="5"/>
                    <a:pt x="21" y="3"/>
                    <a:pt x="20" y="2"/>
                  </a:cubicBezTo>
                  <a:cubicBezTo>
                    <a:pt x="18" y="0"/>
                    <a:pt x="16" y="0"/>
                    <a:pt x="14" y="0"/>
                  </a:cubicBezTo>
                  <a:cubicBezTo>
                    <a:pt x="11" y="0"/>
                    <a:pt x="8" y="1"/>
                    <a:pt x="7" y="5"/>
                  </a:cubicBezTo>
                  <a:cubicBezTo>
                    <a:pt x="7" y="9"/>
                    <a:pt x="5" y="15"/>
                    <a:pt x="3" y="23"/>
                  </a:cubicBezTo>
                  <a:cubicBezTo>
                    <a:pt x="1" y="32"/>
                    <a:pt x="0" y="39"/>
                    <a:pt x="0" y="44"/>
                  </a:cubicBezTo>
                  <a:cubicBezTo>
                    <a:pt x="0" y="51"/>
                    <a:pt x="1" y="56"/>
                    <a:pt x="5" y="59"/>
                  </a:cubicBezTo>
                  <a:cubicBezTo>
                    <a:pt x="8" y="62"/>
                    <a:pt x="11" y="64"/>
                    <a:pt x="14" y="64"/>
                  </a:cubicBezTo>
                  <a:cubicBezTo>
                    <a:pt x="19" y="64"/>
                    <a:pt x="24" y="62"/>
                    <a:pt x="29" y="58"/>
                  </a:cubicBezTo>
                  <a:cubicBezTo>
                    <a:pt x="34" y="54"/>
                    <a:pt x="39" y="48"/>
                    <a:pt x="42" y="41"/>
                  </a:cubicBezTo>
                  <a:cubicBezTo>
                    <a:pt x="42" y="49"/>
                    <a:pt x="43" y="55"/>
                    <a:pt x="45" y="59"/>
                  </a:cubicBezTo>
                  <a:cubicBezTo>
                    <a:pt x="47" y="63"/>
                    <a:pt x="49" y="66"/>
                    <a:pt x="52" y="66"/>
                  </a:cubicBezTo>
                  <a:cubicBezTo>
                    <a:pt x="54" y="66"/>
                    <a:pt x="56" y="65"/>
                    <a:pt x="58" y="64"/>
                  </a:cubicBezTo>
                  <a:cubicBezTo>
                    <a:pt x="60" y="62"/>
                    <a:pt x="61" y="61"/>
                    <a:pt x="61" y="60"/>
                  </a:cubicBezTo>
                  <a:cubicBezTo>
                    <a:pt x="61" y="59"/>
                    <a:pt x="61" y="58"/>
                    <a:pt x="59" y="57"/>
                  </a:cubicBezTo>
                  <a:cubicBezTo>
                    <a:pt x="56" y="55"/>
                    <a:pt x="54" y="49"/>
                    <a:pt x="54" y="39"/>
                  </a:cubicBezTo>
                  <a:cubicBezTo>
                    <a:pt x="54" y="30"/>
                    <a:pt x="55" y="22"/>
                    <a:pt x="58" y="15"/>
                  </a:cubicBezTo>
                  <a:cubicBezTo>
                    <a:pt x="58" y="13"/>
                    <a:pt x="59" y="11"/>
                    <a:pt x="59" y="11"/>
                  </a:cubicBezTo>
                  <a:cubicBezTo>
                    <a:pt x="59" y="6"/>
                    <a:pt x="57" y="4"/>
                    <a:pt x="52" y="4"/>
                  </a:cubicBezTo>
                  <a:cubicBezTo>
                    <a:pt x="50" y="4"/>
                    <a:pt x="48" y="5"/>
                    <a:pt x="47" y="7"/>
                  </a:cubicBezTo>
                  <a:cubicBezTo>
                    <a:pt x="45" y="9"/>
                    <a:pt x="44" y="13"/>
                    <a:pt x="42" y="20"/>
                  </a:cubicBezTo>
                  <a:cubicBezTo>
                    <a:pt x="40" y="27"/>
                    <a:pt x="36" y="34"/>
                    <a:pt x="30" y="41"/>
                  </a:cubicBezTo>
                  <a:cubicBezTo>
                    <a:pt x="24" y="47"/>
                    <a:pt x="20" y="51"/>
                    <a:pt x="16" y="51"/>
                  </a:cubicBezTo>
                  <a:cubicBezTo>
                    <a:pt x="14" y="51"/>
                    <a:pt x="13" y="48"/>
                    <a:pt x="13" y="43"/>
                  </a:cubicBezTo>
                  <a:cubicBezTo>
                    <a:pt x="13" y="41"/>
                    <a:pt x="14" y="38"/>
                    <a:pt x="15" y="32"/>
                  </a:cubicBezTo>
                  <a:cubicBezTo>
                    <a:pt x="16" y="26"/>
                    <a:pt x="17" y="22"/>
                    <a:pt x="19"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150"/>
            <p:cNvSpPr>
              <a:spLocks/>
            </p:cNvSpPr>
            <p:nvPr/>
          </p:nvSpPr>
          <p:spPr bwMode="auto">
            <a:xfrm>
              <a:off x="5648325" y="2339975"/>
              <a:ext cx="63500" cy="92075"/>
            </a:xfrm>
            <a:custGeom>
              <a:avLst/>
              <a:gdLst>
                <a:gd name="T0" fmla="*/ 25 w 50"/>
                <a:gd name="T1" fmla="*/ 46 h 73"/>
                <a:gd name="T2" fmla="*/ 35 w 50"/>
                <a:gd name="T3" fmla="*/ 54 h 73"/>
                <a:gd name="T4" fmla="*/ 27 w 50"/>
                <a:gd name="T5" fmla="*/ 58 h 73"/>
                <a:gd name="T6" fmla="*/ 15 w 50"/>
                <a:gd name="T7" fmla="*/ 60 h 73"/>
                <a:gd name="T8" fmla="*/ 11 w 50"/>
                <a:gd name="T9" fmla="*/ 59 h 73"/>
                <a:gd name="T10" fmla="*/ 7 w 50"/>
                <a:gd name="T11" fmla="*/ 58 h 73"/>
                <a:gd name="T12" fmla="*/ 2 w 50"/>
                <a:gd name="T13" fmla="*/ 60 h 73"/>
                <a:gd name="T14" fmla="*/ 0 w 50"/>
                <a:gd name="T15" fmla="*/ 65 h 73"/>
                <a:gd name="T16" fmla="*/ 11 w 50"/>
                <a:gd name="T17" fmla="*/ 73 h 73"/>
                <a:gd name="T18" fmla="*/ 37 w 50"/>
                <a:gd name="T19" fmla="*/ 67 h 73"/>
                <a:gd name="T20" fmla="*/ 49 w 50"/>
                <a:gd name="T21" fmla="*/ 53 h 73"/>
                <a:gd name="T22" fmla="*/ 46 w 50"/>
                <a:gd name="T23" fmla="*/ 44 h 73"/>
                <a:gd name="T24" fmla="*/ 32 w 50"/>
                <a:gd name="T25" fmla="*/ 35 h 73"/>
                <a:gd name="T26" fmla="*/ 23 w 50"/>
                <a:gd name="T27" fmla="*/ 30 h 73"/>
                <a:gd name="T28" fmla="*/ 20 w 50"/>
                <a:gd name="T29" fmla="*/ 25 h 73"/>
                <a:gd name="T30" fmla="*/ 27 w 50"/>
                <a:gd name="T31" fmla="*/ 17 h 73"/>
                <a:gd name="T32" fmla="*/ 39 w 50"/>
                <a:gd name="T33" fmla="*/ 13 h 73"/>
                <a:gd name="T34" fmla="*/ 41 w 50"/>
                <a:gd name="T35" fmla="*/ 14 h 73"/>
                <a:gd name="T36" fmla="*/ 44 w 50"/>
                <a:gd name="T37" fmla="*/ 15 h 73"/>
                <a:gd name="T38" fmla="*/ 47 w 50"/>
                <a:gd name="T39" fmla="*/ 13 h 73"/>
                <a:gd name="T40" fmla="*/ 50 w 50"/>
                <a:gd name="T41" fmla="*/ 9 h 73"/>
                <a:gd name="T42" fmla="*/ 40 w 50"/>
                <a:gd name="T43" fmla="*/ 0 h 73"/>
                <a:gd name="T44" fmla="*/ 17 w 50"/>
                <a:gd name="T45" fmla="*/ 8 h 73"/>
                <a:gd name="T46" fmla="*/ 6 w 50"/>
                <a:gd name="T47" fmla="*/ 26 h 73"/>
                <a:gd name="T48" fmla="*/ 9 w 50"/>
                <a:gd name="T49" fmla="*/ 36 h 73"/>
                <a:gd name="T50" fmla="*/ 25 w 50"/>
                <a:gd name="T51" fmla="*/ 46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3">
                  <a:moveTo>
                    <a:pt x="25" y="46"/>
                  </a:moveTo>
                  <a:cubicBezTo>
                    <a:pt x="31" y="49"/>
                    <a:pt x="35" y="52"/>
                    <a:pt x="35" y="54"/>
                  </a:cubicBezTo>
                  <a:cubicBezTo>
                    <a:pt x="34" y="56"/>
                    <a:pt x="31" y="57"/>
                    <a:pt x="27" y="58"/>
                  </a:cubicBezTo>
                  <a:cubicBezTo>
                    <a:pt x="23" y="59"/>
                    <a:pt x="19" y="60"/>
                    <a:pt x="15" y="60"/>
                  </a:cubicBezTo>
                  <a:cubicBezTo>
                    <a:pt x="14" y="60"/>
                    <a:pt x="12" y="60"/>
                    <a:pt x="11" y="59"/>
                  </a:cubicBezTo>
                  <a:cubicBezTo>
                    <a:pt x="9" y="59"/>
                    <a:pt x="8" y="58"/>
                    <a:pt x="7" y="58"/>
                  </a:cubicBezTo>
                  <a:cubicBezTo>
                    <a:pt x="5" y="58"/>
                    <a:pt x="4" y="59"/>
                    <a:pt x="2" y="60"/>
                  </a:cubicBezTo>
                  <a:cubicBezTo>
                    <a:pt x="1" y="62"/>
                    <a:pt x="0" y="63"/>
                    <a:pt x="0" y="65"/>
                  </a:cubicBezTo>
                  <a:cubicBezTo>
                    <a:pt x="0" y="70"/>
                    <a:pt x="3" y="73"/>
                    <a:pt x="11" y="73"/>
                  </a:cubicBezTo>
                  <a:cubicBezTo>
                    <a:pt x="20" y="73"/>
                    <a:pt x="29" y="71"/>
                    <a:pt x="37" y="67"/>
                  </a:cubicBezTo>
                  <a:cubicBezTo>
                    <a:pt x="45" y="63"/>
                    <a:pt x="49" y="58"/>
                    <a:pt x="49" y="53"/>
                  </a:cubicBezTo>
                  <a:cubicBezTo>
                    <a:pt x="49" y="49"/>
                    <a:pt x="48" y="47"/>
                    <a:pt x="46" y="44"/>
                  </a:cubicBezTo>
                  <a:cubicBezTo>
                    <a:pt x="43" y="41"/>
                    <a:pt x="39" y="38"/>
                    <a:pt x="32" y="35"/>
                  </a:cubicBezTo>
                  <a:cubicBezTo>
                    <a:pt x="27" y="33"/>
                    <a:pt x="24" y="31"/>
                    <a:pt x="23" y="30"/>
                  </a:cubicBezTo>
                  <a:cubicBezTo>
                    <a:pt x="21" y="28"/>
                    <a:pt x="20" y="27"/>
                    <a:pt x="20" y="25"/>
                  </a:cubicBezTo>
                  <a:cubicBezTo>
                    <a:pt x="20" y="22"/>
                    <a:pt x="23" y="19"/>
                    <a:pt x="27" y="17"/>
                  </a:cubicBezTo>
                  <a:cubicBezTo>
                    <a:pt x="31" y="14"/>
                    <a:pt x="35" y="13"/>
                    <a:pt x="39" y="13"/>
                  </a:cubicBezTo>
                  <a:cubicBezTo>
                    <a:pt x="39" y="13"/>
                    <a:pt x="40" y="13"/>
                    <a:pt x="41" y="14"/>
                  </a:cubicBezTo>
                  <a:cubicBezTo>
                    <a:pt x="42" y="14"/>
                    <a:pt x="43" y="15"/>
                    <a:pt x="44" y="15"/>
                  </a:cubicBezTo>
                  <a:cubicBezTo>
                    <a:pt x="45" y="15"/>
                    <a:pt x="46" y="14"/>
                    <a:pt x="47" y="13"/>
                  </a:cubicBezTo>
                  <a:cubicBezTo>
                    <a:pt x="49" y="12"/>
                    <a:pt x="50" y="10"/>
                    <a:pt x="50" y="9"/>
                  </a:cubicBezTo>
                  <a:cubicBezTo>
                    <a:pt x="50" y="3"/>
                    <a:pt x="46" y="0"/>
                    <a:pt x="40" y="0"/>
                  </a:cubicBezTo>
                  <a:cubicBezTo>
                    <a:pt x="33" y="0"/>
                    <a:pt x="25" y="3"/>
                    <a:pt x="17" y="8"/>
                  </a:cubicBezTo>
                  <a:cubicBezTo>
                    <a:pt x="10" y="13"/>
                    <a:pt x="6" y="19"/>
                    <a:pt x="6" y="26"/>
                  </a:cubicBezTo>
                  <a:cubicBezTo>
                    <a:pt x="6" y="30"/>
                    <a:pt x="7" y="33"/>
                    <a:pt x="9" y="36"/>
                  </a:cubicBezTo>
                  <a:cubicBezTo>
                    <a:pt x="11" y="39"/>
                    <a:pt x="17" y="42"/>
                    <a:pt x="25"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5" name="组合 104"/>
          <p:cNvGrpSpPr/>
          <p:nvPr/>
        </p:nvGrpSpPr>
        <p:grpSpPr>
          <a:xfrm>
            <a:off x="2062163" y="758825"/>
            <a:ext cx="1468438" cy="1570038"/>
            <a:chOff x="2062163" y="758825"/>
            <a:chExt cx="1468438" cy="1570038"/>
          </a:xfrm>
          <a:solidFill>
            <a:schemeClr val="tx1">
              <a:lumMod val="65000"/>
              <a:lumOff val="35000"/>
            </a:schemeClr>
          </a:solidFill>
        </p:grpSpPr>
        <p:sp>
          <p:nvSpPr>
            <p:cNvPr id="106" name="Freeform 5"/>
            <p:cNvSpPr>
              <a:spLocks/>
            </p:cNvSpPr>
            <p:nvPr/>
          </p:nvSpPr>
          <p:spPr bwMode="auto">
            <a:xfrm>
              <a:off x="2071688" y="1255713"/>
              <a:ext cx="736600" cy="944563"/>
            </a:xfrm>
            <a:custGeom>
              <a:avLst/>
              <a:gdLst>
                <a:gd name="T0" fmla="*/ 369 w 583"/>
                <a:gd name="T1" fmla="*/ 0 h 747"/>
                <a:gd name="T2" fmla="*/ 214 w 583"/>
                <a:gd name="T3" fmla="*/ 0 h 747"/>
                <a:gd name="T4" fmla="*/ 212 w 583"/>
                <a:gd name="T5" fmla="*/ 0 h 747"/>
                <a:gd name="T6" fmla="*/ 162 w 583"/>
                <a:gd name="T7" fmla="*/ 19 h 747"/>
                <a:gd name="T8" fmla="*/ 101 w 583"/>
                <a:gd name="T9" fmla="*/ 145 h 747"/>
                <a:gd name="T10" fmla="*/ 62 w 583"/>
                <a:gd name="T11" fmla="*/ 97 h 747"/>
                <a:gd name="T12" fmla="*/ 17 w 583"/>
                <a:gd name="T13" fmla="*/ 90 h 747"/>
                <a:gd name="T14" fmla="*/ 10 w 583"/>
                <a:gd name="T15" fmla="*/ 135 h 747"/>
                <a:gd name="T16" fmla="*/ 47 w 583"/>
                <a:gd name="T17" fmla="*/ 181 h 747"/>
                <a:gd name="T18" fmla="*/ 120 w 583"/>
                <a:gd name="T19" fmla="*/ 233 h 747"/>
                <a:gd name="T20" fmla="*/ 130 w 583"/>
                <a:gd name="T21" fmla="*/ 232 h 747"/>
                <a:gd name="T22" fmla="*/ 158 w 583"/>
                <a:gd name="T23" fmla="*/ 195 h 747"/>
                <a:gd name="T24" fmla="*/ 183 w 583"/>
                <a:gd name="T25" fmla="*/ 95 h 747"/>
                <a:gd name="T26" fmla="*/ 183 w 583"/>
                <a:gd name="T27" fmla="*/ 286 h 747"/>
                <a:gd name="T28" fmla="*/ 135 w 583"/>
                <a:gd name="T29" fmla="*/ 689 h 747"/>
                <a:gd name="T30" fmla="*/ 179 w 583"/>
                <a:gd name="T31" fmla="*/ 744 h 747"/>
                <a:gd name="T32" fmla="*/ 234 w 583"/>
                <a:gd name="T33" fmla="*/ 701 h 747"/>
                <a:gd name="T34" fmla="*/ 277 w 583"/>
                <a:gd name="T35" fmla="*/ 335 h 747"/>
                <a:gd name="T36" fmla="*/ 306 w 583"/>
                <a:gd name="T37" fmla="*/ 335 h 747"/>
                <a:gd name="T38" fmla="*/ 349 w 583"/>
                <a:gd name="T39" fmla="*/ 701 h 747"/>
                <a:gd name="T40" fmla="*/ 404 w 583"/>
                <a:gd name="T41" fmla="*/ 744 h 747"/>
                <a:gd name="T42" fmla="*/ 447 w 583"/>
                <a:gd name="T43" fmla="*/ 689 h 747"/>
                <a:gd name="T44" fmla="*/ 400 w 583"/>
                <a:gd name="T45" fmla="*/ 286 h 747"/>
                <a:gd name="T46" fmla="*/ 400 w 583"/>
                <a:gd name="T47" fmla="*/ 95 h 747"/>
                <a:gd name="T48" fmla="*/ 424 w 583"/>
                <a:gd name="T49" fmla="*/ 195 h 747"/>
                <a:gd name="T50" fmla="*/ 453 w 583"/>
                <a:gd name="T51" fmla="*/ 232 h 747"/>
                <a:gd name="T52" fmla="*/ 463 w 583"/>
                <a:gd name="T53" fmla="*/ 233 h 747"/>
                <a:gd name="T54" fmla="*/ 535 w 583"/>
                <a:gd name="T55" fmla="*/ 181 h 747"/>
                <a:gd name="T56" fmla="*/ 572 w 583"/>
                <a:gd name="T57" fmla="*/ 135 h 747"/>
                <a:gd name="T58" fmla="*/ 565 w 583"/>
                <a:gd name="T59" fmla="*/ 90 h 747"/>
                <a:gd name="T60" fmla="*/ 521 w 583"/>
                <a:gd name="T61" fmla="*/ 97 h 747"/>
                <a:gd name="T62" fmla="*/ 482 w 583"/>
                <a:gd name="T63" fmla="*/ 145 h 747"/>
                <a:gd name="T64" fmla="*/ 420 w 583"/>
                <a:gd name="T65" fmla="*/ 19 h 747"/>
                <a:gd name="T66" fmla="*/ 370 w 583"/>
                <a:gd name="T67" fmla="*/ 0 h 747"/>
                <a:gd name="T68" fmla="*/ 369 w 583"/>
                <a:gd name="T69" fmla="*/ 0 h 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3" h="747">
                  <a:moveTo>
                    <a:pt x="369" y="0"/>
                  </a:moveTo>
                  <a:cubicBezTo>
                    <a:pt x="214" y="0"/>
                    <a:pt x="214" y="0"/>
                    <a:pt x="214" y="0"/>
                  </a:cubicBezTo>
                  <a:cubicBezTo>
                    <a:pt x="213" y="0"/>
                    <a:pt x="213" y="0"/>
                    <a:pt x="212" y="0"/>
                  </a:cubicBezTo>
                  <a:cubicBezTo>
                    <a:pt x="202" y="0"/>
                    <a:pt x="183" y="3"/>
                    <a:pt x="162" y="19"/>
                  </a:cubicBezTo>
                  <a:cubicBezTo>
                    <a:pt x="133" y="43"/>
                    <a:pt x="112" y="85"/>
                    <a:pt x="101" y="145"/>
                  </a:cubicBezTo>
                  <a:cubicBezTo>
                    <a:pt x="89" y="132"/>
                    <a:pt x="75" y="114"/>
                    <a:pt x="62" y="97"/>
                  </a:cubicBezTo>
                  <a:cubicBezTo>
                    <a:pt x="52" y="83"/>
                    <a:pt x="32" y="80"/>
                    <a:pt x="17" y="90"/>
                  </a:cubicBezTo>
                  <a:cubicBezTo>
                    <a:pt x="3" y="101"/>
                    <a:pt x="0" y="121"/>
                    <a:pt x="10" y="135"/>
                  </a:cubicBezTo>
                  <a:cubicBezTo>
                    <a:pt x="11" y="136"/>
                    <a:pt x="28" y="159"/>
                    <a:pt x="47" y="181"/>
                  </a:cubicBezTo>
                  <a:cubicBezTo>
                    <a:pt x="75" y="213"/>
                    <a:pt x="97" y="233"/>
                    <a:pt x="120" y="233"/>
                  </a:cubicBezTo>
                  <a:cubicBezTo>
                    <a:pt x="123" y="233"/>
                    <a:pt x="126" y="232"/>
                    <a:pt x="130" y="232"/>
                  </a:cubicBezTo>
                  <a:cubicBezTo>
                    <a:pt x="146" y="227"/>
                    <a:pt x="156" y="214"/>
                    <a:pt x="158" y="195"/>
                  </a:cubicBezTo>
                  <a:cubicBezTo>
                    <a:pt x="163" y="146"/>
                    <a:pt x="173" y="115"/>
                    <a:pt x="183" y="95"/>
                  </a:cubicBezTo>
                  <a:cubicBezTo>
                    <a:pt x="183" y="286"/>
                    <a:pt x="183" y="286"/>
                    <a:pt x="183" y="286"/>
                  </a:cubicBezTo>
                  <a:cubicBezTo>
                    <a:pt x="135" y="689"/>
                    <a:pt x="135" y="689"/>
                    <a:pt x="135" y="689"/>
                  </a:cubicBezTo>
                  <a:cubicBezTo>
                    <a:pt x="132" y="716"/>
                    <a:pt x="152" y="741"/>
                    <a:pt x="179" y="744"/>
                  </a:cubicBezTo>
                  <a:cubicBezTo>
                    <a:pt x="206" y="747"/>
                    <a:pt x="230" y="728"/>
                    <a:pt x="234" y="701"/>
                  </a:cubicBezTo>
                  <a:cubicBezTo>
                    <a:pt x="277" y="335"/>
                    <a:pt x="277" y="335"/>
                    <a:pt x="277" y="335"/>
                  </a:cubicBezTo>
                  <a:cubicBezTo>
                    <a:pt x="306" y="335"/>
                    <a:pt x="306" y="335"/>
                    <a:pt x="306" y="335"/>
                  </a:cubicBezTo>
                  <a:cubicBezTo>
                    <a:pt x="349" y="701"/>
                    <a:pt x="349" y="701"/>
                    <a:pt x="349" y="701"/>
                  </a:cubicBezTo>
                  <a:cubicBezTo>
                    <a:pt x="352" y="728"/>
                    <a:pt x="377" y="747"/>
                    <a:pt x="404" y="744"/>
                  </a:cubicBezTo>
                  <a:cubicBezTo>
                    <a:pt x="431" y="741"/>
                    <a:pt x="451" y="716"/>
                    <a:pt x="447" y="689"/>
                  </a:cubicBezTo>
                  <a:cubicBezTo>
                    <a:pt x="400" y="286"/>
                    <a:pt x="400" y="286"/>
                    <a:pt x="400" y="286"/>
                  </a:cubicBezTo>
                  <a:cubicBezTo>
                    <a:pt x="400" y="95"/>
                    <a:pt x="400" y="95"/>
                    <a:pt x="400" y="95"/>
                  </a:cubicBezTo>
                  <a:cubicBezTo>
                    <a:pt x="410" y="115"/>
                    <a:pt x="419" y="146"/>
                    <a:pt x="424" y="195"/>
                  </a:cubicBezTo>
                  <a:cubicBezTo>
                    <a:pt x="426" y="214"/>
                    <a:pt x="437" y="227"/>
                    <a:pt x="453" y="232"/>
                  </a:cubicBezTo>
                  <a:cubicBezTo>
                    <a:pt x="456" y="232"/>
                    <a:pt x="460" y="233"/>
                    <a:pt x="463" y="233"/>
                  </a:cubicBezTo>
                  <a:cubicBezTo>
                    <a:pt x="486" y="233"/>
                    <a:pt x="508" y="213"/>
                    <a:pt x="535" y="181"/>
                  </a:cubicBezTo>
                  <a:cubicBezTo>
                    <a:pt x="555" y="159"/>
                    <a:pt x="572" y="136"/>
                    <a:pt x="572" y="135"/>
                  </a:cubicBezTo>
                  <a:cubicBezTo>
                    <a:pt x="583" y="121"/>
                    <a:pt x="580" y="101"/>
                    <a:pt x="565" y="90"/>
                  </a:cubicBezTo>
                  <a:cubicBezTo>
                    <a:pt x="551" y="80"/>
                    <a:pt x="531" y="83"/>
                    <a:pt x="521" y="97"/>
                  </a:cubicBezTo>
                  <a:cubicBezTo>
                    <a:pt x="508" y="114"/>
                    <a:pt x="494" y="132"/>
                    <a:pt x="482" y="145"/>
                  </a:cubicBezTo>
                  <a:cubicBezTo>
                    <a:pt x="470" y="85"/>
                    <a:pt x="450" y="43"/>
                    <a:pt x="420" y="19"/>
                  </a:cubicBezTo>
                  <a:cubicBezTo>
                    <a:pt x="400" y="3"/>
                    <a:pt x="380" y="0"/>
                    <a:pt x="370" y="0"/>
                  </a:cubicBezTo>
                  <a:cubicBezTo>
                    <a:pt x="370" y="0"/>
                    <a:pt x="369" y="0"/>
                    <a:pt x="36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6"/>
            <p:cNvSpPr>
              <a:spLocks noEditPoints="1"/>
            </p:cNvSpPr>
            <p:nvPr/>
          </p:nvSpPr>
          <p:spPr bwMode="auto">
            <a:xfrm>
              <a:off x="2325688" y="998538"/>
              <a:ext cx="227013" cy="227013"/>
            </a:xfrm>
            <a:custGeom>
              <a:avLst/>
              <a:gdLst>
                <a:gd name="T0" fmla="*/ 90 w 180"/>
                <a:gd name="T1" fmla="*/ 180 h 180"/>
                <a:gd name="T2" fmla="*/ 180 w 180"/>
                <a:gd name="T3" fmla="*/ 90 h 180"/>
                <a:gd name="T4" fmla="*/ 90 w 180"/>
                <a:gd name="T5" fmla="*/ 0 h 180"/>
                <a:gd name="T6" fmla="*/ 0 w 180"/>
                <a:gd name="T7" fmla="*/ 90 h 180"/>
                <a:gd name="T8" fmla="*/ 90 w 180"/>
                <a:gd name="T9" fmla="*/ 180 h 180"/>
                <a:gd name="T10" fmla="*/ 146 w 180"/>
                <a:gd name="T11" fmla="*/ 127 h 180"/>
                <a:gd name="T12" fmla="*/ 90 w 180"/>
                <a:gd name="T13" fmla="*/ 158 h 180"/>
                <a:gd name="T14" fmla="*/ 34 w 180"/>
                <a:gd name="T15" fmla="*/ 127 h 180"/>
                <a:gd name="T16" fmla="*/ 146 w 180"/>
                <a:gd name="T17" fmla="*/ 127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0" h="180">
                  <a:moveTo>
                    <a:pt x="90" y="180"/>
                  </a:moveTo>
                  <a:cubicBezTo>
                    <a:pt x="140" y="180"/>
                    <a:pt x="180" y="140"/>
                    <a:pt x="180" y="90"/>
                  </a:cubicBezTo>
                  <a:cubicBezTo>
                    <a:pt x="180" y="40"/>
                    <a:pt x="140" y="0"/>
                    <a:pt x="90" y="0"/>
                  </a:cubicBezTo>
                  <a:cubicBezTo>
                    <a:pt x="41" y="0"/>
                    <a:pt x="0" y="40"/>
                    <a:pt x="0" y="90"/>
                  </a:cubicBezTo>
                  <a:cubicBezTo>
                    <a:pt x="0" y="140"/>
                    <a:pt x="41" y="180"/>
                    <a:pt x="90" y="180"/>
                  </a:cubicBezTo>
                  <a:close/>
                  <a:moveTo>
                    <a:pt x="146" y="127"/>
                  </a:moveTo>
                  <a:cubicBezTo>
                    <a:pt x="135" y="146"/>
                    <a:pt x="114" y="158"/>
                    <a:pt x="90" y="158"/>
                  </a:cubicBezTo>
                  <a:cubicBezTo>
                    <a:pt x="67" y="158"/>
                    <a:pt x="46" y="146"/>
                    <a:pt x="34" y="127"/>
                  </a:cubicBezTo>
                  <a:lnTo>
                    <a:pt x="146" y="1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7"/>
            <p:cNvSpPr>
              <a:spLocks/>
            </p:cNvSpPr>
            <p:nvPr/>
          </p:nvSpPr>
          <p:spPr bwMode="auto">
            <a:xfrm>
              <a:off x="2138363" y="844550"/>
              <a:ext cx="171450" cy="187325"/>
            </a:xfrm>
            <a:custGeom>
              <a:avLst/>
              <a:gdLst>
                <a:gd name="T0" fmla="*/ 108 w 108"/>
                <a:gd name="T1" fmla="*/ 112 h 118"/>
                <a:gd name="T2" fmla="*/ 8 w 108"/>
                <a:gd name="T3" fmla="*/ 0 h 118"/>
                <a:gd name="T4" fmla="*/ 0 w 108"/>
                <a:gd name="T5" fmla="*/ 12 h 118"/>
                <a:gd name="T6" fmla="*/ 104 w 108"/>
                <a:gd name="T7" fmla="*/ 118 h 118"/>
                <a:gd name="T8" fmla="*/ 108 w 108"/>
                <a:gd name="T9" fmla="*/ 112 h 118"/>
              </a:gdLst>
              <a:ahLst/>
              <a:cxnLst>
                <a:cxn ang="0">
                  <a:pos x="T0" y="T1"/>
                </a:cxn>
                <a:cxn ang="0">
                  <a:pos x="T2" y="T3"/>
                </a:cxn>
                <a:cxn ang="0">
                  <a:pos x="T4" y="T5"/>
                </a:cxn>
                <a:cxn ang="0">
                  <a:pos x="T6" y="T7"/>
                </a:cxn>
                <a:cxn ang="0">
                  <a:pos x="T8" y="T9"/>
                </a:cxn>
              </a:cxnLst>
              <a:rect l="0" t="0" r="r" b="b"/>
              <a:pathLst>
                <a:path w="108" h="118">
                  <a:moveTo>
                    <a:pt x="108" y="112"/>
                  </a:moveTo>
                  <a:lnTo>
                    <a:pt x="8" y="0"/>
                  </a:lnTo>
                  <a:lnTo>
                    <a:pt x="0" y="12"/>
                  </a:lnTo>
                  <a:lnTo>
                    <a:pt x="104" y="118"/>
                  </a:lnTo>
                  <a:lnTo>
                    <a:pt x="108" y="1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8"/>
            <p:cNvSpPr>
              <a:spLocks/>
            </p:cNvSpPr>
            <p:nvPr/>
          </p:nvSpPr>
          <p:spPr bwMode="auto">
            <a:xfrm>
              <a:off x="2062163" y="992188"/>
              <a:ext cx="230188" cy="80963"/>
            </a:xfrm>
            <a:custGeom>
              <a:avLst/>
              <a:gdLst>
                <a:gd name="T0" fmla="*/ 145 w 145"/>
                <a:gd name="T1" fmla="*/ 44 h 51"/>
                <a:gd name="T2" fmla="*/ 1 w 145"/>
                <a:gd name="T3" fmla="*/ 0 h 51"/>
                <a:gd name="T4" fmla="*/ 0 w 145"/>
                <a:gd name="T5" fmla="*/ 14 h 51"/>
                <a:gd name="T6" fmla="*/ 144 w 145"/>
                <a:gd name="T7" fmla="*/ 51 h 51"/>
                <a:gd name="T8" fmla="*/ 145 w 145"/>
                <a:gd name="T9" fmla="*/ 44 h 51"/>
              </a:gdLst>
              <a:ahLst/>
              <a:cxnLst>
                <a:cxn ang="0">
                  <a:pos x="T0" y="T1"/>
                </a:cxn>
                <a:cxn ang="0">
                  <a:pos x="T2" y="T3"/>
                </a:cxn>
                <a:cxn ang="0">
                  <a:pos x="T4" y="T5"/>
                </a:cxn>
                <a:cxn ang="0">
                  <a:pos x="T6" y="T7"/>
                </a:cxn>
                <a:cxn ang="0">
                  <a:pos x="T8" y="T9"/>
                </a:cxn>
              </a:cxnLst>
              <a:rect l="0" t="0" r="r" b="b"/>
              <a:pathLst>
                <a:path w="145" h="51">
                  <a:moveTo>
                    <a:pt x="145" y="44"/>
                  </a:moveTo>
                  <a:lnTo>
                    <a:pt x="1" y="0"/>
                  </a:lnTo>
                  <a:lnTo>
                    <a:pt x="0" y="14"/>
                  </a:lnTo>
                  <a:lnTo>
                    <a:pt x="144" y="51"/>
                  </a:lnTo>
                  <a:lnTo>
                    <a:pt x="145"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9"/>
            <p:cNvSpPr>
              <a:spLocks/>
            </p:cNvSpPr>
            <p:nvPr/>
          </p:nvSpPr>
          <p:spPr bwMode="auto">
            <a:xfrm>
              <a:off x="2274888" y="758825"/>
              <a:ext cx="82550" cy="234950"/>
            </a:xfrm>
            <a:custGeom>
              <a:avLst/>
              <a:gdLst>
                <a:gd name="T0" fmla="*/ 52 w 52"/>
                <a:gd name="T1" fmla="*/ 145 h 148"/>
                <a:gd name="T2" fmla="*/ 13 w 52"/>
                <a:gd name="T3" fmla="*/ 0 h 148"/>
                <a:gd name="T4" fmla="*/ 0 w 52"/>
                <a:gd name="T5" fmla="*/ 8 h 148"/>
                <a:gd name="T6" fmla="*/ 46 w 52"/>
                <a:gd name="T7" fmla="*/ 148 h 148"/>
                <a:gd name="T8" fmla="*/ 52 w 52"/>
                <a:gd name="T9" fmla="*/ 145 h 148"/>
              </a:gdLst>
              <a:ahLst/>
              <a:cxnLst>
                <a:cxn ang="0">
                  <a:pos x="T0" y="T1"/>
                </a:cxn>
                <a:cxn ang="0">
                  <a:pos x="T2" y="T3"/>
                </a:cxn>
                <a:cxn ang="0">
                  <a:pos x="T4" y="T5"/>
                </a:cxn>
                <a:cxn ang="0">
                  <a:pos x="T6" y="T7"/>
                </a:cxn>
                <a:cxn ang="0">
                  <a:pos x="T8" y="T9"/>
                </a:cxn>
              </a:cxnLst>
              <a:rect l="0" t="0" r="r" b="b"/>
              <a:pathLst>
                <a:path w="52" h="148">
                  <a:moveTo>
                    <a:pt x="52" y="145"/>
                  </a:moveTo>
                  <a:lnTo>
                    <a:pt x="13" y="0"/>
                  </a:lnTo>
                  <a:lnTo>
                    <a:pt x="0" y="8"/>
                  </a:lnTo>
                  <a:lnTo>
                    <a:pt x="46" y="148"/>
                  </a:lnTo>
                  <a:lnTo>
                    <a:pt x="52" y="1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24"/>
            <p:cNvSpPr>
              <a:spLocks/>
            </p:cNvSpPr>
            <p:nvPr/>
          </p:nvSpPr>
          <p:spPr bwMode="auto">
            <a:xfrm>
              <a:off x="3054350" y="2305050"/>
              <a:ext cx="25400" cy="23813"/>
            </a:xfrm>
            <a:custGeom>
              <a:avLst/>
              <a:gdLst>
                <a:gd name="T0" fmla="*/ 11 w 20"/>
                <a:gd name="T1" fmla="*/ 0 h 19"/>
                <a:gd name="T2" fmla="*/ 3 w 20"/>
                <a:gd name="T3" fmla="*/ 3 h 19"/>
                <a:gd name="T4" fmla="*/ 0 w 20"/>
                <a:gd name="T5" fmla="*/ 10 h 19"/>
                <a:gd name="T6" fmla="*/ 3 w 20"/>
                <a:gd name="T7" fmla="*/ 16 h 19"/>
                <a:gd name="T8" fmla="*/ 9 w 20"/>
                <a:gd name="T9" fmla="*/ 19 h 19"/>
                <a:gd name="T10" fmla="*/ 16 w 20"/>
                <a:gd name="T11" fmla="*/ 16 h 19"/>
                <a:gd name="T12" fmla="*/ 20 w 20"/>
                <a:gd name="T13" fmla="*/ 8 h 19"/>
                <a:gd name="T14" fmla="*/ 17 w 20"/>
                <a:gd name="T15" fmla="*/ 2 h 19"/>
                <a:gd name="T16" fmla="*/ 11 w 20"/>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19">
                  <a:moveTo>
                    <a:pt x="11" y="0"/>
                  </a:moveTo>
                  <a:cubicBezTo>
                    <a:pt x="8" y="0"/>
                    <a:pt x="5" y="1"/>
                    <a:pt x="3" y="3"/>
                  </a:cubicBezTo>
                  <a:cubicBezTo>
                    <a:pt x="1" y="5"/>
                    <a:pt x="0" y="7"/>
                    <a:pt x="0" y="10"/>
                  </a:cubicBezTo>
                  <a:cubicBezTo>
                    <a:pt x="0" y="12"/>
                    <a:pt x="1" y="14"/>
                    <a:pt x="3" y="16"/>
                  </a:cubicBezTo>
                  <a:cubicBezTo>
                    <a:pt x="5" y="18"/>
                    <a:pt x="7" y="19"/>
                    <a:pt x="9" y="19"/>
                  </a:cubicBezTo>
                  <a:cubicBezTo>
                    <a:pt x="11" y="19"/>
                    <a:pt x="14" y="18"/>
                    <a:pt x="16" y="16"/>
                  </a:cubicBezTo>
                  <a:cubicBezTo>
                    <a:pt x="19" y="13"/>
                    <a:pt x="20" y="11"/>
                    <a:pt x="20" y="8"/>
                  </a:cubicBezTo>
                  <a:cubicBezTo>
                    <a:pt x="20" y="6"/>
                    <a:pt x="19" y="4"/>
                    <a:pt x="17" y="2"/>
                  </a:cubicBezTo>
                  <a:cubicBezTo>
                    <a:pt x="16" y="1"/>
                    <a:pt x="14" y="0"/>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151"/>
            <p:cNvSpPr>
              <a:spLocks/>
            </p:cNvSpPr>
            <p:nvPr/>
          </p:nvSpPr>
          <p:spPr bwMode="auto">
            <a:xfrm>
              <a:off x="2932113" y="1365250"/>
              <a:ext cx="598488" cy="830263"/>
            </a:xfrm>
            <a:custGeom>
              <a:avLst/>
              <a:gdLst>
                <a:gd name="T0" fmla="*/ 10 w 474"/>
                <a:gd name="T1" fmla="*/ 612 h 657"/>
                <a:gd name="T2" fmla="*/ 58 w 474"/>
                <a:gd name="T3" fmla="*/ 657 h 657"/>
                <a:gd name="T4" fmla="*/ 62 w 474"/>
                <a:gd name="T5" fmla="*/ 657 h 657"/>
                <a:gd name="T6" fmla="*/ 107 w 474"/>
                <a:gd name="T7" fmla="*/ 605 h 657"/>
                <a:gd name="T8" fmla="*/ 215 w 474"/>
                <a:gd name="T9" fmla="*/ 353 h 657"/>
                <a:gd name="T10" fmla="*/ 214 w 474"/>
                <a:gd name="T11" fmla="*/ 353 h 657"/>
                <a:gd name="T12" fmla="*/ 260 w 474"/>
                <a:gd name="T13" fmla="*/ 353 h 657"/>
                <a:gd name="T14" fmla="*/ 259 w 474"/>
                <a:gd name="T15" fmla="*/ 353 h 657"/>
                <a:gd name="T16" fmla="*/ 367 w 474"/>
                <a:gd name="T17" fmla="*/ 605 h 657"/>
                <a:gd name="T18" fmla="*/ 412 w 474"/>
                <a:gd name="T19" fmla="*/ 657 h 657"/>
                <a:gd name="T20" fmla="*/ 416 w 474"/>
                <a:gd name="T21" fmla="*/ 657 h 657"/>
                <a:gd name="T22" fmla="*/ 465 w 474"/>
                <a:gd name="T23" fmla="*/ 612 h 657"/>
                <a:gd name="T24" fmla="*/ 397 w 474"/>
                <a:gd name="T25" fmla="*/ 341 h 657"/>
                <a:gd name="T26" fmla="*/ 396 w 474"/>
                <a:gd name="T27" fmla="*/ 349 h 657"/>
                <a:gd name="T28" fmla="*/ 355 w 474"/>
                <a:gd name="T29" fmla="*/ 387 h 657"/>
                <a:gd name="T30" fmla="*/ 355 w 474"/>
                <a:gd name="T31" fmla="*/ 387 h 657"/>
                <a:gd name="T32" fmla="*/ 353 w 474"/>
                <a:gd name="T33" fmla="*/ 387 h 657"/>
                <a:gd name="T34" fmla="*/ 325 w 474"/>
                <a:gd name="T35" fmla="*/ 374 h 657"/>
                <a:gd name="T36" fmla="*/ 314 w 474"/>
                <a:gd name="T37" fmla="*/ 344 h 657"/>
                <a:gd name="T38" fmla="*/ 314 w 474"/>
                <a:gd name="T39" fmla="*/ 136 h 657"/>
                <a:gd name="T40" fmla="*/ 324 w 474"/>
                <a:gd name="T41" fmla="*/ 135 h 657"/>
                <a:gd name="T42" fmla="*/ 323 w 474"/>
                <a:gd name="T43" fmla="*/ 344 h 657"/>
                <a:gd name="T44" fmla="*/ 353 w 474"/>
                <a:gd name="T45" fmla="*/ 378 h 657"/>
                <a:gd name="T46" fmla="*/ 355 w 474"/>
                <a:gd name="T47" fmla="*/ 378 h 657"/>
                <a:gd name="T48" fmla="*/ 387 w 474"/>
                <a:gd name="T49" fmla="*/ 348 h 657"/>
                <a:gd name="T50" fmla="*/ 387 w 474"/>
                <a:gd name="T51" fmla="*/ 127 h 657"/>
                <a:gd name="T52" fmla="*/ 347 w 474"/>
                <a:gd name="T53" fmla="*/ 7 h 657"/>
                <a:gd name="T54" fmla="*/ 336 w 474"/>
                <a:gd name="T55" fmla="*/ 0 h 657"/>
                <a:gd name="T56" fmla="*/ 237 w 474"/>
                <a:gd name="T57" fmla="*/ 93 h 657"/>
                <a:gd name="T58" fmla="*/ 138 w 474"/>
                <a:gd name="T59" fmla="*/ 0 h 657"/>
                <a:gd name="T60" fmla="*/ 127 w 474"/>
                <a:gd name="T61" fmla="*/ 7 h 657"/>
                <a:gd name="T62" fmla="*/ 87 w 474"/>
                <a:gd name="T63" fmla="*/ 127 h 657"/>
                <a:gd name="T64" fmla="*/ 87 w 474"/>
                <a:gd name="T65" fmla="*/ 348 h 657"/>
                <a:gd name="T66" fmla="*/ 119 w 474"/>
                <a:gd name="T67" fmla="*/ 378 h 657"/>
                <a:gd name="T68" fmla="*/ 121 w 474"/>
                <a:gd name="T69" fmla="*/ 378 h 657"/>
                <a:gd name="T70" fmla="*/ 151 w 474"/>
                <a:gd name="T71" fmla="*/ 344 h 657"/>
                <a:gd name="T72" fmla="*/ 150 w 474"/>
                <a:gd name="T73" fmla="*/ 135 h 657"/>
                <a:gd name="T74" fmla="*/ 160 w 474"/>
                <a:gd name="T75" fmla="*/ 136 h 657"/>
                <a:gd name="T76" fmla="*/ 160 w 474"/>
                <a:gd name="T77" fmla="*/ 344 h 657"/>
                <a:gd name="T78" fmla="*/ 150 w 474"/>
                <a:gd name="T79" fmla="*/ 374 h 657"/>
                <a:gd name="T80" fmla="*/ 121 w 474"/>
                <a:gd name="T81" fmla="*/ 387 h 657"/>
                <a:gd name="T82" fmla="*/ 119 w 474"/>
                <a:gd name="T83" fmla="*/ 387 h 657"/>
                <a:gd name="T84" fmla="*/ 119 w 474"/>
                <a:gd name="T85" fmla="*/ 387 h 657"/>
                <a:gd name="T86" fmla="*/ 78 w 474"/>
                <a:gd name="T87" fmla="*/ 349 h 657"/>
                <a:gd name="T88" fmla="*/ 77 w 474"/>
                <a:gd name="T89" fmla="*/ 341 h 657"/>
                <a:gd name="T90" fmla="*/ 10 w 474"/>
                <a:gd name="T91" fmla="*/ 612 h 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74" h="657">
                  <a:moveTo>
                    <a:pt x="10" y="612"/>
                  </a:moveTo>
                  <a:cubicBezTo>
                    <a:pt x="11" y="638"/>
                    <a:pt x="33" y="657"/>
                    <a:pt x="58" y="657"/>
                  </a:cubicBezTo>
                  <a:cubicBezTo>
                    <a:pt x="60" y="657"/>
                    <a:pt x="61" y="657"/>
                    <a:pt x="62" y="657"/>
                  </a:cubicBezTo>
                  <a:cubicBezTo>
                    <a:pt x="89" y="655"/>
                    <a:pt x="109" y="632"/>
                    <a:pt x="107" y="605"/>
                  </a:cubicBezTo>
                  <a:cubicBezTo>
                    <a:pt x="92" y="401"/>
                    <a:pt x="210" y="355"/>
                    <a:pt x="215" y="353"/>
                  </a:cubicBezTo>
                  <a:cubicBezTo>
                    <a:pt x="214" y="353"/>
                    <a:pt x="214" y="353"/>
                    <a:pt x="214" y="353"/>
                  </a:cubicBezTo>
                  <a:cubicBezTo>
                    <a:pt x="260" y="353"/>
                    <a:pt x="260" y="353"/>
                    <a:pt x="260" y="353"/>
                  </a:cubicBezTo>
                  <a:cubicBezTo>
                    <a:pt x="259" y="353"/>
                    <a:pt x="259" y="353"/>
                    <a:pt x="259" y="353"/>
                  </a:cubicBezTo>
                  <a:cubicBezTo>
                    <a:pt x="264" y="355"/>
                    <a:pt x="382" y="401"/>
                    <a:pt x="367" y="605"/>
                  </a:cubicBezTo>
                  <a:cubicBezTo>
                    <a:pt x="365" y="632"/>
                    <a:pt x="385" y="655"/>
                    <a:pt x="412" y="657"/>
                  </a:cubicBezTo>
                  <a:cubicBezTo>
                    <a:pt x="413" y="657"/>
                    <a:pt x="414" y="657"/>
                    <a:pt x="416" y="657"/>
                  </a:cubicBezTo>
                  <a:cubicBezTo>
                    <a:pt x="441" y="657"/>
                    <a:pt x="463" y="638"/>
                    <a:pt x="465" y="612"/>
                  </a:cubicBezTo>
                  <a:cubicBezTo>
                    <a:pt x="474" y="479"/>
                    <a:pt x="438" y="394"/>
                    <a:pt x="397" y="341"/>
                  </a:cubicBezTo>
                  <a:cubicBezTo>
                    <a:pt x="397" y="344"/>
                    <a:pt x="397" y="346"/>
                    <a:pt x="396" y="349"/>
                  </a:cubicBezTo>
                  <a:cubicBezTo>
                    <a:pt x="395" y="370"/>
                    <a:pt x="377" y="387"/>
                    <a:pt x="355" y="387"/>
                  </a:cubicBezTo>
                  <a:cubicBezTo>
                    <a:pt x="355" y="387"/>
                    <a:pt x="355" y="387"/>
                    <a:pt x="355" y="387"/>
                  </a:cubicBezTo>
                  <a:cubicBezTo>
                    <a:pt x="355" y="387"/>
                    <a:pt x="354" y="387"/>
                    <a:pt x="353" y="387"/>
                  </a:cubicBezTo>
                  <a:cubicBezTo>
                    <a:pt x="342" y="387"/>
                    <a:pt x="332" y="382"/>
                    <a:pt x="325" y="374"/>
                  </a:cubicBezTo>
                  <a:cubicBezTo>
                    <a:pt x="317" y="365"/>
                    <a:pt x="314" y="355"/>
                    <a:pt x="314" y="344"/>
                  </a:cubicBezTo>
                  <a:cubicBezTo>
                    <a:pt x="320" y="244"/>
                    <a:pt x="318" y="178"/>
                    <a:pt x="314" y="136"/>
                  </a:cubicBezTo>
                  <a:cubicBezTo>
                    <a:pt x="324" y="135"/>
                    <a:pt x="324" y="135"/>
                    <a:pt x="324" y="135"/>
                  </a:cubicBezTo>
                  <a:cubicBezTo>
                    <a:pt x="328" y="178"/>
                    <a:pt x="329" y="244"/>
                    <a:pt x="323" y="344"/>
                  </a:cubicBezTo>
                  <a:cubicBezTo>
                    <a:pt x="322" y="362"/>
                    <a:pt x="336" y="377"/>
                    <a:pt x="353" y="378"/>
                  </a:cubicBezTo>
                  <a:cubicBezTo>
                    <a:pt x="354" y="378"/>
                    <a:pt x="355" y="378"/>
                    <a:pt x="355" y="378"/>
                  </a:cubicBezTo>
                  <a:cubicBezTo>
                    <a:pt x="372" y="378"/>
                    <a:pt x="386" y="365"/>
                    <a:pt x="387" y="348"/>
                  </a:cubicBezTo>
                  <a:cubicBezTo>
                    <a:pt x="393" y="248"/>
                    <a:pt x="392" y="177"/>
                    <a:pt x="387" y="127"/>
                  </a:cubicBezTo>
                  <a:cubicBezTo>
                    <a:pt x="380" y="47"/>
                    <a:pt x="362" y="20"/>
                    <a:pt x="347" y="7"/>
                  </a:cubicBezTo>
                  <a:cubicBezTo>
                    <a:pt x="343" y="4"/>
                    <a:pt x="340" y="2"/>
                    <a:pt x="336" y="0"/>
                  </a:cubicBezTo>
                  <a:cubicBezTo>
                    <a:pt x="333" y="52"/>
                    <a:pt x="290" y="93"/>
                    <a:pt x="237" y="93"/>
                  </a:cubicBezTo>
                  <a:cubicBezTo>
                    <a:pt x="184" y="93"/>
                    <a:pt x="141" y="52"/>
                    <a:pt x="138" y="0"/>
                  </a:cubicBezTo>
                  <a:cubicBezTo>
                    <a:pt x="134" y="2"/>
                    <a:pt x="131" y="4"/>
                    <a:pt x="127" y="7"/>
                  </a:cubicBezTo>
                  <a:cubicBezTo>
                    <a:pt x="112" y="20"/>
                    <a:pt x="94" y="47"/>
                    <a:pt x="87" y="127"/>
                  </a:cubicBezTo>
                  <a:cubicBezTo>
                    <a:pt x="82" y="177"/>
                    <a:pt x="81" y="248"/>
                    <a:pt x="87" y="348"/>
                  </a:cubicBezTo>
                  <a:cubicBezTo>
                    <a:pt x="88" y="365"/>
                    <a:pt x="102" y="378"/>
                    <a:pt x="119" y="378"/>
                  </a:cubicBezTo>
                  <a:cubicBezTo>
                    <a:pt x="119" y="378"/>
                    <a:pt x="120" y="378"/>
                    <a:pt x="121" y="378"/>
                  </a:cubicBezTo>
                  <a:cubicBezTo>
                    <a:pt x="138" y="377"/>
                    <a:pt x="152" y="362"/>
                    <a:pt x="151" y="344"/>
                  </a:cubicBezTo>
                  <a:cubicBezTo>
                    <a:pt x="145" y="244"/>
                    <a:pt x="146" y="178"/>
                    <a:pt x="150" y="135"/>
                  </a:cubicBezTo>
                  <a:cubicBezTo>
                    <a:pt x="160" y="136"/>
                    <a:pt x="160" y="136"/>
                    <a:pt x="160" y="136"/>
                  </a:cubicBezTo>
                  <a:cubicBezTo>
                    <a:pt x="156" y="178"/>
                    <a:pt x="154" y="244"/>
                    <a:pt x="160" y="344"/>
                  </a:cubicBezTo>
                  <a:cubicBezTo>
                    <a:pt x="160" y="355"/>
                    <a:pt x="157" y="365"/>
                    <a:pt x="150" y="374"/>
                  </a:cubicBezTo>
                  <a:cubicBezTo>
                    <a:pt x="142" y="382"/>
                    <a:pt x="132" y="387"/>
                    <a:pt x="121" y="387"/>
                  </a:cubicBezTo>
                  <a:cubicBezTo>
                    <a:pt x="120" y="387"/>
                    <a:pt x="120" y="387"/>
                    <a:pt x="119" y="387"/>
                  </a:cubicBezTo>
                  <a:cubicBezTo>
                    <a:pt x="119" y="387"/>
                    <a:pt x="119" y="387"/>
                    <a:pt x="119" y="387"/>
                  </a:cubicBezTo>
                  <a:cubicBezTo>
                    <a:pt x="97" y="387"/>
                    <a:pt x="79" y="370"/>
                    <a:pt x="78" y="349"/>
                  </a:cubicBezTo>
                  <a:cubicBezTo>
                    <a:pt x="77" y="346"/>
                    <a:pt x="77" y="344"/>
                    <a:pt x="77" y="341"/>
                  </a:cubicBezTo>
                  <a:cubicBezTo>
                    <a:pt x="36" y="394"/>
                    <a:pt x="0" y="479"/>
                    <a:pt x="10" y="6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152"/>
            <p:cNvSpPr>
              <a:spLocks noEditPoints="1"/>
            </p:cNvSpPr>
            <p:nvPr/>
          </p:nvSpPr>
          <p:spPr bwMode="auto">
            <a:xfrm>
              <a:off x="3117850" y="1243013"/>
              <a:ext cx="227013" cy="228600"/>
            </a:xfrm>
            <a:custGeom>
              <a:avLst/>
              <a:gdLst>
                <a:gd name="T0" fmla="*/ 90 w 180"/>
                <a:gd name="T1" fmla="*/ 180 h 180"/>
                <a:gd name="T2" fmla="*/ 180 w 180"/>
                <a:gd name="T3" fmla="*/ 90 h 180"/>
                <a:gd name="T4" fmla="*/ 90 w 180"/>
                <a:gd name="T5" fmla="*/ 0 h 180"/>
                <a:gd name="T6" fmla="*/ 0 w 180"/>
                <a:gd name="T7" fmla="*/ 90 h 180"/>
                <a:gd name="T8" fmla="*/ 90 w 180"/>
                <a:gd name="T9" fmla="*/ 180 h 180"/>
                <a:gd name="T10" fmla="*/ 124 w 180"/>
                <a:gd name="T11" fmla="*/ 155 h 180"/>
                <a:gd name="T12" fmla="*/ 42 w 180"/>
                <a:gd name="T13" fmla="*/ 132 h 180"/>
                <a:gd name="T14" fmla="*/ 38 w 180"/>
                <a:gd name="T15" fmla="*/ 121 h 180"/>
                <a:gd name="T16" fmla="*/ 130 w 180"/>
                <a:gd name="T17" fmla="*/ 144 h 180"/>
                <a:gd name="T18" fmla="*/ 124 w 180"/>
                <a:gd name="T19" fmla="*/ 155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0" h="180">
                  <a:moveTo>
                    <a:pt x="90" y="180"/>
                  </a:moveTo>
                  <a:cubicBezTo>
                    <a:pt x="140" y="180"/>
                    <a:pt x="180" y="139"/>
                    <a:pt x="180" y="90"/>
                  </a:cubicBezTo>
                  <a:cubicBezTo>
                    <a:pt x="180" y="40"/>
                    <a:pt x="140" y="0"/>
                    <a:pt x="90" y="0"/>
                  </a:cubicBezTo>
                  <a:cubicBezTo>
                    <a:pt x="40" y="0"/>
                    <a:pt x="0" y="40"/>
                    <a:pt x="0" y="90"/>
                  </a:cubicBezTo>
                  <a:cubicBezTo>
                    <a:pt x="0" y="139"/>
                    <a:pt x="40" y="180"/>
                    <a:pt x="90" y="180"/>
                  </a:cubicBezTo>
                  <a:close/>
                  <a:moveTo>
                    <a:pt x="124" y="155"/>
                  </a:moveTo>
                  <a:cubicBezTo>
                    <a:pt x="109" y="146"/>
                    <a:pt x="65" y="124"/>
                    <a:pt x="42" y="132"/>
                  </a:cubicBezTo>
                  <a:cubicBezTo>
                    <a:pt x="38" y="121"/>
                    <a:pt x="38" y="121"/>
                    <a:pt x="38" y="121"/>
                  </a:cubicBezTo>
                  <a:cubicBezTo>
                    <a:pt x="71" y="110"/>
                    <a:pt x="128" y="143"/>
                    <a:pt x="130" y="144"/>
                  </a:cubicBezTo>
                  <a:lnTo>
                    <a:pt x="124" y="1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153"/>
            <p:cNvSpPr>
              <a:spLocks/>
            </p:cNvSpPr>
            <p:nvPr/>
          </p:nvSpPr>
          <p:spPr bwMode="auto">
            <a:xfrm>
              <a:off x="3162300" y="1022350"/>
              <a:ext cx="34925" cy="163513"/>
            </a:xfrm>
            <a:custGeom>
              <a:avLst/>
              <a:gdLst>
                <a:gd name="T0" fmla="*/ 4 w 28"/>
                <a:gd name="T1" fmla="*/ 118 h 129"/>
                <a:gd name="T2" fmla="*/ 9 w 28"/>
                <a:gd name="T3" fmla="*/ 125 h 129"/>
                <a:gd name="T4" fmla="*/ 20 w 28"/>
                <a:gd name="T5" fmla="*/ 78 h 129"/>
                <a:gd name="T6" fmla="*/ 11 w 28"/>
                <a:gd name="T7" fmla="*/ 32 h 129"/>
                <a:gd name="T8" fmla="*/ 24 w 28"/>
                <a:gd name="T9" fmla="*/ 13 h 129"/>
                <a:gd name="T10" fmla="*/ 20 w 28"/>
                <a:gd name="T11" fmla="*/ 4 h 129"/>
                <a:gd name="T12" fmla="*/ 2 w 28"/>
                <a:gd name="T13" fmla="*/ 43 h 129"/>
                <a:gd name="T14" fmla="*/ 14 w 28"/>
                <a:gd name="T15" fmla="*/ 88 h 129"/>
                <a:gd name="T16" fmla="*/ 4 w 28"/>
                <a:gd name="T17" fmla="*/ 118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29">
                  <a:moveTo>
                    <a:pt x="4" y="118"/>
                  </a:moveTo>
                  <a:cubicBezTo>
                    <a:pt x="1" y="122"/>
                    <a:pt x="6" y="129"/>
                    <a:pt x="9" y="125"/>
                  </a:cubicBezTo>
                  <a:cubicBezTo>
                    <a:pt x="19" y="113"/>
                    <a:pt x="24" y="95"/>
                    <a:pt x="20" y="78"/>
                  </a:cubicBezTo>
                  <a:cubicBezTo>
                    <a:pt x="17" y="60"/>
                    <a:pt x="5" y="52"/>
                    <a:pt x="11" y="32"/>
                  </a:cubicBezTo>
                  <a:cubicBezTo>
                    <a:pt x="14" y="25"/>
                    <a:pt x="19" y="18"/>
                    <a:pt x="24" y="13"/>
                  </a:cubicBezTo>
                  <a:cubicBezTo>
                    <a:pt x="28" y="9"/>
                    <a:pt x="24" y="0"/>
                    <a:pt x="20" y="4"/>
                  </a:cubicBezTo>
                  <a:cubicBezTo>
                    <a:pt x="11" y="13"/>
                    <a:pt x="3" y="27"/>
                    <a:pt x="2" y="43"/>
                  </a:cubicBezTo>
                  <a:cubicBezTo>
                    <a:pt x="0" y="60"/>
                    <a:pt x="13" y="71"/>
                    <a:pt x="14" y="88"/>
                  </a:cubicBezTo>
                  <a:cubicBezTo>
                    <a:pt x="15" y="99"/>
                    <a:pt x="10" y="111"/>
                    <a:pt x="4"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154"/>
            <p:cNvSpPr>
              <a:spLocks/>
            </p:cNvSpPr>
            <p:nvPr/>
          </p:nvSpPr>
          <p:spPr bwMode="auto">
            <a:xfrm>
              <a:off x="3217863" y="1022350"/>
              <a:ext cx="34925" cy="163513"/>
            </a:xfrm>
            <a:custGeom>
              <a:avLst/>
              <a:gdLst>
                <a:gd name="T0" fmla="*/ 4 w 28"/>
                <a:gd name="T1" fmla="*/ 118 h 129"/>
                <a:gd name="T2" fmla="*/ 9 w 28"/>
                <a:gd name="T3" fmla="*/ 125 h 129"/>
                <a:gd name="T4" fmla="*/ 20 w 28"/>
                <a:gd name="T5" fmla="*/ 78 h 129"/>
                <a:gd name="T6" fmla="*/ 11 w 28"/>
                <a:gd name="T7" fmla="*/ 32 h 129"/>
                <a:gd name="T8" fmla="*/ 24 w 28"/>
                <a:gd name="T9" fmla="*/ 13 h 129"/>
                <a:gd name="T10" fmla="*/ 20 w 28"/>
                <a:gd name="T11" fmla="*/ 4 h 129"/>
                <a:gd name="T12" fmla="*/ 1 w 28"/>
                <a:gd name="T13" fmla="*/ 43 h 129"/>
                <a:gd name="T14" fmla="*/ 14 w 28"/>
                <a:gd name="T15" fmla="*/ 88 h 129"/>
                <a:gd name="T16" fmla="*/ 4 w 28"/>
                <a:gd name="T17" fmla="*/ 118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29">
                  <a:moveTo>
                    <a:pt x="4" y="118"/>
                  </a:moveTo>
                  <a:cubicBezTo>
                    <a:pt x="0" y="122"/>
                    <a:pt x="6" y="129"/>
                    <a:pt x="9" y="125"/>
                  </a:cubicBezTo>
                  <a:cubicBezTo>
                    <a:pt x="19" y="113"/>
                    <a:pt x="23" y="95"/>
                    <a:pt x="20" y="78"/>
                  </a:cubicBezTo>
                  <a:cubicBezTo>
                    <a:pt x="17" y="60"/>
                    <a:pt x="4" y="52"/>
                    <a:pt x="11" y="32"/>
                  </a:cubicBezTo>
                  <a:cubicBezTo>
                    <a:pt x="14" y="25"/>
                    <a:pt x="19" y="18"/>
                    <a:pt x="24" y="13"/>
                  </a:cubicBezTo>
                  <a:cubicBezTo>
                    <a:pt x="28" y="9"/>
                    <a:pt x="24" y="0"/>
                    <a:pt x="20" y="4"/>
                  </a:cubicBezTo>
                  <a:cubicBezTo>
                    <a:pt x="10" y="13"/>
                    <a:pt x="3" y="27"/>
                    <a:pt x="1" y="43"/>
                  </a:cubicBezTo>
                  <a:cubicBezTo>
                    <a:pt x="0" y="60"/>
                    <a:pt x="12" y="71"/>
                    <a:pt x="14" y="88"/>
                  </a:cubicBezTo>
                  <a:cubicBezTo>
                    <a:pt x="15" y="99"/>
                    <a:pt x="10" y="111"/>
                    <a:pt x="4"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155"/>
            <p:cNvSpPr>
              <a:spLocks/>
            </p:cNvSpPr>
            <p:nvPr/>
          </p:nvSpPr>
          <p:spPr bwMode="auto">
            <a:xfrm>
              <a:off x="3271838" y="1022350"/>
              <a:ext cx="34925" cy="163513"/>
            </a:xfrm>
            <a:custGeom>
              <a:avLst/>
              <a:gdLst>
                <a:gd name="T0" fmla="*/ 5 w 28"/>
                <a:gd name="T1" fmla="*/ 118 h 129"/>
                <a:gd name="T2" fmla="*/ 10 w 28"/>
                <a:gd name="T3" fmla="*/ 125 h 129"/>
                <a:gd name="T4" fmla="*/ 21 w 28"/>
                <a:gd name="T5" fmla="*/ 78 h 129"/>
                <a:gd name="T6" fmla="*/ 12 w 28"/>
                <a:gd name="T7" fmla="*/ 32 h 129"/>
                <a:gd name="T8" fmla="*/ 25 w 28"/>
                <a:gd name="T9" fmla="*/ 13 h 129"/>
                <a:gd name="T10" fmla="*/ 21 w 28"/>
                <a:gd name="T11" fmla="*/ 4 h 129"/>
                <a:gd name="T12" fmla="*/ 2 w 28"/>
                <a:gd name="T13" fmla="*/ 43 h 129"/>
                <a:gd name="T14" fmla="*/ 15 w 28"/>
                <a:gd name="T15" fmla="*/ 88 h 129"/>
                <a:gd name="T16" fmla="*/ 5 w 28"/>
                <a:gd name="T17" fmla="*/ 118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29">
                  <a:moveTo>
                    <a:pt x="5" y="118"/>
                  </a:moveTo>
                  <a:cubicBezTo>
                    <a:pt x="1" y="122"/>
                    <a:pt x="6" y="129"/>
                    <a:pt x="10" y="125"/>
                  </a:cubicBezTo>
                  <a:cubicBezTo>
                    <a:pt x="20" y="113"/>
                    <a:pt x="24" y="95"/>
                    <a:pt x="21" y="78"/>
                  </a:cubicBezTo>
                  <a:cubicBezTo>
                    <a:pt x="18" y="60"/>
                    <a:pt x="5" y="52"/>
                    <a:pt x="12" y="32"/>
                  </a:cubicBezTo>
                  <a:cubicBezTo>
                    <a:pt x="14" y="25"/>
                    <a:pt x="19" y="18"/>
                    <a:pt x="25" y="13"/>
                  </a:cubicBezTo>
                  <a:cubicBezTo>
                    <a:pt x="28" y="9"/>
                    <a:pt x="25" y="0"/>
                    <a:pt x="21" y="4"/>
                  </a:cubicBezTo>
                  <a:cubicBezTo>
                    <a:pt x="11" y="13"/>
                    <a:pt x="4" y="27"/>
                    <a:pt x="2" y="43"/>
                  </a:cubicBezTo>
                  <a:cubicBezTo>
                    <a:pt x="0" y="60"/>
                    <a:pt x="13" y="71"/>
                    <a:pt x="15" y="88"/>
                  </a:cubicBezTo>
                  <a:cubicBezTo>
                    <a:pt x="16" y="99"/>
                    <a:pt x="10" y="111"/>
                    <a:pt x="5"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17" name="组合 116"/>
          <p:cNvGrpSpPr/>
          <p:nvPr/>
        </p:nvGrpSpPr>
        <p:grpSpPr>
          <a:xfrm>
            <a:off x="4071938" y="730250"/>
            <a:ext cx="1585912" cy="1465263"/>
            <a:chOff x="4071938" y="730250"/>
            <a:chExt cx="1585912" cy="1465263"/>
          </a:xfrm>
          <a:solidFill>
            <a:schemeClr val="tx1">
              <a:lumMod val="65000"/>
              <a:lumOff val="35000"/>
            </a:schemeClr>
          </a:solidFill>
        </p:grpSpPr>
        <p:sp>
          <p:nvSpPr>
            <p:cNvPr id="118" name="Freeform 158"/>
            <p:cNvSpPr>
              <a:spLocks noEditPoints="1"/>
            </p:cNvSpPr>
            <p:nvPr/>
          </p:nvSpPr>
          <p:spPr bwMode="auto">
            <a:xfrm>
              <a:off x="4438650" y="1023938"/>
              <a:ext cx="227013" cy="227013"/>
            </a:xfrm>
            <a:custGeom>
              <a:avLst/>
              <a:gdLst>
                <a:gd name="T0" fmla="*/ 0 w 180"/>
                <a:gd name="T1" fmla="*/ 90 h 180"/>
                <a:gd name="T2" fmla="*/ 90 w 180"/>
                <a:gd name="T3" fmla="*/ 180 h 180"/>
                <a:gd name="T4" fmla="*/ 180 w 180"/>
                <a:gd name="T5" fmla="*/ 90 h 180"/>
                <a:gd name="T6" fmla="*/ 90 w 180"/>
                <a:gd name="T7" fmla="*/ 0 h 180"/>
                <a:gd name="T8" fmla="*/ 0 w 180"/>
                <a:gd name="T9" fmla="*/ 90 h 180"/>
                <a:gd name="T10" fmla="*/ 76 w 180"/>
                <a:gd name="T11" fmla="*/ 123 h 180"/>
                <a:gd name="T12" fmla="*/ 110 w 180"/>
                <a:gd name="T13" fmla="*/ 99 h 180"/>
                <a:gd name="T14" fmla="*/ 124 w 180"/>
                <a:gd name="T15" fmla="*/ 138 h 180"/>
                <a:gd name="T16" fmla="*/ 90 w 180"/>
                <a:gd name="T17" fmla="*/ 162 h 180"/>
                <a:gd name="T18" fmla="*/ 76 w 180"/>
                <a:gd name="T19" fmla="*/ 123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0" h="180">
                  <a:moveTo>
                    <a:pt x="0" y="90"/>
                  </a:moveTo>
                  <a:cubicBezTo>
                    <a:pt x="0" y="140"/>
                    <a:pt x="40" y="180"/>
                    <a:pt x="90" y="180"/>
                  </a:cubicBezTo>
                  <a:cubicBezTo>
                    <a:pt x="140" y="180"/>
                    <a:pt x="180" y="140"/>
                    <a:pt x="180" y="90"/>
                  </a:cubicBezTo>
                  <a:cubicBezTo>
                    <a:pt x="180" y="40"/>
                    <a:pt x="140" y="0"/>
                    <a:pt x="90" y="0"/>
                  </a:cubicBezTo>
                  <a:cubicBezTo>
                    <a:pt x="40" y="0"/>
                    <a:pt x="0" y="40"/>
                    <a:pt x="0" y="90"/>
                  </a:cubicBezTo>
                  <a:close/>
                  <a:moveTo>
                    <a:pt x="76" y="123"/>
                  </a:moveTo>
                  <a:cubicBezTo>
                    <a:pt x="81" y="105"/>
                    <a:pt x="97" y="94"/>
                    <a:pt x="110" y="99"/>
                  </a:cubicBezTo>
                  <a:cubicBezTo>
                    <a:pt x="123" y="103"/>
                    <a:pt x="130" y="120"/>
                    <a:pt x="124" y="138"/>
                  </a:cubicBezTo>
                  <a:cubicBezTo>
                    <a:pt x="119" y="156"/>
                    <a:pt x="104" y="166"/>
                    <a:pt x="90" y="162"/>
                  </a:cubicBezTo>
                  <a:cubicBezTo>
                    <a:pt x="77" y="158"/>
                    <a:pt x="70" y="140"/>
                    <a:pt x="76"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159"/>
            <p:cNvSpPr>
              <a:spLocks/>
            </p:cNvSpPr>
            <p:nvPr/>
          </p:nvSpPr>
          <p:spPr bwMode="auto">
            <a:xfrm>
              <a:off x="4071938" y="1236663"/>
              <a:ext cx="790575" cy="958850"/>
            </a:xfrm>
            <a:custGeom>
              <a:avLst/>
              <a:gdLst>
                <a:gd name="T0" fmla="*/ 196 w 626"/>
                <a:gd name="T1" fmla="*/ 114 h 759"/>
                <a:gd name="T2" fmla="*/ 211 w 626"/>
                <a:gd name="T3" fmla="*/ 93 h 759"/>
                <a:gd name="T4" fmla="*/ 230 w 626"/>
                <a:gd name="T5" fmla="*/ 306 h 759"/>
                <a:gd name="T6" fmla="*/ 230 w 626"/>
                <a:gd name="T7" fmla="*/ 309 h 759"/>
                <a:gd name="T8" fmla="*/ 121 w 626"/>
                <a:gd name="T9" fmla="*/ 681 h 759"/>
                <a:gd name="T10" fmla="*/ 134 w 626"/>
                <a:gd name="T11" fmla="*/ 750 h 759"/>
                <a:gd name="T12" fmla="*/ 162 w 626"/>
                <a:gd name="T13" fmla="*/ 759 h 759"/>
                <a:gd name="T14" fmla="*/ 203 w 626"/>
                <a:gd name="T15" fmla="*/ 737 h 759"/>
                <a:gd name="T16" fmla="*/ 332 w 626"/>
                <a:gd name="T17" fmla="*/ 372 h 759"/>
                <a:gd name="T18" fmla="*/ 467 w 626"/>
                <a:gd name="T19" fmla="*/ 709 h 759"/>
                <a:gd name="T20" fmla="*/ 516 w 626"/>
                <a:gd name="T21" fmla="*/ 759 h 759"/>
                <a:gd name="T22" fmla="*/ 517 w 626"/>
                <a:gd name="T23" fmla="*/ 759 h 759"/>
                <a:gd name="T24" fmla="*/ 567 w 626"/>
                <a:gd name="T25" fmla="*/ 710 h 759"/>
                <a:gd name="T26" fmla="*/ 418 w 626"/>
                <a:gd name="T27" fmla="*/ 316 h 759"/>
                <a:gd name="T28" fmla="*/ 413 w 626"/>
                <a:gd name="T29" fmla="*/ 173 h 759"/>
                <a:gd name="T30" fmla="*/ 422 w 626"/>
                <a:gd name="T31" fmla="*/ 191 h 759"/>
                <a:gd name="T32" fmla="*/ 594 w 626"/>
                <a:gd name="T33" fmla="*/ 284 h 759"/>
                <a:gd name="T34" fmla="*/ 594 w 626"/>
                <a:gd name="T35" fmla="*/ 284 h 759"/>
                <a:gd name="T36" fmla="*/ 626 w 626"/>
                <a:gd name="T37" fmla="*/ 252 h 759"/>
                <a:gd name="T38" fmla="*/ 594 w 626"/>
                <a:gd name="T39" fmla="*/ 220 h 759"/>
                <a:gd name="T40" fmla="*/ 478 w 626"/>
                <a:gd name="T41" fmla="*/ 160 h 759"/>
                <a:gd name="T42" fmla="*/ 456 w 626"/>
                <a:gd name="T43" fmla="*/ 96 h 759"/>
                <a:gd name="T44" fmla="*/ 450 w 626"/>
                <a:gd name="T45" fmla="*/ 80 h 759"/>
                <a:gd name="T46" fmla="*/ 421 w 626"/>
                <a:gd name="T47" fmla="*/ 52 h 759"/>
                <a:gd name="T48" fmla="*/ 263 w 626"/>
                <a:gd name="T49" fmla="*/ 14 h 759"/>
                <a:gd name="T50" fmla="*/ 253 w 626"/>
                <a:gd name="T51" fmla="*/ 13 h 759"/>
                <a:gd name="T52" fmla="*/ 143 w 626"/>
                <a:gd name="T53" fmla="*/ 78 h 759"/>
                <a:gd name="T54" fmla="*/ 31 w 626"/>
                <a:gd name="T55" fmla="*/ 156 h 759"/>
                <a:gd name="T56" fmla="*/ 1 w 626"/>
                <a:gd name="T57" fmla="*/ 190 h 759"/>
                <a:gd name="T58" fmla="*/ 33 w 626"/>
                <a:gd name="T59" fmla="*/ 220 h 759"/>
                <a:gd name="T60" fmla="*/ 35 w 626"/>
                <a:gd name="T61" fmla="*/ 220 h 759"/>
                <a:gd name="T62" fmla="*/ 196 w 626"/>
                <a:gd name="T63" fmla="*/ 114 h 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26" h="759">
                  <a:moveTo>
                    <a:pt x="196" y="114"/>
                  </a:moveTo>
                  <a:cubicBezTo>
                    <a:pt x="202" y="105"/>
                    <a:pt x="207" y="98"/>
                    <a:pt x="211" y="93"/>
                  </a:cubicBezTo>
                  <a:cubicBezTo>
                    <a:pt x="203" y="166"/>
                    <a:pt x="213" y="230"/>
                    <a:pt x="230" y="306"/>
                  </a:cubicBezTo>
                  <a:cubicBezTo>
                    <a:pt x="230" y="307"/>
                    <a:pt x="230" y="308"/>
                    <a:pt x="230" y="309"/>
                  </a:cubicBezTo>
                  <a:cubicBezTo>
                    <a:pt x="230" y="310"/>
                    <a:pt x="258" y="482"/>
                    <a:pt x="121" y="681"/>
                  </a:cubicBezTo>
                  <a:cubicBezTo>
                    <a:pt x="105" y="703"/>
                    <a:pt x="111" y="734"/>
                    <a:pt x="134" y="750"/>
                  </a:cubicBezTo>
                  <a:cubicBezTo>
                    <a:pt x="142" y="756"/>
                    <a:pt x="152" y="759"/>
                    <a:pt x="162" y="759"/>
                  </a:cubicBezTo>
                  <a:cubicBezTo>
                    <a:pt x="178" y="759"/>
                    <a:pt x="194" y="751"/>
                    <a:pt x="203" y="737"/>
                  </a:cubicBezTo>
                  <a:cubicBezTo>
                    <a:pt x="304" y="591"/>
                    <a:pt x="328" y="455"/>
                    <a:pt x="332" y="372"/>
                  </a:cubicBezTo>
                  <a:cubicBezTo>
                    <a:pt x="341" y="381"/>
                    <a:pt x="469" y="492"/>
                    <a:pt x="467" y="709"/>
                  </a:cubicBezTo>
                  <a:cubicBezTo>
                    <a:pt x="466" y="736"/>
                    <a:pt x="489" y="759"/>
                    <a:pt x="516" y="759"/>
                  </a:cubicBezTo>
                  <a:cubicBezTo>
                    <a:pt x="516" y="759"/>
                    <a:pt x="517" y="759"/>
                    <a:pt x="517" y="759"/>
                  </a:cubicBezTo>
                  <a:cubicBezTo>
                    <a:pt x="544" y="759"/>
                    <a:pt x="566" y="737"/>
                    <a:pt x="567" y="710"/>
                  </a:cubicBezTo>
                  <a:cubicBezTo>
                    <a:pt x="569" y="497"/>
                    <a:pt x="466" y="366"/>
                    <a:pt x="418" y="316"/>
                  </a:cubicBezTo>
                  <a:cubicBezTo>
                    <a:pt x="397" y="254"/>
                    <a:pt x="399" y="212"/>
                    <a:pt x="413" y="173"/>
                  </a:cubicBezTo>
                  <a:cubicBezTo>
                    <a:pt x="416" y="179"/>
                    <a:pt x="419" y="185"/>
                    <a:pt x="422" y="191"/>
                  </a:cubicBezTo>
                  <a:cubicBezTo>
                    <a:pt x="447" y="233"/>
                    <a:pt x="497" y="283"/>
                    <a:pt x="594" y="284"/>
                  </a:cubicBezTo>
                  <a:cubicBezTo>
                    <a:pt x="594" y="284"/>
                    <a:pt x="594" y="284"/>
                    <a:pt x="594" y="284"/>
                  </a:cubicBezTo>
                  <a:cubicBezTo>
                    <a:pt x="612" y="284"/>
                    <a:pt x="626" y="270"/>
                    <a:pt x="626" y="252"/>
                  </a:cubicBezTo>
                  <a:cubicBezTo>
                    <a:pt x="626" y="234"/>
                    <a:pt x="612" y="220"/>
                    <a:pt x="594" y="220"/>
                  </a:cubicBezTo>
                  <a:cubicBezTo>
                    <a:pt x="541" y="219"/>
                    <a:pt x="502" y="199"/>
                    <a:pt x="478" y="160"/>
                  </a:cubicBezTo>
                  <a:cubicBezTo>
                    <a:pt x="459" y="129"/>
                    <a:pt x="457" y="97"/>
                    <a:pt x="456" y="96"/>
                  </a:cubicBezTo>
                  <a:cubicBezTo>
                    <a:pt x="456" y="90"/>
                    <a:pt x="454" y="84"/>
                    <a:pt x="450" y="80"/>
                  </a:cubicBezTo>
                  <a:cubicBezTo>
                    <a:pt x="444" y="67"/>
                    <a:pt x="432" y="55"/>
                    <a:pt x="421" y="52"/>
                  </a:cubicBezTo>
                  <a:cubicBezTo>
                    <a:pt x="372" y="41"/>
                    <a:pt x="312" y="25"/>
                    <a:pt x="263" y="14"/>
                  </a:cubicBezTo>
                  <a:cubicBezTo>
                    <a:pt x="260" y="13"/>
                    <a:pt x="257" y="13"/>
                    <a:pt x="253" y="13"/>
                  </a:cubicBezTo>
                  <a:cubicBezTo>
                    <a:pt x="197" y="0"/>
                    <a:pt x="167" y="43"/>
                    <a:pt x="143" y="78"/>
                  </a:cubicBezTo>
                  <a:cubicBezTo>
                    <a:pt x="117" y="116"/>
                    <a:pt x="91" y="152"/>
                    <a:pt x="31" y="156"/>
                  </a:cubicBezTo>
                  <a:cubicBezTo>
                    <a:pt x="13" y="157"/>
                    <a:pt x="0" y="172"/>
                    <a:pt x="1" y="190"/>
                  </a:cubicBezTo>
                  <a:cubicBezTo>
                    <a:pt x="2" y="207"/>
                    <a:pt x="16" y="220"/>
                    <a:pt x="33" y="220"/>
                  </a:cubicBezTo>
                  <a:cubicBezTo>
                    <a:pt x="33" y="220"/>
                    <a:pt x="34" y="220"/>
                    <a:pt x="35" y="220"/>
                  </a:cubicBezTo>
                  <a:cubicBezTo>
                    <a:pt x="126" y="215"/>
                    <a:pt x="167" y="156"/>
                    <a:pt x="196" y="1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160"/>
            <p:cNvSpPr>
              <a:spLocks/>
            </p:cNvSpPr>
            <p:nvPr/>
          </p:nvSpPr>
          <p:spPr bwMode="auto">
            <a:xfrm>
              <a:off x="4638675" y="806450"/>
              <a:ext cx="188913" cy="182563"/>
            </a:xfrm>
            <a:custGeom>
              <a:avLst/>
              <a:gdLst>
                <a:gd name="T0" fmla="*/ 6 w 119"/>
                <a:gd name="T1" fmla="*/ 115 h 115"/>
                <a:gd name="T2" fmla="*/ 119 w 119"/>
                <a:gd name="T3" fmla="*/ 16 h 115"/>
                <a:gd name="T4" fmla="*/ 107 w 119"/>
                <a:gd name="T5" fmla="*/ 0 h 115"/>
                <a:gd name="T6" fmla="*/ 0 w 119"/>
                <a:gd name="T7" fmla="*/ 111 h 115"/>
                <a:gd name="T8" fmla="*/ 6 w 119"/>
                <a:gd name="T9" fmla="*/ 115 h 115"/>
              </a:gdLst>
              <a:ahLst/>
              <a:cxnLst>
                <a:cxn ang="0">
                  <a:pos x="T0" y="T1"/>
                </a:cxn>
                <a:cxn ang="0">
                  <a:pos x="T2" y="T3"/>
                </a:cxn>
                <a:cxn ang="0">
                  <a:pos x="T4" y="T5"/>
                </a:cxn>
                <a:cxn ang="0">
                  <a:pos x="T6" y="T7"/>
                </a:cxn>
                <a:cxn ang="0">
                  <a:pos x="T8" y="T9"/>
                </a:cxn>
              </a:cxnLst>
              <a:rect l="0" t="0" r="r" b="b"/>
              <a:pathLst>
                <a:path w="119" h="115">
                  <a:moveTo>
                    <a:pt x="6" y="115"/>
                  </a:moveTo>
                  <a:lnTo>
                    <a:pt x="119" y="16"/>
                  </a:lnTo>
                  <a:lnTo>
                    <a:pt x="107" y="0"/>
                  </a:lnTo>
                  <a:lnTo>
                    <a:pt x="0" y="111"/>
                  </a:lnTo>
                  <a:lnTo>
                    <a:pt x="6" y="1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161"/>
            <p:cNvSpPr>
              <a:spLocks/>
            </p:cNvSpPr>
            <p:nvPr/>
          </p:nvSpPr>
          <p:spPr bwMode="auto">
            <a:xfrm>
              <a:off x="4598988" y="730250"/>
              <a:ext cx="82550" cy="228600"/>
            </a:xfrm>
            <a:custGeom>
              <a:avLst/>
              <a:gdLst>
                <a:gd name="T0" fmla="*/ 52 w 52"/>
                <a:gd name="T1" fmla="*/ 1 h 144"/>
                <a:gd name="T2" fmla="*/ 37 w 52"/>
                <a:gd name="T3" fmla="*/ 0 h 144"/>
                <a:gd name="T4" fmla="*/ 0 w 52"/>
                <a:gd name="T5" fmla="*/ 143 h 144"/>
                <a:gd name="T6" fmla="*/ 7 w 52"/>
                <a:gd name="T7" fmla="*/ 144 h 144"/>
                <a:gd name="T8" fmla="*/ 52 w 52"/>
                <a:gd name="T9" fmla="*/ 1 h 144"/>
              </a:gdLst>
              <a:ahLst/>
              <a:cxnLst>
                <a:cxn ang="0">
                  <a:pos x="T0" y="T1"/>
                </a:cxn>
                <a:cxn ang="0">
                  <a:pos x="T2" y="T3"/>
                </a:cxn>
                <a:cxn ang="0">
                  <a:pos x="T4" y="T5"/>
                </a:cxn>
                <a:cxn ang="0">
                  <a:pos x="T6" y="T7"/>
                </a:cxn>
                <a:cxn ang="0">
                  <a:pos x="T8" y="T9"/>
                </a:cxn>
              </a:cxnLst>
              <a:rect l="0" t="0" r="r" b="b"/>
              <a:pathLst>
                <a:path w="52" h="144">
                  <a:moveTo>
                    <a:pt x="52" y="1"/>
                  </a:moveTo>
                  <a:lnTo>
                    <a:pt x="37" y="0"/>
                  </a:lnTo>
                  <a:lnTo>
                    <a:pt x="0" y="143"/>
                  </a:lnTo>
                  <a:lnTo>
                    <a:pt x="7" y="144"/>
                  </a:lnTo>
                  <a:lnTo>
                    <a:pt x="5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162"/>
            <p:cNvSpPr>
              <a:spLocks/>
            </p:cNvSpPr>
            <p:nvPr/>
          </p:nvSpPr>
          <p:spPr bwMode="auto">
            <a:xfrm>
              <a:off x="4668838" y="952500"/>
              <a:ext cx="236538" cy="79375"/>
            </a:xfrm>
            <a:custGeom>
              <a:avLst/>
              <a:gdLst>
                <a:gd name="T0" fmla="*/ 4 w 149"/>
                <a:gd name="T1" fmla="*/ 50 h 50"/>
                <a:gd name="T2" fmla="*/ 149 w 149"/>
                <a:gd name="T3" fmla="*/ 12 h 50"/>
                <a:gd name="T4" fmla="*/ 141 w 149"/>
                <a:gd name="T5" fmla="*/ 0 h 50"/>
                <a:gd name="T6" fmla="*/ 0 w 149"/>
                <a:gd name="T7" fmla="*/ 44 h 50"/>
                <a:gd name="T8" fmla="*/ 4 w 149"/>
                <a:gd name="T9" fmla="*/ 50 h 50"/>
              </a:gdLst>
              <a:ahLst/>
              <a:cxnLst>
                <a:cxn ang="0">
                  <a:pos x="T0" y="T1"/>
                </a:cxn>
                <a:cxn ang="0">
                  <a:pos x="T2" y="T3"/>
                </a:cxn>
                <a:cxn ang="0">
                  <a:pos x="T4" y="T5"/>
                </a:cxn>
                <a:cxn ang="0">
                  <a:pos x="T6" y="T7"/>
                </a:cxn>
                <a:cxn ang="0">
                  <a:pos x="T8" y="T9"/>
                </a:cxn>
              </a:cxnLst>
              <a:rect l="0" t="0" r="r" b="b"/>
              <a:pathLst>
                <a:path w="149" h="50">
                  <a:moveTo>
                    <a:pt x="4" y="50"/>
                  </a:moveTo>
                  <a:lnTo>
                    <a:pt x="149" y="12"/>
                  </a:lnTo>
                  <a:lnTo>
                    <a:pt x="141" y="0"/>
                  </a:lnTo>
                  <a:lnTo>
                    <a:pt x="0" y="44"/>
                  </a:lnTo>
                  <a:lnTo>
                    <a:pt x="4" y="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63"/>
            <p:cNvSpPr>
              <a:spLocks/>
            </p:cNvSpPr>
            <p:nvPr/>
          </p:nvSpPr>
          <p:spPr bwMode="auto">
            <a:xfrm>
              <a:off x="4321175" y="942975"/>
              <a:ext cx="104775" cy="76200"/>
            </a:xfrm>
            <a:custGeom>
              <a:avLst/>
              <a:gdLst>
                <a:gd name="T0" fmla="*/ 83 w 83"/>
                <a:gd name="T1" fmla="*/ 47 h 60"/>
                <a:gd name="T2" fmla="*/ 5 w 83"/>
                <a:gd name="T3" fmla="*/ 31 h 60"/>
                <a:gd name="T4" fmla="*/ 83 w 83"/>
                <a:gd name="T5" fmla="*/ 47 h 60"/>
              </a:gdLst>
              <a:ahLst/>
              <a:cxnLst>
                <a:cxn ang="0">
                  <a:pos x="T0" y="T1"/>
                </a:cxn>
                <a:cxn ang="0">
                  <a:pos x="T2" y="T3"/>
                </a:cxn>
                <a:cxn ang="0">
                  <a:pos x="T4" y="T5"/>
                </a:cxn>
              </a:cxnLst>
              <a:rect l="0" t="0" r="r" b="b"/>
              <a:pathLst>
                <a:path w="83" h="60">
                  <a:moveTo>
                    <a:pt x="83" y="47"/>
                  </a:moveTo>
                  <a:cubicBezTo>
                    <a:pt x="69" y="14"/>
                    <a:pt x="11" y="0"/>
                    <a:pt x="5" y="31"/>
                  </a:cubicBezTo>
                  <a:cubicBezTo>
                    <a:pt x="0" y="60"/>
                    <a:pt x="34" y="40"/>
                    <a:pt x="83"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164"/>
            <p:cNvSpPr>
              <a:spLocks/>
            </p:cNvSpPr>
            <p:nvPr/>
          </p:nvSpPr>
          <p:spPr bwMode="auto">
            <a:xfrm>
              <a:off x="4411663" y="904875"/>
              <a:ext cx="79375" cy="84138"/>
            </a:xfrm>
            <a:custGeom>
              <a:avLst/>
              <a:gdLst>
                <a:gd name="T0" fmla="*/ 52 w 63"/>
                <a:gd name="T1" fmla="*/ 67 h 67"/>
                <a:gd name="T2" fmla="*/ 19 w 63"/>
                <a:gd name="T3" fmla="*/ 14 h 67"/>
                <a:gd name="T4" fmla="*/ 52 w 63"/>
                <a:gd name="T5" fmla="*/ 67 h 67"/>
              </a:gdLst>
              <a:ahLst/>
              <a:cxnLst>
                <a:cxn ang="0">
                  <a:pos x="T0" y="T1"/>
                </a:cxn>
                <a:cxn ang="0">
                  <a:pos x="T2" y="T3"/>
                </a:cxn>
                <a:cxn ang="0">
                  <a:pos x="T4" y="T5"/>
                </a:cxn>
              </a:cxnLst>
              <a:rect l="0" t="0" r="r" b="b"/>
              <a:pathLst>
                <a:path w="63" h="67">
                  <a:moveTo>
                    <a:pt x="52" y="67"/>
                  </a:moveTo>
                  <a:cubicBezTo>
                    <a:pt x="63" y="41"/>
                    <a:pt x="40" y="0"/>
                    <a:pt x="19" y="14"/>
                  </a:cubicBezTo>
                  <a:cubicBezTo>
                    <a:pt x="0" y="27"/>
                    <a:pt x="29" y="35"/>
                    <a:pt x="52"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165"/>
            <p:cNvSpPr>
              <a:spLocks noEditPoints="1"/>
            </p:cNvSpPr>
            <p:nvPr/>
          </p:nvSpPr>
          <p:spPr bwMode="auto">
            <a:xfrm>
              <a:off x="4946650" y="1173163"/>
              <a:ext cx="711200" cy="1022350"/>
            </a:xfrm>
            <a:custGeom>
              <a:avLst/>
              <a:gdLst>
                <a:gd name="T0" fmla="*/ 272 w 562"/>
                <a:gd name="T1" fmla="*/ 52 h 809"/>
                <a:gd name="T2" fmla="*/ 254 w 562"/>
                <a:gd name="T3" fmla="*/ 54 h 809"/>
                <a:gd name="T4" fmla="*/ 114 w 562"/>
                <a:gd name="T5" fmla="*/ 19 h 809"/>
                <a:gd name="T6" fmla="*/ 77 w 562"/>
                <a:gd name="T7" fmla="*/ 4 h 809"/>
                <a:gd name="T8" fmla="*/ 27 w 562"/>
                <a:gd name="T9" fmla="*/ 19 h 809"/>
                <a:gd name="T10" fmla="*/ 5 w 562"/>
                <a:gd name="T11" fmla="*/ 58 h 809"/>
                <a:gd name="T12" fmla="*/ 44 w 562"/>
                <a:gd name="T13" fmla="*/ 80 h 809"/>
                <a:gd name="T14" fmla="*/ 73 w 562"/>
                <a:gd name="T15" fmla="*/ 72 h 809"/>
                <a:gd name="T16" fmla="*/ 199 w 562"/>
                <a:gd name="T17" fmla="*/ 123 h 809"/>
                <a:gd name="T18" fmla="*/ 222 w 562"/>
                <a:gd name="T19" fmla="*/ 122 h 809"/>
                <a:gd name="T20" fmla="*/ 200 w 562"/>
                <a:gd name="T21" fmla="*/ 777 h 809"/>
                <a:gd name="T22" fmla="*/ 247 w 562"/>
                <a:gd name="T23" fmla="*/ 809 h 809"/>
                <a:gd name="T24" fmla="*/ 265 w 562"/>
                <a:gd name="T25" fmla="*/ 806 h 809"/>
                <a:gd name="T26" fmla="*/ 294 w 562"/>
                <a:gd name="T27" fmla="*/ 742 h 809"/>
                <a:gd name="T28" fmla="*/ 273 w 562"/>
                <a:gd name="T29" fmla="*/ 412 h 809"/>
                <a:gd name="T30" fmla="*/ 318 w 562"/>
                <a:gd name="T31" fmla="*/ 407 h 809"/>
                <a:gd name="T32" fmla="*/ 458 w 562"/>
                <a:gd name="T33" fmla="*/ 784 h 809"/>
                <a:gd name="T34" fmla="*/ 497 w 562"/>
                <a:gd name="T35" fmla="*/ 802 h 809"/>
                <a:gd name="T36" fmla="*/ 528 w 562"/>
                <a:gd name="T37" fmla="*/ 791 h 809"/>
                <a:gd name="T38" fmla="*/ 536 w 562"/>
                <a:gd name="T39" fmla="*/ 721 h 809"/>
                <a:gd name="T40" fmla="*/ 417 w 562"/>
                <a:gd name="T41" fmla="*/ 384 h 809"/>
                <a:gd name="T42" fmla="*/ 422 w 562"/>
                <a:gd name="T43" fmla="*/ 383 h 809"/>
                <a:gd name="T44" fmla="*/ 557 w 562"/>
                <a:gd name="T45" fmla="*/ 222 h 809"/>
                <a:gd name="T46" fmla="*/ 408 w 562"/>
                <a:gd name="T47" fmla="*/ 70 h 809"/>
                <a:gd name="T48" fmla="*/ 272 w 562"/>
                <a:gd name="T49" fmla="*/ 52 h 809"/>
                <a:gd name="T50" fmla="*/ 494 w 562"/>
                <a:gd name="T51" fmla="*/ 230 h 809"/>
                <a:gd name="T52" fmla="*/ 416 w 562"/>
                <a:gd name="T53" fmla="*/ 315 h 809"/>
                <a:gd name="T54" fmla="*/ 432 w 562"/>
                <a:gd name="T55" fmla="*/ 151 h 809"/>
                <a:gd name="T56" fmla="*/ 494 w 562"/>
                <a:gd name="T57" fmla="*/ 230 h 8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2" h="809">
                  <a:moveTo>
                    <a:pt x="272" y="52"/>
                  </a:moveTo>
                  <a:cubicBezTo>
                    <a:pt x="266" y="53"/>
                    <a:pt x="260" y="54"/>
                    <a:pt x="254" y="54"/>
                  </a:cubicBezTo>
                  <a:cubicBezTo>
                    <a:pt x="192" y="62"/>
                    <a:pt x="139" y="64"/>
                    <a:pt x="114" y="19"/>
                  </a:cubicBezTo>
                  <a:cubicBezTo>
                    <a:pt x="107" y="6"/>
                    <a:pt x="92" y="0"/>
                    <a:pt x="77" y="4"/>
                  </a:cubicBezTo>
                  <a:cubicBezTo>
                    <a:pt x="27" y="19"/>
                    <a:pt x="27" y="19"/>
                    <a:pt x="27" y="19"/>
                  </a:cubicBezTo>
                  <a:cubicBezTo>
                    <a:pt x="10" y="24"/>
                    <a:pt x="0" y="41"/>
                    <a:pt x="5" y="58"/>
                  </a:cubicBezTo>
                  <a:cubicBezTo>
                    <a:pt x="10" y="75"/>
                    <a:pt x="27" y="85"/>
                    <a:pt x="44" y="80"/>
                  </a:cubicBezTo>
                  <a:cubicBezTo>
                    <a:pt x="73" y="72"/>
                    <a:pt x="73" y="72"/>
                    <a:pt x="73" y="72"/>
                  </a:cubicBezTo>
                  <a:cubicBezTo>
                    <a:pt x="106" y="113"/>
                    <a:pt x="155" y="123"/>
                    <a:pt x="199" y="123"/>
                  </a:cubicBezTo>
                  <a:cubicBezTo>
                    <a:pt x="207" y="123"/>
                    <a:pt x="215" y="122"/>
                    <a:pt x="222" y="122"/>
                  </a:cubicBezTo>
                  <a:cubicBezTo>
                    <a:pt x="215" y="151"/>
                    <a:pt x="116" y="548"/>
                    <a:pt x="200" y="777"/>
                  </a:cubicBezTo>
                  <a:cubicBezTo>
                    <a:pt x="208" y="797"/>
                    <a:pt x="227" y="809"/>
                    <a:pt x="247" y="809"/>
                  </a:cubicBezTo>
                  <a:cubicBezTo>
                    <a:pt x="253" y="809"/>
                    <a:pt x="259" y="808"/>
                    <a:pt x="265" y="806"/>
                  </a:cubicBezTo>
                  <a:cubicBezTo>
                    <a:pt x="291" y="797"/>
                    <a:pt x="304" y="768"/>
                    <a:pt x="294" y="742"/>
                  </a:cubicBezTo>
                  <a:cubicBezTo>
                    <a:pt x="261" y="652"/>
                    <a:pt x="262" y="525"/>
                    <a:pt x="273" y="412"/>
                  </a:cubicBezTo>
                  <a:cubicBezTo>
                    <a:pt x="288" y="411"/>
                    <a:pt x="303" y="409"/>
                    <a:pt x="318" y="407"/>
                  </a:cubicBezTo>
                  <a:cubicBezTo>
                    <a:pt x="328" y="528"/>
                    <a:pt x="364" y="667"/>
                    <a:pt x="458" y="784"/>
                  </a:cubicBezTo>
                  <a:cubicBezTo>
                    <a:pt x="468" y="796"/>
                    <a:pt x="482" y="802"/>
                    <a:pt x="497" y="802"/>
                  </a:cubicBezTo>
                  <a:cubicBezTo>
                    <a:pt x="508" y="802"/>
                    <a:pt x="519" y="799"/>
                    <a:pt x="528" y="791"/>
                  </a:cubicBezTo>
                  <a:cubicBezTo>
                    <a:pt x="550" y="774"/>
                    <a:pt x="553" y="743"/>
                    <a:pt x="536" y="721"/>
                  </a:cubicBezTo>
                  <a:cubicBezTo>
                    <a:pt x="454" y="619"/>
                    <a:pt x="424" y="493"/>
                    <a:pt x="417" y="384"/>
                  </a:cubicBezTo>
                  <a:cubicBezTo>
                    <a:pt x="419" y="384"/>
                    <a:pt x="420" y="383"/>
                    <a:pt x="422" y="383"/>
                  </a:cubicBezTo>
                  <a:cubicBezTo>
                    <a:pt x="543" y="332"/>
                    <a:pt x="562" y="268"/>
                    <a:pt x="557" y="222"/>
                  </a:cubicBezTo>
                  <a:cubicBezTo>
                    <a:pt x="548" y="143"/>
                    <a:pt x="458" y="83"/>
                    <a:pt x="408" y="70"/>
                  </a:cubicBezTo>
                  <a:cubicBezTo>
                    <a:pt x="359" y="54"/>
                    <a:pt x="300" y="47"/>
                    <a:pt x="272" y="52"/>
                  </a:cubicBezTo>
                  <a:close/>
                  <a:moveTo>
                    <a:pt x="494" y="230"/>
                  </a:moveTo>
                  <a:cubicBezTo>
                    <a:pt x="498" y="266"/>
                    <a:pt x="457" y="296"/>
                    <a:pt x="416" y="315"/>
                  </a:cubicBezTo>
                  <a:cubicBezTo>
                    <a:pt x="416" y="237"/>
                    <a:pt x="427" y="176"/>
                    <a:pt x="432" y="151"/>
                  </a:cubicBezTo>
                  <a:cubicBezTo>
                    <a:pt x="460" y="170"/>
                    <a:pt x="490" y="200"/>
                    <a:pt x="494"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166"/>
            <p:cNvSpPr>
              <a:spLocks noEditPoints="1"/>
            </p:cNvSpPr>
            <p:nvPr/>
          </p:nvSpPr>
          <p:spPr bwMode="auto">
            <a:xfrm>
              <a:off x="5316538" y="1001713"/>
              <a:ext cx="233363" cy="234950"/>
            </a:xfrm>
            <a:custGeom>
              <a:avLst/>
              <a:gdLst>
                <a:gd name="T0" fmla="*/ 87 w 185"/>
                <a:gd name="T1" fmla="*/ 183 h 186"/>
                <a:gd name="T2" fmla="*/ 182 w 185"/>
                <a:gd name="T3" fmla="*/ 98 h 186"/>
                <a:gd name="T4" fmla="*/ 98 w 185"/>
                <a:gd name="T5" fmla="*/ 3 h 186"/>
                <a:gd name="T6" fmla="*/ 3 w 185"/>
                <a:gd name="T7" fmla="*/ 88 h 186"/>
                <a:gd name="T8" fmla="*/ 87 w 185"/>
                <a:gd name="T9" fmla="*/ 183 h 186"/>
                <a:gd name="T10" fmla="*/ 26 w 185"/>
                <a:gd name="T11" fmla="*/ 116 h 186"/>
                <a:gd name="T12" fmla="*/ 76 w 185"/>
                <a:gd name="T13" fmla="*/ 128 h 186"/>
                <a:gd name="T14" fmla="*/ 125 w 185"/>
                <a:gd name="T15" fmla="*/ 141 h 186"/>
                <a:gd name="T16" fmla="*/ 68 w 185"/>
                <a:gd name="T17" fmla="*/ 157 h 186"/>
                <a:gd name="T18" fmla="*/ 26 w 185"/>
                <a:gd name="T19" fmla="*/ 11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5" h="186">
                  <a:moveTo>
                    <a:pt x="87" y="183"/>
                  </a:moveTo>
                  <a:cubicBezTo>
                    <a:pt x="137" y="186"/>
                    <a:pt x="179" y="148"/>
                    <a:pt x="182" y="98"/>
                  </a:cubicBezTo>
                  <a:cubicBezTo>
                    <a:pt x="185" y="49"/>
                    <a:pt x="147" y="6"/>
                    <a:pt x="98" y="3"/>
                  </a:cubicBezTo>
                  <a:cubicBezTo>
                    <a:pt x="48" y="0"/>
                    <a:pt x="6" y="38"/>
                    <a:pt x="3" y="88"/>
                  </a:cubicBezTo>
                  <a:cubicBezTo>
                    <a:pt x="0" y="137"/>
                    <a:pt x="38" y="180"/>
                    <a:pt x="87" y="183"/>
                  </a:cubicBezTo>
                  <a:close/>
                  <a:moveTo>
                    <a:pt x="26" y="116"/>
                  </a:moveTo>
                  <a:cubicBezTo>
                    <a:pt x="30" y="100"/>
                    <a:pt x="48" y="121"/>
                    <a:pt x="76" y="128"/>
                  </a:cubicBezTo>
                  <a:cubicBezTo>
                    <a:pt x="103" y="135"/>
                    <a:pt x="129" y="125"/>
                    <a:pt x="125" y="141"/>
                  </a:cubicBezTo>
                  <a:cubicBezTo>
                    <a:pt x="121" y="156"/>
                    <a:pt x="96" y="163"/>
                    <a:pt x="68" y="157"/>
                  </a:cubicBezTo>
                  <a:cubicBezTo>
                    <a:pt x="41" y="150"/>
                    <a:pt x="22" y="131"/>
                    <a:pt x="26" y="1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167"/>
            <p:cNvSpPr>
              <a:spLocks/>
            </p:cNvSpPr>
            <p:nvPr/>
          </p:nvSpPr>
          <p:spPr bwMode="auto">
            <a:xfrm>
              <a:off x="5143500" y="760413"/>
              <a:ext cx="193675" cy="165100"/>
            </a:xfrm>
            <a:custGeom>
              <a:avLst/>
              <a:gdLst>
                <a:gd name="T0" fmla="*/ 122 w 122"/>
                <a:gd name="T1" fmla="*/ 100 h 104"/>
                <a:gd name="T2" fmla="*/ 12 w 122"/>
                <a:gd name="T3" fmla="*/ 0 h 104"/>
                <a:gd name="T4" fmla="*/ 0 w 122"/>
                <a:gd name="T5" fmla="*/ 8 h 104"/>
                <a:gd name="T6" fmla="*/ 116 w 122"/>
                <a:gd name="T7" fmla="*/ 104 h 104"/>
                <a:gd name="T8" fmla="*/ 122 w 122"/>
                <a:gd name="T9" fmla="*/ 100 h 104"/>
              </a:gdLst>
              <a:ahLst/>
              <a:cxnLst>
                <a:cxn ang="0">
                  <a:pos x="T0" y="T1"/>
                </a:cxn>
                <a:cxn ang="0">
                  <a:pos x="T2" y="T3"/>
                </a:cxn>
                <a:cxn ang="0">
                  <a:pos x="T4" y="T5"/>
                </a:cxn>
                <a:cxn ang="0">
                  <a:pos x="T6" y="T7"/>
                </a:cxn>
                <a:cxn ang="0">
                  <a:pos x="T8" y="T9"/>
                </a:cxn>
              </a:cxnLst>
              <a:rect l="0" t="0" r="r" b="b"/>
              <a:pathLst>
                <a:path w="122" h="104">
                  <a:moveTo>
                    <a:pt x="122" y="100"/>
                  </a:moveTo>
                  <a:lnTo>
                    <a:pt x="12" y="0"/>
                  </a:lnTo>
                  <a:lnTo>
                    <a:pt x="0" y="8"/>
                  </a:lnTo>
                  <a:lnTo>
                    <a:pt x="116" y="104"/>
                  </a:lnTo>
                  <a:lnTo>
                    <a:pt x="122" y="1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168"/>
            <p:cNvSpPr>
              <a:spLocks/>
            </p:cNvSpPr>
            <p:nvPr/>
          </p:nvSpPr>
          <p:spPr bwMode="auto">
            <a:xfrm>
              <a:off x="5041900" y="949325"/>
              <a:ext cx="234950" cy="77788"/>
            </a:xfrm>
            <a:custGeom>
              <a:avLst/>
              <a:gdLst>
                <a:gd name="T0" fmla="*/ 0 w 148"/>
                <a:gd name="T1" fmla="*/ 12 h 49"/>
                <a:gd name="T2" fmla="*/ 145 w 148"/>
                <a:gd name="T3" fmla="*/ 49 h 49"/>
                <a:gd name="T4" fmla="*/ 148 w 148"/>
                <a:gd name="T5" fmla="*/ 44 h 49"/>
                <a:gd name="T6" fmla="*/ 7 w 148"/>
                <a:gd name="T7" fmla="*/ 0 h 49"/>
                <a:gd name="T8" fmla="*/ 0 w 148"/>
                <a:gd name="T9" fmla="*/ 12 h 49"/>
              </a:gdLst>
              <a:ahLst/>
              <a:cxnLst>
                <a:cxn ang="0">
                  <a:pos x="T0" y="T1"/>
                </a:cxn>
                <a:cxn ang="0">
                  <a:pos x="T2" y="T3"/>
                </a:cxn>
                <a:cxn ang="0">
                  <a:pos x="T4" y="T5"/>
                </a:cxn>
                <a:cxn ang="0">
                  <a:pos x="T6" y="T7"/>
                </a:cxn>
                <a:cxn ang="0">
                  <a:pos x="T8" y="T9"/>
                </a:cxn>
              </a:cxnLst>
              <a:rect l="0" t="0" r="r" b="b"/>
              <a:pathLst>
                <a:path w="148" h="49">
                  <a:moveTo>
                    <a:pt x="0" y="12"/>
                  </a:moveTo>
                  <a:lnTo>
                    <a:pt x="145" y="49"/>
                  </a:lnTo>
                  <a:lnTo>
                    <a:pt x="148" y="44"/>
                  </a:lnTo>
                  <a:lnTo>
                    <a:pt x="7" y="0"/>
                  </a:lnTo>
                  <a:lnTo>
                    <a:pt x="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169"/>
            <p:cNvSpPr>
              <a:spLocks/>
            </p:cNvSpPr>
            <p:nvPr/>
          </p:nvSpPr>
          <p:spPr bwMode="auto">
            <a:xfrm>
              <a:off x="5029200" y="819150"/>
              <a:ext cx="79375" cy="74613"/>
            </a:xfrm>
            <a:custGeom>
              <a:avLst/>
              <a:gdLst>
                <a:gd name="T0" fmla="*/ 3 w 63"/>
                <a:gd name="T1" fmla="*/ 47 h 59"/>
                <a:gd name="T2" fmla="*/ 7 w 63"/>
                <a:gd name="T3" fmla="*/ 45 h 59"/>
                <a:gd name="T4" fmla="*/ 12 w 63"/>
                <a:gd name="T5" fmla="*/ 38 h 59"/>
                <a:gd name="T6" fmla="*/ 17 w 63"/>
                <a:gd name="T7" fmla="*/ 29 h 59"/>
                <a:gd name="T8" fmla="*/ 22 w 63"/>
                <a:gd name="T9" fmla="*/ 31 h 59"/>
                <a:gd name="T10" fmla="*/ 28 w 63"/>
                <a:gd name="T11" fmla="*/ 33 h 59"/>
                <a:gd name="T12" fmla="*/ 35 w 63"/>
                <a:gd name="T13" fmla="*/ 35 h 59"/>
                <a:gd name="T14" fmla="*/ 41 w 63"/>
                <a:gd name="T15" fmla="*/ 37 h 59"/>
                <a:gd name="T16" fmla="*/ 40 w 63"/>
                <a:gd name="T17" fmla="*/ 39 h 59"/>
                <a:gd name="T18" fmla="*/ 36 w 63"/>
                <a:gd name="T19" fmla="*/ 47 h 59"/>
                <a:gd name="T20" fmla="*/ 32 w 63"/>
                <a:gd name="T21" fmla="*/ 54 h 59"/>
                <a:gd name="T22" fmla="*/ 32 w 63"/>
                <a:gd name="T23" fmla="*/ 57 h 59"/>
                <a:gd name="T24" fmla="*/ 35 w 63"/>
                <a:gd name="T25" fmla="*/ 59 h 59"/>
                <a:gd name="T26" fmla="*/ 38 w 63"/>
                <a:gd name="T27" fmla="*/ 59 h 59"/>
                <a:gd name="T28" fmla="*/ 41 w 63"/>
                <a:gd name="T29" fmla="*/ 56 h 59"/>
                <a:gd name="T30" fmla="*/ 48 w 63"/>
                <a:gd name="T31" fmla="*/ 42 h 59"/>
                <a:gd name="T32" fmla="*/ 58 w 63"/>
                <a:gd name="T33" fmla="*/ 25 h 59"/>
                <a:gd name="T34" fmla="*/ 62 w 63"/>
                <a:gd name="T35" fmla="*/ 17 h 59"/>
                <a:gd name="T36" fmla="*/ 62 w 63"/>
                <a:gd name="T37" fmla="*/ 14 h 59"/>
                <a:gd name="T38" fmla="*/ 60 w 63"/>
                <a:gd name="T39" fmla="*/ 12 h 59"/>
                <a:gd name="T40" fmla="*/ 57 w 63"/>
                <a:gd name="T41" fmla="*/ 12 h 59"/>
                <a:gd name="T42" fmla="*/ 55 w 63"/>
                <a:gd name="T43" fmla="*/ 13 h 59"/>
                <a:gd name="T44" fmla="*/ 49 w 63"/>
                <a:gd name="T45" fmla="*/ 24 h 59"/>
                <a:gd name="T46" fmla="*/ 45 w 63"/>
                <a:gd name="T47" fmla="*/ 30 h 59"/>
                <a:gd name="T48" fmla="*/ 36 w 63"/>
                <a:gd name="T49" fmla="*/ 28 h 59"/>
                <a:gd name="T50" fmla="*/ 23 w 63"/>
                <a:gd name="T51" fmla="*/ 24 h 59"/>
                <a:gd name="T52" fmla="*/ 21 w 63"/>
                <a:gd name="T53" fmla="*/ 22 h 59"/>
                <a:gd name="T54" fmla="*/ 26 w 63"/>
                <a:gd name="T55" fmla="*/ 14 h 59"/>
                <a:gd name="T56" fmla="*/ 30 w 63"/>
                <a:gd name="T57" fmla="*/ 7 h 59"/>
                <a:gd name="T58" fmla="*/ 28 w 63"/>
                <a:gd name="T59" fmla="*/ 0 h 59"/>
                <a:gd name="T60" fmla="*/ 25 w 63"/>
                <a:gd name="T61" fmla="*/ 0 h 59"/>
                <a:gd name="T62" fmla="*/ 23 w 63"/>
                <a:gd name="T63" fmla="*/ 2 h 59"/>
                <a:gd name="T64" fmla="*/ 4 w 63"/>
                <a:gd name="T65" fmla="*/ 35 h 59"/>
                <a:gd name="T66" fmla="*/ 1 w 63"/>
                <a:gd name="T67" fmla="*/ 40 h 59"/>
                <a:gd name="T68" fmla="*/ 0 w 63"/>
                <a:gd name="T69" fmla="*/ 44 h 59"/>
                <a:gd name="T70" fmla="*/ 3 w 63"/>
                <a:gd name="T71" fmla="*/ 4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3" h="59">
                  <a:moveTo>
                    <a:pt x="3" y="47"/>
                  </a:moveTo>
                  <a:cubicBezTo>
                    <a:pt x="4" y="47"/>
                    <a:pt x="6" y="47"/>
                    <a:pt x="7" y="45"/>
                  </a:cubicBezTo>
                  <a:cubicBezTo>
                    <a:pt x="9" y="43"/>
                    <a:pt x="10" y="41"/>
                    <a:pt x="12" y="38"/>
                  </a:cubicBezTo>
                  <a:cubicBezTo>
                    <a:pt x="14" y="33"/>
                    <a:pt x="16" y="30"/>
                    <a:pt x="17" y="29"/>
                  </a:cubicBezTo>
                  <a:cubicBezTo>
                    <a:pt x="17" y="29"/>
                    <a:pt x="19" y="29"/>
                    <a:pt x="22" y="31"/>
                  </a:cubicBezTo>
                  <a:cubicBezTo>
                    <a:pt x="26" y="32"/>
                    <a:pt x="28" y="32"/>
                    <a:pt x="28" y="33"/>
                  </a:cubicBezTo>
                  <a:cubicBezTo>
                    <a:pt x="29" y="33"/>
                    <a:pt x="32" y="34"/>
                    <a:pt x="35" y="35"/>
                  </a:cubicBezTo>
                  <a:cubicBezTo>
                    <a:pt x="38" y="36"/>
                    <a:pt x="40" y="36"/>
                    <a:pt x="41" y="37"/>
                  </a:cubicBezTo>
                  <a:cubicBezTo>
                    <a:pt x="41" y="37"/>
                    <a:pt x="41" y="38"/>
                    <a:pt x="40" y="39"/>
                  </a:cubicBezTo>
                  <a:cubicBezTo>
                    <a:pt x="40" y="40"/>
                    <a:pt x="38" y="43"/>
                    <a:pt x="36" y="47"/>
                  </a:cubicBezTo>
                  <a:cubicBezTo>
                    <a:pt x="34" y="51"/>
                    <a:pt x="33" y="53"/>
                    <a:pt x="32" y="54"/>
                  </a:cubicBezTo>
                  <a:cubicBezTo>
                    <a:pt x="32" y="55"/>
                    <a:pt x="32" y="56"/>
                    <a:pt x="32" y="57"/>
                  </a:cubicBezTo>
                  <a:cubicBezTo>
                    <a:pt x="33" y="58"/>
                    <a:pt x="34" y="59"/>
                    <a:pt x="35" y="59"/>
                  </a:cubicBezTo>
                  <a:cubicBezTo>
                    <a:pt x="35" y="59"/>
                    <a:pt x="37" y="59"/>
                    <a:pt x="38" y="59"/>
                  </a:cubicBezTo>
                  <a:cubicBezTo>
                    <a:pt x="40" y="58"/>
                    <a:pt x="41" y="57"/>
                    <a:pt x="41" y="56"/>
                  </a:cubicBezTo>
                  <a:cubicBezTo>
                    <a:pt x="42" y="54"/>
                    <a:pt x="45" y="49"/>
                    <a:pt x="48" y="42"/>
                  </a:cubicBezTo>
                  <a:cubicBezTo>
                    <a:pt x="52" y="35"/>
                    <a:pt x="55" y="29"/>
                    <a:pt x="58" y="25"/>
                  </a:cubicBezTo>
                  <a:cubicBezTo>
                    <a:pt x="60" y="21"/>
                    <a:pt x="62" y="19"/>
                    <a:pt x="62" y="17"/>
                  </a:cubicBezTo>
                  <a:cubicBezTo>
                    <a:pt x="63" y="16"/>
                    <a:pt x="63" y="15"/>
                    <a:pt x="62" y="14"/>
                  </a:cubicBezTo>
                  <a:cubicBezTo>
                    <a:pt x="62" y="13"/>
                    <a:pt x="61" y="12"/>
                    <a:pt x="60" y="12"/>
                  </a:cubicBezTo>
                  <a:cubicBezTo>
                    <a:pt x="59" y="11"/>
                    <a:pt x="58" y="11"/>
                    <a:pt x="57" y="12"/>
                  </a:cubicBezTo>
                  <a:cubicBezTo>
                    <a:pt x="56" y="12"/>
                    <a:pt x="55" y="13"/>
                    <a:pt x="55" y="13"/>
                  </a:cubicBezTo>
                  <a:cubicBezTo>
                    <a:pt x="53" y="17"/>
                    <a:pt x="51" y="21"/>
                    <a:pt x="49" y="24"/>
                  </a:cubicBezTo>
                  <a:cubicBezTo>
                    <a:pt x="47" y="27"/>
                    <a:pt x="46" y="29"/>
                    <a:pt x="45" y="30"/>
                  </a:cubicBezTo>
                  <a:cubicBezTo>
                    <a:pt x="45" y="30"/>
                    <a:pt x="41" y="30"/>
                    <a:pt x="36" y="28"/>
                  </a:cubicBezTo>
                  <a:cubicBezTo>
                    <a:pt x="30" y="26"/>
                    <a:pt x="26" y="25"/>
                    <a:pt x="23" y="24"/>
                  </a:cubicBezTo>
                  <a:cubicBezTo>
                    <a:pt x="22" y="23"/>
                    <a:pt x="21" y="23"/>
                    <a:pt x="21" y="22"/>
                  </a:cubicBezTo>
                  <a:cubicBezTo>
                    <a:pt x="22" y="21"/>
                    <a:pt x="23" y="18"/>
                    <a:pt x="26" y="14"/>
                  </a:cubicBezTo>
                  <a:cubicBezTo>
                    <a:pt x="28" y="11"/>
                    <a:pt x="29" y="9"/>
                    <a:pt x="30" y="7"/>
                  </a:cubicBezTo>
                  <a:cubicBezTo>
                    <a:pt x="31" y="4"/>
                    <a:pt x="30" y="2"/>
                    <a:pt x="28" y="0"/>
                  </a:cubicBezTo>
                  <a:cubicBezTo>
                    <a:pt x="27" y="0"/>
                    <a:pt x="26" y="0"/>
                    <a:pt x="25" y="0"/>
                  </a:cubicBezTo>
                  <a:cubicBezTo>
                    <a:pt x="24" y="1"/>
                    <a:pt x="23" y="1"/>
                    <a:pt x="23" y="2"/>
                  </a:cubicBezTo>
                  <a:cubicBezTo>
                    <a:pt x="14" y="19"/>
                    <a:pt x="8" y="30"/>
                    <a:pt x="4" y="35"/>
                  </a:cubicBezTo>
                  <a:cubicBezTo>
                    <a:pt x="2" y="37"/>
                    <a:pt x="1" y="38"/>
                    <a:pt x="1" y="40"/>
                  </a:cubicBezTo>
                  <a:cubicBezTo>
                    <a:pt x="0" y="41"/>
                    <a:pt x="0" y="43"/>
                    <a:pt x="0" y="44"/>
                  </a:cubicBezTo>
                  <a:cubicBezTo>
                    <a:pt x="1" y="45"/>
                    <a:pt x="2" y="46"/>
                    <a:pt x="3"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170"/>
            <p:cNvSpPr>
              <a:spLocks noEditPoints="1"/>
            </p:cNvSpPr>
            <p:nvPr/>
          </p:nvSpPr>
          <p:spPr bwMode="auto">
            <a:xfrm>
              <a:off x="5092700" y="863600"/>
              <a:ext cx="52388" cy="52388"/>
            </a:xfrm>
            <a:custGeom>
              <a:avLst/>
              <a:gdLst>
                <a:gd name="T0" fmla="*/ 1 w 41"/>
                <a:gd name="T1" fmla="*/ 19 h 41"/>
                <a:gd name="T2" fmla="*/ 1 w 41"/>
                <a:gd name="T3" fmla="*/ 26 h 41"/>
                <a:gd name="T4" fmla="*/ 5 w 41"/>
                <a:gd name="T5" fmla="*/ 30 h 41"/>
                <a:gd name="T6" fmla="*/ 25 w 41"/>
                <a:gd name="T7" fmla="*/ 26 h 41"/>
                <a:gd name="T8" fmla="*/ 25 w 41"/>
                <a:gd name="T9" fmla="*/ 40 h 41"/>
                <a:gd name="T10" fmla="*/ 29 w 41"/>
                <a:gd name="T11" fmla="*/ 40 h 41"/>
                <a:gd name="T12" fmla="*/ 32 w 41"/>
                <a:gd name="T13" fmla="*/ 38 h 41"/>
                <a:gd name="T14" fmla="*/ 31 w 41"/>
                <a:gd name="T15" fmla="*/ 36 h 41"/>
                <a:gd name="T16" fmla="*/ 30 w 41"/>
                <a:gd name="T17" fmla="*/ 34 h 41"/>
                <a:gd name="T18" fmla="*/ 30 w 41"/>
                <a:gd name="T19" fmla="*/ 32 h 41"/>
                <a:gd name="T20" fmla="*/ 32 w 41"/>
                <a:gd name="T21" fmla="*/ 26 h 41"/>
                <a:gd name="T22" fmla="*/ 38 w 41"/>
                <a:gd name="T23" fmla="*/ 16 h 41"/>
                <a:gd name="T24" fmla="*/ 41 w 41"/>
                <a:gd name="T25" fmla="*/ 12 h 41"/>
                <a:gd name="T26" fmla="*/ 38 w 41"/>
                <a:gd name="T27" fmla="*/ 8 h 41"/>
                <a:gd name="T28" fmla="*/ 35 w 41"/>
                <a:gd name="T29" fmla="*/ 2 h 41"/>
                <a:gd name="T30" fmla="*/ 16 w 41"/>
                <a:gd name="T31" fmla="*/ 5 h 41"/>
                <a:gd name="T32" fmla="*/ 1 w 41"/>
                <a:gd name="T33" fmla="*/ 19 h 41"/>
                <a:gd name="T34" fmla="*/ 9 w 41"/>
                <a:gd name="T35" fmla="*/ 21 h 41"/>
                <a:gd name="T36" fmla="*/ 19 w 41"/>
                <a:gd name="T37" fmla="*/ 11 h 41"/>
                <a:gd name="T38" fmla="*/ 30 w 41"/>
                <a:gd name="T39" fmla="*/ 8 h 41"/>
                <a:gd name="T40" fmla="*/ 32 w 41"/>
                <a:gd name="T41" fmla="*/ 9 h 41"/>
                <a:gd name="T42" fmla="*/ 31 w 41"/>
                <a:gd name="T43" fmla="*/ 12 h 41"/>
                <a:gd name="T44" fmla="*/ 21 w 41"/>
                <a:gd name="T45" fmla="*/ 21 h 41"/>
                <a:gd name="T46" fmla="*/ 9 w 41"/>
                <a:gd name="T47" fmla="*/ 24 h 41"/>
                <a:gd name="T48" fmla="*/ 9 w 41"/>
                <a:gd name="T49" fmla="*/ 2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 h="41">
                  <a:moveTo>
                    <a:pt x="1" y="19"/>
                  </a:moveTo>
                  <a:cubicBezTo>
                    <a:pt x="0" y="22"/>
                    <a:pt x="0" y="24"/>
                    <a:pt x="1" y="26"/>
                  </a:cubicBezTo>
                  <a:cubicBezTo>
                    <a:pt x="1" y="28"/>
                    <a:pt x="3" y="29"/>
                    <a:pt x="5" y="30"/>
                  </a:cubicBezTo>
                  <a:cubicBezTo>
                    <a:pt x="10" y="32"/>
                    <a:pt x="17" y="31"/>
                    <a:pt x="25" y="26"/>
                  </a:cubicBezTo>
                  <a:cubicBezTo>
                    <a:pt x="21" y="34"/>
                    <a:pt x="22" y="38"/>
                    <a:pt x="25" y="40"/>
                  </a:cubicBezTo>
                  <a:cubicBezTo>
                    <a:pt x="27" y="41"/>
                    <a:pt x="28" y="41"/>
                    <a:pt x="29" y="40"/>
                  </a:cubicBezTo>
                  <a:cubicBezTo>
                    <a:pt x="31" y="40"/>
                    <a:pt x="32" y="39"/>
                    <a:pt x="32" y="38"/>
                  </a:cubicBezTo>
                  <a:cubicBezTo>
                    <a:pt x="32" y="38"/>
                    <a:pt x="32" y="37"/>
                    <a:pt x="31" y="36"/>
                  </a:cubicBezTo>
                  <a:cubicBezTo>
                    <a:pt x="31" y="35"/>
                    <a:pt x="30" y="35"/>
                    <a:pt x="30" y="34"/>
                  </a:cubicBezTo>
                  <a:cubicBezTo>
                    <a:pt x="30" y="34"/>
                    <a:pt x="30" y="33"/>
                    <a:pt x="30" y="32"/>
                  </a:cubicBezTo>
                  <a:cubicBezTo>
                    <a:pt x="31" y="31"/>
                    <a:pt x="31" y="29"/>
                    <a:pt x="32" y="26"/>
                  </a:cubicBezTo>
                  <a:cubicBezTo>
                    <a:pt x="33" y="24"/>
                    <a:pt x="35" y="20"/>
                    <a:pt x="38" y="16"/>
                  </a:cubicBezTo>
                  <a:cubicBezTo>
                    <a:pt x="39" y="14"/>
                    <a:pt x="40" y="13"/>
                    <a:pt x="41" y="12"/>
                  </a:cubicBezTo>
                  <a:cubicBezTo>
                    <a:pt x="41" y="10"/>
                    <a:pt x="40" y="9"/>
                    <a:pt x="38" y="8"/>
                  </a:cubicBezTo>
                  <a:cubicBezTo>
                    <a:pt x="38" y="5"/>
                    <a:pt x="37" y="3"/>
                    <a:pt x="35" y="2"/>
                  </a:cubicBezTo>
                  <a:cubicBezTo>
                    <a:pt x="30" y="0"/>
                    <a:pt x="23" y="1"/>
                    <a:pt x="16" y="5"/>
                  </a:cubicBezTo>
                  <a:cubicBezTo>
                    <a:pt x="8" y="9"/>
                    <a:pt x="3" y="14"/>
                    <a:pt x="1" y="19"/>
                  </a:cubicBezTo>
                  <a:close/>
                  <a:moveTo>
                    <a:pt x="9" y="21"/>
                  </a:moveTo>
                  <a:cubicBezTo>
                    <a:pt x="11" y="18"/>
                    <a:pt x="14" y="15"/>
                    <a:pt x="19" y="11"/>
                  </a:cubicBezTo>
                  <a:cubicBezTo>
                    <a:pt x="25" y="8"/>
                    <a:pt x="28" y="7"/>
                    <a:pt x="30" y="8"/>
                  </a:cubicBezTo>
                  <a:cubicBezTo>
                    <a:pt x="31" y="8"/>
                    <a:pt x="31" y="9"/>
                    <a:pt x="32" y="9"/>
                  </a:cubicBezTo>
                  <a:cubicBezTo>
                    <a:pt x="32" y="10"/>
                    <a:pt x="32" y="11"/>
                    <a:pt x="31" y="12"/>
                  </a:cubicBezTo>
                  <a:cubicBezTo>
                    <a:pt x="30" y="15"/>
                    <a:pt x="27" y="19"/>
                    <a:pt x="21" y="21"/>
                  </a:cubicBezTo>
                  <a:cubicBezTo>
                    <a:pt x="16" y="24"/>
                    <a:pt x="12" y="25"/>
                    <a:pt x="9" y="24"/>
                  </a:cubicBezTo>
                  <a:cubicBezTo>
                    <a:pt x="9" y="24"/>
                    <a:pt x="9" y="23"/>
                    <a:pt x="9"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171"/>
            <p:cNvSpPr>
              <a:spLocks/>
            </p:cNvSpPr>
            <p:nvPr/>
          </p:nvSpPr>
          <p:spPr bwMode="auto">
            <a:xfrm>
              <a:off x="5138738" y="857250"/>
              <a:ext cx="52388" cy="77788"/>
            </a:xfrm>
            <a:custGeom>
              <a:avLst/>
              <a:gdLst>
                <a:gd name="T0" fmla="*/ 29 w 42"/>
                <a:gd name="T1" fmla="*/ 15 h 61"/>
                <a:gd name="T2" fmla="*/ 33 w 42"/>
                <a:gd name="T3" fmla="*/ 7 h 61"/>
                <a:gd name="T4" fmla="*/ 34 w 42"/>
                <a:gd name="T5" fmla="*/ 3 h 61"/>
                <a:gd name="T6" fmla="*/ 31 w 42"/>
                <a:gd name="T7" fmla="*/ 0 h 61"/>
                <a:gd name="T8" fmla="*/ 28 w 42"/>
                <a:gd name="T9" fmla="*/ 1 h 61"/>
                <a:gd name="T10" fmla="*/ 23 w 42"/>
                <a:gd name="T11" fmla="*/ 6 h 61"/>
                <a:gd name="T12" fmla="*/ 3 w 42"/>
                <a:gd name="T13" fmla="*/ 40 h 61"/>
                <a:gd name="T14" fmla="*/ 0 w 42"/>
                <a:gd name="T15" fmla="*/ 45 h 61"/>
                <a:gd name="T16" fmla="*/ 0 w 42"/>
                <a:gd name="T17" fmla="*/ 48 h 61"/>
                <a:gd name="T18" fmla="*/ 3 w 42"/>
                <a:gd name="T19" fmla="*/ 50 h 61"/>
                <a:gd name="T20" fmla="*/ 5 w 42"/>
                <a:gd name="T21" fmla="*/ 50 h 61"/>
                <a:gd name="T22" fmla="*/ 9 w 42"/>
                <a:gd name="T23" fmla="*/ 47 h 61"/>
                <a:gd name="T24" fmla="*/ 22 w 42"/>
                <a:gd name="T25" fmla="*/ 39 h 61"/>
                <a:gd name="T26" fmla="*/ 32 w 42"/>
                <a:gd name="T27" fmla="*/ 34 h 61"/>
                <a:gd name="T28" fmla="*/ 33 w 42"/>
                <a:gd name="T29" fmla="*/ 37 h 61"/>
                <a:gd name="T30" fmla="*/ 31 w 42"/>
                <a:gd name="T31" fmla="*/ 46 h 61"/>
                <a:gd name="T32" fmla="*/ 30 w 42"/>
                <a:gd name="T33" fmla="*/ 55 h 61"/>
                <a:gd name="T34" fmla="*/ 33 w 42"/>
                <a:gd name="T35" fmla="*/ 60 h 61"/>
                <a:gd name="T36" fmla="*/ 36 w 42"/>
                <a:gd name="T37" fmla="*/ 60 h 61"/>
                <a:gd name="T38" fmla="*/ 38 w 42"/>
                <a:gd name="T39" fmla="*/ 59 h 61"/>
                <a:gd name="T40" fmla="*/ 38 w 42"/>
                <a:gd name="T41" fmla="*/ 56 h 61"/>
                <a:gd name="T42" fmla="*/ 38 w 42"/>
                <a:gd name="T43" fmla="*/ 52 h 61"/>
                <a:gd name="T44" fmla="*/ 38 w 42"/>
                <a:gd name="T45" fmla="*/ 47 h 61"/>
                <a:gd name="T46" fmla="*/ 40 w 42"/>
                <a:gd name="T47" fmla="*/ 41 h 61"/>
                <a:gd name="T48" fmla="*/ 41 w 42"/>
                <a:gd name="T49" fmla="*/ 30 h 61"/>
                <a:gd name="T50" fmla="*/ 38 w 42"/>
                <a:gd name="T51" fmla="*/ 27 h 61"/>
                <a:gd name="T52" fmla="*/ 28 w 42"/>
                <a:gd name="T53" fmla="*/ 27 h 61"/>
                <a:gd name="T54" fmla="*/ 14 w 42"/>
                <a:gd name="T55" fmla="*/ 37 h 61"/>
                <a:gd name="T56" fmla="*/ 20 w 42"/>
                <a:gd name="T57" fmla="*/ 28 h 61"/>
                <a:gd name="T58" fmla="*/ 29 w 42"/>
                <a:gd name="T59" fmla="*/ 1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2" h="61">
                  <a:moveTo>
                    <a:pt x="29" y="15"/>
                  </a:moveTo>
                  <a:cubicBezTo>
                    <a:pt x="31" y="12"/>
                    <a:pt x="33" y="9"/>
                    <a:pt x="33" y="7"/>
                  </a:cubicBezTo>
                  <a:cubicBezTo>
                    <a:pt x="34" y="5"/>
                    <a:pt x="34" y="4"/>
                    <a:pt x="34" y="3"/>
                  </a:cubicBezTo>
                  <a:cubicBezTo>
                    <a:pt x="33" y="2"/>
                    <a:pt x="33" y="1"/>
                    <a:pt x="31" y="0"/>
                  </a:cubicBezTo>
                  <a:cubicBezTo>
                    <a:pt x="31" y="0"/>
                    <a:pt x="29" y="0"/>
                    <a:pt x="28" y="1"/>
                  </a:cubicBezTo>
                  <a:cubicBezTo>
                    <a:pt x="27" y="2"/>
                    <a:pt x="25" y="4"/>
                    <a:pt x="23" y="6"/>
                  </a:cubicBezTo>
                  <a:cubicBezTo>
                    <a:pt x="17" y="19"/>
                    <a:pt x="10" y="30"/>
                    <a:pt x="3" y="40"/>
                  </a:cubicBezTo>
                  <a:cubicBezTo>
                    <a:pt x="2" y="43"/>
                    <a:pt x="1" y="45"/>
                    <a:pt x="0" y="45"/>
                  </a:cubicBezTo>
                  <a:cubicBezTo>
                    <a:pt x="0" y="46"/>
                    <a:pt x="0" y="47"/>
                    <a:pt x="0" y="48"/>
                  </a:cubicBezTo>
                  <a:cubicBezTo>
                    <a:pt x="1" y="49"/>
                    <a:pt x="2" y="50"/>
                    <a:pt x="3" y="50"/>
                  </a:cubicBezTo>
                  <a:cubicBezTo>
                    <a:pt x="4" y="51"/>
                    <a:pt x="5" y="51"/>
                    <a:pt x="5" y="50"/>
                  </a:cubicBezTo>
                  <a:cubicBezTo>
                    <a:pt x="6" y="50"/>
                    <a:pt x="8" y="49"/>
                    <a:pt x="9" y="47"/>
                  </a:cubicBezTo>
                  <a:cubicBezTo>
                    <a:pt x="12" y="45"/>
                    <a:pt x="16" y="42"/>
                    <a:pt x="22" y="39"/>
                  </a:cubicBezTo>
                  <a:cubicBezTo>
                    <a:pt x="27" y="35"/>
                    <a:pt x="31" y="34"/>
                    <a:pt x="32" y="34"/>
                  </a:cubicBezTo>
                  <a:cubicBezTo>
                    <a:pt x="33" y="35"/>
                    <a:pt x="33" y="35"/>
                    <a:pt x="33" y="37"/>
                  </a:cubicBezTo>
                  <a:cubicBezTo>
                    <a:pt x="33" y="38"/>
                    <a:pt x="32" y="41"/>
                    <a:pt x="31" y="46"/>
                  </a:cubicBezTo>
                  <a:cubicBezTo>
                    <a:pt x="29" y="49"/>
                    <a:pt x="29" y="52"/>
                    <a:pt x="30" y="55"/>
                  </a:cubicBezTo>
                  <a:cubicBezTo>
                    <a:pt x="30" y="58"/>
                    <a:pt x="32" y="59"/>
                    <a:pt x="33" y="60"/>
                  </a:cubicBezTo>
                  <a:cubicBezTo>
                    <a:pt x="34" y="61"/>
                    <a:pt x="35" y="61"/>
                    <a:pt x="36" y="60"/>
                  </a:cubicBezTo>
                  <a:cubicBezTo>
                    <a:pt x="37" y="60"/>
                    <a:pt x="38" y="59"/>
                    <a:pt x="38" y="59"/>
                  </a:cubicBezTo>
                  <a:cubicBezTo>
                    <a:pt x="39" y="58"/>
                    <a:pt x="39" y="57"/>
                    <a:pt x="38" y="56"/>
                  </a:cubicBezTo>
                  <a:cubicBezTo>
                    <a:pt x="38" y="55"/>
                    <a:pt x="38" y="53"/>
                    <a:pt x="38" y="52"/>
                  </a:cubicBezTo>
                  <a:cubicBezTo>
                    <a:pt x="38" y="51"/>
                    <a:pt x="38" y="49"/>
                    <a:pt x="38" y="47"/>
                  </a:cubicBezTo>
                  <a:cubicBezTo>
                    <a:pt x="39" y="46"/>
                    <a:pt x="39" y="44"/>
                    <a:pt x="40" y="41"/>
                  </a:cubicBezTo>
                  <a:cubicBezTo>
                    <a:pt x="41" y="36"/>
                    <a:pt x="42" y="32"/>
                    <a:pt x="41" y="30"/>
                  </a:cubicBezTo>
                  <a:cubicBezTo>
                    <a:pt x="41" y="29"/>
                    <a:pt x="39" y="28"/>
                    <a:pt x="38" y="27"/>
                  </a:cubicBezTo>
                  <a:cubicBezTo>
                    <a:pt x="35" y="26"/>
                    <a:pt x="32" y="26"/>
                    <a:pt x="28" y="27"/>
                  </a:cubicBezTo>
                  <a:cubicBezTo>
                    <a:pt x="25" y="28"/>
                    <a:pt x="20" y="32"/>
                    <a:pt x="14" y="37"/>
                  </a:cubicBezTo>
                  <a:cubicBezTo>
                    <a:pt x="15" y="34"/>
                    <a:pt x="17" y="32"/>
                    <a:pt x="20" y="28"/>
                  </a:cubicBezTo>
                  <a:cubicBezTo>
                    <a:pt x="24" y="22"/>
                    <a:pt x="27" y="17"/>
                    <a:pt x="29"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172"/>
            <p:cNvSpPr>
              <a:spLocks noEditPoints="1"/>
            </p:cNvSpPr>
            <p:nvPr/>
          </p:nvSpPr>
          <p:spPr bwMode="auto">
            <a:xfrm>
              <a:off x="5191125" y="904875"/>
              <a:ext cx="52388" cy="52388"/>
            </a:xfrm>
            <a:custGeom>
              <a:avLst/>
              <a:gdLst>
                <a:gd name="T0" fmla="*/ 38 w 41"/>
                <a:gd name="T1" fmla="*/ 8 h 41"/>
                <a:gd name="T2" fmla="*/ 34 w 41"/>
                <a:gd name="T3" fmla="*/ 2 h 41"/>
                <a:gd name="T4" fmla="*/ 15 w 41"/>
                <a:gd name="T5" fmla="*/ 5 h 41"/>
                <a:gd name="T6" fmla="*/ 1 w 41"/>
                <a:gd name="T7" fmla="*/ 20 h 41"/>
                <a:gd name="T8" fmla="*/ 0 w 41"/>
                <a:gd name="T9" fmla="*/ 26 h 41"/>
                <a:gd name="T10" fmla="*/ 4 w 41"/>
                <a:gd name="T11" fmla="*/ 31 h 41"/>
                <a:gd name="T12" fmla="*/ 25 w 41"/>
                <a:gd name="T13" fmla="*/ 26 h 41"/>
                <a:gd name="T14" fmla="*/ 25 w 41"/>
                <a:gd name="T15" fmla="*/ 40 h 41"/>
                <a:gd name="T16" fmla="*/ 29 w 41"/>
                <a:gd name="T17" fmla="*/ 41 h 41"/>
                <a:gd name="T18" fmla="*/ 32 w 41"/>
                <a:gd name="T19" fmla="*/ 39 h 41"/>
                <a:gd name="T20" fmla="*/ 31 w 41"/>
                <a:gd name="T21" fmla="*/ 37 h 41"/>
                <a:gd name="T22" fmla="*/ 30 w 41"/>
                <a:gd name="T23" fmla="*/ 35 h 41"/>
                <a:gd name="T24" fmla="*/ 30 w 41"/>
                <a:gd name="T25" fmla="*/ 32 h 41"/>
                <a:gd name="T26" fmla="*/ 32 w 41"/>
                <a:gd name="T27" fmla="*/ 26 h 41"/>
                <a:gd name="T28" fmla="*/ 38 w 41"/>
                <a:gd name="T29" fmla="*/ 17 h 41"/>
                <a:gd name="T30" fmla="*/ 40 w 41"/>
                <a:gd name="T31" fmla="*/ 12 h 41"/>
                <a:gd name="T32" fmla="*/ 38 w 41"/>
                <a:gd name="T33" fmla="*/ 8 h 41"/>
                <a:gd name="T34" fmla="*/ 31 w 41"/>
                <a:gd name="T35" fmla="*/ 12 h 41"/>
                <a:gd name="T36" fmla="*/ 21 w 41"/>
                <a:gd name="T37" fmla="*/ 22 h 41"/>
                <a:gd name="T38" fmla="*/ 9 w 41"/>
                <a:gd name="T39" fmla="*/ 25 h 41"/>
                <a:gd name="T40" fmla="*/ 9 w 41"/>
                <a:gd name="T41" fmla="*/ 21 h 41"/>
                <a:gd name="T42" fmla="*/ 19 w 41"/>
                <a:gd name="T43" fmla="*/ 12 h 41"/>
                <a:gd name="T44" fmla="*/ 30 w 41"/>
                <a:gd name="T45" fmla="*/ 8 h 41"/>
                <a:gd name="T46" fmla="*/ 31 w 41"/>
                <a:gd name="T47" fmla="*/ 10 h 41"/>
                <a:gd name="T48" fmla="*/ 31 w 41"/>
                <a:gd name="T49" fmla="*/ 1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 h="41">
                  <a:moveTo>
                    <a:pt x="38" y="8"/>
                  </a:moveTo>
                  <a:cubicBezTo>
                    <a:pt x="38" y="5"/>
                    <a:pt x="37" y="3"/>
                    <a:pt x="34" y="2"/>
                  </a:cubicBezTo>
                  <a:cubicBezTo>
                    <a:pt x="29" y="0"/>
                    <a:pt x="23" y="1"/>
                    <a:pt x="15" y="5"/>
                  </a:cubicBezTo>
                  <a:cubicBezTo>
                    <a:pt x="8" y="9"/>
                    <a:pt x="3" y="14"/>
                    <a:pt x="1" y="20"/>
                  </a:cubicBezTo>
                  <a:cubicBezTo>
                    <a:pt x="0" y="22"/>
                    <a:pt x="0" y="24"/>
                    <a:pt x="0" y="26"/>
                  </a:cubicBezTo>
                  <a:cubicBezTo>
                    <a:pt x="1" y="28"/>
                    <a:pt x="2" y="30"/>
                    <a:pt x="4" y="31"/>
                  </a:cubicBezTo>
                  <a:cubicBezTo>
                    <a:pt x="9" y="33"/>
                    <a:pt x="16" y="31"/>
                    <a:pt x="25" y="26"/>
                  </a:cubicBezTo>
                  <a:cubicBezTo>
                    <a:pt x="21" y="34"/>
                    <a:pt x="21" y="39"/>
                    <a:pt x="25" y="40"/>
                  </a:cubicBezTo>
                  <a:cubicBezTo>
                    <a:pt x="26" y="41"/>
                    <a:pt x="28" y="41"/>
                    <a:pt x="29" y="41"/>
                  </a:cubicBezTo>
                  <a:cubicBezTo>
                    <a:pt x="30" y="40"/>
                    <a:pt x="31" y="40"/>
                    <a:pt x="32" y="39"/>
                  </a:cubicBezTo>
                  <a:cubicBezTo>
                    <a:pt x="32" y="38"/>
                    <a:pt x="32" y="37"/>
                    <a:pt x="31" y="37"/>
                  </a:cubicBezTo>
                  <a:cubicBezTo>
                    <a:pt x="30" y="36"/>
                    <a:pt x="30" y="35"/>
                    <a:pt x="30" y="35"/>
                  </a:cubicBezTo>
                  <a:cubicBezTo>
                    <a:pt x="30" y="34"/>
                    <a:pt x="30" y="34"/>
                    <a:pt x="30" y="32"/>
                  </a:cubicBezTo>
                  <a:cubicBezTo>
                    <a:pt x="30" y="31"/>
                    <a:pt x="31" y="29"/>
                    <a:pt x="32" y="26"/>
                  </a:cubicBezTo>
                  <a:cubicBezTo>
                    <a:pt x="33" y="24"/>
                    <a:pt x="35" y="21"/>
                    <a:pt x="38" y="17"/>
                  </a:cubicBezTo>
                  <a:cubicBezTo>
                    <a:pt x="39" y="15"/>
                    <a:pt x="40" y="13"/>
                    <a:pt x="40" y="12"/>
                  </a:cubicBezTo>
                  <a:cubicBezTo>
                    <a:pt x="41" y="10"/>
                    <a:pt x="40" y="9"/>
                    <a:pt x="38" y="8"/>
                  </a:cubicBezTo>
                  <a:close/>
                  <a:moveTo>
                    <a:pt x="31" y="12"/>
                  </a:moveTo>
                  <a:cubicBezTo>
                    <a:pt x="30" y="16"/>
                    <a:pt x="26" y="19"/>
                    <a:pt x="21" y="22"/>
                  </a:cubicBezTo>
                  <a:cubicBezTo>
                    <a:pt x="15" y="25"/>
                    <a:pt x="11" y="26"/>
                    <a:pt x="9" y="25"/>
                  </a:cubicBezTo>
                  <a:cubicBezTo>
                    <a:pt x="8" y="24"/>
                    <a:pt x="8" y="23"/>
                    <a:pt x="9" y="21"/>
                  </a:cubicBezTo>
                  <a:cubicBezTo>
                    <a:pt x="10" y="18"/>
                    <a:pt x="14" y="15"/>
                    <a:pt x="19" y="12"/>
                  </a:cubicBezTo>
                  <a:cubicBezTo>
                    <a:pt x="24" y="8"/>
                    <a:pt x="28" y="7"/>
                    <a:pt x="30" y="8"/>
                  </a:cubicBezTo>
                  <a:cubicBezTo>
                    <a:pt x="31" y="8"/>
                    <a:pt x="31" y="9"/>
                    <a:pt x="31" y="10"/>
                  </a:cubicBezTo>
                  <a:cubicBezTo>
                    <a:pt x="32" y="11"/>
                    <a:pt x="31" y="11"/>
                    <a:pt x="31"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173"/>
            <p:cNvSpPr>
              <a:spLocks/>
            </p:cNvSpPr>
            <p:nvPr/>
          </p:nvSpPr>
          <p:spPr bwMode="auto">
            <a:xfrm>
              <a:off x="5238750" y="947738"/>
              <a:ext cx="14288" cy="12700"/>
            </a:xfrm>
            <a:custGeom>
              <a:avLst/>
              <a:gdLst>
                <a:gd name="T0" fmla="*/ 1 w 12"/>
                <a:gd name="T1" fmla="*/ 4 h 10"/>
                <a:gd name="T2" fmla="*/ 1 w 12"/>
                <a:gd name="T3" fmla="*/ 8 h 10"/>
                <a:gd name="T4" fmla="*/ 3 w 12"/>
                <a:gd name="T5" fmla="*/ 10 h 10"/>
                <a:gd name="T6" fmla="*/ 6 w 12"/>
                <a:gd name="T7" fmla="*/ 10 h 10"/>
                <a:gd name="T8" fmla="*/ 10 w 12"/>
                <a:gd name="T9" fmla="*/ 8 h 10"/>
                <a:gd name="T10" fmla="*/ 12 w 12"/>
                <a:gd name="T11" fmla="*/ 6 h 10"/>
                <a:gd name="T12" fmla="*/ 11 w 12"/>
                <a:gd name="T13" fmla="*/ 4 h 10"/>
                <a:gd name="T14" fmla="*/ 9 w 12"/>
                <a:gd name="T15" fmla="*/ 2 h 10"/>
                <a:gd name="T16" fmla="*/ 5 w 12"/>
                <a:gd name="T17" fmla="*/ 0 h 10"/>
                <a:gd name="T18" fmla="*/ 2 w 12"/>
                <a:gd name="T19" fmla="*/ 1 h 10"/>
                <a:gd name="T20" fmla="*/ 1 w 12"/>
                <a:gd name="T21"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0">
                  <a:moveTo>
                    <a:pt x="1" y="4"/>
                  </a:moveTo>
                  <a:cubicBezTo>
                    <a:pt x="0" y="6"/>
                    <a:pt x="0" y="7"/>
                    <a:pt x="1" y="8"/>
                  </a:cubicBezTo>
                  <a:cubicBezTo>
                    <a:pt x="1" y="9"/>
                    <a:pt x="2" y="9"/>
                    <a:pt x="3" y="10"/>
                  </a:cubicBezTo>
                  <a:cubicBezTo>
                    <a:pt x="4" y="10"/>
                    <a:pt x="5" y="10"/>
                    <a:pt x="6" y="10"/>
                  </a:cubicBezTo>
                  <a:cubicBezTo>
                    <a:pt x="8" y="9"/>
                    <a:pt x="9" y="9"/>
                    <a:pt x="10" y="8"/>
                  </a:cubicBezTo>
                  <a:cubicBezTo>
                    <a:pt x="10" y="8"/>
                    <a:pt x="11" y="7"/>
                    <a:pt x="12" y="6"/>
                  </a:cubicBezTo>
                  <a:cubicBezTo>
                    <a:pt x="12" y="5"/>
                    <a:pt x="12" y="5"/>
                    <a:pt x="11" y="4"/>
                  </a:cubicBezTo>
                  <a:cubicBezTo>
                    <a:pt x="11" y="3"/>
                    <a:pt x="10" y="2"/>
                    <a:pt x="9" y="2"/>
                  </a:cubicBezTo>
                  <a:cubicBezTo>
                    <a:pt x="7" y="1"/>
                    <a:pt x="6" y="0"/>
                    <a:pt x="5" y="0"/>
                  </a:cubicBezTo>
                  <a:cubicBezTo>
                    <a:pt x="4" y="0"/>
                    <a:pt x="3" y="1"/>
                    <a:pt x="2" y="1"/>
                  </a:cubicBezTo>
                  <a:cubicBezTo>
                    <a:pt x="2" y="2"/>
                    <a:pt x="2" y="3"/>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174"/>
            <p:cNvSpPr>
              <a:spLocks/>
            </p:cNvSpPr>
            <p:nvPr/>
          </p:nvSpPr>
          <p:spPr bwMode="auto">
            <a:xfrm>
              <a:off x="5259388" y="957263"/>
              <a:ext cx="14288" cy="12700"/>
            </a:xfrm>
            <a:custGeom>
              <a:avLst/>
              <a:gdLst>
                <a:gd name="T0" fmla="*/ 3 w 12"/>
                <a:gd name="T1" fmla="*/ 10 h 10"/>
                <a:gd name="T2" fmla="*/ 6 w 12"/>
                <a:gd name="T3" fmla="*/ 9 h 10"/>
                <a:gd name="T4" fmla="*/ 10 w 12"/>
                <a:gd name="T5" fmla="*/ 8 h 10"/>
                <a:gd name="T6" fmla="*/ 12 w 12"/>
                <a:gd name="T7" fmla="*/ 6 h 10"/>
                <a:gd name="T8" fmla="*/ 11 w 12"/>
                <a:gd name="T9" fmla="*/ 3 h 10"/>
                <a:gd name="T10" fmla="*/ 9 w 12"/>
                <a:gd name="T11" fmla="*/ 1 h 10"/>
                <a:gd name="T12" fmla="*/ 5 w 12"/>
                <a:gd name="T13" fmla="*/ 0 h 10"/>
                <a:gd name="T14" fmla="*/ 2 w 12"/>
                <a:gd name="T15" fmla="*/ 1 h 10"/>
                <a:gd name="T16" fmla="*/ 1 w 12"/>
                <a:gd name="T17" fmla="*/ 4 h 10"/>
                <a:gd name="T18" fmla="*/ 1 w 12"/>
                <a:gd name="T19" fmla="*/ 8 h 10"/>
                <a:gd name="T20" fmla="*/ 3 w 12"/>
                <a:gd name="T21"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0">
                  <a:moveTo>
                    <a:pt x="3" y="10"/>
                  </a:moveTo>
                  <a:cubicBezTo>
                    <a:pt x="4" y="10"/>
                    <a:pt x="5" y="10"/>
                    <a:pt x="6" y="9"/>
                  </a:cubicBezTo>
                  <a:cubicBezTo>
                    <a:pt x="8" y="9"/>
                    <a:pt x="9" y="9"/>
                    <a:pt x="10" y="8"/>
                  </a:cubicBezTo>
                  <a:cubicBezTo>
                    <a:pt x="10" y="8"/>
                    <a:pt x="11" y="7"/>
                    <a:pt x="12" y="6"/>
                  </a:cubicBezTo>
                  <a:cubicBezTo>
                    <a:pt x="12" y="5"/>
                    <a:pt x="12" y="4"/>
                    <a:pt x="11" y="3"/>
                  </a:cubicBezTo>
                  <a:cubicBezTo>
                    <a:pt x="11" y="2"/>
                    <a:pt x="10" y="2"/>
                    <a:pt x="9" y="1"/>
                  </a:cubicBezTo>
                  <a:cubicBezTo>
                    <a:pt x="7" y="0"/>
                    <a:pt x="6" y="0"/>
                    <a:pt x="5" y="0"/>
                  </a:cubicBezTo>
                  <a:cubicBezTo>
                    <a:pt x="4" y="0"/>
                    <a:pt x="3" y="0"/>
                    <a:pt x="2" y="1"/>
                  </a:cubicBezTo>
                  <a:cubicBezTo>
                    <a:pt x="2" y="1"/>
                    <a:pt x="2" y="2"/>
                    <a:pt x="1" y="4"/>
                  </a:cubicBezTo>
                  <a:cubicBezTo>
                    <a:pt x="0" y="6"/>
                    <a:pt x="0" y="7"/>
                    <a:pt x="1" y="8"/>
                  </a:cubicBezTo>
                  <a:cubicBezTo>
                    <a:pt x="1" y="9"/>
                    <a:pt x="2" y="9"/>
                    <a:pt x="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175"/>
            <p:cNvSpPr>
              <a:spLocks/>
            </p:cNvSpPr>
            <p:nvPr/>
          </p:nvSpPr>
          <p:spPr bwMode="auto">
            <a:xfrm>
              <a:off x="5278438" y="965200"/>
              <a:ext cx="15875" cy="12700"/>
            </a:xfrm>
            <a:custGeom>
              <a:avLst/>
              <a:gdLst>
                <a:gd name="T0" fmla="*/ 3 w 12"/>
                <a:gd name="T1" fmla="*/ 9 h 10"/>
                <a:gd name="T2" fmla="*/ 6 w 12"/>
                <a:gd name="T3" fmla="*/ 9 h 10"/>
                <a:gd name="T4" fmla="*/ 10 w 12"/>
                <a:gd name="T5" fmla="*/ 8 h 10"/>
                <a:gd name="T6" fmla="*/ 12 w 12"/>
                <a:gd name="T7" fmla="*/ 5 h 10"/>
                <a:gd name="T8" fmla="*/ 11 w 12"/>
                <a:gd name="T9" fmla="*/ 3 h 10"/>
                <a:gd name="T10" fmla="*/ 9 w 12"/>
                <a:gd name="T11" fmla="*/ 1 h 10"/>
                <a:gd name="T12" fmla="*/ 5 w 12"/>
                <a:gd name="T13" fmla="*/ 0 h 10"/>
                <a:gd name="T14" fmla="*/ 3 w 12"/>
                <a:gd name="T15" fmla="*/ 1 h 10"/>
                <a:gd name="T16" fmla="*/ 1 w 12"/>
                <a:gd name="T17" fmla="*/ 3 h 10"/>
                <a:gd name="T18" fmla="*/ 1 w 12"/>
                <a:gd name="T19" fmla="*/ 7 h 10"/>
                <a:gd name="T20" fmla="*/ 3 w 12"/>
                <a:gd name="T21"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0">
                  <a:moveTo>
                    <a:pt x="3" y="9"/>
                  </a:moveTo>
                  <a:cubicBezTo>
                    <a:pt x="4" y="10"/>
                    <a:pt x="5" y="10"/>
                    <a:pt x="6" y="9"/>
                  </a:cubicBezTo>
                  <a:cubicBezTo>
                    <a:pt x="8" y="9"/>
                    <a:pt x="9" y="8"/>
                    <a:pt x="10" y="8"/>
                  </a:cubicBezTo>
                  <a:cubicBezTo>
                    <a:pt x="10" y="7"/>
                    <a:pt x="11" y="6"/>
                    <a:pt x="12" y="5"/>
                  </a:cubicBezTo>
                  <a:cubicBezTo>
                    <a:pt x="12" y="5"/>
                    <a:pt x="12" y="4"/>
                    <a:pt x="11" y="3"/>
                  </a:cubicBezTo>
                  <a:cubicBezTo>
                    <a:pt x="11" y="2"/>
                    <a:pt x="10" y="1"/>
                    <a:pt x="9" y="1"/>
                  </a:cubicBezTo>
                  <a:cubicBezTo>
                    <a:pt x="7" y="0"/>
                    <a:pt x="6" y="0"/>
                    <a:pt x="5" y="0"/>
                  </a:cubicBezTo>
                  <a:cubicBezTo>
                    <a:pt x="4" y="0"/>
                    <a:pt x="3" y="0"/>
                    <a:pt x="3" y="1"/>
                  </a:cubicBezTo>
                  <a:cubicBezTo>
                    <a:pt x="2" y="1"/>
                    <a:pt x="2" y="2"/>
                    <a:pt x="1" y="3"/>
                  </a:cubicBezTo>
                  <a:cubicBezTo>
                    <a:pt x="0" y="5"/>
                    <a:pt x="0" y="7"/>
                    <a:pt x="1" y="7"/>
                  </a:cubicBezTo>
                  <a:cubicBezTo>
                    <a:pt x="1" y="8"/>
                    <a:pt x="2" y="9"/>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176"/>
            <p:cNvSpPr>
              <a:spLocks/>
            </p:cNvSpPr>
            <p:nvPr/>
          </p:nvSpPr>
          <p:spPr bwMode="auto">
            <a:xfrm>
              <a:off x="4910138" y="1101725"/>
              <a:ext cx="165100" cy="107950"/>
            </a:xfrm>
            <a:custGeom>
              <a:avLst/>
              <a:gdLst>
                <a:gd name="T0" fmla="*/ 3 w 131"/>
                <a:gd name="T1" fmla="*/ 84 h 85"/>
                <a:gd name="T2" fmla="*/ 7 w 131"/>
                <a:gd name="T3" fmla="*/ 85 h 85"/>
                <a:gd name="T4" fmla="*/ 12 w 131"/>
                <a:gd name="T5" fmla="*/ 83 h 85"/>
                <a:gd name="T6" fmla="*/ 123 w 131"/>
                <a:gd name="T7" fmla="*/ 28 h 85"/>
                <a:gd name="T8" fmla="*/ 130 w 131"/>
                <a:gd name="T9" fmla="*/ 24 h 85"/>
                <a:gd name="T10" fmla="*/ 126 w 131"/>
                <a:gd name="T11" fmla="*/ 16 h 85"/>
                <a:gd name="T12" fmla="*/ 2 w 131"/>
                <a:gd name="T13" fmla="*/ 76 h 85"/>
                <a:gd name="T14" fmla="*/ 3 w 131"/>
                <a:gd name="T15" fmla="*/ 84 h 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1" h="85">
                  <a:moveTo>
                    <a:pt x="3" y="84"/>
                  </a:moveTo>
                  <a:cubicBezTo>
                    <a:pt x="5" y="85"/>
                    <a:pt x="6" y="85"/>
                    <a:pt x="7" y="85"/>
                  </a:cubicBezTo>
                  <a:cubicBezTo>
                    <a:pt x="9" y="85"/>
                    <a:pt x="11" y="84"/>
                    <a:pt x="12" y="83"/>
                  </a:cubicBezTo>
                  <a:cubicBezTo>
                    <a:pt x="64" y="14"/>
                    <a:pt x="120" y="27"/>
                    <a:pt x="123" y="28"/>
                  </a:cubicBezTo>
                  <a:cubicBezTo>
                    <a:pt x="126" y="29"/>
                    <a:pt x="129" y="27"/>
                    <a:pt x="130" y="24"/>
                  </a:cubicBezTo>
                  <a:cubicBezTo>
                    <a:pt x="131" y="20"/>
                    <a:pt x="129" y="17"/>
                    <a:pt x="126" y="16"/>
                  </a:cubicBezTo>
                  <a:cubicBezTo>
                    <a:pt x="123" y="16"/>
                    <a:pt x="60" y="0"/>
                    <a:pt x="2" y="76"/>
                  </a:cubicBezTo>
                  <a:cubicBezTo>
                    <a:pt x="0" y="78"/>
                    <a:pt x="1" y="82"/>
                    <a:pt x="3"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37" name="组合 136"/>
          <p:cNvGrpSpPr/>
          <p:nvPr/>
        </p:nvGrpSpPr>
        <p:grpSpPr>
          <a:xfrm>
            <a:off x="354013" y="996950"/>
            <a:ext cx="1092200" cy="1198563"/>
            <a:chOff x="354013" y="996950"/>
            <a:chExt cx="1092200" cy="1198563"/>
          </a:xfrm>
          <a:solidFill>
            <a:schemeClr val="tx1">
              <a:lumMod val="65000"/>
              <a:lumOff val="35000"/>
            </a:schemeClr>
          </a:solidFill>
        </p:grpSpPr>
        <p:sp>
          <p:nvSpPr>
            <p:cNvPr id="138" name="Freeform 156"/>
            <p:cNvSpPr>
              <a:spLocks/>
            </p:cNvSpPr>
            <p:nvPr/>
          </p:nvSpPr>
          <p:spPr bwMode="auto">
            <a:xfrm>
              <a:off x="354013" y="1252538"/>
              <a:ext cx="525463" cy="942975"/>
            </a:xfrm>
            <a:custGeom>
              <a:avLst/>
              <a:gdLst>
                <a:gd name="T0" fmla="*/ 42 w 415"/>
                <a:gd name="T1" fmla="*/ 383 h 746"/>
                <a:gd name="T2" fmla="*/ 44 w 415"/>
                <a:gd name="T3" fmla="*/ 383 h 746"/>
                <a:gd name="T4" fmla="*/ 74 w 415"/>
                <a:gd name="T5" fmla="*/ 349 h 746"/>
                <a:gd name="T6" fmla="*/ 99 w 415"/>
                <a:gd name="T7" fmla="*/ 97 h 746"/>
                <a:gd name="T8" fmla="*/ 99 w 415"/>
                <a:gd name="T9" fmla="*/ 229 h 746"/>
                <a:gd name="T10" fmla="*/ 99 w 415"/>
                <a:gd name="T11" fmla="*/ 305 h 746"/>
                <a:gd name="T12" fmla="*/ 99 w 415"/>
                <a:gd name="T13" fmla="*/ 697 h 746"/>
                <a:gd name="T14" fmla="*/ 149 w 415"/>
                <a:gd name="T15" fmla="*/ 746 h 746"/>
                <a:gd name="T16" fmla="*/ 198 w 415"/>
                <a:gd name="T17" fmla="*/ 697 h 746"/>
                <a:gd name="T18" fmla="*/ 198 w 415"/>
                <a:gd name="T19" fmla="*/ 336 h 746"/>
                <a:gd name="T20" fmla="*/ 217 w 415"/>
                <a:gd name="T21" fmla="*/ 336 h 746"/>
                <a:gd name="T22" fmla="*/ 217 w 415"/>
                <a:gd name="T23" fmla="*/ 697 h 746"/>
                <a:gd name="T24" fmla="*/ 266 w 415"/>
                <a:gd name="T25" fmla="*/ 746 h 746"/>
                <a:gd name="T26" fmla="*/ 316 w 415"/>
                <a:gd name="T27" fmla="*/ 697 h 746"/>
                <a:gd name="T28" fmla="*/ 316 w 415"/>
                <a:gd name="T29" fmla="*/ 305 h 746"/>
                <a:gd name="T30" fmla="*/ 316 w 415"/>
                <a:gd name="T31" fmla="*/ 229 h 746"/>
                <a:gd name="T32" fmla="*/ 316 w 415"/>
                <a:gd name="T33" fmla="*/ 97 h 746"/>
                <a:gd name="T34" fmla="*/ 341 w 415"/>
                <a:gd name="T35" fmla="*/ 349 h 746"/>
                <a:gd name="T36" fmla="*/ 371 w 415"/>
                <a:gd name="T37" fmla="*/ 383 h 746"/>
                <a:gd name="T38" fmla="*/ 373 w 415"/>
                <a:gd name="T39" fmla="*/ 383 h 746"/>
                <a:gd name="T40" fmla="*/ 405 w 415"/>
                <a:gd name="T41" fmla="*/ 353 h 746"/>
                <a:gd name="T42" fmla="*/ 342 w 415"/>
                <a:gd name="T43" fmla="*/ 25 h 746"/>
                <a:gd name="T44" fmla="*/ 287 w 415"/>
                <a:gd name="T45" fmla="*/ 0 h 746"/>
                <a:gd name="T46" fmla="*/ 285 w 415"/>
                <a:gd name="T47" fmla="*/ 0 h 746"/>
                <a:gd name="T48" fmla="*/ 130 w 415"/>
                <a:gd name="T49" fmla="*/ 0 h 746"/>
                <a:gd name="T50" fmla="*/ 128 w 415"/>
                <a:gd name="T51" fmla="*/ 0 h 746"/>
                <a:gd name="T52" fmla="*/ 73 w 415"/>
                <a:gd name="T53" fmla="*/ 25 h 746"/>
                <a:gd name="T54" fmla="*/ 10 w 415"/>
                <a:gd name="T55" fmla="*/ 353 h 746"/>
                <a:gd name="T56" fmla="*/ 42 w 415"/>
                <a:gd name="T57" fmla="*/ 383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5" h="746">
                  <a:moveTo>
                    <a:pt x="42" y="383"/>
                  </a:moveTo>
                  <a:cubicBezTo>
                    <a:pt x="42" y="383"/>
                    <a:pt x="43" y="383"/>
                    <a:pt x="44" y="383"/>
                  </a:cubicBezTo>
                  <a:cubicBezTo>
                    <a:pt x="61" y="382"/>
                    <a:pt x="75" y="367"/>
                    <a:pt x="74" y="349"/>
                  </a:cubicBezTo>
                  <a:cubicBezTo>
                    <a:pt x="65" y="209"/>
                    <a:pt x="81" y="134"/>
                    <a:pt x="99" y="97"/>
                  </a:cubicBezTo>
                  <a:cubicBezTo>
                    <a:pt x="99" y="229"/>
                    <a:pt x="99" y="229"/>
                    <a:pt x="99" y="229"/>
                  </a:cubicBezTo>
                  <a:cubicBezTo>
                    <a:pt x="99" y="305"/>
                    <a:pt x="99" y="305"/>
                    <a:pt x="99" y="305"/>
                  </a:cubicBezTo>
                  <a:cubicBezTo>
                    <a:pt x="99" y="697"/>
                    <a:pt x="99" y="697"/>
                    <a:pt x="99" y="697"/>
                  </a:cubicBezTo>
                  <a:cubicBezTo>
                    <a:pt x="99" y="724"/>
                    <a:pt x="121" y="746"/>
                    <a:pt x="149" y="746"/>
                  </a:cubicBezTo>
                  <a:cubicBezTo>
                    <a:pt x="176" y="746"/>
                    <a:pt x="198" y="724"/>
                    <a:pt x="198" y="697"/>
                  </a:cubicBezTo>
                  <a:cubicBezTo>
                    <a:pt x="198" y="336"/>
                    <a:pt x="198" y="336"/>
                    <a:pt x="198" y="336"/>
                  </a:cubicBezTo>
                  <a:cubicBezTo>
                    <a:pt x="217" y="336"/>
                    <a:pt x="217" y="336"/>
                    <a:pt x="217" y="336"/>
                  </a:cubicBezTo>
                  <a:cubicBezTo>
                    <a:pt x="217" y="697"/>
                    <a:pt x="217" y="697"/>
                    <a:pt x="217" y="697"/>
                  </a:cubicBezTo>
                  <a:cubicBezTo>
                    <a:pt x="217" y="724"/>
                    <a:pt x="239" y="746"/>
                    <a:pt x="266" y="746"/>
                  </a:cubicBezTo>
                  <a:cubicBezTo>
                    <a:pt x="293" y="746"/>
                    <a:pt x="316" y="724"/>
                    <a:pt x="316" y="697"/>
                  </a:cubicBezTo>
                  <a:cubicBezTo>
                    <a:pt x="316" y="305"/>
                    <a:pt x="316" y="305"/>
                    <a:pt x="316" y="305"/>
                  </a:cubicBezTo>
                  <a:cubicBezTo>
                    <a:pt x="316" y="229"/>
                    <a:pt x="316" y="229"/>
                    <a:pt x="316" y="229"/>
                  </a:cubicBezTo>
                  <a:cubicBezTo>
                    <a:pt x="316" y="97"/>
                    <a:pt x="316" y="97"/>
                    <a:pt x="316" y="97"/>
                  </a:cubicBezTo>
                  <a:cubicBezTo>
                    <a:pt x="333" y="134"/>
                    <a:pt x="349" y="209"/>
                    <a:pt x="341" y="349"/>
                  </a:cubicBezTo>
                  <a:cubicBezTo>
                    <a:pt x="340" y="367"/>
                    <a:pt x="354" y="382"/>
                    <a:pt x="371" y="383"/>
                  </a:cubicBezTo>
                  <a:cubicBezTo>
                    <a:pt x="372" y="383"/>
                    <a:pt x="373" y="383"/>
                    <a:pt x="373" y="383"/>
                  </a:cubicBezTo>
                  <a:cubicBezTo>
                    <a:pt x="390" y="383"/>
                    <a:pt x="404" y="370"/>
                    <a:pt x="405" y="353"/>
                  </a:cubicBezTo>
                  <a:cubicBezTo>
                    <a:pt x="415" y="184"/>
                    <a:pt x="394" y="74"/>
                    <a:pt x="342" y="25"/>
                  </a:cubicBezTo>
                  <a:cubicBezTo>
                    <a:pt x="320" y="4"/>
                    <a:pt x="298" y="1"/>
                    <a:pt x="287" y="0"/>
                  </a:cubicBezTo>
                  <a:cubicBezTo>
                    <a:pt x="286" y="0"/>
                    <a:pt x="285" y="0"/>
                    <a:pt x="285" y="0"/>
                  </a:cubicBezTo>
                  <a:cubicBezTo>
                    <a:pt x="130" y="0"/>
                    <a:pt x="130" y="0"/>
                    <a:pt x="130" y="0"/>
                  </a:cubicBezTo>
                  <a:cubicBezTo>
                    <a:pt x="129" y="0"/>
                    <a:pt x="129" y="0"/>
                    <a:pt x="128" y="0"/>
                  </a:cubicBezTo>
                  <a:cubicBezTo>
                    <a:pt x="117" y="1"/>
                    <a:pt x="95" y="4"/>
                    <a:pt x="73" y="25"/>
                  </a:cubicBezTo>
                  <a:cubicBezTo>
                    <a:pt x="21" y="74"/>
                    <a:pt x="0" y="184"/>
                    <a:pt x="10" y="353"/>
                  </a:cubicBezTo>
                  <a:cubicBezTo>
                    <a:pt x="11" y="370"/>
                    <a:pt x="25" y="383"/>
                    <a:pt x="42" y="3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157"/>
            <p:cNvSpPr>
              <a:spLocks noEditPoints="1"/>
            </p:cNvSpPr>
            <p:nvPr/>
          </p:nvSpPr>
          <p:spPr bwMode="auto">
            <a:xfrm>
              <a:off x="501650" y="996950"/>
              <a:ext cx="228600" cy="227013"/>
            </a:xfrm>
            <a:custGeom>
              <a:avLst/>
              <a:gdLst>
                <a:gd name="T0" fmla="*/ 90 w 180"/>
                <a:gd name="T1" fmla="*/ 180 h 180"/>
                <a:gd name="T2" fmla="*/ 180 w 180"/>
                <a:gd name="T3" fmla="*/ 90 h 180"/>
                <a:gd name="T4" fmla="*/ 90 w 180"/>
                <a:gd name="T5" fmla="*/ 0 h 180"/>
                <a:gd name="T6" fmla="*/ 0 w 180"/>
                <a:gd name="T7" fmla="*/ 90 h 180"/>
                <a:gd name="T8" fmla="*/ 90 w 180"/>
                <a:gd name="T9" fmla="*/ 180 h 180"/>
                <a:gd name="T10" fmla="*/ 147 w 180"/>
                <a:gd name="T11" fmla="*/ 124 h 180"/>
                <a:gd name="T12" fmla="*/ 90 w 180"/>
                <a:gd name="T13" fmla="*/ 156 h 180"/>
                <a:gd name="T14" fmla="*/ 34 w 180"/>
                <a:gd name="T15" fmla="*/ 124 h 180"/>
                <a:gd name="T16" fmla="*/ 147 w 180"/>
                <a:gd name="T17" fmla="*/ 124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0" h="180">
                  <a:moveTo>
                    <a:pt x="90" y="180"/>
                  </a:moveTo>
                  <a:cubicBezTo>
                    <a:pt x="140" y="180"/>
                    <a:pt x="180" y="139"/>
                    <a:pt x="180" y="90"/>
                  </a:cubicBezTo>
                  <a:cubicBezTo>
                    <a:pt x="180" y="40"/>
                    <a:pt x="140" y="0"/>
                    <a:pt x="90" y="0"/>
                  </a:cubicBezTo>
                  <a:cubicBezTo>
                    <a:pt x="41" y="0"/>
                    <a:pt x="0" y="40"/>
                    <a:pt x="0" y="90"/>
                  </a:cubicBezTo>
                  <a:cubicBezTo>
                    <a:pt x="0" y="139"/>
                    <a:pt x="41" y="180"/>
                    <a:pt x="90" y="180"/>
                  </a:cubicBezTo>
                  <a:close/>
                  <a:moveTo>
                    <a:pt x="147" y="124"/>
                  </a:moveTo>
                  <a:cubicBezTo>
                    <a:pt x="135" y="143"/>
                    <a:pt x="114" y="156"/>
                    <a:pt x="90" y="156"/>
                  </a:cubicBezTo>
                  <a:cubicBezTo>
                    <a:pt x="67" y="156"/>
                    <a:pt x="46" y="143"/>
                    <a:pt x="34" y="124"/>
                  </a:cubicBezTo>
                  <a:lnTo>
                    <a:pt x="147" y="1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182"/>
            <p:cNvSpPr>
              <a:spLocks/>
            </p:cNvSpPr>
            <p:nvPr/>
          </p:nvSpPr>
          <p:spPr bwMode="auto">
            <a:xfrm>
              <a:off x="1038225" y="1250950"/>
              <a:ext cx="407988" cy="944563"/>
            </a:xfrm>
            <a:custGeom>
              <a:avLst/>
              <a:gdLst>
                <a:gd name="T0" fmla="*/ 19 w 323"/>
                <a:gd name="T1" fmla="*/ 223 h 747"/>
                <a:gd name="T2" fmla="*/ 50 w 323"/>
                <a:gd name="T3" fmla="*/ 232 h 747"/>
                <a:gd name="T4" fmla="*/ 129 w 323"/>
                <a:gd name="T5" fmla="*/ 212 h 747"/>
                <a:gd name="T6" fmla="*/ 194 w 323"/>
                <a:gd name="T7" fmla="*/ 184 h 747"/>
                <a:gd name="T8" fmla="*/ 209 w 323"/>
                <a:gd name="T9" fmla="*/ 141 h 747"/>
                <a:gd name="T10" fmla="*/ 166 w 323"/>
                <a:gd name="T11" fmla="*/ 126 h 747"/>
                <a:gd name="T12" fmla="*/ 68 w 323"/>
                <a:gd name="T13" fmla="*/ 165 h 747"/>
                <a:gd name="T14" fmla="*/ 79 w 323"/>
                <a:gd name="T15" fmla="*/ 103 h 747"/>
                <a:gd name="T16" fmla="*/ 88 w 323"/>
                <a:gd name="T17" fmla="*/ 103 h 747"/>
                <a:gd name="T18" fmla="*/ 79 w 323"/>
                <a:gd name="T19" fmla="*/ 152 h 747"/>
                <a:gd name="T20" fmla="*/ 162 w 323"/>
                <a:gd name="T21" fmla="*/ 118 h 747"/>
                <a:gd name="T22" fmla="*/ 180 w 323"/>
                <a:gd name="T23" fmla="*/ 114 h 747"/>
                <a:gd name="T24" fmla="*/ 217 w 323"/>
                <a:gd name="T25" fmla="*/ 137 h 747"/>
                <a:gd name="T26" fmla="*/ 198 w 323"/>
                <a:gd name="T27" fmla="*/ 192 h 747"/>
                <a:gd name="T28" fmla="*/ 132 w 323"/>
                <a:gd name="T29" fmla="*/ 220 h 747"/>
                <a:gd name="T30" fmla="*/ 50 w 323"/>
                <a:gd name="T31" fmla="*/ 241 h 747"/>
                <a:gd name="T32" fmla="*/ 49 w 323"/>
                <a:gd name="T33" fmla="*/ 241 h 747"/>
                <a:gd name="T34" fmla="*/ 49 w 323"/>
                <a:gd name="T35" fmla="*/ 306 h 747"/>
                <a:gd name="T36" fmla="*/ 49 w 323"/>
                <a:gd name="T37" fmla="*/ 698 h 747"/>
                <a:gd name="T38" fmla="*/ 98 w 323"/>
                <a:gd name="T39" fmla="*/ 747 h 747"/>
                <a:gd name="T40" fmla="*/ 148 w 323"/>
                <a:gd name="T41" fmla="*/ 698 h 747"/>
                <a:gd name="T42" fmla="*/ 148 w 323"/>
                <a:gd name="T43" fmla="*/ 337 h 747"/>
                <a:gd name="T44" fmla="*/ 166 w 323"/>
                <a:gd name="T45" fmla="*/ 337 h 747"/>
                <a:gd name="T46" fmla="*/ 166 w 323"/>
                <a:gd name="T47" fmla="*/ 698 h 747"/>
                <a:gd name="T48" fmla="*/ 216 w 323"/>
                <a:gd name="T49" fmla="*/ 747 h 747"/>
                <a:gd name="T50" fmla="*/ 265 w 323"/>
                <a:gd name="T51" fmla="*/ 698 h 747"/>
                <a:gd name="T52" fmla="*/ 265 w 323"/>
                <a:gd name="T53" fmla="*/ 383 h 747"/>
                <a:gd name="T54" fmla="*/ 256 w 323"/>
                <a:gd name="T55" fmla="*/ 375 h 747"/>
                <a:gd name="T56" fmla="*/ 245 w 323"/>
                <a:gd name="T57" fmla="*/ 345 h 747"/>
                <a:gd name="T58" fmla="*/ 233 w 323"/>
                <a:gd name="T59" fmla="*/ 101 h 747"/>
                <a:gd name="T60" fmla="*/ 242 w 323"/>
                <a:gd name="T61" fmla="*/ 100 h 747"/>
                <a:gd name="T62" fmla="*/ 254 w 323"/>
                <a:gd name="T63" fmla="*/ 346 h 747"/>
                <a:gd name="T64" fmla="*/ 285 w 323"/>
                <a:gd name="T65" fmla="*/ 379 h 747"/>
                <a:gd name="T66" fmla="*/ 286 w 323"/>
                <a:gd name="T67" fmla="*/ 379 h 747"/>
                <a:gd name="T68" fmla="*/ 318 w 323"/>
                <a:gd name="T69" fmla="*/ 348 h 747"/>
                <a:gd name="T70" fmla="*/ 306 w 323"/>
                <a:gd name="T71" fmla="*/ 94 h 747"/>
                <a:gd name="T72" fmla="*/ 271 w 323"/>
                <a:gd name="T73" fmla="*/ 7 h 747"/>
                <a:gd name="T74" fmla="*/ 186 w 323"/>
                <a:gd name="T75" fmla="*/ 54 h 747"/>
                <a:gd name="T76" fmla="*/ 99 w 323"/>
                <a:gd name="T77" fmla="*/ 1 h 747"/>
                <a:gd name="T78" fmla="*/ 83 w 323"/>
                <a:gd name="T79" fmla="*/ 1 h 747"/>
                <a:gd name="T80" fmla="*/ 59 w 323"/>
                <a:gd name="T81" fmla="*/ 6 h 747"/>
                <a:gd name="T82" fmla="*/ 13 w 323"/>
                <a:gd name="T83" fmla="*/ 104 h 747"/>
                <a:gd name="T84" fmla="*/ 2 w 323"/>
                <a:gd name="T85" fmla="*/ 184 h 747"/>
                <a:gd name="T86" fmla="*/ 19 w 323"/>
                <a:gd name="T87" fmla="*/ 223 h 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23" h="747">
                  <a:moveTo>
                    <a:pt x="19" y="223"/>
                  </a:moveTo>
                  <a:cubicBezTo>
                    <a:pt x="27" y="229"/>
                    <a:pt x="37" y="232"/>
                    <a:pt x="50" y="232"/>
                  </a:cubicBezTo>
                  <a:cubicBezTo>
                    <a:pt x="69" y="232"/>
                    <a:pt x="94" y="225"/>
                    <a:pt x="129" y="212"/>
                  </a:cubicBezTo>
                  <a:cubicBezTo>
                    <a:pt x="163" y="199"/>
                    <a:pt x="193" y="184"/>
                    <a:pt x="194" y="184"/>
                  </a:cubicBezTo>
                  <a:cubicBezTo>
                    <a:pt x="210" y="176"/>
                    <a:pt x="217" y="157"/>
                    <a:pt x="209" y="141"/>
                  </a:cubicBezTo>
                  <a:cubicBezTo>
                    <a:pt x="201" y="125"/>
                    <a:pt x="182" y="118"/>
                    <a:pt x="166" y="126"/>
                  </a:cubicBezTo>
                  <a:cubicBezTo>
                    <a:pt x="131" y="143"/>
                    <a:pt x="92" y="158"/>
                    <a:pt x="68" y="165"/>
                  </a:cubicBezTo>
                  <a:cubicBezTo>
                    <a:pt x="72" y="138"/>
                    <a:pt x="75" y="118"/>
                    <a:pt x="79" y="103"/>
                  </a:cubicBezTo>
                  <a:cubicBezTo>
                    <a:pt x="88" y="103"/>
                    <a:pt x="88" y="103"/>
                    <a:pt x="88" y="103"/>
                  </a:cubicBezTo>
                  <a:cubicBezTo>
                    <a:pt x="85" y="115"/>
                    <a:pt x="82" y="131"/>
                    <a:pt x="79" y="152"/>
                  </a:cubicBezTo>
                  <a:cubicBezTo>
                    <a:pt x="103" y="144"/>
                    <a:pt x="134" y="131"/>
                    <a:pt x="162" y="118"/>
                  </a:cubicBezTo>
                  <a:cubicBezTo>
                    <a:pt x="168" y="115"/>
                    <a:pt x="174" y="114"/>
                    <a:pt x="180" y="114"/>
                  </a:cubicBezTo>
                  <a:cubicBezTo>
                    <a:pt x="196" y="114"/>
                    <a:pt x="210" y="123"/>
                    <a:pt x="217" y="137"/>
                  </a:cubicBezTo>
                  <a:cubicBezTo>
                    <a:pt x="227" y="157"/>
                    <a:pt x="219" y="182"/>
                    <a:pt x="198" y="192"/>
                  </a:cubicBezTo>
                  <a:cubicBezTo>
                    <a:pt x="195" y="194"/>
                    <a:pt x="165" y="208"/>
                    <a:pt x="132" y="220"/>
                  </a:cubicBezTo>
                  <a:cubicBezTo>
                    <a:pt x="95" y="235"/>
                    <a:pt x="70" y="241"/>
                    <a:pt x="50" y="241"/>
                  </a:cubicBezTo>
                  <a:cubicBezTo>
                    <a:pt x="49" y="241"/>
                    <a:pt x="49" y="241"/>
                    <a:pt x="49" y="241"/>
                  </a:cubicBezTo>
                  <a:cubicBezTo>
                    <a:pt x="49" y="306"/>
                    <a:pt x="49" y="306"/>
                    <a:pt x="49" y="306"/>
                  </a:cubicBezTo>
                  <a:cubicBezTo>
                    <a:pt x="49" y="698"/>
                    <a:pt x="49" y="698"/>
                    <a:pt x="49" y="698"/>
                  </a:cubicBezTo>
                  <a:cubicBezTo>
                    <a:pt x="49" y="725"/>
                    <a:pt x="71" y="747"/>
                    <a:pt x="98" y="747"/>
                  </a:cubicBezTo>
                  <a:cubicBezTo>
                    <a:pt x="126" y="747"/>
                    <a:pt x="148" y="725"/>
                    <a:pt x="148" y="698"/>
                  </a:cubicBezTo>
                  <a:cubicBezTo>
                    <a:pt x="148" y="337"/>
                    <a:pt x="148" y="337"/>
                    <a:pt x="148" y="337"/>
                  </a:cubicBezTo>
                  <a:cubicBezTo>
                    <a:pt x="166" y="337"/>
                    <a:pt x="166" y="337"/>
                    <a:pt x="166" y="337"/>
                  </a:cubicBezTo>
                  <a:cubicBezTo>
                    <a:pt x="166" y="698"/>
                    <a:pt x="166" y="698"/>
                    <a:pt x="166" y="698"/>
                  </a:cubicBezTo>
                  <a:cubicBezTo>
                    <a:pt x="166" y="725"/>
                    <a:pt x="188" y="747"/>
                    <a:pt x="216" y="747"/>
                  </a:cubicBezTo>
                  <a:cubicBezTo>
                    <a:pt x="243" y="747"/>
                    <a:pt x="265" y="725"/>
                    <a:pt x="265" y="698"/>
                  </a:cubicBezTo>
                  <a:cubicBezTo>
                    <a:pt x="265" y="383"/>
                    <a:pt x="265" y="383"/>
                    <a:pt x="265" y="383"/>
                  </a:cubicBezTo>
                  <a:cubicBezTo>
                    <a:pt x="262" y="380"/>
                    <a:pt x="259" y="378"/>
                    <a:pt x="256" y="375"/>
                  </a:cubicBezTo>
                  <a:cubicBezTo>
                    <a:pt x="248" y="367"/>
                    <a:pt x="244" y="356"/>
                    <a:pt x="245" y="345"/>
                  </a:cubicBezTo>
                  <a:cubicBezTo>
                    <a:pt x="251" y="214"/>
                    <a:pt x="242" y="141"/>
                    <a:pt x="233" y="101"/>
                  </a:cubicBezTo>
                  <a:cubicBezTo>
                    <a:pt x="242" y="100"/>
                    <a:pt x="242" y="100"/>
                    <a:pt x="242" y="100"/>
                  </a:cubicBezTo>
                  <a:cubicBezTo>
                    <a:pt x="251" y="141"/>
                    <a:pt x="260" y="215"/>
                    <a:pt x="254" y="346"/>
                  </a:cubicBezTo>
                  <a:cubicBezTo>
                    <a:pt x="253" y="363"/>
                    <a:pt x="267" y="378"/>
                    <a:pt x="285" y="379"/>
                  </a:cubicBezTo>
                  <a:cubicBezTo>
                    <a:pt x="285" y="379"/>
                    <a:pt x="286" y="379"/>
                    <a:pt x="286" y="379"/>
                  </a:cubicBezTo>
                  <a:cubicBezTo>
                    <a:pt x="303" y="379"/>
                    <a:pt x="317" y="366"/>
                    <a:pt x="318" y="348"/>
                  </a:cubicBezTo>
                  <a:cubicBezTo>
                    <a:pt x="323" y="225"/>
                    <a:pt x="316" y="145"/>
                    <a:pt x="306" y="94"/>
                  </a:cubicBezTo>
                  <a:cubicBezTo>
                    <a:pt x="295" y="39"/>
                    <a:pt x="280" y="17"/>
                    <a:pt x="271" y="7"/>
                  </a:cubicBezTo>
                  <a:cubicBezTo>
                    <a:pt x="253" y="36"/>
                    <a:pt x="222" y="54"/>
                    <a:pt x="186" y="54"/>
                  </a:cubicBezTo>
                  <a:cubicBezTo>
                    <a:pt x="148" y="54"/>
                    <a:pt x="115" y="33"/>
                    <a:pt x="99" y="1"/>
                  </a:cubicBezTo>
                  <a:cubicBezTo>
                    <a:pt x="83" y="1"/>
                    <a:pt x="83" y="1"/>
                    <a:pt x="83" y="1"/>
                  </a:cubicBezTo>
                  <a:cubicBezTo>
                    <a:pt x="75" y="0"/>
                    <a:pt x="67" y="2"/>
                    <a:pt x="59" y="6"/>
                  </a:cubicBezTo>
                  <a:cubicBezTo>
                    <a:pt x="44" y="15"/>
                    <a:pt x="26" y="34"/>
                    <a:pt x="13" y="104"/>
                  </a:cubicBezTo>
                  <a:cubicBezTo>
                    <a:pt x="9" y="126"/>
                    <a:pt x="5" y="152"/>
                    <a:pt x="2" y="184"/>
                  </a:cubicBezTo>
                  <a:cubicBezTo>
                    <a:pt x="0" y="200"/>
                    <a:pt x="6" y="214"/>
                    <a:pt x="19" y="2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183"/>
            <p:cNvSpPr>
              <a:spLocks noEditPoints="1"/>
            </p:cNvSpPr>
            <p:nvPr/>
          </p:nvSpPr>
          <p:spPr bwMode="auto">
            <a:xfrm>
              <a:off x="1158875" y="1081088"/>
              <a:ext cx="228600" cy="227013"/>
            </a:xfrm>
            <a:custGeom>
              <a:avLst/>
              <a:gdLst>
                <a:gd name="T0" fmla="*/ 90 w 180"/>
                <a:gd name="T1" fmla="*/ 180 h 180"/>
                <a:gd name="T2" fmla="*/ 180 w 180"/>
                <a:gd name="T3" fmla="*/ 90 h 180"/>
                <a:gd name="T4" fmla="*/ 90 w 180"/>
                <a:gd name="T5" fmla="*/ 0 h 180"/>
                <a:gd name="T6" fmla="*/ 0 w 180"/>
                <a:gd name="T7" fmla="*/ 90 h 180"/>
                <a:gd name="T8" fmla="*/ 90 w 180"/>
                <a:gd name="T9" fmla="*/ 180 h 180"/>
                <a:gd name="T10" fmla="*/ 131 w 180"/>
                <a:gd name="T11" fmla="*/ 125 h 180"/>
                <a:gd name="T12" fmla="*/ 126 w 180"/>
                <a:gd name="T13" fmla="*/ 136 h 180"/>
                <a:gd name="T14" fmla="*/ 59 w 180"/>
                <a:gd name="T15" fmla="*/ 149 h 180"/>
                <a:gd name="T16" fmla="*/ 52 w 180"/>
                <a:gd name="T17" fmla="*/ 139 h 180"/>
                <a:gd name="T18" fmla="*/ 131 w 180"/>
                <a:gd name="T19" fmla="*/ 125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0" h="180">
                  <a:moveTo>
                    <a:pt x="90" y="180"/>
                  </a:moveTo>
                  <a:cubicBezTo>
                    <a:pt x="140" y="180"/>
                    <a:pt x="180" y="140"/>
                    <a:pt x="180" y="90"/>
                  </a:cubicBezTo>
                  <a:cubicBezTo>
                    <a:pt x="180" y="40"/>
                    <a:pt x="140" y="0"/>
                    <a:pt x="90" y="0"/>
                  </a:cubicBezTo>
                  <a:cubicBezTo>
                    <a:pt x="41" y="0"/>
                    <a:pt x="0" y="40"/>
                    <a:pt x="0" y="90"/>
                  </a:cubicBezTo>
                  <a:cubicBezTo>
                    <a:pt x="0" y="140"/>
                    <a:pt x="41" y="180"/>
                    <a:pt x="90" y="180"/>
                  </a:cubicBezTo>
                  <a:close/>
                  <a:moveTo>
                    <a:pt x="131" y="125"/>
                  </a:moveTo>
                  <a:cubicBezTo>
                    <a:pt x="126" y="136"/>
                    <a:pt x="126" y="136"/>
                    <a:pt x="126" y="136"/>
                  </a:cubicBezTo>
                  <a:cubicBezTo>
                    <a:pt x="125" y="136"/>
                    <a:pt x="94" y="122"/>
                    <a:pt x="59" y="149"/>
                  </a:cubicBezTo>
                  <a:cubicBezTo>
                    <a:pt x="52" y="139"/>
                    <a:pt x="52" y="139"/>
                    <a:pt x="52" y="139"/>
                  </a:cubicBezTo>
                  <a:cubicBezTo>
                    <a:pt x="93" y="108"/>
                    <a:pt x="130" y="124"/>
                    <a:pt x="131" y="1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42" name="组合 141"/>
          <p:cNvGrpSpPr/>
          <p:nvPr/>
        </p:nvGrpSpPr>
        <p:grpSpPr>
          <a:xfrm>
            <a:off x="336550" y="2670175"/>
            <a:ext cx="1930400" cy="1471613"/>
            <a:chOff x="336550" y="2670175"/>
            <a:chExt cx="1930400" cy="1471613"/>
          </a:xfrm>
          <a:solidFill>
            <a:schemeClr val="tx1">
              <a:lumMod val="65000"/>
              <a:lumOff val="35000"/>
            </a:schemeClr>
          </a:solidFill>
        </p:grpSpPr>
        <p:sp>
          <p:nvSpPr>
            <p:cNvPr id="143" name="Freeform 177"/>
            <p:cNvSpPr>
              <a:spLocks/>
            </p:cNvSpPr>
            <p:nvPr/>
          </p:nvSpPr>
          <p:spPr bwMode="auto">
            <a:xfrm>
              <a:off x="336550" y="2917825"/>
              <a:ext cx="892175" cy="1223963"/>
            </a:xfrm>
            <a:custGeom>
              <a:avLst/>
              <a:gdLst>
                <a:gd name="T0" fmla="*/ 245 w 706"/>
                <a:gd name="T1" fmla="*/ 282 h 968"/>
                <a:gd name="T2" fmla="*/ 245 w 706"/>
                <a:gd name="T3" fmla="*/ 496 h 968"/>
                <a:gd name="T4" fmla="*/ 142 w 706"/>
                <a:gd name="T5" fmla="*/ 901 h 968"/>
                <a:gd name="T6" fmla="*/ 178 w 706"/>
                <a:gd name="T7" fmla="*/ 961 h 968"/>
                <a:gd name="T8" fmla="*/ 238 w 706"/>
                <a:gd name="T9" fmla="*/ 925 h 968"/>
                <a:gd name="T10" fmla="*/ 331 w 706"/>
                <a:gd name="T11" fmla="*/ 559 h 968"/>
                <a:gd name="T12" fmla="*/ 375 w 706"/>
                <a:gd name="T13" fmla="*/ 559 h 968"/>
                <a:gd name="T14" fmla="*/ 468 w 706"/>
                <a:gd name="T15" fmla="*/ 925 h 968"/>
                <a:gd name="T16" fmla="*/ 528 w 706"/>
                <a:gd name="T17" fmla="*/ 961 h 968"/>
                <a:gd name="T18" fmla="*/ 564 w 706"/>
                <a:gd name="T19" fmla="*/ 901 h 968"/>
                <a:gd name="T20" fmla="*/ 461 w 706"/>
                <a:gd name="T21" fmla="*/ 496 h 968"/>
                <a:gd name="T22" fmla="*/ 461 w 706"/>
                <a:gd name="T23" fmla="*/ 282 h 968"/>
                <a:gd name="T24" fmla="*/ 693 w 706"/>
                <a:gd name="T25" fmla="*/ 59 h 968"/>
                <a:gd name="T26" fmla="*/ 694 w 706"/>
                <a:gd name="T27" fmla="*/ 13 h 968"/>
                <a:gd name="T28" fmla="*/ 649 w 706"/>
                <a:gd name="T29" fmla="*/ 13 h 968"/>
                <a:gd name="T30" fmla="*/ 429 w 706"/>
                <a:gd name="T31" fmla="*/ 224 h 968"/>
                <a:gd name="T32" fmla="*/ 277 w 706"/>
                <a:gd name="T33" fmla="*/ 224 h 968"/>
                <a:gd name="T34" fmla="*/ 57 w 706"/>
                <a:gd name="T35" fmla="*/ 13 h 968"/>
                <a:gd name="T36" fmla="*/ 12 w 706"/>
                <a:gd name="T37" fmla="*/ 13 h 968"/>
                <a:gd name="T38" fmla="*/ 13 w 706"/>
                <a:gd name="T39" fmla="*/ 59 h 968"/>
                <a:gd name="T40" fmla="*/ 245 w 706"/>
                <a:gd name="T41" fmla="*/ 282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6" h="968">
                  <a:moveTo>
                    <a:pt x="245" y="282"/>
                  </a:moveTo>
                  <a:cubicBezTo>
                    <a:pt x="245" y="496"/>
                    <a:pt x="245" y="496"/>
                    <a:pt x="245" y="496"/>
                  </a:cubicBezTo>
                  <a:cubicBezTo>
                    <a:pt x="142" y="901"/>
                    <a:pt x="142" y="901"/>
                    <a:pt x="142" y="901"/>
                  </a:cubicBezTo>
                  <a:cubicBezTo>
                    <a:pt x="135" y="927"/>
                    <a:pt x="151" y="954"/>
                    <a:pt x="178" y="961"/>
                  </a:cubicBezTo>
                  <a:cubicBezTo>
                    <a:pt x="204" y="968"/>
                    <a:pt x="231" y="952"/>
                    <a:pt x="238" y="925"/>
                  </a:cubicBezTo>
                  <a:cubicBezTo>
                    <a:pt x="331" y="559"/>
                    <a:pt x="331" y="559"/>
                    <a:pt x="331" y="559"/>
                  </a:cubicBezTo>
                  <a:cubicBezTo>
                    <a:pt x="375" y="559"/>
                    <a:pt x="375" y="559"/>
                    <a:pt x="375" y="559"/>
                  </a:cubicBezTo>
                  <a:cubicBezTo>
                    <a:pt x="468" y="925"/>
                    <a:pt x="468" y="925"/>
                    <a:pt x="468" y="925"/>
                  </a:cubicBezTo>
                  <a:cubicBezTo>
                    <a:pt x="475" y="952"/>
                    <a:pt x="502" y="968"/>
                    <a:pt x="528" y="961"/>
                  </a:cubicBezTo>
                  <a:cubicBezTo>
                    <a:pt x="555" y="954"/>
                    <a:pt x="571" y="927"/>
                    <a:pt x="564" y="901"/>
                  </a:cubicBezTo>
                  <a:cubicBezTo>
                    <a:pt x="461" y="496"/>
                    <a:pt x="461" y="496"/>
                    <a:pt x="461" y="496"/>
                  </a:cubicBezTo>
                  <a:cubicBezTo>
                    <a:pt x="461" y="282"/>
                    <a:pt x="461" y="282"/>
                    <a:pt x="461" y="282"/>
                  </a:cubicBezTo>
                  <a:cubicBezTo>
                    <a:pt x="693" y="59"/>
                    <a:pt x="693" y="59"/>
                    <a:pt x="693" y="59"/>
                  </a:cubicBezTo>
                  <a:cubicBezTo>
                    <a:pt x="706" y="46"/>
                    <a:pt x="706" y="26"/>
                    <a:pt x="694" y="13"/>
                  </a:cubicBezTo>
                  <a:cubicBezTo>
                    <a:pt x="682" y="1"/>
                    <a:pt x="662" y="0"/>
                    <a:pt x="649" y="13"/>
                  </a:cubicBezTo>
                  <a:cubicBezTo>
                    <a:pt x="429" y="224"/>
                    <a:pt x="429" y="224"/>
                    <a:pt x="429" y="224"/>
                  </a:cubicBezTo>
                  <a:cubicBezTo>
                    <a:pt x="277" y="224"/>
                    <a:pt x="277" y="224"/>
                    <a:pt x="277" y="224"/>
                  </a:cubicBezTo>
                  <a:cubicBezTo>
                    <a:pt x="57" y="13"/>
                    <a:pt x="57" y="13"/>
                    <a:pt x="57" y="13"/>
                  </a:cubicBezTo>
                  <a:cubicBezTo>
                    <a:pt x="44" y="0"/>
                    <a:pt x="24" y="1"/>
                    <a:pt x="12" y="13"/>
                  </a:cubicBezTo>
                  <a:cubicBezTo>
                    <a:pt x="0" y="26"/>
                    <a:pt x="0" y="46"/>
                    <a:pt x="13" y="59"/>
                  </a:cubicBezTo>
                  <a:lnTo>
                    <a:pt x="245" y="2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178"/>
            <p:cNvSpPr>
              <a:spLocks noEditPoints="1"/>
            </p:cNvSpPr>
            <p:nvPr/>
          </p:nvSpPr>
          <p:spPr bwMode="auto">
            <a:xfrm>
              <a:off x="668338" y="2944813"/>
              <a:ext cx="228600" cy="227013"/>
            </a:xfrm>
            <a:custGeom>
              <a:avLst/>
              <a:gdLst>
                <a:gd name="T0" fmla="*/ 90 w 180"/>
                <a:gd name="T1" fmla="*/ 180 h 180"/>
                <a:gd name="T2" fmla="*/ 180 w 180"/>
                <a:gd name="T3" fmla="*/ 90 h 180"/>
                <a:gd name="T4" fmla="*/ 90 w 180"/>
                <a:gd name="T5" fmla="*/ 0 h 180"/>
                <a:gd name="T6" fmla="*/ 0 w 180"/>
                <a:gd name="T7" fmla="*/ 90 h 180"/>
                <a:gd name="T8" fmla="*/ 90 w 180"/>
                <a:gd name="T9" fmla="*/ 180 h 180"/>
                <a:gd name="T10" fmla="*/ 156 w 180"/>
                <a:gd name="T11" fmla="*/ 90 h 180"/>
                <a:gd name="T12" fmla="*/ 90 w 180"/>
                <a:gd name="T13" fmla="*/ 156 h 180"/>
                <a:gd name="T14" fmla="*/ 24 w 180"/>
                <a:gd name="T15" fmla="*/ 90 h 180"/>
                <a:gd name="T16" fmla="*/ 156 w 180"/>
                <a:gd name="T17" fmla="*/ 9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0" h="180">
                  <a:moveTo>
                    <a:pt x="90" y="180"/>
                  </a:moveTo>
                  <a:cubicBezTo>
                    <a:pt x="140" y="180"/>
                    <a:pt x="180" y="140"/>
                    <a:pt x="180" y="90"/>
                  </a:cubicBezTo>
                  <a:cubicBezTo>
                    <a:pt x="180" y="40"/>
                    <a:pt x="140" y="0"/>
                    <a:pt x="90" y="0"/>
                  </a:cubicBezTo>
                  <a:cubicBezTo>
                    <a:pt x="40" y="0"/>
                    <a:pt x="0" y="40"/>
                    <a:pt x="0" y="90"/>
                  </a:cubicBezTo>
                  <a:cubicBezTo>
                    <a:pt x="0" y="140"/>
                    <a:pt x="40" y="180"/>
                    <a:pt x="90" y="180"/>
                  </a:cubicBezTo>
                  <a:close/>
                  <a:moveTo>
                    <a:pt x="156" y="90"/>
                  </a:moveTo>
                  <a:cubicBezTo>
                    <a:pt x="156" y="126"/>
                    <a:pt x="126" y="156"/>
                    <a:pt x="90" y="156"/>
                  </a:cubicBezTo>
                  <a:cubicBezTo>
                    <a:pt x="54" y="156"/>
                    <a:pt x="24" y="126"/>
                    <a:pt x="24" y="90"/>
                  </a:cubicBezTo>
                  <a:lnTo>
                    <a:pt x="156" y="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179"/>
            <p:cNvSpPr>
              <a:spLocks/>
            </p:cNvSpPr>
            <p:nvPr/>
          </p:nvSpPr>
          <p:spPr bwMode="auto">
            <a:xfrm>
              <a:off x="811213" y="2671763"/>
              <a:ext cx="61913" cy="238125"/>
            </a:xfrm>
            <a:custGeom>
              <a:avLst/>
              <a:gdLst>
                <a:gd name="T0" fmla="*/ 26 w 39"/>
                <a:gd name="T1" fmla="*/ 0 h 150"/>
                <a:gd name="T2" fmla="*/ 0 w 39"/>
                <a:gd name="T3" fmla="*/ 148 h 150"/>
                <a:gd name="T4" fmla="*/ 6 w 39"/>
                <a:gd name="T5" fmla="*/ 150 h 150"/>
                <a:gd name="T6" fmla="*/ 39 w 39"/>
                <a:gd name="T7" fmla="*/ 6 h 150"/>
                <a:gd name="T8" fmla="*/ 26 w 39"/>
                <a:gd name="T9" fmla="*/ 0 h 150"/>
              </a:gdLst>
              <a:ahLst/>
              <a:cxnLst>
                <a:cxn ang="0">
                  <a:pos x="T0" y="T1"/>
                </a:cxn>
                <a:cxn ang="0">
                  <a:pos x="T2" y="T3"/>
                </a:cxn>
                <a:cxn ang="0">
                  <a:pos x="T4" y="T5"/>
                </a:cxn>
                <a:cxn ang="0">
                  <a:pos x="T6" y="T7"/>
                </a:cxn>
                <a:cxn ang="0">
                  <a:pos x="T8" y="T9"/>
                </a:cxn>
              </a:cxnLst>
              <a:rect l="0" t="0" r="r" b="b"/>
              <a:pathLst>
                <a:path w="39" h="150">
                  <a:moveTo>
                    <a:pt x="26" y="0"/>
                  </a:moveTo>
                  <a:lnTo>
                    <a:pt x="0" y="148"/>
                  </a:lnTo>
                  <a:lnTo>
                    <a:pt x="6" y="150"/>
                  </a:lnTo>
                  <a:lnTo>
                    <a:pt x="39" y="6"/>
                  </a:ln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180"/>
            <p:cNvSpPr>
              <a:spLocks/>
            </p:cNvSpPr>
            <p:nvPr/>
          </p:nvSpPr>
          <p:spPr bwMode="auto">
            <a:xfrm>
              <a:off x="866775" y="2752725"/>
              <a:ext cx="168275" cy="187325"/>
            </a:xfrm>
            <a:custGeom>
              <a:avLst/>
              <a:gdLst>
                <a:gd name="T0" fmla="*/ 98 w 106"/>
                <a:gd name="T1" fmla="*/ 0 h 118"/>
                <a:gd name="T2" fmla="*/ 0 w 106"/>
                <a:gd name="T3" fmla="*/ 113 h 118"/>
                <a:gd name="T4" fmla="*/ 4 w 106"/>
                <a:gd name="T5" fmla="*/ 118 h 118"/>
                <a:gd name="T6" fmla="*/ 106 w 106"/>
                <a:gd name="T7" fmla="*/ 12 h 118"/>
                <a:gd name="T8" fmla="*/ 98 w 106"/>
                <a:gd name="T9" fmla="*/ 0 h 118"/>
              </a:gdLst>
              <a:ahLst/>
              <a:cxnLst>
                <a:cxn ang="0">
                  <a:pos x="T0" y="T1"/>
                </a:cxn>
                <a:cxn ang="0">
                  <a:pos x="T2" y="T3"/>
                </a:cxn>
                <a:cxn ang="0">
                  <a:pos x="T4" y="T5"/>
                </a:cxn>
                <a:cxn ang="0">
                  <a:pos x="T6" y="T7"/>
                </a:cxn>
                <a:cxn ang="0">
                  <a:pos x="T8" y="T9"/>
                </a:cxn>
              </a:cxnLst>
              <a:rect l="0" t="0" r="r" b="b"/>
              <a:pathLst>
                <a:path w="106" h="118">
                  <a:moveTo>
                    <a:pt x="98" y="0"/>
                  </a:moveTo>
                  <a:lnTo>
                    <a:pt x="0" y="113"/>
                  </a:lnTo>
                  <a:lnTo>
                    <a:pt x="4" y="118"/>
                  </a:lnTo>
                  <a:lnTo>
                    <a:pt x="106" y="12"/>
                  </a:lnTo>
                  <a:lnTo>
                    <a:pt x="9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181"/>
            <p:cNvSpPr>
              <a:spLocks/>
            </p:cNvSpPr>
            <p:nvPr/>
          </p:nvSpPr>
          <p:spPr bwMode="auto">
            <a:xfrm>
              <a:off x="676275" y="2670175"/>
              <a:ext cx="79375" cy="227013"/>
            </a:xfrm>
            <a:custGeom>
              <a:avLst/>
              <a:gdLst>
                <a:gd name="T0" fmla="*/ 44 w 50"/>
                <a:gd name="T1" fmla="*/ 143 h 143"/>
                <a:gd name="T2" fmla="*/ 50 w 50"/>
                <a:gd name="T3" fmla="*/ 143 h 143"/>
                <a:gd name="T4" fmla="*/ 14 w 50"/>
                <a:gd name="T5" fmla="*/ 0 h 143"/>
                <a:gd name="T6" fmla="*/ 0 w 50"/>
                <a:gd name="T7" fmla="*/ 0 h 143"/>
                <a:gd name="T8" fmla="*/ 44 w 50"/>
                <a:gd name="T9" fmla="*/ 143 h 143"/>
              </a:gdLst>
              <a:ahLst/>
              <a:cxnLst>
                <a:cxn ang="0">
                  <a:pos x="T0" y="T1"/>
                </a:cxn>
                <a:cxn ang="0">
                  <a:pos x="T2" y="T3"/>
                </a:cxn>
                <a:cxn ang="0">
                  <a:pos x="T4" y="T5"/>
                </a:cxn>
                <a:cxn ang="0">
                  <a:pos x="T6" y="T7"/>
                </a:cxn>
                <a:cxn ang="0">
                  <a:pos x="T8" y="T9"/>
                </a:cxn>
              </a:cxnLst>
              <a:rect l="0" t="0" r="r" b="b"/>
              <a:pathLst>
                <a:path w="50" h="143">
                  <a:moveTo>
                    <a:pt x="44" y="143"/>
                  </a:moveTo>
                  <a:lnTo>
                    <a:pt x="50" y="143"/>
                  </a:lnTo>
                  <a:lnTo>
                    <a:pt x="14" y="0"/>
                  </a:lnTo>
                  <a:lnTo>
                    <a:pt x="0" y="0"/>
                  </a:lnTo>
                  <a:lnTo>
                    <a:pt x="44" y="1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184"/>
            <p:cNvSpPr>
              <a:spLocks/>
            </p:cNvSpPr>
            <p:nvPr/>
          </p:nvSpPr>
          <p:spPr bwMode="auto">
            <a:xfrm>
              <a:off x="1970088" y="3771900"/>
              <a:ext cx="192088" cy="188913"/>
            </a:xfrm>
            <a:custGeom>
              <a:avLst/>
              <a:gdLst>
                <a:gd name="T0" fmla="*/ 45 w 152"/>
                <a:gd name="T1" fmla="*/ 144 h 149"/>
                <a:gd name="T2" fmla="*/ 47 w 152"/>
                <a:gd name="T3" fmla="*/ 149 h 149"/>
                <a:gd name="T4" fmla="*/ 139 w 152"/>
                <a:gd name="T5" fmla="*/ 58 h 149"/>
                <a:gd name="T6" fmla="*/ 139 w 152"/>
                <a:gd name="T7" fmla="*/ 13 h 149"/>
                <a:gd name="T8" fmla="*/ 94 w 152"/>
                <a:gd name="T9" fmla="*/ 13 h 149"/>
                <a:gd name="T10" fmla="*/ 0 w 152"/>
                <a:gd name="T11" fmla="*/ 105 h 149"/>
                <a:gd name="T12" fmla="*/ 45 w 152"/>
                <a:gd name="T13" fmla="*/ 144 h 149"/>
              </a:gdLst>
              <a:ahLst/>
              <a:cxnLst>
                <a:cxn ang="0">
                  <a:pos x="T0" y="T1"/>
                </a:cxn>
                <a:cxn ang="0">
                  <a:pos x="T2" y="T3"/>
                </a:cxn>
                <a:cxn ang="0">
                  <a:pos x="T4" y="T5"/>
                </a:cxn>
                <a:cxn ang="0">
                  <a:pos x="T6" y="T7"/>
                </a:cxn>
                <a:cxn ang="0">
                  <a:pos x="T8" y="T9"/>
                </a:cxn>
                <a:cxn ang="0">
                  <a:pos x="T10" y="T11"/>
                </a:cxn>
                <a:cxn ang="0">
                  <a:pos x="T12" y="T13"/>
                </a:cxn>
              </a:cxnLst>
              <a:rect l="0" t="0" r="r" b="b"/>
              <a:pathLst>
                <a:path w="152" h="149">
                  <a:moveTo>
                    <a:pt x="45" y="144"/>
                  </a:moveTo>
                  <a:cubicBezTo>
                    <a:pt x="46" y="146"/>
                    <a:pt x="47" y="147"/>
                    <a:pt x="47" y="149"/>
                  </a:cubicBezTo>
                  <a:cubicBezTo>
                    <a:pt x="139" y="58"/>
                    <a:pt x="139" y="58"/>
                    <a:pt x="139" y="58"/>
                  </a:cubicBezTo>
                  <a:cubicBezTo>
                    <a:pt x="151" y="46"/>
                    <a:pt x="152" y="26"/>
                    <a:pt x="139" y="13"/>
                  </a:cubicBezTo>
                  <a:cubicBezTo>
                    <a:pt x="127" y="1"/>
                    <a:pt x="107" y="0"/>
                    <a:pt x="94" y="13"/>
                  </a:cubicBezTo>
                  <a:cubicBezTo>
                    <a:pt x="0" y="105"/>
                    <a:pt x="0" y="105"/>
                    <a:pt x="0" y="105"/>
                  </a:cubicBezTo>
                  <a:cubicBezTo>
                    <a:pt x="19" y="113"/>
                    <a:pt x="34" y="127"/>
                    <a:pt x="45"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185"/>
            <p:cNvSpPr>
              <a:spLocks/>
            </p:cNvSpPr>
            <p:nvPr/>
          </p:nvSpPr>
          <p:spPr bwMode="auto">
            <a:xfrm>
              <a:off x="2162175" y="3965575"/>
              <a:ext cx="104775" cy="77788"/>
            </a:xfrm>
            <a:custGeom>
              <a:avLst/>
              <a:gdLst>
                <a:gd name="T0" fmla="*/ 79 w 83"/>
                <a:gd name="T1" fmla="*/ 33 h 62"/>
                <a:gd name="T2" fmla="*/ 0 w 83"/>
                <a:gd name="T3" fmla="*/ 27 h 62"/>
                <a:gd name="T4" fmla="*/ 79 w 83"/>
                <a:gd name="T5" fmla="*/ 33 h 62"/>
              </a:gdLst>
              <a:ahLst/>
              <a:cxnLst>
                <a:cxn ang="0">
                  <a:pos x="T0" y="T1"/>
                </a:cxn>
                <a:cxn ang="0">
                  <a:pos x="T2" y="T3"/>
                </a:cxn>
                <a:cxn ang="0">
                  <a:pos x="T4" y="T5"/>
                </a:cxn>
              </a:cxnLst>
              <a:rect l="0" t="0" r="r" b="b"/>
              <a:pathLst>
                <a:path w="83" h="62">
                  <a:moveTo>
                    <a:pt x="79" y="33"/>
                  </a:moveTo>
                  <a:cubicBezTo>
                    <a:pt x="83" y="2"/>
                    <a:pt x="23" y="0"/>
                    <a:pt x="0" y="27"/>
                  </a:cubicBezTo>
                  <a:cubicBezTo>
                    <a:pt x="50" y="34"/>
                    <a:pt x="76" y="62"/>
                    <a:pt x="79"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186"/>
            <p:cNvSpPr>
              <a:spLocks/>
            </p:cNvSpPr>
            <p:nvPr/>
          </p:nvSpPr>
          <p:spPr bwMode="auto">
            <a:xfrm>
              <a:off x="2112963" y="3897313"/>
              <a:ext cx="82550" cy="76200"/>
            </a:xfrm>
            <a:custGeom>
              <a:avLst/>
              <a:gdLst>
                <a:gd name="T0" fmla="*/ 3 w 65"/>
                <a:gd name="T1" fmla="*/ 61 h 61"/>
                <a:gd name="T2" fmla="*/ 50 w 65"/>
                <a:gd name="T3" fmla="*/ 18 h 61"/>
                <a:gd name="T4" fmla="*/ 3 w 65"/>
                <a:gd name="T5" fmla="*/ 61 h 61"/>
              </a:gdLst>
              <a:ahLst/>
              <a:cxnLst>
                <a:cxn ang="0">
                  <a:pos x="T0" y="T1"/>
                </a:cxn>
                <a:cxn ang="0">
                  <a:pos x="T2" y="T3"/>
                </a:cxn>
                <a:cxn ang="0">
                  <a:pos x="T4" y="T5"/>
                </a:cxn>
              </a:cxnLst>
              <a:rect l="0" t="0" r="r" b="b"/>
              <a:pathLst>
                <a:path w="65" h="61">
                  <a:moveTo>
                    <a:pt x="3" y="61"/>
                  </a:moveTo>
                  <a:cubicBezTo>
                    <a:pt x="34" y="36"/>
                    <a:pt x="65" y="36"/>
                    <a:pt x="50" y="18"/>
                  </a:cubicBezTo>
                  <a:cubicBezTo>
                    <a:pt x="34" y="0"/>
                    <a:pt x="0" y="32"/>
                    <a:pt x="3"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187"/>
            <p:cNvSpPr>
              <a:spLocks/>
            </p:cNvSpPr>
            <p:nvPr/>
          </p:nvSpPr>
          <p:spPr bwMode="auto">
            <a:xfrm>
              <a:off x="2138363" y="4041775"/>
              <a:ext cx="74613" cy="61913"/>
            </a:xfrm>
            <a:custGeom>
              <a:avLst/>
              <a:gdLst>
                <a:gd name="T0" fmla="*/ 0 w 59"/>
                <a:gd name="T1" fmla="*/ 16 h 49"/>
                <a:gd name="T2" fmla="*/ 53 w 59"/>
                <a:gd name="T3" fmla="*/ 30 h 49"/>
                <a:gd name="T4" fmla="*/ 0 w 59"/>
                <a:gd name="T5" fmla="*/ 16 h 49"/>
              </a:gdLst>
              <a:ahLst/>
              <a:cxnLst>
                <a:cxn ang="0">
                  <a:pos x="T0" y="T1"/>
                </a:cxn>
                <a:cxn ang="0">
                  <a:pos x="T2" y="T3"/>
                </a:cxn>
                <a:cxn ang="0">
                  <a:pos x="T4" y="T5"/>
                </a:cxn>
              </a:cxnLst>
              <a:rect l="0" t="0" r="r" b="b"/>
              <a:pathLst>
                <a:path w="59" h="49">
                  <a:moveTo>
                    <a:pt x="0" y="16"/>
                  </a:moveTo>
                  <a:cubicBezTo>
                    <a:pt x="33" y="27"/>
                    <a:pt x="47" y="49"/>
                    <a:pt x="53" y="30"/>
                  </a:cubicBezTo>
                  <a:cubicBezTo>
                    <a:pt x="59" y="9"/>
                    <a:pt x="19" y="0"/>
                    <a:pt x="0"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188"/>
            <p:cNvSpPr>
              <a:spLocks/>
            </p:cNvSpPr>
            <p:nvPr/>
          </p:nvSpPr>
          <p:spPr bwMode="auto">
            <a:xfrm>
              <a:off x="1827213" y="3897313"/>
              <a:ext cx="215900" cy="144463"/>
            </a:xfrm>
            <a:custGeom>
              <a:avLst/>
              <a:gdLst>
                <a:gd name="T0" fmla="*/ 0 w 171"/>
                <a:gd name="T1" fmla="*/ 44 h 115"/>
                <a:gd name="T2" fmla="*/ 25 w 171"/>
                <a:gd name="T3" fmla="*/ 115 h 115"/>
                <a:gd name="T4" fmla="*/ 161 w 171"/>
                <a:gd name="T5" fmla="*/ 115 h 115"/>
                <a:gd name="T6" fmla="*/ 95 w 171"/>
                <a:gd name="T7" fmla="*/ 9 h 115"/>
                <a:gd name="T8" fmla="*/ 0 w 171"/>
                <a:gd name="T9" fmla="*/ 44 h 115"/>
              </a:gdLst>
              <a:ahLst/>
              <a:cxnLst>
                <a:cxn ang="0">
                  <a:pos x="T0" y="T1"/>
                </a:cxn>
                <a:cxn ang="0">
                  <a:pos x="T2" y="T3"/>
                </a:cxn>
                <a:cxn ang="0">
                  <a:pos x="T4" y="T5"/>
                </a:cxn>
                <a:cxn ang="0">
                  <a:pos x="T6" y="T7"/>
                </a:cxn>
                <a:cxn ang="0">
                  <a:pos x="T8" y="T9"/>
                </a:cxn>
              </a:cxnLst>
              <a:rect l="0" t="0" r="r" b="b"/>
              <a:pathLst>
                <a:path w="171" h="115">
                  <a:moveTo>
                    <a:pt x="0" y="44"/>
                  </a:moveTo>
                  <a:cubicBezTo>
                    <a:pt x="25" y="115"/>
                    <a:pt x="25" y="115"/>
                    <a:pt x="25" y="115"/>
                  </a:cubicBezTo>
                  <a:cubicBezTo>
                    <a:pt x="161" y="115"/>
                    <a:pt x="161" y="115"/>
                    <a:pt x="161" y="115"/>
                  </a:cubicBezTo>
                  <a:cubicBezTo>
                    <a:pt x="171" y="68"/>
                    <a:pt x="142" y="21"/>
                    <a:pt x="95" y="9"/>
                  </a:cubicBezTo>
                  <a:cubicBezTo>
                    <a:pt x="58" y="0"/>
                    <a:pt x="21" y="15"/>
                    <a:pt x="0"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189"/>
            <p:cNvSpPr>
              <a:spLocks/>
            </p:cNvSpPr>
            <p:nvPr/>
          </p:nvSpPr>
          <p:spPr bwMode="auto">
            <a:xfrm>
              <a:off x="1274763" y="3727450"/>
              <a:ext cx="622300" cy="406400"/>
            </a:xfrm>
            <a:custGeom>
              <a:avLst/>
              <a:gdLst>
                <a:gd name="T0" fmla="*/ 77 w 492"/>
                <a:gd name="T1" fmla="*/ 93 h 321"/>
                <a:gd name="T2" fmla="*/ 77 w 492"/>
                <a:gd name="T3" fmla="*/ 110 h 321"/>
                <a:gd name="T4" fmla="*/ 77 w 492"/>
                <a:gd name="T5" fmla="*/ 114 h 321"/>
                <a:gd name="T6" fmla="*/ 77 w 492"/>
                <a:gd name="T7" fmla="*/ 115 h 321"/>
                <a:gd name="T8" fmla="*/ 77 w 492"/>
                <a:gd name="T9" fmla="*/ 116 h 321"/>
                <a:gd name="T10" fmla="*/ 81 w 492"/>
                <a:gd name="T11" fmla="*/ 129 h 321"/>
                <a:gd name="T12" fmla="*/ 93 w 492"/>
                <a:gd name="T13" fmla="*/ 146 h 321"/>
                <a:gd name="T14" fmla="*/ 176 w 492"/>
                <a:gd name="T15" fmla="*/ 221 h 321"/>
                <a:gd name="T16" fmla="*/ 50 w 492"/>
                <a:gd name="T17" fmla="*/ 221 h 321"/>
                <a:gd name="T18" fmla="*/ 0 w 492"/>
                <a:gd name="T19" fmla="*/ 271 h 321"/>
                <a:gd name="T20" fmla="*/ 50 w 492"/>
                <a:gd name="T21" fmla="*/ 321 h 321"/>
                <a:gd name="T22" fmla="*/ 306 w 492"/>
                <a:gd name="T23" fmla="*/ 321 h 321"/>
                <a:gd name="T24" fmla="*/ 353 w 492"/>
                <a:gd name="T25" fmla="*/ 288 h 321"/>
                <a:gd name="T26" fmla="*/ 339 w 492"/>
                <a:gd name="T27" fmla="*/ 233 h 321"/>
                <a:gd name="T28" fmla="*/ 258 w 492"/>
                <a:gd name="T29" fmla="*/ 160 h 321"/>
                <a:gd name="T30" fmla="*/ 337 w 492"/>
                <a:gd name="T31" fmla="*/ 181 h 321"/>
                <a:gd name="T32" fmla="*/ 352 w 492"/>
                <a:gd name="T33" fmla="*/ 185 h 321"/>
                <a:gd name="T34" fmla="*/ 336 w 492"/>
                <a:gd name="T35" fmla="*/ 138 h 321"/>
                <a:gd name="T36" fmla="*/ 338 w 492"/>
                <a:gd name="T37" fmla="*/ 107 h 321"/>
                <a:gd name="T38" fmla="*/ 362 w 492"/>
                <a:gd name="T39" fmla="*/ 86 h 321"/>
                <a:gd name="T40" fmla="*/ 375 w 492"/>
                <a:gd name="T41" fmla="*/ 84 h 321"/>
                <a:gd name="T42" fmla="*/ 414 w 492"/>
                <a:gd name="T43" fmla="*/ 111 h 321"/>
                <a:gd name="T44" fmla="*/ 434 w 492"/>
                <a:gd name="T45" fmla="*/ 167 h 321"/>
                <a:gd name="T46" fmla="*/ 492 w 492"/>
                <a:gd name="T47" fmla="*/ 133 h 321"/>
                <a:gd name="T48" fmla="*/ 414 w 492"/>
                <a:gd name="T49" fmla="*/ 69 h 321"/>
                <a:gd name="T50" fmla="*/ 374 w 492"/>
                <a:gd name="T51" fmla="*/ 41 h 321"/>
                <a:gd name="T52" fmla="*/ 153 w 492"/>
                <a:gd name="T53" fmla="*/ 4 h 321"/>
                <a:gd name="T54" fmla="*/ 77 w 492"/>
                <a:gd name="T55" fmla="*/ 93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92" h="321">
                  <a:moveTo>
                    <a:pt x="77" y="93"/>
                  </a:moveTo>
                  <a:cubicBezTo>
                    <a:pt x="77" y="99"/>
                    <a:pt x="77" y="105"/>
                    <a:pt x="77" y="110"/>
                  </a:cubicBezTo>
                  <a:cubicBezTo>
                    <a:pt x="77" y="111"/>
                    <a:pt x="77" y="112"/>
                    <a:pt x="77" y="114"/>
                  </a:cubicBezTo>
                  <a:cubicBezTo>
                    <a:pt x="77" y="114"/>
                    <a:pt x="77" y="115"/>
                    <a:pt x="77" y="115"/>
                  </a:cubicBezTo>
                  <a:cubicBezTo>
                    <a:pt x="77" y="116"/>
                    <a:pt x="77" y="116"/>
                    <a:pt x="77" y="116"/>
                  </a:cubicBezTo>
                  <a:cubicBezTo>
                    <a:pt x="78" y="121"/>
                    <a:pt x="79" y="126"/>
                    <a:pt x="81" y="129"/>
                  </a:cubicBezTo>
                  <a:cubicBezTo>
                    <a:pt x="84" y="136"/>
                    <a:pt x="88" y="141"/>
                    <a:pt x="93" y="146"/>
                  </a:cubicBezTo>
                  <a:cubicBezTo>
                    <a:pt x="176" y="221"/>
                    <a:pt x="176" y="221"/>
                    <a:pt x="176" y="221"/>
                  </a:cubicBezTo>
                  <a:cubicBezTo>
                    <a:pt x="50" y="221"/>
                    <a:pt x="50" y="221"/>
                    <a:pt x="50" y="221"/>
                  </a:cubicBezTo>
                  <a:cubicBezTo>
                    <a:pt x="22" y="221"/>
                    <a:pt x="0" y="243"/>
                    <a:pt x="0" y="271"/>
                  </a:cubicBezTo>
                  <a:cubicBezTo>
                    <a:pt x="0" y="298"/>
                    <a:pt x="22" y="321"/>
                    <a:pt x="50" y="321"/>
                  </a:cubicBezTo>
                  <a:cubicBezTo>
                    <a:pt x="306" y="321"/>
                    <a:pt x="306" y="321"/>
                    <a:pt x="306" y="321"/>
                  </a:cubicBezTo>
                  <a:cubicBezTo>
                    <a:pt x="327" y="321"/>
                    <a:pt x="345" y="308"/>
                    <a:pt x="353" y="288"/>
                  </a:cubicBezTo>
                  <a:cubicBezTo>
                    <a:pt x="360" y="269"/>
                    <a:pt x="355" y="247"/>
                    <a:pt x="339" y="233"/>
                  </a:cubicBezTo>
                  <a:cubicBezTo>
                    <a:pt x="258" y="160"/>
                    <a:pt x="258" y="160"/>
                    <a:pt x="258" y="160"/>
                  </a:cubicBezTo>
                  <a:cubicBezTo>
                    <a:pt x="287" y="167"/>
                    <a:pt x="314" y="175"/>
                    <a:pt x="337" y="181"/>
                  </a:cubicBezTo>
                  <a:cubicBezTo>
                    <a:pt x="342" y="182"/>
                    <a:pt x="347" y="184"/>
                    <a:pt x="352" y="185"/>
                  </a:cubicBezTo>
                  <a:cubicBezTo>
                    <a:pt x="336" y="138"/>
                    <a:pt x="336" y="138"/>
                    <a:pt x="336" y="138"/>
                  </a:cubicBezTo>
                  <a:cubicBezTo>
                    <a:pt x="333" y="128"/>
                    <a:pt x="333" y="117"/>
                    <a:pt x="338" y="107"/>
                  </a:cubicBezTo>
                  <a:cubicBezTo>
                    <a:pt x="343" y="97"/>
                    <a:pt x="351" y="89"/>
                    <a:pt x="362" y="86"/>
                  </a:cubicBezTo>
                  <a:cubicBezTo>
                    <a:pt x="366" y="84"/>
                    <a:pt x="371" y="84"/>
                    <a:pt x="375" y="84"/>
                  </a:cubicBezTo>
                  <a:cubicBezTo>
                    <a:pt x="393" y="84"/>
                    <a:pt x="408" y="95"/>
                    <a:pt x="414" y="111"/>
                  </a:cubicBezTo>
                  <a:cubicBezTo>
                    <a:pt x="434" y="167"/>
                    <a:pt x="434" y="167"/>
                    <a:pt x="434" y="167"/>
                  </a:cubicBezTo>
                  <a:cubicBezTo>
                    <a:pt x="448" y="149"/>
                    <a:pt x="469" y="137"/>
                    <a:pt x="492" y="133"/>
                  </a:cubicBezTo>
                  <a:cubicBezTo>
                    <a:pt x="414" y="69"/>
                    <a:pt x="414" y="69"/>
                    <a:pt x="414" y="69"/>
                  </a:cubicBezTo>
                  <a:cubicBezTo>
                    <a:pt x="404" y="58"/>
                    <a:pt x="391" y="48"/>
                    <a:pt x="374" y="41"/>
                  </a:cubicBezTo>
                  <a:cubicBezTo>
                    <a:pt x="295" y="9"/>
                    <a:pt x="243" y="0"/>
                    <a:pt x="153" y="4"/>
                  </a:cubicBezTo>
                  <a:cubicBezTo>
                    <a:pt x="88" y="13"/>
                    <a:pt x="79" y="56"/>
                    <a:pt x="77" y="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190"/>
            <p:cNvSpPr>
              <a:spLocks/>
            </p:cNvSpPr>
            <p:nvPr/>
          </p:nvSpPr>
          <p:spPr bwMode="auto">
            <a:xfrm>
              <a:off x="1703388" y="3840163"/>
              <a:ext cx="403225" cy="295275"/>
            </a:xfrm>
            <a:custGeom>
              <a:avLst/>
              <a:gdLst>
                <a:gd name="T0" fmla="*/ 117 w 319"/>
                <a:gd name="T1" fmla="*/ 169 h 233"/>
                <a:gd name="T2" fmla="*/ 66 w 319"/>
                <a:gd name="T3" fmla="*/ 25 h 233"/>
                <a:gd name="T4" fmla="*/ 26 w 319"/>
                <a:gd name="T5" fmla="*/ 6 h 233"/>
                <a:gd name="T6" fmla="*/ 6 w 319"/>
                <a:gd name="T7" fmla="*/ 46 h 233"/>
                <a:gd name="T8" fmla="*/ 64 w 319"/>
                <a:gd name="T9" fmla="*/ 212 h 233"/>
                <a:gd name="T10" fmla="*/ 94 w 319"/>
                <a:gd name="T11" fmla="*/ 233 h 233"/>
                <a:gd name="T12" fmla="*/ 287 w 319"/>
                <a:gd name="T13" fmla="*/ 233 h 233"/>
                <a:gd name="T14" fmla="*/ 319 w 319"/>
                <a:gd name="T15" fmla="*/ 201 h 233"/>
                <a:gd name="T16" fmla="*/ 287 w 319"/>
                <a:gd name="T17" fmla="*/ 169 h 233"/>
                <a:gd name="T18" fmla="*/ 117 w 319"/>
                <a:gd name="T19" fmla="*/ 169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9" h="233">
                  <a:moveTo>
                    <a:pt x="117" y="169"/>
                  </a:moveTo>
                  <a:cubicBezTo>
                    <a:pt x="66" y="25"/>
                    <a:pt x="66" y="25"/>
                    <a:pt x="66" y="25"/>
                  </a:cubicBezTo>
                  <a:cubicBezTo>
                    <a:pt x="61" y="9"/>
                    <a:pt x="42" y="0"/>
                    <a:pt x="26" y="6"/>
                  </a:cubicBezTo>
                  <a:cubicBezTo>
                    <a:pt x="9" y="11"/>
                    <a:pt x="0" y="30"/>
                    <a:pt x="6" y="46"/>
                  </a:cubicBezTo>
                  <a:cubicBezTo>
                    <a:pt x="64" y="212"/>
                    <a:pt x="64" y="212"/>
                    <a:pt x="64" y="212"/>
                  </a:cubicBezTo>
                  <a:cubicBezTo>
                    <a:pt x="68" y="225"/>
                    <a:pt x="80" y="233"/>
                    <a:pt x="94" y="233"/>
                  </a:cubicBezTo>
                  <a:cubicBezTo>
                    <a:pt x="287" y="233"/>
                    <a:pt x="287" y="233"/>
                    <a:pt x="287" y="233"/>
                  </a:cubicBezTo>
                  <a:cubicBezTo>
                    <a:pt x="304" y="233"/>
                    <a:pt x="319" y="219"/>
                    <a:pt x="319" y="201"/>
                  </a:cubicBezTo>
                  <a:cubicBezTo>
                    <a:pt x="319" y="184"/>
                    <a:pt x="304" y="169"/>
                    <a:pt x="287" y="169"/>
                  </a:cubicBezTo>
                  <a:lnTo>
                    <a:pt x="117" y="1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55" name="组合 154"/>
          <p:cNvGrpSpPr/>
          <p:nvPr/>
        </p:nvGrpSpPr>
        <p:grpSpPr>
          <a:xfrm>
            <a:off x="2565400" y="2935288"/>
            <a:ext cx="1220788" cy="1200150"/>
            <a:chOff x="2565400" y="2935288"/>
            <a:chExt cx="1220788" cy="1200150"/>
          </a:xfrm>
          <a:solidFill>
            <a:schemeClr val="tx1">
              <a:lumMod val="65000"/>
              <a:lumOff val="35000"/>
            </a:schemeClr>
          </a:solidFill>
        </p:grpSpPr>
        <p:sp>
          <p:nvSpPr>
            <p:cNvPr id="156" name="Freeform 191"/>
            <p:cNvSpPr>
              <a:spLocks/>
            </p:cNvSpPr>
            <p:nvPr/>
          </p:nvSpPr>
          <p:spPr bwMode="auto">
            <a:xfrm>
              <a:off x="3343275" y="3535363"/>
              <a:ext cx="331788" cy="600075"/>
            </a:xfrm>
            <a:custGeom>
              <a:avLst/>
              <a:gdLst>
                <a:gd name="T0" fmla="*/ 257 w 262"/>
                <a:gd name="T1" fmla="*/ 417 h 474"/>
                <a:gd name="T2" fmla="*/ 221 w 262"/>
                <a:gd name="T3" fmla="*/ 216 h 474"/>
                <a:gd name="T4" fmla="*/ 245 w 262"/>
                <a:gd name="T5" fmla="*/ 8 h 474"/>
                <a:gd name="T6" fmla="*/ 245 w 262"/>
                <a:gd name="T7" fmla="*/ 2 h 474"/>
                <a:gd name="T8" fmla="*/ 131 w 262"/>
                <a:gd name="T9" fmla="*/ 0 h 474"/>
                <a:gd name="T10" fmla="*/ 17 w 262"/>
                <a:gd name="T11" fmla="*/ 2 h 474"/>
                <a:gd name="T12" fmla="*/ 17 w 262"/>
                <a:gd name="T13" fmla="*/ 8 h 474"/>
                <a:gd name="T14" fmla="*/ 41 w 262"/>
                <a:gd name="T15" fmla="*/ 216 h 474"/>
                <a:gd name="T16" fmla="*/ 5 w 262"/>
                <a:gd name="T17" fmla="*/ 417 h 474"/>
                <a:gd name="T18" fmla="*/ 44 w 262"/>
                <a:gd name="T19" fmla="*/ 474 h 474"/>
                <a:gd name="T20" fmla="*/ 53 w 262"/>
                <a:gd name="T21" fmla="*/ 474 h 474"/>
                <a:gd name="T22" fmla="*/ 101 w 262"/>
                <a:gd name="T23" fmla="*/ 434 h 474"/>
                <a:gd name="T24" fmla="*/ 139 w 262"/>
                <a:gd name="T25" fmla="*/ 226 h 474"/>
                <a:gd name="T26" fmla="*/ 139 w 262"/>
                <a:gd name="T27" fmla="*/ 212 h 474"/>
                <a:gd name="T28" fmla="*/ 123 w 262"/>
                <a:gd name="T29" fmla="*/ 69 h 474"/>
                <a:gd name="T30" fmla="*/ 132 w 262"/>
                <a:gd name="T31" fmla="*/ 69 h 474"/>
                <a:gd name="T32" fmla="*/ 139 w 262"/>
                <a:gd name="T33" fmla="*/ 69 h 474"/>
                <a:gd name="T34" fmla="*/ 136 w 262"/>
                <a:gd name="T35" fmla="*/ 101 h 474"/>
                <a:gd name="T36" fmla="*/ 148 w 262"/>
                <a:gd name="T37" fmla="*/ 211 h 474"/>
                <a:gd name="T38" fmla="*/ 148 w 262"/>
                <a:gd name="T39" fmla="*/ 228 h 474"/>
                <a:gd name="T40" fmla="*/ 136 w 262"/>
                <a:gd name="T41" fmla="*/ 294 h 474"/>
                <a:gd name="T42" fmla="*/ 161 w 262"/>
                <a:gd name="T43" fmla="*/ 434 h 474"/>
                <a:gd name="T44" fmla="*/ 209 w 262"/>
                <a:gd name="T45" fmla="*/ 474 h 474"/>
                <a:gd name="T46" fmla="*/ 218 w 262"/>
                <a:gd name="T47" fmla="*/ 474 h 474"/>
                <a:gd name="T48" fmla="*/ 257 w 262"/>
                <a:gd name="T49" fmla="*/ 417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2" h="474">
                  <a:moveTo>
                    <a:pt x="257" y="417"/>
                  </a:moveTo>
                  <a:cubicBezTo>
                    <a:pt x="221" y="216"/>
                    <a:pt x="221" y="216"/>
                    <a:pt x="221" y="216"/>
                  </a:cubicBezTo>
                  <a:cubicBezTo>
                    <a:pt x="245" y="8"/>
                    <a:pt x="245" y="8"/>
                    <a:pt x="245" y="8"/>
                  </a:cubicBezTo>
                  <a:cubicBezTo>
                    <a:pt x="245" y="6"/>
                    <a:pt x="245" y="4"/>
                    <a:pt x="245" y="2"/>
                  </a:cubicBezTo>
                  <a:cubicBezTo>
                    <a:pt x="203" y="1"/>
                    <a:pt x="164" y="0"/>
                    <a:pt x="131" y="0"/>
                  </a:cubicBezTo>
                  <a:cubicBezTo>
                    <a:pt x="98" y="0"/>
                    <a:pt x="59" y="1"/>
                    <a:pt x="17" y="2"/>
                  </a:cubicBezTo>
                  <a:cubicBezTo>
                    <a:pt x="17" y="4"/>
                    <a:pt x="17" y="6"/>
                    <a:pt x="17" y="8"/>
                  </a:cubicBezTo>
                  <a:cubicBezTo>
                    <a:pt x="41" y="216"/>
                    <a:pt x="41" y="216"/>
                    <a:pt x="41" y="216"/>
                  </a:cubicBezTo>
                  <a:cubicBezTo>
                    <a:pt x="5" y="417"/>
                    <a:pt x="5" y="417"/>
                    <a:pt x="5" y="417"/>
                  </a:cubicBezTo>
                  <a:cubicBezTo>
                    <a:pt x="0" y="443"/>
                    <a:pt x="18" y="469"/>
                    <a:pt x="44" y="474"/>
                  </a:cubicBezTo>
                  <a:cubicBezTo>
                    <a:pt x="47" y="474"/>
                    <a:pt x="50" y="474"/>
                    <a:pt x="53" y="474"/>
                  </a:cubicBezTo>
                  <a:cubicBezTo>
                    <a:pt x="76" y="474"/>
                    <a:pt x="97" y="458"/>
                    <a:pt x="101" y="434"/>
                  </a:cubicBezTo>
                  <a:cubicBezTo>
                    <a:pt x="139" y="226"/>
                    <a:pt x="139" y="226"/>
                    <a:pt x="139" y="226"/>
                  </a:cubicBezTo>
                  <a:cubicBezTo>
                    <a:pt x="139" y="221"/>
                    <a:pt x="140" y="217"/>
                    <a:pt x="139" y="212"/>
                  </a:cubicBezTo>
                  <a:cubicBezTo>
                    <a:pt x="123" y="69"/>
                    <a:pt x="123" y="69"/>
                    <a:pt x="123" y="69"/>
                  </a:cubicBezTo>
                  <a:cubicBezTo>
                    <a:pt x="132" y="69"/>
                    <a:pt x="132" y="69"/>
                    <a:pt x="132" y="69"/>
                  </a:cubicBezTo>
                  <a:cubicBezTo>
                    <a:pt x="139" y="69"/>
                    <a:pt x="139" y="69"/>
                    <a:pt x="139" y="69"/>
                  </a:cubicBezTo>
                  <a:cubicBezTo>
                    <a:pt x="136" y="101"/>
                    <a:pt x="136" y="101"/>
                    <a:pt x="136" y="101"/>
                  </a:cubicBezTo>
                  <a:cubicBezTo>
                    <a:pt x="148" y="211"/>
                    <a:pt x="148" y="211"/>
                    <a:pt x="148" y="211"/>
                  </a:cubicBezTo>
                  <a:cubicBezTo>
                    <a:pt x="149" y="216"/>
                    <a:pt x="149" y="222"/>
                    <a:pt x="148" y="228"/>
                  </a:cubicBezTo>
                  <a:cubicBezTo>
                    <a:pt x="136" y="294"/>
                    <a:pt x="136" y="294"/>
                    <a:pt x="136" y="294"/>
                  </a:cubicBezTo>
                  <a:cubicBezTo>
                    <a:pt x="161" y="434"/>
                    <a:pt x="161" y="434"/>
                    <a:pt x="161" y="434"/>
                  </a:cubicBezTo>
                  <a:cubicBezTo>
                    <a:pt x="165" y="458"/>
                    <a:pt x="186" y="474"/>
                    <a:pt x="209" y="474"/>
                  </a:cubicBezTo>
                  <a:cubicBezTo>
                    <a:pt x="212" y="474"/>
                    <a:pt x="215" y="474"/>
                    <a:pt x="218" y="474"/>
                  </a:cubicBezTo>
                  <a:cubicBezTo>
                    <a:pt x="244" y="469"/>
                    <a:pt x="262" y="443"/>
                    <a:pt x="257" y="4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192"/>
            <p:cNvSpPr>
              <a:spLocks/>
            </p:cNvSpPr>
            <p:nvPr/>
          </p:nvSpPr>
          <p:spPr bwMode="auto">
            <a:xfrm>
              <a:off x="3287713" y="3190875"/>
              <a:ext cx="444500" cy="334963"/>
            </a:xfrm>
            <a:custGeom>
              <a:avLst/>
              <a:gdLst>
                <a:gd name="T0" fmla="*/ 10 w 352"/>
                <a:gd name="T1" fmla="*/ 256 h 265"/>
                <a:gd name="T2" fmla="*/ 32 w 352"/>
                <a:gd name="T3" fmla="*/ 265 h 265"/>
                <a:gd name="T4" fmla="*/ 33 w 352"/>
                <a:gd name="T5" fmla="*/ 265 h 265"/>
                <a:gd name="T6" fmla="*/ 64 w 352"/>
                <a:gd name="T7" fmla="*/ 264 h 265"/>
                <a:gd name="T8" fmla="*/ 46 w 352"/>
                <a:gd name="T9" fmla="*/ 231 h 265"/>
                <a:gd name="T10" fmla="*/ 58 w 352"/>
                <a:gd name="T11" fmla="*/ 202 h 265"/>
                <a:gd name="T12" fmla="*/ 66 w 352"/>
                <a:gd name="T13" fmla="*/ 195 h 265"/>
                <a:gd name="T14" fmla="*/ 84 w 352"/>
                <a:gd name="T15" fmla="*/ 116 h 265"/>
                <a:gd name="T16" fmla="*/ 94 w 352"/>
                <a:gd name="T17" fmla="*/ 115 h 265"/>
                <a:gd name="T18" fmla="*/ 76 w 352"/>
                <a:gd name="T19" fmla="*/ 191 h 265"/>
                <a:gd name="T20" fmla="*/ 87 w 352"/>
                <a:gd name="T21" fmla="*/ 189 h 265"/>
                <a:gd name="T22" fmla="*/ 120 w 352"/>
                <a:gd name="T23" fmla="*/ 189 h 265"/>
                <a:gd name="T24" fmla="*/ 176 w 352"/>
                <a:gd name="T25" fmla="*/ 189 h 265"/>
                <a:gd name="T26" fmla="*/ 233 w 352"/>
                <a:gd name="T27" fmla="*/ 189 h 265"/>
                <a:gd name="T28" fmla="*/ 265 w 352"/>
                <a:gd name="T29" fmla="*/ 189 h 265"/>
                <a:gd name="T30" fmla="*/ 276 w 352"/>
                <a:gd name="T31" fmla="*/ 191 h 265"/>
                <a:gd name="T32" fmla="*/ 258 w 352"/>
                <a:gd name="T33" fmla="*/ 115 h 265"/>
                <a:gd name="T34" fmla="*/ 268 w 352"/>
                <a:gd name="T35" fmla="*/ 116 h 265"/>
                <a:gd name="T36" fmla="*/ 287 w 352"/>
                <a:gd name="T37" fmla="*/ 200 h 265"/>
                <a:gd name="T38" fmla="*/ 87 w 352"/>
                <a:gd name="T39" fmla="*/ 198 h 265"/>
                <a:gd name="T40" fmla="*/ 55 w 352"/>
                <a:gd name="T41" fmla="*/ 231 h 265"/>
                <a:gd name="T42" fmla="*/ 87 w 352"/>
                <a:gd name="T43" fmla="*/ 262 h 265"/>
                <a:gd name="T44" fmla="*/ 87 w 352"/>
                <a:gd name="T45" fmla="*/ 262 h 265"/>
                <a:gd name="T46" fmla="*/ 319 w 352"/>
                <a:gd name="T47" fmla="*/ 265 h 265"/>
                <a:gd name="T48" fmla="*/ 320 w 352"/>
                <a:gd name="T49" fmla="*/ 265 h 265"/>
                <a:gd name="T50" fmla="*/ 342 w 352"/>
                <a:gd name="T51" fmla="*/ 256 h 265"/>
                <a:gd name="T52" fmla="*/ 352 w 352"/>
                <a:gd name="T53" fmla="*/ 233 h 265"/>
                <a:gd name="T54" fmla="*/ 337 w 352"/>
                <a:gd name="T55" fmla="*/ 120 h 265"/>
                <a:gd name="T56" fmla="*/ 283 w 352"/>
                <a:gd name="T57" fmla="*/ 12 h 265"/>
                <a:gd name="T58" fmla="*/ 254 w 352"/>
                <a:gd name="T59" fmla="*/ 2 h 265"/>
                <a:gd name="T60" fmla="*/ 176 w 352"/>
                <a:gd name="T61" fmla="*/ 40 h 265"/>
                <a:gd name="T62" fmla="*/ 98 w 352"/>
                <a:gd name="T63" fmla="*/ 2 h 265"/>
                <a:gd name="T64" fmla="*/ 69 w 352"/>
                <a:gd name="T65" fmla="*/ 12 h 265"/>
                <a:gd name="T66" fmla="*/ 15 w 352"/>
                <a:gd name="T67" fmla="*/ 120 h 265"/>
                <a:gd name="T68" fmla="*/ 0 w 352"/>
                <a:gd name="T69" fmla="*/ 233 h 265"/>
                <a:gd name="T70" fmla="*/ 10 w 352"/>
                <a:gd name="T71" fmla="*/ 256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2" h="265">
                  <a:moveTo>
                    <a:pt x="10" y="256"/>
                  </a:moveTo>
                  <a:cubicBezTo>
                    <a:pt x="16" y="262"/>
                    <a:pt x="24" y="265"/>
                    <a:pt x="32" y="265"/>
                  </a:cubicBezTo>
                  <a:cubicBezTo>
                    <a:pt x="32" y="265"/>
                    <a:pt x="33" y="265"/>
                    <a:pt x="33" y="265"/>
                  </a:cubicBezTo>
                  <a:cubicBezTo>
                    <a:pt x="43" y="265"/>
                    <a:pt x="54" y="265"/>
                    <a:pt x="64" y="264"/>
                  </a:cubicBezTo>
                  <a:cubicBezTo>
                    <a:pt x="53" y="257"/>
                    <a:pt x="46" y="245"/>
                    <a:pt x="46" y="231"/>
                  </a:cubicBezTo>
                  <a:cubicBezTo>
                    <a:pt x="46" y="220"/>
                    <a:pt x="50" y="209"/>
                    <a:pt x="58" y="202"/>
                  </a:cubicBezTo>
                  <a:cubicBezTo>
                    <a:pt x="60" y="199"/>
                    <a:pt x="63" y="197"/>
                    <a:pt x="66" y="195"/>
                  </a:cubicBezTo>
                  <a:cubicBezTo>
                    <a:pt x="69" y="163"/>
                    <a:pt x="76" y="137"/>
                    <a:pt x="84" y="116"/>
                  </a:cubicBezTo>
                  <a:cubicBezTo>
                    <a:pt x="94" y="115"/>
                    <a:pt x="94" y="115"/>
                    <a:pt x="94" y="115"/>
                  </a:cubicBezTo>
                  <a:cubicBezTo>
                    <a:pt x="86" y="135"/>
                    <a:pt x="79" y="160"/>
                    <a:pt x="76" y="191"/>
                  </a:cubicBezTo>
                  <a:cubicBezTo>
                    <a:pt x="79" y="190"/>
                    <a:pt x="83" y="189"/>
                    <a:pt x="87" y="189"/>
                  </a:cubicBezTo>
                  <a:cubicBezTo>
                    <a:pt x="88" y="189"/>
                    <a:pt x="100" y="189"/>
                    <a:pt x="120" y="189"/>
                  </a:cubicBezTo>
                  <a:cubicBezTo>
                    <a:pt x="135" y="189"/>
                    <a:pt x="154" y="189"/>
                    <a:pt x="176" y="189"/>
                  </a:cubicBezTo>
                  <a:cubicBezTo>
                    <a:pt x="198" y="189"/>
                    <a:pt x="217" y="189"/>
                    <a:pt x="233" y="189"/>
                  </a:cubicBezTo>
                  <a:cubicBezTo>
                    <a:pt x="252" y="189"/>
                    <a:pt x="264" y="189"/>
                    <a:pt x="265" y="189"/>
                  </a:cubicBezTo>
                  <a:cubicBezTo>
                    <a:pt x="269" y="189"/>
                    <a:pt x="273" y="190"/>
                    <a:pt x="276" y="191"/>
                  </a:cubicBezTo>
                  <a:cubicBezTo>
                    <a:pt x="273" y="160"/>
                    <a:pt x="266" y="135"/>
                    <a:pt x="258" y="115"/>
                  </a:cubicBezTo>
                  <a:cubicBezTo>
                    <a:pt x="268" y="116"/>
                    <a:pt x="268" y="116"/>
                    <a:pt x="268" y="116"/>
                  </a:cubicBezTo>
                  <a:cubicBezTo>
                    <a:pt x="277" y="138"/>
                    <a:pt x="284" y="166"/>
                    <a:pt x="287" y="200"/>
                  </a:cubicBezTo>
                  <a:cubicBezTo>
                    <a:pt x="179" y="198"/>
                    <a:pt x="88" y="198"/>
                    <a:pt x="87" y="198"/>
                  </a:cubicBezTo>
                  <a:cubicBezTo>
                    <a:pt x="69" y="199"/>
                    <a:pt x="55" y="213"/>
                    <a:pt x="55" y="231"/>
                  </a:cubicBezTo>
                  <a:cubicBezTo>
                    <a:pt x="55" y="248"/>
                    <a:pt x="70" y="262"/>
                    <a:pt x="87" y="262"/>
                  </a:cubicBezTo>
                  <a:cubicBezTo>
                    <a:pt x="87" y="262"/>
                    <a:pt x="87" y="262"/>
                    <a:pt x="87" y="262"/>
                  </a:cubicBezTo>
                  <a:cubicBezTo>
                    <a:pt x="88" y="262"/>
                    <a:pt x="198" y="261"/>
                    <a:pt x="319" y="265"/>
                  </a:cubicBezTo>
                  <a:cubicBezTo>
                    <a:pt x="319" y="265"/>
                    <a:pt x="320" y="265"/>
                    <a:pt x="320" y="265"/>
                  </a:cubicBezTo>
                  <a:cubicBezTo>
                    <a:pt x="328" y="265"/>
                    <a:pt x="336" y="262"/>
                    <a:pt x="342" y="256"/>
                  </a:cubicBezTo>
                  <a:cubicBezTo>
                    <a:pt x="349" y="250"/>
                    <a:pt x="352" y="242"/>
                    <a:pt x="352" y="233"/>
                  </a:cubicBezTo>
                  <a:cubicBezTo>
                    <a:pt x="352" y="189"/>
                    <a:pt x="346" y="151"/>
                    <a:pt x="337" y="120"/>
                  </a:cubicBezTo>
                  <a:cubicBezTo>
                    <a:pt x="317" y="50"/>
                    <a:pt x="285" y="14"/>
                    <a:pt x="283" y="12"/>
                  </a:cubicBezTo>
                  <a:cubicBezTo>
                    <a:pt x="275" y="4"/>
                    <a:pt x="264" y="0"/>
                    <a:pt x="254" y="2"/>
                  </a:cubicBezTo>
                  <a:cubicBezTo>
                    <a:pt x="236" y="25"/>
                    <a:pt x="208" y="40"/>
                    <a:pt x="176" y="40"/>
                  </a:cubicBezTo>
                  <a:cubicBezTo>
                    <a:pt x="144" y="40"/>
                    <a:pt x="116" y="25"/>
                    <a:pt x="98" y="2"/>
                  </a:cubicBezTo>
                  <a:cubicBezTo>
                    <a:pt x="88" y="0"/>
                    <a:pt x="77" y="4"/>
                    <a:pt x="69" y="12"/>
                  </a:cubicBezTo>
                  <a:cubicBezTo>
                    <a:pt x="67" y="14"/>
                    <a:pt x="35" y="50"/>
                    <a:pt x="15" y="120"/>
                  </a:cubicBezTo>
                  <a:cubicBezTo>
                    <a:pt x="6" y="151"/>
                    <a:pt x="0" y="189"/>
                    <a:pt x="0" y="233"/>
                  </a:cubicBezTo>
                  <a:cubicBezTo>
                    <a:pt x="0" y="242"/>
                    <a:pt x="4" y="250"/>
                    <a:pt x="10" y="2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193"/>
            <p:cNvSpPr>
              <a:spLocks noEditPoints="1"/>
            </p:cNvSpPr>
            <p:nvPr/>
          </p:nvSpPr>
          <p:spPr bwMode="auto">
            <a:xfrm>
              <a:off x="3395663" y="3003550"/>
              <a:ext cx="227013" cy="227013"/>
            </a:xfrm>
            <a:custGeom>
              <a:avLst/>
              <a:gdLst>
                <a:gd name="T0" fmla="*/ 90 w 180"/>
                <a:gd name="T1" fmla="*/ 180 h 180"/>
                <a:gd name="T2" fmla="*/ 180 w 180"/>
                <a:gd name="T3" fmla="*/ 90 h 180"/>
                <a:gd name="T4" fmla="*/ 90 w 180"/>
                <a:gd name="T5" fmla="*/ 0 h 180"/>
                <a:gd name="T6" fmla="*/ 0 w 180"/>
                <a:gd name="T7" fmla="*/ 90 h 180"/>
                <a:gd name="T8" fmla="*/ 90 w 180"/>
                <a:gd name="T9" fmla="*/ 180 h 180"/>
                <a:gd name="T10" fmla="*/ 132 w 180"/>
                <a:gd name="T11" fmla="*/ 134 h 180"/>
                <a:gd name="T12" fmla="*/ 129 w 180"/>
                <a:gd name="T13" fmla="*/ 146 h 180"/>
                <a:gd name="T14" fmla="*/ 51 w 180"/>
                <a:gd name="T15" fmla="*/ 149 h 180"/>
                <a:gd name="T16" fmla="*/ 47 w 180"/>
                <a:gd name="T17" fmla="*/ 138 h 180"/>
                <a:gd name="T18" fmla="*/ 132 w 180"/>
                <a:gd name="T19" fmla="*/ 134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0" h="180">
                  <a:moveTo>
                    <a:pt x="90" y="180"/>
                  </a:moveTo>
                  <a:cubicBezTo>
                    <a:pt x="140" y="180"/>
                    <a:pt x="180" y="139"/>
                    <a:pt x="180" y="90"/>
                  </a:cubicBezTo>
                  <a:cubicBezTo>
                    <a:pt x="180" y="40"/>
                    <a:pt x="140" y="0"/>
                    <a:pt x="90" y="0"/>
                  </a:cubicBezTo>
                  <a:cubicBezTo>
                    <a:pt x="40" y="0"/>
                    <a:pt x="0" y="40"/>
                    <a:pt x="0" y="90"/>
                  </a:cubicBezTo>
                  <a:cubicBezTo>
                    <a:pt x="0" y="139"/>
                    <a:pt x="40" y="180"/>
                    <a:pt x="90" y="180"/>
                  </a:cubicBezTo>
                  <a:close/>
                  <a:moveTo>
                    <a:pt x="132" y="134"/>
                  </a:moveTo>
                  <a:cubicBezTo>
                    <a:pt x="129" y="146"/>
                    <a:pt x="129" y="146"/>
                    <a:pt x="129" y="146"/>
                  </a:cubicBezTo>
                  <a:cubicBezTo>
                    <a:pt x="129" y="145"/>
                    <a:pt x="90" y="136"/>
                    <a:pt x="51" y="149"/>
                  </a:cubicBezTo>
                  <a:cubicBezTo>
                    <a:pt x="47" y="138"/>
                    <a:pt x="47" y="138"/>
                    <a:pt x="47" y="138"/>
                  </a:cubicBezTo>
                  <a:cubicBezTo>
                    <a:pt x="89" y="123"/>
                    <a:pt x="131" y="133"/>
                    <a:pt x="132" y="1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194"/>
            <p:cNvSpPr>
              <a:spLocks/>
            </p:cNvSpPr>
            <p:nvPr/>
          </p:nvSpPr>
          <p:spPr bwMode="auto">
            <a:xfrm>
              <a:off x="3321050" y="3171825"/>
              <a:ext cx="44450" cy="41275"/>
            </a:xfrm>
            <a:custGeom>
              <a:avLst/>
              <a:gdLst>
                <a:gd name="T0" fmla="*/ 4 w 35"/>
                <a:gd name="T1" fmla="*/ 33 h 33"/>
                <a:gd name="T2" fmla="*/ 5 w 35"/>
                <a:gd name="T3" fmla="*/ 33 h 33"/>
                <a:gd name="T4" fmla="*/ 8 w 35"/>
                <a:gd name="T5" fmla="*/ 29 h 33"/>
                <a:gd name="T6" fmla="*/ 14 w 35"/>
                <a:gd name="T7" fmla="*/ 14 h 33"/>
                <a:gd name="T8" fmla="*/ 30 w 35"/>
                <a:gd name="T9" fmla="*/ 8 h 33"/>
                <a:gd name="T10" fmla="*/ 31 w 35"/>
                <a:gd name="T11" fmla="*/ 8 h 33"/>
                <a:gd name="T12" fmla="*/ 35 w 35"/>
                <a:gd name="T13" fmla="*/ 4 h 33"/>
                <a:gd name="T14" fmla="*/ 31 w 35"/>
                <a:gd name="T15" fmla="*/ 0 h 33"/>
                <a:gd name="T16" fmla="*/ 30 w 35"/>
                <a:gd name="T17" fmla="*/ 0 h 33"/>
                <a:gd name="T18" fmla="*/ 8 w 35"/>
                <a:gd name="T19" fmla="*/ 8 h 33"/>
                <a:gd name="T20" fmla="*/ 0 w 35"/>
                <a:gd name="T21" fmla="*/ 29 h 33"/>
                <a:gd name="T22" fmla="*/ 4 w 35"/>
                <a:gd name="T23"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 h="33">
                  <a:moveTo>
                    <a:pt x="4" y="33"/>
                  </a:moveTo>
                  <a:cubicBezTo>
                    <a:pt x="5" y="33"/>
                    <a:pt x="5" y="33"/>
                    <a:pt x="5" y="33"/>
                  </a:cubicBezTo>
                  <a:cubicBezTo>
                    <a:pt x="7" y="33"/>
                    <a:pt x="9" y="31"/>
                    <a:pt x="8" y="29"/>
                  </a:cubicBezTo>
                  <a:cubicBezTo>
                    <a:pt x="8" y="29"/>
                    <a:pt x="8" y="20"/>
                    <a:pt x="14" y="14"/>
                  </a:cubicBezTo>
                  <a:cubicBezTo>
                    <a:pt x="18" y="10"/>
                    <a:pt x="23" y="8"/>
                    <a:pt x="30" y="8"/>
                  </a:cubicBezTo>
                  <a:cubicBezTo>
                    <a:pt x="30" y="8"/>
                    <a:pt x="31" y="8"/>
                    <a:pt x="31" y="8"/>
                  </a:cubicBezTo>
                  <a:cubicBezTo>
                    <a:pt x="33" y="8"/>
                    <a:pt x="35" y="6"/>
                    <a:pt x="35" y="4"/>
                  </a:cubicBezTo>
                  <a:cubicBezTo>
                    <a:pt x="35" y="2"/>
                    <a:pt x="33" y="0"/>
                    <a:pt x="31" y="0"/>
                  </a:cubicBezTo>
                  <a:cubicBezTo>
                    <a:pt x="31" y="0"/>
                    <a:pt x="30" y="0"/>
                    <a:pt x="30" y="0"/>
                  </a:cubicBezTo>
                  <a:cubicBezTo>
                    <a:pt x="21" y="0"/>
                    <a:pt x="14" y="3"/>
                    <a:pt x="8" y="8"/>
                  </a:cubicBezTo>
                  <a:cubicBezTo>
                    <a:pt x="0" y="17"/>
                    <a:pt x="0" y="28"/>
                    <a:pt x="0" y="29"/>
                  </a:cubicBezTo>
                  <a:cubicBezTo>
                    <a:pt x="1" y="31"/>
                    <a:pt x="2" y="33"/>
                    <a:pt x="4"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195"/>
            <p:cNvSpPr>
              <a:spLocks/>
            </p:cNvSpPr>
            <p:nvPr/>
          </p:nvSpPr>
          <p:spPr bwMode="auto">
            <a:xfrm>
              <a:off x="3298825" y="3148013"/>
              <a:ext cx="63500" cy="55563"/>
            </a:xfrm>
            <a:custGeom>
              <a:avLst/>
              <a:gdLst>
                <a:gd name="T0" fmla="*/ 47 w 51"/>
                <a:gd name="T1" fmla="*/ 8 h 44"/>
                <a:gd name="T2" fmla="*/ 51 w 51"/>
                <a:gd name="T3" fmla="*/ 4 h 44"/>
                <a:gd name="T4" fmla="*/ 47 w 51"/>
                <a:gd name="T5" fmla="*/ 0 h 44"/>
                <a:gd name="T6" fmla="*/ 13 w 51"/>
                <a:gd name="T7" fmla="*/ 11 h 44"/>
                <a:gd name="T8" fmla="*/ 0 w 51"/>
                <a:gd name="T9" fmla="*/ 40 h 44"/>
                <a:gd name="T10" fmla="*/ 4 w 51"/>
                <a:gd name="T11" fmla="*/ 44 h 44"/>
                <a:gd name="T12" fmla="*/ 4 w 51"/>
                <a:gd name="T13" fmla="*/ 44 h 44"/>
                <a:gd name="T14" fmla="*/ 8 w 51"/>
                <a:gd name="T15" fmla="*/ 40 h 44"/>
                <a:gd name="T16" fmla="*/ 19 w 51"/>
                <a:gd name="T17" fmla="*/ 17 h 44"/>
                <a:gd name="T18" fmla="*/ 47 w 51"/>
                <a:gd name="T19"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44">
                  <a:moveTo>
                    <a:pt x="47" y="8"/>
                  </a:moveTo>
                  <a:cubicBezTo>
                    <a:pt x="49" y="8"/>
                    <a:pt x="51" y="7"/>
                    <a:pt x="51" y="4"/>
                  </a:cubicBezTo>
                  <a:cubicBezTo>
                    <a:pt x="51" y="2"/>
                    <a:pt x="49" y="0"/>
                    <a:pt x="47" y="0"/>
                  </a:cubicBezTo>
                  <a:cubicBezTo>
                    <a:pt x="33" y="0"/>
                    <a:pt x="22" y="3"/>
                    <a:pt x="13" y="11"/>
                  </a:cubicBezTo>
                  <a:cubicBezTo>
                    <a:pt x="1" y="23"/>
                    <a:pt x="0" y="40"/>
                    <a:pt x="0" y="40"/>
                  </a:cubicBezTo>
                  <a:cubicBezTo>
                    <a:pt x="0" y="42"/>
                    <a:pt x="2" y="44"/>
                    <a:pt x="4" y="44"/>
                  </a:cubicBezTo>
                  <a:cubicBezTo>
                    <a:pt x="4" y="44"/>
                    <a:pt x="4" y="44"/>
                    <a:pt x="4" y="44"/>
                  </a:cubicBezTo>
                  <a:cubicBezTo>
                    <a:pt x="7" y="44"/>
                    <a:pt x="8" y="43"/>
                    <a:pt x="8" y="40"/>
                  </a:cubicBezTo>
                  <a:cubicBezTo>
                    <a:pt x="8" y="40"/>
                    <a:pt x="9" y="26"/>
                    <a:pt x="19" y="17"/>
                  </a:cubicBezTo>
                  <a:cubicBezTo>
                    <a:pt x="25" y="11"/>
                    <a:pt x="35" y="8"/>
                    <a:pt x="4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196"/>
            <p:cNvSpPr>
              <a:spLocks/>
            </p:cNvSpPr>
            <p:nvPr/>
          </p:nvSpPr>
          <p:spPr bwMode="auto">
            <a:xfrm>
              <a:off x="3654425" y="3178175"/>
              <a:ext cx="42863" cy="41275"/>
            </a:xfrm>
            <a:custGeom>
              <a:avLst/>
              <a:gdLst>
                <a:gd name="T0" fmla="*/ 4 w 35"/>
                <a:gd name="T1" fmla="*/ 8 h 33"/>
                <a:gd name="T2" fmla="*/ 4 w 35"/>
                <a:gd name="T3" fmla="*/ 8 h 33"/>
                <a:gd name="T4" fmla="*/ 21 w 35"/>
                <a:gd name="T5" fmla="*/ 14 h 33"/>
                <a:gd name="T6" fmla="*/ 26 w 35"/>
                <a:gd name="T7" fmla="*/ 29 h 33"/>
                <a:gd name="T8" fmla="*/ 30 w 35"/>
                <a:gd name="T9" fmla="*/ 33 h 33"/>
                <a:gd name="T10" fmla="*/ 30 w 35"/>
                <a:gd name="T11" fmla="*/ 33 h 33"/>
                <a:gd name="T12" fmla="*/ 34 w 35"/>
                <a:gd name="T13" fmla="*/ 29 h 33"/>
                <a:gd name="T14" fmla="*/ 26 w 35"/>
                <a:gd name="T15" fmla="*/ 8 h 33"/>
                <a:gd name="T16" fmla="*/ 4 w 35"/>
                <a:gd name="T17" fmla="*/ 0 h 33"/>
                <a:gd name="T18" fmla="*/ 4 w 35"/>
                <a:gd name="T19" fmla="*/ 0 h 33"/>
                <a:gd name="T20" fmla="*/ 0 w 35"/>
                <a:gd name="T21" fmla="*/ 4 h 33"/>
                <a:gd name="T22" fmla="*/ 4 w 35"/>
                <a:gd name="T23" fmla="*/ 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 h="33">
                  <a:moveTo>
                    <a:pt x="4" y="8"/>
                  </a:moveTo>
                  <a:cubicBezTo>
                    <a:pt x="4" y="8"/>
                    <a:pt x="4" y="8"/>
                    <a:pt x="4" y="8"/>
                  </a:cubicBezTo>
                  <a:cubicBezTo>
                    <a:pt x="11" y="8"/>
                    <a:pt x="17" y="10"/>
                    <a:pt x="21" y="14"/>
                  </a:cubicBezTo>
                  <a:cubicBezTo>
                    <a:pt x="26" y="20"/>
                    <a:pt x="26" y="29"/>
                    <a:pt x="26" y="29"/>
                  </a:cubicBezTo>
                  <a:cubicBezTo>
                    <a:pt x="26" y="31"/>
                    <a:pt x="28" y="33"/>
                    <a:pt x="30" y="33"/>
                  </a:cubicBezTo>
                  <a:cubicBezTo>
                    <a:pt x="30" y="33"/>
                    <a:pt x="30" y="33"/>
                    <a:pt x="30" y="33"/>
                  </a:cubicBezTo>
                  <a:cubicBezTo>
                    <a:pt x="32" y="33"/>
                    <a:pt x="34" y="31"/>
                    <a:pt x="34" y="29"/>
                  </a:cubicBezTo>
                  <a:cubicBezTo>
                    <a:pt x="34" y="29"/>
                    <a:pt x="35" y="17"/>
                    <a:pt x="26" y="8"/>
                  </a:cubicBezTo>
                  <a:cubicBezTo>
                    <a:pt x="21" y="3"/>
                    <a:pt x="14" y="0"/>
                    <a:pt x="4" y="0"/>
                  </a:cubicBezTo>
                  <a:cubicBezTo>
                    <a:pt x="4" y="0"/>
                    <a:pt x="4" y="0"/>
                    <a:pt x="4" y="0"/>
                  </a:cubicBezTo>
                  <a:cubicBezTo>
                    <a:pt x="2" y="0"/>
                    <a:pt x="0" y="2"/>
                    <a:pt x="0" y="4"/>
                  </a:cubicBezTo>
                  <a:cubicBezTo>
                    <a:pt x="0" y="7"/>
                    <a:pt x="2" y="8"/>
                    <a:pt x="4"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197"/>
            <p:cNvSpPr>
              <a:spLocks/>
            </p:cNvSpPr>
            <p:nvPr/>
          </p:nvSpPr>
          <p:spPr bwMode="auto">
            <a:xfrm>
              <a:off x="3656013" y="3154363"/>
              <a:ext cx="63500" cy="57150"/>
            </a:xfrm>
            <a:custGeom>
              <a:avLst/>
              <a:gdLst>
                <a:gd name="T0" fmla="*/ 4 w 50"/>
                <a:gd name="T1" fmla="*/ 9 h 45"/>
                <a:gd name="T2" fmla="*/ 32 w 50"/>
                <a:gd name="T3" fmla="*/ 17 h 45"/>
                <a:gd name="T4" fmla="*/ 42 w 50"/>
                <a:gd name="T5" fmla="*/ 41 h 45"/>
                <a:gd name="T6" fmla="*/ 46 w 50"/>
                <a:gd name="T7" fmla="*/ 45 h 45"/>
                <a:gd name="T8" fmla="*/ 46 w 50"/>
                <a:gd name="T9" fmla="*/ 45 h 45"/>
                <a:gd name="T10" fmla="*/ 50 w 50"/>
                <a:gd name="T11" fmla="*/ 41 h 45"/>
                <a:gd name="T12" fmla="*/ 37 w 50"/>
                <a:gd name="T13" fmla="*/ 11 h 45"/>
                <a:gd name="T14" fmla="*/ 4 w 50"/>
                <a:gd name="T15" fmla="*/ 1 h 45"/>
                <a:gd name="T16" fmla="*/ 0 w 50"/>
                <a:gd name="T17" fmla="*/ 5 h 45"/>
                <a:gd name="T18" fmla="*/ 4 w 50"/>
                <a:gd name="T19" fmla="*/ 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45">
                  <a:moveTo>
                    <a:pt x="4" y="9"/>
                  </a:moveTo>
                  <a:cubicBezTo>
                    <a:pt x="16" y="8"/>
                    <a:pt x="25" y="11"/>
                    <a:pt x="32" y="17"/>
                  </a:cubicBezTo>
                  <a:cubicBezTo>
                    <a:pt x="42" y="26"/>
                    <a:pt x="42" y="41"/>
                    <a:pt x="42" y="41"/>
                  </a:cubicBezTo>
                  <a:cubicBezTo>
                    <a:pt x="42" y="43"/>
                    <a:pt x="44" y="45"/>
                    <a:pt x="46" y="45"/>
                  </a:cubicBezTo>
                  <a:cubicBezTo>
                    <a:pt x="46" y="45"/>
                    <a:pt x="46" y="45"/>
                    <a:pt x="46" y="45"/>
                  </a:cubicBezTo>
                  <a:cubicBezTo>
                    <a:pt x="49" y="45"/>
                    <a:pt x="50" y="43"/>
                    <a:pt x="50" y="41"/>
                  </a:cubicBezTo>
                  <a:cubicBezTo>
                    <a:pt x="50" y="40"/>
                    <a:pt x="50" y="23"/>
                    <a:pt x="37" y="11"/>
                  </a:cubicBezTo>
                  <a:cubicBezTo>
                    <a:pt x="29" y="4"/>
                    <a:pt x="18" y="0"/>
                    <a:pt x="4" y="1"/>
                  </a:cubicBezTo>
                  <a:cubicBezTo>
                    <a:pt x="2" y="1"/>
                    <a:pt x="0" y="3"/>
                    <a:pt x="0" y="5"/>
                  </a:cubicBezTo>
                  <a:cubicBezTo>
                    <a:pt x="0" y="7"/>
                    <a:pt x="2" y="9"/>
                    <a:pt x="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198"/>
            <p:cNvSpPr>
              <a:spLocks/>
            </p:cNvSpPr>
            <p:nvPr/>
          </p:nvSpPr>
          <p:spPr bwMode="auto">
            <a:xfrm>
              <a:off x="3716338" y="3517900"/>
              <a:ext cx="49213" cy="38100"/>
            </a:xfrm>
            <a:custGeom>
              <a:avLst/>
              <a:gdLst>
                <a:gd name="T0" fmla="*/ 35 w 39"/>
                <a:gd name="T1" fmla="*/ 1 h 30"/>
                <a:gd name="T2" fmla="*/ 30 w 39"/>
                <a:gd name="T3" fmla="*/ 4 h 30"/>
                <a:gd name="T4" fmla="*/ 21 w 39"/>
                <a:gd name="T5" fmla="*/ 19 h 30"/>
                <a:gd name="T6" fmla="*/ 6 w 39"/>
                <a:gd name="T7" fmla="*/ 22 h 30"/>
                <a:gd name="T8" fmla="*/ 1 w 39"/>
                <a:gd name="T9" fmla="*/ 24 h 30"/>
                <a:gd name="T10" fmla="*/ 4 w 39"/>
                <a:gd name="T11" fmla="*/ 29 h 30"/>
                <a:gd name="T12" fmla="*/ 10 w 39"/>
                <a:gd name="T13" fmla="*/ 30 h 30"/>
                <a:gd name="T14" fmla="*/ 26 w 39"/>
                <a:gd name="T15" fmla="*/ 26 h 30"/>
                <a:gd name="T16" fmla="*/ 38 w 39"/>
                <a:gd name="T17" fmla="*/ 6 h 30"/>
                <a:gd name="T18" fmla="*/ 35 w 39"/>
                <a:gd name="T19" fmla="*/ 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30">
                  <a:moveTo>
                    <a:pt x="35" y="1"/>
                  </a:moveTo>
                  <a:cubicBezTo>
                    <a:pt x="33" y="0"/>
                    <a:pt x="31" y="2"/>
                    <a:pt x="30" y="4"/>
                  </a:cubicBezTo>
                  <a:cubicBezTo>
                    <a:pt x="29" y="11"/>
                    <a:pt x="26" y="16"/>
                    <a:pt x="21" y="19"/>
                  </a:cubicBezTo>
                  <a:cubicBezTo>
                    <a:pt x="15" y="23"/>
                    <a:pt x="6" y="22"/>
                    <a:pt x="6" y="22"/>
                  </a:cubicBezTo>
                  <a:cubicBezTo>
                    <a:pt x="4" y="21"/>
                    <a:pt x="1" y="22"/>
                    <a:pt x="1" y="24"/>
                  </a:cubicBezTo>
                  <a:cubicBezTo>
                    <a:pt x="0" y="27"/>
                    <a:pt x="2" y="29"/>
                    <a:pt x="4" y="29"/>
                  </a:cubicBezTo>
                  <a:cubicBezTo>
                    <a:pt x="4" y="29"/>
                    <a:pt x="7" y="30"/>
                    <a:pt x="10" y="30"/>
                  </a:cubicBezTo>
                  <a:cubicBezTo>
                    <a:pt x="15" y="30"/>
                    <a:pt x="20" y="29"/>
                    <a:pt x="26" y="26"/>
                  </a:cubicBezTo>
                  <a:cubicBezTo>
                    <a:pt x="32" y="22"/>
                    <a:pt x="36" y="15"/>
                    <a:pt x="38" y="6"/>
                  </a:cubicBezTo>
                  <a:cubicBezTo>
                    <a:pt x="39" y="3"/>
                    <a:pt x="37" y="1"/>
                    <a:pt x="3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199"/>
            <p:cNvSpPr>
              <a:spLocks/>
            </p:cNvSpPr>
            <p:nvPr/>
          </p:nvSpPr>
          <p:spPr bwMode="auto">
            <a:xfrm>
              <a:off x="3719513" y="3525838"/>
              <a:ext cx="66675" cy="53975"/>
            </a:xfrm>
            <a:custGeom>
              <a:avLst/>
              <a:gdLst>
                <a:gd name="T0" fmla="*/ 5 w 53"/>
                <a:gd name="T1" fmla="*/ 34 h 43"/>
                <a:gd name="T2" fmla="*/ 0 w 53"/>
                <a:gd name="T3" fmla="*/ 38 h 43"/>
                <a:gd name="T4" fmla="*/ 4 w 53"/>
                <a:gd name="T5" fmla="*/ 42 h 43"/>
                <a:gd name="T6" fmla="*/ 11 w 53"/>
                <a:gd name="T7" fmla="*/ 43 h 43"/>
                <a:gd name="T8" fmla="*/ 35 w 53"/>
                <a:gd name="T9" fmla="*/ 36 h 43"/>
                <a:gd name="T10" fmla="*/ 52 w 53"/>
                <a:gd name="T11" fmla="*/ 5 h 43"/>
                <a:gd name="T12" fmla="*/ 49 w 53"/>
                <a:gd name="T13" fmla="*/ 0 h 43"/>
                <a:gd name="T14" fmla="*/ 44 w 53"/>
                <a:gd name="T15" fmla="*/ 3 h 43"/>
                <a:gd name="T16" fmla="*/ 30 w 53"/>
                <a:gd name="T17" fmla="*/ 29 h 43"/>
                <a:gd name="T18" fmla="*/ 5 w 53"/>
                <a:gd name="T19" fmla="*/ 3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43">
                  <a:moveTo>
                    <a:pt x="5" y="34"/>
                  </a:moveTo>
                  <a:cubicBezTo>
                    <a:pt x="3" y="34"/>
                    <a:pt x="1" y="35"/>
                    <a:pt x="0" y="38"/>
                  </a:cubicBezTo>
                  <a:cubicBezTo>
                    <a:pt x="0" y="40"/>
                    <a:pt x="2" y="42"/>
                    <a:pt x="4" y="42"/>
                  </a:cubicBezTo>
                  <a:cubicBezTo>
                    <a:pt x="4" y="42"/>
                    <a:pt x="7" y="43"/>
                    <a:pt x="11" y="43"/>
                  </a:cubicBezTo>
                  <a:cubicBezTo>
                    <a:pt x="17" y="43"/>
                    <a:pt x="26" y="42"/>
                    <a:pt x="35" y="36"/>
                  </a:cubicBezTo>
                  <a:cubicBezTo>
                    <a:pt x="44" y="29"/>
                    <a:pt x="50" y="19"/>
                    <a:pt x="52" y="5"/>
                  </a:cubicBezTo>
                  <a:cubicBezTo>
                    <a:pt x="53" y="3"/>
                    <a:pt x="51" y="1"/>
                    <a:pt x="49" y="0"/>
                  </a:cubicBezTo>
                  <a:cubicBezTo>
                    <a:pt x="47" y="0"/>
                    <a:pt x="45" y="1"/>
                    <a:pt x="44" y="3"/>
                  </a:cubicBezTo>
                  <a:cubicBezTo>
                    <a:pt x="42" y="15"/>
                    <a:pt x="38" y="24"/>
                    <a:pt x="30" y="29"/>
                  </a:cubicBezTo>
                  <a:cubicBezTo>
                    <a:pt x="19" y="37"/>
                    <a:pt x="5" y="34"/>
                    <a:pt x="5"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200"/>
            <p:cNvSpPr>
              <a:spLocks/>
            </p:cNvSpPr>
            <p:nvPr/>
          </p:nvSpPr>
          <p:spPr bwMode="auto">
            <a:xfrm>
              <a:off x="3330575" y="3575050"/>
              <a:ext cx="33338" cy="50800"/>
            </a:xfrm>
            <a:custGeom>
              <a:avLst/>
              <a:gdLst>
                <a:gd name="T0" fmla="*/ 24 w 26"/>
                <a:gd name="T1" fmla="*/ 35 h 41"/>
                <a:gd name="T2" fmla="*/ 23 w 26"/>
                <a:gd name="T3" fmla="*/ 34 h 41"/>
                <a:gd name="T4" fmla="*/ 10 w 26"/>
                <a:gd name="T5" fmla="*/ 23 h 41"/>
                <a:gd name="T6" fmla="*/ 11 w 26"/>
                <a:gd name="T7" fmla="*/ 6 h 41"/>
                <a:gd name="T8" fmla="*/ 8 w 26"/>
                <a:gd name="T9" fmla="*/ 1 h 41"/>
                <a:gd name="T10" fmla="*/ 3 w 26"/>
                <a:gd name="T11" fmla="*/ 3 h 41"/>
                <a:gd name="T12" fmla="*/ 3 w 26"/>
                <a:gd name="T13" fmla="*/ 27 h 41"/>
                <a:gd name="T14" fmla="*/ 20 w 26"/>
                <a:gd name="T15" fmla="*/ 41 h 41"/>
                <a:gd name="T16" fmla="*/ 21 w 26"/>
                <a:gd name="T17" fmla="*/ 41 h 41"/>
                <a:gd name="T18" fmla="*/ 25 w 26"/>
                <a:gd name="T19" fmla="*/ 39 h 41"/>
                <a:gd name="T20" fmla="*/ 25 w 26"/>
                <a:gd name="T21" fmla="*/ 39 h 41"/>
                <a:gd name="T22" fmla="*/ 24 w 26"/>
                <a:gd name="T23" fmla="*/ 3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 h="41">
                  <a:moveTo>
                    <a:pt x="24" y="35"/>
                  </a:moveTo>
                  <a:cubicBezTo>
                    <a:pt x="24" y="34"/>
                    <a:pt x="23" y="34"/>
                    <a:pt x="23" y="34"/>
                  </a:cubicBezTo>
                  <a:cubicBezTo>
                    <a:pt x="22" y="34"/>
                    <a:pt x="14" y="31"/>
                    <a:pt x="10" y="23"/>
                  </a:cubicBezTo>
                  <a:cubicBezTo>
                    <a:pt x="8" y="18"/>
                    <a:pt x="8" y="13"/>
                    <a:pt x="11" y="6"/>
                  </a:cubicBezTo>
                  <a:cubicBezTo>
                    <a:pt x="11" y="4"/>
                    <a:pt x="10" y="1"/>
                    <a:pt x="8" y="1"/>
                  </a:cubicBezTo>
                  <a:cubicBezTo>
                    <a:pt x="6" y="0"/>
                    <a:pt x="4" y="1"/>
                    <a:pt x="3" y="3"/>
                  </a:cubicBezTo>
                  <a:cubicBezTo>
                    <a:pt x="0" y="12"/>
                    <a:pt x="0" y="20"/>
                    <a:pt x="3" y="27"/>
                  </a:cubicBezTo>
                  <a:cubicBezTo>
                    <a:pt x="8" y="37"/>
                    <a:pt x="20" y="41"/>
                    <a:pt x="20" y="41"/>
                  </a:cubicBezTo>
                  <a:cubicBezTo>
                    <a:pt x="21" y="41"/>
                    <a:pt x="21" y="41"/>
                    <a:pt x="21" y="41"/>
                  </a:cubicBezTo>
                  <a:cubicBezTo>
                    <a:pt x="23" y="41"/>
                    <a:pt x="24" y="40"/>
                    <a:pt x="25" y="39"/>
                  </a:cubicBezTo>
                  <a:cubicBezTo>
                    <a:pt x="25" y="39"/>
                    <a:pt x="25" y="39"/>
                    <a:pt x="25" y="39"/>
                  </a:cubicBezTo>
                  <a:cubicBezTo>
                    <a:pt x="26" y="37"/>
                    <a:pt x="25" y="36"/>
                    <a:pt x="24"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201"/>
            <p:cNvSpPr>
              <a:spLocks/>
            </p:cNvSpPr>
            <p:nvPr/>
          </p:nvSpPr>
          <p:spPr bwMode="auto">
            <a:xfrm>
              <a:off x="3305175" y="3568700"/>
              <a:ext cx="44450" cy="76200"/>
            </a:xfrm>
            <a:custGeom>
              <a:avLst/>
              <a:gdLst>
                <a:gd name="T0" fmla="*/ 11 w 34"/>
                <a:gd name="T1" fmla="*/ 0 h 60"/>
                <a:gd name="T2" fmla="*/ 6 w 34"/>
                <a:gd name="T3" fmla="*/ 3 h 60"/>
                <a:gd name="T4" fmla="*/ 4 w 34"/>
                <a:gd name="T5" fmla="*/ 38 h 60"/>
                <a:gd name="T6" fmla="*/ 28 w 34"/>
                <a:gd name="T7" fmla="*/ 60 h 60"/>
                <a:gd name="T8" fmla="*/ 29 w 34"/>
                <a:gd name="T9" fmla="*/ 60 h 60"/>
                <a:gd name="T10" fmla="*/ 33 w 34"/>
                <a:gd name="T11" fmla="*/ 58 h 60"/>
                <a:gd name="T12" fmla="*/ 31 w 34"/>
                <a:gd name="T13" fmla="*/ 52 h 60"/>
                <a:gd name="T14" fmla="*/ 12 w 34"/>
                <a:gd name="T15" fmla="*/ 35 h 60"/>
                <a:gd name="T16" fmla="*/ 13 w 34"/>
                <a:gd name="T17" fmla="*/ 6 h 60"/>
                <a:gd name="T18" fmla="*/ 11 w 34"/>
                <a:gd name="T19"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60">
                  <a:moveTo>
                    <a:pt x="11" y="0"/>
                  </a:moveTo>
                  <a:cubicBezTo>
                    <a:pt x="9" y="0"/>
                    <a:pt x="7" y="1"/>
                    <a:pt x="6" y="3"/>
                  </a:cubicBezTo>
                  <a:cubicBezTo>
                    <a:pt x="0" y="16"/>
                    <a:pt x="0" y="28"/>
                    <a:pt x="4" y="38"/>
                  </a:cubicBezTo>
                  <a:cubicBezTo>
                    <a:pt x="11" y="54"/>
                    <a:pt x="27" y="60"/>
                    <a:pt x="28" y="60"/>
                  </a:cubicBezTo>
                  <a:cubicBezTo>
                    <a:pt x="28" y="60"/>
                    <a:pt x="29" y="60"/>
                    <a:pt x="29" y="60"/>
                  </a:cubicBezTo>
                  <a:cubicBezTo>
                    <a:pt x="31" y="60"/>
                    <a:pt x="32" y="59"/>
                    <a:pt x="33" y="58"/>
                  </a:cubicBezTo>
                  <a:cubicBezTo>
                    <a:pt x="34" y="56"/>
                    <a:pt x="33" y="53"/>
                    <a:pt x="31" y="52"/>
                  </a:cubicBezTo>
                  <a:cubicBezTo>
                    <a:pt x="31" y="52"/>
                    <a:pt x="17" y="47"/>
                    <a:pt x="12" y="35"/>
                  </a:cubicBezTo>
                  <a:cubicBezTo>
                    <a:pt x="8" y="26"/>
                    <a:pt x="9" y="17"/>
                    <a:pt x="13" y="6"/>
                  </a:cubicBezTo>
                  <a:cubicBezTo>
                    <a:pt x="14" y="4"/>
                    <a:pt x="13" y="1"/>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202"/>
            <p:cNvSpPr>
              <a:spLocks/>
            </p:cNvSpPr>
            <p:nvPr/>
          </p:nvSpPr>
          <p:spPr bwMode="auto">
            <a:xfrm>
              <a:off x="3322638" y="3790950"/>
              <a:ext cx="23813" cy="55563"/>
            </a:xfrm>
            <a:custGeom>
              <a:avLst/>
              <a:gdLst>
                <a:gd name="T0" fmla="*/ 11 w 19"/>
                <a:gd name="T1" fmla="*/ 1 h 44"/>
                <a:gd name="T2" fmla="*/ 6 w 19"/>
                <a:gd name="T3" fmla="*/ 1 h 44"/>
                <a:gd name="T4" fmla="*/ 5 w 19"/>
                <a:gd name="T5" fmla="*/ 7 h 44"/>
                <a:gd name="T6" fmla="*/ 11 w 19"/>
                <a:gd name="T7" fmla="*/ 22 h 44"/>
                <a:gd name="T8" fmla="*/ 2 w 19"/>
                <a:gd name="T9" fmla="*/ 37 h 44"/>
                <a:gd name="T10" fmla="*/ 1 w 19"/>
                <a:gd name="T11" fmla="*/ 42 h 44"/>
                <a:gd name="T12" fmla="*/ 5 w 19"/>
                <a:gd name="T13" fmla="*/ 44 h 44"/>
                <a:gd name="T14" fmla="*/ 7 w 19"/>
                <a:gd name="T15" fmla="*/ 43 h 44"/>
                <a:gd name="T16" fmla="*/ 19 w 19"/>
                <a:gd name="T17" fmla="*/ 22 h 44"/>
                <a:gd name="T18" fmla="*/ 11 w 19"/>
                <a:gd name="T19" fmla="*/ 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44">
                  <a:moveTo>
                    <a:pt x="11" y="1"/>
                  </a:moveTo>
                  <a:cubicBezTo>
                    <a:pt x="10" y="0"/>
                    <a:pt x="7" y="0"/>
                    <a:pt x="6" y="1"/>
                  </a:cubicBezTo>
                  <a:cubicBezTo>
                    <a:pt x="4" y="3"/>
                    <a:pt x="4" y="5"/>
                    <a:pt x="5" y="7"/>
                  </a:cubicBezTo>
                  <a:cubicBezTo>
                    <a:pt x="5" y="7"/>
                    <a:pt x="11" y="13"/>
                    <a:pt x="11" y="22"/>
                  </a:cubicBezTo>
                  <a:cubicBezTo>
                    <a:pt x="10" y="27"/>
                    <a:pt x="7" y="32"/>
                    <a:pt x="2" y="37"/>
                  </a:cubicBezTo>
                  <a:cubicBezTo>
                    <a:pt x="0" y="38"/>
                    <a:pt x="0" y="41"/>
                    <a:pt x="1" y="42"/>
                  </a:cubicBezTo>
                  <a:cubicBezTo>
                    <a:pt x="2" y="43"/>
                    <a:pt x="3" y="44"/>
                    <a:pt x="5" y="44"/>
                  </a:cubicBezTo>
                  <a:cubicBezTo>
                    <a:pt x="5" y="44"/>
                    <a:pt x="6" y="44"/>
                    <a:pt x="7" y="43"/>
                  </a:cubicBezTo>
                  <a:cubicBezTo>
                    <a:pt x="14" y="37"/>
                    <a:pt x="18" y="30"/>
                    <a:pt x="19" y="22"/>
                  </a:cubicBezTo>
                  <a:cubicBezTo>
                    <a:pt x="19" y="10"/>
                    <a:pt x="12" y="2"/>
                    <a:pt x="1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203"/>
            <p:cNvSpPr>
              <a:spLocks/>
            </p:cNvSpPr>
            <p:nvPr/>
          </p:nvSpPr>
          <p:spPr bwMode="auto">
            <a:xfrm>
              <a:off x="3338513" y="3781425"/>
              <a:ext cx="34925" cy="80963"/>
            </a:xfrm>
            <a:custGeom>
              <a:avLst/>
              <a:gdLst>
                <a:gd name="T0" fmla="*/ 2 w 27"/>
                <a:gd name="T1" fmla="*/ 56 h 63"/>
                <a:gd name="T2" fmla="*/ 1 w 27"/>
                <a:gd name="T3" fmla="*/ 62 h 63"/>
                <a:gd name="T4" fmla="*/ 4 w 27"/>
                <a:gd name="T5" fmla="*/ 63 h 63"/>
                <a:gd name="T6" fmla="*/ 7 w 27"/>
                <a:gd name="T7" fmla="*/ 62 h 63"/>
                <a:gd name="T8" fmla="*/ 26 w 27"/>
                <a:gd name="T9" fmla="*/ 32 h 63"/>
                <a:gd name="T10" fmla="*/ 16 w 27"/>
                <a:gd name="T11" fmla="*/ 2 h 63"/>
                <a:gd name="T12" fmla="*/ 11 w 27"/>
                <a:gd name="T13" fmla="*/ 1 h 63"/>
                <a:gd name="T14" fmla="*/ 10 w 27"/>
                <a:gd name="T15" fmla="*/ 7 h 63"/>
                <a:gd name="T16" fmla="*/ 18 w 27"/>
                <a:gd name="T17" fmla="*/ 32 h 63"/>
                <a:gd name="T18" fmla="*/ 2 w 27"/>
                <a:gd name="T19" fmla="*/ 5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63">
                  <a:moveTo>
                    <a:pt x="2" y="56"/>
                  </a:moveTo>
                  <a:cubicBezTo>
                    <a:pt x="0" y="57"/>
                    <a:pt x="0" y="60"/>
                    <a:pt x="1" y="62"/>
                  </a:cubicBezTo>
                  <a:cubicBezTo>
                    <a:pt x="2" y="63"/>
                    <a:pt x="3" y="63"/>
                    <a:pt x="4" y="63"/>
                  </a:cubicBezTo>
                  <a:cubicBezTo>
                    <a:pt x="5" y="63"/>
                    <a:pt x="6" y="63"/>
                    <a:pt x="7" y="62"/>
                  </a:cubicBezTo>
                  <a:cubicBezTo>
                    <a:pt x="18" y="54"/>
                    <a:pt x="24" y="44"/>
                    <a:pt x="26" y="32"/>
                  </a:cubicBezTo>
                  <a:cubicBezTo>
                    <a:pt x="27" y="15"/>
                    <a:pt x="17" y="2"/>
                    <a:pt x="16" y="2"/>
                  </a:cubicBezTo>
                  <a:cubicBezTo>
                    <a:pt x="15" y="0"/>
                    <a:pt x="12" y="0"/>
                    <a:pt x="11" y="1"/>
                  </a:cubicBezTo>
                  <a:cubicBezTo>
                    <a:pt x="9" y="3"/>
                    <a:pt x="9" y="5"/>
                    <a:pt x="10" y="7"/>
                  </a:cubicBezTo>
                  <a:cubicBezTo>
                    <a:pt x="10" y="7"/>
                    <a:pt x="19" y="18"/>
                    <a:pt x="18" y="32"/>
                  </a:cubicBezTo>
                  <a:cubicBezTo>
                    <a:pt x="17" y="41"/>
                    <a:pt x="11" y="49"/>
                    <a:pt x="2" y="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204"/>
            <p:cNvSpPr>
              <a:spLocks/>
            </p:cNvSpPr>
            <p:nvPr/>
          </p:nvSpPr>
          <p:spPr bwMode="auto">
            <a:xfrm>
              <a:off x="3684588" y="3789363"/>
              <a:ext cx="22225" cy="57150"/>
            </a:xfrm>
            <a:custGeom>
              <a:avLst/>
              <a:gdLst>
                <a:gd name="T0" fmla="*/ 16 w 18"/>
                <a:gd name="T1" fmla="*/ 2 h 45"/>
                <a:gd name="T2" fmla="*/ 11 w 18"/>
                <a:gd name="T3" fmla="*/ 2 h 45"/>
                <a:gd name="T4" fmla="*/ 0 w 18"/>
                <a:gd name="T5" fmla="*/ 23 h 45"/>
                <a:gd name="T6" fmla="*/ 9 w 18"/>
                <a:gd name="T7" fmla="*/ 43 h 45"/>
                <a:gd name="T8" fmla="*/ 11 w 18"/>
                <a:gd name="T9" fmla="*/ 45 h 45"/>
                <a:gd name="T10" fmla="*/ 14 w 18"/>
                <a:gd name="T11" fmla="*/ 43 h 45"/>
                <a:gd name="T12" fmla="*/ 14 w 18"/>
                <a:gd name="T13" fmla="*/ 38 h 45"/>
                <a:gd name="T14" fmla="*/ 8 w 18"/>
                <a:gd name="T15" fmla="*/ 23 h 45"/>
                <a:gd name="T16" fmla="*/ 16 w 18"/>
                <a:gd name="T17" fmla="*/ 7 h 45"/>
                <a:gd name="T18" fmla="*/ 16 w 18"/>
                <a:gd name="T19" fmla="*/ 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45">
                  <a:moveTo>
                    <a:pt x="16" y="2"/>
                  </a:moveTo>
                  <a:cubicBezTo>
                    <a:pt x="15" y="0"/>
                    <a:pt x="12" y="0"/>
                    <a:pt x="11" y="2"/>
                  </a:cubicBezTo>
                  <a:cubicBezTo>
                    <a:pt x="4" y="8"/>
                    <a:pt x="0" y="15"/>
                    <a:pt x="0" y="23"/>
                  </a:cubicBezTo>
                  <a:cubicBezTo>
                    <a:pt x="0" y="35"/>
                    <a:pt x="8" y="43"/>
                    <a:pt x="9" y="43"/>
                  </a:cubicBezTo>
                  <a:cubicBezTo>
                    <a:pt x="9" y="44"/>
                    <a:pt x="10" y="45"/>
                    <a:pt x="11" y="45"/>
                  </a:cubicBezTo>
                  <a:cubicBezTo>
                    <a:pt x="12" y="45"/>
                    <a:pt x="13" y="44"/>
                    <a:pt x="14" y="43"/>
                  </a:cubicBezTo>
                  <a:cubicBezTo>
                    <a:pt x="16" y="42"/>
                    <a:pt x="16" y="39"/>
                    <a:pt x="14" y="38"/>
                  </a:cubicBezTo>
                  <a:cubicBezTo>
                    <a:pt x="14" y="38"/>
                    <a:pt x="8" y="31"/>
                    <a:pt x="8" y="23"/>
                  </a:cubicBezTo>
                  <a:cubicBezTo>
                    <a:pt x="8" y="18"/>
                    <a:pt x="11" y="12"/>
                    <a:pt x="16" y="7"/>
                  </a:cubicBezTo>
                  <a:cubicBezTo>
                    <a:pt x="18" y="6"/>
                    <a:pt x="18" y="3"/>
                    <a:pt x="16"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206"/>
            <p:cNvSpPr>
              <a:spLocks/>
            </p:cNvSpPr>
            <p:nvPr/>
          </p:nvSpPr>
          <p:spPr bwMode="auto">
            <a:xfrm>
              <a:off x="3657600" y="3775075"/>
              <a:ext cx="31750" cy="80963"/>
            </a:xfrm>
            <a:custGeom>
              <a:avLst/>
              <a:gdLst>
                <a:gd name="T0" fmla="*/ 23 w 25"/>
                <a:gd name="T1" fmla="*/ 8 h 64"/>
                <a:gd name="T2" fmla="*/ 24 w 25"/>
                <a:gd name="T3" fmla="*/ 2 h 64"/>
                <a:gd name="T4" fmla="*/ 18 w 25"/>
                <a:gd name="T5" fmla="*/ 2 h 64"/>
                <a:gd name="T6" fmla="*/ 1 w 25"/>
                <a:gd name="T7" fmla="*/ 33 h 64"/>
                <a:gd name="T8" fmla="*/ 12 w 25"/>
                <a:gd name="T9" fmla="*/ 63 h 64"/>
                <a:gd name="T10" fmla="*/ 15 w 25"/>
                <a:gd name="T11" fmla="*/ 64 h 64"/>
                <a:gd name="T12" fmla="*/ 18 w 25"/>
                <a:gd name="T13" fmla="*/ 63 h 64"/>
                <a:gd name="T14" fmla="*/ 18 w 25"/>
                <a:gd name="T15" fmla="*/ 58 h 64"/>
                <a:gd name="T16" fmla="*/ 9 w 25"/>
                <a:gd name="T17" fmla="*/ 33 h 64"/>
                <a:gd name="T18" fmla="*/ 23 w 25"/>
                <a:gd name="T19" fmla="*/ 8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64">
                  <a:moveTo>
                    <a:pt x="23" y="8"/>
                  </a:moveTo>
                  <a:cubicBezTo>
                    <a:pt x="25" y="7"/>
                    <a:pt x="25" y="4"/>
                    <a:pt x="24" y="2"/>
                  </a:cubicBezTo>
                  <a:cubicBezTo>
                    <a:pt x="22" y="1"/>
                    <a:pt x="20" y="0"/>
                    <a:pt x="18" y="2"/>
                  </a:cubicBezTo>
                  <a:cubicBezTo>
                    <a:pt x="7" y="11"/>
                    <a:pt x="2" y="22"/>
                    <a:pt x="1" y="33"/>
                  </a:cubicBezTo>
                  <a:cubicBezTo>
                    <a:pt x="0" y="50"/>
                    <a:pt x="11" y="62"/>
                    <a:pt x="12" y="63"/>
                  </a:cubicBezTo>
                  <a:cubicBezTo>
                    <a:pt x="13" y="64"/>
                    <a:pt x="14" y="64"/>
                    <a:pt x="15" y="64"/>
                  </a:cubicBezTo>
                  <a:cubicBezTo>
                    <a:pt x="16" y="64"/>
                    <a:pt x="17" y="64"/>
                    <a:pt x="18" y="63"/>
                  </a:cubicBezTo>
                  <a:cubicBezTo>
                    <a:pt x="19" y="62"/>
                    <a:pt x="19" y="59"/>
                    <a:pt x="18" y="58"/>
                  </a:cubicBezTo>
                  <a:cubicBezTo>
                    <a:pt x="18" y="57"/>
                    <a:pt x="8" y="47"/>
                    <a:pt x="9" y="33"/>
                  </a:cubicBezTo>
                  <a:cubicBezTo>
                    <a:pt x="10" y="24"/>
                    <a:pt x="14" y="16"/>
                    <a:pt x="2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207"/>
            <p:cNvSpPr>
              <a:spLocks/>
            </p:cNvSpPr>
            <p:nvPr/>
          </p:nvSpPr>
          <p:spPr bwMode="auto">
            <a:xfrm>
              <a:off x="2565400" y="3190875"/>
              <a:ext cx="687388" cy="944563"/>
            </a:xfrm>
            <a:custGeom>
              <a:avLst/>
              <a:gdLst>
                <a:gd name="T0" fmla="*/ 266 w 544"/>
                <a:gd name="T1" fmla="*/ 746 h 746"/>
                <a:gd name="T2" fmla="*/ 315 w 544"/>
                <a:gd name="T3" fmla="*/ 697 h 746"/>
                <a:gd name="T4" fmla="*/ 315 w 544"/>
                <a:gd name="T5" fmla="*/ 305 h 746"/>
                <a:gd name="T6" fmla="*/ 315 w 544"/>
                <a:gd name="T7" fmla="*/ 229 h 746"/>
                <a:gd name="T8" fmla="*/ 315 w 544"/>
                <a:gd name="T9" fmla="*/ 109 h 746"/>
                <a:gd name="T10" fmla="*/ 339 w 544"/>
                <a:gd name="T11" fmla="*/ 201 h 746"/>
                <a:gd name="T12" fmla="*/ 368 w 544"/>
                <a:gd name="T13" fmla="*/ 228 h 746"/>
                <a:gd name="T14" fmla="*/ 508 w 544"/>
                <a:gd name="T15" fmla="*/ 240 h 746"/>
                <a:gd name="T16" fmla="*/ 510 w 544"/>
                <a:gd name="T17" fmla="*/ 241 h 746"/>
                <a:gd name="T18" fmla="*/ 542 w 544"/>
                <a:gd name="T19" fmla="*/ 211 h 746"/>
                <a:gd name="T20" fmla="*/ 513 w 544"/>
                <a:gd name="T21" fmla="*/ 177 h 746"/>
                <a:gd name="T22" fmla="*/ 398 w 544"/>
                <a:gd name="T23" fmla="*/ 167 h 746"/>
                <a:gd name="T24" fmla="*/ 297 w 544"/>
                <a:gd name="T25" fmla="*/ 3 h 746"/>
                <a:gd name="T26" fmla="*/ 284 w 544"/>
                <a:gd name="T27" fmla="*/ 0 h 746"/>
                <a:gd name="T28" fmla="*/ 130 w 544"/>
                <a:gd name="T29" fmla="*/ 0 h 746"/>
                <a:gd name="T30" fmla="*/ 128 w 544"/>
                <a:gd name="T31" fmla="*/ 1 h 746"/>
                <a:gd name="T32" fmla="*/ 72 w 544"/>
                <a:gd name="T33" fmla="*/ 26 h 746"/>
                <a:gd name="T34" fmla="*/ 9 w 544"/>
                <a:gd name="T35" fmla="*/ 353 h 746"/>
                <a:gd name="T36" fmla="*/ 41 w 544"/>
                <a:gd name="T37" fmla="*/ 383 h 746"/>
                <a:gd name="T38" fmla="*/ 43 w 544"/>
                <a:gd name="T39" fmla="*/ 383 h 746"/>
                <a:gd name="T40" fmla="*/ 73 w 544"/>
                <a:gd name="T41" fmla="*/ 350 h 746"/>
                <a:gd name="T42" fmla="*/ 99 w 544"/>
                <a:gd name="T43" fmla="*/ 97 h 746"/>
                <a:gd name="T44" fmla="*/ 99 w 544"/>
                <a:gd name="T45" fmla="*/ 229 h 746"/>
                <a:gd name="T46" fmla="*/ 99 w 544"/>
                <a:gd name="T47" fmla="*/ 305 h 746"/>
                <a:gd name="T48" fmla="*/ 99 w 544"/>
                <a:gd name="T49" fmla="*/ 697 h 746"/>
                <a:gd name="T50" fmla="*/ 148 w 544"/>
                <a:gd name="T51" fmla="*/ 746 h 746"/>
                <a:gd name="T52" fmla="*/ 198 w 544"/>
                <a:gd name="T53" fmla="*/ 697 h 746"/>
                <a:gd name="T54" fmla="*/ 198 w 544"/>
                <a:gd name="T55" fmla="*/ 336 h 746"/>
                <a:gd name="T56" fmla="*/ 216 w 544"/>
                <a:gd name="T57" fmla="*/ 336 h 746"/>
                <a:gd name="T58" fmla="*/ 216 w 544"/>
                <a:gd name="T59" fmla="*/ 697 h 746"/>
                <a:gd name="T60" fmla="*/ 266 w 544"/>
                <a:gd name="T61" fmla="*/ 746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44" h="746">
                  <a:moveTo>
                    <a:pt x="266" y="746"/>
                  </a:moveTo>
                  <a:cubicBezTo>
                    <a:pt x="293" y="746"/>
                    <a:pt x="315" y="724"/>
                    <a:pt x="315" y="697"/>
                  </a:cubicBezTo>
                  <a:cubicBezTo>
                    <a:pt x="315" y="305"/>
                    <a:pt x="315" y="305"/>
                    <a:pt x="315" y="305"/>
                  </a:cubicBezTo>
                  <a:cubicBezTo>
                    <a:pt x="315" y="229"/>
                    <a:pt x="315" y="229"/>
                    <a:pt x="315" y="229"/>
                  </a:cubicBezTo>
                  <a:cubicBezTo>
                    <a:pt x="315" y="109"/>
                    <a:pt x="315" y="109"/>
                    <a:pt x="315" y="109"/>
                  </a:cubicBezTo>
                  <a:cubicBezTo>
                    <a:pt x="325" y="130"/>
                    <a:pt x="333" y="159"/>
                    <a:pt x="339" y="201"/>
                  </a:cubicBezTo>
                  <a:cubicBezTo>
                    <a:pt x="341" y="216"/>
                    <a:pt x="353" y="227"/>
                    <a:pt x="368" y="228"/>
                  </a:cubicBezTo>
                  <a:cubicBezTo>
                    <a:pt x="508" y="240"/>
                    <a:pt x="508" y="240"/>
                    <a:pt x="508" y="240"/>
                  </a:cubicBezTo>
                  <a:cubicBezTo>
                    <a:pt x="509" y="241"/>
                    <a:pt x="510" y="241"/>
                    <a:pt x="510" y="241"/>
                  </a:cubicBezTo>
                  <a:cubicBezTo>
                    <a:pt x="527" y="241"/>
                    <a:pt x="541" y="228"/>
                    <a:pt x="542" y="211"/>
                  </a:cubicBezTo>
                  <a:cubicBezTo>
                    <a:pt x="544" y="194"/>
                    <a:pt x="531" y="178"/>
                    <a:pt x="513" y="177"/>
                  </a:cubicBezTo>
                  <a:cubicBezTo>
                    <a:pt x="398" y="167"/>
                    <a:pt x="398" y="167"/>
                    <a:pt x="398" y="167"/>
                  </a:cubicBezTo>
                  <a:cubicBezTo>
                    <a:pt x="376" y="42"/>
                    <a:pt x="320" y="11"/>
                    <a:pt x="297" y="3"/>
                  </a:cubicBezTo>
                  <a:cubicBezTo>
                    <a:pt x="293" y="1"/>
                    <a:pt x="289" y="0"/>
                    <a:pt x="284" y="0"/>
                  </a:cubicBezTo>
                  <a:cubicBezTo>
                    <a:pt x="130" y="0"/>
                    <a:pt x="130" y="0"/>
                    <a:pt x="130" y="0"/>
                  </a:cubicBezTo>
                  <a:cubicBezTo>
                    <a:pt x="129" y="0"/>
                    <a:pt x="128" y="1"/>
                    <a:pt x="128" y="1"/>
                  </a:cubicBezTo>
                  <a:cubicBezTo>
                    <a:pt x="117" y="1"/>
                    <a:pt x="95" y="4"/>
                    <a:pt x="72" y="26"/>
                  </a:cubicBezTo>
                  <a:cubicBezTo>
                    <a:pt x="21" y="74"/>
                    <a:pt x="0" y="184"/>
                    <a:pt x="9" y="353"/>
                  </a:cubicBezTo>
                  <a:cubicBezTo>
                    <a:pt x="10" y="370"/>
                    <a:pt x="24" y="383"/>
                    <a:pt x="41" y="383"/>
                  </a:cubicBezTo>
                  <a:cubicBezTo>
                    <a:pt x="42" y="383"/>
                    <a:pt x="43" y="383"/>
                    <a:pt x="43" y="383"/>
                  </a:cubicBezTo>
                  <a:cubicBezTo>
                    <a:pt x="61" y="382"/>
                    <a:pt x="74" y="367"/>
                    <a:pt x="73" y="350"/>
                  </a:cubicBezTo>
                  <a:cubicBezTo>
                    <a:pt x="65" y="209"/>
                    <a:pt x="81" y="134"/>
                    <a:pt x="99" y="97"/>
                  </a:cubicBezTo>
                  <a:cubicBezTo>
                    <a:pt x="99" y="229"/>
                    <a:pt x="99" y="229"/>
                    <a:pt x="99" y="229"/>
                  </a:cubicBezTo>
                  <a:cubicBezTo>
                    <a:pt x="99" y="305"/>
                    <a:pt x="99" y="305"/>
                    <a:pt x="99" y="305"/>
                  </a:cubicBezTo>
                  <a:cubicBezTo>
                    <a:pt x="99" y="697"/>
                    <a:pt x="99" y="697"/>
                    <a:pt x="99" y="697"/>
                  </a:cubicBezTo>
                  <a:cubicBezTo>
                    <a:pt x="99" y="724"/>
                    <a:pt x="121" y="746"/>
                    <a:pt x="148" y="746"/>
                  </a:cubicBezTo>
                  <a:cubicBezTo>
                    <a:pt x="176" y="746"/>
                    <a:pt x="198" y="724"/>
                    <a:pt x="198" y="697"/>
                  </a:cubicBezTo>
                  <a:cubicBezTo>
                    <a:pt x="198" y="336"/>
                    <a:pt x="198" y="336"/>
                    <a:pt x="198" y="336"/>
                  </a:cubicBezTo>
                  <a:cubicBezTo>
                    <a:pt x="216" y="336"/>
                    <a:pt x="216" y="336"/>
                    <a:pt x="216" y="336"/>
                  </a:cubicBezTo>
                  <a:cubicBezTo>
                    <a:pt x="216" y="697"/>
                    <a:pt x="216" y="697"/>
                    <a:pt x="216" y="697"/>
                  </a:cubicBezTo>
                  <a:cubicBezTo>
                    <a:pt x="216" y="724"/>
                    <a:pt x="238" y="746"/>
                    <a:pt x="266" y="7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208"/>
            <p:cNvSpPr>
              <a:spLocks noEditPoints="1"/>
            </p:cNvSpPr>
            <p:nvPr/>
          </p:nvSpPr>
          <p:spPr bwMode="auto">
            <a:xfrm>
              <a:off x="2713038" y="2935288"/>
              <a:ext cx="227013" cy="244475"/>
            </a:xfrm>
            <a:custGeom>
              <a:avLst/>
              <a:gdLst>
                <a:gd name="T0" fmla="*/ 0 w 180"/>
                <a:gd name="T1" fmla="*/ 90 h 193"/>
                <a:gd name="T2" fmla="*/ 90 w 180"/>
                <a:gd name="T3" fmla="*/ 180 h 193"/>
                <a:gd name="T4" fmla="*/ 180 w 180"/>
                <a:gd name="T5" fmla="*/ 90 h 193"/>
                <a:gd name="T6" fmla="*/ 90 w 180"/>
                <a:gd name="T7" fmla="*/ 0 h 193"/>
                <a:gd name="T8" fmla="*/ 0 w 180"/>
                <a:gd name="T9" fmla="*/ 90 h 193"/>
                <a:gd name="T10" fmla="*/ 146 w 180"/>
                <a:gd name="T11" fmla="*/ 130 h 193"/>
                <a:gd name="T12" fmla="*/ 56 w 180"/>
                <a:gd name="T13" fmla="*/ 120 h 193"/>
                <a:gd name="T14" fmla="*/ 146 w 180"/>
                <a:gd name="T15" fmla="*/ 130 h 1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0" h="193">
                  <a:moveTo>
                    <a:pt x="0" y="90"/>
                  </a:moveTo>
                  <a:cubicBezTo>
                    <a:pt x="0" y="139"/>
                    <a:pt x="40" y="180"/>
                    <a:pt x="90" y="180"/>
                  </a:cubicBezTo>
                  <a:cubicBezTo>
                    <a:pt x="140" y="180"/>
                    <a:pt x="180" y="139"/>
                    <a:pt x="180" y="90"/>
                  </a:cubicBezTo>
                  <a:cubicBezTo>
                    <a:pt x="180" y="40"/>
                    <a:pt x="140" y="0"/>
                    <a:pt x="90" y="0"/>
                  </a:cubicBezTo>
                  <a:cubicBezTo>
                    <a:pt x="40" y="0"/>
                    <a:pt x="0" y="40"/>
                    <a:pt x="0" y="90"/>
                  </a:cubicBezTo>
                  <a:close/>
                  <a:moveTo>
                    <a:pt x="146" y="130"/>
                  </a:moveTo>
                  <a:cubicBezTo>
                    <a:pt x="93" y="193"/>
                    <a:pt x="56" y="120"/>
                    <a:pt x="56" y="120"/>
                  </a:cubicBezTo>
                  <a:cubicBezTo>
                    <a:pt x="91" y="141"/>
                    <a:pt x="146" y="130"/>
                    <a:pt x="146" y="1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73" name="组合 172"/>
          <p:cNvGrpSpPr/>
          <p:nvPr/>
        </p:nvGrpSpPr>
        <p:grpSpPr>
          <a:xfrm>
            <a:off x="4359275" y="2786063"/>
            <a:ext cx="1490663" cy="1350963"/>
            <a:chOff x="4359275" y="2786063"/>
            <a:chExt cx="1490663" cy="1350963"/>
          </a:xfrm>
          <a:solidFill>
            <a:schemeClr val="tx1">
              <a:lumMod val="65000"/>
              <a:lumOff val="35000"/>
            </a:schemeClr>
          </a:solidFill>
        </p:grpSpPr>
        <p:sp>
          <p:nvSpPr>
            <p:cNvPr id="174" name="Freeform 209"/>
            <p:cNvSpPr>
              <a:spLocks/>
            </p:cNvSpPr>
            <p:nvPr/>
          </p:nvSpPr>
          <p:spPr bwMode="auto">
            <a:xfrm>
              <a:off x="4394200" y="3382963"/>
              <a:ext cx="365125" cy="754063"/>
            </a:xfrm>
            <a:custGeom>
              <a:avLst/>
              <a:gdLst>
                <a:gd name="T0" fmla="*/ 252 w 289"/>
                <a:gd name="T1" fmla="*/ 41 h 597"/>
                <a:gd name="T2" fmla="*/ 252 w 289"/>
                <a:gd name="T3" fmla="*/ 41 h 597"/>
                <a:gd name="T4" fmla="*/ 252 w 289"/>
                <a:gd name="T5" fmla="*/ 41 h 597"/>
                <a:gd name="T6" fmla="*/ 224 w 289"/>
                <a:gd name="T7" fmla="*/ 34 h 597"/>
                <a:gd name="T8" fmla="*/ 206 w 289"/>
                <a:gd name="T9" fmla="*/ 25 h 597"/>
                <a:gd name="T10" fmla="*/ 204 w 289"/>
                <a:gd name="T11" fmla="*/ 24 h 597"/>
                <a:gd name="T12" fmla="*/ 174 w 289"/>
                <a:gd name="T13" fmla="*/ 8 h 597"/>
                <a:gd name="T14" fmla="*/ 161 w 289"/>
                <a:gd name="T15" fmla="*/ 1 h 597"/>
                <a:gd name="T16" fmla="*/ 156 w 289"/>
                <a:gd name="T17" fmla="*/ 0 h 597"/>
                <a:gd name="T18" fmla="*/ 85 w 289"/>
                <a:gd name="T19" fmla="*/ 24 h 597"/>
                <a:gd name="T20" fmla="*/ 74 w 289"/>
                <a:gd name="T21" fmla="*/ 30 h 597"/>
                <a:gd name="T22" fmla="*/ 71 w 289"/>
                <a:gd name="T23" fmla="*/ 31 h 597"/>
                <a:gd name="T24" fmla="*/ 37 w 289"/>
                <a:gd name="T25" fmla="*/ 41 h 597"/>
                <a:gd name="T26" fmla="*/ 37 w 289"/>
                <a:gd name="T27" fmla="*/ 41 h 597"/>
                <a:gd name="T28" fmla="*/ 36 w 289"/>
                <a:gd name="T29" fmla="*/ 41 h 597"/>
                <a:gd name="T30" fmla="*/ 36 w 289"/>
                <a:gd name="T31" fmla="*/ 41 h 597"/>
                <a:gd name="T32" fmla="*/ 36 w 289"/>
                <a:gd name="T33" fmla="*/ 124 h 597"/>
                <a:gd name="T34" fmla="*/ 2 w 289"/>
                <a:gd name="T35" fmla="*/ 542 h 597"/>
                <a:gd name="T36" fmla="*/ 47 w 289"/>
                <a:gd name="T37" fmla="*/ 595 h 597"/>
                <a:gd name="T38" fmla="*/ 101 w 289"/>
                <a:gd name="T39" fmla="*/ 550 h 597"/>
                <a:gd name="T40" fmla="*/ 130 w 289"/>
                <a:gd name="T41" fmla="*/ 186 h 597"/>
                <a:gd name="T42" fmla="*/ 158 w 289"/>
                <a:gd name="T43" fmla="*/ 186 h 597"/>
                <a:gd name="T44" fmla="*/ 188 w 289"/>
                <a:gd name="T45" fmla="*/ 550 h 597"/>
                <a:gd name="T46" fmla="*/ 241 w 289"/>
                <a:gd name="T47" fmla="*/ 595 h 597"/>
                <a:gd name="T48" fmla="*/ 287 w 289"/>
                <a:gd name="T49" fmla="*/ 542 h 597"/>
                <a:gd name="T50" fmla="*/ 252 w 289"/>
                <a:gd name="T51" fmla="*/ 124 h 597"/>
                <a:gd name="T52" fmla="*/ 252 w 289"/>
                <a:gd name="T53" fmla="*/ 41 h 597"/>
                <a:gd name="T54" fmla="*/ 252 w 289"/>
                <a:gd name="T55" fmla="*/ 41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89" h="597">
                  <a:moveTo>
                    <a:pt x="252" y="41"/>
                  </a:moveTo>
                  <a:cubicBezTo>
                    <a:pt x="252" y="41"/>
                    <a:pt x="252" y="41"/>
                    <a:pt x="252" y="41"/>
                  </a:cubicBezTo>
                  <a:cubicBezTo>
                    <a:pt x="252" y="41"/>
                    <a:pt x="252" y="41"/>
                    <a:pt x="252" y="41"/>
                  </a:cubicBezTo>
                  <a:cubicBezTo>
                    <a:pt x="240" y="41"/>
                    <a:pt x="232" y="37"/>
                    <a:pt x="224" y="34"/>
                  </a:cubicBezTo>
                  <a:cubicBezTo>
                    <a:pt x="217" y="31"/>
                    <a:pt x="212" y="28"/>
                    <a:pt x="206" y="25"/>
                  </a:cubicBezTo>
                  <a:cubicBezTo>
                    <a:pt x="204" y="24"/>
                    <a:pt x="204" y="24"/>
                    <a:pt x="204" y="24"/>
                  </a:cubicBezTo>
                  <a:cubicBezTo>
                    <a:pt x="195" y="18"/>
                    <a:pt x="185" y="13"/>
                    <a:pt x="174" y="8"/>
                  </a:cubicBezTo>
                  <a:cubicBezTo>
                    <a:pt x="169" y="6"/>
                    <a:pt x="165" y="4"/>
                    <a:pt x="161" y="1"/>
                  </a:cubicBezTo>
                  <a:cubicBezTo>
                    <a:pt x="159" y="0"/>
                    <a:pt x="158" y="0"/>
                    <a:pt x="156" y="0"/>
                  </a:cubicBezTo>
                  <a:cubicBezTo>
                    <a:pt x="126" y="0"/>
                    <a:pt x="106" y="12"/>
                    <a:pt x="85" y="24"/>
                  </a:cubicBezTo>
                  <a:cubicBezTo>
                    <a:pt x="81" y="26"/>
                    <a:pt x="78" y="28"/>
                    <a:pt x="74" y="30"/>
                  </a:cubicBezTo>
                  <a:cubicBezTo>
                    <a:pt x="71" y="31"/>
                    <a:pt x="71" y="31"/>
                    <a:pt x="71" y="31"/>
                  </a:cubicBezTo>
                  <a:cubicBezTo>
                    <a:pt x="63" y="35"/>
                    <a:pt x="53" y="40"/>
                    <a:pt x="37" y="41"/>
                  </a:cubicBezTo>
                  <a:cubicBezTo>
                    <a:pt x="37" y="41"/>
                    <a:pt x="37" y="41"/>
                    <a:pt x="37" y="41"/>
                  </a:cubicBezTo>
                  <a:cubicBezTo>
                    <a:pt x="36" y="41"/>
                    <a:pt x="36" y="41"/>
                    <a:pt x="36" y="41"/>
                  </a:cubicBezTo>
                  <a:cubicBezTo>
                    <a:pt x="36" y="41"/>
                    <a:pt x="36" y="41"/>
                    <a:pt x="36" y="41"/>
                  </a:cubicBezTo>
                  <a:cubicBezTo>
                    <a:pt x="36" y="124"/>
                    <a:pt x="36" y="124"/>
                    <a:pt x="36" y="124"/>
                  </a:cubicBezTo>
                  <a:cubicBezTo>
                    <a:pt x="2" y="542"/>
                    <a:pt x="2" y="542"/>
                    <a:pt x="2" y="542"/>
                  </a:cubicBezTo>
                  <a:cubicBezTo>
                    <a:pt x="0" y="569"/>
                    <a:pt x="20" y="593"/>
                    <a:pt x="47" y="595"/>
                  </a:cubicBezTo>
                  <a:cubicBezTo>
                    <a:pt x="74" y="597"/>
                    <a:pt x="98" y="577"/>
                    <a:pt x="101" y="550"/>
                  </a:cubicBezTo>
                  <a:cubicBezTo>
                    <a:pt x="130" y="186"/>
                    <a:pt x="130" y="186"/>
                    <a:pt x="130" y="186"/>
                  </a:cubicBezTo>
                  <a:cubicBezTo>
                    <a:pt x="158" y="186"/>
                    <a:pt x="158" y="186"/>
                    <a:pt x="158" y="186"/>
                  </a:cubicBezTo>
                  <a:cubicBezTo>
                    <a:pt x="188" y="550"/>
                    <a:pt x="188" y="550"/>
                    <a:pt x="188" y="550"/>
                  </a:cubicBezTo>
                  <a:cubicBezTo>
                    <a:pt x="190" y="577"/>
                    <a:pt x="214" y="597"/>
                    <a:pt x="241" y="595"/>
                  </a:cubicBezTo>
                  <a:cubicBezTo>
                    <a:pt x="269" y="593"/>
                    <a:pt x="289" y="569"/>
                    <a:pt x="287" y="542"/>
                  </a:cubicBezTo>
                  <a:cubicBezTo>
                    <a:pt x="252" y="124"/>
                    <a:pt x="252" y="124"/>
                    <a:pt x="252" y="124"/>
                  </a:cubicBezTo>
                  <a:cubicBezTo>
                    <a:pt x="252" y="41"/>
                    <a:pt x="252" y="41"/>
                    <a:pt x="252" y="41"/>
                  </a:cubicBezTo>
                  <a:cubicBezTo>
                    <a:pt x="252" y="41"/>
                    <a:pt x="252" y="41"/>
                    <a:pt x="252"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Oval 210"/>
            <p:cNvSpPr>
              <a:spLocks noChangeArrowheads="1"/>
            </p:cNvSpPr>
            <p:nvPr/>
          </p:nvSpPr>
          <p:spPr bwMode="auto">
            <a:xfrm>
              <a:off x="4462463" y="2935288"/>
              <a:ext cx="227013" cy="2286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211"/>
            <p:cNvSpPr>
              <a:spLocks/>
            </p:cNvSpPr>
            <p:nvPr/>
          </p:nvSpPr>
          <p:spPr bwMode="auto">
            <a:xfrm>
              <a:off x="4359275" y="3192463"/>
              <a:ext cx="433388" cy="230188"/>
            </a:xfrm>
            <a:custGeom>
              <a:avLst/>
              <a:gdLst>
                <a:gd name="T0" fmla="*/ 43 w 343"/>
                <a:gd name="T1" fmla="*/ 177 h 182"/>
                <a:gd name="T2" fmla="*/ 63 w 343"/>
                <a:gd name="T3" fmla="*/ 182 h 182"/>
                <a:gd name="T4" fmla="*/ 64 w 343"/>
                <a:gd name="T5" fmla="*/ 182 h 182"/>
                <a:gd name="T6" fmla="*/ 97 w 343"/>
                <a:gd name="T7" fmla="*/ 172 h 182"/>
                <a:gd name="T8" fmla="*/ 183 w 343"/>
                <a:gd name="T9" fmla="*/ 142 h 182"/>
                <a:gd name="T10" fmla="*/ 202 w 343"/>
                <a:gd name="T11" fmla="*/ 143 h 182"/>
                <a:gd name="T12" fmla="*/ 238 w 343"/>
                <a:gd name="T13" fmla="*/ 116 h 182"/>
                <a:gd name="T14" fmla="*/ 212 w 343"/>
                <a:gd name="T15" fmla="*/ 80 h 182"/>
                <a:gd name="T16" fmla="*/ 183 w 343"/>
                <a:gd name="T17" fmla="*/ 78 h 182"/>
                <a:gd name="T18" fmla="*/ 92 w 343"/>
                <a:gd name="T19" fmla="*/ 101 h 182"/>
                <a:gd name="T20" fmla="*/ 68 w 343"/>
                <a:gd name="T21" fmla="*/ 115 h 182"/>
                <a:gd name="T22" fmla="*/ 67 w 343"/>
                <a:gd name="T23" fmla="*/ 114 h 182"/>
                <a:gd name="T24" fmla="*/ 65 w 343"/>
                <a:gd name="T25" fmla="*/ 107 h 182"/>
                <a:gd name="T26" fmla="*/ 73 w 343"/>
                <a:gd name="T27" fmla="*/ 102 h 182"/>
                <a:gd name="T28" fmla="*/ 88 w 343"/>
                <a:gd name="T29" fmla="*/ 94 h 182"/>
                <a:gd name="T30" fmla="*/ 182 w 343"/>
                <a:gd name="T31" fmla="*/ 69 h 182"/>
                <a:gd name="T32" fmla="*/ 213 w 343"/>
                <a:gd name="T33" fmla="*/ 71 h 182"/>
                <a:gd name="T34" fmla="*/ 239 w 343"/>
                <a:gd name="T35" fmla="*/ 86 h 182"/>
                <a:gd name="T36" fmla="*/ 266 w 343"/>
                <a:gd name="T37" fmla="*/ 100 h 182"/>
                <a:gd name="T38" fmla="*/ 270 w 343"/>
                <a:gd name="T39" fmla="*/ 102 h 182"/>
                <a:gd name="T40" fmla="*/ 278 w 343"/>
                <a:gd name="T41" fmla="*/ 107 h 182"/>
                <a:gd name="T42" fmla="*/ 275 w 343"/>
                <a:gd name="T43" fmla="*/ 114 h 182"/>
                <a:gd name="T44" fmla="*/ 275 w 343"/>
                <a:gd name="T45" fmla="*/ 115 h 182"/>
                <a:gd name="T46" fmla="*/ 262 w 343"/>
                <a:gd name="T47" fmla="*/ 107 h 182"/>
                <a:gd name="T48" fmla="*/ 246 w 343"/>
                <a:gd name="T49" fmla="*/ 99 h 182"/>
                <a:gd name="T50" fmla="*/ 247 w 343"/>
                <a:gd name="T51" fmla="*/ 117 h 182"/>
                <a:gd name="T52" fmla="*/ 208 w 343"/>
                <a:gd name="T53" fmla="*/ 152 h 182"/>
                <a:gd name="T54" fmla="*/ 238 w 343"/>
                <a:gd name="T55" fmla="*/ 167 h 182"/>
                <a:gd name="T56" fmla="*/ 255 w 343"/>
                <a:gd name="T57" fmla="*/ 176 h 182"/>
                <a:gd name="T58" fmla="*/ 279 w 343"/>
                <a:gd name="T59" fmla="*/ 182 h 182"/>
                <a:gd name="T60" fmla="*/ 279 w 343"/>
                <a:gd name="T61" fmla="*/ 182 h 182"/>
                <a:gd name="T62" fmla="*/ 299 w 343"/>
                <a:gd name="T63" fmla="*/ 177 h 182"/>
                <a:gd name="T64" fmla="*/ 333 w 343"/>
                <a:gd name="T65" fmla="*/ 142 h 182"/>
                <a:gd name="T66" fmla="*/ 343 w 343"/>
                <a:gd name="T67" fmla="*/ 98 h 182"/>
                <a:gd name="T68" fmla="*/ 320 w 343"/>
                <a:gd name="T69" fmla="*/ 33 h 182"/>
                <a:gd name="T70" fmla="*/ 252 w 343"/>
                <a:gd name="T71" fmla="*/ 0 h 182"/>
                <a:gd name="T72" fmla="*/ 249 w 343"/>
                <a:gd name="T73" fmla="*/ 0 h 182"/>
                <a:gd name="T74" fmla="*/ 248 w 343"/>
                <a:gd name="T75" fmla="*/ 0 h 182"/>
                <a:gd name="T76" fmla="*/ 94 w 343"/>
                <a:gd name="T77" fmla="*/ 0 h 182"/>
                <a:gd name="T78" fmla="*/ 91 w 343"/>
                <a:gd name="T79" fmla="*/ 0 h 182"/>
                <a:gd name="T80" fmla="*/ 23 w 343"/>
                <a:gd name="T81" fmla="*/ 33 h 182"/>
                <a:gd name="T82" fmla="*/ 0 w 343"/>
                <a:gd name="T83" fmla="*/ 98 h 182"/>
                <a:gd name="T84" fmla="*/ 9 w 343"/>
                <a:gd name="T85" fmla="*/ 142 h 182"/>
                <a:gd name="T86" fmla="*/ 10 w 343"/>
                <a:gd name="T87" fmla="*/ 142 h 182"/>
                <a:gd name="T88" fmla="*/ 43 w 343"/>
                <a:gd name="T89" fmla="*/ 177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43" h="182">
                  <a:moveTo>
                    <a:pt x="43" y="177"/>
                  </a:moveTo>
                  <a:cubicBezTo>
                    <a:pt x="50" y="181"/>
                    <a:pt x="57" y="182"/>
                    <a:pt x="63" y="182"/>
                  </a:cubicBezTo>
                  <a:cubicBezTo>
                    <a:pt x="63" y="182"/>
                    <a:pt x="63" y="182"/>
                    <a:pt x="64" y="182"/>
                  </a:cubicBezTo>
                  <a:cubicBezTo>
                    <a:pt x="79" y="182"/>
                    <a:pt x="88" y="176"/>
                    <a:pt x="97" y="172"/>
                  </a:cubicBezTo>
                  <a:cubicBezTo>
                    <a:pt x="122" y="158"/>
                    <a:pt x="145" y="142"/>
                    <a:pt x="183" y="142"/>
                  </a:cubicBezTo>
                  <a:cubicBezTo>
                    <a:pt x="189" y="142"/>
                    <a:pt x="195" y="142"/>
                    <a:pt x="202" y="143"/>
                  </a:cubicBezTo>
                  <a:cubicBezTo>
                    <a:pt x="220" y="146"/>
                    <a:pt x="236" y="134"/>
                    <a:pt x="238" y="116"/>
                  </a:cubicBezTo>
                  <a:cubicBezTo>
                    <a:pt x="241" y="99"/>
                    <a:pt x="229" y="82"/>
                    <a:pt x="212" y="80"/>
                  </a:cubicBezTo>
                  <a:cubicBezTo>
                    <a:pt x="202" y="78"/>
                    <a:pt x="192" y="78"/>
                    <a:pt x="183" y="78"/>
                  </a:cubicBezTo>
                  <a:cubicBezTo>
                    <a:pt x="144" y="77"/>
                    <a:pt x="113" y="90"/>
                    <a:pt x="92" y="101"/>
                  </a:cubicBezTo>
                  <a:cubicBezTo>
                    <a:pt x="82" y="107"/>
                    <a:pt x="73" y="112"/>
                    <a:pt x="68" y="115"/>
                  </a:cubicBezTo>
                  <a:cubicBezTo>
                    <a:pt x="67" y="115"/>
                    <a:pt x="67" y="114"/>
                    <a:pt x="67" y="114"/>
                  </a:cubicBezTo>
                  <a:cubicBezTo>
                    <a:pt x="66" y="112"/>
                    <a:pt x="65" y="110"/>
                    <a:pt x="65" y="107"/>
                  </a:cubicBezTo>
                  <a:cubicBezTo>
                    <a:pt x="73" y="102"/>
                    <a:pt x="73" y="102"/>
                    <a:pt x="73" y="102"/>
                  </a:cubicBezTo>
                  <a:cubicBezTo>
                    <a:pt x="77" y="99"/>
                    <a:pt x="82" y="97"/>
                    <a:pt x="88" y="94"/>
                  </a:cubicBezTo>
                  <a:cubicBezTo>
                    <a:pt x="119" y="77"/>
                    <a:pt x="150" y="69"/>
                    <a:pt x="182" y="69"/>
                  </a:cubicBezTo>
                  <a:cubicBezTo>
                    <a:pt x="193" y="69"/>
                    <a:pt x="203" y="70"/>
                    <a:pt x="213" y="71"/>
                  </a:cubicBezTo>
                  <a:cubicBezTo>
                    <a:pt x="223" y="73"/>
                    <a:pt x="232" y="78"/>
                    <a:pt x="239" y="86"/>
                  </a:cubicBezTo>
                  <a:cubicBezTo>
                    <a:pt x="249" y="90"/>
                    <a:pt x="258" y="95"/>
                    <a:pt x="266" y="100"/>
                  </a:cubicBezTo>
                  <a:cubicBezTo>
                    <a:pt x="267" y="101"/>
                    <a:pt x="269" y="101"/>
                    <a:pt x="270" y="102"/>
                  </a:cubicBezTo>
                  <a:cubicBezTo>
                    <a:pt x="278" y="107"/>
                    <a:pt x="278" y="107"/>
                    <a:pt x="278" y="107"/>
                  </a:cubicBezTo>
                  <a:cubicBezTo>
                    <a:pt x="277" y="110"/>
                    <a:pt x="276" y="112"/>
                    <a:pt x="275" y="114"/>
                  </a:cubicBezTo>
                  <a:cubicBezTo>
                    <a:pt x="275" y="114"/>
                    <a:pt x="275" y="115"/>
                    <a:pt x="275" y="115"/>
                  </a:cubicBezTo>
                  <a:cubicBezTo>
                    <a:pt x="271" y="113"/>
                    <a:pt x="267" y="110"/>
                    <a:pt x="262" y="107"/>
                  </a:cubicBezTo>
                  <a:cubicBezTo>
                    <a:pt x="257" y="105"/>
                    <a:pt x="252" y="102"/>
                    <a:pt x="246" y="99"/>
                  </a:cubicBezTo>
                  <a:cubicBezTo>
                    <a:pt x="247" y="105"/>
                    <a:pt x="248" y="111"/>
                    <a:pt x="247" y="117"/>
                  </a:cubicBezTo>
                  <a:cubicBezTo>
                    <a:pt x="244" y="137"/>
                    <a:pt x="228" y="151"/>
                    <a:pt x="208" y="152"/>
                  </a:cubicBezTo>
                  <a:cubicBezTo>
                    <a:pt x="219" y="157"/>
                    <a:pt x="228" y="162"/>
                    <a:pt x="238" y="167"/>
                  </a:cubicBezTo>
                  <a:cubicBezTo>
                    <a:pt x="243" y="171"/>
                    <a:pt x="249" y="174"/>
                    <a:pt x="255" y="176"/>
                  </a:cubicBezTo>
                  <a:cubicBezTo>
                    <a:pt x="261" y="179"/>
                    <a:pt x="269" y="182"/>
                    <a:pt x="279" y="182"/>
                  </a:cubicBezTo>
                  <a:cubicBezTo>
                    <a:pt x="279" y="182"/>
                    <a:pt x="279" y="182"/>
                    <a:pt x="279" y="182"/>
                  </a:cubicBezTo>
                  <a:cubicBezTo>
                    <a:pt x="286" y="182"/>
                    <a:pt x="293" y="181"/>
                    <a:pt x="299" y="177"/>
                  </a:cubicBezTo>
                  <a:cubicBezTo>
                    <a:pt x="315" y="169"/>
                    <a:pt x="326" y="156"/>
                    <a:pt x="333" y="142"/>
                  </a:cubicBezTo>
                  <a:cubicBezTo>
                    <a:pt x="340" y="129"/>
                    <a:pt x="343" y="113"/>
                    <a:pt x="343" y="98"/>
                  </a:cubicBezTo>
                  <a:cubicBezTo>
                    <a:pt x="343" y="76"/>
                    <a:pt x="336" y="52"/>
                    <a:pt x="320" y="33"/>
                  </a:cubicBezTo>
                  <a:cubicBezTo>
                    <a:pt x="305" y="14"/>
                    <a:pt x="280" y="2"/>
                    <a:pt x="252" y="0"/>
                  </a:cubicBezTo>
                  <a:cubicBezTo>
                    <a:pt x="251" y="0"/>
                    <a:pt x="250" y="0"/>
                    <a:pt x="249" y="0"/>
                  </a:cubicBezTo>
                  <a:cubicBezTo>
                    <a:pt x="248" y="0"/>
                    <a:pt x="248" y="0"/>
                    <a:pt x="248" y="0"/>
                  </a:cubicBezTo>
                  <a:cubicBezTo>
                    <a:pt x="94" y="0"/>
                    <a:pt x="94" y="0"/>
                    <a:pt x="94" y="0"/>
                  </a:cubicBezTo>
                  <a:cubicBezTo>
                    <a:pt x="93" y="0"/>
                    <a:pt x="92" y="0"/>
                    <a:pt x="91" y="0"/>
                  </a:cubicBezTo>
                  <a:cubicBezTo>
                    <a:pt x="62" y="2"/>
                    <a:pt x="38" y="14"/>
                    <a:pt x="23" y="33"/>
                  </a:cubicBezTo>
                  <a:cubicBezTo>
                    <a:pt x="7" y="52"/>
                    <a:pt x="0" y="76"/>
                    <a:pt x="0" y="98"/>
                  </a:cubicBezTo>
                  <a:cubicBezTo>
                    <a:pt x="0" y="113"/>
                    <a:pt x="3" y="128"/>
                    <a:pt x="9" y="142"/>
                  </a:cubicBezTo>
                  <a:cubicBezTo>
                    <a:pt x="10" y="142"/>
                    <a:pt x="10" y="142"/>
                    <a:pt x="10" y="142"/>
                  </a:cubicBezTo>
                  <a:cubicBezTo>
                    <a:pt x="17" y="156"/>
                    <a:pt x="28" y="169"/>
                    <a:pt x="43" y="1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212"/>
            <p:cNvSpPr>
              <a:spLocks noEditPoints="1"/>
            </p:cNvSpPr>
            <p:nvPr/>
          </p:nvSpPr>
          <p:spPr bwMode="auto">
            <a:xfrm>
              <a:off x="5151438" y="2941638"/>
              <a:ext cx="233363" cy="234950"/>
            </a:xfrm>
            <a:custGeom>
              <a:avLst/>
              <a:gdLst>
                <a:gd name="T0" fmla="*/ 98 w 185"/>
                <a:gd name="T1" fmla="*/ 183 h 186"/>
                <a:gd name="T2" fmla="*/ 182 w 185"/>
                <a:gd name="T3" fmla="*/ 88 h 186"/>
                <a:gd name="T4" fmla="*/ 87 w 185"/>
                <a:gd name="T5" fmla="*/ 3 h 186"/>
                <a:gd name="T6" fmla="*/ 3 w 185"/>
                <a:gd name="T7" fmla="*/ 98 h 186"/>
                <a:gd name="T8" fmla="*/ 98 w 185"/>
                <a:gd name="T9" fmla="*/ 183 h 186"/>
                <a:gd name="T10" fmla="*/ 123 w 185"/>
                <a:gd name="T11" fmla="*/ 47 h 186"/>
                <a:gd name="T12" fmla="*/ 142 w 185"/>
                <a:gd name="T13" fmla="*/ 65 h 186"/>
                <a:gd name="T14" fmla="*/ 123 w 185"/>
                <a:gd name="T15" fmla="*/ 83 h 186"/>
                <a:gd name="T16" fmla="*/ 105 w 185"/>
                <a:gd name="T17" fmla="*/ 65 h 186"/>
                <a:gd name="T18" fmla="*/ 123 w 185"/>
                <a:gd name="T19" fmla="*/ 47 h 186"/>
                <a:gd name="T20" fmla="*/ 109 w 185"/>
                <a:gd name="T21" fmla="*/ 128 h 186"/>
                <a:gd name="T22" fmla="*/ 159 w 185"/>
                <a:gd name="T23" fmla="*/ 116 h 186"/>
                <a:gd name="T24" fmla="*/ 117 w 185"/>
                <a:gd name="T25" fmla="*/ 157 h 186"/>
                <a:gd name="T26" fmla="*/ 60 w 185"/>
                <a:gd name="T27" fmla="*/ 141 h 186"/>
                <a:gd name="T28" fmla="*/ 109 w 185"/>
                <a:gd name="T29" fmla="*/ 128 h 186"/>
                <a:gd name="T30" fmla="*/ 65 w 185"/>
                <a:gd name="T31" fmla="*/ 58 h 186"/>
                <a:gd name="T32" fmla="*/ 89 w 185"/>
                <a:gd name="T33" fmla="*/ 82 h 186"/>
                <a:gd name="T34" fmla="*/ 65 w 185"/>
                <a:gd name="T35" fmla="*/ 106 h 186"/>
                <a:gd name="T36" fmla="*/ 41 w 185"/>
                <a:gd name="T37" fmla="*/ 82 h 186"/>
                <a:gd name="T38" fmla="*/ 65 w 185"/>
                <a:gd name="T39" fmla="*/ 58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5" h="186">
                  <a:moveTo>
                    <a:pt x="98" y="183"/>
                  </a:moveTo>
                  <a:cubicBezTo>
                    <a:pt x="147" y="180"/>
                    <a:pt x="185" y="137"/>
                    <a:pt x="182" y="88"/>
                  </a:cubicBezTo>
                  <a:cubicBezTo>
                    <a:pt x="180" y="38"/>
                    <a:pt x="137" y="0"/>
                    <a:pt x="87" y="3"/>
                  </a:cubicBezTo>
                  <a:cubicBezTo>
                    <a:pt x="38" y="6"/>
                    <a:pt x="0" y="49"/>
                    <a:pt x="3" y="98"/>
                  </a:cubicBezTo>
                  <a:cubicBezTo>
                    <a:pt x="6" y="148"/>
                    <a:pt x="48" y="186"/>
                    <a:pt x="98" y="183"/>
                  </a:cubicBezTo>
                  <a:close/>
                  <a:moveTo>
                    <a:pt x="123" y="47"/>
                  </a:moveTo>
                  <a:cubicBezTo>
                    <a:pt x="133" y="47"/>
                    <a:pt x="142" y="55"/>
                    <a:pt x="142" y="65"/>
                  </a:cubicBezTo>
                  <a:cubicBezTo>
                    <a:pt x="142" y="75"/>
                    <a:pt x="133" y="83"/>
                    <a:pt x="123" y="83"/>
                  </a:cubicBezTo>
                  <a:cubicBezTo>
                    <a:pt x="113" y="83"/>
                    <a:pt x="105" y="75"/>
                    <a:pt x="105" y="65"/>
                  </a:cubicBezTo>
                  <a:cubicBezTo>
                    <a:pt x="105" y="55"/>
                    <a:pt x="113" y="47"/>
                    <a:pt x="123" y="47"/>
                  </a:cubicBezTo>
                  <a:close/>
                  <a:moveTo>
                    <a:pt x="109" y="128"/>
                  </a:moveTo>
                  <a:cubicBezTo>
                    <a:pt x="137" y="121"/>
                    <a:pt x="155" y="100"/>
                    <a:pt x="159" y="116"/>
                  </a:cubicBezTo>
                  <a:cubicBezTo>
                    <a:pt x="163" y="132"/>
                    <a:pt x="144" y="150"/>
                    <a:pt x="117" y="157"/>
                  </a:cubicBezTo>
                  <a:cubicBezTo>
                    <a:pt x="90" y="164"/>
                    <a:pt x="64" y="156"/>
                    <a:pt x="60" y="141"/>
                  </a:cubicBezTo>
                  <a:cubicBezTo>
                    <a:pt x="56" y="125"/>
                    <a:pt x="82" y="135"/>
                    <a:pt x="109" y="128"/>
                  </a:cubicBezTo>
                  <a:close/>
                  <a:moveTo>
                    <a:pt x="65" y="58"/>
                  </a:moveTo>
                  <a:cubicBezTo>
                    <a:pt x="78" y="58"/>
                    <a:pt x="89" y="69"/>
                    <a:pt x="89" y="82"/>
                  </a:cubicBezTo>
                  <a:cubicBezTo>
                    <a:pt x="89" y="95"/>
                    <a:pt x="78" y="106"/>
                    <a:pt x="65" y="106"/>
                  </a:cubicBezTo>
                  <a:cubicBezTo>
                    <a:pt x="51" y="106"/>
                    <a:pt x="41" y="95"/>
                    <a:pt x="41" y="82"/>
                  </a:cubicBezTo>
                  <a:cubicBezTo>
                    <a:pt x="41" y="69"/>
                    <a:pt x="51" y="58"/>
                    <a:pt x="65"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213"/>
            <p:cNvSpPr>
              <a:spLocks noEditPoints="1"/>
            </p:cNvSpPr>
            <p:nvPr/>
          </p:nvSpPr>
          <p:spPr bwMode="auto">
            <a:xfrm>
              <a:off x="4859338" y="3017838"/>
              <a:ext cx="990600" cy="1117600"/>
            </a:xfrm>
            <a:custGeom>
              <a:avLst/>
              <a:gdLst>
                <a:gd name="T0" fmla="*/ 780 w 783"/>
                <a:gd name="T1" fmla="*/ 193 h 883"/>
                <a:gd name="T2" fmla="*/ 728 w 783"/>
                <a:gd name="T3" fmla="*/ 108 h 883"/>
                <a:gd name="T4" fmla="*/ 707 w 783"/>
                <a:gd name="T5" fmla="*/ 83 h 883"/>
                <a:gd name="T6" fmla="*/ 710 w 783"/>
                <a:gd name="T7" fmla="*/ 73 h 883"/>
                <a:gd name="T8" fmla="*/ 687 w 783"/>
                <a:gd name="T9" fmla="*/ 34 h 883"/>
                <a:gd name="T10" fmla="*/ 662 w 783"/>
                <a:gd name="T11" fmla="*/ 38 h 883"/>
                <a:gd name="T12" fmla="*/ 646 w 783"/>
                <a:gd name="T13" fmla="*/ 14 h 883"/>
                <a:gd name="T14" fmla="*/ 644 w 783"/>
                <a:gd name="T15" fmla="*/ 10 h 883"/>
                <a:gd name="T16" fmla="*/ 641 w 783"/>
                <a:gd name="T17" fmla="*/ 6 h 883"/>
                <a:gd name="T18" fmla="*/ 634 w 783"/>
                <a:gd name="T19" fmla="*/ 2 h 883"/>
                <a:gd name="T20" fmla="*/ 622 w 783"/>
                <a:gd name="T21" fmla="*/ 10 h 883"/>
                <a:gd name="T22" fmla="*/ 622 w 783"/>
                <a:gd name="T23" fmla="*/ 17 h 883"/>
                <a:gd name="T24" fmla="*/ 625 w 783"/>
                <a:gd name="T25" fmla="*/ 22 h 883"/>
                <a:gd name="T26" fmla="*/ 627 w 783"/>
                <a:gd name="T27" fmla="*/ 25 h 883"/>
                <a:gd name="T28" fmla="*/ 645 w 783"/>
                <a:gd name="T29" fmla="*/ 60 h 883"/>
                <a:gd name="T30" fmla="*/ 575 w 783"/>
                <a:gd name="T31" fmla="*/ 90 h 883"/>
                <a:gd name="T32" fmla="*/ 435 w 783"/>
                <a:gd name="T33" fmla="*/ 117 h 883"/>
                <a:gd name="T34" fmla="*/ 373 w 783"/>
                <a:gd name="T35" fmla="*/ 128 h 883"/>
                <a:gd name="T36" fmla="*/ 301 w 783"/>
                <a:gd name="T37" fmla="*/ 144 h 883"/>
                <a:gd name="T38" fmla="*/ 208 w 783"/>
                <a:gd name="T39" fmla="*/ 179 h 883"/>
                <a:gd name="T40" fmla="*/ 112 w 783"/>
                <a:gd name="T41" fmla="*/ 217 h 883"/>
                <a:gd name="T42" fmla="*/ 64 w 783"/>
                <a:gd name="T43" fmla="*/ 224 h 883"/>
                <a:gd name="T44" fmla="*/ 20 w 783"/>
                <a:gd name="T45" fmla="*/ 213 h 883"/>
                <a:gd name="T46" fmla="*/ 9 w 783"/>
                <a:gd name="T47" fmla="*/ 257 h 883"/>
                <a:gd name="T48" fmla="*/ 72 w 783"/>
                <a:gd name="T49" fmla="*/ 289 h 883"/>
                <a:gd name="T50" fmla="*/ 117 w 783"/>
                <a:gd name="T51" fmla="*/ 282 h 883"/>
                <a:gd name="T52" fmla="*/ 234 w 783"/>
                <a:gd name="T53" fmla="*/ 238 h 883"/>
                <a:gd name="T54" fmla="*/ 275 w 783"/>
                <a:gd name="T55" fmla="*/ 220 h 883"/>
                <a:gd name="T56" fmla="*/ 172 w 783"/>
                <a:gd name="T57" fmla="*/ 795 h 883"/>
                <a:gd name="T58" fmla="*/ 180 w 783"/>
                <a:gd name="T59" fmla="*/ 866 h 883"/>
                <a:gd name="T60" fmla="*/ 211 w 783"/>
                <a:gd name="T61" fmla="*/ 877 h 883"/>
                <a:gd name="T62" fmla="*/ 250 w 783"/>
                <a:gd name="T63" fmla="*/ 858 h 883"/>
                <a:gd name="T64" fmla="*/ 390 w 783"/>
                <a:gd name="T65" fmla="*/ 481 h 883"/>
                <a:gd name="T66" fmla="*/ 435 w 783"/>
                <a:gd name="T67" fmla="*/ 486 h 883"/>
                <a:gd name="T68" fmla="*/ 414 w 783"/>
                <a:gd name="T69" fmla="*/ 816 h 883"/>
                <a:gd name="T70" fmla="*/ 443 w 783"/>
                <a:gd name="T71" fmla="*/ 880 h 883"/>
                <a:gd name="T72" fmla="*/ 461 w 783"/>
                <a:gd name="T73" fmla="*/ 883 h 883"/>
                <a:gd name="T74" fmla="*/ 508 w 783"/>
                <a:gd name="T75" fmla="*/ 851 h 883"/>
                <a:gd name="T76" fmla="*/ 486 w 783"/>
                <a:gd name="T77" fmla="*/ 195 h 883"/>
                <a:gd name="T78" fmla="*/ 475 w 783"/>
                <a:gd name="T79" fmla="*/ 175 h 883"/>
                <a:gd name="T80" fmla="*/ 664 w 783"/>
                <a:gd name="T81" fmla="*/ 125 h 883"/>
                <a:gd name="T82" fmla="*/ 672 w 783"/>
                <a:gd name="T83" fmla="*/ 142 h 883"/>
                <a:gd name="T84" fmla="*/ 724 w 783"/>
                <a:gd name="T85" fmla="*/ 227 h 883"/>
                <a:gd name="T86" fmla="*/ 734 w 783"/>
                <a:gd name="T87" fmla="*/ 230 h 883"/>
                <a:gd name="T88" fmla="*/ 778 w 783"/>
                <a:gd name="T89" fmla="*/ 203 h 883"/>
                <a:gd name="T90" fmla="*/ 780 w 783"/>
                <a:gd name="T91" fmla="*/ 193 h 883"/>
                <a:gd name="T92" fmla="*/ 712 w 783"/>
                <a:gd name="T93" fmla="*/ 192 h 883"/>
                <a:gd name="T94" fmla="*/ 680 w 783"/>
                <a:gd name="T95" fmla="*/ 141 h 883"/>
                <a:gd name="T96" fmla="*/ 706 w 783"/>
                <a:gd name="T97" fmla="*/ 125 h 883"/>
                <a:gd name="T98" fmla="*/ 737 w 783"/>
                <a:gd name="T99" fmla="*/ 177 h 883"/>
                <a:gd name="T100" fmla="*/ 712 w 783"/>
                <a:gd name="T101" fmla="*/ 192 h 8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83" h="883">
                  <a:moveTo>
                    <a:pt x="780" y="193"/>
                  </a:moveTo>
                  <a:cubicBezTo>
                    <a:pt x="780" y="193"/>
                    <a:pt x="740" y="126"/>
                    <a:pt x="728" y="108"/>
                  </a:cubicBezTo>
                  <a:cubicBezTo>
                    <a:pt x="722" y="97"/>
                    <a:pt x="715" y="90"/>
                    <a:pt x="707" y="83"/>
                  </a:cubicBezTo>
                  <a:cubicBezTo>
                    <a:pt x="708" y="80"/>
                    <a:pt x="709" y="76"/>
                    <a:pt x="710" y="73"/>
                  </a:cubicBezTo>
                  <a:cubicBezTo>
                    <a:pt x="714" y="56"/>
                    <a:pt x="704" y="38"/>
                    <a:pt x="687" y="34"/>
                  </a:cubicBezTo>
                  <a:cubicBezTo>
                    <a:pt x="678" y="32"/>
                    <a:pt x="669" y="33"/>
                    <a:pt x="662" y="38"/>
                  </a:cubicBezTo>
                  <a:cubicBezTo>
                    <a:pt x="653" y="25"/>
                    <a:pt x="646" y="14"/>
                    <a:pt x="646" y="14"/>
                  </a:cubicBezTo>
                  <a:cubicBezTo>
                    <a:pt x="644" y="10"/>
                    <a:pt x="644" y="10"/>
                    <a:pt x="644" y="10"/>
                  </a:cubicBezTo>
                  <a:cubicBezTo>
                    <a:pt x="644" y="10"/>
                    <a:pt x="641" y="7"/>
                    <a:pt x="641" y="6"/>
                  </a:cubicBezTo>
                  <a:cubicBezTo>
                    <a:pt x="641" y="6"/>
                    <a:pt x="637" y="0"/>
                    <a:pt x="634" y="2"/>
                  </a:cubicBezTo>
                  <a:cubicBezTo>
                    <a:pt x="622" y="10"/>
                    <a:pt x="622" y="10"/>
                    <a:pt x="622" y="10"/>
                  </a:cubicBezTo>
                  <a:cubicBezTo>
                    <a:pt x="619" y="12"/>
                    <a:pt x="622" y="17"/>
                    <a:pt x="622" y="17"/>
                  </a:cubicBezTo>
                  <a:cubicBezTo>
                    <a:pt x="623" y="18"/>
                    <a:pt x="625" y="22"/>
                    <a:pt x="625" y="22"/>
                  </a:cubicBezTo>
                  <a:cubicBezTo>
                    <a:pt x="627" y="25"/>
                    <a:pt x="627" y="25"/>
                    <a:pt x="627" y="25"/>
                  </a:cubicBezTo>
                  <a:cubicBezTo>
                    <a:pt x="627" y="25"/>
                    <a:pt x="637" y="43"/>
                    <a:pt x="645" y="60"/>
                  </a:cubicBezTo>
                  <a:cubicBezTo>
                    <a:pt x="639" y="66"/>
                    <a:pt x="621" y="77"/>
                    <a:pt x="575" y="90"/>
                  </a:cubicBezTo>
                  <a:cubicBezTo>
                    <a:pt x="531" y="102"/>
                    <a:pt x="478" y="110"/>
                    <a:pt x="435" y="117"/>
                  </a:cubicBezTo>
                  <a:cubicBezTo>
                    <a:pt x="409" y="121"/>
                    <a:pt x="389" y="124"/>
                    <a:pt x="373" y="128"/>
                  </a:cubicBezTo>
                  <a:cubicBezTo>
                    <a:pt x="350" y="131"/>
                    <a:pt x="325" y="136"/>
                    <a:pt x="301" y="144"/>
                  </a:cubicBezTo>
                  <a:cubicBezTo>
                    <a:pt x="276" y="150"/>
                    <a:pt x="245" y="164"/>
                    <a:pt x="208" y="179"/>
                  </a:cubicBezTo>
                  <a:cubicBezTo>
                    <a:pt x="175" y="194"/>
                    <a:pt x="141" y="208"/>
                    <a:pt x="112" y="217"/>
                  </a:cubicBezTo>
                  <a:cubicBezTo>
                    <a:pt x="77" y="228"/>
                    <a:pt x="66" y="225"/>
                    <a:pt x="64" y="224"/>
                  </a:cubicBezTo>
                  <a:cubicBezTo>
                    <a:pt x="55" y="209"/>
                    <a:pt x="35" y="204"/>
                    <a:pt x="20" y="213"/>
                  </a:cubicBezTo>
                  <a:cubicBezTo>
                    <a:pt x="5" y="222"/>
                    <a:pt x="0" y="241"/>
                    <a:pt x="9" y="257"/>
                  </a:cubicBezTo>
                  <a:cubicBezTo>
                    <a:pt x="21" y="278"/>
                    <a:pt x="43" y="289"/>
                    <a:pt x="72" y="289"/>
                  </a:cubicBezTo>
                  <a:cubicBezTo>
                    <a:pt x="86" y="289"/>
                    <a:pt x="101" y="287"/>
                    <a:pt x="117" y="282"/>
                  </a:cubicBezTo>
                  <a:cubicBezTo>
                    <a:pt x="153" y="273"/>
                    <a:pt x="196" y="254"/>
                    <a:pt x="234" y="238"/>
                  </a:cubicBezTo>
                  <a:cubicBezTo>
                    <a:pt x="248" y="232"/>
                    <a:pt x="262" y="226"/>
                    <a:pt x="275" y="220"/>
                  </a:cubicBezTo>
                  <a:cubicBezTo>
                    <a:pt x="286" y="270"/>
                    <a:pt x="342" y="584"/>
                    <a:pt x="172" y="795"/>
                  </a:cubicBezTo>
                  <a:cubicBezTo>
                    <a:pt x="155" y="817"/>
                    <a:pt x="159" y="848"/>
                    <a:pt x="180" y="866"/>
                  </a:cubicBezTo>
                  <a:cubicBezTo>
                    <a:pt x="189" y="873"/>
                    <a:pt x="200" y="877"/>
                    <a:pt x="211" y="877"/>
                  </a:cubicBezTo>
                  <a:cubicBezTo>
                    <a:pt x="226" y="877"/>
                    <a:pt x="240" y="870"/>
                    <a:pt x="250" y="858"/>
                  </a:cubicBezTo>
                  <a:cubicBezTo>
                    <a:pt x="344" y="741"/>
                    <a:pt x="380" y="602"/>
                    <a:pt x="390" y="481"/>
                  </a:cubicBezTo>
                  <a:cubicBezTo>
                    <a:pt x="405" y="483"/>
                    <a:pt x="421" y="485"/>
                    <a:pt x="435" y="486"/>
                  </a:cubicBezTo>
                  <a:cubicBezTo>
                    <a:pt x="446" y="600"/>
                    <a:pt x="447" y="726"/>
                    <a:pt x="414" y="816"/>
                  </a:cubicBezTo>
                  <a:cubicBezTo>
                    <a:pt x="404" y="842"/>
                    <a:pt x="418" y="871"/>
                    <a:pt x="443" y="880"/>
                  </a:cubicBezTo>
                  <a:cubicBezTo>
                    <a:pt x="449" y="882"/>
                    <a:pt x="455" y="883"/>
                    <a:pt x="461" y="883"/>
                  </a:cubicBezTo>
                  <a:cubicBezTo>
                    <a:pt x="481" y="883"/>
                    <a:pt x="500" y="871"/>
                    <a:pt x="508" y="851"/>
                  </a:cubicBezTo>
                  <a:cubicBezTo>
                    <a:pt x="594" y="619"/>
                    <a:pt x="490" y="212"/>
                    <a:pt x="486" y="195"/>
                  </a:cubicBezTo>
                  <a:cubicBezTo>
                    <a:pt x="484" y="187"/>
                    <a:pt x="480" y="181"/>
                    <a:pt x="475" y="175"/>
                  </a:cubicBezTo>
                  <a:cubicBezTo>
                    <a:pt x="555" y="162"/>
                    <a:pt x="622" y="148"/>
                    <a:pt x="664" y="125"/>
                  </a:cubicBezTo>
                  <a:cubicBezTo>
                    <a:pt x="666" y="130"/>
                    <a:pt x="668" y="136"/>
                    <a:pt x="672" y="142"/>
                  </a:cubicBezTo>
                  <a:cubicBezTo>
                    <a:pt x="683" y="160"/>
                    <a:pt x="724" y="227"/>
                    <a:pt x="724" y="227"/>
                  </a:cubicBezTo>
                  <a:cubicBezTo>
                    <a:pt x="726" y="231"/>
                    <a:pt x="730" y="232"/>
                    <a:pt x="734" y="230"/>
                  </a:cubicBezTo>
                  <a:cubicBezTo>
                    <a:pt x="778" y="203"/>
                    <a:pt x="778" y="203"/>
                    <a:pt x="778" y="203"/>
                  </a:cubicBezTo>
                  <a:cubicBezTo>
                    <a:pt x="782" y="201"/>
                    <a:pt x="783" y="197"/>
                    <a:pt x="780" y="193"/>
                  </a:cubicBezTo>
                  <a:close/>
                  <a:moveTo>
                    <a:pt x="712" y="192"/>
                  </a:moveTo>
                  <a:cubicBezTo>
                    <a:pt x="680" y="141"/>
                    <a:pt x="680" y="141"/>
                    <a:pt x="680" y="141"/>
                  </a:cubicBezTo>
                  <a:cubicBezTo>
                    <a:pt x="706" y="125"/>
                    <a:pt x="706" y="125"/>
                    <a:pt x="706" y="125"/>
                  </a:cubicBezTo>
                  <a:cubicBezTo>
                    <a:pt x="737" y="177"/>
                    <a:pt x="737" y="177"/>
                    <a:pt x="737" y="177"/>
                  </a:cubicBezTo>
                  <a:lnTo>
                    <a:pt x="712" y="1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Oval 214"/>
            <p:cNvSpPr>
              <a:spLocks noChangeArrowheads="1"/>
            </p:cNvSpPr>
            <p:nvPr/>
          </p:nvSpPr>
          <p:spPr bwMode="auto">
            <a:xfrm>
              <a:off x="5368925" y="2913063"/>
              <a:ext cx="55563" cy="555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Oval 215"/>
            <p:cNvSpPr>
              <a:spLocks noChangeArrowheads="1"/>
            </p:cNvSpPr>
            <p:nvPr/>
          </p:nvSpPr>
          <p:spPr bwMode="auto">
            <a:xfrm>
              <a:off x="5311775" y="2841625"/>
              <a:ext cx="55563" cy="555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Oval 216"/>
            <p:cNvSpPr>
              <a:spLocks noChangeArrowheads="1"/>
            </p:cNvSpPr>
            <p:nvPr/>
          </p:nvSpPr>
          <p:spPr bwMode="auto">
            <a:xfrm>
              <a:off x="5378450" y="2786063"/>
              <a:ext cx="71438" cy="714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82" name="组合 181"/>
          <p:cNvGrpSpPr/>
          <p:nvPr/>
        </p:nvGrpSpPr>
        <p:grpSpPr>
          <a:xfrm>
            <a:off x="936625" y="4756150"/>
            <a:ext cx="977901" cy="1423988"/>
            <a:chOff x="936625" y="4756150"/>
            <a:chExt cx="977901" cy="1423988"/>
          </a:xfrm>
          <a:solidFill>
            <a:schemeClr val="tx1">
              <a:lumMod val="65000"/>
              <a:lumOff val="35000"/>
            </a:schemeClr>
          </a:solidFill>
        </p:grpSpPr>
        <p:sp>
          <p:nvSpPr>
            <p:cNvPr id="183" name="Freeform 217"/>
            <p:cNvSpPr>
              <a:spLocks/>
            </p:cNvSpPr>
            <p:nvPr/>
          </p:nvSpPr>
          <p:spPr bwMode="auto">
            <a:xfrm>
              <a:off x="936625" y="4911725"/>
              <a:ext cx="703263" cy="1268413"/>
            </a:xfrm>
            <a:custGeom>
              <a:avLst/>
              <a:gdLst>
                <a:gd name="T0" fmla="*/ 145 w 556"/>
                <a:gd name="T1" fmla="*/ 529 h 1003"/>
                <a:gd name="T2" fmla="*/ 111 w 556"/>
                <a:gd name="T3" fmla="*/ 948 h 1003"/>
                <a:gd name="T4" fmla="*/ 156 w 556"/>
                <a:gd name="T5" fmla="*/ 1001 h 1003"/>
                <a:gd name="T6" fmla="*/ 209 w 556"/>
                <a:gd name="T7" fmla="*/ 956 h 1003"/>
                <a:gd name="T8" fmla="*/ 239 w 556"/>
                <a:gd name="T9" fmla="*/ 591 h 1003"/>
                <a:gd name="T10" fmla="*/ 267 w 556"/>
                <a:gd name="T11" fmla="*/ 591 h 1003"/>
                <a:gd name="T12" fmla="*/ 297 w 556"/>
                <a:gd name="T13" fmla="*/ 956 h 1003"/>
                <a:gd name="T14" fmla="*/ 350 w 556"/>
                <a:gd name="T15" fmla="*/ 1001 h 1003"/>
                <a:gd name="T16" fmla="*/ 395 w 556"/>
                <a:gd name="T17" fmla="*/ 948 h 1003"/>
                <a:gd name="T18" fmla="*/ 361 w 556"/>
                <a:gd name="T19" fmla="*/ 529 h 1003"/>
                <a:gd name="T20" fmla="*/ 361 w 556"/>
                <a:gd name="T21" fmla="*/ 320 h 1003"/>
                <a:gd name="T22" fmla="*/ 486 w 556"/>
                <a:gd name="T23" fmla="*/ 241 h 1003"/>
                <a:gd name="T24" fmla="*/ 500 w 556"/>
                <a:gd name="T25" fmla="*/ 223 h 1003"/>
                <a:gd name="T26" fmla="*/ 551 w 556"/>
                <a:gd name="T27" fmla="*/ 44 h 1003"/>
                <a:gd name="T28" fmla="*/ 529 w 556"/>
                <a:gd name="T29" fmla="*/ 5 h 1003"/>
                <a:gd name="T30" fmla="*/ 489 w 556"/>
                <a:gd name="T31" fmla="*/ 27 h 1003"/>
                <a:gd name="T32" fmla="*/ 442 w 556"/>
                <a:gd name="T33" fmla="*/ 194 h 1003"/>
                <a:gd name="T34" fmla="*/ 340 w 556"/>
                <a:gd name="T35" fmla="*/ 258 h 1003"/>
                <a:gd name="T36" fmla="*/ 330 w 556"/>
                <a:gd name="T37" fmla="*/ 256 h 1003"/>
                <a:gd name="T38" fmla="*/ 176 w 556"/>
                <a:gd name="T39" fmla="*/ 256 h 1003"/>
                <a:gd name="T40" fmla="*/ 172 w 556"/>
                <a:gd name="T41" fmla="*/ 256 h 1003"/>
                <a:gd name="T42" fmla="*/ 75 w 556"/>
                <a:gd name="T43" fmla="*/ 247 h 1003"/>
                <a:gd name="T44" fmla="*/ 124 w 556"/>
                <a:gd name="T45" fmla="*/ 83 h 1003"/>
                <a:gd name="T46" fmla="*/ 103 w 556"/>
                <a:gd name="T47" fmla="*/ 44 h 1003"/>
                <a:gd name="T48" fmla="*/ 63 w 556"/>
                <a:gd name="T49" fmla="*/ 65 h 1003"/>
                <a:gd name="T50" fmla="*/ 3 w 556"/>
                <a:gd name="T51" fmla="*/ 265 h 1003"/>
                <a:gd name="T52" fmla="*/ 7 w 556"/>
                <a:gd name="T53" fmla="*/ 292 h 1003"/>
                <a:gd name="T54" fmla="*/ 29 w 556"/>
                <a:gd name="T55" fmla="*/ 306 h 1003"/>
                <a:gd name="T56" fmla="*/ 145 w 556"/>
                <a:gd name="T57" fmla="*/ 319 h 1003"/>
                <a:gd name="T58" fmla="*/ 145 w 556"/>
                <a:gd name="T59" fmla="*/ 529 h 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56" h="1003">
                  <a:moveTo>
                    <a:pt x="145" y="529"/>
                  </a:moveTo>
                  <a:cubicBezTo>
                    <a:pt x="111" y="948"/>
                    <a:pt x="111" y="948"/>
                    <a:pt x="111" y="948"/>
                  </a:cubicBezTo>
                  <a:cubicBezTo>
                    <a:pt x="108" y="975"/>
                    <a:pt x="129" y="999"/>
                    <a:pt x="156" y="1001"/>
                  </a:cubicBezTo>
                  <a:cubicBezTo>
                    <a:pt x="183" y="1003"/>
                    <a:pt x="207" y="983"/>
                    <a:pt x="209" y="956"/>
                  </a:cubicBezTo>
                  <a:cubicBezTo>
                    <a:pt x="239" y="591"/>
                    <a:pt x="239" y="591"/>
                    <a:pt x="239" y="591"/>
                  </a:cubicBezTo>
                  <a:cubicBezTo>
                    <a:pt x="267" y="591"/>
                    <a:pt x="267" y="591"/>
                    <a:pt x="267" y="591"/>
                  </a:cubicBezTo>
                  <a:cubicBezTo>
                    <a:pt x="297" y="956"/>
                    <a:pt x="297" y="956"/>
                    <a:pt x="297" y="956"/>
                  </a:cubicBezTo>
                  <a:cubicBezTo>
                    <a:pt x="299" y="983"/>
                    <a:pt x="323" y="1003"/>
                    <a:pt x="350" y="1001"/>
                  </a:cubicBezTo>
                  <a:cubicBezTo>
                    <a:pt x="377" y="999"/>
                    <a:pt x="397" y="975"/>
                    <a:pt x="395" y="948"/>
                  </a:cubicBezTo>
                  <a:cubicBezTo>
                    <a:pt x="361" y="529"/>
                    <a:pt x="361" y="529"/>
                    <a:pt x="361" y="529"/>
                  </a:cubicBezTo>
                  <a:cubicBezTo>
                    <a:pt x="361" y="320"/>
                    <a:pt x="361" y="320"/>
                    <a:pt x="361" y="320"/>
                  </a:cubicBezTo>
                  <a:cubicBezTo>
                    <a:pt x="486" y="241"/>
                    <a:pt x="486" y="241"/>
                    <a:pt x="486" y="241"/>
                  </a:cubicBezTo>
                  <a:cubicBezTo>
                    <a:pt x="493" y="237"/>
                    <a:pt x="498" y="231"/>
                    <a:pt x="500" y="223"/>
                  </a:cubicBezTo>
                  <a:cubicBezTo>
                    <a:pt x="551" y="44"/>
                    <a:pt x="551" y="44"/>
                    <a:pt x="551" y="44"/>
                  </a:cubicBezTo>
                  <a:cubicBezTo>
                    <a:pt x="556" y="27"/>
                    <a:pt x="546" y="10"/>
                    <a:pt x="529" y="5"/>
                  </a:cubicBezTo>
                  <a:cubicBezTo>
                    <a:pt x="512" y="0"/>
                    <a:pt x="494" y="10"/>
                    <a:pt x="489" y="27"/>
                  </a:cubicBezTo>
                  <a:cubicBezTo>
                    <a:pt x="442" y="194"/>
                    <a:pt x="442" y="194"/>
                    <a:pt x="442" y="194"/>
                  </a:cubicBezTo>
                  <a:cubicBezTo>
                    <a:pt x="340" y="258"/>
                    <a:pt x="340" y="258"/>
                    <a:pt x="340" y="258"/>
                  </a:cubicBezTo>
                  <a:cubicBezTo>
                    <a:pt x="337" y="257"/>
                    <a:pt x="334" y="256"/>
                    <a:pt x="330" y="256"/>
                  </a:cubicBezTo>
                  <a:cubicBezTo>
                    <a:pt x="176" y="256"/>
                    <a:pt x="176" y="256"/>
                    <a:pt x="176" y="256"/>
                  </a:cubicBezTo>
                  <a:cubicBezTo>
                    <a:pt x="174" y="256"/>
                    <a:pt x="173" y="256"/>
                    <a:pt x="172" y="256"/>
                  </a:cubicBezTo>
                  <a:cubicBezTo>
                    <a:pt x="151" y="256"/>
                    <a:pt x="109" y="251"/>
                    <a:pt x="75" y="247"/>
                  </a:cubicBezTo>
                  <a:cubicBezTo>
                    <a:pt x="124" y="83"/>
                    <a:pt x="124" y="83"/>
                    <a:pt x="124" y="83"/>
                  </a:cubicBezTo>
                  <a:cubicBezTo>
                    <a:pt x="129" y="66"/>
                    <a:pt x="120" y="49"/>
                    <a:pt x="103" y="44"/>
                  </a:cubicBezTo>
                  <a:cubicBezTo>
                    <a:pt x="86" y="38"/>
                    <a:pt x="68" y="48"/>
                    <a:pt x="63" y="65"/>
                  </a:cubicBezTo>
                  <a:cubicBezTo>
                    <a:pt x="3" y="265"/>
                    <a:pt x="3" y="265"/>
                    <a:pt x="3" y="265"/>
                  </a:cubicBezTo>
                  <a:cubicBezTo>
                    <a:pt x="0" y="274"/>
                    <a:pt x="1" y="284"/>
                    <a:pt x="7" y="292"/>
                  </a:cubicBezTo>
                  <a:cubicBezTo>
                    <a:pt x="12" y="299"/>
                    <a:pt x="20" y="305"/>
                    <a:pt x="29" y="306"/>
                  </a:cubicBezTo>
                  <a:cubicBezTo>
                    <a:pt x="38" y="307"/>
                    <a:pt x="101" y="315"/>
                    <a:pt x="145" y="319"/>
                  </a:cubicBezTo>
                  <a:lnTo>
                    <a:pt x="145" y="5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218"/>
            <p:cNvSpPr>
              <a:spLocks noEditPoints="1"/>
            </p:cNvSpPr>
            <p:nvPr/>
          </p:nvSpPr>
          <p:spPr bwMode="auto">
            <a:xfrm>
              <a:off x="1143000" y="4978400"/>
              <a:ext cx="227013" cy="227013"/>
            </a:xfrm>
            <a:custGeom>
              <a:avLst/>
              <a:gdLst>
                <a:gd name="T0" fmla="*/ 90 w 180"/>
                <a:gd name="T1" fmla="*/ 180 h 180"/>
                <a:gd name="T2" fmla="*/ 180 w 180"/>
                <a:gd name="T3" fmla="*/ 90 h 180"/>
                <a:gd name="T4" fmla="*/ 90 w 180"/>
                <a:gd name="T5" fmla="*/ 0 h 180"/>
                <a:gd name="T6" fmla="*/ 0 w 180"/>
                <a:gd name="T7" fmla="*/ 90 h 180"/>
                <a:gd name="T8" fmla="*/ 90 w 180"/>
                <a:gd name="T9" fmla="*/ 180 h 180"/>
                <a:gd name="T10" fmla="*/ 94 w 180"/>
                <a:gd name="T11" fmla="*/ 110 h 180"/>
                <a:gd name="T12" fmla="*/ 139 w 180"/>
                <a:gd name="T13" fmla="*/ 138 h 180"/>
                <a:gd name="T14" fmla="*/ 93 w 180"/>
                <a:gd name="T15" fmla="*/ 136 h 180"/>
                <a:gd name="T16" fmla="*/ 47 w 180"/>
                <a:gd name="T17" fmla="*/ 135 h 180"/>
                <a:gd name="T18" fmla="*/ 94 w 180"/>
                <a:gd name="T19" fmla="*/ 11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0" h="180">
                  <a:moveTo>
                    <a:pt x="90" y="180"/>
                  </a:moveTo>
                  <a:cubicBezTo>
                    <a:pt x="140" y="180"/>
                    <a:pt x="180" y="140"/>
                    <a:pt x="180" y="90"/>
                  </a:cubicBezTo>
                  <a:cubicBezTo>
                    <a:pt x="180" y="41"/>
                    <a:pt x="140" y="0"/>
                    <a:pt x="90" y="0"/>
                  </a:cubicBezTo>
                  <a:cubicBezTo>
                    <a:pt x="40" y="0"/>
                    <a:pt x="0" y="41"/>
                    <a:pt x="0" y="90"/>
                  </a:cubicBezTo>
                  <a:cubicBezTo>
                    <a:pt x="0" y="140"/>
                    <a:pt x="40" y="180"/>
                    <a:pt x="90" y="180"/>
                  </a:cubicBezTo>
                  <a:close/>
                  <a:moveTo>
                    <a:pt x="94" y="110"/>
                  </a:moveTo>
                  <a:cubicBezTo>
                    <a:pt x="119" y="111"/>
                    <a:pt x="139" y="124"/>
                    <a:pt x="139" y="138"/>
                  </a:cubicBezTo>
                  <a:cubicBezTo>
                    <a:pt x="138" y="153"/>
                    <a:pt x="118" y="137"/>
                    <a:pt x="93" y="136"/>
                  </a:cubicBezTo>
                  <a:cubicBezTo>
                    <a:pt x="68" y="135"/>
                    <a:pt x="47" y="149"/>
                    <a:pt x="47" y="135"/>
                  </a:cubicBezTo>
                  <a:cubicBezTo>
                    <a:pt x="48" y="120"/>
                    <a:pt x="69" y="109"/>
                    <a:pt x="94" y="1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219"/>
            <p:cNvSpPr>
              <a:spLocks/>
            </p:cNvSpPr>
            <p:nvPr/>
          </p:nvSpPr>
          <p:spPr bwMode="auto">
            <a:xfrm>
              <a:off x="1258888" y="4860925"/>
              <a:ext cx="244475" cy="223838"/>
            </a:xfrm>
            <a:custGeom>
              <a:avLst/>
              <a:gdLst>
                <a:gd name="T0" fmla="*/ 193 w 193"/>
                <a:gd name="T1" fmla="*/ 109 h 177"/>
                <a:gd name="T2" fmla="*/ 188 w 193"/>
                <a:gd name="T3" fmla="*/ 104 h 177"/>
                <a:gd name="T4" fmla="*/ 145 w 193"/>
                <a:gd name="T5" fmla="*/ 96 h 177"/>
                <a:gd name="T6" fmla="*/ 173 w 193"/>
                <a:gd name="T7" fmla="*/ 55 h 177"/>
                <a:gd name="T8" fmla="*/ 173 w 193"/>
                <a:gd name="T9" fmla="*/ 49 h 177"/>
                <a:gd name="T10" fmla="*/ 167 w 193"/>
                <a:gd name="T11" fmla="*/ 46 h 177"/>
                <a:gd name="T12" fmla="*/ 122 w 193"/>
                <a:gd name="T13" fmla="*/ 59 h 177"/>
                <a:gd name="T14" fmla="*/ 126 w 193"/>
                <a:gd name="T15" fmla="*/ 7 h 177"/>
                <a:gd name="T16" fmla="*/ 123 w 193"/>
                <a:gd name="T17" fmla="*/ 1 h 177"/>
                <a:gd name="T18" fmla="*/ 116 w 193"/>
                <a:gd name="T19" fmla="*/ 2 h 177"/>
                <a:gd name="T20" fmla="*/ 81 w 193"/>
                <a:gd name="T21" fmla="*/ 42 h 177"/>
                <a:gd name="T22" fmla="*/ 64 w 193"/>
                <a:gd name="T23" fmla="*/ 6 h 177"/>
                <a:gd name="T24" fmla="*/ 58 w 193"/>
                <a:gd name="T25" fmla="*/ 3 h 177"/>
                <a:gd name="T26" fmla="*/ 53 w 193"/>
                <a:gd name="T27" fmla="*/ 7 h 177"/>
                <a:gd name="T28" fmla="*/ 43 w 193"/>
                <a:gd name="T29" fmla="*/ 39 h 177"/>
                <a:gd name="T30" fmla="*/ 11 w 193"/>
                <a:gd name="T31" fmla="*/ 8 h 177"/>
                <a:gd name="T32" fmla="*/ 4 w 193"/>
                <a:gd name="T33" fmla="*/ 7 h 177"/>
                <a:gd name="T34" fmla="*/ 1 w 193"/>
                <a:gd name="T35" fmla="*/ 13 h 177"/>
                <a:gd name="T36" fmla="*/ 10 w 193"/>
                <a:gd name="T37" fmla="*/ 62 h 177"/>
                <a:gd name="T38" fmla="*/ 17 w 193"/>
                <a:gd name="T39" fmla="*/ 66 h 177"/>
                <a:gd name="T40" fmla="*/ 22 w 193"/>
                <a:gd name="T41" fmla="*/ 60 h 177"/>
                <a:gd name="T42" fmla="*/ 16 w 193"/>
                <a:gd name="T43" fmla="*/ 29 h 177"/>
                <a:gd name="T44" fmla="*/ 42 w 193"/>
                <a:gd name="T45" fmla="*/ 55 h 177"/>
                <a:gd name="T46" fmla="*/ 48 w 193"/>
                <a:gd name="T47" fmla="*/ 56 h 177"/>
                <a:gd name="T48" fmla="*/ 52 w 193"/>
                <a:gd name="T49" fmla="*/ 52 h 177"/>
                <a:gd name="T50" fmla="*/ 60 w 193"/>
                <a:gd name="T51" fmla="*/ 26 h 177"/>
                <a:gd name="T52" fmla="*/ 74 w 193"/>
                <a:gd name="T53" fmla="*/ 55 h 177"/>
                <a:gd name="T54" fmla="*/ 78 w 193"/>
                <a:gd name="T55" fmla="*/ 59 h 177"/>
                <a:gd name="T56" fmla="*/ 84 w 193"/>
                <a:gd name="T57" fmla="*/ 57 h 177"/>
                <a:gd name="T58" fmla="*/ 113 w 193"/>
                <a:gd name="T59" fmla="*/ 24 h 177"/>
                <a:gd name="T60" fmla="*/ 109 w 193"/>
                <a:gd name="T61" fmla="*/ 66 h 177"/>
                <a:gd name="T62" fmla="*/ 111 w 193"/>
                <a:gd name="T63" fmla="*/ 71 h 177"/>
                <a:gd name="T64" fmla="*/ 116 w 193"/>
                <a:gd name="T65" fmla="*/ 72 h 177"/>
                <a:gd name="T66" fmla="*/ 154 w 193"/>
                <a:gd name="T67" fmla="*/ 62 h 177"/>
                <a:gd name="T68" fmla="*/ 129 w 193"/>
                <a:gd name="T69" fmla="*/ 97 h 177"/>
                <a:gd name="T70" fmla="*/ 129 w 193"/>
                <a:gd name="T71" fmla="*/ 103 h 177"/>
                <a:gd name="T72" fmla="*/ 133 w 193"/>
                <a:gd name="T73" fmla="*/ 107 h 177"/>
                <a:gd name="T74" fmla="*/ 169 w 193"/>
                <a:gd name="T75" fmla="*/ 113 h 177"/>
                <a:gd name="T76" fmla="*/ 127 w 193"/>
                <a:gd name="T77" fmla="*/ 135 h 177"/>
                <a:gd name="T78" fmla="*/ 124 w 193"/>
                <a:gd name="T79" fmla="*/ 139 h 177"/>
                <a:gd name="T80" fmla="*/ 125 w 193"/>
                <a:gd name="T81" fmla="*/ 144 h 177"/>
                <a:gd name="T82" fmla="*/ 143 w 193"/>
                <a:gd name="T83" fmla="*/ 164 h 177"/>
                <a:gd name="T84" fmla="*/ 117 w 193"/>
                <a:gd name="T85" fmla="*/ 162 h 177"/>
                <a:gd name="T86" fmla="*/ 110 w 193"/>
                <a:gd name="T87" fmla="*/ 168 h 177"/>
                <a:gd name="T88" fmla="*/ 116 w 193"/>
                <a:gd name="T89" fmla="*/ 174 h 177"/>
                <a:gd name="T90" fmla="*/ 156 w 193"/>
                <a:gd name="T91" fmla="*/ 177 h 177"/>
                <a:gd name="T92" fmla="*/ 157 w 193"/>
                <a:gd name="T93" fmla="*/ 177 h 177"/>
                <a:gd name="T94" fmla="*/ 162 w 193"/>
                <a:gd name="T95" fmla="*/ 174 h 177"/>
                <a:gd name="T96" fmla="*/ 161 w 193"/>
                <a:gd name="T97" fmla="*/ 167 h 177"/>
                <a:gd name="T98" fmla="*/ 139 w 193"/>
                <a:gd name="T99" fmla="*/ 142 h 177"/>
                <a:gd name="T100" fmla="*/ 190 w 193"/>
                <a:gd name="T101" fmla="*/ 116 h 177"/>
                <a:gd name="T102" fmla="*/ 193 w 193"/>
                <a:gd name="T103" fmla="*/ 10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3" h="177">
                  <a:moveTo>
                    <a:pt x="193" y="109"/>
                  </a:moveTo>
                  <a:cubicBezTo>
                    <a:pt x="193" y="107"/>
                    <a:pt x="191" y="105"/>
                    <a:pt x="188" y="104"/>
                  </a:cubicBezTo>
                  <a:cubicBezTo>
                    <a:pt x="145" y="96"/>
                    <a:pt x="145" y="96"/>
                    <a:pt x="145" y="96"/>
                  </a:cubicBezTo>
                  <a:cubicBezTo>
                    <a:pt x="173" y="55"/>
                    <a:pt x="173" y="55"/>
                    <a:pt x="173" y="55"/>
                  </a:cubicBezTo>
                  <a:cubicBezTo>
                    <a:pt x="174" y="53"/>
                    <a:pt x="174" y="51"/>
                    <a:pt x="173" y="49"/>
                  </a:cubicBezTo>
                  <a:cubicBezTo>
                    <a:pt x="172" y="47"/>
                    <a:pt x="169" y="46"/>
                    <a:pt x="167" y="46"/>
                  </a:cubicBezTo>
                  <a:cubicBezTo>
                    <a:pt x="122" y="59"/>
                    <a:pt x="122" y="59"/>
                    <a:pt x="122" y="59"/>
                  </a:cubicBezTo>
                  <a:cubicBezTo>
                    <a:pt x="126" y="7"/>
                    <a:pt x="126" y="7"/>
                    <a:pt x="126" y="7"/>
                  </a:cubicBezTo>
                  <a:cubicBezTo>
                    <a:pt x="126" y="4"/>
                    <a:pt x="125" y="2"/>
                    <a:pt x="123" y="1"/>
                  </a:cubicBezTo>
                  <a:cubicBezTo>
                    <a:pt x="120" y="0"/>
                    <a:pt x="117" y="0"/>
                    <a:pt x="116" y="2"/>
                  </a:cubicBezTo>
                  <a:cubicBezTo>
                    <a:pt x="81" y="42"/>
                    <a:pt x="81" y="42"/>
                    <a:pt x="81" y="42"/>
                  </a:cubicBezTo>
                  <a:cubicBezTo>
                    <a:pt x="64" y="6"/>
                    <a:pt x="64" y="6"/>
                    <a:pt x="64" y="6"/>
                  </a:cubicBezTo>
                  <a:cubicBezTo>
                    <a:pt x="63" y="4"/>
                    <a:pt x="61" y="2"/>
                    <a:pt x="58" y="3"/>
                  </a:cubicBezTo>
                  <a:cubicBezTo>
                    <a:pt x="56" y="3"/>
                    <a:pt x="54" y="5"/>
                    <a:pt x="53" y="7"/>
                  </a:cubicBezTo>
                  <a:cubicBezTo>
                    <a:pt x="43" y="39"/>
                    <a:pt x="43" y="39"/>
                    <a:pt x="43" y="39"/>
                  </a:cubicBezTo>
                  <a:cubicBezTo>
                    <a:pt x="11" y="8"/>
                    <a:pt x="11" y="8"/>
                    <a:pt x="11" y="8"/>
                  </a:cubicBezTo>
                  <a:cubicBezTo>
                    <a:pt x="9" y="6"/>
                    <a:pt x="6" y="5"/>
                    <a:pt x="4" y="7"/>
                  </a:cubicBezTo>
                  <a:cubicBezTo>
                    <a:pt x="2" y="8"/>
                    <a:pt x="0" y="10"/>
                    <a:pt x="1" y="13"/>
                  </a:cubicBezTo>
                  <a:cubicBezTo>
                    <a:pt x="10" y="62"/>
                    <a:pt x="10" y="62"/>
                    <a:pt x="10" y="62"/>
                  </a:cubicBezTo>
                  <a:cubicBezTo>
                    <a:pt x="10" y="65"/>
                    <a:pt x="14" y="67"/>
                    <a:pt x="17" y="66"/>
                  </a:cubicBezTo>
                  <a:cubicBezTo>
                    <a:pt x="20" y="66"/>
                    <a:pt x="22" y="63"/>
                    <a:pt x="22" y="60"/>
                  </a:cubicBezTo>
                  <a:cubicBezTo>
                    <a:pt x="16" y="29"/>
                    <a:pt x="16" y="29"/>
                    <a:pt x="16" y="29"/>
                  </a:cubicBezTo>
                  <a:cubicBezTo>
                    <a:pt x="42" y="55"/>
                    <a:pt x="42" y="55"/>
                    <a:pt x="42" y="55"/>
                  </a:cubicBezTo>
                  <a:cubicBezTo>
                    <a:pt x="44" y="56"/>
                    <a:pt x="46" y="57"/>
                    <a:pt x="48" y="56"/>
                  </a:cubicBezTo>
                  <a:cubicBezTo>
                    <a:pt x="50" y="55"/>
                    <a:pt x="52" y="54"/>
                    <a:pt x="52" y="52"/>
                  </a:cubicBezTo>
                  <a:cubicBezTo>
                    <a:pt x="60" y="26"/>
                    <a:pt x="60" y="26"/>
                    <a:pt x="60" y="26"/>
                  </a:cubicBezTo>
                  <a:cubicBezTo>
                    <a:pt x="74" y="55"/>
                    <a:pt x="74" y="55"/>
                    <a:pt x="74" y="55"/>
                  </a:cubicBezTo>
                  <a:cubicBezTo>
                    <a:pt x="75" y="57"/>
                    <a:pt x="76" y="59"/>
                    <a:pt x="78" y="59"/>
                  </a:cubicBezTo>
                  <a:cubicBezTo>
                    <a:pt x="80" y="59"/>
                    <a:pt x="82" y="58"/>
                    <a:pt x="84" y="57"/>
                  </a:cubicBezTo>
                  <a:cubicBezTo>
                    <a:pt x="113" y="24"/>
                    <a:pt x="113" y="24"/>
                    <a:pt x="113" y="24"/>
                  </a:cubicBezTo>
                  <a:cubicBezTo>
                    <a:pt x="109" y="66"/>
                    <a:pt x="109" y="66"/>
                    <a:pt x="109" y="66"/>
                  </a:cubicBezTo>
                  <a:cubicBezTo>
                    <a:pt x="109" y="68"/>
                    <a:pt x="110" y="70"/>
                    <a:pt x="111" y="71"/>
                  </a:cubicBezTo>
                  <a:cubicBezTo>
                    <a:pt x="113" y="73"/>
                    <a:pt x="115" y="73"/>
                    <a:pt x="116" y="72"/>
                  </a:cubicBezTo>
                  <a:cubicBezTo>
                    <a:pt x="154" y="62"/>
                    <a:pt x="154" y="62"/>
                    <a:pt x="154" y="62"/>
                  </a:cubicBezTo>
                  <a:cubicBezTo>
                    <a:pt x="129" y="97"/>
                    <a:pt x="129" y="97"/>
                    <a:pt x="129" y="97"/>
                  </a:cubicBezTo>
                  <a:cubicBezTo>
                    <a:pt x="128" y="99"/>
                    <a:pt x="128" y="101"/>
                    <a:pt x="129" y="103"/>
                  </a:cubicBezTo>
                  <a:cubicBezTo>
                    <a:pt x="130" y="105"/>
                    <a:pt x="131" y="106"/>
                    <a:pt x="133" y="107"/>
                  </a:cubicBezTo>
                  <a:cubicBezTo>
                    <a:pt x="169" y="113"/>
                    <a:pt x="169" y="113"/>
                    <a:pt x="169" y="113"/>
                  </a:cubicBezTo>
                  <a:cubicBezTo>
                    <a:pt x="127" y="135"/>
                    <a:pt x="127" y="135"/>
                    <a:pt x="127" y="135"/>
                  </a:cubicBezTo>
                  <a:cubicBezTo>
                    <a:pt x="125" y="136"/>
                    <a:pt x="124" y="137"/>
                    <a:pt x="124" y="139"/>
                  </a:cubicBezTo>
                  <a:cubicBezTo>
                    <a:pt x="123" y="141"/>
                    <a:pt x="124" y="143"/>
                    <a:pt x="125" y="144"/>
                  </a:cubicBezTo>
                  <a:cubicBezTo>
                    <a:pt x="143" y="164"/>
                    <a:pt x="143" y="164"/>
                    <a:pt x="143" y="164"/>
                  </a:cubicBezTo>
                  <a:cubicBezTo>
                    <a:pt x="117" y="162"/>
                    <a:pt x="117" y="162"/>
                    <a:pt x="117" y="162"/>
                  </a:cubicBezTo>
                  <a:cubicBezTo>
                    <a:pt x="113" y="162"/>
                    <a:pt x="111" y="164"/>
                    <a:pt x="110" y="168"/>
                  </a:cubicBezTo>
                  <a:cubicBezTo>
                    <a:pt x="110" y="171"/>
                    <a:pt x="113" y="174"/>
                    <a:pt x="116" y="174"/>
                  </a:cubicBezTo>
                  <a:cubicBezTo>
                    <a:pt x="156" y="177"/>
                    <a:pt x="156" y="177"/>
                    <a:pt x="156" y="177"/>
                  </a:cubicBezTo>
                  <a:cubicBezTo>
                    <a:pt x="157" y="177"/>
                    <a:pt x="157" y="177"/>
                    <a:pt x="157" y="177"/>
                  </a:cubicBezTo>
                  <a:cubicBezTo>
                    <a:pt x="159" y="177"/>
                    <a:pt x="161" y="176"/>
                    <a:pt x="162" y="174"/>
                  </a:cubicBezTo>
                  <a:cubicBezTo>
                    <a:pt x="163" y="171"/>
                    <a:pt x="163" y="169"/>
                    <a:pt x="161" y="167"/>
                  </a:cubicBezTo>
                  <a:cubicBezTo>
                    <a:pt x="139" y="142"/>
                    <a:pt x="139" y="142"/>
                    <a:pt x="139" y="142"/>
                  </a:cubicBezTo>
                  <a:cubicBezTo>
                    <a:pt x="190" y="116"/>
                    <a:pt x="190" y="116"/>
                    <a:pt x="190" y="116"/>
                  </a:cubicBezTo>
                  <a:cubicBezTo>
                    <a:pt x="192" y="114"/>
                    <a:pt x="193" y="112"/>
                    <a:pt x="193"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220"/>
            <p:cNvSpPr>
              <a:spLocks/>
            </p:cNvSpPr>
            <p:nvPr/>
          </p:nvSpPr>
          <p:spPr bwMode="auto">
            <a:xfrm>
              <a:off x="1047750" y="4756150"/>
              <a:ext cx="180975" cy="209550"/>
            </a:xfrm>
            <a:custGeom>
              <a:avLst/>
              <a:gdLst>
                <a:gd name="T0" fmla="*/ 18 w 144"/>
                <a:gd name="T1" fmla="*/ 131 h 166"/>
                <a:gd name="T2" fmla="*/ 75 w 144"/>
                <a:gd name="T3" fmla="*/ 127 h 166"/>
                <a:gd name="T4" fmla="*/ 75 w 144"/>
                <a:gd name="T5" fmla="*/ 126 h 166"/>
                <a:gd name="T6" fmla="*/ 109 w 144"/>
                <a:gd name="T7" fmla="*/ 166 h 166"/>
                <a:gd name="T8" fmla="*/ 114 w 144"/>
                <a:gd name="T9" fmla="*/ 163 h 166"/>
                <a:gd name="T10" fmla="*/ 88 w 144"/>
                <a:gd name="T11" fmla="*/ 128 h 166"/>
                <a:gd name="T12" fmla="*/ 67 w 144"/>
                <a:gd name="T13" fmla="*/ 99 h 166"/>
                <a:gd name="T14" fmla="*/ 59 w 144"/>
                <a:gd name="T15" fmla="*/ 106 h 166"/>
                <a:gd name="T16" fmla="*/ 71 w 144"/>
                <a:gd name="T17" fmla="*/ 120 h 166"/>
                <a:gd name="T18" fmla="*/ 26 w 144"/>
                <a:gd name="T19" fmla="*/ 121 h 166"/>
                <a:gd name="T20" fmla="*/ 22 w 144"/>
                <a:gd name="T21" fmla="*/ 76 h 166"/>
                <a:gd name="T22" fmla="*/ 22 w 144"/>
                <a:gd name="T23" fmla="*/ 77 h 166"/>
                <a:gd name="T24" fmla="*/ 45 w 144"/>
                <a:gd name="T25" fmla="*/ 87 h 166"/>
                <a:gd name="T26" fmla="*/ 34 w 144"/>
                <a:gd name="T27" fmla="*/ 80 h 166"/>
                <a:gd name="T28" fmla="*/ 30 w 144"/>
                <a:gd name="T29" fmla="*/ 32 h 166"/>
                <a:gd name="T30" fmla="*/ 78 w 144"/>
                <a:gd name="T31" fmla="*/ 28 h 166"/>
                <a:gd name="T32" fmla="*/ 90 w 144"/>
                <a:gd name="T33" fmla="*/ 50 h 166"/>
                <a:gd name="T34" fmla="*/ 89 w 144"/>
                <a:gd name="T35" fmla="*/ 37 h 166"/>
                <a:gd name="T36" fmla="*/ 115 w 144"/>
                <a:gd name="T37" fmla="*/ 45 h 166"/>
                <a:gd name="T38" fmla="*/ 119 w 144"/>
                <a:gd name="T39" fmla="*/ 91 h 166"/>
                <a:gd name="T40" fmla="*/ 104 w 144"/>
                <a:gd name="T41" fmla="*/ 101 h 166"/>
                <a:gd name="T42" fmla="*/ 97 w 144"/>
                <a:gd name="T43" fmla="*/ 84 h 166"/>
                <a:gd name="T44" fmla="*/ 87 w 144"/>
                <a:gd name="T45" fmla="*/ 87 h 166"/>
                <a:gd name="T46" fmla="*/ 101 w 144"/>
                <a:gd name="T47" fmla="*/ 119 h 166"/>
                <a:gd name="T48" fmla="*/ 120 w 144"/>
                <a:gd name="T49" fmla="*/ 159 h 166"/>
                <a:gd name="T50" fmla="*/ 125 w 144"/>
                <a:gd name="T51" fmla="*/ 157 h 166"/>
                <a:gd name="T52" fmla="*/ 107 w 144"/>
                <a:gd name="T53" fmla="*/ 111 h 166"/>
                <a:gd name="T54" fmla="*/ 129 w 144"/>
                <a:gd name="T55" fmla="*/ 97 h 166"/>
                <a:gd name="T56" fmla="*/ 125 w 144"/>
                <a:gd name="T57" fmla="*/ 38 h 166"/>
                <a:gd name="T58" fmla="*/ 87 w 144"/>
                <a:gd name="T59" fmla="*/ 29 h 166"/>
                <a:gd name="T60" fmla="*/ 76 w 144"/>
                <a:gd name="T61" fmla="*/ 15 h 166"/>
                <a:gd name="T62" fmla="*/ 18 w 144"/>
                <a:gd name="T63" fmla="*/ 19 h 166"/>
                <a:gd name="T64" fmla="*/ 17 w 144"/>
                <a:gd name="T65" fmla="*/ 71 h 166"/>
                <a:gd name="T66" fmla="*/ 14 w 144"/>
                <a:gd name="T67" fmla="*/ 74 h 166"/>
                <a:gd name="T68" fmla="*/ 18 w 144"/>
                <a:gd name="T69" fmla="*/ 131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4" h="166">
                  <a:moveTo>
                    <a:pt x="18" y="131"/>
                  </a:moveTo>
                  <a:cubicBezTo>
                    <a:pt x="35" y="145"/>
                    <a:pt x="60" y="143"/>
                    <a:pt x="75" y="127"/>
                  </a:cubicBezTo>
                  <a:cubicBezTo>
                    <a:pt x="75" y="126"/>
                    <a:pt x="75" y="126"/>
                    <a:pt x="75" y="126"/>
                  </a:cubicBezTo>
                  <a:cubicBezTo>
                    <a:pt x="109" y="166"/>
                    <a:pt x="109" y="166"/>
                    <a:pt x="109" y="166"/>
                  </a:cubicBezTo>
                  <a:cubicBezTo>
                    <a:pt x="114" y="163"/>
                    <a:pt x="114" y="163"/>
                    <a:pt x="114" y="163"/>
                  </a:cubicBezTo>
                  <a:cubicBezTo>
                    <a:pt x="88" y="128"/>
                    <a:pt x="88" y="128"/>
                    <a:pt x="88" y="128"/>
                  </a:cubicBezTo>
                  <a:cubicBezTo>
                    <a:pt x="67" y="99"/>
                    <a:pt x="67" y="99"/>
                    <a:pt x="67" y="99"/>
                  </a:cubicBezTo>
                  <a:cubicBezTo>
                    <a:pt x="59" y="106"/>
                    <a:pt x="59" y="106"/>
                    <a:pt x="59" y="106"/>
                  </a:cubicBezTo>
                  <a:cubicBezTo>
                    <a:pt x="71" y="120"/>
                    <a:pt x="71" y="120"/>
                    <a:pt x="71" y="120"/>
                  </a:cubicBezTo>
                  <a:cubicBezTo>
                    <a:pt x="59" y="132"/>
                    <a:pt x="39" y="133"/>
                    <a:pt x="26" y="121"/>
                  </a:cubicBezTo>
                  <a:cubicBezTo>
                    <a:pt x="13" y="110"/>
                    <a:pt x="11" y="90"/>
                    <a:pt x="22" y="76"/>
                  </a:cubicBezTo>
                  <a:cubicBezTo>
                    <a:pt x="22" y="76"/>
                    <a:pt x="22" y="77"/>
                    <a:pt x="22" y="77"/>
                  </a:cubicBezTo>
                  <a:cubicBezTo>
                    <a:pt x="29" y="82"/>
                    <a:pt x="37" y="86"/>
                    <a:pt x="45" y="87"/>
                  </a:cubicBezTo>
                  <a:cubicBezTo>
                    <a:pt x="41" y="85"/>
                    <a:pt x="37" y="83"/>
                    <a:pt x="34" y="80"/>
                  </a:cubicBezTo>
                  <a:cubicBezTo>
                    <a:pt x="19" y="68"/>
                    <a:pt x="18" y="46"/>
                    <a:pt x="30" y="32"/>
                  </a:cubicBezTo>
                  <a:cubicBezTo>
                    <a:pt x="42" y="18"/>
                    <a:pt x="64" y="16"/>
                    <a:pt x="78" y="28"/>
                  </a:cubicBezTo>
                  <a:cubicBezTo>
                    <a:pt x="85" y="34"/>
                    <a:pt x="89" y="42"/>
                    <a:pt x="90" y="50"/>
                  </a:cubicBezTo>
                  <a:cubicBezTo>
                    <a:pt x="90" y="46"/>
                    <a:pt x="90" y="41"/>
                    <a:pt x="89" y="37"/>
                  </a:cubicBezTo>
                  <a:cubicBezTo>
                    <a:pt x="98" y="36"/>
                    <a:pt x="108" y="38"/>
                    <a:pt x="115" y="45"/>
                  </a:cubicBezTo>
                  <a:cubicBezTo>
                    <a:pt x="129" y="57"/>
                    <a:pt x="131" y="78"/>
                    <a:pt x="119" y="91"/>
                  </a:cubicBezTo>
                  <a:cubicBezTo>
                    <a:pt x="115" y="96"/>
                    <a:pt x="109" y="100"/>
                    <a:pt x="104" y="101"/>
                  </a:cubicBezTo>
                  <a:cubicBezTo>
                    <a:pt x="97" y="84"/>
                    <a:pt x="97" y="84"/>
                    <a:pt x="97" y="84"/>
                  </a:cubicBezTo>
                  <a:cubicBezTo>
                    <a:pt x="87" y="87"/>
                    <a:pt x="87" y="87"/>
                    <a:pt x="87" y="87"/>
                  </a:cubicBezTo>
                  <a:cubicBezTo>
                    <a:pt x="101" y="119"/>
                    <a:pt x="101" y="119"/>
                    <a:pt x="101" y="119"/>
                  </a:cubicBezTo>
                  <a:cubicBezTo>
                    <a:pt x="120" y="159"/>
                    <a:pt x="120" y="159"/>
                    <a:pt x="120" y="159"/>
                  </a:cubicBezTo>
                  <a:cubicBezTo>
                    <a:pt x="125" y="157"/>
                    <a:pt x="125" y="157"/>
                    <a:pt x="125" y="157"/>
                  </a:cubicBezTo>
                  <a:cubicBezTo>
                    <a:pt x="107" y="111"/>
                    <a:pt x="107" y="111"/>
                    <a:pt x="107" y="111"/>
                  </a:cubicBezTo>
                  <a:cubicBezTo>
                    <a:pt x="115" y="109"/>
                    <a:pt x="123" y="104"/>
                    <a:pt x="129" y="97"/>
                  </a:cubicBezTo>
                  <a:cubicBezTo>
                    <a:pt x="144" y="80"/>
                    <a:pt x="142" y="53"/>
                    <a:pt x="125" y="38"/>
                  </a:cubicBezTo>
                  <a:cubicBezTo>
                    <a:pt x="114" y="29"/>
                    <a:pt x="100" y="26"/>
                    <a:pt x="87" y="29"/>
                  </a:cubicBezTo>
                  <a:cubicBezTo>
                    <a:pt x="84" y="24"/>
                    <a:pt x="81" y="19"/>
                    <a:pt x="76" y="15"/>
                  </a:cubicBezTo>
                  <a:cubicBezTo>
                    <a:pt x="59" y="0"/>
                    <a:pt x="33" y="2"/>
                    <a:pt x="18" y="19"/>
                  </a:cubicBezTo>
                  <a:cubicBezTo>
                    <a:pt x="5" y="34"/>
                    <a:pt x="5" y="56"/>
                    <a:pt x="17" y="71"/>
                  </a:cubicBezTo>
                  <a:cubicBezTo>
                    <a:pt x="16" y="72"/>
                    <a:pt x="15" y="73"/>
                    <a:pt x="14" y="74"/>
                  </a:cubicBezTo>
                  <a:cubicBezTo>
                    <a:pt x="0" y="91"/>
                    <a:pt x="2" y="116"/>
                    <a:pt x="18" y="1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221"/>
            <p:cNvSpPr>
              <a:spLocks noEditPoints="1"/>
            </p:cNvSpPr>
            <p:nvPr/>
          </p:nvSpPr>
          <p:spPr bwMode="auto">
            <a:xfrm>
              <a:off x="1450975" y="5346700"/>
              <a:ext cx="123825" cy="114300"/>
            </a:xfrm>
            <a:custGeom>
              <a:avLst/>
              <a:gdLst>
                <a:gd name="T0" fmla="*/ 80 w 98"/>
                <a:gd name="T1" fmla="*/ 6 h 91"/>
                <a:gd name="T2" fmla="*/ 50 w 98"/>
                <a:gd name="T3" fmla="*/ 2 h 91"/>
                <a:gd name="T4" fmla="*/ 20 w 98"/>
                <a:gd name="T5" fmla="*/ 16 h 91"/>
                <a:gd name="T6" fmla="*/ 4 w 98"/>
                <a:gd name="T7" fmla="*/ 35 h 91"/>
                <a:gd name="T8" fmla="*/ 5 w 98"/>
                <a:gd name="T9" fmla="*/ 60 h 91"/>
                <a:gd name="T10" fmla="*/ 25 w 98"/>
                <a:gd name="T11" fmla="*/ 80 h 91"/>
                <a:gd name="T12" fmla="*/ 50 w 98"/>
                <a:gd name="T13" fmla="*/ 88 h 91"/>
                <a:gd name="T14" fmla="*/ 73 w 98"/>
                <a:gd name="T15" fmla="*/ 89 h 91"/>
                <a:gd name="T16" fmla="*/ 76 w 98"/>
                <a:gd name="T17" fmla="*/ 84 h 91"/>
                <a:gd name="T18" fmla="*/ 76 w 98"/>
                <a:gd name="T19" fmla="*/ 81 h 91"/>
                <a:gd name="T20" fmla="*/ 73 w 98"/>
                <a:gd name="T21" fmla="*/ 78 h 91"/>
                <a:gd name="T22" fmla="*/ 66 w 98"/>
                <a:gd name="T23" fmla="*/ 79 h 91"/>
                <a:gd name="T24" fmla="*/ 48 w 98"/>
                <a:gd name="T25" fmla="*/ 77 h 91"/>
                <a:gd name="T26" fmla="*/ 33 w 98"/>
                <a:gd name="T27" fmla="*/ 72 h 91"/>
                <a:gd name="T28" fmla="*/ 17 w 98"/>
                <a:gd name="T29" fmla="*/ 56 h 91"/>
                <a:gd name="T30" fmla="*/ 15 w 98"/>
                <a:gd name="T31" fmla="*/ 40 h 91"/>
                <a:gd name="T32" fmla="*/ 29 w 98"/>
                <a:gd name="T33" fmla="*/ 24 h 91"/>
                <a:gd name="T34" fmla="*/ 54 w 98"/>
                <a:gd name="T35" fmla="*/ 13 h 91"/>
                <a:gd name="T36" fmla="*/ 76 w 98"/>
                <a:gd name="T37" fmla="*/ 15 h 91"/>
                <a:gd name="T38" fmla="*/ 82 w 98"/>
                <a:gd name="T39" fmla="*/ 21 h 91"/>
                <a:gd name="T40" fmla="*/ 85 w 98"/>
                <a:gd name="T41" fmla="*/ 32 h 91"/>
                <a:gd name="T42" fmla="*/ 86 w 98"/>
                <a:gd name="T43" fmla="*/ 36 h 91"/>
                <a:gd name="T44" fmla="*/ 83 w 98"/>
                <a:gd name="T45" fmla="*/ 50 h 91"/>
                <a:gd name="T46" fmla="*/ 75 w 98"/>
                <a:gd name="T47" fmla="*/ 57 h 91"/>
                <a:gd name="T48" fmla="*/ 66 w 98"/>
                <a:gd name="T49" fmla="*/ 57 h 91"/>
                <a:gd name="T50" fmla="*/ 65 w 98"/>
                <a:gd name="T51" fmla="*/ 56 h 91"/>
                <a:gd name="T52" fmla="*/ 70 w 98"/>
                <a:gd name="T53" fmla="*/ 50 h 91"/>
                <a:gd name="T54" fmla="*/ 76 w 98"/>
                <a:gd name="T55" fmla="*/ 45 h 91"/>
                <a:gd name="T56" fmla="*/ 73 w 98"/>
                <a:gd name="T57" fmla="*/ 38 h 91"/>
                <a:gd name="T58" fmla="*/ 72 w 98"/>
                <a:gd name="T59" fmla="*/ 37 h 91"/>
                <a:gd name="T60" fmla="*/ 72 w 98"/>
                <a:gd name="T61" fmla="*/ 37 h 91"/>
                <a:gd name="T62" fmla="*/ 71 w 98"/>
                <a:gd name="T63" fmla="*/ 31 h 91"/>
                <a:gd name="T64" fmla="*/ 63 w 98"/>
                <a:gd name="T65" fmla="*/ 24 h 91"/>
                <a:gd name="T66" fmla="*/ 44 w 98"/>
                <a:gd name="T67" fmla="*/ 27 h 91"/>
                <a:gd name="T68" fmla="*/ 26 w 98"/>
                <a:gd name="T69" fmla="*/ 41 h 91"/>
                <a:gd name="T70" fmla="*/ 27 w 98"/>
                <a:gd name="T71" fmla="*/ 50 h 91"/>
                <a:gd name="T72" fmla="*/ 33 w 98"/>
                <a:gd name="T73" fmla="*/ 57 h 91"/>
                <a:gd name="T74" fmla="*/ 42 w 98"/>
                <a:gd name="T75" fmla="*/ 59 h 91"/>
                <a:gd name="T76" fmla="*/ 53 w 98"/>
                <a:gd name="T77" fmla="*/ 60 h 91"/>
                <a:gd name="T78" fmla="*/ 59 w 98"/>
                <a:gd name="T79" fmla="*/ 68 h 91"/>
                <a:gd name="T80" fmla="*/ 68 w 98"/>
                <a:gd name="T81" fmla="*/ 70 h 91"/>
                <a:gd name="T82" fmla="*/ 82 w 98"/>
                <a:gd name="T83" fmla="*/ 66 h 91"/>
                <a:gd name="T84" fmla="*/ 93 w 98"/>
                <a:gd name="T85" fmla="*/ 55 h 91"/>
                <a:gd name="T86" fmla="*/ 97 w 98"/>
                <a:gd name="T87" fmla="*/ 39 h 91"/>
                <a:gd name="T88" fmla="*/ 93 w 98"/>
                <a:gd name="T89" fmla="*/ 20 h 91"/>
                <a:gd name="T90" fmla="*/ 80 w 98"/>
                <a:gd name="T91" fmla="*/ 6 h 91"/>
                <a:gd name="T92" fmla="*/ 60 w 98"/>
                <a:gd name="T93" fmla="*/ 40 h 91"/>
                <a:gd name="T94" fmla="*/ 57 w 98"/>
                <a:gd name="T95" fmla="*/ 43 h 91"/>
                <a:gd name="T96" fmla="*/ 54 w 98"/>
                <a:gd name="T97" fmla="*/ 48 h 91"/>
                <a:gd name="T98" fmla="*/ 48 w 98"/>
                <a:gd name="T99" fmla="*/ 50 h 91"/>
                <a:gd name="T100" fmla="*/ 42 w 98"/>
                <a:gd name="T101" fmla="*/ 49 h 91"/>
                <a:gd name="T102" fmla="*/ 39 w 98"/>
                <a:gd name="T103" fmla="*/ 47 h 91"/>
                <a:gd name="T104" fmla="*/ 39 w 98"/>
                <a:gd name="T105" fmla="*/ 45 h 91"/>
                <a:gd name="T106" fmla="*/ 48 w 98"/>
                <a:gd name="T107" fmla="*/ 38 h 91"/>
                <a:gd name="T108" fmla="*/ 61 w 98"/>
                <a:gd name="T109" fmla="*/ 36 h 91"/>
                <a:gd name="T110" fmla="*/ 61 w 98"/>
                <a:gd name="T111" fmla="*/ 37 h 91"/>
                <a:gd name="T112" fmla="*/ 62 w 98"/>
                <a:gd name="T113" fmla="*/ 38 h 91"/>
                <a:gd name="T114" fmla="*/ 60 w 98"/>
                <a:gd name="T115" fmla="*/ 4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8" h="91">
                  <a:moveTo>
                    <a:pt x="80" y="6"/>
                  </a:moveTo>
                  <a:cubicBezTo>
                    <a:pt x="71" y="1"/>
                    <a:pt x="61" y="0"/>
                    <a:pt x="50" y="2"/>
                  </a:cubicBezTo>
                  <a:cubicBezTo>
                    <a:pt x="39" y="4"/>
                    <a:pt x="29" y="9"/>
                    <a:pt x="20" y="16"/>
                  </a:cubicBezTo>
                  <a:cubicBezTo>
                    <a:pt x="12" y="24"/>
                    <a:pt x="6" y="30"/>
                    <a:pt x="4" y="35"/>
                  </a:cubicBezTo>
                  <a:cubicBezTo>
                    <a:pt x="0" y="42"/>
                    <a:pt x="0" y="51"/>
                    <a:pt x="5" y="60"/>
                  </a:cubicBezTo>
                  <a:cubicBezTo>
                    <a:pt x="10" y="68"/>
                    <a:pt x="16" y="75"/>
                    <a:pt x="25" y="80"/>
                  </a:cubicBezTo>
                  <a:cubicBezTo>
                    <a:pt x="32" y="84"/>
                    <a:pt x="41" y="86"/>
                    <a:pt x="50" y="88"/>
                  </a:cubicBezTo>
                  <a:cubicBezTo>
                    <a:pt x="59" y="90"/>
                    <a:pt x="67" y="91"/>
                    <a:pt x="73" y="89"/>
                  </a:cubicBezTo>
                  <a:cubicBezTo>
                    <a:pt x="74" y="88"/>
                    <a:pt x="75" y="86"/>
                    <a:pt x="76" y="84"/>
                  </a:cubicBezTo>
                  <a:cubicBezTo>
                    <a:pt x="77" y="83"/>
                    <a:pt x="77" y="82"/>
                    <a:pt x="76" y="81"/>
                  </a:cubicBezTo>
                  <a:cubicBezTo>
                    <a:pt x="76" y="80"/>
                    <a:pt x="75" y="79"/>
                    <a:pt x="73" y="78"/>
                  </a:cubicBezTo>
                  <a:cubicBezTo>
                    <a:pt x="72" y="77"/>
                    <a:pt x="70" y="78"/>
                    <a:pt x="66" y="79"/>
                  </a:cubicBezTo>
                  <a:cubicBezTo>
                    <a:pt x="61" y="79"/>
                    <a:pt x="55" y="78"/>
                    <a:pt x="48" y="77"/>
                  </a:cubicBezTo>
                  <a:cubicBezTo>
                    <a:pt x="42" y="76"/>
                    <a:pt x="37" y="74"/>
                    <a:pt x="33" y="72"/>
                  </a:cubicBezTo>
                  <a:cubicBezTo>
                    <a:pt x="26" y="68"/>
                    <a:pt x="20" y="63"/>
                    <a:pt x="17" y="56"/>
                  </a:cubicBezTo>
                  <a:cubicBezTo>
                    <a:pt x="13" y="49"/>
                    <a:pt x="13" y="44"/>
                    <a:pt x="15" y="40"/>
                  </a:cubicBezTo>
                  <a:cubicBezTo>
                    <a:pt x="17" y="36"/>
                    <a:pt x="22" y="31"/>
                    <a:pt x="29" y="24"/>
                  </a:cubicBezTo>
                  <a:cubicBezTo>
                    <a:pt x="36" y="18"/>
                    <a:pt x="44" y="14"/>
                    <a:pt x="54" y="13"/>
                  </a:cubicBezTo>
                  <a:cubicBezTo>
                    <a:pt x="63" y="12"/>
                    <a:pt x="71" y="12"/>
                    <a:pt x="76" y="15"/>
                  </a:cubicBezTo>
                  <a:cubicBezTo>
                    <a:pt x="78" y="16"/>
                    <a:pt x="80" y="18"/>
                    <a:pt x="82" y="21"/>
                  </a:cubicBezTo>
                  <a:cubicBezTo>
                    <a:pt x="84" y="25"/>
                    <a:pt x="85" y="28"/>
                    <a:pt x="85" y="32"/>
                  </a:cubicBezTo>
                  <a:cubicBezTo>
                    <a:pt x="85" y="33"/>
                    <a:pt x="86" y="34"/>
                    <a:pt x="86" y="36"/>
                  </a:cubicBezTo>
                  <a:cubicBezTo>
                    <a:pt x="86" y="42"/>
                    <a:pt x="85" y="46"/>
                    <a:pt x="83" y="50"/>
                  </a:cubicBezTo>
                  <a:cubicBezTo>
                    <a:pt x="82" y="53"/>
                    <a:pt x="79" y="55"/>
                    <a:pt x="75" y="57"/>
                  </a:cubicBezTo>
                  <a:cubicBezTo>
                    <a:pt x="71" y="58"/>
                    <a:pt x="68" y="58"/>
                    <a:pt x="66" y="57"/>
                  </a:cubicBezTo>
                  <a:cubicBezTo>
                    <a:pt x="65" y="57"/>
                    <a:pt x="65" y="56"/>
                    <a:pt x="65" y="56"/>
                  </a:cubicBezTo>
                  <a:cubicBezTo>
                    <a:pt x="66" y="54"/>
                    <a:pt x="68" y="52"/>
                    <a:pt x="70" y="50"/>
                  </a:cubicBezTo>
                  <a:cubicBezTo>
                    <a:pt x="74" y="47"/>
                    <a:pt x="76" y="45"/>
                    <a:pt x="76" y="45"/>
                  </a:cubicBezTo>
                  <a:cubicBezTo>
                    <a:pt x="78" y="42"/>
                    <a:pt x="77" y="39"/>
                    <a:pt x="73" y="38"/>
                  </a:cubicBezTo>
                  <a:cubicBezTo>
                    <a:pt x="73" y="38"/>
                    <a:pt x="72" y="37"/>
                    <a:pt x="72" y="37"/>
                  </a:cubicBezTo>
                  <a:cubicBezTo>
                    <a:pt x="72" y="37"/>
                    <a:pt x="72" y="37"/>
                    <a:pt x="72" y="37"/>
                  </a:cubicBezTo>
                  <a:cubicBezTo>
                    <a:pt x="73" y="35"/>
                    <a:pt x="73" y="34"/>
                    <a:pt x="71" y="31"/>
                  </a:cubicBezTo>
                  <a:cubicBezTo>
                    <a:pt x="70" y="29"/>
                    <a:pt x="67" y="27"/>
                    <a:pt x="63" y="24"/>
                  </a:cubicBezTo>
                  <a:cubicBezTo>
                    <a:pt x="59" y="22"/>
                    <a:pt x="52" y="23"/>
                    <a:pt x="44" y="27"/>
                  </a:cubicBezTo>
                  <a:cubicBezTo>
                    <a:pt x="35" y="30"/>
                    <a:pt x="29" y="35"/>
                    <a:pt x="26" y="41"/>
                  </a:cubicBezTo>
                  <a:cubicBezTo>
                    <a:pt x="25" y="43"/>
                    <a:pt x="25" y="46"/>
                    <a:pt x="27" y="50"/>
                  </a:cubicBezTo>
                  <a:cubicBezTo>
                    <a:pt x="28" y="53"/>
                    <a:pt x="30" y="56"/>
                    <a:pt x="33" y="57"/>
                  </a:cubicBezTo>
                  <a:cubicBezTo>
                    <a:pt x="35" y="58"/>
                    <a:pt x="38" y="59"/>
                    <a:pt x="42" y="59"/>
                  </a:cubicBezTo>
                  <a:cubicBezTo>
                    <a:pt x="46" y="60"/>
                    <a:pt x="50" y="60"/>
                    <a:pt x="53" y="60"/>
                  </a:cubicBezTo>
                  <a:cubicBezTo>
                    <a:pt x="54" y="64"/>
                    <a:pt x="56" y="66"/>
                    <a:pt x="59" y="68"/>
                  </a:cubicBezTo>
                  <a:cubicBezTo>
                    <a:pt x="61" y="68"/>
                    <a:pt x="63" y="69"/>
                    <a:pt x="68" y="70"/>
                  </a:cubicBezTo>
                  <a:cubicBezTo>
                    <a:pt x="73" y="70"/>
                    <a:pt x="77" y="69"/>
                    <a:pt x="82" y="66"/>
                  </a:cubicBezTo>
                  <a:cubicBezTo>
                    <a:pt x="87" y="63"/>
                    <a:pt x="91" y="59"/>
                    <a:pt x="93" y="55"/>
                  </a:cubicBezTo>
                  <a:cubicBezTo>
                    <a:pt x="96" y="50"/>
                    <a:pt x="97" y="45"/>
                    <a:pt x="97" y="39"/>
                  </a:cubicBezTo>
                  <a:cubicBezTo>
                    <a:pt x="98" y="32"/>
                    <a:pt x="96" y="26"/>
                    <a:pt x="93" y="20"/>
                  </a:cubicBezTo>
                  <a:cubicBezTo>
                    <a:pt x="90" y="13"/>
                    <a:pt x="86" y="9"/>
                    <a:pt x="80" y="6"/>
                  </a:cubicBezTo>
                  <a:close/>
                  <a:moveTo>
                    <a:pt x="60" y="40"/>
                  </a:moveTo>
                  <a:cubicBezTo>
                    <a:pt x="58" y="41"/>
                    <a:pt x="57" y="42"/>
                    <a:pt x="57" y="43"/>
                  </a:cubicBezTo>
                  <a:cubicBezTo>
                    <a:pt x="54" y="48"/>
                    <a:pt x="54" y="48"/>
                    <a:pt x="54" y="48"/>
                  </a:cubicBezTo>
                  <a:cubicBezTo>
                    <a:pt x="54" y="49"/>
                    <a:pt x="52" y="50"/>
                    <a:pt x="48" y="50"/>
                  </a:cubicBezTo>
                  <a:cubicBezTo>
                    <a:pt x="45" y="50"/>
                    <a:pt x="43" y="50"/>
                    <a:pt x="42" y="49"/>
                  </a:cubicBezTo>
                  <a:cubicBezTo>
                    <a:pt x="40" y="48"/>
                    <a:pt x="40" y="48"/>
                    <a:pt x="39" y="47"/>
                  </a:cubicBezTo>
                  <a:cubicBezTo>
                    <a:pt x="39" y="47"/>
                    <a:pt x="39" y="46"/>
                    <a:pt x="39" y="45"/>
                  </a:cubicBezTo>
                  <a:cubicBezTo>
                    <a:pt x="40" y="43"/>
                    <a:pt x="43" y="41"/>
                    <a:pt x="48" y="38"/>
                  </a:cubicBezTo>
                  <a:cubicBezTo>
                    <a:pt x="53" y="35"/>
                    <a:pt x="58" y="35"/>
                    <a:pt x="61" y="36"/>
                  </a:cubicBezTo>
                  <a:cubicBezTo>
                    <a:pt x="61" y="36"/>
                    <a:pt x="61" y="37"/>
                    <a:pt x="61" y="37"/>
                  </a:cubicBezTo>
                  <a:cubicBezTo>
                    <a:pt x="62" y="37"/>
                    <a:pt x="62" y="38"/>
                    <a:pt x="62" y="38"/>
                  </a:cubicBezTo>
                  <a:cubicBezTo>
                    <a:pt x="62" y="38"/>
                    <a:pt x="61" y="39"/>
                    <a:pt x="60"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222"/>
            <p:cNvSpPr>
              <a:spLocks noEditPoints="1"/>
            </p:cNvSpPr>
            <p:nvPr/>
          </p:nvSpPr>
          <p:spPr bwMode="auto">
            <a:xfrm>
              <a:off x="1562100" y="5416550"/>
              <a:ext cx="122238" cy="82550"/>
            </a:xfrm>
            <a:custGeom>
              <a:avLst/>
              <a:gdLst>
                <a:gd name="T0" fmla="*/ 25 w 97"/>
                <a:gd name="T1" fmla="*/ 31 h 66"/>
                <a:gd name="T2" fmla="*/ 13 w 97"/>
                <a:gd name="T3" fmla="*/ 24 h 66"/>
                <a:gd name="T4" fmla="*/ 1 w 97"/>
                <a:gd name="T5" fmla="*/ 25 h 66"/>
                <a:gd name="T6" fmla="*/ 16 w 97"/>
                <a:gd name="T7" fmla="*/ 38 h 66"/>
                <a:gd name="T8" fmla="*/ 8 w 97"/>
                <a:gd name="T9" fmla="*/ 49 h 66"/>
                <a:gd name="T10" fmla="*/ 11 w 97"/>
                <a:gd name="T11" fmla="*/ 55 h 66"/>
                <a:gd name="T12" fmla="*/ 40 w 97"/>
                <a:gd name="T13" fmla="*/ 48 h 66"/>
                <a:gd name="T14" fmla="*/ 33 w 97"/>
                <a:gd name="T15" fmla="*/ 57 h 66"/>
                <a:gd name="T16" fmla="*/ 35 w 97"/>
                <a:gd name="T17" fmla="*/ 66 h 66"/>
                <a:gd name="T18" fmla="*/ 44 w 97"/>
                <a:gd name="T19" fmla="*/ 62 h 66"/>
                <a:gd name="T20" fmla="*/ 48 w 97"/>
                <a:gd name="T21" fmla="*/ 56 h 66"/>
                <a:gd name="T22" fmla="*/ 60 w 97"/>
                <a:gd name="T23" fmla="*/ 55 h 66"/>
                <a:gd name="T24" fmla="*/ 69 w 97"/>
                <a:gd name="T25" fmla="*/ 59 h 66"/>
                <a:gd name="T26" fmla="*/ 76 w 97"/>
                <a:gd name="T27" fmla="*/ 62 h 66"/>
                <a:gd name="T28" fmla="*/ 81 w 97"/>
                <a:gd name="T29" fmla="*/ 55 h 66"/>
                <a:gd name="T30" fmla="*/ 59 w 97"/>
                <a:gd name="T31" fmla="*/ 44 h 66"/>
                <a:gd name="T32" fmla="*/ 69 w 97"/>
                <a:gd name="T33" fmla="*/ 34 h 66"/>
                <a:gd name="T34" fmla="*/ 94 w 97"/>
                <a:gd name="T35" fmla="*/ 43 h 66"/>
                <a:gd name="T36" fmla="*/ 97 w 97"/>
                <a:gd name="T37" fmla="*/ 36 h 66"/>
                <a:gd name="T38" fmla="*/ 76 w 97"/>
                <a:gd name="T39" fmla="*/ 26 h 66"/>
                <a:gd name="T40" fmla="*/ 81 w 97"/>
                <a:gd name="T41" fmla="*/ 21 h 66"/>
                <a:gd name="T42" fmla="*/ 92 w 97"/>
                <a:gd name="T43" fmla="*/ 10 h 66"/>
                <a:gd name="T44" fmla="*/ 90 w 97"/>
                <a:gd name="T45" fmla="*/ 3 h 66"/>
                <a:gd name="T46" fmla="*/ 72 w 97"/>
                <a:gd name="T47" fmla="*/ 16 h 66"/>
                <a:gd name="T48" fmla="*/ 53 w 97"/>
                <a:gd name="T49" fmla="*/ 17 h 66"/>
                <a:gd name="T50" fmla="*/ 65 w 97"/>
                <a:gd name="T51" fmla="*/ 7 h 66"/>
                <a:gd name="T52" fmla="*/ 58 w 97"/>
                <a:gd name="T53" fmla="*/ 0 h 66"/>
                <a:gd name="T54" fmla="*/ 41 w 97"/>
                <a:gd name="T55" fmla="*/ 12 h 66"/>
                <a:gd name="T56" fmla="*/ 25 w 97"/>
                <a:gd name="T57" fmla="*/ 7 h 66"/>
                <a:gd name="T58" fmla="*/ 19 w 97"/>
                <a:gd name="T59" fmla="*/ 15 h 66"/>
                <a:gd name="T60" fmla="*/ 34 w 97"/>
                <a:gd name="T61" fmla="*/ 21 h 66"/>
                <a:gd name="T62" fmla="*/ 45 w 97"/>
                <a:gd name="T63" fmla="*/ 25 h 66"/>
                <a:gd name="T64" fmla="*/ 55 w 97"/>
                <a:gd name="T65" fmla="*/ 33 h 66"/>
                <a:gd name="T66" fmla="*/ 39 w 97"/>
                <a:gd name="T67" fmla="*/ 36 h 66"/>
                <a:gd name="T68" fmla="*/ 45 w 97"/>
                <a:gd name="T69" fmla="*/ 2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7" h="66">
                  <a:moveTo>
                    <a:pt x="29" y="26"/>
                  </a:moveTo>
                  <a:cubicBezTo>
                    <a:pt x="28" y="28"/>
                    <a:pt x="26" y="29"/>
                    <a:pt x="25" y="31"/>
                  </a:cubicBezTo>
                  <a:cubicBezTo>
                    <a:pt x="24" y="30"/>
                    <a:pt x="23" y="29"/>
                    <a:pt x="20" y="28"/>
                  </a:cubicBezTo>
                  <a:cubicBezTo>
                    <a:pt x="17" y="26"/>
                    <a:pt x="14" y="24"/>
                    <a:pt x="13" y="24"/>
                  </a:cubicBezTo>
                  <a:cubicBezTo>
                    <a:pt x="11" y="23"/>
                    <a:pt x="9" y="22"/>
                    <a:pt x="6" y="23"/>
                  </a:cubicBezTo>
                  <a:cubicBezTo>
                    <a:pt x="4" y="23"/>
                    <a:pt x="2" y="24"/>
                    <a:pt x="1" y="25"/>
                  </a:cubicBezTo>
                  <a:cubicBezTo>
                    <a:pt x="0" y="28"/>
                    <a:pt x="2" y="31"/>
                    <a:pt x="8" y="34"/>
                  </a:cubicBezTo>
                  <a:cubicBezTo>
                    <a:pt x="16" y="38"/>
                    <a:pt x="16" y="38"/>
                    <a:pt x="16" y="38"/>
                  </a:cubicBezTo>
                  <a:cubicBezTo>
                    <a:pt x="17" y="39"/>
                    <a:pt x="17" y="39"/>
                    <a:pt x="17" y="39"/>
                  </a:cubicBezTo>
                  <a:cubicBezTo>
                    <a:pt x="13" y="42"/>
                    <a:pt x="10" y="45"/>
                    <a:pt x="8" y="49"/>
                  </a:cubicBezTo>
                  <a:cubicBezTo>
                    <a:pt x="8" y="50"/>
                    <a:pt x="8" y="51"/>
                    <a:pt x="8" y="52"/>
                  </a:cubicBezTo>
                  <a:cubicBezTo>
                    <a:pt x="9" y="53"/>
                    <a:pt x="9" y="54"/>
                    <a:pt x="11" y="55"/>
                  </a:cubicBezTo>
                  <a:cubicBezTo>
                    <a:pt x="14" y="56"/>
                    <a:pt x="19" y="53"/>
                    <a:pt x="28" y="44"/>
                  </a:cubicBezTo>
                  <a:cubicBezTo>
                    <a:pt x="40" y="48"/>
                    <a:pt x="40" y="48"/>
                    <a:pt x="40" y="48"/>
                  </a:cubicBezTo>
                  <a:cubicBezTo>
                    <a:pt x="40" y="48"/>
                    <a:pt x="40" y="49"/>
                    <a:pt x="39" y="49"/>
                  </a:cubicBezTo>
                  <a:cubicBezTo>
                    <a:pt x="37" y="51"/>
                    <a:pt x="35" y="54"/>
                    <a:pt x="33" y="57"/>
                  </a:cubicBezTo>
                  <a:cubicBezTo>
                    <a:pt x="33" y="58"/>
                    <a:pt x="32" y="60"/>
                    <a:pt x="33" y="62"/>
                  </a:cubicBezTo>
                  <a:cubicBezTo>
                    <a:pt x="33" y="64"/>
                    <a:pt x="34" y="65"/>
                    <a:pt x="35" y="66"/>
                  </a:cubicBezTo>
                  <a:cubicBezTo>
                    <a:pt x="36" y="66"/>
                    <a:pt x="38" y="66"/>
                    <a:pt x="40" y="66"/>
                  </a:cubicBezTo>
                  <a:cubicBezTo>
                    <a:pt x="42" y="65"/>
                    <a:pt x="43" y="64"/>
                    <a:pt x="44" y="62"/>
                  </a:cubicBezTo>
                  <a:cubicBezTo>
                    <a:pt x="45" y="59"/>
                    <a:pt x="45" y="59"/>
                    <a:pt x="45" y="59"/>
                  </a:cubicBezTo>
                  <a:cubicBezTo>
                    <a:pt x="46" y="58"/>
                    <a:pt x="47" y="57"/>
                    <a:pt x="48" y="56"/>
                  </a:cubicBezTo>
                  <a:cubicBezTo>
                    <a:pt x="49" y="55"/>
                    <a:pt x="50" y="54"/>
                    <a:pt x="52" y="52"/>
                  </a:cubicBezTo>
                  <a:cubicBezTo>
                    <a:pt x="54" y="53"/>
                    <a:pt x="57" y="54"/>
                    <a:pt x="60" y="55"/>
                  </a:cubicBezTo>
                  <a:cubicBezTo>
                    <a:pt x="63" y="56"/>
                    <a:pt x="65" y="57"/>
                    <a:pt x="67" y="57"/>
                  </a:cubicBezTo>
                  <a:cubicBezTo>
                    <a:pt x="68" y="58"/>
                    <a:pt x="68" y="58"/>
                    <a:pt x="69" y="59"/>
                  </a:cubicBezTo>
                  <a:cubicBezTo>
                    <a:pt x="70" y="61"/>
                    <a:pt x="71" y="61"/>
                    <a:pt x="71" y="62"/>
                  </a:cubicBezTo>
                  <a:cubicBezTo>
                    <a:pt x="73" y="62"/>
                    <a:pt x="74" y="63"/>
                    <a:pt x="76" y="62"/>
                  </a:cubicBezTo>
                  <a:cubicBezTo>
                    <a:pt x="78" y="62"/>
                    <a:pt x="79" y="61"/>
                    <a:pt x="79" y="60"/>
                  </a:cubicBezTo>
                  <a:cubicBezTo>
                    <a:pt x="80" y="59"/>
                    <a:pt x="81" y="57"/>
                    <a:pt x="81" y="55"/>
                  </a:cubicBezTo>
                  <a:cubicBezTo>
                    <a:pt x="81" y="53"/>
                    <a:pt x="79" y="51"/>
                    <a:pt x="74" y="49"/>
                  </a:cubicBezTo>
                  <a:cubicBezTo>
                    <a:pt x="74" y="48"/>
                    <a:pt x="69" y="47"/>
                    <a:pt x="59" y="44"/>
                  </a:cubicBezTo>
                  <a:cubicBezTo>
                    <a:pt x="60" y="44"/>
                    <a:pt x="60" y="43"/>
                    <a:pt x="61" y="42"/>
                  </a:cubicBezTo>
                  <a:cubicBezTo>
                    <a:pt x="65" y="38"/>
                    <a:pt x="68" y="35"/>
                    <a:pt x="69" y="34"/>
                  </a:cubicBezTo>
                  <a:cubicBezTo>
                    <a:pt x="74" y="35"/>
                    <a:pt x="81" y="38"/>
                    <a:pt x="91" y="43"/>
                  </a:cubicBezTo>
                  <a:cubicBezTo>
                    <a:pt x="92" y="43"/>
                    <a:pt x="93" y="43"/>
                    <a:pt x="94" y="43"/>
                  </a:cubicBezTo>
                  <a:cubicBezTo>
                    <a:pt x="95" y="42"/>
                    <a:pt x="96" y="41"/>
                    <a:pt x="96" y="41"/>
                  </a:cubicBezTo>
                  <a:cubicBezTo>
                    <a:pt x="97" y="39"/>
                    <a:pt x="97" y="37"/>
                    <a:pt x="97" y="36"/>
                  </a:cubicBezTo>
                  <a:cubicBezTo>
                    <a:pt x="97" y="35"/>
                    <a:pt x="95" y="34"/>
                    <a:pt x="92" y="32"/>
                  </a:cubicBezTo>
                  <a:cubicBezTo>
                    <a:pt x="88" y="30"/>
                    <a:pt x="83" y="28"/>
                    <a:pt x="76" y="26"/>
                  </a:cubicBezTo>
                  <a:cubicBezTo>
                    <a:pt x="77" y="25"/>
                    <a:pt x="78" y="24"/>
                    <a:pt x="79" y="23"/>
                  </a:cubicBezTo>
                  <a:cubicBezTo>
                    <a:pt x="80" y="22"/>
                    <a:pt x="81" y="21"/>
                    <a:pt x="81" y="21"/>
                  </a:cubicBezTo>
                  <a:cubicBezTo>
                    <a:pt x="82" y="20"/>
                    <a:pt x="83" y="18"/>
                    <a:pt x="85" y="17"/>
                  </a:cubicBezTo>
                  <a:cubicBezTo>
                    <a:pt x="89" y="13"/>
                    <a:pt x="91" y="11"/>
                    <a:pt x="92" y="10"/>
                  </a:cubicBezTo>
                  <a:cubicBezTo>
                    <a:pt x="93" y="8"/>
                    <a:pt x="93" y="7"/>
                    <a:pt x="92" y="6"/>
                  </a:cubicBezTo>
                  <a:cubicBezTo>
                    <a:pt x="92" y="4"/>
                    <a:pt x="91" y="3"/>
                    <a:pt x="90" y="3"/>
                  </a:cubicBezTo>
                  <a:cubicBezTo>
                    <a:pt x="88" y="1"/>
                    <a:pt x="86" y="1"/>
                    <a:pt x="83" y="3"/>
                  </a:cubicBezTo>
                  <a:cubicBezTo>
                    <a:pt x="82" y="3"/>
                    <a:pt x="79" y="7"/>
                    <a:pt x="72" y="16"/>
                  </a:cubicBezTo>
                  <a:cubicBezTo>
                    <a:pt x="69" y="19"/>
                    <a:pt x="67" y="21"/>
                    <a:pt x="66" y="22"/>
                  </a:cubicBezTo>
                  <a:cubicBezTo>
                    <a:pt x="59" y="19"/>
                    <a:pt x="54" y="17"/>
                    <a:pt x="53" y="17"/>
                  </a:cubicBezTo>
                  <a:cubicBezTo>
                    <a:pt x="54" y="17"/>
                    <a:pt x="54" y="16"/>
                    <a:pt x="55" y="16"/>
                  </a:cubicBezTo>
                  <a:cubicBezTo>
                    <a:pt x="60" y="12"/>
                    <a:pt x="63" y="9"/>
                    <a:pt x="65" y="7"/>
                  </a:cubicBezTo>
                  <a:cubicBezTo>
                    <a:pt x="66" y="4"/>
                    <a:pt x="65" y="2"/>
                    <a:pt x="63" y="1"/>
                  </a:cubicBezTo>
                  <a:cubicBezTo>
                    <a:pt x="61" y="0"/>
                    <a:pt x="59" y="0"/>
                    <a:pt x="58" y="0"/>
                  </a:cubicBezTo>
                  <a:cubicBezTo>
                    <a:pt x="56" y="1"/>
                    <a:pt x="53" y="2"/>
                    <a:pt x="51" y="5"/>
                  </a:cubicBezTo>
                  <a:cubicBezTo>
                    <a:pt x="46" y="9"/>
                    <a:pt x="43" y="11"/>
                    <a:pt x="41" y="12"/>
                  </a:cubicBezTo>
                  <a:cubicBezTo>
                    <a:pt x="39" y="11"/>
                    <a:pt x="35" y="10"/>
                    <a:pt x="31" y="8"/>
                  </a:cubicBezTo>
                  <a:cubicBezTo>
                    <a:pt x="29" y="8"/>
                    <a:pt x="27" y="7"/>
                    <a:pt x="25" y="7"/>
                  </a:cubicBezTo>
                  <a:cubicBezTo>
                    <a:pt x="18" y="4"/>
                    <a:pt x="14" y="4"/>
                    <a:pt x="12" y="7"/>
                  </a:cubicBezTo>
                  <a:cubicBezTo>
                    <a:pt x="11" y="9"/>
                    <a:pt x="13" y="12"/>
                    <a:pt x="19" y="15"/>
                  </a:cubicBezTo>
                  <a:cubicBezTo>
                    <a:pt x="20" y="16"/>
                    <a:pt x="23" y="17"/>
                    <a:pt x="26" y="18"/>
                  </a:cubicBezTo>
                  <a:cubicBezTo>
                    <a:pt x="30" y="19"/>
                    <a:pt x="33" y="20"/>
                    <a:pt x="34" y="21"/>
                  </a:cubicBezTo>
                  <a:cubicBezTo>
                    <a:pt x="33" y="22"/>
                    <a:pt x="31" y="23"/>
                    <a:pt x="29" y="26"/>
                  </a:cubicBezTo>
                  <a:close/>
                  <a:moveTo>
                    <a:pt x="45" y="25"/>
                  </a:moveTo>
                  <a:cubicBezTo>
                    <a:pt x="48" y="26"/>
                    <a:pt x="52" y="27"/>
                    <a:pt x="58" y="30"/>
                  </a:cubicBezTo>
                  <a:cubicBezTo>
                    <a:pt x="58" y="31"/>
                    <a:pt x="57" y="32"/>
                    <a:pt x="55" y="33"/>
                  </a:cubicBezTo>
                  <a:cubicBezTo>
                    <a:pt x="49" y="40"/>
                    <a:pt x="49" y="40"/>
                    <a:pt x="49" y="40"/>
                  </a:cubicBezTo>
                  <a:cubicBezTo>
                    <a:pt x="47" y="40"/>
                    <a:pt x="43" y="39"/>
                    <a:pt x="39" y="36"/>
                  </a:cubicBezTo>
                  <a:cubicBezTo>
                    <a:pt x="38" y="36"/>
                    <a:pt x="37" y="36"/>
                    <a:pt x="35" y="35"/>
                  </a:cubicBezTo>
                  <a:cubicBezTo>
                    <a:pt x="38" y="31"/>
                    <a:pt x="41" y="28"/>
                    <a:pt x="45"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223"/>
            <p:cNvSpPr>
              <a:spLocks noEditPoints="1"/>
            </p:cNvSpPr>
            <p:nvPr/>
          </p:nvSpPr>
          <p:spPr bwMode="auto">
            <a:xfrm>
              <a:off x="1712913" y="5526088"/>
              <a:ext cx="49213" cy="41275"/>
            </a:xfrm>
            <a:custGeom>
              <a:avLst/>
              <a:gdLst>
                <a:gd name="T0" fmla="*/ 26 w 39"/>
                <a:gd name="T1" fmla="*/ 2 h 33"/>
                <a:gd name="T2" fmla="*/ 13 w 39"/>
                <a:gd name="T3" fmla="*/ 3 h 33"/>
                <a:gd name="T4" fmla="*/ 2 w 39"/>
                <a:gd name="T5" fmla="*/ 13 h 33"/>
                <a:gd name="T6" fmla="*/ 0 w 39"/>
                <a:gd name="T7" fmla="*/ 22 h 33"/>
                <a:gd name="T8" fmla="*/ 7 w 39"/>
                <a:gd name="T9" fmla="*/ 30 h 33"/>
                <a:gd name="T10" fmla="*/ 14 w 39"/>
                <a:gd name="T11" fmla="*/ 33 h 33"/>
                <a:gd name="T12" fmla="*/ 21 w 39"/>
                <a:gd name="T13" fmla="*/ 33 h 33"/>
                <a:gd name="T14" fmla="*/ 28 w 39"/>
                <a:gd name="T15" fmla="*/ 32 h 33"/>
                <a:gd name="T16" fmla="*/ 34 w 39"/>
                <a:gd name="T17" fmla="*/ 29 h 33"/>
                <a:gd name="T18" fmla="*/ 37 w 39"/>
                <a:gd name="T19" fmla="*/ 24 h 33"/>
                <a:gd name="T20" fmla="*/ 37 w 39"/>
                <a:gd name="T21" fmla="*/ 12 h 33"/>
                <a:gd name="T22" fmla="*/ 26 w 39"/>
                <a:gd name="T23" fmla="*/ 2 h 33"/>
                <a:gd name="T24" fmla="*/ 27 w 39"/>
                <a:gd name="T25" fmla="*/ 19 h 33"/>
                <a:gd name="T26" fmla="*/ 24 w 39"/>
                <a:gd name="T27" fmla="*/ 23 h 33"/>
                <a:gd name="T28" fmla="*/ 16 w 39"/>
                <a:gd name="T29" fmla="*/ 23 h 33"/>
                <a:gd name="T30" fmla="*/ 13 w 39"/>
                <a:gd name="T31" fmla="*/ 21 h 33"/>
                <a:gd name="T32" fmla="*/ 12 w 39"/>
                <a:gd name="T33" fmla="*/ 21 h 33"/>
                <a:gd name="T34" fmla="*/ 18 w 39"/>
                <a:gd name="T35" fmla="*/ 13 h 33"/>
                <a:gd name="T36" fmla="*/ 23 w 39"/>
                <a:gd name="T37" fmla="*/ 11 h 33"/>
                <a:gd name="T38" fmla="*/ 24 w 39"/>
                <a:gd name="T39" fmla="*/ 13 h 33"/>
                <a:gd name="T40" fmla="*/ 27 w 39"/>
                <a:gd name="T41" fmla="*/ 1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 h="33">
                  <a:moveTo>
                    <a:pt x="26" y="2"/>
                  </a:moveTo>
                  <a:cubicBezTo>
                    <a:pt x="23" y="0"/>
                    <a:pt x="18" y="0"/>
                    <a:pt x="13" y="3"/>
                  </a:cubicBezTo>
                  <a:cubicBezTo>
                    <a:pt x="8" y="6"/>
                    <a:pt x="4" y="9"/>
                    <a:pt x="2" y="13"/>
                  </a:cubicBezTo>
                  <a:cubicBezTo>
                    <a:pt x="1" y="15"/>
                    <a:pt x="0" y="18"/>
                    <a:pt x="0" y="22"/>
                  </a:cubicBezTo>
                  <a:cubicBezTo>
                    <a:pt x="0" y="25"/>
                    <a:pt x="3" y="28"/>
                    <a:pt x="7" y="30"/>
                  </a:cubicBezTo>
                  <a:cubicBezTo>
                    <a:pt x="9" y="31"/>
                    <a:pt x="11" y="32"/>
                    <a:pt x="14" y="33"/>
                  </a:cubicBezTo>
                  <a:cubicBezTo>
                    <a:pt x="16" y="33"/>
                    <a:pt x="18" y="33"/>
                    <a:pt x="21" y="33"/>
                  </a:cubicBezTo>
                  <a:cubicBezTo>
                    <a:pt x="23" y="33"/>
                    <a:pt x="26" y="33"/>
                    <a:pt x="28" y="32"/>
                  </a:cubicBezTo>
                  <a:cubicBezTo>
                    <a:pt x="30" y="32"/>
                    <a:pt x="32" y="31"/>
                    <a:pt x="34" y="29"/>
                  </a:cubicBezTo>
                  <a:cubicBezTo>
                    <a:pt x="35" y="27"/>
                    <a:pt x="37" y="26"/>
                    <a:pt x="37" y="24"/>
                  </a:cubicBezTo>
                  <a:cubicBezTo>
                    <a:pt x="39" y="20"/>
                    <a:pt x="39" y="16"/>
                    <a:pt x="37" y="12"/>
                  </a:cubicBezTo>
                  <a:cubicBezTo>
                    <a:pt x="34" y="8"/>
                    <a:pt x="31" y="4"/>
                    <a:pt x="26" y="2"/>
                  </a:cubicBezTo>
                  <a:close/>
                  <a:moveTo>
                    <a:pt x="27" y="19"/>
                  </a:moveTo>
                  <a:cubicBezTo>
                    <a:pt x="26" y="21"/>
                    <a:pt x="25" y="22"/>
                    <a:pt x="24" y="23"/>
                  </a:cubicBezTo>
                  <a:cubicBezTo>
                    <a:pt x="19" y="23"/>
                    <a:pt x="17" y="23"/>
                    <a:pt x="16" y="23"/>
                  </a:cubicBezTo>
                  <a:cubicBezTo>
                    <a:pt x="13" y="21"/>
                    <a:pt x="13" y="21"/>
                    <a:pt x="13" y="21"/>
                  </a:cubicBezTo>
                  <a:cubicBezTo>
                    <a:pt x="12" y="21"/>
                    <a:pt x="12" y="21"/>
                    <a:pt x="12" y="21"/>
                  </a:cubicBezTo>
                  <a:cubicBezTo>
                    <a:pt x="14" y="18"/>
                    <a:pt x="15" y="15"/>
                    <a:pt x="18" y="13"/>
                  </a:cubicBezTo>
                  <a:cubicBezTo>
                    <a:pt x="20" y="11"/>
                    <a:pt x="22" y="11"/>
                    <a:pt x="23" y="11"/>
                  </a:cubicBezTo>
                  <a:cubicBezTo>
                    <a:pt x="23" y="12"/>
                    <a:pt x="24" y="13"/>
                    <a:pt x="24" y="13"/>
                  </a:cubicBezTo>
                  <a:cubicBezTo>
                    <a:pt x="27" y="16"/>
                    <a:pt x="27" y="18"/>
                    <a:pt x="2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224"/>
            <p:cNvSpPr>
              <a:spLocks noEditPoints="1"/>
            </p:cNvSpPr>
            <p:nvPr/>
          </p:nvSpPr>
          <p:spPr bwMode="auto">
            <a:xfrm>
              <a:off x="1679575" y="5454650"/>
              <a:ext cx="96838" cy="92075"/>
            </a:xfrm>
            <a:custGeom>
              <a:avLst/>
              <a:gdLst>
                <a:gd name="T0" fmla="*/ 12 w 77"/>
                <a:gd name="T1" fmla="*/ 54 h 72"/>
                <a:gd name="T2" fmla="*/ 1 w 77"/>
                <a:gd name="T3" fmla="*/ 64 h 72"/>
                <a:gd name="T4" fmla="*/ 3 w 77"/>
                <a:gd name="T5" fmla="*/ 72 h 72"/>
                <a:gd name="T6" fmla="*/ 10 w 77"/>
                <a:gd name="T7" fmla="*/ 71 h 72"/>
                <a:gd name="T8" fmla="*/ 21 w 77"/>
                <a:gd name="T9" fmla="*/ 63 h 72"/>
                <a:gd name="T10" fmla="*/ 45 w 77"/>
                <a:gd name="T11" fmla="*/ 47 h 72"/>
                <a:gd name="T12" fmla="*/ 53 w 77"/>
                <a:gd name="T13" fmla="*/ 42 h 72"/>
                <a:gd name="T14" fmla="*/ 52 w 77"/>
                <a:gd name="T15" fmla="*/ 42 h 72"/>
                <a:gd name="T16" fmla="*/ 71 w 77"/>
                <a:gd name="T17" fmla="*/ 31 h 72"/>
                <a:gd name="T18" fmla="*/ 76 w 77"/>
                <a:gd name="T19" fmla="*/ 28 h 72"/>
                <a:gd name="T20" fmla="*/ 76 w 77"/>
                <a:gd name="T21" fmla="*/ 24 h 72"/>
                <a:gd name="T22" fmla="*/ 51 w 77"/>
                <a:gd name="T23" fmla="*/ 8 h 72"/>
                <a:gd name="T24" fmla="*/ 47 w 77"/>
                <a:gd name="T25" fmla="*/ 3 h 72"/>
                <a:gd name="T26" fmla="*/ 33 w 77"/>
                <a:gd name="T27" fmla="*/ 0 h 72"/>
                <a:gd name="T28" fmla="*/ 19 w 77"/>
                <a:gd name="T29" fmla="*/ 7 h 72"/>
                <a:gd name="T30" fmla="*/ 12 w 77"/>
                <a:gd name="T31" fmla="*/ 15 h 72"/>
                <a:gd name="T32" fmla="*/ 10 w 77"/>
                <a:gd name="T33" fmla="*/ 25 h 72"/>
                <a:gd name="T34" fmla="*/ 16 w 77"/>
                <a:gd name="T35" fmla="*/ 32 h 72"/>
                <a:gd name="T36" fmla="*/ 26 w 77"/>
                <a:gd name="T37" fmla="*/ 34 h 72"/>
                <a:gd name="T38" fmla="*/ 39 w 77"/>
                <a:gd name="T39" fmla="*/ 30 h 72"/>
                <a:gd name="T40" fmla="*/ 47 w 77"/>
                <a:gd name="T41" fmla="*/ 22 h 72"/>
                <a:gd name="T42" fmla="*/ 48 w 77"/>
                <a:gd name="T43" fmla="*/ 18 h 72"/>
                <a:gd name="T44" fmla="*/ 53 w 77"/>
                <a:gd name="T45" fmla="*/ 21 h 72"/>
                <a:gd name="T46" fmla="*/ 58 w 77"/>
                <a:gd name="T47" fmla="*/ 25 h 72"/>
                <a:gd name="T48" fmla="*/ 33 w 77"/>
                <a:gd name="T49" fmla="*/ 40 h 72"/>
                <a:gd name="T50" fmla="*/ 12 w 77"/>
                <a:gd name="T51" fmla="*/ 54 h 72"/>
                <a:gd name="T52" fmla="*/ 36 w 77"/>
                <a:gd name="T53" fmla="*/ 19 h 72"/>
                <a:gd name="T54" fmla="*/ 30 w 77"/>
                <a:gd name="T55" fmla="*/ 24 h 72"/>
                <a:gd name="T56" fmla="*/ 25 w 77"/>
                <a:gd name="T57" fmla="*/ 25 h 72"/>
                <a:gd name="T58" fmla="*/ 22 w 77"/>
                <a:gd name="T59" fmla="*/ 23 h 72"/>
                <a:gd name="T60" fmla="*/ 22 w 77"/>
                <a:gd name="T61" fmla="*/ 19 h 72"/>
                <a:gd name="T62" fmla="*/ 29 w 77"/>
                <a:gd name="T63" fmla="*/ 13 h 72"/>
                <a:gd name="T64" fmla="*/ 37 w 77"/>
                <a:gd name="T65" fmla="*/ 11 h 72"/>
                <a:gd name="T66" fmla="*/ 38 w 77"/>
                <a:gd name="T67" fmla="*/ 12 h 72"/>
                <a:gd name="T68" fmla="*/ 36 w 77"/>
                <a:gd name="T69" fmla="*/ 1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7" h="72">
                  <a:moveTo>
                    <a:pt x="12" y="54"/>
                  </a:moveTo>
                  <a:cubicBezTo>
                    <a:pt x="6" y="59"/>
                    <a:pt x="2" y="62"/>
                    <a:pt x="1" y="64"/>
                  </a:cubicBezTo>
                  <a:cubicBezTo>
                    <a:pt x="0" y="68"/>
                    <a:pt x="0" y="70"/>
                    <a:pt x="3" y="72"/>
                  </a:cubicBezTo>
                  <a:cubicBezTo>
                    <a:pt x="5" y="72"/>
                    <a:pt x="7" y="72"/>
                    <a:pt x="10" y="71"/>
                  </a:cubicBezTo>
                  <a:cubicBezTo>
                    <a:pt x="13" y="68"/>
                    <a:pt x="17" y="66"/>
                    <a:pt x="21" y="63"/>
                  </a:cubicBezTo>
                  <a:cubicBezTo>
                    <a:pt x="28" y="57"/>
                    <a:pt x="36" y="51"/>
                    <a:pt x="45" y="47"/>
                  </a:cubicBezTo>
                  <a:cubicBezTo>
                    <a:pt x="49" y="44"/>
                    <a:pt x="52" y="42"/>
                    <a:pt x="53" y="42"/>
                  </a:cubicBezTo>
                  <a:cubicBezTo>
                    <a:pt x="52" y="42"/>
                    <a:pt x="52" y="42"/>
                    <a:pt x="52" y="42"/>
                  </a:cubicBezTo>
                  <a:cubicBezTo>
                    <a:pt x="60" y="38"/>
                    <a:pt x="66" y="34"/>
                    <a:pt x="71" y="31"/>
                  </a:cubicBezTo>
                  <a:cubicBezTo>
                    <a:pt x="73" y="31"/>
                    <a:pt x="75" y="30"/>
                    <a:pt x="76" y="28"/>
                  </a:cubicBezTo>
                  <a:cubicBezTo>
                    <a:pt x="77" y="28"/>
                    <a:pt x="77" y="26"/>
                    <a:pt x="76" y="24"/>
                  </a:cubicBezTo>
                  <a:cubicBezTo>
                    <a:pt x="63" y="16"/>
                    <a:pt x="55" y="11"/>
                    <a:pt x="51" y="8"/>
                  </a:cubicBezTo>
                  <a:cubicBezTo>
                    <a:pt x="50" y="6"/>
                    <a:pt x="49" y="4"/>
                    <a:pt x="47" y="3"/>
                  </a:cubicBezTo>
                  <a:cubicBezTo>
                    <a:pt x="43" y="0"/>
                    <a:pt x="38" y="0"/>
                    <a:pt x="33" y="0"/>
                  </a:cubicBezTo>
                  <a:cubicBezTo>
                    <a:pt x="27" y="1"/>
                    <a:pt x="23" y="3"/>
                    <a:pt x="19" y="7"/>
                  </a:cubicBezTo>
                  <a:cubicBezTo>
                    <a:pt x="15" y="10"/>
                    <a:pt x="13" y="13"/>
                    <a:pt x="12" y="15"/>
                  </a:cubicBezTo>
                  <a:cubicBezTo>
                    <a:pt x="10" y="18"/>
                    <a:pt x="9" y="22"/>
                    <a:pt x="10" y="25"/>
                  </a:cubicBezTo>
                  <a:cubicBezTo>
                    <a:pt x="11" y="28"/>
                    <a:pt x="13" y="30"/>
                    <a:pt x="16" y="32"/>
                  </a:cubicBezTo>
                  <a:cubicBezTo>
                    <a:pt x="19" y="34"/>
                    <a:pt x="22" y="34"/>
                    <a:pt x="26" y="34"/>
                  </a:cubicBezTo>
                  <a:cubicBezTo>
                    <a:pt x="31" y="34"/>
                    <a:pt x="35" y="33"/>
                    <a:pt x="39" y="30"/>
                  </a:cubicBezTo>
                  <a:cubicBezTo>
                    <a:pt x="43" y="28"/>
                    <a:pt x="45" y="25"/>
                    <a:pt x="47" y="22"/>
                  </a:cubicBezTo>
                  <a:cubicBezTo>
                    <a:pt x="48" y="21"/>
                    <a:pt x="48" y="20"/>
                    <a:pt x="48" y="18"/>
                  </a:cubicBezTo>
                  <a:cubicBezTo>
                    <a:pt x="51" y="20"/>
                    <a:pt x="53" y="21"/>
                    <a:pt x="53" y="21"/>
                  </a:cubicBezTo>
                  <a:cubicBezTo>
                    <a:pt x="54" y="21"/>
                    <a:pt x="55" y="22"/>
                    <a:pt x="58" y="25"/>
                  </a:cubicBezTo>
                  <a:cubicBezTo>
                    <a:pt x="42" y="34"/>
                    <a:pt x="34" y="39"/>
                    <a:pt x="33" y="40"/>
                  </a:cubicBezTo>
                  <a:cubicBezTo>
                    <a:pt x="25" y="44"/>
                    <a:pt x="18" y="48"/>
                    <a:pt x="12" y="54"/>
                  </a:cubicBezTo>
                  <a:close/>
                  <a:moveTo>
                    <a:pt x="36" y="19"/>
                  </a:moveTo>
                  <a:cubicBezTo>
                    <a:pt x="35" y="21"/>
                    <a:pt x="33" y="23"/>
                    <a:pt x="30" y="24"/>
                  </a:cubicBezTo>
                  <a:cubicBezTo>
                    <a:pt x="28" y="26"/>
                    <a:pt x="26" y="26"/>
                    <a:pt x="25" y="25"/>
                  </a:cubicBezTo>
                  <a:cubicBezTo>
                    <a:pt x="24" y="25"/>
                    <a:pt x="23" y="24"/>
                    <a:pt x="22" y="23"/>
                  </a:cubicBezTo>
                  <a:cubicBezTo>
                    <a:pt x="21" y="21"/>
                    <a:pt x="21" y="20"/>
                    <a:pt x="22" y="19"/>
                  </a:cubicBezTo>
                  <a:cubicBezTo>
                    <a:pt x="23" y="17"/>
                    <a:pt x="25" y="15"/>
                    <a:pt x="29" y="13"/>
                  </a:cubicBezTo>
                  <a:cubicBezTo>
                    <a:pt x="32" y="11"/>
                    <a:pt x="35" y="10"/>
                    <a:pt x="37" y="11"/>
                  </a:cubicBezTo>
                  <a:cubicBezTo>
                    <a:pt x="38" y="12"/>
                    <a:pt x="38" y="12"/>
                    <a:pt x="38" y="12"/>
                  </a:cubicBezTo>
                  <a:cubicBezTo>
                    <a:pt x="37" y="15"/>
                    <a:pt x="36" y="18"/>
                    <a:pt x="36"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225"/>
            <p:cNvSpPr>
              <a:spLocks/>
            </p:cNvSpPr>
            <p:nvPr/>
          </p:nvSpPr>
          <p:spPr bwMode="auto">
            <a:xfrm>
              <a:off x="1785938" y="5500688"/>
              <a:ext cx="53975" cy="65088"/>
            </a:xfrm>
            <a:custGeom>
              <a:avLst/>
              <a:gdLst>
                <a:gd name="T0" fmla="*/ 39 w 43"/>
                <a:gd name="T1" fmla="*/ 1 h 51"/>
                <a:gd name="T2" fmla="*/ 33 w 43"/>
                <a:gd name="T3" fmla="*/ 0 h 51"/>
                <a:gd name="T4" fmla="*/ 27 w 43"/>
                <a:gd name="T5" fmla="*/ 4 h 51"/>
                <a:gd name="T6" fmla="*/ 24 w 43"/>
                <a:gd name="T7" fmla="*/ 8 h 51"/>
                <a:gd name="T8" fmla="*/ 12 w 43"/>
                <a:gd name="T9" fmla="*/ 25 h 51"/>
                <a:gd name="T10" fmla="*/ 0 w 43"/>
                <a:gd name="T11" fmla="*/ 45 h 51"/>
                <a:gd name="T12" fmla="*/ 7 w 43"/>
                <a:gd name="T13" fmla="*/ 51 h 51"/>
                <a:gd name="T14" fmla="*/ 12 w 43"/>
                <a:gd name="T15" fmla="*/ 46 h 51"/>
                <a:gd name="T16" fmla="*/ 21 w 43"/>
                <a:gd name="T17" fmla="*/ 34 h 51"/>
                <a:gd name="T18" fmla="*/ 35 w 43"/>
                <a:gd name="T19" fmla="*/ 18 h 51"/>
                <a:gd name="T20" fmla="*/ 42 w 43"/>
                <a:gd name="T21" fmla="*/ 9 h 51"/>
                <a:gd name="T22" fmla="*/ 42 w 43"/>
                <a:gd name="T23" fmla="*/ 4 h 51"/>
                <a:gd name="T24" fmla="*/ 39 w 43"/>
                <a:gd name="T25" fmla="*/ 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51">
                  <a:moveTo>
                    <a:pt x="39" y="1"/>
                  </a:moveTo>
                  <a:cubicBezTo>
                    <a:pt x="38" y="0"/>
                    <a:pt x="36" y="0"/>
                    <a:pt x="33" y="0"/>
                  </a:cubicBezTo>
                  <a:cubicBezTo>
                    <a:pt x="31" y="0"/>
                    <a:pt x="29" y="2"/>
                    <a:pt x="27" y="4"/>
                  </a:cubicBezTo>
                  <a:cubicBezTo>
                    <a:pt x="25" y="7"/>
                    <a:pt x="24" y="8"/>
                    <a:pt x="24" y="8"/>
                  </a:cubicBezTo>
                  <a:cubicBezTo>
                    <a:pt x="22" y="12"/>
                    <a:pt x="18" y="18"/>
                    <a:pt x="12" y="25"/>
                  </a:cubicBezTo>
                  <a:cubicBezTo>
                    <a:pt x="7" y="31"/>
                    <a:pt x="3" y="38"/>
                    <a:pt x="0" y="45"/>
                  </a:cubicBezTo>
                  <a:cubicBezTo>
                    <a:pt x="1" y="47"/>
                    <a:pt x="3" y="50"/>
                    <a:pt x="7" y="51"/>
                  </a:cubicBezTo>
                  <a:cubicBezTo>
                    <a:pt x="9" y="50"/>
                    <a:pt x="11" y="48"/>
                    <a:pt x="12" y="46"/>
                  </a:cubicBezTo>
                  <a:cubicBezTo>
                    <a:pt x="14" y="42"/>
                    <a:pt x="17" y="38"/>
                    <a:pt x="21" y="34"/>
                  </a:cubicBezTo>
                  <a:cubicBezTo>
                    <a:pt x="25" y="29"/>
                    <a:pt x="30" y="24"/>
                    <a:pt x="35" y="18"/>
                  </a:cubicBezTo>
                  <a:cubicBezTo>
                    <a:pt x="39" y="13"/>
                    <a:pt x="42" y="10"/>
                    <a:pt x="42" y="9"/>
                  </a:cubicBezTo>
                  <a:cubicBezTo>
                    <a:pt x="43" y="7"/>
                    <a:pt x="43" y="6"/>
                    <a:pt x="42" y="4"/>
                  </a:cubicBezTo>
                  <a:cubicBezTo>
                    <a:pt x="42" y="3"/>
                    <a:pt x="40" y="1"/>
                    <a:pt x="39"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226"/>
            <p:cNvSpPr>
              <a:spLocks/>
            </p:cNvSpPr>
            <p:nvPr/>
          </p:nvSpPr>
          <p:spPr bwMode="auto">
            <a:xfrm>
              <a:off x="1762125" y="5572125"/>
              <a:ext cx="25400" cy="20638"/>
            </a:xfrm>
            <a:custGeom>
              <a:avLst/>
              <a:gdLst>
                <a:gd name="T0" fmla="*/ 2 w 19"/>
                <a:gd name="T1" fmla="*/ 5 h 16"/>
                <a:gd name="T2" fmla="*/ 5 w 19"/>
                <a:gd name="T3" fmla="*/ 15 h 16"/>
                <a:gd name="T4" fmla="*/ 11 w 19"/>
                <a:gd name="T5" fmla="*/ 15 h 16"/>
                <a:gd name="T6" fmla="*/ 17 w 19"/>
                <a:gd name="T7" fmla="*/ 12 h 16"/>
                <a:gd name="T8" fmla="*/ 19 w 19"/>
                <a:gd name="T9" fmla="*/ 9 h 16"/>
                <a:gd name="T10" fmla="*/ 18 w 19"/>
                <a:gd name="T11" fmla="*/ 5 h 16"/>
                <a:gd name="T12" fmla="*/ 14 w 19"/>
                <a:gd name="T13" fmla="*/ 0 h 16"/>
                <a:gd name="T14" fmla="*/ 8 w 19"/>
                <a:gd name="T15" fmla="*/ 1 h 16"/>
                <a:gd name="T16" fmla="*/ 2 w 19"/>
                <a:gd name="T17"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6">
                  <a:moveTo>
                    <a:pt x="2" y="5"/>
                  </a:moveTo>
                  <a:cubicBezTo>
                    <a:pt x="0" y="10"/>
                    <a:pt x="1" y="13"/>
                    <a:pt x="5" y="15"/>
                  </a:cubicBezTo>
                  <a:cubicBezTo>
                    <a:pt x="6" y="15"/>
                    <a:pt x="8" y="16"/>
                    <a:pt x="11" y="15"/>
                  </a:cubicBezTo>
                  <a:cubicBezTo>
                    <a:pt x="13" y="15"/>
                    <a:pt x="15" y="14"/>
                    <a:pt x="17" y="12"/>
                  </a:cubicBezTo>
                  <a:cubicBezTo>
                    <a:pt x="19" y="9"/>
                    <a:pt x="19" y="9"/>
                    <a:pt x="19" y="9"/>
                  </a:cubicBezTo>
                  <a:cubicBezTo>
                    <a:pt x="19" y="8"/>
                    <a:pt x="19" y="7"/>
                    <a:pt x="18" y="5"/>
                  </a:cubicBezTo>
                  <a:cubicBezTo>
                    <a:pt x="17" y="2"/>
                    <a:pt x="16" y="1"/>
                    <a:pt x="14" y="0"/>
                  </a:cubicBezTo>
                  <a:cubicBezTo>
                    <a:pt x="13" y="0"/>
                    <a:pt x="10" y="0"/>
                    <a:pt x="8" y="1"/>
                  </a:cubicBezTo>
                  <a:cubicBezTo>
                    <a:pt x="5" y="2"/>
                    <a:pt x="3" y="4"/>
                    <a:pt x="2"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227"/>
            <p:cNvSpPr>
              <a:spLocks/>
            </p:cNvSpPr>
            <p:nvPr/>
          </p:nvSpPr>
          <p:spPr bwMode="auto">
            <a:xfrm>
              <a:off x="1497013" y="5289550"/>
              <a:ext cx="417513" cy="144463"/>
            </a:xfrm>
            <a:custGeom>
              <a:avLst/>
              <a:gdLst>
                <a:gd name="T0" fmla="*/ 0 w 263"/>
                <a:gd name="T1" fmla="*/ 13 h 91"/>
                <a:gd name="T2" fmla="*/ 257 w 263"/>
                <a:gd name="T3" fmla="*/ 91 h 91"/>
                <a:gd name="T4" fmla="*/ 263 w 263"/>
                <a:gd name="T5" fmla="*/ 65 h 91"/>
                <a:gd name="T6" fmla="*/ 2 w 263"/>
                <a:gd name="T7" fmla="*/ 0 h 91"/>
                <a:gd name="T8" fmla="*/ 0 w 263"/>
                <a:gd name="T9" fmla="*/ 13 h 91"/>
              </a:gdLst>
              <a:ahLst/>
              <a:cxnLst>
                <a:cxn ang="0">
                  <a:pos x="T0" y="T1"/>
                </a:cxn>
                <a:cxn ang="0">
                  <a:pos x="T2" y="T3"/>
                </a:cxn>
                <a:cxn ang="0">
                  <a:pos x="T4" y="T5"/>
                </a:cxn>
                <a:cxn ang="0">
                  <a:pos x="T6" y="T7"/>
                </a:cxn>
                <a:cxn ang="0">
                  <a:pos x="T8" y="T9"/>
                </a:cxn>
              </a:cxnLst>
              <a:rect l="0" t="0" r="r" b="b"/>
              <a:pathLst>
                <a:path w="263" h="91">
                  <a:moveTo>
                    <a:pt x="0" y="13"/>
                  </a:moveTo>
                  <a:lnTo>
                    <a:pt x="257" y="91"/>
                  </a:lnTo>
                  <a:lnTo>
                    <a:pt x="263" y="65"/>
                  </a:lnTo>
                  <a:lnTo>
                    <a:pt x="2" y="0"/>
                  </a:lnTo>
                  <a:lnTo>
                    <a:pt x="0"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228"/>
            <p:cNvSpPr>
              <a:spLocks/>
            </p:cNvSpPr>
            <p:nvPr/>
          </p:nvSpPr>
          <p:spPr bwMode="auto">
            <a:xfrm>
              <a:off x="1447800" y="5486400"/>
              <a:ext cx="381000" cy="247650"/>
            </a:xfrm>
            <a:custGeom>
              <a:avLst/>
              <a:gdLst>
                <a:gd name="T0" fmla="*/ 0 w 240"/>
                <a:gd name="T1" fmla="*/ 11 h 156"/>
                <a:gd name="T2" fmla="*/ 226 w 240"/>
                <a:gd name="T3" fmla="*/ 156 h 156"/>
                <a:gd name="T4" fmla="*/ 240 w 240"/>
                <a:gd name="T5" fmla="*/ 133 h 156"/>
                <a:gd name="T6" fmla="*/ 6 w 240"/>
                <a:gd name="T7" fmla="*/ 0 h 156"/>
                <a:gd name="T8" fmla="*/ 0 w 240"/>
                <a:gd name="T9" fmla="*/ 11 h 156"/>
              </a:gdLst>
              <a:ahLst/>
              <a:cxnLst>
                <a:cxn ang="0">
                  <a:pos x="T0" y="T1"/>
                </a:cxn>
                <a:cxn ang="0">
                  <a:pos x="T2" y="T3"/>
                </a:cxn>
                <a:cxn ang="0">
                  <a:pos x="T4" y="T5"/>
                </a:cxn>
                <a:cxn ang="0">
                  <a:pos x="T6" y="T7"/>
                </a:cxn>
                <a:cxn ang="0">
                  <a:pos x="T8" y="T9"/>
                </a:cxn>
              </a:cxnLst>
              <a:rect l="0" t="0" r="r" b="b"/>
              <a:pathLst>
                <a:path w="240" h="156">
                  <a:moveTo>
                    <a:pt x="0" y="11"/>
                  </a:moveTo>
                  <a:lnTo>
                    <a:pt x="226" y="156"/>
                  </a:lnTo>
                  <a:lnTo>
                    <a:pt x="240" y="133"/>
                  </a:lnTo>
                  <a:lnTo>
                    <a:pt x="6" y="0"/>
                  </a:lnTo>
                  <a:lnTo>
                    <a:pt x="0"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95" name="组合 194"/>
          <p:cNvGrpSpPr/>
          <p:nvPr/>
        </p:nvGrpSpPr>
        <p:grpSpPr>
          <a:xfrm>
            <a:off x="236538" y="4976813"/>
            <a:ext cx="617538" cy="1200150"/>
            <a:chOff x="236538" y="4976813"/>
            <a:chExt cx="617538" cy="1200150"/>
          </a:xfrm>
          <a:solidFill>
            <a:schemeClr val="tx1">
              <a:lumMod val="65000"/>
              <a:lumOff val="35000"/>
            </a:schemeClr>
          </a:solidFill>
        </p:grpSpPr>
        <p:sp>
          <p:nvSpPr>
            <p:cNvPr id="196" name="Freeform 229"/>
            <p:cNvSpPr>
              <a:spLocks/>
            </p:cNvSpPr>
            <p:nvPr/>
          </p:nvSpPr>
          <p:spPr bwMode="auto">
            <a:xfrm>
              <a:off x="236538" y="5037138"/>
              <a:ext cx="617538" cy="1139825"/>
            </a:xfrm>
            <a:custGeom>
              <a:avLst/>
              <a:gdLst>
                <a:gd name="T0" fmla="*/ 478 w 488"/>
                <a:gd name="T1" fmla="*/ 66 h 901"/>
                <a:gd name="T2" fmla="*/ 334 w 488"/>
                <a:gd name="T3" fmla="*/ 0 h 901"/>
                <a:gd name="T4" fmla="*/ 343 w 488"/>
                <a:gd name="T5" fmla="*/ 42 h 901"/>
                <a:gd name="T6" fmla="*/ 341 w 488"/>
                <a:gd name="T7" fmla="*/ 65 h 901"/>
                <a:gd name="T8" fmla="*/ 414 w 488"/>
                <a:gd name="T9" fmla="*/ 81 h 901"/>
                <a:gd name="T10" fmla="*/ 314 w 488"/>
                <a:gd name="T11" fmla="*/ 155 h 901"/>
                <a:gd name="T12" fmla="*/ 174 w 488"/>
                <a:gd name="T13" fmla="*/ 155 h 901"/>
                <a:gd name="T14" fmla="*/ 74 w 488"/>
                <a:gd name="T15" fmla="*/ 81 h 901"/>
                <a:gd name="T16" fmla="*/ 147 w 488"/>
                <a:gd name="T17" fmla="*/ 65 h 901"/>
                <a:gd name="T18" fmla="*/ 145 w 488"/>
                <a:gd name="T19" fmla="*/ 42 h 901"/>
                <a:gd name="T20" fmla="*/ 155 w 488"/>
                <a:gd name="T21" fmla="*/ 0 h 901"/>
                <a:gd name="T22" fmla="*/ 10 w 488"/>
                <a:gd name="T23" fmla="*/ 66 h 901"/>
                <a:gd name="T24" fmla="*/ 82 w 488"/>
                <a:gd name="T25" fmla="*/ 174 h 901"/>
                <a:gd name="T26" fmla="*/ 136 w 488"/>
                <a:gd name="T27" fmla="*/ 207 h 901"/>
                <a:gd name="T28" fmla="*/ 136 w 488"/>
                <a:gd name="T29" fmla="*/ 384 h 901"/>
                <a:gd name="T30" fmla="*/ 136 w 488"/>
                <a:gd name="T31" fmla="*/ 460 h 901"/>
                <a:gd name="T32" fmla="*/ 136 w 488"/>
                <a:gd name="T33" fmla="*/ 852 h 901"/>
                <a:gd name="T34" fmla="*/ 185 w 488"/>
                <a:gd name="T35" fmla="*/ 901 h 901"/>
                <a:gd name="T36" fmla="*/ 235 w 488"/>
                <a:gd name="T37" fmla="*/ 852 h 901"/>
                <a:gd name="T38" fmla="*/ 235 w 488"/>
                <a:gd name="T39" fmla="*/ 491 h 901"/>
                <a:gd name="T40" fmla="*/ 253 w 488"/>
                <a:gd name="T41" fmla="*/ 491 h 901"/>
                <a:gd name="T42" fmla="*/ 253 w 488"/>
                <a:gd name="T43" fmla="*/ 852 h 901"/>
                <a:gd name="T44" fmla="*/ 303 w 488"/>
                <a:gd name="T45" fmla="*/ 901 h 901"/>
                <a:gd name="T46" fmla="*/ 352 w 488"/>
                <a:gd name="T47" fmla="*/ 852 h 901"/>
                <a:gd name="T48" fmla="*/ 352 w 488"/>
                <a:gd name="T49" fmla="*/ 460 h 901"/>
                <a:gd name="T50" fmla="*/ 352 w 488"/>
                <a:gd name="T51" fmla="*/ 384 h 901"/>
                <a:gd name="T52" fmla="*/ 352 w 488"/>
                <a:gd name="T53" fmla="*/ 207 h 901"/>
                <a:gd name="T54" fmla="*/ 406 w 488"/>
                <a:gd name="T55" fmla="*/ 174 h 901"/>
                <a:gd name="T56" fmla="*/ 478 w 488"/>
                <a:gd name="T57" fmla="*/ 66 h 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88" h="901">
                  <a:moveTo>
                    <a:pt x="478" y="66"/>
                  </a:moveTo>
                  <a:cubicBezTo>
                    <a:pt x="469" y="26"/>
                    <a:pt x="425" y="6"/>
                    <a:pt x="334" y="0"/>
                  </a:cubicBezTo>
                  <a:cubicBezTo>
                    <a:pt x="340" y="13"/>
                    <a:pt x="343" y="27"/>
                    <a:pt x="343" y="42"/>
                  </a:cubicBezTo>
                  <a:cubicBezTo>
                    <a:pt x="343" y="50"/>
                    <a:pt x="342" y="57"/>
                    <a:pt x="341" y="65"/>
                  </a:cubicBezTo>
                  <a:cubicBezTo>
                    <a:pt x="390" y="69"/>
                    <a:pt x="408" y="77"/>
                    <a:pt x="414" y="81"/>
                  </a:cubicBezTo>
                  <a:cubicBezTo>
                    <a:pt x="406" y="97"/>
                    <a:pt x="360" y="131"/>
                    <a:pt x="314" y="155"/>
                  </a:cubicBezTo>
                  <a:cubicBezTo>
                    <a:pt x="174" y="155"/>
                    <a:pt x="174" y="155"/>
                    <a:pt x="174" y="155"/>
                  </a:cubicBezTo>
                  <a:cubicBezTo>
                    <a:pt x="128" y="131"/>
                    <a:pt x="82" y="97"/>
                    <a:pt x="74" y="81"/>
                  </a:cubicBezTo>
                  <a:cubicBezTo>
                    <a:pt x="80" y="77"/>
                    <a:pt x="98" y="69"/>
                    <a:pt x="147" y="65"/>
                  </a:cubicBezTo>
                  <a:cubicBezTo>
                    <a:pt x="146" y="57"/>
                    <a:pt x="145" y="50"/>
                    <a:pt x="145" y="42"/>
                  </a:cubicBezTo>
                  <a:cubicBezTo>
                    <a:pt x="145" y="27"/>
                    <a:pt x="148" y="13"/>
                    <a:pt x="155" y="0"/>
                  </a:cubicBezTo>
                  <a:cubicBezTo>
                    <a:pt x="63" y="6"/>
                    <a:pt x="19" y="26"/>
                    <a:pt x="10" y="66"/>
                  </a:cubicBezTo>
                  <a:cubicBezTo>
                    <a:pt x="0" y="111"/>
                    <a:pt x="46" y="149"/>
                    <a:pt x="82" y="174"/>
                  </a:cubicBezTo>
                  <a:cubicBezTo>
                    <a:pt x="102" y="188"/>
                    <a:pt x="122" y="200"/>
                    <a:pt x="136" y="207"/>
                  </a:cubicBezTo>
                  <a:cubicBezTo>
                    <a:pt x="136" y="384"/>
                    <a:pt x="136" y="384"/>
                    <a:pt x="136" y="384"/>
                  </a:cubicBezTo>
                  <a:cubicBezTo>
                    <a:pt x="136" y="460"/>
                    <a:pt x="136" y="460"/>
                    <a:pt x="136" y="460"/>
                  </a:cubicBezTo>
                  <a:cubicBezTo>
                    <a:pt x="136" y="852"/>
                    <a:pt x="136" y="852"/>
                    <a:pt x="136" y="852"/>
                  </a:cubicBezTo>
                  <a:cubicBezTo>
                    <a:pt x="136" y="879"/>
                    <a:pt x="158" y="901"/>
                    <a:pt x="185" y="901"/>
                  </a:cubicBezTo>
                  <a:cubicBezTo>
                    <a:pt x="213" y="901"/>
                    <a:pt x="235" y="879"/>
                    <a:pt x="235" y="852"/>
                  </a:cubicBezTo>
                  <a:cubicBezTo>
                    <a:pt x="235" y="491"/>
                    <a:pt x="235" y="491"/>
                    <a:pt x="235" y="491"/>
                  </a:cubicBezTo>
                  <a:cubicBezTo>
                    <a:pt x="253" y="491"/>
                    <a:pt x="253" y="491"/>
                    <a:pt x="253" y="491"/>
                  </a:cubicBezTo>
                  <a:cubicBezTo>
                    <a:pt x="253" y="852"/>
                    <a:pt x="253" y="852"/>
                    <a:pt x="253" y="852"/>
                  </a:cubicBezTo>
                  <a:cubicBezTo>
                    <a:pt x="253" y="879"/>
                    <a:pt x="275" y="901"/>
                    <a:pt x="303" y="901"/>
                  </a:cubicBezTo>
                  <a:cubicBezTo>
                    <a:pt x="330" y="901"/>
                    <a:pt x="352" y="879"/>
                    <a:pt x="352" y="852"/>
                  </a:cubicBezTo>
                  <a:cubicBezTo>
                    <a:pt x="352" y="460"/>
                    <a:pt x="352" y="460"/>
                    <a:pt x="352" y="460"/>
                  </a:cubicBezTo>
                  <a:cubicBezTo>
                    <a:pt x="352" y="384"/>
                    <a:pt x="352" y="384"/>
                    <a:pt x="352" y="384"/>
                  </a:cubicBezTo>
                  <a:cubicBezTo>
                    <a:pt x="352" y="207"/>
                    <a:pt x="352" y="207"/>
                    <a:pt x="352" y="207"/>
                  </a:cubicBezTo>
                  <a:cubicBezTo>
                    <a:pt x="366" y="200"/>
                    <a:pt x="386" y="188"/>
                    <a:pt x="406" y="174"/>
                  </a:cubicBezTo>
                  <a:cubicBezTo>
                    <a:pt x="442" y="149"/>
                    <a:pt x="488" y="111"/>
                    <a:pt x="478" y="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230"/>
            <p:cNvSpPr>
              <a:spLocks noEditPoints="1"/>
            </p:cNvSpPr>
            <p:nvPr/>
          </p:nvSpPr>
          <p:spPr bwMode="auto">
            <a:xfrm>
              <a:off x="430213" y="4976813"/>
              <a:ext cx="228600" cy="228600"/>
            </a:xfrm>
            <a:custGeom>
              <a:avLst/>
              <a:gdLst>
                <a:gd name="T0" fmla="*/ 90 w 180"/>
                <a:gd name="T1" fmla="*/ 180 h 180"/>
                <a:gd name="T2" fmla="*/ 180 w 180"/>
                <a:gd name="T3" fmla="*/ 90 h 180"/>
                <a:gd name="T4" fmla="*/ 90 w 180"/>
                <a:gd name="T5" fmla="*/ 0 h 180"/>
                <a:gd name="T6" fmla="*/ 0 w 180"/>
                <a:gd name="T7" fmla="*/ 90 h 180"/>
                <a:gd name="T8" fmla="*/ 90 w 180"/>
                <a:gd name="T9" fmla="*/ 180 h 180"/>
                <a:gd name="T10" fmla="*/ 146 w 180"/>
                <a:gd name="T11" fmla="*/ 128 h 180"/>
                <a:gd name="T12" fmla="*/ 90 w 180"/>
                <a:gd name="T13" fmla="*/ 159 h 180"/>
                <a:gd name="T14" fmla="*/ 34 w 180"/>
                <a:gd name="T15" fmla="*/ 128 h 180"/>
                <a:gd name="T16" fmla="*/ 146 w 180"/>
                <a:gd name="T17" fmla="*/ 128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0" h="180">
                  <a:moveTo>
                    <a:pt x="90" y="180"/>
                  </a:moveTo>
                  <a:cubicBezTo>
                    <a:pt x="140" y="180"/>
                    <a:pt x="180" y="140"/>
                    <a:pt x="180" y="90"/>
                  </a:cubicBezTo>
                  <a:cubicBezTo>
                    <a:pt x="180" y="41"/>
                    <a:pt x="140" y="0"/>
                    <a:pt x="90" y="0"/>
                  </a:cubicBezTo>
                  <a:cubicBezTo>
                    <a:pt x="40" y="0"/>
                    <a:pt x="0" y="41"/>
                    <a:pt x="0" y="90"/>
                  </a:cubicBezTo>
                  <a:cubicBezTo>
                    <a:pt x="0" y="140"/>
                    <a:pt x="40" y="180"/>
                    <a:pt x="90" y="180"/>
                  </a:cubicBezTo>
                  <a:close/>
                  <a:moveTo>
                    <a:pt x="146" y="128"/>
                  </a:moveTo>
                  <a:cubicBezTo>
                    <a:pt x="135" y="147"/>
                    <a:pt x="114" y="159"/>
                    <a:pt x="90" y="159"/>
                  </a:cubicBezTo>
                  <a:cubicBezTo>
                    <a:pt x="66" y="159"/>
                    <a:pt x="46" y="147"/>
                    <a:pt x="34" y="128"/>
                  </a:cubicBezTo>
                  <a:lnTo>
                    <a:pt x="146" y="1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98" name="组合 197"/>
          <p:cNvGrpSpPr/>
          <p:nvPr/>
        </p:nvGrpSpPr>
        <p:grpSpPr>
          <a:xfrm>
            <a:off x="2178050" y="4722813"/>
            <a:ext cx="681038" cy="1454150"/>
            <a:chOff x="2178050" y="4722813"/>
            <a:chExt cx="681038" cy="1454150"/>
          </a:xfrm>
          <a:solidFill>
            <a:schemeClr val="tx1">
              <a:lumMod val="65000"/>
              <a:lumOff val="35000"/>
            </a:schemeClr>
          </a:solidFill>
        </p:grpSpPr>
        <p:sp>
          <p:nvSpPr>
            <p:cNvPr id="199" name="Freeform 231"/>
            <p:cNvSpPr>
              <a:spLocks noEditPoints="1"/>
            </p:cNvSpPr>
            <p:nvPr/>
          </p:nvSpPr>
          <p:spPr bwMode="auto">
            <a:xfrm>
              <a:off x="2528888" y="4983163"/>
              <a:ext cx="234950" cy="234950"/>
            </a:xfrm>
            <a:custGeom>
              <a:avLst/>
              <a:gdLst>
                <a:gd name="T0" fmla="*/ 88 w 186"/>
                <a:gd name="T1" fmla="*/ 183 h 186"/>
                <a:gd name="T2" fmla="*/ 183 w 186"/>
                <a:gd name="T3" fmla="*/ 98 h 186"/>
                <a:gd name="T4" fmla="*/ 98 w 186"/>
                <a:gd name="T5" fmla="*/ 3 h 186"/>
                <a:gd name="T6" fmla="*/ 3 w 186"/>
                <a:gd name="T7" fmla="*/ 88 h 186"/>
                <a:gd name="T8" fmla="*/ 88 w 186"/>
                <a:gd name="T9" fmla="*/ 183 h 186"/>
                <a:gd name="T10" fmla="*/ 27 w 186"/>
                <a:gd name="T11" fmla="*/ 116 h 186"/>
                <a:gd name="T12" fmla="*/ 76 w 186"/>
                <a:gd name="T13" fmla="*/ 128 h 186"/>
                <a:gd name="T14" fmla="*/ 125 w 186"/>
                <a:gd name="T15" fmla="*/ 141 h 186"/>
                <a:gd name="T16" fmla="*/ 69 w 186"/>
                <a:gd name="T17" fmla="*/ 157 h 186"/>
                <a:gd name="T18" fmla="*/ 27 w 186"/>
                <a:gd name="T19" fmla="*/ 11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6" h="186">
                  <a:moveTo>
                    <a:pt x="88" y="183"/>
                  </a:moveTo>
                  <a:cubicBezTo>
                    <a:pt x="137" y="186"/>
                    <a:pt x="180" y="148"/>
                    <a:pt x="183" y="98"/>
                  </a:cubicBezTo>
                  <a:cubicBezTo>
                    <a:pt x="186" y="48"/>
                    <a:pt x="148" y="6"/>
                    <a:pt x="98" y="3"/>
                  </a:cubicBezTo>
                  <a:cubicBezTo>
                    <a:pt x="48" y="0"/>
                    <a:pt x="6" y="38"/>
                    <a:pt x="3" y="88"/>
                  </a:cubicBezTo>
                  <a:cubicBezTo>
                    <a:pt x="0" y="137"/>
                    <a:pt x="38" y="180"/>
                    <a:pt x="88" y="183"/>
                  </a:cubicBezTo>
                  <a:close/>
                  <a:moveTo>
                    <a:pt x="27" y="116"/>
                  </a:moveTo>
                  <a:cubicBezTo>
                    <a:pt x="31" y="100"/>
                    <a:pt x="49" y="121"/>
                    <a:pt x="76" y="128"/>
                  </a:cubicBezTo>
                  <a:cubicBezTo>
                    <a:pt x="103" y="135"/>
                    <a:pt x="129" y="125"/>
                    <a:pt x="125" y="141"/>
                  </a:cubicBezTo>
                  <a:cubicBezTo>
                    <a:pt x="121" y="156"/>
                    <a:pt x="96" y="163"/>
                    <a:pt x="69" y="157"/>
                  </a:cubicBezTo>
                  <a:cubicBezTo>
                    <a:pt x="42" y="150"/>
                    <a:pt x="23" y="131"/>
                    <a:pt x="27" y="1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232"/>
            <p:cNvSpPr>
              <a:spLocks/>
            </p:cNvSpPr>
            <p:nvPr/>
          </p:nvSpPr>
          <p:spPr bwMode="auto">
            <a:xfrm>
              <a:off x="2178050" y="5214938"/>
              <a:ext cx="681038" cy="962025"/>
            </a:xfrm>
            <a:custGeom>
              <a:avLst/>
              <a:gdLst>
                <a:gd name="T0" fmla="*/ 404 w 539"/>
                <a:gd name="T1" fmla="*/ 209 h 761"/>
                <a:gd name="T2" fmla="*/ 319 w 539"/>
                <a:gd name="T3" fmla="*/ 160 h 761"/>
                <a:gd name="T4" fmla="*/ 299 w 539"/>
                <a:gd name="T5" fmla="*/ 135 h 761"/>
                <a:gd name="T6" fmla="*/ 303 w 539"/>
                <a:gd name="T7" fmla="*/ 104 h 761"/>
                <a:gd name="T8" fmla="*/ 339 w 539"/>
                <a:gd name="T9" fmla="*/ 83 h 761"/>
                <a:gd name="T10" fmla="*/ 360 w 539"/>
                <a:gd name="T11" fmla="*/ 88 h 761"/>
                <a:gd name="T12" fmla="*/ 412 w 539"/>
                <a:gd name="T13" fmla="*/ 118 h 761"/>
                <a:gd name="T14" fmla="*/ 415 w 539"/>
                <a:gd name="T15" fmla="*/ 120 h 761"/>
                <a:gd name="T16" fmla="*/ 417 w 539"/>
                <a:gd name="T17" fmla="*/ 109 h 761"/>
                <a:gd name="T18" fmla="*/ 427 w 539"/>
                <a:gd name="T19" fmla="*/ 128 h 761"/>
                <a:gd name="T20" fmla="*/ 431 w 539"/>
                <a:gd name="T21" fmla="*/ 140 h 761"/>
                <a:gd name="T22" fmla="*/ 355 w 539"/>
                <a:gd name="T23" fmla="*/ 96 h 761"/>
                <a:gd name="T24" fmla="*/ 311 w 539"/>
                <a:gd name="T25" fmla="*/ 108 h 761"/>
                <a:gd name="T26" fmla="*/ 323 w 539"/>
                <a:gd name="T27" fmla="*/ 152 h 761"/>
                <a:gd name="T28" fmla="*/ 454 w 539"/>
                <a:gd name="T29" fmla="*/ 227 h 761"/>
                <a:gd name="T30" fmla="*/ 470 w 539"/>
                <a:gd name="T31" fmla="*/ 231 h 761"/>
                <a:gd name="T32" fmla="*/ 486 w 539"/>
                <a:gd name="T33" fmla="*/ 228 h 761"/>
                <a:gd name="T34" fmla="*/ 502 w 539"/>
                <a:gd name="T35" fmla="*/ 201 h 761"/>
                <a:gd name="T36" fmla="*/ 502 w 539"/>
                <a:gd name="T37" fmla="*/ 176 h 761"/>
                <a:gd name="T38" fmla="*/ 393 w 539"/>
                <a:gd name="T39" fmla="*/ 22 h 761"/>
                <a:gd name="T40" fmla="*/ 282 w 539"/>
                <a:gd name="T41" fmla="*/ 3 h 761"/>
                <a:gd name="T42" fmla="*/ 129 w 539"/>
                <a:gd name="T43" fmla="*/ 91 h 761"/>
                <a:gd name="T44" fmla="*/ 55 w 539"/>
                <a:gd name="T45" fmla="*/ 37 h 761"/>
                <a:gd name="T46" fmla="*/ 11 w 539"/>
                <a:gd name="T47" fmla="*/ 44 h 761"/>
                <a:gd name="T48" fmla="*/ 17 w 539"/>
                <a:gd name="T49" fmla="*/ 89 h 761"/>
                <a:gd name="T50" fmla="*/ 121 w 539"/>
                <a:gd name="T51" fmla="*/ 165 h 761"/>
                <a:gd name="T52" fmla="*/ 140 w 539"/>
                <a:gd name="T53" fmla="*/ 171 h 761"/>
                <a:gd name="T54" fmla="*/ 149 w 539"/>
                <a:gd name="T55" fmla="*/ 170 h 761"/>
                <a:gd name="T56" fmla="*/ 170 w 539"/>
                <a:gd name="T57" fmla="*/ 151 h 761"/>
                <a:gd name="T58" fmla="*/ 202 w 539"/>
                <a:gd name="T59" fmla="*/ 101 h 761"/>
                <a:gd name="T60" fmla="*/ 187 w 539"/>
                <a:gd name="T61" fmla="*/ 729 h 761"/>
                <a:gd name="T62" fmla="*/ 234 w 539"/>
                <a:gd name="T63" fmla="*/ 761 h 761"/>
                <a:gd name="T64" fmla="*/ 251 w 539"/>
                <a:gd name="T65" fmla="*/ 758 h 761"/>
                <a:gd name="T66" fmla="*/ 280 w 539"/>
                <a:gd name="T67" fmla="*/ 694 h 761"/>
                <a:gd name="T68" fmla="*/ 260 w 539"/>
                <a:gd name="T69" fmla="*/ 364 h 761"/>
                <a:gd name="T70" fmla="*/ 304 w 539"/>
                <a:gd name="T71" fmla="*/ 359 h 761"/>
                <a:gd name="T72" fmla="*/ 444 w 539"/>
                <a:gd name="T73" fmla="*/ 736 h 761"/>
                <a:gd name="T74" fmla="*/ 483 w 539"/>
                <a:gd name="T75" fmla="*/ 754 h 761"/>
                <a:gd name="T76" fmla="*/ 514 w 539"/>
                <a:gd name="T77" fmla="*/ 743 h 761"/>
                <a:gd name="T78" fmla="*/ 522 w 539"/>
                <a:gd name="T79" fmla="*/ 673 h 761"/>
                <a:gd name="T80" fmla="*/ 404 w 539"/>
                <a:gd name="T81" fmla="*/ 209 h 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39" h="761">
                  <a:moveTo>
                    <a:pt x="404" y="209"/>
                  </a:moveTo>
                  <a:cubicBezTo>
                    <a:pt x="319" y="160"/>
                    <a:pt x="319" y="160"/>
                    <a:pt x="319" y="160"/>
                  </a:cubicBezTo>
                  <a:cubicBezTo>
                    <a:pt x="309" y="154"/>
                    <a:pt x="302" y="146"/>
                    <a:pt x="299" y="135"/>
                  </a:cubicBezTo>
                  <a:cubicBezTo>
                    <a:pt x="296" y="124"/>
                    <a:pt x="298" y="113"/>
                    <a:pt x="303" y="104"/>
                  </a:cubicBezTo>
                  <a:cubicBezTo>
                    <a:pt x="311" y="91"/>
                    <a:pt x="324" y="83"/>
                    <a:pt x="339" y="83"/>
                  </a:cubicBezTo>
                  <a:cubicBezTo>
                    <a:pt x="346" y="83"/>
                    <a:pt x="353" y="85"/>
                    <a:pt x="360" y="88"/>
                  </a:cubicBezTo>
                  <a:cubicBezTo>
                    <a:pt x="412" y="118"/>
                    <a:pt x="412" y="118"/>
                    <a:pt x="412" y="118"/>
                  </a:cubicBezTo>
                  <a:cubicBezTo>
                    <a:pt x="415" y="120"/>
                    <a:pt x="415" y="120"/>
                    <a:pt x="415" y="120"/>
                  </a:cubicBezTo>
                  <a:cubicBezTo>
                    <a:pt x="416" y="116"/>
                    <a:pt x="416" y="113"/>
                    <a:pt x="417" y="109"/>
                  </a:cubicBezTo>
                  <a:cubicBezTo>
                    <a:pt x="421" y="115"/>
                    <a:pt x="424" y="122"/>
                    <a:pt x="427" y="128"/>
                  </a:cubicBezTo>
                  <a:cubicBezTo>
                    <a:pt x="429" y="132"/>
                    <a:pt x="430" y="136"/>
                    <a:pt x="431" y="140"/>
                  </a:cubicBezTo>
                  <a:cubicBezTo>
                    <a:pt x="355" y="96"/>
                    <a:pt x="355" y="96"/>
                    <a:pt x="355" y="96"/>
                  </a:cubicBezTo>
                  <a:cubicBezTo>
                    <a:pt x="340" y="88"/>
                    <a:pt x="320" y="93"/>
                    <a:pt x="311" y="108"/>
                  </a:cubicBezTo>
                  <a:cubicBezTo>
                    <a:pt x="303" y="124"/>
                    <a:pt x="308" y="143"/>
                    <a:pt x="323" y="152"/>
                  </a:cubicBezTo>
                  <a:cubicBezTo>
                    <a:pt x="454" y="227"/>
                    <a:pt x="454" y="227"/>
                    <a:pt x="454" y="227"/>
                  </a:cubicBezTo>
                  <a:cubicBezTo>
                    <a:pt x="459" y="230"/>
                    <a:pt x="465" y="231"/>
                    <a:pt x="470" y="231"/>
                  </a:cubicBezTo>
                  <a:cubicBezTo>
                    <a:pt x="476" y="231"/>
                    <a:pt x="481" y="230"/>
                    <a:pt x="486" y="228"/>
                  </a:cubicBezTo>
                  <a:cubicBezTo>
                    <a:pt x="495" y="222"/>
                    <a:pt x="502" y="212"/>
                    <a:pt x="502" y="201"/>
                  </a:cubicBezTo>
                  <a:cubicBezTo>
                    <a:pt x="503" y="194"/>
                    <a:pt x="503" y="185"/>
                    <a:pt x="502" y="176"/>
                  </a:cubicBezTo>
                  <a:cubicBezTo>
                    <a:pt x="499" y="120"/>
                    <a:pt x="473" y="39"/>
                    <a:pt x="393" y="22"/>
                  </a:cubicBezTo>
                  <a:cubicBezTo>
                    <a:pt x="355" y="9"/>
                    <a:pt x="312" y="3"/>
                    <a:pt x="282" y="3"/>
                  </a:cubicBezTo>
                  <a:cubicBezTo>
                    <a:pt x="208" y="0"/>
                    <a:pt x="157" y="48"/>
                    <a:pt x="129" y="91"/>
                  </a:cubicBezTo>
                  <a:cubicBezTo>
                    <a:pt x="55" y="37"/>
                    <a:pt x="55" y="37"/>
                    <a:pt x="55" y="37"/>
                  </a:cubicBezTo>
                  <a:cubicBezTo>
                    <a:pt x="41" y="27"/>
                    <a:pt x="21" y="30"/>
                    <a:pt x="11" y="44"/>
                  </a:cubicBezTo>
                  <a:cubicBezTo>
                    <a:pt x="0" y="58"/>
                    <a:pt x="3" y="78"/>
                    <a:pt x="17" y="89"/>
                  </a:cubicBezTo>
                  <a:cubicBezTo>
                    <a:pt x="121" y="165"/>
                    <a:pt x="121" y="165"/>
                    <a:pt x="121" y="165"/>
                  </a:cubicBezTo>
                  <a:cubicBezTo>
                    <a:pt x="127" y="169"/>
                    <a:pt x="134" y="171"/>
                    <a:pt x="140" y="171"/>
                  </a:cubicBezTo>
                  <a:cubicBezTo>
                    <a:pt x="143" y="171"/>
                    <a:pt x="146" y="171"/>
                    <a:pt x="149" y="170"/>
                  </a:cubicBezTo>
                  <a:cubicBezTo>
                    <a:pt x="159" y="167"/>
                    <a:pt x="167" y="160"/>
                    <a:pt x="170" y="151"/>
                  </a:cubicBezTo>
                  <a:cubicBezTo>
                    <a:pt x="171" y="149"/>
                    <a:pt x="181" y="124"/>
                    <a:pt x="202" y="101"/>
                  </a:cubicBezTo>
                  <a:cubicBezTo>
                    <a:pt x="179" y="200"/>
                    <a:pt x="113" y="529"/>
                    <a:pt x="187" y="729"/>
                  </a:cubicBezTo>
                  <a:cubicBezTo>
                    <a:pt x="194" y="749"/>
                    <a:pt x="213" y="761"/>
                    <a:pt x="234" y="761"/>
                  </a:cubicBezTo>
                  <a:cubicBezTo>
                    <a:pt x="239" y="761"/>
                    <a:pt x="245" y="760"/>
                    <a:pt x="251" y="758"/>
                  </a:cubicBezTo>
                  <a:cubicBezTo>
                    <a:pt x="277" y="748"/>
                    <a:pt x="290" y="720"/>
                    <a:pt x="280" y="694"/>
                  </a:cubicBezTo>
                  <a:cubicBezTo>
                    <a:pt x="247" y="604"/>
                    <a:pt x="248" y="477"/>
                    <a:pt x="260" y="364"/>
                  </a:cubicBezTo>
                  <a:cubicBezTo>
                    <a:pt x="274" y="363"/>
                    <a:pt x="289" y="361"/>
                    <a:pt x="304" y="359"/>
                  </a:cubicBezTo>
                  <a:cubicBezTo>
                    <a:pt x="314" y="480"/>
                    <a:pt x="350" y="619"/>
                    <a:pt x="444" y="736"/>
                  </a:cubicBezTo>
                  <a:cubicBezTo>
                    <a:pt x="454" y="748"/>
                    <a:pt x="468" y="754"/>
                    <a:pt x="483" y="754"/>
                  </a:cubicBezTo>
                  <a:cubicBezTo>
                    <a:pt x="494" y="754"/>
                    <a:pt x="505" y="751"/>
                    <a:pt x="514" y="743"/>
                  </a:cubicBezTo>
                  <a:cubicBezTo>
                    <a:pt x="536" y="726"/>
                    <a:pt x="539" y="695"/>
                    <a:pt x="522" y="673"/>
                  </a:cubicBezTo>
                  <a:cubicBezTo>
                    <a:pt x="405" y="527"/>
                    <a:pt x="395" y="332"/>
                    <a:pt x="404" y="2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233"/>
            <p:cNvSpPr>
              <a:spLocks/>
            </p:cNvSpPr>
            <p:nvPr/>
          </p:nvSpPr>
          <p:spPr bwMode="auto">
            <a:xfrm>
              <a:off x="2332038" y="4799013"/>
              <a:ext cx="188913" cy="182563"/>
            </a:xfrm>
            <a:custGeom>
              <a:avLst/>
              <a:gdLst>
                <a:gd name="T0" fmla="*/ 119 w 119"/>
                <a:gd name="T1" fmla="*/ 111 h 115"/>
                <a:gd name="T2" fmla="*/ 12 w 119"/>
                <a:gd name="T3" fmla="*/ 0 h 115"/>
                <a:gd name="T4" fmla="*/ 0 w 119"/>
                <a:gd name="T5" fmla="*/ 16 h 115"/>
                <a:gd name="T6" fmla="*/ 113 w 119"/>
                <a:gd name="T7" fmla="*/ 115 h 115"/>
                <a:gd name="T8" fmla="*/ 119 w 119"/>
                <a:gd name="T9" fmla="*/ 111 h 115"/>
              </a:gdLst>
              <a:ahLst/>
              <a:cxnLst>
                <a:cxn ang="0">
                  <a:pos x="T0" y="T1"/>
                </a:cxn>
                <a:cxn ang="0">
                  <a:pos x="T2" y="T3"/>
                </a:cxn>
                <a:cxn ang="0">
                  <a:pos x="T4" y="T5"/>
                </a:cxn>
                <a:cxn ang="0">
                  <a:pos x="T6" y="T7"/>
                </a:cxn>
                <a:cxn ang="0">
                  <a:pos x="T8" y="T9"/>
                </a:cxn>
              </a:cxnLst>
              <a:rect l="0" t="0" r="r" b="b"/>
              <a:pathLst>
                <a:path w="119" h="115">
                  <a:moveTo>
                    <a:pt x="119" y="111"/>
                  </a:moveTo>
                  <a:lnTo>
                    <a:pt x="12" y="0"/>
                  </a:lnTo>
                  <a:lnTo>
                    <a:pt x="0" y="16"/>
                  </a:lnTo>
                  <a:lnTo>
                    <a:pt x="113" y="115"/>
                  </a:lnTo>
                  <a:lnTo>
                    <a:pt x="119"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234"/>
            <p:cNvSpPr>
              <a:spLocks/>
            </p:cNvSpPr>
            <p:nvPr/>
          </p:nvSpPr>
          <p:spPr bwMode="auto">
            <a:xfrm>
              <a:off x="2478088" y="4722813"/>
              <a:ext cx="82550" cy="228600"/>
            </a:xfrm>
            <a:custGeom>
              <a:avLst/>
              <a:gdLst>
                <a:gd name="T0" fmla="*/ 52 w 52"/>
                <a:gd name="T1" fmla="*/ 143 h 144"/>
                <a:gd name="T2" fmla="*/ 15 w 52"/>
                <a:gd name="T3" fmla="*/ 0 h 144"/>
                <a:gd name="T4" fmla="*/ 0 w 52"/>
                <a:gd name="T5" fmla="*/ 1 h 144"/>
                <a:gd name="T6" fmla="*/ 45 w 52"/>
                <a:gd name="T7" fmla="*/ 144 h 144"/>
                <a:gd name="T8" fmla="*/ 52 w 52"/>
                <a:gd name="T9" fmla="*/ 143 h 144"/>
              </a:gdLst>
              <a:ahLst/>
              <a:cxnLst>
                <a:cxn ang="0">
                  <a:pos x="T0" y="T1"/>
                </a:cxn>
                <a:cxn ang="0">
                  <a:pos x="T2" y="T3"/>
                </a:cxn>
                <a:cxn ang="0">
                  <a:pos x="T4" y="T5"/>
                </a:cxn>
                <a:cxn ang="0">
                  <a:pos x="T6" y="T7"/>
                </a:cxn>
                <a:cxn ang="0">
                  <a:pos x="T8" y="T9"/>
                </a:cxn>
              </a:cxnLst>
              <a:rect l="0" t="0" r="r" b="b"/>
              <a:pathLst>
                <a:path w="52" h="144">
                  <a:moveTo>
                    <a:pt x="52" y="143"/>
                  </a:moveTo>
                  <a:lnTo>
                    <a:pt x="15" y="0"/>
                  </a:lnTo>
                  <a:lnTo>
                    <a:pt x="0" y="1"/>
                  </a:lnTo>
                  <a:lnTo>
                    <a:pt x="45" y="144"/>
                  </a:lnTo>
                  <a:lnTo>
                    <a:pt x="52" y="1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235"/>
            <p:cNvSpPr>
              <a:spLocks/>
            </p:cNvSpPr>
            <p:nvPr/>
          </p:nvSpPr>
          <p:spPr bwMode="auto">
            <a:xfrm>
              <a:off x="2254250" y="4945063"/>
              <a:ext cx="236538" cy="79375"/>
            </a:xfrm>
            <a:custGeom>
              <a:avLst/>
              <a:gdLst>
                <a:gd name="T0" fmla="*/ 0 w 149"/>
                <a:gd name="T1" fmla="*/ 12 h 50"/>
                <a:gd name="T2" fmla="*/ 145 w 149"/>
                <a:gd name="T3" fmla="*/ 50 h 50"/>
                <a:gd name="T4" fmla="*/ 149 w 149"/>
                <a:gd name="T5" fmla="*/ 44 h 50"/>
                <a:gd name="T6" fmla="*/ 8 w 149"/>
                <a:gd name="T7" fmla="*/ 0 h 50"/>
                <a:gd name="T8" fmla="*/ 0 w 149"/>
                <a:gd name="T9" fmla="*/ 12 h 50"/>
              </a:gdLst>
              <a:ahLst/>
              <a:cxnLst>
                <a:cxn ang="0">
                  <a:pos x="T0" y="T1"/>
                </a:cxn>
                <a:cxn ang="0">
                  <a:pos x="T2" y="T3"/>
                </a:cxn>
                <a:cxn ang="0">
                  <a:pos x="T4" y="T5"/>
                </a:cxn>
                <a:cxn ang="0">
                  <a:pos x="T6" y="T7"/>
                </a:cxn>
                <a:cxn ang="0">
                  <a:pos x="T8" y="T9"/>
                </a:cxn>
              </a:cxnLst>
              <a:rect l="0" t="0" r="r" b="b"/>
              <a:pathLst>
                <a:path w="149" h="50">
                  <a:moveTo>
                    <a:pt x="0" y="12"/>
                  </a:moveTo>
                  <a:lnTo>
                    <a:pt x="145" y="50"/>
                  </a:lnTo>
                  <a:lnTo>
                    <a:pt x="149" y="44"/>
                  </a:lnTo>
                  <a:lnTo>
                    <a:pt x="8" y="0"/>
                  </a:lnTo>
                  <a:lnTo>
                    <a:pt x="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04" name="组合 203"/>
          <p:cNvGrpSpPr/>
          <p:nvPr/>
        </p:nvGrpSpPr>
        <p:grpSpPr>
          <a:xfrm>
            <a:off x="3065463" y="4887913"/>
            <a:ext cx="452437" cy="1289050"/>
            <a:chOff x="3065463" y="4887913"/>
            <a:chExt cx="452437" cy="1289050"/>
          </a:xfrm>
          <a:solidFill>
            <a:schemeClr val="tx1">
              <a:lumMod val="65000"/>
              <a:lumOff val="35000"/>
            </a:schemeClr>
          </a:solidFill>
        </p:grpSpPr>
        <p:sp>
          <p:nvSpPr>
            <p:cNvPr id="205" name="Freeform 236"/>
            <p:cNvSpPr>
              <a:spLocks/>
            </p:cNvSpPr>
            <p:nvPr/>
          </p:nvSpPr>
          <p:spPr bwMode="auto">
            <a:xfrm>
              <a:off x="3065463" y="5233988"/>
              <a:ext cx="333375" cy="942975"/>
            </a:xfrm>
            <a:custGeom>
              <a:avLst/>
              <a:gdLst>
                <a:gd name="T0" fmla="*/ 174 w 264"/>
                <a:gd name="T1" fmla="*/ 27 h 746"/>
                <a:gd name="T2" fmla="*/ 173 w 264"/>
                <a:gd name="T3" fmla="*/ 25 h 746"/>
                <a:gd name="T4" fmla="*/ 156 w 264"/>
                <a:gd name="T5" fmla="*/ 27 h 746"/>
                <a:gd name="T6" fmla="*/ 89 w 264"/>
                <a:gd name="T7" fmla="*/ 0 h 746"/>
                <a:gd name="T8" fmla="*/ 79 w 264"/>
                <a:gd name="T9" fmla="*/ 0 h 746"/>
                <a:gd name="T10" fmla="*/ 76 w 264"/>
                <a:gd name="T11" fmla="*/ 0 h 746"/>
                <a:gd name="T12" fmla="*/ 46 w 264"/>
                <a:gd name="T13" fmla="*/ 12 h 746"/>
                <a:gd name="T14" fmla="*/ 6 w 264"/>
                <a:gd name="T15" fmla="*/ 132 h 746"/>
                <a:gd name="T16" fmla="*/ 6 w 264"/>
                <a:gd name="T17" fmla="*/ 353 h 746"/>
                <a:gd name="T18" fmla="*/ 38 w 264"/>
                <a:gd name="T19" fmla="*/ 383 h 746"/>
                <a:gd name="T20" fmla="*/ 40 w 264"/>
                <a:gd name="T21" fmla="*/ 383 h 746"/>
                <a:gd name="T22" fmla="*/ 70 w 264"/>
                <a:gd name="T23" fmla="*/ 349 h 746"/>
                <a:gd name="T24" fmla="*/ 69 w 264"/>
                <a:gd name="T25" fmla="*/ 140 h 746"/>
                <a:gd name="T26" fmla="*/ 79 w 264"/>
                <a:gd name="T27" fmla="*/ 141 h 746"/>
                <a:gd name="T28" fmla="*/ 79 w 264"/>
                <a:gd name="T29" fmla="*/ 349 h 746"/>
                <a:gd name="T30" fmla="*/ 69 w 264"/>
                <a:gd name="T31" fmla="*/ 379 h 746"/>
                <a:gd name="T32" fmla="*/ 48 w 264"/>
                <a:gd name="T33" fmla="*/ 391 h 746"/>
                <a:gd name="T34" fmla="*/ 48 w 264"/>
                <a:gd name="T35" fmla="*/ 697 h 746"/>
                <a:gd name="T36" fmla="*/ 97 w 264"/>
                <a:gd name="T37" fmla="*/ 746 h 746"/>
                <a:gd name="T38" fmla="*/ 147 w 264"/>
                <a:gd name="T39" fmla="*/ 697 h 746"/>
                <a:gd name="T40" fmla="*/ 147 w 264"/>
                <a:gd name="T41" fmla="*/ 336 h 746"/>
                <a:gd name="T42" fmla="*/ 165 w 264"/>
                <a:gd name="T43" fmla="*/ 336 h 746"/>
                <a:gd name="T44" fmla="*/ 165 w 264"/>
                <a:gd name="T45" fmla="*/ 697 h 746"/>
                <a:gd name="T46" fmla="*/ 215 w 264"/>
                <a:gd name="T47" fmla="*/ 746 h 746"/>
                <a:gd name="T48" fmla="*/ 264 w 264"/>
                <a:gd name="T49" fmla="*/ 697 h 746"/>
                <a:gd name="T50" fmla="*/ 264 w 264"/>
                <a:gd name="T51" fmla="*/ 305 h 746"/>
                <a:gd name="T52" fmla="*/ 264 w 264"/>
                <a:gd name="T53" fmla="*/ 229 h 746"/>
                <a:gd name="T54" fmla="*/ 264 w 264"/>
                <a:gd name="T55" fmla="*/ 117 h 746"/>
                <a:gd name="T56" fmla="*/ 174 w 264"/>
                <a:gd name="T57" fmla="*/ 27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64" h="746">
                  <a:moveTo>
                    <a:pt x="174" y="27"/>
                  </a:moveTo>
                  <a:cubicBezTo>
                    <a:pt x="174" y="27"/>
                    <a:pt x="173" y="26"/>
                    <a:pt x="173" y="25"/>
                  </a:cubicBezTo>
                  <a:cubicBezTo>
                    <a:pt x="167" y="26"/>
                    <a:pt x="162" y="27"/>
                    <a:pt x="156" y="27"/>
                  </a:cubicBezTo>
                  <a:cubicBezTo>
                    <a:pt x="130" y="27"/>
                    <a:pt x="106" y="17"/>
                    <a:pt x="89" y="0"/>
                  </a:cubicBezTo>
                  <a:cubicBezTo>
                    <a:pt x="79" y="0"/>
                    <a:pt x="79" y="0"/>
                    <a:pt x="79" y="0"/>
                  </a:cubicBezTo>
                  <a:cubicBezTo>
                    <a:pt x="78" y="0"/>
                    <a:pt x="77" y="0"/>
                    <a:pt x="76" y="0"/>
                  </a:cubicBezTo>
                  <a:cubicBezTo>
                    <a:pt x="66" y="0"/>
                    <a:pt x="55" y="4"/>
                    <a:pt x="46" y="12"/>
                  </a:cubicBezTo>
                  <a:cubicBezTo>
                    <a:pt x="31" y="25"/>
                    <a:pt x="13" y="52"/>
                    <a:pt x="6" y="132"/>
                  </a:cubicBezTo>
                  <a:cubicBezTo>
                    <a:pt x="1" y="182"/>
                    <a:pt x="0" y="253"/>
                    <a:pt x="6" y="353"/>
                  </a:cubicBezTo>
                  <a:cubicBezTo>
                    <a:pt x="7" y="370"/>
                    <a:pt x="21" y="383"/>
                    <a:pt x="38" y="383"/>
                  </a:cubicBezTo>
                  <a:cubicBezTo>
                    <a:pt x="38" y="383"/>
                    <a:pt x="39" y="383"/>
                    <a:pt x="40" y="383"/>
                  </a:cubicBezTo>
                  <a:cubicBezTo>
                    <a:pt x="57" y="382"/>
                    <a:pt x="71" y="367"/>
                    <a:pt x="70" y="349"/>
                  </a:cubicBezTo>
                  <a:cubicBezTo>
                    <a:pt x="64" y="249"/>
                    <a:pt x="65" y="183"/>
                    <a:pt x="69" y="140"/>
                  </a:cubicBezTo>
                  <a:cubicBezTo>
                    <a:pt x="79" y="141"/>
                    <a:pt x="79" y="141"/>
                    <a:pt x="79" y="141"/>
                  </a:cubicBezTo>
                  <a:cubicBezTo>
                    <a:pt x="75" y="183"/>
                    <a:pt x="73" y="249"/>
                    <a:pt x="79" y="349"/>
                  </a:cubicBezTo>
                  <a:cubicBezTo>
                    <a:pt x="80" y="360"/>
                    <a:pt x="76" y="370"/>
                    <a:pt x="69" y="379"/>
                  </a:cubicBezTo>
                  <a:cubicBezTo>
                    <a:pt x="63" y="385"/>
                    <a:pt x="56" y="389"/>
                    <a:pt x="48" y="391"/>
                  </a:cubicBezTo>
                  <a:cubicBezTo>
                    <a:pt x="48" y="697"/>
                    <a:pt x="48" y="697"/>
                    <a:pt x="48" y="697"/>
                  </a:cubicBezTo>
                  <a:cubicBezTo>
                    <a:pt x="48" y="724"/>
                    <a:pt x="70" y="746"/>
                    <a:pt x="97" y="746"/>
                  </a:cubicBezTo>
                  <a:cubicBezTo>
                    <a:pt x="125" y="746"/>
                    <a:pt x="147" y="724"/>
                    <a:pt x="147" y="697"/>
                  </a:cubicBezTo>
                  <a:cubicBezTo>
                    <a:pt x="147" y="336"/>
                    <a:pt x="147" y="336"/>
                    <a:pt x="147" y="336"/>
                  </a:cubicBezTo>
                  <a:cubicBezTo>
                    <a:pt x="165" y="336"/>
                    <a:pt x="165" y="336"/>
                    <a:pt x="165" y="336"/>
                  </a:cubicBezTo>
                  <a:cubicBezTo>
                    <a:pt x="165" y="697"/>
                    <a:pt x="165" y="697"/>
                    <a:pt x="165" y="697"/>
                  </a:cubicBezTo>
                  <a:cubicBezTo>
                    <a:pt x="165" y="724"/>
                    <a:pt x="187" y="746"/>
                    <a:pt x="215" y="746"/>
                  </a:cubicBezTo>
                  <a:cubicBezTo>
                    <a:pt x="242" y="746"/>
                    <a:pt x="264" y="724"/>
                    <a:pt x="264" y="697"/>
                  </a:cubicBezTo>
                  <a:cubicBezTo>
                    <a:pt x="264" y="305"/>
                    <a:pt x="264" y="305"/>
                    <a:pt x="264" y="305"/>
                  </a:cubicBezTo>
                  <a:cubicBezTo>
                    <a:pt x="264" y="229"/>
                    <a:pt x="264" y="229"/>
                    <a:pt x="264" y="229"/>
                  </a:cubicBezTo>
                  <a:cubicBezTo>
                    <a:pt x="264" y="117"/>
                    <a:pt x="264" y="117"/>
                    <a:pt x="264" y="117"/>
                  </a:cubicBezTo>
                  <a:cubicBezTo>
                    <a:pt x="242" y="95"/>
                    <a:pt x="212" y="65"/>
                    <a:pt x="174"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237"/>
            <p:cNvSpPr>
              <a:spLocks/>
            </p:cNvSpPr>
            <p:nvPr/>
          </p:nvSpPr>
          <p:spPr bwMode="auto">
            <a:xfrm>
              <a:off x="3149600" y="5027613"/>
              <a:ext cx="227013" cy="227013"/>
            </a:xfrm>
            <a:custGeom>
              <a:avLst/>
              <a:gdLst>
                <a:gd name="T0" fmla="*/ 97 w 180"/>
                <a:gd name="T1" fmla="*/ 158 h 180"/>
                <a:gd name="T2" fmla="*/ 83 w 180"/>
                <a:gd name="T3" fmla="*/ 129 h 180"/>
                <a:gd name="T4" fmla="*/ 111 w 180"/>
                <a:gd name="T5" fmla="*/ 95 h 180"/>
                <a:gd name="T6" fmla="*/ 138 w 180"/>
                <a:gd name="T7" fmla="*/ 120 h 180"/>
                <a:gd name="T8" fmla="*/ 167 w 180"/>
                <a:gd name="T9" fmla="*/ 132 h 180"/>
                <a:gd name="T10" fmla="*/ 169 w 180"/>
                <a:gd name="T11" fmla="*/ 134 h 180"/>
                <a:gd name="T12" fmla="*/ 180 w 180"/>
                <a:gd name="T13" fmla="*/ 90 h 180"/>
                <a:gd name="T14" fmla="*/ 90 w 180"/>
                <a:gd name="T15" fmla="*/ 0 h 180"/>
                <a:gd name="T16" fmla="*/ 0 w 180"/>
                <a:gd name="T17" fmla="*/ 90 h 180"/>
                <a:gd name="T18" fmla="*/ 90 w 180"/>
                <a:gd name="T19" fmla="*/ 180 h 180"/>
                <a:gd name="T20" fmla="*/ 101 w 180"/>
                <a:gd name="T21" fmla="*/ 180 h 180"/>
                <a:gd name="T22" fmla="*/ 97 w 180"/>
                <a:gd name="T23" fmla="*/ 158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0" h="180">
                  <a:moveTo>
                    <a:pt x="97" y="158"/>
                  </a:moveTo>
                  <a:cubicBezTo>
                    <a:pt x="89" y="152"/>
                    <a:pt x="83" y="141"/>
                    <a:pt x="83" y="129"/>
                  </a:cubicBezTo>
                  <a:cubicBezTo>
                    <a:pt x="83" y="110"/>
                    <a:pt x="96" y="95"/>
                    <a:pt x="111" y="95"/>
                  </a:cubicBezTo>
                  <a:cubicBezTo>
                    <a:pt x="124" y="95"/>
                    <a:pt x="135" y="106"/>
                    <a:pt x="138" y="120"/>
                  </a:cubicBezTo>
                  <a:cubicBezTo>
                    <a:pt x="149" y="120"/>
                    <a:pt x="159" y="124"/>
                    <a:pt x="167" y="132"/>
                  </a:cubicBezTo>
                  <a:cubicBezTo>
                    <a:pt x="168" y="133"/>
                    <a:pt x="168" y="133"/>
                    <a:pt x="169" y="134"/>
                  </a:cubicBezTo>
                  <a:cubicBezTo>
                    <a:pt x="176" y="121"/>
                    <a:pt x="180" y="106"/>
                    <a:pt x="180" y="90"/>
                  </a:cubicBezTo>
                  <a:cubicBezTo>
                    <a:pt x="180" y="41"/>
                    <a:pt x="140" y="0"/>
                    <a:pt x="90" y="0"/>
                  </a:cubicBezTo>
                  <a:cubicBezTo>
                    <a:pt x="40" y="0"/>
                    <a:pt x="0" y="41"/>
                    <a:pt x="0" y="90"/>
                  </a:cubicBezTo>
                  <a:cubicBezTo>
                    <a:pt x="0" y="140"/>
                    <a:pt x="40" y="180"/>
                    <a:pt x="90" y="180"/>
                  </a:cubicBezTo>
                  <a:cubicBezTo>
                    <a:pt x="94" y="180"/>
                    <a:pt x="97" y="180"/>
                    <a:pt x="101" y="180"/>
                  </a:cubicBezTo>
                  <a:cubicBezTo>
                    <a:pt x="98" y="173"/>
                    <a:pt x="96" y="165"/>
                    <a:pt x="97"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238"/>
            <p:cNvSpPr>
              <a:spLocks/>
            </p:cNvSpPr>
            <p:nvPr/>
          </p:nvSpPr>
          <p:spPr bwMode="auto">
            <a:xfrm>
              <a:off x="3279775" y="5186363"/>
              <a:ext cx="238125" cy="236538"/>
            </a:xfrm>
            <a:custGeom>
              <a:avLst/>
              <a:gdLst>
                <a:gd name="T0" fmla="*/ 57 w 189"/>
                <a:gd name="T1" fmla="*/ 13 h 186"/>
                <a:gd name="T2" fmla="*/ 12 w 189"/>
                <a:gd name="T3" fmla="*/ 12 h 186"/>
                <a:gd name="T4" fmla="*/ 12 w 189"/>
                <a:gd name="T5" fmla="*/ 58 h 186"/>
                <a:gd name="T6" fmla="*/ 129 w 189"/>
                <a:gd name="T7" fmla="*/ 175 h 186"/>
                <a:gd name="T8" fmla="*/ 131 w 189"/>
                <a:gd name="T9" fmla="*/ 177 h 186"/>
                <a:gd name="T10" fmla="*/ 153 w 189"/>
                <a:gd name="T11" fmla="*/ 186 h 186"/>
                <a:gd name="T12" fmla="*/ 176 w 189"/>
                <a:gd name="T13" fmla="*/ 176 h 186"/>
                <a:gd name="T14" fmla="*/ 176 w 189"/>
                <a:gd name="T15" fmla="*/ 131 h 186"/>
                <a:gd name="T16" fmla="*/ 163 w 189"/>
                <a:gd name="T17" fmla="*/ 118 h 186"/>
                <a:gd name="T18" fmla="*/ 57 w 189"/>
                <a:gd name="T19" fmla="*/ 13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9" h="186">
                  <a:moveTo>
                    <a:pt x="57" y="13"/>
                  </a:moveTo>
                  <a:cubicBezTo>
                    <a:pt x="45" y="0"/>
                    <a:pt x="25" y="0"/>
                    <a:pt x="12" y="12"/>
                  </a:cubicBezTo>
                  <a:cubicBezTo>
                    <a:pt x="0" y="25"/>
                    <a:pt x="0" y="45"/>
                    <a:pt x="12" y="58"/>
                  </a:cubicBezTo>
                  <a:cubicBezTo>
                    <a:pt x="67" y="113"/>
                    <a:pt x="106" y="152"/>
                    <a:pt x="129" y="175"/>
                  </a:cubicBezTo>
                  <a:cubicBezTo>
                    <a:pt x="130" y="176"/>
                    <a:pt x="130" y="176"/>
                    <a:pt x="131" y="177"/>
                  </a:cubicBezTo>
                  <a:cubicBezTo>
                    <a:pt x="137" y="183"/>
                    <a:pt x="145" y="186"/>
                    <a:pt x="153" y="186"/>
                  </a:cubicBezTo>
                  <a:cubicBezTo>
                    <a:pt x="162" y="186"/>
                    <a:pt x="170" y="183"/>
                    <a:pt x="176" y="176"/>
                  </a:cubicBezTo>
                  <a:cubicBezTo>
                    <a:pt x="189" y="164"/>
                    <a:pt x="188" y="143"/>
                    <a:pt x="176" y="131"/>
                  </a:cubicBezTo>
                  <a:cubicBezTo>
                    <a:pt x="172" y="127"/>
                    <a:pt x="167" y="123"/>
                    <a:pt x="163" y="118"/>
                  </a:cubicBezTo>
                  <a:cubicBezTo>
                    <a:pt x="139" y="95"/>
                    <a:pt x="104" y="59"/>
                    <a:pt x="57"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Rectangle 239"/>
            <p:cNvSpPr>
              <a:spLocks noChangeArrowheads="1"/>
            </p:cNvSpPr>
            <p:nvPr/>
          </p:nvSpPr>
          <p:spPr bwMode="auto">
            <a:xfrm>
              <a:off x="3144838" y="4887913"/>
              <a:ext cx="225425"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Rectangle 240"/>
            <p:cNvSpPr>
              <a:spLocks noChangeArrowheads="1"/>
            </p:cNvSpPr>
            <p:nvPr/>
          </p:nvSpPr>
          <p:spPr bwMode="auto">
            <a:xfrm>
              <a:off x="3103563" y="4964113"/>
              <a:ext cx="225425"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Rectangle 241"/>
            <p:cNvSpPr>
              <a:spLocks noChangeArrowheads="1"/>
            </p:cNvSpPr>
            <p:nvPr/>
          </p:nvSpPr>
          <p:spPr bwMode="auto">
            <a:xfrm>
              <a:off x="3175000" y="4926013"/>
              <a:ext cx="225425"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1" name="组合 210"/>
          <p:cNvGrpSpPr/>
          <p:nvPr/>
        </p:nvGrpSpPr>
        <p:grpSpPr>
          <a:xfrm>
            <a:off x="4881563" y="4856163"/>
            <a:ext cx="596900" cy="1323975"/>
            <a:chOff x="4881563" y="4856163"/>
            <a:chExt cx="596900" cy="1323975"/>
          </a:xfrm>
          <a:solidFill>
            <a:schemeClr val="tx1">
              <a:lumMod val="65000"/>
              <a:lumOff val="35000"/>
            </a:schemeClr>
          </a:solidFill>
        </p:grpSpPr>
        <p:sp>
          <p:nvSpPr>
            <p:cNvPr id="212" name="Freeform 242"/>
            <p:cNvSpPr>
              <a:spLocks noEditPoints="1"/>
            </p:cNvSpPr>
            <p:nvPr/>
          </p:nvSpPr>
          <p:spPr bwMode="auto">
            <a:xfrm>
              <a:off x="5067300" y="4978400"/>
              <a:ext cx="227013" cy="227013"/>
            </a:xfrm>
            <a:custGeom>
              <a:avLst/>
              <a:gdLst>
                <a:gd name="T0" fmla="*/ 0 w 180"/>
                <a:gd name="T1" fmla="*/ 90 h 180"/>
                <a:gd name="T2" fmla="*/ 90 w 180"/>
                <a:gd name="T3" fmla="*/ 180 h 180"/>
                <a:gd name="T4" fmla="*/ 180 w 180"/>
                <a:gd name="T5" fmla="*/ 90 h 180"/>
                <a:gd name="T6" fmla="*/ 90 w 180"/>
                <a:gd name="T7" fmla="*/ 0 h 180"/>
                <a:gd name="T8" fmla="*/ 0 w 180"/>
                <a:gd name="T9" fmla="*/ 90 h 180"/>
                <a:gd name="T10" fmla="*/ 94 w 180"/>
                <a:gd name="T11" fmla="*/ 110 h 180"/>
                <a:gd name="T12" fmla="*/ 139 w 180"/>
                <a:gd name="T13" fmla="*/ 138 h 180"/>
                <a:gd name="T14" fmla="*/ 93 w 180"/>
                <a:gd name="T15" fmla="*/ 136 h 180"/>
                <a:gd name="T16" fmla="*/ 47 w 180"/>
                <a:gd name="T17" fmla="*/ 135 h 180"/>
                <a:gd name="T18" fmla="*/ 94 w 180"/>
                <a:gd name="T19" fmla="*/ 11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0" h="180">
                  <a:moveTo>
                    <a:pt x="0" y="90"/>
                  </a:moveTo>
                  <a:cubicBezTo>
                    <a:pt x="0" y="140"/>
                    <a:pt x="40" y="180"/>
                    <a:pt x="90" y="180"/>
                  </a:cubicBezTo>
                  <a:cubicBezTo>
                    <a:pt x="139" y="180"/>
                    <a:pt x="180" y="140"/>
                    <a:pt x="180" y="90"/>
                  </a:cubicBezTo>
                  <a:cubicBezTo>
                    <a:pt x="180" y="41"/>
                    <a:pt x="139" y="0"/>
                    <a:pt x="90" y="0"/>
                  </a:cubicBezTo>
                  <a:cubicBezTo>
                    <a:pt x="40" y="0"/>
                    <a:pt x="0" y="41"/>
                    <a:pt x="0" y="90"/>
                  </a:cubicBezTo>
                  <a:close/>
                  <a:moveTo>
                    <a:pt x="94" y="110"/>
                  </a:moveTo>
                  <a:cubicBezTo>
                    <a:pt x="119" y="111"/>
                    <a:pt x="139" y="124"/>
                    <a:pt x="139" y="138"/>
                  </a:cubicBezTo>
                  <a:cubicBezTo>
                    <a:pt x="138" y="153"/>
                    <a:pt x="118" y="137"/>
                    <a:pt x="93" y="136"/>
                  </a:cubicBezTo>
                  <a:cubicBezTo>
                    <a:pt x="68" y="135"/>
                    <a:pt x="47" y="149"/>
                    <a:pt x="47" y="135"/>
                  </a:cubicBezTo>
                  <a:cubicBezTo>
                    <a:pt x="48" y="120"/>
                    <a:pt x="69" y="109"/>
                    <a:pt x="94" y="1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243"/>
            <p:cNvSpPr>
              <a:spLocks noEditPoints="1"/>
            </p:cNvSpPr>
            <p:nvPr/>
          </p:nvSpPr>
          <p:spPr bwMode="auto">
            <a:xfrm>
              <a:off x="4881563" y="5235575"/>
              <a:ext cx="596900" cy="944563"/>
            </a:xfrm>
            <a:custGeom>
              <a:avLst/>
              <a:gdLst>
                <a:gd name="T0" fmla="*/ 321 w 472"/>
                <a:gd name="T1" fmla="*/ 1 h 747"/>
                <a:gd name="T2" fmla="*/ 313 w 472"/>
                <a:gd name="T3" fmla="*/ 0 h 747"/>
                <a:gd name="T4" fmla="*/ 159 w 472"/>
                <a:gd name="T5" fmla="*/ 0 h 747"/>
                <a:gd name="T6" fmla="*/ 150 w 472"/>
                <a:gd name="T7" fmla="*/ 1 h 747"/>
                <a:gd name="T8" fmla="*/ 5 w 472"/>
                <a:gd name="T9" fmla="*/ 127 h 747"/>
                <a:gd name="T10" fmla="*/ 5 w 472"/>
                <a:gd name="T11" fmla="*/ 157 h 747"/>
                <a:gd name="T12" fmla="*/ 81 w 472"/>
                <a:gd name="T13" fmla="*/ 297 h 747"/>
                <a:gd name="T14" fmla="*/ 60 w 472"/>
                <a:gd name="T15" fmla="*/ 326 h 747"/>
                <a:gd name="T16" fmla="*/ 57 w 472"/>
                <a:gd name="T17" fmla="*/ 342 h 747"/>
                <a:gd name="T18" fmla="*/ 73 w 472"/>
                <a:gd name="T19" fmla="*/ 345 h 747"/>
                <a:gd name="T20" fmla="*/ 125 w 472"/>
                <a:gd name="T21" fmla="*/ 310 h 747"/>
                <a:gd name="T22" fmla="*/ 93 w 472"/>
                <a:gd name="T23" fmla="*/ 692 h 747"/>
                <a:gd name="T24" fmla="*/ 139 w 472"/>
                <a:gd name="T25" fmla="*/ 745 h 747"/>
                <a:gd name="T26" fmla="*/ 192 w 472"/>
                <a:gd name="T27" fmla="*/ 700 h 747"/>
                <a:gd name="T28" fmla="*/ 222 w 472"/>
                <a:gd name="T29" fmla="*/ 335 h 747"/>
                <a:gd name="T30" fmla="*/ 250 w 472"/>
                <a:gd name="T31" fmla="*/ 335 h 747"/>
                <a:gd name="T32" fmla="*/ 279 w 472"/>
                <a:gd name="T33" fmla="*/ 700 h 747"/>
                <a:gd name="T34" fmla="*/ 333 w 472"/>
                <a:gd name="T35" fmla="*/ 745 h 747"/>
                <a:gd name="T36" fmla="*/ 378 w 472"/>
                <a:gd name="T37" fmla="*/ 692 h 747"/>
                <a:gd name="T38" fmla="*/ 347 w 472"/>
                <a:gd name="T39" fmla="*/ 310 h 747"/>
                <a:gd name="T40" fmla="*/ 398 w 472"/>
                <a:gd name="T41" fmla="*/ 345 h 747"/>
                <a:gd name="T42" fmla="*/ 414 w 472"/>
                <a:gd name="T43" fmla="*/ 342 h 747"/>
                <a:gd name="T44" fmla="*/ 411 w 472"/>
                <a:gd name="T45" fmla="*/ 326 h 747"/>
                <a:gd name="T46" fmla="*/ 390 w 472"/>
                <a:gd name="T47" fmla="*/ 297 h 747"/>
                <a:gd name="T48" fmla="*/ 466 w 472"/>
                <a:gd name="T49" fmla="*/ 157 h 747"/>
                <a:gd name="T50" fmla="*/ 467 w 472"/>
                <a:gd name="T51" fmla="*/ 127 h 747"/>
                <a:gd name="T52" fmla="*/ 321 w 472"/>
                <a:gd name="T53" fmla="*/ 1 h 747"/>
                <a:gd name="T54" fmla="*/ 70 w 472"/>
                <a:gd name="T55" fmla="*/ 142 h 747"/>
                <a:gd name="T56" fmla="*/ 128 w 472"/>
                <a:gd name="T57" fmla="*/ 77 h 747"/>
                <a:gd name="T58" fmla="*/ 128 w 472"/>
                <a:gd name="T59" fmla="*/ 248 h 747"/>
                <a:gd name="T60" fmla="*/ 70 w 472"/>
                <a:gd name="T61" fmla="*/ 142 h 747"/>
                <a:gd name="T62" fmla="*/ 344 w 472"/>
                <a:gd name="T63" fmla="*/ 248 h 747"/>
                <a:gd name="T64" fmla="*/ 344 w 472"/>
                <a:gd name="T65" fmla="*/ 77 h 747"/>
                <a:gd name="T66" fmla="*/ 402 w 472"/>
                <a:gd name="T67" fmla="*/ 142 h 747"/>
                <a:gd name="T68" fmla="*/ 344 w 472"/>
                <a:gd name="T69" fmla="*/ 248 h 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72" h="747">
                  <a:moveTo>
                    <a:pt x="321" y="1"/>
                  </a:moveTo>
                  <a:cubicBezTo>
                    <a:pt x="319" y="0"/>
                    <a:pt x="316" y="0"/>
                    <a:pt x="313" y="0"/>
                  </a:cubicBezTo>
                  <a:cubicBezTo>
                    <a:pt x="159" y="0"/>
                    <a:pt x="159" y="0"/>
                    <a:pt x="159" y="0"/>
                  </a:cubicBezTo>
                  <a:cubicBezTo>
                    <a:pt x="156" y="0"/>
                    <a:pt x="153" y="0"/>
                    <a:pt x="150" y="1"/>
                  </a:cubicBezTo>
                  <a:cubicBezTo>
                    <a:pt x="66" y="10"/>
                    <a:pt x="11" y="115"/>
                    <a:pt x="5" y="127"/>
                  </a:cubicBezTo>
                  <a:cubicBezTo>
                    <a:pt x="0" y="136"/>
                    <a:pt x="0" y="148"/>
                    <a:pt x="5" y="157"/>
                  </a:cubicBezTo>
                  <a:cubicBezTo>
                    <a:pt x="81" y="297"/>
                    <a:pt x="81" y="297"/>
                    <a:pt x="81" y="297"/>
                  </a:cubicBezTo>
                  <a:cubicBezTo>
                    <a:pt x="83" y="301"/>
                    <a:pt x="60" y="326"/>
                    <a:pt x="60" y="326"/>
                  </a:cubicBezTo>
                  <a:cubicBezTo>
                    <a:pt x="55" y="330"/>
                    <a:pt x="54" y="337"/>
                    <a:pt x="57" y="342"/>
                  </a:cubicBezTo>
                  <a:cubicBezTo>
                    <a:pt x="61" y="348"/>
                    <a:pt x="68" y="349"/>
                    <a:pt x="73" y="345"/>
                  </a:cubicBezTo>
                  <a:cubicBezTo>
                    <a:pt x="125" y="310"/>
                    <a:pt x="125" y="310"/>
                    <a:pt x="125" y="310"/>
                  </a:cubicBezTo>
                  <a:cubicBezTo>
                    <a:pt x="93" y="692"/>
                    <a:pt x="93" y="692"/>
                    <a:pt x="93" y="692"/>
                  </a:cubicBezTo>
                  <a:cubicBezTo>
                    <a:pt x="91" y="719"/>
                    <a:pt x="112" y="743"/>
                    <a:pt x="139" y="745"/>
                  </a:cubicBezTo>
                  <a:cubicBezTo>
                    <a:pt x="166" y="747"/>
                    <a:pt x="190" y="727"/>
                    <a:pt x="192" y="700"/>
                  </a:cubicBezTo>
                  <a:cubicBezTo>
                    <a:pt x="222" y="335"/>
                    <a:pt x="222" y="335"/>
                    <a:pt x="222" y="335"/>
                  </a:cubicBezTo>
                  <a:cubicBezTo>
                    <a:pt x="250" y="335"/>
                    <a:pt x="250" y="335"/>
                    <a:pt x="250" y="335"/>
                  </a:cubicBezTo>
                  <a:cubicBezTo>
                    <a:pt x="279" y="700"/>
                    <a:pt x="279" y="700"/>
                    <a:pt x="279" y="700"/>
                  </a:cubicBezTo>
                  <a:cubicBezTo>
                    <a:pt x="282" y="727"/>
                    <a:pt x="306" y="747"/>
                    <a:pt x="333" y="745"/>
                  </a:cubicBezTo>
                  <a:cubicBezTo>
                    <a:pt x="360" y="743"/>
                    <a:pt x="380" y="719"/>
                    <a:pt x="378" y="692"/>
                  </a:cubicBezTo>
                  <a:cubicBezTo>
                    <a:pt x="347" y="310"/>
                    <a:pt x="347" y="310"/>
                    <a:pt x="347" y="310"/>
                  </a:cubicBezTo>
                  <a:cubicBezTo>
                    <a:pt x="398" y="345"/>
                    <a:pt x="398" y="345"/>
                    <a:pt x="398" y="345"/>
                  </a:cubicBezTo>
                  <a:cubicBezTo>
                    <a:pt x="403" y="349"/>
                    <a:pt x="411" y="348"/>
                    <a:pt x="414" y="342"/>
                  </a:cubicBezTo>
                  <a:cubicBezTo>
                    <a:pt x="418" y="337"/>
                    <a:pt x="417" y="330"/>
                    <a:pt x="411" y="326"/>
                  </a:cubicBezTo>
                  <a:cubicBezTo>
                    <a:pt x="411" y="326"/>
                    <a:pt x="388" y="301"/>
                    <a:pt x="390" y="297"/>
                  </a:cubicBezTo>
                  <a:cubicBezTo>
                    <a:pt x="466" y="157"/>
                    <a:pt x="466" y="157"/>
                    <a:pt x="466" y="157"/>
                  </a:cubicBezTo>
                  <a:cubicBezTo>
                    <a:pt x="471" y="148"/>
                    <a:pt x="472" y="136"/>
                    <a:pt x="467" y="127"/>
                  </a:cubicBezTo>
                  <a:cubicBezTo>
                    <a:pt x="461" y="115"/>
                    <a:pt x="405" y="10"/>
                    <a:pt x="321" y="1"/>
                  </a:cubicBezTo>
                  <a:close/>
                  <a:moveTo>
                    <a:pt x="70" y="142"/>
                  </a:moveTo>
                  <a:cubicBezTo>
                    <a:pt x="82" y="122"/>
                    <a:pt x="104" y="93"/>
                    <a:pt x="128" y="77"/>
                  </a:cubicBezTo>
                  <a:cubicBezTo>
                    <a:pt x="128" y="248"/>
                    <a:pt x="128" y="248"/>
                    <a:pt x="128" y="248"/>
                  </a:cubicBezTo>
                  <a:lnTo>
                    <a:pt x="70" y="142"/>
                  </a:lnTo>
                  <a:close/>
                  <a:moveTo>
                    <a:pt x="344" y="248"/>
                  </a:moveTo>
                  <a:cubicBezTo>
                    <a:pt x="344" y="77"/>
                    <a:pt x="344" y="77"/>
                    <a:pt x="344" y="77"/>
                  </a:cubicBezTo>
                  <a:cubicBezTo>
                    <a:pt x="368" y="93"/>
                    <a:pt x="389" y="122"/>
                    <a:pt x="402" y="142"/>
                  </a:cubicBezTo>
                  <a:lnTo>
                    <a:pt x="344" y="2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244"/>
            <p:cNvSpPr>
              <a:spLocks/>
            </p:cNvSpPr>
            <p:nvPr/>
          </p:nvSpPr>
          <p:spPr bwMode="auto">
            <a:xfrm>
              <a:off x="5283200" y="4862513"/>
              <a:ext cx="60325" cy="93663"/>
            </a:xfrm>
            <a:custGeom>
              <a:avLst/>
              <a:gdLst>
                <a:gd name="T0" fmla="*/ 23 w 48"/>
                <a:gd name="T1" fmla="*/ 4 h 74"/>
                <a:gd name="T2" fmla="*/ 33 w 48"/>
                <a:gd name="T3" fmla="*/ 44 h 74"/>
                <a:gd name="T4" fmla="*/ 0 w 48"/>
                <a:gd name="T5" fmla="*/ 67 h 74"/>
                <a:gd name="T6" fmla="*/ 2 w 48"/>
                <a:gd name="T7" fmla="*/ 74 h 74"/>
                <a:gd name="T8" fmla="*/ 40 w 48"/>
                <a:gd name="T9" fmla="*/ 46 h 74"/>
                <a:gd name="T10" fmla="*/ 29 w 48"/>
                <a:gd name="T11" fmla="*/ 0 h 74"/>
                <a:gd name="T12" fmla="*/ 23 w 48"/>
                <a:gd name="T13" fmla="*/ 4 h 74"/>
              </a:gdLst>
              <a:ahLst/>
              <a:cxnLst>
                <a:cxn ang="0">
                  <a:pos x="T0" y="T1"/>
                </a:cxn>
                <a:cxn ang="0">
                  <a:pos x="T2" y="T3"/>
                </a:cxn>
                <a:cxn ang="0">
                  <a:pos x="T4" y="T5"/>
                </a:cxn>
                <a:cxn ang="0">
                  <a:pos x="T6" y="T7"/>
                </a:cxn>
                <a:cxn ang="0">
                  <a:pos x="T8" y="T9"/>
                </a:cxn>
                <a:cxn ang="0">
                  <a:pos x="T10" y="T11"/>
                </a:cxn>
                <a:cxn ang="0">
                  <a:pos x="T12" y="T13"/>
                </a:cxn>
              </a:cxnLst>
              <a:rect l="0" t="0" r="r" b="b"/>
              <a:pathLst>
                <a:path w="48" h="74">
                  <a:moveTo>
                    <a:pt x="23" y="4"/>
                  </a:moveTo>
                  <a:cubicBezTo>
                    <a:pt x="24" y="4"/>
                    <a:pt x="40" y="25"/>
                    <a:pt x="33" y="44"/>
                  </a:cubicBezTo>
                  <a:cubicBezTo>
                    <a:pt x="29" y="55"/>
                    <a:pt x="18" y="63"/>
                    <a:pt x="0" y="67"/>
                  </a:cubicBezTo>
                  <a:cubicBezTo>
                    <a:pt x="2" y="74"/>
                    <a:pt x="2" y="74"/>
                    <a:pt x="2" y="74"/>
                  </a:cubicBezTo>
                  <a:cubicBezTo>
                    <a:pt x="23" y="69"/>
                    <a:pt x="35" y="59"/>
                    <a:pt x="40" y="46"/>
                  </a:cubicBezTo>
                  <a:cubicBezTo>
                    <a:pt x="48" y="24"/>
                    <a:pt x="30" y="1"/>
                    <a:pt x="29" y="0"/>
                  </a:cubicBezTo>
                  <a:lnTo>
                    <a:pt x="23"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245"/>
            <p:cNvSpPr>
              <a:spLocks/>
            </p:cNvSpPr>
            <p:nvPr/>
          </p:nvSpPr>
          <p:spPr bwMode="auto">
            <a:xfrm>
              <a:off x="5338763" y="4856163"/>
              <a:ext cx="88900" cy="60325"/>
            </a:xfrm>
            <a:custGeom>
              <a:avLst/>
              <a:gdLst>
                <a:gd name="T0" fmla="*/ 27 w 71"/>
                <a:gd name="T1" fmla="*/ 38 h 48"/>
                <a:gd name="T2" fmla="*/ 7 w 71"/>
                <a:gd name="T3" fmla="*/ 0 h 48"/>
                <a:gd name="T4" fmla="*/ 0 w 71"/>
                <a:gd name="T5" fmla="*/ 1 h 48"/>
                <a:gd name="T6" fmla="*/ 23 w 71"/>
                <a:gd name="T7" fmla="*/ 44 h 48"/>
                <a:gd name="T8" fmla="*/ 40 w 71"/>
                <a:gd name="T9" fmla="*/ 48 h 48"/>
                <a:gd name="T10" fmla="*/ 71 w 71"/>
                <a:gd name="T11" fmla="*/ 39 h 48"/>
                <a:gd name="T12" fmla="*/ 68 w 71"/>
                <a:gd name="T13" fmla="*/ 33 h 48"/>
                <a:gd name="T14" fmla="*/ 27 w 71"/>
                <a:gd name="T15" fmla="*/ 38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48">
                  <a:moveTo>
                    <a:pt x="27" y="38"/>
                  </a:moveTo>
                  <a:cubicBezTo>
                    <a:pt x="9" y="28"/>
                    <a:pt x="7" y="0"/>
                    <a:pt x="7" y="0"/>
                  </a:cubicBezTo>
                  <a:cubicBezTo>
                    <a:pt x="0" y="1"/>
                    <a:pt x="0" y="1"/>
                    <a:pt x="0" y="1"/>
                  </a:cubicBezTo>
                  <a:cubicBezTo>
                    <a:pt x="0" y="2"/>
                    <a:pt x="2" y="32"/>
                    <a:pt x="23" y="44"/>
                  </a:cubicBezTo>
                  <a:cubicBezTo>
                    <a:pt x="28" y="47"/>
                    <a:pt x="34" y="48"/>
                    <a:pt x="40" y="48"/>
                  </a:cubicBezTo>
                  <a:cubicBezTo>
                    <a:pt x="49" y="48"/>
                    <a:pt x="60" y="45"/>
                    <a:pt x="71" y="39"/>
                  </a:cubicBezTo>
                  <a:cubicBezTo>
                    <a:pt x="68" y="33"/>
                    <a:pt x="68" y="33"/>
                    <a:pt x="68" y="33"/>
                  </a:cubicBezTo>
                  <a:cubicBezTo>
                    <a:pt x="51" y="42"/>
                    <a:pt x="37" y="43"/>
                    <a:pt x="27"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246"/>
            <p:cNvSpPr>
              <a:spLocks/>
            </p:cNvSpPr>
            <p:nvPr/>
          </p:nvSpPr>
          <p:spPr bwMode="auto">
            <a:xfrm>
              <a:off x="5370513" y="4924425"/>
              <a:ext cx="63500" cy="93663"/>
            </a:xfrm>
            <a:custGeom>
              <a:avLst/>
              <a:gdLst>
                <a:gd name="T0" fmla="*/ 50 w 50"/>
                <a:gd name="T1" fmla="*/ 8 h 75"/>
                <a:gd name="T2" fmla="*/ 48 w 50"/>
                <a:gd name="T3" fmla="*/ 0 h 75"/>
                <a:gd name="T4" fmla="*/ 9 w 50"/>
                <a:gd name="T5" fmla="*/ 26 h 75"/>
                <a:gd name="T6" fmla="*/ 20 w 50"/>
                <a:gd name="T7" fmla="*/ 75 h 75"/>
                <a:gd name="T8" fmla="*/ 26 w 50"/>
                <a:gd name="T9" fmla="*/ 71 h 75"/>
                <a:gd name="T10" fmla="*/ 15 w 50"/>
                <a:gd name="T11" fmla="*/ 28 h 75"/>
                <a:gd name="T12" fmla="*/ 50 w 50"/>
                <a:gd name="T13" fmla="*/ 8 h 75"/>
              </a:gdLst>
              <a:ahLst/>
              <a:cxnLst>
                <a:cxn ang="0">
                  <a:pos x="T0" y="T1"/>
                </a:cxn>
                <a:cxn ang="0">
                  <a:pos x="T2" y="T3"/>
                </a:cxn>
                <a:cxn ang="0">
                  <a:pos x="T4" y="T5"/>
                </a:cxn>
                <a:cxn ang="0">
                  <a:pos x="T6" y="T7"/>
                </a:cxn>
                <a:cxn ang="0">
                  <a:pos x="T8" y="T9"/>
                </a:cxn>
                <a:cxn ang="0">
                  <a:pos x="T10" y="T11"/>
                </a:cxn>
                <a:cxn ang="0">
                  <a:pos x="T12" y="T13"/>
                </a:cxn>
              </a:cxnLst>
              <a:rect l="0" t="0" r="r" b="b"/>
              <a:pathLst>
                <a:path w="50" h="75">
                  <a:moveTo>
                    <a:pt x="50" y="8"/>
                  </a:moveTo>
                  <a:cubicBezTo>
                    <a:pt x="48" y="0"/>
                    <a:pt x="48" y="0"/>
                    <a:pt x="48" y="0"/>
                  </a:cubicBezTo>
                  <a:cubicBezTo>
                    <a:pt x="27" y="4"/>
                    <a:pt x="14" y="13"/>
                    <a:pt x="9" y="26"/>
                  </a:cubicBezTo>
                  <a:cubicBezTo>
                    <a:pt x="0" y="48"/>
                    <a:pt x="19" y="74"/>
                    <a:pt x="20" y="75"/>
                  </a:cubicBezTo>
                  <a:cubicBezTo>
                    <a:pt x="26" y="71"/>
                    <a:pt x="26" y="71"/>
                    <a:pt x="26" y="71"/>
                  </a:cubicBezTo>
                  <a:cubicBezTo>
                    <a:pt x="26" y="70"/>
                    <a:pt x="8" y="46"/>
                    <a:pt x="15" y="28"/>
                  </a:cubicBezTo>
                  <a:cubicBezTo>
                    <a:pt x="19" y="18"/>
                    <a:pt x="31" y="11"/>
                    <a:pt x="5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247"/>
            <p:cNvSpPr>
              <a:spLocks/>
            </p:cNvSpPr>
            <p:nvPr/>
          </p:nvSpPr>
          <p:spPr bwMode="auto">
            <a:xfrm>
              <a:off x="5287963" y="4957763"/>
              <a:ext cx="90488" cy="66675"/>
            </a:xfrm>
            <a:custGeom>
              <a:avLst/>
              <a:gdLst>
                <a:gd name="T0" fmla="*/ 48 w 71"/>
                <a:gd name="T1" fmla="*/ 6 h 52"/>
                <a:gd name="T2" fmla="*/ 0 w 71"/>
                <a:gd name="T3" fmla="*/ 14 h 52"/>
                <a:gd name="T4" fmla="*/ 4 w 71"/>
                <a:gd name="T5" fmla="*/ 20 h 52"/>
                <a:gd name="T6" fmla="*/ 44 w 71"/>
                <a:gd name="T7" fmla="*/ 13 h 52"/>
                <a:gd name="T8" fmla="*/ 63 w 71"/>
                <a:gd name="T9" fmla="*/ 52 h 52"/>
                <a:gd name="T10" fmla="*/ 71 w 71"/>
                <a:gd name="T11" fmla="*/ 52 h 52"/>
                <a:gd name="T12" fmla="*/ 48 w 71"/>
                <a:gd name="T13" fmla="*/ 6 h 52"/>
              </a:gdLst>
              <a:ahLst/>
              <a:cxnLst>
                <a:cxn ang="0">
                  <a:pos x="T0" y="T1"/>
                </a:cxn>
                <a:cxn ang="0">
                  <a:pos x="T2" y="T3"/>
                </a:cxn>
                <a:cxn ang="0">
                  <a:pos x="T4" y="T5"/>
                </a:cxn>
                <a:cxn ang="0">
                  <a:pos x="T6" y="T7"/>
                </a:cxn>
                <a:cxn ang="0">
                  <a:pos x="T8" y="T9"/>
                </a:cxn>
                <a:cxn ang="0">
                  <a:pos x="T10" y="T11"/>
                </a:cxn>
                <a:cxn ang="0">
                  <a:pos x="T12" y="T13"/>
                </a:cxn>
              </a:cxnLst>
              <a:rect l="0" t="0" r="r" b="b"/>
              <a:pathLst>
                <a:path w="71" h="52">
                  <a:moveTo>
                    <a:pt x="48" y="6"/>
                  </a:moveTo>
                  <a:cubicBezTo>
                    <a:pt x="36" y="0"/>
                    <a:pt x="19" y="2"/>
                    <a:pt x="0" y="14"/>
                  </a:cubicBezTo>
                  <a:cubicBezTo>
                    <a:pt x="4" y="20"/>
                    <a:pt x="4" y="20"/>
                    <a:pt x="4" y="20"/>
                  </a:cubicBezTo>
                  <a:cubicBezTo>
                    <a:pt x="21" y="10"/>
                    <a:pt x="34" y="7"/>
                    <a:pt x="44" y="13"/>
                  </a:cubicBezTo>
                  <a:cubicBezTo>
                    <a:pt x="62" y="22"/>
                    <a:pt x="63" y="52"/>
                    <a:pt x="63" y="52"/>
                  </a:cubicBezTo>
                  <a:cubicBezTo>
                    <a:pt x="71" y="52"/>
                    <a:pt x="71" y="52"/>
                    <a:pt x="71" y="52"/>
                  </a:cubicBezTo>
                  <a:cubicBezTo>
                    <a:pt x="70" y="50"/>
                    <a:pt x="69" y="18"/>
                    <a:pt x="48"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8" name="组合 217"/>
          <p:cNvGrpSpPr/>
          <p:nvPr/>
        </p:nvGrpSpPr>
        <p:grpSpPr>
          <a:xfrm>
            <a:off x="4113213" y="4976813"/>
            <a:ext cx="652463" cy="1200150"/>
            <a:chOff x="4113213" y="4976813"/>
            <a:chExt cx="652463" cy="1200150"/>
          </a:xfrm>
          <a:solidFill>
            <a:schemeClr val="tx1">
              <a:lumMod val="65000"/>
              <a:lumOff val="35000"/>
            </a:schemeClr>
          </a:solidFill>
        </p:grpSpPr>
        <p:sp>
          <p:nvSpPr>
            <p:cNvPr id="219" name="Freeform 248"/>
            <p:cNvSpPr>
              <a:spLocks/>
            </p:cNvSpPr>
            <p:nvPr/>
          </p:nvSpPr>
          <p:spPr bwMode="auto">
            <a:xfrm>
              <a:off x="4113213" y="5233988"/>
              <a:ext cx="652463" cy="942975"/>
            </a:xfrm>
            <a:custGeom>
              <a:avLst/>
              <a:gdLst>
                <a:gd name="T0" fmla="*/ 444 w 516"/>
                <a:gd name="T1" fmla="*/ 25 h 746"/>
                <a:gd name="T2" fmla="*/ 388 w 516"/>
                <a:gd name="T3" fmla="*/ 0 h 746"/>
                <a:gd name="T4" fmla="*/ 386 w 516"/>
                <a:gd name="T5" fmla="*/ 0 h 746"/>
                <a:gd name="T6" fmla="*/ 231 w 516"/>
                <a:gd name="T7" fmla="*/ 0 h 746"/>
                <a:gd name="T8" fmla="*/ 230 w 516"/>
                <a:gd name="T9" fmla="*/ 0 h 746"/>
                <a:gd name="T10" fmla="*/ 180 w 516"/>
                <a:gd name="T11" fmla="*/ 20 h 746"/>
                <a:gd name="T12" fmla="*/ 113 w 516"/>
                <a:gd name="T13" fmla="*/ 190 h 746"/>
                <a:gd name="T14" fmla="*/ 65 w 516"/>
                <a:gd name="T15" fmla="*/ 196 h 746"/>
                <a:gd name="T16" fmla="*/ 61 w 516"/>
                <a:gd name="T17" fmla="*/ 170 h 746"/>
                <a:gd name="T18" fmla="*/ 51 w 516"/>
                <a:gd name="T19" fmla="*/ 163 h 746"/>
                <a:gd name="T20" fmla="*/ 48 w 516"/>
                <a:gd name="T21" fmla="*/ 163 h 746"/>
                <a:gd name="T22" fmla="*/ 41 w 516"/>
                <a:gd name="T23" fmla="*/ 173 h 746"/>
                <a:gd name="T24" fmla="*/ 45 w 516"/>
                <a:gd name="T25" fmla="*/ 196 h 746"/>
                <a:gd name="T26" fmla="*/ 24 w 516"/>
                <a:gd name="T27" fmla="*/ 194 h 746"/>
                <a:gd name="T28" fmla="*/ 18 w 516"/>
                <a:gd name="T29" fmla="*/ 258 h 746"/>
                <a:gd name="T30" fmla="*/ 60 w 516"/>
                <a:gd name="T31" fmla="*/ 260 h 746"/>
                <a:gd name="T32" fmla="*/ 156 w 516"/>
                <a:gd name="T33" fmla="*/ 238 h 746"/>
                <a:gd name="T34" fmla="*/ 176 w 516"/>
                <a:gd name="T35" fmla="*/ 201 h 746"/>
                <a:gd name="T36" fmla="*/ 201 w 516"/>
                <a:gd name="T37" fmla="*/ 97 h 746"/>
                <a:gd name="T38" fmla="*/ 201 w 516"/>
                <a:gd name="T39" fmla="*/ 229 h 746"/>
                <a:gd name="T40" fmla="*/ 201 w 516"/>
                <a:gd name="T41" fmla="*/ 305 h 746"/>
                <a:gd name="T42" fmla="*/ 201 w 516"/>
                <a:gd name="T43" fmla="*/ 697 h 746"/>
                <a:gd name="T44" fmla="*/ 250 w 516"/>
                <a:gd name="T45" fmla="*/ 746 h 746"/>
                <a:gd name="T46" fmla="*/ 299 w 516"/>
                <a:gd name="T47" fmla="*/ 697 h 746"/>
                <a:gd name="T48" fmla="*/ 299 w 516"/>
                <a:gd name="T49" fmla="*/ 336 h 746"/>
                <a:gd name="T50" fmla="*/ 318 w 516"/>
                <a:gd name="T51" fmla="*/ 336 h 746"/>
                <a:gd name="T52" fmla="*/ 318 w 516"/>
                <a:gd name="T53" fmla="*/ 697 h 746"/>
                <a:gd name="T54" fmla="*/ 367 w 516"/>
                <a:gd name="T55" fmla="*/ 746 h 746"/>
                <a:gd name="T56" fmla="*/ 417 w 516"/>
                <a:gd name="T57" fmla="*/ 697 h 746"/>
                <a:gd name="T58" fmla="*/ 417 w 516"/>
                <a:gd name="T59" fmla="*/ 305 h 746"/>
                <a:gd name="T60" fmla="*/ 417 w 516"/>
                <a:gd name="T61" fmla="*/ 229 h 746"/>
                <a:gd name="T62" fmla="*/ 417 w 516"/>
                <a:gd name="T63" fmla="*/ 97 h 746"/>
                <a:gd name="T64" fmla="*/ 443 w 516"/>
                <a:gd name="T65" fmla="*/ 349 h 746"/>
                <a:gd name="T66" fmla="*/ 473 w 516"/>
                <a:gd name="T67" fmla="*/ 383 h 746"/>
                <a:gd name="T68" fmla="*/ 474 w 516"/>
                <a:gd name="T69" fmla="*/ 383 h 746"/>
                <a:gd name="T70" fmla="*/ 506 w 516"/>
                <a:gd name="T71" fmla="*/ 353 h 746"/>
                <a:gd name="T72" fmla="*/ 444 w 516"/>
                <a:gd name="T73" fmla="*/ 25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16" h="746">
                  <a:moveTo>
                    <a:pt x="444" y="25"/>
                  </a:moveTo>
                  <a:cubicBezTo>
                    <a:pt x="421" y="4"/>
                    <a:pt x="399" y="1"/>
                    <a:pt x="388" y="0"/>
                  </a:cubicBezTo>
                  <a:cubicBezTo>
                    <a:pt x="387" y="0"/>
                    <a:pt x="387" y="0"/>
                    <a:pt x="386" y="0"/>
                  </a:cubicBezTo>
                  <a:cubicBezTo>
                    <a:pt x="231" y="0"/>
                    <a:pt x="231" y="0"/>
                    <a:pt x="231" y="0"/>
                  </a:cubicBezTo>
                  <a:cubicBezTo>
                    <a:pt x="231" y="0"/>
                    <a:pt x="230" y="0"/>
                    <a:pt x="230" y="0"/>
                  </a:cubicBezTo>
                  <a:cubicBezTo>
                    <a:pt x="219" y="1"/>
                    <a:pt x="200" y="4"/>
                    <a:pt x="180" y="20"/>
                  </a:cubicBezTo>
                  <a:cubicBezTo>
                    <a:pt x="144" y="49"/>
                    <a:pt x="121" y="106"/>
                    <a:pt x="113" y="190"/>
                  </a:cubicBezTo>
                  <a:cubicBezTo>
                    <a:pt x="105" y="193"/>
                    <a:pt x="86" y="196"/>
                    <a:pt x="65" y="196"/>
                  </a:cubicBezTo>
                  <a:cubicBezTo>
                    <a:pt x="61" y="170"/>
                    <a:pt x="61" y="170"/>
                    <a:pt x="61" y="170"/>
                  </a:cubicBezTo>
                  <a:cubicBezTo>
                    <a:pt x="60" y="165"/>
                    <a:pt x="56" y="162"/>
                    <a:pt x="51" y="163"/>
                  </a:cubicBezTo>
                  <a:cubicBezTo>
                    <a:pt x="48" y="163"/>
                    <a:pt x="48" y="163"/>
                    <a:pt x="48" y="163"/>
                  </a:cubicBezTo>
                  <a:cubicBezTo>
                    <a:pt x="44" y="164"/>
                    <a:pt x="40" y="169"/>
                    <a:pt x="41" y="173"/>
                  </a:cubicBezTo>
                  <a:cubicBezTo>
                    <a:pt x="45" y="196"/>
                    <a:pt x="45" y="196"/>
                    <a:pt x="45" y="196"/>
                  </a:cubicBezTo>
                  <a:cubicBezTo>
                    <a:pt x="38" y="196"/>
                    <a:pt x="31" y="195"/>
                    <a:pt x="24" y="194"/>
                  </a:cubicBezTo>
                  <a:cubicBezTo>
                    <a:pt x="7" y="192"/>
                    <a:pt x="0" y="256"/>
                    <a:pt x="18" y="258"/>
                  </a:cubicBezTo>
                  <a:cubicBezTo>
                    <a:pt x="26" y="259"/>
                    <a:pt x="42" y="260"/>
                    <a:pt x="60" y="260"/>
                  </a:cubicBezTo>
                  <a:cubicBezTo>
                    <a:pt x="93" y="260"/>
                    <a:pt x="134" y="256"/>
                    <a:pt x="156" y="238"/>
                  </a:cubicBezTo>
                  <a:cubicBezTo>
                    <a:pt x="168" y="228"/>
                    <a:pt x="175" y="216"/>
                    <a:pt x="176" y="201"/>
                  </a:cubicBezTo>
                  <a:cubicBezTo>
                    <a:pt x="181" y="150"/>
                    <a:pt x="190" y="117"/>
                    <a:pt x="201" y="97"/>
                  </a:cubicBezTo>
                  <a:cubicBezTo>
                    <a:pt x="201" y="229"/>
                    <a:pt x="201" y="229"/>
                    <a:pt x="201" y="229"/>
                  </a:cubicBezTo>
                  <a:cubicBezTo>
                    <a:pt x="201" y="305"/>
                    <a:pt x="201" y="305"/>
                    <a:pt x="201" y="305"/>
                  </a:cubicBezTo>
                  <a:cubicBezTo>
                    <a:pt x="201" y="697"/>
                    <a:pt x="201" y="697"/>
                    <a:pt x="201" y="697"/>
                  </a:cubicBezTo>
                  <a:cubicBezTo>
                    <a:pt x="201" y="724"/>
                    <a:pt x="223" y="746"/>
                    <a:pt x="250" y="746"/>
                  </a:cubicBezTo>
                  <a:cubicBezTo>
                    <a:pt x="277" y="746"/>
                    <a:pt x="299" y="724"/>
                    <a:pt x="299" y="697"/>
                  </a:cubicBezTo>
                  <a:cubicBezTo>
                    <a:pt x="299" y="336"/>
                    <a:pt x="299" y="336"/>
                    <a:pt x="299" y="336"/>
                  </a:cubicBezTo>
                  <a:cubicBezTo>
                    <a:pt x="318" y="336"/>
                    <a:pt x="318" y="336"/>
                    <a:pt x="318" y="336"/>
                  </a:cubicBezTo>
                  <a:cubicBezTo>
                    <a:pt x="318" y="697"/>
                    <a:pt x="318" y="697"/>
                    <a:pt x="318" y="697"/>
                  </a:cubicBezTo>
                  <a:cubicBezTo>
                    <a:pt x="318" y="724"/>
                    <a:pt x="340" y="746"/>
                    <a:pt x="367" y="746"/>
                  </a:cubicBezTo>
                  <a:cubicBezTo>
                    <a:pt x="395" y="746"/>
                    <a:pt x="417" y="724"/>
                    <a:pt x="417" y="697"/>
                  </a:cubicBezTo>
                  <a:cubicBezTo>
                    <a:pt x="417" y="305"/>
                    <a:pt x="417" y="305"/>
                    <a:pt x="417" y="305"/>
                  </a:cubicBezTo>
                  <a:cubicBezTo>
                    <a:pt x="417" y="229"/>
                    <a:pt x="417" y="229"/>
                    <a:pt x="417" y="229"/>
                  </a:cubicBezTo>
                  <a:cubicBezTo>
                    <a:pt x="417" y="97"/>
                    <a:pt x="417" y="97"/>
                    <a:pt x="417" y="97"/>
                  </a:cubicBezTo>
                  <a:cubicBezTo>
                    <a:pt x="434" y="131"/>
                    <a:pt x="451" y="202"/>
                    <a:pt x="443" y="349"/>
                  </a:cubicBezTo>
                  <a:cubicBezTo>
                    <a:pt x="441" y="367"/>
                    <a:pt x="455" y="382"/>
                    <a:pt x="473" y="383"/>
                  </a:cubicBezTo>
                  <a:cubicBezTo>
                    <a:pt x="473" y="383"/>
                    <a:pt x="474" y="383"/>
                    <a:pt x="474" y="383"/>
                  </a:cubicBezTo>
                  <a:cubicBezTo>
                    <a:pt x="491" y="383"/>
                    <a:pt x="505" y="370"/>
                    <a:pt x="506" y="353"/>
                  </a:cubicBezTo>
                  <a:cubicBezTo>
                    <a:pt x="516" y="184"/>
                    <a:pt x="495" y="74"/>
                    <a:pt x="444"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249"/>
            <p:cNvSpPr>
              <a:spLocks noEditPoints="1"/>
            </p:cNvSpPr>
            <p:nvPr/>
          </p:nvSpPr>
          <p:spPr bwMode="auto">
            <a:xfrm>
              <a:off x="4389438" y="4976813"/>
              <a:ext cx="228600" cy="242888"/>
            </a:xfrm>
            <a:custGeom>
              <a:avLst/>
              <a:gdLst>
                <a:gd name="T0" fmla="*/ 90 w 180"/>
                <a:gd name="T1" fmla="*/ 180 h 192"/>
                <a:gd name="T2" fmla="*/ 180 w 180"/>
                <a:gd name="T3" fmla="*/ 90 h 192"/>
                <a:gd name="T4" fmla="*/ 90 w 180"/>
                <a:gd name="T5" fmla="*/ 0 h 192"/>
                <a:gd name="T6" fmla="*/ 0 w 180"/>
                <a:gd name="T7" fmla="*/ 90 h 192"/>
                <a:gd name="T8" fmla="*/ 90 w 180"/>
                <a:gd name="T9" fmla="*/ 180 h 192"/>
                <a:gd name="T10" fmla="*/ 137 w 180"/>
                <a:gd name="T11" fmla="*/ 114 h 192"/>
                <a:gd name="T12" fmla="*/ 50 w 180"/>
                <a:gd name="T13" fmla="*/ 138 h 192"/>
                <a:gd name="T14" fmla="*/ 137 w 180"/>
                <a:gd name="T15" fmla="*/ 114 h 1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0" h="192">
                  <a:moveTo>
                    <a:pt x="90" y="180"/>
                  </a:moveTo>
                  <a:cubicBezTo>
                    <a:pt x="139" y="180"/>
                    <a:pt x="180" y="140"/>
                    <a:pt x="180" y="90"/>
                  </a:cubicBezTo>
                  <a:cubicBezTo>
                    <a:pt x="180" y="41"/>
                    <a:pt x="139" y="0"/>
                    <a:pt x="90" y="0"/>
                  </a:cubicBezTo>
                  <a:cubicBezTo>
                    <a:pt x="40" y="0"/>
                    <a:pt x="0" y="41"/>
                    <a:pt x="0" y="90"/>
                  </a:cubicBezTo>
                  <a:cubicBezTo>
                    <a:pt x="0" y="140"/>
                    <a:pt x="40" y="180"/>
                    <a:pt x="90" y="180"/>
                  </a:cubicBezTo>
                  <a:close/>
                  <a:moveTo>
                    <a:pt x="137" y="114"/>
                  </a:moveTo>
                  <a:cubicBezTo>
                    <a:pt x="137" y="114"/>
                    <a:pt x="112" y="192"/>
                    <a:pt x="50" y="138"/>
                  </a:cubicBezTo>
                  <a:cubicBezTo>
                    <a:pt x="50" y="138"/>
                    <a:pt x="106" y="141"/>
                    <a:pt x="137" y="1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21" name="组合 220"/>
          <p:cNvGrpSpPr/>
          <p:nvPr/>
        </p:nvGrpSpPr>
        <p:grpSpPr>
          <a:xfrm>
            <a:off x="6197601" y="1008063"/>
            <a:ext cx="1100137" cy="1223962"/>
            <a:chOff x="6197601" y="1008063"/>
            <a:chExt cx="1100137" cy="1223962"/>
          </a:xfrm>
          <a:solidFill>
            <a:schemeClr val="tx1">
              <a:lumMod val="65000"/>
              <a:lumOff val="35000"/>
            </a:schemeClr>
          </a:solidFill>
        </p:grpSpPr>
        <p:sp>
          <p:nvSpPr>
            <p:cNvPr id="222" name="Freeform 253"/>
            <p:cNvSpPr>
              <a:spLocks/>
            </p:cNvSpPr>
            <p:nvPr/>
          </p:nvSpPr>
          <p:spPr bwMode="auto">
            <a:xfrm>
              <a:off x="6935788" y="1462088"/>
              <a:ext cx="280988" cy="180975"/>
            </a:xfrm>
            <a:custGeom>
              <a:avLst/>
              <a:gdLst>
                <a:gd name="T0" fmla="*/ 217 w 217"/>
                <a:gd name="T1" fmla="*/ 41 h 140"/>
                <a:gd name="T2" fmla="*/ 217 w 217"/>
                <a:gd name="T3" fmla="*/ 41 h 140"/>
                <a:gd name="T4" fmla="*/ 189 w 217"/>
                <a:gd name="T5" fmla="*/ 34 h 140"/>
                <a:gd name="T6" fmla="*/ 171 w 217"/>
                <a:gd name="T7" fmla="*/ 25 h 140"/>
                <a:gd name="T8" fmla="*/ 169 w 217"/>
                <a:gd name="T9" fmla="*/ 23 h 140"/>
                <a:gd name="T10" fmla="*/ 138 w 217"/>
                <a:gd name="T11" fmla="*/ 8 h 140"/>
                <a:gd name="T12" fmla="*/ 126 w 217"/>
                <a:gd name="T13" fmla="*/ 0 h 140"/>
                <a:gd name="T14" fmla="*/ 121 w 217"/>
                <a:gd name="T15" fmla="*/ 0 h 140"/>
                <a:gd name="T16" fmla="*/ 49 w 217"/>
                <a:gd name="T17" fmla="*/ 23 h 140"/>
                <a:gd name="T18" fmla="*/ 39 w 217"/>
                <a:gd name="T19" fmla="*/ 29 h 140"/>
                <a:gd name="T20" fmla="*/ 36 w 217"/>
                <a:gd name="T21" fmla="*/ 31 h 140"/>
                <a:gd name="T22" fmla="*/ 2 w 217"/>
                <a:gd name="T23" fmla="*/ 41 h 140"/>
                <a:gd name="T24" fmla="*/ 1 w 217"/>
                <a:gd name="T25" fmla="*/ 41 h 140"/>
                <a:gd name="T26" fmla="*/ 1 w 217"/>
                <a:gd name="T27" fmla="*/ 41 h 140"/>
                <a:gd name="T28" fmla="*/ 0 w 217"/>
                <a:gd name="T29" fmla="*/ 40 h 140"/>
                <a:gd name="T30" fmla="*/ 0 w 217"/>
                <a:gd name="T31" fmla="*/ 123 h 140"/>
                <a:gd name="T32" fmla="*/ 0 w 217"/>
                <a:gd name="T33" fmla="*/ 129 h 140"/>
                <a:gd name="T34" fmla="*/ 109 w 217"/>
                <a:gd name="T35" fmla="*/ 140 h 140"/>
                <a:gd name="T36" fmla="*/ 217 w 217"/>
                <a:gd name="T37" fmla="*/ 129 h 140"/>
                <a:gd name="T38" fmla="*/ 216 w 217"/>
                <a:gd name="T39" fmla="*/ 123 h 140"/>
                <a:gd name="T40" fmla="*/ 216 w 217"/>
                <a:gd name="T41" fmla="*/ 40 h 140"/>
                <a:gd name="T42" fmla="*/ 217 w 217"/>
                <a:gd name="T43" fmla="*/ 41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7" h="140">
                  <a:moveTo>
                    <a:pt x="217" y="41"/>
                  </a:moveTo>
                  <a:cubicBezTo>
                    <a:pt x="217" y="41"/>
                    <a:pt x="217" y="41"/>
                    <a:pt x="217" y="41"/>
                  </a:cubicBezTo>
                  <a:cubicBezTo>
                    <a:pt x="205" y="41"/>
                    <a:pt x="196" y="37"/>
                    <a:pt x="189" y="34"/>
                  </a:cubicBezTo>
                  <a:cubicBezTo>
                    <a:pt x="182" y="31"/>
                    <a:pt x="176" y="28"/>
                    <a:pt x="171" y="25"/>
                  </a:cubicBezTo>
                  <a:cubicBezTo>
                    <a:pt x="169" y="23"/>
                    <a:pt x="169" y="23"/>
                    <a:pt x="169" y="23"/>
                  </a:cubicBezTo>
                  <a:cubicBezTo>
                    <a:pt x="159" y="18"/>
                    <a:pt x="149" y="12"/>
                    <a:pt x="138" y="8"/>
                  </a:cubicBezTo>
                  <a:cubicBezTo>
                    <a:pt x="134" y="6"/>
                    <a:pt x="129" y="3"/>
                    <a:pt x="126" y="0"/>
                  </a:cubicBezTo>
                  <a:cubicBezTo>
                    <a:pt x="124" y="0"/>
                    <a:pt x="122" y="0"/>
                    <a:pt x="121" y="0"/>
                  </a:cubicBezTo>
                  <a:cubicBezTo>
                    <a:pt x="90" y="0"/>
                    <a:pt x="70" y="11"/>
                    <a:pt x="49" y="23"/>
                  </a:cubicBezTo>
                  <a:cubicBezTo>
                    <a:pt x="46" y="25"/>
                    <a:pt x="42" y="27"/>
                    <a:pt x="39" y="29"/>
                  </a:cubicBezTo>
                  <a:cubicBezTo>
                    <a:pt x="36" y="31"/>
                    <a:pt x="36" y="31"/>
                    <a:pt x="36" y="31"/>
                  </a:cubicBezTo>
                  <a:cubicBezTo>
                    <a:pt x="28" y="35"/>
                    <a:pt x="18" y="41"/>
                    <a:pt x="2" y="41"/>
                  </a:cubicBezTo>
                  <a:cubicBezTo>
                    <a:pt x="1" y="41"/>
                    <a:pt x="1" y="41"/>
                    <a:pt x="1" y="41"/>
                  </a:cubicBezTo>
                  <a:cubicBezTo>
                    <a:pt x="1" y="41"/>
                    <a:pt x="1" y="41"/>
                    <a:pt x="1" y="41"/>
                  </a:cubicBezTo>
                  <a:cubicBezTo>
                    <a:pt x="1" y="41"/>
                    <a:pt x="0" y="40"/>
                    <a:pt x="0" y="40"/>
                  </a:cubicBezTo>
                  <a:cubicBezTo>
                    <a:pt x="0" y="123"/>
                    <a:pt x="0" y="123"/>
                    <a:pt x="0" y="123"/>
                  </a:cubicBezTo>
                  <a:cubicBezTo>
                    <a:pt x="0" y="129"/>
                    <a:pt x="0" y="129"/>
                    <a:pt x="0" y="129"/>
                  </a:cubicBezTo>
                  <a:cubicBezTo>
                    <a:pt x="19" y="132"/>
                    <a:pt x="69" y="140"/>
                    <a:pt x="109" y="140"/>
                  </a:cubicBezTo>
                  <a:cubicBezTo>
                    <a:pt x="148" y="140"/>
                    <a:pt x="198" y="132"/>
                    <a:pt x="217" y="129"/>
                  </a:cubicBezTo>
                  <a:cubicBezTo>
                    <a:pt x="216" y="123"/>
                    <a:pt x="216" y="123"/>
                    <a:pt x="216" y="123"/>
                  </a:cubicBezTo>
                  <a:cubicBezTo>
                    <a:pt x="216" y="40"/>
                    <a:pt x="216" y="40"/>
                    <a:pt x="216" y="40"/>
                  </a:cubicBezTo>
                  <a:cubicBezTo>
                    <a:pt x="216" y="40"/>
                    <a:pt x="217" y="41"/>
                    <a:pt x="217"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254"/>
            <p:cNvSpPr>
              <a:spLocks/>
            </p:cNvSpPr>
            <p:nvPr/>
          </p:nvSpPr>
          <p:spPr bwMode="auto">
            <a:xfrm>
              <a:off x="6891338" y="1644650"/>
              <a:ext cx="373063" cy="587375"/>
            </a:xfrm>
            <a:custGeom>
              <a:avLst/>
              <a:gdLst>
                <a:gd name="T0" fmla="*/ 144 w 289"/>
                <a:gd name="T1" fmla="*/ 11 h 456"/>
                <a:gd name="T2" fmla="*/ 34 w 289"/>
                <a:gd name="T3" fmla="*/ 0 h 456"/>
                <a:gd name="T4" fmla="*/ 2 w 289"/>
                <a:gd name="T5" fmla="*/ 400 h 456"/>
                <a:gd name="T6" fmla="*/ 47 w 289"/>
                <a:gd name="T7" fmla="*/ 454 h 456"/>
                <a:gd name="T8" fmla="*/ 100 w 289"/>
                <a:gd name="T9" fmla="*/ 407 h 456"/>
                <a:gd name="T10" fmla="*/ 127 w 289"/>
                <a:gd name="T11" fmla="*/ 84 h 456"/>
                <a:gd name="T12" fmla="*/ 162 w 289"/>
                <a:gd name="T13" fmla="*/ 84 h 456"/>
                <a:gd name="T14" fmla="*/ 188 w 289"/>
                <a:gd name="T15" fmla="*/ 407 h 456"/>
                <a:gd name="T16" fmla="*/ 241 w 289"/>
                <a:gd name="T17" fmla="*/ 453 h 456"/>
                <a:gd name="T18" fmla="*/ 286 w 289"/>
                <a:gd name="T19" fmla="*/ 400 h 456"/>
                <a:gd name="T20" fmla="*/ 254 w 289"/>
                <a:gd name="T21" fmla="*/ 0 h 456"/>
                <a:gd name="T22" fmla="*/ 144 w 289"/>
                <a:gd name="T23" fmla="*/ 11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9" h="456">
                  <a:moveTo>
                    <a:pt x="144" y="11"/>
                  </a:moveTo>
                  <a:cubicBezTo>
                    <a:pt x="104" y="11"/>
                    <a:pt x="55" y="3"/>
                    <a:pt x="34" y="0"/>
                  </a:cubicBezTo>
                  <a:cubicBezTo>
                    <a:pt x="2" y="400"/>
                    <a:pt x="2" y="400"/>
                    <a:pt x="2" y="400"/>
                  </a:cubicBezTo>
                  <a:cubicBezTo>
                    <a:pt x="0" y="427"/>
                    <a:pt x="20" y="451"/>
                    <a:pt x="47" y="454"/>
                  </a:cubicBezTo>
                  <a:cubicBezTo>
                    <a:pt x="74" y="456"/>
                    <a:pt x="98" y="435"/>
                    <a:pt x="100" y="407"/>
                  </a:cubicBezTo>
                  <a:cubicBezTo>
                    <a:pt x="127" y="84"/>
                    <a:pt x="127" y="84"/>
                    <a:pt x="127" y="84"/>
                  </a:cubicBezTo>
                  <a:cubicBezTo>
                    <a:pt x="162" y="84"/>
                    <a:pt x="162" y="84"/>
                    <a:pt x="162" y="84"/>
                  </a:cubicBezTo>
                  <a:cubicBezTo>
                    <a:pt x="188" y="407"/>
                    <a:pt x="188" y="407"/>
                    <a:pt x="188" y="407"/>
                  </a:cubicBezTo>
                  <a:cubicBezTo>
                    <a:pt x="190" y="435"/>
                    <a:pt x="214" y="455"/>
                    <a:pt x="241" y="453"/>
                  </a:cubicBezTo>
                  <a:cubicBezTo>
                    <a:pt x="268" y="451"/>
                    <a:pt x="289" y="427"/>
                    <a:pt x="286" y="400"/>
                  </a:cubicBezTo>
                  <a:cubicBezTo>
                    <a:pt x="254" y="0"/>
                    <a:pt x="254" y="0"/>
                    <a:pt x="254" y="0"/>
                  </a:cubicBezTo>
                  <a:cubicBezTo>
                    <a:pt x="233" y="3"/>
                    <a:pt x="184" y="11"/>
                    <a:pt x="144"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255"/>
            <p:cNvSpPr>
              <a:spLocks/>
            </p:cNvSpPr>
            <p:nvPr/>
          </p:nvSpPr>
          <p:spPr bwMode="auto">
            <a:xfrm>
              <a:off x="6856413" y="1268413"/>
              <a:ext cx="441325" cy="236538"/>
            </a:xfrm>
            <a:custGeom>
              <a:avLst/>
              <a:gdLst>
                <a:gd name="T0" fmla="*/ 10 w 343"/>
                <a:gd name="T1" fmla="*/ 143 h 184"/>
                <a:gd name="T2" fmla="*/ 43 w 343"/>
                <a:gd name="T3" fmla="*/ 178 h 184"/>
                <a:gd name="T4" fmla="*/ 63 w 343"/>
                <a:gd name="T5" fmla="*/ 182 h 184"/>
                <a:gd name="T6" fmla="*/ 63 w 343"/>
                <a:gd name="T7" fmla="*/ 182 h 184"/>
                <a:gd name="T8" fmla="*/ 97 w 343"/>
                <a:gd name="T9" fmla="*/ 172 h 184"/>
                <a:gd name="T10" fmla="*/ 183 w 343"/>
                <a:gd name="T11" fmla="*/ 142 h 184"/>
                <a:gd name="T12" fmla="*/ 202 w 343"/>
                <a:gd name="T13" fmla="*/ 143 h 184"/>
                <a:gd name="T14" fmla="*/ 238 w 343"/>
                <a:gd name="T15" fmla="*/ 116 h 184"/>
                <a:gd name="T16" fmla="*/ 211 w 343"/>
                <a:gd name="T17" fmla="*/ 80 h 184"/>
                <a:gd name="T18" fmla="*/ 183 w 343"/>
                <a:gd name="T19" fmla="*/ 78 h 184"/>
                <a:gd name="T20" fmla="*/ 92 w 343"/>
                <a:gd name="T21" fmla="*/ 102 h 184"/>
                <a:gd name="T22" fmla="*/ 67 w 343"/>
                <a:gd name="T23" fmla="*/ 115 h 184"/>
                <a:gd name="T24" fmla="*/ 67 w 343"/>
                <a:gd name="T25" fmla="*/ 114 h 184"/>
                <a:gd name="T26" fmla="*/ 65 w 343"/>
                <a:gd name="T27" fmla="*/ 107 h 184"/>
                <a:gd name="T28" fmla="*/ 73 w 343"/>
                <a:gd name="T29" fmla="*/ 102 h 184"/>
                <a:gd name="T30" fmla="*/ 88 w 343"/>
                <a:gd name="T31" fmla="*/ 94 h 184"/>
                <a:gd name="T32" fmla="*/ 182 w 343"/>
                <a:gd name="T33" fmla="*/ 69 h 184"/>
                <a:gd name="T34" fmla="*/ 213 w 343"/>
                <a:gd name="T35" fmla="*/ 71 h 184"/>
                <a:gd name="T36" fmla="*/ 238 w 343"/>
                <a:gd name="T37" fmla="*/ 86 h 184"/>
                <a:gd name="T38" fmla="*/ 266 w 343"/>
                <a:gd name="T39" fmla="*/ 100 h 184"/>
                <a:gd name="T40" fmla="*/ 270 w 343"/>
                <a:gd name="T41" fmla="*/ 102 h 184"/>
                <a:gd name="T42" fmla="*/ 278 w 343"/>
                <a:gd name="T43" fmla="*/ 107 h 184"/>
                <a:gd name="T44" fmla="*/ 275 w 343"/>
                <a:gd name="T45" fmla="*/ 114 h 184"/>
                <a:gd name="T46" fmla="*/ 275 w 343"/>
                <a:gd name="T47" fmla="*/ 115 h 184"/>
                <a:gd name="T48" fmla="*/ 261 w 343"/>
                <a:gd name="T49" fmla="*/ 108 h 184"/>
                <a:gd name="T50" fmla="*/ 245 w 343"/>
                <a:gd name="T51" fmla="*/ 99 h 184"/>
                <a:gd name="T52" fmla="*/ 247 w 343"/>
                <a:gd name="T53" fmla="*/ 118 h 184"/>
                <a:gd name="T54" fmla="*/ 208 w 343"/>
                <a:gd name="T55" fmla="*/ 152 h 184"/>
                <a:gd name="T56" fmla="*/ 238 w 343"/>
                <a:gd name="T57" fmla="*/ 168 h 184"/>
                <a:gd name="T58" fmla="*/ 255 w 343"/>
                <a:gd name="T59" fmla="*/ 177 h 184"/>
                <a:gd name="T60" fmla="*/ 279 w 343"/>
                <a:gd name="T61" fmla="*/ 184 h 184"/>
                <a:gd name="T62" fmla="*/ 279 w 343"/>
                <a:gd name="T63" fmla="*/ 184 h 184"/>
                <a:gd name="T64" fmla="*/ 299 w 343"/>
                <a:gd name="T65" fmla="*/ 178 h 184"/>
                <a:gd name="T66" fmla="*/ 333 w 343"/>
                <a:gd name="T67" fmla="*/ 143 h 184"/>
                <a:gd name="T68" fmla="*/ 343 w 343"/>
                <a:gd name="T69" fmla="*/ 99 h 184"/>
                <a:gd name="T70" fmla="*/ 320 w 343"/>
                <a:gd name="T71" fmla="*/ 33 h 184"/>
                <a:gd name="T72" fmla="*/ 252 w 343"/>
                <a:gd name="T73" fmla="*/ 1 h 184"/>
                <a:gd name="T74" fmla="*/ 248 w 343"/>
                <a:gd name="T75" fmla="*/ 0 h 184"/>
                <a:gd name="T76" fmla="*/ 248 w 343"/>
                <a:gd name="T77" fmla="*/ 0 h 184"/>
                <a:gd name="T78" fmla="*/ 224 w 343"/>
                <a:gd name="T79" fmla="*/ 0 h 184"/>
                <a:gd name="T80" fmla="*/ 171 w 343"/>
                <a:gd name="T81" fmla="*/ 30 h 184"/>
                <a:gd name="T82" fmla="*/ 118 w 343"/>
                <a:gd name="T83" fmla="*/ 0 h 184"/>
                <a:gd name="T84" fmla="*/ 94 w 343"/>
                <a:gd name="T85" fmla="*/ 0 h 184"/>
                <a:gd name="T86" fmla="*/ 90 w 343"/>
                <a:gd name="T87" fmla="*/ 0 h 184"/>
                <a:gd name="T88" fmla="*/ 23 w 343"/>
                <a:gd name="T89" fmla="*/ 33 h 184"/>
                <a:gd name="T90" fmla="*/ 0 w 343"/>
                <a:gd name="T91" fmla="*/ 98 h 184"/>
                <a:gd name="T92" fmla="*/ 9 w 343"/>
                <a:gd name="T93" fmla="*/ 142 h 184"/>
                <a:gd name="T94" fmla="*/ 10 w 343"/>
                <a:gd name="T95" fmla="*/ 143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3" h="184">
                  <a:moveTo>
                    <a:pt x="10" y="143"/>
                  </a:moveTo>
                  <a:cubicBezTo>
                    <a:pt x="16" y="157"/>
                    <a:pt x="27" y="170"/>
                    <a:pt x="43" y="178"/>
                  </a:cubicBezTo>
                  <a:cubicBezTo>
                    <a:pt x="50" y="181"/>
                    <a:pt x="57" y="182"/>
                    <a:pt x="63" y="182"/>
                  </a:cubicBezTo>
                  <a:cubicBezTo>
                    <a:pt x="63" y="182"/>
                    <a:pt x="63" y="182"/>
                    <a:pt x="63" y="182"/>
                  </a:cubicBezTo>
                  <a:cubicBezTo>
                    <a:pt x="79" y="182"/>
                    <a:pt x="88" y="176"/>
                    <a:pt x="97" y="172"/>
                  </a:cubicBezTo>
                  <a:cubicBezTo>
                    <a:pt x="121" y="159"/>
                    <a:pt x="145" y="142"/>
                    <a:pt x="183" y="142"/>
                  </a:cubicBezTo>
                  <a:cubicBezTo>
                    <a:pt x="189" y="142"/>
                    <a:pt x="195" y="142"/>
                    <a:pt x="202" y="143"/>
                  </a:cubicBezTo>
                  <a:cubicBezTo>
                    <a:pt x="219" y="146"/>
                    <a:pt x="236" y="134"/>
                    <a:pt x="238" y="116"/>
                  </a:cubicBezTo>
                  <a:cubicBezTo>
                    <a:pt x="241" y="99"/>
                    <a:pt x="229" y="83"/>
                    <a:pt x="211" y="80"/>
                  </a:cubicBezTo>
                  <a:cubicBezTo>
                    <a:pt x="201" y="78"/>
                    <a:pt x="192" y="78"/>
                    <a:pt x="183" y="78"/>
                  </a:cubicBezTo>
                  <a:cubicBezTo>
                    <a:pt x="144" y="78"/>
                    <a:pt x="113" y="90"/>
                    <a:pt x="92" y="102"/>
                  </a:cubicBezTo>
                  <a:cubicBezTo>
                    <a:pt x="81" y="107"/>
                    <a:pt x="73" y="112"/>
                    <a:pt x="67" y="115"/>
                  </a:cubicBezTo>
                  <a:cubicBezTo>
                    <a:pt x="67" y="115"/>
                    <a:pt x="67" y="115"/>
                    <a:pt x="67" y="114"/>
                  </a:cubicBezTo>
                  <a:cubicBezTo>
                    <a:pt x="66" y="112"/>
                    <a:pt x="65" y="110"/>
                    <a:pt x="65" y="107"/>
                  </a:cubicBezTo>
                  <a:cubicBezTo>
                    <a:pt x="73" y="102"/>
                    <a:pt x="73" y="102"/>
                    <a:pt x="73" y="102"/>
                  </a:cubicBezTo>
                  <a:cubicBezTo>
                    <a:pt x="77" y="100"/>
                    <a:pt x="82" y="97"/>
                    <a:pt x="88" y="94"/>
                  </a:cubicBezTo>
                  <a:cubicBezTo>
                    <a:pt x="119" y="77"/>
                    <a:pt x="150" y="69"/>
                    <a:pt x="182" y="69"/>
                  </a:cubicBezTo>
                  <a:cubicBezTo>
                    <a:pt x="192" y="69"/>
                    <a:pt x="203" y="70"/>
                    <a:pt x="213" y="71"/>
                  </a:cubicBezTo>
                  <a:cubicBezTo>
                    <a:pt x="223" y="73"/>
                    <a:pt x="232" y="78"/>
                    <a:pt x="238" y="86"/>
                  </a:cubicBezTo>
                  <a:cubicBezTo>
                    <a:pt x="249" y="91"/>
                    <a:pt x="258" y="95"/>
                    <a:pt x="266" y="100"/>
                  </a:cubicBezTo>
                  <a:cubicBezTo>
                    <a:pt x="267" y="101"/>
                    <a:pt x="268" y="101"/>
                    <a:pt x="270" y="102"/>
                  </a:cubicBezTo>
                  <a:cubicBezTo>
                    <a:pt x="278" y="107"/>
                    <a:pt x="278" y="107"/>
                    <a:pt x="278" y="107"/>
                  </a:cubicBezTo>
                  <a:cubicBezTo>
                    <a:pt x="277" y="110"/>
                    <a:pt x="276" y="112"/>
                    <a:pt x="275" y="114"/>
                  </a:cubicBezTo>
                  <a:cubicBezTo>
                    <a:pt x="275" y="115"/>
                    <a:pt x="275" y="115"/>
                    <a:pt x="275" y="115"/>
                  </a:cubicBezTo>
                  <a:cubicBezTo>
                    <a:pt x="271" y="113"/>
                    <a:pt x="267" y="111"/>
                    <a:pt x="261" y="108"/>
                  </a:cubicBezTo>
                  <a:cubicBezTo>
                    <a:pt x="257" y="105"/>
                    <a:pt x="251" y="102"/>
                    <a:pt x="245" y="99"/>
                  </a:cubicBezTo>
                  <a:cubicBezTo>
                    <a:pt x="247" y="105"/>
                    <a:pt x="248" y="111"/>
                    <a:pt x="247" y="118"/>
                  </a:cubicBezTo>
                  <a:cubicBezTo>
                    <a:pt x="244" y="137"/>
                    <a:pt x="228" y="152"/>
                    <a:pt x="208" y="152"/>
                  </a:cubicBezTo>
                  <a:cubicBezTo>
                    <a:pt x="219" y="157"/>
                    <a:pt x="228" y="162"/>
                    <a:pt x="238" y="168"/>
                  </a:cubicBezTo>
                  <a:cubicBezTo>
                    <a:pt x="243" y="171"/>
                    <a:pt x="248" y="175"/>
                    <a:pt x="255" y="177"/>
                  </a:cubicBezTo>
                  <a:cubicBezTo>
                    <a:pt x="261" y="180"/>
                    <a:pt x="268" y="184"/>
                    <a:pt x="279" y="184"/>
                  </a:cubicBezTo>
                  <a:cubicBezTo>
                    <a:pt x="279" y="184"/>
                    <a:pt x="279" y="184"/>
                    <a:pt x="279" y="184"/>
                  </a:cubicBezTo>
                  <a:cubicBezTo>
                    <a:pt x="285" y="184"/>
                    <a:pt x="293" y="182"/>
                    <a:pt x="299" y="178"/>
                  </a:cubicBezTo>
                  <a:cubicBezTo>
                    <a:pt x="315" y="170"/>
                    <a:pt x="326" y="157"/>
                    <a:pt x="333" y="143"/>
                  </a:cubicBezTo>
                  <a:cubicBezTo>
                    <a:pt x="339" y="129"/>
                    <a:pt x="343" y="114"/>
                    <a:pt x="343" y="99"/>
                  </a:cubicBezTo>
                  <a:cubicBezTo>
                    <a:pt x="343" y="76"/>
                    <a:pt x="336" y="52"/>
                    <a:pt x="320" y="33"/>
                  </a:cubicBezTo>
                  <a:cubicBezTo>
                    <a:pt x="304" y="15"/>
                    <a:pt x="280" y="2"/>
                    <a:pt x="252" y="1"/>
                  </a:cubicBezTo>
                  <a:cubicBezTo>
                    <a:pt x="251" y="0"/>
                    <a:pt x="250" y="0"/>
                    <a:pt x="248" y="0"/>
                  </a:cubicBezTo>
                  <a:cubicBezTo>
                    <a:pt x="248" y="0"/>
                    <a:pt x="248" y="0"/>
                    <a:pt x="248" y="0"/>
                  </a:cubicBezTo>
                  <a:cubicBezTo>
                    <a:pt x="224" y="0"/>
                    <a:pt x="224" y="0"/>
                    <a:pt x="224" y="0"/>
                  </a:cubicBezTo>
                  <a:cubicBezTo>
                    <a:pt x="222" y="16"/>
                    <a:pt x="199" y="30"/>
                    <a:pt x="171" y="30"/>
                  </a:cubicBezTo>
                  <a:cubicBezTo>
                    <a:pt x="143" y="30"/>
                    <a:pt x="120" y="16"/>
                    <a:pt x="118" y="0"/>
                  </a:cubicBezTo>
                  <a:cubicBezTo>
                    <a:pt x="94" y="0"/>
                    <a:pt x="94" y="0"/>
                    <a:pt x="94" y="0"/>
                  </a:cubicBezTo>
                  <a:cubicBezTo>
                    <a:pt x="93" y="0"/>
                    <a:pt x="91" y="0"/>
                    <a:pt x="90" y="0"/>
                  </a:cubicBezTo>
                  <a:cubicBezTo>
                    <a:pt x="62" y="2"/>
                    <a:pt x="38" y="14"/>
                    <a:pt x="23" y="33"/>
                  </a:cubicBezTo>
                  <a:cubicBezTo>
                    <a:pt x="6" y="52"/>
                    <a:pt x="0" y="76"/>
                    <a:pt x="0" y="98"/>
                  </a:cubicBezTo>
                  <a:cubicBezTo>
                    <a:pt x="0" y="113"/>
                    <a:pt x="3" y="128"/>
                    <a:pt x="9" y="142"/>
                  </a:cubicBezTo>
                  <a:cubicBezTo>
                    <a:pt x="9" y="142"/>
                    <a:pt x="9" y="142"/>
                    <a:pt x="10" y="1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Freeform 256"/>
            <p:cNvSpPr>
              <a:spLocks/>
            </p:cNvSpPr>
            <p:nvPr/>
          </p:nvSpPr>
          <p:spPr bwMode="auto">
            <a:xfrm>
              <a:off x="6961188" y="1008063"/>
              <a:ext cx="231775" cy="231775"/>
            </a:xfrm>
            <a:custGeom>
              <a:avLst/>
              <a:gdLst>
                <a:gd name="T0" fmla="*/ 124 w 180"/>
                <a:gd name="T1" fmla="*/ 173 h 180"/>
                <a:gd name="T2" fmla="*/ 180 w 180"/>
                <a:gd name="T3" fmla="*/ 90 h 180"/>
                <a:gd name="T4" fmla="*/ 90 w 180"/>
                <a:gd name="T5" fmla="*/ 0 h 180"/>
                <a:gd name="T6" fmla="*/ 0 w 180"/>
                <a:gd name="T7" fmla="*/ 90 h 180"/>
                <a:gd name="T8" fmla="*/ 57 w 180"/>
                <a:gd name="T9" fmla="*/ 173 h 180"/>
                <a:gd name="T10" fmla="*/ 90 w 180"/>
                <a:gd name="T11" fmla="*/ 180 h 180"/>
                <a:gd name="T12" fmla="*/ 124 w 180"/>
                <a:gd name="T13" fmla="*/ 173 h 180"/>
              </a:gdLst>
              <a:ahLst/>
              <a:cxnLst>
                <a:cxn ang="0">
                  <a:pos x="T0" y="T1"/>
                </a:cxn>
                <a:cxn ang="0">
                  <a:pos x="T2" y="T3"/>
                </a:cxn>
                <a:cxn ang="0">
                  <a:pos x="T4" y="T5"/>
                </a:cxn>
                <a:cxn ang="0">
                  <a:pos x="T6" y="T7"/>
                </a:cxn>
                <a:cxn ang="0">
                  <a:pos x="T8" y="T9"/>
                </a:cxn>
                <a:cxn ang="0">
                  <a:pos x="T10" y="T11"/>
                </a:cxn>
                <a:cxn ang="0">
                  <a:pos x="T12" y="T13"/>
                </a:cxn>
              </a:cxnLst>
              <a:rect l="0" t="0" r="r" b="b"/>
              <a:pathLst>
                <a:path w="180" h="180">
                  <a:moveTo>
                    <a:pt x="124" y="173"/>
                  </a:moveTo>
                  <a:cubicBezTo>
                    <a:pt x="157" y="160"/>
                    <a:pt x="180" y="128"/>
                    <a:pt x="180" y="90"/>
                  </a:cubicBezTo>
                  <a:cubicBezTo>
                    <a:pt x="180" y="40"/>
                    <a:pt x="140" y="0"/>
                    <a:pt x="90" y="0"/>
                  </a:cubicBezTo>
                  <a:cubicBezTo>
                    <a:pt x="40" y="0"/>
                    <a:pt x="0" y="40"/>
                    <a:pt x="0" y="90"/>
                  </a:cubicBezTo>
                  <a:cubicBezTo>
                    <a:pt x="0" y="128"/>
                    <a:pt x="23" y="160"/>
                    <a:pt x="57" y="173"/>
                  </a:cubicBezTo>
                  <a:cubicBezTo>
                    <a:pt x="67" y="177"/>
                    <a:pt x="78" y="180"/>
                    <a:pt x="90" y="180"/>
                  </a:cubicBezTo>
                  <a:cubicBezTo>
                    <a:pt x="102" y="180"/>
                    <a:pt x="113" y="177"/>
                    <a:pt x="124" y="1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257"/>
            <p:cNvSpPr>
              <a:spLocks/>
            </p:cNvSpPr>
            <p:nvPr/>
          </p:nvSpPr>
          <p:spPr bwMode="auto">
            <a:xfrm>
              <a:off x="6197601" y="1268413"/>
              <a:ext cx="533400" cy="493713"/>
            </a:xfrm>
            <a:custGeom>
              <a:avLst/>
              <a:gdLst>
                <a:gd name="T0" fmla="*/ 42 w 415"/>
                <a:gd name="T1" fmla="*/ 383 h 383"/>
                <a:gd name="T2" fmla="*/ 43 w 415"/>
                <a:gd name="T3" fmla="*/ 383 h 383"/>
                <a:gd name="T4" fmla="*/ 73 w 415"/>
                <a:gd name="T5" fmla="*/ 350 h 383"/>
                <a:gd name="T6" fmla="*/ 98 w 415"/>
                <a:gd name="T7" fmla="*/ 97 h 383"/>
                <a:gd name="T8" fmla="*/ 98 w 415"/>
                <a:gd name="T9" fmla="*/ 274 h 383"/>
                <a:gd name="T10" fmla="*/ 98 w 415"/>
                <a:gd name="T11" fmla="*/ 280 h 383"/>
                <a:gd name="T12" fmla="*/ 207 w 415"/>
                <a:gd name="T13" fmla="*/ 291 h 383"/>
                <a:gd name="T14" fmla="*/ 315 w 415"/>
                <a:gd name="T15" fmla="*/ 280 h 383"/>
                <a:gd name="T16" fmla="*/ 314 w 415"/>
                <a:gd name="T17" fmla="*/ 274 h 383"/>
                <a:gd name="T18" fmla="*/ 314 w 415"/>
                <a:gd name="T19" fmla="*/ 97 h 383"/>
                <a:gd name="T20" fmla="*/ 340 w 415"/>
                <a:gd name="T21" fmla="*/ 350 h 383"/>
                <a:gd name="T22" fmla="*/ 371 w 415"/>
                <a:gd name="T23" fmla="*/ 383 h 383"/>
                <a:gd name="T24" fmla="*/ 373 w 415"/>
                <a:gd name="T25" fmla="*/ 383 h 383"/>
                <a:gd name="T26" fmla="*/ 405 w 415"/>
                <a:gd name="T27" fmla="*/ 353 h 383"/>
                <a:gd name="T28" fmla="*/ 342 w 415"/>
                <a:gd name="T29" fmla="*/ 26 h 383"/>
                <a:gd name="T30" fmla="*/ 287 w 415"/>
                <a:gd name="T31" fmla="*/ 0 h 383"/>
                <a:gd name="T32" fmla="*/ 285 w 415"/>
                <a:gd name="T33" fmla="*/ 0 h 383"/>
                <a:gd name="T34" fmla="*/ 261 w 415"/>
                <a:gd name="T35" fmla="*/ 0 h 383"/>
                <a:gd name="T36" fmla="*/ 207 w 415"/>
                <a:gd name="T37" fmla="*/ 30 h 383"/>
                <a:gd name="T38" fmla="*/ 154 w 415"/>
                <a:gd name="T39" fmla="*/ 0 h 383"/>
                <a:gd name="T40" fmla="*/ 130 w 415"/>
                <a:gd name="T41" fmla="*/ 0 h 383"/>
                <a:gd name="T42" fmla="*/ 128 w 415"/>
                <a:gd name="T43" fmla="*/ 0 h 383"/>
                <a:gd name="T44" fmla="*/ 72 w 415"/>
                <a:gd name="T45" fmla="*/ 25 h 383"/>
                <a:gd name="T46" fmla="*/ 10 w 415"/>
                <a:gd name="T47" fmla="*/ 353 h 383"/>
                <a:gd name="T48" fmla="*/ 42 w 415"/>
                <a:gd name="T49" fmla="*/ 383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5" h="383">
                  <a:moveTo>
                    <a:pt x="42" y="383"/>
                  </a:moveTo>
                  <a:cubicBezTo>
                    <a:pt x="42" y="383"/>
                    <a:pt x="43" y="383"/>
                    <a:pt x="43" y="383"/>
                  </a:cubicBezTo>
                  <a:cubicBezTo>
                    <a:pt x="61" y="382"/>
                    <a:pt x="74" y="367"/>
                    <a:pt x="73" y="350"/>
                  </a:cubicBezTo>
                  <a:cubicBezTo>
                    <a:pt x="65" y="209"/>
                    <a:pt x="82" y="134"/>
                    <a:pt x="98" y="97"/>
                  </a:cubicBezTo>
                  <a:cubicBezTo>
                    <a:pt x="98" y="274"/>
                    <a:pt x="98" y="274"/>
                    <a:pt x="98" y="274"/>
                  </a:cubicBezTo>
                  <a:cubicBezTo>
                    <a:pt x="98" y="280"/>
                    <a:pt x="98" y="280"/>
                    <a:pt x="98" y="280"/>
                  </a:cubicBezTo>
                  <a:cubicBezTo>
                    <a:pt x="117" y="283"/>
                    <a:pt x="168" y="291"/>
                    <a:pt x="207" y="291"/>
                  </a:cubicBezTo>
                  <a:cubicBezTo>
                    <a:pt x="247" y="291"/>
                    <a:pt x="296" y="283"/>
                    <a:pt x="315" y="280"/>
                  </a:cubicBezTo>
                  <a:cubicBezTo>
                    <a:pt x="314" y="274"/>
                    <a:pt x="314" y="274"/>
                    <a:pt x="314" y="274"/>
                  </a:cubicBezTo>
                  <a:cubicBezTo>
                    <a:pt x="314" y="97"/>
                    <a:pt x="314" y="97"/>
                    <a:pt x="314" y="97"/>
                  </a:cubicBezTo>
                  <a:cubicBezTo>
                    <a:pt x="334" y="134"/>
                    <a:pt x="349" y="209"/>
                    <a:pt x="340" y="350"/>
                  </a:cubicBezTo>
                  <a:cubicBezTo>
                    <a:pt x="339" y="367"/>
                    <a:pt x="353" y="382"/>
                    <a:pt x="371" y="383"/>
                  </a:cubicBezTo>
                  <a:cubicBezTo>
                    <a:pt x="371" y="383"/>
                    <a:pt x="372" y="383"/>
                    <a:pt x="373" y="383"/>
                  </a:cubicBezTo>
                  <a:cubicBezTo>
                    <a:pt x="390" y="383"/>
                    <a:pt x="404" y="370"/>
                    <a:pt x="405" y="353"/>
                  </a:cubicBezTo>
                  <a:cubicBezTo>
                    <a:pt x="415" y="184"/>
                    <a:pt x="394" y="74"/>
                    <a:pt x="342" y="26"/>
                  </a:cubicBezTo>
                  <a:cubicBezTo>
                    <a:pt x="320" y="5"/>
                    <a:pt x="298" y="1"/>
                    <a:pt x="287" y="0"/>
                  </a:cubicBezTo>
                  <a:cubicBezTo>
                    <a:pt x="286" y="0"/>
                    <a:pt x="285" y="0"/>
                    <a:pt x="285" y="0"/>
                  </a:cubicBezTo>
                  <a:cubicBezTo>
                    <a:pt x="261" y="0"/>
                    <a:pt x="261" y="0"/>
                    <a:pt x="261" y="0"/>
                  </a:cubicBezTo>
                  <a:cubicBezTo>
                    <a:pt x="258" y="16"/>
                    <a:pt x="235" y="30"/>
                    <a:pt x="207" y="30"/>
                  </a:cubicBezTo>
                  <a:cubicBezTo>
                    <a:pt x="180" y="30"/>
                    <a:pt x="157" y="16"/>
                    <a:pt x="154" y="0"/>
                  </a:cubicBezTo>
                  <a:cubicBezTo>
                    <a:pt x="130" y="0"/>
                    <a:pt x="130" y="0"/>
                    <a:pt x="130" y="0"/>
                  </a:cubicBezTo>
                  <a:cubicBezTo>
                    <a:pt x="129" y="0"/>
                    <a:pt x="129" y="0"/>
                    <a:pt x="128" y="0"/>
                  </a:cubicBezTo>
                  <a:cubicBezTo>
                    <a:pt x="117" y="1"/>
                    <a:pt x="95" y="4"/>
                    <a:pt x="72" y="25"/>
                  </a:cubicBezTo>
                  <a:cubicBezTo>
                    <a:pt x="21" y="74"/>
                    <a:pt x="0" y="184"/>
                    <a:pt x="10" y="353"/>
                  </a:cubicBezTo>
                  <a:cubicBezTo>
                    <a:pt x="11" y="370"/>
                    <a:pt x="25" y="383"/>
                    <a:pt x="42" y="3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258"/>
            <p:cNvSpPr>
              <a:spLocks/>
            </p:cNvSpPr>
            <p:nvPr/>
          </p:nvSpPr>
          <p:spPr bwMode="auto">
            <a:xfrm>
              <a:off x="6278563" y="1644650"/>
              <a:ext cx="371475" cy="587375"/>
            </a:xfrm>
            <a:custGeom>
              <a:avLst/>
              <a:gdLst>
                <a:gd name="T0" fmla="*/ 144 w 289"/>
                <a:gd name="T1" fmla="*/ 11 h 456"/>
                <a:gd name="T2" fmla="*/ 35 w 289"/>
                <a:gd name="T3" fmla="*/ 0 h 456"/>
                <a:gd name="T4" fmla="*/ 2 w 289"/>
                <a:gd name="T5" fmla="*/ 400 h 456"/>
                <a:gd name="T6" fmla="*/ 47 w 289"/>
                <a:gd name="T7" fmla="*/ 454 h 456"/>
                <a:gd name="T8" fmla="*/ 101 w 289"/>
                <a:gd name="T9" fmla="*/ 409 h 456"/>
                <a:gd name="T10" fmla="*/ 127 w 289"/>
                <a:gd name="T11" fmla="*/ 88 h 456"/>
                <a:gd name="T12" fmla="*/ 162 w 289"/>
                <a:gd name="T13" fmla="*/ 88 h 456"/>
                <a:gd name="T14" fmla="*/ 188 w 289"/>
                <a:gd name="T15" fmla="*/ 409 h 456"/>
                <a:gd name="T16" fmla="*/ 241 w 289"/>
                <a:gd name="T17" fmla="*/ 454 h 456"/>
                <a:gd name="T18" fmla="*/ 287 w 289"/>
                <a:gd name="T19" fmla="*/ 400 h 456"/>
                <a:gd name="T20" fmla="*/ 254 w 289"/>
                <a:gd name="T21" fmla="*/ 0 h 456"/>
                <a:gd name="T22" fmla="*/ 144 w 289"/>
                <a:gd name="T23" fmla="*/ 11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9" h="456">
                  <a:moveTo>
                    <a:pt x="144" y="11"/>
                  </a:moveTo>
                  <a:cubicBezTo>
                    <a:pt x="104" y="11"/>
                    <a:pt x="55" y="3"/>
                    <a:pt x="35" y="0"/>
                  </a:cubicBezTo>
                  <a:cubicBezTo>
                    <a:pt x="2" y="400"/>
                    <a:pt x="2" y="400"/>
                    <a:pt x="2" y="400"/>
                  </a:cubicBezTo>
                  <a:cubicBezTo>
                    <a:pt x="0" y="427"/>
                    <a:pt x="20" y="451"/>
                    <a:pt x="47" y="454"/>
                  </a:cubicBezTo>
                  <a:cubicBezTo>
                    <a:pt x="75" y="456"/>
                    <a:pt x="98" y="436"/>
                    <a:pt x="101" y="409"/>
                  </a:cubicBezTo>
                  <a:cubicBezTo>
                    <a:pt x="127" y="88"/>
                    <a:pt x="127" y="88"/>
                    <a:pt x="127" y="88"/>
                  </a:cubicBezTo>
                  <a:cubicBezTo>
                    <a:pt x="162" y="88"/>
                    <a:pt x="162" y="88"/>
                    <a:pt x="162" y="88"/>
                  </a:cubicBezTo>
                  <a:cubicBezTo>
                    <a:pt x="188" y="409"/>
                    <a:pt x="188" y="409"/>
                    <a:pt x="188" y="409"/>
                  </a:cubicBezTo>
                  <a:cubicBezTo>
                    <a:pt x="190" y="436"/>
                    <a:pt x="214" y="456"/>
                    <a:pt x="241" y="454"/>
                  </a:cubicBezTo>
                  <a:cubicBezTo>
                    <a:pt x="269" y="452"/>
                    <a:pt x="289" y="428"/>
                    <a:pt x="287" y="400"/>
                  </a:cubicBezTo>
                  <a:cubicBezTo>
                    <a:pt x="254" y="0"/>
                    <a:pt x="254" y="0"/>
                    <a:pt x="254" y="0"/>
                  </a:cubicBezTo>
                  <a:cubicBezTo>
                    <a:pt x="234" y="3"/>
                    <a:pt x="185" y="11"/>
                    <a:pt x="144"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259"/>
            <p:cNvSpPr>
              <a:spLocks/>
            </p:cNvSpPr>
            <p:nvPr/>
          </p:nvSpPr>
          <p:spPr bwMode="auto">
            <a:xfrm>
              <a:off x="6348413" y="1008063"/>
              <a:ext cx="231775" cy="231775"/>
            </a:xfrm>
            <a:custGeom>
              <a:avLst/>
              <a:gdLst>
                <a:gd name="T0" fmla="*/ 124 w 180"/>
                <a:gd name="T1" fmla="*/ 173 h 180"/>
                <a:gd name="T2" fmla="*/ 180 w 180"/>
                <a:gd name="T3" fmla="*/ 90 h 180"/>
                <a:gd name="T4" fmla="*/ 90 w 180"/>
                <a:gd name="T5" fmla="*/ 0 h 180"/>
                <a:gd name="T6" fmla="*/ 0 w 180"/>
                <a:gd name="T7" fmla="*/ 90 h 180"/>
                <a:gd name="T8" fmla="*/ 57 w 180"/>
                <a:gd name="T9" fmla="*/ 173 h 180"/>
                <a:gd name="T10" fmla="*/ 90 w 180"/>
                <a:gd name="T11" fmla="*/ 180 h 180"/>
                <a:gd name="T12" fmla="*/ 124 w 180"/>
                <a:gd name="T13" fmla="*/ 173 h 180"/>
              </a:gdLst>
              <a:ahLst/>
              <a:cxnLst>
                <a:cxn ang="0">
                  <a:pos x="T0" y="T1"/>
                </a:cxn>
                <a:cxn ang="0">
                  <a:pos x="T2" y="T3"/>
                </a:cxn>
                <a:cxn ang="0">
                  <a:pos x="T4" y="T5"/>
                </a:cxn>
                <a:cxn ang="0">
                  <a:pos x="T6" y="T7"/>
                </a:cxn>
                <a:cxn ang="0">
                  <a:pos x="T8" y="T9"/>
                </a:cxn>
                <a:cxn ang="0">
                  <a:pos x="T10" y="T11"/>
                </a:cxn>
                <a:cxn ang="0">
                  <a:pos x="T12" y="T13"/>
                </a:cxn>
              </a:cxnLst>
              <a:rect l="0" t="0" r="r" b="b"/>
              <a:pathLst>
                <a:path w="180" h="180">
                  <a:moveTo>
                    <a:pt x="124" y="173"/>
                  </a:moveTo>
                  <a:cubicBezTo>
                    <a:pt x="157" y="160"/>
                    <a:pt x="180" y="128"/>
                    <a:pt x="180" y="90"/>
                  </a:cubicBezTo>
                  <a:cubicBezTo>
                    <a:pt x="180" y="40"/>
                    <a:pt x="140" y="0"/>
                    <a:pt x="90" y="0"/>
                  </a:cubicBezTo>
                  <a:cubicBezTo>
                    <a:pt x="41" y="0"/>
                    <a:pt x="0" y="40"/>
                    <a:pt x="0" y="90"/>
                  </a:cubicBezTo>
                  <a:cubicBezTo>
                    <a:pt x="0" y="128"/>
                    <a:pt x="24" y="160"/>
                    <a:pt x="57" y="173"/>
                  </a:cubicBezTo>
                  <a:cubicBezTo>
                    <a:pt x="67" y="177"/>
                    <a:pt x="78" y="180"/>
                    <a:pt x="90" y="180"/>
                  </a:cubicBezTo>
                  <a:cubicBezTo>
                    <a:pt x="102" y="180"/>
                    <a:pt x="114" y="177"/>
                    <a:pt x="124" y="1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29" name="组合 228"/>
          <p:cNvGrpSpPr/>
          <p:nvPr/>
        </p:nvGrpSpPr>
        <p:grpSpPr>
          <a:xfrm>
            <a:off x="6370638" y="4370388"/>
            <a:ext cx="1092201" cy="144463"/>
            <a:chOff x="6370638" y="4370388"/>
            <a:chExt cx="1092201" cy="144463"/>
          </a:xfrm>
          <a:solidFill>
            <a:schemeClr val="tx1">
              <a:lumMod val="65000"/>
              <a:lumOff val="35000"/>
            </a:schemeClr>
          </a:solidFill>
        </p:grpSpPr>
        <p:sp>
          <p:nvSpPr>
            <p:cNvPr id="230" name="Freeform 280"/>
            <p:cNvSpPr>
              <a:spLocks noEditPoints="1"/>
            </p:cNvSpPr>
            <p:nvPr/>
          </p:nvSpPr>
          <p:spPr bwMode="auto">
            <a:xfrm>
              <a:off x="6370638" y="4386263"/>
              <a:ext cx="88900" cy="93663"/>
            </a:xfrm>
            <a:custGeom>
              <a:avLst/>
              <a:gdLst>
                <a:gd name="T0" fmla="*/ 66 w 69"/>
                <a:gd name="T1" fmla="*/ 40 h 72"/>
                <a:gd name="T2" fmla="*/ 69 w 69"/>
                <a:gd name="T3" fmla="*/ 26 h 72"/>
                <a:gd name="T4" fmla="*/ 68 w 69"/>
                <a:gd name="T5" fmla="*/ 15 h 72"/>
                <a:gd name="T6" fmla="*/ 62 w 69"/>
                <a:gd name="T7" fmla="*/ 8 h 72"/>
                <a:gd name="T8" fmla="*/ 53 w 69"/>
                <a:gd name="T9" fmla="*/ 2 h 72"/>
                <a:gd name="T10" fmla="*/ 40 w 69"/>
                <a:gd name="T11" fmla="*/ 0 h 72"/>
                <a:gd name="T12" fmla="*/ 21 w 69"/>
                <a:gd name="T13" fmla="*/ 8 h 72"/>
                <a:gd name="T14" fmla="*/ 6 w 69"/>
                <a:gd name="T15" fmla="*/ 27 h 72"/>
                <a:gd name="T16" fmla="*/ 0 w 69"/>
                <a:gd name="T17" fmla="*/ 49 h 72"/>
                <a:gd name="T18" fmla="*/ 6 w 69"/>
                <a:gd name="T19" fmla="*/ 64 h 72"/>
                <a:gd name="T20" fmla="*/ 20 w 69"/>
                <a:gd name="T21" fmla="*/ 72 h 72"/>
                <a:gd name="T22" fmla="*/ 40 w 69"/>
                <a:gd name="T23" fmla="*/ 68 h 72"/>
                <a:gd name="T24" fmla="*/ 54 w 69"/>
                <a:gd name="T25" fmla="*/ 56 h 72"/>
                <a:gd name="T26" fmla="*/ 66 w 69"/>
                <a:gd name="T27" fmla="*/ 40 h 72"/>
                <a:gd name="T28" fmla="*/ 23 w 69"/>
                <a:gd name="T29" fmla="*/ 62 h 72"/>
                <a:gd name="T30" fmla="*/ 15 w 69"/>
                <a:gd name="T31" fmla="*/ 58 h 72"/>
                <a:gd name="T32" fmla="*/ 12 w 69"/>
                <a:gd name="T33" fmla="*/ 48 h 72"/>
                <a:gd name="T34" fmla="*/ 21 w 69"/>
                <a:gd name="T35" fmla="*/ 23 h 72"/>
                <a:gd name="T36" fmla="*/ 40 w 69"/>
                <a:gd name="T37" fmla="*/ 10 h 72"/>
                <a:gd name="T38" fmla="*/ 49 w 69"/>
                <a:gd name="T39" fmla="*/ 11 h 72"/>
                <a:gd name="T40" fmla="*/ 56 w 69"/>
                <a:gd name="T41" fmla="*/ 16 h 72"/>
                <a:gd name="T42" fmla="*/ 57 w 69"/>
                <a:gd name="T43" fmla="*/ 24 h 72"/>
                <a:gd name="T44" fmla="*/ 46 w 69"/>
                <a:gd name="T45" fmla="*/ 50 h 72"/>
                <a:gd name="T46" fmla="*/ 23 w 69"/>
                <a:gd name="T47" fmla="*/ 6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9" h="72">
                  <a:moveTo>
                    <a:pt x="66" y="40"/>
                  </a:moveTo>
                  <a:cubicBezTo>
                    <a:pt x="68" y="35"/>
                    <a:pt x="69" y="30"/>
                    <a:pt x="69" y="26"/>
                  </a:cubicBezTo>
                  <a:cubicBezTo>
                    <a:pt x="69" y="21"/>
                    <a:pt x="69" y="18"/>
                    <a:pt x="68" y="15"/>
                  </a:cubicBezTo>
                  <a:cubicBezTo>
                    <a:pt x="67" y="13"/>
                    <a:pt x="65" y="10"/>
                    <a:pt x="62" y="8"/>
                  </a:cubicBezTo>
                  <a:cubicBezTo>
                    <a:pt x="59" y="5"/>
                    <a:pt x="56" y="3"/>
                    <a:pt x="53" y="2"/>
                  </a:cubicBezTo>
                  <a:cubicBezTo>
                    <a:pt x="49" y="1"/>
                    <a:pt x="45" y="0"/>
                    <a:pt x="40" y="0"/>
                  </a:cubicBezTo>
                  <a:cubicBezTo>
                    <a:pt x="33" y="0"/>
                    <a:pt x="27" y="3"/>
                    <a:pt x="21" y="8"/>
                  </a:cubicBezTo>
                  <a:cubicBezTo>
                    <a:pt x="14" y="13"/>
                    <a:pt x="9" y="19"/>
                    <a:pt x="6" y="27"/>
                  </a:cubicBezTo>
                  <a:cubicBezTo>
                    <a:pt x="2" y="35"/>
                    <a:pt x="0" y="42"/>
                    <a:pt x="0" y="49"/>
                  </a:cubicBezTo>
                  <a:cubicBezTo>
                    <a:pt x="0" y="54"/>
                    <a:pt x="2" y="59"/>
                    <a:pt x="6" y="64"/>
                  </a:cubicBezTo>
                  <a:cubicBezTo>
                    <a:pt x="10" y="70"/>
                    <a:pt x="15" y="72"/>
                    <a:pt x="20" y="72"/>
                  </a:cubicBezTo>
                  <a:cubicBezTo>
                    <a:pt x="28" y="72"/>
                    <a:pt x="35" y="71"/>
                    <a:pt x="40" y="68"/>
                  </a:cubicBezTo>
                  <a:cubicBezTo>
                    <a:pt x="45" y="65"/>
                    <a:pt x="50" y="61"/>
                    <a:pt x="54" y="56"/>
                  </a:cubicBezTo>
                  <a:cubicBezTo>
                    <a:pt x="59" y="51"/>
                    <a:pt x="63" y="46"/>
                    <a:pt x="66" y="40"/>
                  </a:cubicBezTo>
                  <a:close/>
                  <a:moveTo>
                    <a:pt x="23" y="62"/>
                  </a:moveTo>
                  <a:cubicBezTo>
                    <a:pt x="20" y="62"/>
                    <a:pt x="17" y="60"/>
                    <a:pt x="15" y="58"/>
                  </a:cubicBezTo>
                  <a:cubicBezTo>
                    <a:pt x="13" y="55"/>
                    <a:pt x="12" y="52"/>
                    <a:pt x="12" y="48"/>
                  </a:cubicBezTo>
                  <a:cubicBezTo>
                    <a:pt x="12" y="40"/>
                    <a:pt x="15" y="31"/>
                    <a:pt x="21" y="23"/>
                  </a:cubicBezTo>
                  <a:cubicBezTo>
                    <a:pt x="28" y="14"/>
                    <a:pt x="34" y="10"/>
                    <a:pt x="40" y="10"/>
                  </a:cubicBezTo>
                  <a:cubicBezTo>
                    <a:pt x="43" y="10"/>
                    <a:pt x="46" y="10"/>
                    <a:pt x="49" y="11"/>
                  </a:cubicBezTo>
                  <a:cubicBezTo>
                    <a:pt x="52" y="13"/>
                    <a:pt x="54" y="14"/>
                    <a:pt x="56" y="16"/>
                  </a:cubicBezTo>
                  <a:cubicBezTo>
                    <a:pt x="57" y="18"/>
                    <a:pt x="57" y="21"/>
                    <a:pt x="57" y="24"/>
                  </a:cubicBezTo>
                  <a:cubicBezTo>
                    <a:pt x="57" y="33"/>
                    <a:pt x="54" y="42"/>
                    <a:pt x="46" y="50"/>
                  </a:cubicBezTo>
                  <a:cubicBezTo>
                    <a:pt x="39" y="58"/>
                    <a:pt x="31" y="62"/>
                    <a:pt x="23"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281"/>
            <p:cNvSpPr>
              <a:spLocks/>
            </p:cNvSpPr>
            <p:nvPr/>
          </p:nvSpPr>
          <p:spPr bwMode="auto">
            <a:xfrm>
              <a:off x="6467476" y="4370388"/>
              <a:ext cx="52388" cy="111125"/>
            </a:xfrm>
            <a:custGeom>
              <a:avLst/>
              <a:gdLst>
                <a:gd name="T0" fmla="*/ 16 w 40"/>
                <a:gd name="T1" fmla="*/ 58 h 87"/>
                <a:gd name="T2" fmla="*/ 16 w 40"/>
                <a:gd name="T3" fmla="*/ 58 h 87"/>
                <a:gd name="T4" fmla="*/ 17 w 40"/>
                <a:gd name="T5" fmla="*/ 46 h 87"/>
                <a:gd name="T6" fmla="*/ 21 w 40"/>
                <a:gd name="T7" fmla="*/ 45 h 87"/>
                <a:gd name="T8" fmla="*/ 31 w 40"/>
                <a:gd name="T9" fmla="*/ 44 h 87"/>
                <a:gd name="T10" fmla="*/ 36 w 40"/>
                <a:gd name="T11" fmla="*/ 39 h 87"/>
                <a:gd name="T12" fmla="*/ 31 w 40"/>
                <a:gd name="T13" fmla="*/ 36 h 87"/>
                <a:gd name="T14" fmla="*/ 18 w 40"/>
                <a:gd name="T15" fmla="*/ 36 h 87"/>
                <a:gd name="T16" fmla="*/ 17 w 40"/>
                <a:gd name="T17" fmla="*/ 35 h 87"/>
                <a:gd name="T18" fmla="*/ 20 w 40"/>
                <a:gd name="T19" fmla="*/ 19 h 87"/>
                <a:gd name="T20" fmla="*/ 27 w 40"/>
                <a:gd name="T21" fmla="*/ 10 h 87"/>
                <a:gd name="T22" fmla="*/ 30 w 40"/>
                <a:gd name="T23" fmla="*/ 17 h 87"/>
                <a:gd name="T24" fmla="*/ 30 w 40"/>
                <a:gd name="T25" fmla="*/ 21 h 87"/>
                <a:gd name="T26" fmla="*/ 31 w 40"/>
                <a:gd name="T27" fmla="*/ 23 h 87"/>
                <a:gd name="T28" fmla="*/ 33 w 40"/>
                <a:gd name="T29" fmla="*/ 24 h 87"/>
                <a:gd name="T30" fmla="*/ 38 w 40"/>
                <a:gd name="T31" fmla="*/ 20 h 87"/>
                <a:gd name="T32" fmla="*/ 40 w 40"/>
                <a:gd name="T33" fmla="*/ 11 h 87"/>
                <a:gd name="T34" fmla="*/ 37 w 40"/>
                <a:gd name="T35" fmla="*/ 3 h 87"/>
                <a:gd name="T36" fmla="*/ 29 w 40"/>
                <a:gd name="T37" fmla="*/ 0 h 87"/>
                <a:gd name="T38" fmla="*/ 15 w 40"/>
                <a:gd name="T39" fmla="*/ 7 h 87"/>
                <a:gd name="T40" fmla="*/ 7 w 40"/>
                <a:gd name="T41" fmla="*/ 28 h 87"/>
                <a:gd name="T42" fmla="*/ 6 w 40"/>
                <a:gd name="T43" fmla="*/ 34 h 87"/>
                <a:gd name="T44" fmla="*/ 4 w 40"/>
                <a:gd name="T45" fmla="*/ 37 h 87"/>
                <a:gd name="T46" fmla="*/ 0 w 40"/>
                <a:gd name="T47" fmla="*/ 42 h 87"/>
                <a:gd name="T48" fmla="*/ 4 w 40"/>
                <a:gd name="T49" fmla="*/ 46 h 87"/>
                <a:gd name="T50" fmla="*/ 4 w 40"/>
                <a:gd name="T51" fmla="*/ 47 h 87"/>
                <a:gd name="T52" fmla="*/ 3 w 40"/>
                <a:gd name="T53" fmla="*/ 61 h 87"/>
                <a:gd name="T54" fmla="*/ 1 w 40"/>
                <a:gd name="T55" fmla="*/ 78 h 87"/>
                <a:gd name="T56" fmla="*/ 7 w 40"/>
                <a:gd name="T57" fmla="*/ 87 h 87"/>
                <a:gd name="T58" fmla="*/ 11 w 40"/>
                <a:gd name="T59" fmla="*/ 85 h 87"/>
                <a:gd name="T60" fmla="*/ 14 w 40"/>
                <a:gd name="T61" fmla="*/ 83 h 87"/>
                <a:gd name="T62" fmla="*/ 13 w 40"/>
                <a:gd name="T63" fmla="*/ 74 h 87"/>
                <a:gd name="T64" fmla="*/ 14 w 40"/>
                <a:gd name="T65" fmla="*/ 66 h 87"/>
                <a:gd name="T66" fmla="*/ 16 w 40"/>
                <a:gd name="T67" fmla="*/ 58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0" h="87">
                  <a:moveTo>
                    <a:pt x="16" y="58"/>
                  </a:moveTo>
                  <a:cubicBezTo>
                    <a:pt x="16" y="58"/>
                    <a:pt x="16" y="58"/>
                    <a:pt x="16" y="58"/>
                  </a:cubicBezTo>
                  <a:cubicBezTo>
                    <a:pt x="16" y="54"/>
                    <a:pt x="16" y="50"/>
                    <a:pt x="17" y="46"/>
                  </a:cubicBezTo>
                  <a:cubicBezTo>
                    <a:pt x="17" y="46"/>
                    <a:pt x="18" y="45"/>
                    <a:pt x="21" y="45"/>
                  </a:cubicBezTo>
                  <a:cubicBezTo>
                    <a:pt x="24" y="45"/>
                    <a:pt x="28" y="45"/>
                    <a:pt x="31" y="44"/>
                  </a:cubicBezTo>
                  <a:cubicBezTo>
                    <a:pt x="34" y="43"/>
                    <a:pt x="36" y="41"/>
                    <a:pt x="36" y="39"/>
                  </a:cubicBezTo>
                  <a:cubicBezTo>
                    <a:pt x="36" y="37"/>
                    <a:pt x="34" y="36"/>
                    <a:pt x="31" y="36"/>
                  </a:cubicBezTo>
                  <a:cubicBezTo>
                    <a:pt x="29" y="36"/>
                    <a:pt x="24" y="36"/>
                    <a:pt x="18" y="36"/>
                  </a:cubicBezTo>
                  <a:cubicBezTo>
                    <a:pt x="17" y="36"/>
                    <a:pt x="17" y="36"/>
                    <a:pt x="17" y="35"/>
                  </a:cubicBezTo>
                  <a:cubicBezTo>
                    <a:pt x="17" y="31"/>
                    <a:pt x="18" y="25"/>
                    <a:pt x="20" y="19"/>
                  </a:cubicBezTo>
                  <a:cubicBezTo>
                    <a:pt x="22" y="13"/>
                    <a:pt x="25" y="10"/>
                    <a:pt x="27" y="10"/>
                  </a:cubicBezTo>
                  <a:cubicBezTo>
                    <a:pt x="29" y="10"/>
                    <a:pt x="30" y="12"/>
                    <a:pt x="30" y="17"/>
                  </a:cubicBezTo>
                  <a:cubicBezTo>
                    <a:pt x="30" y="21"/>
                    <a:pt x="30" y="21"/>
                    <a:pt x="30" y="21"/>
                  </a:cubicBezTo>
                  <a:cubicBezTo>
                    <a:pt x="30" y="22"/>
                    <a:pt x="30" y="23"/>
                    <a:pt x="31" y="23"/>
                  </a:cubicBezTo>
                  <a:cubicBezTo>
                    <a:pt x="32" y="24"/>
                    <a:pt x="32" y="24"/>
                    <a:pt x="33" y="24"/>
                  </a:cubicBezTo>
                  <a:cubicBezTo>
                    <a:pt x="35" y="24"/>
                    <a:pt x="37" y="23"/>
                    <a:pt x="38" y="20"/>
                  </a:cubicBezTo>
                  <a:cubicBezTo>
                    <a:pt x="39" y="17"/>
                    <a:pt x="40" y="14"/>
                    <a:pt x="40" y="11"/>
                  </a:cubicBezTo>
                  <a:cubicBezTo>
                    <a:pt x="40" y="8"/>
                    <a:pt x="39" y="5"/>
                    <a:pt x="37" y="3"/>
                  </a:cubicBezTo>
                  <a:cubicBezTo>
                    <a:pt x="35" y="1"/>
                    <a:pt x="32" y="0"/>
                    <a:pt x="29" y="0"/>
                  </a:cubicBezTo>
                  <a:cubicBezTo>
                    <a:pt x="23" y="0"/>
                    <a:pt x="19" y="2"/>
                    <a:pt x="15" y="7"/>
                  </a:cubicBezTo>
                  <a:cubicBezTo>
                    <a:pt x="12" y="11"/>
                    <a:pt x="9" y="18"/>
                    <a:pt x="7" y="28"/>
                  </a:cubicBezTo>
                  <a:cubicBezTo>
                    <a:pt x="7" y="30"/>
                    <a:pt x="6" y="32"/>
                    <a:pt x="6" y="34"/>
                  </a:cubicBezTo>
                  <a:cubicBezTo>
                    <a:pt x="6" y="35"/>
                    <a:pt x="5" y="36"/>
                    <a:pt x="4" y="37"/>
                  </a:cubicBezTo>
                  <a:cubicBezTo>
                    <a:pt x="2" y="39"/>
                    <a:pt x="0" y="40"/>
                    <a:pt x="0" y="42"/>
                  </a:cubicBezTo>
                  <a:cubicBezTo>
                    <a:pt x="0" y="43"/>
                    <a:pt x="2" y="45"/>
                    <a:pt x="4" y="46"/>
                  </a:cubicBezTo>
                  <a:cubicBezTo>
                    <a:pt x="4" y="46"/>
                    <a:pt x="4" y="46"/>
                    <a:pt x="4" y="47"/>
                  </a:cubicBezTo>
                  <a:cubicBezTo>
                    <a:pt x="4" y="50"/>
                    <a:pt x="4" y="55"/>
                    <a:pt x="3" y="61"/>
                  </a:cubicBezTo>
                  <a:cubicBezTo>
                    <a:pt x="1" y="70"/>
                    <a:pt x="1" y="76"/>
                    <a:pt x="1" y="78"/>
                  </a:cubicBezTo>
                  <a:cubicBezTo>
                    <a:pt x="1" y="84"/>
                    <a:pt x="3" y="87"/>
                    <a:pt x="7" y="87"/>
                  </a:cubicBezTo>
                  <a:cubicBezTo>
                    <a:pt x="9" y="87"/>
                    <a:pt x="10" y="86"/>
                    <a:pt x="11" y="85"/>
                  </a:cubicBezTo>
                  <a:cubicBezTo>
                    <a:pt x="12" y="85"/>
                    <a:pt x="13" y="84"/>
                    <a:pt x="14" y="83"/>
                  </a:cubicBezTo>
                  <a:cubicBezTo>
                    <a:pt x="13" y="79"/>
                    <a:pt x="13" y="77"/>
                    <a:pt x="13" y="74"/>
                  </a:cubicBezTo>
                  <a:cubicBezTo>
                    <a:pt x="13" y="72"/>
                    <a:pt x="14" y="69"/>
                    <a:pt x="14" y="66"/>
                  </a:cubicBezTo>
                  <a:lnTo>
                    <a:pt x="16"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282"/>
            <p:cNvSpPr>
              <a:spLocks/>
            </p:cNvSpPr>
            <p:nvPr/>
          </p:nvSpPr>
          <p:spPr bwMode="auto">
            <a:xfrm>
              <a:off x="6513513" y="4370388"/>
              <a:ext cx="52388" cy="111125"/>
            </a:xfrm>
            <a:custGeom>
              <a:avLst/>
              <a:gdLst>
                <a:gd name="T0" fmla="*/ 28 w 40"/>
                <a:gd name="T1" fmla="*/ 0 h 87"/>
                <a:gd name="T2" fmla="*/ 15 w 40"/>
                <a:gd name="T3" fmla="*/ 7 h 87"/>
                <a:gd name="T4" fmla="*/ 7 w 40"/>
                <a:gd name="T5" fmla="*/ 28 h 87"/>
                <a:gd name="T6" fmla="*/ 6 w 40"/>
                <a:gd name="T7" fmla="*/ 34 h 87"/>
                <a:gd name="T8" fmla="*/ 4 w 40"/>
                <a:gd name="T9" fmla="*/ 37 h 87"/>
                <a:gd name="T10" fmla="*/ 0 w 40"/>
                <a:gd name="T11" fmla="*/ 42 h 87"/>
                <a:gd name="T12" fmla="*/ 3 w 40"/>
                <a:gd name="T13" fmla="*/ 46 h 87"/>
                <a:gd name="T14" fmla="*/ 4 w 40"/>
                <a:gd name="T15" fmla="*/ 47 h 87"/>
                <a:gd name="T16" fmla="*/ 2 w 40"/>
                <a:gd name="T17" fmla="*/ 61 h 87"/>
                <a:gd name="T18" fmla="*/ 0 w 40"/>
                <a:gd name="T19" fmla="*/ 78 h 87"/>
                <a:gd name="T20" fmla="*/ 7 w 40"/>
                <a:gd name="T21" fmla="*/ 87 h 87"/>
                <a:gd name="T22" fmla="*/ 11 w 40"/>
                <a:gd name="T23" fmla="*/ 85 h 87"/>
                <a:gd name="T24" fmla="*/ 13 w 40"/>
                <a:gd name="T25" fmla="*/ 83 h 87"/>
                <a:gd name="T26" fmla="*/ 12 w 40"/>
                <a:gd name="T27" fmla="*/ 74 h 87"/>
                <a:gd name="T28" fmla="*/ 12 w 40"/>
                <a:gd name="T29" fmla="*/ 66 h 87"/>
                <a:gd name="T30" fmla="*/ 12 w 40"/>
                <a:gd name="T31" fmla="*/ 58 h 87"/>
                <a:gd name="T32" fmla="*/ 12 w 40"/>
                <a:gd name="T33" fmla="*/ 58 h 87"/>
                <a:gd name="T34" fmla="*/ 14 w 40"/>
                <a:gd name="T35" fmla="*/ 46 h 87"/>
                <a:gd name="T36" fmla="*/ 20 w 40"/>
                <a:gd name="T37" fmla="*/ 45 h 87"/>
                <a:gd name="T38" fmla="*/ 30 w 40"/>
                <a:gd name="T39" fmla="*/ 44 h 87"/>
                <a:gd name="T40" fmla="*/ 35 w 40"/>
                <a:gd name="T41" fmla="*/ 39 h 87"/>
                <a:gd name="T42" fmla="*/ 31 w 40"/>
                <a:gd name="T43" fmla="*/ 36 h 87"/>
                <a:gd name="T44" fmla="*/ 17 w 40"/>
                <a:gd name="T45" fmla="*/ 36 h 87"/>
                <a:gd name="T46" fmla="*/ 16 w 40"/>
                <a:gd name="T47" fmla="*/ 35 h 87"/>
                <a:gd name="T48" fmla="*/ 20 w 40"/>
                <a:gd name="T49" fmla="*/ 19 h 87"/>
                <a:gd name="T50" fmla="*/ 27 w 40"/>
                <a:gd name="T51" fmla="*/ 10 h 87"/>
                <a:gd name="T52" fmla="*/ 30 w 40"/>
                <a:gd name="T53" fmla="*/ 17 h 87"/>
                <a:gd name="T54" fmla="*/ 30 w 40"/>
                <a:gd name="T55" fmla="*/ 21 h 87"/>
                <a:gd name="T56" fmla="*/ 30 w 40"/>
                <a:gd name="T57" fmla="*/ 23 h 87"/>
                <a:gd name="T58" fmla="*/ 33 w 40"/>
                <a:gd name="T59" fmla="*/ 24 h 87"/>
                <a:gd name="T60" fmla="*/ 38 w 40"/>
                <a:gd name="T61" fmla="*/ 20 h 87"/>
                <a:gd name="T62" fmla="*/ 40 w 40"/>
                <a:gd name="T63" fmla="*/ 11 h 87"/>
                <a:gd name="T64" fmla="*/ 36 w 40"/>
                <a:gd name="T65" fmla="*/ 3 h 87"/>
                <a:gd name="T66" fmla="*/ 28 w 40"/>
                <a:gd name="T67"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0" h="87">
                  <a:moveTo>
                    <a:pt x="28" y="0"/>
                  </a:moveTo>
                  <a:cubicBezTo>
                    <a:pt x="23" y="0"/>
                    <a:pt x="18" y="2"/>
                    <a:pt x="15" y="7"/>
                  </a:cubicBezTo>
                  <a:cubicBezTo>
                    <a:pt x="11" y="11"/>
                    <a:pt x="9" y="18"/>
                    <a:pt x="7" y="28"/>
                  </a:cubicBezTo>
                  <a:cubicBezTo>
                    <a:pt x="6" y="30"/>
                    <a:pt x="6" y="32"/>
                    <a:pt x="6" y="34"/>
                  </a:cubicBezTo>
                  <a:cubicBezTo>
                    <a:pt x="5" y="35"/>
                    <a:pt x="5" y="36"/>
                    <a:pt x="4" y="37"/>
                  </a:cubicBezTo>
                  <a:cubicBezTo>
                    <a:pt x="1" y="39"/>
                    <a:pt x="0" y="40"/>
                    <a:pt x="0" y="42"/>
                  </a:cubicBezTo>
                  <a:cubicBezTo>
                    <a:pt x="0" y="43"/>
                    <a:pt x="1" y="45"/>
                    <a:pt x="3" y="46"/>
                  </a:cubicBezTo>
                  <a:cubicBezTo>
                    <a:pt x="4" y="46"/>
                    <a:pt x="4" y="46"/>
                    <a:pt x="4" y="47"/>
                  </a:cubicBezTo>
                  <a:cubicBezTo>
                    <a:pt x="4" y="50"/>
                    <a:pt x="3" y="55"/>
                    <a:pt x="2" y="61"/>
                  </a:cubicBezTo>
                  <a:cubicBezTo>
                    <a:pt x="1" y="70"/>
                    <a:pt x="0" y="76"/>
                    <a:pt x="0" y="78"/>
                  </a:cubicBezTo>
                  <a:cubicBezTo>
                    <a:pt x="0" y="84"/>
                    <a:pt x="3" y="87"/>
                    <a:pt x="7" y="87"/>
                  </a:cubicBezTo>
                  <a:cubicBezTo>
                    <a:pt x="8" y="87"/>
                    <a:pt x="10" y="86"/>
                    <a:pt x="11" y="85"/>
                  </a:cubicBezTo>
                  <a:cubicBezTo>
                    <a:pt x="12" y="85"/>
                    <a:pt x="13" y="84"/>
                    <a:pt x="13" y="83"/>
                  </a:cubicBezTo>
                  <a:cubicBezTo>
                    <a:pt x="13" y="79"/>
                    <a:pt x="12" y="77"/>
                    <a:pt x="12" y="74"/>
                  </a:cubicBezTo>
                  <a:cubicBezTo>
                    <a:pt x="12" y="72"/>
                    <a:pt x="12" y="69"/>
                    <a:pt x="12" y="66"/>
                  </a:cubicBezTo>
                  <a:cubicBezTo>
                    <a:pt x="12" y="58"/>
                    <a:pt x="12" y="58"/>
                    <a:pt x="12" y="58"/>
                  </a:cubicBezTo>
                  <a:cubicBezTo>
                    <a:pt x="12" y="58"/>
                    <a:pt x="12" y="58"/>
                    <a:pt x="12" y="58"/>
                  </a:cubicBezTo>
                  <a:cubicBezTo>
                    <a:pt x="12" y="54"/>
                    <a:pt x="14" y="50"/>
                    <a:pt x="14" y="46"/>
                  </a:cubicBezTo>
                  <a:cubicBezTo>
                    <a:pt x="15" y="46"/>
                    <a:pt x="17" y="45"/>
                    <a:pt x="20" y="45"/>
                  </a:cubicBezTo>
                  <a:cubicBezTo>
                    <a:pt x="23" y="45"/>
                    <a:pt x="27" y="45"/>
                    <a:pt x="30" y="44"/>
                  </a:cubicBezTo>
                  <a:cubicBezTo>
                    <a:pt x="33" y="43"/>
                    <a:pt x="35" y="41"/>
                    <a:pt x="35" y="39"/>
                  </a:cubicBezTo>
                  <a:cubicBezTo>
                    <a:pt x="35" y="37"/>
                    <a:pt x="34" y="36"/>
                    <a:pt x="31" y="36"/>
                  </a:cubicBezTo>
                  <a:cubicBezTo>
                    <a:pt x="28" y="36"/>
                    <a:pt x="24" y="36"/>
                    <a:pt x="17" y="36"/>
                  </a:cubicBezTo>
                  <a:cubicBezTo>
                    <a:pt x="17" y="36"/>
                    <a:pt x="16" y="36"/>
                    <a:pt x="16" y="35"/>
                  </a:cubicBezTo>
                  <a:cubicBezTo>
                    <a:pt x="16" y="31"/>
                    <a:pt x="17" y="25"/>
                    <a:pt x="20" y="19"/>
                  </a:cubicBezTo>
                  <a:cubicBezTo>
                    <a:pt x="22" y="13"/>
                    <a:pt x="24" y="10"/>
                    <a:pt x="27" y="10"/>
                  </a:cubicBezTo>
                  <a:cubicBezTo>
                    <a:pt x="29" y="10"/>
                    <a:pt x="30" y="12"/>
                    <a:pt x="30" y="17"/>
                  </a:cubicBezTo>
                  <a:cubicBezTo>
                    <a:pt x="30" y="21"/>
                    <a:pt x="30" y="21"/>
                    <a:pt x="30" y="21"/>
                  </a:cubicBezTo>
                  <a:cubicBezTo>
                    <a:pt x="30" y="22"/>
                    <a:pt x="30" y="23"/>
                    <a:pt x="30" y="23"/>
                  </a:cubicBezTo>
                  <a:cubicBezTo>
                    <a:pt x="31" y="24"/>
                    <a:pt x="32" y="24"/>
                    <a:pt x="33" y="24"/>
                  </a:cubicBezTo>
                  <a:cubicBezTo>
                    <a:pt x="35" y="24"/>
                    <a:pt x="37" y="23"/>
                    <a:pt x="38" y="20"/>
                  </a:cubicBezTo>
                  <a:cubicBezTo>
                    <a:pt x="39" y="17"/>
                    <a:pt x="40" y="14"/>
                    <a:pt x="40" y="11"/>
                  </a:cubicBezTo>
                  <a:cubicBezTo>
                    <a:pt x="40" y="8"/>
                    <a:pt x="39" y="5"/>
                    <a:pt x="36" y="3"/>
                  </a:cubicBezTo>
                  <a:cubicBezTo>
                    <a:pt x="34" y="1"/>
                    <a:pt x="31" y="0"/>
                    <a:pt x="2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283"/>
            <p:cNvSpPr>
              <a:spLocks/>
            </p:cNvSpPr>
            <p:nvPr/>
          </p:nvSpPr>
          <p:spPr bwMode="auto">
            <a:xfrm>
              <a:off x="6561138" y="4413250"/>
              <a:ext cx="22225" cy="65088"/>
            </a:xfrm>
            <a:custGeom>
              <a:avLst/>
              <a:gdLst>
                <a:gd name="T0" fmla="*/ 6 w 17"/>
                <a:gd name="T1" fmla="*/ 2 h 51"/>
                <a:gd name="T2" fmla="*/ 4 w 17"/>
                <a:gd name="T3" fmla="*/ 8 h 51"/>
                <a:gd name="T4" fmla="*/ 3 w 17"/>
                <a:gd name="T5" fmla="*/ 18 h 51"/>
                <a:gd name="T6" fmla="*/ 3 w 17"/>
                <a:gd name="T7" fmla="*/ 18 h 51"/>
                <a:gd name="T8" fmla="*/ 2 w 17"/>
                <a:gd name="T9" fmla="*/ 23 h 51"/>
                <a:gd name="T10" fmla="*/ 0 w 17"/>
                <a:gd name="T11" fmla="*/ 42 h 51"/>
                <a:gd name="T12" fmla="*/ 6 w 17"/>
                <a:gd name="T13" fmla="*/ 51 h 51"/>
                <a:gd name="T14" fmla="*/ 10 w 17"/>
                <a:gd name="T15" fmla="*/ 49 h 51"/>
                <a:gd name="T16" fmla="*/ 12 w 17"/>
                <a:gd name="T17" fmla="*/ 47 h 51"/>
                <a:gd name="T18" fmla="*/ 12 w 17"/>
                <a:gd name="T19" fmla="*/ 45 h 51"/>
                <a:gd name="T20" fmla="*/ 11 w 17"/>
                <a:gd name="T21" fmla="*/ 38 h 51"/>
                <a:gd name="T22" fmla="*/ 12 w 17"/>
                <a:gd name="T23" fmla="*/ 28 h 51"/>
                <a:gd name="T24" fmla="*/ 15 w 17"/>
                <a:gd name="T25" fmla="*/ 14 h 51"/>
                <a:gd name="T26" fmla="*/ 15 w 17"/>
                <a:gd name="T27" fmla="*/ 12 h 51"/>
                <a:gd name="T28" fmla="*/ 17 w 17"/>
                <a:gd name="T29" fmla="*/ 5 h 51"/>
                <a:gd name="T30" fmla="*/ 15 w 17"/>
                <a:gd name="T31" fmla="*/ 1 h 51"/>
                <a:gd name="T32" fmla="*/ 10 w 17"/>
                <a:gd name="T33" fmla="*/ 0 h 51"/>
                <a:gd name="T34" fmla="*/ 6 w 17"/>
                <a:gd name="T35" fmla="*/ 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51">
                  <a:moveTo>
                    <a:pt x="6" y="2"/>
                  </a:moveTo>
                  <a:cubicBezTo>
                    <a:pt x="5" y="4"/>
                    <a:pt x="4" y="6"/>
                    <a:pt x="4" y="8"/>
                  </a:cubicBezTo>
                  <a:cubicBezTo>
                    <a:pt x="4" y="9"/>
                    <a:pt x="3" y="12"/>
                    <a:pt x="3" y="18"/>
                  </a:cubicBezTo>
                  <a:cubicBezTo>
                    <a:pt x="3" y="18"/>
                    <a:pt x="3" y="18"/>
                    <a:pt x="3" y="18"/>
                  </a:cubicBezTo>
                  <a:cubicBezTo>
                    <a:pt x="3" y="19"/>
                    <a:pt x="2" y="21"/>
                    <a:pt x="2" y="23"/>
                  </a:cubicBezTo>
                  <a:cubicBezTo>
                    <a:pt x="0" y="30"/>
                    <a:pt x="0" y="37"/>
                    <a:pt x="0" y="42"/>
                  </a:cubicBezTo>
                  <a:cubicBezTo>
                    <a:pt x="0" y="48"/>
                    <a:pt x="2" y="51"/>
                    <a:pt x="6" y="51"/>
                  </a:cubicBezTo>
                  <a:cubicBezTo>
                    <a:pt x="7" y="51"/>
                    <a:pt x="9" y="51"/>
                    <a:pt x="10" y="49"/>
                  </a:cubicBezTo>
                  <a:cubicBezTo>
                    <a:pt x="12" y="48"/>
                    <a:pt x="12" y="47"/>
                    <a:pt x="12" y="47"/>
                  </a:cubicBezTo>
                  <a:cubicBezTo>
                    <a:pt x="12" y="46"/>
                    <a:pt x="12" y="46"/>
                    <a:pt x="12" y="45"/>
                  </a:cubicBezTo>
                  <a:cubicBezTo>
                    <a:pt x="11" y="42"/>
                    <a:pt x="11" y="39"/>
                    <a:pt x="11" y="38"/>
                  </a:cubicBezTo>
                  <a:cubicBezTo>
                    <a:pt x="11" y="35"/>
                    <a:pt x="11" y="32"/>
                    <a:pt x="12" y="28"/>
                  </a:cubicBezTo>
                  <a:cubicBezTo>
                    <a:pt x="12" y="24"/>
                    <a:pt x="13" y="20"/>
                    <a:pt x="15" y="14"/>
                  </a:cubicBezTo>
                  <a:cubicBezTo>
                    <a:pt x="15" y="12"/>
                    <a:pt x="15" y="12"/>
                    <a:pt x="15" y="12"/>
                  </a:cubicBezTo>
                  <a:cubicBezTo>
                    <a:pt x="16" y="9"/>
                    <a:pt x="17" y="6"/>
                    <a:pt x="17" y="5"/>
                  </a:cubicBezTo>
                  <a:cubicBezTo>
                    <a:pt x="17" y="3"/>
                    <a:pt x="16" y="2"/>
                    <a:pt x="15" y="1"/>
                  </a:cubicBezTo>
                  <a:cubicBezTo>
                    <a:pt x="14" y="0"/>
                    <a:pt x="12" y="0"/>
                    <a:pt x="10" y="0"/>
                  </a:cubicBezTo>
                  <a:cubicBezTo>
                    <a:pt x="8" y="0"/>
                    <a:pt x="7" y="1"/>
                    <a:pt x="6"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284"/>
            <p:cNvSpPr>
              <a:spLocks/>
            </p:cNvSpPr>
            <p:nvPr/>
          </p:nvSpPr>
          <p:spPr bwMode="auto">
            <a:xfrm>
              <a:off x="6575426" y="4378325"/>
              <a:ext cx="19050" cy="19050"/>
            </a:xfrm>
            <a:custGeom>
              <a:avLst/>
              <a:gdLst>
                <a:gd name="T0" fmla="*/ 12 w 15"/>
                <a:gd name="T1" fmla="*/ 12 h 15"/>
                <a:gd name="T2" fmla="*/ 15 w 15"/>
                <a:gd name="T3" fmla="*/ 6 h 15"/>
                <a:gd name="T4" fmla="*/ 13 w 15"/>
                <a:gd name="T5" fmla="*/ 2 h 15"/>
                <a:gd name="T6" fmla="*/ 8 w 15"/>
                <a:gd name="T7" fmla="*/ 0 h 15"/>
                <a:gd name="T8" fmla="*/ 2 w 15"/>
                <a:gd name="T9" fmla="*/ 2 h 15"/>
                <a:gd name="T10" fmla="*/ 0 w 15"/>
                <a:gd name="T11" fmla="*/ 8 h 15"/>
                <a:gd name="T12" fmla="*/ 2 w 15"/>
                <a:gd name="T13" fmla="*/ 12 h 15"/>
                <a:gd name="T14" fmla="*/ 7 w 15"/>
                <a:gd name="T15" fmla="*/ 15 h 15"/>
                <a:gd name="T16" fmla="*/ 12 w 15"/>
                <a:gd name="T17" fmla="*/ 1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5">
                  <a:moveTo>
                    <a:pt x="12" y="12"/>
                  </a:moveTo>
                  <a:cubicBezTo>
                    <a:pt x="14" y="10"/>
                    <a:pt x="15" y="8"/>
                    <a:pt x="15" y="6"/>
                  </a:cubicBezTo>
                  <a:cubicBezTo>
                    <a:pt x="15" y="5"/>
                    <a:pt x="15" y="3"/>
                    <a:pt x="13" y="2"/>
                  </a:cubicBezTo>
                  <a:cubicBezTo>
                    <a:pt x="12" y="1"/>
                    <a:pt x="10" y="0"/>
                    <a:pt x="8" y="0"/>
                  </a:cubicBezTo>
                  <a:cubicBezTo>
                    <a:pt x="6" y="0"/>
                    <a:pt x="4" y="1"/>
                    <a:pt x="2" y="2"/>
                  </a:cubicBezTo>
                  <a:cubicBezTo>
                    <a:pt x="1" y="3"/>
                    <a:pt x="0" y="5"/>
                    <a:pt x="0" y="8"/>
                  </a:cubicBezTo>
                  <a:cubicBezTo>
                    <a:pt x="0" y="9"/>
                    <a:pt x="1" y="11"/>
                    <a:pt x="2" y="12"/>
                  </a:cubicBezTo>
                  <a:cubicBezTo>
                    <a:pt x="4" y="14"/>
                    <a:pt x="5" y="15"/>
                    <a:pt x="7" y="15"/>
                  </a:cubicBezTo>
                  <a:cubicBezTo>
                    <a:pt x="9" y="15"/>
                    <a:pt x="10" y="14"/>
                    <a:pt x="1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Freeform 285"/>
            <p:cNvSpPr>
              <a:spLocks/>
            </p:cNvSpPr>
            <p:nvPr/>
          </p:nvSpPr>
          <p:spPr bwMode="auto">
            <a:xfrm>
              <a:off x="6594476" y="4406900"/>
              <a:ext cx="52388" cy="71438"/>
            </a:xfrm>
            <a:custGeom>
              <a:avLst/>
              <a:gdLst>
                <a:gd name="T0" fmla="*/ 27 w 41"/>
                <a:gd name="T1" fmla="*/ 11 h 55"/>
                <a:gd name="T2" fmla="*/ 29 w 41"/>
                <a:gd name="T3" fmla="*/ 15 h 55"/>
                <a:gd name="T4" fmla="*/ 34 w 41"/>
                <a:gd name="T5" fmla="*/ 21 h 55"/>
                <a:gd name="T6" fmla="*/ 37 w 41"/>
                <a:gd name="T7" fmla="*/ 20 h 55"/>
                <a:gd name="T8" fmla="*/ 39 w 41"/>
                <a:gd name="T9" fmla="*/ 14 h 55"/>
                <a:gd name="T10" fmla="*/ 36 w 41"/>
                <a:gd name="T11" fmla="*/ 5 h 55"/>
                <a:gd name="T12" fmla="*/ 28 w 41"/>
                <a:gd name="T13" fmla="*/ 0 h 55"/>
                <a:gd name="T14" fmla="*/ 10 w 41"/>
                <a:gd name="T15" fmla="*/ 14 h 55"/>
                <a:gd name="T16" fmla="*/ 0 w 41"/>
                <a:gd name="T17" fmla="*/ 39 h 55"/>
                <a:gd name="T18" fmla="*/ 4 w 41"/>
                <a:gd name="T19" fmla="*/ 51 h 55"/>
                <a:gd name="T20" fmla="*/ 16 w 41"/>
                <a:gd name="T21" fmla="*/ 55 h 55"/>
                <a:gd name="T22" fmla="*/ 33 w 41"/>
                <a:gd name="T23" fmla="*/ 50 h 55"/>
                <a:gd name="T24" fmla="*/ 41 w 41"/>
                <a:gd name="T25" fmla="*/ 40 h 55"/>
                <a:gd name="T26" fmla="*/ 39 w 41"/>
                <a:gd name="T27" fmla="*/ 38 h 55"/>
                <a:gd name="T28" fmla="*/ 33 w 41"/>
                <a:gd name="T29" fmla="*/ 40 h 55"/>
                <a:gd name="T30" fmla="*/ 18 w 41"/>
                <a:gd name="T31" fmla="*/ 46 h 55"/>
                <a:gd name="T32" fmla="*/ 11 w 41"/>
                <a:gd name="T33" fmla="*/ 39 h 55"/>
                <a:gd name="T34" fmla="*/ 17 w 41"/>
                <a:gd name="T35" fmla="*/ 21 h 55"/>
                <a:gd name="T36" fmla="*/ 27 w 41"/>
                <a:gd name="T37" fmla="*/ 1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1" h="55">
                  <a:moveTo>
                    <a:pt x="27" y="11"/>
                  </a:moveTo>
                  <a:cubicBezTo>
                    <a:pt x="28" y="11"/>
                    <a:pt x="29" y="12"/>
                    <a:pt x="29" y="15"/>
                  </a:cubicBezTo>
                  <a:cubicBezTo>
                    <a:pt x="29" y="19"/>
                    <a:pt x="31" y="21"/>
                    <a:pt x="34" y="21"/>
                  </a:cubicBezTo>
                  <a:cubicBezTo>
                    <a:pt x="35" y="21"/>
                    <a:pt x="36" y="21"/>
                    <a:pt x="37" y="20"/>
                  </a:cubicBezTo>
                  <a:cubicBezTo>
                    <a:pt x="39" y="19"/>
                    <a:pt x="39" y="17"/>
                    <a:pt x="39" y="14"/>
                  </a:cubicBezTo>
                  <a:cubicBezTo>
                    <a:pt x="39" y="11"/>
                    <a:pt x="38" y="8"/>
                    <a:pt x="36" y="5"/>
                  </a:cubicBezTo>
                  <a:cubicBezTo>
                    <a:pt x="34" y="2"/>
                    <a:pt x="31" y="0"/>
                    <a:pt x="28" y="0"/>
                  </a:cubicBezTo>
                  <a:cubicBezTo>
                    <a:pt x="22" y="0"/>
                    <a:pt x="16" y="5"/>
                    <a:pt x="10" y="14"/>
                  </a:cubicBezTo>
                  <a:cubicBezTo>
                    <a:pt x="3" y="23"/>
                    <a:pt x="0" y="32"/>
                    <a:pt x="0" y="39"/>
                  </a:cubicBezTo>
                  <a:cubicBezTo>
                    <a:pt x="0" y="44"/>
                    <a:pt x="1" y="48"/>
                    <a:pt x="4" y="51"/>
                  </a:cubicBezTo>
                  <a:cubicBezTo>
                    <a:pt x="7" y="54"/>
                    <a:pt x="11" y="55"/>
                    <a:pt x="16" y="55"/>
                  </a:cubicBezTo>
                  <a:cubicBezTo>
                    <a:pt x="22" y="55"/>
                    <a:pt x="28" y="53"/>
                    <a:pt x="33" y="50"/>
                  </a:cubicBezTo>
                  <a:cubicBezTo>
                    <a:pt x="39" y="46"/>
                    <a:pt x="41" y="43"/>
                    <a:pt x="41" y="40"/>
                  </a:cubicBezTo>
                  <a:cubicBezTo>
                    <a:pt x="41" y="39"/>
                    <a:pt x="41" y="38"/>
                    <a:pt x="39" y="38"/>
                  </a:cubicBezTo>
                  <a:cubicBezTo>
                    <a:pt x="37" y="38"/>
                    <a:pt x="35" y="39"/>
                    <a:pt x="33" y="40"/>
                  </a:cubicBezTo>
                  <a:cubicBezTo>
                    <a:pt x="28" y="44"/>
                    <a:pt x="23" y="46"/>
                    <a:pt x="18" y="46"/>
                  </a:cubicBezTo>
                  <a:cubicBezTo>
                    <a:pt x="13" y="46"/>
                    <a:pt x="11" y="43"/>
                    <a:pt x="11" y="39"/>
                  </a:cubicBezTo>
                  <a:cubicBezTo>
                    <a:pt x="11" y="34"/>
                    <a:pt x="13" y="28"/>
                    <a:pt x="17" y="21"/>
                  </a:cubicBezTo>
                  <a:cubicBezTo>
                    <a:pt x="21" y="14"/>
                    <a:pt x="24" y="11"/>
                    <a:pt x="27"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286"/>
            <p:cNvSpPr>
              <a:spLocks noEditPoints="1"/>
            </p:cNvSpPr>
            <p:nvPr/>
          </p:nvSpPr>
          <p:spPr bwMode="auto">
            <a:xfrm>
              <a:off x="6656388" y="4406900"/>
              <a:ext cx="55563" cy="71438"/>
            </a:xfrm>
            <a:custGeom>
              <a:avLst/>
              <a:gdLst>
                <a:gd name="T0" fmla="*/ 12 w 43"/>
                <a:gd name="T1" fmla="*/ 37 h 55"/>
                <a:gd name="T2" fmla="*/ 33 w 43"/>
                <a:gd name="T3" fmla="*/ 27 h 55"/>
                <a:gd name="T4" fmla="*/ 40 w 43"/>
                <a:gd name="T5" fmla="*/ 11 h 55"/>
                <a:gd name="T6" fmla="*/ 37 w 43"/>
                <a:gd name="T7" fmla="*/ 3 h 55"/>
                <a:gd name="T8" fmla="*/ 29 w 43"/>
                <a:gd name="T9" fmla="*/ 0 h 55"/>
                <a:gd name="T10" fmla="*/ 9 w 43"/>
                <a:gd name="T11" fmla="*/ 12 h 55"/>
                <a:gd name="T12" fmla="*/ 0 w 43"/>
                <a:gd name="T13" fmla="*/ 36 h 55"/>
                <a:gd name="T14" fmla="*/ 4 w 43"/>
                <a:gd name="T15" fmla="*/ 50 h 55"/>
                <a:gd name="T16" fmla="*/ 17 w 43"/>
                <a:gd name="T17" fmla="*/ 55 h 55"/>
                <a:gd name="T18" fmla="*/ 35 w 43"/>
                <a:gd name="T19" fmla="*/ 48 h 55"/>
                <a:gd name="T20" fmla="*/ 43 w 43"/>
                <a:gd name="T21" fmla="*/ 37 h 55"/>
                <a:gd name="T22" fmla="*/ 41 w 43"/>
                <a:gd name="T23" fmla="*/ 34 h 55"/>
                <a:gd name="T24" fmla="*/ 37 w 43"/>
                <a:gd name="T25" fmla="*/ 35 h 55"/>
                <a:gd name="T26" fmla="*/ 18 w 43"/>
                <a:gd name="T27" fmla="*/ 45 h 55"/>
                <a:gd name="T28" fmla="*/ 13 w 43"/>
                <a:gd name="T29" fmla="*/ 43 h 55"/>
                <a:gd name="T30" fmla="*/ 11 w 43"/>
                <a:gd name="T31" fmla="*/ 39 h 55"/>
                <a:gd name="T32" fmla="*/ 12 w 43"/>
                <a:gd name="T33" fmla="*/ 37 h 55"/>
                <a:gd name="T34" fmla="*/ 18 w 43"/>
                <a:gd name="T35" fmla="*/ 16 h 55"/>
                <a:gd name="T36" fmla="*/ 27 w 43"/>
                <a:gd name="T37" fmla="*/ 10 h 55"/>
                <a:gd name="T38" fmla="*/ 30 w 43"/>
                <a:gd name="T39" fmla="*/ 11 h 55"/>
                <a:gd name="T40" fmla="*/ 31 w 43"/>
                <a:gd name="T41" fmla="*/ 13 h 55"/>
                <a:gd name="T42" fmla="*/ 25 w 43"/>
                <a:gd name="T43" fmla="*/ 22 h 55"/>
                <a:gd name="T44" fmla="*/ 12 w 43"/>
                <a:gd name="T45" fmla="*/ 28 h 55"/>
                <a:gd name="T46" fmla="*/ 18 w 43"/>
                <a:gd name="T47" fmla="*/ 1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3" h="55">
                  <a:moveTo>
                    <a:pt x="12" y="37"/>
                  </a:moveTo>
                  <a:cubicBezTo>
                    <a:pt x="21" y="35"/>
                    <a:pt x="27" y="32"/>
                    <a:pt x="33" y="27"/>
                  </a:cubicBezTo>
                  <a:cubicBezTo>
                    <a:pt x="38" y="22"/>
                    <a:pt x="40" y="17"/>
                    <a:pt x="40" y="11"/>
                  </a:cubicBezTo>
                  <a:cubicBezTo>
                    <a:pt x="40" y="8"/>
                    <a:pt x="39" y="6"/>
                    <a:pt x="37" y="3"/>
                  </a:cubicBezTo>
                  <a:cubicBezTo>
                    <a:pt x="35" y="1"/>
                    <a:pt x="32" y="0"/>
                    <a:pt x="29" y="0"/>
                  </a:cubicBezTo>
                  <a:cubicBezTo>
                    <a:pt x="22" y="0"/>
                    <a:pt x="15" y="4"/>
                    <a:pt x="9" y="12"/>
                  </a:cubicBezTo>
                  <a:cubicBezTo>
                    <a:pt x="3" y="19"/>
                    <a:pt x="0" y="28"/>
                    <a:pt x="0" y="36"/>
                  </a:cubicBezTo>
                  <a:cubicBezTo>
                    <a:pt x="0" y="42"/>
                    <a:pt x="1" y="47"/>
                    <a:pt x="4" y="50"/>
                  </a:cubicBezTo>
                  <a:cubicBezTo>
                    <a:pt x="7" y="53"/>
                    <a:pt x="11" y="55"/>
                    <a:pt x="17" y="55"/>
                  </a:cubicBezTo>
                  <a:cubicBezTo>
                    <a:pt x="23" y="55"/>
                    <a:pt x="30" y="53"/>
                    <a:pt x="35" y="48"/>
                  </a:cubicBezTo>
                  <a:cubicBezTo>
                    <a:pt x="41" y="44"/>
                    <a:pt x="43" y="40"/>
                    <a:pt x="43" y="37"/>
                  </a:cubicBezTo>
                  <a:cubicBezTo>
                    <a:pt x="43" y="35"/>
                    <a:pt x="42" y="34"/>
                    <a:pt x="41" y="34"/>
                  </a:cubicBezTo>
                  <a:cubicBezTo>
                    <a:pt x="39" y="34"/>
                    <a:pt x="38" y="34"/>
                    <a:pt x="37" y="35"/>
                  </a:cubicBezTo>
                  <a:cubicBezTo>
                    <a:pt x="31" y="42"/>
                    <a:pt x="25" y="45"/>
                    <a:pt x="18" y="45"/>
                  </a:cubicBezTo>
                  <a:cubicBezTo>
                    <a:pt x="16" y="45"/>
                    <a:pt x="14" y="44"/>
                    <a:pt x="13" y="43"/>
                  </a:cubicBezTo>
                  <a:cubicBezTo>
                    <a:pt x="12" y="42"/>
                    <a:pt x="11" y="40"/>
                    <a:pt x="11" y="39"/>
                  </a:cubicBezTo>
                  <a:cubicBezTo>
                    <a:pt x="11" y="38"/>
                    <a:pt x="12" y="37"/>
                    <a:pt x="12" y="37"/>
                  </a:cubicBezTo>
                  <a:close/>
                  <a:moveTo>
                    <a:pt x="18" y="16"/>
                  </a:moveTo>
                  <a:cubicBezTo>
                    <a:pt x="22" y="12"/>
                    <a:pt x="25" y="10"/>
                    <a:pt x="27" y="10"/>
                  </a:cubicBezTo>
                  <a:cubicBezTo>
                    <a:pt x="28" y="10"/>
                    <a:pt x="29" y="10"/>
                    <a:pt x="30" y="11"/>
                  </a:cubicBezTo>
                  <a:cubicBezTo>
                    <a:pt x="30" y="11"/>
                    <a:pt x="31" y="12"/>
                    <a:pt x="31" y="13"/>
                  </a:cubicBezTo>
                  <a:cubicBezTo>
                    <a:pt x="31" y="16"/>
                    <a:pt x="29" y="19"/>
                    <a:pt x="25" y="22"/>
                  </a:cubicBezTo>
                  <a:cubicBezTo>
                    <a:pt x="21" y="25"/>
                    <a:pt x="17" y="27"/>
                    <a:pt x="12" y="28"/>
                  </a:cubicBezTo>
                  <a:cubicBezTo>
                    <a:pt x="13" y="24"/>
                    <a:pt x="15" y="20"/>
                    <a:pt x="1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Freeform 287"/>
            <p:cNvSpPr>
              <a:spLocks/>
            </p:cNvSpPr>
            <p:nvPr/>
          </p:nvSpPr>
          <p:spPr bwMode="auto">
            <a:xfrm>
              <a:off x="6786563" y="4378325"/>
              <a:ext cx="19050" cy="19050"/>
            </a:xfrm>
            <a:custGeom>
              <a:avLst/>
              <a:gdLst>
                <a:gd name="T0" fmla="*/ 8 w 15"/>
                <a:gd name="T1" fmla="*/ 0 h 15"/>
                <a:gd name="T2" fmla="*/ 2 w 15"/>
                <a:gd name="T3" fmla="*/ 2 h 15"/>
                <a:gd name="T4" fmla="*/ 0 w 15"/>
                <a:gd name="T5" fmla="*/ 8 h 15"/>
                <a:gd name="T6" fmla="*/ 2 w 15"/>
                <a:gd name="T7" fmla="*/ 12 h 15"/>
                <a:gd name="T8" fmla="*/ 7 w 15"/>
                <a:gd name="T9" fmla="*/ 15 h 15"/>
                <a:gd name="T10" fmla="*/ 12 w 15"/>
                <a:gd name="T11" fmla="*/ 12 h 15"/>
                <a:gd name="T12" fmla="*/ 15 w 15"/>
                <a:gd name="T13" fmla="*/ 6 h 15"/>
                <a:gd name="T14" fmla="*/ 14 w 15"/>
                <a:gd name="T15" fmla="*/ 2 h 15"/>
                <a:gd name="T16" fmla="*/ 8 w 15"/>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5">
                  <a:moveTo>
                    <a:pt x="8" y="0"/>
                  </a:moveTo>
                  <a:cubicBezTo>
                    <a:pt x="6" y="0"/>
                    <a:pt x="4" y="1"/>
                    <a:pt x="2" y="2"/>
                  </a:cubicBezTo>
                  <a:cubicBezTo>
                    <a:pt x="1" y="3"/>
                    <a:pt x="0" y="5"/>
                    <a:pt x="0" y="8"/>
                  </a:cubicBezTo>
                  <a:cubicBezTo>
                    <a:pt x="0" y="9"/>
                    <a:pt x="1" y="11"/>
                    <a:pt x="2" y="12"/>
                  </a:cubicBezTo>
                  <a:cubicBezTo>
                    <a:pt x="4" y="14"/>
                    <a:pt x="5" y="15"/>
                    <a:pt x="7" y="15"/>
                  </a:cubicBezTo>
                  <a:cubicBezTo>
                    <a:pt x="9" y="15"/>
                    <a:pt x="10" y="14"/>
                    <a:pt x="12" y="12"/>
                  </a:cubicBezTo>
                  <a:cubicBezTo>
                    <a:pt x="14" y="10"/>
                    <a:pt x="15" y="8"/>
                    <a:pt x="15" y="6"/>
                  </a:cubicBezTo>
                  <a:cubicBezTo>
                    <a:pt x="15" y="5"/>
                    <a:pt x="15" y="3"/>
                    <a:pt x="14" y="2"/>
                  </a:cubicBezTo>
                  <a:cubicBezTo>
                    <a:pt x="12" y="1"/>
                    <a:pt x="11"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288"/>
            <p:cNvSpPr>
              <a:spLocks/>
            </p:cNvSpPr>
            <p:nvPr/>
          </p:nvSpPr>
          <p:spPr bwMode="auto">
            <a:xfrm>
              <a:off x="6772276" y="4413250"/>
              <a:ext cx="22225" cy="65088"/>
            </a:xfrm>
            <a:custGeom>
              <a:avLst/>
              <a:gdLst>
                <a:gd name="T0" fmla="*/ 2 w 17"/>
                <a:gd name="T1" fmla="*/ 23 h 51"/>
                <a:gd name="T2" fmla="*/ 0 w 17"/>
                <a:gd name="T3" fmla="*/ 42 h 51"/>
                <a:gd name="T4" fmla="*/ 6 w 17"/>
                <a:gd name="T5" fmla="*/ 51 h 51"/>
                <a:gd name="T6" fmla="*/ 10 w 17"/>
                <a:gd name="T7" fmla="*/ 49 h 51"/>
                <a:gd name="T8" fmla="*/ 12 w 17"/>
                <a:gd name="T9" fmla="*/ 47 h 51"/>
                <a:gd name="T10" fmla="*/ 12 w 17"/>
                <a:gd name="T11" fmla="*/ 45 h 51"/>
                <a:gd name="T12" fmla="*/ 11 w 17"/>
                <a:gd name="T13" fmla="*/ 38 h 51"/>
                <a:gd name="T14" fmla="*/ 12 w 17"/>
                <a:gd name="T15" fmla="*/ 28 h 51"/>
                <a:gd name="T16" fmla="*/ 15 w 17"/>
                <a:gd name="T17" fmla="*/ 14 h 51"/>
                <a:gd name="T18" fmla="*/ 15 w 17"/>
                <a:gd name="T19" fmla="*/ 12 h 51"/>
                <a:gd name="T20" fmla="*/ 17 w 17"/>
                <a:gd name="T21" fmla="*/ 5 h 51"/>
                <a:gd name="T22" fmla="*/ 15 w 17"/>
                <a:gd name="T23" fmla="*/ 1 h 51"/>
                <a:gd name="T24" fmla="*/ 10 w 17"/>
                <a:gd name="T25" fmla="*/ 0 h 51"/>
                <a:gd name="T26" fmla="*/ 6 w 17"/>
                <a:gd name="T27" fmla="*/ 2 h 51"/>
                <a:gd name="T28" fmla="*/ 4 w 17"/>
                <a:gd name="T29" fmla="*/ 8 h 51"/>
                <a:gd name="T30" fmla="*/ 3 w 17"/>
                <a:gd name="T31" fmla="*/ 18 h 51"/>
                <a:gd name="T32" fmla="*/ 3 w 17"/>
                <a:gd name="T33" fmla="*/ 18 h 51"/>
                <a:gd name="T34" fmla="*/ 2 w 17"/>
                <a:gd name="T35" fmla="*/ 2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51">
                  <a:moveTo>
                    <a:pt x="2" y="23"/>
                  </a:moveTo>
                  <a:cubicBezTo>
                    <a:pt x="1" y="30"/>
                    <a:pt x="0" y="37"/>
                    <a:pt x="0" y="42"/>
                  </a:cubicBezTo>
                  <a:cubicBezTo>
                    <a:pt x="0" y="48"/>
                    <a:pt x="2" y="51"/>
                    <a:pt x="6" y="51"/>
                  </a:cubicBezTo>
                  <a:cubicBezTo>
                    <a:pt x="8" y="51"/>
                    <a:pt x="9" y="51"/>
                    <a:pt x="10" y="49"/>
                  </a:cubicBezTo>
                  <a:cubicBezTo>
                    <a:pt x="12" y="48"/>
                    <a:pt x="12" y="47"/>
                    <a:pt x="12" y="47"/>
                  </a:cubicBezTo>
                  <a:cubicBezTo>
                    <a:pt x="12" y="46"/>
                    <a:pt x="12" y="46"/>
                    <a:pt x="12" y="45"/>
                  </a:cubicBezTo>
                  <a:cubicBezTo>
                    <a:pt x="12" y="42"/>
                    <a:pt x="11" y="39"/>
                    <a:pt x="11" y="38"/>
                  </a:cubicBezTo>
                  <a:cubicBezTo>
                    <a:pt x="11" y="35"/>
                    <a:pt x="11" y="32"/>
                    <a:pt x="12" y="28"/>
                  </a:cubicBezTo>
                  <a:cubicBezTo>
                    <a:pt x="12" y="24"/>
                    <a:pt x="13" y="20"/>
                    <a:pt x="15" y="14"/>
                  </a:cubicBezTo>
                  <a:cubicBezTo>
                    <a:pt x="15" y="12"/>
                    <a:pt x="15" y="12"/>
                    <a:pt x="15" y="12"/>
                  </a:cubicBezTo>
                  <a:cubicBezTo>
                    <a:pt x="16" y="9"/>
                    <a:pt x="17" y="6"/>
                    <a:pt x="17" y="5"/>
                  </a:cubicBezTo>
                  <a:cubicBezTo>
                    <a:pt x="17" y="3"/>
                    <a:pt x="16" y="2"/>
                    <a:pt x="15" y="1"/>
                  </a:cubicBezTo>
                  <a:cubicBezTo>
                    <a:pt x="14" y="0"/>
                    <a:pt x="12" y="0"/>
                    <a:pt x="10" y="0"/>
                  </a:cubicBezTo>
                  <a:cubicBezTo>
                    <a:pt x="8" y="0"/>
                    <a:pt x="7" y="1"/>
                    <a:pt x="6" y="2"/>
                  </a:cubicBezTo>
                  <a:cubicBezTo>
                    <a:pt x="5" y="4"/>
                    <a:pt x="4" y="6"/>
                    <a:pt x="4" y="8"/>
                  </a:cubicBezTo>
                  <a:cubicBezTo>
                    <a:pt x="4" y="9"/>
                    <a:pt x="3" y="12"/>
                    <a:pt x="3" y="18"/>
                  </a:cubicBezTo>
                  <a:cubicBezTo>
                    <a:pt x="3" y="18"/>
                    <a:pt x="3" y="18"/>
                    <a:pt x="3" y="18"/>
                  </a:cubicBezTo>
                  <a:cubicBezTo>
                    <a:pt x="3" y="19"/>
                    <a:pt x="2" y="21"/>
                    <a:pt x="2"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289"/>
            <p:cNvSpPr>
              <a:spLocks/>
            </p:cNvSpPr>
            <p:nvPr/>
          </p:nvSpPr>
          <p:spPr bwMode="auto">
            <a:xfrm>
              <a:off x="6807201" y="4414838"/>
              <a:ext cx="74613" cy="60325"/>
            </a:xfrm>
            <a:custGeom>
              <a:avLst/>
              <a:gdLst>
                <a:gd name="T0" fmla="*/ 13 w 59"/>
                <a:gd name="T1" fmla="*/ 1 h 48"/>
                <a:gd name="T2" fmla="*/ 9 w 59"/>
                <a:gd name="T3" fmla="*/ 0 h 48"/>
                <a:gd name="T4" fmla="*/ 5 w 59"/>
                <a:gd name="T5" fmla="*/ 2 h 48"/>
                <a:gd name="T6" fmla="*/ 3 w 59"/>
                <a:gd name="T7" fmla="*/ 7 h 48"/>
                <a:gd name="T8" fmla="*/ 1 w 59"/>
                <a:gd name="T9" fmla="*/ 32 h 48"/>
                <a:gd name="T10" fmla="*/ 0 w 59"/>
                <a:gd name="T11" fmla="*/ 42 h 48"/>
                <a:gd name="T12" fmla="*/ 7 w 59"/>
                <a:gd name="T13" fmla="*/ 48 h 48"/>
                <a:gd name="T14" fmla="*/ 9 w 59"/>
                <a:gd name="T15" fmla="*/ 47 h 48"/>
                <a:gd name="T16" fmla="*/ 11 w 59"/>
                <a:gd name="T17" fmla="*/ 44 h 48"/>
                <a:gd name="T18" fmla="*/ 21 w 59"/>
                <a:gd name="T19" fmla="*/ 26 h 48"/>
                <a:gd name="T20" fmla="*/ 33 w 59"/>
                <a:gd name="T21" fmla="*/ 13 h 48"/>
                <a:gd name="T22" fmla="*/ 37 w 59"/>
                <a:gd name="T23" fmla="*/ 25 h 48"/>
                <a:gd name="T24" fmla="*/ 40 w 59"/>
                <a:gd name="T25" fmla="*/ 41 h 48"/>
                <a:gd name="T26" fmla="*/ 40 w 59"/>
                <a:gd name="T27" fmla="*/ 41 h 48"/>
                <a:gd name="T28" fmla="*/ 48 w 59"/>
                <a:gd name="T29" fmla="*/ 46 h 48"/>
                <a:gd name="T30" fmla="*/ 56 w 59"/>
                <a:gd name="T31" fmla="*/ 43 h 48"/>
                <a:gd name="T32" fmla="*/ 59 w 59"/>
                <a:gd name="T33" fmla="*/ 38 h 48"/>
                <a:gd name="T34" fmla="*/ 57 w 59"/>
                <a:gd name="T35" fmla="*/ 35 h 48"/>
                <a:gd name="T36" fmla="*/ 54 w 59"/>
                <a:gd name="T37" fmla="*/ 36 h 48"/>
                <a:gd name="T38" fmla="*/ 52 w 59"/>
                <a:gd name="T39" fmla="*/ 36 h 48"/>
                <a:gd name="T40" fmla="*/ 47 w 59"/>
                <a:gd name="T41" fmla="*/ 19 h 48"/>
                <a:gd name="T42" fmla="*/ 35 w 59"/>
                <a:gd name="T43" fmla="*/ 2 h 48"/>
                <a:gd name="T44" fmla="*/ 12 w 59"/>
                <a:gd name="T45" fmla="*/ 26 h 48"/>
                <a:gd name="T46" fmla="*/ 15 w 59"/>
                <a:gd name="T47" fmla="*/ 8 h 48"/>
                <a:gd name="T48" fmla="*/ 13 w 59"/>
                <a:gd name="T49" fmla="*/ 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9" h="48">
                  <a:moveTo>
                    <a:pt x="13" y="1"/>
                  </a:moveTo>
                  <a:cubicBezTo>
                    <a:pt x="12" y="0"/>
                    <a:pt x="11" y="0"/>
                    <a:pt x="9" y="0"/>
                  </a:cubicBezTo>
                  <a:cubicBezTo>
                    <a:pt x="8" y="0"/>
                    <a:pt x="6" y="1"/>
                    <a:pt x="5" y="2"/>
                  </a:cubicBezTo>
                  <a:cubicBezTo>
                    <a:pt x="4" y="4"/>
                    <a:pt x="3" y="6"/>
                    <a:pt x="3" y="7"/>
                  </a:cubicBezTo>
                  <a:cubicBezTo>
                    <a:pt x="3" y="17"/>
                    <a:pt x="2" y="25"/>
                    <a:pt x="1" y="32"/>
                  </a:cubicBezTo>
                  <a:cubicBezTo>
                    <a:pt x="0" y="37"/>
                    <a:pt x="0" y="40"/>
                    <a:pt x="0" y="42"/>
                  </a:cubicBezTo>
                  <a:cubicBezTo>
                    <a:pt x="0" y="46"/>
                    <a:pt x="2" y="48"/>
                    <a:pt x="7" y="48"/>
                  </a:cubicBezTo>
                  <a:cubicBezTo>
                    <a:pt x="8" y="48"/>
                    <a:pt x="8" y="48"/>
                    <a:pt x="9" y="47"/>
                  </a:cubicBezTo>
                  <a:cubicBezTo>
                    <a:pt x="10" y="46"/>
                    <a:pt x="10" y="45"/>
                    <a:pt x="11" y="44"/>
                  </a:cubicBezTo>
                  <a:cubicBezTo>
                    <a:pt x="12" y="40"/>
                    <a:pt x="15" y="34"/>
                    <a:pt x="21" y="26"/>
                  </a:cubicBezTo>
                  <a:cubicBezTo>
                    <a:pt x="26" y="17"/>
                    <a:pt x="30" y="13"/>
                    <a:pt x="33" y="13"/>
                  </a:cubicBezTo>
                  <a:cubicBezTo>
                    <a:pt x="35" y="13"/>
                    <a:pt x="36" y="17"/>
                    <a:pt x="37" y="25"/>
                  </a:cubicBezTo>
                  <a:cubicBezTo>
                    <a:pt x="38" y="33"/>
                    <a:pt x="39" y="37"/>
                    <a:pt x="40" y="41"/>
                  </a:cubicBezTo>
                  <a:cubicBezTo>
                    <a:pt x="40" y="41"/>
                    <a:pt x="40" y="41"/>
                    <a:pt x="40" y="41"/>
                  </a:cubicBezTo>
                  <a:cubicBezTo>
                    <a:pt x="42" y="45"/>
                    <a:pt x="45" y="46"/>
                    <a:pt x="48" y="46"/>
                  </a:cubicBezTo>
                  <a:cubicBezTo>
                    <a:pt x="51" y="46"/>
                    <a:pt x="54" y="45"/>
                    <a:pt x="56" y="43"/>
                  </a:cubicBezTo>
                  <a:cubicBezTo>
                    <a:pt x="58" y="41"/>
                    <a:pt x="59" y="40"/>
                    <a:pt x="59" y="38"/>
                  </a:cubicBezTo>
                  <a:cubicBezTo>
                    <a:pt x="59" y="36"/>
                    <a:pt x="58" y="35"/>
                    <a:pt x="57" y="35"/>
                  </a:cubicBezTo>
                  <a:cubicBezTo>
                    <a:pt x="56" y="35"/>
                    <a:pt x="55" y="36"/>
                    <a:pt x="54" y="36"/>
                  </a:cubicBezTo>
                  <a:cubicBezTo>
                    <a:pt x="53" y="36"/>
                    <a:pt x="52" y="36"/>
                    <a:pt x="52" y="36"/>
                  </a:cubicBezTo>
                  <a:cubicBezTo>
                    <a:pt x="50" y="36"/>
                    <a:pt x="49" y="31"/>
                    <a:pt x="47" y="19"/>
                  </a:cubicBezTo>
                  <a:cubicBezTo>
                    <a:pt x="46" y="8"/>
                    <a:pt x="42" y="2"/>
                    <a:pt x="35" y="2"/>
                  </a:cubicBezTo>
                  <a:cubicBezTo>
                    <a:pt x="26" y="2"/>
                    <a:pt x="19" y="10"/>
                    <a:pt x="12" y="26"/>
                  </a:cubicBezTo>
                  <a:cubicBezTo>
                    <a:pt x="14" y="17"/>
                    <a:pt x="15" y="11"/>
                    <a:pt x="15" y="8"/>
                  </a:cubicBezTo>
                  <a:cubicBezTo>
                    <a:pt x="15" y="4"/>
                    <a:pt x="14" y="2"/>
                    <a:pt x="1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290"/>
            <p:cNvSpPr>
              <a:spLocks noEditPoints="1"/>
            </p:cNvSpPr>
            <p:nvPr/>
          </p:nvSpPr>
          <p:spPr bwMode="auto">
            <a:xfrm>
              <a:off x="6935788" y="4408488"/>
              <a:ext cx="63500" cy="69850"/>
            </a:xfrm>
            <a:custGeom>
              <a:avLst/>
              <a:gdLst>
                <a:gd name="T0" fmla="*/ 46 w 49"/>
                <a:gd name="T1" fmla="*/ 10 h 54"/>
                <a:gd name="T2" fmla="*/ 41 w 49"/>
                <a:gd name="T3" fmla="*/ 6 h 54"/>
                <a:gd name="T4" fmla="*/ 33 w 49"/>
                <a:gd name="T5" fmla="*/ 0 h 54"/>
                <a:gd name="T6" fmla="*/ 11 w 49"/>
                <a:gd name="T7" fmla="*/ 14 h 54"/>
                <a:gd name="T8" fmla="*/ 0 w 49"/>
                <a:gd name="T9" fmla="*/ 41 h 54"/>
                <a:gd name="T10" fmla="*/ 3 w 49"/>
                <a:gd name="T11" fmla="*/ 49 h 54"/>
                <a:gd name="T12" fmla="*/ 10 w 49"/>
                <a:gd name="T13" fmla="*/ 52 h 54"/>
                <a:gd name="T14" fmla="*/ 34 w 49"/>
                <a:gd name="T15" fmla="*/ 36 h 54"/>
                <a:gd name="T16" fmla="*/ 42 w 49"/>
                <a:gd name="T17" fmla="*/ 54 h 54"/>
                <a:gd name="T18" fmla="*/ 47 w 49"/>
                <a:gd name="T19" fmla="*/ 52 h 54"/>
                <a:gd name="T20" fmla="*/ 49 w 49"/>
                <a:gd name="T21" fmla="*/ 48 h 54"/>
                <a:gd name="T22" fmla="*/ 48 w 49"/>
                <a:gd name="T23" fmla="*/ 46 h 54"/>
                <a:gd name="T24" fmla="*/ 45 w 49"/>
                <a:gd name="T25" fmla="*/ 44 h 54"/>
                <a:gd name="T26" fmla="*/ 44 w 49"/>
                <a:gd name="T27" fmla="*/ 41 h 54"/>
                <a:gd name="T28" fmla="*/ 43 w 49"/>
                <a:gd name="T29" fmla="*/ 33 h 54"/>
                <a:gd name="T30" fmla="*/ 45 w 49"/>
                <a:gd name="T31" fmla="*/ 17 h 54"/>
                <a:gd name="T32" fmla="*/ 46 w 49"/>
                <a:gd name="T33" fmla="*/ 10 h 54"/>
                <a:gd name="T34" fmla="*/ 27 w 49"/>
                <a:gd name="T35" fmla="*/ 32 h 54"/>
                <a:gd name="T36" fmla="*/ 13 w 49"/>
                <a:gd name="T37" fmla="*/ 42 h 54"/>
                <a:gd name="T38" fmla="*/ 11 w 49"/>
                <a:gd name="T39" fmla="*/ 38 h 54"/>
                <a:gd name="T40" fmla="*/ 19 w 49"/>
                <a:gd name="T41" fmla="*/ 21 h 54"/>
                <a:gd name="T42" fmla="*/ 31 w 49"/>
                <a:gd name="T43" fmla="*/ 10 h 54"/>
                <a:gd name="T44" fmla="*/ 34 w 49"/>
                <a:gd name="T45" fmla="*/ 12 h 54"/>
                <a:gd name="T46" fmla="*/ 35 w 49"/>
                <a:gd name="T47" fmla="*/ 15 h 54"/>
                <a:gd name="T48" fmla="*/ 27 w 49"/>
                <a:gd name="T49" fmla="*/ 3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9" h="54">
                  <a:moveTo>
                    <a:pt x="46" y="10"/>
                  </a:moveTo>
                  <a:cubicBezTo>
                    <a:pt x="46" y="7"/>
                    <a:pt x="44" y="6"/>
                    <a:pt x="41" y="6"/>
                  </a:cubicBezTo>
                  <a:cubicBezTo>
                    <a:pt x="40" y="2"/>
                    <a:pt x="37" y="0"/>
                    <a:pt x="33" y="0"/>
                  </a:cubicBezTo>
                  <a:cubicBezTo>
                    <a:pt x="26" y="0"/>
                    <a:pt x="18" y="5"/>
                    <a:pt x="11" y="14"/>
                  </a:cubicBezTo>
                  <a:cubicBezTo>
                    <a:pt x="4" y="23"/>
                    <a:pt x="0" y="32"/>
                    <a:pt x="0" y="41"/>
                  </a:cubicBezTo>
                  <a:cubicBezTo>
                    <a:pt x="0" y="44"/>
                    <a:pt x="1" y="47"/>
                    <a:pt x="3" y="49"/>
                  </a:cubicBezTo>
                  <a:cubicBezTo>
                    <a:pt x="5" y="51"/>
                    <a:pt x="7" y="52"/>
                    <a:pt x="10" y="52"/>
                  </a:cubicBezTo>
                  <a:cubicBezTo>
                    <a:pt x="18" y="52"/>
                    <a:pt x="26" y="47"/>
                    <a:pt x="34" y="36"/>
                  </a:cubicBezTo>
                  <a:cubicBezTo>
                    <a:pt x="33" y="48"/>
                    <a:pt x="36" y="54"/>
                    <a:pt x="42" y="54"/>
                  </a:cubicBezTo>
                  <a:cubicBezTo>
                    <a:pt x="44" y="54"/>
                    <a:pt x="45" y="53"/>
                    <a:pt x="47" y="52"/>
                  </a:cubicBezTo>
                  <a:cubicBezTo>
                    <a:pt x="49" y="51"/>
                    <a:pt x="49" y="50"/>
                    <a:pt x="49" y="48"/>
                  </a:cubicBezTo>
                  <a:cubicBezTo>
                    <a:pt x="49" y="47"/>
                    <a:pt x="49" y="46"/>
                    <a:pt x="48" y="46"/>
                  </a:cubicBezTo>
                  <a:cubicBezTo>
                    <a:pt x="46" y="45"/>
                    <a:pt x="46" y="45"/>
                    <a:pt x="45" y="44"/>
                  </a:cubicBezTo>
                  <a:cubicBezTo>
                    <a:pt x="45" y="44"/>
                    <a:pt x="45" y="43"/>
                    <a:pt x="44" y="41"/>
                  </a:cubicBezTo>
                  <a:cubicBezTo>
                    <a:pt x="44" y="39"/>
                    <a:pt x="43" y="37"/>
                    <a:pt x="43" y="33"/>
                  </a:cubicBezTo>
                  <a:cubicBezTo>
                    <a:pt x="43" y="29"/>
                    <a:pt x="44" y="24"/>
                    <a:pt x="45" y="17"/>
                  </a:cubicBezTo>
                  <a:cubicBezTo>
                    <a:pt x="46" y="14"/>
                    <a:pt x="46" y="11"/>
                    <a:pt x="46" y="10"/>
                  </a:cubicBezTo>
                  <a:close/>
                  <a:moveTo>
                    <a:pt x="27" y="32"/>
                  </a:moveTo>
                  <a:cubicBezTo>
                    <a:pt x="21" y="39"/>
                    <a:pt x="17" y="42"/>
                    <a:pt x="13" y="42"/>
                  </a:cubicBezTo>
                  <a:cubicBezTo>
                    <a:pt x="12" y="42"/>
                    <a:pt x="11" y="41"/>
                    <a:pt x="11" y="38"/>
                  </a:cubicBezTo>
                  <a:cubicBezTo>
                    <a:pt x="11" y="34"/>
                    <a:pt x="14" y="28"/>
                    <a:pt x="19" y="21"/>
                  </a:cubicBezTo>
                  <a:cubicBezTo>
                    <a:pt x="24" y="14"/>
                    <a:pt x="28" y="10"/>
                    <a:pt x="31" y="10"/>
                  </a:cubicBezTo>
                  <a:cubicBezTo>
                    <a:pt x="32" y="10"/>
                    <a:pt x="33" y="11"/>
                    <a:pt x="34" y="12"/>
                  </a:cubicBezTo>
                  <a:cubicBezTo>
                    <a:pt x="34" y="12"/>
                    <a:pt x="35" y="14"/>
                    <a:pt x="35" y="15"/>
                  </a:cubicBezTo>
                  <a:cubicBezTo>
                    <a:pt x="35" y="20"/>
                    <a:pt x="32" y="26"/>
                    <a:pt x="27"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291"/>
            <p:cNvSpPr>
              <a:spLocks noEditPoints="1"/>
            </p:cNvSpPr>
            <p:nvPr/>
          </p:nvSpPr>
          <p:spPr bwMode="auto">
            <a:xfrm>
              <a:off x="7045326" y="4411663"/>
              <a:ext cx="76200" cy="103188"/>
            </a:xfrm>
            <a:custGeom>
              <a:avLst/>
              <a:gdLst>
                <a:gd name="T0" fmla="*/ 28 w 59"/>
                <a:gd name="T1" fmla="*/ 69 h 80"/>
                <a:gd name="T2" fmla="*/ 9 w 59"/>
                <a:gd name="T3" fmla="*/ 62 h 80"/>
                <a:gd name="T4" fmla="*/ 4 w 59"/>
                <a:gd name="T5" fmla="*/ 60 h 80"/>
                <a:gd name="T6" fmla="*/ 0 w 59"/>
                <a:gd name="T7" fmla="*/ 63 h 80"/>
                <a:gd name="T8" fmla="*/ 9 w 59"/>
                <a:gd name="T9" fmla="*/ 74 h 80"/>
                <a:gd name="T10" fmla="*/ 27 w 59"/>
                <a:gd name="T11" fmla="*/ 80 h 80"/>
                <a:gd name="T12" fmla="*/ 43 w 59"/>
                <a:gd name="T13" fmla="*/ 72 h 80"/>
                <a:gd name="T14" fmla="*/ 52 w 59"/>
                <a:gd name="T15" fmla="*/ 48 h 80"/>
                <a:gd name="T16" fmla="*/ 55 w 59"/>
                <a:gd name="T17" fmla="*/ 25 h 80"/>
                <a:gd name="T18" fmla="*/ 58 w 59"/>
                <a:gd name="T19" fmla="*/ 15 h 80"/>
                <a:gd name="T20" fmla="*/ 59 w 59"/>
                <a:gd name="T21" fmla="*/ 9 h 80"/>
                <a:gd name="T22" fmla="*/ 58 w 59"/>
                <a:gd name="T23" fmla="*/ 6 h 80"/>
                <a:gd name="T24" fmla="*/ 56 w 59"/>
                <a:gd name="T25" fmla="*/ 3 h 80"/>
                <a:gd name="T26" fmla="*/ 55 w 59"/>
                <a:gd name="T27" fmla="*/ 2 h 80"/>
                <a:gd name="T28" fmla="*/ 47 w 59"/>
                <a:gd name="T29" fmla="*/ 0 h 80"/>
                <a:gd name="T30" fmla="*/ 30 w 59"/>
                <a:gd name="T31" fmla="*/ 6 h 80"/>
                <a:gd name="T32" fmla="*/ 15 w 59"/>
                <a:gd name="T33" fmla="*/ 22 h 80"/>
                <a:gd name="T34" fmla="*/ 9 w 59"/>
                <a:gd name="T35" fmla="*/ 38 h 80"/>
                <a:gd name="T36" fmla="*/ 12 w 59"/>
                <a:gd name="T37" fmla="*/ 46 h 80"/>
                <a:gd name="T38" fmla="*/ 20 w 59"/>
                <a:gd name="T39" fmla="*/ 49 h 80"/>
                <a:gd name="T40" fmla="*/ 31 w 59"/>
                <a:gd name="T41" fmla="*/ 45 h 80"/>
                <a:gd name="T42" fmla="*/ 44 w 59"/>
                <a:gd name="T43" fmla="*/ 36 h 80"/>
                <a:gd name="T44" fmla="*/ 37 w 59"/>
                <a:gd name="T45" fmla="*/ 62 h 80"/>
                <a:gd name="T46" fmla="*/ 28 w 59"/>
                <a:gd name="T47" fmla="*/ 69 h 80"/>
                <a:gd name="T48" fmla="*/ 34 w 59"/>
                <a:gd name="T49" fmla="*/ 34 h 80"/>
                <a:gd name="T50" fmla="*/ 22 w 59"/>
                <a:gd name="T51" fmla="*/ 39 h 80"/>
                <a:gd name="T52" fmla="*/ 20 w 59"/>
                <a:gd name="T53" fmla="*/ 36 h 80"/>
                <a:gd name="T54" fmla="*/ 25 w 59"/>
                <a:gd name="T55" fmla="*/ 25 h 80"/>
                <a:gd name="T56" fmla="*/ 36 w 59"/>
                <a:gd name="T57" fmla="*/ 14 h 80"/>
                <a:gd name="T58" fmla="*/ 45 w 59"/>
                <a:gd name="T59" fmla="*/ 9 h 80"/>
                <a:gd name="T60" fmla="*/ 47 w 59"/>
                <a:gd name="T61" fmla="*/ 10 h 80"/>
                <a:gd name="T62" fmla="*/ 48 w 59"/>
                <a:gd name="T63" fmla="*/ 13 h 80"/>
                <a:gd name="T64" fmla="*/ 44 w 59"/>
                <a:gd name="T65" fmla="*/ 23 h 80"/>
                <a:gd name="T66" fmla="*/ 34 w 59"/>
                <a:gd name="T67" fmla="*/ 34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9" h="80">
                  <a:moveTo>
                    <a:pt x="28" y="69"/>
                  </a:moveTo>
                  <a:cubicBezTo>
                    <a:pt x="23" y="69"/>
                    <a:pt x="16" y="67"/>
                    <a:pt x="9" y="62"/>
                  </a:cubicBezTo>
                  <a:cubicBezTo>
                    <a:pt x="6" y="61"/>
                    <a:pt x="5" y="60"/>
                    <a:pt x="4" y="60"/>
                  </a:cubicBezTo>
                  <a:cubicBezTo>
                    <a:pt x="1" y="60"/>
                    <a:pt x="0" y="61"/>
                    <a:pt x="0" y="63"/>
                  </a:cubicBezTo>
                  <a:cubicBezTo>
                    <a:pt x="0" y="66"/>
                    <a:pt x="3" y="69"/>
                    <a:pt x="9" y="74"/>
                  </a:cubicBezTo>
                  <a:cubicBezTo>
                    <a:pt x="15" y="78"/>
                    <a:pt x="21" y="80"/>
                    <a:pt x="27" y="80"/>
                  </a:cubicBezTo>
                  <a:cubicBezTo>
                    <a:pt x="33" y="80"/>
                    <a:pt x="38" y="77"/>
                    <a:pt x="43" y="72"/>
                  </a:cubicBezTo>
                  <a:cubicBezTo>
                    <a:pt x="48" y="67"/>
                    <a:pt x="51" y="59"/>
                    <a:pt x="52" y="48"/>
                  </a:cubicBezTo>
                  <a:cubicBezTo>
                    <a:pt x="54" y="36"/>
                    <a:pt x="54" y="28"/>
                    <a:pt x="55" y="25"/>
                  </a:cubicBezTo>
                  <a:cubicBezTo>
                    <a:pt x="55" y="22"/>
                    <a:pt x="56" y="18"/>
                    <a:pt x="58" y="15"/>
                  </a:cubicBezTo>
                  <a:cubicBezTo>
                    <a:pt x="59" y="12"/>
                    <a:pt x="59" y="10"/>
                    <a:pt x="59" y="9"/>
                  </a:cubicBezTo>
                  <a:cubicBezTo>
                    <a:pt x="59" y="9"/>
                    <a:pt x="59" y="7"/>
                    <a:pt x="58" y="6"/>
                  </a:cubicBezTo>
                  <a:cubicBezTo>
                    <a:pt x="58" y="5"/>
                    <a:pt x="57" y="4"/>
                    <a:pt x="56" y="3"/>
                  </a:cubicBezTo>
                  <a:cubicBezTo>
                    <a:pt x="56" y="3"/>
                    <a:pt x="55" y="2"/>
                    <a:pt x="55" y="2"/>
                  </a:cubicBezTo>
                  <a:cubicBezTo>
                    <a:pt x="53" y="1"/>
                    <a:pt x="50" y="0"/>
                    <a:pt x="47" y="0"/>
                  </a:cubicBezTo>
                  <a:cubicBezTo>
                    <a:pt x="42" y="0"/>
                    <a:pt x="36" y="2"/>
                    <a:pt x="30" y="6"/>
                  </a:cubicBezTo>
                  <a:cubicBezTo>
                    <a:pt x="23" y="11"/>
                    <a:pt x="18" y="16"/>
                    <a:pt x="15" y="22"/>
                  </a:cubicBezTo>
                  <a:cubicBezTo>
                    <a:pt x="11" y="28"/>
                    <a:pt x="9" y="33"/>
                    <a:pt x="9" y="38"/>
                  </a:cubicBezTo>
                  <a:cubicBezTo>
                    <a:pt x="9" y="41"/>
                    <a:pt x="10" y="44"/>
                    <a:pt x="12" y="46"/>
                  </a:cubicBezTo>
                  <a:cubicBezTo>
                    <a:pt x="14" y="48"/>
                    <a:pt x="16" y="49"/>
                    <a:pt x="20" y="49"/>
                  </a:cubicBezTo>
                  <a:cubicBezTo>
                    <a:pt x="23" y="49"/>
                    <a:pt x="27" y="48"/>
                    <a:pt x="31" y="45"/>
                  </a:cubicBezTo>
                  <a:cubicBezTo>
                    <a:pt x="36" y="43"/>
                    <a:pt x="40" y="39"/>
                    <a:pt x="44" y="36"/>
                  </a:cubicBezTo>
                  <a:cubicBezTo>
                    <a:pt x="42" y="48"/>
                    <a:pt x="40" y="57"/>
                    <a:pt x="37" y="62"/>
                  </a:cubicBezTo>
                  <a:cubicBezTo>
                    <a:pt x="35" y="67"/>
                    <a:pt x="31" y="69"/>
                    <a:pt x="28" y="69"/>
                  </a:cubicBezTo>
                  <a:close/>
                  <a:moveTo>
                    <a:pt x="34" y="34"/>
                  </a:moveTo>
                  <a:cubicBezTo>
                    <a:pt x="30" y="37"/>
                    <a:pt x="26" y="39"/>
                    <a:pt x="22" y="39"/>
                  </a:cubicBezTo>
                  <a:cubicBezTo>
                    <a:pt x="21" y="39"/>
                    <a:pt x="20" y="38"/>
                    <a:pt x="20" y="36"/>
                  </a:cubicBezTo>
                  <a:cubicBezTo>
                    <a:pt x="20" y="33"/>
                    <a:pt x="22" y="29"/>
                    <a:pt x="25" y="25"/>
                  </a:cubicBezTo>
                  <a:cubicBezTo>
                    <a:pt x="28" y="20"/>
                    <a:pt x="32" y="16"/>
                    <a:pt x="36" y="14"/>
                  </a:cubicBezTo>
                  <a:cubicBezTo>
                    <a:pt x="39" y="11"/>
                    <a:pt x="42" y="9"/>
                    <a:pt x="45" y="9"/>
                  </a:cubicBezTo>
                  <a:cubicBezTo>
                    <a:pt x="45" y="9"/>
                    <a:pt x="46" y="10"/>
                    <a:pt x="47" y="10"/>
                  </a:cubicBezTo>
                  <a:cubicBezTo>
                    <a:pt x="47" y="11"/>
                    <a:pt x="48" y="12"/>
                    <a:pt x="48" y="13"/>
                  </a:cubicBezTo>
                  <a:cubicBezTo>
                    <a:pt x="48" y="15"/>
                    <a:pt x="46" y="18"/>
                    <a:pt x="44" y="23"/>
                  </a:cubicBezTo>
                  <a:cubicBezTo>
                    <a:pt x="41" y="27"/>
                    <a:pt x="38" y="31"/>
                    <a:pt x="34"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292"/>
            <p:cNvSpPr>
              <a:spLocks noEditPoints="1"/>
            </p:cNvSpPr>
            <p:nvPr/>
          </p:nvSpPr>
          <p:spPr bwMode="auto">
            <a:xfrm>
              <a:off x="7127876" y="4408488"/>
              <a:ext cx="65088" cy="69850"/>
            </a:xfrm>
            <a:custGeom>
              <a:avLst/>
              <a:gdLst>
                <a:gd name="T0" fmla="*/ 47 w 50"/>
                <a:gd name="T1" fmla="*/ 10 h 54"/>
                <a:gd name="T2" fmla="*/ 41 w 50"/>
                <a:gd name="T3" fmla="*/ 6 h 54"/>
                <a:gd name="T4" fmla="*/ 34 w 50"/>
                <a:gd name="T5" fmla="*/ 0 h 54"/>
                <a:gd name="T6" fmla="*/ 11 w 50"/>
                <a:gd name="T7" fmla="*/ 14 h 54"/>
                <a:gd name="T8" fmla="*/ 0 w 50"/>
                <a:gd name="T9" fmla="*/ 41 h 54"/>
                <a:gd name="T10" fmla="*/ 3 w 50"/>
                <a:gd name="T11" fmla="*/ 49 h 54"/>
                <a:gd name="T12" fmla="*/ 11 w 50"/>
                <a:gd name="T13" fmla="*/ 52 h 54"/>
                <a:gd name="T14" fmla="*/ 35 w 50"/>
                <a:gd name="T15" fmla="*/ 36 h 54"/>
                <a:gd name="T16" fmla="*/ 42 w 50"/>
                <a:gd name="T17" fmla="*/ 54 h 54"/>
                <a:gd name="T18" fmla="*/ 47 w 50"/>
                <a:gd name="T19" fmla="*/ 52 h 54"/>
                <a:gd name="T20" fmla="*/ 50 w 50"/>
                <a:gd name="T21" fmla="*/ 48 h 54"/>
                <a:gd name="T22" fmla="*/ 48 w 50"/>
                <a:gd name="T23" fmla="*/ 46 h 54"/>
                <a:gd name="T24" fmla="*/ 46 w 50"/>
                <a:gd name="T25" fmla="*/ 44 h 54"/>
                <a:gd name="T26" fmla="*/ 45 w 50"/>
                <a:gd name="T27" fmla="*/ 41 h 54"/>
                <a:gd name="T28" fmla="*/ 44 w 50"/>
                <a:gd name="T29" fmla="*/ 33 h 54"/>
                <a:gd name="T30" fmla="*/ 46 w 50"/>
                <a:gd name="T31" fmla="*/ 17 h 54"/>
                <a:gd name="T32" fmla="*/ 47 w 50"/>
                <a:gd name="T33" fmla="*/ 10 h 54"/>
                <a:gd name="T34" fmla="*/ 27 w 50"/>
                <a:gd name="T35" fmla="*/ 32 h 54"/>
                <a:gd name="T36" fmla="*/ 13 w 50"/>
                <a:gd name="T37" fmla="*/ 42 h 54"/>
                <a:gd name="T38" fmla="*/ 12 w 50"/>
                <a:gd name="T39" fmla="*/ 38 h 54"/>
                <a:gd name="T40" fmla="*/ 19 w 50"/>
                <a:gd name="T41" fmla="*/ 21 h 54"/>
                <a:gd name="T42" fmla="*/ 32 w 50"/>
                <a:gd name="T43" fmla="*/ 10 h 54"/>
                <a:gd name="T44" fmla="*/ 34 w 50"/>
                <a:gd name="T45" fmla="*/ 12 h 54"/>
                <a:gd name="T46" fmla="*/ 35 w 50"/>
                <a:gd name="T47" fmla="*/ 15 h 54"/>
                <a:gd name="T48" fmla="*/ 27 w 50"/>
                <a:gd name="T49" fmla="*/ 3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0" h="54">
                  <a:moveTo>
                    <a:pt x="47" y="10"/>
                  </a:moveTo>
                  <a:cubicBezTo>
                    <a:pt x="47" y="7"/>
                    <a:pt x="45" y="6"/>
                    <a:pt x="41" y="6"/>
                  </a:cubicBezTo>
                  <a:cubicBezTo>
                    <a:pt x="40" y="2"/>
                    <a:pt x="38" y="0"/>
                    <a:pt x="34" y="0"/>
                  </a:cubicBezTo>
                  <a:cubicBezTo>
                    <a:pt x="26" y="0"/>
                    <a:pt x="19" y="5"/>
                    <a:pt x="11" y="14"/>
                  </a:cubicBezTo>
                  <a:cubicBezTo>
                    <a:pt x="4" y="23"/>
                    <a:pt x="0" y="32"/>
                    <a:pt x="0" y="41"/>
                  </a:cubicBezTo>
                  <a:cubicBezTo>
                    <a:pt x="0" y="44"/>
                    <a:pt x="1" y="47"/>
                    <a:pt x="3" y="49"/>
                  </a:cubicBezTo>
                  <a:cubicBezTo>
                    <a:pt x="5" y="51"/>
                    <a:pt x="8" y="52"/>
                    <a:pt x="11" y="52"/>
                  </a:cubicBezTo>
                  <a:cubicBezTo>
                    <a:pt x="18" y="52"/>
                    <a:pt x="26" y="47"/>
                    <a:pt x="35" y="36"/>
                  </a:cubicBezTo>
                  <a:cubicBezTo>
                    <a:pt x="34" y="48"/>
                    <a:pt x="37" y="54"/>
                    <a:pt x="42" y="54"/>
                  </a:cubicBezTo>
                  <a:cubicBezTo>
                    <a:pt x="44" y="54"/>
                    <a:pt x="46" y="53"/>
                    <a:pt x="47" y="52"/>
                  </a:cubicBezTo>
                  <a:cubicBezTo>
                    <a:pt x="49" y="51"/>
                    <a:pt x="50" y="50"/>
                    <a:pt x="50" y="48"/>
                  </a:cubicBezTo>
                  <a:cubicBezTo>
                    <a:pt x="50" y="47"/>
                    <a:pt x="49" y="46"/>
                    <a:pt x="48" y="46"/>
                  </a:cubicBezTo>
                  <a:cubicBezTo>
                    <a:pt x="47" y="45"/>
                    <a:pt x="46" y="45"/>
                    <a:pt x="46" y="44"/>
                  </a:cubicBezTo>
                  <a:cubicBezTo>
                    <a:pt x="46" y="44"/>
                    <a:pt x="45" y="43"/>
                    <a:pt x="45" y="41"/>
                  </a:cubicBezTo>
                  <a:cubicBezTo>
                    <a:pt x="44" y="39"/>
                    <a:pt x="44" y="37"/>
                    <a:pt x="44" y="33"/>
                  </a:cubicBezTo>
                  <a:cubicBezTo>
                    <a:pt x="44" y="29"/>
                    <a:pt x="44" y="24"/>
                    <a:pt x="46" y="17"/>
                  </a:cubicBezTo>
                  <a:cubicBezTo>
                    <a:pt x="46" y="14"/>
                    <a:pt x="47" y="11"/>
                    <a:pt x="47" y="10"/>
                  </a:cubicBezTo>
                  <a:close/>
                  <a:moveTo>
                    <a:pt x="27" y="32"/>
                  </a:moveTo>
                  <a:cubicBezTo>
                    <a:pt x="22" y="39"/>
                    <a:pt x="17" y="42"/>
                    <a:pt x="13" y="42"/>
                  </a:cubicBezTo>
                  <a:cubicBezTo>
                    <a:pt x="12" y="42"/>
                    <a:pt x="12" y="41"/>
                    <a:pt x="12" y="38"/>
                  </a:cubicBezTo>
                  <a:cubicBezTo>
                    <a:pt x="12" y="34"/>
                    <a:pt x="14" y="28"/>
                    <a:pt x="19" y="21"/>
                  </a:cubicBezTo>
                  <a:cubicBezTo>
                    <a:pt x="24" y="14"/>
                    <a:pt x="29" y="10"/>
                    <a:pt x="32" y="10"/>
                  </a:cubicBezTo>
                  <a:cubicBezTo>
                    <a:pt x="33" y="10"/>
                    <a:pt x="33" y="11"/>
                    <a:pt x="34" y="12"/>
                  </a:cubicBezTo>
                  <a:cubicBezTo>
                    <a:pt x="35" y="12"/>
                    <a:pt x="35" y="14"/>
                    <a:pt x="35" y="15"/>
                  </a:cubicBezTo>
                  <a:cubicBezTo>
                    <a:pt x="35" y="20"/>
                    <a:pt x="32" y="26"/>
                    <a:pt x="27"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293"/>
            <p:cNvSpPr>
              <a:spLocks/>
            </p:cNvSpPr>
            <p:nvPr/>
          </p:nvSpPr>
          <p:spPr bwMode="auto">
            <a:xfrm>
              <a:off x="7205663" y="4411663"/>
              <a:ext cx="60325" cy="66675"/>
            </a:xfrm>
            <a:custGeom>
              <a:avLst/>
              <a:gdLst>
                <a:gd name="T0" fmla="*/ 13 w 47"/>
                <a:gd name="T1" fmla="*/ 14 h 52"/>
                <a:gd name="T2" fmla="*/ 15 w 47"/>
                <a:gd name="T3" fmla="*/ 5 h 52"/>
                <a:gd name="T4" fmla="*/ 14 w 47"/>
                <a:gd name="T5" fmla="*/ 1 h 52"/>
                <a:gd name="T6" fmla="*/ 10 w 47"/>
                <a:gd name="T7" fmla="*/ 0 h 52"/>
                <a:gd name="T8" fmla="*/ 5 w 47"/>
                <a:gd name="T9" fmla="*/ 1 h 52"/>
                <a:gd name="T10" fmla="*/ 3 w 47"/>
                <a:gd name="T11" fmla="*/ 5 h 52"/>
                <a:gd name="T12" fmla="*/ 2 w 47"/>
                <a:gd name="T13" fmla="*/ 11 h 52"/>
                <a:gd name="T14" fmla="*/ 2 w 47"/>
                <a:gd name="T15" fmla="*/ 14 h 52"/>
                <a:gd name="T16" fmla="*/ 0 w 47"/>
                <a:gd name="T17" fmla="*/ 28 h 52"/>
                <a:gd name="T18" fmla="*/ 0 w 47"/>
                <a:gd name="T19" fmla="*/ 37 h 52"/>
                <a:gd name="T20" fmla="*/ 2 w 47"/>
                <a:gd name="T21" fmla="*/ 49 h 52"/>
                <a:gd name="T22" fmla="*/ 6 w 47"/>
                <a:gd name="T23" fmla="*/ 52 h 52"/>
                <a:gd name="T24" fmla="*/ 11 w 47"/>
                <a:gd name="T25" fmla="*/ 51 h 52"/>
                <a:gd name="T26" fmla="*/ 13 w 47"/>
                <a:gd name="T27" fmla="*/ 45 h 52"/>
                <a:gd name="T28" fmla="*/ 23 w 47"/>
                <a:gd name="T29" fmla="*/ 21 h 52"/>
                <a:gd name="T30" fmla="*/ 35 w 47"/>
                <a:gd name="T31" fmla="*/ 10 h 52"/>
                <a:gd name="T32" fmla="*/ 38 w 47"/>
                <a:gd name="T33" fmla="*/ 11 h 52"/>
                <a:gd name="T34" fmla="*/ 43 w 47"/>
                <a:gd name="T35" fmla="*/ 14 h 52"/>
                <a:gd name="T36" fmla="*/ 46 w 47"/>
                <a:gd name="T37" fmla="*/ 12 h 52"/>
                <a:gd name="T38" fmla="*/ 47 w 47"/>
                <a:gd name="T39" fmla="*/ 8 h 52"/>
                <a:gd name="T40" fmla="*/ 44 w 47"/>
                <a:gd name="T41" fmla="*/ 2 h 52"/>
                <a:gd name="T42" fmla="*/ 36 w 47"/>
                <a:gd name="T43" fmla="*/ 0 h 52"/>
                <a:gd name="T44" fmla="*/ 23 w 47"/>
                <a:gd name="T45" fmla="*/ 7 h 52"/>
                <a:gd name="T46" fmla="*/ 11 w 47"/>
                <a:gd name="T47" fmla="*/ 25 h 52"/>
                <a:gd name="T48" fmla="*/ 10 w 47"/>
                <a:gd name="T49" fmla="*/ 27 h 52"/>
                <a:gd name="T50" fmla="*/ 11 w 47"/>
                <a:gd name="T51" fmla="*/ 19 h 52"/>
                <a:gd name="T52" fmla="*/ 13 w 47"/>
                <a:gd name="T53" fmla="*/ 1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7" h="52">
                  <a:moveTo>
                    <a:pt x="13" y="14"/>
                  </a:moveTo>
                  <a:cubicBezTo>
                    <a:pt x="14" y="9"/>
                    <a:pt x="15" y="6"/>
                    <a:pt x="15" y="5"/>
                  </a:cubicBezTo>
                  <a:cubicBezTo>
                    <a:pt x="15" y="3"/>
                    <a:pt x="14" y="2"/>
                    <a:pt x="14" y="1"/>
                  </a:cubicBezTo>
                  <a:cubicBezTo>
                    <a:pt x="13" y="0"/>
                    <a:pt x="11" y="0"/>
                    <a:pt x="10" y="0"/>
                  </a:cubicBezTo>
                  <a:cubicBezTo>
                    <a:pt x="8" y="0"/>
                    <a:pt x="7" y="0"/>
                    <a:pt x="5" y="1"/>
                  </a:cubicBezTo>
                  <a:cubicBezTo>
                    <a:pt x="4" y="2"/>
                    <a:pt x="3" y="3"/>
                    <a:pt x="3" y="5"/>
                  </a:cubicBezTo>
                  <a:cubicBezTo>
                    <a:pt x="2" y="6"/>
                    <a:pt x="2" y="8"/>
                    <a:pt x="2" y="11"/>
                  </a:cubicBezTo>
                  <a:cubicBezTo>
                    <a:pt x="2" y="12"/>
                    <a:pt x="2" y="13"/>
                    <a:pt x="2" y="14"/>
                  </a:cubicBezTo>
                  <a:cubicBezTo>
                    <a:pt x="1" y="19"/>
                    <a:pt x="1" y="24"/>
                    <a:pt x="0" y="28"/>
                  </a:cubicBezTo>
                  <a:cubicBezTo>
                    <a:pt x="0" y="31"/>
                    <a:pt x="0" y="34"/>
                    <a:pt x="0" y="37"/>
                  </a:cubicBezTo>
                  <a:cubicBezTo>
                    <a:pt x="0" y="42"/>
                    <a:pt x="1" y="46"/>
                    <a:pt x="2" y="49"/>
                  </a:cubicBezTo>
                  <a:cubicBezTo>
                    <a:pt x="3" y="51"/>
                    <a:pt x="4" y="52"/>
                    <a:pt x="6" y="52"/>
                  </a:cubicBezTo>
                  <a:cubicBezTo>
                    <a:pt x="8" y="52"/>
                    <a:pt x="10" y="52"/>
                    <a:pt x="11" y="51"/>
                  </a:cubicBezTo>
                  <a:cubicBezTo>
                    <a:pt x="12" y="50"/>
                    <a:pt x="13" y="48"/>
                    <a:pt x="13" y="45"/>
                  </a:cubicBezTo>
                  <a:cubicBezTo>
                    <a:pt x="14" y="36"/>
                    <a:pt x="18" y="28"/>
                    <a:pt x="23" y="21"/>
                  </a:cubicBezTo>
                  <a:cubicBezTo>
                    <a:pt x="29" y="14"/>
                    <a:pt x="33" y="10"/>
                    <a:pt x="35" y="10"/>
                  </a:cubicBezTo>
                  <a:cubicBezTo>
                    <a:pt x="36" y="10"/>
                    <a:pt x="37" y="10"/>
                    <a:pt x="38" y="11"/>
                  </a:cubicBezTo>
                  <a:cubicBezTo>
                    <a:pt x="39" y="13"/>
                    <a:pt x="41" y="14"/>
                    <a:pt x="43" y="14"/>
                  </a:cubicBezTo>
                  <a:cubicBezTo>
                    <a:pt x="44" y="14"/>
                    <a:pt x="45" y="13"/>
                    <a:pt x="46" y="12"/>
                  </a:cubicBezTo>
                  <a:cubicBezTo>
                    <a:pt x="47" y="11"/>
                    <a:pt x="47" y="10"/>
                    <a:pt x="47" y="8"/>
                  </a:cubicBezTo>
                  <a:cubicBezTo>
                    <a:pt x="47" y="6"/>
                    <a:pt x="46" y="4"/>
                    <a:pt x="44" y="2"/>
                  </a:cubicBezTo>
                  <a:cubicBezTo>
                    <a:pt x="42" y="0"/>
                    <a:pt x="39" y="0"/>
                    <a:pt x="36" y="0"/>
                  </a:cubicBezTo>
                  <a:cubicBezTo>
                    <a:pt x="32" y="0"/>
                    <a:pt x="28" y="2"/>
                    <a:pt x="23" y="7"/>
                  </a:cubicBezTo>
                  <a:cubicBezTo>
                    <a:pt x="19" y="11"/>
                    <a:pt x="15" y="18"/>
                    <a:pt x="11" y="25"/>
                  </a:cubicBezTo>
                  <a:cubicBezTo>
                    <a:pt x="10" y="27"/>
                    <a:pt x="10" y="27"/>
                    <a:pt x="10" y="27"/>
                  </a:cubicBezTo>
                  <a:cubicBezTo>
                    <a:pt x="11" y="19"/>
                    <a:pt x="11" y="19"/>
                    <a:pt x="11" y="19"/>
                  </a:cubicBezTo>
                  <a:cubicBezTo>
                    <a:pt x="12" y="17"/>
                    <a:pt x="12" y="15"/>
                    <a:pt x="13"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294"/>
            <p:cNvSpPr>
              <a:spLocks noEditPoints="1"/>
            </p:cNvSpPr>
            <p:nvPr/>
          </p:nvSpPr>
          <p:spPr bwMode="auto">
            <a:xfrm>
              <a:off x="7264401" y="4408488"/>
              <a:ext cx="63500" cy="69850"/>
            </a:xfrm>
            <a:custGeom>
              <a:avLst/>
              <a:gdLst>
                <a:gd name="T0" fmla="*/ 47 w 50"/>
                <a:gd name="T1" fmla="*/ 10 h 54"/>
                <a:gd name="T2" fmla="*/ 41 w 50"/>
                <a:gd name="T3" fmla="*/ 6 h 54"/>
                <a:gd name="T4" fmla="*/ 34 w 50"/>
                <a:gd name="T5" fmla="*/ 0 h 54"/>
                <a:gd name="T6" fmla="*/ 11 w 50"/>
                <a:gd name="T7" fmla="*/ 14 h 54"/>
                <a:gd name="T8" fmla="*/ 0 w 50"/>
                <a:gd name="T9" fmla="*/ 41 h 54"/>
                <a:gd name="T10" fmla="*/ 3 w 50"/>
                <a:gd name="T11" fmla="*/ 49 h 54"/>
                <a:gd name="T12" fmla="*/ 11 w 50"/>
                <a:gd name="T13" fmla="*/ 52 h 54"/>
                <a:gd name="T14" fmla="*/ 34 w 50"/>
                <a:gd name="T15" fmla="*/ 36 h 54"/>
                <a:gd name="T16" fmla="*/ 42 w 50"/>
                <a:gd name="T17" fmla="*/ 54 h 54"/>
                <a:gd name="T18" fmla="*/ 47 w 50"/>
                <a:gd name="T19" fmla="*/ 52 h 54"/>
                <a:gd name="T20" fmla="*/ 50 w 50"/>
                <a:gd name="T21" fmla="*/ 48 h 54"/>
                <a:gd name="T22" fmla="*/ 48 w 50"/>
                <a:gd name="T23" fmla="*/ 46 h 54"/>
                <a:gd name="T24" fmla="*/ 46 w 50"/>
                <a:gd name="T25" fmla="*/ 44 h 54"/>
                <a:gd name="T26" fmla="*/ 44 w 50"/>
                <a:gd name="T27" fmla="*/ 41 h 54"/>
                <a:gd name="T28" fmla="*/ 44 w 50"/>
                <a:gd name="T29" fmla="*/ 33 h 54"/>
                <a:gd name="T30" fmla="*/ 45 w 50"/>
                <a:gd name="T31" fmla="*/ 17 h 54"/>
                <a:gd name="T32" fmla="*/ 47 w 50"/>
                <a:gd name="T33" fmla="*/ 10 h 54"/>
                <a:gd name="T34" fmla="*/ 27 w 50"/>
                <a:gd name="T35" fmla="*/ 32 h 54"/>
                <a:gd name="T36" fmla="*/ 13 w 50"/>
                <a:gd name="T37" fmla="*/ 42 h 54"/>
                <a:gd name="T38" fmla="*/ 12 w 50"/>
                <a:gd name="T39" fmla="*/ 38 h 54"/>
                <a:gd name="T40" fmla="*/ 19 w 50"/>
                <a:gd name="T41" fmla="*/ 21 h 54"/>
                <a:gd name="T42" fmla="*/ 32 w 50"/>
                <a:gd name="T43" fmla="*/ 10 h 54"/>
                <a:gd name="T44" fmla="*/ 34 w 50"/>
                <a:gd name="T45" fmla="*/ 12 h 54"/>
                <a:gd name="T46" fmla="*/ 35 w 50"/>
                <a:gd name="T47" fmla="*/ 15 h 54"/>
                <a:gd name="T48" fmla="*/ 27 w 50"/>
                <a:gd name="T49" fmla="*/ 3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0" h="54">
                  <a:moveTo>
                    <a:pt x="47" y="10"/>
                  </a:moveTo>
                  <a:cubicBezTo>
                    <a:pt x="47" y="7"/>
                    <a:pt x="45" y="6"/>
                    <a:pt x="41" y="6"/>
                  </a:cubicBezTo>
                  <a:cubicBezTo>
                    <a:pt x="40" y="2"/>
                    <a:pt x="37" y="0"/>
                    <a:pt x="34" y="0"/>
                  </a:cubicBezTo>
                  <a:cubicBezTo>
                    <a:pt x="26" y="0"/>
                    <a:pt x="19" y="5"/>
                    <a:pt x="11" y="14"/>
                  </a:cubicBezTo>
                  <a:cubicBezTo>
                    <a:pt x="4" y="23"/>
                    <a:pt x="0" y="32"/>
                    <a:pt x="0" y="41"/>
                  </a:cubicBezTo>
                  <a:cubicBezTo>
                    <a:pt x="0" y="44"/>
                    <a:pt x="1" y="47"/>
                    <a:pt x="3" y="49"/>
                  </a:cubicBezTo>
                  <a:cubicBezTo>
                    <a:pt x="5" y="51"/>
                    <a:pt x="8" y="52"/>
                    <a:pt x="11" y="52"/>
                  </a:cubicBezTo>
                  <a:cubicBezTo>
                    <a:pt x="18" y="52"/>
                    <a:pt x="26" y="47"/>
                    <a:pt x="34" y="36"/>
                  </a:cubicBezTo>
                  <a:cubicBezTo>
                    <a:pt x="34" y="48"/>
                    <a:pt x="36" y="54"/>
                    <a:pt x="42" y="54"/>
                  </a:cubicBezTo>
                  <a:cubicBezTo>
                    <a:pt x="44" y="54"/>
                    <a:pt x="46" y="53"/>
                    <a:pt x="47" y="52"/>
                  </a:cubicBezTo>
                  <a:cubicBezTo>
                    <a:pt x="49" y="51"/>
                    <a:pt x="50" y="50"/>
                    <a:pt x="50" y="48"/>
                  </a:cubicBezTo>
                  <a:cubicBezTo>
                    <a:pt x="50" y="47"/>
                    <a:pt x="49" y="46"/>
                    <a:pt x="48" y="46"/>
                  </a:cubicBezTo>
                  <a:cubicBezTo>
                    <a:pt x="47" y="45"/>
                    <a:pt x="46" y="45"/>
                    <a:pt x="46" y="44"/>
                  </a:cubicBezTo>
                  <a:cubicBezTo>
                    <a:pt x="45" y="44"/>
                    <a:pt x="45" y="43"/>
                    <a:pt x="44" y="41"/>
                  </a:cubicBezTo>
                  <a:cubicBezTo>
                    <a:pt x="44" y="39"/>
                    <a:pt x="44" y="37"/>
                    <a:pt x="44" y="33"/>
                  </a:cubicBezTo>
                  <a:cubicBezTo>
                    <a:pt x="44" y="29"/>
                    <a:pt x="44" y="24"/>
                    <a:pt x="45" y="17"/>
                  </a:cubicBezTo>
                  <a:cubicBezTo>
                    <a:pt x="46" y="14"/>
                    <a:pt x="47" y="11"/>
                    <a:pt x="47" y="10"/>
                  </a:cubicBezTo>
                  <a:close/>
                  <a:moveTo>
                    <a:pt x="27" y="32"/>
                  </a:moveTo>
                  <a:cubicBezTo>
                    <a:pt x="22" y="39"/>
                    <a:pt x="17" y="42"/>
                    <a:pt x="13" y="42"/>
                  </a:cubicBezTo>
                  <a:cubicBezTo>
                    <a:pt x="12" y="42"/>
                    <a:pt x="12" y="41"/>
                    <a:pt x="12" y="38"/>
                  </a:cubicBezTo>
                  <a:cubicBezTo>
                    <a:pt x="12" y="34"/>
                    <a:pt x="14" y="28"/>
                    <a:pt x="19" y="21"/>
                  </a:cubicBezTo>
                  <a:cubicBezTo>
                    <a:pt x="24" y="14"/>
                    <a:pt x="28" y="10"/>
                    <a:pt x="32" y="10"/>
                  </a:cubicBezTo>
                  <a:cubicBezTo>
                    <a:pt x="32" y="10"/>
                    <a:pt x="33" y="11"/>
                    <a:pt x="34" y="12"/>
                  </a:cubicBezTo>
                  <a:cubicBezTo>
                    <a:pt x="35" y="12"/>
                    <a:pt x="35" y="14"/>
                    <a:pt x="35" y="15"/>
                  </a:cubicBezTo>
                  <a:cubicBezTo>
                    <a:pt x="35" y="20"/>
                    <a:pt x="32" y="26"/>
                    <a:pt x="27"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295"/>
            <p:cNvSpPr>
              <a:spLocks noEditPoints="1"/>
            </p:cNvSpPr>
            <p:nvPr/>
          </p:nvSpPr>
          <p:spPr bwMode="auto">
            <a:xfrm>
              <a:off x="7324726" y="4411663"/>
              <a:ext cx="76200" cy="103188"/>
            </a:xfrm>
            <a:custGeom>
              <a:avLst/>
              <a:gdLst>
                <a:gd name="T0" fmla="*/ 28 w 59"/>
                <a:gd name="T1" fmla="*/ 69 h 80"/>
                <a:gd name="T2" fmla="*/ 9 w 59"/>
                <a:gd name="T3" fmla="*/ 62 h 80"/>
                <a:gd name="T4" fmla="*/ 4 w 59"/>
                <a:gd name="T5" fmla="*/ 60 h 80"/>
                <a:gd name="T6" fmla="*/ 0 w 59"/>
                <a:gd name="T7" fmla="*/ 63 h 80"/>
                <a:gd name="T8" fmla="*/ 9 w 59"/>
                <a:gd name="T9" fmla="*/ 74 h 80"/>
                <a:gd name="T10" fmla="*/ 27 w 59"/>
                <a:gd name="T11" fmla="*/ 80 h 80"/>
                <a:gd name="T12" fmla="*/ 43 w 59"/>
                <a:gd name="T13" fmla="*/ 72 h 80"/>
                <a:gd name="T14" fmla="*/ 52 w 59"/>
                <a:gd name="T15" fmla="*/ 48 h 80"/>
                <a:gd name="T16" fmla="*/ 55 w 59"/>
                <a:gd name="T17" fmla="*/ 25 h 80"/>
                <a:gd name="T18" fmla="*/ 57 w 59"/>
                <a:gd name="T19" fmla="*/ 15 h 80"/>
                <a:gd name="T20" fmla="*/ 59 w 59"/>
                <a:gd name="T21" fmla="*/ 9 h 80"/>
                <a:gd name="T22" fmla="*/ 58 w 59"/>
                <a:gd name="T23" fmla="*/ 6 h 80"/>
                <a:gd name="T24" fmla="*/ 56 w 59"/>
                <a:gd name="T25" fmla="*/ 3 h 80"/>
                <a:gd name="T26" fmla="*/ 55 w 59"/>
                <a:gd name="T27" fmla="*/ 2 h 80"/>
                <a:gd name="T28" fmla="*/ 47 w 59"/>
                <a:gd name="T29" fmla="*/ 0 h 80"/>
                <a:gd name="T30" fmla="*/ 30 w 59"/>
                <a:gd name="T31" fmla="*/ 6 h 80"/>
                <a:gd name="T32" fmla="*/ 15 w 59"/>
                <a:gd name="T33" fmla="*/ 22 h 80"/>
                <a:gd name="T34" fmla="*/ 9 w 59"/>
                <a:gd name="T35" fmla="*/ 38 h 80"/>
                <a:gd name="T36" fmla="*/ 12 w 59"/>
                <a:gd name="T37" fmla="*/ 46 h 80"/>
                <a:gd name="T38" fmla="*/ 19 w 59"/>
                <a:gd name="T39" fmla="*/ 49 h 80"/>
                <a:gd name="T40" fmla="*/ 31 w 59"/>
                <a:gd name="T41" fmla="*/ 45 h 80"/>
                <a:gd name="T42" fmla="*/ 44 w 59"/>
                <a:gd name="T43" fmla="*/ 36 h 80"/>
                <a:gd name="T44" fmla="*/ 37 w 59"/>
                <a:gd name="T45" fmla="*/ 62 h 80"/>
                <a:gd name="T46" fmla="*/ 28 w 59"/>
                <a:gd name="T47" fmla="*/ 69 h 80"/>
                <a:gd name="T48" fmla="*/ 34 w 59"/>
                <a:gd name="T49" fmla="*/ 34 h 80"/>
                <a:gd name="T50" fmla="*/ 22 w 59"/>
                <a:gd name="T51" fmla="*/ 39 h 80"/>
                <a:gd name="T52" fmla="*/ 20 w 59"/>
                <a:gd name="T53" fmla="*/ 36 h 80"/>
                <a:gd name="T54" fmla="*/ 25 w 59"/>
                <a:gd name="T55" fmla="*/ 25 h 80"/>
                <a:gd name="T56" fmla="*/ 36 w 59"/>
                <a:gd name="T57" fmla="*/ 14 h 80"/>
                <a:gd name="T58" fmla="*/ 45 w 59"/>
                <a:gd name="T59" fmla="*/ 9 h 80"/>
                <a:gd name="T60" fmla="*/ 47 w 59"/>
                <a:gd name="T61" fmla="*/ 10 h 80"/>
                <a:gd name="T62" fmla="*/ 47 w 59"/>
                <a:gd name="T63" fmla="*/ 13 h 80"/>
                <a:gd name="T64" fmla="*/ 44 w 59"/>
                <a:gd name="T65" fmla="*/ 23 h 80"/>
                <a:gd name="T66" fmla="*/ 34 w 59"/>
                <a:gd name="T67" fmla="*/ 34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9" h="80">
                  <a:moveTo>
                    <a:pt x="28" y="69"/>
                  </a:moveTo>
                  <a:cubicBezTo>
                    <a:pt x="22" y="69"/>
                    <a:pt x="16" y="67"/>
                    <a:pt x="9" y="62"/>
                  </a:cubicBezTo>
                  <a:cubicBezTo>
                    <a:pt x="6" y="61"/>
                    <a:pt x="5" y="60"/>
                    <a:pt x="4" y="60"/>
                  </a:cubicBezTo>
                  <a:cubicBezTo>
                    <a:pt x="1" y="60"/>
                    <a:pt x="0" y="61"/>
                    <a:pt x="0" y="63"/>
                  </a:cubicBezTo>
                  <a:cubicBezTo>
                    <a:pt x="0" y="66"/>
                    <a:pt x="3" y="69"/>
                    <a:pt x="9" y="74"/>
                  </a:cubicBezTo>
                  <a:cubicBezTo>
                    <a:pt x="15" y="78"/>
                    <a:pt x="21" y="80"/>
                    <a:pt x="27" y="80"/>
                  </a:cubicBezTo>
                  <a:cubicBezTo>
                    <a:pt x="33" y="80"/>
                    <a:pt x="38" y="77"/>
                    <a:pt x="43" y="72"/>
                  </a:cubicBezTo>
                  <a:cubicBezTo>
                    <a:pt x="48" y="67"/>
                    <a:pt x="51" y="59"/>
                    <a:pt x="52" y="48"/>
                  </a:cubicBezTo>
                  <a:cubicBezTo>
                    <a:pt x="53" y="36"/>
                    <a:pt x="54" y="28"/>
                    <a:pt x="55" y="25"/>
                  </a:cubicBezTo>
                  <a:cubicBezTo>
                    <a:pt x="55" y="22"/>
                    <a:pt x="56" y="18"/>
                    <a:pt x="57" y="15"/>
                  </a:cubicBezTo>
                  <a:cubicBezTo>
                    <a:pt x="59" y="12"/>
                    <a:pt x="59" y="10"/>
                    <a:pt x="59" y="9"/>
                  </a:cubicBezTo>
                  <a:cubicBezTo>
                    <a:pt x="59" y="9"/>
                    <a:pt x="59" y="7"/>
                    <a:pt x="58" y="6"/>
                  </a:cubicBezTo>
                  <a:cubicBezTo>
                    <a:pt x="58" y="5"/>
                    <a:pt x="57" y="4"/>
                    <a:pt x="56" y="3"/>
                  </a:cubicBezTo>
                  <a:cubicBezTo>
                    <a:pt x="56" y="3"/>
                    <a:pt x="55" y="2"/>
                    <a:pt x="55" y="2"/>
                  </a:cubicBezTo>
                  <a:cubicBezTo>
                    <a:pt x="53" y="1"/>
                    <a:pt x="50" y="0"/>
                    <a:pt x="47" y="0"/>
                  </a:cubicBezTo>
                  <a:cubicBezTo>
                    <a:pt x="42" y="0"/>
                    <a:pt x="36" y="2"/>
                    <a:pt x="30" y="6"/>
                  </a:cubicBezTo>
                  <a:cubicBezTo>
                    <a:pt x="23" y="11"/>
                    <a:pt x="18" y="16"/>
                    <a:pt x="15" y="22"/>
                  </a:cubicBezTo>
                  <a:cubicBezTo>
                    <a:pt x="11" y="28"/>
                    <a:pt x="9" y="33"/>
                    <a:pt x="9" y="38"/>
                  </a:cubicBezTo>
                  <a:cubicBezTo>
                    <a:pt x="9" y="41"/>
                    <a:pt x="10" y="44"/>
                    <a:pt x="12" y="46"/>
                  </a:cubicBezTo>
                  <a:cubicBezTo>
                    <a:pt x="14" y="48"/>
                    <a:pt x="16" y="49"/>
                    <a:pt x="19" y="49"/>
                  </a:cubicBezTo>
                  <a:cubicBezTo>
                    <a:pt x="23" y="49"/>
                    <a:pt x="27" y="48"/>
                    <a:pt x="31" y="45"/>
                  </a:cubicBezTo>
                  <a:cubicBezTo>
                    <a:pt x="36" y="43"/>
                    <a:pt x="40" y="39"/>
                    <a:pt x="44" y="36"/>
                  </a:cubicBezTo>
                  <a:cubicBezTo>
                    <a:pt x="42" y="48"/>
                    <a:pt x="40" y="57"/>
                    <a:pt x="37" y="62"/>
                  </a:cubicBezTo>
                  <a:cubicBezTo>
                    <a:pt x="35" y="67"/>
                    <a:pt x="31" y="69"/>
                    <a:pt x="28" y="69"/>
                  </a:cubicBezTo>
                  <a:close/>
                  <a:moveTo>
                    <a:pt x="34" y="34"/>
                  </a:moveTo>
                  <a:cubicBezTo>
                    <a:pt x="30" y="37"/>
                    <a:pt x="26" y="39"/>
                    <a:pt x="22" y="39"/>
                  </a:cubicBezTo>
                  <a:cubicBezTo>
                    <a:pt x="21" y="39"/>
                    <a:pt x="20" y="38"/>
                    <a:pt x="20" y="36"/>
                  </a:cubicBezTo>
                  <a:cubicBezTo>
                    <a:pt x="20" y="33"/>
                    <a:pt x="22" y="29"/>
                    <a:pt x="25" y="25"/>
                  </a:cubicBezTo>
                  <a:cubicBezTo>
                    <a:pt x="28" y="20"/>
                    <a:pt x="32" y="16"/>
                    <a:pt x="36" y="14"/>
                  </a:cubicBezTo>
                  <a:cubicBezTo>
                    <a:pt x="39" y="11"/>
                    <a:pt x="42" y="9"/>
                    <a:pt x="45" y="9"/>
                  </a:cubicBezTo>
                  <a:cubicBezTo>
                    <a:pt x="45" y="9"/>
                    <a:pt x="46" y="10"/>
                    <a:pt x="47" y="10"/>
                  </a:cubicBezTo>
                  <a:cubicBezTo>
                    <a:pt x="47" y="11"/>
                    <a:pt x="47" y="12"/>
                    <a:pt x="47" y="13"/>
                  </a:cubicBezTo>
                  <a:cubicBezTo>
                    <a:pt x="47" y="15"/>
                    <a:pt x="46" y="18"/>
                    <a:pt x="44" y="23"/>
                  </a:cubicBezTo>
                  <a:cubicBezTo>
                    <a:pt x="41" y="27"/>
                    <a:pt x="38" y="31"/>
                    <a:pt x="34"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Freeform 296"/>
            <p:cNvSpPr>
              <a:spLocks noEditPoints="1"/>
            </p:cNvSpPr>
            <p:nvPr/>
          </p:nvSpPr>
          <p:spPr bwMode="auto">
            <a:xfrm>
              <a:off x="7407276" y="4406900"/>
              <a:ext cx="55563" cy="71438"/>
            </a:xfrm>
            <a:custGeom>
              <a:avLst/>
              <a:gdLst>
                <a:gd name="T0" fmla="*/ 12 w 43"/>
                <a:gd name="T1" fmla="*/ 37 h 55"/>
                <a:gd name="T2" fmla="*/ 32 w 43"/>
                <a:gd name="T3" fmla="*/ 27 h 55"/>
                <a:gd name="T4" fmla="*/ 40 w 43"/>
                <a:gd name="T5" fmla="*/ 11 h 55"/>
                <a:gd name="T6" fmla="*/ 37 w 43"/>
                <a:gd name="T7" fmla="*/ 3 h 55"/>
                <a:gd name="T8" fmla="*/ 29 w 43"/>
                <a:gd name="T9" fmla="*/ 0 h 55"/>
                <a:gd name="T10" fmla="*/ 9 w 43"/>
                <a:gd name="T11" fmla="*/ 12 h 55"/>
                <a:gd name="T12" fmla="*/ 0 w 43"/>
                <a:gd name="T13" fmla="*/ 36 h 55"/>
                <a:gd name="T14" fmla="*/ 4 w 43"/>
                <a:gd name="T15" fmla="*/ 50 h 55"/>
                <a:gd name="T16" fmla="*/ 17 w 43"/>
                <a:gd name="T17" fmla="*/ 55 h 55"/>
                <a:gd name="T18" fmla="*/ 35 w 43"/>
                <a:gd name="T19" fmla="*/ 48 h 55"/>
                <a:gd name="T20" fmla="*/ 43 w 43"/>
                <a:gd name="T21" fmla="*/ 37 h 55"/>
                <a:gd name="T22" fmla="*/ 41 w 43"/>
                <a:gd name="T23" fmla="*/ 34 h 55"/>
                <a:gd name="T24" fmla="*/ 37 w 43"/>
                <a:gd name="T25" fmla="*/ 35 h 55"/>
                <a:gd name="T26" fmla="*/ 18 w 43"/>
                <a:gd name="T27" fmla="*/ 45 h 55"/>
                <a:gd name="T28" fmla="*/ 13 w 43"/>
                <a:gd name="T29" fmla="*/ 43 h 55"/>
                <a:gd name="T30" fmla="*/ 11 w 43"/>
                <a:gd name="T31" fmla="*/ 39 h 55"/>
                <a:gd name="T32" fmla="*/ 12 w 43"/>
                <a:gd name="T33" fmla="*/ 37 h 55"/>
                <a:gd name="T34" fmla="*/ 18 w 43"/>
                <a:gd name="T35" fmla="*/ 16 h 55"/>
                <a:gd name="T36" fmla="*/ 27 w 43"/>
                <a:gd name="T37" fmla="*/ 10 h 55"/>
                <a:gd name="T38" fmla="*/ 30 w 43"/>
                <a:gd name="T39" fmla="*/ 11 h 55"/>
                <a:gd name="T40" fmla="*/ 31 w 43"/>
                <a:gd name="T41" fmla="*/ 13 h 55"/>
                <a:gd name="T42" fmla="*/ 25 w 43"/>
                <a:gd name="T43" fmla="*/ 22 h 55"/>
                <a:gd name="T44" fmla="*/ 12 w 43"/>
                <a:gd name="T45" fmla="*/ 28 h 55"/>
                <a:gd name="T46" fmla="*/ 18 w 43"/>
                <a:gd name="T47" fmla="*/ 1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3" h="55">
                  <a:moveTo>
                    <a:pt x="12" y="37"/>
                  </a:moveTo>
                  <a:cubicBezTo>
                    <a:pt x="21" y="35"/>
                    <a:pt x="27" y="32"/>
                    <a:pt x="32" y="27"/>
                  </a:cubicBezTo>
                  <a:cubicBezTo>
                    <a:pt x="38" y="22"/>
                    <a:pt x="40" y="17"/>
                    <a:pt x="40" y="11"/>
                  </a:cubicBezTo>
                  <a:cubicBezTo>
                    <a:pt x="40" y="8"/>
                    <a:pt x="39" y="6"/>
                    <a:pt x="37" y="3"/>
                  </a:cubicBezTo>
                  <a:cubicBezTo>
                    <a:pt x="35" y="1"/>
                    <a:pt x="32" y="0"/>
                    <a:pt x="29" y="0"/>
                  </a:cubicBezTo>
                  <a:cubicBezTo>
                    <a:pt x="22" y="0"/>
                    <a:pt x="15" y="4"/>
                    <a:pt x="9" y="12"/>
                  </a:cubicBezTo>
                  <a:cubicBezTo>
                    <a:pt x="3" y="19"/>
                    <a:pt x="0" y="28"/>
                    <a:pt x="0" y="36"/>
                  </a:cubicBezTo>
                  <a:cubicBezTo>
                    <a:pt x="0" y="42"/>
                    <a:pt x="1" y="47"/>
                    <a:pt x="4" y="50"/>
                  </a:cubicBezTo>
                  <a:cubicBezTo>
                    <a:pt x="7" y="53"/>
                    <a:pt x="11" y="55"/>
                    <a:pt x="17" y="55"/>
                  </a:cubicBezTo>
                  <a:cubicBezTo>
                    <a:pt x="23" y="55"/>
                    <a:pt x="30" y="53"/>
                    <a:pt x="35" y="48"/>
                  </a:cubicBezTo>
                  <a:cubicBezTo>
                    <a:pt x="41" y="44"/>
                    <a:pt x="43" y="40"/>
                    <a:pt x="43" y="37"/>
                  </a:cubicBezTo>
                  <a:cubicBezTo>
                    <a:pt x="43" y="35"/>
                    <a:pt x="42" y="34"/>
                    <a:pt x="41" y="34"/>
                  </a:cubicBezTo>
                  <a:cubicBezTo>
                    <a:pt x="39" y="34"/>
                    <a:pt x="38" y="34"/>
                    <a:pt x="37" y="35"/>
                  </a:cubicBezTo>
                  <a:cubicBezTo>
                    <a:pt x="31" y="42"/>
                    <a:pt x="25" y="45"/>
                    <a:pt x="18" y="45"/>
                  </a:cubicBezTo>
                  <a:cubicBezTo>
                    <a:pt x="16" y="45"/>
                    <a:pt x="14" y="44"/>
                    <a:pt x="13" y="43"/>
                  </a:cubicBezTo>
                  <a:cubicBezTo>
                    <a:pt x="12" y="42"/>
                    <a:pt x="11" y="40"/>
                    <a:pt x="11" y="39"/>
                  </a:cubicBezTo>
                  <a:cubicBezTo>
                    <a:pt x="11" y="38"/>
                    <a:pt x="11" y="37"/>
                    <a:pt x="12" y="37"/>
                  </a:cubicBezTo>
                  <a:close/>
                  <a:moveTo>
                    <a:pt x="18" y="16"/>
                  </a:moveTo>
                  <a:cubicBezTo>
                    <a:pt x="22" y="12"/>
                    <a:pt x="25" y="10"/>
                    <a:pt x="27" y="10"/>
                  </a:cubicBezTo>
                  <a:cubicBezTo>
                    <a:pt x="28" y="10"/>
                    <a:pt x="29" y="10"/>
                    <a:pt x="30" y="11"/>
                  </a:cubicBezTo>
                  <a:cubicBezTo>
                    <a:pt x="30" y="11"/>
                    <a:pt x="31" y="12"/>
                    <a:pt x="31" y="13"/>
                  </a:cubicBezTo>
                  <a:cubicBezTo>
                    <a:pt x="31" y="16"/>
                    <a:pt x="29" y="19"/>
                    <a:pt x="25" y="22"/>
                  </a:cubicBezTo>
                  <a:cubicBezTo>
                    <a:pt x="21" y="25"/>
                    <a:pt x="17" y="27"/>
                    <a:pt x="12" y="28"/>
                  </a:cubicBezTo>
                  <a:cubicBezTo>
                    <a:pt x="13" y="24"/>
                    <a:pt x="15" y="20"/>
                    <a:pt x="1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47" name="组合 246"/>
          <p:cNvGrpSpPr/>
          <p:nvPr/>
        </p:nvGrpSpPr>
        <p:grpSpPr>
          <a:xfrm>
            <a:off x="388938" y="6313488"/>
            <a:ext cx="11422063" cy="177800"/>
            <a:chOff x="388938" y="6313488"/>
            <a:chExt cx="11422063" cy="177800"/>
          </a:xfrm>
          <a:solidFill>
            <a:schemeClr val="tx1">
              <a:lumMod val="65000"/>
              <a:lumOff val="35000"/>
            </a:schemeClr>
          </a:solidFill>
        </p:grpSpPr>
        <p:sp>
          <p:nvSpPr>
            <p:cNvPr id="248" name="Freeform 67"/>
            <p:cNvSpPr>
              <a:spLocks/>
            </p:cNvSpPr>
            <p:nvPr/>
          </p:nvSpPr>
          <p:spPr bwMode="auto">
            <a:xfrm>
              <a:off x="388938" y="6324600"/>
              <a:ext cx="98425" cy="123825"/>
            </a:xfrm>
            <a:custGeom>
              <a:avLst/>
              <a:gdLst>
                <a:gd name="T0" fmla="*/ 60 w 78"/>
                <a:gd name="T1" fmla="*/ 0 h 97"/>
                <a:gd name="T2" fmla="*/ 33 w 78"/>
                <a:gd name="T3" fmla="*/ 11 h 97"/>
                <a:gd name="T4" fmla="*/ 9 w 78"/>
                <a:gd name="T5" fmla="*/ 38 h 97"/>
                <a:gd name="T6" fmla="*/ 0 w 78"/>
                <a:gd name="T7" fmla="*/ 69 h 97"/>
                <a:gd name="T8" fmla="*/ 9 w 78"/>
                <a:gd name="T9" fmla="*/ 90 h 97"/>
                <a:gd name="T10" fmla="*/ 29 w 78"/>
                <a:gd name="T11" fmla="*/ 97 h 97"/>
                <a:gd name="T12" fmla="*/ 54 w 78"/>
                <a:gd name="T13" fmla="*/ 89 h 97"/>
                <a:gd name="T14" fmla="*/ 67 w 78"/>
                <a:gd name="T15" fmla="*/ 76 h 97"/>
                <a:gd name="T16" fmla="*/ 63 w 78"/>
                <a:gd name="T17" fmla="*/ 71 h 97"/>
                <a:gd name="T18" fmla="*/ 55 w 78"/>
                <a:gd name="T19" fmla="*/ 75 h 97"/>
                <a:gd name="T20" fmla="*/ 42 w 78"/>
                <a:gd name="T21" fmla="*/ 82 h 97"/>
                <a:gd name="T22" fmla="*/ 31 w 78"/>
                <a:gd name="T23" fmla="*/ 84 h 97"/>
                <a:gd name="T24" fmla="*/ 19 w 78"/>
                <a:gd name="T25" fmla="*/ 80 h 97"/>
                <a:gd name="T26" fmla="*/ 15 w 78"/>
                <a:gd name="T27" fmla="*/ 68 h 97"/>
                <a:gd name="T28" fmla="*/ 22 w 78"/>
                <a:gd name="T29" fmla="*/ 44 h 97"/>
                <a:gd name="T30" fmla="*/ 41 w 78"/>
                <a:gd name="T31" fmla="*/ 21 h 97"/>
                <a:gd name="T32" fmla="*/ 60 w 78"/>
                <a:gd name="T33" fmla="*/ 12 h 97"/>
                <a:gd name="T34" fmla="*/ 63 w 78"/>
                <a:gd name="T35" fmla="*/ 16 h 97"/>
                <a:gd name="T36" fmla="*/ 62 w 78"/>
                <a:gd name="T37" fmla="*/ 22 h 97"/>
                <a:gd name="T38" fmla="*/ 61 w 78"/>
                <a:gd name="T39" fmla="*/ 28 h 97"/>
                <a:gd name="T40" fmla="*/ 63 w 78"/>
                <a:gd name="T41" fmla="*/ 32 h 97"/>
                <a:gd name="T42" fmla="*/ 67 w 78"/>
                <a:gd name="T43" fmla="*/ 34 h 97"/>
                <a:gd name="T44" fmla="*/ 72 w 78"/>
                <a:gd name="T45" fmla="*/ 31 h 97"/>
                <a:gd name="T46" fmla="*/ 77 w 78"/>
                <a:gd name="T47" fmla="*/ 26 h 97"/>
                <a:gd name="T48" fmla="*/ 78 w 78"/>
                <a:gd name="T49" fmla="*/ 16 h 97"/>
                <a:gd name="T50" fmla="*/ 73 w 78"/>
                <a:gd name="T51" fmla="*/ 5 h 97"/>
                <a:gd name="T52" fmla="*/ 60 w 78"/>
                <a:gd name="T53"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8" h="97">
                  <a:moveTo>
                    <a:pt x="60" y="0"/>
                  </a:moveTo>
                  <a:cubicBezTo>
                    <a:pt x="51" y="0"/>
                    <a:pt x="42" y="4"/>
                    <a:pt x="33" y="11"/>
                  </a:cubicBezTo>
                  <a:cubicBezTo>
                    <a:pt x="23" y="18"/>
                    <a:pt x="15" y="27"/>
                    <a:pt x="9" y="38"/>
                  </a:cubicBezTo>
                  <a:cubicBezTo>
                    <a:pt x="3" y="50"/>
                    <a:pt x="0" y="60"/>
                    <a:pt x="0" y="69"/>
                  </a:cubicBezTo>
                  <a:cubicBezTo>
                    <a:pt x="0" y="78"/>
                    <a:pt x="3" y="85"/>
                    <a:pt x="9" y="90"/>
                  </a:cubicBezTo>
                  <a:cubicBezTo>
                    <a:pt x="15" y="95"/>
                    <a:pt x="21" y="97"/>
                    <a:pt x="29" y="97"/>
                  </a:cubicBezTo>
                  <a:cubicBezTo>
                    <a:pt x="37" y="97"/>
                    <a:pt x="45" y="94"/>
                    <a:pt x="54" y="89"/>
                  </a:cubicBezTo>
                  <a:cubicBezTo>
                    <a:pt x="63" y="84"/>
                    <a:pt x="67" y="79"/>
                    <a:pt x="67" y="76"/>
                  </a:cubicBezTo>
                  <a:cubicBezTo>
                    <a:pt x="67" y="73"/>
                    <a:pt x="66" y="71"/>
                    <a:pt x="63" y="71"/>
                  </a:cubicBezTo>
                  <a:cubicBezTo>
                    <a:pt x="61" y="71"/>
                    <a:pt x="59" y="73"/>
                    <a:pt x="55" y="75"/>
                  </a:cubicBezTo>
                  <a:cubicBezTo>
                    <a:pt x="51" y="78"/>
                    <a:pt x="47" y="80"/>
                    <a:pt x="42" y="82"/>
                  </a:cubicBezTo>
                  <a:cubicBezTo>
                    <a:pt x="37" y="84"/>
                    <a:pt x="34" y="84"/>
                    <a:pt x="31" y="84"/>
                  </a:cubicBezTo>
                  <a:cubicBezTo>
                    <a:pt x="25" y="84"/>
                    <a:pt x="22" y="83"/>
                    <a:pt x="19" y="80"/>
                  </a:cubicBezTo>
                  <a:cubicBezTo>
                    <a:pt x="16" y="76"/>
                    <a:pt x="15" y="73"/>
                    <a:pt x="15" y="68"/>
                  </a:cubicBezTo>
                  <a:cubicBezTo>
                    <a:pt x="15" y="61"/>
                    <a:pt x="17" y="53"/>
                    <a:pt x="22" y="44"/>
                  </a:cubicBezTo>
                  <a:cubicBezTo>
                    <a:pt x="28" y="35"/>
                    <a:pt x="34" y="27"/>
                    <a:pt x="41" y="21"/>
                  </a:cubicBezTo>
                  <a:cubicBezTo>
                    <a:pt x="48" y="15"/>
                    <a:pt x="54" y="12"/>
                    <a:pt x="60" y="12"/>
                  </a:cubicBezTo>
                  <a:cubicBezTo>
                    <a:pt x="62" y="12"/>
                    <a:pt x="63" y="13"/>
                    <a:pt x="63" y="16"/>
                  </a:cubicBezTo>
                  <a:cubicBezTo>
                    <a:pt x="63" y="17"/>
                    <a:pt x="63" y="20"/>
                    <a:pt x="62" y="22"/>
                  </a:cubicBezTo>
                  <a:cubicBezTo>
                    <a:pt x="61" y="24"/>
                    <a:pt x="61" y="26"/>
                    <a:pt x="61" y="28"/>
                  </a:cubicBezTo>
                  <a:cubicBezTo>
                    <a:pt x="61" y="29"/>
                    <a:pt x="62" y="31"/>
                    <a:pt x="63" y="32"/>
                  </a:cubicBezTo>
                  <a:cubicBezTo>
                    <a:pt x="64" y="33"/>
                    <a:pt x="65" y="34"/>
                    <a:pt x="67" y="34"/>
                  </a:cubicBezTo>
                  <a:cubicBezTo>
                    <a:pt x="68" y="34"/>
                    <a:pt x="70" y="33"/>
                    <a:pt x="72" y="31"/>
                  </a:cubicBezTo>
                  <a:cubicBezTo>
                    <a:pt x="75" y="30"/>
                    <a:pt x="76" y="28"/>
                    <a:pt x="77" y="26"/>
                  </a:cubicBezTo>
                  <a:cubicBezTo>
                    <a:pt x="78" y="24"/>
                    <a:pt x="78" y="21"/>
                    <a:pt x="78" y="16"/>
                  </a:cubicBezTo>
                  <a:cubicBezTo>
                    <a:pt x="78" y="12"/>
                    <a:pt x="76" y="8"/>
                    <a:pt x="73" y="5"/>
                  </a:cubicBezTo>
                  <a:cubicBezTo>
                    <a:pt x="70" y="2"/>
                    <a:pt x="66" y="0"/>
                    <a:pt x="6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68"/>
            <p:cNvSpPr>
              <a:spLocks noEditPoints="1"/>
            </p:cNvSpPr>
            <p:nvPr/>
          </p:nvSpPr>
          <p:spPr bwMode="auto">
            <a:xfrm>
              <a:off x="493713" y="6359525"/>
              <a:ext cx="74613" cy="85725"/>
            </a:xfrm>
            <a:custGeom>
              <a:avLst/>
              <a:gdLst>
                <a:gd name="T0" fmla="*/ 36 w 59"/>
                <a:gd name="T1" fmla="*/ 0 h 68"/>
                <a:gd name="T2" fmla="*/ 10 w 59"/>
                <a:gd name="T3" fmla="*/ 15 h 68"/>
                <a:gd name="T4" fmla="*/ 0 w 59"/>
                <a:gd name="T5" fmla="*/ 45 h 68"/>
                <a:gd name="T6" fmla="*/ 6 w 59"/>
                <a:gd name="T7" fmla="*/ 61 h 68"/>
                <a:gd name="T8" fmla="*/ 20 w 59"/>
                <a:gd name="T9" fmla="*/ 68 h 68"/>
                <a:gd name="T10" fmla="*/ 43 w 59"/>
                <a:gd name="T11" fmla="*/ 58 h 68"/>
                <a:gd name="T12" fmla="*/ 58 w 59"/>
                <a:gd name="T13" fmla="*/ 35 h 68"/>
                <a:gd name="T14" fmla="*/ 58 w 59"/>
                <a:gd name="T15" fmla="*/ 35 h 68"/>
                <a:gd name="T16" fmla="*/ 59 w 59"/>
                <a:gd name="T17" fmla="*/ 26 h 68"/>
                <a:gd name="T18" fmla="*/ 53 w 59"/>
                <a:gd name="T19" fmla="*/ 8 h 68"/>
                <a:gd name="T20" fmla="*/ 36 w 59"/>
                <a:gd name="T21" fmla="*/ 0 h 68"/>
                <a:gd name="T22" fmla="*/ 37 w 59"/>
                <a:gd name="T23" fmla="*/ 46 h 68"/>
                <a:gd name="T24" fmla="*/ 21 w 59"/>
                <a:gd name="T25" fmla="*/ 55 h 68"/>
                <a:gd name="T26" fmla="*/ 16 w 59"/>
                <a:gd name="T27" fmla="*/ 52 h 68"/>
                <a:gd name="T28" fmla="*/ 15 w 59"/>
                <a:gd name="T29" fmla="*/ 44 h 68"/>
                <a:gd name="T30" fmla="*/ 19 w 59"/>
                <a:gd name="T31" fmla="*/ 28 h 68"/>
                <a:gd name="T32" fmla="*/ 27 w 59"/>
                <a:gd name="T33" fmla="*/ 16 h 68"/>
                <a:gd name="T34" fmla="*/ 27 w 59"/>
                <a:gd name="T35" fmla="*/ 16 h 68"/>
                <a:gd name="T36" fmla="*/ 35 w 59"/>
                <a:gd name="T37" fmla="*/ 13 h 68"/>
                <a:gd name="T38" fmla="*/ 42 w 59"/>
                <a:gd name="T39" fmla="*/ 17 h 68"/>
                <a:gd name="T40" fmla="*/ 45 w 59"/>
                <a:gd name="T41" fmla="*/ 27 h 68"/>
                <a:gd name="T42" fmla="*/ 37 w 59"/>
                <a:gd name="T43" fmla="*/ 46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9" h="68">
                  <a:moveTo>
                    <a:pt x="36" y="0"/>
                  </a:moveTo>
                  <a:cubicBezTo>
                    <a:pt x="26" y="0"/>
                    <a:pt x="17" y="5"/>
                    <a:pt x="10" y="15"/>
                  </a:cubicBezTo>
                  <a:cubicBezTo>
                    <a:pt x="3" y="25"/>
                    <a:pt x="0" y="35"/>
                    <a:pt x="0" y="45"/>
                  </a:cubicBezTo>
                  <a:cubicBezTo>
                    <a:pt x="0" y="52"/>
                    <a:pt x="2" y="57"/>
                    <a:pt x="6" y="61"/>
                  </a:cubicBezTo>
                  <a:cubicBezTo>
                    <a:pt x="9" y="66"/>
                    <a:pt x="14" y="68"/>
                    <a:pt x="20" y="68"/>
                  </a:cubicBezTo>
                  <a:cubicBezTo>
                    <a:pt x="28" y="68"/>
                    <a:pt x="35" y="65"/>
                    <a:pt x="43" y="58"/>
                  </a:cubicBezTo>
                  <a:cubicBezTo>
                    <a:pt x="50" y="52"/>
                    <a:pt x="55" y="44"/>
                    <a:pt x="58" y="35"/>
                  </a:cubicBezTo>
                  <a:cubicBezTo>
                    <a:pt x="58" y="35"/>
                    <a:pt x="58" y="35"/>
                    <a:pt x="58" y="35"/>
                  </a:cubicBezTo>
                  <a:cubicBezTo>
                    <a:pt x="59" y="32"/>
                    <a:pt x="59" y="29"/>
                    <a:pt x="59" y="26"/>
                  </a:cubicBezTo>
                  <a:cubicBezTo>
                    <a:pt x="59" y="19"/>
                    <a:pt x="57" y="13"/>
                    <a:pt x="53" y="8"/>
                  </a:cubicBezTo>
                  <a:cubicBezTo>
                    <a:pt x="48" y="3"/>
                    <a:pt x="43" y="0"/>
                    <a:pt x="36" y="0"/>
                  </a:cubicBezTo>
                  <a:close/>
                  <a:moveTo>
                    <a:pt x="37" y="46"/>
                  </a:moveTo>
                  <a:cubicBezTo>
                    <a:pt x="31" y="52"/>
                    <a:pt x="26" y="55"/>
                    <a:pt x="21" y="55"/>
                  </a:cubicBezTo>
                  <a:cubicBezTo>
                    <a:pt x="19" y="55"/>
                    <a:pt x="18" y="54"/>
                    <a:pt x="16" y="52"/>
                  </a:cubicBezTo>
                  <a:cubicBezTo>
                    <a:pt x="15" y="50"/>
                    <a:pt x="15" y="47"/>
                    <a:pt x="15" y="44"/>
                  </a:cubicBezTo>
                  <a:cubicBezTo>
                    <a:pt x="15" y="38"/>
                    <a:pt x="16" y="33"/>
                    <a:pt x="19" y="28"/>
                  </a:cubicBezTo>
                  <a:cubicBezTo>
                    <a:pt x="21" y="22"/>
                    <a:pt x="24" y="18"/>
                    <a:pt x="27" y="16"/>
                  </a:cubicBezTo>
                  <a:cubicBezTo>
                    <a:pt x="27" y="16"/>
                    <a:pt x="27" y="16"/>
                    <a:pt x="27" y="16"/>
                  </a:cubicBezTo>
                  <a:cubicBezTo>
                    <a:pt x="29" y="14"/>
                    <a:pt x="32" y="13"/>
                    <a:pt x="35" y="13"/>
                  </a:cubicBezTo>
                  <a:cubicBezTo>
                    <a:pt x="38" y="13"/>
                    <a:pt x="40" y="14"/>
                    <a:pt x="42" y="17"/>
                  </a:cubicBezTo>
                  <a:cubicBezTo>
                    <a:pt x="44" y="19"/>
                    <a:pt x="45" y="23"/>
                    <a:pt x="45" y="27"/>
                  </a:cubicBezTo>
                  <a:cubicBezTo>
                    <a:pt x="45" y="34"/>
                    <a:pt x="42" y="41"/>
                    <a:pt x="37"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Freeform 69"/>
            <p:cNvSpPr>
              <a:spLocks noEditPoints="1"/>
            </p:cNvSpPr>
            <p:nvPr/>
          </p:nvSpPr>
          <p:spPr bwMode="auto">
            <a:xfrm>
              <a:off x="581025" y="6359525"/>
              <a:ext cx="74613" cy="85725"/>
            </a:xfrm>
            <a:custGeom>
              <a:avLst/>
              <a:gdLst>
                <a:gd name="T0" fmla="*/ 36 w 59"/>
                <a:gd name="T1" fmla="*/ 0 h 68"/>
                <a:gd name="T2" fmla="*/ 10 w 59"/>
                <a:gd name="T3" fmla="*/ 15 h 68"/>
                <a:gd name="T4" fmla="*/ 0 w 59"/>
                <a:gd name="T5" fmla="*/ 45 h 68"/>
                <a:gd name="T6" fmla="*/ 6 w 59"/>
                <a:gd name="T7" fmla="*/ 61 h 68"/>
                <a:gd name="T8" fmla="*/ 20 w 59"/>
                <a:gd name="T9" fmla="*/ 68 h 68"/>
                <a:gd name="T10" fmla="*/ 43 w 59"/>
                <a:gd name="T11" fmla="*/ 58 h 68"/>
                <a:gd name="T12" fmla="*/ 58 w 59"/>
                <a:gd name="T13" fmla="*/ 35 h 68"/>
                <a:gd name="T14" fmla="*/ 58 w 59"/>
                <a:gd name="T15" fmla="*/ 35 h 68"/>
                <a:gd name="T16" fmla="*/ 59 w 59"/>
                <a:gd name="T17" fmla="*/ 26 h 68"/>
                <a:gd name="T18" fmla="*/ 53 w 59"/>
                <a:gd name="T19" fmla="*/ 8 h 68"/>
                <a:gd name="T20" fmla="*/ 36 w 59"/>
                <a:gd name="T21" fmla="*/ 0 h 68"/>
                <a:gd name="T22" fmla="*/ 37 w 59"/>
                <a:gd name="T23" fmla="*/ 46 h 68"/>
                <a:gd name="T24" fmla="*/ 21 w 59"/>
                <a:gd name="T25" fmla="*/ 55 h 68"/>
                <a:gd name="T26" fmla="*/ 16 w 59"/>
                <a:gd name="T27" fmla="*/ 52 h 68"/>
                <a:gd name="T28" fmla="*/ 15 w 59"/>
                <a:gd name="T29" fmla="*/ 44 h 68"/>
                <a:gd name="T30" fmla="*/ 19 w 59"/>
                <a:gd name="T31" fmla="*/ 28 h 68"/>
                <a:gd name="T32" fmla="*/ 27 w 59"/>
                <a:gd name="T33" fmla="*/ 16 h 68"/>
                <a:gd name="T34" fmla="*/ 27 w 59"/>
                <a:gd name="T35" fmla="*/ 16 h 68"/>
                <a:gd name="T36" fmla="*/ 35 w 59"/>
                <a:gd name="T37" fmla="*/ 13 h 68"/>
                <a:gd name="T38" fmla="*/ 42 w 59"/>
                <a:gd name="T39" fmla="*/ 17 h 68"/>
                <a:gd name="T40" fmla="*/ 45 w 59"/>
                <a:gd name="T41" fmla="*/ 27 h 68"/>
                <a:gd name="T42" fmla="*/ 37 w 59"/>
                <a:gd name="T43" fmla="*/ 46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9" h="68">
                  <a:moveTo>
                    <a:pt x="36" y="0"/>
                  </a:moveTo>
                  <a:cubicBezTo>
                    <a:pt x="26" y="0"/>
                    <a:pt x="17" y="5"/>
                    <a:pt x="10" y="15"/>
                  </a:cubicBezTo>
                  <a:cubicBezTo>
                    <a:pt x="3" y="25"/>
                    <a:pt x="0" y="35"/>
                    <a:pt x="0" y="45"/>
                  </a:cubicBezTo>
                  <a:cubicBezTo>
                    <a:pt x="0" y="52"/>
                    <a:pt x="2" y="57"/>
                    <a:pt x="6" y="61"/>
                  </a:cubicBezTo>
                  <a:cubicBezTo>
                    <a:pt x="10" y="66"/>
                    <a:pt x="14" y="68"/>
                    <a:pt x="20" y="68"/>
                  </a:cubicBezTo>
                  <a:cubicBezTo>
                    <a:pt x="28" y="68"/>
                    <a:pt x="35" y="65"/>
                    <a:pt x="43" y="58"/>
                  </a:cubicBezTo>
                  <a:cubicBezTo>
                    <a:pt x="50" y="52"/>
                    <a:pt x="55" y="44"/>
                    <a:pt x="58" y="35"/>
                  </a:cubicBezTo>
                  <a:cubicBezTo>
                    <a:pt x="58" y="35"/>
                    <a:pt x="58" y="35"/>
                    <a:pt x="58" y="35"/>
                  </a:cubicBezTo>
                  <a:cubicBezTo>
                    <a:pt x="59" y="32"/>
                    <a:pt x="59" y="29"/>
                    <a:pt x="59" y="26"/>
                  </a:cubicBezTo>
                  <a:cubicBezTo>
                    <a:pt x="59" y="19"/>
                    <a:pt x="57" y="13"/>
                    <a:pt x="53" y="8"/>
                  </a:cubicBezTo>
                  <a:cubicBezTo>
                    <a:pt x="48" y="3"/>
                    <a:pt x="43" y="0"/>
                    <a:pt x="36" y="0"/>
                  </a:cubicBezTo>
                  <a:close/>
                  <a:moveTo>
                    <a:pt x="37" y="46"/>
                  </a:moveTo>
                  <a:cubicBezTo>
                    <a:pt x="31" y="52"/>
                    <a:pt x="26" y="55"/>
                    <a:pt x="21" y="55"/>
                  </a:cubicBezTo>
                  <a:cubicBezTo>
                    <a:pt x="19" y="55"/>
                    <a:pt x="18" y="54"/>
                    <a:pt x="16" y="52"/>
                  </a:cubicBezTo>
                  <a:cubicBezTo>
                    <a:pt x="15" y="50"/>
                    <a:pt x="15" y="47"/>
                    <a:pt x="15" y="44"/>
                  </a:cubicBezTo>
                  <a:cubicBezTo>
                    <a:pt x="15" y="38"/>
                    <a:pt x="16" y="33"/>
                    <a:pt x="19" y="28"/>
                  </a:cubicBezTo>
                  <a:cubicBezTo>
                    <a:pt x="21" y="22"/>
                    <a:pt x="24" y="18"/>
                    <a:pt x="27" y="16"/>
                  </a:cubicBezTo>
                  <a:cubicBezTo>
                    <a:pt x="27" y="16"/>
                    <a:pt x="27" y="16"/>
                    <a:pt x="27" y="16"/>
                  </a:cubicBezTo>
                  <a:cubicBezTo>
                    <a:pt x="29" y="14"/>
                    <a:pt x="32" y="13"/>
                    <a:pt x="35" y="13"/>
                  </a:cubicBezTo>
                  <a:cubicBezTo>
                    <a:pt x="38" y="13"/>
                    <a:pt x="40" y="14"/>
                    <a:pt x="42" y="17"/>
                  </a:cubicBezTo>
                  <a:cubicBezTo>
                    <a:pt x="44" y="19"/>
                    <a:pt x="45" y="23"/>
                    <a:pt x="45" y="27"/>
                  </a:cubicBezTo>
                  <a:cubicBezTo>
                    <a:pt x="45" y="34"/>
                    <a:pt x="42" y="41"/>
                    <a:pt x="37"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Freeform 70"/>
            <p:cNvSpPr>
              <a:spLocks/>
            </p:cNvSpPr>
            <p:nvPr/>
          </p:nvSpPr>
          <p:spPr bwMode="auto">
            <a:xfrm>
              <a:off x="671513" y="6313488"/>
              <a:ext cx="33338" cy="134938"/>
            </a:xfrm>
            <a:custGeom>
              <a:avLst/>
              <a:gdLst>
                <a:gd name="T0" fmla="*/ 20 w 27"/>
                <a:gd name="T1" fmla="*/ 0 h 106"/>
                <a:gd name="T2" fmla="*/ 13 w 27"/>
                <a:gd name="T3" fmla="*/ 5 h 106"/>
                <a:gd name="T4" fmla="*/ 5 w 27"/>
                <a:gd name="T5" fmla="*/ 38 h 106"/>
                <a:gd name="T6" fmla="*/ 0 w 27"/>
                <a:gd name="T7" fmla="*/ 88 h 106"/>
                <a:gd name="T8" fmla="*/ 2 w 27"/>
                <a:gd name="T9" fmla="*/ 102 h 106"/>
                <a:gd name="T10" fmla="*/ 8 w 27"/>
                <a:gd name="T11" fmla="*/ 106 h 106"/>
                <a:gd name="T12" fmla="*/ 14 w 27"/>
                <a:gd name="T13" fmla="*/ 103 h 106"/>
                <a:gd name="T14" fmla="*/ 16 w 27"/>
                <a:gd name="T15" fmla="*/ 97 h 106"/>
                <a:gd name="T16" fmla="*/ 16 w 27"/>
                <a:gd name="T17" fmla="*/ 93 h 106"/>
                <a:gd name="T18" fmla="*/ 15 w 27"/>
                <a:gd name="T19" fmla="*/ 75 h 106"/>
                <a:gd name="T20" fmla="*/ 17 w 27"/>
                <a:gd name="T21" fmla="*/ 56 h 106"/>
                <a:gd name="T22" fmla="*/ 21 w 27"/>
                <a:gd name="T23" fmla="*/ 32 h 106"/>
                <a:gd name="T24" fmla="*/ 26 w 27"/>
                <a:gd name="T25" fmla="*/ 14 h 106"/>
                <a:gd name="T26" fmla="*/ 27 w 27"/>
                <a:gd name="T27" fmla="*/ 7 h 106"/>
                <a:gd name="T28" fmla="*/ 20 w 27"/>
                <a:gd name="T29"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106">
                  <a:moveTo>
                    <a:pt x="20" y="0"/>
                  </a:moveTo>
                  <a:cubicBezTo>
                    <a:pt x="18" y="0"/>
                    <a:pt x="15" y="1"/>
                    <a:pt x="13" y="5"/>
                  </a:cubicBezTo>
                  <a:cubicBezTo>
                    <a:pt x="11" y="8"/>
                    <a:pt x="9" y="19"/>
                    <a:pt x="5" y="38"/>
                  </a:cubicBezTo>
                  <a:cubicBezTo>
                    <a:pt x="2" y="57"/>
                    <a:pt x="0" y="74"/>
                    <a:pt x="0" y="88"/>
                  </a:cubicBezTo>
                  <a:cubicBezTo>
                    <a:pt x="0" y="94"/>
                    <a:pt x="1" y="99"/>
                    <a:pt x="2" y="102"/>
                  </a:cubicBezTo>
                  <a:cubicBezTo>
                    <a:pt x="3" y="104"/>
                    <a:pt x="5" y="106"/>
                    <a:pt x="8" y="106"/>
                  </a:cubicBezTo>
                  <a:cubicBezTo>
                    <a:pt x="10" y="106"/>
                    <a:pt x="12" y="105"/>
                    <a:pt x="14" y="103"/>
                  </a:cubicBezTo>
                  <a:cubicBezTo>
                    <a:pt x="16" y="101"/>
                    <a:pt x="16" y="99"/>
                    <a:pt x="16" y="97"/>
                  </a:cubicBezTo>
                  <a:cubicBezTo>
                    <a:pt x="16" y="96"/>
                    <a:pt x="16" y="95"/>
                    <a:pt x="16" y="93"/>
                  </a:cubicBezTo>
                  <a:cubicBezTo>
                    <a:pt x="15" y="86"/>
                    <a:pt x="15" y="80"/>
                    <a:pt x="15" y="75"/>
                  </a:cubicBezTo>
                  <a:cubicBezTo>
                    <a:pt x="15" y="71"/>
                    <a:pt x="15" y="64"/>
                    <a:pt x="17" y="56"/>
                  </a:cubicBezTo>
                  <a:cubicBezTo>
                    <a:pt x="18" y="47"/>
                    <a:pt x="19" y="39"/>
                    <a:pt x="21" y="32"/>
                  </a:cubicBezTo>
                  <a:cubicBezTo>
                    <a:pt x="24" y="22"/>
                    <a:pt x="25" y="16"/>
                    <a:pt x="26" y="14"/>
                  </a:cubicBezTo>
                  <a:cubicBezTo>
                    <a:pt x="26" y="11"/>
                    <a:pt x="27" y="9"/>
                    <a:pt x="27" y="7"/>
                  </a:cubicBezTo>
                  <a:cubicBezTo>
                    <a:pt x="27" y="2"/>
                    <a:pt x="25" y="0"/>
                    <a:pt x="2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71"/>
            <p:cNvSpPr>
              <a:spLocks/>
            </p:cNvSpPr>
            <p:nvPr/>
          </p:nvSpPr>
          <p:spPr bwMode="auto">
            <a:xfrm>
              <a:off x="771525" y="6359525"/>
              <a:ext cx="85725" cy="87313"/>
            </a:xfrm>
            <a:custGeom>
              <a:avLst/>
              <a:gdLst>
                <a:gd name="T0" fmla="*/ 68 w 68"/>
                <a:gd name="T1" fmla="*/ 7 h 69"/>
                <a:gd name="T2" fmla="*/ 66 w 68"/>
                <a:gd name="T3" fmla="*/ 2 h 69"/>
                <a:gd name="T4" fmla="*/ 61 w 68"/>
                <a:gd name="T5" fmla="*/ 0 h 69"/>
                <a:gd name="T6" fmla="*/ 56 w 68"/>
                <a:gd name="T7" fmla="*/ 1 h 69"/>
                <a:gd name="T8" fmla="*/ 48 w 68"/>
                <a:gd name="T9" fmla="*/ 10 h 69"/>
                <a:gd name="T10" fmla="*/ 35 w 68"/>
                <a:gd name="T11" fmla="*/ 29 h 69"/>
                <a:gd name="T12" fmla="*/ 26 w 68"/>
                <a:gd name="T13" fmla="*/ 43 h 69"/>
                <a:gd name="T14" fmla="*/ 24 w 68"/>
                <a:gd name="T15" fmla="*/ 48 h 69"/>
                <a:gd name="T16" fmla="*/ 23 w 68"/>
                <a:gd name="T17" fmla="*/ 44 h 69"/>
                <a:gd name="T18" fmla="*/ 20 w 68"/>
                <a:gd name="T19" fmla="*/ 37 h 69"/>
                <a:gd name="T20" fmla="*/ 17 w 68"/>
                <a:gd name="T21" fmla="*/ 27 h 69"/>
                <a:gd name="T22" fmla="*/ 15 w 68"/>
                <a:gd name="T23" fmla="*/ 18 h 69"/>
                <a:gd name="T24" fmla="*/ 15 w 68"/>
                <a:gd name="T25" fmla="*/ 10 h 69"/>
                <a:gd name="T26" fmla="*/ 8 w 68"/>
                <a:gd name="T27" fmla="*/ 1 h 69"/>
                <a:gd name="T28" fmla="*/ 0 w 68"/>
                <a:gd name="T29" fmla="*/ 11 h 69"/>
                <a:gd name="T30" fmla="*/ 9 w 68"/>
                <a:gd name="T31" fmla="*/ 47 h 69"/>
                <a:gd name="T32" fmla="*/ 14 w 68"/>
                <a:gd name="T33" fmla="*/ 64 h 69"/>
                <a:gd name="T34" fmla="*/ 22 w 68"/>
                <a:gd name="T35" fmla="*/ 69 h 69"/>
                <a:gd name="T36" fmla="*/ 32 w 68"/>
                <a:gd name="T37" fmla="*/ 59 h 69"/>
                <a:gd name="T38" fmla="*/ 50 w 68"/>
                <a:gd name="T39" fmla="*/ 29 h 69"/>
                <a:gd name="T40" fmla="*/ 63 w 68"/>
                <a:gd name="T41" fmla="*/ 14 h 69"/>
                <a:gd name="T42" fmla="*/ 68 w 68"/>
                <a:gd name="T43" fmla="*/ 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8" h="69">
                  <a:moveTo>
                    <a:pt x="68" y="7"/>
                  </a:moveTo>
                  <a:cubicBezTo>
                    <a:pt x="68" y="5"/>
                    <a:pt x="68" y="3"/>
                    <a:pt x="66" y="2"/>
                  </a:cubicBezTo>
                  <a:cubicBezTo>
                    <a:pt x="65" y="0"/>
                    <a:pt x="63" y="0"/>
                    <a:pt x="61" y="0"/>
                  </a:cubicBezTo>
                  <a:cubicBezTo>
                    <a:pt x="59" y="0"/>
                    <a:pt x="57" y="0"/>
                    <a:pt x="56" y="1"/>
                  </a:cubicBezTo>
                  <a:cubicBezTo>
                    <a:pt x="54" y="2"/>
                    <a:pt x="51" y="5"/>
                    <a:pt x="48" y="10"/>
                  </a:cubicBezTo>
                  <a:cubicBezTo>
                    <a:pt x="44" y="15"/>
                    <a:pt x="40" y="21"/>
                    <a:pt x="35" y="29"/>
                  </a:cubicBezTo>
                  <a:cubicBezTo>
                    <a:pt x="30" y="37"/>
                    <a:pt x="27" y="41"/>
                    <a:pt x="26" y="43"/>
                  </a:cubicBezTo>
                  <a:cubicBezTo>
                    <a:pt x="25" y="46"/>
                    <a:pt x="24" y="47"/>
                    <a:pt x="24" y="48"/>
                  </a:cubicBezTo>
                  <a:cubicBezTo>
                    <a:pt x="23" y="47"/>
                    <a:pt x="23" y="46"/>
                    <a:pt x="23" y="44"/>
                  </a:cubicBezTo>
                  <a:cubicBezTo>
                    <a:pt x="22" y="41"/>
                    <a:pt x="21" y="39"/>
                    <a:pt x="20" y="37"/>
                  </a:cubicBezTo>
                  <a:cubicBezTo>
                    <a:pt x="19" y="34"/>
                    <a:pt x="18" y="31"/>
                    <a:pt x="17" y="27"/>
                  </a:cubicBezTo>
                  <a:cubicBezTo>
                    <a:pt x="16" y="22"/>
                    <a:pt x="16" y="20"/>
                    <a:pt x="15" y="18"/>
                  </a:cubicBezTo>
                  <a:cubicBezTo>
                    <a:pt x="15" y="16"/>
                    <a:pt x="15" y="14"/>
                    <a:pt x="15" y="10"/>
                  </a:cubicBezTo>
                  <a:cubicBezTo>
                    <a:pt x="15" y="4"/>
                    <a:pt x="13" y="1"/>
                    <a:pt x="8" y="1"/>
                  </a:cubicBezTo>
                  <a:cubicBezTo>
                    <a:pt x="2" y="1"/>
                    <a:pt x="0" y="4"/>
                    <a:pt x="0" y="11"/>
                  </a:cubicBezTo>
                  <a:cubicBezTo>
                    <a:pt x="0" y="18"/>
                    <a:pt x="3" y="30"/>
                    <a:pt x="9" y="47"/>
                  </a:cubicBezTo>
                  <a:cubicBezTo>
                    <a:pt x="13" y="56"/>
                    <a:pt x="14" y="62"/>
                    <a:pt x="14" y="64"/>
                  </a:cubicBezTo>
                  <a:cubicBezTo>
                    <a:pt x="17" y="68"/>
                    <a:pt x="19" y="69"/>
                    <a:pt x="22" y="69"/>
                  </a:cubicBezTo>
                  <a:cubicBezTo>
                    <a:pt x="25" y="69"/>
                    <a:pt x="28" y="66"/>
                    <a:pt x="32" y="59"/>
                  </a:cubicBezTo>
                  <a:cubicBezTo>
                    <a:pt x="38" y="47"/>
                    <a:pt x="44" y="37"/>
                    <a:pt x="50" y="29"/>
                  </a:cubicBezTo>
                  <a:cubicBezTo>
                    <a:pt x="56" y="21"/>
                    <a:pt x="60" y="16"/>
                    <a:pt x="63" y="14"/>
                  </a:cubicBezTo>
                  <a:cubicBezTo>
                    <a:pt x="67" y="11"/>
                    <a:pt x="68" y="9"/>
                    <a:pt x="68"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72"/>
            <p:cNvSpPr>
              <a:spLocks/>
            </p:cNvSpPr>
            <p:nvPr/>
          </p:nvSpPr>
          <p:spPr bwMode="auto">
            <a:xfrm>
              <a:off x="850900" y="6354763"/>
              <a:ext cx="63500" cy="92075"/>
            </a:xfrm>
            <a:custGeom>
              <a:avLst/>
              <a:gdLst>
                <a:gd name="T0" fmla="*/ 27 w 50"/>
                <a:gd name="T1" fmla="*/ 17 h 73"/>
                <a:gd name="T2" fmla="*/ 39 w 50"/>
                <a:gd name="T3" fmla="*/ 13 h 73"/>
                <a:gd name="T4" fmla="*/ 41 w 50"/>
                <a:gd name="T5" fmla="*/ 14 h 73"/>
                <a:gd name="T6" fmla="*/ 44 w 50"/>
                <a:gd name="T7" fmla="*/ 15 h 73"/>
                <a:gd name="T8" fmla="*/ 47 w 50"/>
                <a:gd name="T9" fmla="*/ 13 h 73"/>
                <a:gd name="T10" fmla="*/ 50 w 50"/>
                <a:gd name="T11" fmla="*/ 9 h 73"/>
                <a:gd name="T12" fmla="*/ 40 w 50"/>
                <a:gd name="T13" fmla="*/ 0 h 73"/>
                <a:gd name="T14" fmla="*/ 17 w 50"/>
                <a:gd name="T15" fmla="*/ 8 h 73"/>
                <a:gd name="T16" fmla="*/ 6 w 50"/>
                <a:gd name="T17" fmla="*/ 26 h 73"/>
                <a:gd name="T18" fmla="*/ 9 w 50"/>
                <a:gd name="T19" fmla="*/ 36 h 73"/>
                <a:gd name="T20" fmla="*/ 25 w 50"/>
                <a:gd name="T21" fmla="*/ 46 h 73"/>
                <a:gd name="T22" fmla="*/ 35 w 50"/>
                <a:gd name="T23" fmla="*/ 54 h 73"/>
                <a:gd name="T24" fmla="*/ 27 w 50"/>
                <a:gd name="T25" fmla="*/ 58 h 73"/>
                <a:gd name="T26" fmla="*/ 15 w 50"/>
                <a:gd name="T27" fmla="*/ 60 h 73"/>
                <a:gd name="T28" fmla="*/ 11 w 50"/>
                <a:gd name="T29" fmla="*/ 59 h 73"/>
                <a:gd name="T30" fmla="*/ 7 w 50"/>
                <a:gd name="T31" fmla="*/ 58 h 73"/>
                <a:gd name="T32" fmla="*/ 2 w 50"/>
                <a:gd name="T33" fmla="*/ 60 h 73"/>
                <a:gd name="T34" fmla="*/ 0 w 50"/>
                <a:gd name="T35" fmla="*/ 65 h 73"/>
                <a:gd name="T36" fmla="*/ 11 w 50"/>
                <a:gd name="T37" fmla="*/ 73 h 73"/>
                <a:gd name="T38" fmla="*/ 37 w 50"/>
                <a:gd name="T39" fmla="*/ 67 h 73"/>
                <a:gd name="T40" fmla="*/ 49 w 50"/>
                <a:gd name="T41" fmla="*/ 53 h 73"/>
                <a:gd name="T42" fmla="*/ 46 w 50"/>
                <a:gd name="T43" fmla="*/ 44 h 73"/>
                <a:gd name="T44" fmla="*/ 32 w 50"/>
                <a:gd name="T45" fmla="*/ 35 h 73"/>
                <a:gd name="T46" fmla="*/ 23 w 50"/>
                <a:gd name="T47" fmla="*/ 29 h 73"/>
                <a:gd name="T48" fmla="*/ 20 w 50"/>
                <a:gd name="T49" fmla="*/ 25 h 73"/>
                <a:gd name="T50" fmla="*/ 27 w 50"/>
                <a:gd name="T51" fmla="*/ 17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3">
                  <a:moveTo>
                    <a:pt x="27" y="17"/>
                  </a:moveTo>
                  <a:cubicBezTo>
                    <a:pt x="31" y="14"/>
                    <a:pt x="35" y="13"/>
                    <a:pt x="39" y="13"/>
                  </a:cubicBezTo>
                  <a:cubicBezTo>
                    <a:pt x="39" y="13"/>
                    <a:pt x="40" y="13"/>
                    <a:pt x="41" y="14"/>
                  </a:cubicBezTo>
                  <a:cubicBezTo>
                    <a:pt x="42" y="14"/>
                    <a:pt x="43" y="15"/>
                    <a:pt x="44" y="15"/>
                  </a:cubicBezTo>
                  <a:cubicBezTo>
                    <a:pt x="45" y="15"/>
                    <a:pt x="46" y="14"/>
                    <a:pt x="47" y="13"/>
                  </a:cubicBezTo>
                  <a:cubicBezTo>
                    <a:pt x="49" y="12"/>
                    <a:pt x="50" y="10"/>
                    <a:pt x="50" y="9"/>
                  </a:cubicBezTo>
                  <a:cubicBezTo>
                    <a:pt x="50" y="3"/>
                    <a:pt x="46" y="0"/>
                    <a:pt x="40" y="0"/>
                  </a:cubicBezTo>
                  <a:cubicBezTo>
                    <a:pt x="33" y="0"/>
                    <a:pt x="25" y="3"/>
                    <a:pt x="17" y="8"/>
                  </a:cubicBezTo>
                  <a:cubicBezTo>
                    <a:pt x="10" y="13"/>
                    <a:pt x="6" y="19"/>
                    <a:pt x="6" y="26"/>
                  </a:cubicBezTo>
                  <a:cubicBezTo>
                    <a:pt x="6" y="30"/>
                    <a:pt x="7" y="33"/>
                    <a:pt x="9" y="36"/>
                  </a:cubicBezTo>
                  <a:cubicBezTo>
                    <a:pt x="11" y="38"/>
                    <a:pt x="17" y="42"/>
                    <a:pt x="25" y="46"/>
                  </a:cubicBezTo>
                  <a:cubicBezTo>
                    <a:pt x="31" y="49"/>
                    <a:pt x="35" y="52"/>
                    <a:pt x="35" y="54"/>
                  </a:cubicBezTo>
                  <a:cubicBezTo>
                    <a:pt x="34" y="55"/>
                    <a:pt x="31" y="57"/>
                    <a:pt x="27" y="58"/>
                  </a:cubicBezTo>
                  <a:cubicBezTo>
                    <a:pt x="23" y="59"/>
                    <a:pt x="19" y="60"/>
                    <a:pt x="15" y="60"/>
                  </a:cubicBezTo>
                  <a:cubicBezTo>
                    <a:pt x="14" y="60"/>
                    <a:pt x="12" y="60"/>
                    <a:pt x="11" y="59"/>
                  </a:cubicBezTo>
                  <a:cubicBezTo>
                    <a:pt x="9" y="58"/>
                    <a:pt x="8" y="58"/>
                    <a:pt x="7" y="58"/>
                  </a:cubicBezTo>
                  <a:cubicBezTo>
                    <a:pt x="5" y="58"/>
                    <a:pt x="4" y="59"/>
                    <a:pt x="2" y="60"/>
                  </a:cubicBezTo>
                  <a:cubicBezTo>
                    <a:pt x="1" y="62"/>
                    <a:pt x="0" y="63"/>
                    <a:pt x="0" y="65"/>
                  </a:cubicBezTo>
                  <a:cubicBezTo>
                    <a:pt x="0" y="70"/>
                    <a:pt x="3" y="73"/>
                    <a:pt x="11" y="73"/>
                  </a:cubicBezTo>
                  <a:cubicBezTo>
                    <a:pt x="20" y="73"/>
                    <a:pt x="29" y="71"/>
                    <a:pt x="37" y="67"/>
                  </a:cubicBezTo>
                  <a:cubicBezTo>
                    <a:pt x="45" y="63"/>
                    <a:pt x="49" y="58"/>
                    <a:pt x="49" y="53"/>
                  </a:cubicBezTo>
                  <a:cubicBezTo>
                    <a:pt x="49" y="49"/>
                    <a:pt x="48" y="46"/>
                    <a:pt x="46" y="44"/>
                  </a:cubicBezTo>
                  <a:cubicBezTo>
                    <a:pt x="43" y="41"/>
                    <a:pt x="39" y="38"/>
                    <a:pt x="32" y="35"/>
                  </a:cubicBezTo>
                  <a:cubicBezTo>
                    <a:pt x="27" y="33"/>
                    <a:pt x="24" y="31"/>
                    <a:pt x="23" y="29"/>
                  </a:cubicBezTo>
                  <a:cubicBezTo>
                    <a:pt x="21" y="28"/>
                    <a:pt x="20" y="27"/>
                    <a:pt x="20" y="25"/>
                  </a:cubicBezTo>
                  <a:cubicBezTo>
                    <a:pt x="20" y="22"/>
                    <a:pt x="23" y="19"/>
                    <a:pt x="27"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Freeform 73"/>
            <p:cNvSpPr>
              <a:spLocks noEditPoints="1"/>
            </p:cNvSpPr>
            <p:nvPr/>
          </p:nvSpPr>
          <p:spPr bwMode="auto">
            <a:xfrm>
              <a:off x="977900" y="6330950"/>
              <a:ext cx="119063" cy="117475"/>
            </a:xfrm>
            <a:custGeom>
              <a:avLst/>
              <a:gdLst>
                <a:gd name="T0" fmla="*/ 90 w 95"/>
                <a:gd name="T1" fmla="*/ 78 h 93"/>
                <a:gd name="T2" fmla="*/ 78 w 95"/>
                <a:gd name="T3" fmla="*/ 58 h 93"/>
                <a:gd name="T4" fmla="*/ 61 w 95"/>
                <a:gd name="T5" fmla="*/ 11 h 93"/>
                <a:gd name="T6" fmla="*/ 61 w 95"/>
                <a:gd name="T7" fmla="*/ 7 h 93"/>
                <a:gd name="T8" fmla="*/ 60 w 95"/>
                <a:gd name="T9" fmla="*/ 3 h 93"/>
                <a:gd name="T10" fmla="*/ 52 w 95"/>
                <a:gd name="T11" fmla="*/ 0 h 93"/>
                <a:gd name="T12" fmla="*/ 46 w 95"/>
                <a:gd name="T13" fmla="*/ 4 h 93"/>
                <a:gd name="T14" fmla="*/ 30 w 95"/>
                <a:gd name="T15" fmla="*/ 33 h 93"/>
                <a:gd name="T16" fmla="*/ 15 w 95"/>
                <a:gd name="T17" fmla="*/ 58 h 93"/>
                <a:gd name="T18" fmla="*/ 0 w 95"/>
                <a:gd name="T19" fmla="*/ 83 h 93"/>
                <a:gd name="T20" fmla="*/ 3 w 95"/>
                <a:gd name="T21" fmla="*/ 88 h 93"/>
                <a:gd name="T22" fmla="*/ 8 w 95"/>
                <a:gd name="T23" fmla="*/ 90 h 93"/>
                <a:gd name="T24" fmla="*/ 11 w 95"/>
                <a:gd name="T25" fmla="*/ 89 h 93"/>
                <a:gd name="T26" fmla="*/ 19 w 95"/>
                <a:gd name="T27" fmla="*/ 80 h 93"/>
                <a:gd name="T28" fmla="*/ 25 w 95"/>
                <a:gd name="T29" fmla="*/ 69 h 93"/>
                <a:gd name="T30" fmla="*/ 29 w 95"/>
                <a:gd name="T31" fmla="*/ 70 h 93"/>
                <a:gd name="T32" fmla="*/ 32 w 95"/>
                <a:gd name="T33" fmla="*/ 69 h 93"/>
                <a:gd name="T34" fmla="*/ 50 w 95"/>
                <a:gd name="T35" fmla="*/ 65 h 93"/>
                <a:gd name="T36" fmla="*/ 64 w 95"/>
                <a:gd name="T37" fmla="*/ 62 h 93"/>
                <a:gd name="T38" fmla="*/ 64 w 95"/>
                <a:gd name="T39" fmla="*/ 63 h 93"/>
                <a:gd name="T40" fmla="*/ 68 w 95"/>
                <a:gd name="T41" fmla="*/ 73 h 93"/>
                <a:gd name="T42" fmla="*/ 77 w 95"/>
                <a:gd name="T43" fmla="*/ 87 h 93"/>
                <a:gd name="T44" fmla="*/ 86 w 95"/>
                <a:gd name="T45" fmla="*/ 93 h 93"/>
                <a:gd name="T46" fmla="*/ 92 w 95"/>
                <a:gd name="T47" fmla="*/ 90 h 93"/>
                <a:gd name="T48" fmla="*/ 95 w 95"/>
                <a:gd name="T49" fmla="*/ 85 h 93"/>
                <a:gd name="T50" fmla="*/ 94 w 95"/>
                <a:gd name="T51" fmla="*/ 82 h 93"/>
                <a:gd name="T52" fmla="*/ 90 w 95"/>
                <a:gd name="T53" fmla="*/ 78 h 93"/>
                <a:gd name="T54" fmla="*/ 54 w 95"/>
                <a:gd name="T55" fmla="*/ 51 h 93"/>
                <a:gd name="T56" fmla="*/ 41 w 95"/>
                <a:gd name="T57" fmla="*/ 54 h 93"/>
                <a:gd name="T58" fmla="*/ 33 w 95"/>
                <a:gd name="T59" fmla="*/ 55 h 93"/>
                <a:gd name="T60" fmla="*/ 50 w 95"/>
                <a:gd name="T61" fmla="*/ 23 h 93"/>
                <a:gd name="T62" fmla="*/ 51 w 95"/>
                <a:gd name="T63" fmla="*/ 25 h 93"/>
                <a:gd name="T64" fmla="*/ 59 w 95"/>
                <a:gd name="T65" fmla="*/ 50 h 93"/>
                <a:gd name="T66" fmla="*/ 54 w 95"/>
                <a:gd name="T67" fmla="*/ 5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5" h="93">
                  <a:moveTo>
                    <a:pt x="90" y="78"/>
                  </a:moveTo>
                  <a:cubicBezTo>
                    <a:pt x="86" y="74"/>
                    <a:pt x="82" y="67"/>
                    <a:pt x="78" y="58"/>
                  </a:cubicBezTo>
                  <a:cubicBezTo>
                    <a:pt x="74" y="49"/>
                    <a:pt x="68" y="33"/>
                    <a:pt x="61" y="11"/>
                  </a:cubicBezTo>
                  <a:cubicBezTo>
                    <a:pt x="61" y="10"/>
                    <a:pt x="61" y="8"/>
                    <a:pt x="61" y="7"/>
                  </a:cubicBezTo>
                  <a:cubicBezTo>
                    <a:pt x="61" y="5"/>
                    <a:pt x="61" y="3"/>
                    <a:pt x="60" y="3"/>
                  </a:cubicBezTo>
                  <a:cubicBezTo>
                    <a:pt x="58" y="1"/>
                    <a:pt x="56" y="0"/>
                    <a:pt x="52" y="0"/>
                  </a:cubicBezTo>
                  <a:cubicBezTo>
                    <a:pt x="50" y="0"/>
                    <a:pt x="48" y="2"/>
                    <a:pt x="46" y="4"/>
                  </a:cubicBezTo>
                  <a:cubicBezTo>
                    <a:pt x="44" y="7"/>
                    <a:pt x="39" y="17"/>
                    <a:pt x="30" y="33"/>
                  </a:cubicBezTo>
                  <a:cubicBezTo>
                    <a:pt x="25" y="41"/>
                    <a:pt x="20" y="49"/>
                    <a:pt x="15" y="58"/>
                  </a:cubicBezTo>
                  <a:cubicBezTo>
                    <a:pt x="5" y="73"/>
                    <a:pt x="0" y="81"/>
                    <a:pt x="0" y="83"/>
                  </a:cubicBezTo>
                  <a:cubicBezTo>
                    <a:pt x="0" y="85"/>
                    <a:pt x="1" y="86"/>
                    <a:pt x="3" y="88"/>
                  </a:cubicBezTo>
                  <a:cubicBezTo>
                    <a:pt x="5" y="89"/>
                    <a:pt x="6" y="90"/>
                    <a:pt x="8" y="90"/>
                  </a:cubicBezTo>
                  <a:cubicBezTo>
                    <a:pt x="9" y="90"/>
                    <a:pt x="10" y="90"/>
                    <a:pt x="11" y="89"/>
                  </a:cubicBezTo>
                  <a:cubicBezTo>
                    <a:pt x="13" y="89"/>
                    <a:pt x="15" y="85"/>
                    <a:pt x="19" y="80"/>
                  </a:cubicBezTo>
                  <a:cubicBezTo>
                    <a:pt x="22" y="74"/>
                    <a:pt x="24" y="70"/>
                    <a:pt x="25" y="69"/>
                  </a:cubicBezTo>
                  <a:cubicBezTo>
                    <a:pt x="26" y="69"/>
                    <a:pt x="27" y="70"/>
                    <a:pt x="29" y="70"/>
                  </a:cubicBezTo>
                  <a:cubicBezTo>
                    <a:pt x="29" y="70"/>
                    <a:pt x="30" y="69"/>
                    <a:pt x="32" y="69"/>
                  </a:cubicBezTo>
                  <a:cubicBezTo>
                    <a:pt x="36" y="68"/>
                    <a:pt x="42" y="66"/>
                    <a:pt x="50" y="65"/>
                  </a:cubicBezTo>
                  <a:cubicBezTo>
                    <a:pt x="57" y="63"/>
                    <a:pt x="62" y="62"/>
                    <a:pt x="64" y="62"/>
                  </a:cubicBezTo>
                  <a:cubicBezTo>
                    <a:pt x="64" y="62"/>
                    <a:pt x="64" y="62"/>
                    <a:pt x="64" y="63"/>
                  </a:cubicBezTo>
                  <a:cubicBezTo>
                    <a:pt x="64" y="63"/>
                    <a:pt x="66" y="67"/>
                    <a:pt x="68" y="73"/>
                  </a:cubicBezTo>
                  <a:cubicBezTo>
                    <a:pt x="71" y="79"/>
                    <a:pt x="74" y="84"/>
                    <a:pt x="77" y="87"/>
                  </a:cubicBezTo>
                  <a:cubicBezTo>
                    <a:pt x="80" y="91"/>
                    <a:pt x="83" y="93"/>
                    <a:pt x="86" y="93"/>
                  </a:cubicBezTo>
                  <a:cubicBezTo>
                    <a:pt x="89" y="93"/>
                    <a:pt x="91" y="92"/>
                    <a:pt x="92" y="90"/>
                  </a:cubicBezTo>
                  <a:cubicBezTo>
                    <a:pt x="94" y="89"/>
                    <a:pt x="95" y="87"/>
                    <a:pt x="95" y="85"/>
                  </a:cubicBezTo>
                  <a:cubicBezTo>
                    <a:pt x="95" y="84"/>
                    <a:pt x="94" y="83"/>
                    <a:pt x="94" y="82"/>
                  </a:cubicBezTo>
                  <a:cubicBezTo>
                    <a:pt x="93" y="81"/>
                    <a:pt x="92" y="80"/>
                    <a:pt x="90" y="78"/>
                  </a:cubicBezTo>
                  <a:close/>
                  <a:moveTo>
                    <a:pt x="54" y="51"/>
                  </a:moveTo>
                  <a:cubicBezTo>
                    <a:pt x="47" y="53"/>
                    <a:pt x="43" y="54"/>
                    <a:pt x="41" y="54"/>
                  </a:cubicBezTo>
                  <a:cubicBezTo>
                    <a:pt x="38" y="54"/>
                    <a:pt x="36" y="54"/>
                    <a:pt x="33" y="55"/>
                  </a:cubicBezTo>
                  <a:cubicBezTo>
                    <a:pt x="50" y="23"/>
                    <a:pt x="50" y="23"/>
                    <a:pt x="50" y="23"/>
                  </a:cubicBezTo>
                  <a:cubicBezTo>
                    <a:pt x="50" y="23"/>
                    <a:pt x="51" y="24"/>
                    <a:pt x="51" y="25"/>
                  </a:cubicBezTo>
                  <a:cubicBezTo>
                    <a:pt x="56" y="40"/>
                    <a:pt x="58" y="48"/>
                    <a:pt x="59" y="50"/>
                  </a:cubicBezTo>
                  <a:cubicBezTo>
                    <a:pt x="58" y="51"/>
                    <a:pt x="56" y="51"/>
                    <a:pt x="54"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 name="Freeform 74"/>
            <p:cNvSpPr>
              <a:spLocks/>
            </p:cNvSpPr>
            <p:nvPr/>
          </p:nvSpPr>
          <p:spPr bwMode="auto">
            <a:xfrm>
              <a:off x="1106488" y="6364288"/>
              <a:ext cx="96838" cy="77788"/>
            </a:xfrm>
            <a:custGeom>
              <a:avLst/>
              <a:gdLst>
                <a:gd name="T0" fmla="*/ 76 w 76"/>
                <a:gd name="T1" fmla="*/ 48 h 61"/>
                <a:gd name="T2" fmla="*/ 73 w 76"/>
                <a:gd name="T3" fmla="*/ 45 h 61"/>
                <a:gd name="T4" fmla="*/ 69 w 76"/>
                <a:gd name="T5" fmla="*/ 46 h 61"/>
                <a:gd name="T6" fmla="*/ 66 w 76"/>
                <a:gd name="T7" fmla="*/ 46 h 61"/>
                <a:gd name="T8" fmla="*/ 61 w 76"/>
                <a:gd name="T9" fmla="*/ 24 h 61"/>
                <a:gd name="T10" fmla="*/ 45 w 76"/>
                <a:gd name="T11" fmla="*/ 2 h 61"/>
                <a:gd name="T12" fmla="*/ 16 w 76"/>
                <a:gd name="T13" fmla="*/ 33 h 61"/>
                <a:gd name="T14" fmla="*/ 19 w 76"/>
                <a:gd name="T15" fmla="*/ 11 h 61"/>
                <a:gd name="T16" fmla="*/ 17 w 76"/>
                <a:gd name="T17" fmla="*/ 1 h 61"/>
                <a:gd name="T18" fmla="*/ 12 w 76"/>
                <a:gd name="T19" fmla="*/ 0 h 61"/>
                <a:gd name="T20" fmla="*/ 7 w 76"/>
                <a:gd name="T21" fmla="*/ 3 h 61"/>
                <a:gd name="T22" fmla="*/ 4 w 76"/>
                <a:gd name="T23" fmla="*/ 9 h 61"/>
                <a:gd name="T24" fmla="*/ 2 w 76"/>
                <a:gd name="T25" fmla="*/ 40 h 61"/>
                <a:gd name="T26" fmla="*/ 0 w 76"/>
                <a:gd name="T27" fmla="*/ 53 h 61"/>
                <a:gd name="T28" fmla="*/ 9 w 76"/>
                <a:gd name="T29" fmla="*/ 61 h 61"/>
                <a:gd name="T30" fmla="*/ 12 w 76"/>
                <a:gd name="T31" fmla="*/ 60 h 61"/>
                <a:gd name="T32" fmla="*/ 14 w 76"/>
                <a:gd name="T33" fmla="*/ 56 h 61"/>
                <a:gd name="T34" fmla="*/ 27 w 76"/>
                <a:gd name="T35" fmla="*/ 33 h 61"/>
                <a:gd name="T36" fmla="*/ 42 w 76"/>
                <a:gd name="T37" fmla="*/ 17 h 61"/>
                <a:gd name="T38" fmla="*/ 48 w 76"/>
                <a:gd name="T39" fmla="*/ 32 h 61"/>
                <a:gd name="T40" fmla="*/ 52 w 76"/>
                <a:gd name="T41" fmla="*/ 52 h 61"/>
                <a:gd name="T42" fmla="*/ 52 w 76"/>
                <a:gd name="T43" fmla="*/ 52 h 61"/>
                <a:gd name="T44" fmla="*/ 62 w 76"/>
                <a:gd name="T45" fmla="*/ 58 h 61"/>
                <a:gd name="T46" fmla="*/ 72 w 76"/>
                <a:gd name="T47" fmla="*/ 55 h 61"/>
                <a:gd name="T48" fmla="*/ 76 w 76"/>
                <a:gd name="T49" fmla="*/ 4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6" h="61">
                  <a:moveTo>
                    <a:pt x="76" y="48"/>
                  </a:moveTo>
                  <a:cubicBezTo>
                    <a:pt x="76" y="46"/>
                    <a:pt x="75" y="45"/>
                    <a:pt x="73" y="45"/>
                  </a:cubicBezTo>
                  <a:cubicBezTo>
                    <a:pt x="72" y="45"/>
                    <a:pt x="71" y="45"/>
                    <a:pt x="69" y="46"/>
                  </a:cubicBezTo>
                  <a:cubicBezTo>
                    <a:pt x="68" y="46"/>
                    <a:pt x="67" y="46"/>
                    <a:pt x="66" y="46"/>
                  </a:cubicBezTo>
                  <a:cubicBezTo>
                    <a:pt x="64" y="46"/>
                    <a:pt x="62" y="39"/>
                    <a:pt x="61" y="24"/>
                  </a:cubicBezTo>
                  <a:cubicBezTo>
                    <a:pt x="59" y="9"/>
                    <a:pt x="54" y="2"/>
                    <a:pt x="45" y="2"/>
                  </a:cubicBezTo>
                  <a:cubicBezTo>
                    <a:pt x="34" y="2"/>
                    <a:pt x="24" y="12"/>
                    <a:pt x="16" y="33"/>
                  </a:cubicBezTo>
                  <a:cubicBezTo>
                    <a:pt x="18" y="22"/>
                    <a:pt x="19" y="14"/>
                    <a:pt x="19" y="11"/>
                  </a:cubicBezTo>
                  <a:cubicBezTo>
                    <a:pt x="19" y="6"/>
                    <a:pt x="18" y="2"/>
                    <a:pt x="17" y="1"/>
                  </a:cubicBezTo>
                  <a:cubicBezTo>
                    <a:pt x="16" y="0"/>
                    <a:pt x="14" y="0"/>
                    <a:pt x="12" y="0"/>
                  </a:cubicBezTo>
                  <a:cubicBezTo>
                    <a:pt x="10" y="0"/>
                    <a:pt x="8" y="1"/>
                    <a:pt x="7" y="3"/>
                  </a:cubicBezTo>
                  <a:cubicBezTo>
                    <a:pt x="5" y="5"/>
                    <a:pt x="4" y="7"/>
                    <a:pt x="4" y="9"/>
                  </a:cubicBezTo>
                  <a:cubicBezTo>
                    <a:pt x="4" y="21"/>
                    <a:pt x="3" y="32"/>
                    <a:pt x="2" y="40"/>
                  </a:cubicBezTo>
                  <a:cubicBezTo>
                    <a:pt x="1" y="47"/>
                    <a:pt x="0" y="51"/>
                    <a:pt x="0" y="53"/>
                  </a:cubicBezTo>
                  <a:cubicBezTo>
                    <a:pt x="0" y="59"/>
                    <a:pt x="3" y="61"/>
                    <a:pt x="9" y="61"/>
                  </a:cubicBezTo>
                  <a:cubicBezTo>
                    <a:pt x="10" y="61"/>
                    <a:pt x="11" y="61"/>
                    <a:pt x="12" y="60"/>
                  </a:cubicBezTo>
                  <a:cubicBezTo>
                    <a:pt x="13" y="59"/>
                    <a:pt x="14" y="58"/>
                    <a:pt x="14" y="56"/>
                  </a:cubicBezTo>
                  <a:cubicBezTo>
                    <a:pt x="16" y="51"/>
                    <a:pt x="20" y="43"/>
                    <a:pt x="27" y="33"/>
                  </a:cubicBezTo>
                  <a:cubicBezTo>
                    <a:pt x="34" y="22"/>
                    <a:pt x="39" y="17"/>
                    <a:pt x="42" y="17"/>
                  </a:cubicBezTo>
                  <a:cubicBezTo>
                    <a:pt x="45" y="17"/>
                    <a:pt x="47" y="22"/>
                    <a:pt x="48" y="32"/>
                  </a:cubicBezTo>
                  <a:cubicBezTo>
                    <a:pt x="49" y="42"/>
                    <a:pt x="50" y="49"/>
                    <a:pt x="52" y="52"/>
                  </a:cubicBezTo>
                  <a:cubicBezTo>
                    <a:pt x="52" y="52"/>
                    <a:pt x="52" y="52"/>
                    <a:pt x="52" y="52"/>
                  </a:cubicBezTo>
                  <a:cubicBezTo>
                    <a:pt x="54" y="56"/>
                    <a:pt x="57" y="58"/>
                    <a:pt x="62" y="58"/>
                  </a:cubicBezTo>
                  <a:cubicBezTo>
                    <a:pt x="66" y="58"/>
                    <a:pt x="69" y="57"/>
                    <a:pt x="72" y="55"/>
                  </a:cubicBezTo>
                  <a:cubicBezTo>
                    <a:pt x="74" y="52"/>
                    <a:pt x="76" y="50"/>
                    <a:pt x="76"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Freeform 75"/>
            <p:cNvSpPr>
              <a:spLocks noEditPoints="1"/>
            </p:cNvSpPr>
            <p:nvPr/>
          </p:nvSpPr>
          <p:spPr bwMode="auto">
            <a:xfrm>
              <a:off x="1192213" y="6361113"/>
              <a:ext cx="96838" cy="128588"/>
            </a:xfrm>
            <a:custGeom>
              <a:avLst/>
              <a:gdLst>
                <a:gd name="T0" fmla="*/ 72 w 76"/>
                <a:gd name="T1" fmla="*/ 4 h 102"/>
                <a:gd name="T2" fmla="*/ 70 w 76"/>
                <a:gd name="T3" fmla="*/ 3 h 102"/>
                <a:gd name="T4" fmla="*/ 61 w 76"/>
                <a:gd name="T5" fmla="*/ 0 h 102"/>
                <a:gd name="T6" fmla="*/ 38 w 76"/>
                <a:gd name="T7" fmla="*/ 8 h 102"/>
                <a:gd name="T8" fmla="*/ 19 w 76"/>
                <a:gd name="T9" fmla="*/ 28 h 102"/>
                <a:gd name="T10" fmla="*/ 12 w 76"/>
                <a:gd name="T11" fmla="*/ 49 h 102"/>
                <a:gd name="T12" fmla="*/ 15 w 76"/>
                <a:gd name="T13" fmla="*/ 59 h 102"/>
                <a:gd name="T14" fmla="*/ 25 w 76"/>
                <a:gd name="T15" fmla="*/ 63 h 102"/>
                <a:gd name="T16" fmla="*/ 40 w 76"/>
                <a:gd name="T17" fmla="*/ 58 h 102"/>
                <a:gd name="T18" fmla="*/ 56 w 76"/>
                <a:gd name="T19" fmla="*/ 46 h 102"/>
                <a:gd name="T20" fmla="*/ 48 w 76"/>
                <a:gd name="T21" fmla="*/ 80 h 102"/>
                <a:gd name="T22" fmla="*/ 35 w 76"/>
                <a:gd name="T23" fmla="*/ 89 h 102"/>
                <a:gd name="T24" fmla="*/ 12 w 76"/>
                <a:gd name="T25" fmla="*/ 80 h 102"/>
                <a:gd name="T26" fmla="*/ 5 w 76"/>
                <a:gd name="T27" fmla="*/ 77 h 102"/>
                <a:gd name="T28" fmla="*/ 0 w 76"/>
                <a:gd name="T29" fmla="*/ 81 h 102"/>
                <a:gd name="T30" fmla="*/ 12 w 76"/>
                <a:gd name="T31" fmla="*/ 94 h 102"/>
                <a:gd name="T32" fmla="*/ 34 w 76"/>
                <a:gd name="T33" fmla="*/ 102 h 102"/>
                <a:gd name="T34" fmla="*/ 55 w 76"/>
                <a:gd name="T35" fmla="*/ 92 h 102"/>
                <a:gd name="T36" fmla="*/ 67 w 76"/>
                <a:gd name="T37" fmla="*/ 62 h 102"/>
                <a:gd name="T38" fmla="*/ 70 w 76"/>
                <a:gd name="T39" fmla="*/ 32 h 102"/>
                <a:gd name="T40" fmla="*/ 74 w 76"/>
                <a:gd name="T41" fmla="*/ 20 h 102"/>
                <a:gd name="T42" fmla="*/ 76 w 76"/>
                <a:gd name="T43" fmla="*/ 12 h 102"/>
                <a:gd name="T44" fmla="*/ 75 w 76"/>
                <a:gd name="T45" fmla="*/ 8 h 102"/>
                <a:gd name="T46" fmla="*/ 72 w 76"/>
                <a:gd name="T47" fmla="*/ 4 h 102"/>
                <a:gd name="T48" fmla="*/ 56 w 76"/>
                <a:gd name="T49" fmla="*/ 29 h 102"/>
                <a:gd name="T50" fmla="*/ 44 w 76"/>
                <a:gd name="T51" fmla="*/ 44 h 102"/>
                <a:gd name="T52" fmla="*/ 28 w 76"/>
                <a:gd name="T53" fmla="*/ 50 h 102"/>
                <a:gd name="T54" fmla="*/ 26 w 76"/>
                <a:gd name="T55" fmla="*/ 47 h 102"/>
                <a:gd name="T56" fmla="*/ 32 w 76"/>
                <a:gd name="T57" fmla="*/ 32 h 102"/>
                <a:gd name="T58" fmla="*/ 46 w 76"/>
                <a:gd name="T59" fmla="*/ 18 h 102"/>
                <a:gd name="T60" fmla="*/ 57 w 76"/>
                <a:gd name="T61" fmla="*/ 12 h 102"/>
                <a:gd name="T62" fmla="*/ 60 w 76"/>
                <a:gd name="T63" fmla="*/ 14 h 102"/>
                <a:gd name="T64" fmla="*/ 61 w 76"/>
                <a:gd name="T65" fmla="*/ 17 h 102"/>
                <a:gd name="T66" fmla="*/ 56 w 76"/>
                <a:gd name="T67" fmla="*/ 29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6" h="102">
                  <a:moveTo>
                    <a:pt x="72" y="4"/>
                  </a:moveTo>
                  <a:cubicBezTo>
                    <a:pt x="71" y="4"/>
                    <a:pt x="71" y="3"/>
                    <a:pt x="70" y="3"/>
                  </a:cubicBezTo>
                  <a:cubicBezTo>
                    <a:pt x="68" y="1"/>
                    <a:pt x="64" y="0"/>
                    <a:pt x="61" y="0"/>
                  </a:cubicBezTo>
                  <a:cubicBezTo>
                    <a:pt x="54" y="0"/>
                    <a:pt x="47" y="3"/>
                    <a:pt x="38" y="8"/>
                  </a:cubicBezTo>
                  <a:cubicBezTo>
                    <a:pt x="30" y="14"/>
                    <a:pt x="23" y="21"/>
                    <a:pt x="19" y="28"/>
                  </a:cubicBezTo>
                  <a:cubicBezTo>
                    <a:pt x="14" y="36"/>
                    <a:pt x="12" y="43"/>
                    <a:pt x="12" y="49"/>
                  </a:cubicBezTo>
                  <a:cubicBezTo>
                    <a:pt x="12" y="53"/>
                    <a:pt x="13" y="57"/>
                    <a:pt x="15" y="59"/>
                  </a:cubicBezTo>
                  <a:cubicBezTo>
                    <a:pt x="18" y="61"/>
                    <a:pt x="21" y="63"/>
                    <a:pt x="25" y="63"/>
                  </a:cubicBezTo>
                  <a:cubicBezTo>
                    <a:pt x="29" y="63"/>
                    <a:pt x="34" y="61"/>
                    <a:pt x="40" y="58"/>
                  </a:cubicBezTo>
                  <a:cubicBezTo>
                    <a:pt x="46" y="55"/>
                    <a:pt x="51" y="51"/>
                    <a:pt x="56" y="46"/>
                  </a:cubicBezTo>
                  <a:cubicBezTo>
                    <a:pt x="54" y="62"/>
                    <a:pt x="51" y="73"/>
                    <a:pt x="48" y="80"/>
                  </a:cubicBezTo>
                  <a:cubicBezTo>
                    <a:pt x="44" y="86"/>
                    <a:pt x="40" y="89"/>
                    <a:pt x="35" y="89"/>
                  </a:cubicBezTo>
                  <a:cubicBezTo>
                    <a:pt x="29" y="89"/>
                    <a:pt x="21" y="86"/>
                    <a:pt x="12" y="80"/>
                  </a:cubicBezTo>
                  <a:cubicBezTo>
                    <a:pt x="8" y="78"/>
                    <a:pt x="6" y="77"/>
                    <a:pt x="5" y="77"/>
                  </a:cubicBezTo>
                  <a:cubicBezTo>
                    <a:pt x="2" y="77"/>
                    <a:pt x="0" y="78"/>
                    <a:pt x="0" y="81"/>
                  </a:cubicBezTo>
                  <a:cubicBezTo>
                    <a:pt x="0" y="84"/>
                    <a:pt x="4" y="89"/>
                    <a:pt x="12" y="94"/>
                  </a:cubicBezTo>
                  <a:cubicBezTo>
                    <a:pt x="19" y="99"/>
                    <a:pt x="27" y="102"/>
                    <a:pt x="34" y="102"/>
                  </a:cubicBezTo>
                  <a:cubicBezTo>
                    <a:pt x="42" y="102"/>
                    <a:pt x="49" y="99"/>
                    <a:pt x="55" y="92"/>
                  </a:cubicBezTo>
                  <a:cubicBezTo>
                    <a:pt x="61" y="86"/>
                    <a:pt x="65" y="76"/>
                    <a:pt x="67" y="62"/>
                  </a:cubicBezTo>
                  <a:cubicBezTo>
                    <a:pt x="68" y="46"/>
                    <a:pt x="70" y="36"/>
                    <a:pt x="70" y="32"/>
                  </a:cubicBezTo>
                  <a:cubicBezTo>
                    <a:pt x="71" y="28"/>
                    <a:pt x="72" y="24"/>
                    <a:pt x="74" y="20"/>
                  </a:cubicBezTo>
                  <a:cubicBezTo>
                    <a:pt x="75" y="15"/>
                    <a:pt x="76" y="13"/>
                    <a:pt x="76" y="12"/>
                  </a:cubicBezTo>
                  <a:cubicBezTo>
                    <a:pt x="76" y="11"/>
                    <a:pt x="75" y="10"/>
                    <a:pt x="75" y="8"/>
                  </a:cubicBezTo>
                  <a:cubicBezTo>
                    <a:pt x="74" y="6"/>
                    <a:pt x="73" y="5"/>
                    <a:pt x="72" y="4"/>
                  </a:cubicBezTo>
                  <a:close/>
                  <a:moveTo>
                    <a:pt x="56" y="29"/>
                  </a:moveTo>
                  <a:cubicBezTo>
                    <a:pt x="53" y="35"/>
                    <a:pt x="49" y="39"/>
                    <a:pt x="44" y="44"/>
                  </a:cubicBezTo>
                  <a:cubicBezTo>
                    <a:pt x="39" y="48"/>
                    <a:pt x="34" y="50"/>
                    <a:pt x="28" y="50"/>
                  </a:cubicBezTo>
                  <a:cubicBezTo>
                    <a:pt x="27" y="50"/>
                    <a:pt x="26" y="49"/>
                    <a:pt x="26" y="47"/>
                  </a:cubicBezTo>
                  <a:cubicBezTo>
                    <a:pt x="26" y="43"/>
                    <a:pt x="28" y="38"/>
                    <a:pt x="32" y="32"/>
                  </a:cubicBezTo>
                  <a:cubicBezTo>
                    <a:pt x="36" y="26"/>
                    <a:pt x="41" y="21"/>
                    <a:pt x="46" y="18"/>
                  </a:cubicBezTo>
                  <a:cubicBezTo>
                    <a:pt x="50" y="14"/>
                    <a:pt x="54" y="12"/>
                    <a:pt x="57" y="12"/>
                  </a:cubicBezTo>
                  <a:cubicBezTo>
                    <a:pt x="58" y="12"/>
                    <a:pt x="59" y="13"/>
                    <a:pt x="60" y="14"/>
                  </a:cubicBezTo>
                  <a:cubicBezTo>
                    <a:pt x="60" y="14"/>
                    <a:pt x="61" y="16"/>
                    <a:pt x="61" y="17"/>
                  </a:cubicBezTo>
                  <a:cubicBezTo>
                    <a:pt x="61" y="20"/>
                    <a:pt x="59" y="24"/>
                    <a:pt x="56"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 name="Freeform 76"/>
            <p:cNvSpPr>
              <a:spLocks/>
            </p:cNvSpPr>
            <p:nvPr/>
          </p:nvSpPr>
          <p:spPr bwMode="auto">
            <a:xfrm>
              <a:off x="1301750" y="6361113"/>
              <a:ext cx="76200" cy="84138"/>
            </a:xfrm>
            <a:custGeom>
              <a:avLst/>
              <a:gdLst>
                <a:gd name="T0" fmla="*/ 58 w 60"/>
                <a:gd name="T1" fmla="*/ 16 h 67"/>
                <a:gd name="T2" fmla="*/ 60 w 60"/>
                <a:gd name="T3" fmla="*/ 11 h 67"/>
                <a:gd name="T4" fmla="*/ 56 w 60"/>
                <a:gd name="T5" fmla="*/ 3 h 67"/>
                <a:gd name="T6" fmla="*/ 46 w 60"/>
                <a:gd name="T7" fmla="*/ 0 h 67"/>
                <a:gd name="T8" fmla="*/ 29 w 60"/>
                <a:gd name="T9" fmla="*/ 9 h 67"/>
                <a:gd name="T10" fmla="*/ 14 w 60"/>
                <a:gd name="T11" fmla="*/ 32 h 67"/>
                <a:gd name="T12" fmla="*/ 13 w 60"/>
                <a:gd name="T13" fmla="*/ 34 h 67"/>
                <a:gd name="T14" fmla="*/ 14 w 60"/>
                <a:gd name="T15" fmla="*/ 25 h 67"/>
                <a:gd name="T16" fmla="*/ 16 w 60"/>
                <a:gd name="T17" fmla="*/ 18 h 67"/>
                <a:gd name="T18" fmla="*/ 19 w 60"/>
                <a:gd name="T19" fmla="*/ 6 h 67"/>
                <a:gd name="T20" fmla="*/ 17 w 60"/>
                <a:gd name="T21" fmla="*/ 2 h 67"/>
                <a:gd name="T22" fmla="*/ 12 w 60"/>
                <a:gd name="T23" fmla="*/ 0 h 67"/>
                <a:gd name="T24" fmla="*/ 6 w 60"/>
                <a:gd name="T25" fmla="*/ 2 h 67"/>
                <a:gd name="T26" fmla="*/ 3 w 60"/>
                <a:gd name="T27" fmla="*/ 6 h 67"/>
                <a:gd name="T28" fmla="*/ 2 w 60"/>
                <a:gd name="T29" fmla="*/ 14 h 67"/>
                <a:gd name="T30" fmla="*/ 2 w 60"/>
                <a:gd name="T31" fmla="*/ 18 h 67"/>
                <a:gd name="T32" fmla="*/ 0 w 60"/>
                <a:gd name="T33" fmla="*/ 35 h 67"/>
                <a:gd name="T34" fmla="*/ 0 w 60"/>
                <a:gd name="T35" fmla="*/ 47 h 67"/>
                <a:gd name="T36" fmla="*/ 2 w 60"/>
                <a:gd name="T37" fmla="*/ 63 h 67"/>
                <a:gd name="T38" fmla="*/ 8 w 60"/>
                <a:gd name="T39" fmla="*/ 67 h 67"/>
                <a:gd name="T40" fmla="*/ 14 w 60"/>
                <a:gd name="T41" fmla="*/ 65 h 67"/>
                <a:gd name="T42" fmla="*/ 17 w 60"/>
                <a:gd name="T43" fmla="*/ 58 h 67"/>
                <a:gd name="T44" fmla="*/ 29 w 60"/>
                <a:gd name="T45" fmla="*/ 27 h 67"/>
                <a:gd name="T46" fmla="*/ 44 w 60"/>
                <a:gd name="T47" fmla="*/ 13 h 67"/>
                <a:gd name="T48" fmla="*/ 48 w 60"/>
                <a:gd name="T49" fmla="*/ 15 h 67"/>
                <a:gd name="T50" fmla="*/ 55 w 60"/>
                <a:gd name="T51" fmla="*/ 18 h 67"/>
                <a:gd name="T52" fmla="*/ 58 w 60"/>
                <a:gd name="T53" fmla="*/ 16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0" h="67">
                  <a:moveTo>
                    <a:pt x="58" y="16"/>
                  </a:moveTo>
                  <a:cubicBezTo>
                    <a:pt x="59" y="15"/>
                    <a:pt x="60" y="13"/>
                    <a:pt x="60" y="11"/>
                  </a:cubicBezTo>
                  <a:cubicBezTo>
                    <a:pt x="60" y="8"/>
                    <a:pt x="58" y="5"/>
                    <a:pt x="56" y="3"/>
                  </a:cubicBezTo>
                  <a:cubicBezTo>
                    <a:pt x="53" y="1"/>
                    <a:pt x="50" y="0"/>
                    <a:pt x="46" y="0"/>
                  </a:cubicBezTo>
                  <a:cubicBezTo>
                    <a:pt x="40" y="0"/>
                    <a:pt x="35" y="3"/>
                    <a:pt x="29" y="9"/>
                  </a:cubicBezTo>
                  <a:cubicBezTo>
                    <a:pt x="24" y="15"/>
                    <a:pt x="19" y="23"/>
                    <a:pt x="14" y="32"/>
                  </a:cubicBezTo>
                  <a:cubicBezTo>
                    <a:pt x="13" y="34"/>
                    <a:pt x="13" y="34"/>
                    <a:pt x="13" y="34"/>
                  </a:cubicBezTo>
                  <a:cubicBezTo>
                    <a:pt x="14" y="25"/>
                    <a:pt x="14" y="25"/>
                    <a:pt x="14" y="25"/>
                  </a:cubicBezTo>
                  <a:cubicBezTo>
                    <a:pt x="15" y="22"/>
                    <a:pt x="15" y="20"/>
                    <a:pt x="16" y="18"/>
                  </a:cubicBezTo>
                  <a:cubicBezTo>
                    <a:pt x="18" y="12"/>
                    <a:pt x="19" y="8"/>
                    <a:pt x="19" y="6"/>
                  </a:cubicBezTo>
                  <a:cubicBezTo>
                    <a:pt x="19" y="5"/>
                    <a:pt x="18" y="3"/>
                    <a:pt x="17" y="2"/>
                  </a:cubicBezTo>
                  <a:cubicBezTo>
                    <a:pt x="16" y="1"/>
                    <a:pt x="14" y="0"/>
                    <a:pt x="12" y="0"/>
                  </a:cubicBezTo>
                  <a:cubicBezTo>
                    <a:pt x="10" y="0"/>
                    <a:pt x="8" y="1"/>
                    <a:pt x="6" y="2"/>
                  </a:cubicBezTo>
                  <a:cubicBezTo>
                    <a:pt x="5" y="3"/>
                    <a:pt x="4" y="5"/>
                    <a:pt x="3" y="6"/>
                  </a:cubicBezTo>
                  <a:cubicBezTo>
                    <a:pt x="3" y="8"/>
                    <a:pt x="2" y="10"/>
                    <a:pt x="2" y="14"/>
                  </a:cubicBezTo>
                  <a:cubicBezTo>
                    <a:pt x="2" y="15"/>
                    <a:pt x="2" y="17"/>
                    <a:pt x="2" y="18"/>
                  </a:cubicBezTo>
                  <a:cubicBezTo>
                    <a:pt x="1" y="25"/>
                    <a:pt x="0" y="31"/>
                    <a:pt x="0" y="35"/>
                  </a:cubicBezTo>
                  <a:cubicBezTo>
                    <a:pt x="0" y="40"/>
                    <a:pt x="0" y="44"/>
                    <a:pt x="0" y="47"/>
                  </a:cubicBezTo>
                  <a:cubicBezTo>
                    <a:pt x="0" y="54"/>
                    <a:pt x="1" y="59"/>
                    <a:pt x="2" y="63"/>
                  </a:cubicBezTo>
                  <a:cubicBezTo>
                    <a:pt x="3" y="66"/>
                    <a:pt x="5" y="67"/>
                    <a:pt x="8" y="67"/>
                  </a:cubicBezTo>
                  <a:cubicBezTo>
                    <a:pt x="10" y="67"/>
                    <a:pt x="12" y="67"/>
                    <a:pt x="14" y="65"/>
                  </a:cubicBezTo>
                  <a:cubicBezTo>
                    <a:pt x="15" y="64"/>
                    <a:pt x="16" y="62"/>
                    <a:pt x="17" y="58"/>
                  </a:cubicBezTo>
                  <a:cubicBezTo>
                    <a:pt x="18" y="47"/>
                    <a:pt x="22" y="36"/>
                    <a:pt x="29" y="27"/>
                  </a:cubicBezTo>
                  <a:cubicBezTo>
                    <a:pt x="36" y="18"/>
                    <a:pt x="41" y="13"/>
                    <a:pt x="44" y="13"/>
                  </a:cubicBezTo>
                  <a:cubicBezTo>
                    <a:pt x="45" y="13"/>
                    <a:pt x="46" y="14"/>
                    <a:pt x="48" y="15"/>
                  </a:cubicBezTo>
                  <a:cubicBezTo>
                    <a:pt x="50" y="17"/>
                    <a:pt x="52" y="18"/>
                    <a:pt x="55" y="18"/>
                  </a:cubicBezTo>
                  <a:cubicBezTo>
                    <a:pt x="56" y="18"/>
                    <a:pt x="57" y="17"/>
                    <a:pt x="5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Freeform 77"/>
            <p:cNvSpPr>
              <a:spLocks/>
            </p:cNvSpPr>
            <p:nvPr/>
          </p:nvSpPr>
          <p:spPr bwMode="auto">
            <a:xfrm>
              <a:off x="1370013" y="6359525"/>
              <a:ext cx="82550" cy="128588"/>
            </a:xfrm>
            <a:custGeom>
              <a:avLst/>
              <a:gdLst>
                <a:gd name="T0" fmla="*/ 59 w 66"/>
                <a:gd name="T1" fmla="*/ 0 h 102"/>
                <a:gd name="T2" fmla="*/ 54 w 66"/>
                <a:gd name="T3" fmla="*/ 2 h 102"/>
                <a:gd name="T4" fmla="*/ 52 w 66"/>
                <a:gd name="T5" fmla="*/ 5 h 102"/>
                <a:gd name="T6" fmla="*/ 51 w 66"/>
                <a:gd name="T7" fmla="*/ 14 h 102"/>
                <a:gd name="T8" fmla="*/ 50 w 66"/>
                <a:gd name="T9" fmla="*/ 29 h 102"/>
                <a:gd name="T10" fmla="*/ 47 w 66"/>
                <a:gd name="T11" fmla="*/ 35 h 102"/>
                <a:gd name="T12" fmla="*/ 40 w 66"/>
                <a:gd name="T13" fmla="*/ 41 h 102"/>
                <a:gd name="T14" fmla="*/ 31 w 66"/>
                <a:gd name="T15" fmla="*/ 47 h 102"/>
                <a:gd name="T16" fmla="*/ 24 w 66"/>
                <a:gd name="T17" fmla="*/ 49 h 102"/>
                <a:gd name="T18" fmla="*/ 21 w 66"/>
                <a:gd name="T19" fmla="*/ 47 h 102"/>
                <a:gd name="T20" fmla="*/ 20 w 66"/>
                <a:gd name="T21" fmla="*/ 41 h 102"/>
                <a:gd name="T22" fmla="*/ 25 w 66"/>
                <a:gd name="T23" fmla="*/ 21 h 102"/>
                <a:gd name="T24" fmla="*/ 30 w 66"/>
                <a:gd name="T25" fmla="*/ 11 h 102"/>
                <a:gd name="T26" fmla="*/ 28 w 66"/>
                <a:gd name="T27" fmla="*/ 6 h 102"/>
                <a:gd name="T28" fmla="*/ 24 w 66"/>
                <a:gd name="T29" fmla="*/ 3 h 102"/>
                <a:gd name="T30" fmla="*/ 16 w 66"/>
                <a:gd name="T31" fmla="*/ 6 h 102"/>
                <a:gd name="T32" fmla="*/ 10 w 66"/>
                <a:gd name="T33" fmla="*/ 24 h 102"/>
                <a:gd name="T34" fmla="*/ 7 w 66"/>
                <a:gd name="T35" fmla="*/ 45 h 102"/>
                <a:gd name="T36" fmla="*/ 10 w 66"/>
                <a:gd name="T37" fmla="*/ 57 h 102"/>
                <a:gd name="T38" fmla="*/ 21 w 66"/>
                <a:gd name="T39" fmla="*/ 62 h 102"/>
                <a:gd name="T40" fmla="*/ 49 w 66"/>
                <a:gd name="T41" fmla="*/ 48 h 102"/>
                <a:gd name="T42" fmla="*/ 42 w 66"/>
                <a:gd name="T43" fmla="*/ 77 h 102"/>
                <a:gd name="T44" fmla="*/ 31 w 66"/>
                <a:gd name="T45" fmla="*/ 90 h 102"/>
                <a:gd name="T46" fmla="*/ 9 w 66"/>
                <a:gd name="T47" fmla="*/ 80 h 102"/>
                <a:gd name="T48" fmla="*/ 5 w 66"/>
                <a:gd name="T49" fmla="*/ 78 h 102"/>
                <a:gd name="T50" fmla="*/ 2 w 66"/>
                <a:gd name="T51" fmla="*/ 80 h 102"/>
                <a:gd name="T52" fmla="*/ 0 w 66"/>
                <a:gd name="T53" fmla="*/ 84 h 102"/>
                <a:gd name="T54" fmla="*/ 5 w 66"/>
                <a:gd name="T55" fmla="*/ 92 h 102"/>
                <a:gd name="T56" fmla="*/ 16 w 66"/>
                <a:gd name="T57" fmla="*/ 99 h 102"/>
                <a:gd name="T58" fmla="*/ 16 w 66"/>
                <a:gd name="T59" fmla="*/ 99 h 102"/>
                <a:gd name="T60" fmla="*/ 31 w 66"/>
                <a:gd name="T61" fmla="*/ 102 h 102"/>
                <a:gd name="T62" fmla="*/ 44 w 66"/>
                <a:gd name="T63" fmla="*/ 98 h 102"/>
                <a:gd name="T64" fmla="*/ 54 w 66"/>
                <a:gd name="T65" fmla="*/ 83 h 102"/>
                <a:gd name="T66" fmla="*/ 61 w 66"/>
                <a:gd name="T67" fmla="*/ 58 h 102"/>
                <a:gd name="T68" fmla="*/ 65 w 66"/>
                <a:gd name="T69" fmla="*/ 30 h 102"/>
                <a:gd name="T70" fmla="*/ 66 w 66"/>
                <a:gd name="T71" fmla="*/ 10 h 102"/>
                <a:gd name="T72" fmla="*/ 64 w 66"/>
                <a:gd name="T73" fmla="*/ 2 h 102"/>
                <a:gd name="T74" fmla="*/ 59 w 66"/>
                <a:gd name="T75"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6" h="102">
                  <a:moveTo>
                    <a:pt x="59" y="0"/>
                  </a:moveTo>
                  <a:cubicBezTo>
                    <a:pt x="57" y="0"/>
                    <a:pt x="55" y="1"/>
                    <a:pt x="54" y="2"/>
                  </a:cubicBezTo>
                  <a:cubicBezTo>
                    <a:pt x="53" y="3"/>
                    <a:pt x="52" y="4"/>
                    <a:pt x="52" y="5"/>
                  </a:cubicBezTo>
                  <a:cubicBezTo>
                    <a:pt x="52" y="6"/>
                    <a:pt x="52" y="9"/>
                    <a:pt x="51" y="14"/>
                  </a:cubicBezTo>
                  <a:cubicBezTo>
                    <a:pt x="51" y="22"/>
                    <a:pt x="50" y="27"/>
                    <a:pt x="50" y="29"/>
                  </a:cubicBezTo>
                  <a:cubicBezTo>
                    <a:pt x="49" y="32"/>
                    <a:pt x="48" y="33"/>
                    <a:pt x="47" y="35"/>
                  </a:cubicBezTo>
                  <a:cubicBezTo>
                    <a:pt x="46" y="36"/>
                    <a:pt x="44" y="39"/>
                    <a:pt x="40" y="41"/>
                  </a:cubicBezTo>
                  <a:cubicBezTo>
                    <a:pt x="36" y="44"/>
                    <a:pt x="33" y="46"/>
                    <a:pt x="31" y="47"/>
                  </a:cubicBezTo>
                  <a:cubicBezTo>
                    <a:pt x="28" y="49"/>
                    <a:pt x="25" y="49"/>
                    <a:pt x="24" y="49"/>
                  </a:cubicBezTo>
                  <a:cubicBezTo>
                    <a:pt x="23" y="49"/>
                    <a:pt x="22" y="48"/>
                    <a:pt x="21" y="47"/>
                  </a:cubicBezTo>
                  <a:cubicBezTo>
                    <a:pt x="20" y="46"/>
                    <a:pt x="20" y="43"/>
                    <a:pt x="20" y="41"/>
                  </a:cubicBezTo>
                  <a:cubicBezTo>
                    <a:pt x="20" y="35"/>
                    <a:pt x="22" y="29"/>
                    <a:pt x="25" y="21"/>
                  </a:cubicBezTo>
                  <a:cubicBezTo>
                    <a:pt x="28" y="15"/>
                    <a:pt x="30" y="12"/>
                    <a:pt x="30" y="11"/>
                  </a:cubicBezTo>
                  <a:cubicBezTo>
                    <a:pt x="30" y="9"/>
                    <a:pt x="29" y="7"/>
                    <a:pt x="28" y="6"/>
                  </a:cubicBezTo>
                  <a:cubicBezTo>
                    <a:pt x="27" y="4"/>
                    <a:pt x="25" y="3"/>
                    <a:pt x="24" y="3"/>
                  </a:cubicBezTo>
                  <a:cubicBezTo>
                    <a:pt x="20" y="3"/>
                    <a:pt x="17" y="4"/>
                    <a:pt x="16" y="6"/>
                  </a:cubicBezTo>
                  <a:cubicBezTo>
                    <a:pt x="14" y="9"/>
                    <a:pt x="12" y="14"/>
                    <a:pt x="10" y="24"/>
                  </a:cubicBezTo>
                  <a:cubicBezTo>
                    <a:pt x="8" y="33"/>
                    <a:pt x="7" y="40"/>
                    <a:pt x="7" y="45"/>
                  </a:cubicBezTo>
                  <a:cubicBezTo>
                    <a:pt x="7" y="49"/>
                    <a:pt x="8" y="54"/>
                    <a:pt x="10" y="57"/>
                  </a:cubicBezTo>
                  <a:cubicBezTo>
                    <a:pt x="13" y="60"/>
                    <a:pt x="16" y="62"/>
                    <a:pt x="21" y="62"/>
                  </a:cubicBezTo>
                  <a:cubicBezTo>
                    <a:pt x="27" y="62"/>
                    <a:pt x="37" y="57"/>
                    <a:pt x="49" y="48"/>
                  </a:cubicBezTo>
                  <a:cubicBezTo>
                    <a:pt x="48" y="59"/>
                    <a:pt x="46" y="69"/>
                    <a:pt x="42" y="77"/>
                  </a:cubicBezTo>
                  <a:cubicBezTo>
                    <a:pt x="39" y="86"/>
                    <a:pt x="35" y="90"/>
                    <a:pt x="31" y="90"/>
                  </a:cubicBezTo>
                  <a:cubicBezTo>
                    <a:pt x="21" y="90"/>
                    <a:pt x="14" y="86"/>
                    <a:pt x="9" y="80"/>
                  </a:cubicBezTo>
                  <a:cubicBezTo>
                    <a:pt x="8" y="79"/>
                    <a:pt x="7" y="78"/>
                    <a:pt x="5" y="78"/>
                  </a:cubicBezTo>
                  <a:cubicBezTo>
                    <a:pt x="4" y="78"/>
                    <a:pt x="3" y="79"/>
                    <a:pt x="2" y="80"/>
                  </a:cubicBezTo>
                  <a:cubicBezTo>
                    <a:pt x="1" y="81"/>
                    <a:pt x="0" y="82"/>
                    <a:pt x="0" y="84"/>
                  </a:cubicBezTo>
                  <a:cubicBezTo>
                    <a:pt x="0" y="86"/>
                    <a:pt x="2" y="89"/>
                    <a:pt x="5" y="92"/>
                  </a:cubicBezTo>
                  <a:cubicBezTo>
                    <a:pt x="8" y="95"/>
                    <a:pt x="12" y="97"/>
                    <a:pt x="16" y="99"/>
                  </a:cubicBezTo>
                  <a:cubicBezTo>
                    <a:pt x="16" y="99"/>
                    <a:pt x="16" y="99"/>
                    <a:pt x="16" y="99"/>
                  </a:cubicBezTo>
                  <a:cubicBezTo>
                    <a:pt x="21" y="101"/>
                    <a:pt x="26" y="102"/>
                    <a:pt x="31" y="102"/>
                  </a:cubicBezTo>
                  <a:cubicBezTo>
                    <a:pt x="36" y="102"/>
                    <a:pt x="41" y="101"/>
                    <a:pt x="44" y="98"/>
                  </a:cubicBezTo>
                  <a:cubicBezTo>
                    <a:pt x="48" y="95"/>
                    <a:pt x="51" y="90"/>
                    <a:pt x="54" y="83"/>
                  </a:cubicBezTo>
                  <a:cubicBezTo>
                    <a:pt x="57" y="75"/>
                    <a:pt x="60" y="67"/>
                    <a:pt x="61" y="58"/>
                  </a:cubicBezTo>
                  <a:cubicBezTo>
                    <a:pt x="63" y="49"/>
                    <a:pt x="64" y="39"/>
                    <a:pt x="65" y="30"/>
                  </a:cubicBezTo>
                  <a:cubicBezTo>
                    <a:pt x="66" y="10"/>
                    <a:pt x="66" y="10"/>
                    <a:pt x="66" y="10"/>
                  </a:cubicBezTo>
                  <a:cubicBezTo>
                    <a:pt x="66" y="6"/>
                    <a:pt x="66" y="3"/>
                    <a:pt x="64" y="2"/>
                  </a:cubicBezTo>
                  <a:cubicBezTo>
                    <a:pt x="63" y="1"/>
                    <a:pt x="61"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 name="Freeform 78"/>
            <p:cNvSpPr>
              <a:spLocks/>
            </p:cNvSpPr>
            <p:nvPr/>
          </p:nvSpPr>
          <p:spPr bwMode="auto">
            <a:xfrm>
              <a:off x="2247900" y="6330950"/>
              <a:ext cx="93663" cy="115888"/>
            </a:xfrm>
            <a:custGeom>
              <a:avLst/>
              <a:gdLst>
                <a:gd name="T0" fmla="*/ 63 w 74"/>
                <a:gd name="T1" fmla="*/ 1 h 92"/>
                <a:gd name="T2" fmla="*/ 62 w 74"/>
                <a:gd name="T3" fmla="*/ 1 h 92"/>
                <a:gd name="T4" fmla="*/ 53 w 74"/>
                <a:gd name="T5" fmla="*/ 2 h 92"/>
                <a:gd name="T6" fmla="*/ 20 w 74"/>
                <a:gd name="T7" fmla="*/ 5 h 92"/>
                <a:gd name="T8" fmla="*/ 15 w 74"/>
                <a:gd name="T9" fmla="*/ 5 h 92"/>
                <a:gd name="T10" fmla="*/ 10 w 74"/>
                <a:gd name="T11" fmla="*/ 6 h 92"/>
                <a:gd name="T12" fmla="*/ 8 w 74"/>
                <a:gd name="T13" fmla="*/ 9 h 92"/>
                <a:gd name="T14" fmla="*/ 8 w 74"/>
                <a:gd name="T15" fmla="*/ 11 h 92"/>
                <a:gd name="T16" fmla="*/ 9 w 74"/>
                <a:gd name="T17" fmla="*/ 15 h 92"/>
                <a:gd name="T18" fmla="*/ 10 w 74"/>
                <a:gd name="T19" fmla="*/ 17 h 92"/>
                <a:gd name="T20" fmla="*/ 10 w 74"/>
                <a:gd name="T21" fmla="*/ 17 h 92"/>
                <a:gd name="T22" fmla="*/ 7 w 74"/>
                <a:gd name="T23" fmla="*/ 46 h 92"/>
                <a:gd name="T24" fmla="*/ 1 w 74"/>
                <a:gd name="T25" fmla="*/ 78 h 92"/>
                <a:gd name="T26" fmla="*/ 0 w 74"/>
                <a:gd name="T27" fmla="*/ 82 h 92"/>
                <a:gd name="T28" fmla="*/ 0 w 74"/>
                <a:gd name="T29" fmla="*/ 84 h 92"/>
                <a:gd name="T30" fmla="*/ 3 w 74"/>
                <a:gd name="T31" fmla="*/ 90 h 92"/>
                <a:gd name="T32" fmla="*/ 10 w 74"/>
                <a:gd name="T33" fmla="*/ 92 h 92"/>
                <a:gd name="T34" fmla="*/ 29 w 74"/>
                <a:gd name="T35" fmla="*/ 90 h 92"/>
                <a:gd name="T36" fmla="*/ 49 w 74"/>
                <a:gd name="T37" fmla="*/ 88 h 92"/>
                <a:gd name="T38" fmla="*/ 66 w 74"/>
                <a:gd name="T39" fmla="*/ 85 h 92"/>
                <a:gd name="T40" fmla="*/ 68 w 74"/>
                <a:gd name="T41" fmla="*/ 81 h 92"/>
                <a:gd name="T42" fmla="*/ 60 w 74"/>
                <a:gd name="T43" fmla="*/ 74 h 92"/>
                <a:gd name="T44" fmla="*/ 49 w 74"/>
                <a:gd name="T45" fmla="*/ 75 h 92"/>
                <a:gd name="T46" fmla="*/ 34 w 74"/>
                <a:gd name="T47" fmla="*/ 78 h 92"/>
                <a:gd name="T48" fmla="*/ 19 w 74"/>
                <a:gd name="T49" fmla="*/ 79 h 92"/>
                <a:gd name="T50" fmla="*/ 16 w 74"/>
                <a:gd name="T51" fmla="*/ 77 h 92"/>
                <a:gd name="T52" fmla="*/ 18 w 74"/>
                <a:gd name="T53" fmla="*/ 66 h 92"/>
                <a:gd name="T54" fmla="*/ 19 w 74"/>
                <a:gd name="T55" fmla="*/ 57 h 92"/>
                <a:gd name="T56" fmla="*/ 21 w 74"/>
                <a:gd name="T57" fmla="*/ 56 h 92"/>
                <a:gd name="T58" fmla="*/ 21 w 74"/>
                <a:gd name="T59" fmla="*/ 56 h 92"/>
                <a:gd name="T60" fmla="*/ 41 w 74"/>
                <a:gd name="T61" fmla="*/ 53 h 92"/>
                <a:gd name="T62" fmla="*/ 46 w 74"/>
                <a:gd name="T63" fmla="*/ 52 h 92"/>
                <a:gd name="T64" fmla="*/ 54 w 74"/>
                <a:gd name="T65" fmla="*/ 51 h 92"/>
                <a:gd name="T66" fmla="*/ 62 w 74"/>
                <a:gd name="T67" fmla="*/ 49 h 92"/>
                <a:gd name="T68" fmla="*/ 65 w 74"/>
                <a:gd name="T69" fmla="*/ 43 h 92"/>
                <a:gd name="T70" fmla="*/ 55 w 74"/>
                <a:gd name="T71" fmla="*/ 37 h 92"/>
                <a:gd name="T72" fmla="*/ 42 w 74"/>
                <a:gd name="T73" fmla="*/ 39 h 92"/>
                <a:gd name="T74" fmla="*/ 32 w 74"/>
                <a:gd name="T75" fmla="*/ 41 h 92"/>
                <a:gd name="T76" fmla="*/ 21 w 74"/>
                <a:gd name="T77" fmla="*/ 42 h 92"/>
                <a:gd name="T78" fmla="*/ 23 w 74"/>
                <a:gd name="T79" fmla="*/ 32 h 92"/>
                <a:gd name="T80" fmla="*/ 25 w 74"/>
                <a:gd name="T81" fmla="*/ 22 h 92"/>
                <a:gd name="T82" fmla="*/ 26 w 74"/>
                <a:gd name="T83" fmla="*/ 18 h 92"/>
                <a:gd name="T84" fmla="*/ 33 w 74"/>
                <a:gd name="T85" fmla="*/ 16 h 92"/>
                <a:gd name="T86" fmla="*/ 50 w 74"/>
                <a:gd name="T87" fmla="*/ 15 h 92"/>
                <a:gd name="T88" fmla="*/ 68 w 74"/>
                <a:gd name="T89" fmla="*/ 14 h 92"/>
                <a:gd name="T90" fmla="*/ 72 w 74"/>
                <a:gd name="T91" fmla="*/ 11 h 92"/>
                <a:gd name="T92" fmla="*/ 74 w 74"/>
                <a:gd name="T93" fmla="*/ 8 h 92"/>
                <a:gd name="T94" fmla="*/ 63 w 74"/>
                <a:gd name="T95" fmla="*/ 1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4" h="92">
                  <a:moveTo>
                    <a:pt x="63" y="1"/>
                  </a:moveTo>
                  <a:cubicBezTo>
                    <a:pt x="62" y="1"/>
                    <a:pt x="62" y="1"/>
                    <a:pt x="62" y="1"/>
                  </a:cubicBezTo>
                  <a:cubicBezTo>
                    <a:pt x="62" y="1"/>
                    <a:pt x="59" y="1"/>
                    <a:pt x="53" y="2"/>
                  </a:cubicBezTo>
                  <a:cubicBezTo>
                    <a:pt x="35" y="4"/>
                    <a:pt x="24" y="5"/>
                    <a:pt x="20" y="5"/>
                  </a:cubicBezTo>
                  <a:cubicBezTo>
                    <a:pt x="19" y="5"/>
                    <a:pt x="17" y="5"/>
                    <a:pt x="15" y="5"/>
                  </a:cubicBezTo>
                  <a:cubicBezTo>
                    <a:pt x="13" y="5"/>
                    <a:pt x="12" y="6"/>
                    <a:pt x="10" y="6"/>
                  </a:cubicBezTo>
                  <a:cubicBezTo>
                    <a:pt x="9" y="7"/>
                    <a:pt x="8" y="8"/>
                    <a:pt x="8" y="9"/>
                  </a:cubicBezTo>
                  <a:cubicBezTo>
                    <a:pt x="8" y="9"/>
                    <a:pt x="8" y="10"/>
                    <a:pt x="8" y="11"/>
                  </a:cubicBezTo>
                  <a:cubicBezTo>
                    <a:pt x="8" y="12"/>
                    <a:pt x="8" y="13"/>
                    <a:pt x="9" y="15"/>
                  </a:cubicBezTo>
                  <a:cubicBezTo>
                    <a:pt x="9" y="16"/>
                    <a:pt x="10" y="17"/>
                    <a:pt x="10" y="17"/>
                  </a:cubicBezTo>
                  <a:cubicBezTo>
                    <a:pt x="10" y="17"/>
                    <a:pt x="10" y="17"/>
                    <a:pt x="10" y="17"/>
                  </a:cubicBezTo>
                  <a:cubicBezTo>
                    <a:pt x="10" y="19"/>
                    <a:pt x="9" y="29"/>
                    <a:pt x="7" y="46"/>
                  </a:cubicBezTo>
                  <a:cubicBezTo>
                    <a:pt x="5" y="63"/>
                    <a:pt x="3" y="73"/>
                    <a:pt x="1" y="78"/>
                  </a:cubicBezTo>
                  <a:cubicBezTo>
                    <a:pt x="0" y="80"/>
                    <a:pt x="0" y="82"/>
                    <a:pt x="0" y="82"/>
                  </a:cubicBezTo>
                  <a:cubicBezTo>
                    <a:pt x="0" y="84"/>
                    <a:pt x="0" y="84"/>
                    <a:pt x="0" y="84"/>
                  </a:cubicBezTo>
                  <a:cubicBezTo>
                    <a:pt x="0" y="87"/>
                    <a:pt x="1" y="89"/>
                    <a:pt x="3" y="90"/>
                  </a:cubicBezTo>
                  <a:cubicBezTo>
                    <a:pt x="4" y="92"/>
                    <a:pt x="7" y="92"/>
                    <a:pt x="10" y="92"/>
                  </a:cubicBezTo>
                  <a:cubicBezTo>
                    <a:pt x="16" y="92"/>
                    <a:pt x="22" y="92"/>
                    <a:pt x="29" y="90"/>
                  </a:cubicBezTo>
                  <a:cubicBezTo>
                    <a:pt x="37" y="89"/>
                    <a:pt x="44" y="89"/>
                    <a:pt x="49" y="88"/>
                  </a:cubicBezTo>
                  <a:cubicBezTo>
                    <a:pt x="56" y="88"/>
                    <a:pt x="62" y="87"/>
                    <a:pt x="66" y="85"/>
                  </a:cubicBezTo>
                  <a:cubicBezTo>
                    <a:pt x="67" y="84"/>
                    <a:pt x="68" y="82"/>
                    <a:pt x="68" y="81"/>
                  </a:cubicBezTo>
                  <a:cubicBezTo>
                    <a:pt x="68" y="77"/>
                    <a:pt x="65" y="74"/>
                    <a:pt x="60" y="74"/>
                  </a:cubicBezTo>
                  <a:cubicBezTo>
                    <a:pt x="58" y="74"/>
                    <a:pt x="55" y="74"/>
                    <a:pt x="49" y="75"/>
                  </a:cubicBezTo>
                  <a:cubicBezTo>
                    <a:pt x="47" y="76"/>
                    <a:pt x="42" y="76"/>
                    <a:pt x="34" y="78"/>
                  </a:cubicBezTo>
                  <a:cubicBezTo>
                    <a:pt x="26" y="79"/>
                    <a:pt x="21" y="79"/>
                    <a:pt x="19" y="79"/>
                  </a:cubicBezTo>
                  <a:cubicBezTo>
                    <a:pt x="17" y="79"/>
                    <a:pt x="17" y="78"/>
                    <a:pt x="16" y="77"/>
                  </a:cubicBezTo>
                  <a:cubicBezTo>
                    <a:pt x="16" y="75"/>
                    <a:pt x="17" y="71"/>
                    <a:pt x="18" y="66"/>
                  </a:cubicBezTo>
                  <a:cubicBezTo>
                    <a:pt x="18" y="61"/>
                    <a:pt x="19" y="58"/>
                    <a:pt x="19" y="57"/>
                  </a:cubicBezTo>
                  <a:cubicBezTo>
                    <a:pt x="20" y="56"/>
                    <a:pt x="20" y="56"/>
                    <a:pt x="21" y="56"/>
                  </a:cubicBezTo>
                  <a:cubicBezTo>
                    <a:pt x="21" y="56"/>
                    <a:pt x="21" y="56"/>
                    <a:pt x="21" y="56"/>
                  </a:cubicBezTo>
                  <a:cubicBezTo>
                    <a:pt x="23" y="55"/>
                    <a:pt x="30" y="54"/>
                    <a:pt x="41" y="53"/>
                  </a:cubicBezTo>
                  <a:cubicBezTo>
                    <a:pt x="43" y="52"/>
                    <a:pt x="45" y="52"/>
                    <a:pt x="46" y="52"/>
                  </a:cubicBezTo>
                  <a:cubicBezTo>
                    <a:pt x="49" y="52"/>
                    <a:pt x="52" y="51"/>
                    <a:pt x="54" y="51"/>
                  </a:cubicBezTo>
                  <a:cubicBezTo>
                    <a:pt x="58" y="51"/>
                    <a:pt x="61" y="50"/>
                    <a:pt x="62" y="49"/>
                  </a:cubicBezTo>
                  <a:cubicBezTo>
                    <a:pt x="64" y="48"/>
                    <a:pt x="65" y="46"/>
                    <a:pt x="65" y="43"/>
                  </a:cubicBezTo>
                  <a:cubicBezTo>
                    <a:pt x="65" y="39"/>
                    <a:pt x="62" y="37"/>
                    <a:pt x="55" y="37"/>
                  </a:cubicBezTo>
                  <a:cubicBezTo>
                    <a:pt x="52" y="37"/>
                    <a:pt x="48" y="38"/>
                    <a:pt x="42" y="39"/>
                  </a:cubicBezTo>
                  <a:cubicBezTo>
                    <a:pt x="40" y="40"/>
                    <a:pt x="37" y="40"/>
                    <a:pt x="32" y="41"/>
                  </a:cubicBezTo>
                  <a:cubicBezTo>
                    <a:pt x="27" y="42"/>
                    <a:pt x="24" y="42"/>
                    <a:pt x="21" y="42"/>
                  </a:cubicBezTo>
                  <a:cubicBezTo>
                    <a:pt x="21" y="39"/>
                    <a:pt x="22" y="36"/>
                    <a:pt x="23" y="32"/>
                  </a:cubicBezTo>
                  <a:cubicBezTo>
                    <a:pt x="24" y="27"/>
                    <a:pt x="25" y="24"/>
                    <a:pt x="25" y="22"/>
                  </a:cubicBezTo>
                  <a:cubicBezTo>
                    <a:pt x="25" y="20"/>
                    <a:pt x="25" y="19"/>
                    <a:pt x="26" y="18"/>
                  </a:cubicBezTo>
                  <a:cubicBezTo>
                    <a:pt x="26" y="18"/>
                    <a:pt x="29" y="17"/>
                    <a:pt x="33" y="16"/>
                  </a:cubicBezTo>
                  <a:cubicBezTo>
                    <a:pt x="38" y="16"/>
                    <a:pt x="43" y="15"/>
                    <a:pt x="50" y="15"/>
                  </a:cubicBezTo>
                  <a:cubicBezTo>
                    <a:pt x="68" y="14"/>
                    <a:pt x="68" y="14"/>
                    <a:pt x="68" y="14"/>
                  </a:cubicBezTo>
                  <a:cubicBezTo>
                    <a:pt x="69" y="13"/>
                    <a:pt x="71" y="13"/>
                    <a:pt x="72" y="11"/>
                  </a:cubicBezTo>
                  <a:cubicBezTo>
                    <a:pt x="73" y="10"/>
                    <a:pt x="74" y="9"/>
                    <a:pt x="74" y="8"/>
                  </a:cubicBezTo>
                  <a:cubicBezTo>
                    <a:pt x="74" y="2"/>
                    <a:pt x="70" y="0"/>
                    <a:pt x="6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 name="Freeform 79"/>
            <p:cNvSpPr>
              <a:spLocks/>
            </p:cNvSpPr>
            <p:nvPr/>
          </p:nvSpPr>
          <p:spPr bwMode="auto">
            <a:xfrm>
              <a:off x="2341563" y="6356350"/>
              <a:ext cx="87313" cy="93663"/>
            </a:xfrm>
            <a:custGeom>
              <a:avLst/>
              <a:gdLst>
                <a:gd name="T0" fmla="*/ 68 w 68"/>
                <a:gd name="T1" fmla="*/ 8 h 75"/>
                <a:gd name="T2" fmla="*/ 65 w 68"/>
                <a:gd name="T3" fmla="*/ 2 h 75"/>
                <a:gd name="T4" fmla="*/ 60 w 68"/>
                <a:gd name="T5" fmla="*/ 0 h 75"/>
                <a:gd name="T6" fmla="*/ 56 w 68"/>
                <a:gd name="T7" fmla="*/ 1 h 75"/>
                <a:gd name="T8" fmla="*/ 52 w 68"/>
                <a:gd name="T9" fmla="*/ 6 h 75"/>
                <a:gd name="T10" fmla="*/ 41 w 68"/>
                <a:gd name="T11" fmla="*/ 20 h 75"/>
                <a:gd name="T12" fmla="*/ 40 w 68"/>
                <a:gd name="T13" fmla="*/ 22 h 75"/>
                <a:gd name="T14" fmla="*/ 33 w 68"/>
                <a:gd name="T15" fmla="*/ 29 h 75"/>
                <a:gd name="T16" fmla="*/ 26 w 68"/>
                <a:gd name="T17" fmla="*/ 10 h 75"/>
                <a:gd name="T18" fmla="*/ 20 w 68"/>
                <a:gd name="T19" fmla="*/ 1 h 75"/>
                <a:gd name="T20" fmla="*/ 11 w 68"/>
                <a:gd name="T21" fmla="*/ 11 h 75"/>
                <a:gd name="T22" fmla="*/ 23 w 68"/>
                <a:gd name="T23" fmla="*/ 37 h 75"/>
                <a:gd name="T24" fmla="*/ 19 w 68"/>
                <a:gd name="T25" fmla="*/ 40 h 75"/>
                <a:gd name="T26" fmla="*/ 3 w 68"/>
                <a:gd name="T27" fmla="*/ 58 h 75"/>
                <a:gd name="T28" fmla="*/ 0 w 68"/>
                <a:gd name="T29" fmla="*/ 67 h 75"/>
                <a:gd name="T30" fmla="*/ 3 w 68"/>
                <a:gd name="T31" fmla="*/ 73 h 75"/>
                <a:gd name="T32" fmla="*/ 10 w 68"/>
                <a:gd name="T33" fmla="*/ 75 h 75"/>
                <a:gd name="T34" fmla="*/ 14 w 68"/>
                <a:gd name="T35" fmla="*/ 68 h 75"/>
                <a:gd name="T36" fmla="*/ 30 w 68"/>
                <a:gd name="T37" fmla="*/ 47 h 75"/>
                <a:gd name="T38" fmla="*/ 54 w 68"/>
                <a:gd name="T39" fmla="*/ 69 h 75"/>
                <a:gd name="T40" fmla="*/ 60 w 68"/>
                <a:gd name="T41" fmla="*/ 66 h 75"/>
                <a:gd name="T42" fmla="*/ 63 w 68"/>
                <a:gd name="T43" fmla="*/ 61 h 75"/>
                <a:gd name="T44" fmla="*/ 62 w 68"/>
                <a:gd name="T45" fmla="*/ 59 h 75"/>
                <a:gd name="T46" fmla="*/ 60 w 68"/>
                <a:gd name="T47" fmla="*/ 57 h 75"/>
                <a:gd name="T48" fmla="*/ 40 w 68"/>
                <a:gd name="T49" fmla="*/ 39 h 75"/>
                <a:gd name="T50" fmla="*/ 68 w 68"/>
                <a:gd name="T51" fmla="*/ 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 h="75">
                  <a:moveTo>
                    <a:pt x="68" y="8"/>
                  </a:moveTo>
                  <a:cubicBezTo>
                    <a:pt x="68" y="6"/>
                    <a:pt x="67" y="4"/>
                    <a:pt x="65" y="2"/>
                  </a:cubicBezTo>
                  <a:cubicBezTo>
                    <a:pt x="64" y="1"/>
                    <a:pt x="62" y="0"/>
                    <a:pt x="60" y="0"/>
                  </a:cubicBezTo>
                  <a:cubicBezTo>
                    <a:pt x="58" y="0"/>
                    <a:pt x="57" y="1"/>
                    <a:pt x="56" y="1"/>
                  </a:cubicBezTo>
                  <a:cubicBezTo>
                    <a:pt x="55" y="2"/>
                    <a:pt x="54" y="4"/>
                    <a:pt x="52" y="6"/>
                  </a:cubicBezTo>
                  <a:cubicBezTo>
                    <a:pt x="50" y="10"/>
                    <a:pt x="47" y="15"/>
                    <a:pt x="41" y="20"/>
                  </a:cubicBezTo>
                  <a:cubicBezTo>
                    <a:pt x="41" y="21"/>
                    <a:pt x="40" y="22"/>
                    <a:pt x="40" y="22"/>
                  </a:cubicBezTo>
                  <a:cubicBezTo>
                    <a:pt x="37" y="25"/>
                    <a:pt x="35" y="27"/>
                    <a:pt x="33" y="29"/>
                  </a:cubicBezTo>
                  <a:cubicBezTo>
                    <a:pt x="29" y="23"/>
                    <a:pt x="26" y="16"/>
                    <a:pt x="26" y="10"/>
                  </a:cubicBezTo>
                  <a:cubicBezTo>
                    <a:pt x="26" y="4"/>
                    <a:pt x="24" y="1"/>
                    <a:pt x="20" y="1"/>
                  </a:cubicBezTo>
                  <a:cubicBezTo>
                    <a:pt x="14" y="1"/>
                    <a:pt x="11" y="5"/>
                    <a:pt x="11" y="11"/>
                  </a:cubicBezTo>
                  <a:cubicBezTo>
                    <a:pt x="11" y="18"/>
                    <a:pt x="15" y="26"/>
                    <a:pt x="23" y="37"/>
                  </a:cubicBezTo>
                  <a:cubicBezTo>
                    <a:pt x="22" y="38"/>
                    <a:pt x="21" y="39"/>
                    <a:pt x="19" y="40"/>
                  </a:cubicBezTo>
                  <a:cubicBezTo>
                    <a:pt x="11" y="48"/>
                    <a:pt x="6" y="54"/>
                    <a:pt x="3" y="58"/>
                  </a:cubicBezTo>
                  <a:cubicBezTo>
                    <a:pt x="1" y="61"/>
                    <a:pt x="0" y="64"/>
                    <a:pt x="0" y="67"/>
                  </a:cubicBezTo>
                  <a:cubicBezTo>
                    <a:pt x="0" y="70"/>
                    <a:pt x="1" y="72"/>
                    <a:pt x="3" y="73"/>
                  </a:cubicBezTo>
                  <a:cubicBezTo>
                    <a:pt x="4" y="74"/>
                    <a:pt x="7" y="75"/>
                    <a:pt x="10" y="75"/>
                  </a:cubicBezTo>
                  <a:cubicBezTo>
                    <a:pt x="12" y="73"/>
                    <a:pt x="13" y="71"/>
                    <a:pt x="14" y="68"/>
                  </a:cubicBezTo>
                  <a:cubicBezTo>
                    <a:pt x="17" y="61"/>
                    <a:pt x="22" y="54"/>
                    <a:pt x="30" y="47"/>
                  </a:cubicBezTo>
                  <a:cubicBezTo>
                    <a:pt x="40" y="62"/>
                    <a:pt x="49" y="69"/>
                    <a:pt x="54" y="69"/>
                  </a:cubicBezTo>
                  <a:cubicBezTo>
                    <a:pt x="57" y="69"/>
                    <a:pt x="59" y="68"/>
                    <a:pt x="60" y="66"/>
                  </a:cubicBezTo>
                  <a:cubicBezTo>
                    <a:pt x="62" y="65"/>
                    <a:pt x="63" y="63"/>
                    <a:pt x="63" y="61"/>
                  </a:cubicBezTo>
                  <a:cubicBezTo>
                    <a:pt x="63" y="60"/>
                    <a:pt x="63" y="59"/>
                    <a:pt x="62" y="59"/>
                  </a:cubicBezTo>
                  <a:cubicBezTo>
                    <a:pt x="62" y="58"/>
                    <a:pt x="61" y="57"/>
                    <a:pt x="60" y="57"/>
                  </a:cubicBezTo>
                  <a:cubicBezTo>
                    <a:pt x="53" y="53"/>
                    <a:pt x="46" y="47"/>
                    <a:pt x="40" y="39"/>
                  </a:cubicBezTo>
                  <a:cubicBezTo>
                    <a:pt x="58" y="22"/>
                    <a:pt x="68" y="12"/>
                    <a:pt x="68"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 name="Freeform 80"/>
            <p:cNvSpPr>
              <a:spLocks/>
            </p:cNvSpPr>
            <p:nvPr/>
          </p:nvSpPr>
          <p:spPr bwMode="auto">
            <a:xfrm>
              <a:off x="2432050" y="6356350"/>
              <a:ext cx="66675" cy="88900"/>
            </a:xfrm>
            <a:custGeom>
              <a:avLst/>
              <a:gdLst>
                <a:gd name="T0" fmla="*/ 50 w 53"/>
                <a:gd name="T1" fmla="*/ 48 h 70"/>
                <a:gd name="T2" fmla="*/ 43 w 53"/>
                <a:gd name="T3" fmla="*/ 51 h 70"/>
                <a:gd name="T4" fmla="*/ 23 w 53"/>
                <a:gd name="T5" fmla="*/ 58 h 70"/>
                <a:gd name="T6" fmla="*/ 14 w 53"/>
                <a:gd name="T7" fmla="*/ 50 h 70"/>
                <a:gd name="T8" fmla="*/ 22 w 53"/>
                <a:gd name="T9" fmla="*/ 26 h 70"/>
                <a:gd name="T10" fmla="*/ 34 w 53"/>
                <a:gd name="T11" fmla="*/ 13 h 70"/>
                <a:gd name="T12" fmla="*/ 37 w 53"/>
                <a:gd name="T13" fmla="*/ 19 h 70"/>
                <a:gd name="T14" fmla="*/ 44 w 53"/>
                <a:gd name="T15" fmla="*/ 27 h 70"/>
                <a:gd name="T16" fmla="*/ 48 w 53"/>
                <a:gd name="T17" fmla="*/ 25 h 70"/>
                <a:gd name="T18" fmla="*/ 50 w 53"/>
                <a:gd name="T19" fmla="*/ 17 h 70"/>
                <a:gd name="T20" fmla="*/ 46 w 53"/>
                <a:gd name="T21" fmla="*/ 5 h 70"/>
                <a:gd name="T22" fmla="*/ 37 w 53"/>
                <a:gd name="T23" fmla="*/ 0 h 70"/>
                <a:gd name="T24" fmla="*/ 13 w 53"/>
                <a:gd name="T25" fmla="*/ 17 h 70"/>
                <a:gd name="T26" fmla="*/ 0 w 53"/>
                <a:gd name="T27" fmla="*/ 50 h 70"/>
                <a:gd name="T28" fmla="*/ 5 w 53"/>
                <a:gd name="T29" fmla="*/ 65 h 70"/>
                <a:gd name="T30" fmla="*/ 20 w 53"/>
                <a:gd name="T31" fmla="*/ 70 h 70"/>
                <a:gd name="T32" fmla="*/ 43 w 53"/>
                <a:gd name="T33" fmla="*/ 63 h 70"/>
                <a:gd name="T34" fmla="*/ 53 w 53"/>
                <a:gd name="T35" fmla="*/ 51 h 70"/>
                <a:gd name="T36" fmla="*/ 50 w 53"/>
                <a:gd name="T37" fmla="*/ 4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70">
                  <a:moveTo>
                    <a:pt x="50" y="48"/>
                  </a:moveTo>
                  <a:cubicBezTo>
                    <a:pt x="48" y="48"/>
                    <a:pt x="46" y="49"/>
                    <a:pt x="43" y="51"/>
                  </a:cubicBezTo>
                  <a:cubicBezTo>
                    <a:pt x="36" y="55"/>
                    <a:pt x="30" y="58"/>
                    <a:pt x="23" y="58"/>
                  </a:cubicBezTo>
                  <a:cubicBezTo>
                    <a:pt x="17" y="58"/>
                    <a:pt x="14" y="55"/>
                    <a:pt x="14" y="50"/>
                  </a:cubicBezTo>
                  <a:cubicBezTo>
                    <a:pt x="14" y="43"/>
                    <a:pt x="17" y="35"/>
                    <a:pt x="22" y="26"/>
                  </a:cubicBezTo>
                  <a:cubicBezTo>
                    <a:pt x="27" y="17"/>
                    <a:pt x="31" y="13"/>
                    <a:pt x="34" y="13"/>
                  </a:cubicBezTo>
                  <a:cubicBezTo>
                    <a:pt x="36" y="13"/>
                    <a:pt x="37" y="15"/>
                    <a:pt x="37" y="19"/>
                  </a:cubicBezTo>
                  <a:cubicBezTo>
                    <a:pt x="38" y="24"/>
                    <a:pt x="40" y="27"/>
                    <a:pt x="44" y="27"/>
                  </a:cubicBezTo>
                  <a:cubicBezTo>
                    <a:pt x="45" y="27"/>
                    <a:pt x="47" y="26"/>
                    <a:pt x="48" y="25"/>
                  </a:cubicBezTo>
                  <a:cubicBezTo>
                    <a:pt x="50" y="24"/>
                    <a:pt x="50" y="21"/>
                    <a:pt x="50" y="17"/>
                  </a:cubicBezTo>
                  <a:cubicBezTo>
                    <a:pt x="50" y="13"/>
                    <a:pt x="49" y="9"/>
                    <a:pt x="46" y="5"/>
                  </a:cubicBezTo>
                  <a:cubicBezTo>
                    <a:pt x="44" y="2"/>
                    <a:pt x="40" y="0"/>
                    <a:pt x="37" y="0"/>
                  </a:cubicBezTo>
                  <a:cubicBezTo>
                    <a:pt x="29" y="0"/>
                    <a:pt x="21" y="6"/>
                    <a:pt x="13" y="17"/>
                  </a:cubicBezTo>
                  <a:cubicBezTo>
                    <a:pt x="4" y="29"/>
                    <a:pt x="0" y="40"/>
                    <a:pt x="0" y="50"/>
                  </a:cubicBezTo>
                  <a:cubicBezTo>
                    <a:pt x="0" y="56"/>
                    <a:pt x="2" y="61"/>
                    <a:pt x="5" y="65"/>
                  </a:cubicBezTo>
                  <a:cubicBezTo>
                    <a:pt x="9" y="68"/>
                    <a:pt x="14" y="70"/>
                    <a:pt x="20" y="70"/>
                  </a:cubicBezTo>
                  <a:cubicBezTo>
                    <a:pt x="28" y="70"/>
                    <a:pt x="36" y="68"/>
                    <a:pt x="43" y="63"/>
                  </a:cubicBezTo>
                  <a:cubicBezTo>
                    <a:pt x="50" y="58"/>
                    <a:pt x="53" y="54"/>
                    <a:pt x="53" y="51"/>
                  </a:cubicBezTo>
                  <a:cubicBezTo>
                    <a:pt x="53" y="49"/>
                    <a:pt x="52" y="48"/>
                    <a:pt x="50"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 name="Freeform 81"/>
            <p:cNvSpPr>
              <a:spLocks/>
            </p:cNvSpPr>
            <p:nvPr/>
          </p:nvSpPr>
          <p:spPr bwMode="auto">
            <a:xfrm>
              <a:off x="2514600" y="6361113"/>
              <a:ext cx="26988" cy="84138"/>
            </a:xfrm>
            <a:custGeom>
              <a:avLst/>
              <a:gdLst>
                <a:gd name="T0" fmla="*/ 19 w 22"/>
                <a:gd name="T1" fmla="*/ 2 h 66"/>
                <a:gd name="T2" fmla="*/ 13 w 22"/>
                <a:gd name="T3" fmla="*/ 0 h 66"/>
                <a:gd name="T4" fmla="*/ 8 w 22"/>
                <a:gd name="T5" fmla="*/ 3 h 66"/>
                <a:gd name="T6" fmla="*/ 6 w 22"/>
                <a:gd name="T7" fmla="*/ 11 h 66"/>
                <a:gd name="T8" fmla="*/ 4 w 22"/>
                <a:gd name="T9" fmla="*/ 23 h 66"/>
                <a:gd name="T10" fmla="*/ 4 w 22"/>
                <a:gd name="T11" fmla="*/ 23 h 66"/>
                <a:gd name="T12" fmla="*/ 3 w 22"/>
                <a:gd name="T13" fmla="*/ 29 h 66"/>
                <a:gd name="T14" fmla="*/ 0 w 22"/>
                <a:gd name="T15" fmla="*/ 54 h 66"/>
                <a:gd name="T16" fmla="*/ 8 w 22"/>
                <a:gd name="T17" fmla="*/ 66 h 66"/>
                <a:gd name="T18" fmla="*/ 13 w 22"/>
                <a:gd name="T19" fmla="*/ 64 h 66"/>
                <a:gd name="T20" fmla="*/ 16 w 22"/>
                <a:gd name="T21" fmla="*/ 60 h 66"/>
                <a:gd name="T22" fmla="*/ 16 w 22"/>
                <a:gd name="T23" fmla="*/ 58 h 66"/>
                <a:gd name="T24" fmla="*/ 15 w 22"/>
                <a:gd name="T25" fmla="*/ 48 h 66"/>
                <a:gd name="T26" fmla="*/ 15 w 22"/>
                <a:gd name="T27" fmla="*/ 37 h 66"/>
                <a:gd name="T28" fmla="*/ 19 w 22"/>
                <a:gd name="T29" fmla="*/ 18 h 66"/>
                <a:gd name="T30" fmla="*/ 20 w 22"/>
                <a:gd name="T31" fmla="*/ 16 h 66"/>
                <a:gd name="T32" fmla="*/ 22 w 22"/>
                <a:gd name="T33" fmla="*/ 7 h 66"/>
                <a:gd name="T34" fmla="*/ 19 w 22"/>
                <a:gd name="T35" fmla="*/ 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66">
                  <a:moveTo>
                    <a:pt x="19" y="2"/>
                  </a:moveTo>
                  <a:cubicBezTo>
                    <a:pt x="18" y="1"/>
                    <a:pt x="16" y="0"/>
                    <a:pt x="13" y="0"/>
                  </a:cubicBezTo>
                  <a:cubicBezTo>
                    <a:pt x="11" y="0"/>
                    <a:pt x="9" y="1"/>
                    <a:pt x="8" y="3"/>
                  </a:cubicBezTo>
                  <a:cubicBezTo>
                    <a:pt x="6" y="5"/>
                    <a:pt x="6" y="8"/>
                    <a:pt x="6" y="11"/>
                  </a:cubicBezTo>
                  <a:cubicBezTo>
                    <a:pt x="6" y="12"/>
                    <a:pt x="5" y="16"/>
                    <a:pt x="4" y="23"/>
                  </a:cubicBezTo>
                  <a:cubicBezTo>
                    <a:pt x="4" y="23"/>
                    <a:pt x="4" y="23"/>
                    <a:pt x="4" y="23"/>
                  </a:cubicBezTo>
                  <a:cubicBezTo>
                    <a:pt x="4" y="25"/>
                    <a:pt x="3" y="27"/>
                    <a:pt x="3" y="29"/>
                  </a:cubicBezTo>
                  <a:cubicBezTo>
                    <a:pt x="1" y="39"/>
                    <a:pt x="0" y="47"/>
                    <a:pt x="0" y="54"/>
                  </a:cubicBezTo>
                  <a:cubicBezTo>
                    <a:pt x="0" y="62"/>
                    <a:pt x="3" y="66"/>
                    <a:pt x="8" y="66"/>
                  </a:cubicBezTo>
                  <a:cubicBezTo>
                    <a:pt x="10" y="66"/>
                    <a:pt x="12" y="65"/>
                    <a:pt x="13" y="64"/>
                  </a:cubicBezTo>
                  <a:cubicBezTo>
                    <a:pt x="15" y="62"/>
                    <a:pt x="16" y="61"/>
                    <a:pt x="16" y="60"/>
                  </a:cubicBezTo>
                  <a:cubicBezTo>
                    <a:pt x="16" y="59"/>
                    <a:pt x="16" y="59"/>
                    <a:pt x="16" y="58"/>
                  </a:cubicBezTo>
                  <a:cubicBezTo>
                    <a:pt x="15" y="54"/>
                    <a:pt x="15" y="51"/>
                    <a:pt x="15" y="48"/>
                  </a:cubicBezTo>
                  <a:cubicBezTo>
                    <a:pt x="15" y="45"/>
                    <a:pt x="15" y="41"/>
                    <a:pt x="15" y="37"/>
                  </a:cubicBezTo>
                  <a:cubicBezTo>
                    <a:pt x="16" y="32"/>
                    <a:pt x="17" y="25"/>
                    <a:pt x="19" y="18"/>
                  </a:cubicBezTo>
                  <a:cubicBezTo>
                    <a:pt x="20" y="16"/>
                    <a:pt x="20" y="16"/>
                    <a:pt x="20" y="16"/>
                  </a:cubicBezTo>
                  <a:cubicBezTo>
                    <a:pt x="21" y="11"/>
                    <a:pt x="22" y="8"/>
                    <a:pt x="22" y="7"/>
                  </a:cubicBezTo>
                  <a:cubicBezTo>
                    <a:pt x="22" y="5"/>
                    <a:pt x="21" y="4"/>
                    <a:pt x="1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 name="Freeform 82"/>
            <p:cNvSpPr>
              <a:spLocks/>
            </p:cNvSpPr>
            <p:nvPr/>
          </p:nvSpPr>
          <p:spPr bwMode="auto">
            <a:xfrm>
              <a:off x="2530475" y="6318250"/>
              <a:ext cx="25400" cy="25400"/>
            </a:xfrm>
            <a:custGeom>
              <a:avLst/>
              <a:gdLst>
                <a:gd name="T0" fmla="*/ 20 w 20"/>
                <a:gd name="T1" fmla="*/ 8 h 19"/>
                <a:gd name="T2" fmla="*/ 17 w 20"/>
                <a:gd name="T3" fmla="*/ 2 h 19"/>
                <a:gd name="T4" fmla="*/ 11 w 20"/>
                <a:gd name="T5" fmla="*/ 0 h 19"/>
                <a:gd name="T6" fmla="*/ 3 w 20"/>
                <a:gd name="T7" fmla="*/ 3 h 19"/>
                <a:gd name="T8" fmla="*/ 0 w 20"/>
                <a:gd name="T9" fmla="*/ 10 h 19"/>
                <a:gd name="T10" fmla="*/ 3 w 20"/>
                <a:gd name="T11" fmla="*/ 16 h 19"/>
                <a:gd name="T12" fmla="*/ 9 w 20"/>
                <a:gd name="T13" fmla="*/ 19 h 19"/>
                <a:gd name="T14" fmla="*/ 16 w 20"/>
                <a:gd name="T15" fmla="*/ 15 h 19"/>
                <a:gd name="T16" fmla="*/ 20 w 20"/>
                <a:gd name="T17" fmla="*/ 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19">
                  <a:moveTo>
                    <a:pt x="20" y="8"/>
                  </a:moveTo>
                  <a:cubicBezTo>
                    <a:pt x="20" y="6"/>
                    <a:pt x="19" y="4"/>
                    <a:pt x="17" y="2"/>
                  </a:cubicBezTo>
                  <a:cubicBezTo>
                    <a:pt x="16" y="1"/>
                    <a:pt x="13" y="0"/>
                    <a:pt x="11" y="0"/>
                  </a:cubicBezTo>
                  <a:cubicBezTo>
                    <a:pt x="7" y="0"/>
                    <a:pt x="5" y="1"/>
                    <a:pt x="3" y="3"/>
                  </a:cubicBezTo>
                  <a:cubicBezTo>
                    <a:pt x="1" y="4"/>
                    <a:pt x="0" y="7"/>
                    <a:pt x="0" y="10"/>
                  </a:cubicBezTo>
                  <a:cubicBezTo>
                    <a:pt x="0" y="12"/>
                    <a:pt x="1" y="14"/>
                    <a:pt x="3" y="16"/>
                  </a:cubicBezTo>
                  <a:cubicBezTo>
                    <a:pt x="5" y="18"/>
                    <a:pt x="7" y="19"/>
                    <a:pt x="9" y="19"/>
                  </a:cubicBezTo>
                  <a:cubicBezTo>
                    <a:pt x="11" y="19"/>
                    <a:pt x="13" y="18"/>
                    <a:pt x="16" y="15"/>
                  </a:cubicBezTo>
                  <a:cubicBezTo>
                    <a:pt x="18" y="13"/>
                    <a:pt x="20" y="11"/>
                    <a:pt x="2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 name="Freeform 83"/>
            <p:cNvSpPr>
              <a:spLocks/>
            </p:cNvSpPr>
            <p:nvPr/>
          </p:nvSpPr>
          <p:spPr bwMode="auto">
            <a:xfrm>
              <a:off x="2551113" y="6330950"/>
              <a:ext cx="76200" cy="114300"/>
            </a:xfrm>
            <a:custGeom>
              <a:avLst/>
              <a:gdLst>
                <a:gd name="T0" fmla="*/ 55 w 60"/>
                <a:gd name="T1" fmla="*/ 24 h 90"/>
                <a:gd name="T2" fmla="*/ 34 w 60"/>
                <a:gd name="T3" fmla="*/ 25 h 90"/>
                <a:gd name="T4" fmla="*/ 39 w 60"/>
                <a:gd name="T5" fmla="*/ 7 h 90"/>
                <a:gd name="T6" fmla="*/ 37 w 60"/>
                <a:gd name="T7" fmla="*/ 2 h 90"/>
                <a:gd name="T8" fmla="*/ 32 w 60"/>
                <a:gd name="T9" fmla="*/ 0 h 90"/>
                <a:gd name="T10" fmla="*/ 24 w 60"/>
                <a:gd name="T11" fmla="*/ 8 h 90"/>
                <a:gd name="T12" fmla="*/ 19 w 60"/>
                <a:gd name="T13" fmla="*/ 27 h 90"/>
                <a:gd name="T14" fmla="*/ 6 w 60"/>
                <a:gd name="T15" fmla="*/ 27 h 90"/>
                <a:gd name="T16" fmla="*/ 0 w 60"/>
                <a:gd name="T17" fmla="*/ 32 h 90"/>
                <a:gd name="T18" fmla="*/ 3 w 60"/>
                <a:gd name="T19" fmla="*/ 38 h 90"/>
                <a:gd name="T20" fmla="*/ 9 w 60"/>
                <a:gd name="T21" fmla="*/ 40 h 90"/>
                <a:gd name="T22" fmla="*/ 10 w 60"/>
                <a:gd name="T23" fmla="*/ 40 h 90"/>
                <a:gd name="T24" fmla="*/ 16 w 60"/>
                <a:gd name="T25" fmla="*/ 39 h 90"/>
                <a:gd name="T26" fmla="*/ 9 w 60"/>
                <a:gd name="T27" fmla="*/ 71 h 90"/>
                <a:gd name="T28" fmla="*/ 14 w 60"/>
                <a:gd name="T29" fmla="*/ 85 h 90"/>
                <a:gd name="T30" fmla="*/ 26 w 60"/>
                <a:gd name="T31" fmla="*/ 90 h 90"/>
                <a:gd name="T32" fmla="*/ 44 w 60"/>
                <a:gd name="T33" fmla="*/ 83 h 90"/>
                <a:gd name="T34" fmla="*/ 52 w 60"/>
                <a:gd name="T35" fmla="*/ 71 h 90"/>
                <a:gd name="T36" fmla="*/ 51 w 60"/>
                <a:gd name="T37" fmla="*/ 69 h 90"/>
                <a:gd name="T38" fmla="*/ 48 w 60"/>
                <a:gd name="T39" fmla="*/ 68 h 90"/>
                <a:gd name="T40" fmla="*/ 43 w 60"/>
                <a:gd name="T41" fmla="*/ 70 h 90"/>
                <a:gd name="T42" fmla="*/ 35 w 60"/>
                <a:gd name="T43" fmla="*/ 75 h 90"/>
                <a:gd name="T44" fmla="*/ 28 w 60"/>
                <a:gd name="T45" fmla="*/ 77 h 90"/>
                <a:gd name="T46" fmla="*/ 25 w 60"/>
                <a:gd name="T47" fmla="*/ 75 h 90"/>
                <a:gd name="T48" fmla="*/ 24 w 60"/>
                <a:gd name="T49" fmla="*/ 68 h 90"/>
                <a:gd name="T50" fmla="*/ 27 w 60"/>
                <a:gd name="T51" fmla="*/ 52 h 90"/>
                <a:gd name="T52" fmla="*/ 30 w 60"/>
                <a:gd name="T53" fmla="*/ 38 h 90"/>
                <a:gd name="T54" fmla="*/ 51 w 60"/>
                <a:gd name="T55" fmla="*/ 35 h 90"/>
                <a:gd name="T56" fmla="*/ 60 w 60"/>
                <a:gd name="T57" fmla="*/ 28 h 90"/>
                <a:gd name="T58" fmla="*/ 59 w 60"/>
                <a:gd name="T59" fmla="*/ 25 h 90"/>
                <a:gd name="T60" fmla="*/ 55 w 60"/>
                <a:gd name="T61" fmla="*/ 24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0" h="90">
                  <a:moveTo>
                    <a:pt x="55" y="24"/>
                  </a:moveTo>
                  <a:cubicBezTo>
                    <a:pt x="53" y="24"/>
                    <a:pt x="46" y="24"/>
                    <a:pt x="34" y="25"/>
                  </a:cubicBezTo>
                  <a:cubicBezTo>
                    <a:pt x="37" y="14"/>
                    <a:pt x="39" y="7"/>
                    <a:pt x="39" y="7"/>
                  </a:cubicBezTo>
                  <a:cubicBezTo>
                    <a:pt x="39" y="5"/>
                    <a:pt x="38" y="4"/>
                    <a:pt x="37" y="2"/>
                  </a:cubicBezTo>
                  <a:cubicBezTo>
                    <a:pt x="36" y="1"/>
                    <a:pt x="34" y="0"/>
                    <a:pt x="32" y="0"/>
                  </a:cubicBezTo>
                  <a:cubicBezTo>
                    <a:pt x="28" y="0"/>
                    <a:pt x="25" y="3"/>
                    <a:pt x="24" y="8"/>
                  </a:cubicBezTo>
                  <a:cubicBezTo>
                    <a:pt x="22" y="15"/>
                    <a:pt x="21" y="22"/>
                    <a:pt x="19" y="27"/>
                  </a:cubicBezTo>
                  <a:cubicBezTo>
                    <a:pt x="6" y="27"/>
                    <a:pt x="6" y="27"/>
                    <a:pt x="6" y="27"/>
                  </a:cubicBezTo>
                  <a:cubicBezTo>
                    <a:pt x="2" y="27"/>
                    <a:pt x="0" y="29"/>
                    <a:pt x="0" y="32"/>
                  </a:cubicBezTo>
                  <a:cubicBezTo>
                    <a:pt x="0" y="35"/>
                    <a:pt x="1" y="37"/>
                    <a:pt x="3" y="38"/>
                  </a:cubicBezTo>
                  <a:cubicBezTo>
                    <a:pt x="5" y="39"/>
                    <a:pt x="7" y="40"/>
                    <a:pt x="9" y="40"/>
                  </a:cubicBezTo>
                  <a:cubicBezTo>
                    <a:pt x="10" y="40"/>
                    <a:pt x="10" y="40"/>
                    <a:pt x="10" y="40"/>
                  </a:cubicBezTo>
                  <a:cubicBezTo>
                    <a:pt x="11" y="40"/>
                    <a:pt x="13" y="39"/>
                    <a:pt x="16" y="39"/>
                  </a:cubicBezTo>
                  <a:cubicBezTo>
                    <a:pt x="11" y="55"/>
                    <a:pt x="9" y="66"/>
                    <a:pt x="9" y="71"/>
                  </a:cubicBezTo>
                  <a:cubicBezTo>
                    <a:pt x="9" y="77"/>
                    <a:pt x="11" y="82"/>
                    <a:pt x="14" y="85"/>
                  </a:cubicBezTo>
                  <a:cubicBezTo>
                    <a:pt x="16" y="88"/>
                    <a:pt x="20" y="90"/>
                    <a:pt x="26" y="90"/>
                  </a:cubicBezTo>
                  <a:cubicBezTo>
                    <a:pt x="32" y="90"/>
                    <a:pt x="38" y="87"/>
                    <a:pt x="44" y="83"/>
                  </a:cubicBezTo>
                  <a:cubicBezTo>
                    <a:pt x="49" y="78"/>
                    <a:pt x="52" y="74"/>
                    <a:pt x="52" y="71"/>
                  </a:cubicBezTo>
                  <a:cubicBezTo>
                    <a:pt x="52" y="70"/>
                    <a:pt x="52" y="69"/>
                    <a:pt x="51" y="69"/>
                  </a:cubicBezTo>
                  <a:cubicBezTo>
                    <a:pt x="50" y="68"/>
                    <a:pt x="49" y="68"/>
                    <a:pt x="48" y="68"/>
                  </a:cubicBezTo>
                  <a:cubicBezTo>
                    <a:pt x="47" y="68"/>
                    <a:pt x="45" y="68"/>
                    <a:pt x="43" y="70"/>
                  </a:cubicBezTo>
                  <a:cubicBezTo>
                    <a:pt x="40" y="73"/>
                    <a:pt x="37" y="75"/>
                    <a:pt x="35" y="75"/>
                  </a:cubicBezTo>
                  <a:cubicBezTo>
                    <a:pt x="33" y="76"/>
                    <a:pt x="31" y="77"/>
                    <a:pt x="28" y="77"/>
                  </a:cubicBezTo>
                  <a:cubicBezTo>
                    <a:pt x="27" y="77"/>
                    <a:pt x="26" y="76"/>
                    <a:pt x="25" y="75"/>
                  </a:cubicBezTo>
                  <a:cubicBezTo>
                    <a:pt x="24" y="73"/>
                    <a:pt x="24" y="71"/>
                    <a:pt x="24" y="68"/>
                  </a:cubicBezTo>
                  <a:cubicBezTo>
                    <a:pt x="24" y="66"/>
                    <a:pt x="25" y="61"/>
                    <a:pt x="27" y="52"/>
                  </a:cubicBezTo>
                  <a:cubicBezTo>
                    <a:pt x="29" y="43"/>
                    <a:pt x="30" y="38"/>
                    <a:pt x="30" y="38"/>
                  </a:cubicBezTo>
                  <a:cubicBezTo>
                    <a:pt x="51" y="35"/>
                    <a:pt x="51" y="35"/>
                    <a:pt x="51" y="35"/>
                  </a:cubicBezTo>
                  <a:cubicBezTo>
                    <a:pt x="57" y="34"/>
                    <a:pt x="60" y="32"/>
                    <a:pt x="60" y="28"/>
                  </a:cubicBezTo>
                  <a:cubicBezTo>
                    <a:pt x="60" y="26"/>
                    <a:pt x="60" y="25"/>
                    <a:pt x="59" y="25"/>
                  </a:cubicBezTo>
                  <a:cubicBezTo>
                    <a:pt x="58" y="24"/>
                    <a:pt x="57" y="24"/>
                    <a:pt x="55"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 name="Freeform 84"/>
            <p:cNvSpPr>
              <a:spLocks noEditPoints="1"/>
            </p:cNvSpPr>
            <p:nvPr/>
          </p:nvSpPr>
          <p:spPr bwMode="auto">
            <a:xfrm>
              <a:off x="2627313" y="6356350"/>
              <a:ext cx="71438" cy="88900"/>
            </a:xfrm>
            <a:custGeom>
              <a:avLst/>
              <a:gdLst>
                <a:gd name="T0" fmla="*/ 52 w 56"/>
                <a:gd name="T1" fmla="*/ 42 h 70"/>
                <a:gd name="T2" fmla="*/ 48 w 56"/>
                <a:gd name="T3" fmla="*/ 45 h 70"/>
                <a:gd name="T4" fmla="*/ 24 w 56"/>
                <a:gd name="T5" fmla="*/ 57 h 70"/>
                <a:gd name="T6" fmla="*/ 17 w 56"/>
                <a:gd name="T7" fmla="*/ 54 h 70"/>
                <a:gd name="T8" fmla="*/ 14 w 56"/>
                <a:gd name="T9" fmla="*/ 49 h 70"/>
                <a:gd name="T10" fmla="*/ 16 w 56"/>
                <a:gd name="T11" fmla="*/ 47 h 70"/>
                <a:gd name="T12" fmla="*/ 42 w 56"/>
                <a:gd name="T13" fmla="*/ 34 h 70"/>
                <a:gd name="T14" fmla="*/ 52 w 56"/>
                <a:gd name="T15" fmla="*/ 14 h 70"/>
                <a:gd name="T16" fmla="*/ 48 w 56"/>
                <a:gd name="T17" fmla="*/ 4 h 70"/>
                <a:gd name="T18" fmla="*/ 37 w 56"/>
                <a:gd name="T19" fmla="*/ 0 h 70"/>
                <a:gd name="T20" fmla="*/ 12 w 56"/>
                <a:gd name="T21" fmla="*/ 14 h 70"/>
                <a:gd name="T22" fmla="*/ 0 w 56"/>
                <a:gd name="T23" fmla="*/ 46 h 70"/>
                <a:gd name="T24" fmla="*/ 6 w 56"/>
                <a:gd name="T25" fmla="*/ 63 h 70"/>
                <a:gd name="T26" fmla="*/ 21 w 56"/>
                <a:gd name="T27" fmla="*/ 70 h 70"/>
                <a:gd name="T28" fmla="*/ 45 w 56"/>
                <a:gd name="T29" fmla="*/ 61 h 70"/>
                <a:gd name="T30" fmla="*/ 56 w 56"/>
                <a:gd name="T31" fmla="*/ 46 h 70"/>
                <a:gd name="T32" fmla="*/ 52 w 56"/>
                <a:gd name="T33" fmla="*/ 42 h 70"/>
                <a:gd name="T34" fmla="*/ 24 w 56"/>
                <a:gd name="T35" fmla="*/ 19 h 70"/>
                <a:gd name="T36" fmla="*/ 35 w 56"/>
                <a:gd name="T37" fmla="*/ 12 h 70"/>
                <a:gd name="T38" fmla="*/ 38 w 56"/>
                <a:gd name="T39" fmla="*/ 13 h 70"/>
                <a:gd name="T40" fmla="*/ 39 w 56"/>
                <a:gd name="T41" fmla="*/ 16 h 70"/>
                <a:gd name="T42" fmla="*/ 32 w 56"/>
                <a:gd name="T43" fmla="*/ 28 h 70"/>
                <a:gd name="T44" fmla="*/ 15 w 56"/>
                <a:gd name="T45" fmla="*/ 36 h 70"/>
                <a:gd name="T46" fmla="*/ 24 w 56"/>
                <a:gd name="T47" fmla="*/ 1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6" h="70">
                  <a:moveTo>
                    <a:pt x="52" y="42"/>
                  </a:moveTo>
                  <a:cubicBezTo>
                    <a:pt x="51" y="42"/>
                    <a:pt x="49" y="43"/>
                    <a:pt x="48" y="45"/>
                  </a:cubicBezTo>
                  <a:cubicBezTo>
                    <a:pt x="40" y="53"/>
                    <a:pt x="32" y="57"/>
                    <a:pt x="24" y="57"/>
                  </a:cubicBezTo>
                  <a:cubicBezTo>
                    <a:pt x="21" y="57"/>
                    <a:pt x="19" y="56"/>
                    <a:pt x="17" y="54"/>
                  </a:cubicBezTo>
                  <a:cubicBezTo>
                    <a:pt x="15" y="53"/>
                    <a:pt x="14" y="51"/>
                    <a:pt x="14" y="49"/>
                  </a:cubicBezTo>
                  <a:cubicBezTo>
                    <a:pt x="14" y="48"/>
                    <a:pt x="15" y="47"/>
                    <a:pt x="16" y="47"/>
                  </a:cubicBezTo>
                  <a:cubicBezTo>
                    <a:pt x="27" y="44"/>
                    <a:pt x="35" y="40"/>
                    <a:pt x="42" y="34"/>
                  </a:cubicBezTo>
                  <a:cubicBezTo>
                    <a:pt x="48" y="28"/>
                    <a:pt x="52" y="21"/>
                    <a:pt x="52" y="14"/>
                  </a:cubicBezTo>
                  <a:cubicBezTo>
                    <a:pt x="52" y="10"/>
                    <a:pt x="50" y="7"/>
                    <a:pt x="48" y="4"/>
                  </a:cubicBezTo>
                  <a:cubicBezTo>
                    <a:pt x="45" y="1"/>
                    <a:pt x="41" y="0"/>
                    <a:pt x="37" y="0"/>
                  </a:cubicBezTo>
                  <a:cubicBezTo>
                    <a:pt x="28" y="0"/>
                    <a:pt x="19" y="5"/>
                    <a:pt x="12" y="14"/>
                  </a:cubicBezTo>
                  <a:cubicBezTo>
                    <a:pt x="4" y="24"/>
                    <a:pt x="0" y="35"/>
                    <a:pt x="0" y="46"/>
                  </a:cubicBezTo>
                  <a:cubicBezTo>
                    <a:pt x="0" y="53"/>
                    <a:pt x="2" y="59"/>
                    <a:pt x="6" y="63"/>
                  </a:cubicBezTo>
                  <a:cubicBezTo>
                    <a:pt x="9" y="68"/>
                    <a:pt x="15" y="70"/>
                    <a:pt x="21" y="70"/>
                  </a:cubicBezTo>
                  <a:cubicBezTo>
                    <a:pt x="30" y="70"/>
                    <a:pt x="38" y="67"/>
                    <a:pt x="45" y="61"/>
                  </a:cubicBezTo>
                  <a:cubicBezTo>
                    <a:pt x="52" y="55"/>
                    <a:pt x="56" y="50"/>
                    <a:pt x="56" y="46"/>
                  </a:cubicBezTo>
                  <a:cubicBezTo>
                    <a:pt x="56" y="44"/>
                    <a:pt x="54" y="42"/>
                    <a:pt x="52" y="42"/>
                  </a:cubicBezTo>
                  <a:close/>
                  <a:moveTo>
                    <a:pt x="24" y="19"/>
                  </a:moveTo>
                  <a:cubicBezTo>
                    <a:pt x="28" y="14"/>
                    <a:pt x="32" y="12"/>
                    <a:pt x="35" y="12"/>
                  </a:cubicBezTo>
                  <a:cubicBezTo>
                    <a:pt x="36" y="12"/>
                    <a:pt x="37" y="12"/>
                    <a:pt x="38" y="13"/>
                  </a:cubicBezTo>
                  <a:cubicBezTo>
                    <a:pt x="39" y="14"/>
                    <a:pt x="39" y="15"/>
                    <a:pt x="39" y="16"/>
                  </a:cubicBezTo>
                  <a:cubicBezTo>
                    <a:pt x="39" y="20"/>
                    <a:pt x="37" y="24"/>
                    <a:pt x="32" y="28"/>
                  </a:cubicBezTo>
                  <a:cubicBezTo>
                    <a:pt x="27" y="32"/>
                    <a:pt x="22" y="34"/>
                    <a:pt x="15" y="36"/>
                  </a:cubicBezTo>
                  <a:cubicBezTo>
                    <a:pt x="17" y="30"/>
                    <a:pt x="20" y="25"/>
                    <a:pt x="24"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 name="Freeform 85"/>
            <p:cNvSpPr>
              <a:spLocks noEditPoints="1"/>
            </p:cNvSpPr>
            <p:nvPr/>
          </p:nvSpPr>
          <p:spPr bwMode="auto">
            <a:xfrm>
              <a:off x="2706688" y="6313488"/>
              <a:ext cx="93663" cy="130175"/>
            </a:xfrm>
            <a:custGeom>
              <a:avLst/>
              <a:gdLst>
                <a:gd name="T0" fmla="*/ 71 w 74"/>
                <a:gd name="T1" fmla="*/ 86 h 103"/>
                <a:gd name="T2" fmla="*/ 68 w 74"/>
                <a:gd name="T3" fmla="*/ 88 h 103"/>
                <a:gd name="T4" fmla="*/ 63 w 74"/>
                <a:gd name="T5" fmla="*/ 89 h 103"/>
                <a:gd name="T6" fmla="*/ 58 w 74"/>
                <a:gd name="T7" fmla="*/ 79 h 103"/>
                <a:gd name="T8" fmla="*/ 62 w 74"/>
                <a:gd name="T9" fmla="*/ 49 h 103"/>
                <a:gd name="T10" fmla="*/ 70 w 74"/>
                <a:gd name="T11" fmla="*/ 18 h 103"/>
                <a:gd name="T12" fmla="*/ 72 w 74"/>
                <a:gd name="T13" fmla="*/ 9 h 103"/>
                <a:gd name="T14" fmla="*/ 71 w 74"/>
                <a:gd name="T15" fmla="*/ 2 h 103"/>
                <a:gd name="T16" fmla="*/ 66 w 74"/>
                <a:gd name="T17" fmla="*/ 0 h 103"/>
                <a:gd name="T18" fmla="*/ 62 w 74"/>
                <a:gd name="T19" fmla="*/ 1 h 103"/>
                <a:gd name="T20" fmla="*/ 58 w 74"/>
                <a:gd name="T21" fmla="*/ 6 h 103"/>
                <a:gd name="T22" fmla="*/ 55 w 74"/>
                <a:gd name="T23" fmla="*/ 18 h 103"/>
                <a:gd name="T24" fmla="*/ 50 w 74"/>
                <a:gd name="T25" fmla="*/ 43 h 103"/>
                <a:gd name="T26" fmla="*/ 39 w 74"/>
                <a:gd name="T27" fmla="*/ 39 h 103"/>
                <a:gd name="T28" fmla="*/ 13 w 74"/>
                <a:gd name="T29" fmla="*/ 54 h 103"/>
                <a:gd name="T30" fmla="*/ 0 w 74"/>
                <a:gd name="T31" fmla="*/ 85 h 103"/>
                <a:gd name="T32" fmla="*/ 4 w 74"/>
                <a:gd name="T33" fmla="*/ 98 h 103"/>
                <a:gd name="T34" fmla="*/ 15 w 74"/>
                <a:gd name="T35" fmla="*/ 103 h 103"/>
                <a:gd name="T36" fmla="*/ 46 w 74"/>
                <a:gd name="T37" fmla="*/ 81 h 103"/>
                <a:gd name="T38" fmla="*/ 48 w 74"/>
                <a:gd name="T39" fmla="*/ 96 h 103"/>
                <a:gd name="T40" fmla="*/ 57 w 74"/>
                <a:gd name="T41" fmla="*/ 102 h 103"/>
                <a:gd name="T42" fmla="*/ 68 w 74"/>
                <a:gd name="T43" fmla="*/ 98 h 103"/>
                <a:gd name="T44" fmla="*/ 74 w 74"/>
                <a:gd name="T45" fmla="*/ 90 h 103"/>
                <a:gd name="T46" fmla="*/ 71 w 74"/>
                <a:gd name="T47" fmla="*/ 86 h 103"/>
                <a:gd name="T48" fmla="*/ 36 w 74"/>
                <a:gd name="T49" fmla="*/ 77 h 103"/>
                <a:gd name="T50" fmla="*/ 19 w 74"/>
                <a:gd name="T51" fmla="*/ 90 h 103"/>
                <a:gd name="T52" fmla="*/ 14 w 74"/>
                <a:gd name="T53" fmla="*/ 84 h 103"/>
                <a:gd name="T54" fmla="*/ 23 w 74"/>
                <a:gd name="T55" fmla="*/ 62 h 103"/>
                <a:gd name="T56" fmla="*/ 39 w 74"/>
                <a:gd name="T57" fmla="*/ 50 h 103"/>
                <a:gd name="T58" fmla="*/ 44 w 74"/>
                <a:gd name="T59" fmla="*/ 52 h 103"/>
                <a:gd name="T60" fmla="*/ 46 w 74"/>
                <a:gd name="T61" fmla="*/ 56 h 103"/>
                <a:gd name="T62" fmla="*/ 36 w 74"/>
                <a:gd name="T63" fmla="*/ 77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4" h="103">
                  <a:moveTo>
                    <a:pt x="71" y="86"/>
                  </a:moveTo>
                  <a:cubicBezTo>
                    <a:pt x="71" y="86"/>
                    <a:pt x="69" y="87"/>
                    <a:pt x="68" y="88"/>
                  </a:cubicBezTo>
                  <a:cubicBezTo>
                    <a:pt x="66" y="89"/>
                    <a:pt x="64" y="89"/>
                    <a:pt x="63" y="89"/>
                  </a:cubicBezTo>
                  <a:cubicBezTo>
                    <a:pt x="60" y="89"/>
                    <a:pt x="58" y="85"/>
                    <a:pt x="58" y="79"/>
                  </a:cubicBezTo>
                  <a:cubicBezTo>
                    <a:pt x="58" y="71"/>
                    <a:pt x="59" y="62"/>
                    <a:pt x="62" y="49"/>
                  </a:cubicBezTo>
                  <a:cubicBezTo>
                    <a:pt x="64" y="37"/>
                    <a:pt x="67" y="27"/>
                    <a:pt x="70" y="18"/>
                  </a:cubicBezTo>
                  <a:cubicBezTo>
                    <a:pt x="71" y="13"/>
                    <a:pt x="72" y="10"/>
                    <a:pt x="72" y="9"/>
                  </a:cubicBezTo>
                  <a:cubicBezTo>
                    <a:pt x="72" y="6"/>
                    <a:pt x="72" y="4"/>
                    <a:pt x="71" y="2"/>
                  </a:cubicBezTo>
                  <a:cubicBezTo>
                    <a:pt x="70" y="1"/>
                    <a:pt x="68" y="0"/>
                    <a:pt x="66" y="0"/>
                  </a:cubicBezTo>
                  <a:cubicBezTo>
                    <a:pt x="65" y="0"/>
                    <a:pt x="63" y="0"/>
                    <a:pt x="62" y="1"/>
                  </a:cubicBezTo>
                  <a:cubicBezTo>
                    <a:pt x="60" y="2"/>
                    <a:pt x="59" y="4"/>
                    <a:pt x="58" y="6"/>
                  </a:cubicBezTo>
                  <a:cubicBezTo>
                    <a:pt x="57" y="8"/>
                    <a:pt x="56" y="12"/>
                    <a:pt x="55" y="18"/>
                  </a:cubicBezTo>
                  <a:cubicBezTo>
                    <a:pt x="55" y="21"/>
                    <a:pt x="53" y="30"/>
                    <a:pt x="50" y="43"/>
                  </a:cubicBezTo>
                  <a:cubicBezTo>
                    <a:pt x="48" y="40"/>
                    <a:pt x="44" y="39"/>
                    <a:pt x="39" y="39"/>
                  </a:cubicBezTo>
                  <a:cubicBezTo>
                    <a:pt x="30" y="39"/>
                    <a:pt x="22" y="44"/>
                    <a:pt x="13" y="54"/>
                  </a:cubicBezTo>
                  <a:cubicBezTo>
                    <a:pt x="5" y="64"/>
                    <a:pt x="0" y="75"/>
                    <a:pt x="0" y="85"/>
                  </a:cubicBezTo>
                  <a:cubicBezTo>
                    <a:pt x="0" y="90"/>
                    <a:pt x="2" y="95"/>
                    <a:pt x="4" y="98"/>
                  </a:cubicBezTo>
                  <a:cubicBezTo>
                    <a:pt x="7" y="101"/>
                    <a:pt x="10" y="103"/>
                    <a:pt x="15" y="103"/>
                  </a:cubicBezTo>
                  <a:cubicBezTo>
                    <a:pt x="25" y="103"/>
                    <a:pt x="35" y="96"/>
                    <a:pt x="46" y="81"/>
                  </a:cubicBezTo>
                  <a:cubicBezTo>
                    <a:pt x="45" y="87"/>
                    <a:pt x="46" y="92"/>
                    <a:pt x="48" y="96"/>
                  </a:cubicBezTo>
                  <a:cubicBezTo>
                    <a:pt x="50" y="100"/>
                    <a:pt x="53" y="102"/>
                    <a:pt x="57" y="102"/>
                  </a:cubicBezTo>
                  <a:cubicBezTo>
                    <a:pt x="60" y="102"/>
                    <a:pt x="64" y="101"/>
                    <a:pt x="68" y="98"/>
                  </a:cubicBezTo>
                  <a:cubicBezTo>
                    <a:pt x="72" y="95"/>
                    <a:pt x="74" y="93"/>
                    <a:pt x="74" y="90"/>
                  </a:cubicBezTo>
                  <a:cubicBezTo>
                    <a:pt x="74" y="88"/>
                    <a:pt x="73" y="86"/>
                    <a:pt x="71" y="86"/>
                  </a:cubicBezTo>
                  <a:close/>
                  <a:moveTo>
                    <a:pt x="36" y="77"/>
                  </a:moveTo>
                  <a:cubicBezTo>
                    <a:pt x="29" y="86"/>
                    <a:pt x="23" y="90"/>
                    <a:pt x="19" y="90"/>
                  </a:cubicBezTo>
                  <a:cubicBezTo>
                    <a:pt x="16" y="90"/>
                    <a:pt x="14" y="88"/>
                    <a:pt x="14" y="84"/>
                  </a:cubicBezTo>
                  <a:cubicBezTo>
                    <a:pt x="14" y="77"/>
                    <a:pt x="17" y="70"/>
                    <a:pt x="23" y="62"/>
                  </a:cubicBezTo>
                  <a:cubicBezTo>
                    <a:pt x="28" y="54"/>
                    <a:pt x="34" y="50"/>
                    <a:pt x="39" y="50"/>
                  </a:cubicBezTo>
                  <a:cubicBezTo>
                    <a:pt x="41" y="50"/>
                    <a:pt x="43" y="51"/>
                    <a:pt x="44" y="52"/>
                  </a:cubicBezTo>
                  <a:cubicBezTo>
                    <a:pt x="45" y="53"/>
                    <a:pt x="46" y="55"/>
                    <a:pt x="46" y="56"/>
                  </a:cubicBezTo>
                  <a:cubicBezTo>
                    <a:pt x="46" y="61"/>
                    <a:pt x="43" y="68"/>
                    <a:pt x="36"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 name="Freeform 86"/>
            <p:cNvSpPr>
              <a:spLocks/>
            </p:cNvSpPr>
            <p:nvPr/>
          </p:nvSpPr>
          <p:spPr bwMode="auto">
            <a:xfrm>
              <a:off x="2870200" y="6359525"/>
              <a:ext cx="87313" cy="87313"/>
            </a:xfrm>
            <a:custGeom>
              <a:avLst/>
              <a:gdLst>
                <a:gd name="T0" fmla="*/ 68 w 68"/>
                <a:gd name="T1" fmla="*/ 7 h 69"/>
                <a:gd name="T2" fmla="*/ 66 w 68"/>
                <a:gd name="T3" fmla="*/ 2 h 69"/>
                <a:gd name="T4" fmla="*/ 61 w 68"/>
                <a:gd name="T5" fmla="*/ 0 h 69"/>
                <a:gd name="T6" fmla="*/ 56 w 68"/>
                <a:gd name="T7" fmla="*/ 1 h 69"/>
                <a:gd name="T8" fmla="*/ 48 w 68"/>
                <a:gd name="T9" fmla="*/ 10 h 69"/>
                <a:gd name="T10" fmla="*/ 35 w 68"/>
                <a:gd name="T11" fmla="*/ 29 h 69"/>
                <a:gd name="T12" fmla="*/ 26 w 68"/>
                <a:gd name="T13" fmla="*/ 43 h 69"/>
                <a:gd name="T14" fmla="*/ 24 w 68"/>
                <a:gd name="T15" fmla="*/ 48 h 69"/>
                <a:gd name="T16" fmla="*/ 23 w 68"/>
                <a:gd name="T17" fmla="*/ 44 h 69"/>
                <a:gd name="T18" fmla="*/ 20 w 68"/>
                <a:gd name="T19" fmla="*/ 37 h 69"/>
                <a:gd name="T20" fmla="*/ 17 w 68"/>
                <a:gd name="T21" fmla="*/ 27 h 69"/>
                <a:gd name="T22" fmla="*/ 15 w 68"/>
                <a:gd name="T23" fmla="*/ 18 h 69"/>
                <a:gd name="T24" fmla="*/ 15 w 68"/>
                <a:gd name="T25" fmla="*/ 10 h 69"/>
                <a:gd name="T26" fmla="*/ 8 w 68"/>
                <a:gd name="T27" fmla="*/ 1 h 69"/>
                <a:gd name="T28" fmla="*/ 0 w 68"/>
                <a:gd name="T29" fmla="*/ 11 h 69"/>
                <a:gd name="T30" fmla="*/ 9 w 68"/>
                <a:gd name="T31" fmla="*/ 47 h 69"/>
                <a:gd name="T32" fmla="*/ 14 w 68"/>
                <a:gd name="T33" fmla="*/ 64 h 69"/>
                <a:gd name="T34" fmla="*/ 22 w 68"/>
                <a:gd name="T35" fmla="*/ 69 h 69"/>
                <a:gd name="T36" fmla="*/ 32 w 68"/>
                <a:gd name="T37" fmla="*/ 59 h 69"/>
                <a:gd name="T38" fmla="*/ 50 w 68"/>
                <a:gd name="T39" fmla="*/ 29 h 69"/>
                <a:gd name="T40" fmla="*/ 63 w 68"/>
                <a:gd name="T41" fmla="*/ 14 h 69"/>
                <a:gd name="T42" fmla="*/ 68 w 68"/>
                <a:gd name="T43" fmla="*/ 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8" h="69">
                  <a:moveTo>
                    <a:pt x="68" y="7"/>
                  </a:moveTo>
                  <a:cubicBezTo>
                    <a:pt x="68" y="5"/>
                    <a:pt x="68" y="3"/>
                    <a:pt x="66" y="2"/>
                  </a:cubicBezTo>
                  <a:cubicBezTo>
                    <a:pt x="65" y="0"/>
                    <a:pt x="63" y="0"/>
                    <a:pt x="61" y="0"/>
                  </a:cubicBezTo>
                  <a:cubicBezTo>
                    <a:pt x="59" y="0"/>
                    <a:pt x="57" y="0"/>
                    <a:pt x="56" y="1"/>
                  </a:cubicBezTo>
                  <a:cubicBezTo>
                    <a:pt x="54" y="2"/>
                    <a:pt x="51" y="5"/>
                    <a:pt x="48" y="10"/>
                  </a:cubicBezTo>
                  <a:cubicBezTo>
                    <a:pt x="44" y="15"/>
                    <a:pt x="40" y="21"/>
                    <a:pt x="35" y="29"/>
                  </a:cubicBezTo>
                  <a:cubicBezTo>
                    <a:pt x="30" y="37"/>
                    <a:pt x="27" y="41"/>
                    <a:pt x="26" y="43"/>
                  </a:cubicBezTo>
                  <a:cubicBezTo>
                    <a:pt x="25" y="46"/>
                    <a:pt x="24" y="47"/>
                    <a:pt x="24" y="48"/>
                  </a:cubicBezTo>
                  <a:cubicBezTo>
                    <a:pt x="23" y="47"/>
                    <a:pt x="23" y="46"/>
                    <a:pt x="23" y="44"/>
                  </a:cubicBezTo>
                  <a:cubicBezTo>
                    <a:pt x="22" y="41"/>
                    <a:pt x="21" y="39"/>
                    <a:pt x="20" y="37"/>
                  </a:cubicBezTo>
                  <a:cubicBezTo>
                    <a:pt x="19" y="34"/>
                    <a:pt x="18" y="31"/>
                    <a:pt x="17" y="27"/>
                  </a:cubicBezTo>
                  <a:cubicBezTo>
                    <a:pt x="16" y="22"/>
                    <a:pt x="16" y="20"/>
                    <a:pt x="15" y="18"/>
                  </a:cubicBezTo>
                  <a:cubicBezTo>
                    <a:pt x="15" y="16"/>
                    <a:pt x="15" y="14"/>
                    <a:pt x="15" y="10"/>
                  </a:cubicBezTo>
                  <a:cubicBezTo>
                    <a:pt x="15" y="4"/>
                    <a:pt x="13" y="1"/>
                    <a:pt x="8" y="1"/>
                  </a:cubicBezTo>
                  <a:cubicBezTo>
                    <a:pt x="2" y="1"/>
                    <a:pt x="0" y="4"/>
                    <a:pt x="0" y="11"/>
                  </a:cubicBezTo>
                  <a:cubicBezTo>
                    <a:pt x="0" y="18"/>
                    <a:pt x="3" y="30"/>
                    <a:pt x="9" y="47"/>
                  </a:cubicBezTo>
                  <a:cubicBezTo>
                    <a:pt x="13" y="56"/>
                    <a:pt x="14" y="62"/>
                    <a:pt x="14" y="64"/>
                  </a:cubicBezTo>
                  <a:cubicBezTo>
                    <a:pt x="17" y="68"/>
                    <a:pt x="19" y="69"/>
                    <a:pt x="22" y="69"/>
                  </a:cubicBezTo>
                  <a:cubicBezTo>
                    <a:pt x="25" y="69"/>
                    <a:pt x="28" y="66"/>
                    <a:pt x="32" y="59"/>
                  </a:cubicBezTo>
                  <a:cubicBezTo>
                    <a:pt x="38" y="47"/>
                    <a:pt x="44" y="37"/>
                    <a:pt x="50" y="29"/>
                  </a:cubicBezTo>
                  <a:cubicBezTo>
                    <a:pt x="56" y="21"/>
                    <a:pt x="60" y="16"/>
                    <a:pt x="63" y="14"/>
                  </a:cubicBezTo>
                  <a:cubicBezTo>
                    <a:pt x="67" y="11"/>
                    <a:pt x="68" y="9"/>
                    <a:pt x="68"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 name="Freeform 87"/>
            <p:cNvSpPr>
              <a:spLocks/>
            </p:cNvSpPr>
            <p:nvPr/>
          </p:nvSpPr>
          <p:spPr bwMode="auto">
            <a:xfrm>
              <a:off x="2951163" y="6354763"/>
              <a:ext cx="61913" cy="92075"/>
            </a:xfrm>
            <a:custGeom>
              <a:avLst/>
              <a:gdLst>
                <a:gd name="T0" fmla="*/ 27 w 50"/>
                <a:gd name="T1" fmla="*/ 17 h 73"/>
                <a:gd name="T2" fmla="*/ 39 w 50"/>
                <a:gd name="T3" fmla="*/ 13 h 73"/>
                <a:gd name="T4" fmla="*/ 41 w 50"/>
                <a:gd name="T5" fmla="*/ 14 h 73"/>
                <a:gd name="T6" fmla="*/ 44 w 50"/>
                <a:gd name="T7" fmla="*/ 15 h 73"/>
                <a:gd name="T8" fmla="*/ 47 w 50"/>
                <a:gd name="T9" fmla="*/ 13 h 73"/>
                <a:gd name="T10" fmla="*/ 50 w 50"/>
                <a:gd name="T11" fmla="*/ 9 h 73"/>
                <a:gd name="T12" fmla="*/ 40 w 50"/>
                <a:gd name="T13" fmla="*/ 0 h 73"/>
                <a:gd name="T14" fmla="*/ 17 w 50"/>
                <a:gd name="T15" fmla="*/ 8 h 73"/>
                <a:gd name="T16" fmla="*/ 6 w 50"/>
                <a:gd name="T17" fmla="*/ 26 h 73"/>
                <a:gd name="T18" fmla="*/ 9 w 50"/>
                <a:gd name="T19" fmla="*/ 36 h 73"/>
                <a:gd name="T20" fmla="*/ 25 w 50"/>
                <a:gd name="T21" fmla="*/ 46 h 73"/>
                <a:gd name="T22" fmla="*/ 35 w 50"/>
                <a:gd name="T23" fmla="*/ 54 h 73"/>
                <a:gd name="T24" fmla="*/ 27 w 50"/>
                <a:gd name="T25" fmla="*/ 58 h 73"/>
                <a:gd name="T26" fmla="*/ 15 w 50"/>
                <a:gd name="T27" fmla="*/ 60 h 73"/>
                <a:gd name="T28" fmla="*/ 11 w 50"/>
                <a:gd name="T29" fmla="*/ 59 h 73"/>
                <a:gd name="T30" fmla="*/ 7 w 50"/>
                <a:gd name="T31" fmla="*/ 58 h 73"/>
                <a:gd name="T32" fmla="*/ 2 w 50"/>
                <a:gd name="T33" fmla="*/ 60 h 73"/>
                <a:gd name="T34" fmla="*/ 0 w 50"/>
                <a:gd name="T35" fmla="*/ 65 h 73"/>
                <a:gd name="T36" fmla="*/ 11 w 50"/>
                <a:gd name="T37" fmla="*/ 73 h 73"/>
                <a:gd name="T38" fmla="*/ 37 w 50"/>
                <a:gd name="T39" fmla="*/ 67 h 73"/>
                <a:gd name="T40" fmla="*/ 49 w 50"/>
                <a:gd name="T41" fmla="*/ 53 h 73"/>
                <a:gd name="T42" fmla="*/ 46 w 50"/>
                <a:gd name="T43" fmla="*/ 44 h 73"/>
                <a:gd name="T44" fmla="*/ 32 w 50"/>
                <a:gd name="T45" fmla="*/ 35 h 73"/>
                <a:gd name="T46" fmla="*/ 23 w 50"/>
                <a:gd name="T47" fmla="*/ 29 h 73"/>
                <a:gd name="T48" fmla="*/ 20 w 50"/>
                <a:gd name="T49" fmla="*/ 25 h 73"/>
                <a:gd name="T50" fmla="*/ 27 w 50"/>
                <a:gd name="T51" fmla="*/ 17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3">
                  <a:moveTo>
                    <a:pt x="27" y="17"/>
                  </a:moveTo>
                  <a:cubicBezTo>
                    <a:pt x="31" y="14"/>
                    <a:pt x="35" y="13"/>
                    <a:pt x="39" y="13"/>
                  </a:cubicBezTo>
                  <a:cubicBezTo>
                    <a:pt x="39" y="13"/>
                    <a:pt x="40" y="13"/>
                    <a:pt x="41" y="14"/>
                  </a:cubicBezTo>
                  <a:cubicBezTo>
                    <a:pt x="42" y="14"/>
                    <a:pt x="43" y="15"/>
                    <a:pt x="44" y="15"/>
                  </a:cubicBezTo>
                  <a:cubicBezTo>
                    <a:pt x="45" y="15"/>
                    <a:pt x="46" y="14"/>
                    <a:pt x="47" y="13"/>
                  </a:cubicBezTo>
                  <a:cubicBezTo>
                    <a:pt x="49" y="12"/>
                    <a:pt x="50" y="10"/>
                    <a:pt x="50" y="9"/>
                  </a:cubicBezTo>
                  <a:cubicBezTo>
                    <a:pt x="50" y="3"/>
                    <a:pt x="46" y="0"/>
                    <a:pt x="40" y="0"/>
                  </a:cubicBezTo>
                  <a:cubicBezTo>
                    <a:pt x="33" y="0"/>
                    <a:pt x="25" y="3"/>
                    <a:pt x="17" y="8"/>
                  </a:cubicBezTo>
                  <a:cubicBezTo>
                    <a:pt x="10" y="13"/>
                    <a:pt x="6" y="19"/>
                    <a:pt x="6" y="26"/>
                  </a:cubicBezTo>
                  <a:cubicBezTo>
                    <a:pt x="6" y="30"/>
                    <a:pt x="7" y="33"/>
                    <a:pt x="9" y="36"/>
                  </a:cubicBezTo>
                  <a:cubicBezTo>
                    <a:pt x="11" y="38"/>
                    <a:pt x="17" y="42"/>
                    <a:pt x="25" y="46"/>
                  </a:cubicBezTo>
                  <a:cubicBezTo>
                    <a:pt x="31" y="49"/>
                    <a:pt x="35" y="52"/>
                    <a:pt x="35" y="54"/>
                  </a:cubicBezTo>
                  <a:cubicBezTo>
                    <a:pt x="34" y="55"/>
                    <a:pt x="31" y="57"/>
                    <a:pt x="27" y="58"/>
                  </a:cubicBezTo>
                  <a:cubicBezTo>
                    <a:pt x="23" y="59"/>
                    <a:pt x="19" y="60"/>
                    <a:pt x="15" y="60"/>
                  </a:cubicBezTo>
                  <a:cubicBezTo>
                    <a:pt x="14" y="60"/>
                    <a:pt x="12" y="60"/>
                    <a:pt x="11" y="59"/>
                  </a:cubicBezTo>
                  <a:cubicBezTo>
                    <a:pt x="9" y="58"/>
                    <a:pt x="8" y="58"/>
                    <a:pt x="7" y="58"/>
                  </a:cubicBezTo>
                  <a:cubicBezTo>
                    <a:pt x="5" y="58"/>
                    <a:pt x="4" y="59"/>
                    <a:pt x="2" y="60"/>
                  </a:cubicBezTo>
                  <a:cubicBezTo>
                    <a:pt x="1" y="62"/>
                    <a:pt x="0" y="63"/>
                    <a:pt x="0" y="65"/>
                  </a:cubicBezTo>
                  <a:cubicBezTo>
                    <a:pt x="0" y="70"/>
                    <a:pt x="3" y="73"/>
                    <a:pt x="11" y="73"/>
                  </a:cubicBezTo>
                  <a:cubicBezTo>
                    <a:pt x="20" y="73"/>
                    <a:pt x="29" y="71"/>
                    <a:pt x="37" y="67"/>
                  </a:cubicBezTo>
                  <a:cubicBezTo>
                    <a:pt x="45" y="63"/>
                    <a:pt x="49" y="58"/>
                    <a:pt x="49" y="53"/>
                  </a:cubicBezTo>
                  <a:cubicBezTo>
                    <a:pt x="49" y="49"/>
                    <a:pt x="48" y="46"/>
                    <a:pt x="46" y="44"/>
                  </a:cubicBezTo>
                  <a:cubicBezTo>
                    <a:pt x="43" y="41"/>
                    <a:pt x="39" y="38"/>
                    <a:pt x="32" y="35"/>
                  </a:cubicBezTo>
                  <a:cubicBezTo>
                    <a:pt x="27" y="33"/>
                    <a:pt x="24" y="31"/>
                    <a:pt x="23" y="29"/>
                  </a:cubicBezTo>
                  <a:cubicBezTo>
                    <a:pt x="21" y="28"/>
                    <a:pt x="20" y="27"/>
                    <a:pt x="20" y="25"/>
                  </a:cubicBezTo>
                  <a:cubicBezTo>
                    <a:pt x="20" y="22"/>
                    <a:pt x="23" y="19"/>
                    <a:pt x="27"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 name="Freeform 88"/>
            <p:cNvSpPr>
              <a:spLocks/>
            </p:cNvSpPr>
            <p:nvPr/>
          </p:nvSpPr>
          <p:spPr bwMode="auto">
            <a:xfrm>
              <a:off x="3090863" y="6329363"/>
              <a:ext cx="93663" cy="120650"/>
            </a:xfrm>
            <a:custGeom>
              <a:avLst/>
              <a:gdLst>
                <a:gd name="T0" fmla="*/ 70 w 74"/>
                <a:gd name="T1" fmla="*/ 27 h 96"/>
                <a:gd name="T2" fmla="*/ 74 w 74"/>
                <a:gd name="T3" fmla="*/ 17 h 96"/>
                <a:gd name="T4" fmla="*/ 68 w 74"/>
                <a:gd name="T5" fmla="*/ 5 h 96"/>
                <a:gd name="T6" fmla="*/ 52 w 74"/>
                <a:gd name="T7" fmla="*/ 0 h 96"/>
                <a:gd name="T8" fmla="*/ 17 w 74"/>
                <a:gd name="T9" fmla="*/ 6 h 96"/>
                <a:gd name="T10" fmla="*/ 0 w 74"/>
                <a:gd name="T11" fmla="*/ 17 h 96"/>
                <a:gd name="T12" fmla="*/ 1 w 74"/>
                <a:gd name="T13" fmla="*/ 19 h 96"/>
                <a:gd name="T14" fmla="*/ 2 w 74"/>
                <a:gd name="T15" fmla="*/ 21 h 96"/>
                <a:gd name="T16" fmla="*/ 6 w 74"/>
                <a:gd name="T17" fmla="*/ 22 h 96"/>
                <a:gd name="T18" fmla="*/ 7 w 74"/>
                <a:gd name="T19" fmla="*/ 22 h 96"/>
                <a:gd name="T20" fmla="*/ 8 w 74"/>
                <a:gd name="T21" fmla="*/ 25 h 96"/>
                <a:gd name="T22" fmla="*/ 6 w 74"/>
                <a:gd name="T23" fmla="*/ 46 h 96"/>
                <a:gd name="T24" fmla="*/ 1 w 74"/>
                <a:gd name="T25" fmla="*/ 76 h 96"/>
                <a:gd name="T26" fmla="*/ 0 w 74"/>
                <a:gd name="T27" fmla="*/ 82 h 96"/>
                <a:gd name="T28" fmla="*/ 8 w 74"/>
                <a:gd name="T29" fmla="*/ 92 h 96"/>
                <a:gd name="T30" fmla="*/ 13 w 74"/>
                <a:gd name="T31" fmla="*/ 91 h 96"/>
                <a:gd name="T32" fmla="*/ 16 w 74"/>
                <a:gd name="T33" fmla="*/ 83 h 96"/>
                <a:gd name="T34" fmla="*/ 17 w 74"/>
                <a:gd name="T35" fmla="*/ 75 h 96"/>
                <a:gd name="T36" fmla="*/ 20 w 74"/>
                <a:gd name="T37" fmla="*/ 46 h 96"/>
                <a:gd name="T38" fmla="*/ 25 w 74"/>
                <a:gd name="T39" fmla="*/ 19 h 96"/>
                <a:gd name="T40" fmla="*/ 33 w 74"/>
                <a:gd name="T41" fmla="*/ 14 h 96"/>
                <a:gd name="T42" fmla="*/ 49 w 74"/>
                <a:gd name="T43" fmla="*/ 12 h 96"/>
                <a:gd name="T44" fmla="*/ 58 w 74"/>
                <a:gd name="T45" fmla="*/ 18 h 96"/>
                <a:gd name="T46" fmla="*/ 51 w 74"/>
                <a:gd name="T47" fmla="*/ 30 h 96"/>
                <a:gd name="T48" fmla="*/ 37 w 74"/>
                <a:gd name="T49" fmla="*/ 39 h 96"/>
                <a:gd name="T50" fmla="*/ 25 w 74"/>
                <a:gd name="T51" fmla="*/ 47 h 96"/>
                <a:gd name="T52" fmla="*/ 26 w 74"/>
                <a:gd name="T53" fmla="*/ 53 h 96"/>
                <a:gd name="T54" fmla="*/ 34 w 74"/>
                <a:gd name="T55" fmla="*/ 54 h 96"/>
                <a:gd name="T56" fmla="*/ 40 w 74"/>
                <a:gd name="T57" fmla="*/ 52 h 96"/>
                <a:gd name="T58" fmla="*/ 45 w 74"/>
                <a:gd name="T59" fmla="*/ 50 h 96"/>
                <a:gd name="T60" fmla="*/ 54 w 74"/>
                <a:gd name="T61" fmla="*/ 54 h 96"/>
                <a:gd name="T62" fmla="*/ 58 w 74"/>
                <a:gd name="T63" fmla="*/ 61 h 96"/>
                <a:gd name="T64" fmla="*/ 49 w 74"/>
                <a:gd name="T65" fmla="*/ 75 h 96"/>
                <a:gd name="T66" fmla="*/ 34 w 74"/>
                <a:gd name="T67" fmla="*/ 82 h 96"/>
                <a:gd name="T68" fmla="*/ 32 w 74"/>
                <a:gd name="T69" fmla="*/ 82 h 96"/>
                <a:gd name="T70" fmla="*/ 19 w 74"/>
                <a:gd name="T71" fmla="*/ 91 h 96"/>
                <a:gd name="T72" fmla="*/ 28 w 74"/>
                <a:gd name="T73" fmla="*/ 96 h 96"/>
                <a:gd name="T74" fmla="*/ 59 w 74"/>
                <a:gd name="T75" fmla="*/ 84 h 96"/>
                <a:gd name="T76" fmla="*/ 73 w 74"/>
                <a:gd name="T77" fmla="*/ 61 h 96"/>
                <a:gd name="T78" fmla="*/ 70 w 74"/>
                <a:gd name="T79" fmla="*/ 50 h 96"/>
                <a:gd name="T80" fmla="*/ 56 w 74"/>
                <a:gd name="T81" fmla="*/ 40 h 96"/>
                <a:gd name="T82" fmla="*/ 70 w 74"/>
                <a:gd name="T83" fmla="*/ 27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4" h="96">
                  <a:moveTo>
                    <a:pt x="70" y="27"/>
                  </a:moveTo>
                  <a:cubicBezTo>
                    <a:pt x="72" y="24"/>
                    <a:pt x="74" y="21"/>
                    <a:pt x="74" y="17"/>
                  </a:cubicBezTo>
                  <a:cubicBezTo>
                    <a:pt x="74" y="13"/>
                    <a:pt x="72" y="9"/>
                    <a:pt x="68" y="5"/>
                  </a:cubicBezTo>
                  <a:cubicBezTo>
                    <a:pt x="64" y="2"/>
                    <a:pt x="58" y="0"/>
                    <a:pt x="52" y="0"/>
                  </a:cubicBezTo>
                  <a:cubicBezTo>
                    <a:pt x="40" y="0"/>
                    <a:pt x="28" y="2"/>
                    <a:pt x="17" y="6"/>
                  </a:cubicBezTo>
                  <a:cubicBezTo>
                    <a:pt x="6" y="9"/>
                    <a:pt x="0" y="13"/>
                    <a:pt x="0" y="17"/>
                  </a:cubicBezTo>
                  <a:cubicBezTo>
                    <a:pt x="0" y="17"/>
                    <a:pt x="0" y="18"/>
                    <a:pt x="1" y="19"/>
                  </a:cubicBezTo>
                  <a:cubicBezTo>
                    <a:pt x="1" y="20"/>
                    <a:pt x="2" y="20"/>
                    <a:pt x="2" y="21"/>
                  </a:cubicBezTo>
                  <a:cubicBezTo>
                    <a:pt x="3" y="22"/>
                    <a:pt x="4" y="22"/>
                    <a:pt x="6" y="22"/>
                  </a:cubicBezTo>
                  <a:cubicBezTo>
                    <a:pt x="7" y="22"/>
                    <a:pt x="7" y="22"/>
                    <a:pt x="7" y="22"/>
                  </a:cubicBezTo>
                  <a:cubicBezTo>
                    <a:pt x="8" y="22"/>
                    <a:pt x="8" y="23"/>
                    <a:pt x="8" y="25"/>
                  </a:cubicBezTo>
                  <a:cubicBezTo>
                    <a:pt x="8" y="26"/>
                    <a:pt x="8" y="33"/>
                    <a:pt x="6" y="46"/>
                  </a:cubicBezTo>
                  <a:cubicBezTo>
                    <a:pt x="4" y="59"/>
                    <a:pt x="3" y="69"/>
                    <a:pt x="1" y="76"/>
                  </a:cubicBezTo>
                  <a:cubicBezTo>
                    <a:pt x="0" y="79"/>
                    <a:pt x="0" y="81"/>
                    <a:pt x="0" y="82"/>
                  </a:cubicBezTo>
                  <a:cubicBezTo>
                    <a:pt x="0" y="89"/>
                    <a:pt x="2" y="92"/>
                    <a:pt x="8" y="92"/>
                  </a:cubicBezTo>
                  <a:cubicBezTo>
                    <a:pt x="10" y="92"/>
                    <a:pt x="12" y="92"/>
                    <a:pt x="13" y="91"/>
                  </a:cubicBezTo>
                  <a:cubicBezTo>
                    <a:pt x="15" y="89"/>
                    <a:pt x="16" y="87"/>
                    <a:pt x="16" y="83"/>
                  </a:cubicBezTo>
                  <a:cubicBezTo>
                    <a:pt x="17" y="75"/>
                    <a:pt x="17" y="75"/>
                    <a:pt x="17" y="75"/>
                  </a:cubicBezTo>
                  <a:cubicBezTo>
                    <a:pt x="17" y="72"/>
                    <a:pt x="18" y="63"/>
                    <a:pt x="20" y="46"/>
                  </a:cubicBezTo>
                  <a:cubicBezTo>
                    <a:pt x="23" y="30"/>
                    <a:pt x="24" y="20"/>
                    <a:pt x="25" y="19"/>
                  </a:cubicBezTo>
                  <a:cubicBezTo>
                    <a:pt x="25" y="17"/>
                    <a:pt x="28" y="15"/>
                    <a:pt x="33" y="14"/>
                  </a:cubicBezTo>
                  <a:cubicBezTo>
                    <a:pt x="38" y="13"/>
                    <a:pt x="44" y="12"/>
                    <a:pt x="49" y="12"/>
                  </a:cubicBezTo>
                  <a:cubicBezTo>
                    <a:pt x="55" y="12"/>
                    <a:pt x="58" y="14"/>
                    <a:pt x="58" y="18"/>
                  </a:cubicBezTo>
                  <a:cubicBezTo>
                    <a:pt x="58" y="21"/>
                    <a:pt x="55" y="25"/>
                    <a:pt x="51" y="30"/>
                  </a:cubicBezTo>
                  <a:cubicBezTo>
                    <a:pt x="46" y="34"/>
                    <a:pt x="41" y="37"/>
                    <a:pt x="37" y="39"/>
                  </a:cubicBezTo>
                  <a:cubicBezTo>
                    <a:pt x="29" y="42"/>
                    <a:pt x="25" y="45"/>
                    <a:pt x="25" y="47"/>
                  </a:cubicBezTo>
                  <a:cubicBezTo>
                    <a:pt x="25" y="50"/>
                    <a:pt x="25" y="52"/>
                    <a:pt x="26" y="53"/>
                  </a:cubicBezTo>
                  <a:cubicBezTo>
                    <a:pt x="27" y="53"/>
                    <a:pt x="30" y="54"/>
                    <a:pt x="34" y="54"/>
                  </a:cubicBezTo>
                  <a:cubicBezTo>
                    <a:pt x="35" y="54"/>
                    <a:pt x="37" y="53"/>
                    <a:pt x="40" y="52"/>
                  </a:cubicBezTo>
                  <a:cubicBezTo>
                    <a:pt x="43" y="51"/>
                    <a:pt x="44" y="50"/>
                    <a:pt x="45" y="50"/>
                  </a:cubicBezTo>
                  <a:cubicBezTo>
                    <a:pt x="49" y="50"/>
                    <a:pt x="52" y="51"/>
                    <a:pt x="54" y="54"/>
                  </a:cubicBezTo>
                  <a:cubicBezTo>
                    <a:pt x="57" y="56"/>
                    <a:pt x="58" y="58"/>
                    <a:pt x="58" y="61"/>
                  </a:cubicBezTo>
                  <a:cubicBezTo>
                    <a:pt x="58" y="66"/>
                    <a:pt x="55" y="70"/>
                    <a:pt x="49" y="75"/>
                  </a:cubicBezTo>
                  <a:cubicBezTo>
                    <a:pt x="43" y="79"/>
                    <a:pt x="38" y="82"/>
                    <a:pt x="34" y="82"/>
                  </a:cubicBezTo>
                  <a:cubicBezTo>
                    <a:pt x="32" y="82"/>
                    <a:pt x="32" y="82"/>
                    <a:pt x="32" y="82"/>
                  </a:cubicBezTo>
                  <a:cubicBezTo>
                    <a:pt x="23" y="82"/>
                    <a:pt x="19" y="85"/>
                    <a:pt x="19" y="91"/>
                  </a:cubicBezTo>
                  <a:cubicBezTo>
                    <a:pt x="19" y="94"/>
                    <a:pt x="22" y="96"/>
                    <a:pt x="28" y="96"/>
                  </a:cubicBezTo>
                  <a:cubicBezTo>
                    <a:pt x="39" y="96"/>
                    <a:pt x="49" y="92"/>
                    <a:pt x="59" y="84"/>
                  </a:cubicBezTo>
                  <a:cubicBezTo>
                    <a:pt x="68" y="76"/>
                    <a:pt x="73" y="68"/>
                    <a:pt x="73" y="61"/>
                  </a:cubicBezTo>
                  <a:cubicBezTo>
                    <a:pt x="73" y="57"/>
                    <a:pt x="72" y="53"/>
                    <a:pt x="70" y="50"/>
                  </a:cubicBezTo>
                  <a:cubicBezTo>
                    <a:pt x="68" y="46"/>
                    <a:pt x="63" y="43"/>
                    <a:pt x="56" y="40"/>
                  </a:cubicBezTo>
                  <a:cubicBezTo>
                    <a:pt x="62" y="35"/>
                    <a:pt x="67" y="31"/>
                    <a:pt x="70"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 name="Freeform 89"/>
            <p:cNvSpPr>
              <a:spLocks noEditPoints="1"/>
            </p:cNvSpPr>
            <p:nvPr/>
          </p:nvSpPr>
          <p:spPr bwMode="auto">
            <a:xfrm>
              <a:off x="3198813" y="6359525"/>
              <a:ext cx="74613" cy="85725"/>
            </a:xfrm>
            <a:custGeom>
              <a:avLst/>
              <a:gdLst>
                <a:gd name="T0" fmla="*/ 36 w 59"/>
                <a:gd name="T1" fmla="*/ 0 h 68"/>
                <a:gd name="T2" fmla="*/ 10 w 59"/>
                <a:gd name="T3" fmla="*/ 15 h 68"/>
                <a:gd name="T4" fmla="*/ 0 w 59"/>
                <a:gd name="T5" fmla="*/ 45 h 68"/>
                <a:gd name="T6" fmla="*/ 6 w 59"/>
                <a:gd name="T7" fmla="*/ 61 h 68"/>
                <a:gd name="T8" fmla="*/ 20 w 59"/>
                <a:gd name="T9" fmla="*/ 68 h 68"/>
                <a:gd name="T10" fmla="*/ 43 w 59"/>
                <a:gd name="T11" fmla="*/ 58 h 68"/>
                <a:gd name="T12" fmla="*/ 58 w 59"/>
                <a:gd name="T13" fmla="*/ 35 h 68"/>
                <a:gd name="T14" fmla="*/ 58 w 59"/>
                <a:gd name="T15" fmla="*/ 35 h 68"/>
                <a:gd name="T16" fmla="*/ 59 w 59"/>
                <a:gd name="T17" fmla="*/ 26 h 68"/>
                <a:gd name="T18" fmla="*/ 53 w 59"/>
                <a:gd name="T19" fmla="*/ 8 h 68"/>
                <a:gd name="T20" fmla="*/ 36 w 59"/>
                <a:gd name="T21" fmla="*/ 0 h 68"/>
                <a:gd name="T22" fmla="*/ 37 w 59"/>
                <a:gd name="T23" fmla="*/ 46 h 68"/>
                <a:gd name="T24" fmla="*/ 21 w 59"/>
                <a:gd name="T25" fmla="*/ 55 h 68"/>
                <a:gd name="T26" fmla="*/ 16 w 59"/>
                <a:gd name="T27" fmla="*/ 52 h 68"/>
                <a:gd name="T28" fmla="*/ 15 w 59"/>
                <a:gd name="T29" fmla="*/ 44 h 68"/>
                <a:gd name="T30" fmla="*/ 19 w 59"/>
                <a:gd name="T31" fmla="*/ 28 h 68"/>
                <a:gd name="T32" fmla="*/ 27 w 59"/>
                <a:gd name="T33" fmla="*/ 16 h 68"/>
                <a:gd name="T34" fmla="*/ 27 w 59"/>
                <a:gd name="T35" fmla="*/ 16 h 68"/>
                <a:gd name="T36" fmla="*/ 35 w 59"/>
                <a:gd name="T37" fmla="*/ 13 h 68"/>
                <a:gd name="T38" fmla="*/ 42 w 59"/>
                <a:gd name="T39" fmla="*/ 17 h 68"/>
                <a:gd name="T40" fmla="*/ 45 w 59"/>
                <a:gd name="T41" fmla="*/ 27 h 68"/>
                <a:gd name="T42" fmla="*/ 37 w 59"/>
                <a:gd name="T43" fmla="*/ 46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9" h="68">
                  <a:moveTo>
                    <a:pt x="36" y="0"/>
                  </a:moveTo>
                  <a:cubicBezTo>
                    <a:pt x="26" y="0"/>
                    <a:pt x="17" y="5"/>
                    <a:pt x="10" y="15"/>
                  </a:cubicBezTo>
                  <a:cubicBezTo>
                    <a:pt x="3" y="25"/>
                    <a:pt x="0" y="35"/>
                    <a:pt x="0" y="45"/>
                  </a:cubicBezTo>
                  <a:cubicBezTo>
                    <a:pt x="0" y="52"/>
                    <a:pt x="2" y="57"/>
                    <a:pt x="6" y="61"/>
                  </a:cubicBezTo>
                  <a:cubicBezTo>
                    <a:pt x="9" y="66"/>
                    <a:pt x="14" y="68"/>
                    <a:pt x="20" y="68"/>
                  </a:cubicBezTo>
                  <a:cubicBezTo>
                    <a:pt x="28" y="68"/>
                    <a:pt x="35" y="65"/>
                    <a:pt x="43" y="58"/>
                  </a:cubicBezTo>
                  <a:cubicBezTo>
                    <a:pt x="50" y="52"/>
                    <a:pt x="55" y="44"/>
                    <a:pt x="58" y="35"/>
                  </a:cubicBezTo>
                  <a:cubicBezTo>
                    <a:pt x="58" y="35"/>
                    <a:pt x="58" y="35"/>
                    <a:pt x="58" y="35"/>
                  </a:cubicBezTo>
                  <a:cubicBezTo>
                    <a:pt x="59" y="32"/>
                    <a:pt x="59" y="29"/>
                    <a:pt x="59" y="26"/>
                  </a:cubicBezTo>
                  <a:cubicBezTo>
                    <a:pt x="59" y="19"/>
                    <a:pt x="57" y="13"/>
                    <a:pt x="53" y="8"/>
                  </a:cubicBezTo>
                  <a:cubicBezTo>
                    <a:pt x="48" y="3"/>
                    <a:pt x="43" y="0"/>
                    <a:pt x="36" y="0"/>
                  </a:cubicBezTo>
                  <a:close/>
                  <a:moveTo>
                    <a:pt x="37" y="46"/>
                  </a:moveTo>
                  <a:cubicBezTo>
                    <a:pt x="31" y="52"/>
                    <a:pt x="26" y="55"/>
                    <a:pt x="21" y="55"/>
                  </a:cubicBezTo>
                  <a:cubicBezTo>
                    <a:pt x="19" y="55"/>
                    <a:pt x="18" y="54"/>
                    <a:pt x="16" y="52"/>
                  </a:cubicBezTo>
                  <a:cubicBezTo>
                    <a:pt x="15" y="50"/>
                    <a:pt x="15" y="47"/>
                    <a:pt x="15" y="44"/>
                  </a:cubicBezTo>
                  <a:cubicBezTo>
                    <a:pt x="15" y="38"/>
                    <a:pt x="16" y="33"/>
                    <a:pt x="19" y="28"/>
                  </a:cubicBezTo>
                  <a:cubicBezTo>
                    <a:pt x="21" y="22"/>
                    <a:pt x="24" y="18"/>
                    <a:pt x="27" y="16"/>
                  </a:cubicBezTo>
                  <a:cubicBezTo>
                    <a:pt x="27" y="16"/>
                    <a:pt x="27" y="16"/>
                    <a:pt x="27" y="16"/>
                  </a:cubicBezTo>
                  <a:cubicBezTo>
                    <a:pt x="29" y="14"/>
                    <a:pt x="32" y="13"/>
                    <a:pt x="35" y="13"/>
                  </a:cubicBezTo>
                  <a:cubicBezTo>
                    <a:pt x="38" y="13"/>
                    <a:pt x="40" y="14"/>
                    <a:pt x="42" y="17"/>
                  </a:cubicBezTo>
                  <a:cubicBezTo>
                    <a:pt x="44" y="19"/>
                    <a:pt x="45" y="23"/>
                    <a:pt x="45" y="27"/>
                  </a:cubicBezTo>
                  <a:cubicBezTo>
                    <a:pt x="45" y="34"/>
                    <a:pt x="42" y="41"/>
                    <a:pt x="37"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 name="Freeform 90"/>
            <p:cNvSpPr>
              <a:spLocks/>
            </p:cNvSpPr>
            <p:nvPr/>
          </p:nvSpPr>
          <p:spPr bwMode="auto">
            <a:xfrm>
              <a:off x="3289300" y="6361113"/>
              <a:ext cx="76200" cy="84138"/>
            </a:xfrm>
            <a:custGeom>
              <a:avLst/>
              <a:gdLst>
                <a:gd name="T0" fmla="*/ 56 w 60"/>
                <a:gd name="T1" fmla="*/ 3 h 67"/>
                <a:gd name="T2" fmla="*/ 46 w 60"/>
                <a:gd name="T3" fmla="*/ 0 h 67"/>
                <a:gd name="T4" fmla="*/ 30 w 60"/>
                <a:gd name="T5" fmla="*/ 9 h 67"/>
                <a:gd name="T6" fmla="*/ 14 w 60"/>
                <a:gd name="T7" fmla="*/ 32 h 67"/>
                <a:gd name="T8" fmla="*/ 13 w 60"/>
                <a:gd name="T9" fmla="*/ 34 h 67"/>
                <a:gd name="T10" fmla="*/ 15 w 60"/>
                <a:gd name="T11" fmla="*/ 25 h 67"/>
                <a:gd name="T12" fmla="*/ 16 w 60"/>
                <a:gd name="T13" fmla="*/ 18 h 67"/>
                <a:gd name="T14" fmla="*/ 19 w 60"/>
                <a:gd name="T15" fmla="*/ 6 h 67"/>
                <a:gd name="T16" fmla="*/ 17 w 60"/>
                <a:gd name="T17" fmla="*/ 2 h 67"/>
                <a:gd name="T18" fmla="*/ 13 w 60"/>
                <a:gd name="T19" fmla="*/ 0 h 67"/>
                <a:gd name="T20" fmla="*/ 7 w 60"/>
                <a:gd name="T21" fmla="*/ 2 h 67"/>
                <a:gd name="T22" fmla="*/ 4 w 60"/>
                <a:gd name="T23" fmla="*/ 6 h 67"/>
                <a:gd name="T24" fmla="*/ 3 w 60"/>
                <a:gd name="T25" fmla="*/ 14 h 67"/>
                <a:gd name="T26" fmla="*/ 2 w 60"/>
                <a:gd name="T27" fmla="*/ 18 h 67"/>
                <a:gd name="T28" fmla="*/ 1 w 60"/>
                <a:gd name="T29" fmla="*/ 35 h 67"/>
                <a:gd name="T30" fmla="*/ 0 w 60"/>
                <a:gd name="T31" fmla="*/ 47 h 67"/>
                <a:gd name="T32" fmla="*/ 2 w 60"/>
                <a:gd name="T33" fmla="*/ 63 h 67"/>
                <a:gd name="T34" fmla="*/ 8 w 60"/>
                <a:gd name="T35" fmla="*/ 67 h 67"/>
                <a:gd name="T36" fmla="*/ 14 w 60"/>
                <a:gd name="T37" fmla="*/ 65 h 67"/>
                <a:gd name="T38" fmla="*/ 17 w 60"/>
                <a:gd name="T39" fmla="*/ 58 h 67"/>
                <a:gd name="T40" fmla="*/ 30 w 60"/>
                <a:gd name="T41" fmla="*/ 27 h 67"/>
                <a:gd name="T42" fmla="*/ 45 w 60"/>
                <a:gd name="T43" fmla="*/ 13 h 67"/>
                <a:gd name="T44" fmla="*/ 48 w 60"/>
                <a:gd name="T45" fmla="*/ 15 h 67"/>
                <a:gd name="T46" fmla="*/ 55 w 60"/>
                <a:gd name="T47" fmla="*/ 18 h 67"/>
                <a:gd name="T48" fmla="*/ 59 w 60"/>
                <a:gd name="T49" fmla="*/ 16 h 67"/>
                <a:gd name="T50" fmla="*/ 60 w 60"/>
                <a:gd name="T51" fmla="*/ 11 h 67"/>
                <a:gd name="T52" fmla="*/ 56 w 60"/>
                <a:gd name="T53" fmla="*/ 3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0" h="67">
                  <a:moveTo>
                    <a:pt x="56" y="3"/>
                  </a:moveTo>
                  <a:cubicBezTo>
                    <a:pt x="54" y="1"/>
                    <a:pt x="50" y="0"/>
                    <a:pt x="46" y="0"/>
                  </a:cubicBezTo>
                  <a:cubicBezTo>
                    <a:pt x="41" y="0"/>
                    <a:pt x="35" y="3"/>
                    <a:pt x="30" y="9"/>
                  </a:cubicBezTo>
                  <a:cubicBezTo>
                    <a:pt x="24" y="15"/>
                    <a:pt x="19" y="23"/>
                    <a:pt x="14" y="32"/>
                  </a:cubicBezTo>
                  <a:cubicBezTo>
                    <a:pt x="13" y="34"/>
                    <a:pt x="13" y="34"/>
                    <a:pt x="13" y="34"/>
                  </a:cubicBezTo>
                  <a:cubicBezTo>
                    <a:pt x="15" y="25"/>
                    <a:pt x="15" y="25"/>
                    <a:pt x="15" y="25"/>
                  </a:cubicBezTo>
                  <a:cubicBezTo>
                    <a:pt x="15" y="22"/>
                    <a:pt x="16" y="20"/>
                    <a:pt x="16" y="18"/>
                  </a:cubicBezTo>
                  <a:cubicBezTo>
                    <a:pt x="18" y="12"/>
                    <a:pt x="19" y="8"/>
                    <a:pt x="19" y="6"/>
                  </a:cubicBezTo>
                  <a:cubicBezTo>
                    <a:pt x="19" y="5"/>
                    <a:pt x="19" y="3"/>
                    <a:pt x="17" y="2"/>
                  </a:cubicBezTo>
                  <a:cubicBezTo>
                    <a:pt x="16" y="1"/>
                    <a:pt x="15" y="0"/>
                    <a:pt x="13" y="0"/>
                  </a:cubicBezTo>
                  <a:cubicBezTo>
                    <a:pt x="10" y="0"/>
                    <a:pt x="9" y="1"/>
                    <a:pt x="7" y="2"/>
                  </a:cubicBezTo>
                  <a:cubicBezTo>
                    <a:pt x="5" y="3"/>
                    <a:pt x="4" y="5"/>
                    <a:pt x="4" y="6"/>
                  </a:cubicBezTo>
                  <a:cubicBezTo>
                    <a:pt x="3" y="8"/>
                    <a:pt x="3" y="10"/>
                    <a:pt x="3" y="14"/>
                  </a:cubicBezTo>
                  <a:cubicBezTo>
                    <a:pt x="2" y="15"/>
                    <a:pt x="2" y="17"/>
                    <a:pt x="2" y="18"/>
                  </a:cubicBezTo>
                  <a:cubicBezTo>
                    <a:pt x="1" y="25"/>
                    <a:pt x="1" y="31"/>
                    <a:pt x="1" y="35"/>
                  </a:cubicBezTo>
                  <a:cubicBezTo>
                    <a:pt x="1" y="40"/>
                    <a:pt x="0" y="44"/>
                    <a:pt x="0" y="47"/>
                  </a:cubicBezTo>
                  <a:cubicBezTo>
                    <a:pt x="0" y="54"/>
                    <a:pt x="1" y="59"/>
                    <a:pt x="2" y="63"/>
                  </a:cubicBezTo>
                  <a:cubicBezTo>
                    <a:pt x="3" y="66"/>
                    <a:pt x="5" y="67"/>
                    <a:pt x="8" y="67"/>
                  </a:cubicBezTo>
                  <a:cubicBezTo>
                    <a:pt x="11" y="67"/>
                    <a:pt x="13" y="67"/>
                    <a:pt x="14" y="65"/>
                  </a:cubicBezTo>
                  <a:cubicBezTo>
                    <a:pt x="16" y="64"/>
                    <a:pt x="17" y="62"/>
                    <a:pt x="17" y="58"/>
                  </a:cubicBezTo>
                  <a:cubicBezTo>
                    <a:pt x="19" y="47"/>
                    <a:pt x="23" y="36"/>
                    <a:pt x="30" y="27"/>
                  </a:cubicBezTo>
                  <a:cubicBezTo>
                    <a:pt x="37" y="18"/>
                    <a:pt x="42" y="13"/>
                    <a:pt x="45" y="13"/>
                  </a:cubicBezTo>
                  <a:cubicBezTo>
                    <a:pt x="46" y="13"/>
                    <a:pt x="47" y="14"/>
                    <a:pt x="48" y="15"/>
                  </a:cubicBezTo>
                  <a:cubicBezTo>
                    <a:pt x="50" y="17"/>
                    <a:pt x="53" y="18"/>
                    <a:pt x="55" y="18"/>
                  </a:cubicBezTo>
                  <a:cubicBezTo>
                    <a:pt x="57" y="18"/>
                    <a:pt x="58" y="17"/>
                    <a:pt x="59" y="16"/>
                  </a:cubicBezTo>
                  <a:cubicBezTo>
                    <a:pt x="60" y="15"/>
                    <a:pt x="60" y="13"/>
                    <a:pt x="60" y="11"/>
                  </a:cubicBezTo>
                  <a:cubicBezTo>
                    <a:pt x="60" y="8"/>
                    <a:pt x="59" y="5"/>
                    <a:pt x="56"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 name="Freeform 91"/>
            <p:cNvSpPr>
              <a:spLocks noEditPoints="1"/>
            </p:cNvSpPr>
            <p:nvPr/>
          </p:nvSpPr>
          <p:spPr bwMode="auto">
            <a:xfrm>
              <a:off x="3363913" y="6356350"/>
              <a:ext cx="71438" cy="88900"/>
            </a:xfrm>
            <a:custGeom>
              <a:avLst/>
              <a:gdLst>
                <a:gd name="T0" fmla="*/ 52 w 56"/>
                <a:gd name="T1" fmla="*/ 42 h 70"/>
                <a:gd name="T2" fmla="*/ 48 w 56"/>
                <a:gd name="T3" fmla="*/ 45 h 70"/>
                <a:gd name="T4" fmla="*/ 24 w 56"/>
                <a:gd name="T5" fmla="*/ 57 h 70"/>
                <a:gd name="T6" fmla="*/ 17 w 56"/>
                <a:gd name="T7" fmla="*/ 54 h 70"/>
                <a:gd name="T8" fmla="*/ 14 w 56"/>
                <a:gd name="T9" fmla="*/ 49 h 70"/>
                <a:gd name="T10" fmla="*/ 16 w 56"/>
                <a:gd name="T11" fmla="*/ 47 h 70"/>
                <a:gd name="T12" fmla="*/ 42 w 56"/>
                <a:gd name="T13" fmla="*/ 34 h 70"/>
                <a:gd name="T14" fmla="*/ 52 w 56"/>
                <a:gd name="T15" fmla="*/ 14 h 70"/>
                <a:gd name="T16" fmla="*/ 48 w 56"/>
                <a:gd name="T17" fmla="*/ 4 h 70"/>
                <a:gd name="T18" fmla="*/ 37 w 56"/>
                <a:gd name="T19" fmla="*/ 0 h 70"/>
                <a:gd name="T20" fmla="*/ 12 w 56"/>
                <a:gd name="T21" fmla="*/ 14 h 70"/>
                <a:gd name="T22" fmla="*/ 0 w 56"/>
                <a:gd name="T23" fmla="*/ 46 h 70"/>
                <a:gd name="T24" fmla="*/ 6 w 56"/>
                <a:gd name="T25" fmla="*/ 63 h 70"/>
                <a:gd name="T26" fmla="*/ 22 w 56"/>
                <a:gd name="T27" fmla="*/ 70 h 70"/>
                <a:gd name="T28" fmla="*/ 45 w 56"/>
                <a:gd name="T29" fmla="*/ 61 h 70"/>
                <a:gd name="T30" fmla="*/ 56 w 56"/>
                <a:gd name="T31" fmla="*/ 46 h 70"/>
                <a:gd name="T32" fmla="*/ 52 w 56"/>
                <a:gd name="T33" fmla="*/ 42 h 70"/>
                <a:gd name="T34" fmla="*/ 24 w 56"/>
                <a:gd name="T35" fmla="*/ 19 h 70"/>
                <a:gd name="T36" fmla="*/ 35 w 56"/>
                <a:gd name="T37" fmla="*/ 12 h 70"/>
                <a:gd name="T38" fmla="*/ 38 w 56"/>
                <a:gd name="T39" fmla="*/ 13 h 70"/>
                <a:gd name="T40" fmla="*/ 39 w 56"/>
                <a:gd name="T41" fmla="*/ 16 h 70"/>
                <a:gd name="T42" fmla="*/ 32 w 56"/>
                <a:gd name="T43" fmla="*/ 28 h 70"/>
                <a:gd name="T44" fmla="*/ 15 w 56"/>
                <a:gd name="T45" fmla="*/ 36 h 70"/>
                <a:gd name="T46" fmla="*/ 24 w 56"/>
                <a:gd name="T47" fmla="*/ 1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6" h="70">
                  <a:moveTo>
                    <a:pt x="52" y="42"/>
                  </a:moveTo>
                  <a:cubicBezTo>
                    <a:pt x="51" y="42"/>
                    <a:pt x="49" y="43"/>
                    <a:pt x="48" y="45"/>
                  </a:cubicBezTo>
                  <a:cubicBezTo>
                    <a:pt x="40" y="53"/>
                    <a:pt x="32" y="57"/>
                    <a:pt x="24" y="57"/>
                  </a:cubicBezTo>
                  <a:cubicBezTo>
                    <a:pt x="21" y="57"/>
                    <a:pt x="19" y="56"/>
                    <a:pt x="17" y="54"/>
                  </a:cubicBezTo>
                  <a:cubicBezTo>
                    <a:pt x="15" y="53"/>
                    <a:pt x="14" y="51"/>
                    <a:pt x="14" y="49"/>
                  </a:cubicBezTo>
                  <a:cubicBezTo>
                    <a:pt x="14" y="48"/>
                    <a:pt x="15" y="47"/>
                    <a:pt x="16" y="47"/>
                  </a:cubicBezTo>
                  <a:cubicBezTo>
                    <a:pt x="27" y="44"/>
                    <a:pt x="35" y="40"/>
                    <a:pt x="42" y="34"/>
                  </a:cubicBezTo>
                  <a:cubicBezTo>
                    <a:pt x="48" y="28"/>
                    <a:pt x="52" y="21"/>
                    <a:pt x="52" y="14"/>
                  </a:cubicBezTo>
                  <a:cubicBezTo>
                    <a:pt x="52" y="10"/>
                    <a:pt x="50" y="7"/>
                    <a:pt x="48" y="4"/>
                  </a:cubicBezTo>
                  <a:cubicBezTo>
                    <a:pt x="45" y="1"/>
                    <a:pt x="41" y="0"/>
                    <a:pt x="37" y="0"/>
                  </a:cubicBezTo>
                  <a:cubicBezTo>
                    <a:pt x="28" y="0"/>
                    <a:pt x="20" y="5"/>
                    <a:pt x="12" y="14"/>
                  </a:cubicBezTo>
                  <a:cubicBezTo>
                    <a:pt x="4" y="24"/>
                    <a:pt x="0" y="35"/>
                    <a:pt x="0" y="46"/>
                  </a:cubicBezTo>
                  <a:cubicBezTo>
                    <a:pt x="0" y="53"/>
                    <a:pt x="2" y="59"/>
                    <a:pt x="6" y="63"/>
                  </a:cubicBezTo>
                  <a:cubicBezTo>
                    <a:pt x="9" y="68"/>
                    <a:pt x="15" y="70"/>
                    <a:pt x="22" y="70"/>
                  </a:cubicBezTo>
                  <a:cubicBezTo>
                    <a:pt x="30" y="70"/>
                    <a:pt x="38" y="67"/>
                    <a:pt x="45" y="61"/>
                  </a:cubicBezTo>
                  <a:cubicBezTo>
                    <a:pt x="52" y="55"/>
                    <a:pt x="56" y="50"/>
                    <a:pt x="56" y="46"/>
                  </a:cubicBezTo>
                  <a:cubicBezTo>
                    <a:pt x="56" y="44"/>
                    <a:pt x="54" y="42"/>
                    <a:pt x="52" y="42"/>
                  </a:cubicBezTo>
                  <a:close/>
                  <a:moveTo>
                    <a:pt x="24" y="19"/>
                  </a:moveTo>
                  <a:cubicBezTo>
                    <a:pt x="28" y="14"/>
                    <a:pt x="32" y="12"/>
                    <a:pt x="35" y="12"/>
                  </a:cubicBezTo>
                  <a:cubicBezTo>
                    <a:pt x="37" y="12"/>
                    <a:pt x="38" y="12"/>
                    <a:pt x="38" y="13"/>
                  </a:cubicBezTo>
                  <a:cubicBezTo>
                    <a:pt x="39" y="14"/>
                    <a:pt x="39" y="15"/>
                    <a:pt x="39" y="16"/>
                  </a:cubicBezTo>
                  <a:cubicBezTo>
                    <a:pt x="39" y="20"/>
                    <a:pt x="37" y="24"/>
                    <a:pt x="32" y="28"/>
                  </a:cubicBezTo>
                  <a:cubicBezTo>
                    <a:pt x="27" y="32"/>
                    <a:pt x="22" y="34"/>
                    <a:pt x="15" y="36"/>
                  </a:cubicBezTo>
                  <a:cubicBezTo>
                    <a:pt x="17" y="30"/>
                    <a:pt x="20" y="25"/>
                    <a:pt x="24"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 name="Freeform 92"/>
            <p:cNvSpPr>
              <a:spLocks noEditPoints="1"/>
            </p:cNvSpPr>
            <p:nvPr/>
          </p:nvSpPr>
          <p:spPr bwMode="auto">
            <a:xfrm>
              <a:off x="3443288" y="6313488"/>
              <a:ext cx="93663" cy="130175"/>
            </a:xfrm>
            <a:custGeom>
              <a:avLst/>
              <a:gdLst>
                <a:gd name="T0" fmla="*/ 70 w 73"/>
                <a:gd name="T1" fmla="*/ 86 h 103"/>
                <a:gd name="T2" fmla="*/ 67 w 73"/>
                <a:gd name="T3" fmla="*/ 88 h 103"/>
                <a:gd name="T4" fmla="*/ 62 w 73"/>
                <a:gd name="T5" fmla="*/ 89 h 103"/>
                <a:gd name="T6" fmla="*/ 57 w 73"/>
                <a:gd name="T7" fmla="*/ 79 h 103"/>
                <a:gd name="T8" fmla="*/ 61 w 73"/>
                <a:gd name="T9" fmla="*/ 49 h 103"/>
                <a:gd name="T10" fmla="*/ 69 w 73"/>
                <a:gd name="T11" fmla="*/ 18 h 103"/>
                <a:gd name="T12" fmla="*/ 71 w 73"/>
                <a:gd name="T13" fmla="*/ 9 h 103"/>
                <a:gd name="T14" fmla="*/ 70 w 73"/>
                <a:gd name="T15" fmla="*/ 2 h 103"/>
                <a:gd name="T16" fmla="*/ 65 w 73"/>
                <a:gd name="T17" fmla="*/ 0 h 103"/>
                <a:gd name="T18" fmla="*/ 61 w 73"/>
                <a:gd name="T19" fmla="*/ 1 h 103"/>
                <a:gd name="T20" fmla="*/ 57 w 73"/>
                <a:gd name="T21" fmla="*/ 6 h 103"/>
                <a:gd name="T22" fmla="*/ 54 w 73"/>
                <a:gd name="T23" fmla="*/ 18 h 103"/>
                <a:gd name="T24" fmla="*/ 49 w 73"/>
                <a:gd name="T25" fmla="*/ 43 h 103"/>
                <a:gd name="T26" fmla="*/ 38 w 73"/>
                <a:gd name="T27" fmla="*/ 39 h 103"/>
                <a:gd name="T28" fmla="*/ 12 w 73"/>
                <a:gd name="T29" fmla="*/ 54 h 103"/>
                <a:gd name="T30" fmla="*/ 0 w 73"/>
                <a:gd name="T31" fmla="*/ 85 h 103"/>
                <a:gd name="T32" fmla="*/ 3 w 73"/>
                <a:gd name="T33" fmla="*/ 98 h 103"/>
                <a:gd name="T34" fmla="*/ 14 w 73"/>
                <a:gd name="T35" fmla="*/ 103 h 103"/>
                <a:gd name="T36" fmla="*/ 45 w 73"/>
                <a:gd name="T37" fmla="*/ 81 h 103"/>
                <a:gd name="T38" fmla="*/ 47 w 73"/>
                <a:gd name="T39" fmla="*/ 96 h 103"/>
                <a:gd name="T40" fmla="*/ 56 w 73"/>
                <a:gd name="T41" fmla="*/ 102 h 103"/>
                <a:gd name="T42" fmla="*/ 67 w 73"/>
                <a:gd name="T43" fmla="*/ 98 h 103"/>
                <a:gd name="T44" fmla="*/ 73 w 73"/>
                <a:gd name="T45" fmla="*/ 90 h 103"/>
                <a:gd name="T46" fmla="*/ 70 w 73"/>
                <a:gd name="T47" fmla="*/ 86 h 103"/>
                <a:gd name="T48" fmla="*/ 35 w 73"/>
                <a:gd name="T49" fmla="*/ 77 h 103"/>
                <a:gd name="T50" fmla="*/ 18 w 73"/>
                <a:gd name="T51" fmla="*/ 90 h 103"/>
                <a:gd name="T52" fmla="*/ 13 w 73"/>
                <a:gd name="T53" fmla="*/ 84 h 103"/>
                <a:gd name="T54" fmla="*/ 22 w 73"/>
                <a:gd name="T55" fmla="*/ 62 h 103"/>
                <a:gd name="T56" fmla="*/ 38 w 73"/>
                <a:gd name="T57" fmla="*/ 50 h 103"/>
                <a:gd name="T58" fmla="*/ 43 w 73"/>
                <a:gd name="T59" fmla="*/ 52 h 103"/>
                <a:gd name="T60" fmla="*/ 45 w 73"/>
                <a:gd name="T61" fmla="*/ 56 h 103"/>
                <a:gd name="T62" fmla="*/ 35 w 73"/>
                <a:gd name="T63" fmla="*/ 77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3" h="103">
                  <a:moveTo>
                    <a:pt x="70" y="86"/>
                  </a:moveTo>
                  <a:cubicBezTo>
                    <a:pt x="70" y="86"/>
                    <a:pt x="68" y="87"/>
                    <a:pt x="67" y="88"/>
                  </a:cubicBezTo>
                  <a:cubicBezTo>
                    <a:pt x="65" y="89"/>
                    <a:pt x="63" y="89"/>
                    <a:pt x="62" y="89"/>
                  </a:cubicBezTo>
                  <a:cubicBezTo>
                    <a:pt x="59" y="89"/>
                    <a:pt x="57" y="85"/>
                    <a:pt x="57" y="79"/>
                  </a:cubicBezTo>
                  <a:cubicBezTo>
                    <a:pt x="57" y="71"/>
                    <a:pt x="58" y="62"/>
                    <a:pt x="61" y="49"/>
                  </a:cubicBezTo>
                  <a:cubicBezTo>
                    <a:pt x="63" y="37"/>
                    <a:pt x="66" y="27"/>
                    <a:pt x="69" y="18"/>
                  </a:cubicBezTo>
                  <a:cubicBezTo>
                    <a:pt x="71" y="13"/>
                    <a:pt x="71" y="10"/>
                    <a:pt x="71" y="9"/>
                  </a:cubicBezTo>
                  <a:cubicBezTo>
                    <a:pt x="71" y="6"/>
                    <a:pt x="71" y="4"/>
                    <a:pt x="70" y="2"/>
                  </a:cubicBezTo>
                  <a:cubicBezTo>
                    <a:pt x="69" y="1"/>
                    <a:pt x="67" y="0"/>
                    <a:pt x="65" y="0"/>
                  </a:cubicBezTo>
                  <a:cubicBezTo>
                    <a:pt x="64" y="0"/>
                    <a:pt x="63" y="0"/>
                    <a:pt x="61" y="1"/>
                  </a:cubicBezTo>
                  <a:cubicBezTo>
                    <a:pt x="59" y="2"/>
                    <a:pt x="58" y="4"/>
                    <a:pt x="57" y="6"/>
                  </a:cubicBezTo>
                  <a:cubicBezTo>
                    <a:pt x="56" y="8"/>
                    <a:pt x="55" y="12"/>
                    <a:pt x="54" y="18"/>
                  </a:cubicBezTo>
                  <a:cubicBezTo>
                    <a:pt x="54" y="21"/>
                    <a:pt x="52" y="30"/>
                    <a:pt x="49" y="43"/>
                  </a:cubicBezTo>
                  <a:cubicBezTo>
                    <a:pt x="47" y="40"/>
                    <a:pt x="43" y="39"/>
                    <a:pt x="38" y="39"/>
                  </a:cubicBezTo>
                  <a:cubicBezTo>
                    <a:pt x="29" y="39"/>
                    <a:pt x="21" y="44"/>
                    <a:pt x="12" y="54"/>
                  </a:cubicBezTo>
                  <a:cubicBezTo>
                    <a:pt x="4" y="64"/>
                    <a:pt x="0" y="75"/>
                    <a:pt x="0" y="85"/>
                  </a:cubicBezTo>
                  <a:cubicBezTo>
                    <a:pt x="0" y="90"/>
                    <a:pt x="1" y="95"/>
                    <a:pt x="3" y="98"/>
                  </a:cubicBezTo>
                  <a:cubicBezTo>
                    <a:pt x="6" y="101"/>
                    <a:pt x="9" y="103"/>
                    <a:pt x="14" y="103"/>
                  </a:cubicBezTo>
                  <a:cubicBezTo>
                    <a:pt x="24" y="103"/>
                    <a:pt x="35" y="96"/>
                    <a:pt x="45" y="81"/>
                  </a:cubicBezTo>
                  <a:cubicBezTo>
                    <a:pt x="44" y="87"/>
                    <a:pt x="45" y="92"/>
                    <a:pt x="47" y="96"/>
                  </a:cubicBezTo>
                  <a:cubicBezTo>
                    <a:pt x="49" y="100"/>
                    <a:pt x="52" y="102"/>
                    <a:pt x="56" y="102"/>
                  </a:cubicBezTo>
                  <a:cubicBezTo>
                    <a:pt x="60" y="102"/>
                    <a:pt x="63" y="101"/>
                    <a:pt x="67" y="98"/>
                  </a:cubicBezTo>
                  <a:cubicBezTo>
                    <a:pt x="71" y="95"/>
                    <a:pt x="73" y="93"/>
                    <a:pt x="73" y="90"/>
                  </a:cubicBezTo>
                  <a:cubicBezTo>
                    <a:pt x="73" y="88"/>
                    <a:pt x="72" y="86"/>
                    <a:pt x="70" y="86"/>
                  </a:cubicBezTo>
                  <a:close/>
                  <a:moveTo>
                    <a:pt x="35" y="77"/>
                  </a:moveTo>
                  <a:cubicBezTo>
                    <a:pt x="28" y="86"/>
                    <a:pt x="22" y="90"/>
                    <a:pt x="18" y="90"/>
                  </a:cubicBezTo>
                  <a:cubicBezTo>
                    <a:pt x="15" y="90"/>
                    <a:pt x="13" y="88"/>
                    <a:pt x="13" y="84"/>
                  </a:cubicBezTo>
                  <a:cubicBezTo>
                    <a:pt x="13" y="77"/>
                    <a:pt x="16" y="70"/>
                    <a:pt x="22" y="62"/>
                  </a:cubicBezTo>
                  <a:cubicBezTo>
                    <a:pt x="28" y="54"/>
                    <a:pt x="33" y="50"/>
                    <a:pt x="38" y="50"/>
                  </a:cubicBezTo>
                  <a:cubicBezTo>
                    <a:pt x="40" y="50"/>
                    <a:pt x="42" y="51"/>
                    <a:pt x="43" y="52"/>
                  </a:cubicBezTo>
                  <a:cubicBezTo>
                    <a:pt x="45" y="53"/>
                    <a:pt x="45" y="55"/>
                    <a:pt x="45" y="56"/>
                  </a:cubicBezTo>
                  <a:cubicBezTo>
                    <a:pt x="45" y="61"/>
                    <a:pt x="42" y="68"/>
                    <a:pt x="35"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 name="Freeform 93"/>
            <p:cNvSpPr>
              <a:spLocks noEditPoints="1"/>
            </p:cNvSpPr>
            <p:nvPr/>
          </p:nvSpPr>
          <p:spPr bwMode="auto">
            <a:xfrm>
              <a:off x="4225925" y="6330950"/>
              <a:ext cx="93663" cy="114300"/>
            </a:xfrm>
            <a:custGeom>
              <a:avLst/>
              <a:gdLst>
                <a:gd name="T0" fmla="*/ 67 w 75"/>
                <a:gd name="T1" fmla="*/ 5 h 91"/>
                <a:gd name="T2" fmla="*/ 46 w 75"/>
                <a:gd name="T3" fmla="*/ 0 h 91"/>
                <a:gd name="T4" fmla="*/ 18 w 75"/>
                <a:gd name="T5" fmla="*/ 3 h 91"/>
                <a:gd name="T6" fmla="*/ 2 w 75"/>
                <a:gd name="T7" fmla="*/ 12 h 91"/>
                <a:gd name="T8" fmla="*/ 6 w 75"/>
                <a:gd name="T9" fmla="*/ 19 h 91"/>
                <a:gd name="T10" fmla="*/ 6 w 75"/>
                <a:gd name="T11" fmla="*/ 25 h 91"/>
                <a:gd name="T12" fmla="*/ 3 w 75"/>
                <a:gd name="T13" fmla="*/ 51 h 91"/>
                <a:gd name="T14" fmla="*/ 0 w 75"/>
                <a:gd name="T15" fmla="*/ 83 h 91"/>
                <a:gd name="T16" fmla="*/ 7 w 75"/>
                <a:gd name="T17" fmla="*/ 91 h 91"/>
                <a:gd name="T18" fmla="*/ 13 w 75"/>
                <a:gd name="T19" fmla="*/ 89 h 91"/>
                <a:gd name="T20" fmla="*/ 15 w 75"/>
                <a:gd name="T21" fmla="*/ 83 h 91"/>
                <a:gd name="T22" fmla="*/ 16 w 75"/>
                <a:gd name="T23" fmla="*/ 61 h 91"/>
                <a:gd name="T24" fmla="*/ 25 w 75"/>
                <a:gd name="T25" fmla="*/ 59 h 91"/>
                <a:gd name="T26" fmla="*/ 61 w 75"/>
                <a:gd name="T27" fmla="*/ 44 h 91"/>
                <a:gd name="T28" fmla="*/ 75 w 75"/>
                <a:gd name="T29" fmla="*/ 20 h 91"/>
                <a:gd name="T30" fmla="*/ 67 w 75"/>
                <a:gd name="T31" fmla="*/ 5 h 91"/>
                <a:gd name="T32" fmla="*/ 48 w 75"/>
                <a:gd name="T33" fmla="*/ 37 h 91"/>
                <a:gd name="T34" fmla="*/ 18 w 75"/>
                <a:gd name="T35" fmla="*/ 47 h 91"/>
                <a:gd name="T36" fmla="*/ 21 w 75"/>
                <a:gd name="T37" fmla="*/ 16 h 91"/>
                <a:gd name="T38" fmla="*/ 45 w 75"/>
                <a:gd name="T39" fmla="*/ 11 h 91"/>
                <a:gd name="T40" fmla="*/ 61 w 75"/>
                <a:gd name="T41" fmla="*/ 21 h 91"/>
                <a:gd name="T42" fmla="*/ 48 w 75"/>
                <a:gd name="T43" fmla="*/ 3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5" h="91">
                  <a:moveTo>
                    <a:pt x="67" y="5"/>
                  </a:moveTo>
                  <a:cubicBezTo>
                    <a:pt x="62" y="1"/>
                    <a:pt x="55" y="0"/>
                    <a:pt x="46" y="0"/>
                  </a:cubicBezTo>
                  <a:cubicBezTo>
                    <a:pt x="38" y="0"/>
                    <a:pt x="29" y="1"/>
                    <a:pt x="18" y="3"/>
                  </a:cubicBezTo>
                  <a:cubicBezTo>
                    <a:pt x="7" y="6"/>
                    <a:pt x="2" y="9"/>
                    <a:pt x="2" y="12"/>
                  </a:cubicBezTo>
                  <a:cubicBezTo>
                    <a:pt x="2" y="16"/>
                    <a:pt x="3" y="18"/>
                    <a:pt x="6" y="19"/>
                  </a:cubicBezTo>
                  <a:cubicBezTo>
                    <a:pt x="6" y="20"/>
                    <a:pt x="6" y="21"/>
                    <a:pt x="6" y="25"/>
                  </a:cubicBezTo>
                  <a:cubicBezTo>
                    <a:pt x="6" y="28"/>
                    <a:pt x="5" y="36"/>
                    <a:pt x="3" y="51"/>
                  </a:cubicBezTo>
                  <a:cubicBezTo>
                    <a:pt x="1" y="69"/>
                    <a:pt x="0" y="80"/>
                    <a:pt x="0" y="83"/>
                  </a:cubicBezTo>
                  <a:cubicBezTo>
                    <a:pt x="0" y="89"/>
                    <a:pt x="2" y="91"/>
                    <a:pt x="7" y="91"/>
                  </a:cubicBezTo>
                  <a:cubicBezTo>
                    <a:pt x="10" y="91"/>
                    <a:pt x="11" y="91"/>
                    <a:pt x="13" y="89"/>
                  </a:cubicBezTo>
                  <a:cubicBezTo>
                    <a:pt x="14" y="87"/>
                    <a:pt x="15" y="85"/>
                    <a:pt x="15" y="83"/>
                  </a:cubicBezTo>
                  <a:cubicBezTo>
                    <a:pt x="15" y="77"/>
                    <a:pt x="15" y="70"/>
                    <a:pt x="16" y="61"/>
                  </a:cubicBezTo>
                  <a:cubicBezTo>
                    <a:pt x="17" y="61"/>
                    <a:pt x="20" y="60"/>
                    <a:pt x="25" y="59"/>
                  </a:cubicBezTo>
                  <a:cubicBezTo>
                    <a:pt x="39" y="56"/>
                    <a:pt x="51" y="51"/>
                    <a:pt x="61" y="44"/>
                  </a:cubicBezTo>
                  <a:cubicBezTo>
                    <a:pt x="70" y="37"/>
                    <a:pt x="75" y="29"/>
                    <a:pt x="75" y="20"/>
                  </a:cubicBezTo>
                  <a:cubicBezTo>
                    <a:pt x="75" y="14"/>
                    <a:pt x="73" y="9"/>
                    <a:pt x="67" y="5"/>
                  </a:cubicBezTo>
                  <a:close/>
                  <a:moveTo>
                    <a:pt x="48" y="37"/>
                  </a:moveTo>
                  <a:cubicBezTo>
                    <a:pt x="39" y="42"/>
                    <a:pt x="29" y="45"/>
                    <a:pt x="18" y="47"/>
                  </a:cubicBezTo>
                  <a:cubicBezTo>
                    <a:pt x="21" y="16"/>
                    <a:pt x="21" y="16"/>
                    <a:pt x="21" y="16"/>
                  </a:cubicBezTo>
                  <a:cubicBezTo>
                    <a:pt x="30" y="13"/>
                    <a:pt x="38" y="11"/>
                    <a:pt x="45" y="11"/>
                  </a:cubicBezTo>
                  <a:cubicBezTo>
                    <a:pt x="56" y="11"/>
                    <a:pt x="61" y="15"/>
                    <a:pt x="61" y="21"/>
                  </a:cubicBezTo>
                  <a:cubicBezTo>
                    <a:pt x="61" y="27"/>
                    <a:pt x="57" y="32"/>
                    <a:pt x="48"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 name="Freeform 94"/>
            <p:cNvSpPr>
              <a:spLocks/>
            </p:cNvSpPr>
            <p:nvPr/>
          </p:nvSpPr>
          <p:spPr bwMode="auto">
            <a:xfrm>
              <a:off x="4330700" y="6313488"/>
              <a:ext cx="33338" cy="134938"/>
            </a:xfrm>
            <a:custGeom>
              <a:avLst/>
              <a:gdLst>
                <a:gd name="T0" fmla="*/ 19 w 26"/>
                <a:gd name="T1" fmla="*/ 0 h 106"/>
                <a:gd name="T2" fmla="*/ 13 w 26"/>
                <a:gd name="T3" fmla="*/ 5 h 106"/>
                <a:gd name="T4" fmla="*/ 4 w 26"/>
                <a:gd name="T5" fmla="*/ 38 h 106"/>
                <a:gd name="T6" fmla="*/ 0 w 26"/>
                <a:gd name="T7" fmla="*/ 88 h 106"/>
                <a:gd name="T8" fmla="*/ 1 w 26"/>
                <a:gd name="T9" fmla="*/ 102 h 106"/>
                <a:gd name="T10" fmla="*/ 7 w 26"/>
                <a:gd name="T11" fmla="*/ 106 h 106"/>
                <a:gd name="T12" fmla="*/ 13 w 26"/>
                <a:gd name="T13" fmla="*/ 103 h 106"/>
                <a:gd name="T14" fmla="*/ 16 w 26"/>
                <a:gd name="T15" fmla="*/ 97 h 106"/>
                <a:gd name="T16" fmla="*/ 15 w 26"/>
                <a:gd name="T17" fmla="*/ 93 h 106"/>
                <a:gd name="T18" fmla="*/ 14 w 26"/>
                <a:gd name="T19" fmla="*/ 75 h 106"/>
                <a:gd name="T20" fmla="*/ 16 w 26"/>
                <a:gd name="T21" fmla="*/ 56 h 106"/>
                <a:gd name="T22" fmla="*/ 20 w 26"/>
                <a:gd name="T23" fmla="*/ 32 h 106"/>
                <a:gd name="T24" fmla="*/ 25 w 26"/>
                <a:gd name="T25" fmla="*/ 14 h 106"/>
                <a:gd name="T26" fmla="*/ 26 w 26"/>
                <a:gd name="T27" fmla="*/ 7 h 106"/>
                <a:gd name="T28" fmla="*/ 19 w 26"/>
                <a:gd name="T29"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 h="106">
                  <a:moveTo>
                    <a:pt x="19" y="0"/>
                  </a:moveTo>
                  <a:cubicBezTo>
                    <a:pt x="17" y="0"/>
                    <a:pt x="15" y="1"/>
                    <a:pt x="13" y="5"/>
                  </a:cubicBezTo>
                  <a:cubicBezTo>
                    <a:pt x="10" y="8"/>
                    <a:pt x="8" y="19"/>
                    <a:pt x="4" y="38"/>
                  </a:cubicBezTo>
                  <a:cubicBezTo>
                    <a:pt x="1" y="57"/>
                    <a:pt x="0" y="74"/>
                    <a:pt x="0" y="88"/>
                  </a:cubicBezTo>
                  <a:cubicBezTo>
                    <a:pt x="0" y="94"/>
                    <a:pt x="0" y="99"/>
                    <a:pt x="1" y="102"/>
                  </a:cubicBezTo>
                  <a:cubicBezTo>
                    <a:pt x="2" y="104"/>
                    <a:pt x="4" y="106"/>
                    <a:pt x="7" y="106"/>
                  </a:cubicBezTo>
                  <a:cubicBezTo>
                    <a:pt x="9" y="106"/>
                    <a:pt x="11" y="105"/>
                    <a:pt x="13" y="103"/>
                  </a:cubicBezTo>
                  <a:cubicBezTo>
                    <a:pt x="15" y="101"/>
                    <a:pt x="16" y="99"/>
                    <a:pt x="16" y="97"/>
                  </a:cubicBezTo>
                  <a:cubicBezTo>
                    <a:pt x="16" y="96"/>
                    <a:pt x="16" y="95"/>
                    <a:pt x="15" y="93"/>
                  </a:cubicBezTo>
                  <a:cubicBezTo>
                    <a:pt x="15" y="86"/>
                    <a:pt x="14" y="80"/>
                    <a:pt x="14" y="75"/>
                  </a:cubicBezTo>
                  <a:cubicBezTo>
                    <a:pt x="14" y="71"/>
                    <a:pt x="15" y="64"/>
                    <a:pt x="16" y="56"/>
                  </a:cubicBezTo>
                  <a:cubicBezTo>
                    <a:pt x="17" y="47"/>
                    <a:pt x="18" y="39"/>
                    <a:pt x="20" y="32"/>
                  </a:cubicBezTo>
                  <a:cubicBezTo>
                    <a:pt x="23" y="22"/>
                    <a:pt x="24" y="16"/>
                    <a:pt x="25" y="14"/>
                  </a:cubicBezTo>
                  <a:cubicBezTo>
                    <a:pt x="26" y="11"/>
                    <a:pt x="26" y="9"/>
                    <a:pt x="26" y="7"/>
                  </a:cubicBezTo>
                  <a:cubicBezTo>
                    <a:pt x="26" y="2"/>
                    <a:pt x="24" y="0"/>
                    <a:pt x="1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 name="Freeform 95"/>
            <p:cNvSpPr>
              <a:spLocks noEditPoints="1"/>
            </p:cNvSpPr>
            <p:nvPr/>
          </p:nvSpPr>
          <p:spPr bwMode="auto">
            <a:xfrm>
              <a:off x="4368800" y="6356350"/>
              <a:ext cx="69850" cy="88900"/>
            </a:xfrm>
            <a:custGeom>
              <a:avLst/>
              <a:gdLst>
                <a:gd name="T0" fmla="*/ 52 w 56"/>
                <a:gd name="T1" fmla="*/ 42 h 70"/>
                <a:gd name="T2" fmla="*/ 48 w 56"/>
                <a:gd name="T3" fmla="*/ 45 h 70"/>
                <a:gd name="T4" fmla="*/ 24 w 56"/>
                <a:gd name="T5" fmla="*/ 57 h 70"/>
                <a:gd name="T6" fmla="*/ 17 w 56"/>
                <a:gd name="T7" fmla="*/ 54 h 70"/>
                <a:gd name="T8" fmla="*/ 15 w 56"/>
                <a:gd name="T9" fmla="*/ 49 h 70"/>
                <a:gd name="T10" fmla="*/ 17 w 56"/>
                <a:gd name="T11" fmla="*/ 47 h 70"/>
                <a:gd name="T12" fmla="*/ 42 w 56"/>
                <a:gd name="T13" fmla="*/ 34 h 70"/>
                <a:gd name="T14" fmla="*/ 52 w 56"/>
                <a:gd name="T15" fmla="*/ 14 h 70"/>
                <a:gd name="T16" fmla="*/ 48 w 56"/>
                <a:gd name="T17" fmla="*/ 4 h 70"/>
                <a:gd name="T18" fmla="*/ 37 w 56"/>
                <a:gd name="T19" fmla="*/ 0 h 70"/>
                <a:gd name="T20" fmla="*/ 12 w 56"/>
                <a:gd name="T21" fmla="*/ 14 h 70"/>
                <a:gd name="T22" fmla="*/ 0 w 56"/>
                <a:gd name="T23" fmla="*/ 46 h 70"/>
                <a:gd name="T24" fmla="*/ 6 w 56"/>
                <a:gd name="T25" fmla="*/ 63 h 70"/>
                <a:gd name="T26" fmla="*/ 22 w 56"/>
                <a:gd name="T27" fmla="*/ 70 h 70"/>
                <a:gd name="T28" fmla="*/ 45 w 56"/>
                <a:gd name="T29" fmla="*/ 61 h 70"/>
                <a:gd name="T30" fmla="*/ 56 w 56"/>
                <a:gd name="T31" fmla="*/ 46 h 70"/>
                <a:gd name="T32" fmla="*/ 52 w 56"/>
                <a:gd name="T33" fmla="*/ 42 h 70"/>
                <a:gd name="T34" fmla="*/ 24 w 56"/>
                <a:gd name="T35" fmla="*/ 19 h 70"/>
                <a:gd name="T36" fmla="*/ 36 w 56"/>
                <a:gd name="T37" fmla="*/ 12 h 70"/>
                <a:gd name="T38" fmla="*/ 39 w 56"/>
                <a:gd name="T39" fmla="*/ 13 h 70"/>
                <a:gd name="T40" fmla="*/ 40 w 56"/>
                <a:gd name="T41" fmla="*/ 16 h 70"/>
                <a:gd name="T42" fmla="*/ 32 w 56"/>
                <a:gd name="T43" fmla="*/ 28 h 70"/>
                <a:gd name="T44" fmla="*/ 16 w 56"/>
                <a:gd name="T45" fmla="*/ 36 h 70"/>
                <a:gd name="T46" fmla="*/ 24 w 56"/>
                <a:gd name="T47" fmla="*/ 1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6" h="70">
                  <a:moveTo>
                    <a:pt x="52" y="42"/>
                  </a:moveTo>
                  <a:cubicBezTo>
                    <a:pt x="51" y="42"/>
                    <a:pt x="49" y="43"/>
                    <a:pt x="48" y="45"/>
                  </a:cubicBezTo>
                  <a:cubicBezTo>
                    <a:pt x="40" y="53"/>
                    <a:pt x="32" y="57"/>
                    <a:pt x="24" y="57"/>
                  </a:cubicBezTo>
                  <a:cubicBezTo>
                    <a:pt x="21" y="57"/>
                    <a:pt x="19" y="56"/>
                    <a:pt x="17" y="54"/>
                  </a:cubicBezTo>
                  <a:cubicBezTo>
                    <a:pt x="16" y="53"/>
                    <a:pt x="15" y="51"/>
                    <a:pt x="15" y="49"/>
                  </a:cubicBezTo>
                  <a:cubicBezTo>
                    <a:pt x="15" y="48"/>
                    <a:pt x="15" y="47"/>
                    <a:pt x="17" y="47"/>
                  </a:cubicBezTo>
                  <a:cubicBezTo>
                    <a:pt x="27" y="44"/>
                    <a:pt x="35" y="40"/>
                    <a:pt x="42" y="34"/>
                  </a:cubicBezTo>
                  <a:cubicBezTo>
                    <a:pt x="49" y="28"/>
                    <a:pt x="52" y="21"/>
                    <a:pt x="52" y="14"/>
                  </a:cubicBezTo>
                  <a:cubicBezTo>
                    <a:pt x="52" y="10"/>
                    <a:pt x="51" y="7"/>
                    <a:pt x="48" y="4"/>
                  </a:cubicBezTo>
                  <a:cubicBezTo>
                    <a:pt x="45" y="1"/>
                    <a:pt x="42" y="0"/>
                    <a:pt x="37" y="0"/>
                  </a:cubicBezTo>
                  <a:cubicBezTo>
                    <a:pt x="28" y="0"/>
                    <a:pt x="20" y="5"/>
                    <a:pt x="12" y="14"/>
                  </a:cubicBezTo>
                  <a:cubicBezTo>
                    <a:pt x="4" y="24"/>
                    <a:pt x="0" y="35"/>
                    <a:pt x="0" y="46"/>
                  </a:cubicBezTo>
                  <a:cubicBezTo>
                    <a:pt x="0" y="53"/>
                    <a:pt x="2" y="59"/>
                    <a:pt x="6" y="63"/>
                  </a:cubicBezTo>
                  <a:cubicBezTo>
                    <a:pt x="10" y="68"/>
                    <a:pt x="15" y="70"/>
                    <a:pt x="22" y="70"/>
                  </a:cubicBezTo>
                  <a:cubicBezTo>
                    <a:pt x="31" y="70"/>
                    <a:pt x="39" y="67"/>
                    <a:pt x="45" y="61"/>
                  </a:cubicBezTo>
                  <a:cubicBezTo>
                    <a:pt x="52" y="55"/>
                    <a:pt x="56" y="50"/>
                    <a:pt x="56" y="46"/>
                  </a:cubicBezTo>
                  <a:cubicBezTo>
                    <a:pt x="56" y="44"/>
                    <a:pt x="55" y="42"/>
                    <a:pt x="52" y="42"/>
                  </a:cubicBezTo>
                  <a:close/>
                  <a:moveTo>
                    <a:pt x="24" y="19"/>
                  </a:moveTo>
                  <a:cubicBezTo>
                    <a:pt x="28" y="14"/>
                    <a:pt x="32" y="12"/>
                    <a:pt x="36" y="12"/>
                  </a:cubicBezTo>
                  <a:cubicBezTo>
                    <a:pt x="37" y="12"/>
                    <a:pt x="38" y="12"/>
                    <a:pt x="39" y="13"/>
                  </a:cubicBezTo>
                  <a:cubicBezTo>
                    <a:pt x="39" y="14"/>
                    <a:pt x="40" y="15"/>
                    <a:pt x="40" y="16"/>
                  </a:cubicBezTo>
                  <a:cubicBezTo>
                    <a:pt x="40" y="20"/>
                    <a:pt x="37" y="24"/>
                    <a:pt x="32" y="28"/>
                  </a:cubicBezTo>
                  <a:cubicBezTo>
                    <a:pt x="28" y="32"/>
                    <a:pt x="22" y="34"/>
                    <a:pt x="16" y="36"/>
                  </a:cubicBezTo>
                  <a:cubicBezTo>
                    <a:pt x="17" y="30"/>
                    <a:pt x="20" y="25"/>
                    <a:pt x="24"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 name="Freeform 96"/>
            <p:cNvSpPr>
              <a:spLocks noEditPoints="1"/>
            </p:cNvSpPr>
            <p:nvPr/>
          </p:nvSpPr>
          <p:spPr bwMode="auto">
            <a:xfrm>
              <a:off x="4448175" y="6357938"/>
              <a:ext cx="79375" cy="85725"/>
            </a:xfrm>
            <a:custGeom>
              <a:avLst/>
              <a:gdLst>
                <a:gd name="T0" fmla="*/ 61 w 63"/>
                <a:gd name="T1" fmla="*/ 58 h 68"/>
                <a:gd name="T2" fmla="*/ 58 w 63"/>
                <a:gd name="T3" fmla="*/ 56 h 68"/>
                <a:gd name="T4" fmla="*/ 57 w 63"/>
                <a:gd name="T5" fmla="*/ 52 h 68"/>
                <a:gd name="T6" fmla="*/ 56 w 63"/>
                <a:gd name="T7" fmla="*/ 41 h 68"/>
                <a:gd name="T8" fmla="*/ 58 w 63"/>
                <a:gd name="T9" fmla="*/ 22 h 68"/>
                <a:gd name="T10" fmla="*/ 59 w 63"/>
                <a:gd name="T11" fmla="*/ 12 h 68"/>
                <a:gd name="T12" fmla="*/ 52 w 63"/>
                <a:gd name="T13" fmla="*/ 7 h 68"/>
                <a:gd name="T14" fmla="*/ 43 w 63"/>
                <a:gd name="T15" fmla="*/ 0 h 68"/>
                <a:gd name="T16" fmla="*/ 14 w 63"/>
                <a:gd name="T17" fmla="*/ 18 h 68"/>
                <a:gd name="T18" fmla="*/ 0 w 63"/>
                <a:gd name="T19" fmla="*/ 52 h 68"/>
                <a:gd name="T20" fmla="*/ 4 w 63"/>
                <a:gd name="T21" fmla="*/ 62 h 68"/>
                <a:gd name="T22" fmla="*/ 13 w 63"/>
                <a:gd name="T23" fmla="*/ 67 h 68"/>
                <a:gd name="T24" fmla="*/ 44 w 63"/>
                <a:gd name="T25" fmla="*/ 46 h 68"/>
                <a:gd name="T26" fmla="*/ 54 w 63"/>
                <a:gd name="T27" fmla="*/ 68 h 68"/>
                <a:gd name="T28" fmla="*/ 60 w 63"/>
                <a:gd name="T29" fmla="*/ 66 h 68"/>
                <a:gd name="T30" fmla="*/ 63 w 63"/>
                <a:gd name="T31" fmla="*/ 61 h 68"/>
                <a:gd name="T32" fmla="*/ 61 w 63"/>
                <a:gd name="T33" fmla="*/ 58 h 68"/>
                <a:gd name="T34" fmla="*/ 34 w 63"/>
                <a:gd name="T35" fmla="*/ 41 h 68"/>
                <a:gd name="T36" fmla="*/ 17 w 63"/>
                <a:gd name="T37" fmla="*/ 54 h 68"/>
                <a:gd name="T38" fmla="*/ 15 w 63"/>
                <a:gd name="T39" fmla="*/ 49 h 68"/>
                <a:gd name="T40" fmla="*/ 25 w 63"/>
                <a:gd name="T41" fmla="*/ 26 h 68"/>
                <a:gd name="T42" fmla="*/ 40 w 63"/>
                <a:gd name="T43" fmla="*/ 13 h 68"/>
                <a:gd name="T44" fmla="*/ 43 w 63"/>
                <a:gd name="T45" fmla="*/ 14 h 68"/>
                <a:gd name="T46" fmla="*/ 45 w 63"/>
                <a:gd name="T47" fmla="*/ 19 h 68"/>
                <a:gd name="T48" fmla="*/ 34 w 63"/>
                <a:gd name="T49" fmla="*/ 4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3" h="68">
                  <a:moveTo>
                    <a:pt x="61" y="58"/>
                  </a:moveTo>
                  <a:cubicBezTo>
                    <a:pt x="59" y="57"/>
                    <a:pt x="59" y="57"/>
                    <a:pt x="58" y="56"/>
                  </a:cubicBezTo>
                  <a:cubicBezTo>
                    <a:pt x="58" y="55"/>
                    <a:pt x="57" y="54"/>
                    <a:pt x="57" y="52"/>
                  </a:cubicBezTo>
                  <a:cubicBezTo>
                    <a:pt x="56" y="50"/>
                    <a:pt x="56" y="46"/>
                    <a:pt x="56" y="41"/>
                  </a:cubicBezTo>
                  <a:cubicBezTo>
                    <a:pt x="56" y="36"/>
                    <a:pt x="56" y="30"/>
                    <a:pt x="58" y="22"/>
                  </a:cubicBezTo>
                  <a:cubicBezTo>
                    <a:pt x="59" y="17"/>
                    <a:pt x="59" y="14"/>
                    <a:pt x="59" y="12"/>
                  </a:cubicBezTo>
                  <a:cubicBezTo>
                    <a:pt x="59" y="9"/>
                    <a:pt x="57" y="7"/>
                    <a:pt x="52" y="7"/>
                  </a:cubicBezTo>
                  <a:cubicBezTo>
                    <a:pt x="51" y="2"/>
                    <a:pt x="48" y="0"/>
                    <a:pt x="43" y="0"/>
                  </a:cubicBezTo>
                  <a:cubicBezTo>
                    <a:pt x="33" y="0"/>
                    <a:pt x="24" y="6"/>
                    <a:pt x="14" y="18"/>
                  </a:cubicBezTo>
                  <a:cubicBezTo>
                    <a:pt x="5" y="30"/>
                    <a:pt x="0" y="41"/>
                    <a:pt x="0" y="52"/>
                  </a:cubicBezTo>
                  <a:cubicBezTo>
                    <a:pt x="0" y="56"/>
                    <a:pt x="2" y="60"/>
                    <a:pt x="4" y="62"/>
                  </a:cubicBezTo>
                  <a:cubicBezTo>
                    <a:pt x="7" y="65"/>
                    <a:pt x="10" y="67"/>
                    <a:pt x="13" y="67"/>
                  </a:cubicBezTo>
                  <a:cubicBezTo>
                    <a:pt x="23" y="67"/>
                    <a:pt x="33" y="60"/>
                    <a:pt x="44" y="46"/>
                  </a:cubicBezTo>
                  <a:cubicBezTo>
                    <a:pt x="43" y="61"/>
                    <a:pt x="46" y="68"/>
                    <a:pt x="54" y="68"/>
                  </a:cubicBezTo>
                  <a:cubicBezTo>
                    <a:pt x="56" y="68"/>
                    <a:pt x="58" y="68"/>
                    <a:pt x="60" y="66"/>
                  </a:cubicBezTo>
                  <a:cubicBezTo>
                    <a:pt x="62" y="65"/>
                    <a:pt x="63" y="63"/>
                    <a:pt x="63" y="61"/>
                  </a:cubicBezTo>
                  <a:cubicBezTo>
                    <a:pt x="63" y="60"/>
                    <a:pt x="63" y="59"/>
                    <a:pt x="61" y="58"/>
                  </a:cubicBezTo>
                  <a:close/>
                  <a:moveTo>
                    <a:pt x="34" y="41"/>
                  </a:moveTo>
                  <a:cubicBezTo>
                    <a:pt x="27" y="49"/>
                    <a:pt x="22" y="54"/>
                    <a:pt x="17" y="54"/>
                  </a:cubicBezTo>
                  <a:cubicBezTo>
                    <a:pt x="16" y="54"/>
                    <a:pt x="15" y="52"/>
                    <a:pt x="15" y="49"/>
                  </a:cubicBezTo>
                  <a:cubicBezTo>
                    <a:pt x="15" y="42"/>
                    <a:pt x="18" y="35"/>
                    <a:pt x="25" y="26"/>
                  </a:cubicBezTo>
                  <a:cubicBezTo>
                    <a:pt x="31" y="17"/>
                    <a:pt x="36" y="13"/>
                    <a:pt x="40" y="13"/>
                  </a:cubicBezTo>
                  <a:cubicBezTo>
                    <a:pt x="41" y="13"/>
                    <a:pt x="42" y="13"/>
                    <a:pt x="43" y="14"/>
                  </a:cubicBezTo>
                  <a:cubicBezTo>
                    <a:pt x="44" y="16"/>
                    <a:pt x="45" y="17"/>
                    <a:pt x="45" y="19"/>
                  </a:cubicBezTo>
                  <a:cubicBezTo>
                    <a:pt x="45" y="25"/>
                    <a:pt x="41" y="33"/>
                    <a:pt x="34"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 name="Freeform 97"/>
            <p:cNvSpPr>
              <a:spLocks/>
            </p:cNvSpPr>
            <p:nvPr/>
          </p:nvSpPr>
          <p:spPr bwMode="auto">
            <a:xfrm>
              <a:off x="4532313" y="6354763"/>
              <a:ext cx="63500" cy="92075"/>
            </a:xfrm>
            <a:custGeom>
              <a:avLst/>
              <a:gdLst>
                <a:gd name="T0" fmla="*/ 28 w 50"/>
                <a:gd name="T1" fmla="*/ 17 h 73"/>
                <a:gd name="T2" fmla="*/ 39 w 50"/>
                <a:gd name="T3" fmla="*/ 13 h 73"/>
                <a:gd name="T4" fmla="*/ 42 w 50"/>
                <a:gd name="T5" fmla="*/ 14 h 73"/>
                <a:gd name="T6" fmla="*/ 44 w 50"/>
                <a:gd name="T7" fmla="*/ 15 h 73"/>
                <a:gd name="T8" fmla="*/ 48 w 50"/>
                <a:gd name="T9" fmla="*/ 13 h 73"/>
                <a:gd name="T10" fmla="*/ 50 w 50"/>
                <a:gd name="T11" fmla="*/ 9 h 73"/>
                <a:gd name="T12" fmla="*/ 40 w 50"/>
                <a:gd name="T13" fmla="*/ 0 h 73"/>
                <a:gd name="T14" fmla="*/ 18 w 50"/>
                <a:gd name="T15" fmla="*/ 8 h 73"/>
                <a:gd name="T16" fmla="*/ 6 w 50"/>
                <a:gd name="T17" fmla="*/ 26 h 73"/>
                <a:gd name="T18" fmla="*/ 10 w 50"/>
                <a:gd name="T19" fmla="*/ 36 h 73"/>
                <a:gd name="T20" fmla="*/ 25 w 50"/>
                <a:gd name="T21" fmla="*/ 46 h 73"/>
                <a:gd name="T22" fmla="*/ 36 w 50"/>
                <a:gd name="T23" fmla="*/ 54 h 73"/>
                <a:gd name="T24" fmla="*/ 28 w 50"/>
                <a:gd name="T25" fmla="*/ 58 h 73"/>
                <a:gd name="T26" fmla="*/ 16 w 50"/>
                <a:gd name="T27" fmla="*/ 60 h 73"/>
                <a:gd name="T28" fmla="*/ 11 w 50"/>
                <a:gd name="T29" fmla="*/ 59 h 73"/>
                <a:gd name="T30" fmla="*/ 8 w 50"/>
                <a:gd name="T31" fmla="*/ 58 h 73"/>
                <a:gd name="T32" fmla="*/ 3 w 50"/>
                <a:gd name="T33" fmla="*/ 60 h 73"/>
                <a:gd name="T34" fmla="*/ 0 w 50"/>
                <a:gd name="T35" fmla="*/ 65 h 73"/>
                <a:gd name="T36" fmla="*/ 11 w 50"/>
                <a:gd name="T37" fmla="*/ 73 h 73"/>
                <a:gd name="T38" fmla="*/ 38 w 50"/>
                <a:gd name="T39" fmla="*/ 67 h 73"/>
                <a:gd name="T40" fmla="*/ 50 w 50"/>
                <a:gd name="T41" fmla="*/ 53 h 73"/>
                <a:gd name="T42" fmla="*/ 46 w 50"/>
                <a:gd name="T43" fmla="*/ 44 h 73"/>
                <a:gd name="T44" fmla="*/ 33 w 50"/>
                <a:gd name="T45" fmla="*/ 35 h 73"/>
                <a:gd name="T46" fmla="*/ 23 w 50"/>
                <a:gd name="T47" fmla="*/ 29 h 73"/>
                <a:gd name="T48" fmla="*/ 21 w 50"/>
                <a:gd name="T49" fmla="*/ 25 h 73"/>
                <a:gd name="T50" fmla="*/ 28 w 50"/>
                <a:gd name="T51" fmla="*/ 17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3">
                  <a:moveTo>
                    <a:pt x="28" y="17"/>
                  </a:moveTo>
                  <a:cubicBezTo>
                    <a:pt x="32" y="14"/>
                    <a:pt x="36" y="13"/>
                    <a:pt x="39" y="13"/>
                  </a:cubicBezTo>
                  <a:cubicBezTo>
                    <a:pt x="40" y="13"/>
                    <a:pt x="41" y="13"/>
                    <a:pt x="42" y="14"/>
                  </a:cubicBezTo>
                  <a:cubicBezTo>
                    <a:pt x="43" y="14"/>
                    <a:pt x="44" y="15"/>
                    <a:pt x="44" y="15"/>
                  </a:cubicBezTo>
                  <a:cubicBezTo>
                    <a:pt x="45" y="15"/>
                    <a:pt x="47" y="14"/>
                    <a:pt x="48" y="13"/>
                  </a:cubicBezTo>
                  <a:cubicBezTo>
                    <a:pt x="50" y="12"/>
                    <a:pt x="50" y="10"/>
                    <a:pt x="50" y="9"/>
                  </a:cubicBezTo>
                  <a:cubicBezTo>
                    <a:pt x="50" y="3"/>
                    <a:pt x="47" y="0"/>
                    <a:pt x="40" y="0"/>
                  </a:cubicBezTo>
                  <a:cubicBezTo>
                    <a:pt x="33" y="0"/>
                    <a:pt x="26" y="3"/>
                    <a:pt x="18" y="8"/>
                  </a:cubicBezTo>
                  <a:cubicBezTo>
                    <a:pt x="10" y="13"/>
                    <a:pt x="6" y="19"/>
                    <a:pt x="6" y="26"/>
                  </a:cubicBezTo>
                  <a:cubicBezTo>
                    <a:pt x="6" y="30"/>
                    <a:pt x="7" y="33"/>
                    <a:pt x="10" y="36"/>
                  </a:cubicBezTo>
                  <a:cubicBezTo>
                    <a:pt x="12" y="38"/>
                    <a:pt x="17" y="42"/>
                    <a:pt x="25" y="46"/>
                  </a:cubicBezTo>
                  <a:cubicBezTo>
                    <a:pt x="32" y="49"/>
                    <a:pt x="36" y="52"/>
                    <a:pt x="36" y="54"/>
                  </a:cubicBezTo>
                  <a:cubicBezTo>
                    <a:pt x="34" y="55"/>
                    <a:pt x="32" y="57"/>
                    <a:pt x="28" y="58"/>
                  </a:cubicBezTo>
                  <a:cubicBezTo>
                    <a:pt x="23" y="59"/>
                    <a:pt x="20" y="60"/>
                    <a:pt x="16" y="60"/>
                  </a:cubicBezTo>
                  <a:cubicBezTo>
                    <a:pt x="14" y="60"/>
                    <a:pt x="13" y="60"/>
                    <a:pt x="11" y="59"/>
                  </a:cubicBezTo>
                  <a:cubicBezTo>
                    <a:pt x="10" y="58"/>
                    <a:pt x="9" y="58"/>
                    <a:pt x="8" y="58"/>
                  </a:cubicBezTo>
                  <a:cubicBezTo>
                    <a:pt x="6" y="58"/>
                    <a:pt x="4" y="59"/>
                    <a:pt x="3" y="60"/>
                  </a:cubicBezTo>
                  <a:cubicBezTo>
                    <a:pt x="1" y="62"/>
                    <a:pt x="0" y="63"/>
                    <a:pt x="0" y="65"/>
                  </a:cubicBezTo>
                  <a:cubicBezTo>
                    <a:pt x="0" y="70"/>
                    <a:pt x="4" y="73"/>
                    <a:pt x="11" y="73"/>
                  </a:cubicBezTo>
                  <a:cubicBezTo>
                    <a:pt x="21" y="73"/>
                    <a:pt x="30" y="71"/>
                    <a:pt x="38" y="67"/>
                  </a:cubicBezTo>
                  <a:cubicBezTo>
                    <a:pt x="46" y="63"/>
                    <a:pt x="50" y="58"/>
                    <a:pt x="50" y="53"/>
                  </a:cubicBezTo>
                  <a:cubicBezTo>
                    <a:pt x="50" y="49"/>
                    <a:pt x="49" y="46"/>
                    <a:pt x="46" y="44"/>
                  </a:cubicBezTo>
                  <a:cubicBezTo>
                    <a:pt x="44" y="41"/>
                    <a:pt x="40" y="38"/>
                    <a:pt x="33" y="35"/>
                  </a:cubicBezTo>
                  <a:cubicBezTo>
                    <a:pt x="28" y="33"/>
                    <a:pt x="25" y="31"/>
                    <a:pt x="23" y="29"/>
                  </a:cubicBezTo>
                  <a:cubicBezTo>
                    <a:pt x="22" y="28"/>
                    <a:pt x="21" y="27"/>
                    <a:pt x="21" y="25"/>
                  </a:cubicBezTo>
                  <a:cubicBezTo>
                    <a:pt x="21" y="22"/>
                    <a:pt x="23" y="19"/>
                    <a:pt x="28"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 name="Freeform 98"/>
            <p:cNvSpPr>
              <a:spLocks noEditPoints="1"/>
            </p:cNvSpPr>
            <p:nvPr/>
          </p:nvSpPr>
          <p:spPr bwMode="auto">
            <a:xfrm>
              <a:off x="4605338" y="6356350"/>
              <a:ext cx="69850" cy="88900"/>
            </a:xfrm>
            <a:custGeom>
              <a:avLst/>
              <a:gdLst>
                <a:gd name="T0" fmla="*/ 52 w 56"/>
                <a:gd name="T1" fmla="*/ 42 h 70"/>
                <a:gd name="T2" fmla="*/ 48 w 56"/>
                <a:gd name="T3" fmla="*/ 45 h 70"/>
                <a:gd name="T4" fmla="*/ 24 w 56"/>
                <a:gd name="T5" fmla="*/ 57 h 70"/>
                <a:gd name="T6" fmla="*/ 17 w 56"/>
                <a:gd name="T7" fmla="*/ 54 h 70"/>
                <a:gd name="T8" fmla="*/ 15 w 56"/>
                <a:gd name="T9" fmla="*/ 49 h 70"/>
                <a:gd name="T10" fmla="*/ 16 w 56"/>
                <a:gd name="T11" fmla="*/ 47 h 70"/>
                <a:gd name="T12" fmla="*/ 42 w 56"/>
                <a:gd name="T13" fmla="*/ 34 h 70"/>
                <a:gd name="T14" fmla="*/ 52 w 56"/>
                <a:gd name="T15" fmla="*/ 14 h 70"/>
                <a:gd name="T16" fmla="*/ 48 w 56"/>
                <a:gd name="T17" fmla="*/ 4 h 70"/>
                <a:gd name="T18" fmla="*/ 37 w 56"/>
                <a:gd name="T19" fmla="*/ 0 h 70"/>
                <a:gd name="T20" fmla="*/ 12 w 56"/>
                <a:gd name="T21" fmla="*/ 14 h 70"/>
                <a:gd name="T22" fmla="*/ 0 w 56"/>
                <a:gd name="T23" fmla="*/ 46 h 70"/>
                <a:gd name="T24" fmla="*/ 6 w 56"/>
                <a:gd name="T25" fmla="*/ 63 h 70"/>
                <a:gd name="T26" fmla="*/ 22 w 56"/>
                <a:gd name="T27" fmla="*/ 70 h 70"/>
                <a:gd name="T28" fmla="*/ 45 w 56"/>
                <a:gd name="T29" fmla="*/ 61 h 70"/>
                <a:gd name="T30" fmla="*/ 56 w 56"/>
                <a:gd name="T31" fmla="*/ 46 h 70"/>
                <a:gd name="T32" fmla="*/ 52 w 56"/>
                <a:gd name="T33" fmla="*/ 42 h 70"/>
                <a:gd name="T34" fmla="*/ 24 w 56"/>
                <a:gd name="T35" fmla="*/ 19 h 70"/>
                <a:gd name="T36" fmla="*/ 36 w 56"/>
                <a:gd name="T37" fmla="*/ 12 h 70"/>
                <a:gd name="T38" fmla="*/ 38 w 56"/>
                <a:gd name="T39" fmla="*/ 13 h 70"/>
                <a:gd name="T40" fmla="*/ 40 w 56"/>
                <a:gd name="T41" fmla="*/ 16 h 70"/>
                <a:gd name="T42" fmla="*/ 32 w 56"/>
                <a:gd name="T43" fmla="*/ 28 h 70"/>
                <a:gd name="T44" fmla="*/ 16 w 56"/>
                <a:gd name="T45" fmla="*/ 36 h 70"/>
                <a:gd name="T46" fmla="*/ 24 w 56"/>
                <a:gd name="T47" fmla="*/ 1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6" h="70">
                  <a:moveTo>
                    <a:pt x="52" y="42"/>
                  </a:moveTo>
                  <a:cubicBezTo>
                    <a:pt x="51" y="42"/>
                    <a:pt x="49" y="43"/>
                    <a:pt x="48" y="45"/>
                  </a:cubicBezTo>
                  <a:cubicBezTo>
                    <a:pt x="40" y="53"/>
                    <a:pt x="32" y="57"/>
                    <a:pt x="24" y="57"/>
                  </a:cubicBezTo>
                  <a:cubicBezTo>
                    <a:pt x="21" y="57"/>
                    <a:pt x="19" y="56"/>
                    <a:pt x="17" y="54"/>
                  </a:cubicBezTo>
                  <a:cubicBezTo>
                    <a:pt x="15" y="53"/>
                    <a:pt x="15" y="51"/>
                    <a:pt x="15" y="49"/>
                  </a:cubicBezTo>
                  <a:cubicBezTo>
                    <a:pt x="15" y="48"/>
                    <a:pt x="15" y="47"/>
                    <a:pt x="16" y="47"/>
                  </a:cubicBezTo>
                  <a:cubicBezTo>
                    <a:pt x="27" y="44"/>
                    <a:pt x="35" y="40"/>
                    <a:pt x="42" y="34"/>
                  </a:cubicBezTo>
                  <a:cubicBezTo>
                    <a:pt x="49" y="28"/>
                    <a:pt x="52" y="21"/>
                    <a:pt x="52" y="14"/>
                  </a:cubicBezTo>
                  <a:cubicBezTo>
                    <a:pt x="52" y="10"/>
                    <a:pt x="51" y="7"/>
                    <a:pt x="48" y="4"/>
                  </a:cubicBezTo>
                  <a:cubicBezTo>
                    <a:pt x="45" y="1"/>
                    <a:pt x="42" y="0"/>
                    <a:pt x="37" y="0"/>
                  </a:cubicBezTo>
                  <a:cubicBezTo>
                    <a:pt x="28" y="0"/>
                    <a:pt x="20" y="5"/>
                    <a:pt x="12" y="14"/>
                  </a:cubicBezTo>
                  <a:cubicBezTo>
                    <a:pt x="4" y="24"/>
                    <a:pt x="0" y="35"/>
                    <a:pt x="0" y="46"/>
                  </a:cubicBezTo>
                  <a:cubicBezTo>
                    <a:pt x="0" y="53"/>
                    <a:pt x="2" y="59"/>
                    <a:pt x="6" y="63"/>
                  </a:cubicBezTo>
                  <a:cubicBezTo>
                    <a:pt x="10" y="68"/>
                    <a:pt x="15" y="70"/>
                    <a:pt x="22" y="70"/>
                  </a:cubicBezTo>
                  <a:cubicBezTo>
                    <a:pt x="30" y="70"/>
                    <a:pt x="38" y="67"/>
                    <a:pt x="45" y="61"/>
                  </a:cubicBezTo>
                  <a:cubicBezTo>
                    <a:pt x="52" y="55"/>
                    <a:pt x="56" y="50"/>
                    <a:pt x="56" y="46"/>
                  </a:cubicBezTo>
                  <a:cubicBezTo>
                    <a:pt x="56" y="44"/>
                    <a:pt x="55" y="42"/>
                    <a:pt x="52" y="42"/>
                  </a:cubicBezTo>
                  <a:close/>
                  <a:moveTo>
                    <a:pt x="24" y="19"/>
                  </a:moveTo>
                  <a:cubicBezTo>
                    <a:pt x="28" y="14"/>
                    <a:pt x="32" y="12"/>
                    <a:pt x="36" y="12"/>
                  </a:cubicBezTo>
                  <a:cubicBezTo>
                    <a:pt x="37" y="12"/>
                    <a:pt x="38" y="12"/>
                    <a:pt x="38" y="13"/>
                  </a:cubicBezTo>
                  <a:cubicBezTo>
                    <a:pt x="39" y="14"/>
                    <a:pt x="40" y="15"/>
                    <a:pt x="40" y="16"/>
                  </a:cubicBezTo>
                  <a:cubicBezTo>
                    <a:pt x="40" y="20"/>
                    <a:pt x="37" y="24"/>
                    <a:pt x="32" y="28"/>
                  </a:cubicBezTo>
                  <a:cubicBezTo>
                    <a:pt x="28" y="32"/>
                    <a:pt x="22" y="34"/>
                    <a:pt x="16" y="36"/>
                  </a:cubicBezTo>
                  <a:cubicBezTo>
                    <a:pt x="17" y="30"/>
                    <a:pt x="20" y="25"/>
                    <a:pt x="24"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 name="Freeform 99"/>
            <p:cNvSpPr>
              <a:spLocks/>
            </p:cNvSpPr>
            <p:nvPr/>
          </p:nvSpPr>
          <p:spPr bwMode="auto">
            <a:xfrm>
              <a:off x="4745038" y="6359525"/>
              <a:ext cx="87313" cy="87313"/>
            </a:xfrm>
            <a:custGeom>
              <a:avLst/>
              <a:gdLst>
                <a:gd name="T0" fmla="*/ 69 w 69"/>
                <a:gd name="T1" fmla="*/ 7 h 69"/>
                <a:gd name="T2" fmla="*/ 67 w 69"/>
                <a:gd name="T3" fmla="*/ 2 h 69"/>
                <a:gd name="T4" fmla="*/ 62 w 69"/>
                <a:gd name="T5" fmla="*/ 0 h 69"/>
                <a:gd name="T6" fmla="*/ 56 w 69"/>
                <a:gd name="T7" fmla="*/ 1 h 69"/>
                <a:gd name="T8" fmla="*/ 48 w 69"/>
                <a:gd name="T9" fmla="*/ 10 h 69"/>
                <a:gd name="T10" fmla="*/ 35 w 69"/>
                <a:gd name="T11" fmla="*/ 29 h 69"/>
                <a:gd name="T12" fmla="*/ 27 w 69"/>
                <a:gd name="T13" fmla="*/ 43 h 69"/>
                <a:gd name="T14" fmla="*/ 24 w 69"/>
                <a:gd name="T15" fmla="*/ 48 h 69"/>
                <a:gd name="T16" fmla="*/ 23 w 69"/>
                <a:gd name="T17" fmla="*/ 44 h 69"/>
                <a:gd name="T18" fmla="*/ 21 w 69"/>
                <a:gd name="T19" fmla="*/ 37 h 69"/>
                <a:gd name="T20" fmla="*/ 18 w 69"/>
                <a:gd name="T21" fmla="*/ 27 h 69"/>
                <a:gd name="T22" fmla="*/ 16 w 69"/>
                <a:gd name="T23" fmla="*/ 18 h 69"/>
                <a:gd name="T24" fmla="*/ 16 w 69"/>
                <a:gd name="T25" fmla="*/ 10 h 69"/>
                <a:gd name="T26" fmla="*/ 8 w 69"/>
                <a:gd name="T27" fmla="*/ 1 h 69"/>
                <a:gd name="T28" fmla="*/ 0 w 69"/>
                <a:gd name="T29" fmla="*/ 11 h 69"/>
                <a:gd name="T30" fmla="*/ 10 w 69"/>
                <a:gd name="T31" fmla="*/ 47 h 69"/>
                <a:gd name="T32" fmla="*/ 15 w 69"/>
                <a:gd name="T33" fmla="*/ 64 h 69"/>
                <a:gd name="T34" fmla="*/ 23 w 69"/>
                <a:gd name="T35" fmla="*/ 69 h 69"/>
                <a:gd name="T36" fmla="*/ 32 w 69"/>
                <a:gd name="T37" fmla="*/ 59 h 69"/>
                <a:gd name="T38" fmla="*/ 51 w 69"/>
                <a:gd name="T39" fmla="*/ 29 h 69"/>
                <a:gd name="T40" fmla="*/ 64 w 69"/>
                <a:gd name="T41" fmla="*/ 14 h 69"/>
                <a:gd name="T42" fmla="*/ 69 w 69"/>
                <a:gd name="T43" fmla="*/ 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9" h="69">
                  <a:moveTo>
                    <a:pt x="69" y="7"/>
                  </a:moveTo>
                  <a:cubicBezTo>
                    <a:pt x="69" y="5"/>
                    <a:pt x="68" y="3"/>
                    <a:pt x="67" y="2"/>
                  </a:cubicBezTo>
                  <a:cubicBezTo>
                    <a:pt x="66" y="0"/>
                    <a:pt x="64" y="0"/>
                    <a:pt x="62" y="0"/>
                  </a:cubicBezTo>
                  <a:cubicBezTo>
                    <a:pt x="60" y="0"/>
                    <a:pt x="58" y="0"/>
                    <a:pt x="56" y="1"/>
                  </a:cubicBezTo>
                  <a:cubicBezTo>
                    <a:pt x="54" y="2"/>
                    <a:pt x="52" y="5"/>
                    <a:pt x="48" y="10"/>
                  </a:cubicBezTo>
                  <a:cubicBezTo>
                    <a:pt x="44" y="15"/>
                    <a:pt x="40" y="21"/>
                    <a:pt x="35" y="29"/>
                  </a:cubicBezTo>
                  <a:cubicBezTo>
                    <a:pt x="31" y="37"/>
                    <a:pt x="28" y="41"/>
                    <a:pt x="27" y="43"/>
                  </a:cubicBezTo>
                  <a:cubicBezTo>
                    <a:pt x="25" y="46"/>
                    <a:pt x="25" y="47"/>
                    <a:pt x="24" y="48"/>
                  </a:cubicBezTo>
                  <a:cubicBezTo>
                    <a:pt x="24" y="47"/>
                    <a:pt x="24" y="46"/>
                    <a:pt x="23" y="44"/>
                  </a:cubicBezTo>
                  <a:cubicBezTo>
                    <a:pt x="22" y="41"/>
                    <a:pt x="22" y="39"/>
                    <a:pt x="21" y="37"/>
                  </a:cubicBezTo>
                  <a:cubicBezTo>
                    <a:pt x="20" y="34"/>
                    <a:pt x="19" y="31"/>
                    <a:pt x="18" y="27"/>
                  </a:cubicBezTo>
                  <a:cubicBezTo>
                    <a:pt x="17" y="22"/>
                    <a:pt x="16" y="20"/>
                    <a:pt x="16" y="18"/>
                  </a:cubicBezTo>
                  <a:cubicBezTo>
                    <a:pt x="16" y="16"/>
                    <a:pt x="16" y="14"/>
                    <a:pt x="16" y="10"/>
                  </a:cubicBezTo>
                  <a:cubicBezTo>
                    <a:pt x="16" y="4"/>
                    <a:pt x="13" y="1"/>
                    <a:pt x="8" y="1"/>
                  </a:cubicBezTo>
                  <a:cubicBezTo>
                    <a:pt x="3" y="1"/>
                    <a:pt x="0" y="4"/>
                    <a:pt x="0" y="11"/>
                  </a:cubicBezTo>
                  <a:cubicBezTo>
                    <a:pt x="0" y="18"/>
                    <a:pt x="4" y="30"/>
                    <a:pt x="10" y="47"/>
                  </a:cubicBezTo>
                  <a:cubicBezTo>
                    <a:pt x="13" y="56"/>
                    <a:pt x="15" y="62"/>
                    <a:pt x="15" y="64"/>
                  </a:cubicBezTo>
                  <a:cubicBezTo>
                    <a:pt x="17" y="68"/>
                    <a:pt x="20" y="69"/>
                    <a:pt x="23" y="69"/>
                  </a:cubicBezTo>
                  <a:cubicBezTo>
                    <a:pt x="25" y="69"/>
                    <a:pt x="29" y="66"/>
                    <a:pt x="32" y="59"/>
                  </a:cubicBezTo>
                  <a:cubicBezTo>
                    <a:pt x="39" y="47"/>
                    <a:pt x="45" y="37"/>
                    <a:pt x="51" y="29"/>
                  </a:cubicBezTo>
                  <a:cubicBezTo>
                    <a:pt x="56" y="21"/>
                    <a:pt x="61" y="16"/>
                    <a:pt x="64" y="14"/>
                  </a:cubicBezTo>
                  <a:cubicBezTo>
                    <a:pt x="67" y="11"/>
                    <a:pt x="69" y="9"/>
                    <a:pt x="69"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 name="Freeform 100"/>
            <p:cNvSpPr>
              <a:spLocks/>
            </p:cNvSpPr>
            <p:nvPr/>
          </p:nvSpPr>
          <p:spPr bwMode="auto">
            <a:xfrm>
              <a:off x="4824413" y="6354763"/>
              <a:ext cx="63500" cy="92075"/>
            </a:xfrm>
            <a:custGeom>
              <a:avLst/>
              <a:gdLst>
                <a:gd name="T0" fmla="*/ 27 w 50"/>
                <a:gd name="T1" fmla="*/ 17 h 73"/>
                <a:gd name="T2" fmla="*/ 39 w 50"/>
                <a:gd name="T3" fmla="*/ 13 h 73"/>
                <a:gd name="T4" fmla="*/ 42 w 50"/>
                <a:gd name="T5" fmla="*/ 14 h 73"/>
                <a:gd name="T6" fmla="*/ 44 w 50"/>
                <a:gd name="T7" fmla="*/ 15 h 73"/>
                <a:gd name="T8" fmla="*/ 48 w 50"/>
                <a:gd name="T9" fmla="*/ 13 h 73"/>
                <a:gd name="T10" fmla="*/ 50 w 50"/>
                <a:gd name="T11" fmla="*/ 9 h 73"/>
                <a:gd name="T12" fmla="*/ 40 w 50"/>
                <a:gd name="T13" fmla="*/ 0 h 73"/>
                <a:gd name="T14" fmla="*/ 18 w 50"/>
                <a:gd name="T15" fmla="*/ 8 h 73"/>
                <a:gd name="T16" fmla="*/ 6 w 50"/>
                <a:gd name="T17" fmla="*/ 26 h 73"/>
                <a:gd name="T18" fmla="*/ 10 w 50"/>
                <a:gd name="T19" fmla="*/ 36 h 73"/>
                <a:gd name="T20" fmla="*/ 25 w 50"/>
                <a:gd name="T21" fmla="*/ 46 h 73"/>
                <a:gd name="T22" fmla="*/ 36 w 50"/>
                <a:gd name="T23" fmla="*/ 54 h 73"/>
                <a:gd name="T24" fmla="*/ 27 w 50"/>
                <a:gd name="T25" fmla="*/ 58 h 73"/>
                <a:gd name="T26" fmla="*/ 16 w 50"/>
                <a:gd name="T27" fmla="*/ 60 h 73"/>
                <a:gd name="T28" fmla="*/ 11 w 50"/>
                <a:gd name="T29" fmla="*/ 59 h 73"/>
                <a:gd name="T30" fmla="*/ 8 w 50"/>
                <a:gd name="T31" fmla="*/ 58 h 73"/>
                <a:gd name="T32" fmla="*/ 3 w 50"/>
                <a:gd name="T33" fmla="*/ 60 h 73"/>
                <a:gd name="T34" fmla="*/ 0 w 50"/>
                <a:gd name="T35" fmla="*/ 65 h 73"/>
                <a:gd name="T36" fmla="*/ 11 w 50"/>
                <a:gd name="T37" fmla="*/ 73 h 73"/>
                <a:gd name="T38" fmla="*/ 38 w 50"/>
                <a:gd name="T39" fmla="*/ 67 h 73"/>
                <a:gd name="T40" fmla="*/ 49 w 50"/>
                <a:gd name="T41" fmla="*/ 53 h 73"/>
                <a:gd name="T42" fmla="*/ 46 w 50"/>
                <a:gd name="T43" fmla="*/ 44 h 73"/>
                <a:gd name="T44" fmla="*/ 33 w 50"/>
                <a:gd name="T45" fmla="*/ 35 h 73"/>
                <a:gd name="T46" fmla="*/ 23 w 50"/>
                <a:gd name="T47" fmla="*/ 29 h 73"/>
                <a:gd name="T48" fmla="*/ 21 w 50"/>
                <a:gd name="T49" fmla="*/ 25 h 73"/>
                <a:gd name="T50" fmla="*/ 27 w 50"/>
                <a:gd name="T51" fmla="*/ 17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3">
                  <a:moveTo>
                    <a:pt x="27" y="17"/>
                  </a:moveTo>
                  <a:cubicBezTo>
                    <a:pt x="32" y="14"/>
                    <a:pt x="36" y="13"/>
                    <a:pt x="39" y="13"/>
                  </a:cubicBezTo>
                  <a:cubicBezTo>
                    <a:pt x="40" y="13"/>
                    <a:pt x="41" y="13"/>
                    <a:pt x="42" y="14"/>
                  </a:cubicBezTo>
                  <a:cubicBezTo>
                    <a:pt x="43" y="14"/>
                    <a:pt x="44" y="15"/>
                    <a:pt x="44" y="15"/>
                  </a:cubicBezTo>
                  <a:cubicBezTo>
                    <a:pt x="45" y="15"/>
                    <a:pt x="46" y="14"/>
                    <a:pt x="48" y="13"/>
                  </a:cubicBezTo>
                  <a:cubicBezTo>
                    <a:pt x="50" y="12"/>
                    <a:pt x="50" y="10"/>
                    <a:pt x="50" y="9"/>
                  </a:cubicBezTo>
                  <a:cubicBezTo>
                    <a:pt x="50" y="3"/>
                    <a:pt x="47" y="0"/>
                    <a:pt x="40" y="0"/>
                  </a:cubicBezTo>
                  <a:cubicBezTo>
                    <a:pt x="33" y="0"/>
                    <a:pt x="26" y="3"/>
                    <a:pt x="18" y="8"/>
                  </a:cubicBezTo>
                  <a:cubicBezTo>
                    <a:pt x="10" y="13"/>
                    <a:pt x="6" y="19"/>
                    <a:pt x="6" y="26"/>
                  </a:cubicBezTo>
                  <a:cubicBezTo>
                    <a:pt x="6" y="30"/>
                    <a:pt x="7" y="33"/>
                    <a:pt x="10" y="36"/>
                  </a:cubicBezTo>
                  <a:cubicBezTo>
                    <a:pt x="12" y="38"/>
                    <a:pt x="17" y="42"/>
                    <a:pt x="25" y="46"/>
                  </a:cubicBezTo>
                  <a:cubicBezTo>
                    <a:pt x="32" y="49"/>
                    <a:pt x="35" y="52"/>
                    <a:pt x="36" y="54"/>
                  </a:cubicBezTo>
                  <a:cubicBezTo>
                    <a:pt x="34" y="55"/>
                    <a:pt x="32" y="57"/>
                    <a:pt x="27" y="58"/>
                  </a:cubicBezTo>
                  <a:cubicBezTo>
                    <a:pt x="23" y="59"/>
                    <a:pt x="19" y="60"/>
                    <a:pt x="16" y="60"/>
                  </a:cubicBezTo>
                  <a:cubicBezTo>
                    <a:pt x="14" y="60"/>
                    <a:pt x="13" y="60"/>
                    <a:pt x="11" y="59"/>
                  </a:cubicBezTo>
                  <a:cubicBezTo>
                    <a:pt x="10" y="58"/>
                    <a:pt x="8" y="58"/>
                    <a:pt x="8" y="58"/>
                  </a:cubicBezTo>
                  <a:cubicBezTo>
                    <a:pt x="6" y="58"/>
                    <a:pt x="4" y="59"/>
                    <a:pt x="3" y="60"/>
                  </a:cubicBezTo>
                  <a:cubicBezTo>
                    <a:pt x="1" y="62"/>
                    <a:pt x="0" y="63"/>
                    <a:pt x="0" y="65"/>
                  </a:cubicBezTo>
                  <a:cubicBezTo>
                    <a:pt x="0" y="70"/>
                    <a:pt x="4" y="73"/>
                    <a:pt x="11" y="73"/>
                  </a:cubicBezTo>
                  <a:cubicBezTo>
                    <a:pt x="21" y="73"/>
                    <a:pt x="30" y="71"/>
                    <a:pt x="38" y="67"/>
                  </a:cubicBezTo>
                  <a:cubicBezTo>
                    <a:pt x="46" y="63"/>
                    <a:pt x="49" y="58"/>
                    <a:pt x="49" y="53"/>
                  </a:cubicBezTo>
                  <a:cubicBezTo>
                    <a:pt x="49" y="49"/>
                    <a:pt x="48" y="46"/>
                    <a:pt x="46" y="44"/>
                  </a:cubicBezTo>
                  <a:cubicBezTo>
                    <a:pt x="44" y="41"/>
                    <a:pt x="39" y="38"/>
                    <a:pt x="33" y="35"/>
                  </a:cubicBezTo>
                  <a:cubicBezTo>
                    <a:pt x="28" y="33"/>
                    <a:pt x="25" y="31"/>
                    <a:pt x="23" y="29"/>
                  </a:cubicBezTo>
                  <a:cubicBezTo>
                    <a:pt x="22" y="28"/>
                    <a:pt x="21" y="27"/>
                    <a:pt x="21" y="25"/>
                  </a:cubicBezTo>
                  <a:cubicBezTo>
                    <a:pt x="21" y="22"/>
                    <a:pt x="23" y="19"/>
                    <a:pt x="27"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 name="Freeform 101"/>
            <p:cNvSpPr>
              <a:spLocks noEditPoints="1"/>
            </p:cNvSpPr>
            <p:nvPr/>
          </p:nvSpPr>
          <p:spPr bwMode="auto">
            <a:xfrm>
              <a:off x="4951413" y="6330950"/>
              <a:ext cx="120650" cy="117475"/>
            </a:xfrm>
            <a:custGeom>
              <a:avLst/>
              <a:gdLst>
                <a:gd name="T0" fmla="*/ 91 w 95"/>
                <a:gd name="T1" fmla="*/ 78 h 93"/>
                <a:gd name="T2" fmla="*/ 78 w 95"/>
                <a:gd name="T3" fmla="*/ 58 h 93"/>
                <a:gd name="T4" fmla="*/ 61 w 95"/>
                <a:gd name="T5" fmla="*/ 11 h 93"/>
                <a:gd name="T6" fmla="*/ 61 w 95"/>
                <a:gd name="T7" fmla="*/ 7 h 93"/>
                <a:gd name="T8" fmla="*/ 60 w 95"/>
                <a:gd name="T9" fmla="*/ 3 h 93"/>
                <a:gd name="T10" fmla="*/ 53 w 95"/>
                <a:gd name="T11" fmla="*/ 0 h 93"/>
                <a:gd name="T12" fmla="*/ 47 w 95"/>
                <a:gd name="T13" fmla="*/ 4 h 93"/>
                <a:gd name="T14" fmla="*/ 30 w 95"/>
                <a:gd name="T15" fmla="*/ 33 h 93"/>
                <a:gd name="T16" fmla="*/ 15 w 95"/>
                <a:gd name="T17" fmla="*/ 58 h 93"/>
                <a:gd name="T18" fmla="*/ 0 w 95"/>
                <a:gd name="T19" fmla="*/ 83 h 93"/>
                <a:gd name="T20" fmla="*/ 3 w 95"/>
                <a:gd name="T21" fmla="*/ 88 h 93"/>
                <a:gd name="T22" fmla="*/ 8 w 95"/>
                <a:gd name="T23" fmla="*/ 90 h 93"/>
                <a:gd name="T24" fmla="*/ 12 w 95"/>
                <a:gd name="T25" fmla="*/ 89 h 93"/>
                <a:gd name="T26" fmla="*/ 19 w 95"/>
                <a:gd name="T27" fmla="*/ 80 h 93"/>
                <a:gd name="T28" fmla="*/ 26 w 95"/>
                <a:gd name="T29" fmla="*/ 69 h 93"/>
                <a:gd name="T30" fmla="*/ 29 w 95"/>
                <a:gd name="T31" fmla="*/ 70 h 93"/>
                <a:gd name="T32" fmla="*/ 32 w 95"/>
                <a:gd name="T33" fmla="*/ 69 h 93"/>
                <a:gd name="T34" fmla="*/ 50 w 95"/>
                <a:gd name="T35" fmla="*/ 65 h 93"/>
                <a:gd name="T36" fmla="*/ 64 w 95"/>
                <a:gd name="T37" fmla="*/ 62 h 93"/>
                <a:gd name="T38" fmla="*/ 65 w 95"/>
                <a:gd name="T39" fmla="*/ 63 h 93"/>
                <a:gd name="T40" fmla="*/ 69 w 95"/>
                <a:gd name="T41" fmla="*/ 73 h 93"/>
                <a:gd name="T42" fmla="*/ 78 w 95"/>
                <a:gd name="T43" fmla="*/ 87 h 93"/>
                <a:gd name="T44" fmla="*/ 87 w 95"/>
                <a:gd name="T45" fmla="*/ 93 h 93"/>
                <a:gd name="T46" fmla="*/ 93 w 95"/>
                <a:gd name="T47" fmla="*/ 90 h 93"/>
                <a:gd name="T48" fmla="*/ 95 w 95"/>
                <a:gd name="T49" fmla="*/ 85 h 93"/>
                <a:gd name="T50" fmla="*/ 94 w 95"/>
                <a:gd name="T51" fmla="*/ 82 h 93"/>
                <a:gd name="T52" fmla="*/ 91 w 95"/>
                <a:gd name="T53" fmla="*/ 78 h 93"/>
                <a:gd name="T54" fmla="*/ 55 w 95"/>
                <a:gd name="T55" fmla="*/ 51 h 93"/>
                <a:gd name="T56" fmla="*/ 41 w 95"/>
                <a:gd name="T57" fmla="*/ 54 h 93"/>
                <a:gd name="T58" fmla="*/ 34 w 95"/>
                <a:gd name="T59" fmla="*/ 55 h 93"/>
                <a:gd name="T60" fmla="*/ 51 w 95"/>
                <a:gd name="T61" fmla="*/ 23 h 93"/>
                <a:gd name="T62" fmla="*/ 51 w 95"/>
                <a:gd name="T63" fmla="*/ 25 h 93"/>
                <a:gd name="T64" fmla="*/ 60 w 95"/>
                <a:gd name="T65" fmla="*/ 50 h 93"/>
                <a:gd name="T66" fmla="*/ 55 w 95"/>
                <a:gd name="T67" fmla="*/ 5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5" h="93">
                  <a:moveTo>
                    <a:pt x="91" y="78"/>
                  </a:moveTo>
                  <a:cubicBezTo>
                    <a:pt x="86" y="74"/>
                    <a:pt x="82" y="67"/>
                    <a:pt x="78" y="58"/>
                  </a:cubicBezTo>
                  <a:cubicBezTo>
                    <a:pt x="74" y="49"/>
                    <a:pt x="68" y="33"/>
                    <a:pt x="61" y="11"/>
                  </a:cubicBezTo>
                  <a:cubicBezTo>
                    <a:pt x="61" y="10"/>
                    <a:pt x="61" y="8"/>
                    <a:pt x="61" y="7"/>
                  </a:cubicBezTo>
                  <a:cubicBezTo>
                    <a:pt x="61" y="5"/>
                    <a:pt x="61" y="3"/>
                    <a:pt x="60" y="3"/>
                  </a:cubicBezTo>
                  <a:cubicBezTo>
                    <a:pt x="59" y="1"/>
                    <a:pt x="56" y="0"/>
                    <a:pt x="53" y="0"/>
                  </a:cubicBezTo>
                  <a:cubicBezTo>
                    <a:pt x="51" y="0"/>
                    <a:pt x="49" y="2"/>
                    <a:pt x="47" y="4"/>
                  </a:cubicBezTo>
                  <a:cubicBezTo>
                    <a:pt x="45" y="7"/>
                    <a:pt x="39" y="17"/>
                    <a:pt x="30" y="33"/>
                  </a:cubicBezTo>
                  <a:cubicBezTo>
                    <a:pt x="26" y="41"/>
                    <a:pt x="21" y="49"/>
                    <a:pt x="15" y="58"/>
                  </a:cubicBezTo>
                  <a:cubicBezTo>
                    <a:pt x="5" y="73"/>
                    <a:pt x="0" y="81"/>
                    <a:pt x="0" y="83"/>
                  </a:cubicBezTo>
                  <a:cubicBezTo>
                    <a:pt x="0" y="85"/>
                    <a:pt x="1" y="86"/>
                    <a:pt x="3" y="88"/>
                  </a:cubicBezTo>
                  <a:cubicBezTo>
                    <a:pt x="5" y="89"/>
                    <a:pt x="7" y="90"/>
                    <a:pt x="8" y="90"/>
                  </a:cubicBezTo>
                  <a:cubicBezTo>
                    <a:pt x="9" y="90"/>
                    <a:pt x="11" y="90"/>
                    <a:pt x="12" y="89"/>
                  </a:cubicBezTo>
                  <a:cubicBezTo>
                    <a:pt x="13" y="89"/>
                    <a:pt x="16" y="85"/>
                    <a:pt x="19" y="80"/>
                  </a:cubicBezTo>
                  <a:cubicBezTo>
                    <a:pt x="23" y="74"/>
                    <a:pt x="25" y="70"/>
                    <a:pt x="26" y="69"/>
                  </a:cubicBezTo>
                  <a:cubicBezTo>
                    <a:pt x="26" y="69"/>
                    <a:pt x="28" y="70"/>
                    <a:pt x="29" y="70"/>
                  </a:cubicBezTo>
                  <a:cubicBezTo>
                    <a:pt x="30" y="70"/>
                    <a:pt x="31" y="69"/>
                    <a:pt x="32" y="69"/>
                  </a:cubicBezTo>
                  <a:cubicBezTo>
                    <a:pt x="37" y="68"/>
                    <a:pt x="43" y="66"/>
                    <a:pt x="50" y="65"/>
                  </a:cubicBezTo>
                  <a:cubicBezTo>
                    <a:pt x="58" y="63"/>
                    <a:pt x="62" y="62"/>
                    <a:pt x="64" y="62"/>
                  </a:cubicBezTo>
                  <a:cubicBezTo>
                    <a:pt x="65" y="62"/>
                    <a:pt x="65" y="62"/>
                    <a:pt x="65" y="63"/>
                  </a:cubicBezTo>
                  <a:cubicBezTo>
                    <a:pt x="65" y="63"/>
                    <a:pt x="66" y="67"/>
                    <a:pt x="69" y="73"/>
                  </a:cubicBezTo>
                  <a:cubicBezTo>
                    <a:pt x="72" y="79"/>
                    <a:pt x="75" y="84"/>
                    <a:pt x="78" y="87"/>
                  </a:cubicBezTo>
                  <a:cubicBezTo>
                    <a:pt x="81" y="91"/>
                    <a:pt x="84" y="93"/>
                    <a:pt x="87" y="93"/>
                  </a:cubicBezTo>
                  <a:cubicBezTo>
                    <a:pt x="89" y="93"/>
                    <a:pt x="91" y="92"/>
                    <a:pt x="93" y="90"/>
                  </a:cubicBezTo>
                  <a:cubicBezTo>
                    <a:pt x="94" y="89"/>
                    <a:pt x="95" y="87"/>
                    <a:pt x="95" y="85"/>
                  </a:cubicBezTo>
                  <a:cubicBezTo>
                    <a:pt x="95" y="84"/>
                    <a:pt x="95" y="83"/>
                    <a:pt x="94" y="82"/>
                  </a:cubicBezTo>
                  <a:cubicBezTo>
                    <a:pt x="94" y="81"/>
                    <a:pt x="93" y="80"/>
                    <a:pt x="91" y="78"/>
                  </a:cubicBezTo>
                  <a:close/>
                  <a:moveTo>
                    <a:pt x="55" y="51"/>
                  </a:moveTo>
                  <a:cubicBezTo>
                    <a:pt x="48" y="53"/>
                    <a:pt x="43" y="54"/>
                    <a:pt x="41" y="54"/>
                  </a:cubicBezTo>
                  <a:cubicBezTo>
                    <a:pt x="39" y="54"/>
                    <a:pt x="36" y="54"/>
                    <a:pt x="34" y="55"/>
                  </a:cubicBezTo>
                  <a:cubicBezTo>
                    <a:pt x="51" y="23"/>
                    <a:pt x="51" y="23"/>
                    <a:pt x="51" y="23"/>
                  </a:cubicBezTo>
                  <a:cubicBezTo>
                    <a:pt x="51" y="23"/>
                    <a:pt x="51" y="24"/>
                    <a:pt x="51" y="25"/>
                  </a:cubicBezTo>
                  <a:cubicBezTo>
                    <a:pt x="56" y="40"/>
                    <a:pt x="59" y="48"/>
                    <a:pt x="60" y="50"/>
                  </a:cubicBezTo>
                  <a:cubicBezTo>
                    <a:pt x="58" y="51"/>
                    <a:pt x="56" y="51"/>
                    <a:pt x="55"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 name="Freeform 102"/>
            <p:cNvSpPr>
              <a:spLocks/>
            </p:cNvSpPr>
            <p:nvPr/>
          </p:nvSpPr>
          <p:spPr bwMode="auto">
            <a:xfrm>
              <a:off x="5081588" y="6364288"/>
              <a:ext cx="95250" cy="77788"/>
            </a:xfrm>
            <a:custGeom>
              <a:avLst/>
              <a:gdLst>
                <a:gd name="T0" fmla="*/ 72 w 75"/>
                <a:gd name="T1" fmla="*/ 45 h 61"/>
                <a:gd name="T2" fmla="*/ 69 w 75"/>
                <a:gd name="T3" fmla="*/ 46 h 61"/>
                <a:gd name="T4" fmla="*/ 66 w 75"/>
                <a:gd name="T5" fmla="*/ 46 h 61"/>
                <a:gd name="T6" fmla="*/ 60 w 75"/>
                <a:gd name="T7" fmla="*/ 24 h 61"/>
                <a:gd name="T8" fmla="*/ 44 w 75"/>
                <a:gd name="T9" fmla="*/ 2 h 61"/>
                <a:gd name="T10" fmla="*/ 15 w 75"/>
                <a:gd name="T11" fmla="*/ 33 h 61"/>
                <a:gd name="T12" fmla="*/ 19 w 75"/>
                <a:gd name="T13" fmla="*/ 11 h 61"/>
                <a:gd name="T14" fmla="*/ 17 w 75"/>
                <a:gd name="T15" fmla="*/ 1 h 61"/>
                <a:gd name="T16" fmla="*/ 11 w 75"/>
                <a:gd name="T17" fmla="*/ 0 h 61"/>
                <a:gd name="T18" fmla="*/ 6 w 75"/>
                <a:gd name="T19" fmla="*/ 3 h 61"/>
                <a:gd name="T20" fmla="*/ 4 w 75"/>
                <a:gd name="T21" fmla="*/ 9 h 61"/>
                <a:gd name="T22" fmla="*/ 1 w 75"/>
                <a:gd name="T23" fmla="*/ 40 h 61"/>
                <a:gd name="T24" fmla="*/ 0 w 75"/>
                <a:gd name="T25" fmla="*/ 53 h 61"/>
                <a:gd name="T26" fmla="*/ 9 w 75"/>
                <a:gd name="T27" fmla="*/ 61 h 61"/>
                <a:gd name="T28" fmla="*/ 12 w 75"/>
                <a:gd name="T29" fmla="*/ 60 h 61"/>
                <a:gd name="T30" fmla="*/ 14 w 75"/>
                <a:gd name="T31" fmla="*/ 56 h 61"/>
                <a:gd name="T32" fmla="*/ 27 w 75"/>
                <a:gd name="T33" fmla="*/ 33 h 61"/>
                <a:gd name="T34" fmla="*/ 41 w 75"/>
                <a:gd name="T35" fmla="*/ 17 h 61"/>
                <a:gd name="T36" fmla="*/ 47 w 75"/>
                <a:gd name="T37" fmla="*/ 32 h 61"/>
                <a:gd name="T38" fmla="*/ 52 w 75"/>
                <a:gd name="T39" fmla="*/ 52 h 61"/>
                <a:gd name="T40" fmla="*/ 51 w 75"/>
                <a:gd name="T41" fmla="*/ 52 h 61"/>
                <a:gd name="T42" fmla="*/ 61 w 75"/>
                <a:gd name="T43" fmla="*/ 58 h 61"/>
                <a:gd name="T44" fmla="*/ 71 w 75"/>
                <a:gd name="T45" fmla="*/ 55 h 61"/>
                <a:gd name="T46" fmla="*/ 75 w 75"/>
                <a:gd name="T47" fmla="*/ 48 h 61"/>
                <a:gd name="T48" fmla="*/ 72 w 75"/>
                <a:gd name="T49" fmla="*/ 4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5" h="61">
                  <a:moveTo>
                    <a:pt x="72" y="45"/>
                  </a:moveTo>
                  <a:cubicBezTo>
                    <a:pt x="72" y="45"/>
                    <a:pt x="70" y="45"/>
                    <a:pt x="69" y="46"/>
                  </a:cubicBezTo>
                  <a:cubicBezTo>
                    <a:pt x="68" y="46"/>
                    <a:pt x="67" y="46"/>
                    <a:pt x="66" y="46"/>
                  </a:cubicBezTo>
                  <a:cubicBezTo>
                    <a:pt x="64" y="46"/>
                    <a:pt x="62" y="39"/>
                    <a:pt x="60" y="24"/>
                  </a:cubicBezTo>
                  <a:cubicBezTo>
                    <a:pt x="59" y="9"/>
                    <a:pt x="53" y="2"/>
                    <a:pt x="44" y="2"/>
                  </a:cubicBezTo>
                  <a:cubicBezTo>
                    <a:pt x="33" y="2"/>
                    <a:pt x="24" y="12"/>
                    <a:pt x="15" y="33"/>
                  </a:cubicBezTo>
                  <a:cubicBezTo>
                    <a:pt x="17" y="22"/>
                    <a:pt x="19" y="14"/>
                    <a:pt x="19" y="11"/>
                  </a:cubicBezTo>
                  <a:cubicBezTo>
                    <a:pt x="19" y="6"/>
                    <a:pt x="18" y="2"/>
                    <a:pt x="17" y="1"/>
                  </a:cubicBezTo>
                  <a:cubicBezTo>
                    <a:pt x="15" y="0"/>
                    <a:pt x="14" y="0"/>
                    <a:pt x="11" y="0"/>
                  </a:cubicBezTo>
                  <a:cubicBezTo>
                    <a:pt x="10" y="0"/>
                    <a:pt x="8" y="1"/>
                    <a:pt x="6" y="3"/>
                  </a:cubicBezTo>
                  <a:cubicBezTo>
                    <a:pt x="5" y="5"/>
                    <a:pt x="4" y="7"/>
                    <a:pt x="4" y="9"/>
                  </a:cubicBezTo>
                  <a:cubicBezTo>
                    <a:pt x="4" y="21"/>
                    <a:pt x="3" y="32"/>
                    <a:pt x="1" y="40"/>
                  </a:cubicBezTo>
                  <a:cubicBezTo>
                    <a:pt x="0" y="47"/>
                    <a:pt x="0" y="51"/>
                    <a:pt x="0" y="53"/>
                  </a:cubicBezTo>
                  <a:cubicBezTo>
                    <a:pt x="0" y="59"/>
                    <a:pt x="3" y="61"/>
                    <a:pt x="9" y="61"/>
                  </a:cubicBezTo>
                  <a:cubicBezTo>
                    <a:pt x="10" y="61"/>
                    <a:pt x="11" y="61"/>
                    <a:pt x="12" y="60"/>
                  </a:cubicBezTo>
                  <a:cubicBezTo>
                    <a:pt x="13" y="59"/>
                    <a:pt x="13" y="58"/>
                    <a:pt x="14" y="56"/>
                  </a:cubicBezTo>
                  <a:cubicBezTo>
                    <a:pt x="15" y="51"/>
                    <a:pt x="20" y="43"/>
                    <a:pt x="27" y="33"/>
                  </a:cubicBezTo>
                  <a:cubicBezTo>
                    <a:pt x="34" y="22"/>
                    <a:pt x="39" y="17"/>
                    <a:pt x="41" y="17"/>
                  </a:cubicBezTo>
                  <a:cubicBezTo>
                    <a:pt x="45" y="17"/>
                    <a:pt x="46" y="22"/>
                    <a:pt x="47" y="32"/>
                  </a:cubicBezTo>
                  <a:cubicBezTo>
                    <a:pt x="48" y="42"/>
                    <a:pt x="50" y="49"/>
                    <a:pt x="52" y="52"/>
                  </a:cubicBezTo>
                  <a:cubicBezTo>
                    <a:pt x="51" y="52"/>
                    <a:pt x="51" y="52"/>
                    <a:pt x="51" y="52"/>
                  </a:cubicBezTo>
                  <a:cubicBezTo>
                    <a:pt x="53" y="56"/>
                    <a:pt x="57" y="58"/>
                    <a:pt x="61" y="58"/>
                  </a:cubicBezTo>
                  <a:cubicBezTo>
                    <a:pt x="65" y="58"/>
                    <a:pt x="69" y="57"/>
                    <a:pt x="71" y="55"/>
                  </a:cubicBezTo>
                  <a:cubicBezTo>
                    <a:pt x="74" y="52"/>
                    <a:pt x="75" y="50"/>
                    <a:pt x="75" y="48"/>
                  </a:cubicBezTo>
                  <a:cubicBezTo>
                    <a:pt x="75" y="46"/>
                    <a:pt x="74" y="45"/>
                    <a:pt x="72"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 name="Freeform 103"/>
            <p:cNvSpPr>
              <a:spLocks/>
            </p:cNvSpPr>
            <p:nvPr/>
          </p:nvSpPr>
          <p:spPr bwMode="auto">
            <a:xfrm>
              <a:off x="5184775" y="6364288"/>
              <a:ext cx="93663" cy="77788"/>
            </a:xfrm>
            <a:custGeom>
              <a:avLst/>
              <a:gdLst>
                <a:gd name="T0" fmla="*/ 72 w 75"/>
                <a:gd name="T1" fmla="*/ 45 h 61"/>
                <a:gd name="T2" fmla="*/ 69 w 75"/>
                <a:gd name="T3" fmla="*/ 46 h 61"/>
                <a:gd name="T4" fmla="*/ 66 w 75"/>
                <a:gd name="T5" fmla="*/ 46 h 61"/>
                <a:gd name="T6" fmla="*/ 60 w 75"/>
                <a:gd name="T7" fmla="*/ 24 h 61"/>
                <a:gd name="T8" fmla="*/ 44 w 75"/>
                <a:gd name="T9" fmla="*/ 2 h 61"/>
                <a:gd name="T10" fmla="*/ 15 w 75"/>
                <a:gd name="T11" fmla="*/ 33 h 61"/>
                <a:gd name="T12" fmla="*/ 19 w 75"/>
                <a:gd name="T13" fmla="*/ 11 h 61"/>
                <a:gd name="T14" fmla="*/ 17 w 75"/>
                <a:gd name="T15" fmla="*/ 1 h 61"/>
                <a:gd name="T16" fmla="*/ 11 w 75"/>
                <a:gd name="T17" fmla="*/ 0 h 61"/>
                <a:gd name="T18" fmla="*/ 6 w 75"/>
                <a:gd name="T19" fmla="*/ 3 h 61"/>
                <a:gd name="T20" fmla="*/ 4 w 75"/>
                <a:gd name="T21" fmla="*/ 9 h 61"/>
                <a:gd name="T22" fmla="*/ 1 w 75"/>
                <a:gd name="T23" fmla="*/ 40 h 61"/>
                <a:gd name="T24" fmla="*/ 0 w 75"/>
                <a:gd name="T25" fmla="*/ 53 h 61"/>
                <a:gd name="T26" fmla="*/ 9 w 75"/>
                <a:gd name="T27" fmla="*/ 61 h 61"/>
                <a:gd name="T28" fmla="*/ 12 w 75"/>
                <a:gd name="T29" fmla="*/ 60 h 61"/>
                <a:gd name="T30" fmla="*/ 14 w 75"/>
                <a:gd name="T31" fmla="*/ 56 h 61"/>
                <a:gd name="T32" fmla="*/ 27 w 75"/>
                <a:gd name="T33" fmla="*/ 33 h 61"/>
                <a:gd name="T34" fmla="*/ 41 w 75"/>
                <a:gd name="T35" fmla="*/ 17 h 61"/>
                <a:gd name="T36" fmla="*/ 47 w 75"/>
                <a:gd name="T37" fmla="*/ 32 h 61"/>
                <a:gd name="T38" fmla="*/ 52 w 75"/>
                <a:gd name="T39" fmla="*/ 52 h 61"/>
                <a:gd name="T40" fmla="*/ 51 w 75"/>
                <a:gd name="T41" fmla="*/ 52 h 61"/>
                <a:gd name="T42" fmla="*/ 61 w 75"/>
                <a:gd name="T43" fmla="*/ 58 h 61"/>
                <a:gd name="T44" fmla="*/ 71 w 75"/>
                <a:gd name="T45" fmla="*/ 55 h 61"/>
                <a:gd name="T46" fmla="*/ 75 w 75"/>
                <a:gd name="T47" fmla="*/ 48 h 61"/>
                <a:gd name="T48" fmla="*/ 72 w 75"/>
                <a:gd name="T49" fmla="*/ 4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5" h="61">
                  <a:moveTo>
                    <a:pt x="72" y="45"/>
                  </a:moveTo>
                  <a:cubicBezTo>
                    <a:pt x="72" y="45"/>
                    <a:pt x="70" y="45"/>
                    <a:pt x="69" y="46"/>
                  </a:cubicBezTo>
                  <a:cubicBezTo>
                    <a:pt x="68" y="46"/>
                    <a:pt x="67" y="46"/>
                    <a:pt x="66" y="46"/>
                  </a:cubicBezTo>
                  <a:cubicBezTo>
                    <a:pt x="64" y="46"/>
                    <a:pt x="62" y="39"/>
                    <a:pt x="60" y="24"/>
                  </a:cubicBezTo>
                  <a:cubicBezTo>
                    <a:pt x="59" y="9"/>
                    <a:pt x="53" y="2"/>
                    <a:pt x="44" y="2"/>
                  </a:cubicBezTo>
                  <a:cubicBezTo>
                    <a:pt x="33" y="2"/>
                    <a:pt x="24" y="12"/>
                    <a:pt x="15" y="33"/>
                  </a:cubicBezTo>
                  <a:cubicBezTo>
                    <a:pt x="17" y="22"/>
                    <a:pt x="19" y="14"/>
                    <a:pt x="19" y="11"/>
                  </a:cubicBezTo>
                  <a:cubicBezTo>
                    <a:pt x="19" y="6"/>
                    <a:pt x="18" y="2"/>
                    <a:pt x="17" y="1"/>
                  </a:cubicBezTo>
                  <a:cubicBezTo>
                    <a:pt x="15" y="0"/>
                    <a:pt x="14" y="0"/>
                    <a:pt x="11" y="0"/>
                  </a:cubicBezTo>
                  <a:cubicBezTo>
                    <a:pt x="10" y="0"/>
                    <a:pt x="8" y="1"/>
                    <a:pt x="6" y="3"/>
                  </a:cubicBezTo>
                  <a:cubicBezTo>
                    <a:pt x="5" y="5"/>
                    <a:pt x="4" y="7"/>
                    <a:pt x="4" y="9"/>
                  </a:cubicBezTo>
                  <a:cubicBezTo>
                    <a:pt x="4" y="21"/>
                    <a:pt x="3" y="32"/>
                    <a:pt x="1" y="40"/>
                  </a:cubicBezTo>
                  <a:cubicBezTo>
                    <a:pt x="0" y="47"/>
                    <a:pt x="0" y="51"/>
                    <a:pt x="0" y="53"/>
                  </a:cubicBezTo>
                  <a:cubicBezTo>
                    <a:pt x="0" y="59"/>
                    <a:pt x="3" y="61"/>
                    <a:pt x="9" y="61"/>
                  </a:cubicBezTo>
                  <a:cubicBezTo>
                    <a:pt x="10" y="61"/>
                    <a:pt x="11" y="61"/>
                    <a:pt x="12" y="60"/>
                  </a:cubicBezTo>
                  <a:cubicBezTo>
                    <a:pt x="13" y="59"/>
                    <a:pt x="13" y="58"/>
                    <a:pt x="14" y="56"/>
                  </a:cubicBezTo>
                  <a:cubicBezTo>
                    <a:pt x="15" y="51"/>
                    <a:pt x="20" y="43"/>
                    <a:pt x="27" y="33"/>
                  </a:cubicBezTo>
                  <a:cubicBezTo>
                    <a:pt x="34" y="22"/>
                    <a:pt x="39" y="17"/>
                    <a:pt x="41" y="17"/>
                  </a:cubicBezTo>
                  <a:cubicBezTo>
                    <a:pt x="45" y="17"/>
                    <a:pt x="46" y="22"/>
                    <a:pt x="47" y="32"/>
                  </a:cubicBezTo>
                  <a:cubicBezTo>
                    <a:pt x="48" y="42"/>
                    <a:pt x="50" y="49"/>
                    <a:pt x="52" y="52"/>
                  </a:cubicBezTo>
                  <a:cubicBezTo>
                    <a:pt x="51" y="52"/>
                    <a:pt x="51" y="52"/>
                    <a:pt x="51" y="52"/>
                  </a:cubicBezTo>
                  <a:cubicBezTo>
                    <a:pt x="53" y="56"/>
                    <a:pt x="57" y="58"/>
                    <a:pt x="61" y="58"/>
                  </a:cubicBezTo>
                  <a:cubicBezTo>
                    <a:pt x="65" y="58"/>
                    <a:pt x="69" y="57"/>
                    <a:pt x="71" y="55"/>
                  </a:cubicBezTo>
                  <a:cubicBezTo>
                    <a:pt x="74" y="52"/>
                    <a:pt x="75" y="50"/>
                    <a:pt x="75" y="48"/>
                  </a:cubicBezTo>
                  <a:cubicBezTo>
                    <a:pt x="75" y="46"/>
                    <a:pt x="74" y="45"/>
                    <a:pt x="72"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 name="Freeform 104"/>
            <p:cNvSpPr>
              <a:spLocks noEditPoints="1"/>
            </p:cNvSpPr>
            <p:nvPr/>
          </p:nvSpPr>
          <p:spPr bwMode="auto">
            <a:xfrm>
              <a:off x="5286375" y="6359525"/>
              <a:ext cx="74613" cy="85725"/>
            </a:xfrm>
            <a:custGeom>
              <a:avLst/>
              <a:gdLst>
                <a:gd name="T0" fmla="*/ 36 w 59"/>
                <a:gd name="T1" fmla="*/ 0 h 68"/>
                <a:gd name="T2" fmla="*/ 10 w 59"/>
                <a:gd name="T3" fmla="*/ 15 h 68"/>
                <a:gd name="T4" fmla="*/ 0 w 59"/>
                <a:gd name="T5" fmla="*/ 45 h 68"/>
                <a:gd name="T6" fmla="*/ 6 w 59"/>
                <a:gd name="T7" fmla="*/ 61 h 68"/>
                <a:gd name="T8" fmla="*/ 20 w 59"/>
                <a:gd name="T9" fmla="*/ 68 h 68"/>
                <a:gd name="T10" fmla="*/ 43 w 59"/>
                <a:gd name="T11" fmla="*/ 58 h 68"/>
                <a:gd name="T12" fmla="*/ 58 w 59"/>
                <a:gd name="T13" fmla="*/ 35 h 68"/>
                <a:gd name="T14" fmla="*/ 58 w 59"/>
                <a:gd name="T15" fmla="*/ 35 h 68"/>
                <a:gd name="T16" fmla="*/ 59 w 59"/>
                <a:gd name="T17" fmla="*/ 26 h 68"/>
                <a:gd name="T18" fmla="*/ 52 w 59"/>
                <a:gd name="T19" fmla="*/ 8 h 68"/>
                <a:gd name="T20" fmla="*/ 36 w 59"/>
                <a:gd name="T21" fmla="*/ 0 h 68"/>
                <a:gd name="T22" fmla="*/ 37 w 59"/>
                <a:gd name="T23" fmla="*/ 46 h 68"/>
                <a:gd name="T24" fmla="*/ 21 w 59"/>
                <a:gd name="T25" fmla="*/ 55 h 68"/>
                <a:gd name="T26" fmla="*/ 16 w 59"/>
                <a:gd name="T27" fmla="*/ 52 h 68"/>
                <a:gd name="T28" fmla="*/ 15 w 59"/>
                <a:gd name="T29" fmla="*/ 44 h 68"/>
                <a:gd name="T30" fmla="*/ 19 w 59"/>
                <a:gd name="T31" fmla="*/ 28 h 68"/>
                <a:gd name="T32" fmla="*/ 27 w 59"/>
                <a:gd name="T33" fmla="*/ 16 h 68"/>
                <a:gd name="T34" fmla="*/ 27 w 59"/>
                <a:gd name="T35" fmla="*/ 16 h 68"/>
                <a:gd name="T36" fmla="*/ 35 w 59"/>
                <a:gd name="T37" fmla="*/ 13 h 68"/>
                <a:gd name="T38" fmla="*/ 42 w 59"/>
                <a:gd name="T39" fmla="*/ 17 h 68"/>
                <a:gd name="T40" fmla="*/ 45 w 59"/>
                <a:gd name="T41" fmla="*/ 27 h 68"/>
                <a:gd name="T42" fmla="*/ 37 w 59"/>
                <a:gd name="T43" fmla="*/ 46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9" h="68">
                  <a:moveTo>
                    <a:pt x="36" y="0"/>
                  </a:moveTo>
                  <a:cubicBezTo>
                    <a:pt x="26" y="0"/>
                    <a:pt x="17" y="5"/>
                    <a:pt x="10" y="15"/>
                  </a:cubicBezTo>
                  <a:cubicBezTo>
                    <a:pt x="3" y="25"/>
                    <a:pt x="0" y="35"/>
                    <a:pt x="0" y="45"/>
                  </a:cubicBezTo>
                  <a:cubicBezTo>
                    <a:pt x="0" y="52"/>
                    <a:pt x="2" y="57"/>
                    <a:pt x="6" y="61"/>
                  </a:cubicBezTo>
                  <a:cubicBezTo>
                    <a:pt x="9" y="66"/>
                    <a:pt x="14" y="68"/>
                    <a:pt x="20" y="68"/>
                  </a:cubicBezTo>
                  <a:cubicBezTo>
                    <a:pt x="28" y="68"/>
                    <a:pt x="35" y="65"/>
                    <a:pt x="43" y="58"/>
                  </a:cubicBezTo>
                  <a:cubicBezTo>
                    <a:pt x="50" y="52"/>
                    <a:pt x="55" y="44"/>
                    <a:pt x="58" y="35"/>
                  </a:cubicBezTo>
                  <a:cubicBezTo>
                    <a:pt x="58" y="35"/>
                    <a:pt x="58" y="35"/>
                    <a:pt x="58" y="35"/>
                  </a:cubicBezTo>
                  <a:cubicBezTo>
                    <a:pt x="58" y="32"/>
                    <a:pt x="59" y="29"/>
                    <a:pt x="59" y="26"/>
                  </a:cubicBezTo>
                  <a:cubicBezTo>
                    <a:pt x="59" y="19"/>
                    <a:pt x="57" y="13"/>
                    <a:pt x="52" y="8"/>
                  </a:cubicBezTo>
                  <a:cubicBezTo>
                    <a:pt x="48" y="3"/>
                    <a:pt x="43" y="0"/>
                    <a:pt x="36" y="0"/>
                  </a:cubicBezTo>
                  <a:close/>
                  <a:moveTo>
                    <a:pt x="37" y="46"/>
                  </a:moveTo>
                  <a:cubicBezTo>
                    <a:pt x="31" y="52"/>
                    <a:pt x="26" y="55"/>
                    <a:pt x="21" y="55"/>
                  </a:cubicBezTo>
                  <a:cubicBezTo>
                    <a:pt x="19" y="55"/>
                    <a:pt x="18" y="54"/>
                    <a:pt x="16" y="52"/>
                  </a:cubicBezTo>
                  <a:cubicBezTo>
                    <a:pt x="15" y="50"/>
                    <a:pt x="15" y="47"/>
                    <a:pt x="15" y="44"/>
                  </a:cubicBezTo>
                  <a:cubicBezTo>
                    <a:pt x="15" y="38"/>
                    <a:pt x="16" y="33"/>
                    <a:pt x="19" y="28"/>
                  </a:cubicBezTo>
                  <a:cubicBezTo>
                    <a:pt x="21" y="22"/>
                    <a:pt x="24" y="18"/>
                    <a:pt x="27" y="16"/>
                  </a:cubicBezTo>
                  <a:cubicBezTo>
                    <a:pt x="27" y="16"/>
                    <a:pt x="27" y="16"/>
                    <a:pt x="27" y="16"/>
                  </a:cubicBezTo>
                  <a:cubicBezTo>
                    <a:pt x="29" y="14"/>
                    <a:pt x="32" y="13"/>
                    <a:pt x="35" y="13"/>
                  </a:cubicBezTo>
                  <a:cubicBezTo>
                    <a:pt x="38" y="13"/>
                    <a:pt x="40" y="14"/>
                    <a:pt x="42" y="17"/>
                  </a:cubicBezTo>
                  <a:cubicBezTo>
                    <a:pt x="44" y="19"/>
                    <a:pt x="45" y="23"/>
                    <a:pt x="45" y="27"/>
                  </a:cubicBezTo>
                  <a:cubicBezTo>
                    <a:pt x="45" y="34"/>
                    <a:pt x="42" y="41"/>
                    <a:pt x="37"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 name="Freeform 105"/>
            <p:cNvSpPr>
              <a:spLocks/>
            </p:cNvSpPr>
            <p:nvPr/>
          </p:nvSpPr>
          <p:spPr bwMode="auto">
            <a:xfrm>
              <a:off x="5367338" y="6359525"/>
              <a:ext cx="82550" cy="128588"/>
            </a:xfrm>
            <a:custGeom>
              <a:avLst/>
              <a:gdLst>
                <a:gd name="T0" fmla="*/ 58 w 65"/>
                <a:gd name="T1" fmla="*/ 0 h 102"/>
                <a:gd name="T2" fmla="*/ 53 w 65"/>
                <a:gd name="T3" fmla="*/ 2 h 102"/>
                <a:gd name="T4" fmla="*/ 51 w 65"/>
                <a:gd name="T5" fmla="*/ 5 h 102"/>
                <a:gd name="T6" fmla="*/ 51 w 65"/>
                <a:gd name="T7" fmla="*/ 14 h 102"/>
                <a:gd name="T8" fmla="*/ 49 w 65"/>
                <a:gd name="T9" fmla="*/ 29 h 102"/>
                <a:gd name="T10" fmla="*/ 47 w 65"/>
                <a:gd name="T11" fmla="*/ 35 h 102"/>
                <a:gd name="T12" fmla="*/ 39 w 65"/>
                <a:gd name="T13" fmla="*/ 41 h 102"/>
                <a:gd name="T14" fmla="*/ 30 w 65"/>
                <a:gd name="T15" fmla="*/ 47 h 102"/>
                <a:gd name="T16" fmla="*/ 23 w 65"/>
                <a:gd name="T17" fmla="*/ 49 h 102"/>
                <a:gd name="T18" fmla="*/ 20 w 65"/>
                <a:gd name="T19" fmla="*/ 47 h 102"/>
                <a:gd name="T20" fmla="*/ 19 w 65"/>
                <a:gd name="T21" fmla="*/ 41 h 102"/>
                <a:gd name="T22" fmla="*/ 25 w 65"/>
                <a:gd name="T23" fmla="*/ 21 h 102"/>
                <a:gd name="T24" fmla="*/ 29 w 65"/>
                <a:gd name="T25" fmla="*/ 11 h 102"/>
                <a:gd name="T26" fmla="*/ 27 w 65"/>
                <a:gd name="T27" fmla="*/ 6 h 102"/>
                <a:gd name="T28" fmla="*/ 23 w 65"/>
                <a:gd name="T29" fmla="*/ 3 h 102"/>
                <a:gd name="T30" fmla="*/ 15 w 65"/>
                <a:gd name="T31" fmla="*/ 6 h 102"/>
                <a:gd name="T32" fmla="*/ 9 w 65"/>
                <a:gd name="T33" fmla="*/ 24 h 102"/>
                <a:gd name="T34" fmla="*/ 6 w 65"/>
                <a:gd name="T35" fmla="*/ 45 h 102"/>
                <a:gd name="T36" fmla="*/ 10 w 65"/>
                <a:gd name="T37" fmla="*/ 57 h 102"/>
                <a:gd name="T38" fmla="*/ 20 w 65"/>
                <a:gd name="T39" fmla="*/ 62 h 102"/>
                <a:gd name="T40" fmla="*/ 48 w 65"/>
                <a:gd name="T41" fmla="*/ 48 h 102"/>
                <a:gd name="T42" fmla="*/ 42 w 65"/>
                <a:gd name="T43" fmla="*/ 77 h 102"/>
                <a:gd name="T44" fmla="*/ 30 w 65"/>
                <a:gd name="T45" fmla="*/ 90 h 102"/>
                <a:gd name="T46" fmla="*/ 8 w 65"/>
                <a:gd name="T47" fmla="*/ 80 h 102"/>
                <a:gd name="T48" fmla="*/ 5 w 65"/>
                <a:gd name="T49" fmla="*/ 78 h 102"/>
                <a:gd name="T50" fmla="*/ 1 w 65"/>
                <a:gd name="T51" fmla="*/ 80 h 102"/>
                <a:gd name="T52" fmla="*/ 0 w 65"/>
                <a:gd name="T53" fmla="*/ 84 h 102"/>
                <a:gd name="T54" fmla="*/ 4 w 65"/>
                <a:gd name="T55" fmla="*/ 92 h 102"/>
                <a:gd name="T56" fmla="*/ 15 w 65"/>
                <a:gd name="T57" fmla="*/ 99 h 102"/>
                <a:gd name="T58" fmla="*/ 15 w 65"/>
                <a:gd name="T59" fmla="*/ 99 h 102"/>
                <a:gd name="T60" fmla="*/ 31 w 65"/>
                <a:gd name="T61" fmla="*/ 102 h 102"/>
                <a:gd name="T62" fmla="*/ 43 w 65"/>
                <a:gd name="T63" fmla="*/ 98 h 102"/>
                <a:gd name="T64" fmla="*/ 54 w 65"/>
                <a:gd name="T65" fmla="*/ 83 h 102"/>
                <a:gd name="T66" fmla="*/ 61 w 65"/>
                <a:gd name="T67" fmla="*/ 58 h 102"/>
                <a:gd name="T68" fmla="*/ 64 w 65"/>
                <a:gd name="T69" fmla="*/ 30 h 102"/>
                <a:gd name="T70" fmla="*/ 65 w 65"/>
                <a:gd name="T71" fmla="*/ 10 h 102"/>
                <a:gd name="T72" fmla="*/ 64 w 65"/>
                <a:gd name="T73" fmla="*/ 2 h 102"/>
                <a:gd name="T74" fmla="*/ 58 w 65"/>
                <a:gd name="T75"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5" h="102">
                  <a:moveTo>
                    <a:pt x="58" y="0"/>
                  </a:moveTo>
                  <a:cubicBezTo>
                    <a:pt x="56" y="0"/>
                    <a:pt x="55" y="1"/>
                    <a:pt x="53" y="2"/>
                  </a:cubicBezTo>
                  <a:cubicBezTo>
                    <a:pt x="52" y="3"/>
                    <a:pt x="52" y="4"/>
                    <a:pt x="51" y="5"/>
                  </a:cubicBezTo>
                  <a:cubicBezTo>
                    <a:pt x="51" y="6"/>
                    <a:pt x="51" y="9"/>
                    <a:pt x="51" y="14"/>
                  </a:cubicBezTo>
                  <a:cubicBezTo>
                    <a:pt x="50" y="22"/>
                    <a:pt x="50" y="27"/>
                    <a:pt x="49" y="29"/>
                  </a:cubicBezTo>
                  <a:cubicBezTo>
                    <a:pt x="49" y="32"/>
                    <a:pt x="48" y="33"/>
                    <a:pt x="47" y="35"/>
                  </a:cubicBezTo>
                  <a:cubicBezTo>
                    <a:pt x="46" y="36"/>
                    <a:pt x="43" y="39"/>
                    <a:pt x="39" y="41"/>
                  </a:cubicBezTo>
                  <a:cubicBezTo>
                    <a:pt x="36" y="44"/>
                    <a:pt x="33" y="46"/>
                    <a:pt x="30" y="47"/>
                  </a:cubicBezTo>
                  <a:cubicBezTo>
                    <a:pt x="27" y="49"/>
                    <a:pt x="25" y="49"/>
                    <a:pt x="23" y="49"/>
                  </a:cubicBezTo>
                  <a:cubicBezTo>
                    <a:pt x="22" y="49"/>
                    <a:pt x="21" y="48"/>
                    <a:pt x="20" y="47"/>
                  </a:cubicBezTo>
                  <a:cubicBezTo>
                    <a:pt x="20" y="46"/>
                    <a:pt x="19" y="43"/>
                    <a:pt x="19" y="41"/>
                  </a:cubicBezTo>
                  <a:cubicBezTo>
                    <a:pt x="19" y="35"/>
                    <a:pt x="21" y="29"/>
                    <a:pt x="25" y="21"/>
                  </a:cubicBezTo>
                  <a:cubicBezTo>
                    <a:pt x="27" y="15"/>
                    <a:pt x="29" y="12"/>
                    <a:pt x="29" y="11"/>
                  </a:cubicBezTo>
                  <a:cubicBezTo>
                    <a:pt x="29" y="9"/>
                    <a:pt x="28" y="7"/>
                    <a:pt x="27" y="6"/>
                  </a:cubicBezTo>
                  <a:cubicBezTo>
                    <a:pt x="26" y="4"/>
                    <a:pt x="25" y="3"/>
                    <a:pt x="23" y="3"/>
                  </a:cubicBezTo>
                  <a:cubicBezTo>
                    <a:pt x="19" y="3"/>
                    <a:pt x="17" y="4"/>
                    <a:pt x="15" y="6"/>
                  </a:cubicBezTo>
                  <a:cubicBezTo>
                    <a:pt x="14" y="9"/>
                    <a:pt x="12" y="14"/>
                    <a:pt x="9" y="24"/>
                  </a:cubicBezTo>
                  <a:cubicBezTo>
                    <a:pt x="7" y="33"/>
                    <a:pt x="6" y="40"/>
                    <a:pt x="6" y="45"/>
                  </a:cubicBezTo>
                  <a:cubicBezTo>
                    <a:pt x="6" y="49"/>
                    <a:pt x="7" y="54"/>
                    <a:pt x="10" y="57"/>
                  </a:cubicBezTo>
                  <a:cubicBezTo>
                    <a:pt x="12" y="60"/>
                    <a:pt x="16" y="62"/>
                    <a:pt x="20" y="62"/>
                  </a:cubicBezTo>
                  <a:cubicBezTo>
                    <a:pt x="27" y="62"/>
                    <a:pt x="36" y="57"/>
                    <a:pt x="48" y="48"/>
                  </a:cubicBezTo>
                  <a:cubicBezTo>
                    <a:pt x="48" y="59"/>
                    <a:pt x="45" y="69"/>
                    <a:pt x="42" y="77"/>
                  </a:cubicBezTo>
                  <a:cubicBezTo>
                    <a:pt x="38" y="86"/>
                    <a:pt x="34" y="90"/>
                    <a:pt x="30" y="90"/>
                  </a:cubicBezTo>
                  <a:cubicBezTo>
                    <a:pt x="20" y="90"/>
                    <a:pt x="13" y="86"/>
                    <a:pt x="8" y="80"/>
                  </a:cubicBezTo>
                  <a:cubicBezTo>
                    <a:pt x="7" y="79"/>
                    <a:pt x="6" y="78"/>
                    <a:pt x="5" y="78"/>
                  </a:cubicBezTo>
                  <a:cubicBezTo>
                    <a:pt x="3" y="78"/>
                    <a:pt x="2" y="79"/>
                    <a:pt x="1" y="80"/>
                  </a:cubicBezTo>
                  <a:cubicBezTo>
                    <a:pt x="0" y="81"/>
                    <a:pt x="0" y="82"/>
                    <a:pt x="0" y="84"/>
                  </a:cubicBezTo>
                  <a:cubicBezTo>
                    <a:pt x="0" y="86"/>
                    <a:pt x="1" y="89"/>
                    <a:pt x="4" y="92"/>
                  </a:cubicBezTo>
                  <a:cubicBezTo>
                    <a:pt x="7" y="95"/>
                    <a:pt x="11" y="97"/>
                    <a:pt x="15" y="99"/>
                  </a:cubicBezTo>
                  <a:cubicBezTo>
                    <a:pt x="15" y="99"/>
                    <a:pt x="15" y="99"/>
                    <a:pt x="15" y="99"/>
                  </a:cubicBezTo>
                  <a:cubicBezTo>
                    <a:pt x="20" y="101"/>
                    <a:pt x="25" y="102"/>
                    <a:pt x="31" y="102"/>
                  </a:cubicBezTo>
                  <a:cubicBezTo>
                    <a:pt x="36" y="102"/>
                    <a:pt x="40" y="101"/>
                    <a:pt x="43" y="98"/>
                  </a:cubicBezTo>
                  <a:cubicBezTo>
                    <a:pt x="47" y="95"/>
                    <a:pt x="50" y="90"/>
                    <a:pt x="54" y="83"/>
                  </a:cubicBezTo>
                  <a:cubicBezTo>
                    <a:pt x="57" y="75"/>
                    <a:pt x="59" y="67"/>
                    <a:pt x="61" y="58"/>
                  </a:cubicBezTo>
                  <a:cubicBezTo>
                    <a:pt x="62" y="49"/>
                    <a:pt x="63" y="39"/>
                    <a:pt x="64" y="30"/>
                  </a:cubicBezTo>
                  <a:cubicBezTo>
                    <a:pt x="65" y="10"/>
                    <a:pt x="65" y="10"/>
                    <a:pt x="65" y="10"/>
                  </a:cubicBezTo>
                  <a:cubicBezTo>
                    <a:pt x="65" y="6"/>
                    <a:pt x="65" y="3"/>
                    <a:pt x="64" y="2"/>
                  </a:cubicBezTo>
                  <a:cubicBezTo>
                    <a:pt x="63" y="1"/>
                    <a:pt x="61" y="0"/>
                    <a:pt x="5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 name="Freeform 297"/>
            <p:cNvSpPr>
              <a:spLocks noEditPoints="1"/>
            </p:cNvSpPr>
            <p:nvPr/>
          </p:nvSpPr>
          <p:spPr bwMode="auto">
            <a:xfrm>
              <a:off x="6361113" y="6359525"/>
              <a:ext cx="76200" cy="92075"/>
            </a:xfrm>
            <a:custGeom>
              <a:avLst/>
              <a:gdLst>
                <a:gd name="T0" fmla="*/ 53 w 59"/>
                <a:gd name="T1" fmla="*/ 4 h 72"/>
                <a:gd name="T2" fmla="*/ 36 w 59"/>
                <a:gd name="T3" fmla="*/ 0 h 72"/>
                <a:gd name="T4" fmla="*/ 15 w 59"/>
                <a:gd name="T5" fmla="*/ 3 h 72"/>
                <a:gd name="T6" fmla="*/ 2 w 59"/>
                <a:gd name="T7" fmla="*/ 10 h 72"/>
                <a:gd name="T8" fmla="*/ 5 w 59"/>
                <a:gd name="T9" fmla="*/ 15 h 72"/>
                <a:gd name="T10" fmla="*/ 5 w 59"/>
                <a:gd name="T11" fmla="*/ 20 h 72"/>
                <a:gd name="T12" fmla="*/ 3 w 59"/>
                <a:gd name="T13" fmla="*/ 40 h 72"/>
                <a:gd name="T14" fmla="*/ 0 w 59"/>
                <a:gd name="T15" fmla="*/ 65 h 72"/>
                <a:gd name="T16" fmla="*/ 6 w 59"/>
                <a:gd name="T17" fmla="*/ 72 h 72"/>
                <a:gd name="T18" fmla="*/ 10 w 59"/>
                <a:gd name="T19" fmla="*/ 70 h 72"/>
                <a:gd name="T20" fmla="*/ 12 w 59"/>
                <a:gd name="T21" fmla="*/ 65 h 72"/>
                <a:gd name="T22" fmla="*/ 13 w 59"/>
                <a:gd name="T23" fmla="*/ 48 h 72"/>
                <a:gd name="T24" fmla="*/ 20 w 59"/>
                <a:gd name="T25" fmla="*/ 46 h 72"/>
                <a:gd name="T26" fmla="*/ 48 w 59"/>
                <a:gd name="T27" fmla="*/ 35 h 72"/>
                <a:gd name="T28" fmla="*/ 59 w 59"/>
                <a:gd name="T29" fmla="*/ 16 h 72"/>
                <a:gd name="T30" fmla="*/ 53 w 59"/>
                <a:gd name="T31" fmla="*/ 4 h 72"/>
                <a:gd name="T32" fmla="*/ 38 w 59"/>
                <a:gd name="T33" fmla="*/ 29 h 72"/>
                <a:gd name="T34" fmla="*/ 14 w 59"/>
                <a:gd name="T35" fmla="*/ 37 h 72"/>
                <a:gd name="T36" fmla="*/ 17 w 59"/>
                <a:gd name="T37" fmla="*/ 13 h 72"/>
                <a:gd name="T38" fmla="*/ 36 w 59"/>
                <a:gd name="T39" fmla="*/ 9 h 72"/>
                <a:gd name="T40" fmla="*/ 48 w 59"/>
                <a:gd name="T41" fmla="*/ 17 h 72"/>
                <a:gd name="T42" fmla="*/ 38 w 59"/>
                <a:gd name="T43" fmla="*/ 2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9" h="72">
                  <a:moveTo>
                    <a:pt x="53" y="4"/>
                  </a:moveTo>
                  <a:cubicBezTo>
                    <a:pt x="49" y="1"/>
                    <a:pt x="43" y="0"/>
                    <a:pt x="36" y="0"/>
                  </a:cubicBezTo>
                  <a:cubicBezTo>
                    <a:pt x="30" y="0"/>
                    <a:pt x="23" y="1"/>
                    <a:pt x="15" y="3"/>
                  </a:cubicBezTo>
                  <a:cubicBezTo>
                    <a:pt x="6" y="5"/>
                    <a:pt x="2" y="7"/>
                    <a:pt x="2" y="10"/>
                  </a:cubicBezTo>
                  <a:cubicBezTo>
                    <a:pt x="2" y="12"/>
                    <a:pt x="3" y="14"/>
                    <a:pt x="5" y="15"/>
                  </a:cubicBezTo>
                  <a:cubicBezTo>
                    <a:pt x="5" y="16"/>
                    <a:pt x="5" y="17"/>
                    <a:pt x="5" y="20"/>
                  </a:cubicBezTo>
                  <a:cubicBezTo>
                    <a:pt x="5" y="22"/>
                    <a:pt x="4" y="29"/>
                    <a:pt x="3" y="40"/>
                  </a:cubicBezTo>
                  <a:cubicBezTo>
                    <a:pt x="1" y="54"/>
                    <a:pt x="0" y="63"/>
                    <a:pt x="0" y="65"/>
                  </a:cubicBezTo>
                  <a:cubicBezTo>
                    <a:pt x="0" y="70"/>
                    <a:pt x="2" y="72"/>
                    <a:pt x="6" y="72"/>
                  </a:cubicBezTo>
                  <a:cubicBezTo>
                    <a:pt x="8" y="72"/>
                    <a:pt x="9" y="71"/>
                    <a:pt x="10" y="70"/>
                  </a:cubicBezTo>
                  <a:cubicBezTo>
                    <a:pt x="11" y="69"/>
                    <a:pt x="12" y="67"/>
                    <a:pt x="12" y="65"/>
                  </a:cubicBezTo>
                  <a:cubicBezTo>
                    <a:pt x="12" y="61"/>
                    <a:pt x="12" y="55"/>
                    <a:pt x="13" y="48"/>
                  </a:cubicBezTo>
                  <a:cubicBezTo>
                    <a:pt x="14" y="48"/>
                    <a:pt x="16" y="47"/>
                    <a:pt x="20" y="46"/>
                  </a:cubicBezTo>
                  <a:cubicBezTo>
                    <a:pt x="31" y="44"/>
                    <a:pt x="40" y="40"/>
                    <a:pt x="48" y="35"/>
                  </a:cubicBezTo>
                  <a:cubicBezTo>
                    <a:pt x="56" y="29"/>
                    <a:pt x="59" y="23"/>
                    <a:pt x="59" y="16"/>
                  </a:cubicBezTo>
                  <a:cubicBezTo>
                    <a:pt x="59" y="11"/>
                    <a:pt x="57" y="7"/>
                    <a:pt x="53" y="4"/>
                  </a:cubicBezTo>
                  <a:close/>
                  <a:moveTo>
                    <a:pt x="38" y="29"/>
                  </a:moveTo>
                  <a:cubicBezTo>
                    <a:pt x="31" y="33"/>
                    <a:pt x="23" y="36"/>
                    <a:pt x="14" y="37"/>
                  </a:cubicBezTo>
                  <a:cubicBezTo>
                    <a:pt x="17" y="13"/>
                    <a:pt x="17" y="13"/>
                    <a:pt x="17" y="13"/>
                  </a:cubicBezTo>
                  <a:cubicBezTo>
                    <a:pt x="24" y="10"/>
                    <a:pt x="30" y="9"/>
                    <a:pt x="36" y="9"/>
                  </a:cubicBezTo>
                  <a:cubicBezTo>
                    <a:pt x="44" y="9"/>
                    <a:pt x="48" y="12"/>
                    <a:pt x="48" y="17"/>
                  </a:cubicBezTo>
                  <a:cubicBezTo>
                    <a:pt x="48" y="21"/>
                    <a:pt x="45" y="25"/>
                    <a:pt x="38"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 name="Freeform 298"/>
            <p:cNvSpPr>
              <a:spLocks/>
            </p:cNvSpPr>
            <p:nvPr/>
          </p:nvSpPr>
          <p:spPr bwMode="auto">
            <a:xfrm>
              <a:off x="6445251" y="6346825"/>
              <a:ext cx="26988" cy="106363"/>
            </a:xfrm>
            <a:custGeom>
              <a:avLst/>
              <a:gdLst>
                <a:gd name="T0" fmla="*/ 16 w 21"/>
                <a:gd name="T1" fmla="*/ 0 h 83"/>
                <a:gd name="T2" fmla="*/ 10 w 21"/>
                <a:gd name="T3" fmla="*/ 4 h 83"/>
                <a:gd name="T4" fmla="*/ 4 w 21"/>
                <a:gd name="T5" fmla="*/ 30 h 83"/>
                <a:gd name="T6" fmla="*/ 0 w 21"/>
                <a:gd name="T7" fmla="*/ 69 h 83"/>
                <a:gd name="T8" fmla="*/ 1 w 21"/>
                <a:gd name="T9" fmla="*/ 80 h 83"/>
                <a:gd name="T10" fmla="*/ 6 w 21"/>
                <a:gd name="T11" fmla="*/ 83 h 83"/>
                <a:gd name="T12" fmla="*/ 11 w 21"/>
                <a:gd name="T13" fmla="*/ 81 h 83"/>
                <a:gd name="T14" fmla="*/ 13 w 21"/>
                <a:gd name="T15" fmla="*/ 76 h 83"/>
                <a:gd name="T16" fmla="*/ 12 w 21"/>
                <a:gd name="T17" fmla="*/ 73 h 83"/>
                <a:gd name="T18" fmla="*/ 12 w 21"/>
                <a:gd name="T19" fmla="*/ 59 h 83"/>
                <a:gd name="T20" fmla="*/ 13 w 21"/>
                <a:gd name="T21" fmla="*/ 43 h 83"/>
                <a:gd name="T22" fmla="*/ 16 w 21"/>
                <a:gd name="T23" fmla="*/ 25 h 83"/>
                <a:gd name="T24" fmla="*/ 20 w 21"/>
                <a:gd name="T25" fmla="*/ 11 h 83"/>
                <a:gd name="T26" fmla="*/ 21 w 21"/>
                <a:gd name="T27" fmla="*/ 5 h 83"/>
                <a:gd name="T28" fmla="*/ 16 w 21"/>
                <a:gd name="T29"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 h="83">
                  <a:moveTo>
                    <a:pt x="16" y="0"/>
                  </a:moveTo>
                  <a:cubicBezTo>
                    <a:pt x="14" y="0"/>
                    <a:pt x="12" y="1"/>
                    <a:pt x="10" y="4"/>
                  </a:cubicBezTo>
                  <a:cubicBezTo>
                    <a:pt x="9" y="6"/>
                    <a:pt x="6" y="15"/>
                    <a:pt x="4" y="30"/>
                  </a:cubicBezTo>
                  <a:cubicBezTo>
                    <a:pt x="1" y="45"/>
                    <a:pt x="0" y="58"/>
                    <a:pt x="0" y="69"/>
                  </a:cubicBezTo>
                  <a:cubicBezTo>
                    <a:pt x="0" y="74"/>
                    <a:pt x="0" y="78"/>
                    <a:pt x="1" y="80"/>
                  </a:cubicBezTo>
                  <a:cubicBezTo>
                    <a:pt x="2" y="82"/>
                    <a:pt x="4" y="83"/>
                    <a:pt x="6" y="83"/>
                  </a:cubicBezTo>
                  <a:cubicBezTo>
                    <a:pt x="8" y="83"/>
                    <a:pt x="9" y="82"/>
                    <a:pt x="11" y="81"/>
                  </a:cubicBezTo>
                  <a:cubicBezTo>
                    <a:pt x="12" y="79"/>
                    <a:pt x="13" y="78"/>
                    <a:pt x="13" y="76"/>
                  </a:cubicBezTo>
                  <a:cubicBezTo>
                    <a:pt x="13" y="76"/>
                    <a:pt x="13" y="75"/>
                    <a:pt x="12" y="73"/>
                  </a:cubicBezTo>
                  <a:cubicBezTo>
                    <a:pt x="12" y="68"/>
                    <a:pt x="12" y="63"/>
                    <a:pt x="12" y="59"/>
                  </a:cubicBezTo>
                  <a:cubicBezTo>
                    <a:pt x="12" y="55"/>
                    <a:pt x="12" y="50"/>
                    <a:pt x="13" y="43"/>
                  </a:cubicBezTo>
                  <a:cubicBezTo>
                    <a:pt x="13" y="37"/>
                    <a:pt x="15" y="31"/>
                    <a:pt x="16" y="25"/>
                  </a:cubicBezTo>
                  <a:cubicBezTo>
                    <a:pt x="18" y="17"/>
                    <a:pt x="20" y="13"/>
                    <a:pt x="20" y="11"/>
                  </a:cubicBezTo>
                  <a:cubicBezTo>
                    <a:pt x="21" y="9"/>
                    <a:pt x="21" y="7"/>
                    <a:pt x="21" y="5"/>
                  </a:cubicBezTo>
                  <a:cubicBezTo>
                    <a:pt x="21" y="2"/>
                    <a:pt x="19"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 name="Freeform 299"/>
            <p:cNvSpPr>
              <a:spLocks noEditPoints="1"/>
            </p:cNvSpPr>
            <p:nvPr/>
          </p:nvSpPr>
          <p:spPr bwMode="auto">
            <a:xfrm>
              <a:off x="6475413" y="6380163"/>
              <a:ext cx="57150" cy="71438"/>
            </a:xfrm>
            <a:custGeom>
              <a:avLst/>
              <a:gdLst>
                <a:gd name="T0" fmla="*/ 41 w 44"/>
                <a:gd name="T1" fmla="*/ 34 h 55"/>
                <a:gd name="T2" fmla="*/ 37 w 44"/>
                <a:gd name="T3" fmla="*/ 36 h 55"/>
                <a:gd name="T4" fmla="*/ 19 w 44"/>
                <a:gd name="T5" fmla="*/ 45 h 55"/>
                <a:gd name="T6" fmla="*/ 13 w 44"/>
                <a:gd name="T7" fmla="*/ 43 h 55"/>
                <a:gd name="T8" fmla="*/ 11 w 44"/>
                <a:gd name="T9" fmla="*/ 39 h 55"/>
                <a:gd name="T10" fmla="*/ 13 w 44"/>
                <a:gd name="T11" fmla="*/ 37 h 55"/>
                <a:gd name="T12" fmla="*/ 33 w 44"/>
                <a:gd name="T13" fmla="*/ 27 h 55"/>
                <a:gd name="T14" fmla="*/ 41 w 44"/>
                <a:gd name="T15" fmla="*/ 12 h 55"/>
                <a:gd name="T16" fmla="*/ 38 w 44"/>
                <a:gd name="T17" fmla="*/ 4 h 55"/>
                <a:gd name="T18" fmla="*/ 29 w 44"/>
                <a:gd name="T19" fmla="*/ 0 h 55"/>
                <a:gd name="T20" fmla="*/ 9 w 44"/>
                <a:gd name="T21" fmla="*/ 12 h 55"/>
                <a:gd name="T22" fmla="*/ 0 w 44"/>
                <a:gd name="T23" fmla="*/ 36 h 55"/>
                <a:gd name="T24" fmla="*/ 5 w 44"/>
                <a:gd name="T25" fmla="*/ 50 h 55"/>
                <a:gd name="T26" fmla="*/ 17 w 44"/>
                <a:gd name="T27" fmla="*/ 55 h 55"/>
                <a:gd name="T28" fmla="*/ 36 w 44"/>
                <a:gd name="T29" fmla="*/ 49 h 55"/>
                <a:gd name="T30" fmla="*/ 44 w 44"/>
                <a:gd name="T31" fmla="*/ 37 h 55"/>
                <a:gd name="T32" fmla="*/ 41 w 44"/>
                <a:gd name="T33" fmla="*/ 34 h 55"/>
                <a:gd name="T34" fmla="*/ 19 w 44"/>
                <a:gd name="T35" fmla="*/ 16 h 55"/>
                <a:gd name="T36" fmla="*/ 28 w 44"/>
                <a:gd name="T37" fmla="*/ 10 h 55"/>
                <a:gd name="T38" fmla="*/ 30 w 44"/>
                <a:gd name="T39" fmla="*/ 11 h 55"/>
                <a:gd name="T40" fmla="*/ 31 w 44"/>
                <a:gd name="T41" fmla="*/ 14 h 55"/>
                <a:gd name="T42" fmla="*/ 25 w 44"/>
                <a:gd name="T43" fmla="*/ 22 h 55"/>
                <a:gd name="T44" fmla="*/ 12 w 44"/>
                <a:gd name="T45" fmla="*/ 29 h 55"/>
                <a:gd name="T46" fmla="*/ 19 w 44"/>
                <a:gd name="T47" fmla="*/ 1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4" h="55">
                  <a:moveTo>
                    <a:pt x="41" y="34"/>
                  </a:moveTo>
                  <a:cubicBezTo>
                    <a:pt x="40" y="34"/>
                    <a:pt x="39" y="34"/>
                    <a:pt x="37" y="36"/>
                  </a:cubicBezTo>
                  <a:cubicBezTo>
                    <a:pt x="31" y="42"/>
                    <a:pt x="25" y="45"/>
                    <a:pt x="19" y="45"/>
                  </a:cubicBezTo>
                  <a:cubicBezTo>
                    <a:pt x="17" y="45"/>
                    <a:pt x="15" y="45"/>
                    <a:pt x="13" y="43"/>
                  </a:cubicBezTo>
                  <a:cubicBezTo>
                    <a:pt x="12" y="42"/>
                    <a:pt x="11" y="41"/>
                    <a:pt x="11" y="39"/>
                  </a:cubicBezTo>
                  <a:cubicBezTo>
                    <a:pt x="11" y="38"/>
                    <a:pt x="12" y="38"/>
                    <a:pt x="13" y="37"/>
                  </a:cubicBezTo>
                  <a:cubicBezTo>
                    <a:pt x="21" y="35"/>
                    <a:pt x="28" y="32"/>
                    <a:pt x="33" y="27"/>
                  </a:cubicBezTo>
                  <a:cubicBezTo>
                    <a:pt x="38" y="22"/>
                    <a:pt x="41" y="17"/>
                    <a:pt x="41" y="12"/>
                  </a:cubicBezTo>
                  <a:cubicBezTo>
                    <a:pt x="41" y="9"/>
                    <a:pt x="40" y="6"/>
                    <a:pt x="38" y="4"/>
                  </a:cubicBezTo>
                  <a:cubicBezTo>
                    <a:pt x="35" y="1"/>
                    <a:pt x="33" y="0"/>
                    <a:pt x="29" y="0"/>
                  </a:cubicBezTo>
                  <a:cubicBezTo>
                    <a:pt x="22" y="0"/>
                    <a:pt x="15" y="4"/>
                    <a:pt x="9" y="12"/>
                  </a:cubicBezTo>
                  <a:cubicBezTo>
                    <a:pt x="3" y="20"/>
                    <a:pt x="0" y="28"/>
                    <a:pt x="0" y="36"/>
                  </a:cubicBezTo>
                  <a:cubicBezTo>
                    <a:pt x="0" y="42"/>
                    <a:pt x="2" y="47"/>
                    <a:pt x="5" y="50"/>
                  </a:cubicBezTo>
                  <a:cubicBezTo>
                    <a:pt x="8" y="54"/>
                    <a:pt x="12" y="55"/>
                    <a:pt x="17" y="55"/>
                  </a:cubicBezTo>
                  <a:cubicBezTo>
                    <a:pt x="24" y="55"/>
                    <a:pt x="30" y="53"/>
                    <a:pt x="36" y="49"/>
                  </a:cubicBezTo>
                  <a:cubicBezTo>
                    <a:pt x="41" y="44"/>
                    <a:pt x="44" y="40"/>
                    <a:pt x="44" y="37"/>
                  </a:cubicBezTo>
                  <a:cubicBezTo>
                    <a:pt x="44" y="35"/>
                    <a:pt x="43" y="34"/>
                    <a:pt x="41" y="34"/>
                  </a:cubicBezTo>
                  <a:close/>
                  <a:moveTo>
                    <a:pt x="19" y="16"/>
                  </a:moveTo>
                  <a:cubicBezTo>
                    <a:pt x="22" y="12"/>
                    <a:pt x="25" y="10"/>
                    <a:pt x="28" y="10"/>
                  </a:cubicBezTo>
                  <a:cubicBezTo>
                    <a:pt x="29" y="10"/>
                    <a:pt x="30" y="10"/>
                    <a:pt x="30" y="11"/>
                  </a:cubicBezTo>
                  <a:cubicBezTo>
                    <a:pt x="31" y="12"/>
                    <a:pt x="31" y="13"/>
                    <a:pt x="31" y="14"/>
                  </a:cubicBezTo>
                  <a:cubicBezTo>
                    <a:pt x="31" y="16"/>
                    <a:pt x="29" y="19"/>
                    <a:pt x="25" y="22"/>
                  </a:cubicBezTo>
                  <a:cubicBezTo>
                    <a:pt x="22" y="26"/>
                    <a:pt x="17" y="28"/>
                    <a:pt x="12" y="29"/>
                  </a:cubicBezTo>
                  <a:cubicBezTo>
                    <a:pt x="13" y="24"/>
                    <a:pt x="16" y="20"/>
                    <a:pt x="19"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 name="Freeform 300"/>
            <p:cNvSpPr>
              <a:spLocks noEditPoints="1"/>
            </p:cNvSpPr>
            <p:nvPr/>
          </p:nvSpPr>
          <p:spPr bwMode="auto">
            <a:xfrm>
              <a:off x="6540501" y="6381750"/>
              <a:ext cx="61913" cy="69850"/>
            </a:xfrm>
            <a:custGeom>
              <a:avLst/>
              <a:gdLst>
                <a:gd name="T0" fmla="*/ 47 w 49"/>
                <a:gd name="T1" fmla="*/ 46 h 54"/>
                <a:gd name="T2" fmla="*/ 45 w 49"/>
                <a:gd name="T3" fmla="*/ 44 h 54"/>
                <a:gd name="T4" fmla="*/ 44 w 49"/>
                <a:gd name="T5" fmla="*/ 41 h 54"/>
                <a:gd name="T6" fmla="*/ 43 w 49"/>
                <a:gd name="T7" fmla="*/ 33 h 54"/>
                <a:gd name="T8" fmla="*/ 45 w 49"/>
                <a:gd name="T9" fmla="*/ 17 h 54"/>
                <a:gd name="T10" fmla="*/ 46 w 49"/>
                <a:gd name="T11" fmla="*/ 10 h 54"/>
                <a:gd name="T12" fmla="*/ 40 w 49"/>
                <a:gd name="T13" fmla="*/ 6 h 54"/>
                <a:gd name="T14" fmla="*/ 33 w 49"/>
                <a:gd name="T15" fmla="*/ 0 h 54"/>
                <a:gd name="T16" fmla="*/ 11 w 49"/>
                <a:gd name="T17" fmla="*/ 14 h 54"/>
                <a:gd name="T18" fmla="*/ 0 w 49"/>
                <a:gd name="T19" fmla="*/ 41 h 54"/>
                <a:gd name="T20" fmla="*/ 3 w 49"/>
                <a:gd name="T21" fmla="*/ 49 h 54"/>
                <a:gd name="T22" fmla="*/ 10 w 49"/>
                <a:gd name="T23" fmla="*/ 53 h 54"/>
                <a:gd name="T24" fmla="*/ 34 w 49"/>
                <a:gd name="T25" fmla="*/ 36 h 54"/>
                <a:gd name="T26" fmla="*/ 42 w 49"/>
                <a:gd name="T27" fmla="*/ 54 h 54"/>
                <a:gd name="T28" fmla="*/ 47 w 49"/>
                <a:gd name="T29" fmla="*/ 52 h 54"/>
                <a:gd name="T30" fmla="*/ 49 w 49"/>
                <a:gd name="T31" fmla="*/ 48 h 54"/>
                <a:gd name="T32" fmla="*/ 47 w 49"/>
                <a:gd name="T33" fmla="*/ 46 h 54"/>
                <a:gd name="T34" fmla="*/ 26 w 49"/>
                <a:gd name="T35" fmla="*/ 33 h 54"/>
                <a:gd name="T36" fmla="*/ 13 w 49"/>
                <a:gd name="T37" fmla="*/ 42 h 54"/>
                <a:gd name="T38" fmla="*/ 11 w 49"/>
                <a:gd name="T39" fmla="*/ 39 h 54"/>
                <a:gd name="T40" fmla="*/ 19 w 49"/>
                <a:gd name="T41" fmla="*/ 21 h 54"/>
                <a:gd name="T42" fmla="*/ 31 w 49"/>
                <a:gd name="T43" fmla="*/ 10 h 54"/>
                <a:gd name="T44" fmla="*/ 33 w 49"/>
                <a:gd name="T45" fmla="*/ 12 h 54"/>
                <a:gd name="T46" fmla="*/ 34 w 49"/>
                <a:gd name="T47" fmla="*/ 15 h 54"/>
                <a:gd name="T48" fmla="*/ 26 w 49"/>
                <a:gd name="T49" fmla="*/ 33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9" h="54">
                  <a:moveTo>
                    <a:pt x="47" y="46"/>
                  </a:moveTo>
                  <a:cubicBezTo>
                    <a:pt x="46" y="45"/>
                    <a:pt x="45" y="45"/>
                    <a:pt x="45" y="44"/>
                  </a:cubicBezTo>
                  <a:cubicBezTo>
                    <a:pt x="45" y="44"/>
                    <a:pt x="44" y="43"/>
                    <a:pt x="44" y="41"/>
                  </a:cubicBezTo>
                  <a:cubicBezTo>
                    <a:pt x="43" y="40"/>
                    <a:pt x="43" y="37"/>
                    <a:pt x="43" y="33"/>
                  </a:cubicBezTo>
                  <a:cubicBezTo>
                    <a:pt x="43" y="29"/>
                    <a:pt x="44" y="24"/>
                    <a:pt x="45" y="17"/>
                  </a:cubicBezTo>
                  <a:cubicBezTo>
                    <a:pt x="45" y="14"/>
                    <a:pt x="46" y="12"/>
                    <a:pt x="46" y="10"/>
                  </a:cubicBezTo>
                  <a:cubicBezTo>
                    <a:pt x="46" y="7"/>
                    <a:pt x="44" y="6"/>
                    <a:pt x="40" y="6"/>
                  </a:cubicBezTo>
                  <a:cubicBezTo>
                    <a:pt x="39" y="2"/>
                    <a:pt x="37" y="0"/>
                    <a:pt x="33" y="0"/>
                  </a:cubicBezTo>
                  <a:cubicBezTo>
                    <a:pt x="25" y="0"/>
                    <a:pt x="18" y="5"/>
                    <a:pt x="11" y="14"/>
                  </a:cubicBezTo>
                  <a:cubicBezTo>
                    <a:pt x="3" y="24"/>
                    <a:pt x="0" y="33"/>
                    <a:pt x="0" y="41"/>
                  </a:cubicBezTo>
                  <a:cubicBezTo>
                    <a:pt x="0" y="44"/>
                    <a:pt x="1" y="47"/>
                    <a:pt x="3" y="49"/>
                  </a:cubicBezTo>
                  <a:cubicBezTo>
                    <a:pt x="5" y="52"/>
                    <a:pt x="7" y="53"/>
                    <a:pt x="10" y="53"/>
                  </a:cubicBezTo>
                  <a:cubicBezTo>
                    <a:pt x="17" y="53"/>
                    <a:pt x="25" y="47"/>
                    <a:pt x="34" y="36"/>
                  </a:cubicBezTo>
                  <a:cubicBezTo>
                    <a:pt x="33" y="48"/>
                    <a:pt x="36" y="54"/>
                    <a:pt x="42" y="54"/>
                  </a:cubicBezTo>
                  <a:cubicBezTo>
                    <a:pt x="43" y="54"/>
                    <a:pt x="45" y="53"/>
                    <a:pt x="47" y="52"/>
                  </a:cubicBezTo>
                  <a:cubicBezTo>
                    <a:pt x="48" y="51"/>
                    <a:pt x="49" y="50"/>
                    <a:pt x="49" y="48"/>
                  </a:cubicBezTo>
                  <a:cubicBezTo>
                    <a:pt x="49" y="47"/>
                    <a:pt x="48" y="47"/>
                    <a:pt x="47" y="46"/>
                  </a:cubicBezTo>
                  <a:close/>
                  <a:moveTo>
                    <a:pt x="26" y="33"/>
                  </a:moveTo>
                  <a:cubicBezTo>
                    <a:pt x="21" y="39"/>
                    <a:pt x="16" y="42"/>
                    <a:pt x="13" y="42"/>
                  </a:cubicBezTo>
                  <a:cubicBezTo>
                    <a:pt x="11" y="42"/>
                    <a:pt x="11" y="41"/>
                    <a:pt x="11" y="39"/>
                  </a:cubicBezTo>
                  <a:cubicBezTo>
                    <a:pt x="11" y="34"/>
                    <a:pt x="13" y="28"/>
                    <a:pt x="19" y="21"/>
                  </a:cubicBezTo>
                  <a:cubicBezTo>
                    <a:pt x="24" y="14"/>
                    <a:pt x="28" y="10"/>
                    <a:pt x="31" y="10"/>
                  </a:cubicBezTo>
                  <a:cubicBezTo>
                    <a:pt x="32" y="10"/>
                    <a:pt x="32" y="11"/>
                    <a:pt x="33" y="12"/>
                  </a:cubicBezTo>
                  <a:cubicBezTo>
                    <a:pt x="34" y="13"/>
                    <a:pt x="34" y="14"/>
                    <a:pt x="34" y="15"/>
                  </a:cubicBezTo>
                  <a:cubicBezTo>
                    <a:pt x="34" y="20"/>
                    <a:pt x="32" y="26"/>
                    <a:pt x="26"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 name="Freeform 301"/>
            <p:cNvSpPr>
              <a:spLocks/>
            </p:cNvSpPr>
            <p:nvPr/>
          </p:nvSpPr>
          <p:spPr bwMode="auto">
            <a:xfrm>
              <a:off x="6662738" y="6343650"/>
              <a:ext cx="50800" cy="111125"/>
            </a:xfrm>
            <a:custGeom>
              <a:avLst/>
              <a:gdLst>
                <a:gd name="T0" fmla="*/ 31 w 40"/>
                <a:gd name="T1" fmla="*/ 36 h 87"/>
                <a:gd name="T2" fmla="*/ 18 w 40"/>
                <a:gd name="T3" fmla="*/ 36 h 87"/>
                <a:gd name="T4" fmla="*/ 17 w 40"/>
                <a:gd name="T5" fmla="*/ 36 h 87"/>
                <a:gd name="T6" fmla="*/ 20 w 40"/>
                <a:gd name="T7" fmla="*/ 19 h 87"/>
                <a:gd name="T8" fmla="*/ 27 w 40"/>
                <a:gd name="T9" fmla="*/ 10 h 87"/>
                <a:gd name="T10" fmla="*/ 30 w 40"/>
                <a:gd name="T11" fmla="*/ 17 h 87"/>
                <a:gd name="T12" fmla="*/ 30 w 40"/>
                <a:gd name="T13" fmla="*/ 21 h 87"/>
                <a:gd name="T14" fmla="*/ 31 w 40"/>
                <a:gd name="T15" fmla="*/ 23 h 87"/>
                <a:gd name="T16" fmla="*/ 33 w 40"/>
                <a:gd name="T17" fmla="*/ 24 h 87"/>
                <a:gd name="T18" fmla="*/ 38 w 40"/>
                <a:gd name="T19" fmla="*/ 20 h 87"/>
                <a:gd name="T20" fmla="*/ 40 w 40"/>
                <a:gd name="T21" fmla="*/ 11 h 87"/>
                <a:gd name="T22" fmla="*/ 37 w 40"/>
                <a:gd name="T23" fmla="*/ 4 h 87"/>
                <a:gd name="T24" fmla="*/ 29 w 40"/>
                <a:gd name="T25" fmla="*/ 0 h 87"/>
                <a:gd name="T26" fmla="*/ 15 w 40"/>
                <a:gd name="T27" fmla="*/ 7 h 87"/>
                <a:gd name="T28" fmla="*/ 7 w 40"/>
                <a:gd name="T29" fmla="*/ 28 h 87"/>
                <a:gd name="T30" fmla="*/ 6 w 40"/>
                <a:gd name="T31" fmla="*/ 34 h 87"/>
                <a:gd name="T32" fmla="*/ 4 w 40"/>
                <a:gd name="T33" fmla="*/ 37 h 87"/>
                <a:gd name="T34" fmla="*/ 0 w 40"/>
                <a:gd name="T35" fmla="*/ 42 h 87"/>
                <a:gd name="T36" fmla="*/ 4 w 40"/>
                <a:gd name="T37" fmla="*/ 46 h 87"/>
                <a:gd name="T38" fmla="*/ 4 w 40"/>
                <a:gd name="T39" fmla="*/ 47 h 87"/>
                <a:gd name="T40" fmla="*/ 3 w 40"/>
                <a:gd name="T41" fmla="*/ 61 h 87"/>
                <a:gd name="T42" fmla="*/ 1 w 40"/>
                <a:gd name="T43" fmla="*/ 79 h 87"/>
                <a:gd name="T44" fmla="*/ 7 w 40"/>
                <a:gd name="T45" fmla="*/ 87 h 87"/>
                <a:gd name="T46" fmla="*/ 11 w 40"/>
                <a:gd name="T47" fmla="*/ 86 h 87"/>
                <a:gd name="T48" fmla="*/ 13 w 40"/>
                <a:gd name="T49" fmla="*/ 83 h 87"/>
                <a:gd name="T50" fmla="*/ 13 w 40"/>
                <a:gd name="T51" fmla="*/ 75 h 87"/>
                <a:gd name="T52" fmla="*/ 13 w 40"/>
                <a:gd name="T53" fmla="*/ 67 h 87"/>
                <a:gd name="T54" fmla="*/ 13 w 40"/>
                <a:gd name="T55" fmla="*/ 58 h 87"/>
                <a:gd name="T56" fmla="*/ 13 w 40"/>
                <a:gd name="T57" fmla="*/ 58 h 87"/>
                <a:gd name="T58" fmla="*/ 15 w 40"/>
                <a:gd name="T59" fmla="*/ 46 h 87"/>
                <a:gd name="T60" fmla="*/ 20 w 40"/>
                <a:gd name="T61" fmla="*/ 45 h 87"/>
                <a:gd name="T62" fmla="*/ 30 w 40"/>
                <a:gd name="T63" fmla="*/ 44 h 87"/>
                <a:gd name="T64" fmla="*/ 35 w 40"/>
                <a:gd name="T65" fmla="*/ 39 h 87"/>
                <a:gd name="T66" fmla="*/ 31 w 40"/>
                <a:gd name="T67" fmla="*/ 36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0" h="87">
                  <a:moveTo>
                    <a:pt x="31" y="36"/>
                  </a:moveTo>
                  <a:cubicBezTo>
                    <a:pt x="29" y="36"/>
                    <a:pt x="24" y="36"/>
                    <a:pt x="18" y="36"/>
                  </a:cubicBezTo>
                  <a:cubicBezTo>
                    <a:pt x="17" y="36"/>
                    <a:pt x="17" y="36"/>
                    <a:pt x="17" y="36"/>
                  </a:cubicBezTo>
                  <a:cubicBezTo>
                    <a:pt x="17" y="31"/>
                    <a:pt x="18" y="26"/>
                    <a:pt x="20" y="19"/>
                  </a:cubicBezTo>
                  <a:cubicBezTo>
                    <a:pt x="22" y="13"/>
                    <a:pt x="25" y="10"/>
                    <a:pt x="27" y="10"/>
                  </a:cubicBezTo>
                  <a:cubicBezTo>
                    <a:pt x="29" y="10"/>
                    <a:pt x="30" y="12"/>
                    <a:pt x="30" y="17"/>
                  </a:cubicBezTo>
                  <a:cubicBezTo>
                    <a:pt x="30" y="21"/>
                    <a:pt x="30" y="21"/>
                    <a:pt x="30" y="21"/>
                  </a:cubicBezTo>
                  <a:cubicBezTo>
                    <a:pt x="30" y="22"/>
                    <a:pt x="30" y="23"/>
                    <a:pt x="31" y="23"/>
                  </a:cubicBezTo>
                  <a:cubicBezTo>
                    <a:pt x="31" y="24"/>
                    <a:pt x="32" y="24"/>
                    <a:pt x="33" y="24"/>
                  </a:cubicBezTo>
                  <a:cubicBezTo>
                    <a:pt x="35" y="24"/>
                    <a:pt x="37" y="23"/>
                    <a:pt x="38" y="20"/>
                  </a:cubicBezTo>
                  <a:cubicBezTo>
                    <a:pt x="39" y="17"/>
                    <a:pt x="40" y="14"/>
                    <a:pt x="40" y="11"/>
                  </a:cubicBezTo>
                  <a:cubicBezTo>
                    <a:pt x="40" y="8"/>
                    <a:pt x="39" y="6"/>
                    <a:pt x="37" y="4"/>
                  </a:cubicBezTo>
                  <a:cubicBezTo>
                    <a:pt x="34" y="2"/>
                    <a:pt x="32" y="0"/>
                    <a:pt x="29" y="0"/>
                  </a:cubicBezTo>
                  <a:cubicBezTo>
                    <a:pt x="23" y="0"/>
                    <a:pt x="19" y="3"/>
                    <a:pt x="15" y="7"/>
                  </a:cubicBezTo>
                  <a:cubicBezTo>
                    <a:pt x="12" y="11"/>
                    <a:pt x="9" y="18"/>
                    <a:pt x="7" y="28"/>
                  </a:cubicBezTo>
                  <a:cubicBezTo>
                    <a:pt x="7" y="31"/>
                    <a:pt x="6" y="33"/>
                    <a:pt x="6" y="34"/>
                  </a:cubicBezTo>
                  <a:cubicBezTo>
                    <a:pt x="6" y="35"/>
                    <a:pt x="5" y="36"/>
                    <a:pt x="4" y="37"/>
                  </a:cubicBezTo>
                  <a:cubicBezTo>
                    <a:pt x="2" y="39"/>
                    <a:pt x="0" y="41"/>
                    <a:pt x="0" y="42"/>
                  </a:cubicBezTo>
                  <a:cubicBezTo>
                    <a:pt x="0" y="43"/>
                    <a:pt x="1" y="45"/>
                    <a:pt x="4" y="46"/>
                  </a:cubicBezTo>
                  <a:cubicBezTo>
                    <a:pt x="4" y="46"/>
                    <a:pt x="4" y="47"/>
                    <a:pt x="4" y="47"/>
                  </a:cubicBezTo>
                  <a:cubicBezTo>
                    <a:pt x="4" y="50"/>
                    <a:pt x="4" y="55"/>
                    <a:pt x="3" y="61"/>
                  </a:cubicBezTo>
                  <a:cubicBezTo>
                    <a:pt x="1" y="70"/>
                    <a:pt x="1" y="76"/>
                    <a:pt x="1" y="79"/>
                  </a:cubicBezTo>
                  <a:cubicBezTo>
                    <a:pt x="1" y="84"/>
                    <a:pt x="3" y="87"/>
                    <a:pt x="7" y="87"/>
                  </a:cubicBezTo>
                  <a:cubicBezTo>
                    <a:pt x="9" y="87"/>
                    <a:pt x="10" y="86"/>
                    <a:pt x="11" y="86"/>
                  </a:cubicBezTo>
                  <a:cubicBezTo>
                    <a:pt x="12" y="85"/>
                    <a:pt x="13" y="84"/>
                    <a:pt x="13" y="83"/>
                  </a:cubicBezTo>
                  <a:cubicBezTo>
                    <a:pt x="13" y="80"/>
                    <a:pt x="13" y="77"/>
                    <a:pt x="13" y="75"/>
                  </a:cubicBezTo>
                  <a:cubicBezTo>
                    <a:pt x="13" y="72"/>
                    <a:pt x="12" y="69"/>
                    <a:pt x="13" y="67"/>
                  </a:cubicBezTo>
                  <a:cubicBezTo>
                    <a:pt x="13" y="58"/>
                    <a:pt x="13" y="58"/>
                    <a:pt x="13" y="58"/>
                  </a:cubicBezTo>
                  <a:cubicBezTo>
                    <a:pt x="13" y="58"/>
                    <a:pt x="13" y="58"/>
                    <a:pt x="13" y="58"/>
                  </a:cubicBezTo>
                  <a:cubicBezTo>
                    <a:pt x="13" y="55"/>
                    <a:pt x="14" y="51"/>
                    <a:pt x="15" y="46"/>
                  </a:cubicBezTo>
                  <a:cubicBezTo>
                    <a:pt x="16" y="46"/>
                    <a:pt x="18" y="46"/>
                    <a:pt x="20" y="45"/>
                  </a:cubicBezTo>
                  <a:cubicBezTo>
                    <a:pt x="24" y="45"/>
                    <a:pt x="27" y="45"/>
                    <a:pt x="30" y="44"/>
                  </a:cubicBezTo>
                  <a:cubicBezTo>
                    <a:pt x="34" y="43"/>
                    <a:pt x="35" y="41"/>
                    <a:pt x="35" y="39"/>
                  </a:cubicBezTo>
                  <a:cubicBezTo>
                    <a:pt x="35" y="37"/>
                    <a:pt x="34" y="36"/>
                    <a:pt x="3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 name="Freeform 302"/>
            <p:cNvSpPr>
              <a:spLocks noEditPoints="1"/>
            </p:cNvSpPr>
            <p:nvPr/>
          </p:nvSpPr>
          <p:spPr bwMode="auto">
            <a:xfrm>
              <a:off x="6708776" y="6383338"/>
              <a:ext cx="58738" cy="68263"/>
            </a:xfrm>
            <a:custGeom>
              <a:avLst/>
              <a:gdLst>
                <a:gd name="T0" fmla="*/ 28 w 46"/>
                <a:gd name="T1" fmla="*/ 0 h 53"/>
                <a:gd name="T2" fmla="*/ 8 w 46"/>
                <a:gd name="T3" fmla="*/ 12 h 53"/>
                <a:gd name="T4" fmla="*/ 0 w 46"/>
                <a:gd name="T5" fmla="*/ 36 h 53"/>
                <a:gd name="T6" fmla="*/ 4 w 46"/>
                <a:gd name="T7" fmla="*/ 48 h 53"/>
                <a:gd name="T8" fmla="*/ 15 w 46"/>
                <a:gd name="T9" fmla="*/ 53 h 53"/>
                <a:gd name="T10" fmla="*/ 33 w 46"/>
                <a:gd name="T11" fmla="*/ 46 h 53"/>
                <a:gd name="T12" fmla="*/ 45 w 46"/>
                <a:gd name="T13" fmla="*/ 27 h 53"/>
                <a:gd name="T14" fmla="*/ 45 w 46"/>
                <a:gd name="T15" fmla="*/ 27 h 53"/>
                <a:gd name="T16" fmla="*/ 46 w 46"/>
                <a:gd name="T17" fmla="*/ 20 h 53"/>
                <a:gd name="T18" fmla="*/ 41 w 46"/>
                <a:gd name="T19" fmla="*/ 6 h 53"/>
                <a:gd name="T20" fmla="*/ 28 w 46"/>
                <a:gd name="T21" fmla="*/ 0 h 53"/>
                <a:gd name="T22" fmla="*/ 28 w 46"/>
                <a:gd name="T23" fmla="*/ 37 h 53"/>
                <a:gd name="T24" fmla="*/ 16 w 46"/>
                <a:gd name="T25" fmla="*/ 44 h 53"/>
                <a:gd name="T26" fmla="*/ 12 w 46"/>
                <a:gd name="T27" fmla="*/ 41 h 53"/>
                <a:gd name="T28" fmla="*/ 11 w 46"/>
                <a:gd name="T29" fmla="*/ 35 h 53"/>
                <a:gd name="T30" fmla="*/ 14 w 46"/>
                <a:gd name="T31" fmla="*/ 22 h 53"/>
                <a:gd name="T32" fmla="*/ 21 w 46"/>
                <a:gd name="T33" fmla="*/ 12 h 53"/>
                <a:gd name="T34" fmla="*/ 21 w 46"/>
                <a:gd name="T35" fmla="*/ 12 h 53"/>
                <a:gd name="T36" fmla="*/ 27 w 46"/>
                <a:gd name="T37" fmla="*/ 10 h 53"/>
                <a:gd name="T38" fmla="*/ 33 w 46"/>
                <a:gd name="T39" fmla="*/ 13 h 53"/>
                <a:gd name="T40" fmla="*/ 35 w 46"/>
                <a:gd name="T41" fmla="*/ 21 h 53"/>
                <a:gd name="T42" fmla="*/ 28 w 46"/>
                <a:gd name="T43" fmla="*/ 3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6" h="53">
                  <a:moveTo>
                    <a:pt x="28" y="0"/>
                  </a:moveTo>
                  <a:cubicBezTo>
                    <a:pt x="20" y="0"/>
                    <a:pt x="13" y="4"/>
                    <a:pt x="8" y="12"/>
                  </a:cubicBezTo>
                  <a:cubicBezTo>
                    <a:pt x="2" y="20"/>
                    <a:pt x="0" y="28"/>
                    <a:pt x="0" y="36"/>
                  </a:cubicBezTo>
                  <a:cubicBezTo>
                    <a:pt x="0" y="41"/>
                    <a:pt x="1" y="45"/>
                    <a:pt x="4" y="48"/>
                  </a:cubicBezTo>
                  <a:cubicBezTo>
                    <a:pt x="7" y="52"/>
                    <a:pt x="11" y="53"/>
                    <a:pt x="15" y="53"/>
                  </a:cubicBezTo>
                  <a:cubicBezTo>
                    <a:pt x="21" y="53"/>
                    <a:pt x="27" y="51"/>
                    <a:pt x="33" y="46"/>
                  </a:cubicBezTo>
                  <a:cubicBezTo>
                    <a:pt x="39" y="41"/>
                    <a:pt x="41" y="35"/>
                    <a:pt x="45" y="27"/>
                  </a:cubicBezTo>
                  <a:cubicBezTo>
                    <a:pt x="45" y="27"/>
                    <a:pt x="45" y="27"/>
                    <a:pt x="45" y="27"/>
                  </a:cubicBezTo>
                  <a:cubicBezTo>
                    <a:pt x="45" y="25"/>
                    <a:pt x="46" y="23"/>
                    <a:pt x="46" y="20"/>
                  </a:cubicBezTo>
                  <a:cubicBezTo>
                    <a:pt x="46" y="15"/>
                    <a:pt x="44" y="10"/>
                    <a:pt x="41" y="6"/>
                  </a:cubicBezTo>
                  <a:cubicBezTo>
                    <a:pt x="37" y="2"/>
                    <a:pt x="33" y="0"/>
                    <a:pt x="28" y="0"/>
                  </a:cubicBezTo>
                  <a:close/>
                  <a:moveTo>
                    <a:pt x="28" y="37"/>
                  </a:moveTo>
                  <a:cubicBezTo>
                    <a:pt x="24" y="41"/>
                    <a:pt x="20" y="44"/>
                    <a:pt x="16" y="44"/>
                  </a:cubicBezTo>
                  <a:cubicBezTo>
                    <a:pt x="15" y="44"/>
                    <a:pt x="13" y="43"/>
                    <a:pt x="12" y="41"/>
                  </a:cubicBezTo>
                  <a:cubicBezTo>
                    <a:pt x="11" y="39"/>
                    <a:pt x="11" y="37"/>
                    <a:pt x="11" y="35"/>
                  </a:cubicBezTo>
                  <a:cubicBezTo>
                    <a:pt x="11" y="30"/>
                    <a:pt x="12" y="26"/>
                    <a:pt x="14" y="22"/>
                  </a:cubicBezTo>
                  <a:cubicBezTo>
                    <a:pt x="16" y="17"/>
                    <a:pt x="18" y="16"/>
                    <a:pt x="21" y="12"/>
                  </a:cubicBezTo>
                  <a:cubicBezTo>
                    <a:pt x="21" y="12"/>
                    <a:pt x="21" y="12"/>
                    <a:pt x="21" y="12"/>
                  </a:cubicBezTo>
                  <a:cubicBezTo>
                    <a:pt x="22" y="12"/>
                    <a:pt x="25" y="10"/>
                    <a:pt x="27" y="10"/>
                  </a:cubicBezTo>
                  <a:cubicBezTo>
                    <a:pt x="29" y="10"/>
                    <a:pt x="31" y="11"/>
                    <a:pt x="33" y="13"/>
                  </a:cubicBezTo>
                  <a:cubicBezTo>
                    <a:pt x="34" y="15"/>
                    <a:pt x="35" y="18"/>
                    <a:pt x="35" y="21"/>
                  </a:cubicBezTo>
                  <a:cubicBezTo>
                    <a:pt x="35" y="27"/>
                    <a:pt x="33" y="32"/>
                    <a:pt x="28"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 name="Freeform 303"/>
            <p:cNvSpPr>
              <a:spLocks/>
            </p:cNvSpPr>
            <p:nvPr/>
          </p:nvSpPr>
          <p:spPr bwMode="auto">
            <a:xfrm>
              <a:off x="6780213" y="6383338"/>
              <a:ext cx="60325" cy="68263"/>
            </a:xfrm>
            <a:custGeom>
              <a:avLst/>
              <a:gdLst>
                <a:gd name="T0" fmla="*/ 36 w 47"/>
                <a:gd name="T1" fmla="*/ 0 h 53"/>
                <a:gd name="T2" fmla="*/ 23 w 47"/>
                <a:gd name="T3" fmla="*/ 7 h 53"/>
                <a:gd name="T4" fmla="*/ 11 w 47"/>
                <a:gd name="T5" fmla="*/ 25 h 53"/>
                <a:gd name="T6" fmla="*/ 10 w 47"/>
                <a:gd name="T7" fmla="*/ 27 h 53"/>
                <a:gd name="T8" fmla="*/ 12 w 47"/>
                <a:gd name="T9" fmla="*/ 20 h 53"/>
                <a:gd name="T10" fmla="*/ 13 w 47"/>
                <a:gd name="T11" fmla="*/ 14 h 53"/>
                <a:gd name="T12" fmla="*/ 15 w 47"/>
                <a:gd name="T13" fmla="*/ 5 h 53"/>
                <a:gd name="T14" fmla="*/ 14 w 47"/>
                <a:gd name="T15" fmla="*/ 2 h 53"/>
                <a:gd name="T16" fmla="*/ 10 w 47"/>
                <a:gd name="T17" fmla="*/ 0 h 53"/>
                <a:gd name="T18" fmla="*/ 6 w 47"/>
                <a:gd name="T19" fmla="*/ 2 h 53"/>
                <a:gd name="T20" fmla="*/ 3 w 47"/>
                <a:gd name="T21" fmla="*/ 5 h 53"/>
                <a:gd name="T22" fmla="*/ 2 w 47"/>
                <a:gd name="T23" fmla="*/ 11 h 53"/>
                <a:gd name="T24" fmla="*/ 2 w 47"/>
                <a:gd name="T25" fmla="*/ 14 h 53"/>
                <a:gd name="T26" fmla="*/ 1 w 47"/>
                <a:gd name="T27" fmla="*/ 28 h 53"/>
                <a:gd name="T28" fmla="*/ 0 w 47"/>
                <a:gd name="T29" fmla="*/ 37 h 53"/>
                <a:gd name="T30" fmla="*/ 2 w 47"/>
                <a:gd name="T31" fmla="*/ 49 h 53"/>
                <a:gd name="T32" fmla="*/ 6 w 47"/>
                <a:gd name="T33" fmla="*/ 53 h 53"/>
                <a:gd name="T34" fmla="*/ 11 w 47"/>
                <a:gd name="T35" fmla="*/ 51 h 53"/>
                <a:gd name="T36" fmla="*/ 14 w 47"/>
                <a:gd name="T37" fmla="*/ 46 h 53"/>
                <a:gd name="T38" fmla="*/ 23 w 47"/>
                <a:gd name="T39" fmla="*/ 21 h 53"/>
                <a:gd name="T40" fmla="*/ 35 w 47"/>
                <a:gd name="T41" fmla="*/ 10 h 53"/>
                <a:gd name="T42" fmla="*/ 38 w 47"/>
                <a:gd name="T43" fmla="*/ 12 h 53"/>
                <a:gd name="T44" fmla="*/ 43 w 47"/>
                <a:gd name="T45" fmla="*/ 14 h 53"/>
                <a:gd name="T46" fmla="*/ 46 w 47"/>
                <a:gd name="T47" fmla="*/ 12 h 53"/>
                <a:gd name="T48" fmla="*/ 47 w 47"/>
                <a:gd name="T49" fmla="*/ 9 h 53"/>
                <a:gd name="T50" fmla="*/ 44 w 47"/>
                <a:gd name="T51" fmla="*/ 2 h 53"/>
                <a:gd name="T52" fmla="*/ 36 w 47"/>
                <a:gd name="T53"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7" h="53">
                  <a:moveTo>
                    <a:pt x="36" y="0"/>
                  </a:moveTo>
                  <a:cubicBezTo>
                    <a:pt x="32" y="0"/>
                    <a:pt x="28" y="2"/>
                    <a:pt x="23" y="7"/>
                  </a:cubicBezTo>
                  <a:cubicBezTo>
                    <a:pt x="19" y="12"/>
                    <a:pt x="15" y="18"/>
                    <a:pt x="11" y="25"/>
                  </a:cubicBezTo>
                  <a:cubicBezTo>
                    <a:pt x="10" y="27"/>
                    <a:pt x="10" y="27"/>
                    <a:pt x="10" y="27"/>
                  </a:cubicBezTo>
                  <a:cubicBezTo>
                    <a:pt x="12" y="20"/>
                    <a:pt x="12" y="20"/>
                    <a:pt x="12" y="20"/>
                  </a:cubicBezTo>
                  <a:cubicBezTo>
                    <a:pt x="12" y="17"/>
                    <a:pt x="12" y="15"/>
                    <a:pt x="13" y="14"/>
                  </a:cubicBezTo>
                  <a:cubicBezTo>
                    <a:pt x="14" y="9"/>
                    <a:pt x="15" y="6"/>
                    <a:pt x="15" y="5"/>
                  </a:cubicBezTo>
                  <a:cubicBezTo>
                    <a:pt x="15" y="4"/>
                    <a:pt x="15" y="3"/>
                    <a:pt x="14" y="2"/>
                  </a:cubicBezTo>
                  <a:cubicBezTo>
                    <a:pt x="13" y="1"/>
                    <a:pt x="12" y="0"/>
                    <a:pt x="10" y="0"/>
                  </a:cubicBezTo>
                  <a:cubicBezTo>
                    <a:pt x="8" y="0"/>
                    <a:pt x="7" y="1"/>
                    <a:pt x="6" y="2"/>
                  </a:cubicBezTo>
                  <a:cubicBezTo>
                    <a:pt x="4" y="3"/>
                    <a:pt x="3" y="4"/>
                    <a:pt x="3" y="5"/>
                  </a:cubicBezTo>
                  <a:cubicBezTo>
                    <a:pt x="3" y="6"/>
                    <a:pt x="2" y="8"/>
                    <a:pt x="2" y="11"/>
                  </a:cubicBezTo>
                  <a:cubicBezTo>
                    <a:pt x="2" y="12"/>
                    <a:pt x="2" y="13"/>
                    <a:pt x="2" y="14"/>
                  </a:cubicBezTo>
                  <a:cubicBezTo>
                    <a:pt x="1" y="20"/>
                    <a:pt x="1" y="24"/>
                    <a:pt x="1" y="28"/>
                  </a:cubicBezTo>
                  <a:cubicBezTo>
                    <a:pt x="1" y="32"/>
                    <a:pt x="0" y="35"/>
                    <a:pt x="0" y="37"/>
                  </a:cubicBezTo>
                  <a:cubicBezTo>
                    <a:pt x="0" y="43"/>
                    <a:pt x="1" y="47"/>
                    <a:pt x="2" y="49"/>
                  </a:cubicBezTo>
                  <a:cubicBezTo>
                    <a:pt x="3" y="51"/>
                    <a:pt x="4" y="53"/>
                    <a:pt x="6" y="53"/>
                  </a:cubicBezTo>
                  <a:cubicBezTo>
                    <a:pt x="8" y="53"/>
                    <a:pt x="10" y="52"/>
                    <a:pt x="11" y="51"/>
                  </a:cubicBezTo>
                  <a:cubicBezTo>
                    <a:pt x="12" y="50"/>
                    <a:pt x="13" y="48"/>
                    <a:pt x="14" y="46"/>
                  </a:cubicBezTo>
                  <a:cubicBezTo>
                    <a:pt x="15" y="37"/>
                    <a:pt x="18" y="28"/>
                    <a:pt x="23" y="21"/>
                  </a:cubicBezTo>
                  <a:cubicBezTo>
                    <a:pt x="29" y="14"/>
                    <a:pt x="33" y="10"/>
                    <a:pt x="35" y="10"/>
                  </a:cubicBezTo>
                  <a:cubicBezTo>
                    <a:pt x="36" y="10"/>
                    <a:pt x="37" y="11"/>
                    <a:pt x="38" y="12"/>
                  </a:cubicBezTo>
                  <a:cubicBezTo>
                    <a:pt x="39" y="13"/>
                    <a:pt x="41" y="14"/>
                    <a:pt x="43" y="14"/>
                  </a:cubicBezTo>
                  <a:cubicBezTo>
                    <a:pt x="44" y="14"/>
                    <a:pt x="45" y="14"/>
                    <a:pt x="46" y="12"/>
                  </a:cubicBezTo>
                  <a:cubicBezTo>
                    <a:pt x="47" y="11"/>
                    <a:pt x="47" y="10"/>
                    <a:pt x="47" y="9"/>
                  </a:cubicBezTo>
                  <a:cubicBezTo>
                    <a:pt x="47" y="6"/>
                    <a:pt x="46" y="4"/>
                    <a:pt x="44" y="2"/>
                  </a:cubicBezTo>
                  <a:cubicBezTo>
                    <a:pt x="42" y="1"/>
                    <a:pt x="39" y="0"/>
                    <a:pt x="3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 name="Freeform 304"/>
            <p:cNvSpPr>
              <a:spLocks/>
            </p:cNvSpPr>
            <p:nvPr/>
          </p:nvSpPr>
          <p:spPr bwMode="auto">
            <a:xfrm>
              <a:off x="6889751" y="6343650"/>
              <a:ext cx="52388" cy="111125"/>
            </a:xfrm>
            <a:custGeom>
              <a:avLst/>
              <a:gdLst>
                <a:gd name="T0" fmla="*/ 31 w 40"/>
                <a:gd name="T1" fmla="*/ 23 h 87"/>
                <a:gd name="T2" fmla="*/ 33 w 40"/>
                <a:gd name="T3" fmla="*/ 24 h 87"/>
                <a:gd name="T4" fmla="*/ 38 w 40"/>
                <a:gd name="T5" fmla="*/ 20 h 87"/>
                <a:gd name="T6" fmla="*/ 40 w 40"/>
                <a:gd name="T7" fmla="*/ 11 h 87"/>
                <a:gd name="T8" fmla="*/ 36 w 40"/>
                <a:gd name="T9" fmla="*/ 4 h 87"/>
                <a:gd name="T10" fmla="*/ 28 w 40"/>
                <a:gd name="T11" fmla="*/ 0 h 87"/>
                <a:gd name="T12" fmla="*/ 15 w 40"/>
                <a:gd name="T13" fmla="*/ 7 h 87"/>
                <a:gd name="T14" fmla="*/ 7 w 40"/>
                <a:gd name="T15" fmla="*/ 28 h 87"/>
                <a:gd name="T16" fmla="*/ 6 w 40"/>
                <a:gd name="T17" fmla="*/ 34 h 87"/>
                <a:gd name="T18" fmla="*/ 4 w 40"/>
                <a:gd name="T19" fmla="*/ 37 h 87"/>
                <a:gd name="T20" fmla="*/ 0 w 40"/>
                <a:gd name="T21" fmla="*/ 42 h 87"/>
                <a:gd name="T22" fmla="*/ 3 w 40"/>
                <a:gd name="T23" fmla="*/ 46 h 87"/>
                <a:gd name="T24" fmla="*/ 4 w 40"/>
                <a:gd name="T25" fmla="*/ 47 h 87"/>
                <a:gd name="T26" fmla="*/ 2 w 40"/>
                <a:gd name="T27" fmla="*/ 61 h 87"/>
                <a:gd name="T28" fmla="*/ 0 w 40"/>
                <a:gd name="T29" fmla="*/ 79 h 87"/>
                <a:gd name="T30" fmla="*/ 7 w 40"/>
                <a:gd name="T31" fmla="*/ 87 h 87"/>
                <a:gd name="T32" fmla="*/ 11 w 40"/>
                <a:gd name="T33" fmla="*/ 86 h 87"/>
                <a:gd name="T34" fmla="*/ 13 w 40"/>
                <a:gd name="T35" fmla="*/ 83 h 87"/>
                <a:gd name="T36" fmla="*/ 13 w 40"/>
                <a:gd name="T37" fmla="*/ 75 h 87"/>
                <a:gd name="T38" fmla="*/ 12 w 40"/>
                <a:gd name="T39" fmla="*/ 67 h 87"/>
                <a:gd name="T40" fmla="*/ 12 w 40"/>
                <a:gd name="T41" fmla="*/ 58 h 87"/>
                <a:gd name="T42" fmla="*/ 12 w 40"/>
                <a:gd name="T43" fmla="*/ 58 h 87"/>
                <a:gd name="T44" fmla="*/ 14 w 40"/>
                <a:gd name="T45" fmla="*/ 46 h 87"/>
                <a:gd name="T46" fmla="*/ 20 w 40"/>
                <a:gd name="T47" fmla="*/ 45 h 87"/>
                <a:gd name="T48" fmla="*/ 30 w 40"/>
                <a:gd name="T49" fmla="*/ 44 h 87"/>
                <a:gd name="T50" fmla="*/ 35 w 40"/>
                <a:gd name="T51" fmla="*/ 39 h 87"/>
                <a:gd name="T52" fmla="*/ 31 w 40"/>
                <a:gd name="T53" fmla="*/ 36 h 87"/>
                <a:gd name="T54" fmla="*/ 17 w 40"/>
                <a:gd name="T55" fmla="*/ 36 h 87"/>
                <a:gd name="T56" fmla="*/ 16 w 40"/>
                <a:gd name="T57" fmla="*/ 36 h 87"/>
                <a:gd name="T58" fmla="*/ 20 w 40"/>
                <a:gd name="T59" fmla="*/ 19 h 87"/>
                <a:gd name="T60" fmla="*/ 27 w 40"/>
                <a:gd name="T61" fmla="*/ 10 h 87"/>
                <a:gd name="T62" fmla="*/ 30 w 40"/>
                <a:gd name="T63" fmla="*/ 17 h 87"/>
                <a:gd name="T64" fmla="*/ 30 w 40"/>
                <a:gd name="T65" fmla="*/ 21 h 87"/>
                <a:gd name="T66" fmla="*/ 31 w 40"/>
                <a:gd name="T67" fmla="*/ 2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0" h="87">
                  <a:moveTo>
                    <a:pt x="31" y="23"/>
                  </a:moveTo>
                  <a:cubicBezTo>
                    <a:pt x="31" y="24"/>
                    <a:pt x="32" y="24"/>
                    <a:pt x="33" y="24"/>
                  </a:cubicBezTo>
                  <a:cubicBezTo>
                    <a:pt x="35" y="24"/>
                    <a:pt x="37" y="23"/>
                    <a:pt x="38" y="20"/>
                  </a:cubicBezTo>
                  <a:cubicBezTo>
                    <a:pt x="39" y="17"/>
                    <a:pt x="40" y="14"/>
                    <a:pt x="40" y="11"/>
                  </a:cubicBezTo>
                  <a:cubicBezTo>
                    <a:pt x="40" y="8"/>
                    <a:pt x="39" y="6"/>
                    <a:pt x="36" y="4"/>
                  </a:cubicBezTo>
                  <a:cubicBezTo>
                    <a:pt x="34" y="2"/>
                    <a:pt x="32" y="0"/>
                    <a:pt x="28" y="0"/>
                  </a:cubicBezTo>
                  <a:cubicBezTo>
                    <a:pt x="23" y="0"/>
                    <a:pt x="18" y="3"/>
                    <a:pt x="15" y="7"/>
                  </a:cubicBezTo>
                  <a:cubicBezTo>
                    <a:pt x="11" y="11"/>
                    <a:pt x="9" y="18"/>
                    <a:pt x="7" y="28"/>
                  </a:cubicBezTo>
                  <a:cubicBezTo>
                    <a:pt x="6" y="31"/>
                    <a:pt x="6" y="33"/>
                    <a:pt x="6" y="34"/>
                  </a:cubicBezTo>
                  <a:cubicBezTo>
                    <a:pt x="6" y="35"/>
                    <a:pt x="5" y="36"/>
                    <a:pt x="4" y="37"/>
                  </a:cubicBezTo>
                  <a:cubicBezTo>
                    <a:pt x="1" y="39"/>
                    <a:pt x="0" y="41"/>
                    <a:pt x="0" y="42"/>
                  </a:cubicBezTo>
                  <a:cubicBezTo>
                    <a:pt x="0" y="43"/>
                    <a:pt x="1" y="45"/>
                    <a:pt x="3" y="46"/>
                  </a:cubicBezTo>
                  <a:cubicBezTo>
                    <a:pt x="4" y="46"/>
                    <a:pt x="4" y="47"/>
                    <a:pt x="4" y="47"/>
                  </a:cubicBezTo>
                  <a:cubicBezTo>
                    <a:pt x="4" y="50"/>
                    <a:pt x="3" y="55"/>
                    <a:pt x="2" y="61"/>
                  </a:cubicBezTo>
                  <a:cubicBezTo>
                    <a:pt x="1" y="70"/>
                    <a:pt x="0" y="76"/>
                    <a:pt x="0" y="79"/>
                  </a:cubicBezTo>
                  <a:cubicBezTo>
                    <a:pt x="0" y="84"/>
                    <a:pt x="3" y="87"/>
                    <a:pt x="7" y="87"/>
                  </a:cubicBezTo>
                  <a:cubicBezTo>
                    <a:pt x="8" y="87"/>
                    <a:pt x="10" y="86"/>
                    <a:pt x="11" y="86"/>
                  </a:cubicBezTo>
                  <a:cubicBezTo>
                    <a:pt x="12" y="85"/>
                    <a:pt x="13" y="84"/>
                    <a:pt x="13" y="83"/>
                  </a:cubicBezTo>
                  <a:cubicBezTo>
                    <a:pt x="13" y="80"/>
                    <a:pt x="13" y="77"/>
                    <a:pt x="13" y="75"/>
                  </a:cubicBezTo>
                  <a:cubicBezTo>
                    <a:pt x="13" y="72"/>
                    <a:pt x="12" y="69"/>
                    <a:pt x="12" y="67"/>
                  </a:cubicBezTo>
                  <a:cubicBezTo>
                    <a:pt x="12" y="58"/>
                    <a:pt x="12" y="58"/>
                    <a:pt x="12" y="58"/>
                  </a:cubicBezTo>
                  <a:cubicBezTo>
                    <a:pt x="12" y="58"/>
                    <a:pt x="12" y="58"/>
                    <a:pt x="12" y="58"/>
                  </a:cubicBezTo>
                  <a:cubicBezTo>
                    <a:pt x="16" y="55"/>
                    <a:pt x="14" y="51"/>
                    <a:pt x="14" y="46"/>
                  </a:cubicBezTo>
                  <a:cubicBezTo>
                    <a:pt x="15" y="46"/>
                    <a:pt x="17" y="46"/>
                    <a:pt x="20" y="45"/>
                  </a:cubicBezTo>
                  <a:cubicBezTo>
                    <a:pt x="23" y="45"/>
                    <a:pt x="27" y="45"/>
                    <a:pt x="30" y="44"/>
                  </a:cubicBezTo>
                  <a:cubicBezTo>
                    <a:pt x="33" y="43"/>
                    <a:pt x="35" y="41"/>
                    <a:pt x="35" y="39"/>
                  </a:cubicBezTo>
                  <a:cubicBezTo>
                    <a:pt x="35" y="37"/>
                    <a:pt x="34" y="36"/>
                    <a:pt x="31" y="36"/>
                  </a:cubicBezTo>
                  <a:cubicBezTo>
                    <a:pt x="28" y="36"/>
                    <a:pt x="24" y="36"/>
                    <a:pt x="17" y="36"/>
                  </a:cubicBezTo>
                  <a:cubicBezTo>
                    <a:pt x="17" y="36"/>
                    <a:pt x="16" y="36"/>
                    <a:pt x="16" y="36"/>
                  </a:cubicBezTo>
                  <a:cubicBezTo>
                    <a:pt x="16" y="31"/>
                    <a:pt x="18" y="26"/>
                    <a:pt x="20" y="19"/>
                  </a:cubicBezTo>
                  <a:cubicBezTo>
                    <a:pt x="22" y="13"/>
                    <a:pt x="24" y="10"/>
                    <a:pt x="27" y="10"/>
                  </a:cubicBezTo>
                  <a:cubicBezTo>
                    <a:pt x="29" y="10"/>
                    <a:pt x="30" y="12"/>
                    <a:pt x="30" y="17"/>
                  </a:cubicBezTo>
                  <a:cubicBezTo>
                    <a:pt x="30" y="21"/>
                    <a:pt x="30" y="21"/>
                    <a:pt x="30" y="21"/>
                  </a:cubicBezTo>
                  <a:cubicBezTo>
                    <a:pt x="30" y="22"/>
                    <a:pt x="30" y="23"/>
                    <a:pt x="31"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 name="Freeform 305"/>
            <p:cNvSpPr>
              <a:spLocks/>
            </p:cNvSpPr>
            <p:nvPr/>
          </p:nvSpPr>
          <p:spPr bwMode="auto">
            <a:xfrm>
              <a:off x="6935788" y="6383338"/>
              <a:ext cx="61913" cy="68263"/>
            </a:xfrm>
            <a:custGeom>
              <a:avLst/>
              <a:gdLst>
                <a:gd name="T0" fmla="*/ 47 w 48"/>
                <a:gd name="T1" fmla="*/ 46 h 52"/>
                <a:gd name="T2" fmla="*/ 43 w 48"/>
                <a:gd name="T3" fmla="*/ 31 h 52"/>
                <a:gd name="T4" fmla="*/ 45 w 48"/>
                <a:gd name="T5" fmla="*/ 12 h 52"/>
                <a:gd name="T6" fmla="*/ 46 w 48"/>
                <a:gd name="T7" fmla="*/ 9 h 52"/>
                <a:gd name="T8" fmla="*/ 41 w 48"/>
                <a:gd name="T9" fmla="*/ 4 h 52"/>
                <a:gd name="T10" fmla="*/ 37 w 48"/>
                <a:gd name="T11" fmla="*/ 6 h 52"/>
                <a:gd name="T12" fmla="*/ 33 w 48"/>
                <a:gd name="T13" fmla="*/ 17 h 52"/>
                <a:gd name="T14" fmla="*/ 24 w 48"/>
                <a:gd name="T15" fmla="*/ 33 h 52"/>
                <a:gd name="T16" fmla="*/ 13 w 48"/>
                <a:gd name="T17" fmla="*/ 40 h 52"/>
                <a:gd name="T18" fmla="*/ 10 w 48"/>
                <a:gd name="T19" fmla="*/ 34 h 52"/>
                <a:gd name="T20" fmla="*/ 12 w 48"/>
                <a:gd name="T21" fmla="*/ 26 h 52"/>
                <a:gd name="T22" fmla="*/ 15 w 48"/>
                <a:gd name="T23" fmla="*/ 15 h 52"/>
                <a:gd name="T24" fmla="*/ 17 w 48"/>
                <a:gd name="T25" fmla="*/ 6 h 52"/>
                <a:gd name="T26" fmla="*/ 15 w 48"/>
                <a:gd name="T27" fmla="*/ 2 h 52"/>
                <a:gd name="T28" fmla="*/ 11 w 48"/>
                <a:gd name="T29" fmla="*/ 0 h 52"/>
                <a:gd name="T30" fmla="*/ 5 w 48"/>
                <a:gd name="T31" fmla="*/ 4 h 52"/>
                <a:gd name="T32" fmla="*/ 3 w 48"/>
                <a:gd name="T33" fmla="*/ 18 h 52"/>
                <a:gd name="T34" fmla="*/ 0 w 48"/>
                <a:gd name="T35" fmla="*/ 35 h 52"/>
                <a:gd name="T36" fmla="*/ 4 w 48"/>
                <a:gd name="T37" fmla="*/ 47 h 52"/>
                <a:gd name="T38" fmla="*/ 11 w 48"/>
                <a:gd name="T39" fmla="*/ 51 h 52"/>
                <a:gd name="T40" fmla="*/ 23 w 48"/>
                <a:gd name="T41" fmla="*/ 46 h 52"/>
                <a:gd name="T42" fmla="*/ 33 w 48"/>
                <a:gd name="T43" fmla="*/ 33 h 52"/>
                <a:gd name="T44" fmla="*/ 35 w 48"/>
                <a:gd name="T45" fmla="*/ 47 h 52"/>
                <a:gd name="T46" fmla="*/ 41 w 48"/>
                <a:gd name="T47" fmla="*/ 52 h 52"/>
                <a:gd name="T48" fmla="*/ 46 w 48"/>
                <a:gd name="T49" fmla="*/ 51 h 52"/>
                <a:gd name="T50" fmla="*/ 48 w 48"/>
                <a:gd name="T51" fmla="*/ 47 h 52"/>
                <a:gd name="T52" fmla="*/ 47 w 48"/>
                <a:gd name="T53" fmla="*/ 4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52">
                  <a:moveTo>
                    <a:pt x="47" y="46"/>
                  </a:moveTo>
                  <a:cubicBezTo>
                    <a:pt x="44" y="44"/>
                    <a:pt x="43" y="39"/>
                    <a:pt x="43" y="31"/>
                  </a:cubicBezTo>
                  <a:cubicBezTo>
                    <a:pt x="43" y="24"/>
                    <a:pt x="43" y="18"/>
                    <a:pt x="45" y="12"/>
                  </a:cubicBezTo>
                  <a:cubicBezTo>
                    <a:pt x="46" y="11"/>
                    <a:pt x="46" y="10"/>
                    <a:pt x="46" y="9"/>
                  </a:cubicBezTo>
                  <a:cubicBezTo>
                    <a:pt x="46" y="5"/>
                    <a:pt x="45" y="4"/>
                    <a:pt x="41" y="4"/>
                  </a:cubicBezTo>
                  <a:cubicBezTo>
                    <a:pt x="39" y="4"/>
                    <a:pt x="38" y="4"/>
                    <a:pt x="37" y="6"/>
                  </a:cubicBezTo>
                  <a:cubicBezTo>
                    <a:pt x="36" y="8"/>
                    <a:pt x="34" y="11"/>
                    <a:pt x="33" y="17"/>
                  </a:cubicBezTo>
                  <a:cubicBezTo>
                    <a:pt x="31" y="22"/>
                    <a:pt x="28" y="27"/>
                    <a:pt x="24" y="33"/>
                  </a:cubicBezTo>
                  <a:cubicBezTo>
                    <a:pt x="19" y="38"/>
                    <a:pt x="16" y="40"/>
                    <a:pt x="13" y="40"/>
                  </a:cubicBezTo>
                  <a:cubicBezTo>
                    <a:pt x="11" y="40"/>
                    <a:pt x="10" y="38"/>
                    <a:pt x="10" y="34"/>
                  </a:cubicBezTo>
                  <a:cubicBezTo>
                    <a:pt x="10" y="33"/>
                    <a:pt x="11" y="30"/>
                    <a:pt x="12" y="26"/>
                  </a:cubicBezTo>
                  <a:cubicBezTo>
                    <a:pt x="13" y="21"/>
                    <a:pt x="14" y="18"/>
                    <a:pt x="15" y="15"/>
                  </a:cubicBezTo>
                  <a:cubicBezTo>
                    <a:pt x="16" y="11"/>
                    <a:pt x="17" y="8"/>
                    <a:pt x="17" y="6"/>
                  </a:cubicBezTo>
                  <a:cubicBezTo>
                    <a:pt x="17" y="5"/>
                    <a:pt x="17" y="3"/>
                    <a:pt x="15" y="2"/>
                  </a:cubicBezTo>
                  <a:cubicBezTo>
                    <a:pt x="14" y="1"/>
                    <a:pt x="13" y="0"/>
                    <a:pt x="11" y="0"/>
                  </a:cubicBezTo>
                  <a:cubicBezTo>
                    <a:pt x="8" y="0"/>
                    <a:pt x="7" y="2"/>
                    <a:pt x="5" y="4"/>
                  </a:cubicBezTo>
                  <a:cubicBezTo>
                    <a:pt x="5" y="8"/>
                    <a:pt x="4" y="12"/>
                    <a:pt x="3" y="18"/>
                  </a:cubicBezTo>
                  <a:cubicBezTo>
                    <a:pt x="1" y="26"/>
                    <a:pt x="0" y="32"/>
                    <a:pt x="0" y="35"/>
                  </a:cubicBezTo>
                  <a:cubicBezTo>
                    <a:pt x="0" y="41"/>
                    <a:pt x="1" y="44"/>
                    <a:pt x="4" y="47"/>
                  </a:cubicBezTo>
                  <a:cubicBezTo>
                    <a:pt x="6" y="49"/>
                    <a:pt x="9" y="51"/>
                    <a:pt x="11" y="51"/>
                  </a:cubicBezTo>
                  <a:cubicBezTo>
                    <a:pt x="15" y="51"/>
                    <a:pt x="19" y="49"/>
                    <a:pt x="23" y="46"/>
                  </a:cubicBezTo>
                  <a:cubicBezTo>
                    <a:pt x="27" y="43"/>
                    <a:pt x="30" y="38"/>
                    <a:pt x="33" y="33"/>
                  </a:cubicBezTo>
                  <a:cubicBezTo>
                    <a:pt x="33" y="39"/>
                    <a:pt x="34" y="43"/>
                    <a:pt x="35" y="47"/>
                  </a:cubicBezTo>
                  <a:cubicBezTo>
                    <a:pt x="37" y="50"/>
                    <a:pt x="39" y="52"/>
                    <a:pt x="41" y="52"/>
                  </a:cubicBezTo>
                  <a:cubicBezTo>
                    <a:pt x="43" y="52"/>
                    <a:pt x="44" y="52"/>
                    <a:pt x="46" y="51"/>
                  </a:cubicBezTo>
                  <a:cubicBezTo>
                    <a:pt x="47" y="50"/>
                    <a:pt x="48" y="49"/>
                    <a:pt x="48" y="47"/>
                  </a:cubicBezTo>
                  <a:cubicBezTo>
                    <a:pt x="48" y="47"/>
                    <a:pt x="48" y="46"/>
                    <a:pt x="47"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 name="Freeform 306"/>
            <p:cNvSpPr>
              <a:spLocks/>
            </p:cNvSpPr>
            <p:nvPr/>
          </p:nvSpPr>
          <p:spPr bwMode="auto">
            <a:xfrm>
              <a:off x="7010401" y="6386513"/>
              <a:ext cx="76200" cy="63500"/>
            </a:xfrm>
            <a:custGeom>
              <a:avLst/>
              <a:gdLst>
                <a:gd name="T0" fmla="*/ 58 w 60"/>
                <a:gd name="T1" fmla="*/ 36 h 49"/>
                <a:gd name="T2" fmla="*/ 55 w 60"/>
                <a:gd name="T3" fmla="*/ 36 h 49"/>
                <a:gd name="T4" fmla="*/ 52 w 60"/>
                <a:gd name="T5" fmla="*/ 37 h 49"/>
                <a:gd name="T6" fmla="*/ 48 w 60"/>
                <a:gd name="T7" fmla="*/ 19 h 49"/>
                <a:gd name="T8" fmla="*/ 35 w 60"/>
                <a:gd name="T9" fmla="*/ 2 h 49"/>
                <a:gd name="T10" fmla="*/ 13 w 60"/>
                <a:gd name="T11" fmla="*/ 26 h 49"/>
                <a:gd name="T12" fmla="*/ 15 w 60"/>
                <a:gd name="T13" fmla="*/ 9 h 49"/>
                <a:gd name="T14" fmla="*/ 14 w 60"/>
                <a:gd name="T15" fmla="*/ 1 h 49"/>
                <a:gd name="T16" fmla="*/ 10 w 60"/>
                <a:gd name="T17" fmla="*/ 0 h 49"/>
                <a:gd name="T18" fmla="*/ 6 w 60"/>
                <a:gd name="T19" fmla="*/ 3 h 49"/>
                <a:gd name="T20" fmla="*/ 4 w 60"/>
                <a:gd name="T21" fmla="*/ 7 h 49"/>
                <a:gd name="T22" fmla="*/ 2 w 60"/>
                <a:gd name="T23" fmla="*/ 32 h 49"/>
                <a:gd name="T24" fmla="*/ 0 w 60"/>
                <a:gd name="T25" fmla="*/ 42 h 49"/>
                <a:gd name="T26" fmla="*/ 8 w 60"/>
                <a:gd name="T27" fmla="*/ 49 h 49"/>
                <a:gd name="T28" fmla="*/ 10 w 60"/>
                <a:gd name="T29" fmla="*/ 47 h 49"/>
                <a:gd name="T30" fmla="*/ 11 w 60"/>
                <a:gd name="T31" fmla="*/ 44 h 49"/>
                <a:gd name="T32" fmla="*/ 22 w 60"/>
                <a:gd name="T33" fmla="*/ 26 h 49"/>
                <a:gd name="T34" fmla="*/ 33 w 60"/>
                <a:gd name="T35" fmla="*/ 13 h 49"/>
                <a:gd name="T36" fmla="*/ 38 w 60"/>
                <a:gd name="T37" fmla="*/ 25 h 49"/>
                <a:gd name="T38" fmla="*/ 41 w 60"/>
                <a:gd name="T39" fmla="*/ 41 h 49"/>
                <a:gd name="T40" fmla="*/ 41 w 60"/>
                <a:gd name="T41" fmla="*/ 41 h 49"/>
                <a:gd name="T42" fmla="*/ 49 w 60"/>
                <a:gd name="T43" fmla="*/ 46 h 49"/>
                <a:gd name="T44" fmla="*/ 57 w 60"/>
                <a:gd name="T45" fmla="*/ 43 h 49"/>
                <a:gd name="T46" fmla="*/ 60 w 60"/>
                <a:gd name="T47" fmla="*/ 38 h 49"/>
                <a:gd name="T48" fmla="*/ 58 w 60"/>
                <a:gd name="T49" fmla="*/ 3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 h="49">
                  <a:moveTo>
                    <a:pt x="58" y="36"/>
                  </a:moveTo>
                  <a:cubicBezTo>
                    <a:pt x="57" y="36"/>
                    <a:pt x="56" y="36"/>
                    <a:pt x="55" y="36"/>
                  </a:cubicBezTo>
                  <a:cubicBezTo>
                    <a:pt x="54" y="36"/>
                    <a:pt x="53" y="37"/>
                    <a:pt x="52" y="37"/>
                  </a:cubicBezTo>
                  <a:cubicBezTo>
                    <a:pt x="51" y="37"/>
                    <a:pt x="49" y="31"/>
                    <a:pt x="48" y="19"/>
                  </a:cubicBezTo>
                  <a:cubicBezTo>
                    <a:pt x="47" y="8"/>
                    <a:pt x="43" y="2"/>
                    <a:pt x="35" y="2"/>
                  </a:cubicBezTo>
                  <a:cubicBezTo>
                    <a:pt x="27" y="2"/>
                    <a:pt x="19" y="10"/>
                    <a:pt x="13" y="26"/>
                  </a:cubicBezTo>
                  <a:cubicBezTo>
                    <a:pt x="14" y="17"/>
                    <a:pt x="15" y="12"/>
                    <a:pt x="15" y="9"/>
                  </a:cubicBezTo>
                  <a:cubicBezTo>
                    <a:pt x="15" y="5"/>
                    <a:pt x="15" y="2"/>
                    <a:pt x="14" y="1"/>
                  </a:cubicBezTo>
                  <a:cubicBezTo>
                    <a:pt x="13" y="0"/>
                    <a:pt x="11" y="0"/>
                    <a:pt x="10" y="0"/>
                  </a:cubicBezTo>
                  <a:cubicBezTo>
                    <a:pt x="8" y="0"/>
                    <a:pt x="7" y="1"/>
                    <a:pt x="6" y="3"/>
                  </a:cubicBezTo>
                  <a:cubicBezTo>
                    <a:pt x="4" y="4"/>
                    <a:pt x="4" y="6"/>
                    <a:pt x="4" y="7"/>
                  </a:cubicBezTo>
                  <a:cubicBezTo>
                    <a:pt x="4" y="17"/>
                    <a:pt x="3" y="25"/>
                    <a:pt x="2" y="32"/>
                  </a:cubicBezTo>
                  <a:cubicBezTo>
                    <a:pt x="1" y="37"/>
                    <a:pt x="0" y="41"/>
                    <a:pt x="0" y="42"/>
                  </a:cubicBezTo>
                  <a:cubicBezTo>
                    <a:pt x="0" y="46"/>
                    <a:pt x="3" y="49"/>
                    <a:pt x="8" y="49"/>
                  </a:cubicBezTo>
                  <a:cubicBezTo>
                    <a:pt x="8" y="49"/>
                    <a:pt x="9" y="48"/>
                    <a:pt x="10" y="47"/>
                  </a:cubicBezTo>
                  <a:cubicBezTo>
                    <a:pt x="11" y="47"/>
                    <a:pt x="11" y="46"/>
                    <a:pt x="11" y="44"/>
                  </a:cubicBezTo>
                  <a:cubicBezTo>
                    <a:pt x="13" y="40"/>
                    <a:pt x="16" y="34"/>
                    <a:pt x="22" y="26"/>
                  </a:cubicBezTo>
                  <a:cubicBezTo>
                    <a:pt x="27" y="18"/>
                    <a:pt x="31" y="13"/>
                    <a:pt x="33" y="13"/>
                  </a:cubicBezTo>
                  <a:cubicBezTo>
                    <a:pt x="36" y="13"/>
                    <a:pt x="37" y="17"/>
                    <a:pt x="38" y="25"/>
                  </a:cubicBezTo>
                  <a:cubicBezTo>
                    <a:pt x="39" y="33"/>
                    <a:pt x="40" y="37"/>
                    <a:pt x="41" y="41"/>
                  </a:cubicBezTo>
                  <a:cubicBezTo>
                    <a:pt x="41" y="41"/>
                    <a:pt x="41" y="41"/>
                    <a:pt x="41" y="41"/>
                  </a:cubicBezTo>
                  <a:cubicBezTo>
                    <a:pt x="43" y="45"/>
                    <a:pt x="45" y="46"/>
                    <a:pt x="49" y="46"/>
                  </a:cubicBezTo>
                  <a:cubicBezTo>
                    <a:pt x="52" y="46"/>
                    <a:pt x="55" y="45"/>
                    <a:pt x="57" y="43"/>
                  </a:cubicBezTo>
                  <a:cubicBezTo>
                    <a:pt x="59" y="41"/>
                    <a:pt x="60" y="40"/>
                    <a:pt x="60" y="38"/>
                  </a:cubicBezTo>
                  <a:cubicBezTo>
                    <a:pt x="60" y="36"/>
                    <a:pt x="59" y="36"/>
                    <a:pt x="58"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 name="Freeform 307"/>
            <p:cNvSpPr>
              <a:spLocks noEditPoints="1"/>
            </p:cNvSpPr>
            <p:nvPr/>
          </p:nvSpPr>
          <p:spPr bwMode="auto">
            <a:xfrm>
              <a:off x="7091363" y="6346825"/>
              <a:ext cx="74613" cy="104775"/>
            </a:xfrm>
            <a:custGeom>
              <a:avLst/>
              <a:gdLst>
                <a:gd name="T0" fmla="*/ 55 w 58"/>
                <a:gd name="T1" fmla="*/ 68 h 81"/>
                <a:gd name="T2" fmla="*/ 52 w 58"/>
                <a:gd name="T3" fmla="*/ 69 h 81"/>
                <a:gd name="T4" fmla="*/ 49 w 58"/>
                <a:gd name="T5" fmla="*/ 70 h 81"/>
                <a:gd name="T6" fmla="*/ 45 w 58"/>
                <a:gd name="T7" fmla="*/ 62 h 81"/>
                <a:gd name="T8" fmla="*/ 48 w 58"/>
                <a:gd name="T9" fmla="*/ 39 h 81"/>
                <a:gd name="T10" fmla="*/ 54 w 58"/>
                <a:gd name="T11" fmla="*/ 14 h 81"/>
                <a:gd name="T12" fmla="*/ 56 w 58"/>
                <a:gd name="T13" fmla="*/ 7 h 81"/>
                <a:gd name="T14" fmla="*/ 55 w 58"/>
                <a:gd name="T15" fmla="*/ 2 h 81"/>
                <a:gd name="T16" fmla="*/ 51 w 58"/>
                <a:gd name="T17" fmla="*/ 0 h 81"/>
                <a:gd name="T18" fmla="*/ 48 w 58"/>
                <a:gd name="T19" fmla="*/ 1 h 81"/>
                <a:gd name="T20" fmla="*/ 45 w 58"/>
                <a:gd name="T21" fmla="*/ 5 h 81"/>
                <a:gd name="T22" fmla="*/ 43 w 58"/>
                <a:gd name="T23" fmla="*/ 14 h 81"/>
                <a:gd name="T24" fmla="*/ 39 w 58"/>
                <a:gd name="T25" fmla="*/ 33 h 81"/>
                <a:gd name="T26" fmla="*/ 30 w 58"/>
                <a:gd name="T27" fmla="*/ 30 h 81"/>
                <a:gd name="T28" fmla="*/ 10 w 58"/>
                <a:gd name="T29" fmla="*/ 42 h 81"/>
                <a:gd name="T30" fmla="*/ 0 w 58"/>
                <a:gd name="T31" fmla="*/ 67 h 81"/>
                <a:gd name="T32" fmla="*/ 3 w 58"/>
                <a:gd name="T33" fmla="*/ 77 h 81"/>
                <a:gd name="T34" fmla="*/ 11 w 58"/>
                <a:gd name="T35" fmla="*/ 81 h 81"/>
                <a:gd name="T36" fmla="*/ 35 w 58"/>
                <a:gd name="T37" fmla="*/ 63 h 81"/>
                <a:gd name="T38" fmla="*/ 37 w 58"/>
                <a:gd name="T39" fmla="*/ 75 h 81"/>
                <a:gd name="T40" fmla="*/ 44 w 58"/>
                <a:gd name="T41" fmla="*/ 80 h 81"/>
                <a:gd name="T42" fmla="*/ 53 w 58"/>
                <a:gd name="T43" fmla="*/ 77 h 81"/>
                <a:gd name="T44" fmla="*/ 58 w 58"/>
                <a:gd name="T45" fmla="*/ 70 h 81"/>
                <a:gd name="T46" fmla="*/ 55 w 58"/>
                <a:gd name="T47" fmla="*/ 68 h 81"/>
                <a:gd name="T48" fmla="*/ 28 w 58"/>
                <a:gd name="T49" fmla="*/ 60 h 81"/>
                <a:gd name="T50" fmla="*/ 14 w 58"/>
                <a:gd name="T51" fmla="*/ 70 h 81"/>
                <a:gd name="T52" fmla="*/ 11 w 58"/>
                <a:gd name="T53" fmla="*/ 66 h 81"/>
                <a:gd name="T54" fmla="*/ 17 w 58"/>
                <a:gd name="T55" fmla="*/ 49 h 81"/>
                <a:gd name="T56" fmla="*/ 30 w 58"/>
                <a:gd name="T57" fmla="*/ 39 h 81"/>
                <a:gd name="T58" fmla="*/ 34 w 58"/>
                <a:gd name="T59" fmla="*/ 41 h 81"/>
                <a:gd name="T60" fmla="*/ 36 w 58"/>
                <a:gd name="T61" fmla="*/ 44 h 81"/>
                <a:gd name="T62" fmla="*/ 28 w 58"/>
                <a:gd name="T63" fmla="*/ 6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8" h="81">
                  <a:moveTo>
                    <a:pt x="55" y="68"/>
                  </a:moveTo>
                  <a:cubicBezTo>
                    <a:pt x="55" y="68"/>
                    <a:pt x="54" y="68"/>
                    <a:pt x="52" y="69"/>
                  </a:cubicBezTo>
                  <a:cubicBezTo>
                    <a:pt x="51" y="69"/>
                    <a:pt x="50" y="70"/>
                    <a:pt x="49" y="70"/>
                  </a:cubicBezTo>
                  <a:cubicBezTo>
                    <a:pt x="46" y="70"/>
                    <a:pt x="45" y="67"/>
                    <a:pt x="45" y="62"/>
                  </a:cubicBezTo>
                  <a:cubicBezTo>
                    <a:pt x="45" y="56"/>
                    <a:pt x="46" y="48"/>
                    <a:pt x="48" y="39"/>
                  </a:cubicBezTo>
                  <a:cubicBezTo>
                    <a:pt x="50" y="29"/>
                    <a:pt x="52" y="21"/>
                    <a:pt x="54" y="14"/>
                  </a:cubicBezTo>
                  <a:cubicBezTo>
                    <a:pt x="56" y="10"/>
                    <a:pt x="56" y="8"/>
                    <a:pt x="56" y="7"/>
                  </a:cubicBezTo>
                  <a:cubicBezTo>
                    <a:pt x="56" y="5"/>
                    <a:pt x="56" y="3"/>
                    <a:pt x="55" y="2"/>
                  </a:cubicBezTo>
                  <a:cubicBezTo>
                    <a:pt x="54" y="0"/>
                    <a:pt x="53" y="0"/>
                    <a:pt x="51" y="0"/>
                  </a:cubicBezTo>
                  <a:cubicBezTo>
                    <a:pt x="50" y="0"/>
                    <a:pt x="49" y="0"/>
                    <a:pt x="48" y="1"/>
                  </a:cubicBezTo>
                  <a:cubicBezTo>
                    <a:pt x="47" y="2"/>
                    <a:pt x="46" y="3"/>
                    <a:pt x="45" y="5"/>
                  </a:cubicBezTo>
                  <a:cubicBezTo>
                    <a:pt x="44" y="6"/>
                    <a:pt x="44" y="9"/>
                    <a:pt x="43" y="14"/>
                  </a:cubicBezTo>
                  <a:cubicBezTo>
                    <a:pt x="42" y="17"/>
                    <a:pt x="41" y="23"/>
                    <a:pt x="39" y="33"/>
                  </a:cubicBezTo>
                  <a:cubicBezTo>
                    <a:pt x="37" y="31"/>
                    <a:pt x="34" y="30"/>
                    <a:pt x="30" y="30"/>
                  </a:cubicBezTo>
                  <a:cubicBezTo>
                    <a:pt x="23" y="30"/>
                    <a:pt x="17" y="34"/>
                    <a:pt x="10" y="42"/>
                  </a:cubicBezTo>
                  <a:cubicBezTo>
                    <a:pt x="3" y="50"/>
                    <a:pt x="0" y="59"/>
                    <a:pt x="0" y="67"/>
                  </a:cubicBezTo>
                  <a:cubicBezTo>
                    <a:pt x="0" y="71"/>
                    <a:pt x="1" y="74"/>
                    <a:pt x="3" y="77"/>
                  </a:cubicBezTo>
                  <a:cubicBezTo>
                    <a:pt x="5" y="79"/>
                    <a:pt x="8" y="81"/>
                    <a:pt x="11" y="81"/>
                  </a:cubicBezTo>
                  <a:cubicBezTo>
                    <a:pt x="19" y="81"/>
                    <a:pt x="27" y="75"/>
                    <a:pt x="35" y="63"/>
                  </a:cubicBezTo>
                  <a:cubicBezTo>
                    <a:pt x="35" y="68"/>
                    <a:pt x="36" y="72"/>
                    <a:pt x="37" y="75"/>
                  </a:cubicBezTo>
                  <a:cubicBezTo>
                    <a:pt x="39" y="78"/>
                    <a:pt x="41" y="80"/>
                    <a:pt x="44" y="80"/>
                  </a:cubicBezTo>
                  <a:cubicBezTo>
                    <a:pt x="47" y="80"/>
                    <a:pt x="50" y="79"/>
                    <a:pt x="53" y="77"/>
                  </a:cubicBezTo>
                  <a:cubicBezTo>
                    <a:pt x="56" y="75"/>
                    <a:pt x="58" y="73"/>
                    <a:pt x="58" y="70"/>
                  </a:cubicBezTo>
                  <a:cubicBezTo>
                    <a:pt x="58" y="69"/>
                    <a:pt x="57" y="68"/>
                    <a:pt x="55" y="68"/>
                  </a:cubicBezTo>
                  <a:close/>
                  <a:moveTo>
                    <a:pt x="28" y="60"/>
                  </a:moveTo>
                  <a:cubicBezTo>
                    <a:pt x="22" y="67"/>
                    <a:pt x="18" y="70"/>
                    <a:pt x="14" y="70"/>
                  </a:cubicBezTo>
                  <a:cubicBezTo>
                    <a:pt x="12" y="70"/>
                    <a:pt x="11" y="69"/>
                    <a:pt x="11" y="66"/>
                  </a:cubicBezTo>
                  <a:cubicBezTo>
                    <a:pt x="11" y="61"/>
                    <a:pt x="13" y="55"/>
                    <a:pt x="17" y="49"/>
                  </a:cubicBezTo>
                  <a:cubicBezTo>
                    <a:pt x="22" y="42"/>
                    <a:pt x="26" y="39"/>
                    <a:pt x="30" y="39"/>
                  </a:cubicBezTo>
                  <a:cubicBezTo>
                    <a:pt x="32" y="39"/>
                    <a:pt x="33" y="40"/>
                    <a:pt x="34" y="41"/>
                  </a:cubicBezTo>
                  <a:cubicBezTo>
                    <a:pt x="35" y="42"/>
                    <a:pt x="36" y="43"/>
                    <a:pt x="36" y="44"/>
                  </a:cubicBezTo>
                  <a:cubicBezTo>
                    <a:pt x="36" y="48"/>
                    <a:pt x="33" y="53"/>
                    <a:pt x="28"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 name="Freeform 308"/>
            <p:cNvSpPr>
              <a:spLocks/>
            </p:cNvSpPr>
            <p:nvPr/>
          </p:nvSpPr>
          <p:spPr bwMode="auto">
            <a:xfrm>
              <a:off x="7188201" y="6350000"/>
              <a:ext cx="20638" cy="20638"/>
            </a:xfrm>
            <a:custGeom>
              <a:avLst/>
              <a:gdLst>
                <a:gd name="T0" fmla="*/ 8 w 16"/>
                <a:gd name="T1" fmla="*/ 0 h 15"/>
                <a:gd name="T2" fmla="*/ 2 w 16"/>
                <a:gd name="T3" fmla="*/ 2 h 15"/>
                <a:gd name="T4" fmla="*/ 0 w 16"/>
                <a:gd name="T5" fmla="*/ 8 h 15"/>
                <a:gd name="T6" fmla="*/ 2 w 16"/>
                <a:gd name="T7" fmla="*/ 12 h 15"/>
                <a:gd name="T8" fmla="*/ 7 w 16"/>
                <a:gd name="T9" fmla="*/ 15 h 15"/>
                <a:gd name="T10" fmla="*/ 13 w 16"/>
                <a:gd name="T11" fmla="*/ 12 h 15"/>
                <a:gd name="T12" fmla="*/ 16 w 16"/>
                <a:gd name="T13" fmla="*/ 6 h 15"/>
                <a:gd name="T14" fmla="*/ 14 w 16"/>
                <a:gd name="T15" fmla="*/ 2 h 15"/>
                <a:gd name="T16" fmla="*/ 8 w 16"/>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5">
                  <a:moveTo>
                    <a:pt x="8" y="0"/>
                  </a:moveTo>
                  <a:cubicBezTo>
                    <a:pt x="6" y="0"/>
                    <a:pt x="4" y="1"/>
                    <a:pt x="2" y="2"/>
                  </a:cubicBezTo>
                  <a:cubicBezTo>
                    <a:pt x="1" y="4"/>
                    <a:pt x="0" y="5"/>
                    <a:pt x="0" y="8"/>
                  </a:cubicBezTo>
                  <a:cubicBezTo>
                    <a:pt x="0" y="9"/>
                    <a:pt x="1" y="11"/>
                    <a:pt x="2" y="12"/>
                  </a:cubicBezTo>
                  <a:cubicBezTo>
                    <a:pt x="4" y="14"/>
                    <a:pt x="5" y="15"/>
                    <a:pt x="7" y="15"/>
                  </a:cubicBezTo>
                  <a:cubicBezTo>
                    <a:pt x="9" y="15"/>
                    <a:pt x="11" y="14"/>
                    <a:pt x="13" y="12"/>
                  </a:cubicBezTo>
                  <a:cubicBezTo>
                    <a:pt x="15" y="11"/>
                    <a:pt x="16" y="9"/>
                    <a:pt x="16" y="6"/>
                  </a:cubicBezTo>
                  <a:cubicBezTo>
                    <a:pt x="16" y="5"/>
                    <a:pt x="15" y="3"/>
                    <a:pt x="14" y="2"/>
                  </a:cubicBezTo>
                  <a:cubicBezTo>
                    <a:pt x="12" y="1"/>
                    <a:pt x="11"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 name="Freeform 309"/>
            <p:cNvSpPr>
              <a:spLocks/>
            </p:cNvSpPr>
            <p:nvPr/>
          </p:nvSpPr>
          <p:spPr bwMode="auto">
            <a:xfrm>
              <a:off x="7175501" y="6384925"/>
              <a:ext cx="22225" cy="66675"/>
            </a:xfrm>
            <a:custGeom>
              <a:avLst/>
              <a:gdLst>
                <a:gd name="T0" fmla="*/ 10 w 17"/>
                <a:gd name="T1" fmla="*/ 0 h 51"/>
                <a:gd name="T2" fmla="*/ 6 w 17"/>
                <a:gd name="T3" fmla="*/ 2 h 51"/>
                <a:gd name="T4" fmla="*/ 4 w 17"/>
                <a:gd name="T5" fmla="*/ 8 h 51"/>
                <a:gd name="T6" fmla="*/ 2 w 17"/>
                <a:gd name="T7" fmla="*/ 18 h 51"/>
                <a:gd name="T8" fmla="*/ 2 w 17"/>
                <a:gd name="T9" fmla="*/ 18 h 51"/>
                <a:gd name="T10" fmla="*/ 2 w 17"/>
                <a:gd name="T11" fmla="*/ 23 h 51"/>
                <a:gd name="T12" fmla="*/ 0 w 17"/>
                <a:gd name="T13" fmla="*/ 42 h 51"/>
                <a:gd name="T14" fmla="*/ 6 w 17"/>
                <a:gd name="T15" fmla="*/ 51 h 51"/>
                <a:gd name="T16" fmla="*/ 10 w 17"/>
                <a:gd name="T17" fmla="*/ 50 h 51"/>
                <a:gd name="T18" fmla="*/ 12 w 17"/>
                <a:gd name="T19" fmla="*/ 47 h 51"/>
                <a:gd name="T20" fmla="*/ 12 w 17"/>
                <a:gd name="T21" fmla="*/ 45 h 51"/>
                <a:gd name="T22" fmla="*/ 11 w 17"/>
                <a:gd name="T23" fmla="*/ 38 h 51"/>
                <a:gd name="T24" fmla="*/ 12 w 17"/>
                <a:gd name="T25" fmla="*/ 28 h 51"/>
                <a:gd name="T26" fmla="*/ 15 w 17"/>
                <a:gd name="T27" fmla="*/ 14 h 51"/>
                <a:gd name="T28" fmla="*/ 15 w 17"/>
                <a:gd name="T29" fmla="*/ 13 h 51"/>
                <a:gd name="T30" fmla="*/ 17 w 17"/>
                <a:gd name="T31" fmla="*/ 5 h 51"/>
                <a:gd name="T32" fmla="*/ 15 w 17"/>
                <a:gd name="T33" fmla="*/ 2 h 51"/>
                <a:gd name="T34" fmla="*/ 10 w 17"/>
                <a:gd name="T35"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51">
                  <a:moveTo>
                    <a:pt x="10" y="0"/>
                  </a:moveTo>
                  <a:cubicBezTo>
                    <a:pt x="8" y="0"/>
                    <a:pt x="7" y="1"/>
                    <a:pt x="6" y="2"/>
                  </a:cubicBezTo>
                  <a:cubicBezTo>
                    <a:pt x="5" y="4"/>
                    <a:pt x="4" y="6"/>
                    <a:pt x="4" y="8"/>
                  </a:cubicBezTo>
                  <a:cubicBezTo>
                    <a:pt x="4" y="9"/>
                    <a:pt x="2" y="12"/>
                    <a:pt x="2" y="18"/>
                  </a:cubicBezTo>
                  <a:cubicBezTo>
                    <a:pt x="2" y="18"/>
                    <a:pt x="2" y="18"/>
                    <a:pt x="2" y="18"/>
                  </a:cubicBezTo>
                  <a:cubicBezTo>
                    <a:pt x="2" y="19"/>
                    <a:pt x="2" y="21"/>
                    <a:pt x="2" y="23"/>
                  </a:cubicBezTo>
                  <a:cubicBezTo>
                    <a:pt x="0" y="30"/>
                    <a:pt x="0" y="37"/>
                    <a:pt x="0" y="42"/>
                  </a:cubicBezTo>
                  <a:cubicBezTo>
                    <a:pt x="0" y="48"/>
                    <a:pt x="2" y="51"/>
                    <a:pt x="6" y="51"/>
                  </a:cubicBezTo>
                  <a:cubicBezTo>
                    <a:pt x="7" y="51"/>
                    <a:pt x="9" y="51"/>
                    <a:pt x="10" y="50"/>
                  </a:cubicBezTo>
                  <a:cubicBezTo>
                    <a:pt x="12" y="48"/>
                    <a:pt x="12" y="47"/>
                    <a:pt x="12" y="47"/>
                  </a:cubicBezTo>
                  <a:cubicBezTo>
                    <a:pt x="12" y="46"/>
                    <a:pt x="12" y="46"/>
                    <a:pt x="12" y="45"/>
                  </a:cubicBezTo>
                  <a:cubicBezTo>
                    <a:pt x="12" y="42"/>
                    <a:pt x="11" y="40"/>
                    <a:pt x="11" y="38"/>
                  </a:cubicBezTo>
                  <a:cubicBezTo>
                    <a:pt x="11" y="35"/>
                    <a:pt x="11" y="32"/>
                    <a:pt x="12" y="28"/>
                  </a:cubicBezTo>
                  <a:cubicBezTo>
                    <a:pt x="12" y="25"/>
                    <a:pt x="13" y="20"/>
                    <a:pt x="15" y="14"/>
                  </a:cubicBezTo>
                  <a:cubicBezTo>
                    <a:pt x="15" y="13"/>
                    <a:pt x="15" y="13"/>
                    <a:pt x="15" y="13"/>
                  </a:cubicBezTo>
                  <a:cubicBezTo>
                    <a:pt x="16" y="9"/>
                    <a:pt x="17" y="6"/>
                    <a:pt x="17" y="5"/>
                  </a:cubicBezTo>
                  <a:cubicBezTo>
                    <a:pt x="17" y="4"/>
                    <a:pt x="16" y="3"/>
                    <a:pt x="15" y="2"/>
                  </a:cubicBezTo>
                  <a:cubicBezTo>
                    <a:pt x="14" y="1"/>
                    <a:pt x="12"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 name="Freeform 310"/>
            <p:cNvSpPr>
              <a:spLocks/>
            </p:cNvSpPr>
            <p:nvPr/>
          </p:nvSpPr>
          <p:spPr bwMode="auto">
            <a:xfrm>
              <a:off x="7208838" y="6386513"/>
              <a:ext cx="76200" cy="63500"/>
            </a:xfrm>
            <a:custGeom>
              <a:avLst/>
              <a:gdLst>
                <a:gd name="T0" fmla="*/ 59 w 59"/>
                <a:gd name="T1" fmla="*/ 38 h 49"/>
                <a:gd name="T2" fmla="*/ 57 w 59"/>
                <a:gd name="T3" fmla="*/ 36 h 49"/>
                <a:gd name="T4" fmla="*/ 54 w 59"/>
                <a:gd name="T5" fmla="*/ 36 h 49"/>
                <a:gd name="T6" fmla="*/ 52 w 59"/>
                <a:gd name="T7" fmla="*/ 37 h 49"/>
                <a:gd name="T8" fmla="*/ 47 w 59"/>
                <a:gd name="T9" fmla="*/ 19 h 49"/>
                <a:gd name="T10" fmla="*/ 35 w 59"/>
                <a:gd name="T11" fmla="*/ 2 h 49"/>
                <a:gd name="T12" fmla="*/ 12 w 59"/>
                <a:gd name="T13" fmla="*/ 26 h 49"/>
                <a:gd name="T14" fmla="*/ 15 w 59"/>
                <a:gd name="T15" fmla="*/ 9 h 49"/>
                <a:gd name="T16" fmla="*/ 13 w 59"/>
                <a:gd name="T17" fmla="*/ 1 h 49"/>
                <a:gd name="T18" fmla="*/ 9 w 59"/>
                <a:gd name="T19" fmla="*/ 0 h 49"/>
                <a:gd name="T20" fmla="*/ 5 w 59"/>
                <a:gd name="T21" fmla="*/ 3 h 49"/>
                <a:gd name="T22" fmla="*/ 3 w 59"/>
                <a:gd name="T23" fmla="*/ 7 h 49"/>
                <a:gd name="T24" fmla="*/ 1 w 59"/>
                <a:gd name="T25" fmla="*/ 32 h 49"/>
                <a:gd name="T26" fmla="*/ 0 w 59"/>
                <a:gd name="T27" fmla="*/ 42 h 49"/>
                <a:gd name="T28" fmla="*/ 7 w 59"/>
                <a:gd name="T29" fmla="*/ 49 h 49"/>
                <a:gd name="T30" fmla="*/ 9 w 59"/>
                <a:gd name="T31" fmla="*/ 47 h 49"/>
                <a:gd name="T32" fmla="*/ 11 w 59"/>
                <a:gd name="T33" fmla="*/ 44 h 49"/>
                <a:gd name="T34" fmla="*/ 21 w 59"/>
                <a:gd name="T35" fmla="*/ 26 h 49"/>
                <a:gd name="T36" fmla="*/ 33 w 59"/>
                <a:gd name="T37" fmla="*/ 13 h 49"/>
                <a:gd name="T38" fmla="*/ 37 w 59"/>
                <a:gd name="T39" fmla="*/ 25 h 49"/>
                <a:gd name="T40" fmla="*/ 40 w 59"/>
                <a:gd name="T41" fmla="*/ 41 h 49"/>
                <a:gd name="T42" fmla="*/ 40 w 59"/>
                <a:gd name="T43" fmla="*/ 41 h 49"/>
                <a:gd name="T44" fmla="*/ 48 w 59"/>
                <a:gd name="T45" fmla="*/ 46 h 49"/>
                <a:gd name="T46" fmla="*/ 56 w 59"/>
                <a:gd name="T47" fmla="*/ 43 h 49"/>
                <a:gd name="T48" fmla="*/ 59 w 59"/>
                <a:gd name="T49" fmla="*/ 38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9" h="49">
                  <a:moveTo>
                    <a:pt x="59" y="38"/>
                  </a:moveTo>
                  <a:cubicBezTo>
                    <a:pt x="59" y="36"/>
                    <a:pt x="58" y="36"/>
                    <a:pt x="57" y="36"/>
                  </a:cubicBezTo>
                  <a:cubicBezTo>
                    <a:pt x="56" y="36"/>
                    <a:pt x="55" y="36"/>
                    <a:pt x="54" y="36"/>
                  </a:cubicBezTo>
                  <a:cubicBezTo>
                    <a:pt x="53" y="36"/>
                    <a:pt x="52" y="37"/>
                    <a:pt x="52" y="37"/>
                  </a:cubicBezTo>
                  <a:cubicBezTo>
                    <a:pt x="50" y="37"/>
                    <a:pt x="49" y="31"/>
                    <a:pt x="47" y="19"/>
                  </a:cubicBezTo>
                  <a:cubicBezTo>
                    <a:pt x="46" y="8"/>
                    <a:pt x="42" y="2"/>
                    <a:pt x="35" y="2"/>
                  </a:cubicBezTo>
                  <a:cubicBezTo>
                    <a:pt x="26" y="2"/>
                    <a:pt x="19" y="10"/>
                    <a:pt x="12" y="26"/>
                  </a:cubicBezTo>
                  <a:cubicBezTo>
                    <a:pt x="14" y="17"/>
                    <a:pt x="15" y="12"/>
                    <a:pt x="15" y="9"/>
                  </a:cubicBezTo>
                  <a:cubicBezTo>
                    <a:pt x="15" y="5"/>
                    <a:pt x="14" y="2"/>
                    <a:pt x="13" y="1"/>
                  </a:cubicBezTo>
                  <a:cubicBezTo>
                    <a:pt x="12" y="0"/>
                    <a:pt x="11" y="0"/>
                    <a:pt x="9" y="0"/>
                  </a:cubicBezTo>
                  <a:cubicBezTo>
                    <a:pt x="8" y="0"/>
                    <a:pt x="6" y="1"/>
                    <a:pt x="5" y="3"/>
                  </a:cubicBezTo>
                  <a:cubicBezTo>
                    <a:pt x="4" y="4"/>
                    <a:pt x="3" y="6"/>
                    <a:pt x="3" y="7"/>
                  </a:cubicBezTo>
                  <a:cubicBezTo>
                    <a:pt x="3" y="17"/>
                    <a:pt x="2" y="25"/>
                    <a:pt x="1" y="32"/>
                  </a:cubicBezTo>
                  <a:cubicBezTo>
                    <a:pt x="0" y="37"/>
                    <a:pt x="0" y="41"/>
                    <a:pt x="0" y="42"/>
                  </a:cubicBezTo>
                  <a:cubicBezTo>
                    <a:pt x="0" y="46"/>
                    <a:pt x="2" y="49"/>
                    <a:pt x="7" y="49"/>
                  </a:cubicBezTo>
                  <a:cubicBezTo>
                    <a:pt x="8" y="49"/>
                    <a:pt x="8" y="48"/>
                    <a:pt x="9" y="47"/>
                  </a:cubicBezTo>
                  <a:cubicBezTo>
                    <a:pt x="10" y="47"/>
                    <a:pt x="10" y="46"/>
                    <a:pt x="11" y="44"/>
                  </a:cubicBezTo>
                  <a:cubicBezTo>
                    <a:pt x="12" y="40"/>
                    <a:pt x="15" y="34"/>
                    <a:pt x="21" y="26"/>
                  </a:cubicBezTo>
                  <a:cubicBezTo>
                    <a:pt x="26" y="18"/>
                    <a:pt x="30" y="13"/>
                    <a:pt x="33" y="13"/>
                  </a:cubicBezTo>
                  <a:cubicBezTo>
                    <a:pt x="35" y="13"/>
                    <a:pt x="37" y="17"/>
                    <a:pt x="37" y="25"/>
                  </a:cubicBezTo>
                  <a:cubicBezTo>
                    <a:pt x="38" y="33"/>
                    <a:pt x="39" y="37"/>
                    <a:pt x="40" y="41"/>
                  </a:cubicBezTo>
                  <a:cubicBezTo>
                    <a:pt x="40" y="41"/>
                    <a:pt x="40" y="41"/>
                    <a:pt x="40" y="41"/>
                  </a:cubicBezTo>
                  <a:cubicBezTo>
                    <a:pt x="42" y="45"/>
                    <a:pt x="45" y="46"/>
                    <a:pt x="48" y="46"/>
                  </a:cubicBezTo>
                  <a:cubicBezTo>
                    <a:pt x="51" y="46"/>
                    <a:pt x="54" y="45"/>
                    <a:pt x="56" y="43"/>
                  </a:cubicBezTo>
                  <a:cubicBezTo>
                    <a:pt x="58" y="41"/>
                    <a:pt x="59" y="40"/>
                    <a:pt x="59"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 name="Freeform 311"/>
            <p:cNvSpPr>
              <a:spLocks noEditPoints="1"/>
            </p:cNvSpPr>
            <p:nvPr/>
          </p:nvSpPr>
          <p:spPr bwMode="auto">
            <a:xfrm>
              <a:off x="7277101" y="6383338"/>
              <a:ext cx="76200" cy="103188"/>
            </a:xfrm>
            <a:custGeom>
              <a:avLst/>
              <a:gdLst>
                <a:gd name="T0" fmla="*/ 56 w 59"/>
                <a:gd name="T1" fmla="*/ 3 h 80"/>
                <a:gd name="T2" fmla="*/ 55 w 59"/>
                <a:gd name="T3" fmla="*/ 2 h 80"/>
                <a:gd name="T4" fmla="*/ 48 w 59"/>
                <a:gd name="T5" fmla="*/ 0 h 80"/>
                <a:gd name="T6" fmla="*/ 30 w 59"/>
                <a:gd name="T7" fmla="*/ 7 h 80"/>
                <a:gd name="T8" fmla="*/ 15 w 59"/>
                <a:gd name="T9" fmla="*/ 22 h 80"/>
                <a:gd name="T10" fmla="*/ 9 w 59"/>
                <a:gd name="T11" fmla="*/ 38 h 80"/>
                <a:gd name="T12" fmla="*/ 12 w 59"/>
                <a:gd name="T13" fmla="*/ 46 h 80"/>
                <a:gd name="T14" fmla="*/ 20 w 59"/>
                <a:gd name="T15" fmla="*/ 49 h 80"/>
                <a:gd name="T16" fmla="*/ 32 w 59"/>
                <a:gd name="T17" fmla="*/ 45 h 80"/>
                <a:gd name="T18" fmla="*/ 44 w 59"/>
                <a:gd name="T19" fmla="*/ 36 h 80"/>
                <a:gd name="T20" fmla="*/ 37 w 59"/>
                <a:gd name="T21" fmla="*/ 62 h 80"/>
                <a:gd name="T22" fmla="*/ 28 w 59"/>
                <a:gd name="T23" fmla="*/ 70 h 80"/>
                <a:gd name="T24" fmla="*/ 9 w 59"/>
                <a:gd name="T25" fmla="*/ 63 h 80"/>
                <a:gd name="T26" fmla="*/ 4 w 59"/>
                <a:gd name="T27" fmla="*/ 60 h 80"/>
                <a:gd name="T28" fmla="*/ 0 w 59"/>
                <a:gd name="T29" fmla="*/ 64 h 80"/>
                <a:gd name="T30" fmla="*/ 9 w 59"/>
                <a:gd name="T31" fmla="*/ 74 h 80"/>
                <a:gd name="T32" fmla="*/ 27 w 59"/>
                <a:gd name="T33" fmla="*/ 80 h 80"/>
                <a:gd name="T34" fmla="*/ 43 w 59"/>
                <a:gd name="T35" fmla="*/ 72 h 80"/>
                <a:gd name="T36" fmla="*/ 52 w 59"/>
                <a:gd name="T37" fmla="*/ 49 h 80"/>
                <a:gd name="T38" fmla="*/ 55 w 59"/>
                <a:gd name="T39" fmla="*/ 25 h 80"/>
                <a:gd name="T40" fmla="*/ 58 w 59"/>
                <a:gd name="T41" fmla="*/ 15 h 80"/>
                <a:gd name="T42" fmla="*/ 59 w 59"/>
                <a:gd name="T43" fmla="*/ 10 h 80"/>
                <a:gd name="T44" fmla="*/ 58 w 59"/>
                <a:gd name="T45" fmla="*/ 6 h 80"/>
                <a:gd name="T46" fmla="*/ 56 w 59"/>
                <a:gd name="T47" fmla="*/ 3 h 80"/>
                <a:gd name="T48" fmla="*/ 44 w 59"/>
                <a:gd name="T49" fmla="*/ 23 h 80"/>
                <a:gd name="T50" fmla="*/ 34 w 59"/>
                <a:gd name="T51" fmla="*/ 34 h 80"/>
                <a:gd name="T52" fmla="*/ 22 w 59"/>
                <a:gd name="T53" fmla="*/ 39 h 80"/>
                <a:gd name="T54" fmla="*/ 21 w 59"/>
                <a:gd name="T55" fmla="*/ 37 h 80"/>
                <a:gd name="T56" fmla="*/ 25 w 59"/>
                <a:gd name="T57" fmla="*/ 25 h 80"/>
                <a:gd name="T58" fmla="*/ 36 w 59"/>
                <a:gd name="T59" fmla="*/ 14 h 80"/>
                <a:gd name="T60" fmla="*/ 45 w 59"/>
                <a:gd name="T61" fmla="*/ 10 h 80"/>
                <a:gd name="T62" fmla="*/ 47 w 59"/>
                <a:gd name="T63" fmla="*/ 11 h 80"/>
                <a:gd name="T64" fmla="*/ 48 w 59"/>
                <a:gd name="T65" fmla="*/ 13 h 80"/>
                <a:gd name="T66" fmla="*/ 44 w 59"/>
                <a:gd name="T67" fmla="*/ 23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9" h="80">
                  <a:moveTo>
                    <a:pt x="56" y="3"/>
                  </a:moveTo>
                  <a:cubicBezTo>
                    <a:pt x="56" y="3"/>
                    <a:pt x="56" y="3"/>
                    <a:pt x="55" y="2"/>
                  </a:cubicBezTo>
                  <a:cubicBezTo>
                    <a:pt x="53" y="1"/>
                    <a:pt x="50" y="0"/>
                    <a:pt x="48" y="0"/>
                  </a:cubicBezTo>
                  <a:cubicBezTo>
                    <a:pt x="42" y="0"/>
                    <a:pt x="36" y="2"/>
                    <a:pt x="30" y="7"/>
                  </a:cubicBezTo>
                  <a:cubicBezTo>
                    <a:pt x="23" y="11"/>
                    <a:pt x="18" y="16"/>
                    <a:pt x="15" y="22"/>
                  </a:cubicBezTo>
                  <a:cubicBezTo>
                    <a:pt x="11" y="28"/>
                    <a:pt x="9" y="33"/>
                    <a:pt x="9" y="38"/>
                  </a:cubicBezTo>
                  <a:cubicBezTo>
                    <a:pt x="9" y="42"/>
                    <a:pt x="10" y="44"/>
                    <a:pt x="12" y="46"/>
                  </a:cubicBezTo>
                  <a:cubicBezTo>
                    <a:pt x="14" y="48"/>
                    <a:pt x="16" y="49"/>
                    <a:pt x="20" y="49"/>
                  </a:cubicBezTo>
                  <a:cubicBezTo>
                    <a:pt x="23" y="49"/>
                    <a:pt x="27" y="48"/>
                    <a:pt x="32" y="45"/>
                  </a:cubicBezTo>
                  <a:cubicBezTo>
                    <a:pt x="36" y="43"/>
                    <a:pt x="40" y="40"/>
                    <a:pt x="44" y="36"/>
                  </a:cubicBezTo>
                  <a:cubicBezTo>
                    <a:pt x="42" y="49"/>
                    <a:pt x="40" y="58"/>
                    <a:pt x="37" y="62"/>
                  </a:cubicBezTo>
                  <a:cubicBezTo>
                    <a:pt x="35" y="67"/>
                    <a:pt x="32" y="70"/>
                    <a:pt x="28" y="70"/>
                  </a:cubicBezTo>
                  <a:cubicBezTo>
                    <a:pt x="23" y="70"/>
                    <a:pt x="16" y="67"/>
                    <a:pt x="9" y="63"/>
                  </a:cubicBezTo>
                  <a:cubicBezTo>
                    <a:pt x="7" y="61"/>
                    <a:pt x="5" y="60"/>
                    <a:pt x="4" y="60"/>
                  </a:cubicBezTo>
                  <a:cubicBezTo>
                    <a:pt x="2" y="60"/>
                    <a:pt x="0" y="61"/>
                    <a:pt x="0" y="64"/>
                  </a:cubicBezTo>
                  <a:cubicBezTo>
                    <a:pt x="0" y="66"/>
                    <a:pt x="3" y="70"/>
                    <a:pt x="9" y="74"/>
                  </a:cubicBezTo>
                  <a:cubicBezTo>
                    <a:pt x="15" y="78"/>
                    <a:pt x="21" y="80"/>
                    <a:pt x="27" y="80"/>
                  </a:cubicBezTo>
                  <a:cubicBezTo>
                    <a:pt x="33" y="80"/>
                    <a:pt x="38" y="77"/>
                    <a:pt x="43" y="72"/>
                  </a:cubicBezTo>
                  <a:cubicBezTo>
                    <a:pt x="48" y="67"/>
                    <a:pt x="51" y="59"/>
                    <a:pt x="52" y="49"/>
                  </a:cubicBezTo>
                  <a:cubicBezTo>
                    <a:pt x="54" y="36"/>
                    <a:pt x="55" y="28"/>
                    <a:pt x="55" y="25"/>
                  </a:cubicBezTo>
                  <a:cubicBezTo>
                    <a:pt x="56" y="22"/>
                    <a:pt x="56" y="19"/>
                    <a:pt x="58" y="15"/>
                  </a:cubicBezTo>
                  <a:cubicBezTo>
                    <a:pt x="59" y="12"/>
                    <a:pt x="59" y="10"/>
                    <a:pt x="59" y="10"/>
                  </a:cubicBezTo>
                  <a:cubicBezTo>
                    <a:pt x="59" y="9"/>
                    <a:pt x="59" y="8"/>
                    <a:pt x="58" y="6"/>
                  </a:cubicBezTo>
                  <a:cubicBezTo>
                    <a:pt x="58" y="5"/>
                    <a:pt x="57" y="4"/>
                    <a:pt x="56" y="3"/>
                  </a:cubicBezTo>
                  <a:close/>
                  <a:moveTo>
                    <a:pt x="44" y="23"/>
                  </a:moveTo>
                  <a:cubicBezTo>
                    <a:pt x="41" y="27"/>
                    <a:pt x="38" y="31"/>
                    <a:pt x="34" y="34"/>
                  </a:cubicBezTo>
                  <a:cubicBezTo>
                    <a:pt x="30" y="37"/>
                    <a:pt x="26" y="39"/>
                    <a:pt x="22" y="39"/>
                  </a:cubicBezTo>
                  <a:cubicBezTo>
                    <a:pt x="21" y="39"/>
                    <a:pt x="21" y="38"/>
                    <a:pt x="21" y="37"/>
                  </a:cubicBezTo>
                  <a:cubicBezTo>
                    <a:pt x="21" y="34"/>
                    <a:pt x="22" y="30"/>
                    <a:pt x="25" y="25"/>
                  </a:cubicBezTo>
                  <a:cubicBezTo>
                    <a:pt x="28" y="20"/>
                    <a:pt x="32" y="17"/>
                    <a:pt x="36" y="14"/>
                  </a:cubicBezTo>
                  <a:cubicBezTo>
                    <a:pt x="39" y="11"/>
                    <a:pt x="42" y="10"/>
                    <a:pt x="45" y="10"/>
                  </a:cubicBezTo>
                  <a:cubicBezTo>
                    <a:pt x="46" y="10"/>
                    <a:pt x="46" y="10"/>
                    <a:pt x="47" y="11"/>
                  </a:cubicBezTo>
                  <a:cubicBezTo>
                    <a:pt x="47" y="11"/>
                    <a:pt x="48" y="12"/>
                    <a:pt x="48" y="13"/>
                  </a:cubicBezTo>
                  <a:cubicBezTo>
                    <a:pt x="48" y="15"/>
                    <a:pt x="46" y="19"/>
                    <a:pt x="44"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 name="Freeform 312"/>
            <p:cNvSpPr>
              <a:spLocks/>
            </p:cNvSpPr>
            <p:nvPr/>
          </p:nvSpPr>
          <p:spPr bwMode="auto">
            <a:xfrm>
              <a:off x="9275763" y="6359525"/>
              <a:ext cx="71438" cy="95250"/>
            </a:xfrm>
            <a:custGeom>
              <a:avLst/>
              <a:gdLst>
                <a:gd name="T0" fmla="*/ 22 w 55"/>
                <a:gd name="T1" fmla="*/ 14 h 74"/>
                <a:gd name="T2" fmla="*/ 37 w 55"/>
                <a:gd name="T3" fmla="*/ 10 h 74"/>
                <a:gd name="T4" fmla="*/ 44 w 55"/>
                <a:gd name="T5" fmla="*/ 12 h 74"/>
                <a:gd name="T6" fmla="*/ 46 w 55"/>
                <a:gd name="T7" fmla="*/ 19 h 74"/>
                <a:gd name="T8" fmla="*/ 55 w 55"/>
                <a:gd name="T9" fmla="*/ 10 h 74"/>
                <a:gd name="T10" fmla="*/ 51 w 55"/>
                <a:gd name="T11" fmla="*/ 3 h 74"/>
                <a:gd name="T12" fmla="*/ 38 w 55"/>
                <a:gd name="T13" fmla="*/ 0 h 74"/>
                <a:gd name="T14" fmla="*/ 14 w 55"/>
                <a:gd name="T15" fmla="*/ 8 h 74"/>
                <a:gd name="T16" fmla="*/ 4 w 55"/>
                <a:gd name="T17" fmla="*/ 24 h 74"/>
                <a:gd name="T18" fmla="*/ 7 w 55"/>
                <a:gd name="T19" fmla="*/ 32 h 74"/>
                <a:gd name="T20" fmla="*/ 14 w 55"/>
                <a:gd name="T21" fmla="*/ 38 h 74"/>
                <a:gd name="T22" fmla="*/ 30 w 55"/>
                <a:gd name="T23" fmla="*/ 44 h 74"/>
                <a:gd name="T24" fmla="*/ 39 w 55"/>
                <a:gd name="T25" fmla="*/ 47 h 74"/>
                <a:gd name="T26" fmla="*/ 41 w 55"/>
                <a:gd name="T27" fmla="*/ 50 h 74"/>
                <a:gd name="T28" fmla="*/ 32 w 55"/>
                <a:gd name="T29" fmla="*/ 59 h 74"/>
                <a:gd name="T30" fmla="*/ 16 w 55"/>
                <a:gd name="T31" fmla="*/ 63 h 74"/>
                <a:gd name="T32" fmla="*/ 7 w 55"/>
                <a:gd name="T33" fmla="*/ 61 h 74"/>
                <a:gd name="T34" fmla="*/ 5 w 55"/>
                <a:gd name="T35" fmla="*/ 60 h 74"/>
                <a:gd name="T36" fmla="*/ 1 w 55"/>
                <a:gd name="T37" fmla="*/ 62 h 74"/>
                <a:gd name="T38" fmla="*/ 0 w 55"/>
                <a:gd name="T39" fmla="*/ 67 h 74"/>
                <a:gd name="T40" fmla="*/ 3 w 55"/>
                <a:gd name="T41" fmla="*/ 71 h 74"/>
                <a:gd name="T42" fmla="*/ 11 w 55"/>
                <a:gd name="T43" fmla="*/ 74 h 74"/>
                <a:gd name="T44" fmla="*/ 39 w 55"/>
                <a:gd name="T45" fmla="*/ 66 h 74"/>
                <a:gd name="T46" fmla="*/ 53 w 55"/>
                <a:gd name="T47" fmla="*/ 49 h 74"/>
                <a:gd name="T48" fmla="*/ 48 w 55"/>
                <a:gd name="T49" fmla="*/ 40 h 74"/>
                <a:gd name="T50" fmla="*/ 31 w 55"/>
                <a:gd name="T51" fmla="*/ 33 h 74"/>
                <a:gd name="T52" fmla="*/ 18 w 55"/>
                <a:gd name="T53" fmla="*/ 28 h 74"/>
                <a:gd name="T54" fmla="*/ 15 w 55"/>
                <a:gd name="T55" fmla="*/ 23 h 74"/>
                <a:gd name="T56" fmla="*/ 22 w 55"/>
                <a:gd name="T57" fmla="*/ 1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5" h="74">
                  <a:moveTo>
                    <a:pt x="22" y="14"/>
                  </a:moveTo>
                  <a:cubicBezTo>
                    <a:pt x="27" y="12"/>
                    <a:pt x="32" y="10"/>
                    <a:pt x="37" y="10"/>
                  </a:cubicBezTo>
                  <a:cubicBezTo>
                    <a:pt x="40" y="10"/>
                    <a:pt x="42" y="11"/>
                    <a:pt x="44" y="12"/>
                  </a:cubicBezTo>
                  <a:cubicBezTo>
                    <a:pt x="45" y="13"/>
                    <a:pt x="46" y="16"/>
                    <a:pt x="46" y="19"/>
                  </a:cubicBezTo>
                  <a:cubicBezTo>
                    <a:pt x="52" y="19"/>
                    <a:pt x="55" y="16"/>
                    <a:pt x="55" y="10"/>
                  </a:cubicBezTo>
                  <a:cubicBezTo>
                    <a:pt x="55" y="8"/>
                    <a:pt x="54" y="5"/>
                    <a:pt x="51" y="3"/>
                  </a:cubicBezTo>
                  <a:cubicBezTo>
                    <a:pt x="48" y="1"/>
                    <a:pt x="44" y="0"/>
                    <a:pt x="38" y="0"/>
                  </a:cubicBezTo>
                  <a:cubicBezTo>
                    <a:pt x="29" y="0"/>
                    <a:pt x="21" y="3"/>
                    <a:pt x="14" y="8"/>
                  </a:cubicBezTo>
                  <a:cubicBezTo>
                    <a:pt x="7" y="13"/>
                    <a:pt x="4" y="18"/>
                    <a:pt x="4" y="24"/>
                  </a:cubicBezTo>
                  <a:cubicBezTo>
                    <a:pt x="4" y="27"/>
                    <a:pt x="5" y="30"/>
                    <a:pt x="7" y="32"/>
                  </a:cubicBezTo>
                  <a:cubicBezTo>
                    <a:pt x="8" y="35"/>
                    <a:pt x="11" y="37"/>
                    <a:pt x="14" y="38"/>
                  </a:cubicBezTo>
                  <a:cubicBezTo>
                    <a:pt x="18" y="39"/>
                    <a:pt x="23" y="41"/>
                    <a:pt x="30" y="44"/>
                  </a:cubicBezTo>
                  <a:cubicBezTo>
                    <a:pt x="34" y="45"/>
                    <a:pt x="38" y="46"/>
                    <a:pt x="39" y="47"/>
                  </a:cubicBezTo>
                  <a:cubicBezTo>
                    <a:pt x="41" y="48"/>
                    <a:pt x="41" y="49"/>
                    <a:pt x="41" y="50"/>
                  </a:cubicBezTo>
                  <a:cubicBezTo>
                    <a:pt x="41" y="53"/>
                    <a:pt x="38" y="56"/>
                    <a:pt x="32" y="59"/>
                  </a:cubicBezTo>
                  <a:cubicBezTo>
                    <a:pt x="26" y="61"/>
                    <a:pt x="21" y="63"/>
                    <a:pt x="16" y="63"/>
                  </a:cubicBezTo>
                  <a:cubicBezTo>
                    <a:pt x="13" y="63"/>
                    <a:pt x="10" y="62"/>
                    <a:pt x="7" y="61"/>
                  </a:cubicBezTo>
                  <a:cubicBezTo>
                    <a:pt x="6" y="60"/>
                    <a:pt x="5" y="60"/>
                    <a:pt x="5" y="60"/>
                  </a:cubicBezTo>
                  <a:cubicBezTo>
                    <a:pt x="3" y="60"/>
                    <a:pt x="2" y="61"/>
                    <a:pt x="1" y="62"/>
                  </a:cubicBezTo>
                  <a:cubicBezTo>
                    <a:pt x="0" y="64"/>
                    <a:pt x="0" y="65"/>
                    <a:pt x="0" y="67"/>
                  </a:cubicBezTo>
                  <a:cubicBezTo>
                    <a:pt x="0" y="68"/>
                    <a:pt x="1" y="70"/>
                    <a:pt x="3" y="71"/>
                  </a:cubicBezTo>
                  <a:cubicBezTo>
                    <a:pt x="5" y="73"/>
                    <a:pt x="7" y="74"/>
                    <a:pt x="11" y="74"/>
                  </a:cubicBezTo>
                  <a:cubicBezTo>
                    <a:pt x="21" y="74"/>
                    <a:pt x="30" y="71"/>
                    <a:pt x="39" y="66"/>
                  </a:cubicBezTo>
                  <a:cubicBezTo>
                    <a:pt x="49" y="61"/>
                    <a:pt x="53" y="55"/>
                    <a:pt x="53" y="49"/>
                  </a:cubicBezTo>
                  <a:cubicBezTo>
                    <a:pt x="53" y="46"/>
                    <a:pt x="51" y="43"/>
                    <a:pt x="48" y="40"/>
                  </a:cubicBezTo>
                  <a:cubicBezTo>
                    <a:pt x="44" y="38"/>
                    <a:pt x="39" y="35"/>
                    <a:pt x="31" y="33"/>
                  </a:cubicBezTo>
                  <a:cubicBezTo>
                    <a:pt x="24" y="31"/>
                    <a:pt x="20" y="29"/>
                    <a:pt x="18" y="28"/>
                  </a:cubicBezTo>
                  <a:cubicBezTo>
                    <a:pt x="16" y="26"/>
                    <a:pt x="15" y="25"/>
                    <a:pt x="15" y="23"/>
                  </a:cubicBezTo>
                  <a:cubicBezTo>
                    <a:pt x="15" y="20"/>
                    <a:pt x="18" y="17"/>
                    <a:pt x="22"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 name="Freeform 313"/>
            <p:cNvSpPr>
              <a:spLocks/>
            </p:cNvSpPr>
            <p:nvPr/>
          </p:nvSpPr>
          <p:spPr bwMode="auto">
            <a:xfrm>
              <a:off x="9358313" y="6383338"/>
              <a:ext cx="60325" cy="68263"/>
            </a:xfrm>
            <a:custGeom>
              <a:avLst/>
              <a:gdLst>
                <a:gd name="T0" fmla="*/ 46 w 48"/>
                <a:gd name="T1" fmla="*/ 46 h 52"/>
                <a:gd name="T2" fmla="*/ 42 w 48"/>
                <a:gd name="T3" fmla="*/ 31 h 52"/>
                <a:gd name="T4" fmla="*/ 45 w 48"/>
                <a:gd name="T5" fmla="*/ 12 h 52"/>
                <a:gd name="T6" fmla="*/ 46 w 48"/>
                <a:gd name="T7" fmla="*/ 9 h 52"/>
                <a:gd name="T8" fmla="*/ 41 w 48"/>
                <a:gd name="T9" fmla="*/ 4 h 52"/>
                <a:gd name="T10" fmla="*/ 36 w 48"/>
                <a:gd name="T11" fmla="*/ 6 h 52"/>
                <a:gd name="T12" fmla="*/ 32 w 48"/>
                <a:gd name="T13" fmla="*/ 17 h 52"/>
                <a:gd name="T14" fmla="*/ 23 w 48"/>
                <a:gd name="T15" fmla="*/ 33 h 52"/>
                <a:gd name="T16" fmla="*/ 12 w 48"/>
                <a:gd name="T17" fmla="*/ 40 h 52"/>
                <a:gd name="T18" fmla="*/ 10 w 48"/>
                <a:gd name="T19" fmla="*/ 34 h 52"/>
                <a:gd name="T20" fmla="*/ 11 w 48"/>
                <a:gd name="T21" fmla="*/ 26 h 52"/>
                <a:gd name="T22" fmla="*/ 14 w 48"/>
                <a:gd name="T23" fmla="*/ 15 h 52"/>
                <a:gd name="T24" fmla="*/ 17 w 48"/>
                <a:gd name="T25" fmla="*/ 6 h 52"/>
                <a:gd name="T26" fmla="*/ 15 w 48"/>
                <a:gd name="T27" fmla="*/ 2 h 52"/>
                <a:gd name="T28" fmla="*/ 11 w 48"/>
                <a:gd name="T29" fmla="*/ 0 h 52"/>
                <a:gd name="T30" fmla="*/ 5 w 48"/>
                <a:gd name="T31" fmla="*/ 4 h 52"/>
                <a:gd name="T32" fmla="*/ 2 w 48"/>
                <a:gd name="T33" fmla="*/ 18 h 52"/>
                <a:gd name="T34" fmla="*/ 0 w 48"/>
                <a:gd name="T35" fmla="*/ 35 h 52"/>
                <a:gd name="T36" fmla="*/ 3 w 48"/>
                <a:gd name="T37" fmla="*/ 47 h 52"/>
                <a:gd name="T38" fmla="*/ 11 w 48"/>
                <a:gd name="T39" fmla="*/ 51 h 52"/>
                <a:gd name="T40" fmla="*/ 23 w 48"/>
                <a:gd name="T41" fmla="*/ 46 h 52"/>
                <a:gd name="T42" fmla="*/ 33 w 48"/>
                <a:gd name="T43" fmla="*/ 33 h 52"/>
                <a:gd name="T44" fmla="*/ 35 w 48"/>
                <a:gd name="T45" fmla="*/ 47 h 52"/>
                <a:gd name="T46" fmla="*/ 41 w 48"/>
                <a:gd name="T47" fmla="*/ 52 h 52"/>
                <a:gd name="T48" fmla="*/ 45 w 48"/>
                <a:gd name="T49" fmla="*/ 51 h 52"/>
                <a:gd name="T50" fmla="*/ 48 w 48"/>
                <a:gd name="T51" fmla="*/ 47 h 52"/>
                <a:gd name="T52" fmla="*/ 46 w 48"/>
                <a:gd name="T53" fmla="*/ 4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52">
                  <a:moveTo>
                    <a:pt x="46" y="46"/>
                  </a:moveTo>
                  <a:cubicBezTo>
                    <a:pt x="44" y="44"/>
                    <a:pt x="42" y="39"/>
                    <a:pt x="42" y="31"/>
                  </a:cubicBezTo>
                  <a:cubicBezTo>
                    <a:pt x="42" y="24"/>
                    <a:pt x="43" y="18"/>
                    <a:pt x="45" y="12"/>
                  </a:cubicBezTo>
                  <a:cubicBezTo>
                    <a:pt x="45" y="11"/>
                    <a:pt x="46" y="10"/>
                    <a:pt x="46" y="9"/>
                  </a:cubicBezTo>
                  <a:cubicBezTo>
                    <a:pt x="46" y="5"/>
                    <a:pt x="44" y="4"/>
                    <a:pt x="41" y="4"/>
                  </a:cubicBezTo>
                  <a:cubicBezTo>
                    <a:pt x="39" y="4"/>
                    <a:pt x="37" y="4"/>
                    <a:pt x="36" y="6"/>
                  </a:cubicBezTo>
                  <a:cubicBezTo>
                    <a:pt x="35" y="8"/>
                    <a:pt x="34" y="11"/>
                    <a:pt x="32" y="17"/>
                  </a:cubicBezTo>
                  <a:cubicBezTo>
                    <a:pt x="31" y="22"/>
                    <a:pt x="28" y="27"/>
                    <a:pt x="23" y="33"/>
                  </a:cubicBezTo>
                  <a:cubicBezTo>
                    <a:pt x="19" y="38"/>
                    <a:pt x="15" y="40"/>
                    <a:pt x="12" y="40"/>
                  </a:cubicBezTo>
                  <a:cubicBezTo>
                    <a:pt x="11" y="40"/>
                    <a:pt x="10" y="38"/>
                    <a:pt x="10" y="34"/>
                  </a:cubicBezTo>
                  <a:cubicBezTo>
                    <a:pt x="10" y="33"/>
                    <a:pt x="10" y="30"/>
                    <a:pt x="11" y="26"/>
                  </a:cubicBezTo>
                  <a:cubicBezTo>
                    <a:pt x="12" y="21"/>
                    <a:pt x="13" y="18"/>
                    <a:pt x="14" y="15"/>
                  </a:cubicBezTo>
                  <a:cubicBezTo>
                    <a:pt x="16" y="11"/>
                    <a:pt x="17" y="8"/>
                    <a:pt x="17" y="6"/>
                  </a:cubicBezTo>
                  <a:cubicBezTo>
                    <a:pt x="17" y="5"/>
                    <a:pt x="16" y="3"/>
                    <a:pt x="15" y="2"/>
                  </a:cubicBezTo>
                  <a:cubicBezTo>
                    <a:pt x="14" y="1"/>
                    <a:pt x="13" y="0"/>
                    <a:pt x="11" y="0"/>
                  </a:cubicBezTo>
                  <a:cubicBezTo>
                    <a:pt x="8" y="0"/>
                    <a:pt x="6" y="2"/>
                    <a:pt x="5" y="4"/>
                  </a:cubicBezTo>
                  <a:cubicBezTo>
                    <a:pt x="5" y="8"/>
                    <a:pt x="4" y="12"/>
                    <a:pt x="2" y="18"/>
                  </a:cubicBezTo>
                  <a:cubicBezTo>
                    <a:pt x="1" y="26"/>
                    <a:pt x="0" y="32"/>
                    <a:pt x="0" y="35"/>
                  </a:cubicBezTo>
                  <a:cubicBezTo>
                    <a:pt x="0" y="41"/>
                    <a:pt x="1" y="44"/>
                    <a:pt x="3" y="47"/>
                  </a:cubicBezTo>
                  <a:cubicBezTo>
                    <a:pt x="6" y="49"/>
                    <a:pt x="8" y="51"/>
                    <a:pt x="11" y="51"/>
                  </a:cubicBezTo>
                  <a:cubicBezTo>
                    <a:pt x="15" y="51"/>
                    <a:pt x="19" y="49"/>
                    <a:pt x="23" y="46"/>
                  </a:cubicBezTo>
                  <a:cubicBezTo>
                    <a:pt x="27" y="43"/>
                    <a:pt x="30" y="38"/>
                    <a:pt x="33" y="33"/>
                  </a:cubicBezTo>
                  <a:cubicBezTo>
                    <a:pt x="33" y="39"/>
                    <a:pt x="34" y="43"/>
                    <a:pt x="35" y="47"/>
                  </a:cubicBezTo>
                  <a:cubicBezTo>
                    <a:pt x="36" y="50"/>
                    <a:pt x="38" y="52"/>
                    <a:pt x="41" y="52"/>
                  </a:cubicBezTo>
                  <a:cubicBezTo>
                    <a:pt x="42" y="52"/>
                    <a:pt x="44" y="52"/>
                    <a:pt x="45" y="51"/>
                  </a:cubicBezTo>
                  <a:cubicBezTo>
                    <a:pt x="47" y="50"/>
                    <a:pt x="48" y="49"/>
                    <a:pt x="48" y="47"/>
                  </a:cubicBezTo>
                  <a:cubicBezTo>
                    <a:pt x="48" y="47"/>
                    <a:pt x="47" y="46"/>
                    <a:pt x="46"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 name="Freeform 314"/>
            <p:cNvSpPr>
              <a:spLocks/>
            </p:cNvSpPr>
            <p:nvPr/>
          </p:nvSpPr>
          <p:spPr bwMode="auto">
            <a:xfrm>
              <a:off x="9429751" y="6380163"/>
              <a:ext cx="53975" cy="71438"/>
            </a:xfrm>
            <a:custGeom>
              <a:avLst/>
              <a:gdLst>
                <a:gd name="T0" fmla="*/ 39 w 42"/>
                <a:gd name="T1" fmla="*/ 38 h 56"/>
                <a:gd name="T2" fmla="*/ 34 w 42"/>
                <a:gd name="T3" fmla="*/ 40 h 56"/>
                <a:gd name="T4" fmla="*/ 18 w 42"/>
                <a:gd name="T5" fmla="*/ 46 h 56"/>
                <a:gd name="T6" fmla="*/ 12 w 42"/>
                <a:gd name="T7" fmla="*/ 39 h 56"/>
                <a:gd name="T8" fmla="*/ 18 w 42"/>
                <a:gd name="T9" fmla="*/ 21 h 56"/>
                <a:gd name="T10" fmla="*/ 27 w 42"/>
                <a:gd name="T11" fmla="*/ 11 h 56"/>
                <a:gd name="T12" fmla="*/ 29 w 42"/>
                <a:gd name="T13" fmla="*/ 15 h 56"/>
                <a:gd name="T14" fmla="*/ 35 w 42"/>
                <a:gd name="T15" fmla="*/ 22 h 56"/>
                <a:gd name="T16" fmla="*/ 38 w 42"/>
                <a:gd name="T17" fmla="*/ 20 h 56"/>
                <a:gd name="T18" fmla="*/ 40 w 42"/>
                <a:gd name="T19" fmla="*/ 14 h 56"/>
                <a:gd name="T20" fmla="*/ 36 w 42"/>
                <a:gd name="T21" fmla="*/ 5 h 56"/>
                <a:gd name="T22" fmla="*/ 29 w 42"/>
                <a:gd name="T23" fmla="*/ 0 h 56"/>
                <a:gd name="T24" fmla="*/ 10 w 42"/>
                <a:gd name="T25" fmla="*/ 14 h 56"/>
                <a:gd name="T26" fmla="*/ 0 w 42"/>
                <a:gd name="T27" fmla="*/ 40 h 56"/>
                <a:gd name="T28" fmla="*/ 4 w 42"/>
                <a:gd name="T29" fmla="*/ 51 h 56"/>
                <a:gd name="T30" fmla="*/ 16 w 42"/>
                <a:gd name="T31" fmla="*/ 56 h 56"/>
                <a:gd name="T32" fmla="*/ 34 w 42"/>
                <a:gd name="T33" fmla="*/ 50 h 56"/>
                <a:gd name="T34" fmla="*/ 42 w 42"/>
                <a:gd name="T35" fmla="*/ 40 h 56"/>
                <a:gd name="T36" fmla="*/ 39 w 42"/>
                <a:gd name="T37" fmla="*/ 3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56">
                  <a:moveTo>
                    <a:pt x="39" y="38"/>
                  </a:moveTo>
                  <a:cubicBezTo>
                    <a:pt x="38" y="38"/>
                    <a:pt x="36" y="39"/>
                    <a:pt x="34" y="40"/>
                  </a:cubicBezTo>
                  <a:cubicBezTo>
                    <a:pt x="28" y="44"/>
                    <a:pt x="23" y="46"/>
                    <a:pt x="18" y="46"/>
                  </a:cubicBezTo>
                  <a:cubicBezTo>
                    <a:pt x="14" y="46"/>
                    <a:pt x="12" y="44"/>
                    <a:pt x="12" y="39"/>
                  </a:cubicBezTo>
                  <a:cubicBezTo>
                    <a:pt x="12" y="34"/>
                    <a:pt x="14" y="28"/>
                    <a:pt x="18" y="21"/>
                  </a:cubicBezTo>
                  <a:cubicBezTo>
                    <a:pt x="22" y="14"/>
                    <a:pt x="25" y="11"/>
                    <a:pt x="27" y="11"/>
                  </a:cubicBezTo>
                  <a:cubicBezTo>
                    <a:pt x="28" y="11"/>
                    <a:pt x="29" y="12"/>
                    <a:pt x="29" y="15"/>
                  </a:cubicBezTo>
                  <a:cubicBezTo>
                    <a:pt x="30" y="20"/>
                    <a:pt x="32" y="22"/>
                    <a:pt x="35" y="22"/>
                  </a:cubicBezTo>
                  <a:cubicBezTo>
                    <a:pt x="36" y="22"/>
                    <a:pt x="37" y="21"/>
                    <a:pt x="38" y="20"/>
                  </a:cubicBezTo>
                  <a:cubicBezTo>
                    <a:pt x="39" y="19"/>
                    <a:pt x="40" y="17"/>
                    <a:pt x="40" y="14"/>
                  </a:cubicBezTo>
                  <a:cubicBezTo>
                    <a:pt x="40" y="11"/>
                    <a:pt x="39" y="8"/>
                    <a:pt x="36" y="5"/>
                  </a:cubicBezTo>
                  <a:cubicBezTo>
                    <a:pt x="34" y="2"/>
                    <a:pt x="32" y="0"/>
                    <a:pt x="29" y="0"/>
                  </a:cubicBezTo>
                  <a:cubicBezTo>
                    <a:pt x="23" y="0"/>
                    <a:pt x="16" y="5"/>
                    <a:pt x="10" y="14"/>
                  </a:cubicBezTo>
                  <a:cubicBezTo>
                    <a:pt x="4" y="23"/>
                    <a:pt x="0" y="32"/>
                    <a:pt x="0" y="40"/>
                  </a:cubicBezTo>
                  <a:cubicBezTo>
                    <a:pt x="0" y="45"/>
                    <a:pt x="2" y="49"/>
                    <a:pt x="4" y="51"/>
                  </a:cubicBezTo>
                  <a:cubicBezTo>
                    <a:pt x="7" y="54"/>
                    <a:pt x="11" y="56"/>
                    <a:pt x="16" y="56"/>
                  </a:cubicBezTo>
                  <a:cubicBezTo>
                    <a:pt x="22" y="56"/>
                    <a:pt x="28" y="54"/>
                    <a:pt x="34" y="50"/>
                  </a:cubicBezTo>
                  <a:cubicBezTo>
                    <a:pt x="39" y="46"/>
                    <a:pt x="42" y="43"/>
                    <a:pt x="42" y="40"/>
                  </a:cubicBezTo>
                  <a:cubicBezTo>
                    <a:pt x="42" y="39"/>
                    <a:pt x="41" y="38"/>
                    <a:pt x="39"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 name="Freeform 315"/>
            <p:cNvSpPr>
              <a:spLocks/>
            </p:cNvSpPr>
            <p:nvPr/>
          </p:nvSpPr>
          <p:spPr bwMode="auto">
            <a:xfrm>
              <a:off x="9493251" y="6380163"/>
              <a:ext cx="52388" cy="71438"/>
            </a:xfrm>
            <a:custGeom>
              <a:avLst/>
              <a:gdLst>
                <a:gd name="T0" fmla="*/ 39 w 41"/>
                <a:gd name="T1" fmla="*/ 38 h 56"/>
                <a:gd name="T2" fmla="*/ 33 w 41"/>
                <a:gd name="T3" fmla="*/ 40 h 56"/>
                <a:gd name="T4" fmla="*/ 18 w 41"/>
                <a:gd name="T5" fmla="*/ 46 h 56"/>
                <a:gd name="T6" fmla="*/ 11 w 41"/>
                <a:gd name="T7" fmla="*/ 39 h 56"/>
                <a:gd name="T8" fmla="*/ 17 w 41"/>
                <a:gd name="T9" fmla="*/ 21 h 56"/>
                <a:gd name="T10" fmla="*/ 27 w 41"/>
                <a:gd name="T11" fmla="*/ 11 h 56"/>
                <a:gd name="T12" fmla="*/ 29 w 41"/>
                <a:gd name="T13" fmla="*/ 15 h 56"/>
                <a:gd name="T14" fmla="*/ 34 w 41"/>
                <a:gd name="T15" fmla="*/ 22 h 56"/>
                <a:gd name="T16" fmla="*/ 37 w 41"/>
                <a:gd name="T17" fmla="*/ 20 h 56"/>
                <a:gd name="T18" fmla="*/ 39 w 41"/>
                <a:gd name="T19" fmla="*/ 14 h 56"/>
                <a:gd name="T20" fmla="*/ 36 w 41"/>
                <a:gd name="T21" fmla="*/ 5 h 56"/>
                <a:gd name="T22" fmla="*/ 28 w 41"/>
                <a:gd name="T23" fmla="*/ 0 h 56"/>
                <a:gd name="T24" fmla="*/ 10 w 41"/>
                <a:gd name="T25" fmla="*/ 14 h 56"/>
                <a:gd name="T26" fmla="*/ 0 w 41"/>
                <a:gd name="T27" fmla="*/ 40 h 56"/>
                <a:gd name="T28" fmla="*/ 4 w 41"/>
                <a:gd name="T29" fmla="*/ 51 h 56"/>
                <a:gd name="T30" fmla="*/ 16 w 41"/>
                <a:gd name="T31" fmla="*/ 56 h 56"/>
                <a:gd name="T32" fmla="*/ 33 w 41"/>
                <a:gd name="T33" fmla="*/ 50 h 56"/>
                <a:gd name="T34" fmla="*/ 41 w 41"/>
                <a:gd name="T35" fmla="*/ 40 h 56"/>
                <a:gd name="T36" fmla="*/ 39 w 41"/>
                <a:gd name="T37" fmla="*/ 3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1" h="56">
                  <a:moveTo>
                    <a:pt x="39" y="38"/>
                  </a:moveTo>
                  <a:cubicBezTo>
                    <a:pt x="37" y="38"/>
                    <a:pt x="35" y="39"/>
                    <a:pt x="33" y="40"/>
                  </a:cubicBezTo>
                  <a:cubicBezTo>
                    <a:pt x="28" y="44"/>
                    <a:pt x="23" y="46"/>
                    <a:pt x="18" y="46"/>
                  </a:cubicBezTo>
                  <a:cubicBezTo>
                    <a:pt x="13" y="46"/>
                    <a:pt x="11" y="44"/>
                    <a:pt x="11" y="39"/>
                  </a:cubicBezTo>
                  <a:cubicBezTo>
                    <a:pt x="11" y="34"/>
                    <a:pt x="13" y="28"/>
                    <a:pt x="17" y="21"/>
                  </a:cubicBezTo>
                  <a:cubicBezTo>
                    <a:pt x="21" y="14"/>
                    <a:pt x="24" y="11"/>
                    <a:pt x="27" y="11"/>
                  </a:cubicBezTo>
                  <a:cubicBezTo>
                    <a:pt x="28" y="11"/>
                    <a:pt x="29" y="12"/>
                    <a:pt x="29" y="15"/>
                  </a:cubicBezTo>
                  <a:cubicBezTo>
                    <a:pt x="29" y="20"/>
                    <a:pt x="31" y="22"/>
                    <a:pt x="34" y="22"/>
                  </a:cubicBezTo>
                  <a:cubicBezTo>
                    <a:pt x="35" y="22"/>
                    <a:pt x="36" y="21"/>
                    <a:pt x="37" y="20"/>
                  </a:cubicBezTo>
                  <a:cubicBezTo>
                    <a:pt x="39" y="19"/>
                    <a:pt x="39" y="17"/>
                    <a:pt x="39" y="14"/>
                  </a:cubicBezTo>
                  <a:cubicBezTo>
                    <a:pt x="39" y="11"/>
                    <a:pt x="38" y="8"/>
                    <a:pt x="36" y="5"/>
                  </a:cubicBezTo>
                  <a:cubicBezTo>
                    <a:pt x="34" y="2"/>
                    <a:pt x="31" y="0"/>
                    <a:pt x="28" y="0"/>
                  </a:cubicBezTo>
                  <a:cubicBezTo>
                    <a:pt x="22" y="0"/>
                    <a:pt x="16" y="5"/>
                    <a:pt x="10" y="14"/>
                  </a:cubicBezTo>
                  <a:cubicBezTo>
                    <a:pt x="3" y="23"/>
                    <a:pt x="0" y="32"/>
                    <a:pt x="0" y="40"/>
                  </a:cubicBezTo>
                  <a:cubicBezTo>
                    <a:pt x="0" y="45"/>
                    <a:pt x="1" y="49"/>
                    <a:pt x="4" y="51"/>
                  </a:cubicBezTo>
                  <a:cubicBezTo>
                    <a:pt x="7" y="54"/>
                    <a:pt x="11" y="56"/>
                    <a:pt x="16" y="56"/>
                  </a:cubicBezTo>
                  <a:cubicBezTo>
                    <a:pt x="22" y="56"/>
                    <a:pt x="28" y="54"/>
                    <a:pt x="33" y="50"/>
                  </a:cubicBezTo>
                  <a:cubicBezTo>
                    <a:pt x="39" y="46"/>
                    <a:pt x="41" y="43"/>
                    <a:pt x="41" y="40"/>
                  </a:cubicBezTo>
                  <a:cubicBezTo>
                    <a:pt x="41" y="39"/>
                    <a:pt x="40" y="38"/>
                    <a:pt x="39"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 name="Freeform 316"/>
            <p:cNvSpPr>
              <a:spLocks noEditPoints="1"/>
            </p:cNvSpPr>
            <p:nvPr/>
          </p:nvSpPr>
          <p:spPr bwMode="auto">
            <a:xfrm>
              <a:off x="9555163" y="6380163"/>
              <a:ext cx="55563" cy="71438"/>
            </a:xfrm>
            <a:custGeom>
              <a:avLst/>
              <a:gdLst>
                <a:gd name="T0" fmla="*/ 40 w 43"/>
                <a:gd name="T1" fmla="*/ 34 h 55"/>
                <a:gd name="T2" fmla="*/ 37 w 43"/>
                <a:gd name="T3" fmla="*/ 36 h 55"/>
                <a:gd name="T4" fmla="*/ 18 w 43"/>
                <a:gd name="T5" fmla="*/ 45 h 55"/>
                <a:gd name="T6" fmla="*/ 13 w 43"/>
                <a:gd name="T7" fmla="*/ 43 h 55"/>
                <a:gd name="T8" fmla="*/ 11 w 43"/>
                <a:gd name="T9" fmla="*/ 39 h 55"/>
                <a:gd name="T10" fmla="*/ 12 w 43"/>
                <a:gd name="T11" fmla="*/ 37 h 55"/>
                <a:gd name="T12" fmla="*/ 32 w 43"/>
                <a:gd name="T13" fmla="*/ 27 h 55"/>
                <a:gd name="T14" fmla="*/ 40 w 43"/>
                <a:gd name="T15" fmla="*/ 12 h 55"/>
                <a:gd name="T16" fmla="*/ 37 w 43"/>
                <a:gd name="T17" fmla="*/ 4 h 55"/>
                <a:gd name="T18" fmla="*/ 29 w 43"/>
                <a:gd name="T19" fmla="*/ 0 h 55"/>
                <a:gd name="T20" fmla="*/ 9 w 43"/>
                <a:gd name="T21" fmla="*/ 12 h 55"/>
                <a:gd name="T22" fmla="*/ 0 w 43"/>
                <a:gd name="T23" fmla="*/ 36 h 55"/>
                <a:gd name="T24" fmla="*/ 4 w 43"/>
                <a:gd name="T25" fmla="*/ 50 h 55"/>
                <a:gd name="T26" fmla="*/ 17 w 43"/>
                <a:gd name="T27" fmla="*/ 55 h 55"/>
                <a:gd name="T28" fmla="*/ 35 w 43"/>
                <a:gd name="T29" fmla="*/ 49 h 55"/>
                <a:gd name="T30" fmla="*/ 43 w 43"/>
                <a:gd name="T31" fmla="*/ 37 h 55"/>
                <a:gd name="T32" fmla="*/ 40 w 43"/>
                <a:gd name="T33" fmla="*/ 34 h 55"/>
                <a:gd name="T34" fmla="*/ 18 w 43"/>
                <a:gd name="T35" fmla="*/ 16 h 55"/>
                <a:gd name="T36" fmla="*/ 27 w 43"/>
                <a:gd name="T37" fmla="*/ 10 h 55"/>
                <a:gd name="T38" fmla="*/ 30 w 43"/>
                <a:gd name="T39" fmla="*/ 11 h 55"/>
                <a:gd name="T40" fmla="*/ 31 w 43"/>
                <a:gd name="T41" fmla="*/ 14 h 55"/>
                <a:gd name="T42" fmla="*/ 25 w 43"/>
                <a:gd name="T43" fmla="*/ 22 h 55"/>
                <a:gd name="T44" fmla="*/ 12 w 43"/>
                <a:gd name="T45" fmla="*/ 29 h 55"/>
                <a:gd name="T46" fmla="*/ 18 w 43"/>
                <a:gd name="T47" fmla="*/ 1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3" h="55">
                  <a:moveTo>
                    <a:pt x="40" y="34"/>
                  </a:moveTo>
                  <a:cubicBezTo>
                    <a:pt x="39" y="34"/>
                    <a:pt x="38" y="34"/>
                    <a:pt x="37" y="36"/>
                  </a:cubicBezTo>
                  <a:cubicBezTo>
                    <a:pt x="31" y="42"/>
                    <a:pt x="25" y="45"/>
                    <a:pt x="18" y="45"/>
                  </a:cubicBezTo>
                  <a:cubicBezTo>
                    <a:pt x="16" y="45"/>
                    <a:pt x="14" y="45"/>
                    <a:pt x="13" y="43"/>
                  </a:cubicBezTo>
                  <a:cubicBezTo>
                    <a:pt x="12" y="42"/>
                    <a:pt x="11" y="41"/>
                    <a:pt x="11" y="39"/>
                  </a:cubicBezTo>
                  <a:cubicBezTo>
                    <a:pt x="11" y="38"/>
                    <a:pt x="11" y="38"/>
                    <a:pt x="12" y="37"/>
                  </a:cubicBezTo>
                  <a:cubicBezTo>
                    <a:pt x="21" y="35"/>
                    <a:pt x="27" y="32"/>
                    <a:pt x="32" y="27"/>
                  </a:cubicBezTo>
                  <a:cubicBezTo>
                    <a:pt x="38" y="22"/>
                    <a:pt x="40" y="17"/>
                    <a:pt x="40" y="12"/>
                  </a:cubicBezTo>
                  <a:cubicBezTo>
                    <a:pt x="40" y="9"/>
                    <a:pt x="39" y="6"/>
                    <a:pt x="37" y="4"/>
                  </a:cubicBezTo>
                  <a:cubicBezTo>
                    <a:pt x="35" y="1"/>
                    <a:pt x="32" y="0"/>
                    <a:pt x="29" y="0"/>
                  </a:cubicBezTo>
                  <a:cubicBezTo>
                    <a:pt x="22" y="0"/>
                    <a:pt x="15" y="4"/>
                    <a:pt x="9" y="12"/>
                  </a:cubicBezTo>
                  <a:cubicBezTo>
                    <a:pt x="3" y="20"/>
                    <a:pt x="0" y="28"/>
                    <a:pt x="0" y="36"/>
                  </a:cubicBezTo>
                  <a:cubicBezTo>
                    <a:pt x="0" y="42"/>
                    <a:pt x="1" y="47"/>
                    <a:pt x="4" y="50"/>
                  </a:cubicBezTo>
                  <a:cubicBezTo>
                    <a:pt x="7" y="54"/>
                    <a:pt x="11" y="55"/>
                    <a:pt x="17" y="55"/>
                  </a:cubicBezTo>
                  <a:cubicBezTo>
                    <a:pt x="23" y="55"/>
                    <a:pt x="30" y="53"/>
                    <a:pt x="35" y="49"/>
                  </a:cubicBezTo>
                  <a:cubicBezTo>
                    <a:pt x="41" y="44"/>
                    <a:pt x="43" y="40"/>
                    <a:pt x="43" y="37"/>
                  </a:cubicBezTo>
                  <a:cubicBezTo>
                    <a:pt x="43" y="35"/>
                    <a:pt x="42" y="34"/>
                    <a:pt x="40" y="34"/>
                  </a:cubicBezTo>
                  <a:close/>
                  <a:moveTo>
                    <a:pt x="18" y="16"/>
                  </a:moveTo>
                  <a:cubicBezTo>
                    <a:pt x="22" y="12"/>
                    <a:pt x="25" y="10"/>
                    <a:pt x="27" y="10"/>
                  </a:cubicBezTo>
                  <a:cubicBezTo>
                    <a:pt x="28" y="10"/>
                    <a:pt x="29" y="10"/>
                    <a:pt x="30" y="11"/>
                  </a:cubicBezTo>
                  <a:cubicBezTo>
                    <a:pt x="30" y="12"/>
                    <a:pt x="31" y="13"/>
                    <a:pt x="31" y="14"/>
                  </a:cubicBezTo>
                  <a:cubicBezTo>
                    <a:pt x="31" y="16"/>
                    <a:pt x="29" y="19"/>
                    <a:pt x="25" y="22"/>
                  </a:cubicBezTo>
                  <a:cubicBezTo>
                    <a:pt x="21" y="26"/>
                    <a:pt x="17" y="28"/>
                    <a:pt x="12" y="29"/>
                  </a:cubicBezTo>
                  <a:cubicBezTo>
                    <a:pt x="13" y="24"/>
                    <a:pt x="15" y="20"/>
                    <a:pt x="1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 name="Freeform 317"/>
            <p:cNvSpPr>
              <a:spLocks/>
            </p:cNvSpPr>
            <p:nvPr/>
          </p:nvSpPr>
          <p:spPr bwMode="auto">
            <a:xfrm>
              <a:off x="9615488" y="6378575"/>
              <a:ext cx="49213" cy="73025"/>
            </a:xfrm>
            <a:custGeom>
              <a:avLst/>
              <a:gdLst>
                <a:gd name="T0" fmla="*/ 21 w 39"/>
                <a:gd name="T1" fmla="*/ 13 h 57"/>
                <a:gd name="T2" fmla="*/ 30 w 39"/>
                <a:gd name="T3" fmla="*/ 10 h 57"/>
                <a:gd name="T4" fmla="*/ 32 w 39"/>
                <a:gd name="T5" fmla="*/ 11 h 57"/>
                <a:gd name="T6" fmla="*/ 34 w 39"/>
                <a:gd name="T7" fmla="*/ 12 h 57"/>
                <a:gd name="T8" fmla="*/ 37 w 39"/>
                <a:gd name="T9" fmla="*/ 10 h 57"/>
                <a:gd name="T10" fmla="*/ 39 w 39"/>
                <a:gd name="T11" fmla="*/ 7 h 57"/>
                <a:gd name="T12" fmla="*/ 31 w 39"/>
                <a:gd name="T13" fmla="*/ 0 h 57"/>
                <a:gd name="T14" fmla="*/ 13 w 39"/>
                <a:gd name="T15" fmla="*/ 6 h 57"/>
                <a:gd name="T16" fmla="*/ 4 w 39"/>
                <a:gd name="T17" fmla="*/ 21 h 57"/>
                <a:gd name="T18" fmla="*/ 7 w 39"/>
                <a:gd name="T19" fmla="*/ 28 h 57"/>
                <a:gd name="T20" fmla="*/ 19 w 39"/>
                <a:gd name="T21" fmla="*/ 36 h 57"/>
                <a:gd name="T22" fmla="*/ 27 w 39"/>
                <a:gd name="T23" fmla="*/ 42 h 57"/>
                <a:gd name="T24" fmla="*/ 21 w 39"/>
                <a:gd name="T25" fmla="*/ 46 h 57"/>
                <a:gd name="T26" fmla="*/ 12 w 39"/>
                <a:gd name="T27" fmla="*/ 47 h 57"/>
                <a:gd name="T28" fmla="*/ 8 w 39"/>
                <a:gd name="T29" fmla="*/ 46 h 57"/>
                <a:gd name="T30" fmla="*/ 5 w 39"/>
                <a:gd name="T31" fmla="*/ 46 h 57"/>
                <a:gd name="T32" fmla="*/ 1 w 39"/>
                <a:gd name="T33" fmla="*/ 47 h 57"/>
                <a:gd name="T34" fmla="*/ 0 w 39"/>
                <a:gd name="T35" fmla="*/ 51 h 57"/>
                <a:gd name="T36" fmla="*/ 8 w 39"/>
                <a:gd name="T37" fmla="*/ 57 h 57"/>
                <a:gd name="T38" fmla="*/ 29 w 39"/>
                <a:gd name="T39" fmla="*/ 53 h 57"/>
                <a:gd name="T40" fmla="*/ 38 w 39"/>
                <a:gd name="T41" fmla="*/ 41 h 57"/>
                <a:gd name="T42" fmla="*/ 36 w 39"/>
                <a:gd name="T43" fmla="*/ 34 h 57"/>
                <a:gd name="T44" fmla="*/ 25 w 39"/>
                <a:gd name="T45" fmla="*/ 27 h 57"/>
                <a:gd name="T46" fmla="*/ 18 w 39"/>
                <a:gd name="T47" fmla="*/ 23 h 57"/>
                <a:gd name="T48" fmla="*/ 16 w 39"/>
                <a:gd name="T49" fmla="*/ 20 h 57"/>
                <a:gd name="T50" fmla="*/ 21 w 39"/>
                <a:gd name="T51" fmla="*/ 13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9" h="57">
                  <a:moveTo>
                    <a:pt x="21" y="13"/>
                  </a:moveTo>
                  <a:cubicBezTo>
                    <a:pt x="24" y="11"/>
                    <a:pt x="27" y="10"/>
                    <a:pt x="30" y="10"/>
                  </a:cubicBezTo>
                  <a:cubicBezTo>
                    <a:pt x="30" y="10"/>
                    <a:pt x="31" y="10"/>
                    <a:pt x="32" y="11"/>
                  </a:cubicBezTo>
                  <a:cubicBezTo>
                    <a:pt x="33" y="11"/>
                    <a:pt x="33" y="12"/>
                    <a:pt x="34" y="12"/>
                  </a:cubicBezTo>
                  <a:cubicBezTo>
                    <a:pt x="35" y="12"/>
                    <a:pt x="36" y="11"/>
                    <a:pt x="37" y="10"/>
                  </a:cubicBezTo>
                  <a:cubicBezTo>
                    <a:pt x="38" y="9"/>
                    <a:pt x="39" y="8"/>
                    <a:pt x="39" y="7"/>
                  </a:cubicBezTo>
                  <a:cubicBezTo>
                    <a:pt x="39" y="2"/>
                    <a:pt x="36" y="0"/>
                    <a:pt x="31" y="0"/>
                  </a:cubicBezTo>
                  <a:cubicBezTo>
                    <a:pt x="25" y="0"/>
                    <a:pt x="20" y="2"/>
                    <a:pt x="13" y="6"/>
                  </a:cubicBezTo>
                  <a:cubicBezTo>
                    <a:pt x="7" y="10"/>
                    <a:pt x="4" y="15"/>
                    <a:pt x="4" y="21"/>
                  </a:cubicBezTo>
                  <a:cubicBezTo>
                    <a:pt x="4" y="23"/>
                    <a:pt x="5" y="26"/>
                    <a:pt x="7" y="28"/>
                  </a:cubicBezTo>
                  <a:cubicBezTo>
                    <a:pt x="9" y="30"/>
                    <a:pt x="13" y="33"/>
                    <a:pt x="19" y="36"/>
                  </a:cubicBezTo>
                  <a:cubicBezTo>
                    <a:pt x="24" y="38"/>
                    <a:pt x="27" y="40"/>
                    <a:pt x="27" y="42"/>
                  </a:cubicBezTo>
                  <a:cubicBezTo>
                    <a:pt x="26" y="44"/>
                    <a:pt x="24" y="45"/>
                    <a:pt x="21" y="46"/>
                  </a:cubicBezTo>
                  <a:cubicBezTo>
                    <a:pt x="18" y="47"/>
                    <a:pt x="14" y="47"/>
                    <a:pt x="12" y="47"/>
                  </a:cubicBezTo>
                  <a:cubicBezTo>
                    <a:pt x="10" y="47"/>
                    <a:pt x="9" y="47"/>
                    <a:pt x="8" y="46"/>
                  </a:cubicBezTo>
                  <a:cubicBezTo>
                    <a:pt x="7" y="46"/>
                    <a:pt x="6" y="46"/>
                    <a:pt x="5" y="46"/>
                  </a:cubicBezTo>
                  <a:cubicBezTo>
                    <a:pt x="4" y="46"/>
                    <a:pt x="3" y="46"/>
                    <a:pt x="1" y="47"/>
                  </a:cubicBezTo>
                  <a:cubicBezTo>
                    <a:pt x="0" y="48"/>
                    <a:pt x="0" y="50"/>
                    <a:pt x="0" y="51"/>
                  </a:cubicBezTo>
                  <a:cubicBezTo>
                    <a:pt x="0" y="55"/>
                    <a:pt x="2" y="57"/>
                    <a:pt x="8" y="57"/>
                  </a:cubicBezTo>
                  <a:cubicBezTo>
                    <a:pt x="16" y="57"/>
                    <a:pt x="23" y="56"/>
                    <a:pt x="29" y="53"/>
                  </a:cubicBezTo>
                  <a:cubicBezTo>
                    <a:pt x="35" y="50"/>
                    <a:pt x="38" y="46"/>
                    <a:pt x="38" y="41"/>
                  </a:cubicBezTo>
                  <a:cubicBezTo>
                    <a:pt x="38" y="39"/>
                    <a:pt x="37" y="36"/>
                    <a:pt x="36" y="34"/>
                  </a:cubicBezTo>
                  <a:cubicBezTo>
                    <a:pt x="34" y="32"/>
                    <a:pt x="30" y="30"/>
                    <a:pt x="25" y="27"/>
                  </a:cubicBezTo>
                  <a:cubicBezTo>
                    <a:pt x="21" y="26"/>
                    <a:pt x="19" y="24"/>
                    <a:pt x="18" y="23"/>
                  </a:cubicBezTo>
                  <a:cubicBezTo>
                    <a:pt x="16" y="22"/>
                    <a:pt x="16" y="21"/>
                    <a:pt x="16" y="20"/>
                  </a:cubicBezTo>
                  <a:cubicBezTo>
                    <a:pt x="16" y="17"/>
                    <a:pt x="17" y="15"/>
                    <a:pt x="21"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 name="Freeform 318"/>
            <p:cNvSpPr>
              <a:spLocks/>
            </p:cNvSpPr>
            <p:nvPr/>
          </p:nvSpPr>
          <p:spPr bwMode="auto">
            <a:xfrm>
              <a:off x="9666288" y="6378575"/>
              <a:ext cx="50800" cy="73025"/>
            </a:xfrm>
            <a:custGeom>
              <a:avLst/>
              <a:gdLst>
                <a:gd name="T0" fmla="*/ 21 w 39"/>
                <a:gd name="T1" fmla="*/ 13 h 57"/>
                <a:gd name="T2" fmla="*/ 31 w 39"/>
                <a:gd name="T3" fmla="*/ 10 h 57"/>
                <a:gd name="T4" fmla="*/ 33 w 39"/>
                <a:gd name="T5" fmla="*/ 11 h 57"/>
                <a:gd name="T6" fmla="*/ 34 w 39"/>
                <a:gd name="T7" fmla="*/ 12 h 57"/>
                <a:gd name="T8" fmla="*/ 37 w 39"/>
                <a:gd name="T9" fmla="*/ 10 h 57"/>
                <a:gd name="T10" fmla="*/ 39 w 39"/>
                <a:gd name="T11" fmla="*/ 7 h 57"/>
                <a:gd name="T12" fmla="*/ 31 w 39"/>
                <a:gd name="T13" fmla="*/ 0 h 57"/>
                <a:gd name="T14" fmla="*/ 14 w 39"/>
                <a:gd name="T15" fmla="*/ 6 h 57"/>
                <a:gd name="T16" fmla="*/ 5 w 39"/>
                <a:gd name="T17" fmla="*/ 21 h 57"/>
                <a:gd name="T18" fmla="*/ 7 w 39"/>
                <a:gd name="T19" fmla="*/ 28 h 57"/>
                <a:gd name="T20" fmla="*/ 20 w 39"/>
                <a:gd name="T21" fmla="*/ 36 h 57"/>
                <a:gd name="T22" fmla="*/ 28 w 39"/>
                <a:gd name="T23" fmla="*/ 42 h 57"/>
                <a:gd name="T24" fmla="*/ 21 w 39"/>
                <a:gd name="T25" fmla="*/ 46 h 57"/>
                <a:gd name="T26" fmla="*/ 12 w 39"/>
                <a:gd name="T27" fmla="*/ 47 h 57"/>
                <a:gd name="T28" fmla="*/ 9 w 39"/>
                <a:gd name="T29" fmla="*/ 46 h 57"/>
                <a:gd name="T30" fmla="*/ 6 w 39"/>
                <a:gd name="T31" fmla="*/ 46 h 57"/>
                <a:gd name="T32" fmla="*/ 2 w 39"/>
                <a:gd name="T33" fmla="*/ 47 h 57"/>
                <a:gd name="T34" fmla="*/ 0 w 39"/>
                <a:gd name="T35" fmla="*/ 51 h 57"/>
                <a:gd name="T36" fmla="*/ 9 w 39"/>
                <a:gd name="T37" fmla="*/ 57 h 57"/>
                <a:gd name="T38" fmla="*/ 29 w 39"/>
                <a:gd name="T39" fmla="*/ 53 h 57"/>
                <a:gd name="T40" fmla="*/ 39 w 39"/>
                <a:gd name="T41" fmla="*/ 41 h 57"/>
                <a:gd name="T42" fmla="*/ 36 w 39"/>
                <a:gd name="T43" fmla="*/ 34 h 57"/>
                <a:gd name="T44" fmla="*/ 25 w 39"/>
                <a:gd name="T45" fmla="*/ 27 h 57"/>
                <a:gd name="T46" fmla="*/ 18 w 39"/>
                <a:gd name="T47" fmla="*/ 23 h 57"/>
                <a:gd name="T48" fmla="*/ 16 w 39"/>
                <a:gd name="T49" fmla="*/ 20 h 57"/>
                <a:gd name="T50" fmla="*/ 21 w 39"/>
                <a:gd name="T51" fmla="*/ 13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9" h="57">
                  <a:moveTo>
                    <a:pt x="21" y="13"/>
                  </a:moveTo>
                  <a:cubicBezTo>
                    <a:pt x="25" y="11"/>
                    <a:pt x="28" y="10"/>
                    <a:pt x="31" y="10"/>
                  </a:cubicBezTo>
                  <a:cubicBezTo>
                    <a:pt x="31" y="10"/>
                    <a:pt x="32" y="10"/>
                    <a:pt x="33" y="11"/>
                  </a:cubicBezTo>
                  <a:cubicBezTo>
                    <a:pt x="33" y="11"/>
                    <a:pt x="34" y="12"/>
                    <a:pt x="34" y="12"/>
                  </a:cubicBezTo>
                  <a:cubicBezTo>
                    <a:pt x="35" y="12"/>
                    <a:pt x="36" y="11"/>
                    <a:pt x="37" y="10"/>
                  </a:cubicBezTo>
                  <a:cubicBezTo>
                    <a:pt x="39" y="9"/>
                    <a:pt x="39" y="8"/>
                    <a:pt x="39" y="7"/>
                  </a:cubicBezTo>
                  <a:cubicBezTo>
                    <a:pt x="39" y="2"/>
                    <a:pt x="37" y="0"/>
                    <a:pt x="31" y="0"/>
                  </a:cubicBezTo>
                  <a:cubicBezTo>
                    <a:pt x="26" y="0"/>
                    <a:pt x="20" y="2"/>
                    <a:pt x="14" y="6"/>
                  </a:cubicBezTo>
                  <a:cubicBezTo>
                    <a:pt x="8" y="10"/>
                    <a:pt x="5" y="15"/>
                    <a:pt x="5" y="21"/>
                  </a:cubicBezTo>
                  <a:cubicBezTo>
                    <a:pt x="5" y="23"/>
                    <a:pt x="6" y="26"/>
                    <a:pt x="7" y="28"/>
                  </a:cubicBezTo>
                  <a:cubicBezTo>
                    <a:pt x="9" y="30"/>
                    <a:pt x="13" y="33"/>
                    <a:pt x="20" y="36"/>
                  </a:cubicBezTo>
                  <a:cubicBezTo>
                    <a:pt x="25" y="38"/>
                    <a:pt x="28" y="40"/>
                    <a:pt x="28" y="42"/>
                  </a:cubicBezTo>
                  <a:cubicBezTo>
                    <a:pt x="27" y="44"/>
                    <a:pt x="25" y="45"/>
                    <a:pt x="21" y="46"/>
                  </a:cubicBezTo>
                  <a:cubicBezTo>
                    <a:pt x="18" y="47"/>
                    <a:pt x="15" y="47"/>
                    <a:pt x="12" y="47"/>
                  </a:cubicBezTo>
                  <a:cubicBezTo>
                    <a:pt x="11" y="47"/>
                    <a:pt x="10" y="47"/>
                    <a:pt x="9" y="46"/>
                  </a:cubicBezTo>
                  <a:cubicBezTo>
                    <a:pt x="7" y="46"/>
                    <a:pt x="6" y="46"/>
                    <a:pt x="6" y="46"/>
                  </a:cubicBezTo>
                  <a:cubicBezTo>
                    <a:pt x="4" y="46"/>
                    <a:pt x="3" y="46"/>
                    <a:pt x="2" y="47"/>
                  </a:cubicBezTo>
                  <a:cubicBezTo>
                    <a:pt x="1" y="48"/>
                    <a:pt x="0" y="50"/>
                    <a:pt x="0" y="51"/>
                  </a:cubicBezTo>
                  <a:cubicBezTo>
                    <a:pt x="0" y="55"/>
                    <a:pt x="3" y="57"/>
                    <a:pt x="9" y="57"/>
                  </a:cubicBezTo>
                  <a:cubicBezTo>
                    <a:pt x="16" y="57"/>
                    <a:pt x="23" y="56"/>
                    <a:pt x="29" y="53"/>
                  </a:cubicBezTo>
                  <a:cubicBezTo>
                    <a:pt x="36" y="50"/>
                    <a:pt x="39" y="46"/>
                    <a:pt x="39" y="41"/>
                  </a:cubicBezTo>
                  <a:cubicBezTo>
                    <a:pt x="39" y="39"/>
                    <a:pt x="38" y="36"/>
                    <a:pt x="36" y="34"/>
                  </a:cubicBezTo>
                  <a:cubicBezTo>
                    <a:pt x="34" y="32"/>
                    <a:pt x="31" y="30"/>
                    <a:pt x="25" y="27"/>
                  </a:cubicBezTo>
                  <a:cubicBezTo>
                    <a:pt x="22" y="26"/>
                    <a:pt x="19" y="24"/>
                    <a:pt x="18" y="23"/>
                  </a:cubicBezTo>
                  <a:cubicBezTo>
                    <a:pt x="17" y="22"/>
                    <a:pt x="16" y="21"/>
                    <a:pt x="16" y="20"/>
                  </a:cubicBezTo>
                  <a:cubicBezTo>
                    <a:pt x="16" y="17"/>
                    <a:pt x="18" y="15"/>
                    <a:pt x="21"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 name="Freeform 319"/>
            <p:cNvSpPr>
              <a:spLocks/>
            </p:cNvSpPr>
            <p:nvPr/>
          </p:nvSpPr>
          <p:spPr bwMode="auto">
            <a:xfrm>
              <a:off x="10196513" y="6359525"/>
              <a:ext cx="74613" cy="93663"/>
            </a:xfrm>
            <a:custGeom>
              <a:avLst/>
              <a:gdLst>
                <a:gd name="T0" fmla="*/ 50 w 58"/>
                <a:gd name="T1" fmla="*/ 1 h 73"/>
                <a:gd name="T2" fmla="*/ 49 w 58"/>
                <a:gd name="T3" fmla="*/ 1 h 73"/>
                <a:gd name="T4" fmla="*/ 42 w 58"/>
                <a:gd name="T5" fmla="*/ 2 h 73"/>
                <a:gd name="T6" fmla="*/ 16 w 58"/>
                <a:gd name="T7" fmla="*/ 4 h 73"/>
                <a:gd name="T8" fmla="*/ 12 w 58"/>
                <a:gd name="T9" fmla="*/ 4 h 73"/>
                <a:gd name="T10" fmla="*/ 8 w 58"/>
                <a:gd name="T11" fmla="*/ 5 h 73"/>
                <a:gd name="T12" fmla="*/ 6 w 58"/>
                <a:gd name="T13" fmla="*/ 7 h 73"/>
                <a:gd name="T14" fmla="*/ 6 w 58"/>
                <a:gd name="T15" fmla="*/ 8 h 73"/>
                <a:gd name="T16" fmla="*/ 7 w 58"/>
                <a:gd name="T17" fmla="*/ 12 h 73"/>
                <a:gd name="T18" fmla="*/ 8 w 58"/>
                <a:gd name="T19" fmla="*/ 13 h 73"/>
                <a:gd name="T20" fmla="*/ 8 w 58"/>
                <a:gd name="T21" fmla="*/ 14 h 73"/>
                <a:gd name="T22" fmla="*/ 6 w 58"/>
                <a:gd name="T23" fmla="*/ 36 h 73"/>
                <a:gd name="T24" fmla="*/ 1 w 58"/>
                <a:gd name="T25" fmla="*/ 62 h 73"/>
                <a:gd name="T26" fmla="*/ 0 w 58"/>
                <a:gd name="T27" fmla="*/ 64 h 73"/>
                <a:gd name="T28" fmla="*/ 0 w 58"/>
                <a:gd name="T29" fmla="*/ 66 h 73"/>
                <a:gd name="T30" fmla="*/ 2 w 58"/>
                <a:gd name="T31" fmla="*/ 71 h 73"/>
                <a:gd name="T32" fmla="*/ 8 w 58"/>
                <a:gd name="T33" fmla="*/ 73 h 73"/>
                <a:gd name="T34" fmla="*/ 23 w 58"/>
                <a:gd name="T35" fmla="*/ 71 h 73"/>
                <a:gd name="T36" fmla="*/ 39 w 58"/>
                <a:gd name="T37" fmla="*/ 69 h 73"/>
                <a:gd name="T38" fmla="*/ 52 w 58"/>
                <a:gd name="T39" fmla="*/ 67 h 73"/>
                <a:gd name="T40" fmla="*/ 53 w 58"/>
                <a:gd name="T41" fmla="*/ 63 h 73"/>
                <a:gd name="T42" fmla="*/ 47 w 58"/>
                <a:gd name="T43" fmla="*/ 58 h 73"/>
                <a:gd name="T44" fmla="*/ 39 w 58"/>
                <a:gd name="T45" fmla="*/ 59 h 73"/>
                <a:gd name="T46" fmla="*/ 27 w 58"/>
                <a:gd name="T47" fmla="*/ 61 h 73"/>
                <a:gd name="T48" fmla="*/ 15 w 58"/>
                <a:gd name="T49" fmla="*/ 62 h 73"/>
                <a:gd name="T50" fmla="*/ 13 w 58"/>
                <a:gd name="T51" fmla="*/ 60 h 73"/>
                <a:gd name="T52" fmla="*/ 14 w 58"/>
                <a:gd name="T53" fmla="*/ 52 h 73"/>
                <a:gd name="T54" fmla="*/ 15 w 58"/>
                <a:gd name="T55" fmla="*/ 44 h 73"/>
                <a:gd name="T56" fmla="*/ 17 w 58"/>
                <a:gd name="T57" fmla="*/ 42 h 73"/>
                <a:gd name="T58" fmla="*/ 17 w 58"/>
                <a:gd name="T59" fmla="*/ 42 h 73"/>
                <a:gd name="T60" fmla="*/ 32 w 58"/>
                <a:gd name="T61" fmla="*/ 41 h 73"/>
                <a:gd name="T62" fmla="*/ 36 w 58"/>
                <a:gd name="T63" fmla="*/ 40 h 73"/>
                <a:gd name="T64" fmla="*/ 43 w 58"/>
                <a:gd name="T65" fmla="*/ 40 h 73"/>
                <a:gd name="T66" fmla="*/ 49 w 58"/>
                <a:gd name="T67" fmla="*/ 38 h 73"/>
                <a:gd name="T68" fmla="*/ 51 w 58"/>
                <a:gd name="T69" fmla="*/ 34 h 73"/>
                <a:gd name="T70" fmla="*/ 44 w 58"/>
                <a:gd name="T71" fmla="*/ 29 h 73"/>
                <a:gd name="T72" fmla="*/ 33 w 58"/>
                <a:gd name="T73" fmla="*/ 31 h 73"/>
                <a:gd name="T74" fmla="*/ 25 w 58"/>
                <a:gd name="T75" fmla="*/ 32 h 73"/>
                <a:gd name="T76" fmla="*/ 17 w 58"/>
                <a:gd name="T77" fmla="*/ 33 h 73"/>
                <a:gd name="T78" fmla="*/ 18 w 58"/>
                <a:gd name="T79" fmla="*/ 26 h 73"/>
                <a:gd name="T80" fmla="*/ 20 w 58"/>
                <a:gd name="T81" fmla="*/ 17 h 73"/>
                <a:gd name="T82" fmla="*/ 20 w 58"/>
                <a:gd name="T83" fmla="*/ 14 h 73"/>
                <a:gd name="T84" fmla="*/ 26 w 58"/>
                <a:gd name="T85" fmla="*/ 13 h 73"/>
                <a:gd name="T86" fmla="*/ 39 w 58"/>
                <a:gd name="T87" fmla="*/ 12 h 73"/>
                <a:gd name="T88" fmla="*/ 54 w 58"/>
                <a:gd name="T89" fmla="*/ 11 h 73"/>
                <a:gd name="T90" fmla="*/ 57 w 58"/>
                <a:gd name="T91" fmla="*/ 9 h 73"/>
                <a:gd name="T92" fmla="*/ 58 w 58"/>
                <a:gd name="T93" fmla="*/ 6 h 73"/>
                <a:gd name="T94" fmla="*/ 50 w 58"/>
                <a:gd name="T95" fmla="*/ 1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 h="73">
                  <a:moveTo>
                    <a:pt x="50" y="1"/>
                  </a:moveTo>
                  <a:cubicBezTo>
                    <a:pt x="49" y="1"/>
                    <a:pt x="49" y="1"/>
                    <a:pt x="49" y="1"/>
                  </a:cubicBezTo>
                  <a:cubicBezTo>
                    <a:pt x="49" y="1"/>
                    <a:pt x="46" y="1"/>
                    <a:pt x="42" y="2"/>
                  </a:cubicBezTo>
                  <a:cubicBezTo>
                    <a:pt x="27" y="4"/>
                    <a:pt x="19" y="4"/>
                    <a:pt x="16" y="4"/>
                  </a:cubicBezTo>
                  <a:cubicBezTo>
                    <a:pt x="15" y="4"/>
                    <a:pt x="13" y="4"/>
                    <a:pt x="12" y="4"/>
                  </a:cubicBezTo>
                  <a:cubicBezTo>
                    <a:pt x="11" y="4"/>
                    <a:pt x="10" y="5"/>
                    <a:pt x="8" y="5"/>
                  </a:cubicBezTo>
                  <a:cubicBezTo>
                    <a:pt x="7" y="6"/>
                    <a:pt x="6" y="6"/>
                    <a:pt x="6" y="7"/>
                  </a:cubicBezTo>
                  <a:cubicBezTo>
                    <a:pt x="6" y="7"/>
                    <a:pt x="6" y="8"/>
                    <a:pt x="6" y="8"/>
                  </a:cubicBezTo>
                  <a:cubicBezTo>
                    <a:pt x="6" y="10"/>
                    <a:pt x="6" y="11"/>
                    <a:pt x="7" y="12"/>
                  </a:cubicBezTo>
                  <a:cubicBezTo>
                    <a:pt x="7" y="13"/>
                    <a:pt x="8" y="13"/>
                    <a:pt x="8" y="13"/>
                  </a:cubicBezTo>
                  <a:cubicBezTo>
                    <a:pt x="8" y="14"/>
                    <a:pt x="8" y="14"/>
                    <a:pt x="8" y="14"/>
                  </a:cubicBezTo>
                  <a:cubicBezTo>
                    <a:pt x="8" y="15"/>
                    <a:pt x="7" y="23"/>
                    <a:pt x="6" y="36"/>
                  </a:cubicBezTo>
                  <a:cubicBezTo>
                    <a:pt x="4" y="49"/>
                    <a:pt x="2" y="58"/>
                    <a:pt x="1" y="62"/>
                  </a:cubicBezTo>
                  <a:cubicBezTo>
                    <a:pt x="0" y="63"/>
                    <a:pt x="0" y="64"/>
                    <a:pt x="0" y="64"/>
                  </a:cubicBezTo>
                  <a:cubicBezTo>
                    <a:pt x="0" y="66"/>
                    <a:pt x="0" y="66"/>
                    <a:pt x="0" y="66"/>
                  </a:cubicBezTo>
                  <a:cubicBezTo>
                    <a:pt x="1" y="68"/>
                    <a:pt x="1" y="70"/>
                    <a:pt x="2" y="71"/>
                  </a:cubicBezTo>
                  <a:cubicBezTo>
                    <a:pt x="3" y="72"/>
                    <a:pt x="5" y="73"/>
                    <a:pt x="8" y="73"/>
                  </a:cubicBezTo>
                  <a:cubicBezTo>
                    <a:pt x="13" y="73"/>
                    <a:pt x="18" y="72"/>
                    <a:pt x="23" y="71"/>
                  </a:cubicBezTo>
                  <a:cubicBezTo>
                    <a:pt x="29" y="70"/>
                    <a:pt x="34" y="70"/>
                    <a:pt x="39" y="69"/>
                  </a:cubicBezTo>
                  <a:cubicBezTo>
                    <a:pt x="44" y="69"/>
                    <a:pt x="49" y="68"/>
                    <a:pt x="52" y="67"/>
                  </a:cubicBezTo>
                  <a:cubicBezTo>
                    <a:pt x="53" y="66"/>
                    <a:pt x="53" y="65"/>
                    <a:pt x="53" y="63"/>
                  </a:cubicBezTo>
                  <a:cubicBezTo>
                    <a:pt x="53" y="60"/>
                    <a:pt x="51" y="58"/>
                    <a:pt x="47" y="58"/>
                  </a:cubicBezTo>
                  <a:cubicBezTo>
                    <a:pt x="46" y="58"/>
                    <a:pt x="43" y="58"/>
                    <a:pt x="39" y="59"/>
                  </a:cubicBezTo>
                  <a:cubicBezTo>
                    <a:pt x="37" y="60"/>
                    <a:pt x="33" y="60"/>
                    <a:pt x="27" y="61"/>
                  </a:cubicBezTo>
                  <a:cubicBezTo>
                    <a:pt x="21" y="62"/>
                    <a:pt x="17" y="62"/>
                    <a:pt x="15" y="62"/>
                  </a:cubicBezTo>
                  <a:cubicBezTo>
                    <a:pt x="14" y="62"/>
                    <a:pt x="13" y="62"/>
                    <a:pt x="13" y="60"/>
                  </a:cubicBezTo>
                  <a:cubicBezTo>
                    <a:pt x="13" y="59"/>
                    <a:pt x="13" y="56"/>
                    <a:pt x="14" y="52"/>
                  </a:cubicBezTo>
                  <a:cubicBezTo>
                    <a:pt x="15" y="48"/>
                    <a:pt x="15" y="45"/>
                    <a:pt x="15" y="44"/>
                  </a:cubicBezTo>
                  <a:cubicBezTo>
                    <a:pt x="16" y="43"/>
                    <a:pt x="16" y="42"/>
                    <a:pt x="17" y="42"/>
                  </a:cubicBezTo>
                  <a:cubicBezTo>
                    <a:pt x="17" y="42"/>
                    <a:pt x="17" y="42"/>
                    <a:pt x="17" y="42"/>
                  </a:cubicBezTo>
                  <a:cubicBezTo>
                    <a:pt x="18" y="42"/>
                    <a:pt x="23" y="42"/>
                    <a:pt x="32" y="41"/>
                  </a:cubicBezTo>
                  <a:cubicBezTo>
                    <a:pt x="34" y="40"/>
                    <a:pt x="35" y="41"/>
                    <a:pt x="36" y="40"/>
                  </a:cubicBezTo>
                  <a:cubicBezTo>
                    <a:pt x="39" y="40"/>
                    <a:pt x="41" y="40"/>
                    <a:pt x="43" y="40"/>
                  </a:cubicBezTo>
                  <a:cubicBezTo>
                    <a:pt x="45" y="40"/>
                    <a:pt x="48" y="39"/>
                    <a:pt x="49" y="38"/>
                  </a:cubicBezTo>
                  <a:cubicBezTo>
                    <a:pt x="50" y="37"/>
                    <a:pt x="51" y="36"/>
                    <a:pt x="51" y="34"/>
                  </a:cubicBezTo>
                  <a:cubicBezTo>
                    <a:pt x="51" y="31"/>
                    <a:pt x="49" y="29"/>
                    <a:pt x="44" y="29"/>
                  </a:cubicBezTo>
                  <a:cubicBezTo>
                    <a:pt x="41" y="29"/>
                    <a:pt x="38" y="30"/>
                    <a:pt x="33" y="31"/>
                  </a:cubicBezTo>
                  <a:cubicBezTo>
                    <a:pt x="32" y="31"/>
                    <a:pt x="29" y="32"/>
                    <a:pt x="25" y="32"/>
                  </a:cubicBezTo>
                  <a:cubicBezTo>
                    <a:pt x="21" y="33"/>
                    <a:pt x="19" y="33"/>
                    <a:pt x="17" y="33"/>
                  </a:cubicBezTo>
                  <a:cubicBezTo>
                    <a:pt x="17" y="31"/>
                    <a:pt x="17" y="29"/>
                    <a:pt x="18" y="26"/>
                  </a:cubicBezTo>
                  <a:cubicBezTo>
                    <a:pt x="19" y="22"/>
                    <a:pt x="20" y="19"/>
                    <a:pt x="20" y="17"/>
                  </a:cubicBezTo>
                  <a:cubicBezTo>
                    <a:pt x="20" y="16"/>
                    <a:pt x="20" y="15"/>
                    <a:pt x="20" y="14"/>
                  </a:cubicBezTo>
                  <a:cubicBezTo>
                    <a:pt x="21" y="14"/>
                    <a:pt x="23" y="14"/>
                    <a:pt x="26" y="13"/>
                  </a:cubicBezTo>
                  <a:cubicBezTo>
                    <a:pt x="30" y="12"/>
                    <a:pt x="34" y="12"/>
                    <a:pt x="39" y="12"/>
                  </a:cubicBezTo>
                  <a:cubicBezTo>
                    <a:pt x="54" y="11"/>
                    <a:pt x="54" y="11"/>
                    <a:pt x="54" y="11"/>
                  </a:cubicBezTo>
                  <a:cubicBezTo>
                    <a:pt x="55" y="11"/>
                    <a:pt x="56" y="10"/>
                    <a:pt x="57" y="9"/>
                  </a:cubicBezTo>
                  <a:cubicBezTo>
                    <a:pt x="58" y="8"/>
                    <a:pt x="58" y="7"/>
                    <a:pt x="58" y="6"/>
                  </a:cubicBezTo>
                  <a:cubicBezTo>
                    <a:pt x="58" y="2"/>
                    <a:pt x="55" y="0"/>
                    <a:pt x="5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 name="Freeform 320"/>
            <p:cNvSpPr>
              <a:spLocks/>
            </p:cNvSpPr>
            <p:nvPr/>
          </p:nvSpPr>
          <p:spPr bwMode="auto">
            <a:xfrm>
              <a:off x="10277476" y="6386513"/>
              <a:ext cx="76200" cy="63500"/>
            </a:xfrm>
            <a:custGeom>
              <a:avLst/>
              <a:gdLst>
                <a:gd name="T0" fmla="*/ 56 w 59"/>
                <a:gd name="T1" fmla="*/ 43 h 49"/>
                <a:gd name="T2" fmla="*/ 59 w 59"/>
                <a:gd name="T3" fmla="*/ 38 h 49"/>
                <a:gd name="T4" fmla="*/ 57 w 59"/>
                <a:gd name="T5" fmla="*/ 36 h 49"/>
                <a:gd name="T6" fmla="*/ 55 w 59"/>
                <a:gd name="T7" fmla="*/ 36 h 49"/>
                <a:gd name="T8" fmla="*/ 52 w 59"/>
                <a:gd name="T9" fmla="*/ 37 h 49"/>
                <a:gd name="T10" fmla="*/ 48 w 59"/>
                <a:gd name="T11" fmla="*/ 19 h 49"/>
                <a:gd name="T12" fmla="*/ 35 w 59"/>
                <a:gd name="T13" fmla="*/ 2 h 49"/>
                <a:gd name="T14" fmla="*/ 12 w 59"/>
                <a:gd name="T15" fmla="*/ 26 h 49"/>
                <a:gd name="T16" fmla="*/ 15 w 59"/>
                <a:gd name="T17" fmla="*/ 9 h 49"/>
                <a:gd name="T18" fmla="*/ 14 w 59"/>
                <a:gd name="T19" fmla="*/ 1 h 49"/>
                <a:gd name="T20" fmla="*/ 9 w 59"/>
                <a:gd name="T21" fmla="*/ 0 h 49"/>
                <a:gd name="T22" fmla="*/ 5 w 59"/>
                <a:gd name="T23" fmla="*/ 3 h 49"/>
                <a:gd name="T24" fmla="*/ 3 w 59"/>
                <a:gd name="T25" fmla="*/ 7 h 49"/>
                <a:gd name="T26" fmla="*/ 2 w 59"/>
                <a:gd name="T27" fmla="*/ 32 h 49"/>
                <a:gd name="T28" fmla="*/ 0 w 59"/>
                <a:gd name="T29" fmla="*/ 42 h 49"/>
                <a:gd name="T30" fmla="*/ 7 w 59"/>
                <a:gd name="T31" fmla="*/ 49 h 49"/>
                <a:gd name="T32" fmla="*/ 9 w 59"/>
                <a:gd name="T33" fmla="*/ 47 h 49"/>
                <a:gd name="T34" fmla="*/ 11 w 59"/>
                <a:gd name="T35" fmla="*/ 44 h 49"/>
                <a:gd name="T36" fmla="*/ 21 w 59"/>
                <a:gd name="T37" fmla="*/ 26 h 49"/>
                <a:gd name="T38" fmla="*/ 33 w 59"/>
                <a:gd name="T39" fmla="*/ 13 h 49"/>
                <a:gd name="T40" fmla="*/ 38 w 59"/>
                <a:gd name="T41" fmla="*/ 25 h 49"/>
                <a:gd name="T42" fmla="*/ 41 w 59"/>
                <a:gd name="T43" fmla="*/ 41 h 49"/>
                <a:gd name="T44" fmla="*/ 41 w 59"/>
                <a:gd name="T45" fmla="*/ 41 h 49"/>
                <a:gd name="T46" fmla="*/ 49 w 59"/>
                <a:gd name="T47" fmla="*/ 46 h 49"/>
                <a:gd name="T48" fmla="*/ 56 w 59"/>
                <a:gd name="T49" fmla="*/ 4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9" h="49">
                  <a:moveTo>
                    <a:pt x="56" y="43"/>
                  </a:moveTo>
                  <a:cubicBezTo>
                    <a:pt x="58" y="41"/>
                    <a:pt x="59" y="40"/>
                    <a:pt x="59" y="38"/>
                  </a:cubicBezTo>
                  <a:cubicBezTo>
                    <a:pt x="59" y="36"/>
                    <a:pt x="59" y="36"/>
                    <a:pt x="57" y="36"/>
                  </a:cubicBezTo>
                  <a:cubicBezTo>
                    <a:pt x="57" y="36"/>
                    <a:pt x="56" y="36"/>
                    <a:pt x="55" y="36"/>
                  </a:cubicBezTo>
                  <a:cubicBezTo>
                    <a:pt x="54" y="36"/>
                    <a:pt x="53" y="37"/>
                    <a:pt x="52" y="37"/>
                  </a:cubicBezTo>
                  <a:cubicBezTo>
                    <a:pt x="50" y="37"/>
                    <a:pt x="49" y="31"/>
                    <a:pt x="48" y="19"/>
                  </a:cubicBezTo>
                  <a:cubicBezTo>
                    <a:pt x="46" y="8"/>
                    <a:pt x="42" y="2"/>
                    <a:pt x="35" y="2"/>
                  </a:cubicBezTo>
                  <a:cubicBezTo>
                    <a:pt x="27" y="2"/>
                    <a:pt x="19" y="10"/>
                    <a:pt x="12" y="26"/>
                  </a:cubicBezTo>
                  <a:cubicBezTo>
                    <a:pt x="14" y="17"/>
                    <a:pt x="15" y="12"/>
                    <a:pt x="15" y="9"/>
                  </a:cubicBezTo>
                  <a:cubicBezTo>
                    <a:pt x="15" y="5"/>
                    <a:pt x="14" y="2"/>
                    <a:pt x="14" y="1"/>
                  </a:cubicBezTo>
                  <a:cubicBezTo>
                    <a:pt x="13" y="0"/>
                    <a:pt x="11" y="0"/>
                    <a:pt x="9" y="0"/>
                  </a:cubicBezTo>
                  <a:cubicBezTo>
                    <a:pt x="8" y="0"/>
                    <a:pt x="7" y="1"/>
                    <a:pt x="5" y="3"/>
                  </a:cubicBezTo>
                  <a:cubicBezTo>
                    <a:pt x="4" y="4"/>
                    <a:pt x="3" y="6"/>
                    <a:pt x="3" y="7"/>
                  </a:cubicBezTo>
                  <a:cubicBezTo>
                    <a:pt x="3" y="17"/>
                    <a:pt x="3" y="25"/>
                    <a:pt x="2" y="32"/>
                  </a:cubicBezTo>
                  <a:cubicBezTo>
                    <a:pt x="1" y="37"/>
                    <a:pt x="0" y="41"/>
                    <a:pt x="0" y="42"/>
                  </a:cubicBezTo>
                  <a:cubicBezTo>
                    <a:pt x="0" y="46"/>
                    <a:pt x="2" y="49"/>
                    <a:pt x="7" y="49"/>
                  </a:cubicBezTo>
                  <a:cubicBezTo>
                    <a:pt x="8" y="49"/>
                    <a:pt x="9" y="48"/>
                    <a:pt x="9" y="47"/>
                  </a:cubicBezTo>
                  <a:cubicBezTo>
                    <a:pt x="10" y="47"/>
                    <a:pt x="11" y="46"/>
                    <a:pt x="11" y="44"/>
                  </a:cubicBezTo>
                  <a:cubicBezTo>
                    <a:pt x="12" y="40"/>
                    <a:pt x="16" y="34"/>
                    <a:pt x="21" y="26"/>
                  </a:cubicBezTo>
                  <a:cubicBezTo>
                    <a:pt x="27" y="18"/>
                    <a:pt x="31" y="13"/>
                    <a:pt x="33" y="13"/>
                  </a:cubicBezTo>
                  <a:cubicBezTo>
                    <a:pt x="35" y="13"/>
                    <a:pt x="37" y="17"/>
                    <a:pt x="38" y="25"/>
                  </a:cubicBezTo>
                  <a:cubicBezTo>
                    <a:pt x="38" y="33"/>
                    <a:pt x="39" y="37"/>
                    <a:pt x="41" y="41"/>
                  </a:cubicBezTo>
                  <a:cubicBezTo>
                    <a:pt x="41" y="41"/>
                    <a:pt x="41" y="41"/>
                    <a:pt x="41" y="41"/>
                  </a:cubicBezTo>
                  <a:cubicBezTo>
                    <a:pt x="42" y="45"/>
                    <a:pt x="45" y="46"/>
                    <a:pt x="49" y="46"/>
                  </a:cubicBezTo>
                  <a:cubicBezTo>
                    <a:pt x="52" y="46"/>
                    <a:pt x="54" y="45"/>
                    <a:pt x="56"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 name="Freeform 321"/>
            <p:cNvSpPr>
              <a:spLocks/>
            </p:cNvSpPr>
            <p:nvPr/>
          </p:nvSpPr>
          <p:spPr bwMode="auto">
            <a:xfrm>
              <a:off x="10372726" y="6350000"/>
              <a:ext cx="19050" cy="17463"/>
            </a:xfrm>
            <a:custGeom>
              <a:avLst/>
              <a:gdLst>
                <a:gd name="T0" fmla="*/ 12 w 15"/>
                <a:gd name="T1" fmla="*/ 1 h 14"/>
                <a:gd name="T2" fmla="*/ 8 w 15"/>
                <a:gd name="T3" fmla="*/ 0 h 14"/>
                <a:gd name="T4" fmla="*/ 2 w 15"/>
                <a:gd name="T5" fmla="*/ 2 h 14"/>
                <a:gd name="T6" fmla="*/ 0 w 15"/>
                <a:gd name="T7" fmla="*/ 7 h 14"/>
                <a:gd name="T8" fmla="*/ 1 w 15"/>
                <a:gd name="T9" fmla="*/ 12 h 14"/>
                <a:gd name="T10" fmla="*/ 5 w 15"/>
                <a:gd name="T11" fmla="*/ 14 h 14"/>
                <a:gd name="T12" fmla="*/ 10 w 15"/>
                <a:gd name="T13" fmla="*/ 14 h 14"/>
                <a:gd name="T14" fmla="*/ 14 w 15"/>
                <a:gd name="T15" fmla="*/ 9 h 14"/>
                <a:gd name="T16" fmla="*/ 15 w 15"/>
                <a:gd name="T17" fmla="*/ 4 h 14"/>
                <a:gd name="T18" fmla="*/ 12 w 15"/>
                <a:gd name="T19"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14">
                  <a:moveTo>
                    <a:pt x="12" y="1"/>
                  </a:moveTo>
                  <a:cubicBezTo>
                    <a:pt x="11" y="0"/>
                    <a:pt x="10" y="0"/>
                    <a:pt x="8" y="0"/>
                  </a:cubicBezTo>
                  <a:cubicBezTo>
                    <a:pt x="6" y="0"/>
                    <a:pt x="4" y="0"/>
                    <a:pt x="2" y="2"/>
                  </a:cubicBezTo>
                  <a:cubicBezTo>
                    <a:pt x="1" y="4"/>
                    <a:pt x="0" y="5"/>
                    <a:pt x="0" y="7"/>
                  </a:cubicBezTo>
                  <a:cubicBezTo>
                    <a:pt x="0" y="8"/>
                    <a:pt x="0" y="10"/>
                    <a:pt x="1" y="12"/>
                  </a:cubicBezTo>
                  <a:cubicBezTo>
                    <a:pt x="2" y="13"/>
                    <a:pt x="4" y="14"/>
                    <a:pt x="5" y="14"/>
                  </a:cubicBezTo>
                  <a:cubicBezTo>
                    <a:pt x="7" y="14"/>
                    <a:pt x="9" y="14"/>
                    <a:pt x="10" y="14"/>
                  </a:cubicBezTo>
                  <a:cubicBezTo>
                    <a:pt x="12" y="13"/>
                    <a:pt x="13" y="12"/>
                    <a:pt x="14" y="9"/>
                  </a:cubicBezTo>
                  <a:cubicBezTo>
                    <a:pt x="14" y="7"/>
                    <a:pt x="15" y="5"/>
                    <a:pt x="15" y="4"/>
                  </a:cubicBezTo>
                  <a:cubicBezTo>
                    <a:pt x="15" y="3"/>
                    <a:pt x="14" y="2"/>
                    <a:pt x="1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 name="Freeform 322"/>
            <p:cNvSpPr>
              <a:spLocks/>
            </p:cNvSpPr>
            <p:nvPr/>
          </p:nvSpPr>
          <p:spPr bwMode="auto">
            <a:xfrm>
              <a:off x="10333038" y="6383338"/>
              <a:ext cx="52388" cy="103188"/>
            </a:xfrm>
            <a:custGeom>
              <a:avLst/>
              <a:gdLst>
                <a:gd name="T0" fmla="*/ 35 w 41"/>
                <a:gd name="T1" fmla="*/ 0 h 80"/>
                <a:gd name="T2" fmla="*/ 30 w 41"/>
                <a:gd name="T3" fmla="*/ 2 h 80"/>
                <a:gd name="T4" fmla="*/ 27 w 41"/>
                <a:gd name="T5" fmla="*/ 9 h 80"/>
                <a:gd name="T6" fmla="*/ 26 w 41"/>
                <a:gd name="T7" fmla="*/ 22 h 80"/>
                <a:gd name="T8" fmla="*/ 22 w 41"/>
                <a:gd name="T9" fmla="*/ 63 h 80"/>
                <a:gd name="T10" fmla="*/ 16 w 41"/>
                <a:gd name="T11" fmla="*/ 69 h 80"/>
                <a:gd name="T12" fmla="*/ 7 w 41"/>
                <a:gd name="T13" fmla="*/ 64 h 80"/>
                <a:gd name="T14" fmla="*/ 3 w 41"/>
                <a:gd name="T15" fmla="*/ 62 h 80"/>
                <a:gd name="T16" fmla="*/ 1 w 41"/>
                <a:gd name="T17" fmla="*/ 63 h 80"/>
                <a:gd name="T18" fmla="*/ 0 w 41"/>
                <a:gd name="T19" fmla="*/ 66 h 80"/>
                <a:gd name="T20" fmla="*/ 6 w 41"/>
                <a:gd name="T21" fmla="*/ 75 h 80"/>
                <a:gd name="T22" fmla="*/ 17 w 41"/>
                <a:gd name="T23" fmla="*/ 80 h 80"/>
                <a:gd name="T24" fmla="*/ 27 w 41"/>
                <a:gd name="T25" fmla="*/ 75 h 80"/>
                <a:gd name="T26" fmla="*/ 34 w 41"/>
                <a:gd name="T27" fmla="*/ 64 h 80"/>
                <a:gd name="T28" fmla="*/ 36 w 41"/>
                <a:gd name="T29" fmla="*/ 43 h 80"/>
                <a:gd name="T30" fmla="*/ 38 w 41"/>
                <a:gd name="T31" fmla="*/ 27 h 80"/>
                <a:gd name="T32" fmla="*/ 41 w 41"/>
                <a:gd name="T33" fmla="*/ 7 h 80"/>
                <a:gd name="T34" fmla="*/ 41 w 41"/>
                <a:gd name="T35" fmla="*/ 5 h 80"/>
                <a:gd name="T36" fmla="*/ 39 w 41"/>
                <a:gd name="T37" fmla="*/ 2 h 80"/>
                <a:gd name="T38" fmla="*/ 35 w 41"/>
                <a:gd name="T39"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80">
                  <a:moveTo>
                    <a:pt x="35" y="0"/>
                  </a:moveTo>
                  <a:cubicBezTo>
                    <a:pt x="33" y="0"/>
                    <a:pt x="31" y="1"/>
                    <a:pt x="30" y="2"/>
                  </a:cubicBezTo>
                  <a:cubicBezTo>
                    <a:pt x="28" y="3"/>
                    <a:pt x="28" y="6"/>
                    <a:pt x="27" y="9"/>
                  </a:cubicBezTo>
                  <a:cubicBezTo>
                    <a:pt x="27" y="12"/>
                    <a:pt x="27" y="17"/>
                    <a:pt x="26" y="22"/>
                  </a:cubicBezTo>
                  <a:cubicBezTo>
                    <a:pt x="25" y="45"/>
                    <a:pt x="24" y="59"/>
                    <a:pt x="22" y="63"/>
                  </a:cubicBezTo>
                  <a:cubicBezTo>
                    <a:pt x="21" y="67"/>
                    <a:pt x="19" y="69"/>
                    <a:pt x="16" y="69"/>
                  </a:cubicBezTo>
                  <a:cubicBezTo>
                    <a:pt x="14" y="69"/>
                    <a:pt x="10" y="68"/>
                    <a:pt x="7" y="64"/>
                  </a:cubicBezTo>
                  <a:cubicBezTo>
                    <a:pt x="5" y="63"/>
                    <a:pt x="4" y="62"/>
                    <a:pt x="3" y="62"/>
                  </a:cubicBezTo>
                  <a:cubicBezTo>
                    <a:pt x="3" y="62"/>
                    <a:pt x="2" y="63"/>
                    <a:pt x="1" y="63"/>
                  </a:cubicBezTo>
                  <a:cubicBezTo>
                    <a:pt x="0" y="64"/>
                    <a:pt x="0" y="65"/>
                    <a:pt x="0" y="66"/>
                  </a:cubicBezTo>
                  <a:cubicBezTo>
                    <a:pt x="0" y="69"/>
                    <a:pt x="2" y="71"/>
                    <a:pt x="6" y="75"/>
                  </a:cubicBezTo>
                  <a:cubicBezTo>
                    <a:pt x="9" y="78"/>
                    <a:pt x="13" y="80"/>
                    <a:pt x="17" y="80"/>
                  </a:cubicBezTo>
                  <a:cubicBezTo>
                    <a:pt x="21" y="80"/>
                    <a:pt x="24" y="78"/>
                    <a:pt x="27" y="75"/>
                  </a:cubicBezTo>
                  <a:cubicBezTo>
                    <a:pt x="31" y="73"/>
                    <a:pt x="33" y="69"/>
                    <a:pt x="34" y="64"/>
                  </a:cubicBezTo>
                  <a:cubicBezTo>
                    <a:pt x="35" y="59"/>
                    <a:pt x="36" y="52"/>
                    <a:pt x="36" y="43"/>
                  </a:cubicBezTo>
                  <a:cubicBezTo>
                    <a:pt x="36" y="41"/>
                    <a:pt x="37" y="35"/>
                    <a:pt x="38" y="27"/>
                  </a:cubicBezTo>
                  <a:cubicBezTo>
                    <a:pt x="38" y="18"/>
                    <a:pt x="39" y="12"/>
                    <a:pt x="41" y="7"/>
                  </a:cubicBezTo>
                  <a:cubicBezTo>
                    <a:pt x="41" y="6"/>
                    <a:pt x="41" y="6"/>
                    <a:pt x="41" y="5"/>
                  </a:cubicBezTo>
                  <a:cubicBezTo>
                    <a:pt x="41" y="4"/>
                    <a:pt x="40" y="3"/>
                    <a:pt x="39" y="2"/>
                  </a:cubicBezTo>
                  <a:cubicBezTo>
                    <a:pt x="38" y="1"/>
                    <a:pt x="37" y="0"/>
                    <a:pt x="3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 name="Freeform 323"/>
            <p:cNvSpPr>
              <a:spLocks noEditPoints="1"/>
            </p:cNvSpPr>
            <p:nvPr/>
          </p:nvSpPr>
          <p:spPr bwMode="auto">
            <a:xfrm>
              <a:off x="10399713" y="6383338"/>
              <a:ext cx="60325" cy="68263"/>
            </a:xfrm>
            <a:custGeom>
              <a:avLst/>
              <a:gdLst>
                <a:gd name="T0" fmla="*/ 28 w 47"/>
                <a:gd name="T1" fmla="*/ 0 h 53"/>
                <a:gd name="T2" fmla="*/ 8 w 47"/>
                <a:gd name="T3" fmla="*/ 12 h 53"/>
                <a:gd name="T4" fmla="*/ 0 w 47"/>
                <a:gd name="T5" fmla="*/ 36 h 53"/>
                <a:gd name="T6" fmla="*/ 4 w 47"/>
                <a:gd name="T7" fmla="*/ 48 h 53"/>
                <a:gd name="T8" fmla="*/ 15 w 47"/>
                <a:gd name="T9" fmla="*/ 53 h 53"/>
                <a:gd name="T10" fmla="*/ 32 w 47"/>
                <a:gd name="T11" fmla="*/ 46 h 53"/>
                <a:gd name="T12" fmla="*/ 43 w 47"/>
                <a:gd name="T13" fmla="*/ 27 h 53"/>
                <a:gd name="T14" fmla="*/ 43 w 47"/>
                <a:gd name="T15" fmla="*/ 27 h 53"/>
                <a:gd name="T16" fmla="*/ 45 w 47"/>
                <a:gd name="T17" fmla="*/ 20 h 53"/>
                <a:gd name="T18" fmla="*/ 40 w 47"/>
                <a:gd name="T19" fmla="*/ 6 h 53"/>
                <a:gd name="T20" fmla="*/ 28 w 47"/>
                <a:gd name="T21" fmla="*/ 0 h 53"/>
                <a:gd name="T22" fmla="*/ 28 w 47"/>
                <a:gd name="T23" fmla="*/ 37 h 53"/>
                <a:gd name="T24" fmla="*/ 16 w 47"/>
                <a:gd name="T25" fmla="*/ 44 h 53"/>
                <a:gd name="T26" fmla="*/ 12 w 47"/>
                <a:gd name="T27" fmla="*/ 41 h 53"/>
                <a:gd name="T28" fmla="*/ 11 w 47"/>
                <a:gd name="T29" fmla="*/ 35 h 53"/>
                <a:gd name="T30" fmla="*/ 14 w 47"/>
                <a:gd name="T31" fmla="*/ 22 h 53"/>
                <a:gd name="T32" fmla="*/ 21 w 47"/>
                <a:gd name="T33" fmla="*/ 12 h 53"/>
                <a:gd name="T34" fmla="*/ 21 w 47"/>
                <a:gd name="T35" fmla="*/ 12 h 53"/>
                <a:gd name="T36" fmla="*/ 27 w 47"/>
                <a:gd name="T37" fmla="*/ 10 h 53"/>
                <a:gd name="T38" fmla="*/ 33 w 47"/>
                <a:gd name="T39" fmla="*/ 13 h 53"/>
                <a:gd name="T40" fmla="*/ 35 w 47"/>
                <a:gd name="T41" fmla="*/ 21 h 53"/>
                <a:gd name="T42" fmla="*/ 28 w 47"/>
                <a:gd name="T43" fmla="*/ 3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 h="53">
                  <a:moveTo>
                    <a:pt x="28" y="0"/>
                  </a:moveTo>
                  <a:cubicBezTo>
                    <a:pt x="20" y="0"/>
                    <a:pt x="13" y="4"/>
                    <a:pt x="8" y="12"/>
                  </a:cubicBezTo>
                  <a:cubicBezTo>
                    <a:pt x="2" y="20"/>
                    <a:pt x="0" y="28"/>
                    <a:pt x="0" y="36"/>
                  </a:cubicBezTo>
                  <a:cubicBezTo>
                    <a:pt x="0" y="41"/>
                    <a:pt x="1" y="45"/>
                    <a:pt x="4" y="48"/>
                  </a:cubicBezTo>
                  <a:cubicBezTo>
                    <a:pt x="7" y="52"/>
                    <a:pt x="11" y="53"/>
                    <a:pt x="15" y="53"/>
                  </a:cubicBezTo>
                  <a:cubicBezTo>
                    <a:pt x="21" y="53"/>
                    <a:pt x="26" y="51"/>
                    <a:pt x="32" y="46"/>
                  </a:cubicBezTo>
                  <a:cubicBezTo>
                    <a:pt x="38" y="41"/>
                    <a:pt x="43" y="35"/>
                    <a:pt x="43" y="27"/>
                  </a:cubicBezTo>
                  <a:cubicBezTo>
                    <a:pt x="43" y="27"/>
                    <a:pt x="43" y="27"/>
                    <a:pt x="43" y="27"/>
                  </a:cubicBezTo>
                  <a:cubicBezTo>
                    <a:pt x="47" y="25"/>
                    <a:pt x="45" y="23"/>
                    <a:pt x="45" y="20"/>
                  </a:cubicBezTo>
                  <a:cubicBezTo>
                    <a:pt x="45" y="15"/>
                    <a:pt x="44" y="10"/>
                    <a:pt x="40" y="6"/>
                  </a:cubicBezTo>
                  <a:cubicBezTo>
                    <a:pt x="37" y="2"/>
                    <a:pt x="33" y="0"/>
                    <a:pt x="28" y="0"/>
                  </a:cubicBezTo>
                  <a:close/>
                  <a:moveTo>
                    <a:pt x="28" y="37"/>
                  </a:moveTo>
                  <a:cubicBezTo>
                    <a:pt x="24" y="41"/>
                    <a:pt x="20" y="44"/>
                    <a:pt x="16" y="44"/>
                  </a:cubicBezTo>
                  <a:cubicBezTo>
                    <a:pt x="15" y="44"/>
                    <a:pt x="13" y="43"/>
                    <a:pt x="12" y="41"/>
                  </a:cubicBezTo>
                  <a:cubicBezTo>
                    <a:pt x="12" y="39"/>
                    <a:pt x="11" y="37"/>
                    <a:pt x="11" y="35"/>
                  </a:cubicBezTo>
                  <a:cubicBezTo>
                    <a:pt x="11" y="30"/>
                    <a:pt x="12" y="26"/>
                    <a:pt x="14" y="22"/>
                  </a:cubicBezTo>
                  <a:cubicBezTo>
                    <a:pt x="16" y="17"/>
                    <a:pt x="18" y="16"/>
                    <a:pt x="21" y="12"/>
                  </a:cubicBezTo>
                  <a:cubicBezTo>
                    <a:pt x="21" y="12"/>
                    <a:pt x="21" y="12"/>
                    <a:pt x="21" y="12"/>
                  </a:cubicBezTo>
                  <a:cubicBezTo>
                    <a:pt x="22" y="12"/>
                    <a:pt x="25" y="10"/>
                    <a:pt x="27" y="10"/>
                  </a:cubicBezTo>
                  <a:cubicBezTo>
                    <a:pt x="29" y="10"/>
                    <a:pt x="31" y="11"/>
                    <a:pt x="33" y="13"/>
                  </a:cubicBezTo>
                  <a:cubicBezTo>
                    <a:pt x="34" y="15"/>
                    <a:pt x="35" y="18"/>
                    <a:pt x="35" y="21"/>
                  </a:cubicBezTo>
                  <a:cubicBezTo>
                    <a:pt x="35" y="27"/>
                    <a:pt x="33" y="32"/>
                    <a:pt x="28"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 name="Freeform 324"/>
            <p:cNvSpPr>
              <a:spLocks/>
            </p:cNvSpPr>
            <p:nvPr/>
          </p:nvSpPr>
          <p:spPr bwMode="auto">
            <a:xfrm>
              <a:off x="10461626" y="6383338"/>
              <a:ext cx="68263" cy="103188"/>
            </a:xfrm>
            <a:custGeom>
              <a:avLst/>
              <a:gdLst>
                <a:gd name="T0" fmla="*/ 46 w 52"/>
                <a:gd name="T1" fmla="*/ 0 h 80"/>
                <a:gd name="T2" fmla="*/ 43 w 52"/>
                <a:gd name="T3" fmla="*/ 2 h 80"/>
                <a:gd name="T4" fmla="*/ 41 w 52"/>
                <a:gd name="T5" fmla="*/ 4 h 80"/>
                <a:gd name="T6" fmla="*/ 41 w 52"/>
                <a:gd name="T7" fmla="*/ 11 h 80"/>
                <a:gd name="T8" fmla="*/ 39 w 52"/>
                <a:gd name="T9" fmla="*/ 23 h 80"/>
                <a:gd name="T10" fmla="*/ 37 w 52"/>
                <a:gd name="T11" fmla="*/ 28 h 80"/>
                <a:gd name="T12" fmla="*/ 32 w 52"/>
                <a:gd name="T13" fmla="*/ 33 h 80"/>
                <a:gd name="T14" fmla="*/ 24 w 52"/>
                <a:gd name="T15" fmla="*/ 37 h 80"/>
                <a:gd name="T16" fmla="*/ 19 w 52"/>
                <a:gd name="T17" fmla="*/ 39 h 80"/>
                <a:gd name="T18" fmla="*/ 17 w 52"/>
                <a:gd name="T19" fmla="*/ 37 h 80"/>
                <a:gd name="T20" fmla="*/ 16 w 52"/>
                <a:gd name="T21" fmla="*/ 32 h 80"/>
                <a:gd name="T22" fmla="*/ 20 w 52"/>
                <a:gd name="T23" fmla="*/ 17 h 80"/>
                <a:gd name="T24" fmla="*/ 23 w 52"/>
                <a:gd name="T25" fmla="*/ 9 h 80"/>
                <a:gd name="T26" fmla="*/ 22 w 52"/>
                <a:gd name="T27" fmla="*/ 5 h 80"/>
                <a:gd name="T28" fmla="*/ 19 w 52"/>
                <a:gd name="T29" fmla="*/ 3 h 80"/>
                <a:gd name="T30" fmla="*/ 13 w 52"/>
                <a:gd name="T31" fmla="*/ 5 h 80"/>
                <a:gd name="T32" fmla="*/ 8 w 52"/>
                <a:gd name="T33" fmla="*/ 19 h 80"/>
                <a:gd name="T34" fmla="*/ 6 w 52"/>
                <a:gd name="T35" fmla="*/ 35 h 80"/>
                <a:gd name="T36" fmla="*/ 8 w 52"/>
                <a:gd name="T37" fmla="*/ 45 h 80"/>
                <a:gd name="T38" fmla="*/ 17 w 52"/>
                <a:gd name="T39" fmla="*/ 49 h 80"/>
                <a:gd name="T40" fmla="*/ 39 w 52"/>
                <a:gd name="T41" fmla="*/ 37 h 80"/>
                <a:gd name="T42" fmla="*/ 33 w 52"/>
                <a:gd name="T43" fmla="*/ 61 h 80"/>
                <a:gd name="T44" fmla="*/ 24 w 52"/>
                <a:gd name="T45" fmla="*/ 70 h 80"/>
                <a:gd name="T46" fmla="*/ 7 w 52"/>
                <a:gd name="T47" fmla="*/ 63 h 80"/>
                <a:gd name="T48" fmla="*/ 4 w 52"/>
                <a:gd name="T49" fmla="*/ 61 h 80"/>
                <a:gd name="T50" fmla="*/ 2 w 52"/>
                <a:gd name="T51" fmla="*/ 63 h 80"/>
                <a:gd name="T52" fmla="*/ 0 w 52"/>
                <a:gd name="T53" fmla="*/ 66 h 80"/>
                <a:gd name="T54" fmla="*/ 4 w 52"/>
                <a:gd name="T55" fmla="*/ 71 h 80"/>
                <a:gd name="T56" fmla="*/ 13 w 52"/>
                <a:gd name="T57" fmla="*/ 76 h 80"/>
                <a:gd name="T58" fmla="*/ 13 w 52"/>
                <a:gd name="T59" fmla="*/ 76 h 80"/>
                <a:gd name="T60" fmla="*/ 25 w 52"/>
                <a:gd name="T61" fmla="*/ 79 h 80"/>
                <a:gd name="T62" fmla="*/ 35 w 52"/>
                <a:gd name="T63" fmla="*/ 76 h 80"/>
                <a:gd name="T64" fmla="*/ 43 w 52"/>
                <a:gd name="T65" fmla="*/ 65 h 80"/>
                <a:gd name="T66" fmla="*/ 48 w 52"/>
                <a:gd name="T67" fmla="*/ 45 h 80"/>
                <a:gd name="T68" fmla="*/ 51 w 52"/>
                <a:gd name="T69" fmla="*/ 23 h 80"/>
                <a:gd name="T70" fmla="*/ 52 w 52"/>
                <a:gd name="T71" fmla="*/ 8 h 80"/>
                <a:gd name="T72" fmla="*/ 51 w 52"/>
                <a:gd name="T73" fmla="*/ 2 h 80"/>
                <a:gd name="T74" fmla="*/ 46 w 52"/>
                <a:gd name="T75"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2" h="80">
                  <a:moveTo>
                    <a:pt x="46" y="0"/>
                  </a:moveTo>
                  <a:cubicBezTo>
                    <a:pt x="45" y="0"/>
                    <a:pt x="44" y="1"/>
                    <a:pt x="43" y="2"/>
                  </a:cubicBezTo>
                  <a:cubicBezTo>
                    <a:pt x="42" y="2"/>
                    <a:pt x="41" y="3"/>
                    <a:pt x="41" y="4"/>
                  </a:cubicBezTo>
                  <a:cubicBezTo>
                    <a:pt x="41" y="5"/>
                    <a:pt x="41" y="7"/>
                    <a:pt x="41" y="11"/>
                  </a:cubicBezTo>
                  <a:cubicBezTo>
                    <a:pt x="40" y="17"/>
                    <a:pt x="40" y="21"/>
                    <a:pt x="39" y="23"/>
                  </a:cubicBezTo>
                  <a:cubicBezTo>
                    <a:pt x="39" y="25"/>
                    <a:pt x="38" y="26"/>
                    <a:pt x="37" y="28"/>
                  </a:cubicBezTo>
                  <a:cubicBezTo>
                    <a:pt x="36" y="29"/>
                    <a:pt x="35" y="30"/>
                    <a:pt x="32" y="33"/>
                  </a:cubicBezTo>
                  <a:cubicBezTo>
                    <a:pt x="29" y="35"/>
                    <a:pt x="26" y="36"/>
                    <a:pt x="24" y="37"/>
                  </a:cubicBezTo>
                  <a:cubicBezTo>
                    <a:pt x="22" y="38"/>
                    <a:pt x="20" y="39"/>
                    <a:pt x="19" y="39"/>
                  </a:cubicBezTo>
                  <a:cubicBezTo>
                    <a:pt x="18" y="39"/>
                    <a:pt x="17" y="38"/>
                    <a:pt x="17" y="37"/>
                  </a:cubicBezTo>
                  <a:cubicBezTo>
                    <a:pt x="16" y="36"/>
                    <a:pt x="16" y="34"/>
                    <a:pt x="16" y="32"/>
                  </a:cubicBezTo>
                  <a:cubicBezTo>
                    <a:pt x="16" y="28"/>
                    <a:pt x="17" y="23"/>
                    <a:pt x="20" y="17"/>
                  </a:cubicBezTo>
                  <a:cubicBezTo>
                    <a:pt x="22" y="12"/>
                    <a:pt x="23" y="9"/>
                    <a:pt x="23" y="9"/>
                  </a:cubicBezTo>
                  <a:cubicBezTo>
                    <a:pt x="23" y="7"/>
                    <a:pt x="23" y="6"/>
                    <a:pt x="22" y="5"/>
                  </a:cubicBezTo>
                  <a:cubicBezTo>
                    <a:pt x="21" y="3"/>
                    <a:pt x="20" y="3"/>
                    <a:pt x="19" y="3"/>
                  </a:cubicBezTo>
                  <a:cubicBezTo>
                    <a:pt x="16" y="3"/>
                    <a:pt x="14" y="4"/>
                    <a:pt x="13" y="5"/>
                  </a:cubicBezTo>
                  <a:cubicBezTo>
                    <a:pt x="11" y="7"/>
                    <a:pt x="10" y="11"/>
                    <a:pt x="8" y="19"/>
                  </a:cubicBezTo>
                  <a:cubicBezTo>
                    <a:pt x="6" y="26"/>
                    <a:pt x="6" y="31"/>
                    <a:pt x="6" y="35"/>
                  </a:cubicBezTo>
                  <a:cubicBezTo>
                    <a:pt x="6" y="39"/>
                    <a:pt x="7" y="42"/>
                    <a:pt x="8" y="45"/>
                  </a:cubicBezTo>
                  <a:cubicBezTo>
                    <a:pt x="10" y="48"/>
                    <a:pt x="13" y="49"/>
                    <a:pt x="17" y="49"/>
                  </a:cubicBezTo>
                  <a:cubicBezTo>
                    <a:pt x="22" y="49"/>
                    <a:pt x="29" y="45"/>
                    <a:pt x="39" y="37"/>
                  </a:cubicBezTo>
                  <a:cubicBezTo>
                    <a:pt x="38" y="47"/>
                    <a:pt x="36" y="54"/>
                    <a:pt x="33" y="61"/>
                  </a:cubicBezTo>
                  <a:cubicBezTo>
                    <a:pt x="31" y="67"/>
                    <a:pt x="28" y="70"/>
                    <a:pt x="24" y="70"/>
                  </a:cubicBezTo>
                  <a:cubicBezTo>
                    <a:pt x="17" y="70"/>
                    <a:pt x="11" y="68"/>
                    <a:pt x="7" y="63"/>
                  </a:cubicBezTo>
                  <a:cubicBezTo>
                    <a:pt x="6" y="62"/>
                    <a:pt x="5" y="61"/>
                    <a:pt x="4" y="61"/>
                  </a:cubicBezTo>
                  <a:cubicBezTo>
                    <a:pt x="3" y="61"/>
                    <a:pt x="2" y="62"/>
                    <a:pt x="2" y="63"/>
                  </a:cubicBezTo>
                  <a:cubicBezTo>
                    <a:pt x="1" y="64"/>
                    <a:pt x="0" y="65"/>
                    <a:pt x="0" y="66"/>
                  </a:cubicBezTo>
                  <a:cubicBezTo>
                    <a:pt x="0" y="68"/>
                    <a:pt x="2" y="69"/>
                    <a:pt x="4" y="71"/>
                  </a:cubicBezTo>
                  <a:cubicBezTo>
                    <a:pt x="7" y="74"/>
                    <a:pt x="9" y="76"/>
                    <a:pt x="13" y="76"/>
                  </a:cubicBezTo>
                  <a:cubicBezTo>
                    <a:pt x="13" y="76"/>
                    <a:pt x="13" y="76"/>
                    <a:pt x="13" y="76"/>
                  </a:cubicBezTo>
                  <a:cubicBezTo>
                    <a:pt x="17" y="80"/>
                    <a:pt x="21" y="79"/>
                    <a:pt x="25" y="79"/>
                  </a:cubicBezTo>
                  <a:cubicBezTo>
                    <a:pt x="29" y="79"/>
                    <a:pt x="32" y="79"/>
                    <a:pt x="35" y="76"/>
                  </a:cubicBezTo>
                  <a:cubicBezTo>
                    <a:pt x="38" y="74"/>
                    <a:pt x="40" y="71"/>
                    <a:pt x="43" y="65"/>
                  </a:cubicBezTo>
                  <a:cubicBezTo>
                    <a:pt x="45" y="59"/>
                    <a:pt x="47" y="53"/>
                    <a:pt x="48" y="45"/>
                  </a:cubicBezTo>
                  <a:cubicBezTo>
                    <a:pt x="50" y="38"/>
                    <a:pt x="51" y="31"/>
                    <a:pt x="51" y="23"/>
                  </a:cubicBezTo>
                  <a:cubicBezTo>
                    <a:pt x="52" y="8"/>
                    <a:pt x="52" y="8"/>
                    <a:pt x="52" y="8"/>
                  </a:cubicBezTo>
                  <a:cubicBezTo>
                    <a:pt x="52" y="5"/>
                    <a:pt x="52" y="3"/>
                    <a:pt x="51" y="2"/>
                  </a:cubicBezTo>
                  <a:cubicBezTo>
                    <a:pt x="50" y="1"/>
                    <a:pt x="48" y="0"/>
                    <a:pt x="4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 name="Freeform 325"/>
            <p:cNvSpPr>
              <a:spLocks/>
            </p:cNvSpPr>
            <p:nvPr/>
          </p:nvSpPr>
          <p:spPr bwMode="auto">
            <a:xfrm>
              <a:off x="10544176" y="6384925"/>
              <a:ext cx="20638" cy="66675"/>
            </a:xfrm>
            <a:custGeom>
              <a:avLst/>
              <a:gdLst>
                <a:gd name="T0" fmla="*/ 10 w 17"/>
                <a:gd name="T1" fmla="*/ 0 h 51"/>
                <a:gd name="T2" fmla="*/ 6 w 17"/>
                <a:gd name="T3" fmla="*/ 2 h 51"/>
                <a:gd name="T4" fmla="*/ 4 w 17"/>
                <a:gd name="T5" fmla="*/ 8 h 51"/>
                <a:gd name="T6" fmla="*/ 3 w 17"/>
                <a:gd name="T7" fmla="*/ 18 h 51"/>
                <a:gd name="T8" fmla="*/ 3 w 17"/>
                <a:gd name="T9" fmla="*/ 18 h 51"/>
                <a:gd name="T10" fmla="*/ 2 w 17"/>
                <a:gd name="T11" fmla="*/ 23 h 51"/>
                <a:gd name="T12" fmla="*/ 0 w 17"/>
                <a:gd name="T13" fmla="*/ 42 h 51"/>
                <a:gd name="T14" fmla="*/ 6 w 17"/>
                <a:gd name="T15" fmla="*/ 51 h 51"/>
                <a:gd name="T16" fmla="*/ 10 w 17"/>
                <a:gd name="T17" fmla="*/ 50 h 51"/>
                <a:gd name="T18" fmla="*/ 12 w 17"/>
                <a:gd name="T19" fmla="*/ 47 h 51"/>
                <a:gd name="T20" fmla="*/ 12 w 17"/>
                <a:gd name="T21" fmla="*/ 45 h 51"/>
                <a:gd name="T22" fmla="*/ 11 w 17"/>
                <a:gd name="T23" fmla="*/ 38 h 51"/>
                <a:gd name="T24" fmla="*/ 12 w 17"/>
                <a:gd name="T25" fmla="*/ 28 h 51"/>
                <a:gd name="T26" fmla="*/ 15 w 17"/>
                <a:gd name="T27" fmla="*/ 14 h 51"/>
                <a:gd name="T28" fmla="*/ 15 w 17"/>
                <a:gd name="T29" fmla="*/ 13 h 51"/>
                <a:gd name="T30" fmla="*/ 17 w 17"/>
                <a:gd name="T31" fmla="*/ 5 h 51"/>
                <a:gd name="T32" fmla="*/ 15 w 17"/>
                <a:gd name="T33" fmla="*/ 2 h 51"/>
                <a:gd name="T34" fmla="*/ 10 w 17"/>
                <a:gd name="T35"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51">
                  <a:moveTo>
                    <a:pt x="10" y="0"/>
                  </a:moveTo>
                  <a:cubicBezTo>
                    <a:pt x="8" y="0"/>
                    <a:pt x="7" y="1"/>
                    <a:pt x="6" y="2"/>
                  </a:cubicBezTo>
                  <a:cubicBezTo>
                    <a:pt x="5" y="4"/>
                    <a:pt x="4" y="6"/>
                    <a:pt x="4" y="8"/>
                  </a:cubicBezTo>
                  <a:cubicBezTo>
                    <a:pt x="4" y="9"/>
                    <a:pt x="3" y="12"/>
                    <a:pt x="3" y="18"/>
                  </a:cubicBezTo>
                  <a:cubicBezTo>
                    <a:pt x="3" y="18"/>
                    <a:pt x="3" y="18"/>
                    <a:pt x="3" y="18"/>
                  </a:cubicBezTo>
                  <a:cubicBezTo>
                    <a:pt x="3" y="19"/>
                    <a:pt x="2" y="21"/>
                    <a:pt x="2" y="23"/>
                  </a:cubicBezTo>
                  <a:cubicBezTo>
                    <a:pt x="0" y="30"/>
                    <a:pt x="0" y="37"/>
                    <a:pt x="0" y="42"/>
                  </a:cubicBezTo>
                  <a:cubicBezTo>
                    <a:pt x="0" y="48"/>
                    <a:pt x="2" y="51"/>
                    <a:pt x="6" y="51"/>
                  </a:cubicBezTo>
                  <a:cubicBezTo>
                    <a:pt x="7" y="51"/>
                    <a:pt x="9" y="51"/>
                    <a:pt x="10" y="50"/>
                  </a:cubicBezTo>
                  <a:cubicBezTo>
                    <a:pt x="11" y="48"/>
                    <a:pt x="12" y="47"/>
                    <a:pt x="12" y="47"/>
                  </a:cubicBezTo>
                  <a:cubicBezTo>
                    <a:pt x="12" y="46"/>
                    <a:pt x="12" y="46"/>
                    <a:pt x="12" y="45"/>
                  </a:cubicBezTo>
                  <a:cubicBezTo>
                    <a:pt x="11" y="42"/>
                    <a:pt x="11" y="40"/>
                    <a:pt x="11" y="38"/>
                  </a:cubicBezTo>
                  <a:cubicBezTo>
                    <a:pt x="11" y="35"/>
                    <a:pt x="11" y="32"/>
                    <a:pt x="12" y="28"/>
                  </a:cubicBezTo>
                  <a:cubicBezTo>
                    <a:pt x="12" y="25"/>
                    <a:pt x="13" y="20"/>
                    <a:pt x="15" y="14"/>
                  </a:cubicBezTo>
                  <a:cubicBezTo>
                    <a:pt x="15" y="13"/>
                    <a:pt x="15" y="13"/>
                    <a:pt x="15" y="13"/>
                  </a:cubicBezTo>
                  <a:cubicBezTo>
                    <a:pt x="16" y="9"/>
                    <a:pt x="17" y="6"/>
                    <a:pt x="17" y="5"/>
                  </a:cubicBezTo>
                  <a:cubicBezTo>
                    <a:pt x="17" y="4"/>
                    <a:pt x="16" y="3"/>
                    <a:pt x="15" y="2"/>
                  </a:cubicBezTo>
                  <a:cubicBezTo>
                    <a:pt x="14" y="1"/>
                    <a:pt x="12"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 name="Freeform 326"/>
            <p:cNvSpPr>
              <a:spLocks/>
            </p:cNvSpPr>
            <p:nvPr/>
          </p:nvSpPr>
          <p:spPr bwMode="auto">
            <a:xfrm>
              <a:off x="10556876" y="6350000"/>
              <a:ext cx="19050" cy="20638"/>
            </a:xfrm>
            <a:custGeom>
              <a:avLst/>
              <a:gdLst>
                <a:gd name="T0" fmla="*/ 8 w 15"/>
                <a:gd name="T1" fmla="*/ 0 h 15"/>
                <a:gd name="T2" fmla="*/ 2 w 15"/>
                <a:gd name="T3" fmla="*/ 2 h 15"/>
                <a:gd name="T4" fmla="*/ 0 w 15"/>
                <a:gd name="T5" fmla="*/ 8 h 15"/>
                <a:gd name="T6" fmla="*/ 2 w 15"/>
                <a:gd name="T7" fmla="*/ 12 h 15"/>
                <a:gd name="T8" fmla="*/ 7 w 15"/>
                <a:gd name="T9" fmla="*/ 15 h 15"/>
                <a:gd name="T10" fmla="*/ 12 w 15"/>
                <a:gd name="T11" fmla="*/ 12 h 15"/>
                <a:gd name="T12" fmla="*/ 15 w 15"/>
                <a:gd name="T13" fmla="*/ 6 h 15"/>
                <a:gd name="T14" fmla="*/ 13 w 15"/>
                <a:gd name="T15" fmla="*/ 2 h 15"/>
                <a:gd name="T16" fmla="*/ 8 w 15"/>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5">
                  <a:moveTo>
                    <a:pt x="8" y="0"/>
                  </a:moveTo>
                  <a:cubicBezTo>
                    <a:pt x="6" y="0"/>
                    <a:pt x="3" y="1"/>
                    <a:pt x="2" y="2"/>
                  </a:cubicBezTo>
                  <a:cubicBezTo>
                    <a:pt x="1" y="4"/>
                    <a:pt x="0" y="5"/>
                    <a:pt x="0" y="8"/>
                  </a:cubicBezTo>
                  <a:cubicBezTo>
                    <a:pt x="0" y="9"/>
                    <a:pt x="1" y="11"/>
                    <a:pt x="2" y="12"/>
                  </a:cubicBezTo>
                  <a:cubicBezTo>
                    <a:pt x="4" y="14"/>
                    <a:pt x="5" y="15"/>
                    <a:pt x="7" y="15"/>
                  </a:cubicBezTo>
                  <a:cubicBezTo>
                    <a:pt x="9" y="15"/>
                    <a:pt x="10" y="14"/>
                    <a:pt x="12" y="12"/>
                  </a:cubicBezTo>
                  <a:cubicBezTo>
                    <a:pt x="14" y="11"/>
                    <a:pt x="15" y="9"/>
                    <a:pt x="15" y="6"/>
                  </a:cubicBezTo>
                  <a:cubicBezTo>
                    <a:pt x="15" y="5"/>
                    <a:pt x="15" y="3"/>
                    <a:pt x="13" y="2"/>
                  </a:cubicBezTo>
                  <a:cubicBezTo>
                    <a:pt x="12" y="1"/>
                    <a:pt x="10"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 name="Freeform 327"/>
            <p:cNvSpPr>
              <a:spLocks/>
            </p:cNvSpPr>
            <p:nvPr/>
          </p:nvSpPr>
          <p:spPr bwMode="auto">
            <a:xfrm>
              <a:off x="10577513" y="6386513"/>
              <a:ext cx="76200" cy="63500"/>
            </a:xfrm>
            <a:custGeom>
              <a:avLst/>
              <a:gdLst>
                <a:gd name="T0" fmla="*/ 59 w 59"/>
                <a:gd name="T1" fmla="*/ 38 h 49"/>
                <a:gd name="T2" fmla="*/ 57 w 59"/>
                <a:gd name="T3" fmla="*/ 36 h 49"/>
                <a:gd name="T4" fmla="*/ 54 w 59"/>
                <a:gd name="T5" fmla="*/ 36 h 49"/>
                <a:gd name="T6" fmla="*/ 51 w 59"/>
                <a:gd name="T7" fmla="*/ 37 h 49"/>
                <a:gd name="T8" fmla="*/ 47 w 59"/>
                <a:gd name="T9" fmla="*/ 19 h 49"/>
                <a:gd name="T10" fmla="*/ 34 w 59"/>
                <a:gd name="T11" fmla="*/ 2 h 49"/>
                <a:gd name="T12" fmla="*/ 12 w 59"/>
                <a:gd name="T13" fmla="*/ 26 h 49"/>
                <a:gd name="T14" fmla="*/ 14 w 59"/>
                <a:gd name="T15" fmla="*/ 9 h 49"/>
                <a:gd name="T16" fmla="*/ 13 w 59"/>
                <a:gd name="T17" fmla="*/ 1 h 49"/>
                <a:gd name="T18" fmla="*/ 9 w 59"/>
                <a:gd name="T19" fmla="*/ 0 h 49"/>
                <a:gd name="T20" fmla="*/ 5 w 59"/>
                <a:gd name="T21" fmla="*/ 3 h 49"/>
                <a:gd name="T22" fmla="*/ 3 w 59"/>
                <a:gd name="T23" fmla="*/ 7 h 49"/>
                <a:gd name="T24" fmla="*/ 1 w 59"/>
                <a:gd name="T25" fmla="*/ 32 h 49"/>
                <a:gd name="T26" fmla="*/ 0 w 59"/>
                <a:gd name="T27" fmla="*/ 42 h 49"/>
                <a:gd name="T28" fmla="*/ 7 w 59"/>
                <a:gd name="T29" fmla="*/ 49 h 49"/>
                <a:gd name="T30" fmla="*/ 9 w 59"/>
                <a:gd name="T31" fmla="*/ 47 h 49"/>
                <a:gd name="T32" fmla="*/ 10 w 59"/>
                <a:gd name="T33" fmla="*/ 44 h 49"/>
                <a:gd name="T34" fmla="*/ 21 w 59"/>
                <a:gd name="T35" fmla="*/ 26 h 49"/>
                <a:gd name="T36" fmla="*/ 32 w 59"/>
                <a:gd name="T37" fmla="*/ 13 h 49"/>
                <a:gd name="T38" fmla="*/ 37 w 59"/>
                <a:gd name="T39" fmla="*/ 25 h 49"/>
                <a:gd name="T40" fmla="*/ 40 w 59"/>
                <a:gd name="T41" fmla="*/ 41 h 49"/>
                <a:gd name="T42" fmla="*/ 40 w 59"/>
                <a:gd name="T43" fmla="*/ 41 h 49"/>
                <a:gd name="T44" fmla="*/ 48 w 59"/>
                <a:gd name="T45" fmla="*/ 46 h 49"/>
                <a:gd name="T46" fmla="*/ 56 w 59"/>
                <a:gd name="T47" fmla="*/ 43 h 49"/>
                <a:gd name="T48" fmla="*/ 59 w 59"/>
                <a:gd name="T49" fmla="*/ 38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9" h="49">
                  <a:moveTo>
                    <a:pt x="59" y="38"/>
                  </a:moveTo>
                  <a:cubicBezTo>
                    <a:pt x="59" y="36"/>
                    <a:pt x="58" y="36"/>
                    <a:pt x="57" y="36"/>
                  </a:cubicBezTo>
                  <a:cubicBezTo>
                    <a:pt x="56" y="36"/>
                    <a:pt x="55" y="36"/>
                    <a:pt x="54" y="36"/>
                  </a:cubicBezTo>
                  <a:cubicBezTo>
                    <a:pt x="53" y="36"/>
                    <a:pt x="52" y="37"/>
                    <a:pt x="51" y="37"/>
                  </a:cubicBezTo>
                  <a:cubicBezTo>
                    <a:pt x="50" y="37"/>
                    <a:pt x="48" y="31"/>
                    <a:pt x="47" y="19"/>
                  </a:cubicBezTo>
                  <a:cubicBezTo>
                    <a:pt x="46" y="8"/>
                    <a:pt x="42" y="2"/>
                    <a:pt x="34" y="2"/>
                  </a:cubicBezTo>
                  <a:cubicBezTo>
                    <a:pt x="26" y="2"/>
                    <a:pt x="18" y="10"/>
                    <a:pt x="12" y="26"/>
                  </a:cubicBezTo>
                  <a:cubicBezTo>
                    <a:pt x="13" y="17"/>
                    <a:pt x="14" y="12"/>
                    <a:pt x="14" y="9"/>
                  </a:cubicBezTo>
                  <a:cubicBezTo>
                    <a:pt x="14" y="5"/>
                    <a:pt x="14" y="2"/>
                    <a:pt x="13" y="1"/>
                  </a:cubicBezTo>
                  <a:cubicBezTo>
                    <a:pt x="12" y="0"/>
                    <a:pt x="11" y="0"/>
                    <a:pt x="9" y="0"/>
                  </a:cubicBezTo>
                  <a:cubicBezTo>
                    <a:pt x="7" y="0"/>
                    <a:pt x="6" y="1"/>
                    <a:pt x="5" y="3"/>
                  </a:cubicBezTo>
                  <a:cubicBezTo>
                    <a:pt x="3" y="4"/>
                    <a:pt x="3" y="6"/>
                    <a:pt x="3" y="7"/>
                  </a:cubicBezTo>
                  <a:cubicBezTo>
                    <a:pt x="3" y="17"/>
                    <a:pt x="2" y="25"/>
                    <a:pt x="1" y="32"/>
                  </a:cubicBezTo>
                  <a:cubicBezTo>
                    <a:pt x="0" y="37"/>
                    <a:pt x="0" y="41"/>
                    <a:pt x="0" y="42"/>
                  </a:cubicBezTo>
                  <a:cubicBezTo>
                    <a:pt x="0" y="46"/>
                    <a:pt x="2" y="49"/>
                    <a:pt x="7" y="49"/>
                  </a:cubicBezTo>
                  <a:cubicBezTo>
                    <a:pt x="7" y="49"/>
                    <a:pt x="8" y="48"/>
                    <a:pt x="9" y="47"/>
                  </a:cubicBezTo>
                  <a:cubicBezTo>
                    <a:pt x="10" y="47"/>
                    <a:pt x="10" y="46"/>
                    <a:pt x="10" y="44"/>
                  </a:cubicBezTo>
                  <a:cubicBezTo>
                    <a:pt x="12" y="40"/>
                    <a:pt x="15" y="34"/>
                    <a:pt x="21" y="26"/>
                  </a:cubicBezTo>
                  <a:cubicBezTo>
                    <a:pt x="26" y="18"/>
                    <a:pt x="30" y="13"/>
                    <a:pt x="32" y="13"/>
                  </a:cubicBezTo>
                  <a:cubicBezTo>
                    <a:pt x="35" y="13"/>
                    <a:pt x="36" y="17"/>
                    <a:pt x="37" y="25"/>
                  </a:cubicBezTo>
                  <a:cubicBezTo>
                    <a:pt x="38" y="33"/>
                    <a:pt x="39" y="37"/>
                    <a:pt x="40" y="41"/>
                  </a:cubicBezTo>
                  <a:cubicBezTo>
                    <a:pt x="40" y="41"/>
                    <a:pt x="40" y="41"/>
                    <a:pt x="40" y="41"/>
                  </a:cubicBezTo>
                  <a:cubicBezTo>
                    <a:pt x="42" y="45"/>
                    <a:pt x="44" y="46"/>
                    <a:pt x="48" y="46"/>
                  </a:cubicBezTo>
                  <a:cubicBezTo>
                    <a:pt x="51" y="46"/>
                    <a:pt x="54" y="45"/>
                    <a:pt x="56" y="43"/>
                  </a:cubicBezTo>
                  <a:cubicBezTo>
                    <a:pt x="58" y="41"/>
                    <a:pt x="59" y="40"/>
                    <a:pt x="59"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 name="Freeform 328"/>
            <p:cNvSpPr>
              <a:spLocks noEditPoints="1"/>
            </p:cNvSpPr>
            <p:nvPr/>
          </p:nvSpPr>
          <p:spPr bwMode="auto">
            <a:xfrm>
              <a:off x="10645776" y="6383338"/>
              <a:ext cx="76200" cy="103188"/>
            </a:xfrm>
            <a:custGeom>
              <a:avLst/>
              <a:gdLst>
                <a:gd name="T0" fmla="*/ 56 w 59"/>
                <a:gd name="T1" fmla="*/ 3 h 80"/>
                <a:gd name="T2" fmla="*/ 55 w 59"/>
                <a:gd name="T3" fmla="*/ 2 h 80"/>
                <a:gd name="T4" fmla="*/ 47 w 59"/>
                <a:gd name="T5" fmla="*/ 0 h 80"/>
                <a:gd name="T6" fmla="*/ 30 w 59"/>
                <a:gd name="T7" fmla="*/ 7 h 80"/>
                <a:gd name="T8" fmla="*/ 14 w 59"/>
                <a:gd name="T9" fmla="*/ 22 h 80"/>
                <a:gd name="T10" fmla="*/ 9 w 59"/>
                <a:gd name="T11" fmla="*/ 38 h 80"/>
                <a:gd name="T12" fmla="*/ 12 w 59"/>
                <a:gd name="T13" fmla="*/ 46 h 80"/>
                <a:gd name="T14" fmla="*/ 19 w 59"/>
                <a:gd name="T15" fmla="*/ 49 h 80"/>
                <a:gd name="T16" fmla="*/ 31 w 59"/>
                <a:gd name="T17" fmla="*/ 45 h 80"/>
                <a:gd name="T18" fmla="*/ 43 w 59"/>
                <a:gd name="T19" fmla="*/ 36 h 80"/>
                <a:gd name="T20" fmla="*/ 37 w 59"/>
                <a:gd name="T21" fmla="*/ 62 h 80"/>
                <a:gd name="T22" fmla="*/ 27 w 59"/>
                <a:gd name="T23" fmla="*/ 70 h 80"/>
                <a:gd name="T24" fmla="*/ 9 w 59"/>
                <a:gd name="T25" fmla="*/ 63 h 80"/>
                <a:gd name="T26" fmla="*/ 4 w 59"/>
                <a:gd name="T27" fmla="*/ 60 h 80"/>
                <a:gd name="T28" fmla="*/ 0 w 59"/>
                <a:gd name="T29" fmla="*/ 64 h 80"/>
                <a:gd name="T30" fmla="*/ 9 w 59"/>
                <a:gd name="T31" fmla="*/ 74 h 80"/>
                <a:gd name="T32" fmla="*/ 27 w 59"/>
                <a:gd name="T33" fmla="*/ 80 h 80"/>
                <a:gd name="T34" fmla="*/ 43 w 59"/>
                <a:gd name="T35" fmla="*/ 72 h 80"/>
                <a:gd name="T36" fmla="*/ 52 w 59"/>
                <a:gd name="T37" fmla="*/ 49 h 80"/>
                <a:gd name="T38" fmla="*/ 55 w 59"/>
                <a:gd name="T39" fmla="*/ 25 h 80"/>
                <a:gd name="T40" fmla="*/ 57 w 59"/>
                <a:gd name="T41" fmla="*/ 15 h 80"/>
                <a:gd name="T42" fmla="*/ 59 w 59"/>
                <a:gd name="T43" fmla="*/ 10 h 80"/>
                <a:gd name="T44" fmla="*/ 58 w 59"/>
                <a:gd name="T45" fmla="*/ 6 h 80"/>
                <a:gd name="T46" fmla="*/ 56 w 59"/>
                <a:gd name="T47" fmla="*/ 3 h 80"/>
                <a:gd name="T48" fmla="*/ 44 w 59"/>
                <a:gd name="T49" fmla="*/ 23 h 80"/>
                <a:gd name="T50" fmla="*/ 34 w 59"/>
                <a:gd name="T51" fmla="*/ 34 h 80"/>
                <a:gd name="T52" fmla="*/ 22 w 59"/>
                <a:gd name="T53" fmla="*/ 39 h 80"/>
                <a:gd name="T54" fmla="*/ 20 w 59"/>
                <a:gd name="T55" fmla="*/ 37 h 80"/>
                <a:gd name="T56" fmla="*/ 25 w 59"/>
                <a:gd name="T57" fmla="*/ 25 h 80"/>
                <a:gd name="T58" fmla="*/ 35 w 59"/>
                <a:gd name="T59" fmla="*/ 14 h 80"/>
                <a:gd name="T60" fmla="*/ 45 w 59"/>
                <a:gd name="T61" fmla="*/ 10 h 80"/>
                <a:gd name="T62" fmla="*/ 47 w 59"/>
                <a:gd name="T63" fmla="*/ 11 h 80"/>
                <a:gd name="T64" fmla="*/ 47 w 59"/>
                <a:gd name="T65" fmla="*/ 13 h 80"/>
                <a:gd name="T66" fmla="*/ 44 w 59"/>
                <a:gd name="T67" fmla="*/ 23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9" h="80">
                  <a:moveTo>
                    <a:pt x="56" y="3"/>
                  </a:moveTo>
                  <a:cubicBezTo>
                    <a:pt x="56" y="3"/>
                    <a:pt x="55" y="3"/>
                    <a:pt x="55" y="2"/>
                  </a:cubicBezTo>
                  <a:cubicBezTo>
                    <a:pt x="53" y="1"/>
                    <a:pt x="50" y="0"/>
                    <a:pt x="47" y="0"/>
                  </a:cubicBezTo>
                  <a:cubicBezTo>
                    <a:pt x="42" y="0"/>
                    <a:pt x="36" y="2"/>
                    <a:pt x="30" y="7"/>
                  </a:cubicBezTo>
                  <a:cubicBezTo>
                    <a:pt x="23" y="11"/>
                    <a:pt x="18" y="16"/>
                    <a:pt x="14" y="22"/>
                  </a:cubicBezTo>
                  <a:cubicBezTo>
                    <a:pt x="11" y="28"/>
                    <a:pt x="9" y="33"/>
                    <a:pt x="9" y="38"/>
                  </a:cubicBezTo>
                  <a:cubicBezTo>
                    <a:pt x="9" y="42"/>
                    <a:pt x="10" y="44"/>
                    <a:pt x="12" y="46"/>
                  </a:cubicBezTo>
                  <a:cubicBezTo>
                    <a:pt x="14" y="48"/>
                    <a:pt x="16" y="49"/>
                    <a:pt x="19" y="49"/>
                  </a:cubicBezTo>
                  <a:cubicBezTo>
                    <a:pt x="23" y="49"/>
                    <a:pt x="27" y="48"/>
                    <a:pt x="31" y="45"/>
                  </a:cubicBezTo>
                  <a:cubicBezTo>
                    <a:pt x="36" y="43"/>
                    <a:pt x="40" y="40"/>
                    <a:pt x="43" y="36"/>
                  </a:cubicBezTo>
                  <a:cubicBezTo>
                    <a:pt x="42" y="49"/>
                    <a:pt x="40" y="58"/>
                    <a:pt x="37" y="62"/>
                  </a:cubicBezTo>
                  <a:cubicBezTo>
                    <a:pt x="35" y="67"/>
                    <a:pt x="31" y="70"/>
                    <a:pt x="27" y="70"/>
                  </a:cubicBezTo>
                  <a:cubicBezTo>
                    <a:pt x="22" y="70"/>
                    <a:pt x="16" y="67"/>
                    <a:pt x="9" y="63"/>
                  </a:cubicBezTo>
                  <a:cubicBezTo>
                    <a:pt x="6" y="61"/>
                    <a:pt x="5" y="60"/>
                    <a:pt x="4" y="60"/>
                  </a:cubicBezTo>
                  <a:cubicBezTo>
                    <a:pt x="1" y="60"/>
                    <a:pt x="0" y="61"/>
                    <a:pt x="0" y="64"/>
                  </a:cubicBezTo>
                  <a:cubicBezTo>
                    <a:pt x="0" y="66"/>
                    <a:pt x="3" y="70"/>
                    <a:pt x="9" y="74"/>
                  </a:cubicBezTo>
                  <a:cubicBezTo>
                    <a:pt x="15" y="78"/>
                    <a:pt x="21" y="80"/>
                    <a:pt x="27" y="80"/>
                  </a:cubicBezTo>
                  <a:cubicBezTo>
                    <a:pt x="33" y="80"/>
                    <a:pt x="38" y="77"/>
                    <a:pt x="43" y="72"/>
                  </a:cubicBezTo>
                  <a:cubicBezTo>
                    <a:pt x="48" y="67"/>
                    <a:pt x="51" y="59"/>
                    <a:pt x="52" y="49"/>
                  </a:cubicBezTo>
                  <a:cubicBezTo>
                    <a:pt x="53" y="36"/>
                    <a:pt x="54" y="28"/>
                    <a:pt x="55" y="25"/>
                  </a:cubicBezTo>
                  <a:cubicBezTo>
                    <a:pt x="55" y="22"/>
                    <a:pt x="56" y="19"/>
                    <a:pt x="57" y="15"/>
                  </a:cubicBezTo>
                  <a:cubicBezTo>
                    <a:pt x="59" y="12"/>
                    <a:pt x="59" y="10"/>
                    <a:pt x="59" y="10"/>
                  </a:cubicBezTo>
                  <a:cubicBezTo>
                    <a:pt x="59" y="9"/>
                    <a:pt x="59" y="8"/>
                    <a:pt x="58" y="6"/>
                  </a:cubicBezTo>
                  <a:cubicBezTo>
                    <a:pt x="58" y="5"/>
                    <a:pt x="57" y="4"/>
                    <a:pt x="56" y="3"/>
                  </a:cubicBezTo>
                  <a:close/>
                  <a:moveTo>
                    <a:pt x="44" y="23"/>
                  </a:moveTo>
                  <a:cubicBezTo>
                    <a:pt x="41" y="27"/>
                    <a:pt x="38" y="31"/>
                    <a:pt x="34" y="34"/>
                  </a:cubicBezTo>
                  <a:cubicBezTo>
                    <a:pt x="30" y="37"/>
                    <a:pt x="26" y="39"/>
                    <a:pt x="22" y="39"/>
                  </a:cubicBezTo>
                  <a:cubicBezTo>
                    <a:pt x="21" y="39"/>
                    <a:pt x="20" y="38"/>
                    <a:pt x="20" y="37"/>
                  </a:cubicBezTo>
                  <a:cubicBezTo>
                    <a:pt x="20" y="34"/>
                    <a:pt x="22" y="30"/>
                    <a:pt x="25" y="25"/>
                  </a:cubicBezTo>
                  <a:cubicBezTo>
                    <a:pt x="28" y="20"/>
                    <a:pt x="32" y="17"/>
                    <a:pt x="35" y="14"/>
                  </a:cubicBezTo>
                  <a:cubicBezTo>
                    <a:pt x="39" y="11"/>
                    <a:pt x="42" y="10"/>
                    <a:pt x="45" y="10"/>
                  </a:cubicBezTo>
                  <a:cubicBezTo>
                    <a:pt x="45" y="10"/>
                    <a:pt x="46" y="10"/>
                    <a:pt x="47" y="11"/>
                  </a:cubicBezTo>
                  <a:cubicBezTo>
                    <a:pt x="47" y="11"/>
                    <a:pt x="47" y="12"/>
                    <a:pt x="47" y="13"/>
                  </a:cubicBezTo>
                  <a:cubicBezTo>
                    <a:pt x="47" y="15"/>
                    <a:pt x="46" y="19"/>
                    <a:pt x="44"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 name="Freeform 329"/>
            <p:cNvSpPr>
              <a:spLocks noEditPoints="1"/>
            </p:cNvSpPr>
            <p:nvPr/>
          </p:nvSpPr>
          <p:spPr bwMode="auto">
            <a:xfrm>
              <a:off x="10777538" y="6380163"/>
              <a:ext cx="57150" cy="71438"/>
            </a:xfrm>
            <a:custGeom>
              <a:avLst/>
              <a:gdLst>
                <a:gd name="T0" fmla="*/ 41 w 44"/>
                <a:gd name="T1" fmla="*/ 34 h 55"/>
                <a:gd name="T2" fmla="*/ 37 w 44"/>
                <a:gd name="T3" fmla="*/ 36 h 55"/>
                <a:gd name="T4" fmla="*/ 19 w 44"/>
                <a:gd name="T5" fmla="*/ 45 h 55"/>
                <a:gd name="T6" fmla="*/ 13 w 44"/>
                <a:gd name="T7" fmla="*/ 43 h 55"/>
                <a:gd name="T8" fmla="*/ 11 w 44"/>
                <a:gd name="T9" fmla="*/ 39 h 55"/>
                <a:gd name="T10" fmla="*/ 13 w 44"/>
                <a:gd name="T11" fmla="*/ 37 h 55"/>
                <a:gd name="T12" fmla="*/ 33 w 44"/>
                <a:gd name="T13" fmla="*/ 27 h 55"/>
                <a:gd name="T14" fmla="*/ 41 w 44"/>
                <a:gd name="T15" fmla="*/ 12 h 55"/>
                <a:gd name="T16" fmla="*/ 37 w 44"/>
                <a:gd name="T17" fmla="*/ 4 h 55"/>
                <a:gd name="T18" fmla="*/ 29 w 44"/>
                <a:gd name="T19" fmla="*/ 0 h 55"/>
                <a:gd name="T20" fmla="*/ 9 w 44"/>
                <a:gd name="T21" fmla="*/ 12 h 55"/>
                <a:gd name="T22" fmla="*/ 0 w 44"/>
                <a:gd name="T23" fmla="*/ 36 h 55"/>
                <a:gd name="T24" fmla="*/ 4 w 44"/>
                <a:gd name="T25" fmla="*/ 50 h 55"/>
                <a:gd name="T26" fmla="*/ 17 w 44"/>
                <a:gd name="T27" fmla="*/ 55 h 55"/>
                <a:gd name="T28" fmla="*/ 35 w 44"/>
                <a:gd name="T29" fmla="*/ 49 h 55"/>
                <a:gd name="T30" fmla="*/ 44 w 44"/>
                <a:gd name="T31" fmla="*/ 37 h 55"/>
                <a:gd name="T32" fmla="*/ 41 w 44"/>
                <a:gd name="T33" fmla="*/ 34 h 55"/>
                <a:gd name="T34" fmla="*/ 19 w 44"/>
                <a:gd name="T35" fmla="*/ 16 h 55"/>
                <a:gd name="T36" fmla="*/ 28 w 44"/>
                <a:gd name="T37" fmla="*/ 10 h 55"/>
                <a:gd name="T38" fmla="*/ 30 w 44"/>
                <a:gd name="T39" fmla="*/ 11 h 55"/>
                <a:gd name="T40" fmla="*/ 31 w 44"/>
                <a:gd name="T41" fmla="*/ 14 h 55"/>
                <a:gd name="T42" fmla="*/ 25 w 44"/>
                <a:gd name="T43" fmla="*/ 22 h 55"/>
                <a:gd name="T44" fmla="*/ 12 w 44"/>
                <a:gd name="T45" fmla="*/ 29 h 55"/>
                <a:gd name="T46" fmla="*/ 19 w 44"/>
                <a:gd name="T47" fmla="*/ 1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4" h="55">
                  <a:moveTo>
                    <a:pt x="41" y="34"/>
                  </a:moveTo>
                  <a:cubicBezTo>
                    <a:pt x="40" y="34"/>
                    <a:pt x="39" y="34"/>
                    <a:pt x="37" y="36"/>
                  </a:cubicBezTo>
                  <a:cubicBezTo>
                    <a:pt x="31" y="42"/>
                    <a:pt x="25" y="45"/>
                    <a:pt x="19" y="45"/>
                  </a:cubicBezTo>
                  <a:cubicBezTo>
                    <a:pt x="16" y="45"/>
                    <a:pt x="15" y="45"/>
                    <a:pt x="13" y="43"/>
                  </a:cubicBezTo>
                  <a:cubicBezTo>
                    <a:pt x="12" y="42"/>
                    <a:pt x="11" y="41"/>
                    <a:pt x="11" y="39"/>
                  </a:cubicBezTo>
                  <a:cubicBezTo>
                    <a:pt x="11" y="38"/>
                    <a:pt x="12" y="38"/>
                    <a:pt x="13" y="37"/>
                  </a:cubicBezTo>
                  <a:cubicBezTo>
                    <a:pt x="21" y="35"/>
                    <a:pt x="28" y="32"/>
                    <a:pt x="33" y="27"/>
                  </a:cubicBezTo>
                  <a:cubicBezTo>
                    <a:pt x="38" y="22"/>
                    <a:pt x="41" y="17"/>
                    <a:pt x="41" y="12"/>
                  </a:cubicBezTo>
                  <a:cubicBezTo>
                    <a:pt x="41" y="9"/>
                    <a:pt x="40" y="6"/>
                    <a:pt x="37" y="4"/>
                  </a:cubicBezTo>
                  <a:cubicBezTo>
                    <a:pt x="35" y="1"/>
                    <a:pt x="32" y="0"/>
                    <a:pt x="29" y="0"/>
                  </a:cubicBezTo>
                  <a:cubicBezTo>
                    <a:pt x="22" y="0"/>
                    <a:pt x="15" y="4"/>
                    <a:pt x="9" y="12"/>
                  </a:cubicBezTo>
                  <a:cubicBezTo>
                    <a:pt x="3" y="20"/>
                    <a:pt x="0" y="28"/>
                    <a:pt x="0" y="36"/>
                  </a:cubicBezTo>
                  <a:cubicBezTo>
                    <a:pt x="0" y="42"/>
                    <a:pt x="1" y="47"/>
                    <a:pt x="4" y="50"/>
                  </a:cubicBezTo>
                  <a:cubicBezTo>
                    <a:pt x="7" y="54"/>
                    <a:pt x="12" y="55"/>
                    <a:pt x="17" y="55"/>
                  </a:cubicBezTo>
                  <a:cubicBezTo>
                    <a:pt x="24" y="55"/>
                    <a:pt x="30" y="53"/>
                    <a:pt x="35" y="49"/>
                  </a:cubicBezTo>
                  <a:cubicBezTo>
                    <a:pt x="41" y="44"/>
                    <a:pt x="44" y="40"/>
                    <a:pt x="44" y="37"/>
                  </a:cubicBezTo>
                  <a:cubicBezTo>
                    <a:pt x="44" y="35"/>
                    <a:pt x="43" y="34"/>
                    <a:pt x="41" y="34"/>
                  </a:cubicBezTo>
                  <a:close/>
                  <a:moveTo>
                    <a:pt x="19" y="16"/>
                  </a:moveTo>
                  <a:cubicBezTo>
                    <a:pt x="22" y="12"/>
                    <a:pt x="25" y="10"/>
                    <a:pt x="28" y="10"/>
                  </a:cubicBezTo>
                  <a:cubicBezTo>
                    <a:pt x="29" y="10"/>
                    <a:pt x="29" y="10"/>
                    <a:pt x="30" y="11"/>
                  </a:cubicBezTo>
                  <a:cubicBezTo>
                    <a:pt x="31" y="12"/>
                    <a:pt x="31" y="13"/>
                    <a:pt x="31" y="14"/>
                  </a:cubicBezTo>
                  <a:cubicBezTo>
                    <a:pt x="31" y="16"/>
                    <a:pt x="29" y="19"/>
                    <a:pt x="25" y="22"/>
                  </a:cubicBezTo>
                  <a:cubicBezTo>
                    <a:pt x="21" y="26"/>
                    <a:pt x="17" y="28"/>
                    <a:pt x="12" y="29"/>
                  </a:cubicBezTo>
                  <a:cubicBezTo>
                    <a:pt x="13" y="24"/>
                    <a:pt x="15" y="20"/>
                    <a:pt x="19"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 name="Freeform 330"/>
            <p:cNvSpPr>
              <a:spLocks noEditPoints="1"/>
            </p:cNvSpPr>
            <p:nvPr/>
          </p:nvSpPr>
          <p:spPr bwMode="auto">
            <a:xfrm>
              <a:off x="10841038" y="6381750"/>
              <a:ext cx="65088" cy="69850"/>
            </a:xfrm>
            <a:custGeom>
              <a:avLst/>
              <a:gdLst>
                <a:gd name="T0" fmla="*/ 48 w 50"/>
                <a:gd name="T1" fmla="*/ 46 h 54"/>
                <a:gd name="T2" fmla="*/ 46 w 50"/>
                <a:gd name="T3" fmla="*/ 44 h 54"/>
                <a:gd name="T4" fmla="*/ 45 w 50"/>
                <a:gd name="T5" fmla="*/ 41 h 54"/>
                <a:gd name="T6" fmla="*/ 44 w 50"/>
                <a:gd name="T7" fmla="*/ 33 h 54"/>
                <a:gd name="T8" fmla="*/ 46 w 50"/>
                <a:gd name="T9" fmla="*/ 17 h 54"/>
                <a:gd name="T10" fmla="*/ 47 w 50"/>
                <a:gd name="T11" fmla="*/ 10 h 54"/>
                <a:gd name="T12" fmla="*/ 41 w 50"/>
                <a:gd name="T13" fmla="*/ 6 h 54"/>
                <a:gd name="T14" fmla="*/ 34 w 50"/>
                <a:gd name="T15" fmla="*/ 0 h 54"/>
                <a:gd name="T16" fmla="*/ 11 w 50"/>
                <a:gd name="T17" fmla="*/ 14 h 54"/>
                <a:gd name="T18" fmla="*/ 0 w 50"/>
                <a:gd name="T19" fmla="*/ 41 h 54"/>
                <a:gd name="T20" fmla="*/ 3 w 50"/>
                <a:gd name="T21" fmla="*/ 49 h 54"/>
                <a:gd name="T22" fmla="*/ 11 w 50"/>
                <a:gd name="T23" fmla="*/ 53 h 54"/>
                <a:gd name="T24" fmla="*/ 35 w 50"/>
                <a:gd name="T25" fmla="*/ 36 h 54"/>
                <a:gd name="T26" fmla="*/ 42 w 50"/>
                <a:gd name="T27" fmla="*/ 54 h 54"/>
                <a:gd name="T28" fmla="*/ 47 w 50"/>
                <a:gd name="T29" fmla="*/ 52 h 54"/>
                <a:gd name="T30" fmla="*/ 50 w 50"/>
                <a:gd name="T31" fmla="*/ 48 h 54"/>
                <a:gd name="T32" fmla="*/ 48 w 50"/>
                <a:gd name="T33" fmla="*/ 46 h 54"/>
                <a:gd name="T34" fmla="*/ 27 w 50"/>
                <a:gd name="T35" fmla="*/ 33 h 54"/>
                <a:gd name="T36" fmla="*/ 13 w 50"/>
                <a:gd name="T37" fmla="*/ 42 h 54"/>
                <a:gd name="T38" fmla="*/ 12 w 50"/>
                <a:gd name="T39" fmla="*/ 39 h 54"/>
                <a:gd name="T40" fmla="*/ 19 w 50"/>
                <a:gd name="T41" fmla="*/ 21 h 54"/>
                <a:gd name="T42" fmla="*/ 32 w 50"/>
                <a:gd name="T43" fmla="*/ 10 h 54"/>
                <a:gd name="T44" fmla="*/ 34 w 50"/>
                <a:gd name="T45" fmla="*/ 12 h 54"/>
                <a:gd name="T46" fmla="*/ 35 w 50"/>
                <a:gd name="T47" fmla="*/ 15 h 54"/>
                <a:gd name="T48" fmla="*/ 27 w 50"/>
                <a:gd name="T49" fmla="*/ 33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0" h="54">
                  <a:moveTo>
                    <a:pt x="48" y="46"/>
                  </a:moveTo>
                  <a:cubicBezTo>
                    <a:pt x="47" y="45"/>
                    <a:pt x="46" y="45"/>
                    <a:pt x="46" y="44"/>
                  </a:cubicBezTo>
                  <a:cubicBezTo>
                    <a:pt x="46" y="44"/>
                    <a:pt x="45" y="43"/>
                    <a:pt x="45" y="41"/>
                  </a:cubicBezTo>
                  <a:cubicBezTo>
                    <a:pt x="44" y="40"/>
                    <a:pt x="44" y="37"/>
                    <a:pt x="44" y="33"/>
                  </a:cubicBezTo>
                  <a:cubicBezTo>
                    <a:pt x="44" y="29"/>
                    <a:pt x="44" y="24"/>
                    <a:pt x="46" y="17"/>
                  </a:cubicBezTo>
                  <a:cubicBezTo>
                    <a:pt x="46" y="14"/>
                    <a:pt x="47" y="12"/>
                    <a:pt x="47" y="10"/>
                  </a:cubicBezTo>
                  <a:cubicBezTo>
                    <a:pt x="47" y="7"/>
                    <a:pt x="45" y="6"/>
                    <a:pt x="41" y="6"/>
                  </a:cubicBezTo>
                  <a:cubicBezTo>
                    <a:pt x="40" y="2"/>
                    <a:pt x="38" y="0"/>
                    <a:pt x="34" y="0"/>
                  </a:cubicBezTo>
                  <a:cubicBezTo>
                    <a:pt x="26" y="0"/>
                    <a:pt x="19" y="5"/>
                    <a:pt x="11" y="14"/>
                  </a:cubicBezTo>
                  <a:cubicBezTo>
                    <a:pt x="4" y="24"/>
                    <a:pt x="0" y="33"/>
                    <a:pt x="0" y="41"/>
                  </a:cubicBezTo>
                  <a:cubicBezTo>
                    <a:pt x="0" y="44"/>
                    <a:pt x="1" y="47"/>
                    <a:pt x="3" y="49"/>
                  </a:cubicBezTo>
                  <a:cubicBezTo>
                    <a:pt x="5" y="52"/>
                    <a:pt x="8" y="53"/>
                    <a:pt x="11" y="53"/>
                  </a:cubicBezTo>
                  <a:cubicBezTo>
                    <a:pt x="18" y="53"/>
                    <a:pt x="26" y="47"/>
                    <a:pt x="35" y="36"/>
                  </a:cubicBezTo>
                  <a:cubicBezTo>
                    <a:pt x="34" y="48"/>
                    <a:pt x="37" y="54"/>
                    <a:pt x="42" y="54"/>
                  </a:cubicBezTo>
                  <a:cubicBezTo>
                    <a:pt x="44" y="54"/>
                    <a:pt x="46" y="53"/>
                    <a:pt x="47" y="52"/>
                  </a:cubicBezTo>
                  <a:cubicBezTo>
                    <a:pt x="49" y="51"/>
                    <a:pt x="50" y="50"/>
                    <a:pt x="50" y="48"/>
                  </a:cubicBezTo>
                  <a:cubicBezTo>
                    <a:pt x="50" y="47"/>
                    <a:pt x="49" y="47"/>
                    <a:pt x="48" y="46"/>
                  </a:cubicBezTo>
                  <a:close/>
                  <a:moveTo>
                    <a:pt x="27" y="33"/>
                  </a:moveTo>
                  <a:cubicBezTo>
                    <a:pt x="22" y="39"/>
                    <a:pt x="17" y="42"/>
                    <a:pt x="13" y="42"/>
                  </a:cubicBezTo>
                  <a:cubicBezTo>
                    <a:pt x="12" y="42"/>
                    <a:pt x="12" y="41"/>
                    <a:pt x="12" y="39"/>
                  </a:cubicBezTo>
                  <a:cubicBezTo>
                    <a:pt x="12" y="34"/>
                    <a:pt x="14" y="28"/>
                    <a:pt x="19" y="21"/>
                  </a:cubicBezTo>
                  <a:cubicBezTo>
                    <a:pt x="24" y="14"/>
                    <a:pt x="29" y="10"/>
                    <a:pt x="32" y="10"/>
                  </a:cubicBezTo>
                  <a:cubicBezTo>
                    <a:pt x="33" y="10"/>
                    <a:pt x="33" y="11"/>
                    <a:pt x="34" y="12"/>
                  </a:cubicBezTo>
                  <a:cubicBezTo>
                    <a:pt x="35" y="13"/>
                    <a:pt x="35" y="14"/>
                    <a:pt x="35" y="15"/>
                  </a:cubicBezTo>
                  <a:cubicBezTo>
                    <a:pt x="35" y="20"/>
                    <a:pt x="32" y="26"/>
                    <a:pt x="27"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 name="Freeform 331"/>
            <p:cNvSpPr>
              <a:spLocks/>
            </p:cNvSpPr>
            <p:nvPr/>
          </p:nvSpPr>
          <p:spPr bwMode="auto">
            <a:xfrm>
              <a:off x="10918826" y="6383338"/>
              <a:ext cx="60325" cy="68263"/>
            </a:xfrm>
            <a:custGeom>
              <a:avLst/>
              <a:gdLst>
                <a:gd name="T0" fmla="*/ 36 w 47"/>
                <a:gd name="T1" fmla="*/ 0 h 53"/>
                <a:gd name="T2" fmla="*/ 23 w 47"/>
                <a:gd name="T3" fmla="*/ 7 h 53"/>
                <a:gd name="T4" fmla="*/ 11 w 47"/>
                <a:gd name="T5" fmla="*/ 25 h 53"/>
                <a:gd name="T6" fmla="*/ 10 w 47"/>
                <a:gd name="T7" fmla="*/ 27 h 53"/>
                <a:gd name="T8" fmla="*/ 11 w 47"/>
                <a:gd name="T9" fmla="*/ 20 h 53"/>
                <a:gd name="T10" fmla="*/ 13 w 47"/>
                <a:gd name="T11" fmla="*/ 14 h 53"/>
                <a:gd name="T12" fmla="*/ 15 w 47"/>
                <a:gd name="T13" fmla="*/ 5 h 53"/>
                <a:gd name="T14" fmla="*/ 14 w 47"/>
                <a:gd name="T15" fmla="*/ 2 h 53"/>
                <a:gd name="T16" fmla="*/ 10 w 47"/>
                <a:gd name="T17" fmla="*/ 0 h 53"/>
                <a:gd name="T18" fmla="*/ 5 w 47"/>
                <a:gd name="T19" fmla="*/ 2 h 53"/>
                <a:gd name="T20" fmla="*/ 3 w 47"/>
                <a:gd name="T21" fmla="*/ 5 h 53"/>
                <a:gd name="T22" fmla="*/ 2 w 47"/>
                <a:gd name="T23" fmla="*/ 11 h 53"/>
                <a:gd name="T24" fmla="*/ 2 w 47"/>
                <a:gd name="T25" fmla="*/ 14 h 53"/>
                <a:gd name="T26" fmla="*/ 0 w 47"/>
                <a:gd name="T27" fmla="*/ 28 h 53"/>
                <a:gd name="T28" fmla="*/ 0 w 47"/>
                <a:gd name="T29" fmla="*/ 37 h 53"/>
                <a:gd name="T30" fmla="*/ 2 w 47"/>
                <a:gd name="T31" fmla="*/ 49 h 53"/>
                <a:gd name="T32" fmla="*/ 6 w 47"/>
                <a:gd name="T33" fmla="*/ 53 h 53"/>
                <a:gd name="T34" fmla="*/ 11 w 47"/>
                <a:gd name="T35" fmla="*/ 51 h 53"/>
                <a:gd name="T36" fmla="*/ 13 w 47"/>
                <a:gd name="T37" fmla="*/ 46 h 53"/>
                <a:gd name="T38" fmla="*/ 23 w 47"/>
                <a:gd name="T39" fmla="*/ 21 h 53"/>
                <a:gd name="T40" fmla="*/ 35 w 47"/>
                <a:gd name="T41" fmla="*/ 10 h 53"/>
                <a:gd name="T42" fmla="*/ 38 w 47"/>
                <a:gd name="T43" fmla="*/ 12 h 53"/>
                <a:gd name="T44" fmla="*/ 43 w 47"/>
                <a:gd name="T45" fmla="*/ 14 h 53"/>
                <a:gd name="T46" fmla="*/ 46 w 47"/>
                <a:gd name="T47" fmla="*/ 12 h 53"/>
                <a:gd name="T48" fmla="*/ 47 w 47"/>
                <a:gd name="T49" fmla="*/ 9 h 53"/>
                <a:gd name="T50" fmla="*/ 44 w 47"/>
                <a:gd name="T51" fmla="*/ 2 h 53"/>
                <a:gd name="T52" fmla="*/ 36 w 47"/>
                <a:gd name="T53"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7" h="53">
                  <a:moveTo>
                    <a:pt x="36" y="0"/>
                  </a:moveTo>
                  <a:cubicBezTo>
                    <a:pt x="32" y="0"/>
                    <a:pt x="28" y="2"/>
                    <a:pt x="23" y="7"/>
                  </a:cubicBezTo>
                  <a:cubicBezTo>
                    <a:pt x="19" y="12"/>
                    <a:pt x="15" y="18"/>
                    <a:pt x="11" y="25"/>
                  </a:cubicBezTo>
                  <a:cubicBezTo>
                    <a:pt x="10" y="27"/>
                    <a:pt x="10" y="27"/>
                    <a:pt x="10" y="27"/>
                  </a:cubicBezTo>
                  <a:cubicBezTo>
                    <a:pt x="11" y="20"/>
                    <a:pt x="11" y="20"/>
                    <a:pt x="11" y="20"/>
                  </a:cubicBezTo>
                  <a:cubicBezTo>
                    <a:pt x="12" y="17"/>
                    <a:pt x="12" y="15"/>
                    <a:pt x="13" y="14"/>
                  </a:cubicBezTo>
                  <a:cubicBezTo>
                    <a:pt x="14" y="9"/>
                    <a:pt x="15" y="6"/>
                    <a:pt x="15" y="5"/>
                  </a:cubicBezTo>
                  <a:cubicBezTo>
                    <a:pt x="15" y="4"/>
                    <a:pt x="14" y="3"/>
                    <a:pt x="14" y="2"/>
                  </a:cubicBezTo>
                  <a:cubicBezTo>
                    <a:pt x="13" y="1"/>
                    <a:pt x="11" y="0"/>
                    <a:pt x="10" y="0"/>
                  </a:cubicBezTo>
                  <a:cubicBezTo>
                    <a:pt x="8" y="0"/>
                    <a:pt x="7" y="1"/>
                    <a:pt x="5" y="2"/>
                  </a:cubicBezTo>
                  <a:cubicBezTo>
                    <a:pt x="4" y="3"/>
                    <a:pt x="3" y="4"/>
                    <a:pt x="3" y="5"/>
                  </a:cubicBezTo>
                  <a:cubicBezTo>
                    <a:pt x="2" y="6"/>
                    <a:pt x="2" y="8"/>
                    <a:pt x="2" y="11"/>
                  </a:cubicBezTo>
                  <a:cubicBezTo>
                    <a:pt x="2" y="12"/>
                    <a:pt x="2" y="13"/>
                    <a:pt x="2" y="14"/>
                  </a:cubicBezTo>
                  <a:cubicBezTo>
                    <a:pt x="1" y="20"/>
                    <a:pt x="1" y="24"/>
                    <a:pt x="0" y="28"/>
                  </a:cubicBezTo>
                  <a:cubicBezTo>
                    <a:pt x="0" y="32"/>
                    <a:pt x="0" y="35"/>
                    <a:pt x="0" y="37"/>
                  </a:cubicBezTo>
                  <a:cubicBezTo>
                    <a:pt x="0" y="43"/>
                    <a:pt x="1" y="47"/>
                    <a:pt x="2" y="49"/>
                  </a:cubicBezTo>
                  <a:cubicBezTo>
                    <a:pt x="3" y="51"/>
                    <a:pt x="4" y="53"/>
                    <a:pt x="6" y="53"/>
                  </a:cubicBezTo>
                  <a:cubicBezTo>
                    <a:pt x="8" y="53"/>
                    <a:pt x="10" y="52"/>
                    <a:pt x="11" y="51"/>
                  </a:cubicBezTo>
                  <a:cubicBezTo>
                    <a:pt x="12" y="50"/>
                    <a:pt x="13" y="48"/>
                    <a:pt x="13" y="46"/>
                  </a:cubicBezTo>
                  <a:cubicBezTo>
                    <a:pt x="14" y="37"/>
                    <a:pt x="18" y="28"/>
                    <a:pt x="23" y="21"/>
                  </a:cubicBezTo>
                  <a:cubicBezTo>
                    <a:pt x="29" y="14"/>
                    <a:pt x="33" y="10"/>
                    <a:pt x="35" y="10"/>
                  </a:cubicBezTo>
                  <a:cubicBezTo>
                    <a:pt x="36" y="10"/>
                    <a:pt x="37" y="11"/>
                    <a:pt x="38" y="12"/>
                  </a:cubicBezTo>
                  <a:cubicBezTo>
                    <a:pt x="39" y="13"/>
                    <a:pt x="41" y="14"/>
                    <a:pt x="43" y="14"/>
                  </a:cubicBezTo>
                  <a:cubicBezTo>
                    <a:pt x="44" y="14"/>
                    <a:pt x="45" y="14"/>
                    <a:pt x="46" y="12"/>
                  </a:cubicBezTo>
                  <a:cubicBezTo>
                    <a:pt x="47" y="11"/>
                    <a:pt x="47" y="10"/>
                    <a:pt x="47" y="9"/>
                  </a:cubicBezTo>
                  <a:cubicBezTo>
                    <a:pt x="47" y="6"/>
                    <a:pt x="46" y="4"/>
                    <a:pt x="44" y="2"/>
                  </a:cubicBezTo>
                  <a:cubicBezTo>
                    <a:pt x="42" y="1"/>
                    <a:pt x="39" y="0"/>
                    <a:pt x="3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 name="Freeform 332"/>
            <p:cNvSpPr>
              <a:spLocks/>
            </p:cNvSpPr>
            <p:nvPr/>
          </p:nvSpPr>
          <p:spPr bwMode="auto">
            <a:xfrm>
              <a:off x="10982326" y="6346825"/>
              <a:ext cx="26988" cy="106363"/>
            </a:xfrm>
            <a:custGeom>
              <a:avLst/>
              <a:gdLst>
                <a:gd name="T0" fmla="*/ 16 w 21"/>
                <a:gd name="T1" fmla="*/ 0 h 83"/>
                <a:gd name="T2" fmla="*/ 10 w 21"/>
                <a:gd name="T3" fmla="*/ 4 h 83"/>
                <a:gd name="T4" fmla="*/ 4 w 21"/>
                <a:gd name="T5" fmla="*/ 30 h 83"/>
                <a:gd name="T6" fmla="*/ 0 w 21"/>
                <a:gd name="T7" fmla="*/ 69 h 83"/>
                <a:gd name="T8" fmla="*/ 2 w 21"/>
                <a:gd name="T9" fmla="*/ 80 h 83"/>
                <a:gd name="T10" fmla="*/ 6 w 21"/>
                <a:gd name="T11" fmla="*/ 83 h 83"/>
                <a:gd name="T12" fmla="*/ 11 w 21"/>
                <a:gd name="T13" fmla="*/ 81 h 83"/>
                <a:gd name="T14" fmla="*/ 13 w 21"/>
                <a:gd name="T15" fmla="*/ 76 h 83"/>
                <a:gd name="T16" fmla="*/ 13 w 21"/>
                <a:gd name="T17" fmla="*/ 73 h 83"/>
                <a:gd name="T18" fmla="*/ 12 w 21"/>
                <a:gd name="T19" fmla="*/ 59 h 83"/>
                <a:gd name="T20" fmla="*/ 13 w 21"/>
                <a:gd name="T21" fmla="*/ 43 h 83"/>
                <a:gd name="T22" fmla="*/ 16 w 21"/>
                <a:gd name="T23" fmla="*/ 25 h 83"/>
                <a:gd name="T24" fmla="*/ 20 w 21"/>
                <a:gd name="T25" fmla="*/ 11 h 83"/>
                <a:gd name="T26" fmla="*/ 21 w 21"/>
                <a:gd name="T27" fmla="*/ 5 h 83"/>
                <a:gd name="T28" fmla="*/ 16 w 21"/>
                <a:gd name="T29"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 h="83">
                  <a:moveTo>
                    <a:pt x="16" y="0"/>
                  </a:moveTo>
                  <a:cubicBezTo>
                    <a:pt x="14" y="0"/>
                    <a:pt x="12" y="1"/>
                    <a:pt x="10" y="4"/>
                  </a:cubicBezTo>
                  <a:cubicBezTo>
                    <a:pt x="9" y="6"/>
                    <a:pt x="7" y="15"/>
                    <a:pt x="4" y="30"/>
                  </a:cubicBezTo>
                  <a:cubicBezTo>
                    <a:pt x="1" y="45"/>
                    <a:pt x="0" y="58"/>
                    <a:pt x="0" y="69"/>
                  </a:cubicBezTo>
                  <a:cubicBezTo>
                    <a:pt x="0" y="74"/>
                    <a:pt x="1" y="78"/>
                    <a:pt x="2" y="80"/>
                  </a:cubicBezTo>
                  <a:cubicBezTo>
                    <a:pt x="2" y="82"/>
                    <a:pt x="4" y="83"/>
                    <a:pt x="6" y="83"/>
                  </a:cubicBezTo>
                  <a:cubicBezTo>
                    <a:pt x="8" y="83"/>
                    <a:pt x="9" y="82"/>
                    <a:pt x="11" y="81"/>
                  </a:cubicBezTo>
                  <a:cubicBezTo>
                    <a:pt x="12" y="79"/>
                    <a:pt x="13" y="78"/>
                    <a:pt x="13" y="76"/>
                  </a:cubicBezTo>
                  <a:cubicBezTo>
                    <a:pt x="13" y="76"/>
                    <a:pt x="13" y="75"/>
                    <a:pt x="13" y="73"/>
                  </a:cubicBezTo>
                  <a:cubicBezTo>
                    <a:pt x="12" y="68"/>
                    <a:pt x="12" y="63"/>
                    <a:pt x="12" y="59"/>
                  </a:cubicBezTo>
                  <a:cubicBezTo>
                    <a:pt x="12" y="55"/>
                    <a:pt x="12" y="50"/>
                    <a:pt x="13" y="43"/>
                  </a:cubicBezTo>
                  <a:cubicBezTo>
                    <a:pt x="14" y="37"/>
                    <a:pt x="15" y="31"/>
                    <a:pt x="16" y="25"/>
                  </a:cubicBezTo>
                  <a:cubicBezTo>
                    <a:pt x="18" y="17"/>
                    <a:pt x="20" y="13"/>
                    <a:pt x="20" y="11"/>
                  </a:cubicBezTo>
                  <a:cubicBezTo>
                    <a:pt x="21" y="9"/>
                    <a:pt x="21" y="7"/>
                    <a:pt x="21" y="5"/>
                  </a:cubicBezTo>
                  <a:cubicBezTo>
                    <a:pt x="21" y="2"/>
                    <a:pt x="19"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 name="Freeform 333"/>
            <p:cNvSpPr>
              <a:spLocks/>
            </p:cNvSpPr>
            <p:nvPr/>
          </p:nvSpPr>
          <p:spPr bwMode="auto">
            <a:xfrm>
              <a:off x="11009313" y="6383338"/>
              <a:ext cx="66675" cy="103188"/>
            </a:xfrm>
            <a:custGeom>
              <a:avLst/>
              <a:gdLst>
                <a:gd name="T0" fmla="*/ 46 w 51"/>
                <a:gd name="T1" fmla="*/ 0 h 80"/>
                <a:gd name="T2" fmla="*/ 42 w 51"/>
                <a:gd name="T3" fmla="*/ 2 h 80"/>
                <a:gd name="T4" fmla="*/ 40 w 51"/>
                <a:gd name="T5" fmla="*/ 4 h 80"/>
                <a:gd name="T6" fmla="*/ 40 w 51"/>
                <a:gd name="T7" fmla="*/ 11 h 80"/>
                <a:gd name="T8" fmla="*/ 39 w 51"/>
                <a:gd name="T9" fmla="*/ 23 h 80"/>
                <a:gd name="T10" fmla="*/ 36 w 51"/>
                <a:gd name="T11" fmla="*/ 28 h 80"/>
                <a:gd name="T12" fmla="*/ 31 w 51"/>
                <a:gd name="T13" fmla="*/ 33 h 80"/>
                <a:gd name="T14" fmla="*/ 23 w 51"/>
                <a:gd name="T15" fmla="*/ 37 h 80"/>
                <a:gd name="T16" fmla="*/ 18 w 51"/>
                <a:gd name="T17" fmla="*/ 39 h 80"/>
                <a:gd name="T18" fmla="*/ 16 w 51"/>
                <a:gd name="T19" fmla="*/ 37 h 80"/>
                <a:gd name="T20" fmla="*/ 15 w 51"/>
                <a:gd name="T21" fmla="*/ 32 h 80"/>
                <a:gd name="T22" fmla="*/ 19 w 51"/>
                <a:gd name="T23" fmla="*/ 17 h 80"/>
                <a:gd name="T24" fmla="*/ 23 w 51"/>
                <a:gd name="T25" fmla="*/ 9 h 80"/>
                <a:gd name="T26" fmla="*/ 21 w 51"/>
                <a:gd name="T27" fmla="*/ 5 h 80"/>
                <a:gd name="T28" fmla="*/ 18 w 51"/>
                <a:gd name="T29" fmla="*/ 3 h 80"/>
                <a:gd name="T30" fmla="*/ 12 w 51"/>
                <a:gd name="T31" fmla="*/ 5 h 80"/>
                <a:gd name="T32" fmla="*/ 7 w 51"/>
                <a:gd name="T33" fmla="*/ 19 h 80"/>
                <a:gd name="T34" fmla="*/ 5 w 51"/>
                <a:gd name="T35" fmla="*/ 35 h 80"/>
                <a:gd name="T36" fmla="*/ 8 w 51"/>
                <a:gd name="T37" fmla="*/ 45 h 80"/>
                <a:gd name="T38" fmla="*/ 16 w 51"/>
                <a:gd name="T39" fmla="*/ 49 h 80"/>
                <a:gd name="T40" fmla="*/ 38 w 51"/>
                <a:gd name="T41" fmla="*/ 37 h 80"/>
                <a:gd name="T42" fmla="*/ 33 w 51"/>
                <a:gd name="T43" fmla="*/ 61 h 80"/>
                <a:gd name="T44" fmla="*/ 24 w 51"/>
                <a:gd name="T45" fmla="*/ 70 h 80"/>
                <a:gd name="T46" fmla="*/ 6 w 51"/>
                <a:gd name="T47" fmla="*/ 63 h 80"/>
                <a:gd name="T48" fmla="*/ 4 w 51"/>
                <a:gd name="T49" fmla="*/ 61 h 80"/>
                <a:gd name="T50" fmla="*/ 1 w 51"/>
                <a:gd name="T51" fmla="*/ 63 h 80"/>
                <a:gd name="T52" fmla="*/ 0 w 51"/>
                <a:gd name="T53" fmla="*/ 66 h 80"/>
                <a:gd name="T54" fmla="*/ 3 w 51"/>
                <a:gd name="T55" fmla="*/ 71 h 80"/>
                <a:gd name="T56" fmla="*/ 12 w 51"/>
                <a:gd name="T57" fmla="*/ 76 h 80"/>
                <a:gd name="T58" fmla="*/ 12 w 51"/>
                <a:gd name="T59" fmla="*/ 76 h 80"/>
                <a:gd name="T60" fmla="*/ 24 w 51"/>
                <a:gd name="T61" fmla="*/ 79 h 80"/>
                <a:gd name="T62" fmla="*/ 34 w 51"/>
                <a:gd name="T63" fmla="*/ 76 h 80"/>
                <a:gd name="T64" fmla="*/ 42 w 51"/>
                <a:gd name="T65" fmla="*/ 65 h 80"/>
                <a:gd name="T66" fmla="*/ 48 w 51"/>
                <a:gd name="T67" fmla="*/ 45 h 80"/>
                <a:gd name="T68" fmla="*/ 50 w 51"/>
                <a:gd name="T69" fmla="*/ 23 h 80"/>
                <a:gd name="T70" fmla="*/ 51 w 51"/>
                <a:gd name="T71" fmla="*/ 8 h 80"/>
                <a:gd name="T72" fmla="*/ 50 w 51"/>
                <a:gd name="T73" fmla="*/ 2 h 80"/>
                <a:gd name="T74" fmla="*/ 46 w 51"/>
                <a:gd name="T75"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 h="80">
                  <a:moveTo>
                    <a:pt x="46" y="0"/>
                  </a:moveTo>
                  <a:cubicBezTo>
                    <a:pt x="44" y="0"/>
                    <a:pt x="43" y="1"/>
                    <a:pt x="42" y="2"/>
                  </a:cubicBezTo>
                  <a:cubicBezTo>
                    <a:pt x="41" y="2"/>
                    <a:pt x="40" y="3"/>
                    <a:pt x="40" y="4"/>
                  </a:cubicBezTo>
                  <a:cubicBezTo>
                    <a:pt x="40" y="5"/>
                    <a:pt x="40" y="7"/>
                    <a:pt x="40" y="11"/>
                  </a:cubicBezTo>
                  <a:cubicBezTo>
                    <a:pt x="39" y="17"/>
                    <a:pt x="39" y="21"/>
                    <a:pt x="39" y="23"/>
                  </a:cubicBezTo>
                  <a:cubicBezTo>
                    <a:pt x="38" y="25"/>
                    <a:pt x="37" y="26"/>
                    <a:pt x="36" y="28"/>
                  </a:cubicBezTo>
                  <a:cubicBezTo>
                    <a:pt x="36" y="29"/>
                    <a:pt x="34" y="30"/>
                    <a:pt x="31" y="33"/>
                  </a:cubicBezTo>
                  <a:cubicBezTo>
                    <a:pt x="28" y="35"/>
                    <a:pt x="25" y="36"/>
                    <a:pt x="23" y="37"/>
                  </a:cubicBezTo>
                  <a:cubicBezTo>
                    <a:pt x="21" y="38"/>
                    <a:pt x="19" y="39"/>
                    <a:pt x="18" y="39"/>
                  </a:cubicBezTo>
                  <a:cubicBezTo>
                    <a:pt x="17" y="39"/>
                    <a:pt x="17" y="38"/>
                    <a:pt x="16" y="37"/>
                  </a:cubicBezTo>
                  <a:cubicBezTo>
                    <a:pt x="15" y="36"/>
                    <a:pt x="15" y="34"/>
                    <a:pt x="15" y="32"/>
                  </a:cubicBezTo>
                  <a:cubicBezTo>
                    <a:pt x="15" y="28"/>
                    <a:pt x="16" y="23"/>
                    <a:pt x="19" y="17"/>
                  </a:cubicBezTo>
                  <a:cubicBezTo>
                    <a:pt x="21" y="12"/>
                    <a:pt x="23" y="9"/>
                    <a:pt x="23" y="9"/>
                  </a:cubicBezTo>
                  <a:cubicBezTo>
                    <a:pt x="23" y="7"/>
                    <a:pt x="22" y="6"/>
                    <a:pt x="21" y="5"/>
                  </a:cubicBezTo>
                  <a:cubicBezTo>
                    <a:pt x="21" y="3"/>
                    <a:pt x="19" y="3"/>
                    <a:pt x="18" y="3"/>
                  </a:cubicBezTo>
                  <a:cubicBezTo>
                    <a:pt x="15" y="3"/>
                    <a:pt x="13" y="4"/>
                    <a:pt x="12" y="5"/>
                  </a:cubicBezTo>
                  <a:cubicBezTo>
                    <a:pt x="11" y="7"/>
                    <a:pt x="9" y="11"/>
                    <a:pt x="7" y="19"/>
                  </a:cubicBezTo>
                  <a:cubicBezTo>
                    <a:pt x="6" y="26"/>
                    <a:pt x="5" y="31"/>
                    <a:pt x="5" y="35"/>
                  </a:cubicBezTo>
                  <a:cubicBezTo>
                    <a:pt x="5" y="39"/>
                    <a:pt x="6" y="42"/>
                    <a:pt x="8" y="45"/>
                  </a:cubicBezTo>
                  <a:cubicBezTo>
                    <a:pt x="10" y="48"/>
                    <a:pt x="12" y="49"/>
                    <a:pt x="16" y="49"/>
                  </a:cubicBezTo>
                  <a:cubicBezTo>
                    <a:pt x="21" y="49"/>
                    <a:pt x="28" y="45"/>
                    <a:pt x="38" y="37"/>
                  </a:cubicBezTo>
                  <a:cubicBezTo>
                    <a:pt x="37" y="47"/>
                    <a:pt x="35" y="54"/>
                    <a:pt x="33" y="61"/>
                  </a:cubicBezTo>
                  <a:cubicBezTo>
                    <a:pt x="30" y="67"/>
                    <a:pt x="27" y="70"/>
                    <a:pt x="24" y="70"/>
                  </a:cubicBezTo>
                  <a:cubicBezTo>
                    <a:pt x="16" y="70"/>
                    <a:pt x="10" y="68"/>
                    <a:pt x="6" y="63"/>
                  </a:cubicBezTo>
                  <a:cubicBezTo>
                    <a:pt x="5" y="62"/>
                    <a:pt x="5" y="61"/>
                    <a:pt x="4" y="61"/>
                  </a:cubicBezTo>
                  <a:cubicBezTo>
                    <a:pt x="2" y="61"/>
                    <a:pt x="1" y="62"/>
                    <a:pt x="1" y="63"/>
                  </a:cubicBezTo>
                  <a:cubicBezTo>
                    <a:pt x="0" y="64"/>
                    <a:pt x="0" y="65"/>
                    <a:pt x="0" y="66"/>
                  </a:cubicBezTo>
                  <a:cubicBezTo>
                    <a:pt x="0" y="68"/>
                    <a:pt x="1" y="69"/>
                    <a:pt x="3" y="71"/>
                  </a:cubicBezTo>
                  <a:cubicBezTo>
                    <a:pt x="6" y="74"/>
                    <a:pt x="9" y="76"/>
                    <a:pt x="12" y="76"/>
                  </a:cubicBezTo>
                  <a:cubicBezTo>
                    <a:pt x="12" y="76"/>
                    <a:pt x="12" y="76"/>
                    <a:pt x="12" y="76"/>
                  </a:cubicBezTo>
                  <a:cubicBezTo>
                    <a:pt x="16" y="80"/>
                    <a:pt x="20" y="79"/>
                    <a:pt x="24" y="79"/>
                  </a:cubicBezTo>
                  <a:cubicBezTo>
                    <a:pt x="28" y="79"/>
                    <a:pt x="31" y="79"/>
                    <a:pt x="34" y="76"/>
                  </a:cubicBezTo>
                  <a:cubicBezTo>
                    <a:pt x="37" y="74"/>
                    <a:pt x="39" y="71"/>
                    <a:pt x="42" y="65"/>
                  </a:cubicBezTo>
                  <a:cubicBezTo>
                    <a:pt x="44" y="59"/>
                    <a:pt x="46" y="53"/>
                    <a:pt x="48" y="45"/>
                  </a:cubicBezTo>
                  <a:cubicBezTo>
                    <a:pt x="49" y="38"/>
                    <a:pt x="50" y="31"/>
                    <a:pt x="50" y="23"/>
                  </a:cubicBezTo>
                  <a:cubicBezTo>
                    <a:pt x="51" y="8"/>
                    <a:pt x="51" y="8"/>
                    <a:pt x="51" y="8"/>
                  </a:cubicBezTo>
                  <a:cubicBezTo>
                    <a:pt x="51" y="5"/>
                    <a:pt x="51" y="3"/>
                    <a:pt x="50" y="2"/>
                  </a:cubicBezTo>
                  <a:cubicBezTo>
                    <a:pt x="49" y="1"/>
                    <a:pt x="48" y="0"/>
                    <a:pt x="4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 name="Freeform 334"/>
            <p:cNvSpPr>
              <a:spLocks/>
            </p:cNvSpPr>
            <p:nvPr/>
          </p:nvSpPr>
          <p:spPr bwMode="auto">
            <a:xfrm>
              <a:off x="11141076" y="6383338"/>
              <a:ext cx="58738" cy="68263"/>
            </a:xfrm>
            <a:custGeom>
              <a:avLst/>
              <a:gdLst>
                <a:gd name="T0" fmla="*/ 43 w 46"/>
                <a:gd name="T1" fmla="*/ 2 h 53"/>
                <a:gd name="T2" fmla="*/ 35 w 46"/>
                <a:gd name="T3" fmla="*/ 0 h 53"/>
                <a:gd name="T4" fmla="*/ 23 w 46"/>
                <a:gd name="T5" fmla="*/ 7 h 53"/>
                <a:gd name="T6" fmla="*/ 10 w 46"/>
                <a:gd name="T7" fmla="*/ 25 h 53"/>
                <a:gd name="T8" fmla="*/ 10 w 46"/>
                <a:gd name="T9" fmla="*/ 27 h 53"/>
                <a:gd name="T10" fmla="*/ 11 w 46"/>
                <a:gd name="T11" fmla="*/ 20 h 53"/>
                <a:gd name="T12" fmla="*/ 12 w 46"/>
                <a:gd name="T13" fmla="*/ 14 h 53"/>
                <a:gd name="T14" fmla="*/ 14 w 46"/>
                <a:gd name="T15" fmla="*/ 5 h 53"/>
                <a:gd name="T16" fmla="*/ 13 w 46"/>
                <a:gd name="T17" fmla="*/ 2 h 53"/>
                <a:gd name="T18" fmla="*/ 9 w 46"/>
                <a:gd name="T19" fmla="*/ 0 h 53"/>
                <a:gd name="T20" fmla="*/ 5 w 46"/>
                <a:gd name="T21" fmla="*/ 2 h 53"/>
                <a:gd name="T22" fmla="*/ 2 w 46"/>
                <a:gd name="T23" fmla="*/ 5 h 53"/>
                <a:gd name="T24" fmla="*/ 1 w 46"/>
                <a:gd name="T25" fmla="*/ 11 h 53"/>
                <a:gd name="T26" fmla="*/ 1 w 46"/>
                <a:gd name="T27" fmla="*/ 14 h 53"/>
                <a:gd name="T28" fmla="*/ 0 w 46"/>
                <a:gd name="T29" fmla="*/ 28 h 53"/>
                <a:gd name="T30" fmla="*/ 0 w 46"/>
                <a:gd name="T31" fmla="*/ 37 h 53"/>
                <a:gd name="T32" fmla="*/ 1 w 46"/>
                <a:gd name="T33" fmla="*/ 49 h 53"/>
                <a:gd name="T34" fmla="*/ 6 w 46"/>
                <a:gd name="T35" fmla="*/ 53 h 53"/>
                <a:gd name="T36" fmla="*/ 10 w 46"/>
                <a:gd name="T37" fmla="*/ 51 h 53"/>
                <a:gd name="T38" fmla="*/ 13 w 46"/>
                <a:gd name="T39" fmla="*/ 46 h 53"/>
                <a:gd name="T40" fmla="*/ 23 w 46"/>
                <a:gd name="T41" fmla="*/ 21 h 53"/>
                <a:gd name="T42" fmla="*/ 34 w 46"/>
                <a:gd name="T43" fmla="*/ 10 h 53"/>
                <a:gd name="T44" fmla="*/ 37 w 46"/>
                <a:gd name="T45" fmla="*/ 12 h 53"/>
                <a:gd name="T46" fmla="*/ 42 w 46"/>
                <a:gd name="T47" fmla="*/ 14 h 53"/>
                <a:gd name="T48" fmla="*/ 45 w 46"/>
                <a:gd name="T49" fmla="*/ 12 h 53"/>
                <a:gd name="T50" fmla="*/ 46 w 46"/>
                <a:gd name="T51" fmla="*/ 9 h 53"/>
                <a:gd name="T52" fmla="*/ 43 w 46"/>
                <a:gd name="T53"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6" h="53">
                  <a:moveTo>
                    <a:pt x="43" y="2"/>
                  </a:moveTo>
                  <a:cubicBezTo>
                    <a:pt x="41" y="1"/>
                    <a:pt x="39" y="0"/>
                    <a:pt x="35" y="0"/>
                  </a:cubicBezTo>
                  <a:cubicBezTo>
                    <a:pt x="31" y="0"/>
                    <a:pt x="27" y="2"/>
                    <a:pt x="23" y="7"/>
                  </a:cubicBezTo>
                  <a:cubicBezTo>
                    <a:pt x="18" y="12"/>
                    <a:pt x="14" y="18"/>
                    <a:pt x="10" y="25"/>
                  </a:cubicBezTo>
                  <a:cubicBezTo>
                    <a:pt x="10" y="27"/>
                    <a:pt x="10" y="27"/>
                    <a:pt x="10" y="27"/>
                  </a:cubicBezTo>
                  <a:cubicBezTo>
                    <a:pt x="11" y="20"/>
                    <a:pt x="11" y="20"/>
                    <a:pt x="11" y="20"/>
                  </a:cubicBezTo>
                  <a:cubicBezTo>
                    <a:pt x="11" y="17"/>
                    <a:pt x="12" y="15"/>
                    <a:pt x="12" y="14"/>
                  </a:cubicBezTo>
                  <a:cubicBezTo>
                    <a:pt x="13" y="9"/>
                    <a:pt x="14" y="6"/>
                    <a:pt x="14" y="5"/>
                  </a:cubicBezTo>
                  <a:cubicBezTo>
                    <a:pt x="14" y="4"/>
                    <a:pt x="14" y="3"/>
                    <a:pt x="13" y="2"/>
                  </a:cubicBezTo>
                  <a:cubicBezTo>
                    <a:pt x="12" y="1"/>
                    <a:pt x="11" y="0"/>
                    <a:pt x="9" y="0"/>
                  </a:cubicBezTo>
                  <a:cubicBezTo>
                    <a:pt x="7" y="0"/>
                    <a:pt x="6" y="1"/>
                    <a:pt x="5" y="2"/>
                  </a:cubicBezTo>
                  <a:cubicBezTo>
                    <a:pt x="3" y="3"/>
                    <a:pt x="2" y="4"/>
                    <a:pt x="2" y="5"/>
                  </a:cubicBezTo>
                  <a:cubicBezTo>
                    <a:pt x="2" y="6"/>
                    <a:pt x="1" y="8"/>
                    <a:pt x="1" y="11"/>
                  </a:cubicBezTo>
                  <a:cubicBezTo>
                    <a:pt x="1" y="12"/>
                    <a:pt x="1" y="13"/>
                    <a:pt x="1" y="14"/>
                  </a:cubicBezTo>
                  <a:cubicBezTo>
                    <a:pt x="0" y="20"/>
                    <a:pt x="0" y="24"/>
                    <a:pt x="0" y="28"/>
                  </a:cubicBezTo>
                  <a:cubicBezTo>
                    <a:pt x="0" y="32"/>
                    <a:pt x="0" y="35"/>
                    <a:pt x="0" y="37"/>
                  </a:cubicBezTo>
                  <a:cubicBezTo>
                    <a:pt x="0" y="43"/>
                    <a:pt x="0" y="47"/>
                    <a:pt x="1" y="49"/>
                  </a:cubicBezTo>
                  <a:cubicBezTo>
                    <a:pt x="2" y="51"/>
                    <a:pt x="3" y="53"/>
                    <a:pt x="6" y="53"/>
                  </a:cubicBezTo>
                  <a:cubicBezTo>
                    <a:pt x="8" y="53"/>
                    <a:pt x="9" y="52"/>
                    <a:pt x="10" y="51"/>
                  </a:cubicBezTo>
                  <a:cubicBezTo>
                    <a:pt x="12" y="50"/>
                    <a:pt x="12" y="48"/>
                    <a:pt x="13" y="46"/>
                  </a:cubicBezTo>
                  <a:cubicBezTo>
                    <a:pt x="14" y="37"/>
                    <a:pt x="17" y="28"/>
                    <a:pt x="23" y="21"/>
                  </a:cubicBezTo>
                  <a:cubicBezTo>
                    <a:pt x="28" y="14"/>
                    <a:pt x="32" y="10"/>
                    <a:pt x="34" y="10"/>
                  </a:cubicBezTo>
                  <a:cubicBezTo>
                    <a:pt x="35" y="10"/>
                    <a:pt x="36" y="11"/>
                    <a:pt x="37" y="12"/>
                  </a:cubicBezTo>
                  <a:cubicBezTo>
                    <a:pt x="39" y="13"/>
                    <a:pt x="40" y="14"/>
                    <a:pt x="42" y="14"/>
                  </a:cubicBezTo>
                  <a:cubicBezTo>
                    <a:pt x="44" y="14"/>
                    <a:pt x="44" y="14"/>
                    <a:pt x="45" y="12"/>
                  </a:cubicBezTo>
                  <a:cubicBezTo>
                    <a:pt x="46" y="11"/>
                    <a:pt x="46" y="10"/>
                    <a:pt x="46" y="9"/>
                  </a:cubicBezTo>
                  <a:cubicBezTo>
                    <a:pt x="46" y="6"/>
                    <a:pt x="45" y="4"/>
                    <a:pt x="4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 name="Freeform 335"/>
            <p:cNvSpPr>
              <a:spLocks noEditPoints="1"/>
            </p:cNvSpPr>
            <p:nvPr/>
          </p:nvSpPr>
          <p:spPr bwMode="auto">
            <a:xfrm>
              <a:off x="11198226" y="6380163"/>
              <a:ext cx="57150" cy="71438"/>
            </a:xfrm>
            <a:custGeom>
              <a:avLst/>
              <a:gdLst>
                <a:gd name="T0" fmla="*/ 41 w 44"/>
                <a:gd name="T1" fmla="*/ 34 h 55"/>
                <a:gd name="T2" fmla="*/ 38 w 44"/>
                <a:gd name="T3" fmla="*/ 36 h 55"/>
                <a:gd name="T4" fmla="*/ 19 w 44"/>
                <a:gd name="T5" fmla="*/ 45 h 55"/>
                <a:gd name="T6" fmla="*/ 14 w 44"/>
                <a:gd name="T7" fmla="*/ 43 h 55"/>
                <a:gd name="T8" fmla="*/ 12 w 44"/>
                <a:gd name="T9" fmla="*/ 39 h 55"/>
                <a:gd name="T10" fmla="*/ 13 w 44"/>
                <a:gd name="T11" fmla="*/ 37 h 55"/>
                <a:gd name="T12" fmla="*/ 33 w 44"/>
                <a:gd name="T13" fmla="*/ 27 h 55"/>
                <a:gd name="T14" fmla="*/ 41 w 44"/>
                <a:gd name="T15" fmla="*/ 12 h 55"/>
                <a:gd name="T16" fmla="*/ 38 w 44"/>
                <a:gd name="T17" fmla="*/ 4 h 55"/>
                <a:gd name="T18" fmla="*/ 29 w 44"/>
                <a:gd name="T19" fmla="*/ 0 h 55"/>
                <a:gd name="T20" fmla="*/ 10 w 44"/>
                <a:gd name="T21" fmla="*/ 12 h 55"/>
                <a:gd name="T22" fmla="*/ 0 w 44"/>
                <a:gd name="T23" fmla="*/ 36 h 55"/>
                <a:gd name="T24" fmla="*/ 5 w 44"/>
                <a:gd name="T25" fmla="*/ 50 h 55"/>
                <a:gd name="T26" fmla="*/ 17 w 44"/>
                <a:gd name="T27" fmla="*/ 55 h 55"/>
                <a:gd name="T28" fmla="*/ 36 w 44"/>
                <a:gd name="T29" fmla="*/ 49 h 55"/>
                <a:gd name="T30" fmla="*/ 44 w 44"/>
                <a:gd name="T31" fmla="*/ 37 h 55"/>
                <a:gd name="T32" fmla="*/ 41 w 44"/>
                <a:gd name="T33" fmla="*/ 34 h 55"/>
                <a:gd name="T34" fmla="*/ 19 w 44"/>
                <a:gd name="T35" fmla="*/ 16 h 55"/>
                <a:gd name="T36" fmla="*/ 28 w 44"/>
                <a:gd name="T37" fmla="*/ 10 h 55"/>
                <a:gd name="T38" fmla="*/ 30 w 44"/>
                <a:gd name="T39" fmla="*/ 11 h 55"/>
                <a:gd name="T40" fmla="*/ 31 w 44"/>
                <a:gd name="T41" fmla="*/ 14 h 55"/>
                <a:gd name="T42" fmla="*/ 26 w 44"/>
                <a:gd name="T43" fmla="*/ 22 h 55"/>
                <a:gd name="T44" fmla="*/ 13 w 44"/>
                <a:gd name="T45" fmla="*/ 29 h 55"/>
                <a:gd name="T46" fmla="*/ 19 w 44"/>
                <a:gd name="T47" fmla="*/ 1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4" h="55">
                  <a:moveTo>
                    <a:pt x="41" y="34"/>
                  </a:moveTo>
                  <a:cubicBezTo>
                    <a:pt x="40" y="34"/>
                    <a:pt x="39" y="34"/>
                    <a:pt x="38" y="36"/>
                  </a:cubicBezTo>
                  <a:cubicBezTo>
                    <a:pt x="32" y="42"/>
                    <a:pt x="25" y="45"/>
                    <a:pt x="19" y="45"/>
                  </a:cubicBezTo>
                  <a:cubicBezTo>
                    <a:pt x="17" y="45"/>
                    <a:pt x="15" y="45"/>
                    <a:pt x="14" y="43"/>
                  </a:cubicBezTo>
                  <a:cubicBezTo>
                    <a:pt x="12" y="42"/>
                    <a:pt x="12" y="41"/>
                    <a:pt x="12" y="39"/>
                  </a:cubicBezTo>
                  <a:cubicBezTo>
                    <a:pt x="12" y="38"/>
                    <a:pt x="12" y="38"/>
                    <a:pt x="13" y="37"/>
                  </a:cubicBezTo>
                  <a:cubicBezTo>
                    <a:pt x="21" y="35"/>
                    <a:pt x="28" y="32"/>
                    <a:pt x="33" y="27"/>
                  </a:cubicBezTo>
                  <a:cubicBezTo>
                    <a:pt x="38" y="22"/>
                    <a:pt x="41" y="17"/>
                    <a:pt x="41" y="12"/>
                  </a:cubicBezTo>
                  <a:cubicBezTo>
                    <a:pt x="41" y="9"/>
                    <a:pt x="40" y="6"/>
                    <a:pt x="38" y="4"/>
                  </a:cubicBezTo>
                  <a:cubicBezTo>
                    <a:pt x="36" y="1"/>
                    <a:pt x="33" y="0"/>
                    <a:pt x="29" y="0"/>
                  </a:cubicBezTo>
                  <a:cubicBezTo>
                    <a:pt x="22" y="0"/>
                    <a:pt x="16" y="4"/>
                    <a:pt x="10" y="12"/>
                  </a:cubicBezTo>
                  <a:cubicBezTo>
                    <a:pt x="3" y="20"/>
                    <a:pt x="0" y="28"/>
                    <a:pt x="0" y="36"/>
                  </a:cubicBezTo>
                  <a:cubicBezTo>
                    <a:pt x="0" y="42"/>
                    <a:pt x="2" y="47"/>
                    <a:pt x="5" y="50"/>
                  </a:cubicBezTo>
                  <a:cubicBezTo>
                    <a:pt x="8" y="54"/>
                    <a:pt x="12" y="55"/>
                    <a:pt x="17" y="55"/>
                  </a:cubicBezTo>
                  <a:cubicBezTo>
                    <a:pt x="24" y="55"/>
                    <a:pt x="30" y="53"/>
                    <a:pt x="36" y="49"/>
                  </a:cubicBezTo>
                  <a:cubicBezTo>
                    <a:pt x="41" y="44"/>
                    <a:pt x="44" y="40"/>
                    <a:pt x="44" y="37"/>
                  </a:cubicBezTo>
                  <a:cubicBezTo>
                    <a:pt x="44" y="35"/>
                    <a:pt x="43" y="34"/>
                    <a:pt x="41" y="34"/>
                  </a:cubicBezTo>
                  <a:close/>
                  <a:moveTo>
                    <a:pt x="19" y="16"/>
                  </a:moveTo>
                  <a:cubicBezTo>
                    <a:pt x="22" y="12"/>
                    <a:pt x="25" y="10"/>
                    <a:pt x="28" y="10"/>
                  </a:cubicBezTo>
                  <a:cubicBezTo>
                    <a:pt x="29" y="10"/>
                    <a:pt x="30" y="10"/>
                    <a:pt x="30" y="11"/>
                  </a:cubicBezTo>
                  <a:cubicBezTo>
                    <a:pt x="31" y="12"/>
                    <a:pt x="31" y="13"/>
                    <a:pt x="31" y="14"/>
                  </a:cubicBezTo>
                  <a:cubicBezTo>
                    <a:pt x="31" y="16"/>
                    <a:pt x="29" y="19"/>
                    <a:pt x="26" y="22"/>
                  </a:cubicBezTo>
                  <a:cubicBezTo>
                    <a:pt x="22" y="26"/>
                    <a:pt x="17" y="28"/>
                    <a:pt x="13" y="29"/>
                  </a:cubicBezTo>
                  <a:cubicBezTo>
                    <a:pt x="14" y="24"/>
                    <a:pt x="16" y="20"/>
                    <a:pt x="19"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 name="Freeform 336"/>
            <p:cNvSpPr>
              <a:spLocks/>
            </p:cNvSpPr>
            <p:nvPr/>
          </p:nvSpPr>
          <p:spPr bwMode="auto">
            <a:xfrm>
              <a:off x="11260138" y="6361113"/>
              <a:ext cx="60325" cy="90488"/>
            </a:xfrm>
            <a:custGeom>
              <a:avLst/>
              <a:gdLst>
                <a:gd name="T0" fmla="*/ 42 w 46"/>
                <a:gd name="T1" fmla="*/ 18 h 70"/>
                <a:gd name="T2" fmla="*/ 26 w 46"/>
                <a:gd name="T3" fmla="*/ 20 h 70"/>
                <a:gd name="T4" fmla="*/ 30 w 46"/>
                <a:gd name="T5" fmla="*/ 5 h 70"/>
                <a:gd name="T6" fmla="*/ 28 w 46"/>
                <a:gd name="T7" fmla="*/ 2 h 70"/>
                <a:gd name="T8" fmla="*/ 24 w 46"/>
                <a:gd name="T9" fmla="*/ 0 h 70"/>
                <a:gd name="T10" fmla="*/ 18 w 46"/>
                <a:gd name="T11" fmla="*/ 6 h 70"/>
                <a:gd name="T12" fmla="*/ 14 w 46"/>
                <a:gd name="T13" fmla="*/ 21 h 70"/>
                <a:gd name="T14" fmla="*/ 4 w 46"/>
                <a:gd name="T15" fmla="*/ 21 h 70"/>
                <a:gd name="T16" fmla="*/ 0 w 46"/>
                <a:gd name="T17" fmla="*/ 25 h 70"/>
                <a:gd name="T18" fmla="*/ 2 w 46"/>
                <a:gd name="T19" fmla="*/ 31 h 70"/>
                <a:gd name="T20" fmla="*/ 6 w 46"/>
                <a:gd name="T21" fmla="*/ 33 h 70"/>
                <a:gd name="T22" fmla="*/ 7 w 46"/>
                <a:gd name="T23" fmla="*/ 33 h 70"/>
                <a:gd name="T24" fmla="*/ 11 w 46"/>
                <a:gd name="T25" fmla="*/ 32 h 70"/>
                <a:gd name="T26" fmla="*/ 7 w 46"/>
                <a:gd name="T27" fmla="*/ 56 h 70"/>
                <a:gd name="T28" fmla="*/ 10 w 46"/>
                <a:gd name="T29" fmla="*/ 67 h 70"/>
                <a:gd name="T30" fmla="*/ 19 w 46"/>
                <a:gd name="T31" fmla="*/ 70 h 70"/>
                <a:gd name="T32" fmla="*/ 33 w 46"/>
                <a:gd name="T33" fmla="*/ 65 h 70"/>
                <a:gd name="T34" fmla="*/ 40 w 46"/>
                <a:gd name="T35" fmla="*/ 56 h 70"/>
                <a:gd name="T36" fmla="*/ 39 w 46"/>
                <a:gd name="T37" fmla="*/ 54 h 70"/>
                <a:gd name="T38" fmla="*/ 37 w 46"/>
                <a:gd name="T39" fmla="*/ 53 h 70"/>
                <a:gd name="T40" fmla="*/ 33 w 46"/>
                <a:gd name="T41" fmla="*/ 55 h 70"/>
                <a:gd name="T42" fmla="*/ 27 w 46"/>
                <a:gd name="T43" fmla="*/ 59 h 70"/>
                <a:gd name="T44" fmla="*/ 22 w 46"/>
                <a:gd name="T45" fmla="*/ 60 h 70"/>
                <a:gd name="T46" fmla="*/ 19 w 46"/>
                <a:gd name="T47" fmla="*/ 58 h 70"/>
                <a:gd name="T48" fmla="*/ 18 w 46"/>
                <a:gd name="T49" fmla="*/ 53 h 70"/>
                <a:gd name="T50" fmla="*/ 20 w 46"/>
                <a:gd name="T51" fmla="*/ 40 h 70"/>
                <a:gd name="T52" fmla="*/ 23 w 46"/>
                <a:gd name="T53" fmla="*/ 30 h 70"/>
                <a:gd name="T54" fmla="*/ 39 w 46"/>
                <a:gd name="T55" fmla="*/ 27 h 70"/>
                <a:gd name="T56" fmla="*/ 46 w 46"/>
                <a:gd name="T57" fmla="*/ 22 h 70"/>
                <a:gd name="T58" fmla="*/ 45 w 46"/>
                <a:gd name="T59" fmla="*/ 19 h 70"/>
                <a:gd name="T60" fmla="*/ 42 w 46"/>
                <a:gd name="T61" fmla="*/ 1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6" h="70">
                  <a:moveTo>
                    <a:pt x="42" y="18"/>
                  </a:moveTo>
                  <a:cubicBezTo>
                    <a:pt x="41" y="18"/>
                    <a:pt x="36" y="19"/>
                    <a:pt x="26" y="20"/>
                  </a:cubicBezTo>
                  <a:cubicBezTo>
                    <a:pt x="28" y="11"/>
                    <a:pt x="30" y="6"/>
                    <a:pt x="30" y="5"/>
                  </a:cubicBezTo>
                  <a:cubicBezTo>
                    <a:pt x="30" y="4"/>
                    <a:pt x="29" y="3"/>
                    <a:pt x="28" y="2"/>
                  </a:cubicBezTo>
                  <a:cubicBezTo>
                    <a:pt x="27" y="1"/>
                    <a:pt x="26" y="0"/>
                    <a:pt x="24" y="0"/>
                  </a:cubicBezTo>
                  <a:cubicBezTo>
                    <a:pt x="21" y="0"/>
                    <a:pt x="19" y="2"/>
                    <a:pt x="18" y="6"/>
                  </a:cubicBezTo>
                  <a:cubicBezTo>
                    <a:pt x="17" y="12"/>
                    <a:pt x="15" y="17"/>
                    <a:pt x="14" y="21"/>
                  </a:cubicBezTo>
                  <a:cubicBezTo>
                    <a:pt x="4" y="21"/>
                    <a:pt x="4" y="21"/>
                    <a:pt x="4" y="21"/>
                  </a:cubicBezTo>
                  <a:cubicBezTo>
                    <a:pt x="1" y="21"/>
                    <a:pt x="0" y="22"/>
                    <a:pt x="0" y="25"/>
                  </a:cubicBezTo>
                  <a:cubicBezTo>
                    <a:pt x="0" y="27"/>
                    <a:pt x="0" y="30"/>
                    <a:pt x="2" y="31"/>
                  </a:cubicBezTo>
                  <a:cubicBezTo>
                    <a:pt x="3" y="32"/>
                    <a:pt x="5" y="33"/>
                    <a:pt x="6" y="33"/>
                  </a:cubicBezTo>
                  <a:cubicBezTo>
                    <a:pt x="7" y="33"/>
                    <a:pt x="7" y="33"/>
                    <a:pt x="7" y="33"/>
                  </a:cubicBezTo>
                  <a:cubicBezTo>
                    <a:pt x="8" y="33"/>
                    <a:pt x="9" y="32"/>
                    <a:pt x="11" y="32"/>
                  </a:cubicBezTo>
                  <a:cubicBezTo>
                    <a:pt x="8" y="44"/>
                    <a:pt x="7" y="52"/>
                    <a:pt x="7" y="56"/>
                  </a:cubicBezTo>
                  <a:cubicBezTo>
                    <a:pt x="7" y="61"/>
                    <a:pt x="8" y="64"/>
                    <a:pt x="10" y="67"/>
                  </a:cubicBezTo>
                  <a:cubicBezTo>
                    <a:pt x="12" y="69"/>
                    <a:pt x="15" y="70"/>
                    <a:pt x="19" y="70"/>
                  </a:cubicBezTo>
                  <a:cubicBezTo>
                    <a:pt x="24" y="70"/>
                    <a:pt x="29" y="68"/>
                    <a:pt x="33" y="65"/>
                  </a:cubicBezTo>
                  <a:cubicBezTo>
                    <a:pt x="38" y="61"/>
                    <a:pt x="40" y="58"/>
                    <a:pt x="40" y="56"/>
                  </a:cubicBezTo>
                  <a:cubicBezTo>
                    <a:pt x="40" y="55"/>
                    <a:pt x="40" y="54"/>
                    <a:pt x="39" y="54"/>
                  </a:cubicBezTo>
                  <a:cubicBezTo>
                    <a:pt x="39" y="53"/>
                    <a:pt x="38" y="53"/>
                    <a:pt x="37" y="53"/>
                  </a:cubicBezTo>
                  <a:cubicBezTo>
                    <a:pt x="36" y="53"/>
                    <a:pt x="35" y="54"/>
                    <a:pt x="33" y="55"/>
                  </a:cubicBezTo>
                  <a:cubicBezTo>
                    <a:pt x="30" y="57"/>
                    <a:pt x="28" y="58"/>
                    <a:pt x="27" y="59"/>
                  </a:cubicBezTo>
                  <a:cubicBezTo>
                    <a:pt x="25" y="60"/>
                    <a:pt x="23" y="60"/>
                    <a:pt x="22" y="60"/>
                  </a:cubicBezTo>
                  <a:cubicBezTo>
                    <a:pt x="20" y="60"/>
                    <a:pt x="19" y="59"/>
                    <a:pt x="19" y="58"/>
                  </a:cubicBezTo>
                  <a:cubicBezTo>
                    <a:pt x="18" y="57"/>
                    <a:pt x="18" y="56"/>
                    <a:pt x="18" y="53"/>
                  </a:cubicBezTo>
                  <a:cubicBezTo>
                    <a:pt x="18" y="52"/>
                    <a:pt x="19" y="47"/>
                    <a:pt x="20" y="40"/>
                  </a:cubicBezTo>
                  <a:cubicBezTo>
                    <a:pt x="22" y="33"/>
                    <a:pt x="23" y="30"/>
                    <a:pt x="23" y="30"/>
                  </a:cubicBezTo>
                  <a:cubicBezTo>
                    <a:pt x="39" y="27"/>
                    <a:pt x="39" y="27"/>
                    <a:pt x="39" y="27"/>
                  </a:cubicBezTo>
                  <a:cubicBezTo>
                    <a:pt x="44" y="27"/>
                    <a:pt x="46" y="25"/>
                    <a:pt x="46" y="22"/>
                  </a:cubicBezTo>
                  <a:cubicBezTo>
                    <a:pt x="46" y="21"/>
                    <a:pt x="46" y="20"/>
                    <a:pt x="45" y="19"/>
                  </a:cubicBezTo>
                  <a:cubicBezTo>
                    <a:pt x="45" y="19"/>
                    <a:pt x="44" y="18"/>
                    <a:pt x="42"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 name="Freeform 337"/>
            <p:cNvSpPr>
              <a:spLocks/>
            </p:cNvSpPr>
            <p:nvPr/>
          </p:nvSpPr>
          <p:spPr bwMode="auto">
            <a:xfrm>
              <a:off x="11336338" y="6350000"/>
              <a:ext cx="20638" cy="20638"/>
            </a:xfrm>
            <a:custGeom>
              <a:avLst/>
              <a:gdLst>
                <a:gd name="T0" fmla="*/ 9 w 16"/>
                <a:gd name="T1" fmla="*/ 0 h 15"/>
                <a:gd name="T2" fmla="*/ 2 w 16"/>
                <a:gd name="T3" fmla="*/ 2 h 15"/>
                <a:gd name="T4" fmla="*/ 0 w 16"/>
                <a:gd name="T5" fmla="*/ 8 h 15"/>
                <a:gd name="T6" fmla="*/ 2 w 16"/>
                <a:gd name="T7" fmla="*/ 12 h 15"/>
                <a:gd name="T8" fmla="*/ 7 w 16"/>
                <a:gd name="T9" fmla="*/ 15 h 15"/>
                <a:gd name="T10" fmla="*/ 13 w 16"/>
                <a:gd name="T11" fmla="*/ 12 h 15"/>
                <a:gd name="T12" fmla="*/ 16 w 16"/>
                <a:gd name="T13" fmla="*/ 6 h 15"/>
                <a:gd name="T14" fmla="*/ 14 w 16"/>
                <a:gd name="T15" fmla="*/ 2 h 15"/>
                <a:gd name="T16" fmla="*/ 9 w 16"/>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5">
                  <a:moveTo>
                    <a:pt x="9" y="0"/>
                  </a:moveTo>
                  <a:cubicBezTo>
                    <a:pt x="6" y="0"/>
                    <a:pt x="4" y="1"/>
                    <a:pt x="2" y="2"/>
                  </a:cubicBezTo>
                  <a:cubicBezTo>
                    <a:pt x="1" y="4"/>
                    <a:pt x="0" y="5"/>
                    <a:pt x="0" y="8"/>
                  </a:cubicBezTo>
                  <a:cubicBezTo>
                    <a:pt x="0" y="9"/>
                    <a:pt x="1" y="11"/>
                    <a:pt x="2" y="12"/>
                  </a:cubicBezTo>
                  <a:cubicBezTo>
                    <a:pt x="4" y="14"/>
                    <a:pt x="5" y="15"/>
                    <a:pt x="7" y="15"/>
                  </a:cubicBezTo>
                  <a:cubicBezTo>
                    <a:pt x="9" y="15"/>
                    <a:pt x="11" y="14"/>
                    <a:pt x="13" y="12"/>
                  </a:cubicBezTo>
                  <a:cubicBezTo>
                    <a:pt x="15" y="11"/>
                    <a:pt x="16" y="9"/>
                    <a:pt x="16" y="6"/>
                  </a:cubicBezTo>
                  <a:cubicBezTo>
                    <a:pt x="16" y="5"/>
                    <a:pt x="15" y="3"/>
                    <a:pt x="14" y="2"/>
                  </a:cubicBezTo>
                  <a:cubicBezTo>
                    <a:pt x="12" y="1"/>
                    <a:pt x="11"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 name="Freeform 338"/>
            <p:cNvSpPr>
              <a:spLocks/>
            </p:cNvSpPr>
            <p:nvPr/>
          </p:nvSpPr>
          <p:spPr bwMode="auto">
            <a:xfrm>
              <a:off x="11322051" y="6384925"/>
              <a:ext cx="23813" cy="66675"/>
            </a:xfrm>
            <a:custGeom>
              <a:avLst/>
              <a:gdLst>
                <a:gd name="T0" fmla="*/ 11 w 18"/>
                <a:gd name="T1" fmla="*/ 0 h 51"/>
                <a:gd name="T2" fmla="*/ 7 w 18"/>
                <a:gd name="T3" fmla="*/ 2 h 51"/>
                <a:gd name="T4" fmla="*/ 4 w 18"/>
                <a:gd name="T5" fmla="*/ 8 h 51"/>
                <a:gd name="T6" fmla="*/ 2 w 18"/>
                <a:gd name="T7" fmla="*/ 18 h 51"/>
                <a:gd name="T8" fmla="*/ 2 w 18"/>
                <a:gd name="T9" fmla="*/ 18 h 51"/>
                <a:gd name="T10" fmla="*/ 2 w 18"/>
                <a:gd name="T11" fmla="*/ 23 h 51"/>
                <a:gd name="T12" fmla="*/ 0 w 18"/>
                <a:gd name="T13" fmla="*/ 42 h 51"/>
                <a:gd name="T14" fmla="*/ 7 w 18"/>
                <a:gd name="T15" fmla="*/ 51 h 51"/>
                <a:gd name="T16" fmla="*/ 11 w 18"/>
                <a:gd name="T17" fmla="*/ 50 h 51"/>
                <a:gd name="T18" fmla="*/ 13 w 18"/>
                <a:gd name="T19" fmla="*/ 47 h 51"/>
                <a:gd name="T20" fmla="*/ 13 w 18"/>
                <a:gd name="T21" fmla="*/ 45 h 51"/>
                <a:gd name="T22" fmla="*/ 12 w 18"/>
                <a:gd name="T23" fmla="*/ 38 h 51"/>
                <a:gd name="T24" fmla="*/ 13 w 18"/>
                <a:gd name="T25" fmla="*/ 28 h 51"/>
                <a:gd name="T26" fmla="*/ 16 w 18"/>
                <a:gd name="T27" fmla="*/ 14 h 51"/>
                <a:gd name="T28" fmla="*/ 16 w 18"/>
                <a:gd name="T29" fmla="*/ 13 h 51"/>
                <a:gd name="T30" fmla="*/ 18 w 18"/>
                <a:gd name="T31" fmla="*/ 5 h 51"/>
                <a:gd name="T32" fmla="*/ 16 w 18"/>
                <a:gd name="T33" fmla="*/ 2 h 51"/>
                <a:gd name="T34" fmla="*/ 11 w 18"/>
                <a:gd name="T35"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51">
                  <a:moveTo>
                    <a:pt x="11" y="0"/>
                  </a:moveTo>
                  <a:cubicBezTo>
                    <a:pt x="9" y="0"/>
                    <a:pt x="8" y="1"/>
                    <a:pt x="7" y="2"/>
                  </a:cubicBezTo>
                  <a:cubicBezTo>
                    <a:pt x="6" y="4"/>
                    <a:pt x="4" y="6"/>
                    <a:pt x="4" y="8"/>
                  </a:cubicBezTo>
                  <a:cubicBezTo>
                    <a:pt x="4" y="9"/>
                    <a:pt x="6" y="12"/>
                    <a:pt x="2" y="18"/>
                  </a:cubicBezTo>
                  <a:cubicBezTo>
                    <a:pt x="2" y="18"/>
                    <a:pt x="2" y="18"/>
                    <a:pt x="2" y="18"/>
                  </a:cubicBezTo>
                  <a:cubicBezTo>
                    <a:pt x="2" y="19"/>
                    <a:pt x="2" y="21"/>
                    <a:pt x="2" y="23"/>
                  </a:cubicBezTo>
                  <a:cubicBezTo>
                    <a:pt x="1" y="30"/>
                    <a:pt x="0" y="37"/>
                    <a:pt x="0" y="42"/>
                  </a:cubicBezTo>
                  <a:cubicBezTo>
                    <a:pt x="0" y="48"/>
                    <a:pt x="3" y="51"/>
                    <a:pt x="7" y="51"/>
                  </a:cubicBezTo>
                  <a:cubicBezTo>
                    <a:pt x="8" y="51"/>
                    <a:pt x="10" y="51"/>
                    <a:pt x="11" y="50"/>
                  </a:cubicBezTo>
                  <a:cubicBezTo>
                    <a:pt x="13" y="48"/>
                    <a:pt x="13" y="47"/>
                    <a:pt x="13" y="47"/>
                  </a:cubicBezTo>
                  <a:cubicBezTo>
                    <a:pt x="13" y="46"/>
                    <a:pt x="13" y="46"/>
                    <a:pt x="13" y="45"/>
                  </a:cubicBezTo>
                  <a:cubicBezTo>
                    <a:pt x="13" y="42"/>
                    <a:pt x="12" y="40"/>
                    <a:pt x="12" y="38"/>
                  </a:cubicBezTo>
                  <a:cubicBezTo>
                    <a:pt x="12" y="35"/>
                    <a:pt x="12" y="32"/>
                    <a:pt x="13" y="28"/>
                  </a:cubicBezTo>
                  <a:cubicBezTo>
                    <a:pt x="13" y="25"/>
                    <a:pt x="14" y="20"/>
                    <a:pt x="16" y="14"/>
                  </a:cubicBezTo>
                  <a:cubicBezTo>
                    <a:pt x="16" y="13"/>
                    <a:pt x="16" y="13"/>
                    <a:pt x="16" y="13"/>
                  </a:cubicBezTo>
                  <a:cubicBezTo>
                    <a:pt x="17" y="9"/>
                    <a:pt x="18" y="6"/>
                    <a:pt x="18" y="5"/>
                  </a:cubicBezTo>
                  <a:cubicBezTo>
                    <a:pt x="18" y="4"/>
                    <a:pt x="17" y="3"/>
                    <a:pt x="16" y="2"/>
                  </a:cubicBezTo>
                  <a:cubicBezTo>
                    <a:pt x="15" y="1"/>
                    <a:pt x="13" y="0"/>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 name="Freeform 339"/>
            <p:cNvSpPr>
              <a:spLocks/>
            </p:cNvSpPr>
            <p:nvPr/>
          </p:nvSpPr>
          <p:spPr bwMode="auto">
            <a:xfrm>
              <a:off x="11361738" y="6383338"/>
              <a:ext cx="58738" cy="68263"/>
            </a:xfrm>
            <a:custGeom>
              <a:avLst/>
              <a:gdLst>
                <a:gd name="T0" fmla="*/ 43 w 46"/>
                <a:gd name="T1" fmla="*/ 2 h 53"/>
                <a:gd name="T2" fmla="*/ 36 w 46"/>
                <a:gd name="T3" fmla="*/ 0 h 53"/>
                <a:gd name="T4" fmla="*/ 23 w 46"/>
                <a:gd name="T5" fmla="*/ 7 h 53"/>
                <a:gd name="T6" fmla="*/ 11 w 46"/>
                <a:gd name="T7" fmla="*/ 25 h 53"/>
                <a:gd name="T8" fmla="*/ 10 w 46"/>
                <a:gd name="T9" fmla="*/ 27 h 53"/>
                <a:gd name="T10" fmla="*/ 11 w 46"/>
                <a:gd name="T11" fmla="*/ 20 h 53"/>
                <a:gd name="T12" fmla="*/ 12 w 46"/>
                <a:gd name="T13" fmla="*/ 14 h 53"/>
                <a:gd name="T14" fmla="*/ 14 w 46"/>
                <a:gd name="T15" fmla="*/ 5 h 53"/>
                <a:gd name="T16" fmla="*/ 13 w 46"/>
                <a:gd name="T17" fmla="*/ 2 h 53"/>
                <a:gd name="T18" fmla="*/ 9 w 46"/>
                <a:gd name="T19" fmla="*/ 0 h 53"/>
                <a:gd name="T20" fmla="*/ 5 w 46"/>
                <a:gd name="T21" fmla="*/ 2 h 53"/>
                <a:gd name="T22" fmla="*/ 2 w 46"/>
                <a:gd name="T23" fmla="*/ 5 h 53"/>
                <a:gd name="T24" fmla="*/ 1 w 46"/>
                <a:gd name="T25" fmla="*/ 11 h 53"/>
                <a:gd name="T26" fmla="*/ 1 w 46"/>
                <a:gd name="T27" fmla="*/ 14 h 53"/>
                <a:gd name="T28" fmla="*/ 0 w 46"/>
                <a:gd name="T29" fmla="*/ 28 h 53"/>
                <a:gd name="T30" fmla="*/ 0 w 46"/>
                <a:gd name="T31" fmla="*/ 37 h 53"/>
                <a:gd name="T32" fmla="*/ 1 w 46"/>
                <a:gd name="T33" fmla="*/ 49 h 53"/>
                <a:gd name="T34" fmla="*/ 6 w 46"/>
                <a:gd name="T35" fmla="*/ 53 h 53"/>
                <a:gd name="T36" fmla="*/ 11 w 46"/>
                <a:gd name="T37" fmla="*/ 51 h 53"/>
                <a:gd name="T38" fmla="*/ 13 w 46"/>
                <a:gd name="T39" fmla="*/ 46 h 53"/>
                <a:gd name="T40" fmla="*/ 23 w 46"/>
                <a:gd name="T41" fmla="*/ 21 h 53"/>
                <a:gd name="T42" fmla="*/ 35 w 46"/>
                <a:gd name="T43" fmla="*/ 10 h 53"/>
                <a:gd name="T44" fmla="*/ 37 w 46"/>
                <a:gd name="T45" fmla="*/ 12 h 53"/>
                <a:gd name="T46" fmla="*/ 43 w 46"/>
                <a:gd name="T47" fmla="*/ 14 h 53"/>
                <a:gd name="T48" fmla="*/ 45 w 46"/>
                <a:gd name="T49" fmla="*/ 12 h 53"/>
                <a:gd name="T50" fmla="*/ 46 w 46"/>
                <a:gd name="T51" fmla="*/ 9 h 53"/>
                <a:gd name="T52" fmla="*/ 43 w 46"/>
                <a:gd name="T53"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6" h="53">
                  <a:moveTo>
                    <a:pt x="43" y="2"/>
                  </a:moveTo>
                  <a:cubicBezTo>
                    <a:pt x="41" y="1"/>
                    <a:pt x="39" y="0"/>
                    <a:pt x="36" y="0"/>
                  </a:cubicBezTo>
                  <a:cubicBezTo>
                    <a:pt x="31" y="0"/>
                    <a:pt x="27" y="2"/>
                    <a:pt x="23" y="7"/>
                  </a:cubicBezTo>
                  <a:cubicBezTo>
                    <a:pt x="19" y="12"/>
                    <a:pt x="14" y="18"/>
                    <a:pt x="11" y="25"/>
                  </a:cubicBezTo>
                  <a:cubicBezTo>
                    <a:pt x="10" y="27"/>
                    <a:pt x="10" y="27"/>
                    <a:pt x="10" y="27"/>
                  </a:cubicBezTo>
                  <a:cubicBezTo>
                    <a:pt x="11" y="20"/>
                    <a:pt x="11" y="20"/>
                    <a:pt x="11" y="20"/>
                  </a:cubicBezTo>
                  <a:cubicBezTo>
                    <a:pt x="11" y="17"/>
                    <a:pt x="12" y="15"/>
                    <a:pt x="12" y="14"/>
                  </a:cubicBezTo>
                  <a:cubicBezTo>
                    <a:pt x="14" y="9"/>
                    <a:pt x="14" y="6"/>
                    <a:pt x="14" y="5"/>
                  </a:cubicBezTo>
                  <a:cubicBezTo>
                    <a:pt x="14" y="4"/>
                    <a:pt x="14" y="3"/>
                    <a:pt x="13" y="2"/>
                  </a:cubicBezTo>
                  <a:cubicBezTo>
                    <a:pt x="12" y="1"/>
                    <a:pt x="11" y="0"/>
                    <a:pt x="9" y="0"/>
                  </a:cubicBezTo>
                  <a:cubicBezTo>
                    <a:pt x="8" y="0"/>
                    <a:pt x="6" y="1"/>
                    <a:pt x="5" y="2"/>
                  </a:cubicBezTo>
                  <a:cubicBezTo>
                    <a:pt x="4" y="3"/>
                    <a:pt x="3" y="4"/>
                    <a:pt x="2" y="5"/>
                  </a:cubicBezTo>
                  <a:cubicBezTo>
                    <a:pt x="2" y="6"/>
                    <a:pt x="2" y="8"/>
                    <a:pt x="1" y="11"/>
                  </a:cubicBezTo>
                  <a:cubicBezTo>
                    <a:pt x="1" y="12"/>
                    <a:pt x="1" y="13"/>
                    <a:pt x="1" y="14"/>
                  </a:cubicBezTo>
                  <a:cubicBezTo>
                    <a:pt x="1" y="20"/>
                    <a:pt x="0" y="24"/>
                    <a:pt x="0" y="28"/>
                  </a:cubicBezTo>
                  <a:cubicBezTo>
                    <a:pt x="0" y="32"/>
                    <a:pt x="0" y="35"/>
                    <a:pt x="0" y="37"/>
                  </a:cubicBezTo>
                  <a:cubicBezTo>
                    <a:pt x="0" y="43"/>
                    <a:pt x="0" y="47"/>
                    <a:pt x="1" y="49"/>
                  </a:cubicBezTo>
                  <a:cubicBezTo>
                    <a:pt x="2" y="51"/>
                    <a:pt x="4" y="53"/>
                    <a:pt x="6" y="53"/>
                  </a:cubicBezTo>
                  <a:cubicBezTo>
                    <a:pt x="8" y="53"/>
                    <a:pt x="9" y="52"/>
                    <a:pt x="11" y="51"/>
                  </a:cubicBezTo>
                  <a:cubicBezTo>
                    <a:pt x="12" y="50"/>
                    <a:pt x="13" y="48"/>
                    <a:pt x="13" y="46"/>
                  </a:cubicBezTo>
                  <a:cubicBezTo>
                    <a:pt x="14" y="37"/>
                    <a:pt x="17" y="28"/>
                    <a:pt x="23" y="21"/>
                  </a:cubicBezTo>
                  <a:cubicBezTo>
                    <a:pt x="28" y="14"/>
                    <a:pt x="32" y="10"/>
                    <a:pt x="35" y="10"/>
                  </a:cubicBezTo>
                  <a:cubicBezTo>
                    <a:pt x="35" y="10"/>
                    <a:pt x="36" y="11"/>
                    <a:pt x="37" y="12"/>
                  </a:cubicBezTo>
                  <a:cubicBezTo>
                    <a:pt x="39" y="13"/>
                    <a:pt x="41" y="14"/>
                    <a:pt x="43" y="14"/>
                  </a:cubicBezTo>
                  <a:cubicBezTo>
                    <a:pt x="44" y="14"/>
                    <a:pt x="45" y="14"/>
                    <a:pt x="45" y="12"/>
                  </a:cubicBezTo>
                  <a:cubicBezTo>
                    <a:pt x="46" y="11"/>
                    <a:pt x="46" y="10"/>
                    <a:pt x="46" y="9"/>
                  </a:cubicBezTo>
                  <a:cubicBezTo>
                    <a:pt x="46" y="6"/>
                    <a:pt x="45" y="4"/>
                    <a:pt x="4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 name="Freeform 340"/>
            <p:cNvSpPr>
              <a:spLocks noEditPoints="1"/>
            </p:cNvSpPr>
            <p:nvPr/>
          </p:nvSpPr>
          <p:spPr bwMode="auto">
            <a:xfrm>
              <a:off x="11420476" y="6380163"/>
              <a:ext cx="55563" cy="71438"/>
            </a:xfrm>
            <a:custGeom>
              <a:avLst/>
              <a:gdLst>
                <a:gd name="T0" fmla="*/ 40 w 43"/>
                <a:gd name="T1" fmla="*/ 34 h 55"/>
                <a:gd name="T2" fmla="*/ 37 w 43"/>
                <a:gd name="T3" fmla="*/ 36 h 55"/>
                <a:gd name="T4" fmla="*/ 18 w 43"/>
                <a:gd name="T5" fmla="*/ 45 h 55"/>
                <a:gd name="T6" fmla="*/ 13 w 43"/>
                <a:gd name="T7" fmla="*/ 43 h 55"/>
                <a:gd name="T8" fmla="*/ 11 w 43"/>
                <a:gd name="T9" fmla="*/ 39 h 55"/>
                <a:gd name="T10" fmla="*/ 12 w 43"/>
                <a:gd name="T11" fmla="*/ 37 h 55"/>
                <a:gd name="T12" fmla="*/ 32 w 43"/>
                <a:gd name="T13" fmla="*/ 27 h 55"/>
                <a:gd name="T14" fmla="*/ 40 w 43"/>
                <a:gd name="T15" fmla="*/ 12 h 55"/>
                <a:gd name="T16" fmla="*/ 37 w 43"/>
                <a:gd name="T17" fmla="*/ 4 h 55"/>
                <a:gd name="T18" fmla="*/ 29 w 43"/>
                <a:gd name="T19" fmla="*/ 0 h 55"/>
                <a:gd name="T20" fmla="*/ 9 w 43"/>
                <a:gd name="T21" fmla="*/ 12 h 55"/>
                <a:gd name="T22" fmla="*/ 0 w 43"/>
                <a:gd name="T23" fmla="*/ 36 h 55"/>
                <a:gd name="T24" fmla="*/ 4 w 43"/>
                <a:gd name="T25" fmla="*/ 50 h 55"/>
                <a:gd name="T26" fmla="*/ 17 w 43"/>
                <a:gd name="T27" fmla="*/ 55 h 55"/>
                <a:gd name="T28" fmla="*/ 35 w 43"/>
                <a:gd name="T29" fmla="*/ 49 h 55"/>
                <a:gd name="T30" fmla="*/ 43 w 43"/>
                <a:gd name="T31" fmla="*/ 37 h 55"/>
                <a:gd name="T32" fmla="*/ 40 w 43"/>
                <a:gd name="T33" fmla="*/ 34 h 55"/>
                <a:gd name="T34" fmla="*/ 18 w 43"/>
                <a:gd name="T35" fmla="*/ 16 h 55"/>
                <a:gd name="T36" fmla="*/ 27 w 43"/>
                <a:gd name="T37" fmla="*/ 10 h 55"/>
                <a:gd name="T38" fmla="*/ 30 w 43"/>
                <a:gd name="T39" fmla="*/ 11 h 55"/>
                <a:gd name="T40" fmla="*/ 31 w 43"/>
                <a:gd name="T41" fmla="*/ 14 h 55"/>
                <a:gd name="T42" fmla="*/ 25 w 43"/>
                <a:gd name="T43" fmla="*/ 22 h 55"/>
                <a:gd name="T44" fmla="*/ 12 w 43"/>
                <a:gd name="T45" fmla="*/ 29 h 55"/>
                <a:gd name="T46" fmla="*/ 18 w 43"/>
                <a:gd name="T47" fmla="*/ 1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3" h="55">
                  <a:moveTo>
                    <a:pt x="40" y="34"/>
                  </a:moveTo>
                  <a:cubicBezTo>
                    <a:pt x="39" y="34"/>
                    <a:pt x="38" y="34"/>
                    <a:pt x="37" y="36"/>
                  </a:cubicBezTo>
                  <a:cubicBezTo>
                    <a:pt x="31" y="42"/>
                    <a:pt x="25" y="45"/>
                    <a:pt x="18" y="45"/>
                  </a:cubicBezTo>
                  <a:cubicBezTo>
                    <a:pt x="16" y="45"/>
                    <a:pt x="14" y="45"/>
                    <a:pt x="13" y="43"/>
                  </a:cubicBezTo>
                  <a:cubicBezTo>
                    <a:pt x="12" y="42"/>
                    <a:pt x="11" y="41"/>
                    <a:pt x="11" y="39"/>
                  </a:cubicBezTo>
                  <a:cubicBezTo>
                    <a:pt x="11" y="38"/>
                    <a:pt x="11" y="38"/>
                    <a:pt x="12" y="37"/>
                  </a:cubicBezTo>
                  <a:cubicBezTo>
                    <a:pt x="21" y="35"/>
                    <a:pt x="27" y="32"/>
                    <a:pt x="32" y="27"/>
                  </a:cubicBezTo>
                  <a:cubicBezTo>
                    <a:pt x="38" y="22"/>
                    <a:pt x="40" y="17"/>
                    <a:pt x="40" y="12"/>
                  </a:cubicBezTo>
                  <a:cubicBezTo>
                    <a:pt x="40" y="9"/>
                    <a:pt x="39" y="6"/>
                    <a:pt x="37" y="4"/>
                  </a:cubicBezTo>
                  <a:cubicBezTo>
                    <a:pt x="35" y="1"/>
                    <a:pt x="32" y="0"/>
                    <a:pt x="29" y="0"/>
                  </a:cubicBezTo>
                  <a:cubicBezTo>
                    <a:pt x="22" y="0"/>
                    <a:pt x="15" y="4"/>
                    <a:pt x="9" y="12"/>
                  </a:cubicBezTo>
                  <a:cubicBezTo>
                    <a:pt x="3" y="20"/>
                    <a:pt x="0" y="28"/>
                    <a:pt x="0" y="36"/>
                  </a:cubicBezTo>
                  <a:cubicBezTo>
                    <a:pt x="0" y="42"/>
                    <a:pt x="1" y="47"/>
                    <a:pt x="4" y="50"/>
                  </a:cubicBezTo>
                  <a:cubicBezTo>
                    <a:pt x="7" y="54"/>
                    <a:pt x="11" y="55"/>
                    <a:pt x="17" y="55"/>
                  </a:cubicBezTo>
                  <a:cubicBezTo>
                    <a:pt x="23" y="55"/>
                    <a:pt x="30" y="53"/>
                    <a:pt x="35" y="49"/>
                  </a:cubicBezTo>
                  <a:cubicBezTo>
                    <a:pt x="41" y="44"/>
                    <a:pt x="43" y="40"/>
                    <a:pt x="43" y="37"/>
                  </a:cubicBezTo>
                  <a:cubicBezTo>
                    <a:pt x="43" y="35"/>
                    <a:pt x="42" y="34"/>
                    <a:pt x="40" y="34"/>
                  </a:cubicBezTo>
                  <a:close/>
                  <a:moveTo>
                    <a:pt x="18" y="16"/>
                  </a:moveTo>
                  <a:cubicBezTo>
                    <a:pt x="22" y="12"/>
                    <a:pt x="25" y="10"/>
                    <a:pt x="27" y="10"/>
                  </a:cubicBezTo>
                  <a:cubicBezTo>
                    <a:pt x="28" y="10"/>
                    <a:pt x="29" y="10"/>
                    <a:pt x="30" y="11"/>
                  </a:cubicBezTo>
                  <a:cubicBezTo>
                    <a:pt x="30" y="12"/>
                    <a:pt x="31" y="13"/>
                    <a:pt x="31" y="14"/>
                  </a:cubicBezTo>
                  <a:cubicBezTo>
                    <a:pt x="31" y="16"/>
                    <a:pt x="29" y="19"/>
                    <a:pt x="25" y="22"/>
                  </a:cubicBezTo>
                  <a:cubicBezTo>
                    <a:pt x="21" y="26"/>
                    <a:pt x="17" y="28"/>
                    <a:pt x="12" y="29"/>
                  </a:cubicBezTo>
                  <a:cubicBezTo>
                    <a:pt x="13" y="24"/>
                    <a:pt x="15" y="20"/>
                    <a:pt x="1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 name="Freeform 341"/>
            <p:cNvSpPr>
              <a:spLocks/>
            </p:cNvSpPr>
            <p:nvPr/>
          </p:nvSpPr>
          <p:spPr bwMode="auto">
            <a:xfrm>
              <a:off x="11487151" y="6383338"/>
              <a:ext cx="114300" cy="68263"/>
            </a:xfrm>
            <a:custGeom>
              <a:avLst/>
              <a:gdLst>
                <a:gd name="T0" fmla="*/ 86 w 88"/>
                <a:gd name="T1" fmla="*/ 41 h 53"/>
                <a:gd name="T2" fmla="*/ 82 w 88"/>
                <a:gd name="T3" fmla="*/ 35 h 53"/>
                <a:gd name="T4" fmla="*/ 80 w 88"/>
                <a:gd name="T5" fmla="*/ 22 h 53"/>
                <a:gd name="T6" fmla="*/ 76 w 88"/>
                <a:gd name="T7" fmla="*/ 7 h 53"/>
                <a:gd name="T8" fmla="*/ 69 w 88"/>
                <a:gd name="T9" fmla="*/ 3 h 53"/>
                <a:gd name="T10" fmla="*/ 61 w 88"/>
                <a:gd name="T11" fmla="*/ 7 h 53"/>
                <a:gd name="T12" fmla="*/ 51 w 88"/>
                <a:gd name="T13" fmla="*/ 22 h 53"/>
                <a:gd name="T14" fmla="*/ 45 w 88"/>
                <a:gd name="T15" fmla="*/ 33 h 53"/>
                <a:gd name="T16" fmla="*/ 44 w 88"/>
                <a:gd name="T17" fmla="*/ 22 h 53"/>
                <a:gd name="T18" fmla="*/ 41 w 88"/>
                <a:gd name="T19" fmla="*/ 6 h 53"/>
                <a:gd name="T20" fmla="*/ 34 w 88"/>
                <a:gd name="T21" fmla="*/ 3 h 53"/>
                <a:gd name="T22" fmla="*/ 10 w 88"/>
                <a:gd name="T23" fmla="*/ 32 h 53"/>
                <a:gd name="T24" fmla="*/ 12 w 88"/>
                <a:gd name="T25" fmla="*/ 23 h 53"/>
                <a:gd name="T26" fmla="*/ 14 w 88"/>
                <a:gd name="T27" fmla="*/ 8 h 53"/>
                <a:gd name="T28" fmla="*/ 7 w 88"/>
                <a:gd name="T29" fmla="*/ 0 h 53"/>
                <a:gd name="T30" fmla="*/ 4 w 88"/>
                <a:gd name="T31" fmla="*/ 1 h 53"/>
                <a:gd name="T32" fmla="*/ 3 w 88"/>
                <a:gd name="T33" fmla="*/ 4 h 53"/>
                <a:gd name="T34" fmla="*/ 1 w 88"/>
                <a:gd name="T35" fmla="*/ 20 h 53"/>
                <a:gd name="T36" fmla="*/ 0 w 88"/>
                <a:gd name="T37" fmla="*/ 44 h 53"/>
                <a:gd name="T38" fmla="*/ 6 w 88"/>
                <a:gd name="T39" fmla="*/ 53 h 53"/>
                <a:gd name="T40" fmla="*/ 11 w 88"/>
                <a:gd name="T41" fmla="*/ 48 h 53"/>
                <a:gd name="T42" fmla="*/ 23 w 88"/>
                <a:gd name="T43" fmla="*/ 27 h 53"/>
                <a:gd name="T44" fmla="*/ 32 w 88"/>
                <a:gd name="T45" fmla="*/ 16 h 53"/>
                <a:gd name="T46" fmla="*/ 34 w 88"/>
                <a:gd name="T47" fmla="*/ 29 h 53"/>
                <a:gd name="T48" fmla="*/ 37 w 88"/>
                <a:gd name="T49" fmla="*/ 46 h 53"/>
                <a:gd name="T50" fmla="*/ 42 w 88"/>
                <a:gd name="T51" fmla="*/ 48 h 53"/>
                <a:gd name="T52" fmla="*/ 49 w 88"/>
                <a:gd name="T53" fmla="*/ 45 h 53"/>
                <a:gd name="T54" fmla="*/ 56 w 88"/>
                <a:gd name="T55" fmla="*/ 32 h 53"/>
                <a:gd name="T56" fmla="*/ 63 w 88"/>
                <a:gd name="T57" fmla="*/ 19 h 53"/>
                <a:gd name="T58" fmla="*/ 66 w 88"/>
                <a:gd name="T59" fmla="*/ 15 h 53"/>
                <a:gd name="T60" fmla="*/ 68 w 88"/>
                <a:gd name="T61" fmla="*/ 18 h 53"/>
                <a:gd name="T62" fmla="*/ 69 w 88"/>
                <a:gd name="T63" fmla="*/ 27 h 53"/>
                <a:gd name="T64" fmla="*/ 73 w 88"/>
                <a:gd name="T65" fmla="*/ 46 h 53"/>
                <a:gd name="T66" fmla="*/ 80 w 88"/>
                <a:gd name="T67" fmla="*/ 50 h 53"/>
                <a:gd name="T68" fmla="*/ 85 w 88"/>
                <a:gd name="T69" fmla="*/ 48 h 53"/>
                <a:gd name="T70" fmla="*/ 88 w 88"/>
                <a:gd name="T71" fmla="*/ 44 h 53"/>
                <a:gd name="T72" fmla="*/ 86 w 88"/>
                <a:gd name="T73" fmla="*/ 4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8" h="53">
                  <a:moveTo>
                    <a:pt x="86" y="41"/>
                  </a:moveTo>
                  <a:cubicBezTo>
                    <a:pt x="84" y="40"/>
                    <a:pt x="82" y="38"/>
                    <a:pt x="82" y="35"/>
                  </a:cubicBezTo>
                  <a:cubicBezTo>
                    <a:pt x="81" y="32"/>
                    <a:pt x="80" y="28"/>
                    <a:pt x="80" y="22"/>
                  </a:cubicBezTo>
                  <a:cubicBezTo>
                    <a:pt x="79" y="15"/>
                    <a:pt x="78" y="10"/>
                    <a:pt x="76" y="7"/>
                  </a:cubicBezTo>
                  <a:cubicBezTo>
                    <a:pt x="75" y="4"/>
                    <a:pt x="72" y="3"/>
                    <a:pt x="69" y="3"/>
                  </a:cubicBezTo>
                  <a:cubicBezTo>
                    <a:pt x="66" y="3"/>
                    <a:pt x="63" y="4"/>
                    <a:pt x="61" y="7"/>
                  </a:cubicBezTo>
                  <a:cubicBezTo>
                    <a:pt x="58" y="9"/>
                    <a:pt x="55" y="14"/>
                    <a:pt x="51" y="22"/>
                  </a:cubicBezTo>
                  <a:cubicBezTo>
                    <a:pt x="48" y="29"/>
                    <a:pt x="46" y="33"/>
                    <a:pt x="45" y="33"/>
                  </a:cubicBezTo>
                  <a:cubicBezTo>
                    <a:pt x="45" y="33"/>
                    <a:pt x="44" y="29"/>
                    <a:pt x="44" y="22"/>
                  </a:cubicBezTo>
                  <a:cubicBezTo>
                    <a:pt x="44" y="14"/>
                    <a:pt x="43" y="9"/>
                    <a:pt x="41" y="6"/>
                  </a:cubicBezTo>
                  <a:cubicBezTo>
                    <a:pt x="40" y="4"/>
                    <a:pt x="37" y="3"/>
                    <a:pt x="34" y="3"/>
                  </a:cubicBezTo>
                  <a:cubicBezTo>
                    <a:pt x="27" y="3"/>
                    <a:pt x="19" y="13"/>
                    <a:pt x="10" y="32"/>
                  </a:cubicBezTo>
                  <a:cubicBezTo>
                    <a:pt x="10" y="30"/>
                    <a:pt x="11" y="27"/>
                    <a:pt x="12" y="23"/>
                  </a:cubicBezTo>
                  <a:cubicBezTo>
                    <a:pt x="13" y="15"/>
                    <a:pt x="14" y="10"/>
                    <a:pt x="14" y="8"/>
                  </a:cubicBezTo>
                  <a:cubicBezTo>
                    <a:pt x="14" y="3"/>
                    <a:pt x="12" y="0"/>
                    <a:pt x="7" y="0"/>
                  </a:cubicBezTo>
                  <a:cubicBezTo>
                    <a:pt x="6" y="0"/>
                    <a:pt x="5" y="0"/>
                    <a:pt x="4" y="1"/>
                  </a:cubicBezTo>
                  <a:cubicBezTo>
                    <a:pt x="3" y="2"/>
                    <a:pt x="3" y="3"/>
                    <a:pt x="3" y="4"/>
                  </a:cubicBezTo>
                  <a:cubicBezTo>
                    <a:pt x="3" y="9"/>
                    <a:pt x="2" y="14"/>
                    <a:pt x="1" y="20"/>
                  </a:cubicBezTo>
                  <a:cubicBezTo>
                    <a:pt x="0" y="27"/>
                    <a:pt x="0" y="35"/>
                    <a:pt x="0" y="44"/>
                  </a:cubicBezTo>
                  <a:cubicBezTo>
                    <a:pt x="0" y="50"/>
                    <a:pt x="2" y="53"/>
                    <a:pt x="6" y="53"/>
                  </a:cubicBezTo>
                  <a:cubicBezTo>
                    <a:pt x="9" y="53"/>
                    <a:pt x="11" y="52"/>
                    <a:pt x="11" y="48"/>
                  </a:cubicBezTo>
                  <a:cubicBezTo>
                    <a:pt x="14" y="42"/>
                    <a:pt x="18" y="35"/>
                    <a:pt x="23" y="27"/>
                  </a:cubicBezTo>
                  <a:cubicBezTo>
                    <a:pt x="28" y="20"/>
                    <a:pt x="31" y="16"/>
                    <a:pt x="32" y="16"/>
                  </a:cubicBezTo>
                  <a:cubicBezTo>
                    <a:pt x="33" y="16"/>
                    <a:pt x="34" y="20"/>
                    <a:pt x="34" y="29"/>
                  </a:cubicBezTo>
                  <a:cubicBezTo>
                    <a:pt x="34" y="39"/>
                    <a:pt x="35" y="44"/>
                    <a:pt x="37" y="46"/>
                  </a:cubicBezTo>
                  <a:cubicBezTo>
                    <a:pt x="39" y="48"/>
                    <a:pt x="41" y="48"/>
                    <a:pt x="42" y="48"/>
                  </a:cubicBezTo>
                  <a:cubicBezTo>
                    <a:pt x="45" y="48"/>
                    <a:pt x="47" y="47"/>
                    <a:pt x="49" y="45"/>
                  </a:cubicBezTo>
                  <a:cubicBezTo>
                    <a:pt x="51" y="42"/>
                    <a:pt x="53" y="38"/>
                    <a:pt x="56" y="32"/>
                  </a:cubicBezTo>
                  <a:cubicBezTo>
                    <a:pt x="59" y="26"/>
                    <a:pt x="62" y="21"/>
                    <a:pt x="63" y="19"/>
                  </a:cubicBezTo>
                  <a:cubicBezTo>
                    <a:pt x="64" y="17"/>
                    <a:pt x="65" y="15"/>
                    <a:pt x="66" y="15"/>
                  </a:cubicBezTo>
                  <a:cubicBezTo>
                    <a:pt x="67" y="15"/>
                    <a:pt x="67" y="16"/>
                    <a:pt x="68" y="18"/>
                  </a:cubicBezTo>
                  <a:cubicBezTo>
                    <a:pt x="68" y="19"/>
                    <a:pt x="69" y="22"/>
                    <a:pt x="69" y="27"/>
                  </a:cubicBezTo>
                  <a:cubicBezTo>
                    <a:pt x="70" y="36"/>
                    <a:pt x="71" y="43"/>
                    <a:pt x="73" y="46"/>
                  </a:cubicBezTo>
                  <a:cubicBezTo>
                    <a:pt x="74" y="49"/>
                    <a:pt x="77" y="50"/>
                    <a:pt x="80" y="50"/>
                  </a:cubicBezTo>
                  <a:cubicBezTo>
                    <a:pt x="82" y="50"/>
                    <a:pt x="84" y="50"/>
                    <a:pt x="85" y="48"/>
                  </a:cubicBezTo>
                  <a:cubicBezTo>
                    <a:pt x="87" y="47"/>
                    <a:pt x="88" y="46"/>
                    <a:pt x="88" y="44"/>
                  </a:cubicBezTo>
                  <a:cubicBezTo>
                    <a:pt x="88" y="43"/>
                    <a:pt x="87" y="42"/>
                    <a:pt x="86"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 name="Freeform 342"/>
            <p:cNvSpPr>
              <a:spLocks noEditPoints="1"/>
            </p:cNvSpPr>
            <p:nvPr/>
          </p:nvSpPr>
          <p:spPr bwMode="auto">
            <a:xfrm>
              <a:off x="11607801" y="6380163"/>
              <a:ext cx="55563" cy="71438"/>
            </a:xfrm>
            <a:custGeom>
              <a:avLst/>
              <a:gdLst>
                <a:gd name="T0" fmla="*/ 41 w 44"/>
                <a:gd name="T1" fmla="*/ 34 h 55"/>
                <a:gd name="T2" fmla="*/ 38 w 44"/>
                <a:gd name="T3" fmla="*/ 36 h 55"/>
                <a:gd name="T4" fmla="*/ 19 w 44"/>
                <a:gd name="T5" fmla="*/ 45 h 55"/>
                <a:gd name="T6" fmla="*/ 14 w 44"/>
                <a:gd name="T7" fmla="*/ 43 h 55"/>
                <a:gd name="T8" fmla="*/ 12 w 44"/>
                <a:gd name="T9" fmla="*/ 39 h 55"/>
                <a:gd name="T10" fmla="*/ 13 w 44"/>
                <a:gd name="T11" fmla="*/ 37 h 55"/>
                <a:gd name="T12" fmla="*/ 33 w 44"/>
                <a:gd name="T13" fmla="*/ 27 h 55"/>
                <a:gd name="T14" fmla="*/ 41 w 44"/>
                <a:gd name="T15" fmla="*/ 12 h 55"/>
                <a:gd name="T16" fmla="*/ 38 w 44"/>
                <a:gd name="T17" fmla="*/ 4 h 55"/>
                <a:gd name="T18" fmla="*/ 29 w 44"/>
                <a:gd name="T19" fmla="*/ 0 h 55"/>
                <a:gd name="T20" fmla="*/ 10 w 44"/>
                <a:gd name="T21" fmla="*/ 12 h 55"/>
                <a:gd name="T22" fmla="*/ 0 w 44"/>
                <a:gd name="T23" fmla="*/ 36 h 55"/>
                <a:gd name="T24" fmla="*/ 5 w 44"/>
                <a:gd name="T25" fmla="*/ 50 h 55"/>
                <a:gd name="T26" fmla="*/ 17 w 44"/>
                <a:gd name="T27" fmla="*/ 55 h 55"/>
                <a:gd name="T28" fmla="*/ 36 w 44"/>
                <a:gd name="T29" fmla="*/ 49 h 55"/>
                <a:gd name="T30" fmla="*/ 44 w 44"/>
                <a:gd name="T31" fmla="*/ 37 h 55"/>
                <a:gd name="T32" fmla="*/ 41 w 44"/>
                <a:gd name="T33" fmla="*/ 34 h 55"/>
                <a:gd name="T34" fmla="*/ 19 w 44"/>
                <a:gd name="T35" fmla="*/ 16 h 55"/>
                <a:gd name="T36" fmla="*/ 28 w 44"/>
                <a:gd name="T37" fmla="*/ 10 h 55"/>
                <a:gd name="T38" fmla="*/ 30 w 44"/>
                <a:gd name="T39" fmla="*/ 11 h 55"/>
                <a:gd name="T40" fmla="*/ 31 w 44"/>
                <a:gd name="T41" fmla="*/ 14 h 55"/>
                <a:gd name="T42" fmla="*/ 26 w 44"/>
                <a:gd name="T43" fmla="*/ 22 h 55"/>
                <a:gd name="T44" fmla="*/ 13 w 44"/>
                <a:gd name="T45" fmla="*/ 29 h 55"/>
                <a:gd name="T46" fmla="*/ 19 w 44"/>
                <a:gd name="T47" fmla="*/ 1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4" h="55">
                  <a:moveTo>
                    <a:pt x="41" y="34"/>
                  </a:moveTo>
                  <a:cubicBezTo>
                    <a:pt x="40" y="34"/>
                    <a:pt x="39" y="34"/>
                    <a:pt x="38" y="36"/>
                  </a:cubicBezTo>
                  <a:cubicBezTo>
                    <a:pt x="32" y="42"/>
                    <a:pt x="25" y="45"/>
                    <a:pt x="19" y="45"/>
                  </a:cubicBezTo>
                  <a:cubicBezTo>
                    <a:pt x="17" y="45"/>
                    <a:pt x="15" y="45"/>
                    <a:pt x="14" y="43"/>
                  </a:cubicBezTo>
                  <a:cubicBezTo>
                    <a:pt x="12" y="42"/>
                    <a:pt x="12" y="41"/>
                    <a:pt x="12" y="39"/>
                  </a:cubicBezTo>
                  <a:cubicBezTo>
                    <a:pt x="12" y="38"/>
                    <a:pt x="12" y="38"/>
                    <a:pt x="13" y="37"/>
                  </a:cubicBezTo>
                  <a:cubicBezTo>
                    <a:pt x="21" y="35"/>
                    <a:pt x="28" y="32"/>
                    <a:pt x="33" y="27"/>
                  </a:cubicBezTo>
                  <a:cubicBezTo>
                    <a:pt x="38" y="22"/>
                    <a:pt x="41" y="17"/>
                    <a:pt x="41" y="12"/>
                  </a:cubicBezTo>
                  <a:cubicBezTo>
                    <a:pt x="41" y="9"/>
                    <a:pt x="40" y="6"/>
                    <a:pt x="38" y="4"/>
                  </a:cubicBezTo>
                  <a:cubicBezTo>
                    <a:pt x="36" y="1"/>
                    <a:pt x="33" y="0"/>
                    <a:pt x="29" y="0"/>
                  </a:cubicBezTo>
                  <a:cubicBezTo>
                    <a:pt x="22" y="0"/>
                    <a:pt x="16" y="4"/>
                    <a:pt x="10" y="12"/>
                  </a:cubicBezTo>
                  <a:cubicBezTo>
                    <a:pt x="3" y="20"/>
                    <a:pt x="0" y="28"/>
                    <a:pt x="0" y="36"/>
                  </a:cubicBezTo>
                  <a:cubicBezTo>
                    <a:pt x="0" y="42"/>
                    <a:pt x="2" y="47"/>
                    <a:pt x="5" y="50"/>
                  </a:cubicBezTo>
                  <a:cubicBezTo>
                    <a:pt x="8" y="54"/>
                    <a:pt x="12" y="55"/>
                    <a:pt x="17" y="55"/>
                  </a:cubicBezTo>
                  <a:cubicBezTo>
                    <a:pt x="24" y="55"/>
                    <a:pt x="30" y="53"/>
                    <a:pt x="36" y="49"/>
                  </a:cubicBezTo>
                  <a:cubicBezTo>
                    <a:pt x="41" y="44"/>
                    <a:pt x="44" y="40"/>
                    <a:pt x="44" y="37"/>
                  </a:cubicBezTo>
                  <a:cubicBezTo>
                    <a:pt x="44" y="35"/>
                    <a:pt x="43" y="34"/>
                    <a:pt x="41" y="34"/>
                  </a:cubicBezTo>
                  <a:close/>
                  <a:moveTo>
                    <a:pt x="19" y="16"/>
                  </a:moveTo>
                  <a:cubicBezTo>
                    <a:pt x="22" y="12"/>
                    <a:pt x="25" y="10"/>
                    <a:pt x="28" y="10"/>
                  </a:cubicBezTo>
                  <a:cubicBezTo>
                    <a:pt x="29" y="10"/>
                    <a:pt x="30" y="10"/>
                    <a:pt x="30" y="11"/>
                  </a:cubicBezTo>
                  <a:cubicBezTo>
                    <a:pt x="31" y="12"/>
                    <a:pt x="31" y="13"/>
                    <a:pt x="31" y="14"/>
                  </a:cubicBezTo>
                  <a:cubicBezTo>
                    <a:pt x="31" y="16"/>
                    <a:pt x="29" y="19"/>
                    <a:pt x="26" y="22"/>
                  </a:cubicBezTo>
                  <a:cubicBezTo>
                    <a:pt x="22" y="26"/>
                    <a:pt x="17" y="28"/>
                    <a:pt x="13" y="29"/>
                  </a:cubicBezTo>
                  <a:cubicBezTo>
                    <a:pt x="14" y="24"/>
                    <a:pt x="16" y="20"/>
                    <a:pt x="19"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343"/>
            <p:cNvSpPr>
              <a:spLocks/>
            </p:cNvSpPr>
            <p:nvPr/>
          </p:nvSpPr>
          <p:spPr bwMode="auto">
            <a:xfrm>
              <a:off x="11671301" y="6386513"/>
              <a:ext cx="77788" cy="63500"/>
            </a:xfrm>
            <a:custGeom>
              <a:avLst/>
              <a:gdLst>
                <a:gd name="T0" fmla="*/ 58 w 60"/>
                <a:gd name="T1" fmla="*/ 36 h 49"/>
                <a:gd name="T2" fmla="*/ 55 w 60"/>
                <a:gd name="T3" fmla="*/ 36 h 49"/>
                <a:gd name="T4" fmla="*/ 52 w 60"/>
                <a:gd name="T5" fmla="*/ 37 h 49"/>
                <a:gd name="T6" fmla="*/ 48 w 60"/>
                <a:gd name="T7" fmla="*/ 19 h 49"/>
                <a:gd name="T8" fmla="*/ 35 w 60"/>
                <a:gd name="T9" fmla="*/ 2 h 49"/>
                <a:gd name="T10" fmla="*/ 13 w 60"/>
                <a:gd name="T11" fmla="*/ 26 h 49"/>
                <a:gd name="T12" fmla="*/ 15 w 60"/>
                <a:gd name="T13" fmla="*/ 9 h 49"/>
                <a:gd name="T14" fmla="*/ 14 w 60"/>
                <a:gd name="T15" fmla="*/ 1 h 49"/>
                <a:gd name="T16" fmla="*/ 10 w 60"/>
                <a:gd name="T17" fmla="*/ 0 h 49"/>
                <a:gd name="T18" fmla="*/ 6 w 60"/>
                <a:gd name="T19" fmla="*/ 3 h 49"/>
                <a:gd name="T20" fmla="*/ 4 w 60"/>
                <a:gd name="T21" fmla="*/ 7 h 49"/>
                <a:gd name="T22" fmla="*/ 2 w 60"/>
                <a:gd name="T23" fmla="*/ 32 h 49"/>
                <a:gd name="T24" fmla="*/ 0 w 60"/>
                <a:gd name="T25" fmla="*/ 42 h 49"/>
                <a:gd name="T26" fmla="*/ 8 w 60"/>
                <a:gd name="T27" fmla="*/ 49 h 49"/>
                <a:gd name="T28" fmla="*/ 10 w 60"/>
                <a:gd name="T29" fmla="*/ 47 h 49"/>
                <a:gd name="T30" fmla="*/ 11 w 60"/>
                <a:gd name="T31" fmla="*/ 44 h 49"/>
                <a:gd name="T32" fmla="*/ 22 w 60"/>
                <a:gd name="T33" fmla="*/ 26 h 49"/>
                <a:gd name="T34" fmla="*/ 33 w 60"/>
                <a:gd name="T35" fmla="*/ 13 h 49"/>
                <a:gd name="T36" fmla="*/ 38 w 60"/>
                <a:gd name="T37" fmla="*/ 25 h 49"/>
                <a:gd name="T38" fmla="*/ 41 w 60"/>
                <a:gd name="T39" fmla="*/ 41 h 49"/>
                <a:gd name="T40" fmla="*/ 41 w 60"/>
                <a:gd name="T41" fmla="*/ 41 h 49"/>
                <a:gd name="T42" fmla="*/ 49 w 60"/>
                <a:gd name="T43" fmla="*/ 46 h 49"/>
                <a:gd name="T44" fmla="*/ 57 w 60"/>
                <a:gd name="T45" fmla="*/ 43 h 49"/>
                <a:gd name="T46" fmla="*/ 60 w 60"/>
                <a:gd name="T47" fmla="*/ 38 h 49"/>
                <a:gd name="T48" fmla="*/ 58 w 60"/>
                <a:gd name="T49" fmla="*/ 3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 h="49">
                  <a:moveTo>
                    <a:pt x="58" y="36"/>
                  </a:moveTo>
                  <a:cubicBezTo>
                    <a:pt x="57" y="36"/>
                    <a:pt x="56" y="36"/>
                    <a:pt x="55" y="36"/>
                  </a:cubicBezTo>
                  <a:cubicBezTo>
                    <a:pt x="54" y="36"/>
                    <a:pt x="53" y="37"/>
                    <a:pt x="52" y="37"/>
                  </a:cubicBezTo>
                  <a:cubicBezTo>
                    <a:pt x="51" y="37"/>
                    <a:pt x="49" y="31"/>
                    <a:pt x="48" y="19"/>
                  </a:cubicBezTo>
                  <a:cubicBezTo>
                    <a:pt x="47" y="8"/>
                    <a:pt x="43" y="2"/>
                    <a:pt x="35" y="2"/>
                  </a:cubicBezTo>
                  <a:cubicBezTo>
                    <a:pt x="27" y="2"/>
                    <a:pt x="19" y="10"/>
                    <a:pt x="13" y="26"/>
                  </a:cubicBezTo>
                  <a:cubicBezTo>
                    <a:pt x="14" y="17"/>
                    <a:pt x="15" y="12"/>
                    <a:pt x="15" y="9"/>
                  </a:cubicBezTo>
                  <a:cubicBezTo>
                    <a:pt x="15" y="5"/>
                    <a:pt x="15" y="2"/>
                    <a:pt x="14" y="1"/>
                  </a:cubicBezTo>
                  <a:cubicBezTo>
                    <a:pt x="13" y="0"/>
                    <a:pt x="11" y="0"/>
                    <a:pt x="10" y="0"/>
                  </a:cubicBezTo>
                  <a:cubicBezTo>
                    <a:pt x="8" y="0"/>
                    <a:pt x="7" y="1"/>
                    <a:pt x="6" y="3"/>
                  </a:cubicBezTo>
                  <a:cubicBezTo>
                    <a:pt x="4" y="4"/>
                    <a:pt x="4" y="6"/>
                    <a:pt x="4" y="7"/>
                  </a:cubicBezTo>
                  <a:cubicBezTo>
                    <a:pt x="4" y="17"/>
                    <a:pt x="3" y="25"/>
                    <a:pt x="2" y="32"/>
                  </a:cubicBezTo>
                  <a:cubicBezTo>
                    <a:pt x="1" y="37"/>
                    <a:pt x="0" y="41"/>
                    <a:pt x="0" y="42"/>
                  </a:cubicBezTo>
                  <a:cubicBezTo>
                    <a:pt x="0" y="46"/>
                    <a:pt x="3" y="49"/>
                    <a:pt x="8" y="49"/>
                  </a:cubicBezTo>
                  <a:cubicBezTo>
                    <a:pt x="8" y="49"/>
                    <a:pt x="9" y="48"/>
                    <a:pt x="10" y="47"/>
                  </a:cubicBezTo>
                  <a:cubicBezTo>
                    <a:pt x="11" y="47"/>
                    <a:pt x="11" y="46"/>
                    <a:pt x="11" y="44"/>
                  </a:cubicBezTo>
                  <a:cubicBezTo>
                    <a:pt x="13" y="40"/>
                    <a:pt x="16" y="34"/>
                    <a:pt x="22" y="26"/>
                  </a:cubicBezTo>
                  <a:cubicBezTo>
                    <a:pt x="27" y="18"/>
                    <a:pt x="31" y="13"/>
                    <a:pt x="33" y="13"/>
                  </a:cubicBezTo>
                  <a:cubicBezTo>
                    <a:pt x="36" y="13"/>
                    <a:pt x="37" y="17"/>
                    <a:pt x="38" y="25"/>
                  </a:cubicBezTo>
                  <a:cubicBezTo>
                    <a:pt x="39" y="33"/>
                    <a:pt x="40" y="37"/>
                    <a:pt x="41" y="41"/>
                  </a:cubicBezTo>
                  <a:cubicBezTo>
                    <a:pt x="41" y="41"/>
                    <a:pt x="41" y="41"/>
                    <a:pt x="41" y="41"/>
                  </a:cubicBezTo>
                  <a:cubicBezTo>
                    <a:pt x="43" y="45"/>
                    <a:pt x="45" y="46"/>
                    <a:pt x="49" y="46"/>
                  </a:cubicBezTo>
                  <a:cubicBezTo>
                    <a:pt x="52" y="46"/>
                    <a:pt x="55" y="45"/>
                    <a:pt x="57" y="43"/>
                  </a:cubicBezTo>
                  <a:cubicBezTo>
                    <a:pt x="59" y="41"/>
                    <a:pt x="60" y="40"/>
                    <a:pt x="60" y="38"/>
                  </a:cubicBezTo>
                  <a:cubicBezTo>
                    <a:pt x="60" y="36"/>
                    <a:pt x="59" y="36"/>
                    <a:pt x="58"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344"/>
            <p:cNvSpPr>
              <a:spLocks/>
            </p:cNvSpPr>
            <p:nvPr/>
          </p:nvSpPr>
          <p:spPr bwMode="auto">
            <a:xfrm>
              <a:off x="11750676" y="6361113"/>
              <a:ext cx="60325" cy="90488"/>
            </a:xfrm>
            <a:custGeom>
              <a:avLst/>
              <a:gdLst>
                <a:gd name="T0" fmla="*/ 43 w 47"/>
                <a:gd name="T1" fmla="*/ 18 h 70"/>
                <a:gd name="T2" fmla="*/ 26 w 47"/>
                <a:gd name="T3" fmla="*/ 20 h 70"/>
                <a:gd name="T4" fmla="*/ 30 w 47"/>
                <a:gd name="T5" fmla="*/ 5 h 70"/>
                <a:gd name="T6" fmla="*/ 29 w 47"/>
                <a:gd name="T7" fmla="*/ 2 h 70"/>
                <a:gd name="T8" fmla="*/ 25 w 47"/>
                <a:gd name="T9" fmla="*/ 0 h 70"/>
                <a:gd name="T10" fmla="*/ 19 w 47"/>
                <a:gd name="T11" fmla="*/ 6 h 70"/>
                <a:gd name="T12" fmla="*/ 15 w 47"/>
                <a:gd name="T13" fmla="*/ 21 h 70"/>
                <a:gd name="T14" fmla="*/ 5 w 47"/>
                <a:gd name="T15" fmla="*/ 21 h 70"/>
                <a:gd name="T16" fmla="*/ 0 w 47"/>
                <a:gd name="T17" fmla="*/ 25 h 70"/>
                <a:gd name="T18" fmla="*/ 2 w 47"/>
                <a:gd name="T19" fmla="*/ 31 h 70"/>
                <a:gd name="T20" fmla="*/ 7 w 47"/>
                <a:gd name="T21" fmla="*/ 33 h 70"/>
                <a:gd name="T22" fmla="*/ 8 w 47"/>
                <a:gd name="T23" fmla="*/ 33 h 70"/>
                <a:gd name="T24" fmla="*/ 12 w 47"/>
                <a:gd name="T25" fmla="*/ 32 h 70"/>
                <a:gd name="T26" fmla="*/ 7 w 47"/>
                <a:gd name="T27" fmla="*/ 56 h 70"/>
                <a:gd name="T28" fmla="*/ 10 w 47"/>
                <a:gd name="T29" fmla="*/ 67 h 70"/>
                <a:gd name="T30" fmla="*/ 20 w 47"/>
                <a:gd name="T31" fmla="*/ 70 h 70"/>
                <a:gd name="T32" fmla="*/ 34 w 47"/>
                <a:gd name="T33" fmla="*/ 65 h 70"/>
                <a:gd name="T34" fmla="*/ 41 w 47"/>
                <a:gd name="T35" fmla="*/ 56 h 70"/>
                <a:gd name="T36" fmla="*/ 40 w 47"/>
                <a:gd name="T37" fmla="*/ 54 h 70"/>
                <a:gd name="T38" fmla="*/ 38 w 47"/>
                <a:gd name="T39" fmla="*/ 53 h 70"/>
                <a:gd name="T40" fmla="*/ 33 w 47"/>
                <a:gd name="T41" fmla="*/ 55 h 70"/>
                <a:gd name="T42" fmla="*/ 27 w 47"/>
                <a:gd name="T43" fmla="*/ 59 h 70"/>
                <a:gd name="T44" fmla="*/ 22 w 47"/>
                <a:gd name="T45" fmla="*/ 60 h 70"/>
                <a:gd name="T46" fmla="*/ 19 w 47"/>
                <a:gd name="T47" fmla="*/ 58 h 70"/>
                <a:gd name="T48" fmla="*/ 19 w 47"/>
                <a:gd name="T49" fmla="*/ 53 h 70"/>
                <a:gd name="T50" fmla="*/ 21 w 47"/>
                <a:gd name="T51" fmla="*/ 40 h 70"/>
                <a:gd name="T52" fmla="*/ 23 w 47"/>
                <a:gd name="T53" fmla="*/ 30 h 70"/>
                <a:gd name="T54" fmla="*/ 40 w 47"/>
                <a:gd name="T55" fmla="*/ 27 h 70"/>
                <a:gd name="T56" fmla="*/ 47 w 47"/>
                <a:gd name="T57" fmla="*/ 22 h 70"/>
                <a:gd name="T58" fmla="*/ 46 w 47"/>
                <a:gd name="T59" fmla="*/ 19 h 70"/>
                <a:gd name="T60" fmla="*/ 43 w 47"/>
                <a:gd name="T61" fmla="*/ 1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7" h="70">
                  <a:moveTo>
                    <a:pt x="43" y="18"/>
                  </a:moveTo>
                  <a:cubicBezTo>
                    <a:pt x="42" y="18"/>
                    <a:pt x="36" y="19"/>
                    <a:pt x="26" y="20"/>
                  </a:cubicBezTo>
                  <a:cubicBezTo>
                    <a:pt x="29" y="11"/>
                    <a:pt x="30" y="6"/>
                    <a:pt x="30" y="5"/>
                  </a:cubicBezTo>
                  <a:cubicBezTo>
                    <a:pt x="30" y="4"/>
                    <a:pt x="30" y="3"/>
                    <a:pt x="29" y="2"/>
                  </a:cubicBezTo>
                  <a:cubicBezTo>
                    <a:pt x="28" y="1"/>
                    <a:pt x="26" y="0"/>
                    <a:pt x="25" y="0"/>
                  </a:cubicBezTo>
                  <a:cubicBezTo>
                    <a:pt x="22" y="0"/>
                    <a:pt x="20" y="2"/>
                    <a:pt x="19" y="6"/>
                  </a:cubicBezTo>
                  <a:cubicBezTo>
                    <a:pt x="17" y="12"/>
                    <a:pt x="16" y="17"/>
                    <a:pt x="15" y="21"/>
                  </a:cubicBezTo>
                  <a:cubicBezTo>
                    <a:pt x="5" y="21"/>
                    <a:pt x="5" y="21"/>
                    <a:pt x="5" y="21"/>
                  </a:cubicBezTo>
                  <a:cubicBezTo>
                    <a:pt x="2" y="21"/>
                    <a:pt x="0" y="22"/>
                    <a:pt x="0" y="25"/>
                  </a:cubicBezTo>
                  <a:cubicBezTo>
                    <a:pt x="0" y="27"/>
                    <a:pt x="1" y="30"/>
                    <a:pt x="2" y="31"/>
                  </a:cubicBezTo>
                  <a:cubicBezTo>
                    <a:pt x="4" y="32"/>
                    <a:pt x="5" y="33"/>
                    <a:pt x="7" y="33"/>
                  </a:cubicBezTo>
                  <a:cubicBezTo>
                    <a:pt x="8" y="33"/>
                    <a:pt x="8" y="33"/>
                    <a:pt x="8" y="33"/>
                  </a:cubicBezTo>
                  <a:cubicBezTo>
                    <a:pt x="8" y="33"/>
                    <a:pt x="10" y="32"/>
                    <a:pt x="12" y="32"/>
                  </a:cubicBezTo>
                  <a:cubicBezTo>
                    <a:pt x="9" y="44"/>
                    <a:pt x="7" y="52"/>
                    <a:pt x="7" y="56"/>
                  </a:cubicBezTo>
                  <a:cubicBezTo>
                    <a:pt x="7" y="61"/>
                    <a:pt x="8" y="64"/>
                    <a:pt x="10" y="67"/>
                  </a:cubicBezTo>
                  <a:cubicBezTo>
                    <a:pt x="13" y="69"/>
                    <a:pt x="16" y="70"/>
                    <a:pt x="20" y="70"/>
                  </a:cubicBezTo>
                  <a:cubicBezTo>
                    <a:pt x="25" y="70"/>
                    <a:pt x="29" y="68"/>
                    <a:pt x="34" y="65"/>
                  </a:cubicBezTo>
                  <a:cubicBezTo>
                    <a:pt x="38" y="61"/>
                    <a:pt x="41" y="58"/>
                    <a:pt x="41" y="56"/>
                  </a:cubicBezTo>
                  <a:cubicBezTo>
                    <a:pt x="41" y="55"/>
                    <a:pt x="40" y="54"/>
                    <a:pt x="40" y="54"/>
                  </a:cubicBezTo>
                  <a:cubicBezTo>
                    <a:pt x="39" y="53"/>
                    <a:pt x="38" y="53"/>
                    <a:pt x="38" y="53"/>
                  </a:cubicBezTo>
                  <a:cubicBezTo>
                    <a:pt x="36" y="53"/>
                    <a:pt x="35" y="54"/>
                    <a:pt x="33" y="55"/>
                  </a:cubicBezTo>
                  <a:cubicBezTo>
                    <a:pt x="31" y="57"/>
                    <a:pt x="29" y="58"/>
                    <a:pt x="27" y="59"/>
                  </a:cubicBezTo>
                  <a:cubicBezTo>
                    <a:pt x="25" y="60"/>
                    <a:pt x="24" y="60"/>
                    <a:pt x="22" y="60"/>
                  </a:cubicBezTo>
                  <a:cubicBezTo>
                    <a:pt x="21" y="60"/>
                    <a:pt x="20" y="59"/>
                    <a:pt x="19" y="58"/>
                  </a:cubicBezTo>
                  <a:cubicBezTo>
                    <a:pt x="19" y="57"/>
                    <a:pt x="19" y="56"/>
                    <a:pt x="19" y="53"/>
                  </a:cubicBezTo>
                  <a:cubicBezTo>
                    <a:pt x="19" y="52"/>
                    <a:pt x="19" y="47"/>
                    <a:pt x="21" y="40"/>
                  </a:cubicBezTo>
                  <a:cubicBezTo>
                    <a:pt x="22" y="33"/>
                    <a:pt x="23" y="30"/>
                    <a:pt x="23" y="30"/>
                  </a:cubicBezTo>
                  <a:cubicBezTo>
                    <a:pt x="40" y="27"/>
                    <a:pt x="40" y="27"/>
                    <a:pt x="40" y="27"/>
                  </a:cubicBezTo>
                  <a:cubicBezTo>
                    <a:pt x="44" y="27"/>
                    <a:pt x="47" y="25"/>
                    <a:pt x="47" y="22"/>
                  </a:cubicBezTo>
                  <a:cubicBezTo>
                    <a:pt x="47" y="21"/>
                    <a:pt x="46" y="20"/>
                    <a:pt x="46" y="19"/>
                  </a:cubicBezTo>
                  <a:cubicBezTo>
                    <a:pt x="45" y="19"/>
                    <a:pt x="44" y="18"/>
                    <a:pt x="43"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 name="Freeform 345"/>
            <p:cNvSpPr>
              <a:spLocks/>
            </p:cNvSpPr>
            <p:nvPr/>
          </p:nvSpPr>
          <p:spPr bwMode="auto">
            <a:xfrm>
              <a:off x="8042276" y="6356350"/>
              <a:ext cx="84138" cy="104775"/>
            </a:xfrm>
            <a:custGeom>
              <a:avLst/>
              <a:gdLst>
                <a:gd name="T0" fmla="*/ 32 w 65"/>
                <a:gd name="T1" fmla="*/ 18 h 82"/>
                <a:gd name="T2" fmla="*/ 48 w 65"/>
                <a:gd name="T3" fmla="*/ 11 h 82"/>
                <a:gd name="T4" fmla="*/ 52 w 65"/>
                <a:gd name="T5" fmla="*/ 12 h 82"/>
                <a:gd name="T6" fmla="*/ 54 w 65"/>
                <a:gd name="T7" fmla="*/ 15 h 82"/>
                <a:gd name="T8" fmla="*/ 55 w 65"/>
                <a:gd name="T9" fmla="*/ 17 h 82"/>
                <a:gd name="T10" fmla="*/ 58 w 65"/>
                <a:gd name="T11" fmla="*/ 18 h 82"/>
                <a:gd name="T12" fmla="*/ 62 w 65"/>
                <a:gd name="T13" fmla="*/ 14 h 82"/>
                <a:gd name="T14" fmla="*/ 65 w 65"/>
                <a:gd name="T15" fmla="*/ 8 h 82"/>
                <a:gd name="T16" fmla="*/ 61 w 65"/>
                <a:gd name="T17" fmla="*/ 2 h 82"/>
                <a:gd name="T18" fmla="*/ 52 w 65"/>
                <a:gd name="T19" fmla="*/ 0 h 82"/>
                <a:gd name="T20" fmla="*/ 29 w 65"/>
                <a:gd name="T21" fmla="*/ 8 h 82"/>
                <a:gd name="T22" fmla="*/ 9 w 65"/>
                <a:gd name="T23" fmla="*/ 28 h 82"/>
                <a:gd name="T24" fmla="*/ 9 w 65"/>
                <a:gd name="T25" fmla="*/ 28 h 82"/>
                <a:gd name="T26" fmla="*/ 0 w 65"/>
                <a:gd name="T27" fmla="*/ 54 h 82"/>
                <a:gd name="T28" fmla="*/ 5 w 65"/>
                <a:gd name="T29" fmla="*/ 67 h 82"/>
                <a:gd name="T30" fmla="*/ 18 w 65"/>
                <a:gd name="T31" fmla="*/ 72 h 82"/>
                <a:gd name="T32" fmla="*/ 46 w 65"/>
                <a:gd name="T33" fmla="*/ 60 h 82"/>
                <a:gd name="T34" fmla="*/ 45 w 65"/>
                <a:gd name="T35" fmla="*/ 69 h 82"/>
                <a:gd name="T36" fmla="*/ 43 w 65"/>
                <a:gd name="T37" fmla="*/ 76 h 82"/>
                <a:gd name="T38" fmla="*/ 45 w 65"/>
                <a:gd name="T39" fmla="*/ 80 h 82"/>
                <a:gd name="T40" fmla="*/ 50 w 65"/>
                <a:gd name="T41" fmla="*/ 82 h 82"/>
                <a:gd name="T42" fmla="*/ 53 w 65"/>
                <a:gd name="T43" fmla="*/ 81 h 82"/>
                <a:gd name="T44" fmla="*/ 55 w 65"/>
                <a:gd name="T45" fmla="*/ 79 h 82"/>
                <a:gd name="T46" fmla="*/ 56 w 65"/>
                <a:gd name="T47" fmla="*/ 76 h 82"/>
                <a:gd name="T48" fmla="*/ 56 w 65"/>
                <a:gd name="T49" fmla="*/ 69 h 82"/>
                <a:gd name="T50" fmla="*/ 57 w 65"/>
                <a:gd name="T51" fmla="*/ 59 h 82"/>
                <a:gd name="T52" fmla="*/ 59 w 65"/>
                <a:gd name="T53" fmla="*/ 49 h 82"/>
                <a:gd name="T54" fmla="*/ 59 w 65"/>
                <a:gd name="T55" fmla="*/ 49 h 82"/>
                <a:gd name="T56" fmla="*/ 62 w 65"/>
                <a:gd name="T57" fmla="*/ 42 h 82"/>
                <a:gd name="T58" fmla="*/ 63 w 65"/>
                <a:gd name="T59" fmla="*/ 37 h 82"/>
                <a:gd name="T60" fmla="*/ 57 w 65"/>
                <a:gd name="T61" fmla="*/ 33 h 82"/>
                <a:gd name="T62" fmla="*/ 53 w 65"/>
                <a:gd name="T63" fmla="*/ 33 h 82"/>
                <a:gd name="T64" fmla="*/ 51 w 65"/>
                <a:gd name="T65" fmla="*/ 37 h 82"/>
                <a:gd name="T66" fmla="*/ 49 w 65"/>
                <a:gd name="T67" fmla="*/ 45 h 82"/>
                <a:gd name="T68" fmla="*/ 41 w 65"/>
                <a:gd name="T69" fmla="*/ 53 h 82"/>
                <a:gd name="T70" fmla="*/ 29 w 65"/>
                <a:gd name="T71" fmla="*/ 60 h 82"/>
                <a:gd name="T72" fmla="*/ 19 w 65"/>
                <a:gd name="T73" fmla="*/ 62 h 82"/>
                <a:gd name="T74" fmla="*/ 11 w 65"/>
                <a:gd name="T75" fmla="*/ 53 h 82"/>
                <a:gd name="T76" fmla="*/ 17 w 65"/>
                <a:gd name="T77" fmla="*/ 35 h 82"/>
                <a:gd name="T78" fmla="*/ 32 w 65"/>
                <a:gd name="T79" fmla="*/ 1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5" h="82">
                  <a:moveTo>
                    <a:pt x="32" y="18"/>
                  </a:moveTo>
                  <a:cubicBezTo>
                    <a:pt x="38" y="13"/>
                    <a:pt x="44" y="11"/>
                    <a:pt x="48" y="11"/>
                  </a:cubicBezTo>
                  <a:cubicBezTo>
                    <a:pt x="50" y="11"/>
                    <a:pt x="51" y="11"/>
                    <a:pt x="52" y="12"/>
                  </a:cubicBezTo>
                  <a:cubicBezTo>
                    <a:pt x="52" y="12"/>
                    <a:pt x="53" y="13"/>
                    <a:pt x="54" y="15"/>
                  </a:cubicBezTo>
                  <a:cubicBezTo>
                    <a:pt x="54" y="16"/>
                    <a:pt x="55" y="17"/>
                    <a:pt x="55" y="17"/>
                  </a:cubicBezTo>
                  <a:cubicBezTo>
                    <a:pt x="56" y="18"/>
                    <a:pt x="56" y="18"/>
                    <a:pt x="58" y="18"/>
                  </a:cubicBezTo>
                  <a:cubicBezTo>
                    <a:pt x="59" y="18"/>
                    <a:pt x="61" y="17"/>
                    <a:pt x="62" y="14"/>
                  </a:cubicBezTo>
                  <a:cubicBezTo>
                    <a:pt x="64" y="12"/>
                    <a:pt x="65" y="10"/>
                    <a:pt x="65" y="8"/>
                  </a:cubicBezTo>
                  <a:cubicBezTo>
                    <a:pt x="65" y="6"/>
                    <a:pt x="64" y="4"/>
                    <a:pt x="61" y="2"/>
                  </a:cubicBezTo>
                  <a:cubicBezTo>
                    <a:pt x="59" y="1"/>
                    <a:pt x="56" y="0"/>
                    <a:pt x="52" y="0"/>
                  </a:cubicBezTo>
                  <a:cubicBezTo>
                    <a:pt x="44" y="0"/>
                    <a:pt x="37" y="3"/>
                    <a:pt x="29" y="8"/>
                  </a:cubicBezTo>
                  <a:cubicBezTo>
                    <a:pt x="21" y="13"/>
                    <a:pt x="13" y="19"/>
                    <a:pt x="9" y="28"/>
                  </a:cubicBezTo>
                  <a:cubicBezTo>
                    <a:pt x="9" y="28"/>
                    <a:pt x="9" y="28"/>
                    <a:pt x="9" y="28"/>
                  </a:cubicBezTo>
                  <a:cubicBezTo>
                    <a:pt x="1" y="36"/>
                    <a:pt x="0" y="45"/>
                    <a:pt x="0" y="54"/>
                  </a:cubicBezTo>
                  <a:cubicBezTo>
                    <a:pt x="0" y="59"/>
                    <a:pt x="2" y="64"/>
                    <a:pt x="5" y="67"/>
                  </a:cubicBezTo>
                  <a:cubicBezTo>
                    <a:pt x="8" y="70"/>
                    <a:pt x="13" y="72"/>
                    <a:pt x="18" y="72"/>
                  </a:cubicBezTo>
                  <a:cubicBezTo>
                    <a:pt x="27" y="72"/>
                    <a:pt x="36" y="68"/>
                    <a:pt x="46" y="60"/>
                  </a:cubicBezTo>
                  <a:cubicBezTo>
                    <a:pt x="46" y="63"/>
                    <a:pt x="45" y="66"/>
                    <a:pt x="45" y="69"/>
                  </a:cubicBezTo>
                  <a:cubicBezTo>
                    <a:pt x="44" y="73"/>
                    <a:pt x="43" y="76"/>
                    <a:pt x="43" y="76"/>
                  </a:cubicBezTo>
                  <a:cubicBezTo>
                    <a:pt x="43" y="78"/>
                    <a:pt x="44" y="79"/>
                    <a:pt x="45" y="80"/>
                  </a:cubicBezTo>
                  <a:cubicBezTo>
                    <a:pt x="47" y="82"/>
                    <a:pt x="48" y="82"/>
                    <a:pt x="50" y="82"/>
                  </a:cubicBezTo>
                  <a:cubicBezTo>
                    <a:pt x="51" y="82"/>
                    <a:pt x="52" y="82"/>
                    <a:pt x="53" y="81"/>
                  </a:cubicBezTo>
                  <a:cubicBezTo>
                    <a:pt x="54" y="81"/>
                    <a:pt x="54" y="80"/>
                    <a:pt x="55" y="79"/>
                  </a:cubicBezTo>
                  <a:cubicBezTo>
                    <a:pt x="55" y="79"/>
                    <a:pt x="56" y="77"/>
                    <a:pt x="56" y="76"/>
                  </a:cubicBezTo>
                  <a:cubicBezTo>
                    <a:pt x="56" y="75"/>
                    <a:pt x="56" y="72"/>
                    <a:pt x="56" y="69"/>
                  </a:cubicBezTo>
                  <a:cubicBezTo>
                    <a:pt x="56" y="67"/>
                    <a:pt x="56" y="64"/>
                    <a:pt x="57" y="59"/>
                  </a:cubicBezTo>
                  <a:cubicBezTo>
                    <a:pt x="58" y="55"/>
                    <a:pt x="58" y="53"/>
                    <a:pt x="59" y="49"/>
                  </a:cubicBezTo>
                  <a:cubicBezTo>
                    <a:pt x="59" y="49"/>
                    <a:pt x="59" y="49"/>
                    <a:pt x="59" y="49"/>
                  </a:cubicBezTo>
                  <a:cubicBezTo>
                    <a:pt x="60" y="45"/>
                    <a:pt x="61" y="44"/>
                    <a:pt x="62" y="42"/>
                  </a:cubicBezTo>
                  <a:cubicBezTo>
                    <a:pt x="63" y="40"/>
                    <a:pt x="63" y="38"/>
                    <a:pt x="63" y="37"/>
                  </a:cubicBezTo>
                  <a:cubicBezTo>
                    <a:pt x="63" y="34"/>
                    <a:pt x="61" y="33"/>
                    <a:pt x="57" y="33"/>
                  </a:cubicBezTo>
                  <a:cubicBezTo>
                    <a:pt x="55" y="33"/>
                    <a:pt x="54" y="33"/>
                    <a:pt x="53" y="33"/>
                  </a:cubicBezTo>
                  <a:cubicBezTo>
                    <a:pt x="52" y="34"/>
                    <a:pt x="51" y="35"/>
                    <a:pt x="51" y="37"/>
                  </a:cubicBezTo>
                  <a:cubicBezTo>
                    <a:pt x="50" y="40"/>
                    <a:pt x="50" y="43"/>
                    <a:pt x="49" y="45"/>
                  </a:cubicBezTo>
                  <a:cubicBezTo>
                    <a:pt x="48" y="48"/>
                    <a:pt x="45" y="50"/>
                    <a:pt x="41" y="53"/>
                  </a:cubicBezTo>
                  <a:cubicBezTo>
                    <a:pt x="37" y="56"/>
                    <a:pt x="33" y="59"/>
                    <a:pt x="29" y="60"/>
                  </a:cubicBezTo>
                  <a:cubicBezTo>
                    <a:pt x="25" y="61"/>
                    <a:pt x="22" y="62"/>
                    <a:pt x="19" y="62"/>
                  </a:cubicBezTo>
                  <a:cubicBezTo>
                    <a:pt x="14" y="62"/>
                    <a:pt x="11" y="59"/>
                    <a:pt x="11" y="53"/>
                  </a:cubicBezTo>
                  <a:cubicBezTo>
                    <a:pt x="11" y="47"/>
                    <a:pt x="13" y="41"/>
                    <a:pt x="17" y="35"/>
                  </a:cubicBezTo>
                  <a:cubicBezTo>
                    <a:pt x="21" y="28"/>
                    <a:pt x="26" y="23"/>
                    <a:pt x="32"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 name="Freeform 346"/>
            <p:cNvSpPr>
              <a:spLocks/>
            </p:cNvSpPr>
            <p:nvPr/>
          </p:nvSpPr>
          <p:spPr bwMode="auto">
            <a:xfrm>
              <a:off x="8151813" y="6350000"/>
              <a:ext cx="20638" cy="20638"/>
            </a:xfrm>
            <a:custGeom>
              <a:avLst/>
              <a:gdLst>
                <a:gd name="T0" fmla="*/ 14 w 16"/>
                <a:gd name="T1" fmla="*/ 2 h 15"/>
                <a:gd name="T2" fmla="*/ 9 w 16"/>
                <a:gd name="T3" fmla="*/ 0 h 15"/>
                <a:gd name="T4" fmla="*/ 2 w 16"/>
                <a:gd name="T5" fmla="*/ 2 h 15"/>
                <a:gd name="T6" fmla="*/ 0 w 16"/>
                <a:gd name="T7" fmla="*/ 8 h 15"/>
                <a:gd name="T8" fmla="*/ 2 w 16"/>
                <a:gd name="T9" fmla="*/ 12 h 15"/>
                <a:gd name="T10" fmla="*/ 7 w 16"/>
                <a:gd name="T11" fmla="*/ 15 h 15"/>
                <a:gd name="T12" fmla="*/ 13 w 16"/>
                <a:gd name="T13" fmla="*/ 12 h 15"/>
                <a:gd name="T14" fmla="*/ 16 w 16"/>
                <a:gd name="T15" fmla="*/ 6 h 15"/>
                <a:gd name="T16" fmla="*/ 14 w 16"/>
                <a:gd name="T17"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5">
                  <a:moveTo>
                    <a:pt x="14" y="2"/>
                  </a:moveTo>
                  <a:cubicBezTo>
                    <a:pt x="12" y="1"/>
                    <a:pt x="11" y="0"/>
                    <a:pt x="9" y="0"/>
                  </a:cubicBezTo>
                  <a:cubicBezTo>
                    <a:pt x="6" y="0"/>
                    <a:pt x="4" y="1"/>
                    <a:pt x="2" y="2"/>
                  </a:cubicBezTo>
                  <a:cubicBezTo>
                    <a:pt x="1" y="4"/>
                    <a:pt x="0" y="5"/>
                    <a:pt x="0" y="8"/>
                  </a:cubicBezTo>
                  <a:cubicBezTo>
                    <a:pt x="0" y="9"/>
                    <a:pt x="1" y="11"/>
                    <a:pt x="2" y="12"/>
                  </a:cubicBezTo>
                  <a:cubicBezTo>
                    <a:pt x="4" y="14"/>
                    <a:pt x="6" y="15"/>
                    <a:pt x="7" y="15"/>
                  </a:cubicBezTo>
                  <a:cubicBezTo>
                    <a:pt x="9" y="15"/>
                    <a:pt x="11" y="14"/>
                    <a:pt x="13" y="12"/>
                  </a:cubicBezTo>
                  <a:cubicBezTo>
                    <a:pt x="15" y="11"/>
                    <a:pt x="16" y="9"/>
                    <a:pt x="16" y="6"/>
                  </a:cubicBezTo>
                  <a:cubicBezTo>
                    <a:pt x="16" y="5"/>
                    <a:pt x="15" y="3"/>
                    <a:pt x="1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 name="Freeform 347"/>
            <p:cNvSpPr>
              <a:spLocks/>
            </p:cNvSpPr>
            <p:nvPr/>
          </p:nvSpPr>
          <p:spPr bwMode="auto">
            <a:xfrm>
              <a:off x="8139113" y="6384925"/>
              <a:ext cx="22225" cy="66675"/>
            </a:xfrm>
            <a:custGeom>
              <a:avLst/>
              <a:gdLst>
                <a:gd name="T0" fmla="*/ 10 w 17"/>
                <a:gd name="T1" fmla="*/ 0 h 51"/>
                <a:gd name="T2" fmla="*/ 6 w 17"/>
                <a:gd name="T3" fmla="*/ 2 h 51"/>
                <a:gd name="T4" fmla="*/ 4 w 17"/>
                <a:gd name="T5" fmla="*/ 8 h 51"/>
                <a:gd name="T6" fmla="*/ 2 w 17"/>
                <a:gd name="T7" fmla="*/ 18 h 51"/>
                <a:gd name="T8" fmla="*/ 2 w 17"/>
                <a:gd name="T9" fmla="*/ 18 h 51"/>
                <a:gd name="T10" fmla="*/ 2 w 17"/>
                <a:gd name="T11" fmla="*/ 23 h 51"/>
                <a:gd name="T12" fmla="*/ 0 w 17"/>
                <a:gd name="T13" fmla="*/ 42 h 51"/>
                <a:gd name="T14" fmla="*/ 6 w 17"/>
                <a:gd name="T15" fmla="*/ 51 h 51"/>
                <a:gd name="T16" fmla="*/ 10 w 17"/>
                <a:gd name="T17" fmla="*/ 50 h 51"/>
                <a:gd name="T18" fmla="*/ 12 w 17"/>
                <a:gd name="T19" fmla="*/ 47 h 51"/>
                <a:gd name="T20" fmla="*/ 12 w 17"/>
                <a:gd name="T21" fmla="*/ 45 h 51"/>
                <a:gd name="T22" fmla="*/ 11 w 17"/>
                <a:gd name="T23" fmla="*/ 38 h 51"/>
                <a:gd name="T24" fmla="*/ 12 w 17"/>
                <a:gd name="T25" fmla="*/ 28 h 51"/>
                <a:gd name="T26" fmla="*/ 15 w 17"/>
                <a:gd name="T27" fmla="*/ 14 h 51"/>
                <a:gd name="T28" fmla="*/ 15 w 17"/>
                <a:gd name="T29" fmla="*/ 13 h 51"/>
                <a:gd name="T30" fmla="*/ 17 w 17"/>
                <a:gd name="T31" fmla="*/ 5 h 51"/>
                <a:gd name="T32" fmla="*/ 15 w 17"/>
                <a:gd name="T33" fmla="*/ 2 h 51"/>
                <a:gd name="T34" fmla="*/ 10 w 17"/>
                <a:gd name="T35"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51">
                  <a:moveTo>
                    <a:pt x="10" y="0"/>
                  </a:moveTo>
                  <a:cubicBezTo>
                    <a:pt x="8" y="0"/>
                    <a:pt x="7" y="1"/>
                    <a:pt x="6" y="2"/>
                  </a:cubicBezTo>
                  <a:cubicBezTo>
                    <a:pt x="5" y="4"/>
                    <a:pt x="4" y="6"/>
                    <a:pt x="4" y="8"/>
                  </a:cubicBezTo>
                  <a:cubicBezTo>
                    <a:pt x="4" y="9"/>
                    <a:pt x="2" y="12"/>
                    <a:pt x="2" y="18"/>
                  </a:cubicBezTo>
                  <a:cubicBezTo>
                    <a:pt x="2" y="18"/>
                    <a:pt x="2" y="18"/>
                    <a:pt x="2" y="18"/>
                  </a:cubicBezTo>
                  <a:cubicBezTo>
                    <a:pt x="2" y="19"/>
                    <a:pt x="2" y="21"/>
                    <a:pt x="2" y="23"/>
                  </a:cubicBezTo>
                  <a:cubicBezTo>
                    <a:pt x="0" y="30"/>
                    <a:pt x="0" y="37"/>
                    <a:pt x="0" y="42"/>
                  </a:cubicBezTo>
                  <a:cubicBezTo>
                    <a:pt x="0" y="48"/>
                    <a:pt x="2" y="51"/>
                    <a:pt x="6" y="51"/>
                  </a:cubicBezTo>
                  <a:cubicBezTo>
                    <a:pt x="7" y="51"/>
                    <a:pt x="9" y="51"/>
                    <a:pt x="10" y="50"/>
                  </a:cubicBezTo>
                  <a:cubicBezTo>
                    <a:pt x="12" y="48"/>
                    <a:pt x="12" y="47"/>
                    <a:pt x="12" y="47"/>
                  </a:cubicBezTo>
                  <a:cubicBezTo>
                    <a:pt x="12" y="46"/>
                    <a:pt x="12" y="46"/>
                    <a:pt x="12" y="45"/>
                  </a:cubicBezTo>
                  <a:cubicBezTo>
                    <a:pt x="12" y="42"/>
                    <a:pt x="11" y="40"/>
                    <a:pt x="11" y="38"/>
                  </a:cubicBezTo>
                  <a:cubicBezTo>
                    <a:pt x="11" y="35"/>
                    <a:pt x="12" y="32"/>
                    <a:pt x="12" y="28"/>
                  </a:cubicBezTo>
                  <a:cubicBezTo>
                    <a:pt x="12" y="25"/>
                    <a:pt x="13" y="20"/>
                    <a:pt x="15" y="14"/>
                  </a:cubicBezTo>
                  <a:cubicBezTo>
                    <a:pt x="15" y="13"/>
                    <a:pt x="15" y="13"/>
                    <a:pt x="15" y="13"/>
                  </a:cubicBezTo>
                  <a:cubicBezTo>
                    <a:pt x="16" y="9"/>
                    <a:pt x="17" y="6"/>
                    <a:pt x="17" y="5"/>
                  </a:cubicBezTo>
                  <a:cubicBezTo>
                    <a:pt x="17" y="4"/>
                    <a:pt x="16" y="3"/>
                    <a:pt x="15" y="2"/>
                  </a:cubicBezTo>
                  <a:cubicBezTo>
                    <a:pt x="14" y="1"/>
                    <a:pt x="12"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 name="Freeform 348"/>
            <p:cNvSpPr>
              <a:spLocks/>
            </p:cNvSpPr>
            <p:nvPr/>
          </p:nvSpPr>
          <p:spPr bwMode="auto">
            <a:xfrm>
              <a:off x="8170863" y="6383338"/>
              <a:ext cx="68263" cy="69850"/>
            </a:xfrm>
            <a:custGeom>
              <a:avLst/>
              <a:gdLst>
                <a:gd name="T0" fmla="*/ 48 w 53"/>
                <a:gd name="T1" fmla="*/ 0 h 55"/>
                <a:gd name="T2" fmla="*/ 43 w 53"/>
                <a:gd name="T3" fmla="*/ 1 h 55"/>
                <a:gd name="T4" fmla="*/ 37 w 53"/>
                <a:gd name="T5" fmla="*/ 8 h 55"/>
                <a:gd name="T6" fmla="*/ 27 w 53"/>
                <a:gd name="T7" fmla="*/ 23 h 55"/>
                <a:gd name="T8" fmla="*/ 20 w 53"/>
                <a:gd name="T9" fmla="*/ 34 h 55"/>
                <a:gd name="T10" fmla="*/ 18 w 53"/>
                <a:gd name="T11" fmla="*/ 38 h 55"/>
                <a:gd name="T12" fmla="*/ 17 w 53"/>
                <a:gd name="T13" fmla="*/ 35 h 55"/>
                <a:gd name="T14" fmla="*/ 16 w 53"/>
                <a:gd name="T15" fmla="*/ 29 h 55"/>
                <a:gd name="T16" fmla="*/ 13 w 53"/>
                <a:gd name="T17" fmla="*/ 21 h 55"/>
                <a:gd name="T18" fmla="*/ 12 w 53"/>
                <a:gd name="T19" fmla="*/ 14 h 55"/>
                <a:gd name="T20" fmla="*/ 12 w 53"/>
                <a:gd name="T21" fmla="*/ 8 h 55"/>
                <a:gd name="T22" fmla="*/ 6 w 53"/>
                <a:gd name="T23" fmla="*/ 1 h 55"/>
                <a:gd name="T24" fmla="*/ 0 w 53"/>
                <a:gd name="T25" fmla="*/ 8 h 55"/>
                <a:gd name="T26" fmla="*/ 7 w 53"/>
                <a:gd name="T27" fmla="*/ 37 h 55"/>
                <a:gd name="T28" fmla="*/ 11 w 53"/>
                <a:gd name="T29" fmla="*/ 51 h 55"/>
                <a:gd name="T30" fmla="*/ 17 w 53"/>
                <a:gd name="T31" fmla="*/ 55 h 55"/>
                <a:gd name="T32" fmla="*/ 25 w 53"/>
                <a:gd name="T33" fmla="*/ 46 h 55"/>
                <a:gd name="T34" fmla="*/ 39 w 53"/>
                <a:gd name="T35" fmla="*/ 23 h 55"/>
                <a:gd name="T36" fmla="*/ 49 w 53"/>
                <a:gd name="T37" fmla="*/ 11 h 55"/>
                <a:gd name="T38" fmla="*/ 53 w 53"/>
                <a:gd name="T39" fmla="*/ 6 h 55"/>
                <a:gd name="T40" fmla="*/ 52 w 53"/>
                <a:gd name="T41" fmla="*/ 2 h 55"/>
                <a:gd name="T42" fmla="*/ 48 w 53"/>
                <a:gd name="T43"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3" h="55">
                  <a:moveTo>
                    <a:pt x="48" y="0"/>
                  </a:moveTo>
                  <a:cubicBezTo>
                    <a:pt x="46" y="0"/>
                    <a:pt x="45" y="0"/>
                    <a:pt x="43" y="1"/>
                  </a:cubicBezTo>
                  <a:cubicBezTo>
                    <a:pt x="42" y="2"/>
                    <a:pt x="40" y="4"/>
                    <a:pt x="37" y="8"/>
                  </a:cubicBezTo>
                  <a:cubicBezTo>
                    <a:pt x="34" y="12"/>
                    <a:pt x="31" y="17"/>
                    <a:pt x="27" y="23"/>
                  </a:cubicBezTo>
                  <a:cubicBezTo>
                    <a:pt x="23" y="29"/>
                    <a:pt x="21" y="33"/>
                    <a:pt x="20" y="34"/>
                  </a:cubicBezTo>
                  <a:cubicBezTo>
                    <a:pt x="19" y="36"/>
                    <a:pt x="18" y="37"/>
                    <a:pt x="18" y="38"/>
                  </a:cubicBezTo>
                  <a:cubicBezTo>
                    <a:pt x="18" y="37"/>
                    <a:pt x="18" y="36"/>
                    <a:pt x="17" y="35"/>
                  </a:cubicBezTo>
                  <a:cubicBezTo>
                    <a:pt x="17" y="33"/>
                    <a:pt x="16" y="31"/>
                    <a:pt x="16" y="29"/>
                  </a:cubicBezTo>
                  <a:cubicBezTo>
                    <a:pt x="15" y="27"/>
                    <a:pt x="14" y="24"/>
                    <a:pt x="13" y="21"/>
                  </a:cubicBezTo>
                  <a:cubicBezTo>
                    <a:pt x="12" y="18"/>
                    <a:pt x="12" y="15"/>
                    <a:pt x="12" y="14"/>
                  </a:cubicBezTo>
                  <a:cubicBezTo>
                    <a:pt x="12" y="13"/>
                    <a:pt x="12" y="11"/>
                    <a:pt x="12" y="8"/>
                  </a:cubicBezTo>
                  <a:cubicBezTo>
                    <a:pt x="12" y="3"/>
                    <a:pt x="10" y="1"/>
                    <a:pt x="6" y="1"/>
                  </a:cubicBezTo>
                  <a:cubicBezTo>
                    <a:pt x="2" y="1"/>
                    <a:pt x="0" y="3"/>
                    <a:pt x="0" y="8"/>
                  </a:cubicBezTo>
                  <a:cubicBezTo>
                    <a:pt x="0" y="14"/>
                    <a:pt x="2" y="24"/>
                    <a:pt x="7" y="37"/>
                  </a:cubicBezTo>
                  <a:cubicBezTo>
                    <a:pt x="10" y="44"/>
                    <a:pt x="11" y="49"/>
                    <a:pt x="11" y="51"/>
                  </a:cubicBezTo>
                  <a:cubicBezTo>
                    <a:pt x="13" y="53"/>
                    <a:pt x="15" y="55"/>
                    <a:pt x="17" y="55"/>
                  </a:cubicBezTo>
                  <a:cubicBezTo>
                    <a:pt x="19" y="55"/>
                    <a:pt x="22" y="52"/>
                    <a:pt x="25" y="46"/>
                  </a:cubicBezTo>
                  <a:cubicBezTo>
                    <a:pt x="30" y="37"/>
                    <a:pt x="34" y="29"/>
                    <a:pt x="39" y="23"/>
                  </a:cubicBezTo>
                  <a:cubicBezTo>
                    <a:pt x="43" y="17"/>
                    <a:pt x="47" y="13"/>
                    <a:pt x="49" y="11"/>
                  </a:cubicBezTo>
                  <a:cubicBezTo>
                    <a:pt x="52" y="9"/>
                    <a:pt x="53" y="7"/>
                    <a:pt x="53" y="6"/>
                  </a:cubicBezTo>
                  <a:cubicBezTo>
                    <a:pt x="53" y="4"/>
                    <a:pt x="53" y="3"/>
                    <a:pt x="52" y="2"/>
                  </a:cubicBezTo>
                  <a:cubicBezTo>
                    <a:pt x="51" y="1"/>
                    <a:pt x="49" y="0"/>
                    <a:pt x="4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 name="Freeform 349"/>
            <p:cNvSpPr>
              <a:spLocks/>
            </p:cNvSpPr>
            <p:nvPr/>
          </p:nvSpPr>
          <p:spPr bwMode="auto">
            <a:xfrm>
              <a:off x="8240713" y="6384925"/>
              <a:ext cx="23813" cy="66675"/>
            </a:xfrm>
            <a:custGeom>
              <a:avLst/>
              <a:gdLst>
                <a:gd name="T0" fmla="*/ 11 w 18"/>
                <a:gd name="T1" fmla="*/ 0 h 51"/>
                <a:gd name="T2" fmla="*/ 7 w 18"/>
                <a:gd name="T3" fmla="*/ 2 h 51"/>
                <a:gd name="T4" fmla="*/ 5 w 18"/>
                <a:gd name="T5" fmla="*/ 8 h 51"/>
                <a:gd name="T6" fmla="*/ 3 w 18"/>
                <a:gd name="T7" fmla="*/ 18 h 51"/>
                <a:gd name="T8" fmla="*/ 3 w 18"/>
                <a:gd name="T9" fmla="*/ 18 h 51"/>
                <a:gd name="T10" fmla="*/ 3 w 18"/>
                <a:gd name="T11" fmla="*/ 23 h 51"/>
                <a:gd name="T12" fmla="*/ 0 w 18"/>
                <a:gd name="T13" fmla="*/ 42 h 51"/>
                <a:gd name="T14" fmla="*/ 7 w 18"/>
                <a:gd name="T15" fmla="*/ 51 h 51"/>
                <a:gd name="T16" fmla="*/ 11 w 18"/>
                <a:gd name="T17" fmla="*/ 50 h 51"/>
                <a:gd name="T18" fmla="*/ 13 w 18"/>
                <a:gd name="T19" fmla="*/ 47 h 51"/>
                <a:gd name="T20" fmla="*/ 13 w 18"/>
                <a:gd name="T21" fmla="*/ 45 h 51"/>
                <a:gd name="T22" fmla="*/ 12 w 18"/>
                <a:gd name="T23" fmla="*/ 38 h 51"/>
                <a:gd name="T24" fmla="*/ 13 w 18"/>
                <a:gd name="T25" fmla="*/ 28 h 51"/>
                <a:gd name="T26" fmla="*/ 16 w 18"/>
                <a:gd name="T27" fmla="*/ 14 h 51"/>
                <a:gd name="T28" fmla="*/ 16 w 18"/>
                <a:gd name="T29" fmla="*/ 13 h 51"/>
                <a:gd name="T30" fmla="*/ 18 w 18"/>
                <a:gd name="T31" fmla="*/ 5 h 51"/>
                <a:gd name="T32" fmla="*/ 16 w 18"/>
                <a:gd name="T33" fmla="*/ 2 h 51"/>
                <a:gd name="T34" fmla="*/ 11 w 18"/>
                <a:gd name="T35"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51">
                  <a:moveTo>
                    <a:pt x="11" y="0"/>
                  </a:moveTo>
                  <a:cubicBezTo>
                    <a:pt x="9" y="0"/>
                    <a:pt x="8" y="1"/>
                    <a:pt x="7" y="2"/>
                  </a:cubicBezTo>
                  <a:cubicBezTo>
                    <a:pt x="6" y="4"/>
                    <a:pt x="5" y="6"/>
                    <a:pt x="5" y="8"/>
                  </a:cubicBezTo>
                  <a:cubicBezTo>
                    <a:pt x="5" y="9"/>
                    <a:pt x="3" y="12"/>
                    <a:pt x="3" y="18"/>
                  </a:cubicBezTo>
                  <a:cubicBezTo>
                    <a:pt x="3" y="18"/>
                    <a:pt x="3" y="18"/>
                    <a:pt x="3" y="18"/>
                  </a:cubicBezTo>
                  <a:cubicBezTo>
                    <a:pt x="3" y="19"/>
                    <a:pt x="3" y="21"/>
                    <a:pt x="3" y="23"/>
                  </a:cubicBezTo>
                  <a:cubicBezTo>
                    <a:pt x="1" y="30"/>
                    <a:pt x="0" y="37"/>
                    <a:pt x="0" y="42"/>
                  </a:cubicBezTo>
                  <a:cubicBezTo>
                    <a:pt x="0" y="48"/>
                    <a:pt x="3" y="51"/>
                    <a:pt x="7" y="51"/>
                  </a:cubicBezTo>
                  <a:cubicBezTo>
                    <a:pt x="8" y="51"/>
                    <a:pt x="10" y="51"/>
                    <a:pt x="11" y="50"/>
                  </a:cubicBezTo>
                  <a:cubicBezTo>
                    <a:pt x="13" y="48"/>
                    <a:pt x="13" y="47"/>
                    <a:pt x="13" y="47"/>
                  </a:cubicBezTo>
                  <a:cubicBezTo>
                    <a:pt x="13" y="46"/>
                    <a:pt x="13" y="46"/>
                    <a:pt x="13" y="45"/>
                  </a:cubicBezTo>
                  <a:cubicBezTo>
                    <a:pt x="12" y="42"/>
                    <a:pt x="12" y="40"/>
                    <a:pt x="12" y="38"/>
                  </a:cubicBezTo>
                  <a:cubicBezTo>
                    <a:pt x="12" y="35"/>
                    <a:pt x="12" y="32"/>
                    <a:pt x="13" y="28"/>
                  </a:cubicBezTo>
                  <a:cubicBezTo>
                    <a:pt x="13" y="25"/>
                    <a:pt x="14" y="20"/>
                    <a:pt x="16" y="14"/>
                  </a:cubicBezTo>
                  <a:cubicBezTo>
                    <a:pt x="16" y="13"/>
                    <a:pt x="16" y="13"/>
                    <a:pt x="16" y="13"/>
                  </a:cubicBezTo>
                  <a:cubicBezTo>
                    <a:pt x="17" y="9"/>
                    <a:pt x="18" y="6"/>
                    <a:pt x="18" y="5"/>
                  </a:cubicBezTo>
                  <a:cubicBezTo>
                    <a:pt x="18" y="4"/>
                    <a:pt x="17" y="3"/>
                    <a:pt x="16" y="2"/>
                  </a:cubicBezTo>
                  <a:cubicBezTo>
                    <a:pt x="15" y="1"/>
                    <a:pt x="13" y="0"/>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 name="Freeform 350"/>
            <p:cNvSpPr>
              <a:spLocks/>
            </p:cNvSpPr>
            <p:nvPr/>
          </p:nvSpPr>
          <p:spPr bwMode="auto">
            <a:xfrm>
              <a:off x="8255001" y="6350000"/>
              <a:ext cx="19050" cy="20638"/>
            </a:xfrm>
            <a:custGeom>
              <a:avLst/>
              <a:gdLst>
                <a:gd name="T0" fmla="*/ 8 w 15"/>
                <a:gd name="T1" fmla="*/ 0 h 15"/>
                <a:gd name="T2" fmla="*/ 2 w 15"/>
                <a:gd name="T3" fmla="*/ 2 h 15"/>
                <a:gd name="T4" fmla="*/ 0 w 15"/>
                <a:gd name="T5" fmla="*/ 8 h 15"/>
                <a:gd name="T6" fmla="*/ 2 w 15"/>
                <a:gd name="T7" fmla="*/ 12 h 15"/>
                <a:gd name="T8" fmla="*/ 7 w 15"/>
                <a:gd name="T9" fmla="*/ 15 h 15"/>
                <a:gd name="T10" fmla="*/ 12 w 15"/>
                <a:gd name="T11" fmla="*/ 12 h 15"/>
                <a:gd name="T12" fmla="*/ 15 w 15"/>
                <a:gd name="T13" fmla="*/ 6 h 15"/>
                <a:gd name="T14" fmla="*/ 13 w 15"/>
                <a:gd name="T15" fmla="*/ 2 h 15"/>
                <a:gd name="T16" fmla="*/ 8 w 15"/>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5">
                  <a:moveTo>
                    <a:pt x="8" y="0"/>
                  </a:moveTo>
                  <a:cubicBezTo>
                    <a:pt x="6" y="0"/>
                    <a:pt x="4" y="1"/>
                    <a:pt x="2" y="2"/>
                  </a:cubicBezTo>
                  <a:cubicBezTo>
                    <a:pt x="1" y="4"/>
                    <a:pt x="0" y="5"/>
                    <a:pt x="0" y="8"/>
                  </a:cubicBezTo>
                  <a:cubicBezTo>
                    <a:pt x="0" y="9"/>
                    <a:pt x="1" y="11"/>
                    <a:pt x="2" y="12"/>
                  </a:cubicBezTo>
                  <a:cubicBezTo>
                    <a:pt x="4" y="14"/>
                    <a:pt x="5" y="15"/>
                    <a:pt x="7" y="15"/>
                  </a:cubicBezTo>
                  <a:cubicBezTo>
                    <a:pt x="9" y="15"/>
                    <a:pt x="10" y="14"/>
                    <a:pt x="12" y="12"/>
                  </a:cubicBezTo>
                  <a:cubicBezTo>
                    <a:pt x="14" y="11"/>
                    <a:pt x="15" y="9"/>
                    <a:pt x="15" y="6"/>
                  </a:cubicBezTo>
                  <a:cubicBezTo>
                    <a:pt x="15" y="5"/>
                    <a:pt x="15" y="3"/>
                    <a:pt x="13" y="2"/>
                  </a:cubicBezTo>
                  <a:cubicBezTo>
                    <a:pt x="12" y="1"/>
                    <a:pt x="10"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 name="Freeform 351"/>
            <p:cNvSpPr>
              <a:spLocks/>
            </p:cNvSpPr>
            <p:nvPr/>
          </p:nvSpPr>
          <p:spPr bwMode="auto">
            <a:xfrm>
              <a:off x="8275638" y="6386513"/>
              <a:ext cx="76200" cy="63500"/>
            </a:xfrm>
            <a:custGeom>
              <a:avLst/>
              <a:gdLst>
                <a:gd name="T0" fmla="*/ 59 w 59"/>
                <a:gd name="T1" fmla="*/ 38 h 49"/>
                <a:gd name="T2" fmla="*/ 57 w 59"/>
                <a:gd name="T3" fmla="*/ 36 h 49"/>
                <a:gd name="T4" fmla="*/ 54 w 59"/>
                <a:gd name="T5" fmla="*/ 36 h 49"/>
                <a:gd name="T6" fmla="*/ 52 w 59"/>
                <a:gd name="T7" fmla="*/ 37 h 49"/>
                <a:gd name="T8" fmla="*/ 47 w 59"/>
                <a:gd name="T9" fmla="*/ 19 h 49"/>
                <a:gd name="T10" fmla="*/ 34 w 59"/>
                <a:gd name="T11" fmla="*/ 2 h 49"/>
                <a:gd name="T12" fmla="*/ 12 w 59"/>
                <a:gd name="T13" fmla="*/ 26 h 49"/>
                <a:gd name="T14" fmla="*/ 14 w 59"/>
                <a:gd name="T15" fmla="*/ 9 h 49"/>
                <a:gd name="T16" fmla="*/ 13 w 59"/>
                <a:gd name="T17" fmla="*/ 1 h 49"/>
                <a:gd name="T18" fmla="*/ 9 w 59"/>
                <a:gd name="T19" fmla="*/ 0 h 49"/>
                <a:gd name="T20" fmla="*/ 5 w 59"/>
                <a:gd name="T21" fmla="*/ 3 h 49"/>
                <a:gd name="T22" fmla="*/ 3 w 59"/>
                <a:gd name="T23" fmla="*/ 7 h 49"/>
                <a:gd name="T24" fmla="*/ 1 w 59"/>
                <a:gd name="T25" fmla="*/ 32 h 49"/>
                <a:gd name="T26" fmla="*/ 0 w 59"/>
                <a:gd name="T27" fmla="*/ 42 h 49"/>
                <a:gd name="T28" fmla="*/ 7 w 59"/>
                <a:gd name="T29" fmla="*/ 49 h 49"/>
                <a:gd name="T30" fmla="*/ 9 w 59"/>
                <a:gd name="T31" fmla="*/ 47 h 49"/>
                <a:gd name="T32" fmla="*/ 11 w 59"/>
                <a:gd name="T33" fmla="*/ 44 h 49"/>
                <a:gd name="T34" fmla="*/ 21 w 59"/>
                <a:gd name="T35" fmla="*/ 26 h 49"/>
                <a:gd name="T36" fmla="*/ 32 w 59"/>
                <a:gd name="T37" fmla="*/ 13 h 49"/>
                <a:gd name="T38" fmla="*/ 37 w 59"/>
                <a:gd name="T39" fmla="*/ 25 h 49"/>
                <a:gd name="T40" fmla="*/ 40 w 59"/>
                <a:gd name="T41" fmla="*/ 41 h 49"/>
                <a:gd name="T42" fmla="*/ 40 w 59"/>
                <a:gd name="T43" fmla="*/ 41 h 49"/>
                <a:gd name="T44" fmla="*/ 48 w 59"/>
                <a:gd name="T45" fmla="*/ 46 h 49"/>
                <a:gd name="T46" fmla="*/ 56 w 59"/>
                <a:gd name="T47" fmla="*/ 43 h 49"/>
                <a:gd name="T48" fmla="*/ 59 w 59"/>
                <a:gd name="T49" fmla="*/ 38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9" h="49">
                  <a:moveTo>
                    <a:pt x="59" y="38"/>
                  </a:moveTo>
                  <a:cubicBezTo>
                    <a:pt x="59" y="36"/>
                    <a:pt x="58" y="36"/>
                    <a:pt x="57" y="36"/>
                  </a:cubicBezTo>
                  <a:cubicBezTo>
                    <a:pt x="56" y="36"/>
                    <a:pt x="55" y="36"/>
                    <a:pt x="54" y="36"/>
                  </a:cubicBezTo>
                  <a:cubicBezTo>
                    <a:pt x="53" y="36"/>
                    <a:pt x="52" y="37"/>
                    <a:pt x="52" y="37"/>
                  </a:cubicBezTo>
                  <a:cubicBezTo>
                    <a:pt x="50" y="37"/>
                    <a:pt x="48" y="31"/>
                    <a:pt x="47" y="19"/>
                  </a:cubicBezTo>
                  <a:cubicBezTo>
                    <a:pt x="46" y="8"/>
                    <a:pt x="42" y="2"/>
                    <a:pt x="34" y="2"/>
                  </a:cubicBezTo>
                  <a:cubicBezTo>
                    <a:pt x="26" y="2"/>
                    <a:pt x="19" y="10"/>
                    <a:pt x="12" y="26"/>
                  </a:cubicBezTo>
                  <a:cubicBezTo>
                    <a:pt x="14" y="17"/>
                    <a:pt x="14" y="12"/>
                    <a:pt x="14" y="9"/>
                  </a:cubicBezTo>
                  <a:cubicBezTo>
                    <a:pt x="14" y="5"/>
                    <a:pt x="14" y="2"/>
                    <a:pt x="13" y="1"/>
                  </a:cubicBezTo>
                  <a:cubicBezTo>
                    <a:pt x="12" y="0"/>
                    <a:pt x="11" y="0"/>
                    <a:pt x="9" y="0"/>
                  </a:cubicBezTo>
                  <a:cubicBezTo>
                    <a:pt x="7" y="0"/>
                    <a:pt x="6" y="1"/>
                    <a:pt x="5" y="3"/>
                  </a:cubicBezTo>
                  <a:cubicBezTo>
                    <a:pt x="3" y="4"/>
                    <a:pt x="3" y="6"/>
                    <a:pt x="3" y="7"/>
                  </a:cubicBezTo>
                  <a:cubicBezTo>
                    <a:pt x="3" y="17"/>
                    <a:pt x="2" y="25"/>
                    <a:pt x="1" y="32"/>
                  </a:cubicBezTo>
                  <a:cubicBezTo>
                    <a:pt x="0" y="37"/>
                    <a:pt x="0" y="41"/>
                    <a:pt x="0" y="42"/>
                  </a:cubicBezTo>
                  <a:cubicBezTo>
                    <a:pt x="0" y="46"/>
                    <a:pt x="2" y="49"/>
                    <a:pt x="7" y="49"/>
                  </a:cubicBezTo>
                  <a:cubicBezTo>
                    <a:pt x="7" y="49"/>
                    <a:pt x="8" y="48"/>
                    <a:pt x="9" y="47"/>
                  </a:cubicBezTo>
                  <a:cubicBezTo>
                    <a:pt x="10" y="47"/>
                    <a:pt x="10" y="46"/>
                    <a:pt x="11" y="44"/>
                  </a:cubicBezTo>
                  <a:cubicBezTo>
                    <a:pt x="12" y="40"/>
                    <a:pt x="15" y="34"/>
                    <a:pt x="21" y="26"/>
                  </a:cubicBezTo>
                  <a:cubicBezTo>
                    <a:pt x="26" y="18"/>
                    <a:pt x="30" y="13"/>
                    <a:pt x="32" y="13"/>
                  </a:cubicBezTo>
                  <a:cubicBezTo>
                    <a:pt x="35" y="13"/>
                    <a:pt x="36" y="17"/>
                    <a:pt x="37" y="25"/>
                  </a:cubicBezTo>
                  <a:cubicBezTo>
                    <a:pt x="38" y="33"/>
                    <a:pt x="39" y="37"/>
                    <a:pt x="40" y="41"/>
                  </a:cubicBezTo>
                  <a:cubicBezTo>
                    <a:pt x="40" y="41"/>
                    <a:pt x="40" y="41"/>
                    <a:pt x="40" y="41"/>
                  </a:cubicBezTo>
                  <a:cubicBezTo>
                    <a:pt x="42" y="45"/>
                    <a:pt x="44" y="46"/>
                    <a:pt x="48" y="46"/>
                  </a:cubicBezTo>
                  <a:cubicBezTo>
                    <a:pt x="51" y="46"/>
                    <a:pt x="54" y="45"/>
                    <a:pt x="56" y="43"/>
                  </a:cubicBezTo>
                  <a:cubicBezTo>
                    <a:pt x="58" y="41"/>
                    <a:pt x="59" y="40"/>
                    <a:pt x="59"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 name="Freeform 352"/>
            <p:cNvSpPr>
              <a:spLocks noEditPoints="1"/>
            </p:cNvSpPr>
            <p:nvPr/>
          </p:nvSpPr>
          <p:spPr bwMode="auto">
            <a:xfrm>
              <a:off x="8343901" y="6383338"/>
              <a:ext cx="76200" cy="103188"/>
            </a:xfrm>
            <a:custGeom>
              <a:avLst/>
              <a:gdLst>
                <a:gd name="T0" fmla="*/ 56 w 59"/>
                <a:gd name="T1" fmla="*/ 3 h 80"/>
                <a:gd name="T2" fmla="*/ 55 w 59"/>
                <a:gd name="T3" fmla="*/ 2 h 80"/>
                <a:gd name="T4" fmla="*/ 47 w 59"/>
                <a:gd name="T5" fmla="*/ 0 h 80"/>
                <a:gd name="T6" fmla="*/ 30 w 59"/>
                <a:gd name="T7" fmla="*/ 7 h 80"/>
                <a:gd name="T8" fmla="*/ 15 w 59"/>
                <a:gd name="T9" fmla="*/ 22 h 80"/>
                <a:gd name="T10" fmla="*/ 9 w 59"/>
                <a:gd name="T11" fmla="*/ 38 h 80"/>
                <a:gd name="T12" fmla="*/ 12 w 59"/>
                <a:gd name="T13" fmla="*/ 46 h 80"/>
                <a:gd name="T14" fmla="*/ 19 w 59"/>
                <a:gd name="T15" fmla="*/ 49 h 80"/>
                <a:gd name="T16" fmla="*/ 31 w 59"/>
                <a:gd name="T17" fmla="*/ 45 h 80"/>
                <a:gd name="T18" fmla="*/ 44 w 59"/>
                <a:gd name="T19" fmla="*/ 36 h 80"/>
                <a:gd name="T20" fmla="*/ 37 w 59"/>
                <a:gd name="T21" fmla="*/ 62 h 80"/>
                <a:gd name="T22" fmla="*/ 28 w 59"/>
                <a:gd name="T23" fmla="*/ 70 h 80"/>
                <a:gd name="T24" fmla="*/ 9 w 59"/>
                <a:gd name="T25" fmla="*/ 63 h 80"/>
                <a:gd name="T26" fmla="*/ 4 w 59"/>
                <a:gd name="T27" fmla="*/ 60 h 80"/>
                <a:gd name="T28" fmla="*/ 0 w 59"/>
                <a:gd name="T29" fmla="*/ 64 h 80"/>
                <a:gd name="T30" fmla="*/ 9 w 59"/>
                <a:gd name="T31" fmla="*/ 74 h 80"/>
                <a:gd name="T32" fmla="*/ 27 w 59"/>
                <a:gd name="T33" fmla="*/ 80 h 80"/>
                <a:gd name="T34" fmla="*/ 43 w 59"/>
                <a:gd name="T35" fmla="*/ 72 h 80"/>
                <a:gd name="T36" fmla="*/ 52 w 59"/>
                <a:gd name="T37" fmla="*/ 49 h 80"/>
                <a:gd name="T38" fmla="*/ 55 w 59"/>
                <a:gd name="T39" fmla="*/ 25 h 80"/>
                <a:gd name="T40" fmla="*/ 57 w 59"/>
                <a:gd name="T41" fmla="*/ 15 h 80"/>
                <a:gd name="T42" fmla="*/ 59 w 59"/>
                <a:gd name="T43" fmla="*/ 10 h 80"/>
                <a:gd name="T44" fmla="*/ 58 w 59"/>
                <a:gd name="T45" fmla="*/ 6 h 80"/>
                <a:gd name="T46" fmla="*/ 56 w 59"/>
                <a:gd name="T47" fmla="*/ 3 h 80"/>
                <a:gd name="T48" fmla="*/ 44 w 59"/>
                <a:gd name="T49" fmla="*/ 23 h 80"/>
                <a:gd name="T50" fmla="*/ 34 w 59"/>
                <a:gd name="T51" fmla="*/ 34 h 80"/>
                <a:gd name="T52" fmla="*/ 22 w 59"/>
                <a:gd name="T53" fmla="*/ 39 h 80"/>
                <a:gd name="T54" fmla="*/ 20 w 59"/>
                <a:gd name="T55" fmla="*/ 37 h 80"/>
                <a:gd name="T56" fmla="*/ 25 w 59"/>
                <a:gd name="T57" fmla="*/ 25 h 80"/>
                <a:gd name="T58" fmla="*/ 36 w 59"/>
                <a:gd name="T59" fmla="*/ 14 h 80"/>
                <a:gd name="T60" fmla="*/ 45 w 59"/>
                <a:gd name="T61" fmla="*/ 10 h 80"/>
                <a:gd name="T62" fmla="*/ 47 w 59"/>
                <a:gd name="T63" fmla="*/ 11 h 80"/>
                <a:gd name="T64" fmla="*/ 47 w 59"/>
                <a:gd name="T65" fmla="*/ 13 h 80"/>
                <a:gd name="T66" fmla="*/ 44 w 59"/>
                <a:gd name="T67" fmla="*/ 23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9" h="80">
                  <a:moveTo>
                    <a:pt x="56" y="3"/>
                  </a:moveTo>
                  <a:cubicBezTo>
                    <a:pt x="56" y="3"/>
                    <a:pt x="55" y="3"/>
                    <a:pt x="55" y="2"/>
                  </a:cubicBezTo>
                  <a:cubicBezTo>
                    <a:pt x="53" y="1"/>
                    <a:pt x="50" y="0"/>
                    <a:pt x="47" y="0"/>
                  </a:cubicBezTo>
                  <a:cubicBezTo>
                    <a:pt x="42" y="0"/>
                    <a:pt x="36" y="2"/>
                    <a:pt x="30" y="7"/>
                  </a:cubicBezTo>
                  <a:cubicBezTo>
                    <a:pt x="23" y="11"/>
                    <a:pt x="18" y="16"/>
                    <a:pt x="15" y="22"/>
                  </a:cubicBezTo>
                  <a:cubicBezTo>
                    <a:pt x="11" y="28"/>
                    <a:pt x="9" y="33"/>
                    <a:pt x="9" y="38"/>
                  </a:cubicBezTo>
                  <a:cubicBezTo>
                    <a:pt x="9" y="42"/>
                    <a:pt x="10" y="44"/>
                    <a:pt x="12" y="46"/>
                  </a:cubicBezTo>
                  <a:cubicBezTo>
                    <a:pt x="14" y="48"/>
                    <a:pt x="16" y="49"/>
                    <a:pt x="19" y="49"/>
                  </a:cubicBezTo>
                  <a:cubicBezTo>
                    <a:pt x="23" y="49"/>
                    <a:pt x="27" y="48"/>
                    <a:pt x="31" y="45"/>
                  </a:cubicBezTo>
                  <a:cubicBezTo>
                    <a:pt x="36" y="43"/>
                    <a:pt x="40" y="40"/>
                    <a:pt x="44" y="36"/>
                  </a:cubicBezTo>
                  <a:cubicBezTo>
                    <a:pt x="42" y="49"/>
                    <a:pt x="40" y="58"/>
                    <a:pt x="37" y="62"/>
                  </a:cubicBezTo>
                  <a:cubicBezTo>
                    <a:pt x="35" y="67"/>
                    <a:pt x="31" y="70"/>
                    <a:pt x="28" y="70"/>
                  </a:cubicBezTo>
                  <a:cubicBezTo>
                    <a:pt x="22" y="70"/>
                    <a:pt x="16" y="67"/>
                    <a:pt x="9" y="63"/>
                  </a:cubicBezTo>
                  <a:cubicBezTo>
                    <a:pt x="6" y="61"/>
                    <a:pt x="5" y="60"/>
                    <a:pt x="4" y="60"/>
                  </a:cubicBezTo>
                  <a:cubicBezTo>
                    <a:pt x="1" y="60"/>
                    <a:pt x="0" y="61"/>
                    <a:pt x="0" y="64"/>
                  </a:cubicBezTo>
                  <a:cubicBezTo>
                    <a:pt x="0" y="66"/>
                    <a:pt x="3" y="70"/>
                    <a:pt x="9" y="74"/>
                  </a:cubicBezTo>
                  <a:cubicBezTo>
                    <a:pt x="15" y="78"/>
                    <a:pt x="21" y="80"/>
                    <a:pt x="27" y="80"/>
                  </a:cubicBezTo>
                  <a:cubicBezTo>
                    <a:pt x="33" y="80"/>
                    <a:pt x="38" y="77"/>
                    <a:pt x="43" y="72"/>
                  </a:cubicBezTo>
                  <a:cubicBezTo>
                    <a:pt x="48" y="67"/>
                    <a:pt x="51" y="59"/>
                    <a:pt x="52" y="49"/>
                  </a:cubicBezTo>
                  <a:cubicBezTo>
                    <a:pt x="53" y="36"/>
                    <a:pt x="54" y="28"/>
                    <a:pt x="55" y="25"/>
                  </a:cubicBezTo>
                  <a:cubicBezTo>
                    <a:pt x="55" y="22"/>
                    <a:pt x="56" y="19"/>
                    <a:pt x="57" y="15"/>
                  </a:cubicBezTo>
                  <a:cubicBezTo>
                    <a:pt x="59" y="12"/>
                    <a:pt x="59" y="10"/>
                    <a:pt x="59" y="10"/>
                  </a:cubicBezTo>
                  <a:cubicBezTo>
                    <a:pt x="59" y="9"/>
                    <a:pt x="59" y="8"/>
                    <a:pt x="58" y="6"/>
                  </a:cubicBezTo>
                  <a:cubicBezTo>
                    <a:pt x="58" y="5"/>
                    <a:pt x="57" y="4"/>
                    <a:pt x="56" y="3"/>
                  </a:cubicBezTo>
                  <a:close/>
                  <a:moveTo>
                    <a:pt x="44" y="23"/>
                  </a:moveTo>
                  <a:cubicBezTo>
                    <a:pt x="41" y="27"/>
                    <a:pt x="38" y="31"/>
                    <a:pt x="34" y="34"/>
                  </a:cubicBezTo>
                  <a:cubicBezTo>
                    <a:pt x="30" y="37"/>
                    <a:pt x="26" y="39"/>
                    <a:pt x="22" y="39"/>
                  </a:cubicBezTo>
                  <a:cubicBezTo>
                    <a:pt x="21" y="39"/>
                    <a:pt x="20" y="38"/>
                    <a:pt x="20" y="37"/>
                  </a:cubicBezTo>
                  <a:cubicBezTo>
                    <a:pt x="20" y="34"/>
                    <a:pt x="22" y="30"/>
                    <a:pt x="25" y="25"/>
                  </a:cubicBezTo>
                  <a:cubicBezTo>
                    <a:pt x="28" y="20"/>
                    <a:pt x="32" y="17"/>
                    <a:pt x="36" y="14"/>
                  </a:cubicBezTo>
                  <a:cubicBezTo>
                    <a:pt x="39" y="11"/>
                    <a:pt x="42" y="10"/>
                    <a:pt x="45" y="10"/>
                  </a:cubicBezTo>
                  <a:cubicBezTo>
                    <a:pt x="45" y="10"/>
                    <a:pt x="46" y="10"/>
                    <a:pt x="47" y="11"/>
                  </a:cubicBezTo>
                  <a:cubicBezTo>
                    <a:pt x="47" y="11"/>
                    <a:pt x="47" y="12"/>
                    <a:pt x="47" y="13"/>
                  </a:cubicBezTo>
                  <a:cubicBezTo>
                    <a:pt x="47" y="15"/>
                    <a:pt x="46" y="19"/>
                    <a:pt x="44"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 name="Freeform 353"/>
            <p:cNvSpPr>
              <a:spLocks/>
            </p:cNvSpPr>
            <p:nvPr/>
          </p:nvSpPr>
          <p:spPr bwMode="auto">
            <a:xfrm>
              <a:off x="8477251" y="6383338"/>
              <a:ext cx="61913" cy="68263"/>
            </a:xfrm>
            <a:custGeom>
              <a:avLst/>
              <a:gdLst>
                <a:gd name="T0" fmla="*/ 47 w 48"/>
                <a:gd name="T1" fmla="*/ 46 h 52"/>
                <a:gd name="T2" fmla="*/ 43 w 48"/>
                <a:gd name="T3" fmla="*/ 31 h 52"/>
                <a:gd name="T4" fmla="*/ 46 w 48"/>
                <a:gd name="T5" fmla="*/ 12 h 52"/>
                <a:gd name="T6" fmla="*/ 46 w 48"/>
                <a:gd name="T7" fmla="*/ 9 h 52"/>
                <a:gd name="T8" fmla="*/ 42 w 48"/>
                <a:gd name="T9" fmla="*/ 4 h 52"/>
                <a:gd name="T10" fmla="*/ 37 w 48"/>
                <a:gd name="T11" fmla="*/ 6 h 52"/>
                <a:gd name="T12" fmla="*/ 33 w 48"/>
                <a:gd name="T13" fmla="*/ 17 h 52"/>
                <a:gd name="T14" fmla="*/ 24 w 48"/>
                <a:gd name="T15" fmla="*/ 33 h 52"/>
                <a:gd name="T16" fmla="*/ 13 w 48"/>
                <a:gd name="T17" fmla="*/ 40 h 52"/>
                <a:gd name="T18" fmla="*/ 11 w 48"/>
                <a:gd name="T19" fmla="*/ 34 h 52"/>
                <a:gd name="T20" fmla="*/ 12 w 48"/>
                <a:gd name="T21" fmla="*/ 26 h 52"/>
                <a:gd name="T22" fmla="*/ 15 w 48"/>
                <a:gd name="T23" fmla="*/ 15 h 52"/>
                <a:gd name="T24" fmla="*/ 17 w 48"/>
                <a:gd name="T25" fmla="*/ 6 h 52"/>
                <a:gd name="T26" fmla="*/ 16 w 48"/>
                <a:gd name="T27" fmla="*/ 2 h 52"/>
                <a:gd name="T28" fmla="*/ 11 w 48"/>
                <a:gd name="T29" fmla="*/ 0 h 52"/>
                <a:gd name="T30" fmla="*/ 6 w 48"/>
                <a:gd name="T31" fmla="*/ 4 h 52"/>
                <a:gd name="T32" fmla="*/ 3 w 48"/>
                <a:gd name="T33" fmla="*/ 18 h 52"/>
                <a:gd name="T34" fmla="*/ 0 w 48"/>
                <a:gd name="T35" fmla="*/ 35 h 52"/>
                <a:gd name="T36" fmla="*/ 4 w 48"/>
                <a:gd name="T37" fmla="*/ 47 h 52"/>
                <a:gd name="T38" fmla="*/ 11 w 48"/>
                <a:gd name="T39" fmla="*/ 51 h 52"/>
                <a:gd name="T40" fmla="*/ 23 w 48"/>
                <a:gd name="T41" fmla="*/ 46 h 52"/>
                <a:gd name="T42" fmla="*/ 34 w 48"/>
                <a:gd name="T43" fmla="*/ 33 h 52"/>
                <a:gd name="T44" fmla="*/ 36 w 48"/>
                <a:gd name="T45" fmla="*/ 47 h 52"/>
                <a:gd name="T46" fmla="*/ 41 w 48"/>
                <a:gd name="T47" fmla="*/ 52 h 52"/>
                <a:gd name="T48" fmla="*/ 46 w 48"/>
                <a:gd name="T49" fmla="*/ 51 h 52"/>
                <a:gd name="T50" fmla="*/ 48 w 48"/>
                <a:gd name="T51" fmla="*/ 47 h 52"/>
                <a:gd name="T52" fmla="*/ 47 w 48"/>
                <a:gd name="T53" fmla="*/ 4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52">
                  <a:moveTo>
                    <a:pt x="47" y="46"/>
                  </a:moveTo>
                  <a:cubicBezTo>
                    <a:pt x="44" y="44"/>
                    <a:pt x="43" y="39"/>
                    <a:pt x="43" y="31"/>
                  </a:cubicBezTo>
                  <a:cubicBezTo>
                    <a:pt x="43" y="24"/>
                    <a:pt x="44" y="18"/>
                    <a:pt x="46" y="12"/>
                  </a:cubicBezTo>
                  <a:cubicBezTo>
                    <a:pt x="46" y="11"/>
                    <a:pt x="46" y="10"/>
                    <a:pt x="46" y="9"/>
                  </a:cubicBezTo>
                  <a:cubicBezTo>
                    <a:pt x="46" y="5"/>
                    <a:pt x="45" y="4"/>
                    <a:pt x="42" y="4"/>
                  </a:cubicBezTo>
                  <a:cubicBezTo>
                    <a:pt x="40" y="4"/>
                    <a:pt x="38" y="4"/>
                    <a:pt x="37" y="6"/>
                  </a:cubicBezTo>
                  <a:cubicBezTo>
                    <a:pt x="36" y="8"/>
                    <a:pt x="35" y="11"/>
                    <a:pt x="33" y="17"/>
                  </a:cubicBezTo>
                  <a:cubicBezTo>
                    <a:pt x="32" y="22"/>
                    <a:pt x="29" y="27"/>
                    <a:pt x="24" y="33"/>
                  </a:cubicBezTo>
                  <a:cubicBezTo>
                    <a:pt x="20" y="38"/>
                    <a:pt x="16" y="40"/>
                    <a:pt x="13" y="40"/>
                  </a:cubicBezTo>
                  <a:cubicBezTo>
                    <a:pt x="11" y="40"/>
                    <a:pt x="11" y="38"/>
                    <a:pt x="11" y="34"/>
                  </a:cubicBezTo>
                  <a:cubicBezTo>
                    <a:pt x="11" y="33"/>
                    <a:pt x="11" y="30"/>
                    <a:pt x="12" y="26"/>
                  </a:cubicBezTo>
                  <a:cubicBezTo>
                    <a:pt x="13" y="21"/>
                    <a:pt x="14" y="18"/>
                    <a:pt x="15" y="15"/>
                  </a:cubicBezTo>
                  <a:cubicBezTo>
                    <a:pt x="17" y="11"/>
                    <a:pt x="17" y="8"/>
                    <a:pt x="17" y="6"/>
                  </a:cubicBezTo>
                  <a:cubicBezTo>
                    <a:pt x="17" y="5"/>
                    <a:pt x="17" y="3"/>
                    <a:pt x="16" y="2"/>
                  </a:cubicBezTo>
                  <a:cubicBezTo>
                    <a:pt x="15" y="1"/>
                    <a:pt x="13" y="0"/>
                    <a:pt x="11" y="0"/>
                  </a:cubicBezTo>
                  <a:cubicBezTo>
                    <a:pt x="9" y="0"/>
                    <a:pt x="7" y="2"/>
                    <a:pt x="6" y="4"/>
                  </a:cubicBezTo>
                  <a:cubicBezTo>
                    <a:pt x="6" y="8"/>
                    <a:pt x="5" y="12"/>
                    <a:pt x="3" y="18"/>
                  </a:cubicBezTo>
                  <a:cubicBezTo>
                    <a:pt x="1" y="26"/>
                    <a:pt x="0" y="32"/>
                    <a:pt x="0" y="35"/>
                  </a:cubicBezTo>
                  <a:cubicBezTo>
                    <a:pt x="0" y="41"/>
                    <a:pt x="2" y="44"/>
                    <a:pt x="4" y="47"/>
                  </a:cubicBezTo>
                  <a:cubicBezTo>
                    <a:pt x="6" y="49"/>
                    <a:pt x="9" y="51"/>
                    <a:pt x="11" y="51"/>
                  </a:cubicBezTo>
                  <a:cubicBezTo>
                    <a:pt x="15" y="51"/>
                    <a:pt x="19" y="49"/>
                    <a:pt x="23" y="46"/>
                  </a:cubicBezTo>
                  <a:cubicBezTo>
                    <a:pt x="27" y="43"/>
                    <a:pt x="31" y="38"/>
                    <a:pt x="34" y="33"/>
                  </a:cubicBezTo>
                  <a:cubicBezTo>
                    <a:pt x="34" y="39"/>
                    <a:pt x="34" y="43"/>
                    <a:pt x="36" y="47"/>
                  </a:cubicBezTo>
                  <a:cubicBezTo>
                    <a:pt x="37" y="50"/>
                    <a:pt x="39" y="52"/>
                    <a:pt x="41" y="52"/>
                  </a:cubicBezTo>
                  <a:cubicBezTo>
                    <a:pt x="43" y="52"/>
                    <a:pt x="44" y="52"/>
                    <a:pt x="46" y="51"/>
                  </a:cubicBezTo>
                  <a:cubicBezTo>
                    <a:pt x="48" y="50"/>
                    <a:pt x="48" y="49"/>
                    <a:pt x="48" y="47"/>
                  </a:cubicBezTo>
                  <a:cubicBezTo>
                    <a:pt x="48" y="47"/>
                    <a:pt x="48" y="46"/>
                    <a:pt x="47"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Freeform 354"/>
            <p:cNvSpPr>
              <a:spLocks noEditPoints="1"/>
            </p:cNvSpPr>
            <p:nvPr/>
          </p:nvSpPr>
          <p:spPr bwMode="auto">
            <a:xfrm>
              <a:off x="8547101" y="6380163"/>
              <a:ext cx="74613" cy="111125"/>
            </a:xfrm>
            <a:custGeom>
              <a:avLst/>
              <a:gdLst>
                <a:gd name="T0" fmla="*/ 45 w 58"/>
                <a:gd name="T1" fmla="*/ 1 h 86"/>
                <a:gd name="T2" fmla="*/ 32 w 58"/>
                <a:gd name="T3" fmla="*/ 7 h 86"/>
                <a:gd name="T4" fmla="*/ 19 w 58"/>
                <a:gd name="T5" fmla="*/ 22 h 86"/>
                <a:gd name="T6" fmla="*/ 20 w 58"/>
                <a:gd name="T7" fmla="*/ 18 h 86"/>
                <a:gd name="T8" fmla="*/ 21 w 58"/>
                <a:gd name="T9" fmla="*/ 8 h 86"/>
                <a:gd name="T10" fmla="*/ 16 w 58"/>
                <a:gd name="T11" fmla="*/ 0 h 86"/>
                <a:gd name="T12" fmla="*/ 11 w 58"/>
                <a:gd name="T13" fmla="*/ 1 h 86"/>
                <a:gd name="T14" fmla="*/ 9 w 58"/>
                <a:gd name="T15" fmla="*/ 5 h 86"/>
                <a:gd name="T16" fmla="*/ 9 w 58"/>
                <a:gd name="T17" fmla="*/ 13 h 86"/>
                <a:gd name="T18" fmla="*/ 9 w 58"/>
                <a:gd name="T19" fmla="*/ 14 h 86"/>
                <a:gd name="T20" fmla="*/ 1 w 58"/>
                <a:gd name="T21" fmla="*/ 72 h 86"/>
                <a:gd name="T22" fmla="*/ 0 w 58"/>
                <a:gd name="T23" fmla="*/ 81 h 86"/>
                <a:gd name="T24" fmla="*/ 2 w 58"/>
                <a:gd name="T25" fmla="*/ 84 h 86"/>
                <a:gd name="T26" fmla="*/ 6 w 58"/>
                <a:gd name="T27" fmla="*/ 86 h 86"/>
                <a:gd name="T28" fmla="*/ 10 w 58"/>
                <a:gd name="T29" fmla="*/ 84 h 86"/>
                <a:gd name="T30" fmla="*/ 12 w 58"/>
                <a:gd name="T31" fmla="*/ 78 h 86"/>
                <a:gd name="T32" fmla="*/ 14 w 58"/>
                <a:gd name="T33" fmla="*/ 60 h 86"/>
                <a:gd name="T34" fmla="*/ 16 w 58"/>
                <a:gd name="T35" fmla="*/ 50 h 86"/>
                <a:gd name="T36" fmla="*/ 23 w 58"/>
                <a:gd name="T37" fmla="*/ 54 h 86"/>
                <a:gd name="T38" fmla="*/ 46 w 58"/>
                <a:gd name="T39" fmla="*/ 42 h 86"/>
                <a:gd name="T40" fmla="*/ 58 w 58"/>
                <a:gd name="T41" fmla="*/ 14 h 86"/>
                <a:gd name="T42" fmla="*/ 54 w 58"/>
                <a:gd name="T43" fmla="*/ 5 h 86"/>
                <a:gd name="T44" fmla="*/ 45 w 58"/>
                <a:gd name="T45" fmla="*/ 1 h 86"/>
                <a:gd name="T46" fmla="*/ 39 w 58"/>
                <a:gd name="T47" fmla="*/ 35 h 86"/>
                <a:gd name="T48" fmla="*/ 25 w 58"/>
                <a:gd name="T49" fmla="*/ 45 h 86"/>
                <a:gd name="T50" fmla="*/ 21 w 58"/>
                <a:gd name="T51" fmla="*/ 43 h 86"/>
                <a:gd name="T52" fmla="*/ 20 w 58"/>
                <a:gd name="T53" fmla="*/ 40 h 86"/>
                <a:gd name="T54" fmla="*/ 29 w 58"/>
                <a:gd name="T55" fmla="*/ 23 h 86"/>
                <a:gd name="T56" fmla="*/ 44 w 58"/>
                <a:gd name="T57" fmla="*/ 12 h 86"/>
                <a:gd name="T58" fmla="*/ 45 w 58"/>
                <a:gd name="T59" fmla="*/ 13 h 86"/>
                <a:gd name="T60" fmla="*/ 46 w 58"/>
                <a:gd name="T61" fmla="*/ 17 h 86"/>
                <a:gd name="T62" fmla="*/ 39 w 58"/>
                <a:gd name="T63" fmla="*/ 3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8" h="86">
                  <a:moveTo>
                    <a:pt x="45" y="1"/>
                  </a:moveTo>
                  <a:cubicBezTo>
                    <a:pt x="41" y="1"/>
                    <a:pt x="37" y="3"/>
                    <a:pt x="32" y="7"/>
                  </a:cubicBezTo>
                  <a:cubicBezTo>
                    <a:pt x="27" y="11"/>
                    <a:pt x="23" y="16"/>
                    <a:pt x="19" y="22"/>
                  </a:cubicBezTo>
                  <a:cubicBezTo>
                    <a:pt x="20" y="18"/>
                    <a:pt x="20" y="18"/>
                    <a:pt x="20" y="18"/>
                  </a:cubicBezTo>
                  <a:cubicBezTo>
                    <a:pt x="21" y="13"/>
                    <a:pt x="21" y="10"/>
                    <a:pt x="21" y="8"/>
                  </a:cubicBezTo>
                  <a:cubicBezTo>
                    <a:pt x="21" y="2"/>
                    <a:pt x="19" y="0"/>
                    <a:pt x="16" y="0"/>
                  </a:cubicBezTo>
                  <a:cubicBezTo>
                    <a:pt x="14" y="0"/>
                    <a:pt x="12" y="0"/>
                    <a:pt x="11" y="1"/>
                  </a:cubicBezTo>
                  <a:cubicBezTo>
                    <a:pt x="10" y="2"/>
                    <a:pt x="10" y="4"/>
                    <a:pt x="9" y="5"/>
                  </a:cubicBezTo>
                  <a:cubicBezTo>
                    <a:pt x="9" y="6"/>
                    <a:pt x="9" y="9"/>
                    <a:pt x="9" y="13"/>
                  </a:cubicBezTo>
                  <a:cubicBezTo>
                    <a:pt x="9" y="14"/>
                    <a:pt x="9" y="14"/>
                    <a:pt x="9" y="14"/>
                  </a:cubicBezTo>
                  <a:cubicBezTo>
                    <a:pt x="9" y="34"/>
                    <a:pt x="6" y="54"/>
                    <a:pt x="1" y="72"/>
                  </a:cubicBezTo>
                  <a:cubicBezTo>
                    <a:pt x="1" y="76"/>
                    <a:pt x="0" y="78"/>
                    <a:pt x="0" y="81"/>
                  </a:cubicBezTo>
                  <a:cubicBezTo>
                    <a:pt x="0" y="82"/>
                    <a:pt x="1" y="83"/>
                    <a:pt x="2" y="84"/>
                  </a:cubicBezTo>
                  <a:cubicBezTo>
                    <a:pt x="3" y="86"/>
                    <a:pt x="5" y="86"/>
                    <a:pt x="6" y="86"/>
                  </a:cubicBezTo>
                  <a:cubicBezTo>
                    <a:pt x="8" y="86"/>
                    <a:pt x="9" y="85"/>
                    <a:pt x="10" y="84"/>
                  </a:cubicBezTo>
                  <a:cubicBezTo>
                    <a:pt x="11" y="83"/>
                    <a:pt x="12" y="81"/>
                    <a:pt x="12" y="78"/>
                  </a:cubicBezTo>
                  <a:cubicBezTo>
                    <a:pt x="14" y="60"/>
                    <a:pt x="14" y="60"/>
                    <a:pt x="14" y="60"/>
                  </a:cubicBezTo>
                  <a:cubicBezTo>
                    <a:pt x="15" y="55"/>
                    <a:pt x="15" y="52"/>
                    <a:pt x="16" y="50"/>
                  </a:cubicBezTo>
                  <a:cubicBezTo>
                    <a:pt x="17" y="53"/>
                    <a:pt x="19" y="54"/>
                    <a:pt x="23" y="54"/>
                  </a:cubicBezTo>
                  <a:cubicBezTo>
                    <a:pt x="31" y="54"/>
                    <a:pt x="38" y="50"/>
                    <a:pt x="46" y="42"/>
                  </a:cubicBezTo>
                  <a:cubicBezTo>
                    <a:pt x="54" y="33"/>
                    <a:pt x="58" y="24"/>
                    <a:pt x="58" y="14"/>
                  </a:cubicBezTo>
                  <a:cubicBezTo>
                    <a:pt x="58" y="10"/>
                    <a:pt x="57" y="7"/>
                    <a:pt x="54" y="5"/>
                  </a:cubicBezTo>
                  <a:cubicBezTo>
                    <a:pt x="52" y="2"/>
                    <a:pt x="49" y="1"/>
                    <a:pt x="45" y="1"/>
                  </a:cubicBezTo>
                  <a:close/>
                  <a:moveTo>
                    <a:pt x="39" y="35"/>
                  </a:moveTo>
                  <a:cubicBezTo>
                    <a:pt x="33" y="41"/>
                    <a:pt x="29" y="45"/>
                    <a:pt x="25" y="45"/>
                  </a:cubicBezTo>
                  <a:cubicBezTo>
                    <a:pt x="24" y="45"/>
                    <a:pt x="22" y="44"/>
                    <a:pt x="21" y="43"/>
                  </a:cubicBezTo>
                  <a:cubicBezTo>
                    <a:pt x="20" y="42"/>
                    <a:pt x="20" y="41"/>
                    <a:pt x="20" y="40"/>
                  </a:cubicBezTo>
                  <a:cubicBezTo>
                    <a:pt x="20" y="36"/>
                    <a:pt x="23" y="30"/>
                    <a:pt x="29" y="23"/>
                  </a:cubicBezTo>
                  <a:cubicBezTo>
                    <a:pt x="35" y="15"/>
                    <a:pt x="40" y="12"/>
                    <a:pt x="44" y="12"/>
                  </a:cubicBezTo>
                  <a:cubicBezTo>
                    <a:pt x="44" y="12"/>
                    <a:pt x="45" y="12"/>
                    <a:pt x="45" y="13"/>
                  </a:cubicBezTo>
                  <a:cubicBezTo>
                    <a:pt x="46" y="14"/>
                    <a:pt x="46" y="15"/>
                    <a:pt x="46" y="17"/>
                  </a:cubicBezTo>
                  <a:cubicBezTo>
                    <a:pt x="46" y="23"/>
                    <a:pt x="44" y="29"/>
                    <a:pt x="39"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45" name="组合 344"/>
          <p:cNvGrpSpPr/>
          <p:nvPr/>
        </p:nvGrpSpPr>
        <p:grpSpPr>
          <a:xfrm>
            <a:off x="6346826" y="2325688"/>
            <a:ext cx="4183063" cy="261938"/>
            <a:chOff x="6346826" y="2325688"/>
            <a:chExt cx="4183063" cy="261938"/>
          </a:xfrm>
          <a:solidFill>
            <a:schemeClr val="tx1">
              <a:lumMod val="65000"/>
              <a:lumOff val="35000"/>
            </a:schemeClr>
          </a:solidFill>
        </p:grpSpPr>
        <p:sp>
          <p:nvSpPr>
            <p:cNvPr id="346" name="Freeform 260"/>
            <p:cNvSpPr>
              <a:spLocks/>
            </p:cNvSpPr>
            <p:nvPr/>
          </p:nvSpPr>
          <p:spPr bwMode="auto">
            <a:xfrm>
              <a:off x="6346826" y="2343150"/>
              <a:ext cx="69850" cy="93663"/>
            </a:xfrm>
            <a:custGeom>
              <a:avLst/>
              <a:gdLst>
                <a:gd name="T0" fmla="*/ 13 w 54"/>
                <a:gd name="T1" fmla="*/ 46 h 73"/>
                <a:gd name="T2" fmla="*/ 14 w 54"/>
                <a:gd name="T3" fmla="*/ 45 h 73"/>
                <a:gd name="T4" fmla="*/ 24 w 54"/>
                <a:gd name="T5" fmla="*/ 44 h 73"/>
                <a:gd name="T6" fmla="*/ 37 w 54"/>
                <a:gd name="T7" fmla="*/ 42 h 73"/>
                <a:gd name="T8" fmla="*/ 43 w 54"/>
                <a:gd name="T9" fmla="*/ 41 h 73"/>
                <a:gd name="T10" fmla="*/ 46 w 54"/>
                <a:gd name="T11" fmla="*/ 39 h 73"/>
                <a:gd name="T12" fmla="*/ 47 w 54"/>
                <a:gd name="T13" fmla="*/ 36 h 73"/>
                <a:gd name="T14" fmla="*/ 40 w 54"/>
                <a:gd name="T15" fmla="*/ 31 h 73"/>
                <a:gd name="T16" fmla="*/ 32 w 54"/>
                <a:gd name="T17" fmla="*/ 32 h 73"/>
                <a:gd name="T18" fmla="*/ 18 w 54"/>
                <a:gd name="T19" fmla="*/ 34 h 73"/>
                <a:gd name="T20" fmla="*/ 14 w 54"/>
                <a:gd name="T21" fmla="*/ 35 h 73"/>
                <a:gd name="T22" fmla="*/ 18 w 54"/>
                <a:gd name="T23" fmla="*/ 13 h 73"/>
                <a:gd name="T24" fmla="*/ 28 w 54"/>
                <a:gd name="T25" fmla="*/ 11 h 73"/>
                <a:gd name="T26" fmla="*/ 41 w 54"/>
                <a:gd name="T27" fmla="*/ 11 h 73"/>
                <a:gd name="T28" fmla="*/ 45 w 54"/>
                <a:gd name="T29" fmla="*/ 11 h 73"/>
                <a:gd name="T30" fmla="*/ 47 w 54"/>
                <a:gd name="T31" fmla="*/ 11 h 73"/>
                <a:gd name="T32" fmla="*/ 50 w 54"/>
                <a:gd name="T33" fmla="*/ 10 h 73"/>
                <a:gd name="T34" fmla="*/ 50 w 54"/>
                <a:gd name="T35" fmla="*/ 10 h 73"/>
                <a:gd name="T36" fmla="*/ 54 w 54"/>
                <a:gd name="T37" fmla="*/ 4 h 73"/>
                <a:gd name="T38" fmla="*/ 51 w 54"/>
                <a:gd name="T39" fmla="*/ 2 h 73"/>
                <a:gd name="T40" fmla="*/ 44 w 54"/>
                <a:gd name="T41" fmla="*/ 0 h 73"/>
                <a:gd name="T42" fmla="*/ 31 w 54"/>
                <a:gd name="T43" fmla="*/ 1 h 73"/>
                <a:gd name="T44" fmla="*/ 16 w 54"/>
                <a:gd name="T45" fmla="*/ 3 h 73"/>
                <a:gd name="T46" fmla="*/ 13 w 54"/>
                <a:gd name="T47" fmla="*/ 2 h 73"/>
                <a:gd name="T48" fmla="*/ 10 w 54"/>
                <a:gd name="T49" fmla="*/ 2 h 73"/>
                <a:gd name="T50" fmla="*/ 7 w 54"/>
                <a:gd name="T51" fmla="*/ 4 h 73"/>
                <a:gd name="T52" fmla="*/ 5 w 54"/>
                <a:gd name="T53" fmla="*/ 8 h 73"/>
                <a:gd name="T54" fmla="*/ 5 w 54"/>
                <a:gd name="T55" fmla="*/ 11 h 73"/>
                <a:gd name="T56" fmla="*/ 6 w 54"/>
                <a:gd name="T57" fmla="*/ 14 h 73"/>
                <a:gd name="T58" fmla="*/ 1 w 54"/>
                <a:gd name="T59" fmla="*/ 48 h 73"/>
                <a:gd name="T60" fmla="*/ 0 w 54"/>
                <a:gd name="T61" fmla="*/ 66 h 73"/>
                <a:gd name="T62" fmla="*/ 2 w 54"/>
                <a:gd name="T63" fmla="*/ 71 h 73"/>
                <a:gd name="T64" fmla="*/ 7 w 54"/>
                <a:gd name="T65" fmla="*/ 73 h 73"/>
                <a:gd name="T66" fmla="*/ 12 w 54"/>
                <a:gd name="T67" fmla="*/ 67 h 73"/>
                <a:gd name="T68" fmla="*/ 12 w 54"/>
                <a:gd name="T69" fmla="*/ 61 h 73"/>
                <a:gd name="T70" fmla="*/ 12 w 54"/>
                <a:gd name="T71" fmla="*/ 52 h 73"/>
                <a:gd name="T72" fmla="*/ 13 w 54"/>
                <a:gd name="T73" fmla="*/ 46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4" h="73">
                  <a:moveTo>
                    <a:pt x="13" y="46"/>
                  </a:moveTo>
                  <a:cubicBezTo>
                    <a:pt x="13" y="46"/>
                    <a:pt x="13" y="46"/>
                    <a:pt x="14" y="45"/>
                  </a:cubicBezTo>
                  <a:cubicBezTo>
                    <a:pt x="16" y="45"/>
                    <a:pt x="20" y="44"/>
                    <a:pt x="24" y="44"/>
                  </a:cubicBezTo>
                  <a:cubicBezTo>
                    <a:pt x="37" y="42"/>
                    <a:pt x="37" y="42"/>
                    <a:pt x="37" y="42"/>
                  </a:cubicBezTo>
                  <a:cubicBezTo>
                    <a:pt x="40" y="42"/>
                    <a:pt x="42" y="41"/>
                    <a:pt x="43" y="41"/>
                  </a:cubicBezTo>
                  <a:cubicBezTo>
                    <a:pt x="44" y="40"/>
                    <a:pt x="45" y="40"/>
                    <a:pt x="46" y="39"/>
                  </a:cubicBezTo>
                  <a:cubicBezTo>
                    <a:pt x="47" y="38"/>
                    <a:pt x="47" y="37"/>
                    <a:pt x="47" y="36"/>
                  </a:cubicBezTo>
                  <a:cubicBezTo>
                    <a:pt x="47" y="33"/>
                    <a:pt x="45" y="31"/>
                    <a:pt x="40" y="31"/>
                  </a:cubicBezTo>
                  <a:cubicBezTo>
                    <a:pt x="38" y="31"/>
                    <a:pt x="35" y="32"/>
                    <a:pt x="32" y="32"/>
                  </a:cubicBezTo>
                  <a:cubicBezTo>
                    <a:pt x="27" y="33"/>
                    <a:pt x="23" y="34"/>
                    <a:pt x="18" y="34"/>
                  </a:cubicBezTo>
                  <a:cubicBezTo>
                    <a:pt x="17" y="34"/>
                    <a:pt x="16" y="34"/>
                    <a:pt x="14" y="35"/>
                  </a:cubicBezTo>
                  <a:cubicBezTo>
                    <a:pt x="15" y="26"/>
                    <a:pt x="16" y="19"/>
                    <a:pt x="18" y="13"/>
                  </a:cubicBezTo>
                  <a:cubicBezTo>
                    <a:pt x="20" y="13"/>
                    <a:pt x="23" y="12"/>
                    <a:pt x="28" y="11"/>
                  </a:cubicBezTo>
                  <a:cubicBezTo>
                    <a:pt x="33" y="11"/>
                    <a:pt x="38" y="11"/>
                    <a:pt x="41" y="11"/>
                  </a:cubicBezTo>
                  <a:cubicBezTo>
                    <a:pt x="43" y="11"/>
                    <a:pt x="45" y="11"/>
                    <a:pt x="45" y="11"/>
                  </a:cubicBezTo>
                  <a:cubicBezTo>
                    <a:pt x="46" y="11"/>
                    <a:pt x="47" y="11"/>
                    <a:pt x="47" y="11"/>
                  </a:cubicBezTo>
                  <a:cubicBezTo>
                    <a:pt x="48" y="11"/>
                    <a:pt x="50" y="11"/>
                    <a:pt x="50" y="10"/>
                  </a:cubicBezTo>
                  <a:cubicBezTo>
                    <a:pt x="50" y="10"/>
                    <a:pt x="50" y="10"/>
                    <a:pt x="50" y="10"/>
                  </a:cubicBezTo>
                  <a:cubicBezTo>
                    <a:pt x="54" y="9"/>
                    <a:pt x="54" y="7"/>
                    <a:pt x="54" y="4"/>
                  </a:cubicBezTo>
                  <a:cubicBezTo>
                    <a:pt x="54" y="4"/>
                    <a:pt x="53" y="3"/>
                    <a:pt x="51" y="2"/>
                  </a:cubicBezTo>
                  <a:cubicBezTo>
                    <a:pt x="49" y="1"/>
                    <a:pt x="47" y="0"/>
                    <a:pt x="44" y="0"/>
                  </a:cubicBezTo>
                  <a:cubicBezTo>
                    <a:pt x="41" y="0"/>
                    <a:pt x="37" y="1"/>
                    <a:pt x="31" y="1"/>
                  </a:cubicBezTo>
                  <a:cubicBezTo>
                    <a:pt x="23" y="2"/>
                    <a:pt x="18" y="3"/>
                    <a:pt x="16" y="3"/>
                  </a:cubicBezTo>
                  <a:cubicBezTo>
                    <a:pt x="15" y="3"/>
                    <a:pt x="14" y="3"/>
                    <a:pt x="13" y="2"/>
                  </a:cubicBezTo>
                  <a:cubicBezTo>
                    <a:pt x="12" y="2"/>
                    <a:pt x="11" y="2"/>
                    <a:pt x="10" y="2"/>
                  </a:cubicBezTo>
                  <a:cubicBezTo>
                    <a:pt x="9" y="2"/>
                    <a:pt x="8" y="3"/>
                    <a:pt x="7" y="4"/>
                  </a:cubicBezTo>
                  <a:cubicBezTo>
                    <a:pt x="5" y="5"/>
                    <a:pt x="5" y="6"/>
                    <a:pt x="5" y="8"/>
                  </a:cubicBezTo>
                  <a:cubicBezTo>
                    <a:pt x="5" y="8"/>
                    <a:pt x="5" y="9"/>
                    <a:pt x="5" y="11"/>
                  </a:cubicBezTo>
                  <a:cubicBezTo>
                    <a:pt x="6" y="12"/>
                    <a:pt x="6" y="12"/>
                    <a:pt x="6" y="14"/>
                  </a:cubicBezTo>
                  <a:cubicBezTo>
                    <a:pt x="3" y="36"/>
                    <a:pt x="1" y="48"/>
                    <a:pt x="1" y="48"/>
                  </a:cubicBezTo>
                  <a:cubicBezTo>
                    <a:pt x="0" y="56"/>
                    <a:pt x="0" y="62"/>
                    <a:pt x="0" y="66"/>
                  </a:cubicBezTo>
                  <a:cubicBezTo>
                    <a:pt x="0" y="68"/>
                    <a:pt x="0" y="70"/>
                    <a:pt x="2" y="71"/>
                  </a:cubicBezTo>
                  <a:cubicBezTo>
                    <a:pt x="4" y="72"/>
                    <a:pt x="5" y="73"/>
                    <a:pt x="7" y="73"/>
                  </a:cubicBezTo>
                  <a:cubicBezTo>
                    <a:pt x="10" y="73"/>
                    <a:pt x="12" y="71"/>
                    <a:pt x="12" y="67"/>
                  </a:cubicBezTo>
                  <a:cubicBezTo>
                    <a:pt x="12" y="61"/>
                    <a:pt x="12" y="61"/>
                    <a:pt x="12" y="61"/>
                  </a:cubicBezTo>
                  <a:cubicBezTo>
                    <a:pt x="12" y="58"/>
                    <a:pt x="12" y="55"/>
                    <a:pt x="12" y="52"/>
                  </a:cubicBezTo>
                  <a:cubicBezTo>
                    <a:pt x="13" y="49"/>
                    <a:pt x="13" y="47"/>
                    <a:pt x="13"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 name="Freeform 261"/>
            <p:cNvSpPr>
              <a:spLocks noEditPoints="1"/>
            </p:cNvSpPr>
            <p:nvPr/>
          </p:nvSpPr>
          <p:spPr bwMode="auto">
            <a:xfrm>
              <a:off x="6415088" y="2366963"/>
              <a:ext cx="58738" cy="68263"/>
            </a:xfrm>
            <a:custGeom>
              <a:avLst/>
              <a:gdLst>
                <a:gd name="T0" fmla="*/ 45 w 46"/>
                <a:gd name="T1" fmla="*/ 27 h 53"/>
                <a:gd name="T2" fmla="*/ 45 w 46"/>
                <a:gd name="T3" fmla="*/ 27 h 53"/>
                <a:gd name="T4" fmla="*/ 46 w 46"/>
                <a:gd name="T5" fmla="*/ 20 h 53"/>
                <a:gd name="T6" fmla="*/ 41 w 46"/>
                <a:gd name="T7" fmla="*/ 6 h 53"/>
                <a:gd name="T8" fmla="*/ 28 w 46"/>
                <a:gd name="T9" fmla="*/ 0 h 53"/>
                <a:gd name="T10" fmla="*/ 8 w 46"/>
                <a:gd name="T11" fmla="*/ 12 h 53"/>
                <a:gd name="T12" fmla="*/ 0 w 46"/>
                <a:gd name="T13" fmla="*/ 35 h 53"/>
                <a:gd name="T14" fmla="*/ 5 w 46"/>
                <a:gd name="T15" fmla="*/ 48 h 53"/>
                <a:gd name="T16" fmla="*/ 16 w 46"/>
                <a:gd name="T17" fmla="*/ 53 h 53"/>
                <a:gd name="T18" fmla="*/ 33 w 46"/>
                <a:gd name="T19" fmla="*/ 46 h 53"/>
                <a:gd name="T20" fmla="*/ 45 w 46"/>
                <a:gd name="T21" fmla="*/ 27 h 53"/>
                <a:gd name="T22" fmla="*/ 17 w 46"/>
                <a:gd name="T23" fmla="*/ 43 h 53"/>
                <a:gd name="T24" fmla="*/ 13 w 46"/>
                <a:gd name="T25" fmla="*/ 41 h 53"/>
                <a:gd name="T26" fmla="*/ 12 w 46"/>
                <a:gd name="T27" fmla="*/ 34 h 53"/>
                <a:gd name="T28" fmla="*/ 15 w 46"/>
                <a:gd name="T29" fmla="*/ 21 h 53"/>
                <a:gd name="T30" fmla="*/ 21 w 46"/>
                <a:gd name="T31" fmla="*/ 11 h 53"/>
                <a:gd name="T32" fmla="*/ 21 w 46"/>
                <a:gd name="T33" fmla="*/ 11 h 53"/>
                <a:gd name="T34" fmla="*/ 27 w 46"/>
                <a:gd name="T35" fmla="*/ 9 h 53"/>
                <a:gd name="T36" fmla="*/ 33 w 46"/>
                <a:gd name="T37" fmla="*/ 13 h 53"/>
                <a:gd name="T38" fmla="*/ 35 w 46"/>
                <a:gd name="T39" fmla="*/ 21 h 53"/>
                <a:gd name="T40" fmla="*/ 29 w 46"/>
                <a:gd name="T41" fmla="*/ 36 h 53"/>
                <a:gd name="T42" fmla="*/ 17 w 46"/>
                <a:gd name="T43" fmla="*/ 4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6" h="53">
                  <a:moveTo>
                    <a:pt x="45" y="27"/>
                  </a:moveTo>
                  <a:cubicBezTo>
                    <a:pt x="45" y="27"/>
                    <a:pt x="45" y="27"/>
                    <a:pt x="45" y="27"/>
                  </a:cubicBezTo>
                  <a:cubicBezTo>
                    <a:pt x="45" y="25"/>
                    <a:pt x="46" y="22"/>
                    <a:pt x="46" y="20"/>
                  </a:cubicBezTo>
                  <a:cubicBezTo>
                    <a:pt x="46" y="15"/>
                    <a:pt x="45" y="10"/>
                    <a:pt x="41" y="6"/>
                  </a:cubicBezTo>
                  <a:cubicBezTo>
                    <a:pt x="38" y="2"/>
                    <a:pt x="34" y="0"/>
                    <a:pt x="28" y="0"/>
                  </a:cubicBezTo>
                  <a:cubicBezTo>
                    <a:pt x="20" y="0"/>
                    <a:pt x="14" y="4"/>
                    <a:pt x="8" y="12"/>
                  </a:cubicBezTo>
                  <a:cubicBezTo>
                    <a:pt x="3" y="19"/>
                    <a:pt x="0" y="27"/>
                    <a:pt x="0" y="35"/>
                  </a:cubicBezTo>
                  <a:cubicBezTo>
                    <a:pt x="0" y="40"/>
                    <a:pt x="2" y="45"/>
                    <a:pt x="5" y="48"/>
                  </a:cubicBezTo>
                  <a:cubicBezTo>
                    <a:pt x="8" y="51"/>
                    <a:pt x="11" y="53"/>
                    <a:pt x="16" y="53"/>
                  </a:cubicBezTo>
                  <a:cubicBezTo>
                    <a:pt x="22" y="53"/>
                    <a:pt x="27" y="51"/>
                    <a:pt x="33" y="46"/>
                  </a:cubicBezTo>
                  <a:cubicBezTo>
                    <a:pt x="39" y="41"/>
                    <a:pt x="45" y="34"/>
                    <a:pt x="45" y="27"/>
                  </a:cubicBezTo>
                  <a:close/>
                  <a:moveTo>
                    <a:pt x="17" y="43"/>
                  </a:moveTo>
                  <a:cubicBezTo>
                    <a:pt x="15" y="43"/>
                    <a:pt x="14" y="42"/>
                    <a:pt x="13" y="41"/>
                  </a:cubicBezTo>
                  <a:cubicBezTo>
                    <a:pt x="12" y="39"/>
                    <a:pt x="12" y="37"/>
                    <a:pt x="12" y="34"/>
                  </a:cubicBezTo>
                  <a:cubicBezTo>
                    <a:pt x="12" y="30"/>
                    <a:pt x="13" y="25"/>
                    <a:pt x="15" y="21"/>
                  </a:cubicBezTo>
                  <a:cubicBezTo>
                    <a:pt x="17" y="17"/>
                    <a:pt x="19" y="15"/>
                    <a:pt x="21" y="11"/>
                  </a:cubicBezTo>
                  <a:cubicBezTo>
                    <a:pt x="21" y="11"/>
                    <a:pt x="21" y="11"/>
                    <a:pt x="21" y="11"/>
                  </a:cubicBezTo>
                  <a:cubicBezTo>
                    <a:pt x="23" y="11"/>
                    <a:pt x="25" y="9"/>
                    <a:pt x="27" y="9"/>
                  </a:cubicBezTo>
                  <a:cubicBezTo>
                    <a:pt x="30" y="9"/>
                    <a:pt x="32" y="11"/>
                    <a:pt x="33" y="13"/>
                  </a:cubicBezTo>
                  <a:cubicBezTo>
                    <a:pt x="34" y="15"/>
                    <a:pt x="35" y="18"/>
                    <a:pt x="35" y="21"/>
                  </a:cubicBezTo>
                  <a:cubicBezTo>
                    <a:pt x="35" y="26"/>
                    <a:pt x="33" y="32"/>
                    <a:pt x="29" y="36"/>
                  </a:cubicBezTo>
                  <a:cubicBezTo>
                    <a:pt x="25" y="41"/>
                    <a:pt x="21" y="43"/>
                    <a:pt x="17"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Freeform 262"/>
            <p:cNvSpPr>
              <a:spLocks/>
            </p:cNvSpPr>
            <p:nvPr/>
          </p:nvSpPr>
          <p:spPr bwMode="auto">
            <a:xfrm>
              <a:off x="6486526" y="2368550"/>
              <a:ext cx="60325" cy="66675"/>
            </a:xfrm>
            <a:custGeom>
              <a:avLst/>
              <a:gdLst>
                <a:gd name="T0" fmla="*/ 33 w 48"/>
                <a:gd name="T1" fmla="*/ 33 h 52"/>
                <a:gd name="T2" fmla="*/ 35 w 48"/>
                <a:gd name="T3" fmla="*/ 47 h 52"/>
                <a:gd name="T4" fmla="*/ 41 w 48"/>
                <a:gd name="T5" fmla="*/ 52 h 52"/>
                <a:gd name="T6" fmla="*/ 46 w 48"/>
                <a:gd name="T7" fmla="*/ 50 h 52"/>
                <a:gd name="T8" fmla="*/ 48 w 48"/>
                <a:gd name="T9" fmla="*/ 47 h 52"/>
                <a:gd name="T10" fmla="*/ 47 w 48"/>
                <a:gd name="T11" fmla="*/ 45 h 52"/>
                <a:gd name="T12" fmla="*/ 42 w 48"/>
                <a:gd name="T13" fmla="*/ 31 h 52"/>
                <a:gd name="T14" fmla="*/ 45 w 48"/>
                <a:gd name="T15" fmla="*/ 12 h 52"/>
                <a:gd name="T16" fmla="*/ 46 w 48"/>
                <a:gd name="T17" fmla="*/ 9 h 52"/>
                <a:gd name="T18" fmla="*/ 41 w 48"/>
                <a:gd name="T19" fmla="*/ 3 h 52"/>
                <a:gd name="T20" fmla="*/ 36 w 48"/>
                <a:gd name="T21" fmla="*/ 6 h 52"/>
                <a:gd name="T22" fmla="*/ 33 w 48"/>
                <a:gd name="T23" fmla="*/ 16 h 52"/>
                <a:gd name="T24" fmla="*/ 24 w 48"/>
                <a:gd name="T25" fmla="*/ 32 h 52"/>
                <a:gd name="T26" fmla="*/ 13 w 48"/>
                <a:gd name="T27" fmla="*/ 40 h 52"/>
                <a:gd name="T28" fmla="*/ 10 w 48"/>
                <a:gd name="T29" fmla="*/ 34 h 52"/>
                <a:gd name="T30" fmla="*/ 12 w 48"/>
                <a:gd name="T31" fmla="*/ 25 h 52"/>
                <a:gd name="T32" fmla="*/ 15 w 48"/>
                <a:gd name="T33" fmla="*/ 15 h 52"/>
                <a:gd name="T34" fmla="*/ 17 w 48"/>
                <a:gd name="T35" fmla="*/ 6 h 52"/>
                <a:gd name="T36" fmla="*/ 15 w 48"/>
                <a:gd name="T37" fmla="*/ 2 h 52"/>
                <a:gd name="T38" fmla="*/ 11 w 48"/>
                <a:gd name="T39" fmla="*/ 0 h 52"/>
                <a:gd name="T40" fmla="*/ 5 w 48"/>
                <a:gd name="T41" fmla="*/ 4 h 52"/>
                <a:gd name="T42" fmla="*/ 3 w 48"/>
                <a:gd name="T43" fmla="*/ 18 h 52"/>
                <a:gd name="T44" fmla="*/ 0 w 48"/>
                <a:gd name="T45" fmla="*/ 35 h 52"/>
                <a:gd name="T46" fmla="*/ 4 w 48"/>
                <a:gd name="T47" fmla="*/ 47 h 52"/>
                <a:gd name="T48" fmla="*/ 11 w 48"/>
                <a:gd name="T49" fmla="*/ 51 h 52"/>
                <a:gd name="T50" fmla="*/ 23 w 48"/>
                <a:gd name="T51" fmla="*/ 46 h 52"/>
                <a:gd name="T52" fmla="*/ 33 w 48"/>
                <a:gd name="T53" fmla="*/ 33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52">
                  <a:moveTo>
                    <a:pt x="33" y="33"/>
                  </a:moveTo>
                  <a:cubicBezTo>
                    <a:pt x="33" y="39"/>
                    <a:pt x="34" y="43"/>
                    <a:pt x="35" y="47"/>
                  </a:cubicBezTo>
                  <a:cubicBezTo>
                    <a:pt x="37" y="50"/>
                    <a:pt x="39" y="52"/>
                    <a:pt x="41" y="52"/>
                  </a:cubicBezTo>
                  <a:cubicBezTo>
                    <a:pt x="42" y="52"/>
                    <a:pt x="44" y="51"/>
                    <a:pt x="46" y="50"/>
                  </a:cubicBezTo>
                  <a:cubicBezTo>
                    <a:pt x="47" y="49"/>
                    <a:pt x="48" y="48"/>
                    <a:pt x="48" y="47"/>
                  </a:cubicBezTo>
                  <a:cubicBezTo>
                    <a:pt x="48" y="46"/>
                    <a:pt x="47" y="46"/>
                    <a:pt x="47" y="45"/>
                  </a:cubicBezTo>
                  <a:cubicBezTo>
                    <a:pt x="44" y="44"/>
                    <a:pt x="42" y="39"/>
                    <a:pt x="42" y="31"/>
                  </a:cubicBezTo>
                  <a:cubicBezTo>
                    <a:pt x="42" y="24"/>
                    <a:pt x="43" y="18"/>
                    <a:pt x="45" y="12"/>
                  </a:cubicBezTo>
                  <a:cubicBezTo>
                    <a:pt x="46" y="10"/>
                    <a:pt x="46" y="9"/>
                    <a:pt x="46" y="9"/>
                  </a:cubicBezTo>
                  <a:cubicBezTo>
                    <a:pt x="46" y="5"/>
                    <a:pt x="44" y="3"/>
                    <a:pt x="41" y="3"/>
                  </a:cubicBezTo>
                  <a:cubicBezTo>
                    <a:pt x="39" y="3"/>
                    <a:pt x="38" y="4"/>
                    <a:pt x="36" y="6"/>
                  </a:cubicBezTo>
                  <a:cubicBezTo>
                    <a:pt x="35" y="7"/>
                    <a:pt x="34" y="11"/>
                    <a:pt x="33" y="16"/>
                  </a:cubicBezTo>
                  <a:cubicBezTo>
                    <a:pt x="31" y="22"/>
                    <a:pt x="28" y="27"/>
                    <a:pt x="24" y="32"/>
                  </a:cubicBezTo>
                  <a:cubicBezTo>
                    <a:pt x="19" y="38"/>
                    <a:pt x="15" y="40"/>
                    <a:pt x="13" y="40"/>
                  </a:cubicBezTo>
                  <a:cubicBezTo>
                    <a:pt x="11" y="40"/>
                    <a:pt x="10" y="38"/>
                    <a:pt x="10" y="34"/>
                  </a:cubicBezTo>
                  <a:cubicBezTo>
                    <a:pt x="10" y="33"/>
                    <a:pt x="11" y="30"/>
                    <a:pt x="12" y="25"/>
                  </a:cubicBezTo>
                  <a:cubicBezTo>
                    <a:pt x="13" y="21"/>
                    <a:pt x="14" y="18"/>
                    <a:pt x="15" y="15"/>
                  </a:cubicBezTo>
                  <a:cubicBezTo>
                    <a:pt x="16" y="11"/>
                    <a:pt x="17" y="8"/>
                    <a:pt x="17" y="6"/>
                  </a:cubicBezTo>
                  <a:cubicBezTo>
                    <a:pt x="17" y="4"/>
                    <a:pt x="16" y="3"/>
                    <a:pt x="15" y="2"/>
                  </a:cubicBezTo>
                  <a:cubicBezTo>
                    <a:pt x="14" y="1"/>
                    <a:pt x="13" y="0"/>
                    <a:pt x="11" y="0"/>
                  </a:cubicBezTo>
                  <a:cubicBezTo>
                    <a:pt x="8" y="0"/>
                    <a:pt x="6" y="1"/>
                    <a:pt x="5" y="4"/>
                  </a:cubicBezTo>
                  <a:cubicBezTo>
                    <a:pt x="5" y="7"/>
                    <a:pt x="4" y="12"/>
                    <a:pt x="3" y="18"/>
                  </a:cubicBezTo>
                  <a:cubicBezTo>
                    <a:pt x="1" y="26"/>
                    <a:pt x="0" y="31"/>
                    <a:pt x="0" y="35"/>
                  </a:cubicBezTo>
                  <a:cubicBezTo>
                    <a:pt x="0" y="40"/>
                    <a:pt x="1" y="44"/>
                    <a:pt x="4" y="47"/>
                  </a:cubicBezTo>
                  <a:cubicBezTo>
                    <a:pt x="6" y="49"/>
                    <a:pt x="8" y="51"/>
                    <a:pt x="11" y="51"/>
                  </a:cubicBezTo>
                  <a:cubicBezTo>
                    <a:pt x="15" y="51"/>
                    <a:pt x="19" y="49"/>
                    <a:pt x="23" y="46"/>
                  </a:cubicBezTo>
                  <a:cubicBezTo>
                    <a:pt x="27" y="42"/>
                    <a:pt x="30" y="38"/>
                    <a:pt x="33"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Freeform 263"/>
            <p:cNvSpPr>
              <a:spLocks/>
            </p:cNvSpPr>
            <p:nvPr/>
          </p:nvSpPr>
          <p:spPr bwMode="auto">
            <a:xfrm>
              <a:off x="6559551" y="2370138"/>
              <a:ext cx="76200" cy="61913"/>
            </a:xfrm>
            <a:custGeom>
              <a:avLst/>
              <a:gdLst>
                <a:gd name="T0" fmla="*/ 33 w 60"/>
                <a:gd name="T1" fmla="*/ 13 h 48"/>
                <a:gd name="T2" fmla="*/ 38 w 60"/>
                <a:gd name="T3" fmla="*/ 25 h 48"/>
                <a:gd name="T4" fmla="*/ 41 w 60"/>
                <a:gd name="T5" fmla="*/ 40 h 48"/>
                <a:gd name="T6" fmla="*/ 41 w 60"/>
                <a:gd name="T7" fmla="*/ 40 h 48"/>
                <a:gd name="T8" fmla="*/ 49 w 60"/>
                <a:gd name="T9" fmla="*/ 45 h 48"/>
                <a:gd name="T10" fmla="*/ 57 w 60"/>
                <a:gd name="T11" fmla="*/ 43 h 48"/>
                <a:gd name="T12" fmla="*/ 60 w 60"/>
                <a:gd name="T13" fmla="*/ 38 h 48"/>
                <a:gd name="T14" fmla="*/ 57 w 60"/>
                <a:gd name="T15" fmla="*/ 35 h 48"/>
                <a:gd name="T16" fmla="*/ 55 w 60"/>
                <a:gd name="T17" fmla="*/ 36 h 48"/>
                <a:gd name="T18" fmla="*/ 52 w 60"/>
                <a:gd name="T19" fmla="*/ 36 h 48"/>
                <a:gd name="T20" fmla="*/ 48 w 60"/>
                <a:gd name="T21" fmla="*/ 19 h 48"/>
                <a:gd name="T22" fmla="*/ 35 w 60"/>
                <a:gd name="T23" fmla="*/ 2 h 48"/>
                <a:gd name="T24" fmla="*/ 12 w 60"/>
                <a:gd name="T25" fmla="*/ 26 h 48"/>
                <a:gd name="T26" fmla="*/ 15 w 60"/>
                <a:gd name="T27" fmla="*/ 8 h 48"/>
                <a:gd name="T28" fmla="*/ 14 w 60"/>
                <a:gd name="T29" fmla="*/ 1 h 48"/>
                <a:gd name="T30" fmla="*/ 10 w 60"/>
                <a:gd name="T31" fmla="*/ 0 h 48"/>
                <a:gd name="T32" fmla="*/ 5 w 60"/>
                <a:gd name="T33" fmla="*/ 2 h 48"/>
                <a:gd name="T34" fmla="*/ 4 w 60"/>
                <a:gd name="T35" fmla="*/ 7 h 48"/>
                <a:gd name="T36" fmla="*/ 2 w 60"/>
                <a:gd name="T37" fmla="*/ 32 h 48"/>
                <a:gd name="T38" fmla="*/ 0 w 60"/>
                <a:gd name="T39" fmla="*/ 42 h 48"/>
                <a:gd name="T40" fmla="*/ 7 w 60"/>
                <a:gd name="T41" fmla="*/ 48 h 48"/>
                <a:gd name="T42" fmla="*/ 10 w 60"/>
                <a:gd name="T43" fmla="*/ 47 h 48"/>
                <a:gd name="T44" fmla="*/ 11 w 60"/>
                <a:gd name="T45" fmla="*/ 44 h 48"/>
                <a:gd name="T46" fmla="*/ 21 w 60"/>
                <a:gd name="T47" fmla="*/ 26 h 48"/>
                <a:gd name="T48" fmla="*/ 33 w 60"/>
                <a:gd name="T49" fmla="*/ 13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 h="48">
                  <a:moveTo>
                    <a:pt x="33" y="13"/>
                  </a:moveTo>
                  <a:cubicBezTo>
                    <a:pt x="36" y="13"/>
                    <a:pt x="37" y="17"/>
                    <a:pt x="38" y="25"/>
                  </a:cubicBezTo>
                  <a:cubicBezTo>
                    <a:pt x="38" y="32"/>
                    <a:pt x="40" y="40"/>
                    <a:pt x="41" y="40"/>
                  </a:cubicBezTo>
                  <a:cubicBezTo>
                    <a:pt x="41" y="40"/>
                    <a:pt x="41" y="40"/>
                    <a:pt x="41" y="40"/>
                  </a:cubicBezTo>
                  <a:cubicBezTo>
                    <a:pt x="43" y="44"/>
                    <a:pt x="45" y="45"/>
                    <a:pt x="49" y="45"/>
                  </a:cubicBezTo>
                  <a:cubicBezTo>
                    <a:pt x="52" y="45"/>
                    <a:pt x="54" y="45"/>
                    <a:pt x="57" y="43"/>
                  </a:cubicBezTo>
                  <a:cubicBezTo>
                    <a:pt x="59" y="41"/>
                    <a:pt x="60" y="39"/>
                    <a:pt x="60" y="38"/>
                  </a:cubicBezTo>
                  <a:cubicBezTo>
                    <a:pt x="60" y="36"/>
                    <a:pt x="59" y="35"/>
                    <a:pt x="57" y="35"/>
                  </a:cubicBezTo>
                  <a:cubicBezTo>
                    <a:pt x="57" y="35"/>
                    <a:pt x="56" y="35"/>
                    <a:pt x="55" y="36"/>
                  </a:cubicBezTo>
                  <a:cubicBezTo>
                    <a:pt x="54" y="36"/>
                    <a:pt x="53" y="36"/>
                    <a:pt x="52" y="36"/>
                  </a:cubicBezTo>
                  <a:cubicBezTo>
                    <a:pt x="51" y="36"/>
                    <a:pt x="49" y="30"/>
                    <a:pt x="48" y="19"/>
                  </a:cubicBezTo>
                  <a:cubicBezTo>
                    <a:pt x="47" y="7"/>
                    <a:pt x="42" y="2"/>
                    <a:pt x="35" y="2"/>
                  </a:cubicBezTo>
                  <a:cubicBezTo>
                    <a:pt x="27" y="2"/>
                    <a:pt x="19" y="10"/>
                    <a:pt x="12" y="26"/>
                  </a:cubicBezTo>
                  <a:cubicBezTo>
                    <a:pt x="14" y="17"/>
                    <a:pt x="15" y="11"/>
                    <a:pt x="15" y="8"/>
                  </a:cubicBezTo>
                  <a:cubicBezTo>
                    <a:pt x="15" y="4"/>
                    <a:pt x="15" y="2"/>
                    <a:pt x="14" y="1"/>
                  </a:cubicBezTo>
                  <a:cubicBezTo>
                    <a:pt x="13" y="0"/>
                    <a:pt x="11" y="0"/>
                    <a:pt x="10" y="0"/>
                  </a:cubicBezTo>
                  <a:cubicBezTo>
                    <a:pt x="8" y="0"/>
                    <a:pt x="7" y="1"/>
                    <a:pt x="5" y="2"/>
                  </a:cubicBezTo>
                  <a:cubicBezTo>
                    <a:pt x="4" y="4"/>
                    <a:pt x="4" y="6"/>
                    <a:pt x="4" y="7"/>
                  </a:cubicBezTo>
                  <a:cubicBezTo>
                    <a:pt x="4" y="17"/>
                    <a:pt x="3" y="25"/>
                    <a:pt x="2" y="32"/>
                  </a:cubicBezTo>
                  <a:cubicBezTo>
                    <a:pt x="1" y="37"/>
                    <a:pt x="0" y="40"/>
                    <a:pt x="0" y="42"/>
                  </a:cubicBezTo>
                  <a:cubicBezTo>
                    <a:pt x="0" y="46"/>
                    <a:pt x="3" y="48"/>
                    <a:pt x="7" y="48"/>
                  </a:cubicBezTo>
                  <a:cubicBezTo>
                    <a:pt x="8" y="48"/>
                    <a:pt x="9" y="48"/>
                    <a:pt x="10" y="47"/>
                  </a:cubicBezTo>
                  <a:cubicBezTo>
                    <a:pt x="10" y="46"/>
                    <a:pt x="11" y="45"/>
                    <a:pt x="11" y="44"/>
                  </a:cubicBezTo>
                  <a:cubicBezTo>
                    <a:pt x="13" y="40"/>
                    <a:pt x="16" y="34"/>
                    <a:pt x="21" y="26"/>
                  </a:cubicBezTo>
                  <a:cubicBezTo>
                    <a:pt x="27" y="17"/>
                    <a:pt x="31" y="13"/>
                    <a:pt x="33"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 name="Freeform 264"/>
            <p:cNvSpPr>
              <a:spLocks noEditPoints="1"/>
            </p:cNvSpPr>
            <p:nvPr/>
          </p:nvSpPr>
          <p:spPr bwMode="auto">
            <a:xfrm>
              <a:off x="6640513" y="2330450"/>
              <a:ext cx="74613" cy="103188"/>
            </a:xfrm>
            <a:custGeom>
              <a:avLst/>
              <a:gdLst>
                <a:gd name="T0" fmla="*/ 58 w 58"/>
                <a:gd name="T1" fmla="*/ 70 h 80"/>
                <a:gd name="T2" fmla="*/ 55 w 58"/>
                <a:gd name="T3" fmla="*/ 68 h 80"/>
                <a:gd name="T4" fmla="*/ 52 w 58"/>
                <a:gd name="T5" fmla="*/ 68 h 80"/>
                <a:gd name="T6" fmla="*/ 48 w 58"/>
                <a:gd name="T7" fmla="*/ 69 h 80"/>
                <a:gd name="T8" fmla="*/ 45 w 58"/>
                <a:gd name="T9" fmla="*/ 61 h 80"/>
                <a:gd name="T10" fmla="*/ 48 w 58"/>
                <a:gd name="T11" fmla="*/ 38 h 80"/>
                <a:gd name="T12" fmla="*/ 54 w 58"/>
                <a:gd name="T13" fmla="*/ 14 h 80"/>
                <a:gd name="T14" fmla="*/ 56 w 58"/>
                <a:gd name="T15" fmla="*/ 6 h 80"/>
                <a:gd name="T16" fmla="*/ 55 w 58"/>
                <a:gd name="T17" fmla="*/ 2 h 80"/>
                <a:gd name="T18" fmla="*/ 51 w 58"/>
                <a:gd name="T19" fmla="*/ 0 h 80"/>
                <a:gd name="T20" fmla="*/ 48 w 58"/>
                <a:gd name="T21" fmla="*/ 1 h 80"/>
                <a:gd name="T22" fmla="*/ 45 w 58"/>
                <a:gd name="T23" fmla="*/ 4 h 80"/>
                <a:gd name="T24" fmla="*/ 43 w 58"/>
                <a:gd name="T25" fmla="*/ 14 h 80"/>
                <a:gd name="T26" fmla="*/ 38 w 58"/>
                <a:gd name="T27" fmla="*/ 33 h 80"/>
                <a:gd name="T28" fmla="*/ 30 w 58"/>
                <a:gd name="T29" fmla="*/ 30 h 80"/>
                <a:gd name="T30" fmla="*/ 10 w 58"/>
                <a:gd name="T31" fmla="*/ 42 h 80"/>
                <a:gd name="T32" fmla="*/ 0 w 58"/>
                <a:gd name="T33" fmla="*/ 66 h 80"/>
                <a:gd name="T34" fmla="*/ 3 w 58"/>
                <a:gd name="T35" fmla="*/ 76 h 80"/>
                <a:gd name="T36" fmla="*/ 11 w 58"/>
                <a:gd name="T37" fmla="*/ 80 h 80"/>
                <a:gd name="T38" fmla="*/ 35 w 58"/>
                <a:gd name="T39" fmla="*/ 63 h 80"/>
                <a:gd name="T40" fmla="*/ 37 w 58"/>
                <a:gd name="T41" fmla="*/ 75 h 80"/>
                <a:gd name="T42" fmla="*/ 44 w 58"/>
                <a:gd name="T43" fmla="*/ 80 h 80"/>
                <a:gd name="T44" fmla="*/ 53 w 58"/>
                <a:gd name="T45" fmla="*/ 77 h 80"/>
                <a:gd name="T46" fmla="*/ 58 w 58"/>
                <a:gd name="T47" fmla="*/ 70 h 80"/>
                <a:gd name="T48" fmla="*/ 28 w 58"/>
                <a:gd name="T49" fmla="*/ 60 h 80"/>
                <a:gd name="T50" fmla="*/ 14 w 58"/>
                <a:gd name="T51" fmla="*/ 70 h 80"/>
                <a:gd name="T52" fmla="*/ 11 w 58"/>
                <a:gd name="T53" fmla="*/ 66 h 80"/>
                <a:gd name="T54" fmla="*/ 17 w 58"/>
                <a:gd name="T55" fmla="*/ 48 h 80"/>
                <a:gd name="T56" fmla="*/ 30 w 58"/>
                <a:gd name="T57" fmla="*/ 39 h 80"/>
                <a:gd name="T58" fmla="*/ 34 w 58"/>
                <a:gd name="T59" fmla="*/ 41 h 80"/>
                <a:gd name="T60" fmla="*/ 36 w 58"/>
                <a:gd name="T61" fmla="*/ 44 h 80"/>
                <a:gd name="T62" fmla="*/ 28 w 58"/>
                <a:gd name="T63" fmla="*/ 6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8" h="80">
                  <a:moveTo>
                    <a:pt x="58" y="70"/>
                  </a:moveTo>
                  <a:cubicBezTo>
                    <a:pt x="58" y="68"/>
                    <a:pt x="57" y="68"/>
                    <a:pt x="55" y="68"/>
                  </a:cubicBezTo>
                  <a:cubicBezTo>
                    <a:pt x="55" y="68"/>
                    <a:pt x="54" y="68"/>
                    <a:pt x="52" y="68"/>
                  </a:cubicBezTo>
                  <a:cubicBezTo>
                    <a:pt x="51" y="69"/>
                    <a:pt x="50" y="69"/>
                    <a:pt x="48" y="69"/>
                  </a:cubicBezTo>
                  <a:cubicBezTo>
                    <a:pt x="46" y="69"/>
                    <a:pt x="45" y="67"/>
                    <a:pt x="45" y="61"/>
                  </a:cubicBezTo>
                  <a:cubicBezTo>
                    <a:pt x="45" y="56"/>
                    <a:pt x="46" y="48"/>
                    <a:pt x="48" y="38"/>
                  </a:cubicBezTo>
                  <a:cubicBezTo>
                    <a:pt x="50" y="29"/>
                    <a:pt x="52" y="21"/>
                    <a:pt x="54" y="14"/>
                  </a:cubicBezTo>
                  <a:cubicBezTo>
                    <a:pt x="55" y="10"/>
                    <a:pt x="56" y="7"/>
                    <a:pt x="56" y="6"/>
                  </a:cubicBezTo>
                  <a:cubicBezTo>
                    <a:pt x="56" y="4"/>
                    <a:pt x="56" y="3"/>
                    <a:pt x="55" y="2"/>
                  </a:cubicBezTo>
                  <a:cubicBezTo>
                    <a:pt x="54" y="0"/>
                    <a:pt x="53" y="0"/>
                    <a:pt x="51" y="0"/>
                  </a:cubicBezTo>
                  <a:cubicBezTo>
                    <a:pt x="50" y="0"/>
                    <a:pt x="49" y="0"/>
                    <a:pt x="48" y="1"/>
                  </a:cubicBezTo>
                  <a:cubicBezTo>
                    <a:pt x="47" y="2"/>
                    <a:pt x="46" y="3"/>
                    <a:pt x="45" y="4"/>
                  </a:cubicBezTo>
                  <a:cubicBezTo>
                    <a:pt x="44" y="6"/>
                    <a:pt x="44" y="9"/>
                    <a:pt x="43" y="14"/>
                  </a:cubicBezTo>
                  <a:cubicBezTo>
                    <a:pt x="42" y="16"/>
                    <a:pt x="41" y="23"/>
                    <a:pt x="38" y="33"/>
                  </a:cubicBezTo>
                  <a:cubicBezTo>
                    <a:pt x="37" y="31"/>
                    <a:pt x="34" y="30"/>
                    <a:pt x="30" y="30"/>
                  </a:cubicBezTo>
                  <a:cubicBezTo>
                    <a:pt x="23" y="30"/>
                    <a:pt x="16" y="34"/>
                    <a:pt x="10" y="42"/>
                  </a:cubicBezTo>
                  <a:cubicBezTo>
                    <a:pt x="3" y="50"/>
                    <a:pt x="0" y="58"/>
                    <a:pt x="0" y="66"/>
                  </a:cubicBezTo>
                  <a:cubicBezTo>
                    <a:pt x="0" y="71"/>
                    <a:pt x="1" y="74"/>
                    <a:pt x="3" y="76"/>
                  </a:cubicBezTo>
                  <a:cubicBezTo>
                    <a:pt x="5" y="79"/>
                    <a:pt x="8" y="80"/>
                    <a:pt x="11" y="80"/>
                  </a:cubicBezTo>
                  <a:cubicBezTo>
                    <a:pt x="19" y="80"/>
                    <a:pt x="27" y="75"/>
                    <a:pt x="35" y="63"/>
                  </a:cubicBezTo>
                  <a:cubicBezTo>
                    <a:pt x="35" y="68"/>
                    <a:pt x="35" y="72"/>
                    <a:pt x="37" y="75"/>
                  </a:cubicBezTo>
                  <a:cubicBezTo>
                    <a:pt x="39" y="78"/>
                    <a:pt x="41" y="80"/>
                    <a:pt x="44" y="80"/>
                  </a:cubicBezTo>
                  <a:cubicBezTo>
                    <a:pt x="47" y="80"/>
                    <a:pt x="50" y="79"/>
                    <a:pt x="53" y="77"/>
                  </a:cubicBezTo>
                  <a:cubicBezTo>
                    <a:pt x="56" y="74"/>
                    <a:pt x="58" y="72"/>
                    <a:pt x="58" y="70"/>
                  </a:cubicBezTo>
                  <a:close/>
                  <a:moveTo>
                    <a:pt x="28" y="60"/>
                  </a:moveTo>
                  <a:cubicBezTo>
                    <a:pt x="22" y="67"/>
                    <a:pt x="18" y="70"/>
                    <a:pt x="14" y="70"/>
                  </a:cubicBezTo>
                  <a:cubicBezTo>
                    <a:pt x="12" y="70"/>
                    <a:pt x="11" y="69"/>
                    <a:pt x="11" y="66"/>
                  </a:cubicBezTo>
                  <a:cubicBezTo>
                    <a:pt x="11" y="60"/>
                    <a:pt x="13" y="55"/>
                    <a:pt x="17" y="48"/>
                  </a:cubicBezTo>
                  <a:cubicBezTo>
                    <a:pt x="22" y="42"/>
                    <a:pt x="26" y="39"/>
                    <a:pt x="30" y="39"/>
                  </a:cubicBezTo>
                  <a:cubicBezTo>
                    <a:pt x="32" y="39"/>
                    <a:pt x="33" y="40"/>
                    <a:pt x="34" y="41"/>
                  </a:cubicBezTo>
                  <a:cubicBezTo>
                    <a:pt x="35" y="42"/>
                    <a:pt x="36" y="43"/>
                    <a:pt x="36" y="44"/>
                  </a:cubicBezTo>
                  <a:cubicBezTo>
                    <a:pt x="36" y="48"/>
                    <a:pt x="33" y="53"/>
                    <a:pt x="28"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Freeform 265"/>
            <p:cNvSpPr>
              <a:spLocks noEditPoints="1"/>
            </p:cNvSpPr>
            <p:nvPr/>
          </p:nvSpPr>
          <p:spPr bwMode="auto">
            <a:xfrm>
              <a:off x="6723063" y="2363788"/>
              <a:ext cx="55563" cy="71438"/>
            </a:xfrm>
            <a:custGeom>
              <a:avLst/>
              <a:gdLst>
                <a:gd name="T0" fmla="*/ 17 w 43"/>
                <a:gd name="T1" fmla="*/ 55 h 55"/>
                <a:gd name="T2" fmla="*/ 35 w 43"/>
                <a:gd name="T3" fmla="*/ 48 h 55"/>
                <a:gd name="T4" fmla="*/ 43 w 43"/>
                <a:gd name="T5" fmla="*/ 37 h 55"/>
                <a:gd name="T6" fmla="*/ 41 w 43"/>
                <a:gd name="T7" fmla="*/ 34 h 55"/>
                <a:gd name="T8" fmla="*/ 37 w 43"/>
                <a:gd name="T9" fmla="*/ 35 h 55"/>
                <a:gd name="T10" fmla="*/ 18 w 43"/>
                <a:gd name="T11" fmla="*/ 45 h 55"/>
                <a:gd name="T12" fmla="*/ 13 w 43"/>
                <a:gd name="T13" fmla="*/ 43 h 55"/>
                <a:gd name="T14" fmla="*/ 11 w 43"/>
                <a:gd name="T15" fmla="*/ 39 h 55"/>
                <a:gd name="T16" fmla="*/ 12 w 43"/>
                <a:gd name="T17" fmla="*/ 37 h 55"/>
                <a:gd name="T18" fmla="*/ 33 w 43"/>
                <a:gd name="T19" fmla="*/ 27 h 55"/>
                <a:gd name="T20" fmla="*/ 40 w 43"/>
                <a:gd name="T21" fmla="*/ 11 h 55"/>
                <a:gd name="T22" fmla="*/ 37 w 43"/>
                <a:gd name="T23" fmla="*/ 3 h 55"/>
                <a:gd name="T24" fmla="*/ 29 w 43"/>
                <a:gd name="T25" fmla="*/ 0 h 55"/>
                <a:gd name="T26" fmla="*/ 9 w 43"/>
                <a:gd name="T27" fmla="*/ 12 h 55"/>
                <a:gd name="T28" fmla="*/ 0 w 43"/>
                <a:gd name="T29" fmla="*/ 36 h 55"/>
                <a:gd name="T30" fmla="*/ 4 w 43"/>
                <a:gd name="T31" fmla="*/ 50 h 55"/>
                <a:gd name="T32" fmla="*/ 17 w 43"/>
                <a:gd name="T33" fmla="*/ 55 h 55"/>
                <a:gd name="T34" fmla="*/ 18 w 43"/>
                <a:gd name="T35" fmla="*/ 16 h 55"/>
                <a:gd name="T36" fmla="*/ 28 w 43"/>
                <a:gd name="T37" fmla="*/ 10 h 55"/>
                <a:gd name="T38" fmla="*/ 30 w 43"/>
                <a:gd name="T39" fmla="*/ 11 h 55"/>
                <a:gd name="T40" fmla="*/ 31 w 43"/>
                <a:gd name="T41" fmla="*/ 13 h 55"/>
                <a:gd name="T42" fmla="*/ 25 w 43"/>
                <a:gd name="T43" fmla="*/ 22 h 55"/>
                <a:gd name="T44" fmla="*/ 12 w 43"/>
                <a:gd name="T45" fmla="*/ 28 h 55"/>
                <a:gd name="T46" fmla="*/ 18 w 43"/>
                <a:gd name="T47" fmla="*/ 1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3" h="55">
                  <a:moveTo>
                    <a:pt x="17" y="55"/>
                  </a:moveTo>
                  <a:cubicBezTo>
                    <a:pt x="24" y="55"/>
                    <a:pt x="30" y="53"/>
                    <a:pt x="35" y="48"/>
                  </a:cubicBezTo>
                  <a:cubicBezTo>
                    <a:pt x="41" y="44"/>
                    <a:pt x="43" y="40"/>
                    <a:pt x="43" y="37"/>
                  </a:cubicBezTo>
                  <a:cubicBezTo>
                    <a:pt x="43" y="35"/>
                    <a:pt x="42" y="34"/>
                    <a:pt x="41" y="34"/>
                  </a:cubicBezTo>
                  <a:cubicBezTo>
                    <a:pt x="39" y="34"/>
                    <a:pt x="38" y="34"/>
                    <a:pt x="37" y="35"/>
                  </a:cubicBezTo>
                  <a:cubicBezTo>
                    <a:pt x="31" y="42"/>
                    <a:pt x="25" y="45"/>
                    <a:pt x="18" y="45"/>
                  </a:cubicBezTo>
                  <a:cubicBezTo>
                    <a:pt x="16" y="45"/>
                    <a:pt x="14" y="44"/>
                    <a:pt x="13" y="43"/>
                  </a:cubicBezTo>
                  <a:cubicBezTo>
                    <a:pt x="12" y="42"/>
                    <a:pt x="11" y="40"/>
                    <a:pt x="11" y="39"/>
                  </a:cubicBezTo>
                  <a:cubicBezTo>
                    <a:pt x="11" y="38"/>
                    <a:pt x="12" y="37"/>
                    <a:pt x="12" y="37"/>
                  </a:cubicBezTo>
                  <a:cubicBezTo>
                    <a:pt x="21" y="35"/>
                    <a:pt x="27" y="32"/>
                    <a:pt x="33" y="27"/>
                  </a:cubicBezTo>
                  <a:cubicBezTo>
                    <a:pt x="38" y="22"/>
                    <a:pt x="40" y="17"/>
                    <a:pt x="40" y="11"/>
                  </a:cubicBezTo>
                  <a:cubicBezTo>
                    <a:pt x="40" y="8"/>
                    <a:pt x="39" y="6"/>
                    <a:pt x="37" y="3"/>
                  </a:cubicBezTo>
                  <a:cubicBezTo>
                    <a:pt x="35" y="1"/>
                    <a:pt x="32" y="0"/>
                    <a:pt x="29" y="0"/>
                  </a:cubicBezTo>
                  <a:cubicBezTo>
                    <a:pt x="22" y="0"/>
                    <a:pt x="15" y="4"/>
                    <a:pt x="9" y="12"/>
                  </a:cubicBezTo>
                  <a:cubicBezTo>
                    <a:pt x="3" y="19"/>
                    <a:pt x="0" y="27"/>
                    <a:pt x="0" y="36"/>
                  </a:cubicBezTo>
                  <a:cubicBezTo>
                    <a:pt x="0" y="42"/>
                    <a:pt x="1" y="47"/>
                    <a:pt x="4" y="50"/>
                  </a:cubicBezTo>
                  <a:cubicBezTo>
                    <a:pt x="7" y="53"/>
                    <a:pt x="11" y="55"/>
                    <a:pt x="17" y="55"/>
                  </a:cubicBezTo>
                  <a:close/>
                  <a:moveTo>
                    <a:pt x="18" y="16"/>
                  </a:moveTo>
                  <a:cubicBezTo>
                    <a:pt x="22" y="12"/>
                    <a:pt x="25" y="10"/>
                    <a:pt x="28" y="10"/>
                  </a:cubicBezTo>
                  <a:cubicBezTo>
                    <a:pt x="28" y="10"/>
                    <a:pt x="29" y="10"/>
                    <a:pt x="30" y="11"/>
                  </a:cubicBezTo>
                  <a:cubicBezTo>
                    <a:pt x="30" y="11"/>
                    <a:pt x="31" y="12"/>
                    <a:pt x="31" y="13"/>
                  </a:cubicBezTo>
                  <a:cubicBezTo>
                    <a:pt x="31" y="16"/>
                    <a:pt x="29" y="19"/>
                    <a:pt x="25" y="22"/>
                  </a:cubicBezTo>
                  <a:cubicBezTo>
                    <a:pt x="21" y="25"/>
                    <a:pt x="17" y="27"/>
                    <a:pt x="12" y="28"/>
                  </a:cubicBezTo>
                  <a:cubicBezTo>
                    <a:pt x="13" y="24"/>
                    <a:pt x="15" y="20"/>
                    <a:pt x="1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 name="Freeform 266"/>
            <p:cNvSpPr>
              <a:spLocks/>
            </p:cNvSpPr>
            <p:nvPr/>
          </p:nvSpPr>
          <p:spPr bwMode="auto">
            <a:xfrm>
              <a:off x="6791326" y="2366963"/>
              <a:ext cx="58738" cy="68263"/>
            </a:xfrm>
            <a:custGeom>
              <a:avLst/>
              <a:gdLst>
                <a:gd name="T0" fmla="*/ 6 w 46"/>
                <a:gd name="T1" fmla="*/ 53 h 53"/>
                <a:gd name="T2" fmla="*/ 11 w 46"/>
                <a:gd name="T3" fmla="*/ 52 h 53"/>
                <a:gd name="T4" fmla="*/ 13 w 46"/>
                <a:gd name="T5" fmla="*/ 46 h 53"/>
                <a:gd name="T6" fmla="*/ 23 w 46"/>
                <a:gd name="T7" fmla="*/ 22 h 53"/>
                <a:gd name="T8" fmla="*/ 35 w 46"/>
                <a:gd name="T9" fmla="*/ 11 h 53"/>
                <a:gd name="T10" fmla="*/ 37 w 46"/>
                <a:gd name="T11" fmla="*/ 12 h 53"/>
                <a:gd name="T12" fmla="*/ 43 w 46"/>
                <a:gd name="T13" fmla="*/ 15 h 53"/>
                <a:gd name="T14" fmla="*/ 45 w 46"/>
                <a:gd name="T15" fmla="*/ 13 h 53"/>
                <a:gd name="T16" fmla="*/ 46 w 46"/>
                <a:gd name="T17" fmla="*/ 9 h 53"/>
                <a:gd name="T18" fmla="*/ 43 w 46"/>
                <a:gd name="T19" fmla="*/ 3 h 53"/>
                <a:gd name="T20" fmla="*/ 36 w 46"/>
                <a:gd name="T21" fmla="*/ 0 h 53"/>
                <a:gd name="T22" fmla="*/ 23 w 46"/>
                <a:gd name="T23" fmla="*/ 8 h 53"/>
                <a:gd name="T24" fmla="*/ 11 w 46"/>
                <a:gd name="T25" fmla="*/ 26 h 53"/>
                <a:gd name="T26" fmla="*/ 10 w 46"/>
                <a:gd name="T27" fmla="*/ 28 h 53"/>
                <a:gd name="T28" fmla="*/ 11 w 46"/>
                <a:gd name="T29" fmla="*/ 20 h 53"/>
                <a:gd name="T30" fmla="*/ 12 w 46"/>
                <a:gd name="T31" fmla="*/ 15 h 53"/>
                <a:gd name="T32" fmla="*/ 14 w 46"/>
                <a:gd name="T33" fmla="*/ 5 h 53"/>
                <a:gd name="T34" fmla="*/ 13 w 46"/>
                <a:gd name="T35" fmla="*/ 2 h 53"/>
                <a:gd name="T36" fmla="*/ 9 w 46"/>
                <a:gd name="T37" fmla="*/ 1 h 53"/>
                <a:gd name="T38" fmla="*/ 5 w 46"/>
                <a:gd name="T39" fmla="*/ 2 h 53"/>
                <a:gd name="T40" fmla="*/ 2 w 46"/>
                <a:gd name="T41" fmla="*/ 6 h 53"/>
                <a:gd name="T42" fmla="*/ 1 w 46"/>
                <a:gd name="T43" fmla="*/ 12 h 53"/>
                <a:gd name="T44" fmla="*/ 1 w 46"/>
                <a:gd name="T45" fmla="*/ 15 h 53"/>
                <a:gd name="T46" fmla="*/ 0 w 46"/>
                <a:gd name="T47" fmla="*/ 28 h 53"/>
                <a:gd name="T48" fmla="*/ 0 w 46"/>
                <a:gd name="T49" fmla="*/ 38 h 53"/>
                <a:gd name="T50" fmla="*/ 1 w 46"/>
                <a:gd name="T51" fmla="*/ 50 h 53"/>
                <a:gd name="T52" fmla="*/ 6 w 46"/>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6" h="53">
                  <a:moveTo>
                    <a:pt x="6" y="53"/>
                  </a:moveTo>
                  <a:cubicBezTo>
                    <a:pt x="8" y="53"/>
                    <a:pt x="9" y="53"/>
                    <a:pt x="11" y="52"/>
                  </a:cubicBezTo>
                  <a:cubicBezTo>
                    <a:pt x="12" y="51"/>
                    <a:pt x="13" y="49"/>
                    <a:pt x="13" y="46"/>
                  </a:cubicBezTo>
                  <a:cubicBezTo>
                    <a:pt x="14" y="37"/>
                    <a:pt x="17" y="29"/>
                    <a:pt x="23" y="22"/>
                  </a:cubicBezTo>
                  <a:cubicBezTo>
                    <a:pt x="28" y="15"/>
                    <a:pt x="32" y="11"/>
                    <a:pt x="35" y="11"/>
                  </a:cubicBezTo>
                  <a:cubicBezTo>
                    <a:pt x="35" y="11"/>
                    <a:pt x="36" y="11"/>
                    <a:pt x="37" y="12"/>
                  </a:cubicBezTo>
                  <a:cubicBezTo>
                    <a:pt x="39" y="14"/>
                    <a:pt x="41" y="15"/>
                    <a:pt x="43" y="15"/>
                  </a:cubicBezTo>
                  <a:cubicBezTo>
                    <a:pt x="44" y="15"/>
                    <a:pt x="45" y="14"/>
                    <a:pt x="45" y="13"/>
                  </a:cubicBezTo>
                  <a:cubicBezTo>
                    <a:pt x="46" y="12"/>
                    <a:pt x="46" y="11"/>
                    <a:pt x="46" y="9"/>
                  </a:cubicBezTo>
                  <a:cubicBezTo>
                    <a:pt x="46" y="7"/>
                    <a:pt x="45" y="5"/>
                    <a:pt x="43" y="3"/>
                  </a:cubicBezTo>
                  <a:cubicBezTo>
                    <a:pt x="41" y="1"/>
                    <a:pt x="39" y="0"/>
                    <a:pt x="36" y="0"/>
                  </a:cubicBezTo>
                  <a:cubicBezTo>
                    <a:pt x="31" y="0"/>
                    <a:pt x="27" y="3"/>
                    <a:pt x="23" y="8"/>
                  </a:cubicBezTo>
                  <a:cubicBezTo>
                    <a:pt x="19" y="12"/>
                    <a:pt x="14" y="18"/>
                    <a:pt x="11" y="26"/>
                  </a:cubicBezTo>
                  <a:cubicBezTo>
                    <a:pt x="10" y="28"/>
                    <a:pt x="10" y="28"/>
                    <a:pt x="10" y="28"/>
                  </a:cubicBezTo>
                  <a:cubicBezTo>
                    <a:pt x="11" y="20"/>
                    <a:pt x="11" y="20"/>
                    <a:pt x="11" y="20"/>
                  </a:cubicBezTo>
                  <a:cubicBezTo>
                    <a:pt x="11" y="18"/>
                    <a:pt x="12" y="16"/>
                    <a:pt x="12" y="15"/>
                  </a:cubicBezTo>
                  <a:cubicBezTo>
                    <a:pt x="14" y="10"/>
                    <a:pt x="14" y="7"/>
                    <a:pt x="14" y="5"/>
                  </a:cubicBezTo>
                  <a:cubicBezTo>
                    <a:pt x="14" y="4"/>
                    <a:pt x="14" y="3"/>
                    <a:pt x="13" y="2"/>
                  </a:cubicBezTo>
                  <a:cubicBezTo>
                    <a:pt x="12" y="1"/>
                    <a:pt x="11" y="1"/>
                    <a:pt x="9" y="1"/>
                  </a:cubicBezTo>
                  <a:cubicBezTo>
                    <a:pt x="8" y="1"/>
                    <a:pt x="6" y="1"/>
                    <a:pt x="5" y="2"/>
                  </a:cubicBezTo>
                  <a:cubicBezTo>
                    <a:pt x="4" y="3"/>
                    <a:pt x="3" y="4"/>
                    <a:pt x="2" y="6"/>
                  </a:cubicBezTo>
                  <a:cubicBezTo>
                    <a:pt x="2" y="7"/>
                    <a:pt x="2" y="9"/>
                    <a:pt x="1" y="12"/>
                  </a:cubicBezTo>
                  <a:cubicBezTo>
                    <a:pt x="1" y="13"/>
                    <a:pt x="1" y="14"/>
                    <a:pt x="1" y="15"/>
                  </a:cubicBezTo>
                  <a:cubicBezTo>
                    <a:pt x="1" y="20"/>
                    <a:pt x="0" y="25"/>
                    <a:pt x="0" y="28"/>
                  </a:cubicBezTo>
                  <a:cubicBezTo>
                    <a:pt x="0" y="32"/>
                    <a:pt x="0" y="35"/>
                    <a:pt x="0" y="38"/>
                  </a:cubicBezTo>
                  <a:cubicBezTo>
                    <a:pt x="0" y="43"/>
                    <a:pt x="0" y="47"/>
                    <a:pt x="1" y="50"/>
                  </a:cubicBezTo>
                  <a:cubicBezTo>
                    <a:pt x="2" y="52"/>
                    <a:pt x="4" y="53"/>
                    <a:pt x="6"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 name="Freeform 267"/>
            <p:cNvSpPr>
              <a:spLocks noEditPoints="1"/>
            </p:cNvSpPr>
            <p:nvPr/>
          </p:nvSpPr>
          <p:spPr bwMode="auto">
            <a:xfrm>
              <a:off x="6897688" y="2365375"/>
              <a:ext cx="65088" cy="69850"/>
            </a:xfrm>
            <a:custGeom>
              <a:avLst/>
              <a:gdLst>
                <a:gd name="T0" fmla="*/ 47 w 50"/>
                <a:gd name="T1" fmla="*/ 52 h 54"/>
                <a:gd name="T2" fmla="*/ 50 w 50"/>
                <a:gd name="T3" fmla="*/ 48 h 54"/>
                <a:gd name="T4" fmla="*/ 48 w 50"/>
                <a:gd name="T5" fmla="*/ 46 h 54"/>
                <a:gd name="T6" fmla="*/ 46 w 50"/>
                <a:gd name="T7" fmla="*/ 44 h 54"/>
                <a:gd name="T8" fmla="*/ 44 w 50"/>
                <a:gd name="T9" fmla="*/ 41 h 54"/>
                <a:gd name="T10" fmla="*/ 44 w 50"/>
                <a:gd name="T11" fmla="*/ 32 h 54"/>
                <a:gd name="T12" fmla="*/ 45 w 50"/>
                <a:gd name="T13" fmla="*/ 17 h 54"/>
                <a:gd name="T14" fmla="*/ 46 w 50"/>
                <a:gd name="T15" fmla="*/ 10 h 54"/>
                <a:gd name="T16" fmla="*/ 41 w 50"/>
                <a:gd name="T17" fmla="*/ 6 h 54"/>
                <a:gd name="T18" fmla="*/ 34 w 50"/>
                <a:gd name="T19" fmla="*/ 0 h 54"/>
                <a:gd name="T20" fmla="*/ 11 w 50"/>
                <a:gd name="T21" fmla="*/ 14 h 54"/>
                <a:gd name="T22" fmla="*/ 0 w 50"/>
                <a:gd name="T23" fmla="*/ 41 h 54"/>
                <a:gd name="T24" fmla="*/ 3 w 50"/>
                <a:gd name="T25" fmla="*/ 49 h 54"/>
                <a:gd name="T26" fmla="*/ 11 w 50"/>
                <a:gd name="T27" fmla="*/ 52 h 54"/>
                <a:gd name="T28" fmla="*/ 34 w 50"/>
                <a:gd name="T29" fmla="*/ 36 h 54"/>
                <a:gd name="T30" fmla="*/ 42 w 50"/>
                <a:gd name="T31" fmla="*/ 54 h 54"/>
                <a:gd name="T32" fmla="*/ 47 w 50"/>
                <a:gd name="T33" fmla="*/ 52 h 54"/>
                <a:gd name="T34" fmla="*/ 27 w 50"/>
                <a:gd name="T35" fmla="*/ 32 h 54"/>
                <a:gd name="T36" fmla="*/ 13 w 50"/>
                <a:gd name="T37" fmla="*/ 42 h 54"/>
                <a:gd name="T38" fmla="*/ 12 w 50"/>
                <a:gd name="T39" fmla="*/ 38 h 54"/>
                <a:gd name="T40" fmla="*/ 19 w 50"/>
                <a:gd name="T41" fmla="*/ 21 h 54"/>
                <a:gd name="T42" fmla="*/ 32 w 50"/>
                <a:gd name="T43" fmla="*/ 10 h 54"/>
                <a:gd name="T44" fmla="*/ 34 w 50"/>
                <a:gd name="T45" fmla="*/ 11 h 54"/>
                <a:gd name="T46" fmla="*/ 35 w 50"/>
                <a:gd name="T47" fmla="*/ 15 h 54"/>
                <a:gd name="T48" fmla="*/ 27 w 50"/>
                <a:gd name="T49" fmla="*/ 3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0" h="54">
                  <a:moveTo>
                    <a:pt x="47" y="52"/>
                  </a:moveTo>
                  <a:cubicBezTo>
                    <a:pt x="49" y="51"/>
                    <a:pt x="50" y="50"/>
                    <a:pt x="50" y="48"/>
                  </a:cubicBezTo>
                  <a:cubicBezTo>
                    <a:pt x="50" y="47"/>
                    <a:pt x="49" y="46"/>
                    <a:pt x="48" y="46"/>
                  </a:cubicBezTo>
                  <a:cubicBezTo>
                    <a:pt x="47" y="45"/>
                    <a:pt x="46" y="45"/>
                    <a:pt x="46" y="44"/>
                  </a:cubicBezTo>
                  <a:cubicBezTo>
                    <a:pt x="45" y="44"/>
                    <a:pt x="45" y="43"/>
                    <a:pt x="44" y="41"/>
                  </a:cubicBezTo>
                  <a:cubicBezTo>
                    <a:pt x="44" y="39"/>
                    <a:pt x="44" y="36"/>
                    <a:pt x="44" y="32"/>
                  </a:cubicBezTo>
                  <a:cubicBezTo>
                    <a:pt x="44" y="29"/>
                    <a:pt x="44" y="24"/>
                    <a:pt x="45" y="17"/>
                  </a:cubicBezTo>
                  <a:cubicBezTo>
                    <a:pt x="46" y="14"/>
                    <a:pt x="46" y="11"/>
                    <a:pt x="46" y="10"/>
                  </a:cubicBezTo>
                  <a:cubicBezTo>
                    <a:pt x="46" y="7"/>
                    <a:pt x="45" y="6"/>
                    <a:pt x="41" y="6"/>
                  </a:cubicBezTo>
                  <a:cubicBezTo>
                    <a:pt x="40" y="2"/>
                    <a:pt x="37" y="0"/>
                    <a:pt x="34" y="0"/>
                  </a:cubicBezTo>
                  <a:cubicBezTo>
                    <a:pt x="26" y="0"/>
                    <a:pt x="19" y="5"/>
                    <a:pt x="11" y="14"/>
                  </a:cubicBezTo>
                  <a:cubicBezTo>
                    <a:pt x="4" y="23"/>
                    <a:pt x="0" y="32"/>
                    <a:pt x="0" y="41"/>
                  </a:cubicBezTo>
                  <a:cubicBezTo>
                    <a:pt x="0" y="44"/>
                    <a:pt x="1" y="47"/>
                    <a:pt x="3" y="49"/>
                  </a:cubicBezTo>
                  <a:cubicBezTo>
                    <a:pt x="5" y="51"/>
                    <a:pt x="8" y="52"/>
                    <a:pt x="11" y="52"/>
                  </a:cubicBezTo>
                  <a:cubicBezTo>
                    <a:pt x="18" y="52"/>
                    <a:pt x="26" y="47"/>
                    <a:pt x="34" y="36"/>
                  </a:cubicBezTo>
                  <a:cubicBezTo>
                    <a:pt x="34" y="48"/>
                    <a:pt x="36" y="54"/>
                    <a:pt x="42" y="54"/>
                  </a:cubicBezTo>
                  <a:cubicBezTo>
                    <a:pt x="44" y="54"/>
                    <a:pt x="46" y="53"/>
                    <a:pt x="47" y="52"/>
                  </a:cubicBezTo>
                  <a:close/>
                  <a:moveTo>
                    <a:pt x="27" y="32"/>
                  </a:moveTo>
                  <a:cubicBezTo>
                    <a:pt x="21" y="39"/>
                    <a:pt x="17" y="42"/>
                    <a:pt x="13" y="42"/>
                  </a:cubicBezTo>
                  <a:cubicBezTo>
                    <a:pt x="12" y="42"/>
                    <a:pt x="12" y="41"/>
                    <a:pt x="12" y="38"/>
                  </a:cubicBezTo>
                  <a:cubicBezTo>
                    <a:pt x="12" y="33"/>
                    <a:pt x="14" y="28"/>
                    <a:pt x="19" y="21"/>
                  </a:cubicBezTo>
                  <a:cubicBezTo>
                    <a:pt x="24" y="14"/>
                    <a:pt x="28" y="10"/>
                    <a:pt x="32" y="10"/>
                  </a:cubicBezTo>
                  <a:cubicBezTo>
                    <a:pt x="32" y="10"/>
                    <a:pt x="33" y="11"/>
                    <a:pt x="34" y="11"/>
                  </a:cubicBezTo>
                  <a:cubicBezTo>
                    <a:pt x="35" y="12"/>
                    <a:pt x="35" y="14"/>
                    <a:pt x="35" y="15"/>
                  </a:cubicBezTo>
                  <a:cubicBezTo>
                    <a:pt x="35" y="20"/>
                    <a:pt x="32" y="26"/>
                    <a:pt x="27"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 name="Freeform 268"/>
            <p:cNvSpPr>
              <a:spLocks/>
            </p:cNvSpPr>
            <p:nvPr/>
          </p:nvSpPr>
          <p:spPr bwMode="auto">
            <a:xfrm>
              <a:off x="6970713" y="2370138"/>
              <a:ext cx="76200" cy="61913"/>
            </a:xfrm>
            <a:custGeom>
              <a:avLst/>
              <a:gdLst>
                <a:gd name="T0" fmla="*/ 49 w 59"/>
                <a:gd name="T1" fmla="*/ 45 h 48"/>
                <a:gd name="T2" fmla="*/ 56 w 59"/>
                <a:gd name="T3" fmla="*/ 43 h 48"/>
                <a:gd name="T4" fmla="*/ 59 w 59"/>
                <a:gd name="T5" fmla="*/ 38 h 48"/>
                <a:gd name="T6" fmla="*/ 57 w 59"/>
                <a:gd name="T7" fmla="*/ 35 h 48"/>
                <a:gd name="T8" fmla="*/ 54 w 59"/>
                <a:gd name="T9" fmla="*/ 36 h 48"/>
                <a:gd name="T10" fmla="*/ 52 w 59"/>
                <a:gd name="T11" fmla="*/ 36 h 48"/>
                <a:gd name="T12" fmla="*/ 48 w 59"/>
                <a:gd name="T13" fmla="*/ 19 h 48"/>
                <a:gd name="T14" fmla="*/ 35 w 59"/>
                <a:gd name="T15" fmla="*/ 2 h 48"/>
                <a:gd name="T16" fmla="*/ 12 w 59"/>
                <a:gd name="T17" fmla="*/ 26 h 48"/>
                <a:gd name="T18" fmla="*/ 15 w 59"/>
                <a:gd name="T19" fmla="*/ 8 h 48"/>
                <a:gd name="T20" fmla="*/ 13 w 59"/>
                <a:gd name="T21" fmla="*/ 1 h 48"/>
                <a:gd name="T22" fmla="*/ 9 w 59"/>
                <a:gd name="T23" fmla="*/ 0 h 48"/>
                <a:gd name="T24" fmla="*/ 5 w 59"/>
                <a:gd name="T25" fmla="*/ 2 h 48"/>
                <a:gd name="T26" fmla="*/ 3 w 59"/>
                <a:gd name="T27" fmla="*/ 7 h 48"/>
                <a:gd name="T28" fmla="*/ 1 w 59"/>
                <a:gd name="T29" fmla="*/ 32 h 48"/>
                <a:gd name="T30" fmla="*/ 0 w 59"/>
                <a:gd name="T31" fmla="*/ 42 h 48"/>
                <a:gd name="T32" fmla="*/ 7 w 59"/>
                <a:gd name="T33" fmla="*/ 48 h 48"/>
                <a:gd name="T34" fmla="*/ 9 w 59"/>
                <a:gd name="T35" fmla="*/ 47 h 48"/>
                <a:gd name="T36" fmla="*/ 11 w 59"/>
                <a:gd name="T37" fmla="*/ 44 h 48"/>
                <a:gd name="T38" fmla="*/ 21 w 59"/>
                <a:gd name="T39" fmla="*/ 26 h 48"/>
                <a:gd name="T40" fmla="*/ 33 w 59"/>
                <a:gd name="T41" fmla="*/ 13 h 48"/>
                <a:gd name="T42" fmla="*/ 37 w 59"/>
                <a:gd name="T43" fmla="*/ 25 h 48"/>
                <a:gd name="T44" fmla="*/ 41 w 59"/>
                <a:gd name="T45" fmla="*/ 40 h 48"/>
                <a:gd name="T46" fmla="*/ 41 w 59"/>
                <a:gd name="T47" fmla="*/ 40 h 48"/>
                <a:gd name="T48" fmla="*/ 49 w 59"/>
                <a:gd name="T49" fmla="*/ 4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9" h="48">
                  <a:moveTo>
                    <a:pt x="49" y="45"/>
                  </a:moveTo>
                  <a:cubicBezTo>
                    <a:pt x="52" y="45"/>
                    <a:pt x="54" y="45"/>
                    <a:pt x="56" y="43"/>
                  </a:cubicBezTo>
                  <a:cubicBezTo>
                    <a:pt x="58" y="41"/>
                    <a:pt x="59" y="39"/>
                    <a:pt x="59" y="38"/>
                  </a:cubicBezTo>
                  <a:cubicBezTo>
                    <a:pt x="59" y="36"/>
                    <a:pt x="59" y="35"/>
                    <a:pt x="57" y="35"/>
                  </a:cubicBezTo>
                  <a:cubicBezTo>
                    <a:pt x="56" y="35"/>
                    <a:pt x="56" y="35"/>
                    <a:pt x="54" y="36"/>
                  </a:cubicBezTo>
                  <a:cubicBezTo>
                    <a:pt x="54" y="36"/>
                    <a:pt x="53" y="36"/>
                    <a:pt x="52" y="36"/>
                  </a:cubicBezTo>
                  <a:cubicBezTo>
                    <a:pt x="50" y="36"/>
                    <a:pt x="49" y="30"/>
                    <a:pt x="48" y="19"/>
                  </a:cubicBezTo>
                  <a:cubicBezTo>
                    <a:pt x="46" y="7"/>
                    <a:pt x="42" y="2"/>
                    <a:pt x="35" y="2"/>
                  </a:cubicBezTo>
                  <a:cubicBezTo>
                    <a:pt x="27" y="2"/>
                    <a:pt x="19" y="10"/>
                    <a:pt x="12" y="26"/>
                  </a:cubicBezTo>
                  <a:cubicBezTo>
                    <a:pt x="14" y="17"/>
                    <a:pt x="15" y="11"/>
                    <a:pt x="15" y="8"/>
                  </a:cubicBezTo>
                  <a:cubicBezTo>
                    <a:pt x="15" y="4"/>
                    <a:pt x="14" y="2"/>
                    <a:pt x="13" y="1"/>
                  </a:cubicBezTo>
                  <a:cubicBezTo>
                    <a:pt x="12" y="0"/>
                    <a:pt x="11" y="0"/>
                    <a:pt x="9" y="0"/>
                  </a:cubicBezTo>
                  <a:cubicBezTo>
                    <a:pt x="8" y="0"/>
                    <a:pt x="6" y="1"/>
                    <a:pt x="5" y="2"/>
                  </a:cubicBezTo>
                  <a:cubicBezTo>
                    <a:pt x="4" y="4"/>
                    <a:pt x="3" y="6"/>
                    <a:pt x="3" y="7"/>
                  </a:cubicBezTo>
                  <a:cubicBezTo>
                    <a:pt x="3" y="17"/>
                    <a:pt x="3" y="25"/>
                    <a:pt x="1" y="32"/>
                  </a:cubicBezTo>
                  <a:cubicBezTo>
                    <a:pt x="1" y="37"/>
                    <a:pt x="0" y="40"/>
                    <a:pt x="0" y="42"/>
                  </a:cubicBezTo>
                  <a:cubicBezTo>
                    <a:pt x="0" y="46"/>
                    <a:pt x="2" y="48"/>
                    <a:pt x="7" y="48"/>
                  </a:cubicBezTo>
                  <a:cubicBezTo>
                    <a:pt x="8" y="48"/>
                    <a:pt x="9" y="48"/>
                    <a:pt x="9" y="47"/>
                  </a:cubicBezTo>
                  <a:cubicBezTo>
                    <a:pt x="10" y="46"/>
                    <a:pt x="11" y="45"/>
                    <a:pt x="11" y="44"/>
                  </a:cubicBezTo>
                  <a:cubicBezTo>
                    <a:pt x="12" y="40"/>
                    <a:pt x="16" y="34"/>
                    <a:pt x="21" y="26"/>
                  </a:cubicBezTo>
                  <a:cubicBezTo>
                    <a:pt x="27" y="17"/>
                    <a:pt x="31" y="13"/>
                    <a:pt x="33" y="13"/>
                  </a:cubicBezTo>
                  <a:cubicBezTo>
                    <a:pt x="35" y="13"/>
                    <a:pt x="37" y="17"/>
                    <a:pt x="37" y="25"/>
                  </a:cubicBezTo>
                  <a:cubicBezTo>
                    <a:pt x="38" y="32"/>
                    <a:pt x="39" y="40"/>
                    <a:pt x="41" y="40"/>
                  </a:cubicBezTo>
                  <a:cubicBezTo>
                    <a:pt x="41" y="40"/>
                    <a:pt x="41" y="40"/>
                    <a:pt x="41" y="40"/>
                  </a:cubicBezTo>
                  <a:cubicBezTo>
                    <a:pt x="42" y="44"/>
                    <a:pt x="45" y="45"/>
                    <a:pt x="49"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 name="Freeform 269"/>
            <p:cNvSpPr>
              <a:spLocks noEditPoints="1"/>
            </p:cNvSpPr>
            <p:nvPr/>
          </p:nvSpPr>
          <p:spPr bwMode="auto">
            <a:xfrm>
              <a:off x="7051676" y="2330450"/>
              <a:ext cx="74613" cy="103188"/>
            </a:xfrm>
            <a:custGeom>
              <a:avLst/>
              <a:gdLst>
                <a:gd name="T0" fmla="*/ 37 w 57"/>
                <a:gd name="T1" fmla="*/ 75 h 80"/>
                <a:gd name="T2" fmla="*/ 44 w 57"/>
                <a:gd name="T3" fmla="*/ 80 h 80"/>
                <a:gd name="T4" fmla="*/ 53 w 57"/>
                <a:gd name="T5" fmla="*/ 77 h 80"/>
                <a:gd name="T6" fmla="*/ 57 w 57"/>
                <a:gd name="T7" fmla="*/ 70 h 80"/>
                <a:gd name="T8" fmla="*/ 55 w 57"/>
                <a:gd name="T9" fmla="*/ 68 h 80"/>
                <a:gd name="T10" fmla="*/ 52 w 57"/>
                <a:gd name="T11" fmla="*/ 68 h 80"/>
                <a:gd name="T12" fmla="*/ 48 w 57"/>
                <a:gd name="T13" fmla="*/ 69 h 80"/>
                <a:gd name="T14" fmla="*/ 45 w 57"/>
                <a:gd name="T15" fmla="*/ 61 h 80"/>
                <a:gd name="T16" fmla="*/ 48 w 57"/>
                <a:gd name="T17" fmla="*/ 38 h 80"/>
                <a:gd name="T18" fmla="*/ 54 w 57"/>
                <a:gd name="T19" fmla="*/ 14 h 80"/>
                <a:gd name="T20" fmla="*/ 56 w 57"/>
                <a:gd name="T21" fmla="*/ 6 h 80"/>
                <a:gd name="T22" fmla="*/ 55 w 57"/>
                <a:gd name="T23" fmla="*/ 2 h 80"/>
                <a:gd name="T24" fmla="*/ 51 w 57"/>
                <a:gd name="T25" fmla="*/ 0 h 80"/>
                <a:gd name="T26" fmla="*/ 48 w 57"/>
                <a:gd name="T27" fmla="*/ 1 h 80"/>
                <a:gd name="T28" fmla="*/ 45 w 57"/>
                <a:gd name="T29" fmla="*/ 4 h 80"/>
                <a:gd name="T30" fmla="*/ 42 w 57"/>
                <a:gd name="T31" fmla="*/ 14 h 80"/>
                <a:gd name="T32" fmla="*/ 38 w 57"/>
                <a:gd name="T33" fmla="*/ 33 h 80"/>
                <a:gd name="T34" fmla="*/ 30 w 57"/>
                <a:gd name="T35" fmla="*/ 30 h 80"/>
                <a:gd name="T36" fmla="*/ 10 w 57"/>
                <a:gd name="T37" fmla="*/ 42 h 80"/>
                <a:gd name="T38" fmla="*/ 0 w 57"/>
                <a:gd name="T39" fmla="*/ 66 h 80"/>
                <a:gd name="T40" fmla="*/ 3 w 57"/>
                <a:gd name="T41" fmla="*/ 76 h 80"/>
                <a:gd name="T42" fmla="*/ 11 w 57"/>
                <a:gd name="T43" fmla="*/ 80 h 80"/>
                <a:gd name="T44" fmla="*/ 35 w 57"/>
                <a:gd name="T45" fmla="*/ 63 h 80"/>
                <a:gd name="T46" fmla="*/ 37 w 57"/>
                <a:gd name="T47" fmla="*/ 75 h 80"/>
                <a:gd name="T48" fmla="*/ 27 w 57"/>
                <a:gd name="T49" fmla="*/ 60 h 80"/>
                <a:gd name="T50" fmla="*/ 14 w 57"/>
                <a:gd name="T51" fmla="*/ 70 h 80"/>
                <a:gd name="T52" fmla="*/ 10 w 57"/>
                <a:gd name="T53" fmla="*/ 66 h 80"/>
                <a:gd name="T54" fmla="*/ 17 w 57"/>
                <a:gd name="T55" fmla="*/ 48 h 80"/>
                <a:gd name="T56" fmla="*/ 30 w 57"/>
                <a:gd name="T57" fmla="*/ 39 h 80"/>
                <a:gd name="T58" fmla="*/ 34 w 57"/>
                <a:gd name="T59" fmla="*/ 41 h 80"/>
                <a:gd name="T60" fmla="*/ 35 w 57"/>
                <a:gd name="T61" fmla="*/ 44 h 80"/>
                <a:gd name="T62" fmla="*/ 27 w 57"/>
                <a:gd name="T63" fmla="*/ 6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7" h="80">
                  <a:moveTo>
                    <a:pt x="37" y="75"/>
                  </a:moveTo>
                  <a:cubicBezTo>
                    <a:pt x="38" y="78"/>
                    <a:pt x="41" y="80"/>
                    <a:pt x="44" y="80"/>
                  </a:cubicBezTo>
                  <a:cubicBezTo>
                    <a:pt x="47" y="80"/>
                    <a:pt x="50" y="79"/>
                    <a:pt x="53" y="77"/>
                  </a:cubicBezTo>
                  <a:cubicBezTo>
                    <a:pt x="56" y="74"/>
                    <a:pt x="57" y="72"/>
                    <a:pt x="57" y="70"/>
                  </a:cubicBezTo>
                  <a:cubicBezTo>
                    <a:pt x="57" y="68"/>
                    <a:pt x="57" y="68"/>
                    <a:pt x="55" y="68"/>
                  </a:cubicBezTo>
                  <a:cubicBezTo>
                    <a:pt x="54" y="68"/>
                    <a:pt x="53" y="68"/>
                    <a:pt x="52" y="68"/>
                  </a:cubicBezTo>
                  <a:cubicBezTo>
                    <a:pt x="51" y="69"/>
                    <a:pt x="49" y="69"/>
                    <a:pt x="48" y="69"/>
                  </a:cubicBezTo>
                  <a:cubicBezTo>
                    <a:pt x="46" y="69"/>
                    <a:pt x="45" y="67"/>
                    <a:pt x="45" y="61"/>
                  </a:cubicBezTo>
                  <a:cubicBezTo>
                    <a:pt x="45" y="56"/>
                    <a:pt x="46" y="48"/>
                    <a:pt x="48" y="38"/>
                  </a:cubicBezTo>
                  <a:cubicBezTo>
                    <a:pt x="49" y="29"/>
                    <a:pt x="52" y="21"/>
                    <a:pt x="54" y="14"/>
                  </a:cubicBezTo>
                  <a:cubicBezTo>
                    <a:pt x="55" y="10"/>
                    <a:pt x="56" y="7"/>
                    <a:pt x="56" y="6"/>
                  </a:cubicBezTo>
                  <a:cubicBezTo>
                    <a:pt x="56" y="4"/>
                    <a:pt x="55" y="3"/>
                    <a:pt x="55" y="2"/>
                  </a:cubicBezTo>
                  <a:cubicBezTo>
                    <a:pt x="54" y="0"/>
                    <a:pt x="52" y="0"/>
                    <a:pt x="51" y="0"/>
                  </a:cubicBezTo>
                  <a:cubicBezTo>
                    <a:pt x="50" y="0"/>
                    <a:pt x="49" y="0"/>
                    <a:pt x="48" y="1"/>
                  </a:cubicBezTo>
                  <a:cubicBezTo>
                    <a:pt x="46" y="2"/>
                    <a:pt x="45" y="3"/>
                    <a:pt x="45" y="4"/>
                  </a:cubicBezTo>
                  <a:cubicBezTo>
                    <a:pt x="44" y="6"/>
                    <a:pt x="43" y="9"/>
                    <a:pt x="42" y="14"/>
                  </a:cubicBezTo>
                  <a:cubicBezTo>
                    <a:pt x="42" y="16"/>
                    <a:pt x="41" y="23"/>
                    <a:pt x="38" y="33"/>
                  </a:cubicBezTo>
                  <a:cubicBezTo>
                    <a:pt x="37" y="31"/>
                    <a:pt x="34" y="30"/>
                    <a:pt x="30" y="30"/>
                  </a:cubicBezTo>
                  <a:cubicBezTo>
                    <a:pt x="23" y="30"/>
                    <a:pt x="16" y="34"/>
                    <a:pt x="10" y="42"/>
                  </a:cubicBezTo>
                  <a:cubicBezTo>
                    <a:pt x="3" y="50"/>
                    <a:pt x="0" y="58"/>
                    <a:pt x="0" y="66"/>
                  </a:cubicBezTo>
                  <a:cubicBezTo>
                    <a:pt x="0" y="71"/>
                    <a:pt x="1" y="74"/>
                    <a:pt x="3" y="76"/>
                  </a:cubicBezTo>
                  <a:cubicBezTo>
                    <a:pt x="5" y="79"/>
                    <a:pt x="7" y="80"/>
                    <a:pt x="11" y="80"/>
                  </a:cubicBezTo>
                  <a:cubicBezTo>
                    <a:pt x="19" y="80"/>
                    <a:pt x="27" y="75"/>
                    <a:pt x="35" y="63"/>
                  </a:cubicBezTo>
                  <a:cubicBezTo>
                    <a:pt x="35" y="68"/>
                    <a:pt x="35" y="72"/>
                    <a:pt x="37" y="75"/>
                  </a:cubicBezTo>
                  <a:close/>
                  <a:moveTo>
                    <a:pt x="27" y="60"/>
                  </a:moveTo>
                  <a:cubicBezTo>
                    <a:pt x="22" y="67"/>
                    <a:pt x="17" y="70"/>
                    <a:pt x="14" y="70"/>
                  </a:cubicBezTo>
                  <a:cubicBezTo>
                    <a:pt x="11" y="70"/>
                    <a:pt x="10" y="69"/>
                    <a:pt x="10" y="66"/>
                  </a:cubicBezTo>
                  <a:cubicBezTo>
                    <a:pt x="10" y="60"/>
                    <a:pt x="13" y="55"/>
                    <a:pt x="17" y="48"/>
                  </a:cubicBezTo>
                  <a:cubicBezTo>
                    <a:pt x="21" y="42"/>
                    <a:pt x="26" y="39"/>
                    <a:pt x="30" y="39"/>
                  </a:cubicBezTo>
                  <a:cubicBezTo>
                    <a:pt x="31" y="39"/>
                    <a:pt x="33" y="40"/>
                    <a:pt x="34" y="41"/>
                  </a:cubicBezTo>
                  <a:cubicBezTo>
                    <a:pt x="35" y="42"/>
                    <a:pt x="35" y="43"/>
                    <a:pt x="35" y="44"/>
                  </a:cubicBezTo>
                  <a:cubicBezTo>
                    <a:pt x="35" y="48"/>
                    <a:pt x="33" y="53"/>
                    <a:pt x="27"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 name="Freeform 270"/>
            <p:cNvSpPr>
              <a:spLocks/>
            </p:cNvSpPr>
            <p:nvPr/>
          </p:nvSpPr>
          <p:spPr bwMode="auto">
            <a:xfrm>
              <a:off x="6391276" y="2513013"/>
              <a:ext cx="53975" cy="71438"/>
            </a:xfrm>
            <a:custGeom>
              <a:avLst/>
              <a:gdLst>
                <a:gd name="T0" fmla="*/ 16 w 41"/>
                <a:gd name="T1" fmla="*/ 56 h 56"/>
                <a:gd name="T2" fmla="*/ 33 w 41"/>
                <a:gd name="T3" fmla="*/ 50 h 56"/>
                <a:gd name="T4" fmla="*/ 41 w 41"/>
                <a:gd name="T5" fmla="*/ 40 h 56"/>
                <a:gd name="T6" fmla="*/ 39 w 41"/>
                <a:gd name="T7" fmla="*/ 38 h 56"/>
                <a:gd name="T8" fmla="*/ 33 w 41"/>
                <a:gd name="T9" fmla="*/ 40 h 56"/>
                <a:gd name="T10" fmla="*/ 18 w 41"/>
                <a:gd name="T11" fmla="*/ 46 h 56"/>
                <a:gd name="T12" fmla="*/ 11 w 41"/>
                <a:gd name="T13" fmla="*/ 39 h 56"/>
                <a:gd name="T14" fmla="*/ 17 w 41"/>
                <a:gd name="T15" fmla="*/ 21 h 56"/>
                <a:gd name="T16" fmla="*/ 27 w 41"/>
                <a:gd name="T17" fmla="*/ 11 h 56"/>
                <a:gd name="T18" fmla="*/ 29 w 41"/>
                <a:gd name="T19" fmla="*/ 15 h 56"/>
                <a:gd name="T20" fmla="*/ 34 w 41"/>
                <a:gd name="T21" fmla="*/ 22 h 56"/>
                <a:gd name="T22" fmla="*/ 37 w 41"/>
                <a:gd name="T23" fmla="*/ 20 h 56"/>
                <a:gd name="T24" fmla="*/ 39 w 41"/>
                <a:gd name="T25" fmla="*/ 14 h 56"/>
                <a:gd name="T26" fmla="*/ 36 w 41"/>
                <a:gd name="T27" fmla="*/ 5 h 56"/>
                <a:gd name="T28" fmla="*/ 28 w 41"/>
                <a:gd name="T29" fmla="*/ 0 h 56"/>
                <a:gd name="T30" fmla="*/ 9 w 41"/>
                <a:gd name="T31" fmla="*/ 14 h 56"/>
                <a:gd name="T32" fmla="*/ 0 w 41"/>
                <a:gd name="T33" fmla="*/ 40 h 56"/>
                <a:gd name="T34" fmla="*/ 4 w 41"/>
                <a:gd name="T35" fmla="*/ 51 h 56"/>
                <a:gd name="T36" fmla="*/ 16 w 41"/>
                <a:gd name="T3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1" h="56">
                  <a:moveTo>
                    <a:pt x="16" y="56"/>
                  </a:moveTo>
                  <a:cubicBezTo>
                    <a:pt x="22" y="56"/>
                    <a:pt x="27" y="54"/>
                    <a:pt x="33" y="50"/>
                  </a:cubicBezTo>
                  <a:cubicBezTo>
                    <a:pt x="38" y="46"/>
                    <a:pt x="41" y="43"/>
                    <a:pt x="41" y="40"/>
                  </a:cubicBezTo>
                  <a:cubicBezTo>
                    <a:pt x="41" y="39"/>
                    <a:pt x="40" y="38"/>
                    <a:pt x="39" y="38"/>
                  </a:cubicBezTo>
                  <a:cubicBezTo>
                    <a:pt x="37" y="38"/>
                    <a:pt x="35" y="39"/>
                    <a:pt x="33" y="40"/>
                  </a:cubicBezTo>
                  <a:cubicBezTo>
                    <a:pt x="28" y="44"/>
                    <a:pt x="23" y="46"/>
                    <a:pt x="18" y="46"/>
                  </a:cubicBezTo>
                  <a:cubicBezTo>
                    <a:pt x="13" y="46"/>
                    <a:pt x="11" y="44"/>
                    <a:pt x="11" y="39"/>
                  </a:cubicBezTo>
                  <a:cubicBezTo>
                    <a:pt x="11" y="34"/>
                    <a:pt x="13" y="28"/>
                    <a:pt x="17" y="21"/>
                  </a:cubicBezTo>
                  <a:cubicBezTo>
                    <a:pt x="21" y="14"/>
                    <a:pt x="24" y="11"/>
                    <a:pt x="27" y="11"/>
                  </a:cubicBezTo>
                  <a:cubicBezTo>
                    <a:pt x="28" y="11"/>
                    <a:pt x="28" y="12"/>
                    <a:pt x="29" y="15"/>
                  </a:cubicBezTo>
                  <a:cubicBezTo>
                    <a:pt x="29" y="20"/>
                    <a:pt x="31" y="22"/>
                    <a:pt x="34" y="22"/>
                  </a:cubicBezTo>
                  <a:cubicBezTo>
                    <a:pt x="35" y="22"/>
                    <a:pt x="36" y="21"/>
                    <a:pt x="37" y="20"/>
                  </a:cubicBezTo>
                  <a:cubicBezTo>
                    <a:pt x="38" y="19"/>
                    <a:pt x="39" y="17"/>
                    <a:pt x="39" y="14"/>
                  </a:cubicBezTo>
                  <a:cubicBezTo>
                    <a:pt x="39" y="11"/>
                    <a:pt x="38" y="8"/>
                    <a:pt x="36" y="5"/>
                  </a:cubicBezTo>
                  <a:cubicBezTo>
                    <a:pt x="34" y="2"/>
                    <a:pt x="31" y="0"/>
                    <a:pt x="28" y="0"/>
                  </a:cubicBezTo>
                  <a:cubicBezTo>
                    <a:pt x="22" y="0"/>
                    <a:pt x="16" y="5"/>
                    <a:pt x="9" y="14"/>
                  </a:cubicBezTo>
                  <a:cubicBezTo>
                    <a:pt x="3" y="23"/>
                    <a:pt x="0" y="32"/>
                    <a:pt x="0" y="40"/>
                  </a:cubicBezTo>
                  <a:cubicBezTo>
                    <a:pt x="0" y="45"/>
                    <a:pt x="1" y="49"/>
                    <a:pt x="4" y="51"/>
                  </a:cubicBezTo>
                  <a:cubicBezTo>
                    <a:pt x="7" y="54"/>
                    <a:pt x="10" y="56"/>
                    <a:pt x="16" y="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 name="Freeform 271"/>
            <p:cNvSpPr>
              <a:spLocks noEditPoints="1"/>
            </p:cNvSpPr>
            <p:nvPr/>
          </p:nvSpPr>
          <p:spPr bwMode="auto">
            <a:xfrm>
              <a:off x="6454776" y="2514600"/>
              <a:ext cx="60325" cy="68263"/>
            </a:xfrm>
            <a:custGeom>
              <a:avLst/>
              <a:gdLst>
                <a:gd name="T0" fmla="*/ 16 w 47"/>
                <a:gd name="T1" fmla="*/ 53 h 53"/>
                <a:gd name="T2" fmla="*/ 34 w 47"/>
                <a:gd name="T3" fmla="*/ 46 h 53"/>
                <a:gd name="T4" fmla="*/ 46 w 47"/>
                <a:gd name="T5" fmla="*/ 27 h 53"/>
                <a:gd name="T6" fmla="*/ 46 w 47"/>
                <a:gd name="T7" fmla="*/ 27 h 53"/>
                <a:gd name="T8" fmla="*/ 47 w 47"/>
                <a:gd name="T9" fmla="*/ 20 h 53"/>
                <a:gd name="T10" fmla="*/ 41 w 47"/>
                <a:gd name="T11" fmla="*/ 6 h 53"/>
                <a:gd name="T12" fmla="*/ 28 w 47"/>
                <a:gd name="T13" fmla="*/ 0 h 53"/>
                <a:gd name="T14" fmla="*/ 8 w 47"/>
                <a:gd name="T15" fmla="*/ 12 h 53"/>
                <a:gd name="T16" fmla="*/ 0 w 47"/>
                <a:gd name="T17" fmla="*/ 36 h 53"/>
                <a:gd name="T18" fmla="*/ 5 w 47"/>
                <a:gd name="T19" fmla="*/ 48 h 53"/>
                <a:gd name="T20" fmla="*/ 16 w 47"/>
                <a:gd name="T21" fmla="*/ 53 h 53"/>
                <a:gd name="T22" fmla="*/ 15 w 47"/>
                <a:gd name="T23" fmla="*/ 21 h 53"/>
                <a:gd name="T24" fmla="*/ 21 w 47"/>
                <a:gd name="T25" fmla="*/ 12 h 53"/>
                <a:gd name="T26" fmla="*/ 21 w 47"/>
                <a:gd name="T27" fmla="*/ 12 h 53"/>
                <a:gd name="T28" fmla="*/ 27 w 47"/>
                <a:gd name="T29" fmla="*/ 10 h 53"/>
                <a:gd name="T30" fmla="*/ 33 w 47"/>
                <a:gd name="T31" fmla="*/ 13 h 53"/>
                <a:gd name="T32" fmla="*/ 35 w 47"/>
                <a:gd name="T33" fmla="*/ 21 h 53"/>
                <a:gd name="T34" fmla="*/ 29 w 47"/>
                <a:gd name="T35" fmla="*/ 37 h 53"/>
                <a:gd name="T36" fmla="*/ 17 w 47"/>
                <a:gd name="T37" fmla="*/ 43 h 53"/>
                <a:gd name="T38" fmla="*/ 13 w 47"/>
                <a:gd name="T39" fmla="*/ 41 h 53"/>
                <a:gd name="T40" fmla="*/ 12 w 47"/>
                <a:gd name="T41" fmla="*/ 34 h 53"/>
                <a:gd name="T42" fmla="*/ 15 w 47"/>
                <a:gd name="T43" fmla="*/ 2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 h="53">
                  <a:moveTo>
                    <a:pt x="16" y="53"/>
                  </a:moveTo>
                  <a:cubicBezTo>
                    <a:pt x="22" y="53"/>
                    <a:pt x="28" y="51"/>
                    <a:pt x="34" y="46"/>
                  </a:cubicBezTo>
                  <a:cubicBezTo>
                    <a:pt x="40" y="41"/>
                    <a:pt x="42" y="35"/>
                    <a:pt x="46" y="27"/>
                  </a:cubicBezTo>
                  <a:cubicBezTo>
                    <a:pt x="46" y="27"/>
                    <a:pt x="46" y="27"/>
                    <a:pt x="46" y="27"/>
                  </a:cubicBezTo>
                  <a:cubicBezTo>
                    <a:pt x="46" y="25"/>
                    <a:pt x="47" y="23"/>
                    <a:pt x="47" y="20"/>
                  </a:cubicBezTo>
                  <a:cubicBezTo>
                    <a:pt x="47" y="15"/>
                    <a:pt x="45" y="10"/>
                    <a:pt x="41" y="6"/>
                  </a:cubicBezTo>
                  <a:cubicBezTo>
                    <a:pt x="38" y="2"/>
                    <a:pt x="34" y="0"/>
                    <a:pt x="28" y="0"/>
                  </a:cubicBezTo>
                  <a:cubicBezTo>
                    <a:pt x="21" y="0"/>
                    <a:pt x="14" y="4"/>
                    <a:pt x="8" y="12"/>
                  </a:cubicBezTo>
                  <a:cubicBezTo>
                    <a:pt x="3" y="20"/>
                    <a:pt x="0" y="28"/>
                    <a:pt x="0" y="36"/>
                  </a:cubicBezTo>
                  <a:cubicBezTo>
                    <a:pt x="0" y="41"/>
                    <a:pt x="2" y="45"/>
                    <a:pt x="5" y="48"/>
                  </a:cubicBezTo>
                  <a:cubicBezTo>
                    <a:pt x="8" y="52"/>
                    <a:pt x="11" y="53"/>
                    <a:pt x="16" y="53"/>
                  </a:cubicBezTo>
                  <a:close/>
                  <a:moveTo>
                    <a:pt x="15" y="21"/>
                  </a:moveTo>
                  <a:cubicBezTo>
                    <a:pt x="17" y="17"/>
                    <a:pt x="19" y="16"/>
                    <a:pt x="21" y="12"/>
                  </a:cubicBezTo>
                  <a:cubicBezTo>
                    <a:pt x="21" y="12"/>
                    <a:pt x="21" y="12"/>
                    <a:pt x="21" y="12"/>
                  </a:cubicBezTo>
                  <a:cubicBezTo>
                    <a:pt x="23" y="12"/>
                    <a:pt x="25" y="10"/>
                    <a:pt x="27" y="10"/>
                  </a:cubicBezTo>
                  <a:cubicBezTo>
                    <a:pt x="30" y="10"/>
                    <a:pt x="32" y="11"/>
                    <a:pt x="33" y="13"/>
                  </a:cubicBezTo>
                  <a:cubicBezTo>
                    <a:pt x="34" y="15"/>
                    <a:pt x="35" y="18"/>
                    <a:pt x="35" y="21"/>
                  </a:cubicBezTo>
                  <a:cubicBezTo>
                    <a:pt x="35" y="27"/>
                    <a:pt x="33" y="32"/>
                    <a:pt x="29" y="37"/>
                  </a:cubicBezTo>
                  <a:cubicBezTo>
                    <a:pt x="25" y="41"/>
                    <a:pt x="21" y="43"/>
                    <a:pt x="17" y="43"/>
                  </a:cubicBezTo>
                  <a:cubicBezTo>
                    <a:pt x="15" y="43"/>
                    <a:pt x="14" y="43"/>
                    <a:pt x="13" y="41"/>
                  </a:cubicBezTo>
                  <a:cubicBezTo>
                    <a:pt x="12" y="39"/>
                    <a:pt x="12" y="37"/>
                    <a:pt x="12" y="34"/>
                  </a:cubicBezTo>
                  <a:cubicBezTo>
                    <a:pt x="12" y="30"/>
                    <a:pt x="13" y="26"/>
                    <a:pt x="15"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 name="Freeform 272"/>
            <p:cNvSpPr>
              <a:spLocks/>
            </p:cNvSpPr>
            <p:nvPr/>
          </p:nvSpPr>
          <p:spPr bwMode="auto">
            <a:xfrm>
              <a:off x="6530976" y="2538413"/>
              <a:ext cx="57150" cy="12700"/>
            </a:xfrm>
            <a:custGeom>
              <a:avLst/>
              <a:gdLst>
                <a:gd name="T0" fmla="*/ 2 w 44"/>
                <a:gd name="T1" fmla="*/ 9 h 10"/>
                <a:gd name="T2" fmla="*/ 10 w 44"/>
                <a:gd name="T3" fmla="*/ 10 h 10"/>
                <a:gd name="T4" fmla="*/ 21 w 44"/>
                <a:gd name="T5" fmla="*/ 9 h 10"/>
                <a:gd name="T6" fmla="*/ 28 w 44"/>
                <a:gd name="T7" fmla="*/ 10 h 10"/>
                <a:gd name="T8" fmla="*/ 33 w 44"/>
                <a:gd name="T9" fmla="*/ 9 h 10"/>
                <a:gd name="T10" fmla="*/ 34 w 44"/>
                <a:gd name="T11" fmla="*/ 10 h 10"/>
                <a:gd name="T12" fmla="*/ 39 w 44"/>
                <a:gd name="T13" fmla="*/ 10 h 10"/>
                <a:gd name="T14" fmla="*/ 44 w 44"/>
                <a:gd name="T15" fmla="*/ 6 h 10"/>
                <a:gd name="T16" fmla="*/ 43 w 44"/>
                <a:gd name="T17" fmla="*/ 4 h 10"/>
                <a:gd name="T18" fmla="*/ 39 w 44"/>
                <a:gd name="T19" fmla="*/ 1 h 10"/>
                <a:gd name="T20" fmla="*/ 35 w 44"/>
                <a:gd name="T21" fmla="*/ 0 h 10"/>
                <a:gd name="T22" fmla="*/ 31 w 44"/>
                <a:gd name="T23" fmla="*/ 0 h 10"/>
                <a:gd name="T24" fmla="*/ 15 w 44"/>
                <a:gd name="T25" fmla="*/ 1 h 10"/>
                <a:gd name="T26" fmla="*/ 12 w 44"/>
                <a:gd name="T27" fmla="*/ 1 h 10"/>
                <a:gd name="T28" fmla="*/ 4 w 44"/>
                <a:gd name="T29" fmla="*/ 2 h 10"/>
                <a:gd name="T30" fmla="*/ 0 w 44"/>
                <a:gd name="T31" fmla="*/ 6 h 10"/>
                <a:gd name="T32" fmla="*/ 2 w 44"/>
                <a:gd name="T33"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4" h="10">
                  <a:moveTo>
                    <a:pt x="2" y="9"/>
                  </a:moveTo>
                  <a:cubicBezTo>
                    <a:pt x="3" y="9"/>
                    <a:pt x="6" y="10"/>
                    <a:pt x="10" y="10"/>
                  </a:cubicBezTo>
                  <a:cubicBezTo>
                    <a:pt x="16" y="9"/>
                    <a:pt x="20" y="9"/>
                    <a:pt x="21" y="9"/>
                  </a:cubicBezTo>
                  <a:cubicBezTo>
                    <a:pt x="25" y="9"/>
                    <a:pt x="28" y="10"/>
                    <a:pt x="28" y="10"/>
                  </a:cubicBezTo>
                  <a:cubicBezTo>
                    <a:pt x="33" y="9"/>
                    <a:pt x="33" y="9"/>
                    <a:pt x="33" y="9"/>
                  </a:cubicBezTo>
                  <a:cubicBezTo>
                    <a:pt x="33" y="9"/>
                    <a:pt x="33" y="9"/>
                    <a:pt x="34" y="10"/>
                  </a:cubicBezTo>
                  <a:cubicBezTo>
                    <a:pt x="37" y="10"/>
                    <a:pt x="38" y="10"/>
                    <a:pt x="39" y="10"/>
                  </a:cubicBezTo>
                  <a:cubicBezTo>
                    <a:pt x="42" y="10"/>
                    <a:pt x="44" y="9"/>
                    <a:pt x="44" y="6"/>
                  </a:cubicBezTo>
                  <a:cubicBezTo>
                    <a:pt x="44" y="5"/>
                    <a:pt x="44" y="5"/>
                    <a:pt x="43" y="4"/>
                  </a:cubicBezTo>
                  <a:cubicBezTo>
                    <a:pt x="43" y="3"/>
                    <a:pt x="42" y="2"/>
                    <a:pt x="39" y="1"/>
                  </a:cubicBezTo>
                  <a:cubicBezTo>
                    <a:pt x="37" y="1"/>
                    <a:pt x="36" y="0"/>
                    <a:pt x="35" y="0"/>
                  </a:cubicBezTo>
                  <a:cubicBezTo>
                    <a:pt x="34" y="0"/>
                    <a:pt x="32" y="0"/>
                    <a:pt x="31" y="0"/>
                  </a:cubicBezTo>
                  <a:cubicBezTo>
                    <a:pt x="28" y="1"/>
                    <a:pt x="23" y="1"/>
                    <a:pt x="15" y="1"/>
                  </a:cubicBezTo>
                  <a:cubicBezTo>
                    <a:pt x="14" y="1"/>
                    <a:pt x="13" y="1"/>
                    <a:pt x="12" y="1"/>
                  </a:cubicBezTo>
                  <a:cubicBezTo>
                    <a:pt x="9" y="1"/>
                    <a:pt x="6" y="1"/>
                    <a:pt x="4" y="2"/>
                  </a:cubicBezTo>
                  <a:cubicBezTo>
                    <a:pt x="1" y="3"/>
                    <a:pt x="0" y="4"/>
                    <a:pt x="0" y="6"/>
                  </a:cubicBezTo>
                  <a:cubicBezTo>
                    <a:pt x="0" y="7"/>
                    <a:pt x="1" y="8"/>
                    <a:pt x="2"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 name="Freeform 273"/>
            <p:cNvSpPr>
              <a:spLocks/>
            </p:cNvSpPr>
            <p:nvPr/>
          </p:nvSpPr>
          <p:spPr bwMode="auto">
            <a:xfrm>
              <a:off x="6604001" y="2474913"/>
              <a:ext cx="52388" cy="112713"/>
            </a:xfrm>
            <a:custGeom>
              <a:avLst/>
              <a:gdLst>
                <a:gd name="T0" fmla="*/ 30 w 40"/>
                <a:gd name="T1" fmla="*/ 23 h 87"/>
                <a:gd name="T2" fmla="*/ 33 w 40"/>
                <a:gd name="T3" fmla="*/ 24 h 87"/>
                <a:gd name="T4" fmla="*/ 38 w 40"/>
                <a:gd name="T5" fmla="*/ 20 h 87"/>
                <a:gd name="T6" fmla="*/ 40 w 40"/>
                <a:gd name="T7" fmla="*/ 11 h 87"/>
                <a:gd name="T8" fmla="*/ 36 w 40"/>
                <a:gd name="T9" fmla="*/ 4 h 87"/>
                <a:gd name="T10" fmla="*/ 28 w 40"/>
                <a:gd name="T11" fmla="*/ 0 h 87"/>
                <a:gd name="T12" fmla="*/ 15 w 40"/>
                <a:gd name="T13" fmla="*/ 7 h 87"/>
                <a:gd name="T14" fmla="*/ 7 w 40"/>
                <a:gd name="T15" fmla="*/ 28 h 87"/>
                <a:gd name="T16" fmla="*/ 6 w 40"/>
                <a:gd name="T17" fmla="*/ 34 h 87"/>
                <a:gd name="T18" fmla="*/ 4 w 40"/>
                <a:gd name="T19" fmla="*/ 37 h 87"/>
                <a:gd name="T20" fmla="*/ 0 w 40"/>
                <a:gd name="T21" fmla="*/ 42 h 87"/>
                <a:gd name="T22" fmla="*/ 3 w 40"/>
                <a:gd name="T23" fmla="*/ 46 h 87"/>
                <a:gd name="T24" fmla="*/ 4 w 40"/>
                <a:gd name="T25" fmla="*/ 47 h 87"/>
                <a:gd name="T26" fmla="*/ 2 w 40"/>
                <a:gd name="T27" fmla="*/ 61 h 87"/>
                <a:gd name="T28" fmla="*/ 0 w 40"/>
                <a:gd name="T29" fmla="*/ 79 h 87"/>
                <a:gd name="T30" fmla="*/ 7 w 40"/>
                <a:gd name="T31" fmla="*/ 87 h 87"/>
                <a:gd name="T32" fmla="*/ 11 w 40"/>
                <a:gd name="T33" fmla="*/ 86 h 87"/>
                <a:gd name="T34" fmla="*/ 13 w 40"/>
                <a:gd name="T35" fmla="*/ 83 h 87"/>
                <a:gd name="T36" fmla="*/ 12 w 40"/>
                <a:gd name="T37" fmla="*/ 74 h 87"/>
                <a:gd name="T38" fmla="*/ 13 w 40"/>
                <a:gd name="T39" fmla="*/ 67 h 87"/>
                <a:gd name="T40" fmla="*/ 14 w 40"/>
                <a:gd name="T41" fmla="*/ 58 h 87"/>
                <a:gd name="T42" fmla="*/ 14 w 40"/>
                <a:gd name="T43" fmla="*/ 58 h 87"/>
                <a:gd name="T44" fmla="*/ 15 w 40"/>
                <a:gd name="T45" fmla="*/ 46 h 87"/>
                <a:gd name="T46" fmla="*/ 20 w 40"/>
                <a:gd name="T47" fmla="*/ 45 h 87"/>
                <a:gd name="T48" fmla="*/ 30 w 40"/>
                <a:gd name="T49" fmla="*/ 44 h 87"/>
                <a:gd name="T50" fmla="*/ 35 w 40"/>
                <a:gd name="T51" fmla="*/ 39 h 87"/>
                <a:gd name="T52" fmla="*/ 31 w 40"/>
                <a:gd name="T53" fmla="*/ 36 h 87"/>
                <a:gd name="T54" fmla="*/ 17 w 40"/>
                <a:gd name="T55" fmla="*/ 36 h 87"/>
                <a:gd name="T56" fmla="*/ 16 w 40"/>
                <a:gd name="T57" fmla="*/ 35 h 87"/>
                <a:gd name="T58" fmla="*/ 20 w 40"/>
                <a:gd name="T59" fmla="*/ 19 h 87"/>
                <a:gd name="T60" fmla="*/ 27 w 40"/>
                <a:gd name="T61" fmla="*/ 10 h 87"/>
                <a:gd name="T62" fmla="*/ 30 w 40"/>
                <a:gd name="T63" fmla="*/ 17 h 87"/>
                <a:gd name="T64" fmla="*/ 29 w 40"/>
                <a:gd name="T65" fmla="*/ 21 h 87"/>
                <a:gd name="T66" fmla="*/ 30 w 40"/>
                <a:gd name="T67" fmla="*/ 2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0" h="87">
                  <a:moveTo>
                    <a:pt x="30" y="23"/>
                  </a:moveTo>
                  <a:cubicBezTo>
                    <a:pt x="31" y="24"/>
                    <a:pt x="32" y="24"/>
                    <a:pt x="33" y="24"/>
                  </a:cubicBezTo>
                  <a:cubicBezTo>
                    <a:pt x="35" y="24"/>
                    <a:pt x="36" y="23"/>
                    <a:pt x="38" y="20"/>
                  </a:cubicBezTo>
                  <a:cubicBezTo>
                    <a:pt x="39" y="17"/>
                    <a:pt x="40" y="14"/>
                    <a:pt x="40" y="11"/>
                  </a:cubicBezTo>
                  <a:cubicBezTo>
                    <a:pt x="40" y="8"/>
                    <a:pt x="38" y="6"/>
                    <a:pt x="36" y="4"/>
                  </a:cubicBezTo>
                  <a:cubicBezTo>
                    <a:pt x="34" y="1"/>
                    <a:pt x="31" y="0"/>
                    <a:pt x="28" y="0"/>
                  </a:cubicBezTo>
                  <a:cubicBezTo>
                    <a:pt x="23" y="0"/>
                    <a:pt x="18" y="3"/>
                    <a:pt x="15" y="7"/>
                  </a:cubicBezTo>
                  <a:cubicBezTo>
                    <a:pt x="11" y="11"/>
                    <a:pt x="9" y="18"/>
                    <a:pt x="7" y="28"/>
                  </a:cubicBezTo>
                  <a:cubicBezTo>
                    <a:pt x="6" y="31"/>
                    <a:pt x="6" y="32"/>
                    <a:pt x="6" y="34"/>
                  </a:cubicBezTo>
                  <a:cubicBezTo>
                    <a:pt x="5" y="35"/>
                    <a:pt x="5" y="36"/>
                    <a:pt x="4" y="37"/>
                  </a:cubicBezTo>
                  <a:cubicBezTo>
                    <a:pt x="1" y="39"/>
                    <a:pt x="0" y="41"/>
                    <a:pt x="0" y="42"/>
                  </a:cubicBezTo>
                  <a:cubicBezTo>
                    <a:pt x="0" y="43"/>
                    <a:pt x="1" y="45"/>
                    <a:pt x="3" y="46"/>
                  </a:cubicBezTo>
                  <a:cubicBezTo>
                    <a:pt x="4" y="46"/>
                    <a:pt x="4" y="47"/>
                    <a:pt x="4" y="47"/>
                  </a:cubicBezTo>
                  <a:cubicBezTo>
                    <a:pt x="4" y="50"/>
                    <a:pt x="3" y="55"/>
                    <a:pt x="2" y="61"/>
                  </a:cubicBezTo>
                  <a:cubicBezTo>
                    <a:pt x="1" y="70"/>
                    <a:pt x="0" y="76"/>
                    <a:pt x="0" y="79"/>
                  </a:cubicBezTo>
                  <a:cubicBezTo>
                    <a:pt x="0" y="84"/>
                    <a:pt x="2" y="87"/>
                    <a:pt x="7" y="87"/>
                  </a:cubicBezTo>
                  <a:cubicBezTo>
                    <a:pt x="8" y="87"/>
                    <a:pt x="9" y="86"/>
                    <a:pt x="11" y="86"/>
                  </a:cubicBezTo>
                  <a:cubicBezTo>
                    <a:pt x="12" y="85"/>
                    <a:pt x="13" y="84"/>
                    <a:pt x="13" y="83"/>
                  </a:cubicBezTo>
                  <a:cubicBezTo>
                    <a:pt x="13" y="80"/>
                    <a:pt x="12" y="77"/>
                    <a:pt x="12" y="74"/>
                  </a:cubicBezTo>
                  <a:cubicBezTo>
                    <a:pt x="12" y="72"/>
                    <a:pt x="13" y="69"/>
                    <a:pt x="13" y="67"/>
                  </a:cubicBezTo>
                  <a:cubicBezTo>
                    <a:pt x="14" y="58"/>
                    <a:pt x="14" y="58"/>
                    <a:pt x="14" y="58"/>
                  </a:cubicBezTo>
                  <a:cubicBezTo>
                    <a:pt x="14" y="58"/>
                    <a:pt x="14" y="58"/>
                    <a:pt x="14" y="58"/>
                  </a:cubicBezTo>
                  <a:cubicBezTo>
                    <a:pt x="14" y="55"/>
                    <a:pt x="15" y="50"/>
                    <a:pt x="15" y="46"/>
                  </a:cubicBezTo>
                  <a:cubicBezTo>
                    <a:pt x="16" y="46"/>
                    <a:pt x="18" y="45"/>
                    <a:pt x="20" y="45"/>
                  </a:cubicBezTo>
                  <a:cubicBezTo>
                    <a:pt x="24" y="45"/>
                    <a:pt x="27" y="45"/>
                    <a:pt x="30" y="44"/>
                  </a:cubicBezTo>
                  <a:cubicBezTo>
                    <a:pt x="33" y="43"/>
                    <a:pt x="35" y="41"/>
                    <a:pt x="35" y="39"/>
                  </a:cubicBezTo>
                  <a:cubicBezTo>
                    <a:pt x="35" y="37"/>
                    <a:pt x="34" y="36"/>
                    <a:pt x="31" y="36"/>
                  </a:cubicBezTo>
                  <a:cubicBezTo>
                    <a:pt x="28" y="36"/>
                    <a:pt x="24" y="36"/>
                    <a:pt x="17" y="36"/>
                  </a:cubicBezTo>
                  <a:cubicBezTo>
                    <a:pt x="17" y="36"/>
                    <a:pt x="16" y="36"/>
                    <a:pt x="16" y="35"/>
                  </a:cubicBezTo>
                  <a:cubicBezTo>
                    <a:pt x="16" y="31"/>
                    <a:pt x="17" y="26"/>
                    <a:pt x="20" y="19"/>
                  </a:cubicBezTo>
                  <a:cubicBezTo>
                    <a:pt x="22" y="13"/>
                    <a:pt x="24" y="10"/>
                    <a:pt x="27" y="10"/>
                  </a:cubicBezTo>
                  <a:cubicBezTo>
                    <a:pt x="29" y="10"/>
                    <a:pt x="30" y="12"/>
                    <a:pt x="30" y="17"/>
                  </a:cubicBezTo>
                  <a:cubicBezTo>
                    <a:pt x="29" y="21"/>
                    <a:pt x="29" y="21"/>
                    <a:pt x="29" y="21"/>
                  </a:cubicBezTo>
                  <a:cubicBezTo>
                    <a:pt x="29" y="22"/>
                    <a:pt x="30" y="23"/>
                    <a:pt x="30"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 name="Freeform 274"/>
            <p:cNvSpPr>
              <a:spLocks noEditPoints="1"/>
            </p:cNvSpPr>
            <p:nvPr/>
          </p:nvSpPr>
          <p:spPr bwMode="auto">
            <a:xfrm>
              <a:off x="6650038" y="2514600"/>
              <a:ext cx="60325" cy="68263"/>
            </a:xfrm>
            <a:custGeom>
              <a:avLst/>
              <a:gdLst>
                <a:gd name="T0" fmla="*/ 16 w 47"/>
                <a:gd name="T1" fmla="*/ 53 h 53"/>
                <a:gd name="T2" fmla="*/ 34 w 47"/>
                <a:gd name="T3" fmla="*/ 46 h 53"/>
                <a:gd name="T4" fmla="*/ 47 w 47"/>
                <a:gd name="T5" fmla="*/ 27 h 53"/>
                <a:gd name="T6" fmla="*/ 47 w 47"/>
                <a:gd name="T7" fmla="*/ 27 h 53"/>
                <a:gd name="T8" fmla="*/ 47 w 47"/>
                <a:gd name="T9" fmla="*/ 20 h 53"/>
                <a:gd name="T10" fmla="*/ 42 w 47"/>
                <a:gd name="T11" fmla="*/ 6 h 53"/>
                <a:gd name="T12" fmla="*/ 29 w 47"/>
                <a:gd name="T13" fmla="*/ 0 h 53"/>
                <a:gd name="T14" fmla="*/ 8 w 47"/>
                <a:gd name="T15" fmla="*/ 12 h 53"/>
                <a:gd name="T16" fmla="*/ 0 w 47"/>
                <a:gd name="T17" fmla="*/ 36 h 53"/>
                <a:gd name="T18" fmla="*/ 5 w 47"/>
                <a:gd name="T19" fmla="*/ 48 h 53"/>
                <a:gd name="T20" fmla="*/ 16 w 47"/>
                <a:gd name="T21" fmla="*/ 53 h 53"/>
                <a:gd name="T22" fmla="*/ 15 w 47"/>
                <a:gd name="T23" fmla="*/ 21 h 53"/>
                <a:gd name="T24" fmla="*/ 21 w 47"/>
                <a:gd name="T25" fmla="*/ 12 h 53"/>
                <a:gd name="T26" fmla="*/ 21 w 47"/>
                <a:gd name="T27" fmla="*/ 12 h 53"/>
                <a:gd name="T28" fmla="*/ 27 w 47"/>
                <a:gd name="T29" fmla="*/ 10 h 53"/>
                <a:gd name="T30" fmla="*/ 33 w 47"/>
                <a:gd name="T31" fmla="*/ 13 h 53"/>
                <a:gd name="T32" fmla="*/ 35 w 47"/>
                <a:gd name="T33" fmla="*/ 21 h 53"/>
                <a:gd name="T34" fmla="*/ 29 w 47"/>
                <a:gd name="T35" fmla="*/ 37 h 53"/>
                <a:gd name="T36" fmla="*/ 17 w 47"/>
                <a:gd name="T37" fmla="*/ 43 h 53"/>
                <a:gd name="T38" fmla="*/ 13 w 47"/>
                <a:gd name="T39" fmla="*/ 41 h 53"/>
                <a:gd name="T40" fmla="*/ 12 w 47"/>
                <a:gd name="T41" fmla="*/ 34 h 53"/>
                <a:gd name="T42" fmla="*/ 15 w 47"/>
                <a:gd name="T43" fmla="*/ 2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 h="53">
                  <a:moveTo>
                    <a:pt x="16" y="53"/>
                  </a:moveTo>
                  <a:cubicBezTo>
                    <a:pt x="22" y="53"/>
                    <a:pt x="28" y="51"/>
                    <a:pt x="34" y="46"/>
                  </a:cubicBezTo>
                  <a:cubicBezTo>
                    <a:pt x="40" y="41"/>
                    <a:pt x="43" y="35"/>
                    <a:pt x="47" y="27"/>
                  </a:cubicBezTo>
                  <a:cubicBezTo>
                    <a:pt x="47" y="27"/>
                    <a:pt x="47" y="27"/>
                    <a:pt x="47" y="27"/>
                  </a:cubicBezTo>
                  <a:cubicBezTo>
                    <a:pt x="47" y="25"/>
                    <a:pt x="47" y="23"/>
                    <a:pt x="47" y="20"/>
                  </a:cubicBezTo>
                  <a:cubicBezTo>
                    <a:pt x="47" y="15"/>
                    <a:pt x="45" y="10"/>
                    <a:pt x="42" y="6"/>
                  </a:cubicBezTo>
                  <a:cubicBezTo>
                    <a:pt x="38" y="2"/>
                    <a:pt x="34" y="0"/>
                    <a:pt x="29" y="0"/>
                  </a:cubicBezTo>
                  <a:cubicBezTo>
                    <a:pt x="21" y="0"/>
                    <a:pt x="14" y="4"/>
                    <a:pt x="8" y="12"/>
                  </a:cubicBezTo>
                  <a:cubicBezTo>
                    <a:pt x="3" y="20"/>
                    <a:pt x="0" y="28"/>
                    <a:pt x="0" y="36"/>
                  </a:cubicBezTo>
                  <a:cubicBezTo>
                    <a:pt x="0" y="41"/>
                    <a:pt x="2" y="45"/>
                    <a:pt x="5" y="48"/>
                  </a:cubicBezTo>
                  <a:cubicBezTo>
                    <a:pt x="8" y="52"/>
                    <a:pt x="11" y="53"/>
                    <a:pt x="16" y="53"/>
                  </a:cubicBezTo>
                  <a:close/>
                  <a:moveTo>
                    <a:pt x="15" y="21"/>
                  </a:moveTo>
                  <a:cubicBezTo>
                    <a:pt x="17" y="17"/>
                    <a:pt x="19" y="16"/>
                    <a:pt x="21" y="12"/>
                  </a:cubicBezTo>
                  <a:cubicBezTo>
                    <a:pt x="21" y="12"/>
                    <a:pt x="21" y="12"/>
                    <a:pt x="21" y="12"/>
                  </a:cubicBezTo>
                  <a:cubicBezTo>
                    <a:pt x="23" y="12"/>
                    <a:pt x="25" y="10"/>
                    <a:pt x="27" y="10"/>
                  </a:cubicBezTo>
                  <a:cubicBezTo>
                    <a:pt x="30" y="10"/>
                    <a:pt x="32" y="11"/>
                    <a:pt x="33" y="13"/>
                  </a:cubicBezTo>
                  <a:cubicBezTo>
                    <a:pt x="35" y="15"/>
                    <a:pt x="35" y="18"/>
                    <a:pt x="35" y="21"/>
                  </a:cubicBezTo>
                  <a:cubicBezTo>
                    <a:pt x="35" y="27"/>
                    <a:pt x="33" y="32"/>
                    <a:pt x="29" y="37"/>
                  </a:cubicBezTo>
                  <a:cubicBezTo>
                    <a:pt x="25" y="41"/>
                    <a:pt x="21" y="43"/>
                    <a:pt x="17" y="43"/>
                  </a:cubicBezTo>
                  <a:cubicBezTo>
                    <a:pt x="15" y="43"/>
                    <a:pt x="14" y="43"/>
                    <a:pt x="13" y="41"/>
                  </a:cubicBezTo>
                  <a:cubicBezTo>
                    <a:pt x="12" y="39"/>
                    <a:pt x="12" y="37"/>
                    <a:pt x="12" y="34"/>
                  </a:cubicBezTo>
                  <a:cubicBezTo>
                    <a:pt x="12" y="30"/>
                    <a:pt x="13" y="26"/>
                    <a:pt x="15"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 name="Freeform 275"/>
            <p:cNvSpPr>
              <a:spLocks/>
            </p:cNvSpPr>
            <p:nvPr/>
          </p:nvSpPr>
          <p:spPr bwMode="auto">
            <a:xfrm>
              <a:off x="6719888" y="2516188"/>
              <a:ext cx="61913" cy="66675"/>
            </a:xfrm>
            <a:custGeom>
              <a:avLst/>
              <a:gdLst>
                <a:gd name="T0" fmla="*/ 46 w 48"/>
                <a:gd name="T1" fmla="*/ 9 h 52"/>
                <a:gd name="T2" fmla="*/ 41 w 48"/>
                <a:gd name="T3" fmla="*/ 4 h 52"/>
                <a:gd name="T4" fmla="*/ 37 w 48"/>
                <a:gd name="T5" fmla="*/ 6 h 52"/>
                <a:gd name="T6" fmla="*/ 33 w 48"/>
                <a:gd name="T7" fmla="*/ 17 h 52"/>
                <a:gd name="T8" fmla="*/ 24 w 48"/>
                <a:gd name="T9" fmla="*/ 33 h 52"/>
                <a:gd name="T10" fmla="*/ 13 w 48"/>
                <a:gd name="T11" fmla="*/ 40 h 52"/>
                <a:gd name="T12" fmla="*/ 10 w 48"/>
                <a:gd name="T13" fmla="*/ 34 h 52"/>
                <a:gd name="T14" fmla="*/ 12 w 48"/>
                <a:gd name="T15" fmla="*/ 26 h 52"/>
                <a:gd name="T16" fmla="*/ 15 w 48"/>
                <a:gd name="T17" fmla="*/ 15 h 52"/>
                <a:gd name="T18" fmla="*/ 17 w 48"/>
                <a:gd name="T19" fmla="*/ 6 h 52"/>
                <a:gd name="T20" fmla="*/ 15 w 48"/>
                <a:gd name="T21" fmla="*/ 2 h 52"/>
                <a:gd name="T22" fmla="*/ 11 w 48"/>
                <a:gd name="T23" fmla="*/ 0 h 52"/>
                <a:gd name="T24" fmla="*/ 5 w 48"/>
                <a:gd name="T25" fmla="*/ 4 h 52"/>
                <a:gd name="T26" fmla="*/ 3 w 48"/>
                <a:gd name="T27" fmla="*/ 18 h 52"/>
                <a:gd name="T28" fmla="*/ 0 w 48"/>
                <a:gd name="T29" fmla="*/ 35 h 52"/>
                <a:gd name="T30" fmla="*/ 4 w 48"/>
                <a:gd name="T31" fmla="*/ 47 h 52"/>
                <a:gd name="T32" fmla="*/ 11 w 48"/>
                <a:gd name="T33" fmla="*/ 51 h 52"/>
                <a:gd name="T34" fmla="*/ 23 w 48"/>
                <a:gd name="T35" fmla="*/ 46 h 52"/>
                <a:gd name="T36" fmla="*/ 33 w 48"/>
                <a:gd name="T37" fmla="*/ 33 h 52"/>
                <a:gd name="T38" fmla="*/ 35 w 48"/>
                <a:gd name="T39" fmla="*/ 47 h 52"/>
                <a:gd name="T40" fmla="*/ 41 w 48"/>
                <a:gd name="T41" fmla="*/ 52 h 52"/>
                <a:gd name="T42" fmla="*/ 46 w 48"/>
                <a:gd name="T43" fmla="*/ 51 h 52"/>
                <a:gd name="T44" fmla="*/ 48 w 48"/>
                <a:gd name="T45" fmla="*/ 47 h 52"/>
                <a:gd name="T46" fmla="*/ 47 w 48"/>
                <a:gd name="T47" fmla="*/ 45 h 52"/>
                <a:gd name="T48" fmla="*/ 42 w 48"/>
                <a:gd name="T49" fmla="*/ 31 h 52"/>
                <a:gd name="T50" fmla="*/ 45 w 48"/>
                <a:gd name="T51" fmla="*/ 12 h 52"/>
                <a:gd name="T52" fmla="*/ 46 w 48"/>
                <a:gd name="T53" fmla="*/ 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52">
                  <a:moveTo>
                    <a:pt x="46" y="9"/>
                  </a:moveTo>
                  <a:cubicBezTo>
                    <a:pt x="46" y="5"/>
                    <a:pt x="44" y="4"/>
                    <a:pt x="41" y="4"/>
                  </a:cubicBezTo>
                  <a:cubicBezTo>
                    <a:pt x="39" y="4"/>
                    <a:pt x="38" y="4"/>
                    <a:pt x="37" y="6"/>
                  </a:cubicBezTo>
                  <a:cubicBezTo>
                    <a:pt x="35" y="8"/>
                    <a:pt x="34" y="11"/>
                    <a:pt x="33" y="17"/>
                  </a:cubicBezTo>
                  <a:cubicBezTo>
                    <a:pt x="31" y="22"/>
                    <a:pt x="28" y="27"/>
                    <a:pt x="24" y="33"/>
                  </a:cubicBezTo>
                  <a:cubicBezTo>
                    <a:pt x="19" y="38"/>
                    <a:pt x="15" y="40"/>
                    <a:pt x="13" y="40"/>
                  </a:cubicBezTo>
                  <a:cubicBezTo>
                    <a:pt x="11" y="40"/>
                    <a:pt x="10" y="38"/>
                    <a:pt x="10" y="34"/>
                  </a:cubicBezTo>
                  <a:cubicBezTo>
                    <a:pt x="10" y="33"/>
                    <a:pt x="11" y="30"/>
                    <a:pt x="12" y="26"/>
                  </a:cubicBezTo>
                  <a:cubicBezTo>
                    <a:pt x="13" y="21"/>
                    <a:pt x="14" y="18"/>
                    <a:pt x="15" y="15"/>
                  </a:cubicBezTo>
                  <a:cubicBezTo>
                    <a:pt x="16" y="11"/>
                    <a:pt x="17" y="8"/>
                    <a:pt x="17" y="6"/>
                  </a:cubicBezTo>
                  <a:cubicBezTo>
                    <a:pt x="17" y="5"/>
                    <a:pt x="16" y="3"/>
                    <a:pt x="15" y="2"/>
                  </a:cubicBezTo>
                  <a:cubicBezTo>
                    <a:pt x="14" y="1"/>
                    <a:pt x="13" y="0"/>
                    <a:pt x="11" y="0"/>
                  </a:cubicBezTo>
                  <a:cubicBezTo>
                    <a:pt x="8" y="0"/>
                    <a:pt x="6" y="2"/>
                    <a:pt x="5" y="4"/>
                  </a:cubicBezTo>
                  <a:cubicBezTo>
                    <a:pt x="5" y="8"/>
                    <a:pt x="4" y="12"/>
                    <a:pt x="3" y="18"/>
                  </a:cubicBezTo>
                  <a:cubicBezTo>
                    <a:pt x="1" y="26"/>
                    <a:pt x="0" y="32"/>
                    <a:pt x="0" y="35"/>
                  </a:cubicBezTo>
                  <a:cubicBezTo>
                    <a:pt x="0" y="40"/>
                    <a:pt x="1" y="44"/>
                    <a:pt x="4" y="47"/>
                  </a:cubicBezTo>
                  <a:cubicBezTo>
                    <a:pt x="6" y="49"/>
                    <a:pt x="8" y="51"/>
                    <a:pt x="11" y="51"/>
                  </a:cubicBezTo>
                  <a:cubicBezTo>
                    <a:pt x="15" y="51"/>
                    <a:pt x="19" y="49"/>
                    <a:pt x="23" y="46"/>
                  </a:cubicBezTo>
                  <a:cubicBezTo>
                    <a:pt x="27" y="43"/>
                    <a:pt x="30" y="38"/>
                    <a:pt x="33" y="33"/>
                  </a:cubicBezTo>
                  <a:cubicBezTo>
                    <a:pt x="33" y="39"/>
                    <a:pt x="34" y="43"/>
                    <a:pt x="35" y="47"/>
                  </a:cubicBezTo>
                  <a:cubicBezTo>
                    <a:pt x="37" y="50"/>
                    <a:pt x="39" y="52"/>
                    <a:pt x="41" y="52"/>
                  </a:cubicBezTo>
                  <a:cubicBezTo>
                    <a:pt x="42" y="52"/>
                    <a:pt x="44" y="52"/>
                    <a:pt x="46" y="51"/>
                  </a:cubicBezTo>
                  <a:cubicBezTo>
                    <a:pt x="47" y="50"/>
                    <a:pt x="48" y="49"/>
                    <a:pt x="48" y="47"/>
                  </a:cubicBezTo>
                  <a:cubicBezTo>
                    <a:pt x="48" y="47"/>
                    <a:pt x="48" y="46"/>
                    <a:pt x="47" y="45"/>
                  </a:cubicBezTo>
                  <a:cubicBezTo>
                    <a:pt x="44" y="44"/>
                    <a:pt x="42" y="39"/>
                    <a:pt x="42" y="31"/>
                  </a:cubicBezTo>
                  <a:cubicBezTo>
                    <a:pt x="42" y="24"/>
                    <a:pt x="43" y="18"/>
                    <a:pt x="45" y="12"/>
                  </a:cubicBezTo>
                  <a:cubicBezTo>
                    <a:pt x="46" y="11"/>
                    <a:pt x="46" y="10"/>
                    <a:pt x="46"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 name="Freeform 276"/>
            <p:cNvSpPr>
              <a:spLocks/>
            </p:cNvSpPr>
            <p:nvPr/>
          </p:nvSpPr>
          <p:spPr bwMode="auto">
            <a:xfrm>
              <a:off x="6792913" y="2519363"/>
              <a:ext cx="77788" cy="60325"/>
            </a:xfrm>
            <a:custGeom>
              <a:avLst/>
              <a:gdLst>
                <a:gd name="T0" fmla="*/ 35 w 60"/>
                <a:gd name="T1" fmla="*/ 2 h 48"/>
                <a:gd name="T2" fmla="*/ 13 w 60"/>
                <a:gd name="T3" fmla="*/ 26 h 48"/>
                <a:gd name="T4" fmla="*/ 15 w 60"/>
                <a:gd name="T5" fmla="*/ 9 h 48"/>
                <a:gd name="T6" fmla="*/ 14 w 60"/>
                <a:gd name="T7" fmla="*/ 1 h 48"/>
                <a:gd name="T8" fmla="*/ 10 w 60"/>
                <a:gd name="T9" fmla="*/ 0 h 48"/>
                <a:gd name="T10" fmla="*/ 6 w 60"/>
                <a:gd name="T11" fmla="*/ 2 h 48"/>
                <a:gd name="T12" fmla="*/ 4 w 60"/>
                <a:gd name="T13" fmla="*/ 7 h 48"/>
                <a:gd name="T14" fmla="*/ 2 w 60"/>
                <a:gd name="T15" fmla="*/ 32 h 48"/>
                <a:gd name="T16" fmla="*/ 0 w 60"/>
                <a:gd name="T17" fmla="*/ 42 h 48"/>
                <a:gd name="T18" fmla="*/ 7 w 60"/>
                <a:gd name="T19" fmla="*/ 48 h 48"/>
                <a:gd name="T20" fmla="*/ 10 w 60"/>
                <a:gd name="T21" fmla="*/ 47 h 48"/>
                <a:gd name="T22" fmla="*/ 11 w 60"/>
                <a:gd name="T23" fmla="*/ 44 h 48"/>
                <a:gd name="T24" fmla="*/ 22 w 60"/>
                <a:gd name="T25" fmla="*/ 26 h 48"/>
                <a:gd name="T26" fmla="*/ 33 w 60"/>
                <a:gd name="T27" fmla="*/ 13 h 48"/>
                <a:gd name="T28" fmla="*/ 38 w 60"/>
                <a:gd name="T29" fmla="*/ 25 h 48"/>
                <a:gd name="T30" fmla="*/ 41 w 60"/>
                <a:gd name="T31" fmla="*/ 41 h 48"/>
                <a:gd name="T32" fmla="*/ 41 w 60"/>
                <a:gd name="T33" fmla="*/ 41 h 48"/>
                <a:gd name="T34" fmla="*/ 49 w 60"/>
                <a:gd name="T35" fmla="*/ 46 h 48"/>
                <a:gd name="T36" fmla="*/ 57 w 60"/>
                <a:gd name="T37" fmla="*/ 43 h 48"/>
                <a:gd name="T38" fmla="*/ 60 w 60"/>
                <a:gd name="T39" fmla="*/ 38 h 48"/>
                <a:gd name="T40" fmla="*/ 57 w 60"/>
                <a:gd name="T41" fmla="*/ 35 h 48"/>
                <a:gd name="T42" fmla="*/ 55 w 60"/>
                <a:gd name="T43" fmla="*/ 36 h 48"/>
                <a:gd name="T44" fmla="*/ 52 w 60"/>
                <a:gd name="T45" fmla="*/ 37 h 48"/>
                <a:gd name="T46" fmla="*/ 48 w 60"/>
                <a:gd name="T47" fmla="*/ 19 h 48"/>
                <a:gd name="T48" fmla="*/ 35 w 60"/>
                <a:gd name="T49" fmla="*/ 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 h="48">
                  <a:moveTo>
                    <a:pt x="35" y="2"/>
                  </a:moveTo>
                  <a:cubicBezTo>
                    <a:pt x="27" y="2"/>
                    <a:pt x="19" y="10"/>
                    <a:pt x="13" y="26"/>
                  </a:cubicBezTo>
                  <a:cubicBezTo>
                    <a:pt x="14" y="17"/>
                    <a:pt x="15" y="11"/>
                    <a:pt x="15" y="9"/>
                  </a:cubicBezTo>
                  <a:cubicBezTo>
                    <a:pt x="15" y="5"/>
                    <a:pt x="15" y="2"/>
                    <a:pt x="14" y="1"/>
                  </a:cubicBezTo>
                  <a:cubicBezTo>
                    <a:pt x="13" y="0"/>
                    <a:pt x="11" y="0"/>
                    <a:pt x="10" y="0"/>
                  </a:cubicBezTo>
                  <a:cubicBezTo>
                    <a:pt x="8" y="0"/>
                    <a:pt x="7" y="1"/>
                    <a:pt x="6" y="2"/>
                  </a:cubicBezTo>
                  <a:cubicBezTo>
                    <a:pt x="4" y="4"/>
                    <a:pt x="4" y="6"/>
                    <a:pt x="4" y="7"/>
                  </a:cubicBezTo>
                  <a:cubicBezTo>
                    <a:pt x="4" y="17"/>
                    <a:pt x="3" y="25"/>
                    <a:pt x="2" y="32"/>
                  </a:cubicBezTo>
                  <a:cubicBezTo>
                    <a:pt x="1" y="37"/>
                    <a:pt x="0" y="40"/>
                    <a:pt x="0" y="42"/>
                  </a:cubicBezTo>
                  <a:cubicBezTo>
                    <a:pt x="0" y="46"/>
                    <a:pt x="3" y="48"/>
                    <a:pt x="7" y="48"/>
                  </a:cubicBezTo>
                  <a:cubicBezTo>
                    <a:pt x="8" y="48"/>
                    <a:pt x="9" y="48"/>
                    <a:pt x="10" y="47"/>
                  </a:cubicBezTo>
                  <a:cubicBezTo>
                    <a:pt x="11" y="47"/>
                    <a:pt x="11" y="46"/>
                    <a:pt x="11" y="44"/>
                  </a:cubicBezTo>
                  <a:cubicBezTo>
                    <a:pt x="13" y="40"/>
                    <a:pt x="16" y="34"/>
                    <a:pt x="22" y="26"/>
                  </a:cubicBezTo>
                  <a:cubicBezTo>
                    <a:pt x="27" y="18"/>
                    <a:pt x="31" y="13"/>
                    <a:pt x="33" y="13"/>
                  </a:cubicBezTo>
                  <a:cubicBezTo>
                    <a:pt x="36" y="13"/>
                    <a:pt x="37" y="17"/>
                    <a:pt x="38" y="25"/>
                  </a:cubicBezTo>
                  <a:cubicBezTo>
                    <a:pt x="38" y="33"/>
                    <a:pt x="40" y="37"/>
                    <a:pt x="41" y="41"/>
                  </a:cubicBezTo>
                  <a:cubicBezTo>
                    <a:pt x="41" y="41"/>
                    <a:pt x="41" y="41"/>
                    <a:pt x="41" y="41"/>
                  </a:cubicBezTo>
                  <a:cubicBezTo>
                    <a:pt x="43" y="45"/>
                    <a:pt x="45" y="46"/>
                    <a:pt x="49" y="46"/>
                  </a:cubicBezTo>
                  <a:cubicBezTo>
                    <a:pt x="52" y="46"/>
                    <a:pt x="55" y="45"/>
                    <a:pt x="57" y="43"/>
                  </a:cubicBezTo>
                  <a:cubicBezTo>
                    <a:pt x="59" y="41"/>
                    <a:pt x="60" y="40"/>
                    <a:pt x="60" y="38"/>
                  </a:cubicBezTo>
                  <a:cubicBezTo>
                    <a:pt x="60" y="36"/>
                    <a:pt x="59" y="35"/>
                    <a:pt x="57" y="35"/>
                  </a:cubicBezTo>
                  <a:cubicBezTo>
                    <a:pt x="57" y="35"/>
                    <a:pt x="56" y="36"/>
                    <a:pt x="55" y="36"/>
                  </a:cubicBezTo>
                  <a:cubicBezTo>
                    <a:pt x="54" y="36"/>
                    <a:pt x="53" y="37"/>
                    <a:pt x="52" y="37"/>
                  </a:cubicBezTo>
                  <a:cubicBezTo>
                    <a:pt x="51" y="37"/>
                    <a:pt x="49" y="31"/>
                    <a:pt x="48" y="19"/>
                  </a:cubicBezTo>
                  <a:cubicBezTo>
                    <a:pt x="47" y="8"/>
                    <a:pt x="42" y="2"/>
                    <a:pt x="3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 name="Freeform 277"/>
            <p:cNvSpPr>
              <a:spLocks noEditPoints="1"/>
            </p:cNvSpPr>
            <p:nvPr/>
          </p:nvSpPr>
          <p:spPr bwMode="auto">
            <a:xfrm>
              <a:off x="6875463" y="2478088"/>
              <a:ext cx="74613" cy="104775"/>
            </a:xfrm>
            <a:custGeom>
              <a:avLst/>
              <a:gdLst>
                <a:gd name="T0" fmla="*/ 37 w 58"/>
                <a:gd name="T1" fmla="*/ 75 h 81"/>
                <a:gd name="T2" fmla="*/ 44 w 58"/>
                <a:gd name="T3" fmla="*/ 80 h 81"/>
                <a:gd name="T4" fmla="*/ 53 w 58"/>
                <a:gd name="T5" fmla="*/ 77 h 81"/>
                <a:gd name="T6" fmla="*/ 58 w 58"/>
                <a:gd name="T7" fmla="*/ 70 h 81"/>
                <a:gd name="T8" fmla="*/ 55 w 58"/>
                <a:gd name="T9" fmla="*/ 68 h 81"/>
                <a:gd name="T10" fmla="*/ 52 w 58"/>
                <a:gd name="T11" fmla="*/ 69 h 81"/>
                <a:gd name="T12" fmla="*/ 48 w 58"/>
                <a:gd name="T13" fmla="*/ 70 h 81"/>
                <a:gd name="T14" fmla="*/ 45 w 58"/>
                <a:gd name="T15" fmla="*/ 62 h 81"/>
                <a:gd name="T16" fmla="*/ 48 w 58"/>
                <a:gd name="T17" fmla="*/ 39 h 81"/>
                <a:gd name="T18" fmla="*/ 54 w 58"/>
                <a:gd name="T19" fmla="*/ 14 h 81"/>
                <a:gd name="T20" fmla="*/ 56 w 58"/>
                <a:gd name="T21" fmla="*/ 7 h 81"/>
                <a:gd name="T22" fmla="*/ 55 w 58"/>
                <a:gd name="T23" fmla="*/ 2 h 81"/>
                <a:gd name="T24" fmla="*/ 51 w 58"/>
                <a:gd name="T25" fmla="*/ 0 h 81"/>
                <a:gd name="T26" fmla="*/ 48 w 58"/>
                <a:gd name="T27" fmla="*/ 1 h 81"/>
                <a:gd name="T28" fmla="*/ 45 w 58"/>
                <a:gd name="T29" fmla="*/ 5 h 81"/>
                <a:gd name="T30" fmla="*/ 43 w 58"/>
                <a:gd name="T31" fmla="*/ 14 h 81"/>
                <a:gd name="T32" fmla="*/ 39 w 58"/>
                <a:gd name="T33" fmla="*/ 33 h 81"/>
                <a:gd name="T34" fmla="*/ 30 w 58"/>
                <a:gd name="T35" fmla="*/ 30 h 81"/>
                <a:gd name="T36" fmla="*/ 10 w 58"/>
                <a:gd name="T37" fmla="*/ 42 h 81"/>
                <a:gd name="T38" fmla="*/ 0 w 58"/>
                <a:gd name="T39" fmla="*/ 67 h 81"/>
                <a:gd name="T40" fmla="*/ 3 w 58"/>
                <a:gd name="T41" fmla="*/ 77 h 81"/>
                <a:gd name="T42" fmla="*/ 11 w 58"/>
                <a:gd name="T43" fmla="*/ 81 h 81"/>
                <a:gd name="T44" fmla="*/ 35 w 58"/>
                <a:gd name="T45" fmla="*/ 63 h 81"/>
                <a:gd name="T46" fmla="*/ 37 w 58"/>
                <a:gd name="T47" fmla="*/ 75 h 81"/>
                <a:gd name="T48" fmla="*/ 28 w 58"/>
                <a:gd name="T49" fmla="*/ 60 h 81"/>
                <a:gd name="T50" fmla="*/ 14 w 58"/>
                <a:gd name="T51" fmla="*/ 70 h 81"/>
                <a:gd name="T52" fmla="*/ 11 w 58"/>
                <a:gd name="T53" fmla="*/ 66 h 81"/>
                <a:gd name="T54" fmla="*/ 17 w 58"/>
                <a:gd name="T55" fmla="*/ 49 h 81"/>
                <a:gd name="T56" fmla="*/ 30 w 58"/>
                <a:gd name="T57" fmla="*/ 39 h 81"/>
                <a:gd name="T58" fmla="*/ 34 w 58"/>
                <a:gd name="T59" fmla="*/ 41 h 81"/>
                <a:gd name="T60" fmla="*/ 36 w 58"/>
                <a:gd name="T61" fmla="*/ 44 h 81"/>
                <a:gd name="T62" fmla="*/ 28 w 58"/>
                <a:gd name="T63" fmla="*/ 6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8" h="81">
                  <a:moveTo>
                    <a:pt x="37" y="75"/>
                  </a:moveTo>
                  <a:cubicBezTo>
                    <a:pt x="39" y="78"/>
                    <a:pt x="41" y="80"/>
                    <a:pt x="44" y="80"/>
                  </a:cubicBezTo>
                  <a:cubicBezTo>
                    <a:pt x="47" y="80"/>
                    <a:pt x="50" y="79"/>
                    <a:pt x="53" y="77"/>
                  </a:cubicBezTo>
                  <a:cubicBezTo>
                    <a:pt x="56" y="75"/>
                    <a:pt x="58" y="73"/>
                    <a:pt x="58" y="70"/>
                  </a:cubicBezTo>
                  <a:cubicBezTo>
                    <a:pt x="58" y="69"/>
                    <a:pt x="57" y="68"/>
                    <a:pt x="55" y="68"/>
                  </a:cubicBezTo>
                  <a:cubicBezTo>
                    <a:pt x="55" y="68"/>
                    <a:pt x="54" y="68"/>
                    <a:pt x="52" y="69"/>
                  </a:cubicBezTo>
                  <a:cubicBezTo>
                    <a:pt x="51" y="69"/>
                    <a:pt x="50" y="70"/>
                    <a:pt x="48" y="70"/>
                  </a:cubicBezTo>
                  <a:cubicBezTo>
                    <a:pt x="46" y="70"/>
                    <a:pt x="45" y="67"/>
                    <a:pt x="45" y="62"/>
                  </a:cubicBezTo>
                  <a:cubicBezTo>
                    <a:pt x="45" y="56"/>
                    <a:pt x="46" y="48"/>
                    <a:pt x="48" y="39"/>
                  </a:cubicBezTo>
                  <a:cubicBezTo>
                    <a:pt x="50" y="29"/>
                    <a:pt x="52" y="21"/>
                    <a:pt x="54" y="14"/>
                  </a:cubicBezTo>
                  <a:cubicBezTo>
                    <a:pt x="55" y="10"/>
                    <a:pt x="56" y="8"/>
                    <a:pt x="56" y="7"/>
                  </a:cubicBezTo>
                  <a:cubicBezTo>
                    <a:pt x="56" y="5"/>
                    <a:pt x="56" y="3"/>
                    <a:pt x="55" y="2"/>
                  </a:cubicBezTo>
                  <a:cubicBezTo>
                    <a:pt x="54" y="0"/>
                    <a:pt x="53" y="0"/>
                    <a:pt x="51" y="0"/>
                  </a:cubicBezTo>
                  <a:cubicBezTo>
                    <a:pt x="50" y="0"/>
                    <a:pt x="49" y="0"/>
                    <a:pt x="48" y="1"/>
                  </a:cubicBezTo>
                  <a:cubicBezTo>
                    <a:pt x="47" y="2"/>
                    <a:pt x="46" y="3"/>
                    <a:pt x="45" y="5"/>
                  </a:cubicBezTo>
                  <a:cubicBezTo>
                    <a:pt x="44" y="6"/>
                    <a:pt x="44" y="9"/>
                    <a:pt x="43" y="14"/>
                  </a:cubicBezTo>
                  <a:cubicBezTo>
                    <a:pt x="42" y="17"/>
                    <a:pt x="41" y="23"/>
                    <a:pt x="39" y="33"/>
                  </a:cubicBezTo>
                  <a:cubicBezTo>
                    <a:pt x="37" y="31"/>
                    <a:pt x="34" y="30"/>
                    <a:pt x="30" y="30"/>
                  </a:cubicBezTo>
                  <a:cubicBezTo>
                    <a:pt x="23" y="30"/>
                    <a:pt x="17" y="34"/>
                    <a:pt x="10" y="42"/>
                  </a:cubicBezTo>
                  <a:cubicBezTo>
                    <a:pt x="3" y="50"/>
                    <a:pt x="0" y="59"/>
                    <a:pt x="0" y="67"/>
                  </a:cubicBezTo>
                  <a:cubicBezTo>
                    <a:pt x="0" y="71"/>
                    <a:pt x="1" y="74"/>
                    <a:pt x="3" y="77"/>
                  </a:cubicBezTo>
                  <a:cubicBezTo>
                    <a:pt x="5" y="79"/>
                    <a:pt x="8" y="81"/>
                    <a:pt x="11" y="81"/>
                  </a:cubicBezTo>
                  <a:cubicBezTo>
                    <a:pt x="19" y="81"/>
                    <a:pt x="27" y="75"/>
                    <a:pt x="35" y="63"/>
                  </a:cubicBezTo>
                  <a:cubicBezTo>
                    <a:pt x="35" y="68"/>
                    <a:pt x="36" y="72"/>
                    <a:pt x="37" y="75"/>
                  </a:cubicBezTo>
                  <a:close/>
                  <a:moveTo>
                    <a:pt x="28" y="60"/>
                  </a:moveTo>
                  <a:cubicBezTo>
                    <a:pt x="22" y="67"/>
                    <a:pt x="18" y="70"/>
                    <a:pt x="14" y="70"/>
                  </a:cubicBezTo>
                  <a:cubicBezTo>
                    <a:pt x="12" y="70"/>
                    <a:pt x="11" y="69"/>
                    <a:pt x="11" y="66"/>
                  </a:cubicBezTo>
                  <a:cubicBezTo>
                    <a:pt x="11" y="61"/>
                    <a:pt x="13" y="55"/>
                    <a:pt x="17" y="49"/>
                  </a:cubicBezTo>
                  <a:cubicBezTo>
                    <a:pt x="22" y="42"/>
                    <a:pt x="26" y="39"/>
                    <a:pt x="30" y="39"/>
                  </a:cubicBezTo>
                  <a:cubicBezTo>
                    <a:pt x="32" y="39"/>
                    <a:pt x="33" y="40"/>
                    <a:pt x="34" y="41"/>
                  </a:cubicBezTo>
                  <a:cubicBezTo>
                    <a:pt x="35" y="42"/>
                    <a:pt x="36" y="43"/>
                    <a:pt x="36" y="44"/>
                  </a:cubicBezTo>
                  <a:cubicBezTo>
                    <a:pt x="36" y="48"/>
                    <a:pt x="33" y="53"/>
                    <a:pt x="28"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 name="Freeform 278"/>
            <p:cNvSpPr>
              <a:spLocks noEditPoints="1"/>
            </p:cNvSpPr>
            <p:nvPr/>
          </p:nvSpPr>
          <p:spPr bwMode="auto">
            <a:xfrm>
              <a:off x="6956426" y="2513013"/>
              <a:ext cx="55563" cy="69850"/>
            </a:xfrm>
            <a:custGeom>
              <a:avLst/>
              <a:gdLst>
                <a:gd name="T0" fmla="*/ 17 w 43"/>
                <a:gd name="T1" fmla="*/ 55 h 55"/>
                <a:gd name="T2" fmla="*/ 35 w 43"/>
                <a:gd name="T3" fmla="*/ 49 h 55"/>
                <a:gd name="T4" fmla="*/ 43 w 43"/>
                <a:gd name="T5" fmla="*/ 37 h 55"/>
                <a:gd name="T6" fmla="*/ 41 w 43"/>
                <a:gd name="T7" fmla="*/ 34 h 55"/>
                <a:gd name="T8" fmla="*/ 37 w 43"/>
                <a:gd name="T9" fmla="*/ 36 h 55"/>
                <a:gd name="T10" fmla="*/ 18 w 43"/>
                <a:gd name="T11" fmla="*/ 45 h 55"/>
                <a:gd name="T12" fmla="*/ 13 w 43"/>
                <a:gd name="T13" fmla="*/ 43 h 55"/>
                <a:gd name="T14" fmla="*/ 11 w 43"/>
                <a:gd name="T15" fmla="*/ 39 h 55"/>
                <a:gd name="T16" fmla="*/ 13 w 43"/>
                <a:gd name="T17" fmla="*/ 37 h 55"/>
                <a:gd name="T18" fmla="*/ 33 w 43"/>
                <a:gd name="T19" fmla="*/ 27 h 55"/>
                <a:gd name="T20" fmla="*/ 40 w 43"/>
                <a:gd name="T21" fmla="*/ 12 h 55"/>
                <a:gd name="T22" fmla="*/ 37 w 43"/>
                <a:gd name="T23" fmla="*/ 4 h 55"/>
                <a:gd name="T24" fmla="*/ 29 w 43"/>
                <a:gd name="T25" fmla="*/ 0 h 55"/>
                <a:gd name="T26" fmla="*/ 9 w 43"/>
                <a:gd name="T27" fmla="*/ 12 h 55"/>
                <a:gd name="T28" fmla="*/ 0 w 43"/>
                <a:gd name="T29" fmla="*/ 36 h 55"/>
                <a:gd name="T30" fmla="*/ 4 w 43"/>
                <a:gd name="T31" fmla="*/ 50 h 55"/>
                <a:gd name="T32" fmla="*/ 17 w 43"/>
                <a:gd name="T33" fmla="*/ 55 h 55"/>
                <a:gd name="T34" fmla="*/ 19 w 43"/>
                <a:gd name="T35" fmla="*/ 16 h 55"/>
                <a:gd name="T36" fmla="*/ 28 w 43"/>
                <a:gd name="T37" fmla="*/ 10 h 55"/>
                <a:gd name="T38" fmla="*/ 30 w 43"/>
                <a:gd name="T39" fmla="*/ 11 h 55"/>
                <a:gd name="T40" fmla="*/ 31 w 43"/>
                <a:gd name="T41" fmla="*/ 13 h 55"/>
                <a:gd name="T42" fmla="*/ 25 w 43"/>
                <a:gd name="T43" fmla="*/ 22 h 55"/>
                <a:gd name="T44" fmla="*/ 12 w 43"/>
                <a:gd name="T45" fmla="*/ 29 h 55"/>
                <a:gd name="T46" fmla="*/ 19 w 43"/>
                <a:gd name="T47" fmla="*/ 1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3" h="55">
                  <a:moveTo>
                    <a:pt x="17" y="55"/>
                  </a:moveTo>
                  <a:cubicBezTo>
                    <a:pt x="24" y="55"/>
                    <a:pt x="30" y="53"/>
                    <a:pt x="35" y="49"/>
                  </a:cubicBezTo>
                  <a:cubicBezTo>
                    <a:pt x="41" y="44"/>
                    <a:pt x="43" y="40"/>
                    <a:pt x="43" y="37"/>
                  </a:cubicBezTo>
                  <a:cubicBezTo>
                    <a:pt x="43" y="35"/>
                    <a:pt x="42" y="34"/>
                    <a:pt x="41" y="34"/>
                  </a:cubicBezTo>
                  <a:cubicBezTo>
                    <a:pt x="39" y="34"/>
                    <a:pt x="38" y="34"/>
                    <a:pt x="37" y="36"/>
                  </a:cubicBezTo>
                  <a:cubicBezTo>
                    <a:pt x="31" y="42"/>
                    <a:pt x="25" y="45"/>
                    <a:pt x="18" y="45"/>
                  </a:cubicBezTo>
                  <a:cubicBezTo>
                    <a:pt x="16" y="45"/>
                    <a:pt x="14" y="45"/>
                    <a:pt x="13" y="43"/>
                  </a:cubicBezTo>
                  <a:cubicBezTo>
                    <a:pt x="12" y="42"/>
                    <a:pt x="11" y="40"/>
                    <a:pt x="11" y="39"/>
                  </a:cubicBezTo>
                  <a:cubicBezTo>
                    <a:pt x="11" y="38"/>
                    <a:pt x="12" y="38"/>
                    <a:pt x="13" y="37"/>
                  </a:cubicBezTo>
                  <a:cubicBezTo>
                    <a:pt x="21" y="35"/>
                    <a:pt x="27" y="32"/>
                    <a:pt x="33" y="27"/>
                  </a:cubicBezTo>
                  <a:cubicBezTo>
                    <a:pt x="38" y="22"/>
                    <a:pt x="40" y="17"/>
                    <a:pt x="40" y="12"/>
                  </a:cubicBezTo>
                  <a:cubicBezTo>
                    <a:pt x="40" y="8"/>
                    <a:pt x="39" y="6"/>
                    <a:pt x="37" y="4"/>
                  </a:cubicBezTo>
                  <a:cubicBezTo>
                    <a:pt x="35" y="1"/>
                    <a:pt x="32" y="0"/>
                    <a:pt x="29" y="0"/>
                  </a:cubicBezTo>
                  <a:cubicBezTo>
                    <a:pt x="22" y="0"/>
                    <a:pt x="15" y="4"/>
                    <a:pt x="9" y="12"/>
                  </a:cubicBezTo>
                  <a:cubicBezTo>
                    <a:pt x="3" y="19"/>
                    <a:pt x="0" y="28"/>
                    <a:pt x="0" y="36"/>
                  </a:cubicBezTo>
                  <a:cubicBezTo>
                    <a:pt x="0" y="42"/>
                    <a:pt x="1" y="47"/>
                    <a:pt x="4" y="50"/>
                  </a:cubicBezTo>
                  <a:cubicBezTo>
                    <a:pt x="7" y="54"/>
                    <a:pt x="11" y="55"/>
                    <a:pt x="17" y="55"/>
                  </a:cubicBezTo>
                  <a:close/>
                  <a:moveTo>
                    <a:pt x="19" y="16"/>
                  </a:moveTo>
                  <a:cubicBezTo>
                    <a:pt x="22" y="12"/>
                    <a:pt x="25" y="10"/>
                    <a:pt x="28" y="10"/>
                  </a:cubicBezTo>
                  <a:cubicBezTo>
                    <a:pt x="28" y="10"/>
                    <a:pt x="29" y="10"/>
                    <a:pt x="30" y="11"/>
                  </a:cubicBezTo>
                  <a:cubicBezTo>
                    <a:pt x="30" y="12"/>
                    <a:pt x="31" y="12"/>
                    <a:pt x="31" y="13"/>
                  </a:cubicBezTo>
                  <a:cubicBezTo>
                    <a:pt x="31" y="16"/>
                    <a:pt x="29" y="19"/>
                    <a:pt x="25" y="22"/>
                  </a:cubicBezTo>
                  <a:cubicBezTo>
                    <a:pt x="21" y="25"/>
                    <a:pt x="17" y="28"/>
                    <a:pt x="12" y="29"/>
                  </a:cubicBezTo>
                  <a:cubicBezTo>
                    <a:pt x="13" y="24"/>
                    <a:pt x="15" y="20"/>
                    <a:pt x="19"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 name="Freeform 279"/>
            <p:cNvSpPr>
              <a:spLocks/>
            </p:cNvSpPr>
            <p:nvPr/>
          </p:nvSpPr>
          <p:spPr bwMode="auto">
            <a:xfrm>
              <a:off x="7024688" y="2516188"/>
              <a:ext cx="61913" cy="68263"/>
            </a:xfrm>
            <a:custGeom>
              <a:avLst/>
              <a:gdLst>
                <a:gd name="T0" fmla="*/ 6 w 47"/>
                <a:gd name="T1" fmla="*/ 53 h 53"/>
                <a:gd name="T2" fmla="*/ 11 w 47"/>
                <a:gd name="T3" fmla="*/ 51 h 53"/>
                <a:gd name="T4" fmla="*/ 13 w 47"/>
                <a:gd name="T5" fmla="*/ 46 h 53"/>
                <a:gd name="T6" fmla="*/ 23 w 47"/>
                <a:gd name="T7" fmla="*/ 21 h 53"/>
                <a:gd name="T8" fmla="*/ 35 w 47"/>
                <a:gd name="T9" fmla="*/ 10 h 53"/>
                <a:gd name="T10" fmla="*/ 37 w 47"/>
                <a:gd name="T11" fmla="*/ 12 h 53"/>
                <a:gd name="T12" fmla="*/ 43 w 47"/>
                <a:gd name="T13" fmla="*/ 14 h 53"/>
                <a:gd name="T14" fmla="*/ 45 w 47"/>
                <a:gd name="T15" fmla="*/ 12 h 53"/>
                <a:gd name="T16" fmla="*/ 47 w 47"/>
                <a:gd name="T17" fmla="*/ 9 h 53"/>
                <a:gd name="T18" fmla="*/ 43 w 47"/>
                <a:gd name="T19" fmla="*/ 2 h 53"/>
                <a:gd name="T20" fmla="*/ 36 w 47"/>
                <a:gd name="T21" fmla="*/ 0 h 53"/>
                <a:gd name="T22" fmla="*/ 23 w 47"/>
                <a:gd name="T23" fmla="*/ 7 h 53"/>
                <a:gd name="T24" fmla="*/ 11 w 47"/>
                <a:gd name="T25" fmla="*/ 25 h 53"/>
                <a:gd name="T26" fmla="*/ 10 w 47"/>
                <a:gd name="T27" fmla="*/ 27 h 53"/>
                <a:gd name="T28" fmla="*/ 11 w 47"/>
                <a:gd name="T29" fmla="*/ 20 h 53"/>
                <a:gd name="T30" fmla="*/ 12 w 47"/>
                <a:gd name="T31" fmla="*/ 14 h 53"/>
                <a:gd name="T32" fmla="*/ 14 w 47"/>
                <a:gd name="T33" fmla="*/ 5 h 53"/>
                <a:gd name="T34" fmla="*/ 13 w 47"/>
                <a:gd name="T35" fmla="*/ 1 h 53"/>
                <a:gd name="T36" fmla="*/ 9 w 47"/>
                <a:gd name="T37" fmla="*/ 0 h 53"/>
                <a:gd name="T38" fmla="*/ 5 w 47"/>
                <a:gd name="T39" fmla="*/ 2 h 53"/>
                <a:gd name="T40" fmla="*/ 2 w 47"/>
                <a:gd name="T41" fmla="*/ 5 h 53"/>
                <a:gd name="T42" fmla="*/ 1 w 47"/>
                <a:gd name="T43" fmla="*/ 11 h 53"/>
                <a:gd name="T44" fmla="*/ 1 w 47"/>
                <a:gd name="T45" fmla="*/ 14 h 53"/>
                <a:gd name="T46" fmla="*/ 0 w 47"/>
                <a:gd name="T47" fmla="*/ 28 h 53"/>
                <a:gd name="T48" fmla="*/ 0 w 47"/>
                <a:gd name="T49" fmla="*/ 37 h 53"/>
                <a:gd name="T50" fmla="*/ 1 w 47"/>
                <a:gd name="T51" fmla="*/ 49 h 53"/>
                <a:gd name="T52" fmla="*/ 6 w 47"/>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7" h="53">
                  <a:moveTo>
                    <a:pt x="6" y="53"/>
                  </a:moveTo>
                  <a:cubicBezTo>
                    <a:pt x="8" y="53"/>
                    <a:pt x="9" y="52"/>
                    <a:pt x="11" y="51"/>
                  </a:cubicBezTo>
                  <a:cubicBezTo>
                    <a:pt x="12" y="50"/>
                    <a:pt x="13" y="48"/>
                    <a:pt x="13" y="46"/>
                  </a:cubicBezTo>
                  <a:cubicBezTo>
                    <a:pt x="14" y="36"/>
                    <a:pt x="17" y="28"/>
                    <a:pt x="23" y="21"/>
                  </a:cubicBezTo>
                  <a:cubicBezTo>
                    <a:pt x="28" y="14"/>
                    <a:pt x="32" y="10"/>
                    <a:pt x="35" y="10"/>
                  </a:cubicBezTo>
                  <a:cubicBezTo>
                    <a:pt x="35" y="10"/>
                    <a:pt x="36" y="11"/>
                    <a:pt x="37" y="12"/>
                  </a:cubicBezTo>
                  <a:cubicBezTo>
                    <a:pt x="39" y="13"/>
                    <a:pt x="41" y="14"/>
                    <a:pt x="43" y="14"/>
                  </a:cubicBezTo>
                  <a:cubicBezTo>
                    <a:pt x="44" y="14"/>
                    <a:pt x="45" y="13"/>
                    <a:pt x="45" y="12"/>
                  </a:cubicBezTo>
                  <a:cubicBezTo>
                    <a:pt x="46" y="11"/>
                    <a:pt x="47" y="10"/>
                    <a:pt x="47" y="9"/>
                  </a:cubicBezTo>
                  <a:cubicBezTo>
                    <a:pt x="47" y="6"/>
                    <a:pt x="46" y="4"/>
                    <a:pt x="43" y="2"/>
                  </a:cubicBezTo>
                  <a:cubicBezTo>
                    <a:pt x="41" y="1"/>
                    <a:pt x="39" y="0"/>
                    <a:pt x="36" y="0"/>
                  </a:cubicBezTo>
                  <a:cubicBezTo>
                    <a:pt x="32" y="0"/>
                    <a:pt x="27" y="2"/>
                    <a:pt x="23" y="7"/>
                  </a:cubicBezTo>
                  <a:cubicBezTo>
                    <a:pt x="19" y="11"/>
                    <a:pt x="14" y="18"/>
                    <a:pt x="11" y="25"/>
                  </a:cubicBezTo>
                  <a:cubicBezTo>
                    <a:pt x="10" y="27"/>
                    <a:pt x="10" y="27"/>
                    <a:pt x="10" y="27"/>
                  </a:cubicBezTo>
                  <a:cubicBezTo>
                    <a:pt x="11" y="20"/>
                    <a:pt x="11" y="20"/>
                    <a:pt x="11" y="20"/>
                  </a:cubicBezTo>
                  <a:cubicBezTo>
                    <a:pt x="11" y="17"/>
                    <a:pt x="12" y="15"/>
                    <a:pt x="12" y="14"/>
                  </a:cubicBezTo>
                  <a:cubicBezTo>
                    <a:pt x="14" y="9"/>
                    <a:pt x="14" y="6"/>
                    <a:pt x="14" y="5"/>
                  </a:cubicBezTo>
                  <a:cubicBezTo>
                    <a:pt x="14" y="4"/>
                    <a:pt x="14" y="2"/>
                    <a:pt x="13" y="1"/>
                  </a:cubicBezTo>
                  <a:cubicBezTo>
                    <a:pt x="12" y="1"/>
                    <a:pt x="11" y="0"/>
                    <a:pt x="9" y="0"/>
                  </a:cubicBezTo>
                  <a:cubicBezTo>
                    <a:pt x="8" y="0"/>
                    <a:pt x="6" y="1"/>
                    <a:pt x="5" y="2"/>
                  </a:cubicBezTo>
                  <a:cubicBezTo>
                    <a:pt x="4" y="3"/>
                    <a:pt x="3" y="4"/>
                    <a:pt x="2" y="5"/>
                  </a:cubicBezTo>
                  <a:cubicBezTo>
                    <a:pt x="2" y="6"/>
                    <a:pt x="2" y="8"/>
                    <a:pt x="1" y="11"/>
                  </a:cubicBezTo>
                  <a:cubicBezTo>
                    <a:pt x="1" y="12"/>
                    <a:pt x="1" y="13"/>
                    <a:pt x="1" y="14"/>
                  </a:cubicBezTo>
                  <a:cubicBezTo>
                    <a:pt x="1" y="20"/>
                    <a:pt x="0" y="24"/>
                    <a:pt x="0" y="28"/>
                  </a:cubicBezTo>
                  <a:cubicBezTo>
                    <a:pt x="0" y="32"/>
                    <a:pt x="0" y="35"/>
                    <a:pt x="0" y="37"/>
                  </a:cubicBezTo>
                  <a:cubicBezTo>
                    <a:pt x="0" y="42"/>
                    <a:pt x="0" y="46"/>
                    <a:pt x="1" y="49"/>
                  </a:cubicBezTo>
                  <a:cubicBezTo>
                    <a:pt x="2" y="51"/>
                    <a:pt x="4" y="53"/>
                    <a:pt x="6"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 name="Freeform 355"/>
            <p:cNvSpPr>
              <a:spLocks/>
            </p:cNvSpPr>
            <p:nvPr/>
          </p:nvSpPr>
          <p:spPr bwMode="auto">
            <a:xfrm>
              <a:off x="7508876" y="2339975"/>
              <a:ext cx="82550" cy="104775"/>
            </a:xfrm>
            <a:custGeom>
              <a:avLst/>
              <a:gdLst>
                <a:gd name="T0" fmla="*/ 18 w 65"/>
                <a:gd name="T1" fmla="*/ 72 h 82"/>
                <a:gd name="T2" fmla="*/ 46 w 65"/>
                <a:gd name="T3" fmla="*/ 60 h 82"/>
                <a:gd name="T4" fmla="*/ 44 w 65"/>
                <a:gd name="T5" fmla="*/ 69 h 82"/>
                <a:gd name="T6" fmla="*/ 43 w 65"/>
                <a:gd name="T7" fmla="*/ 76 h 82"/>
                <a:gd name="T8" fmla="*/ 45 w 65"/>
                <a:gd name="T9" fmla="*/ 80 h 82"/>
                <a:gd name="T10" fmla="*/ 50 w 65"/>
                <a:gd name="T11" fmla="*/ 82 h 82"/>
                <a:gd name="T12" fmla="*/ 53 w 65"/>
                <a:gd name="T13" fmla="*/ 81 h 82"/>
                <a:gd name="T14" fmla="*/ 55 w 65"/>
                <a:gd name="T15" fmla="*/ 79 h 82"/>
                <a:gd name="T16" fmla="*/ 56 w 65"/>
                <a:gd name="T17" fmla="*/ 76 h 82"/>
                <a:gd name="T18" fmla="*/ 56 w 65"/>
                <a:gd name="T19" fmla="*/ 68 h 82"/>
                <a:gd name="T20" fmla="*/ 57 w 65"/>
                <a:gd name="T21" fmla="*/ 59 h 82"/>
                <a:gd name="T22" fmla="*/ 59 w 65"/>
                <a:gd name="T23" fmla="*/ 48 h 82"/>
                <a:gd name="T24" fmla="*/ 59 w 65"/>
                <a:gd name="T25" fmla="*/ 48 h 82"/>
                <a:gd name="T26" fmla="*/ 61 w 65"/>
                <a:gd name="T27" fmla="*/ 42 h 82"/>
                <a:gd name="T28" fmla="*/ 63 w 65"/>
                <a:gd name="T29" fmla="*/ 36 h 82"/>
                <a:gd name="T30" fmla="*/ 57 w 65"/>
                <a:gd name="T31" fmla="*/ 32 h 82"/>
                <a:gd name="T32" fmla="*/ 53 w 65"/>
                <a:gd name="T33" fmla="*/ 33 h 82"/>
                <a:gd name="T34" fmla="*/ 51 w 65"/>
                <a:gd name="T35" fmla="*/ 37 h 82"/>
                <a:gd name="T36" fmla="*/ 49 w 65"/>
                <a:gd name="T37" fmla="*/ 45 h 82"/>
                <a:gd name="T38" fmla="*/ 41 w 65"/>
                <a:gd name="T39" fmla="*/ 53 h 82"/>
                <a:gd name="T40" fmla="*/ 29 w 65"/>
                <a:gd name="T41" fmla="*/ 60 h 82"/>
                <a:gd name="T42" fmla="*/ 19 w 65"/>
                <a:gd name="T43" fmla="*/ 62 h 82"/>
                <a:gd name="T44" fmla="*/ 11 w 65"/>
                <a:gd name="T45" fmla="*/ 53 h 82"/>
                <a:gd name="T46" fmla="*/ 17 w 65"/>
                <a:gd name="T47" fmla="*/ 34 h 82"/>
                <a:gd name="T48" fmla="*/ 32 w 65"/>
                <a:gd name="T49" fmla="*/ 18 h 82"/>
                <a:gd name="T50" fmla="*/ 48 w 65"/>
                <a:gd name="T51" fmla="*/ 11 h 82"/>
                <a:gd name="T52" fmla="*/ 51 w 65"/>
                <a:gd name="T53" fmla="*/ 12 h 82"/>
                <a:gd name="T54" fmla="*/ 53 w 65"/>
                <a:gd name="T55" fmla="*/ 15 h 82"/>
                <a:gd name="T56" fmla="*/ 55 w 65"/>
                <a:gd name="T57" fmla="*/ 17 h 82"/>
                <a:gd name="T58" fmla="*/ 57 w 65"/>
                <a:gd name="T59" fmla="*/ 18 h 82"/>
                <a:gd name="T60" fmla="*/ 62 w 65"/>
                <a:gd name="T61" fmla="*/ 14 h 82"/>
                <a:gd name="T62" fmla="*/ 65 w 65"/>
                <a:gd name="T63" fmla="*/ 8 h 82"/>
                <a:gd name="T64" fmla="*/ 61 w 65"/>
                <a:gd name="T65" fmla="*/ 2 h 82"/>
                <a:gd name="T66" fmla="*/ 52 w 65"/>
                <a:gd name="T67" fmla="*/ 0 h 82"/>
                <a:gd name="T68" fmla="*/ 28 w 65"/>
                <a:gd name="T69" fmla="*/ 7 h 82"/>
                <a:gd name="T70" fmla="*/ 8 w 65"/>
                <a:gd name="T71" fmla="*/ 28 h 82"/>
                <a:gd name="T72" fmla="*/ 8 w 65"/>
                <a:gd name="T73" fmla="*/ 28 h 82"/>
                <a:gd name="T74" fmla="*/ 0 w 65"/>
                <a:gd name="T75" fmla="*/ 53 h 82"/>
                <a:gd name="T76" fmla="*/ 5 w 65"/>
                <a:gd name="T77" fmla="*/ 67 h 82"/>
                <a:gd name="T78" fmla="*/ 18 w 65"/>
                <a:gd name="T79" fmla="*/ 7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5" h="82">
                  <a:moveTo>
                    <a:pt x="18" y="72"/>
                  </a:moveTo>
                  <a:cubicBezTo>
                    <a:pt x="26" y="72"/>
                    <a:pt x="36" y="68"/>
                    <a:pt x="46" y="60"/>
                  </a:cubicBezTo>
                  <a:cubicBezTo>
                    <a:pt x="46" y="63"/>
                    <a:pt x="45" y="66"/>
                    <a:pt x="44" y="69"/>
                  </a:cubicBezTo>
                  <a:cubicBezTo>
                    <a:pt x="43" y="73"/>
                    <a:pt x="43" y="75"/>
                    <a:pt x="43" y="76"/>
                  </a:cubicBezTo>
                  <a:cubicBezTo>
                    <a:pt x="43" y="78"/>
                    <a:pt x="44" y="79"/>
                    <a:pt x="45" y="80"/>
                  </a:cubicBezTo>
                  <a:cubicBezTo>
                    <a:pt x="47" y="81"/>
                    <a:pt x="48" y="82"/>
                    <a:pt x="50" y="82"/>
                  </a:cubicBezTo>
                  <a:cubicBezTo>
                    <a:pt x="51" y="82"/>
                    <a:pt x="52" y="82"/>
                    <a:pt x="53" y="81"/>
                  </a:cubicBezTo>
                  <a:cubicBezTo>
                    <a:pt x="54" y="81"/>
                    <a:pt x="54" y="80"/>
                    <a:pt x="55" y="79"/>
                  </a:cubicBezTo>
                  <a:cubicBezTo>
                    <a:pt x="55" y="78"/>
                    <a:pt x="56" y="77"/>
                    <a:pt x="56" y="76"/>
                  </a:cubicBezTo>
                  <a:cubicBezTo>
                    <a:pt x="56" y="74"/>
                    <a:pt x="56" y="72"/>
                    <a:pt x="56" y="68"/>
                  </a:cubicBezTo>
                  <a:cubicBezTo>
                    <a:pt x="56" y="66"/>
                    <a:pt x="56" y="63"/>
                    <a:pt x="57" y="59"/>
                  </a:cubicBezTo>
                  <a:cubicBezTo>
                    <a:pt x="58" y="54"/>
                    <a:pt x="58" y="52"/>
                    <a:pt x="59" y="48"/>
                  </a:cubicBezTo>
                  <a:cubicBezTo>
                    <a:pt x="59" y="48"/>
                    <a:pt x="59" y="48"/>
                    <a:pt x="59" y="48"/>
                  </a:cubicBezTo>
                  <a:cubicBezTo>
                    <a:pt x="60" y="44"/>
                    <a:pt x="61" y="43"/>
                    <a:pt x="61" y="42"/>
                  </a:cubicBezTo>
                  <a:cubicBezTo>
                    <a:pt x="62" y="39"/>
                    <a:pt x="63" y="37"/>
                    <a:pt x="63" y="36"/>
                  </a:cubicBezTo>
                  <a:cubicBezTo>
                    <a:pt x="63" y="34"/>
                    <a:pt x="61" y="32"/>
                    <a:pt x="57" y="32"/>
                  </a:cubicBezTo>
                  <a:cubicBezTo>
                    <a:pt x="55" y="32"/>
                    <a:pt x="54" y="33"/>
                    <a:pt x="53" y="33"/>
                  </a:cubicBezTo>
                  <a:cubicBezTo>
                    <a:pt x="52" y="34"/>
                    <a:pt x="51" y="35"/>
                    <a:pt x="51" y="37"/>
                  </a:cubicBezTo>
                  <a:cubicBezTo>
                    <a:pt x="50" y="40"/>
                    <a:pt x="50" y="42"/>
                    <a:pt x="49" y="45"/>
                  </a:cubicBezTo>
                  <a:cubicBezTo>
                    <a:pt x="48" y="47"/>
                    <a:pt x="45" y="50"/>
                    <a:pt x="41" y="53"/>
                  </a:cubicBezTo>
                  <a:cubicBezTo>
                    <a:pt x="37" y="56"/>
                    <a:pt x="33" y="58"/>
                    <a:pt x="29" y="60"/>
                  </a:cubicBezTo>
                  <a:cubicBezTo>
                    <a:pt x="25" y="61"/>
                    <a:pt x="22" y="62"/>
                    <a:pt x="19" y="62"/>
                  </a:cubicBezTo>
                  <a:cubicBezTo>
                    <a:pt x="14" y="62"/>
                    <a:pt x="11" y="59"/>
                    <a:pt x="11" y="53"/>
                  </a:cubicBezTo>
                  <a:cubicBezTo>
                    <a:pt x="11" y="47"/>
                    <a:pt x="13" y="41"/>
                    <a:pt x="17" y="34"/>
                  </a:cubicBezTo>
                  <a:cubicBezTo>
                    <a:pt x="21" y="28"/>
                    <a:pt x="26" y="22"/>
                    <a:pt x="32" y="18"/>
                  </a:cubicBezTo>
                  <a:cubicBezTo>
                    <a:pt x="38" y="13"/>
                    <a:pt x="43" y="11"/>
                    <a:pt x="48" y="11"/>
                  </a:cubicBezTo>
                  <a:cubicBezTo>
                    <a:pt x="50" y="11"/>
                    <a:pt x="51" y="11"/>
                    <a:pt x="51" y="12"/>
                  </a:cubicBezTo>
                  <a:cubicBezTo>
                    <a:pt x="52" y="12"/>
                    <a:pt x="53" y="13"/>
                    <a:pt x="53" y="15"/>
                  </a:cubicBezTo>
                  <a:cubicBezTo>
                    <a:pt x="54" y="16"/>
                    <a:pt x="55" y="17"/>
                    <a:pt x="55" y="17"/>
                  </a:cubicBezTo>
                  <a:cubicBezTo>
                    <a:pt x="56" y="17"/>
                    <a:pt x="56" y="18"/>
                    <a:pt x="57" y="18"/>
                  </a:cubicBezTo>
                  <a:cubicBezTo>
                    <a:pt x="59" y="18"/>
                    <a:pt x="61" y="17"/>
                    <a:pt x="62" y="14"/>
                  </a:cubicBezTo>
                  <a:cubicBezTo>
                    <a:pt x="64" y="12"/>
                    <a:pt x="65" y="10"/>
                    <a:pt x="65" y="8"/>
                  </a:cubicBezTo>
                  <a:cubicBezTo>
                    <a:pt x="65" y="6"/>
                    <a:pt x="63" y="4"/>
                    <a:pt x="61" y="2"/>
                  </a:cubicBezTo>
                  <a:cubicBezTo>
                    <a:pt x="59" y="1"/>
                    <a:pt x="56" y="0"/>
                    <a:pt x="52" y="0"/>
                  </a:cubicBezTo>
                  <a:cubicBezTo>
                    <a:pt x="44" y="0"/>
                    <a:pt x="36" y="2"/>
                    <a:pt x="28" y="7"/>
                  </a:cubicBezTo>
                  <a:cubicBezTo>
                    <a:pt x="20" y="12"/>
                    <a:pt x="12" y="19"/>
                    <a:pt x="8" y="28"/>
                  </a:cubicBezTo>
                  <a:cubicBezTo>
                    <a:pt x="8" y="28"/>
                    <a:pt x="8" y="28"/>
                    <a:pt x="8" y="28"/>
                  </a:cubicBezTo>
                  <a:cubicBezTo>
                    <a:pt x="4" y="36"/>
                    <a:pt x="0" y="44"/>
                    <a:pt x="0" y="53"/>
                  </a:cubicBezTo>
                  <a:cubicBezTo>
                    <a:pt x="0" y="59"/>
                    <a:pt x="2" y="63"/>
                    <a:pt x="5" y="67"/>
                  </a:cubicBezTo>
                  <a:cubicBezTo>
                    <a:pt x="8" y="70"/>
                    <a:pt x="13" y="72"/>
                    <a:pt x="18" y="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 name="Freeform 356"/>
            <p:cNvSpPr>
              <a:spLocks noEditPoints="1"/>
            </p:cNvSpPr>
            <p:nvPr/>
          </p:nvSpPr>
          <p:spPr bwMode="auto">
            <a:xfrm>
              <a:off x="7602538" y="2366963"/>
              <a:ext cx="60325" cy="68263"/>
            </a:xfrm>
            <a:custGeom>
              <a:avLst/>
              <a:gdLst>
                <a:gd name="T0" fmla="*/ 34 w 47"/>
                <a:gd name="T1" fmla="*/ 46 h 53"/>
                <a:gd name="T2" fmla="*/ 47 w 47"/>
                <a:gd name="T3" fmla="*/ 27 h 53"/>
                <a:gd name="T4" fmla="*/ 47 w 47"/>
                <a:gd name="T5" fmla="*/ 27 h 53"/>
                <a:gd name="T6" fmla="*/ 47 w 47"/>
                <a:gd name="T7" fmla="*/ 20 h 53"/>
                <a:gd name="T8" fmla="*/ 42 w 47"/>
                <a:gd name="T9" fmla="*/ 6 h 53"/>
                <a:gd name="T10" fmla="*/ 29 w 47"/>
                <a:gd name="T11" fmla="*/ 0 h 53"/>
                <a:gd name="T12" fmla="*/ 9 w 47"/>
                <a:gd name="T13" fmla="*/ 12 h 53"/>
                <a:gd name="T14" fmla="*/ 0 w 47"/>
                <a:gd name="T15" fmla="*/ 35 h 53"/>
                <a:gd name="T16" fmla="*/ 5 w 47"/>
                <a:gd name="T17" fmla="*/ 48 h 53"/>
                <a:gd name="T18" fmla="*/ 17 w 47"/>
                <a:gd name="T19" fmla="*/ 53 h 53"/>
                <a:gd name="T20" fmla="*/ 34 w 47"/>
                <a:gd name="T21" fmla="*/ 46 h 53"/>
                <a:gd name="T22" fmla="*/ 13 w 47"/>
                <a:gd name="T23" fmla="*/ 41 h 53"/>
                <a:gd name="T24" fmla="*/ 12 w 47"/>
                <a:gd name="T25" fmla="*/ 34 h 53"/>
                <a:gd name="T26" fmla="*/ 15 w 47"/>
                <a:gd name="T27" fmla="*/ 21 h 53"/>
                <a:gd name="T28" fmla="*/ 21 w 47"/>
                <a:gd name="T29" fmla="*/ 11 h 53"/>
                <a:gd name="T30" fmla="*/ 21 w 47"/>
                <a:gd name="T31" fmla="*/ 11 h 53"/>
                <a:gd name="T32" fmla="*/ 28 w 47"/>
                <a:gd name="T33" fmla="*/ 9 h 53"/>
                <a:gd name="T34" fmla="*/ 33 w 47"/>
                <a:gd name="T35" fmla="*/ 13 h 53"/>
                <a:gd name="T36" fmla="*/ 35 w 47"/>
                <a:gd name="T37" fmla="*/ 21 h 53"/>
                <a:gd name="T38" fmla="*/ 29 w 47"/>
                <a:gd name="T39" fmla="*/ 36 h 53"/>
                <a:gd name="T40" fmla="*/ 17 w 47"/>
                <a:gd name="T41" fmla="*/ 43 h 53"/>
                <a:gd name="T42" fmla="*/ 13 w 47"/>
                <a:gd name="T43" fmla="*/ 4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 h="53">
                  <a:moveTo>
                    <a:pt x="34" y="46"/>
                  </a:moveTo>
                  <a:cubicBezTo>
                    <a:pt x="40" y="41"/>
                    <a:pt x="43" y="34"/>
                    <a:pt x="47" y="27"/>
                  </a:cubicBezTo>
                  <a:cubicBezTo>
                    <a:pt x="47" y="27"/>
                    <a:pt x="47" y="27"/>
                    <a:pt x="47" y="27"/>
                  </a:cubicBezTo>
                  <a:cubicBezTo>
                    <a:pt x="47" y="25"/>
                    <a:pt x="47" y="22"/>
                    <a:pt x="47" y="20"/>
                  </a:cubicBezTo>
                  <a:cubicBezTo>
                    <a:pt x="47" y="15"/>
                    <a:pt x="45" y="10"/>
                    <a:pt x="42" y="6"/>
                  </a:cubicBezTo>
                  <a:cubicBezTo>
                    <a:pt x="39" y="2"/>
                    <a:pt x="34" y="0"/>
                    <a:pt x="29" y="0"/>
                  </a:cubicBezTo>
                  <a:cubicBezTo>
                    <a:pt x="21" y="0"/>
                    <a:pt x="14" y="4"/>
                    <a:pt x="9" y="12"/>
                  </a:cubicBezTo>
                  <a:cubicBezTo>
                    <a:pt x="3" y="19"/>
                    <a:pt x="0" y="27"/>
                    <a:pt x="0" y="35"/>
                  </a:cubicBezTo>
                  <a:cubicBezTo>
                    <a:pt x="0" y="40"/>
                    <a:pt x="2" y="45"/>
                    <a:pt x="5" y="48"/>
                  </a:cubicBezTo>
                  <a:cubicBezTo>
                    <a:pt x="8" y="51"/>
                    <a:pt x="12" y="53"/>
                    <a:pt x="17" y="53"/>
                  </a:cubicBezTo>
                  <a:cubicBezTo>
                    <a:pt x="22" y="53"/>
                    <a:pt x="29" y="51"/>
                    <a:pt x="34" y="46"/>
                  </a:cubicBezTo>
                  <a:close/>
                  <a:moveTo>
                    <a:pt x="13" y="41"/>
                  </a:moveTo>
                  <a:cubicBezTo>
                    <a:pt x="12" y="39"/>
                    <a:pt x="12" y="37"/>
                    <a:pt x="12" y="34"/>
                  </a:cubicBezTo>
                  <a:cubicBezTo>
                    <a:pt x="12" y="30"/>
                    <a:pt x="13" y="25"/>
                    <a:pt x="15" y="21"/>
                  </a:cubicBezTo>
                  <a:cubicBezTo>
                    <a:pt x="17" y="17"/>
                    <a:pt x="19" y="15"/>
                    <a:pt x="21" y="11"/>
                  </a:cubicBezTo>
                  <a:cubicBezTo>
                    <a:pt x="21" y="11"/>
                    <a:pt x="21" y="11"/>
                    <a:pt x="21" y="11"/>
                  </a:cubicBezTo>
                  <a:cubicBezTo>
                    <a:pt x="23" y="11"/>
                    <a:pt x="25" y="9"/>
                    <a:pt x="28" y="9"/>
                  </a:cubicBezTo>
                  <a:cubicBezTo>
                    <a:pt x="30" y="9"/>
                    <a:pt x="32" y="11"/>
                    <a:pt x="33" y="13"/>
                  </a:cubicBezTo>
                  <a:cubicBezTo>
                    <a:pt x="35" y="15"/>
                    <a:pt x="35" y="18"/>
                    <a:pt x="35" y="21"/>
                  </a:cubicBezTo>
                  <a:cubicBezTo>
                    <a:pt x="35" y="26"/>
                    <a:pt x="33" y="32"/>
                    <a:pt x="29" y="36"/>
                  </a:cubicBezTo>
                  <a:cubicBezTo>
                    <a:pt x="25" y="41"/>
                    <a:pt x="21" y="43"/>
                    <a:pt x="17" y="43"/>
                  </a:cubicBezTo>
                  <a:cubicBezTo>
                    <a:pt x="15" y="43"/>
                    <a:pt x="14" y="42"/>
                    <a:pt x="13"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 name="Freeform 357"/>
            <p:cNvSpPr>
              <a:spLocks/>
            </p:cNvSpPr>
            <p:nvPr/>
          </p:nvSpPr>
          <p:spPr bwMode="auto">
            <a:xfrm>
              <a:off x="7667626" y="2344738"/>
              <a:ext cx="60325" cy="90488"/>
            </a:xfrm>
            <a:custGeom>
              <a:avLst/>
              <a:gdLst>
                <a:gd name="T0" fmla="*/ 43 w 47"/>
                <a:gd name="T1" fmla="*/ 18 h 70"/>
                <a:gd name="T2" fmla="*/ 26 w 47"/>
                <a:gd name="T3" fmla="*/ 20 h 70"/>
                <a:gd name="T4" fmla="*/ 30 w 47"/>
                <a:gd name="T5" fmla="*/ 5 h 70"/>
                <a:gd name="T6" fmla="*/ 29 w 47"/>
                <a:gd name="T7" fmla="*/ 2 h 70"/>
                <a:gd name="T8" fmla="*/ 25 w 47"/>
                <a:gd name="T9" fmla="*/ 0 h 70"/>
                <a:gd name="T10" fmla="*/ 19 w 47"/>
                <a:gd name="T11" fmla="*/ 6 h 70"/>
                <a:gd name="T12" fmla="*/ 15 w 47"/>
                <a:gd name="T13" fmla="*/ 21 h 70"/>
                <a:gd name="T14" fmla="*/ 5 w 47"/>
                <a:gd name="T15" fmla="*/ 21 h 70"/>
                <a:gd name="T16" fmla="*/ 0 w 47"/>
                <a:gd name="T17" fmla="*/ 25 h 70"/>
                <a:gd name="T18" fmla="*/ 3 w 47"/>
                <a:gd name="T19" fmla="*/ 30 h 70"/>
                <a:gd name="T20" fmla="*/ 7 w 47"/>
                <a:gd name="T21" fmla="*/ 32 h 70"/>
                <a:gd name="T22" fmla="*/ 8 w 47"/>
                <a:gd name="T23" fmla="*/ 32 h 70"/>
                <a:gd name="T24" fmla="*/ 12 w 47"/>
                <a:gd name="T25" fmla="*/ 31 h 70"/>
                <a:gd name="T26" fmla="*/ 7 w 47"/>
                <a:gd name="T27" fmla="*/ 56 h 70"/>
                <a:gd name="T28" fmla="*/ 11 w 47"/>
                <a:gd name="T29" fmla="*/ 66 h 70"/>
                <a:gd name="T30" fmla="*/ 20 w 47"/>
                <a:gd name="T31" fmla="*/ 70 h 70"/>
                <a:gd name="T32" fmla="*/ 34 w 47"/>
                <a:gd name="T33" fmla="*/ 65 h 70"/>
                <a:gd name="T34" fmla="*/ 41 w 47"/>
                <a:gd name="T35" fmla="*/ 55 h 70"/>
                <a:gd name="T36" fmla="*/ 40 w 47"/>
                <a:gd name="T37" fmla="*/ 53 h 70"/>
                <a:gd name="T38" fmla="*/ 38 w 47"/>
                <a:gd name="T39" fmla="*/ 53 h 70"/>
                <a:gd name="T40" fmla="*/ 34 w 47"/>
                <a:gd name="T41" fmla="*/ 55 h 70"/>
                <a:gd name="T42" fmla="*/ 27 w 47"/>
                <a:gd name="T43" fmla="*/ 59 h 70"/>
                <a:gd name="T44" fmla="*/ 22 w 47"/>
                <a:gd name="T45" fmla="*/ 60 h 70"/>
                <a:gd name="T46" fmla="*/ 20 w 47"/>
                <a:gd name="T47" fmla="*/ 58 h 70"/>
                <a:gd name="T48" fmla="*/ 19 w 47"/>
                <a:gd name="T49" fmla="*/ 53 h 70"/>
                <a:gd name="T50" fmla="*/ 21 w 47"/>
                <a:gd name="T51" fmla="*/ 40 h 70"/>
                <a:gd name="T52" fmla="*/ 24 w 47"/>
                <a:gd name="T53" fmla="*/ 30 h 70"/>
                <a:gd name="T54" fmla="*/ 40 w 47"/>
                <a:gd name="T55" fmla="*/ 27 h 70"/>
                <a:gd name="T56" fmla="*/ 47 w 47"/>
                <a:gd name="T57" fmla="*/ 22 h 70"/>
                <a:gd name="T58" fmla="*/ 46 w 47"/>
                <a:gd name="T59" fmla="*/ 19 h 70"/>
                <a:gd name="T60" fmla="*/ 43 w 47"/>
                <a:gd name="T61" fmla="*/ 1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7" h="70">
                  <a:moveTo>
                    <a:pt x="43" y="18"/>
                  </a:moveTo>
                  <a:cubicBezTo>
                    <a:pt x="42" y="18"/>
                    <a:pt x="36" y="19"/>
                    <a:pt x="26" y="20"/>
                  </a:cubicBezTo>
                  <a:cubicBezTo>
                    <a:pt x="29" y="10"/>
                    <a:pt x="30" y="6"/>
                    <a:pt x="30" y="5"/>
                  </a:cubicBezTo>
                  <a:cubicBezTo>
                    <a:pt x="30" y="4"/>
                    <a:pt x="30" y="3"/>
                    <a:pt x="29" y="2"/>
                  </a:cubicBezTo>
                  <a:cubicBezTo>
                    <a:pt x="28" y="0"/>
                    <a:pt x="27" y="0"/>
                    <a:pt x="25" y="0"/>
                  </a:cubicBezTo>
                  <a:cubicBezTo>
                    <a:pt x="22" y="0"/>
                    <a:pt x="20" y="2"/>
                    <a:pt x="19" y="6"/>
                  </a:cubicBezTo>
                  <a:cubicBezTo>
                    <a:pt x="18" y="12"/>
                    <a:pt x="16" y="17"/>
                    <a:pt x="15" y="21"/>
                  </a:cubicBezTo>
                  <a:cubicBezTo>
                    <a:pt x="5" y="21"/>
                    <a:pt x="5" y="21"/>
                    <a:pt x="5" y="21"/>
                  </a:cubicBezTo>
                  <a:cubicBezTo>
                    <a:pt x="2" y="21"/>
                    <a:pt x="0" y="22"/>
                    <a:pt x="0" y="25"/>
                  </a:cubicBezTo>
                  <a:cubicBezTo>
                    <a:pt x="0" y="27"/>
                    <a:pt x="1" y="29"/>
                    <a:pt x="3" y="30"/>
                  </a:cubicBezTo>
                  <a:cubicBezTo>
                    <a:pt x="4" y="31"/>
                    <a:pt x="6" y="32"/>
                    <a:pt x="7" y="32"/>
                  </a:cubicBezTo>
                  <a:cubicBezTo>
                    <a:pt x="8" y="32"/>
                    <a:pt x="8" y="32"/>
                    <a:pt x="8" y="32"/>
                  </a:cubicBezTo>
                  <a:cubicBezTo>
                    <a:pt x="9" y="32"/>
                    <a:pt x="10" y="31"/>
                    <a:pt x="12" y="31"/>
                  </a:cubicBezTo>
                  <a:cubicBezTo>
                    <a:pt x="9" y="44"/>
                    <a:pt x="7" y="52"/>
                    <a:pt x="7" y="56"/>
                  </a:cubicBezTo>
                  <a:cubicBezTo>
                    <a:pt x="7" y="61"/>
                    <a:pt x="8" y="64"/>
                    <a:pt x="11" y="66"/>
                  </a:cubicBezTo>
                  <a:cubicBezTo>
                    <a:pt x="13" y="69"/>
                    <a:pt x="16" y="70"/>
                    <a:pt x="20" y="70"/>
                  </a:cubicBezTo>
                  <a:cubicBezTo>
                    <a:pt x="25" y="70"/>
                    <a:pt x="30" y="68"/>
                    <a:pt x="34" y="65"/>
                  </a:cubicBezTo>
                  <a:cubicBezTo>
                    <a:pt x="39" y="61"/>
                    <a:pt x="41" y="58"/>
                    <a:pt x="41" y="55"/>
                  </a:cubicBezTo>
                  <a:cubicBezTo>
                    <a:pt x="41" y="55"/>
                    <a:pt x="41" y="54"/>
                    <a:pt x="40" y="53"/>
                  </a:cubicBezTo>
                  <a:cubicBezTo>
                    <a:pt x="39" y="53"/>
                    <a:pt x="39" y="53"/>
                    <a:pt x="38" y="53"/>
                  </a:cubicBezTo>
                  <a:cubicBezTo>
                    <a:pt x="37" y="53"/>
                    <a:pt x="35" y="53"/>
                    <a:pt x="34" y="55"/>
                  </a:cubicBezTo>
                  <a:cubicBezTo>
                    <a:pt x="31" y="57"/>
                    <a:pt x="29" y="58"/>
                    <a:pt x="27" y="59"/>
                  </a:cubicBezTo>
                  <a:cubicBezTo>
                    <a:pt x="26" y="59"/>
                    <a:pt x="24" y="60"/>
                    <a:pt x="22" y="60"/>
                  </a:cubicBezTo>
                  <a:cubicBezTo>
                    <a:pt x="21" y="60"/>
                    <a:pt x="20" y="59"/>
                    <a:pt x="20" y="58"/>
                  </a:cubicBezTo>
                  <a:cubicBezTo>
                    <a:pt x="19" y="57"/>
                    <a:pt x="19" y="55"/>
                    <a:pt x="19" y="53"/>
                  </a:cubicBezTo>
                  <a:cubicBezTo>
                    <a:pt x="19" y="51"/>
                    <a:pt x="20" y="47"/>
                    <a:pt x="21" y="40"/>
                  </a:cubicBezTo>
                  <a:cubicBezTo>
                    <a:pt x="23" y="33"/>
                    <a:pt x="23" y="30"/>
                    <a:pt x="24" y="30"/>
                  </a:cubicBezTo>
                  <a:cubicBezTo>
                    <a:pt x="40" y="27"/>
                    <a:pt x="40" y="27"/>
                    <a:pt x="40" y="27"/>
                  </a:cubicBezTo>
                  <a:cubicBezTo>
                    <a:pt x="45" y="26"/>
                    <a:pt x="47" y="25"/>
                    <a:pt x="47" y="22"/>
                  </a:cubicBezTo>
                  <a:cubicBezTo>
                    <a:pt x="47" y="20"/>
                    <a:pt x="47" y="19"/>
                    <a:pt x="46" y="19"/>
                  </a:cubicBezTo>
                  <a:cubicBezTo>
                    <a:pt x="46" y="18"/>
                    <a:pt x="44" y="18"/>
                    <a:pt x="43"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 name="Freeform 358"/>
            <p:cNvSpPr>
              <a:spLocks noEditPoints="1"/>
            </p:cNvSpPr>
            <p:nvPr/>
          </p:nvSpPr>
          <p:spPr bwMode="auto">
            <a:xfrm>
              <a:off x="7778751" y="2365375"/>
              <a:ext cx="63500" cy="69850"/>
            </a:xfrm>
            <a:custGeom>
              <a:avLst/>
              <a:gdLst>
                <a:gd name="T0" fmla="*/ 47 w 49"/>
                <a:gd name="T1" fmla="*/ 46 h 54"/>
                <a:gd name="T2" fmla="*/ 45 w 49"/>
                <a:gd name="T3" fmla="*/ 44 h 54"/>
                <a:gd name="T4" fmla="*/ 44 w 49"/>
                <a:gd name="T5" fmla="*/ 41 h 54"/>
                <a:gd name="T6" fmla="*/ 43 w 49"/>
                <a:gd name="T7" fmla="*/ 32 h 54"/>
                <a:gd name="T8" fmla="*/ 45 w 49"/>
                <a:gd name="T9" fmla="*/ 17 h 54"/>
                <a:gd name="T10" fmla="*/ 46 w 49"/>
                <a:gd name="T11" fmla="*/ 10 h 54"/>
                <a:gd name="T12" fmla="*/ 41 w 49"/>
                <a:gd name="T13" fmla="*/ 6 h 54"/>
                <a:gd name="T14" fmla="*/ 33 w 49"/>
                <a:gd name="T15" fmla="*/ 0 h 54"/>
                <a:gd name="T16" fmla="*/ 11 w 49"/>
                <a:gd name="T17" fmla="*/ 14 h 54"/>
                <a:gd name="T18" fmla="*/ 0 w 49"/>
                <a:gd name="T19" fmla="*/ 41 h 54"/>
                <a:gd name="T20" fmla="*/ 3 w 49"/>
                <a:gd name="T21" fmla="*/ 49 h 54"/>
                <a:gd name="T22" fmla="*/ 10 w 49"/>
                <a:gd name="T23" fmla="*/ 52 h 54"/>
                <a:gd name="T24" fmla="*/ 34 w 49"/>
                <a:gd name="T25" fmla="*/ 36 h 54"/>
                <a:gd name="T26" fmla="*/ 42 w 49"/>
                <a:gd name="T27" fmla="*/ 54 h 54"/>
                <a:gd name="T28" fmla="*/ 47 w 49"/>
                <a:gd name="T29" fmla="*/ 52 h 54"/>
                <a:gd name="T30" fmla="*/ 49 w 49"/>
                <a:gd name="T31" fmla="*/ 48 h 54"/>
                <a:gd name="T32" fmla="*/ 47 w 49"/>
                <a:gd name="T33" fmla="*/ 46 h 54"/>
                <a:gd name="T34" fmla="*/ 26 w 49"/>
                <a:gd name="T35" fmla="*/ 32 h 54"/>
                <a:gd name="T36" fmla="*/ 13 w 49"/>
                <a:gd name="T37" fmla="*/ 42 h 54"/>
                <a:gd name="T38" fmla="*/ 11 w 49"/>
                <a:gd name="T39" fmla="*/ 38 h 54"/>
                <a:gd name="T40" fmla="*/ 19 w 49"/>
                <a:gd name="T41" fmla="*/ 21 h 54"/>
                <a:gd name="T42" fmla="*/ 31 w 49"/>
                <a:gd name="T43" fmla="*/ 10 h 54"/>
                <a:gd name="T44" fmla="*/ 33 w 49"/>
                <a:gd name="T45" fmla="*/ 11 h 54"/>
                <a:gd name="T46" fmla="*/ 34 w 49"/>
                <a:gd name="T47" fmla="*/ 15 h 54"/>
                <a:gd name="T48" fmla="*/ 26 w 49"/>
                <a:gd name="T49" fmla="*/ 3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9" h="54">
                  <a:moveTo>
                    <a:pt x="47" y="46"/>
                  </a:moveTo>
                  <a:cubicBezTo>
                    <a:pt x="46" y="45"/>
                    <a:pt x="45" y="45"/>
                    <a:pt x="45" y="44"/>
                  </a:cubicBezTo>
                  <a:cubicBezTo>
                    <a:pt x="45" y="44"/>
                    <a:pt x="44" y="43"/>
                    <a:pt x="44" y="41"/>
                  </a:cubicBezTo>
                  <a:cubicBezTo>
                    <a:pt x="43" y="39"/>
                    <a:pt x="43" y="36"/>
                    <a:pt x="43" y="32"/>
                  </a:cubicBezTo>
                  <a:cubicBezTo>
                    <a:pt x="43" y="29"/>
                    <a:pt x="44" y="24"/>
                    <a:pt x="45" y="17"/>
                  </a:cubicBezTo>
                  <a:cubicBezTo>
                    <a:pt x="46" y="14"/>
                    <a:pt x="46" y="11"/>
                    <a:pt x="46" y="10"/>
                  </a:cubicBezTo>
                  <a:cubicBezTo>
                    <a:pt x="46" y="7"/>
                    <a:pt x="44" y="6"/>
                    <a:pt x="41" y="6"/>
                  </a:cubicBezTo>
                  <a:cubicBezTo>
                    <a:pt x="39" y="2"/>
                    <a:pt x="37" y="0"/>
                    <a:pt x="33" y="0"/>
                  </a:cubicBezTo>
                  <a:cubicBezTo>
                    <a:pt x="26" y="0"/>
                    <a:pt x="18" y="5"/>
                    <a:pt x="11" y="14"/>
                  </a:cubicBezTo>
                  <a:cubicBezTo>
                    <a:pt x="3" y="23"/>
                    <a:pt x="0" y="32"/>
                    <a:pt x="0" y="41"/>
                  </a:cubicBezTo>
                  <a:cubicBezTo>
                    <a:pt x="0" y="44"/>
                    <a:pt x="1" y="47"/>
                    <a:pt x="3" y="49"/>
                  </a:cubicBezTo>
                  <a:cubicBezTo>
                    <a:pt x="5" y="51"/>
                    <a:pt x="7" y="52"/>
                    <a:pt x="10" y="52"/>
                  </a:cubicBezTo>
                  <a:cubicBezTo>
                    <a:pt x="18" y="52"/>
                    <a:pt x="26" y="47"/>
                    <a:pt x="34" y="36"/>
                  </a:cubicBezTo>
                  <a:cubicBezTo>
                    <a:pt x="33" y="48"/>
                    <a:pt x="36" y="54"/>
                    <a:pt x="42" y="54"/>
                  </a:cubicBezTo>
                  <a:cubicBezTo>
                    <a:pt x="44" y="54"/>
                    <a:pt x="45" y="53"/>
                    <a:pt x="47" y="52"/>
                  </a:cubicBezTo>
                  <a:cubicBezTo>
                    <a:pt x="48" y="51"/>
                    <a:pt x="49" y="50"/>
                    <a:pt x="49" y="48"/>
                  </a:cubicBezTo>
                  <a:cubicBezTo>
                    <a:pt x="49" y="47"/>
                    <a:pt x="49" y="46"/>
                    <a:pt x="47" y="46"/>
                  </a:cubicBezTo>
                  <a:close/>
                  <a:moveTo>
                    <a:pt x="26" y="32"/>
                  </a:moveTo>
                  <a:cubicBezTo>
                    <a:pt x="21" y="39"/>
                    <a:pt x="16" y="42"/>
                    <a:pt x="13" y="42"/>
                  </a:cubicBezTo>
                  <a:cubicBezTo>
                    <a:pt x="12" y="42"/>
                    <a:pt x="11" y="41"/>
                    <a:pt x="11" y="38"/>
                  </a:cubicBezTo>
                  <a:cubicBezTo>
                    <a:pt x="11" y="33"/>
                    <a:pt x="14" y="28"/>
                    <a:pt x="19" y="21"/>
                  </a:cubicBezTo>
                  <a:cubicBezTo>
                    <a:pt x="24" y="14"/>
                    <a:pt x="28" y="10"/>
                    <a:pt x="31" y="10"/>
                  </a:cubicBezTo>
                  <a:cubicBezTo>
                    <a:pt x="32" y="10"/>
                    <a:pt x="33" y="11"/>
                    <a:pt x="33" y="11"/>
                  </a:cubicBezTo>
                  <a:cubicBezTo>
                    <a:pt x="34" y="12"/>
                    <a:pt x="34" y="14"/>
                    <a:pt x="34" y="15"/>
                  </a:cubicBezTo>
                  <a:cubicBezTo>
                    <a:pt x="34" y="20"/>
                    <a:pt x="32" y="26"/>
                    <a:pt x="26"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 name="Freeform 359"/>
            <p:cNvSpPr>
              <a:spLocks/>
            </p:cNvSpPr>
            <p:nvPr/>
          </p:nvSpPr>
          <p:spPr bwMode="auto">
            <a:xfrm>
              <a:off x="7851776" y="2370138"/>
              <a:ext cx="76200" cy="61913"/>
            </a:xfrm>
            <a:custGeom>
              <a:avLst/>
              <a:gdLst>
                <a:gd name="T0" fmla="*/ 37 w 59"/>
                <a:gd name="T1" fmla="*/ 25 h 48"/>
                <a:gd name="T2" fmla="*/ 40 w 59"/>
                <a:gd name="T3" fmla="*/ 40 h 48"/>
                <a:gd name="T4" fmla="*/ 40 w 59"/>
                <a:gd name="T5" fmla="*/ 40 h 48"/>
                <a:gd name="T6" fmla="*/ 48 w 59"/>
                <a:gd name="T7" fmla="*/ 45 h 48"/>
                <a:gd name="T8" fmla="*/ 56 w 59"/>
                <a:gd name="T9" fmla="*/ 43 h 48"/>
                <a:gd name="T10" fmla="*/ 59 w 59"/>
                <a:gd name="T11" fmla="*/ 38 h 48"/>
                <a:gd name="T12" fmla="*/ 57 w 59"/>
                <a:gd name="T13" fmla="*/ 35 h 48"/>
                <a:gd name="T14" fmla="*/ 54 w 59"/>
                <a:gd name="T15" fmla="*/ 36 h 48"/>
                <a:gd name="T16" fmla="*/ 51 w 59"/>
                <a:gd name="T17" fmla="*/ 36 h 48"/>
                <a:gd name="T18" fmla="*/ 47 w 59"/>
                <a:gd name="T19" fmla="*/ 19 h 48"/>
                <a:gd name="T20" fmla="*/ 34 w 59"/>
                <a:gd name="T21" fmla="*/ 2 h 48"/>
                <a:gd name="T22" fmla="*/ 12 w 59"/>
                <a:gd name="T23" fmla="*/ 26 h 48"/>
                <a:gd name="T24" fmla="*/ 14 w 59"/>
                <a:gd name="T25" fmla="*/ 8 h 48"/>
                <a:gd name="T26" fmla="*/ 13 w 59"/>
                <a:gd name="T27" fmla="*/ 1 h 48"/>
                <a:gd name="T28" fmla="*/ 9 w 59"/>
                <a:gd name="T29" fmla="*/ 0 h 48"/>
                <a:gd name="T30" fmla="*/ 5 w 59"/>
                <a:gd name="T31" fmla="*/ 2 h 48"/>
                <a:gd name="T32" fmla="*/ 3 w 59"/>
                <a:gd name="T33" fmla="*/ 7 h 48"/>
                <a:gd name="T34" fmla="*/ 1 w 59"/>
                <a:gd name="T35" fmla="*/ 32 h 48"/>
                <a:gd name="T36" fmla="*/ 0 w 59"/>
                <a:gd name="T37" fmla="*/ 42 h 48"/>
                <a:gd name="T38" fmla="*/ 7 w 59"/>
                <a:gd name="T39" fmla="*/ 48 h 48"/>
                <a:gd name="T40" fmla="*/ 9 w 59"/>
                <a:gd name="T41" fmla="*/ 47 h 48"/>
                <a:gd name="T42" fmla="*/ 11 w 59"/>
                <a:gd name="T43" fmla="*/ 44 h 48"/>
                <a:gd name="T44" fmla="*/ 21 w 59"/>
                <a:gd name="T45" fmla="*/ 26 h 48"/>
                <a:gd name="T46" fmla="*/ 32 w 59"/>
                <a:gd name="T47" fmla="*/ 13 h 48"/>
                <a:gd name="T48" fmla="*/ 37 w 59"/>
                <a:gd name="T49" fmla="*/ 2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9" h="48">
                  <a:moveTo>
                    <a:pt x="37" y="25"/>
                  </a:moveTo>
                  <a:cubicBezTo>
                    <a:pt x="38" y="32"/>
                    <a:pt x="39" y="40"/>
                    <a:pt x="40" y="40"/>
                  </a:cubicBezTo>
                  <a:cubicBezTo>
                    <a:pt x="40" y="40"/>
                    <a:pt x="40" y="40"/>
                    <a:pt x="40" y="40"/>
                  </a:cubicBezTo>
                  <a:cubicBezTo>
                    <a:pt x="42" y="44"/>
                    <a:pt x="44" y="45"/>
                    <a:pt x="48" y="45"/>
                  </a:cubicBezTo>
                  <a:cubicBezTo>
                    <a:pt x="51" y="45"/>
                    <a:pt x="54" y="45"/>
                    <a:pt x="56" y="43"/>
                  </a:cubicBezTo>
                  <a:cubicBezTo>
                    <a:pt x="58" y="41"/>
                    <a:pt x="59" y="39"/>
                    <a:pt x="59" y="38"/>
                  </a:cubicBezTo>
                  <a:cubicBezTo>
                    <a:pt x="59" y="36"/>
                    <a:pt x="58" y="35"/>
                    <a:pt x="57" y="35"/>
                  </a:cubicBezTo>
                  <a:cubicBezTo>
                    <a:pt x="56" y="35"/>
                    <a:pt x="55" y="35"/>
                    <a:pt x="54" y="36"/>
                  </a:cubicBezTo>
                  <a:cubicBezTo>
                    <a:pt x="53" y="36"/>
                    <a:pt x="52" y="36"/>
                    <a:pt x="51" y="36"/>
                  </a:cubicBezTo>
                  <a:cubicBezTo>
                    <a:pt x="50" y="36"/>
                    <a:pt x="48" y="30"/>
                    <a:pt x="47" y="19"/>
                  </a:cubicBezTo>
                  <a:cubicBezTo>
                    <a:pt x="46" y="7"/>
                    <a:pt x="42" y="2"/>
                    <a:pt x="34" y="2"/>
                  </a:cubicBezTo>
                  <a:cubicBezTo>
                    <a:pt x="26" y="2"/>
                    <a:pt x="19" y="10"/>
                    <a:pt x="12" y="26"/>
                  </a:cubicBezTo>
                  <a:cubicBezTo>
                    <a:pt x="14" y="17"/>
                    <a:pt x="14" y="11"/>
                    <a:pt x="14" y="8"/>
                  </a:cubicBezTo>
                  <a:cubicBezTo>
                    <a:pt x="14" y="4"/>
                    <a:pt x="14" y="2"/>
                    <a:pt x="13" y="1"/>
                  </a:cubicBezTo>
                  <a:cubicBezTo>
                    <a:pt x="12" y="0"/>
                    <a:pt x="11" y="0"/>
                    <a:pt x="9" y="0"/>
                  </a:cubicBezTo>
                  <a:cubicBezTo>
                    <a:pt x="7" y="0"/>
                    <a:pt x="6" y="1"/>
                    <a:pt x="5" y="2"/>
                  </a:cubicBezTo>
                  <a:cubicBezTo>
                    <a:pt x="3" y="4"/>
                    <a:pt x="3" y="6"/>
                    <a:pt x="3" y="7"/>
                  </a:cubicBezTo>
                  <a:cubicBezTo>
                    <a:pt x="3" y="17"/>
                    <a:pt x="2" y="25"/>
                    <a:pt x="1" y="32"/>
                  </a:cubicBezTo>
                  <a:cubicBezTo>
                    <a:pt x="0" y="37"/>
                    <a:pt x="0" y="40"/>
                    <a:pt x="0" y="42"/>
                  </a:cubicBezTo>
                  <a:cubicBezTo>
                    <a:pt x="0" y="46"/>
                    <a:pt x="2" y="48"/>
                    <a:pt x="7" y="48"/>
                  </a:cubicBezTo>
                  <a:cubicBezTo>
                    <a:pt x="7" y="48"/>
                    <a:pt x="8" y="48"/>
                    <a:pt x="9" y="47"/>
                  </a:cubicBezTo>
                  <a:cubicBezTo>
                    <a:pt x="10" y="46"/>
                    <a:pt x="10" y="45"/>
                    <a:pt x="11" y="44"/>
                  </a:cubicBezTo>
                  <a:cubicBezTo>
                    <a:pt x="12" y="40"/>
                    <a:pt x="15" y="34"/>
                    <a:pt x="21" y="26"/>
                  </a:cubicBezTo>
                  <a:cubicBezTo>
                    <a:pt x="26" y="17"/>
                    <a:pt x="30" y="13"/>
                    <a:pt x="32" y="13"/>
                  </a:cubicBezTo>
                  <a:cubicBezTo>
                    <a:pt x="35" y="13"/>
                    <a:pt x="36" y="17"/>
                    <a:pt x="37"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 name="Freeform 360"/>
            <p:cNvSpPr>
              <a:spLocks/>
            </p:cNvSpPr>
            <p:nvPr/>
          </p:nvSpPr>
          <p:spPr bwMode="auto">
            <a:xfrm>
              <a:off x="7985126" y="2368550"/>
              <a:ext cx="22225" cy="66675"/>
            </a:xfrm>
            <a:custGeom>
              <a:avLst/>
              <a:gdLst>
                <a:gd name="T0" fmla="*/ 15 w 17"/>
                <a:gd name="T1" fmla="*/ 13 h 51"/>
                <a:gd name="T2" fmla="*/ 15 w 17"/>
                <a:gd name="T3" fmla="*/ 12 h 51"/>
                <a:gd name="T4" fmla="*/ 17 w 17"/>
                <a:gd name="T5" fmla="*/ 5 h 51"/>
                <a:gd name="T6" fmla="*/ 15 w 17"/>
                <a:gd name="T7" fmla="*/ 1 h 51"/>
                <a:gd name="T8" fmla="*/ 10 w 17"/>
                <a:gd name="T9" fmla="*/ 0 h 51"/>
                <a:gd name="T10" fmla="*/ 6 w 17"/>
                <a:gd name="T11" fmla="*/ 2 h 51"/>
                <a:gd name="T12" fmla="*/ 4 w 17"/>
                <a:gd name="T13" fmla="*/ 8 h 51"/>
                <a:gd name="T14" fmla="*/ 2 w 17"/>
                <a:gd name="T15" fmla="*/ 18 h 51"/>
                <a:gd name="T16" fmla="*/ 2 w 17"/>
                <a:gd name="T17" fmla="*/ 18 h 51"/>
                <a:gd name="T18" fmla="*/ 2 w 17"/>
                <a:gd name="T19" fmla="*/ 22 h 51"/>
                <a:gd name="T20" fmla="*/ 0 w 17"/>
                <a:gd name="T21" fmla="*/ 42 h 51"/>
                <a:gd name="T22" fmla="*/ 6 w 17"/>
                <a:gd name="T23" fmla="*/ 51 h 51"/>
                <a:gd name="T24" fmla="*/ 10 w 17"/>
                <a:gd name="T25" fmla="*/ 49 h 51"/>
                <a:gd name="T26" fmla="*/ 13 w 17"/>
                <a:gd name="T27" fmla="*/ 47 h 51"/>
                <a:gd name="T28" fmla="*/ 12 w 17"/>
                <a:gd name="T29" fmla="*/ 45 h 51"/>
                <a:gd name="T30" fmla="*/ 11 w 17"/>
                <a:gd name="T31" fmla="*/ 37 h 51"/>
                <a:gd name="T32" fmla="*/ 12 w 17"/>
                <a:gd name="T33" fmla="*/ 28 h 51"/>
                <a:gd name="T34" fmla="*/ 15 w 17"/>
                <a:gd name="T35" fmla="*/ 1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51">
                  <a:moveTo>
                    <a:pt x="15" y="13"/>
                  </a:moveTo>
                  <a:cubicBezTo>
                    <a:pt x="15" y="12"/>
                    <a:pt x="15" y="12"/>
                    <a:pt x="15" y="12"/>
                  </a:cubicBezTo>
                  <a:cubicBezTo>
                    <a:pt x="17" y="9"/>
                    <a:pt x="17" y="6"/>
                    <a:pt x="17" y="5"/>
                  </a:cubicBezTo>
                  <a:cubicBezTo>
                    <a:pt x="17" y="3"/>
                    <a:pt x="17" y="2"/>
                    <a:pt x="15" y="1"/>
                  </a:cubicBezTo>
                  <a:cubicBezTo>
                    <a:pt x="14" y="0"/>
                    <a:pt x="12" y="0"/>
                    <a:pt x="10" y="0"/>
                  </a:cubicBezTo>
                  <a:cubicBezTo>
                    <a:pt x="9" y="0"/>
                    <a:pt x="7" y="1"/>
                    <a:pt x="6" y="2"/>
                  </a:cubicBezTo>
                  <a:cubicBezTo>
                    <a:pt x="5" y="4"/>
                    <a:pt x="4" y="6"/>
                    <a:pt x="4" y="8"/>
                  </a:cubicBezTo>
                  <a:cubicBezTo>
                    <a:pt x="4" y="9"/>
                    <a:pt x="6" y="12"/>
                    <a:pt x="2" y="18"/>
                  </a:cubicBezTo>
                  <a:cubicBezTo>
                    <a:pt x="2" y="18"/>
                    <a:pt x="2" y="18"/>
                    <a:pt x="2" y="18"/>
                  </a:cubicBezTo>
                  <a:cubicBezTo>
                    <a:pt x="2" y="19"/>
                    <a:pt x="2" y="21"/>
                    <a:pt x="2" y="22"/>
                  </a:cubicBezTo>
                  <a:cubicBezTo>
                    <a:pt x="0" y="30"/>
                    <a:pt x="0" y="37"/>
                    <a:pt x="0" y="42"/>
                  </a:cubicBezTo>
                  <a:cubicBezTo>
                    <a:pt x="0" y="48"/>
                    <a:pt x="2" y="51"/>
                    <a:pt x="6" y="51"/>
                  </a:cubicBezTo>
                  <a:cubicBezTo>
                    <a:pt x="8" y="51"/>
                    <a:pt x="9" y="51"/>
                    <a:pt x="10" y="49"/>
                  </a:cubicBezTo>
                  <a:cubicBezTo>
                    <a:pt x="12" y="48"/>
                    <a:pt x="13" y="47"/>
                    <a:pt x="13" y="47"/>
                  </a:cubicBezTo>
                  <a:cubicBezTo>
                    <a:pt x="13" y="46"/>
                    <a:pt x="13" y="46"/>
                    <a:pt x="12" y="45"/>
                  </a:cubicBezTo>
                  <a:cubicBezTo>
                    <a:pt x="12" y="42"/>
                    <a:pt x="11" y="39"/>
                    <a:pt x="11" y="37"/>
                  </a:cubicBezTo>
                  <a:cubicBezTo>
                    <a:pt x="11" y="35"/>
                    <a:pt x="12" y="32"/>
                    <a:pt x="12" y="28"/>
                  </a:cubicBezTo>
                  <a:cubicBezTo>
                    <a:pt x="12" y="24"/>
                    <a:pt x="13" y="19"/>
                    <a:pt x="15"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 name="Freeform 361"/>
            <p:cNvSpPr>
              <a:spLocks/>
            </p:cNvSpPr>
            <p:nvPr/>
          </p:nvSpPr>
          <p:spPr bwMode="auto">
            <a:xfrm>
              <a:off x="7997826" y="2335213"/>
              <a:ext cx="20638" cy="17463"/>
            </a:xfrm>
            <a:custGeom>
              <a:avLst/>
              <a:gdLst>
                <a:gd name="T0" fmla="*/ 13 w 16"/>
                <a:gd name="T1" fmla="*/ 12 h 14"/>
                <a:gd name="T2" fmla="*/ 16 w 16"/>
                <a:gd name="T3" fmla="*/ 6 h 14"/>
                <a:gd name="T4" fmla="*/ 14 w 16"/>
                <a:gd name="T5" fmla="*/ 2 h 14"/>
                <a:gd name="T6" fmla="*/ 9 w 16"/>
                <a:gd name="T7" fmla="*/ 0 h 14"/>
                <a:gd name="T8" fmla="*/ 3 w 16"/>
                <a:gd name="T9" fmla="*/ 2 h 14"/>
                <a:gd name="T10" fmla="*/ 0 w 16"/>
                <a:gd name="T11" fmla="*/ 7 h 14"/>
                <a:gd name="T12" fmla="*/ 3 w 16"/>
                <a:gd name="T13" fmla="*/ 12 h 14"/>
                <a:gd name="T14" fmla="*/ 8 w 16"/>
                <a:gd name="T15" fmla="*/ 14 h 14"/>
                <a:gd name="T16" fmla="*/ 13 w 16"/>
                <a:gd name="T17"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4">
                  <a:moveTo>
                    <a:pt x="13" y="12"/>
                  </a:moveTo>
                  <a:cubicBezTo>
                    <a:pt x="15" y="10"/>
                    <a:pt x="16" y="8"/>
                    <a:pt x="16" y="6"/>
                  </a:cubicBezTo>
                  <a:cubicBezTo>
                    <a:pt x="16" y="4"/>
                    <a:pt x="15" y="3"/>
                    <a:pt x="14" y="2"/>
                  </a:cubicBezTo>
                  <a:cubicBezTo>
                    <a:pt x="12" y="1"/>
                    <a:pt x="11" y="0"/>
                    <a:pt x="9" y="0"/>
                  </a:cubicBezTo>
                  <a:cubicBezTo>
                    <a:pt x="6" y="0"/>
                    <a:pt x="4" y="1"/>
                    <a:pt x="3" y="2"/>
                  </a:cubicBezTo>
                  <a:cubicBezTo>
                    <a:pt x="1" y="3"/>
                    <a:pt x="0" y="5"/>
                    <a:pt x="0" y="7"/>
                  </a:cubicBezTo>
                  <a:cubicBezTo>
                    <a:pt x="0" y="9"/>
                    <a:pt x="1" y="11"/>
                    <a:pt x="3" y="12"/>
                  </a:cubicBezTo>
                  <a:cubicBezTo>
                    <a:pt x="4" y="14"/>
                    <a:pt x="6" y="14"/>
                    <a:pt x="8" y="14"/>
                  </a:cubicBezTo>
                  <a:cubicBezTo>
                    <a:pt x="9" y="14"/>
                    <a:pt x="11" y="14"/>
                    <a:pt x="13"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 name="Freeform 362"/>
            <p:cNvSpPr>
              <a:spLocks noEditPoints="1"/>
            </p:cNvSpPr>
            <p:nvPr/>
          </p:nvSpPr>
          <p:spPr bwMode="auto">
            <a:xfrm>
              <a:off x="8016876" y="2330450"/>
              <a:ext cx="74613" cy="103188"/>
            </a:xfrm>
            <a:custGeom>
              <a:avLst/>
              <a:gdLst>
                <a:gd name="T0" fmla="*/ 37 w 58"/>
                <a:gd name="T1" fmla="*/ 75 h 80"/>
                <a:gd name="T2" fmla="*/ 44 w 58"/>
                <a:gd name="T3" fmla="*/ 80 h 80"/>
                <a:gd name="T4" fmla="*/ 53 w 58"/>
                <a:gd name="T5" fmla="*/ 77 h 80"/>
                <a:gd name="T6" fmla="*/ 58 w 58"/>
                <a:gd name="T7" fmla="*/ 70 h 80"/>
                <a:gd name="T8" fmla="*/ 55 w 58"/>
                <a:gd name="T9" fmla="*/ 68 h 80"/>
                <a:gd name="T10" fmla="*/ 53 w 58"/>
                <a:gd name="T11" fmla="*/ 68 h 80"/>
                <a:gd name="T12" fmla="*/ 49 w 58"/>
                <a:gd name="T13" fmla="*/ 69 h 80"/>
                <a:gd name="T14" fmla="*/ 45 w 58"/>
                <a:gd name="T15" fmla="*/ 61 h 80"/>
                <a:gd name="T16" fmla="*/ 48 w 58"/>
                <a:gd name="T17" fmla="*/ 38 h 80"/>
                <a:gd name="T18" fmla="*/ 54 w 58"/>
                <a:gd name="T19" fmla="*/ 14 h 80"/>
                <a:gd name="T20" fmla="*/ 56 w 58"/>
                <a:gd name="T21" fmla="*/ 6 h 80"/>
                <a:gd name="T22" fmla="*/ 55 w 58"/>
                <a:gd name="T23" fmla="*/ 2 h 80"/>
                <a:gd name="T24" fmla="*/ 51 w 58"/>
                <a:gd name="T25" fmla="*/ 0 h 80"/>
                <a:gd name="T26" fmla="*/ 48 w 58"/>
                <a:gd name="T27" fmla="*/ 1 h 80"/>
                <a:gd name="T28" fmla="*/ 45 w 58"/>
                <a:gd name="T29" fmla="*/ 4 h 80"/>
                <a:gd name="T30" fmla="*/ 43 w 58"/>
                <a:gd name="T31" fmla="*/ 14 h 80"/>
                <a:gd name="T32" fmla="*/ 39 w 58"/>
                <a:gd name="T33" fmla="*/ 33 h 80"/>
                <a:gd name="T34" fmla="*/ 30 w 58"/>
                <a:gd name="T35" fmla="*/ 30 h 80"/>
                <a:gd name="T36" fmla="*/ 10 w 58"/>
                <a:gd name="T37" fmla="*/ 42 h 80"/>
                <a:gd name="T38" fmla="*/ 0 w 58"/>
                <a:gd name="T39" fmla="*/ 66 h 80"/>
                <a:gd name="T40" fmla="*/ 3 w 58"/>
                <a:gd name="T41" fmla="*/ 76 h 80"/>
                <a:gd name="T42" fmla="*/ 11 w 58"/>
                <a:gd name="T43" fmla="*/ 80 h 80"/>
                <a:gd name="T44" fmla="*/ 35 w 58"/>
                <a:gd name="T45" fmla="*/ 63 h 80"/>
                <a:gd name="T46" fmla="*/ 37 w 58"/>
                <a:gd name="T47" fmla="*/ 75 h 80"/>
                <a:gd name="T48" fmla="*/ 28 w 58"/>
                <a:gd name="T49" fmla="*/ 60 h 80"/>
                <a:gd name="T50" fmla="*/ 14 w 58"/>
                <a:gd name="T51" fmla="*/ 70 h 80"/>
                <a:gd name="T52" fmla="*/ 11 w 58"/>
                <a:gd name="T53" fmla="*/ 66 h 80"/>
                <a:gd name="T54" fmla="*/ 17 w 58"/>
                <a:gd name="T55" fmla="*/ 48 h 80"/>
                <a:gd name="T56" fmla="*/ 30 w 58"/>
                <a:gd name="T57" fmla="*/ 39 h 80"/>
                <a:gd name="T58" fmla="*/ 34 w 58"/>
                <a:gd name="T59" fmla="*/ 41 h 80"/>
                <a:gd name="T60" fmla="*/ 36 w 58"/>
                <a:gd name="T61" fmla="*/ 44 h 80"/>
                <a:gd name="T62" fmla="*/ 28 w 58"/>
                <a:gd name="T63" fmla="*/ 6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8" h="80">
                  <a:moveTo>
                    <a:pt x="37" y="75"/>
                  </a:moveTo>
                  <a:cubicBezTo>
                    <a:pt x="39" y="78"/>
                    <a:pt x="41" y="80"/>
                    <a:pt x="44" y="80"/>
                  </a:cubicBezTo>
                  <a:cubicBezTo>
                    <a:pt x="47" y="80"/>
                    <a:pt x="50" y="79"/>
                    <a:pt x="53" y="77"/>
                  </a:cubicBezTo>
                  <a:cubicBezTo>
                    <a:pt x="56" y="74"/>
                    <a:pt x="58" y="72"/>
                    <a:pt x="58" y="70"/>
                  </a:cubicBezTo>
                  <a:cubicBezTo>
                    <a:pt x="58" y="68"/>
                    <a:pt x="57" y="68"/>
                    <a:pt x="55" y="68"/>
                  </a:cubicBezTo>
                  <a:cubicBezTo>
                    <a:pt x="55" y="68"/>
                    <a:pt x="54" y="68"/>
                    <a:pt x="53" y="68"/>
                  </a:cubicBezTo>
                  <a:cubicBezTo>
                    <a:pt x="51" y="69"/>
                    <a:pt x="50" y="69"/>
                    <a:pt x="49" y="69"/>
                  </a:cubicBezTo>
                  <a:cubicBezTo>
                    <a:pt x="46" y="69"/>
                    <a:pt x="45" y="67"/>
                    <a:pt x="45" y="61"/>
                  </a:cubicBezTo>
                  <a:cubicBezTo>
                    <a:pt x="45" y="56"/>
                    <a:pt x="46" y="48"/>
                    <a:pt x="48" y="38"/>
                  </a:cubicBezTo>
                  <a:cubicBezTo>
                    <a:pt x="50" y="29"/>
                    <a:pt x="52" y="21"/>
                    <a:pt x="54" y="14"/>
                  </a:cubicBezTo>
                  <a:cubicBezTo>
                    <a:pt x="56" y="10"/>
                    <a:pt x="56" y="7"/>
                    <a:pt x="56" y="6"/>
                  </a:cubicBezTo>
                  <a:cubicBezTo>
                    <a:pt x="56" y="4"/>
                    <a:pt x="56" y="3"/>
                    <a:pt x="55" y="2"/>
                  </a:cubicBezTo>
                  <a:cubicBezTo>
                    <a:pt x="54" y="0"/>
                    <a:pt x="53" y="0"/>
                    <a:pt x="51" y="0"/>
                  </a:cubicBezTo>
                  <a:cubicBezTo>
                    <a:pt x="50" y="0"/>
                    <a:pt x="49" y="0"/>
                    <a:pt x="48" y="1"/>
                  </a:cubicBezTo>
                  <a:cubicBezTo>
                    <a:pt x="47" y="2"/>
                    <a:pt x="46" y="3"/>
                    <a:pt x="45" y="4"/>
                  </a:cubicBezTo>
                  <a:cubicBezTo>
                    <a:pt x="45" y="6"/>
                    <a:pt x="44" y="9"/>
                    <a:pt x="43" y="14"/>
                  </a:cubicBezTo>
                  <a:cubicBezTo>
                    <a:pt x="42" y="16"/>
                    <a:pt x="41" y="23"/>
                    <a:pt x="39" y="33"/>
                  </a:cubicBezTo>
                  <a:cubicBezTo>
                    <a:pt x="37" y="31"/>
                    <a:pt x="34" y="30"/>
                    <a:pt x="30" y="30"/>
                  </a:cubicBezTo>
                  <a:cubicBezTo>
                    <a:pt x="23" y="30"/>
                    <a:pt x="17" y="34"/>
                    <a:pt x="10" y="42"/>
                  </a:cubicBezTo>
                  <a:cubicBezTo>
                    <a:pt x="3" y="50"/>
                    <a:pt x="0" y="58"/>
                    <a:pt x="0" y="66"/>
                  </a:cubicBezTo>
                  <a:cubicBezTo>
                    <a:pt x="0" y="71"/>
                    <a:pt x="1" y="74"/>
                    <a:pt x="3" y="76"/>
                  </a:cubicBezTo>
                  <a:cubicBezTo>
                    <a:pt x="5" y="79"/>
                    <a:pt x="8" y="80"/>
                    <a:pt x="11" y="80"/>
                  </a:cubicBezTo>
                  <a:cubicBezTo>
                    <a:pt x="19" y="80"/>
                    <a:pt x="27" y="75"/>
                    <a:pt x="35" y="63"/>
                  </a:cubicBezTo>
                  <a:cubicBezTo>
                    <a:pt x="35" y="68"/>
                    <a:pt x="36" y="72"/>
                    <a:pt x="37" y="75"/>
                  </a:cubicBezTo>
                  <a:close/>
                  <a:moveTo>
                    <a:pt x="28" y="60"/>
                  </a:moveTo>
                  <a:cubicBezTo>
                    <a:pt x="22" y="67"/>
                    <a:pt x="18" y="70"/>
                    <a:pt x="14" y="70"/>
                  </a:cubicBezTo>
                  <a:cubicBezTo>
                    <a:pt x="12" y="70"/>
                    <a:pt x="11" y="69"/>
                    <a:pt x="11" y="66"/>
                  </a:cubicBezTo>
                  <a:cubicBezTo>
                    <a:pt x="11" y="60"/>
                    <a:pt x="13" y="55"/>
                    <a:pt x="17" y="48"/>
                  </a:cubicBezTo>
                  <a:cubicBezTo>
                    <a:pt x="22" y="42"/>
                    <a:pt x="26" y="39"/>
                    <a:pt x="30" y="39"/>
                  </a:cubicBezTo>
                  <a:cubicBezTo>
                    <a:pt x="32" y="39"/>
                    <a:pt x="33" y="40"/>
                    <a:pt x="34" y="41"/>
                  </a:cubicBezTo>
                  <a:cubicBezTo>
                    <a:pt x="35" y="42"/>
                    <a:pt x="36" y="43"/>
                    <a:pt x="36" y="44"/>
                  </a:cubicBezTo>
                  <a:cubicBezTo>
                    <a:pt x="36" y="48"/>
                    <a:pt x="33" y="53"/>
                    <a:pt x="28"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 name="Freeform 363"/>
            <p:cNvSpPr>
              <a:spLocks noEditPoints="1"/>
            </p:cNvSpPr>
            <p:nvPr/>
          </p:nvSpPr>
          <p:spPr bwMode="auto">
            <a:xfrm>
              <a:off x="8099426" y="2363788"/>
              <a:ext cx="57150" cy="71438"/>
            </a:xfrm>
            <a:custGeom>
              <a:avLst/>
              <a:gdLst>
                <a:gd name="T0" fmla="*/ 13 w 44"/>
                <a:gd name="T1" fmla="*/ 37 h 55"/>
                <a:gd name="T2" fmla="*/ 33 w 44"/>
                <a:gd name="T3" fmla="*/ 27 h 55"/>
                <a:gd name="T4" fmla="*/ 41 w 44"/>
                <a:gd name="T5" fmla="*/ 11 h 55"/>
                <a:gd name="T6" fmla="*/ 37 w 44"/>
                <a:gd name="T7" fmla="*/ 3 h 55"/>
                <a:gd name="T8" fmla="*/ 29 w 44"/>
                <a:gd name="T9" fmla="*/ 0 h 55"/>
                <a:gd name="T10" fmla="*/ 9 w 44"/>
                <a:gd name="T11" fmla="*/ 12 h 55"/>
                <a:gd name="T12" fmla="*/ 0 w 44"/>
                <a:gd name="T13" fmla="*/ 36 h 55"/>
                <a:gd name="T14" fmla="*/ 4 w 44"/>
                <a:gd name="T15" fmla="*/ 50 h 55"/>
                <a:gd name="T16" fmla="*/ 17 w 44"/>
                <a:gd name="T17" fmla="*/ 55 h 55"/>
                <a:gd name="T18" fmla="*/ 35 w 44"/>
                <a:gd name="T19" fmla="*/ 48 h 55"/>
                <a:gd name="T20" fmla="*/ 44 w 44"/>
                <a:gd name="T21" fmla="*/ 37 h 55"/>
                <a:gd name="T22" fmla="*/ 41 w 44"/>
                <a:gd name="T23" fmla="*/ 34 h 55"/>
                <a:gd name="T24" fmla="*/ 37 w 44"/>
                <a:gd name="T25" fmla="*/ 35 h 55"/>
                <a:gd name="T26" fmla="*/ 19 w 44"/>
                <a:gd name="T27" fmla="*/ 45 h 55"/>
                <a:gd name="T28" fmla="*/ 13 w 44"/>
                <a:gd name="T29" fmla="*/ 43 h 55"/>
                <a:gd name="T30" fmla="*/ 11 w 44"/>
                <a:gd name="T31" fmla="*/ 39 h 55"/>
                <a:gd name="T32" fmla="*/ 13 w 44"/>
                <a:gd name="T33" fmla="*/ 37 h 55"/>
                <a:gd name="T34" fmla="*/ 19 w 44"/>
                <a:gd name="T35" fmla="*/ 16 h 55"/>
                <a:gd name="T36" fmla="*/ 28 w 44"/>
                <a:gd name="T37" fmla="*/ 10 h 55"/>
                <a:gd name="T38" fmla="*/ 30 w 44"/>
                <a:gd name="T39" fmla="*/ 11 h 55"/>
                <a:gd name="T40" fmla="*/ 31 w 44"/>
                <a:gd name="T41" fmla="*/ 13 h 55"/>
                <a:gd name="T42" fmla="*/ 25 w 44"/>
                <a:gd name="T43" fmla="*/ 22 h 55"/>
                <a:gd name="T44" fmla="*/ 12 w 44"/>
                <a:gd name="T45" fmla="*/ 28 h 55"/>
                <a:gd name="T46" fmla="*/ 19 w 44"/>
                <a:gd name="T47" fmla="*/ 1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4" h="55">
                  <a:moveTo>
                    <a:pt x="13" y="37"/>
                  </a:moveTo>
                  <a:cubicBezTo>
                    <a:pt x="21" y="35"/>
                    <a:pt x="28" y="32"/>
                    <a:pt x="33" y="27"/>
                  </a:cubicBezTo>
                  <a:cubicBezTo>
                    <a:pt x="38" y="22"/>
                    <a:pt x="41" y="17"/>
                    <a:pt x="41" y="11"/>
                  </a:cubicBezTo>
                  <a:cubicBezTo>
                    <a:pt x="41" y="8"/>
                    <a:pt x="39" y="6"/>
                    <a:pt x="37" y="3"/>
                  </a:cubicBezTo>
                  <a:cubicBezTo>
                    <a:pt x="35" y="1"/>
                    <a:pt x="32" y="0"/>
                    <a:pt x="29" y="0"/>
                  </a:cubicBezTo>
                  <a:cubicBezTo>
                    <a:pt x="22" y="0"/>
                    <a:pt x="15" y="4"/>
                    <a:pt x="9" y="12"/>
                  </a:cubicBezTo>
                  <a:cubicBezTo>
                    <a:pt x="3" y="19"/>
                    <a:pt x="0" y="27"/>
                    <a:pt x="0" y="36"/>
                  </a:cubicBezTo>
                  <a:cubicBezTo>
                    <a:pt x="0" y="42"/>
                    <a:pt x="1" y="47"/>
                    <a:pt x="4" y="50"/>
                  </a:cubicBezTo>
                  <a:cubicBezTo>
                    <a:pt x="7" y="53"/>
                    <a:pt x="12" y="55"/>
                    <a:pt x="17" y="55"/>
                  </a:cubicBezTo>
                  <a:cubicBezTo>
                    <a:pt x="24" y="55"/>
                    <a:pt x="30" y="53"/>
                    <a:pt x="35" y="48"/>
                  </a:cubicBezTo>
                  <a:cubicBezTo>
                    <a:pt x="41" y="44"/>
                    <a:pt x="44" y="40"/>
                    <a:pt x="44" y="37"/>
                  </a:cubicBezTo>
                  <a:cubicBezTo>
                    <a:pt x="44" y="35"/>
                    <a:pt x="43" y="34"/>
                    <a:pt x="41" y="34"/>
                  </a:cubicBezTo>
                  <a:cubicBezTo>
                    <a:pt x="40" y="34"/>
                    <a:pt x="38" y="34"/>
                    <a:pt x="37" y="35"/>
                  </a:cubicBezTo>
                  <a:cubicBezTo>
                    <a:pt x="31" y="42"/>
                    <a:pt x="25" y="45"/>
                    <a:pt x="19" y="45"/>
                  </a:cubicBezTo>
                  <a:cubicBezTo>
                    <a:pt x="16" y="45"/>
                    <a:pt x="15" y="44"/>
                    <a:pt x="13" y="43"/>
                  </a:cubicBezTo>
                  <a:cubicBezTo>
                    <a:pt x="12" y="42"/>
                    <a:pt x="11" y="40"/>
                    <a:pt x="11" y="39"/>
                  </a:cubicBezTo>
                  <a:cubicBezTo>
                    <a:pt x="11" y="38"/>
                    <a:pt x="12" y="37"/>
                    <a:pt x="13" y="37"/>
                  </a:cubicBezTo>
                  <a:close/>
                  <a:moveTo>
                    <a:pt x="19" y="16"/>
                  </a:moveTo>
                  <a:cubicBezTo>
                    <a:pt x="22" y="12"/>
                    <a:pt x="25" y="10"/>
                    <a:pt x="28" y="10"/>
                  </a:cubicBezTo>
                  <a:cubicBezTo>
                    <a:pt x="29" y="10"/>
                    <a:pt x="29" y="10"/>
                    <a:pt x="30" y="11"/>
                  </a:cubicBezTo>
                  <a:cubicBezTo>
                    <a:pt x="31" y="11"/>
                    <a:pt x="31" y="12"/>
                    <a:pt x="31" y="13"/>
                  </a:cubicBezTo>
                  <a:cubicBezTo>
                    <a:pt x="31" y="16"/>
                    <a:pt x="29" y="19"/>
                    <a:pt x="25" y="22"/>
                  </a:cubicBezTo>
                  <a:cubicBezTo>
                    <a:pt x="21" y="25"/>
                    <a:pt x="17" y="27"/>
                    <a:pt x="12" y="28"/>
                  </a:cubicBezTo>
                  <a:cubicBezTo>
                    <a:pt x="13" y="24"/>
                    <a:pt x="15" y="20"/>
                    <a:pt x="19"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 name="Freeform 364"/>
            <p:cNvSpPr>
              <a:spLocks noEditPoints="1"/>
            </p:cNvSpPr>
            <p:nvPr/>
          </p:nvSpPr>
          <p:spPr bwMode="auto">
            <a:xfrm>
              <a:off x="8162926" y="2365375"/>
              <a:ext cx="63500" cy="69850"/>
            </a:xfrm>
            <a:custGeom>
              <a:avLst/>
              <a:gdLst>
                <a:gd name="T0" fmla="*/ 42 w 50"/>
                <a:gd name="T1" fmla="*/ 54 h 54"/>
                <a:gd name="T2" fmla="*/ 47 w 50"/>
                <a:gd name="T3" fmla="*/ 52 h 54"/>
                <a:gd name="T4" fmla="*/ 50 w 50"/>
                <a:gd name="T5" fmla="*/ 48 h 54"/>
                <a:gd name="T6" fmla="*/ 48 w 50"/>
                <a:gd name="T7" fmla="*/ 46 h 54"/>
                <a:gd name="T8" fmla="*/ 46 w 50"/>
                <a:gd name="T9" fmla="*/ 44 h 54"/>
                <a:gd name="T10" fmla="*/ 45 w 50"/>
                <a:gd name="T11" fmla="*/ 41 h 54"/>
                <a:gd name="T12" fmla="*/ 44 w 50"/>
                <a:gd name="T13" fmla="*/ 32 h 54"/>
                <a:gd name="T14" fmla="*/ 46 w 50"/>
                <a:gd name="T15" fmla="*/ 17 h 54"/>
                <a:gd name="T16" fmla="*/ 47 w 50"/>
                <a:gd name="T17" fmla="*/ 10 h 54"/>
                <a:gd name="T18" fmla="*/ 41 w 50"/>
                <a:gd name="T19" fmla="*/ 6 h 54"/>
                <a:gd name="T20" fmla="*/ 34 w 50"/>
                <a:gd name="T21" fmla="*/ 0 h 54"/>
                <a:gd name="T22" fmla="*/ 11 w 50"/>
                <a:gd name="T23" fmla="*/ 14 h 54"/>
                <a:gd name="T24" fmla="*/ 0 w 50"/>
                <a:gd name="T25" fmla="*/ 41 h 54"/>
                <a:gd name="T26" fmla="*/ 3 w 50"/>
                <a:gd name="T27" fmla="*/ 49 h 54"/>
                <a:gd name="T28" fmla="*/ 11 w 50"/>
                <a:gd name="T29" fmla="*/ 52 h 54"/>
                <a:gd name="T30" fmla="*/ 34 w 50"/>
                <a:gd name="T31" fmla="*/ 36 h 54"/>
                <a:gd name="T32" fmla="*/ 42 w 50"/>
                <a:gd name="T33" fmla="*/ 54 h 54"/>
                <a:gd name="T34" fmla="*/ 27 w 50"/>
                <a:gd name="T35" fmla="*/ 32 h 54"/>
                <a:gd name="T36" fmla="*/ 13 w 50"/>
                <a:gd name="T37" fmla="*/ 42 h 54"/>
                <a:gd name="T38" fmla="*/ 12 w 50"/>
                <a:gd name="T39" fmla="*/ 38 h 54"/>
                <a:gd name="T40" fmla="*/ 19 w 50"/>
                <a:gd name="T41" fmla="*/ 21 h 54"/>
                <a:gd name="T42" fmla="*/ 32 w 50"/>
                <a:gd name="T43" fmla="*/ 10 h 54"/>
                <a:gd name="T44" fmla="*/ 34 w 50"/>
                <a:gd name="T45" fmla="*/ 11 h 54"/>
                <a:gd name="T46" fmla="*/ 35 w 50"/>
                <a:gd name="T47" fmla="*/ 15 h 54"/>
                <a:gd name="T48" fmla="*/ 27 w 50"/>
                <a:gd name="T49" fmla="*/ 3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0" h="54">
                  <a:moveTo>
                    <a:pt x="42" y="54"/>
                  </a:moveTo>
                  <a:cubicBezTo>
                    <a:pt x="44" y="54"/>
                    <a:pt x="46" y="53"/>
                    <a:pt x="47" y="52"/>
                  </a:cubicBezTo>
                  <a:cubicBezTo>
                    <a:pt x="49" y="51"/>
                    <a:pt x="50" y="50"/>
                    <a:pt x="50" y="48"/>
                  </a:cubicBezTo>
                  <a:cubicBezTo>
                    <a:pt x="50" y="47"/>
                    <a:pt x="49" y="46"/>
                    <a:pt x="48" y="46"/>
                  </a:cubicBezTo>
                  <a:cubicBezTo>
                    <a:pt x="47" y="45"/>
                    <a:pt x="46" y="45"/>
                    <a:pt x="46" y="44"/>
                  </a:cubicBezTo>
                  <a:cubicBezTo>
                    <a:pt x="45" y="44"/>
                    <a:pt x="45" y="43"/>
                    <a:pt x="45" y="41"/>
                  </a:cubicBezTo>
                  <a:cubicBezTo>
                    <a:pt x="44" y="39"/>
                    <a:pt x="44" y="36"/>
                    <a:pt x="44" y="32"/>
                  </a:cubicBezTo>
                  <a:cubicBezTo>
                    <a:pt x="44" y="29"/>
                    <a:pt x="44" y="24"/>
                    <a:pt x="46" y="17"/>
                  </a:cubicBezTo>
                  <a:cubicBezTo>
                    <a:pt x="46" y="14"/>
                    <a:pt x="47" y="11"/>
                    <a:pt x="47" y="10"/>
                  </a:cubicBezTo>
                  <a:cubicBezTo>
                    <a:pt x="47" y="7"/>
                    <a:pt x="45" y="6"/>
                    <a:pt x="41" y="6"/>
                  </a:cubicBezTo>
                  <a:cubicBezTo>
                    <a:pt x="40" y="2"/>
                    <a:pt x="38" y="0"/>
                    <a:pt x="34" y="0"/>
                  </a:cubicBezTo>
                  <a:cubicBezTo>
                    <a:pt x="26" y="0"/>
                    <a:pt x="19" y="5"/>
                    <a:pt x="11" y="14"/>
                  </a:cubicBezTo>
                  <a:cubicBezTo>
                    <a:pt x="4" y="23"/>
                    <a:pt x="0" y="32"/>
                    <a:pt x="0" y="41"/>
                  </a:cubicBezTo>
                  <a:cubicBezTo>
                    <a:pt x="0" y="44"/>
                    <a:pt x="1" y="47"/>
                    <a:pt x="3" y="49"/>
                  </a:cubicBezTo>
                  <a:cubicBezTo>
                    <a:pt x="5" y="51"/>
                    <a:pt x="8" y="52"/>
                    <a:pt x="11" y="52"/>
                  </a:cubicBezTo>
                  <a:cubicBezTo>
                    <a:pt x="18" y="52"/>
                    <a:pt x="26" y="47"/>
                    <a:pt x="34" y="36"/>
                  </a:cubicBezTo>
                  <a:cubicBezTo>
                    <a:pt x="34" y="48"/>
                    <a:pt x="36" y="54"/>
                    <a:pt x="42" y="54"/>
                  </a:cubicBezTo>
                  <a:close/>
                  <a:moveTo>
                    <a:pt x="27" y="32"/>
                  </a:moveTo>
                  <a:cubicBezTo>
                    <a:pt x="22" y="39"/>
                    <a:pt x="17" y="42"/>
                    <a:pt x="13" y="42"/>
                  </a:cubicBezTo>
                  <a:cubicBezTo>
                    <a:pt x="12" y="42"/>
                    <a:pt x="12" y="41"/>
                    <a:pt x="12" y="38"/>
                  </a:cubicBezTo>
                  <a:cubicBezTo>
                    <a:pt x="12" y="33"/>
                    <a:pt x="14" y="28"/>
                    <a:pt x="19" y="21"/>
                  </a:cubicBezTo>
                  <a:cubicBezTo>
                    <a:pt x="24" y="14"/>
                    <a:pt x="28" y="10"/>
                    <a:pt x="32" y="10"/>
                  </a:cubicBezTo>
                  <a:cubicBezTo>
                    <a:pt x="33" y="10"/>
                    <a:pt x="33" y="11"/>
                    <a:pt x="34" y="11"/>
                  </a:cubicBezTo>
                  <a:cubicBezTo>
                    <a:pt x="35" y="12"/>
                    <a:pt x="35" y="14"/>
                    <a:pt x="35" y="15"/>
                  </a:cubicBezTo>
                  <a:cubicBezTo>
                    <a:pt x="35" y="20"/>
                    <a:pt x="32" y="26"/>
                    <a:pt x="27"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 name="Freeform 365"/>
            <p:cNvSpPr>
              <a:spLocks/>
            </p:cNvSpPr>
            <p:nvPr/>
          </p:nvSpPr>
          <p:spPr bwMode="auto">
            <a:xfrm>
              <a:off x="8450263" y="2341563"/>
              <a:ext cx="87313" cy="95250"/>
            </a:xfrm>
            <a:custGeom>
              <a:avLst/>
              <a:gdLst>
                <a:gd name="T0" fmla="*/ 10 w 67"/>
                <a:gd name="T1" fmla="*/ 71 h 73"/>
                <a:gd name="T2" fmla="*/ 12 w 67"/>
                <a:gd name="T3" fmla="*/ 64 h 73"/>
                <a:gd name="T4" fmla="*/ 13 w 67"/>
                <a:gd name="T5" fmla="*/ 58 h 73"/>
                <a:gd name="T6" fmla="*/ 14 w 67"/>
                <a:gd name="T7" fmla="*/ 53 h 73"/>
                <a:gd name="T8" fmla="*/ 18 w 67"/>
                <a:gd name="T9" fmla="*/ 26 h 73"/>
                <a:gd name="T10" fmla="*/ 40 w 67"/>
                <a:gd name="T11" fmla="*/ 59 h 73"/>
                <a:gd name="T12" fmla="*/ 43 w 67"/>
                <a:gd name="T13" fmla="*/ 65 h 73"/>
                <a:gd name="T14" fmla="*/ 46 w 67"/>
                <a:gd name="T15" fmla="*/ 69 h 73"/>
                <a:gd name="T16" fmla="*/ 48 w 67"/>
                <a:gd name="T17" fmla="*/ 71 h 73"/>
                <a:gd name="T18" fmla="*/ 50 w 67"/>
                <a:gd name="T19" fmla="*/ 71 h 73"/>
                <a:gd name="T20" fmla="*/ 55 w 67"/>
                <a:gd name="T21" fmla="*/ 70 h 73"/>
                <a:gd name="T22" fmla="*/ 56 w 67"/>
                <a:gd name="T23" fmla="*/ 67 h 73"/>
                <a:gd name="T24" fmla="*/ 56 w 67"/>
                <a:gd name="T25" fmla="*/ 63 h 73"/>
                <a:gd name="T26" fmla="*/ 56 w 67"/>
                <a:gd name="T27" fmla="*/ 62 h 73"/>
                <a:gd name="T28" fmla="*/ 60 w 67"/>
                <a:gd name="T29" fmla="*/ 42 h 73"/>
                <a:gd name="T30" fmla="*/ 66 w 67"/>
                <a:gd name="T31" fmla="*/ 15 h 73"/>
                <a:gd name="T32" fmla="*/ 67 w 67"/>
                <a:gd name="T33" fmla="*/ 8 h 73"/>
                <a:gd name="T34" fmla="*/ 66 w 67"/>
                <a:gd name="T35" fmla="*/ 2 h 73"/>
                <a:gd name="T36" fmla="*/ 63 w 67"/>
                <a:gd name="T37" fmla="*/ 0 h 73"/>
                <a:gd name="T38" fmla="*/ 58 w 67"/>
                <a:gd name="T39" fmla="*/ 2 h 73"/>
                <a:gd name="T40" fmla="*/ 56 w 67"/>
                <a:gd name="T41" fmla="*/ 7 h 73"/>
                <a:gd name="T42" fmla="*/ 55 w 67"/>
                <a:gd name="T43" fmla="*/ 17 h 73"/>
                <a:gd name="T44" fmla="*/ 52 w 67"/>
                <a:gd name="T45" fmla="*/ 33 h 73"/>
                <a:gd name="T46" fmla="*/ 48 w 67"/>
                <a:gd name="T47" fmla="*/ 54 h 73"/>
                <a:gd name="T48" fmla="*/ 33 w 67"/>
                <a:gd name="T49" fmla="*/ 32 h 73"/>
                <a:gd name="T50" fmla="*/ 23 w 67"/>
                <a:gd name="T51" fmla="*/ 11 h 73"/>
                <a:gd name="T52" fmla="*/ 20 w 67"/>
                <a:gd name="T53" fmla="*/ 5 h 73"/>
                <a:gd name="T54" fmla="*/ 17 w 67"/>
                <a:gd name="T55" fmla="*/ 4 h 73"/>
                <a:gd name="T56" fmla="*/ 13 w 67"/>
                <a:gd name="T57" fmla="*/ 5 h 73"/>
                <a:gd name="T58" fmla="*/ 10 w 67"/>
                <a:gd name="T59" fmla="*/ 8 h 73"/>
                <a:gd name="T60" fmla="*/ 10 w 67"/>
                <a:gd name="T61" fmla="*/ 12 h 73"/>
                <a:gd name="T62" fmla="*/ 6 w 67"/>
                <a:gd name="T63" fmla="*/ 39 h 73"/>
                <a:gd name="T64" fmla="*/ 2 w 67"/>
                <a:gd name="T65" fmla="*/ 54 h 73"/>
                <a:gd name="T66" fmla="*/ 2 w 67"/>
                <a:gd name="T67" fmla="*/ 55 h 73"/>
                <a:gd name="T68" fmla="*/ 0 w 67"/>
                <a:gd name="T69" fmla="*/ 65 h 73"/>
                <a:gd name="T70" fmla="*/ 2 w 67"/>
                <a:gd name="T71" fmla="*/ 72 h 73"/>
                <a:gd name="T72" fmla="*/ 6 w 67"/>
                <a:gd name="T73" fmla="*/ 73 h 73"/>
                <a:gd name="T74" fmla="*/ 10 w 67"/>
                <a:gd name="T75" fmla="*/ 71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7" h="73">
                  <a:moveTo>
                    <a:pt x="10" y="71"/>
                  </a:moveTo>
                  <a:cubicBezTo>
                    <a:pt x="11" y="70"/>
                    <a:pt x="12" y="67"/>
                    <a:pt x="12" y="64"/>
                  </a:cubicBezTo>
                  <a:cubicBezTo>
                    <a:pt x="13" y="61"/>
                    <a:pt x="13" y="59"/>
                    <a:pt x="13" y="58"/>
                  </a:cubicBezTo>
                  <a:cubicBezTo>
                    <a:pt x="14" y="53"/>
                    <a:pt x="14" y="53"/>
                    <a:pt x="14" y="53"/>
                  </a:cubicBezTo>
                  <a:cubicBezTo>
                    <a:pt x="16" y="39"/>
                    <a:pt x="17" y="30"/>
                    <a:pt x="18" y="26"/>
                  </a:cubicBezTo>
                  <a:cubicBezTo>
                    <a:pt x="25" y="39"/>
                    <a:pt x="32" y="50"/>
                    <a:pt x="40" y="59"/>
                  </a:cubicBezTo>
                  <a:cubicBezTo>
                    <a:pt x="40" y="60"/>
                    <a:pt x="41" y="62"/>
                    <a:pt x="43" y="65"/>
                  </a:cubicBezTo>
                  <a:cubicBezTo>
                    <a:pt x="44" y="66"/>
                    <a:pt x="45" y="68"/>
                    <a:pt x="46" y="69"/>
                  </a:cubicBezTo>
                  <a:cubicBezTo>
                    <a:pt x="47" y="70"/>
                    <a:pt x="47" y="70"/>
                    <a:pt x="48" y="71"/>
                  </a:cubicBezTo>
                  <a:cubicBezTo>
                    <a:pt x="48" y="71"/>
                    <a:pt x="49" y="71"/>
                    <a:pt x="50" y="71"/>
                  </a:cubicBezTo>
                  <a:cubicBezTo>
                    <a:pt x="52" y="71"/>
                    <a:pt x="54" y="71"/>
                    <a:pt x="55" y="70"/>
                  </a:cubicBezTo>
                  <a:cubicBezTo>
                    <a:pt x="56" y="69"/>
                    <a:pt x="56" y="68"/>
                    <a:pt x="56" y="67"/>
                  </a:cubicBezTo>
                  <a:cubicBezTo>
                    <a:pt x="57" y="67"/>
                    <a:pt x="56" y="65"/>
                    <a:pt x="56" y="63"/>
                  </a:cubicBezTo>
                  <a:cubicBezTo>
                    <a:pt x="56" y="62"/>
                    <a:pt x="56" y="62"/>
                    <a:pt x="56" y="62"/>
                  </a:cubicBezTo>
                  <a:cubicBezTo>
                    <a:pt x="56" y="60"/>
                    <a:pt x="58" y="54"/>
                    <a:pt x="60" y="42"/>
                  </a:cubicBezTo>
                  <a:cubicBezTo>
                    <a:pt x="62" y="31"/>
                    <a:pt x="64" y="22"/>
                    <a:pt x="66" y="15"/>
                  </a:cubicBezTo>
                  <a:cubicBezTo>
                    <a:pt x="67" y="12"/>
                    <a:pt x="67" y="9"/>
                    <a:pt x="67" y="8"/>
                  </a:cubicBezTo>
                  <a:cubicBezTo>
                    <a:pt x="67" y="5"/>
                    <a:pt x="67" y="4"/>
                    <a:pt x="66" y="2"/>
                  </a:cubicBezTo>
                  <a:cubicBezTo>
                    <a:pt x="65" y="1"/>
                    <a:pt x="64" y="0"/>
                    <a:pt x="63" y="0"/>
                  </a:cubicBezTo>
                  <a:cubicBezTo>
                    <a:pt x="61" y="0"/>
                    <a:pt x="60" y="1"/>
                    <a:pt x="58" y="2"/>
                  </a:cubicBezTo>
                  <a:cubicBezTo>
                    <a:pt x="57" y="2"/>
                    <a:pt x="56" y="4"/>
                    <a:pt x="56" y="7"/>
                  </a:cubicBezTo>
                  <a:cubicBezTo>
                    <a:pt x="56" y="10"/>
                    <a:pt x="55" y="13"/>
                    <a:pt x="55" y="17"/>
                  </a:cubicBezTo>
                  <a:cubicBezTo>
                    <a:pt x="54" y="22"/>
                    <a:pt x="53" y="27"/>
                    <a:pt x="52" y="33"/>
                  </a:cubicBezTo>
                  <a:cubicBezTo>
                    <a:pt x="50" y="42"/>
                    <a:pt x="49" y="49"/>
                    <a:pt x="48" y="54"/>
                  </a:cubicBezTo>
                  <a:cubicBezTo>
                    <a:pt x="44" y="49"/>
                    <a:pt x="39" y="41"/>
                    <a:pt x="33" y="32"/>
                  </a:cubicBezTo>
                  <a:cubicBezTo>
                    <a:pt x="28" y="23"/>
                    <a:pt x="24" y="16"/>
                    <a:pt x="23" y="11"/>
                  </a:cubicBezTo>
                  <a:cubicBezTo>
                    <a:pt x="22" y="7"/>
                    <a:pt x="21" y="5"/>
                    <a:pt x="20" y="5"/>
                  </a:cubicBezTo>
                  <a:cubicBezTo>
                    <a:pt x="19" y="4"/>
                    <a:pt x="18" y="4"/>
                    <a:pt x="17" y="4"/>
                  </a:cubicBezTo>
                  <a:cubicBezTo>
                    <a:pt x="15" y="4"/>
                    <a:pt x="14" y="4"/>
                    <a:pt x="13" y="5"/>
                  </a:cubicBezTo>
                  <a:cubicBezTo>
                    <a:pt x="11" y="6"/>
                    <a:pt x="11" y="7"/>
                    <a:pt x="10" y="8"/>
                  </a:cubicBezTo>
                  <a:cubicBezTo>
                    <a:pt x="10" y="8"/>
                    <a:pt x="10" y="10"/>
                    <a:pt x="10" y="12"/>
                  </a:cubicBezTo>
                  <a:cubicBezTo>
                    <a:pt x="10" y="17"/>
                    <a:pt x="8" y="26"/>
                    <a:pt x="6" y="39"/>
                  </a:cubicBezTo>
                  <a:cubicBezTo>
                    <a:pt x="2" y="54"/>
                    <a:pt x="2" y="54"/>
                    <a:pt x="2" y="54"/>
                  </a:cubicBezTo>
                  <a:cubicBezTo>
                    <a:pt x="2" y="55"/>
                    <a:pt x="2" y="55"/>
                    <a:pt x="2" y="55"/>
                  </a:cubicBezTo>
                  <a:cubicBezTo>
                    <a:pt x="1" y="59"/>
                    <a:pt x="0" y="63"/>
                    <a:pt x="0" y="65"/>
                  </a:cubicBezTo>
                  <a:cubicBezTo>
                    <a:pt x="0" y="69"/>
                    <a:pt x="1" y="71"/>
                    <a:pt x="2" y="72"/>
                  </a:cubicBezTo>
                  <a:cubicBezTo>
                    <a:pt x="3" y="73"/>
                    <a:pt x="4" y="73"/>
                    <a:pt x="6" y="73"/>
                  </a:cubicBezTo>
                  <a:cubicBezTo>
                    <a:pt x="7" y="73"/>
                    <a:pt x="9" y="73"/>
                    <a:pt x="10"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 name="Freeform 366"/>
            <p:cNvSpPr>
              <a:spLocks noEditPoints="1"/>
            </p:cNvSpPr>
            <p:nvPr/>
          </p:nvSpPr>
          <p:spPr bwMode="auto">
            <a:xfrm>
              <a:off x="8545513" y="2366963"/>
              <a:ext cx="61913" cy="68263"/>
            </a:xfrm>
            <a:custGeom>
              <a:avLst/>
              <a:gdLst>
                <a:gd name="T0" fmla="*/ 34 w 47"/>
                <a:gd name="T1" fmla="*/ 46 h 53"/>
                <a:gd name="T2" fmla="*/ 46 w 47"/>
                <a:gd name="T3" fmla="*/ 27 h 53"/>
                <a:gd name="T4" fmla="*/ 46 w 47"/>
                <a:gd name="T5" fmla="*/ 27 h 53"/>
                <a:gd name="T6" fmla="*/ 47 w 47"/>
                <a:gd name="T7" fmla="*/ 20 h 53"/>
                <a:gd name="T8" fmla="*/ 42 w 47"/>
                <a:gd name="T9" fmla="*/ 6 h 53"/>
                <a:gd name="T10" fmla="*/ 29 w 47"/>
                <a:gd name="T11" fmla="*/ 0 h 53"/>
                <a:gd name="T12" fmla="*/ 9 w 47"/>
                <a:gd name="T13" fmla="*/ 12 h 53"/>
                <a:gd name="T14" fmla="*/ 0 w 47"/>
                <a:gd name="T15" fmla="*/ 35 h 53"/>
                <a:gd name="T16" fmla="*/ 5 w 47"/>
                <a:gd name="T17" fmla="*/ 48 h 53"/>
                <a:gd name="T18" fmla="*/ 16 w 47"/>
                <a:gd name="T19" fmla="*/ 53 h 53"/>
                <a:gd name="T20" fmla="*/ 34 w 47"/>
                <a:gd name="T21" fmla="*/ 46 h 53"/>
                <a:gd name="T22" fmla="*/ 13 w 47"/>
                <a:gd name="T23" fmla="*/ 41 h 53"/>
                <a:gd name="T24" fmla="*/ 12 w 47"/>
                <a:gd name="T25" fmla="*/ 34 h 53"/>
                <a:gd name="T26" fmla="*/ 15 w 47"/>
                <a:gd name="T27" fmla="*/ 21 h 53"/>
                <a:gd name="T28" fmla="*/ 21 w 47"/>
                <a:gd name="T29" fmla="*/ 11 h 53"/>
                <a:gd name="T30" fmla="*/ 21 w 47"/>
                <a:gd name="T31" fmla="*/ 11 h 53"/>
                <a:gd name="T32" fmla="*/ 28 w 47"/>
                <a:gd name="T33" fmla="*/ 9 h 53"/>
                <a:gd name="T34" fmla="*/ 33 w 47"/>
                <a:gd name="T35" fmla="*/ 13 h 53"/>
                <a:gd name="T36" fmla="*/ 35 w 47"/>
                <a:gd name="T37" fmla="*/ 21 h 53"/>
                <a:gd name="T38" fmla="*/ 29 w 47"/>
                <a:gd name="T39" fmla="*/ 36 h 53"/>
                <a:gd name="T40" fmla="*/ 17 w 47"/>
                <a:gd name="T41" fmla="*/ 43 h 53"/>
                <a:gd name="T42" fmla="*/ 13 w 47"/>
                <a:gd name="T43" fmla="*/ 4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 h="53">
                  <a:moveTo>
                    <a:pt x="34" y="46"/>
                  </a:moveTo>
                  <a:cubicBezTo>
                    <a:pt x="40" y="41"/>
                    <a:pt x="42" y="34"/>
                    <a:pt x="46" y="27"/>
                  </a:cubicBezTo>
                  <a:cubicBezTo>
                    <a:pt x="46" y="27"/>
                    <a:pt x="46" y="27"/>
                    <a:pt x="46" y="27"/>
                  </a:cubicBezTo>
                  <a:cubicBezTo>
                    <a:pt x="46" y="25"/>
                    <a:pt x="47" y="22"/>
                    <a:pt x="47" y="20"/>
                  </a:cubicBezTo>
                  <a:cubicBezTo>
                    <a:pt x="47" y="15"/>
                    <a:pt x="45" y="10"/>
                    <a:pt x="42" y="6"/>
                  </a:cubicBezTo>
                  <a:cubicBezTo>
                    <a:pt x="38" y="2"/>
                    <a:pt x="34" y="0"/>
                    <a:pt x="29" y="0"/>
                  </a:cubicBezTo>
                  <a:cubicBezTo>
                    <a:pt x="21" y="0"/>
                    <a:pt x="14" y="4"/>
                    <a:pt x="9" y="12"/>
                  </a:cubicBezTo>
                  <a:cubicBezTo>
                    <a:pt x="3" y="19"/>
                    <a:pt x="0" y="27"/>
                    <a:pt x="0" y="35"/>
                  </a:cubicBezTo>
                  <a:cubicBezTo>
                    <a:pt x="0" y="40"/>
                    <a:pt x="2" y="45"/>
                    <a:pt x="5" y="48"/>
                  </a:cubicBezTo>
                  <a:cubicBezTo>
                    <a:pt x="8" y="51"/>
                    <a:pt x="12" y="53"/>
                    <a:pt x="16" y="53"/>
                  </a:cubicBezTo>
                  <a:cubicBezTo>
                    <a:pt x="22" y="53"/>
                    <a:pt x="28" y="51"/>
                    <a:pt x="34" y="46"/>
                  </a:cubicBezTo>
                  <a:close/>
                  <a:moveTo>
                    <a:pt x="13" y="41"/>
                  </a:moveTo>
                  <a:cubicBezTo>
                    <a:pt x="12" y="39"/>
                    <a:pt x="12" y="37"/>
                    <a:pt x="12" y="34"/>
                  </a:cubicBezTo>
                  <a:cubicBezTo>
                    <a:pt x="12" y="30"/>
                    <a:pt x="13" y="25"/>
                    <a:pt x="15" y="21"/>
                  </a:cubicBezTo>
                  <a:cubicBezTo>
                    <a:pt x="17" y="17"/>
                    <a:pt x="19" y="15"/>
                    <a:pt x="21" y="11"/>
                  </a:cubicBezTo>
                  <a:cubicBezTo>
                    <a:pt x="21" y="11"/>
                    <a:pt x="21" y="11"/>
                    <a:pt x="21" y="11"/>
                  </a:cubicBezTo>
                  <a:cubicBezTo>
                    <a:pt x="23" y="11"/>
                    <a:pt x="25" y="9"/>
                    <a:pt x="28" y="9"/>
                  </a:cubicBezTo>
                  <a:cubicBezTo>
                    <a:pt x="30" y="9"/>
                    <a:pt x="32" y="11"/>
                    <a:pt x="33" y="13"/>
                  </a:cubicBezTo>
                  <a:cubicBezTo>
                    <a:pt x="35" y="15"/>
                    <a:pt x="35" y="18"/>
                    <a:pt x="35" y="21"/>
                  </a:cubicBezTo>
                  <a:cubicBezTo>
                    <a:pt x="35" y="26"/>
                    <a:pt x="33" y="32"/>
                    <a:pt x="29" y="36"/>
                  </a:cubicBezTo>
                  <a:cubicBezTo>
                    <a:pt x="25" y="41"/>
                    <a:pt x="21" y="43"/>
                    <a:pt x="17" y="43"/>
                  </a:cubicBezTo>
                  <a:cubicBezTo>
                    <a:pt x="15" y="43"/>
                    <a:pt x="14" y="42"/>
                    <a:pt x="13"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 name="Freeform 367"/>
            <p:cNvSpPr>
              <a:spLocks/>
            </p:cNvSpPr>
            <p:nvPr/>
          </p:nvSpPr>
          <p:spPr bwMode="auto">
            <a:xfrm>
              <a:off x="8669338" y="2366963"/>
              <a:ext cx="112713" cy="68263"/>
            </a:xfrm>
            <a:custGeom>
              <a:avLst/>
              <a:gdLst>
                <a:gd name="T0" fmla="*/ 14 w 88"/>
                <a:gd name="T1" fmla="*/ 8 h 53"/>
                <a:gd name="T2" fmla="*/ 7 w 88"/>
                <a:gd name="T3" fmla="*/ 0 h 53"/>
                <a:gd name="T4" fmla="*/ 4 w 88"/>
                <a:gd name="T5" fmla="*/ 1 h 53"/>
                <a:gd name="T6" fmla="*/ 2 w 88"/>
                <a:gd name="T7" fmla="*/ 4 h 53"/>
                <a:gd name="T8" fmla="*/ 1 w 88"/>
                <a:gd name="T9" fmla="*/ 19 h 53"/>
                <a:gd name="T10" fmla="*/ 0 w 88"/>
                <a:gd name="T11" fmla="*/ 44 h 53"/>
                <a:gd name="T12" fmla="*/ 6 w 88"/>
                <a:gd name="T13" fmla="*/ 53 h 53"/>
                <a:gd name="T14" fmla="*/ 11 w 88"/>
                <a:gd name="T15" fmla="*/ 48 h 53"/>
                <a:gd name="T16" fmla="*/ 23 w 88"/>
                <a:gd name="T17" fmla="*/ 27 h 53"/>
                <a:gd name="T18" fmla="*/ 32 w 88"/>
                <a:gd name="T19" fmla="*/ 16 h 53"/>
                <a:gd name="T20" fmla="*/ 34 w 88"/>
                <a:gd name="T21" fmla="*/ 29 h 53"/>
                <a:gd name="T22" fmla="*/ 37 w 88"/>
                <a:gd name="T23" fmla="*/ 46 h 53"/>
                <a:gd name="T24" fmla="*/ 42 w 88"/>
                <a:gd name="T25" fmla="*/ 48 h 53"/>
                <a:gd name="T26" fmla="*/ 49 w 88"/>
                <a:gd name="T27" fmla="*/ 44 h 53"/>
                <a:gd name="T28" fmla="*/ 56 w 88"/>
                <a:gd name="T29" fmla="*/ 32 h 53"/>
                <a:gd name="T30" fmla="*/ 63 w 88"/>
                <a:gd name="T31" fmla="*/ 19 h 53"/>
                <a:gd name="T32" fmla="*/ 66 w 88"/>
                <a:gd name="T33" fmla="*/ 15 h 53"/>
                <a:gd name="T34" fmla="*/ 68 w 88"/>
                <a:gd name="T35" fmla="*/ 17 h 53"/>
                <a:gd name="T36" fmla="*/ 69 w 88"/>
                <a:gd name="T37" fmla="*/ 27 h 53"/>
                <a:gd name="T38" fmla="*/ 72 w 88"/>
                <a:gd name="T39" fmla="*/ 45 h 53"/>
                <a:gd name="T40" fmla="*/ 80 w 88"/>
                <a:gd name="T41" fmla="*/ 50 h 53"/>
                <a:gd name="T42" fmla="*/ 85 w 88"/>
                <a:gd name="T43" fmla="*/ 48 h 53"/>
                <a:gd name="T44" fmla="*/ 88 w 88"/>
                <a:gd name="T45" fmla="*/ 44 h 53"/>
                <a:gd name="T46" fmla="*/ 86 w 88"/>
                <a:gd name="T47" fmla="*/ 41 h 53"/>
                <a:gd name="T48" fmla="*/ 81 w 88"/>
                <a:gd name="T49" fmla="*/ 35 h 53"/>
                <a:gd name="T50" fmla="*/ 80 w 88"/>
                <a:gd name="T51" fmla="*/ 22 h 53"/>
                <a:gd name="T52" fmla="*/ 76 w 88"/>
                <a:gd name="T53" fmla="*/ 7 h 53"/>
                <a:gd name="T54" fmla="*/ 69 w 88"/>
                <a:gd name="T55" fmla="*/ 3 h 53"/>
                <a:gd name="T56" fmla="*/ 60 w 88"/>
                <a:gd name="T57" fmla="*/ 6 h 53"/>
                <a:gd name="T58" fmla="*/ 51 w 88"/>
                <a:gd name="T59" fmla="*/ 22 h 53"/>
                <a:gd name="T60" fmla="*/ 45 w 88"/>
                <a:gd name="T61" fmla="*/ 32 h 53"/>
                <a:gd name="T62" fmla="*/ 44 w 88"/>
                <a:gd name="T63" fmla="*/ 21 h 53"/>
                <a:gd name="T64" fmla="*/ 41 w 88"/>
                <a:gd name="T65" fmla="*/ 6 h 53"/>
                <a:gd name="T66" fmla="*/ 34 w 88"/>
                <a:gd name="T67" fmla="*/ 3 h 53"/>
                <a:gd name="T68" fmla="*/ 10 w 88"/>
                <a:gd name="T69" fmla="*/ 32 h 53"/>
                <a:gd name="T70" fmla="*/ 11 w 88"/>
                <a:gd name="T71" fmla="*/ 22 h 53"/>
                <a:gd name="T72" fmla="*/ 14 w 88"/>
                <a:gd name="T73" fmla="*/ 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8" h="53">
                  <a:moveTo>
                    <a:pt x="14" y="8"/>
                  </a:moveTo>
                  <a:cubicBezTo>
                    <a:pt x="14" y="2"/>
                    <a:pt x="12" y="0"/>
                    <a:pt x="7" y="0"/>
                  </a:cubicBezTo>
                  <a:cubicBezTo>
                    <a:pt x="6" y="0"/>
                    <a:pt x="4" y="0"/>
                    <a:pt x="4" y="1"/>
                  </a:cubicBezTo>
                  <a:cubicBezTo>
                    <a:pt x="3" y="2"/>
                    <a:pt x="2" y="3"/>
                    <a:pt x="2" y="4"/>
                  </a:cubicBezTo>
                  <a:cubicBezTo>
                    <a:pt x="2" y="9"/>
                    <a:pt x="2" y="14"/>
                    <a:pt x="1" y="19"/>
                  </a:cubicBezTo>
                  <a:cubicBezTo>
                    <a:pt x="0" y="26"/>
                    <a:pt x="0" y="34"/>
                    <a:pt x="0" y="44"/>
                  </a:cubicBezTo>
                  <a:cubicBezTo>
                    <a:pt x="0" y="50"/>
                    <a:pt x="2" y="53"/>
                    <a:pt x="6" y="53"/>
                  </a:cubicBezTo>
                  <a:cubicBezTo>
                    <a:pt x="9" y="53"/>
                    <a:pt x="11" y="51"/>
                    <a:pt x="11" y="48"/>
                  </a:cubicBezTo>
                  <a:cubicBezTo>
                    <a:pt x="14" y="42"/>
                    <a:pt x="18" y="35"/>
                    <a:pt x="23" y="27"/>
                  </a:cubicBezTo>
                  <a:cubicBezTo>
                    <a:pt x="28" y="19"/>
                    <a:pt x="31" y="16"/>
                    <a:pt x="32" y="16"/>
                  </a:cubicBezTo>
                  <a:cubicBezTo>
                    <a:pt x="33" y="16"/>
                    <a:pt x="34" y="20"/>
                    <a:pt x="34" y="29"/>
                  </a:cubicBezTo>
                  <a:cubicBezTo>
                    <a:pt x="34" y="38"/>
                    <a:pt x="35" y="44"/>
                    <a:pt x="37" y="46"/>
                  </a:cubicBezTo>
                  <a:cubicBezTo>
                    <a:pt x="38" y="47"/>
                    <a:pt x="40" y="48"/>
                    <a:pt x="42" y="48"/>
                  </a:cubicBezTo>
                  <a:cubicBezTo>
                    <a:pt x="44" y="48"/>
                    <a:pt x="47" y="47"/>
                    <a:pt x="49" y="44"/>
                  </a:cubicBezTo>
                  <a:cubicBezTo>
                    <a:pt x="51" y="42"/>
                    <a:pt x="53" y="38"/>
                    <a:pt x="56" y="32"/>
                  </a:cubicBezTo>
                  <a:cubicBezTo>
                    <a:pt x="59" y="25"/>
                    <a:pt x="62" y="21"/>
                    <a:pt x="63" y="19"/>
                  </a:cubicBezTo>
                  <a:cubicBezTo>
                    <a:pt x="64" y="16"/>
                    <a:pt x="65" y="15"/>
                    <a:pt x="66" y="15"/>
                  </a:cubicBezTo>
                  <a:cubicBezTo>
                    <a:pt x="67" y="15"/>
                    <a:pt x="67" y="16"/>
                    <a:pt x="68" y="17"/>
                  </a:cubicBezTo>
                  <a:cubicBezTo>
                    <a:pt x="68" y="19"/>
                    <a:pt x="68" y="22"/>
                    <a:pt x="69" y="27"/>
                  </a:cubicBezTo>
                  <a:cubicBezTo>
                    <a:pt x="69" y="36"/>
                    <a:pt x="71" y="42"/>
                    <a:pt x="72" y="45"/>
                  </a:cubicBezTo>
                  <a:cubicBezTo>
                    <a:pt x="74" y="49"/>
                    <a:pt x="77" y="50"/>
                    <a:pt x="80" y="50"/>
                  </a:cubicBezTo>
                  <a:cubicBezTo>
                    <a:pt x="82" y="50"/>
                    <a:pt x="83" y="49"/>
                    <a:pt x="85" y="48"/>
                  </a:cubicBezTo>
                  <a:cubicBezTo>
                    <a:pt x="87" y="47"/>
                    <a:pt x="88" y="45"/>
                    <a:pt x="88" y="44"/>
                  </a:cubicBezTo>
                  <a:cubicBezTo>
                    <a:pt x="88" y="43"/>
                    <a:pt x="87" y="41"/>
                    <a:pt x="86" y="41"/>
                  </a:cubicBezTo>
                  <a:cubicBezTo>
                    <a:pt x="84" y="40"/>
                    <a:pt x="82" y="38"/>
                    <a:pt x="81" y="35"/>
                  </a:cubicBezTo>
                  <a:cubicBezTo>
                    <a:pt x="81" y="32"/>
                    <a:pt x="80" y="28"/>
                    <a:pt x="80" y="22"/>
                  </a:cubicBezTo>
                  <a:cubicBezTo>
                    <a:pt x="79" y="15"/>
                    <a:pt x="78" y="10"/>
                    <a:pt x="76" y="7"/>
                  </a:cubicBezTo>
                  <a:cubicBezTo>
                    <a:pt x="75" y="4"/>
                    <a:pt x="72" y="3"/>
                    <a:pt x="69" y="3"/>
                  </a:cubicBezTo>
                  <a:cubicBezTo>
                    <a:pt x="66" y="3"/>
                    <a:pt x="63" y="4"/>
                    <a:pt x="60" y="6"/>
                  </a:cubicBezTo>
                  <a:cubicBezTo>
                    <a:pt x="58" y="9"/>
                    <a:pt x="55" y="14"/>
                    <a:pt x="51" y="22"/>
                  </a:cubicBezTo>
                  <a:cubicBezTo>
                    <a:pt x="48" y="29"/>
                    <a:pt x="46" y="32"/>
                    <a:pt x="45" y="32"/>
                  </a:cubicBezTo>
                  <a:cubicBezTo>
                    <a:pt x="44" y="32"/>
                    <a:pt x="44" y="29"/>
                    <a:pt x="44" y="21"/>
                  </a:cubicBezTo>
                  <a:cubicBezTo>
                    <a:pt x="44" y="14"/>
                    <a:pt x="43" y="8"/>
                    <a:pt x="41" y="6"/>
                  </a:cubicBezTo>
                  <a:cubicBezTo>
                    <a:pt x="39" y="4"/>
                    <a:pt x="37" y="3"/>
                    <a:pt x="34" y="3"/>
                  </a:cubicBezTo>
                  <a:cubicBezTo>
                    <a:pt x="27" y="3"/>
                    <a:pt x="19" y="12"/>
                    <a:pt x="10" y="32"/>
                  </a:cubicBezTo>
                  <a:cubicBezTo>
                    <a:pt x="10" y="30"/>
                    <a:pt x="10" y="27"/>
                    <a:pt x="11" y="22"/>
                  </a:cubicBezTo>
                  <a:cubicBezTo>
                    <a:pt x="13" y="15"/>
                    <a:pt x="14" y="10"/>
                    <a:pt x="14"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 name="Freeform 368"/>
            <p:cNvSpPr>
              <a:spLocks noEditPoints="1"/>
            </p:cNvSpPr>
            <p:nvPr/>
          </p:nvSpPr>
          <p:spPr bwMode="auto">
            <a:xfrm>
              <a:off x="8789988" y="2366963"/>
              <a:ext cx="58738" cy="68263"/>
            </a:xfrm>
            <a:custGeom>
              <a:avLst/>
              <a:gdLst>
                <a:gd name="T0" fmla="*/ 33 w 46"/>
                <a:gd name="T1" fmla="*/ 46 h 53"/>
                <a:gd name="T2" fmla="*/ 45 w 46"/>
                <a:gd name="T3" fmla="*/ 27 h 53"/>
                <a:gd name="T4" fmla="*/ 45 w 46"/>
                <a:gd name="T5" fmla="*/ 27 h 53"/>
                <a:gd name="T6" fmla="*/ 46 w 46"/>
                <a:gd name="T7" fmla="*/ 20 h 53"/>
                <a:gd name="T8" fmla="*/ 41 w 46"/>
                <a:gd name="T9" fmla="*/ 6 h 53"/>
                <a:gd name="T10" fmla="*/ 28 w 46"/>
                <a:gd name="T11" fmla="*/ 0 h 53"/>
                <a:gd name="T12" fmla="*/ 8 w 46"/>
                <a:gd name="T13" fmla="*/ 12 h 53"/>
                <a:gd name="T14" fmla="*/ 0 w 46"/>
                <a:gd name="T15" fmla="*/ 35 h 53"/>
                <a:gd name="T16" fmla="*/ 4 w 46"/>
                <a:gd name="T17" fmla="*/ 48 h 53"/>
                <a:gd name="T18" fmla="*/ 16 w 46"/>
                <a:gd name="T19" fmla="*/ 53 h 53"/>
                <a:gd name="T20" fmla="*/ 33 w 46"/>
                <a:gd name="T21" fmla="*/ 46 h 53"/>
                <a:gd name="T22" fmla="*/ 13 w 46"/>
                <a:gd name="T23" fmla="*/ 41 h 53"/>
                <a:gd name="T24" fmla="*/ 11 w 46"/>
                <a:gd name="T25" fmla="*/ 34 h 53"/>
                <a:gd name="T26" fmla="*/ 14 w 46"/>
                <a:gd name="T27" fmla="*/ 21 h 53"/>
                <a:gd name="T28" fmla="*/ 21 w 46"/>
                <a:gd name="T29" fmla="*/ 11 h 53"/>
                <a:gd name="T30" fmla="*/ 21 w 46"/>
                <a:gd name="T31" fmla="*/ 11 h 53"/>
                <a:gd name="T32" fmla="*/ 27 w 46"/>
                <a:gd name="T33" fmla="*/ 9 h 53"/>
                <a:gd name="T34" fmla="*/ 33 w 46"/>
                <a:gd name="T35" fmla="*/ 13 h 53"/>
                <a:gd name="T36" fmla="*/ 35 w 46"/>
                <a:gd name="T37" fmla="*/ 21 h 53"/>
                <a:gd name="T38" fmla="*/ 29 w 46"/>
                <a:gd name="T39" fmla="*/ 36 h 53"/>
                <a:gd name="T40" fmla="*/ 16 w 46"/>
                <a:gd name="T41" fmla="*/ 43 h 53"/>
                <a:gd name="T42" fmla="*/ 13 w 46"/>
                <a:gd name="T43" fmla="*/ 4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6" h="53">
                  <a:moveTo>
                    <a:pt x="33" y="46"/>
                  </a:moveTo>
                  <a:cubicBezTo>
                    <a:pt x="39" y="41"/>
                    <a:pt x="45" y="34"/>
                    <a:pt x="45" y="27"/>
                  </a:cubicBezTo>
                  <a:cubicBezTo>
                    <a:pt x="45" y="27"/>
                    <a:pt x="45" y="27"/>
                    <a:pt x="45" y="27"/>
                  </a:cubicBezTo>
                  <a:cubicBezTo>
                    <a:pt x="45" y="25"/>
                    <a:pt x="46" y="22"/>
                    <a:pt x="46" y="20"/>
                  </a:cubicBezTo>
                  <a:cubicBezTo>
                    <a:pt x="46" y="15"/>
                    <a:pt x="44" y="10"/>
                    <a:pt x="41" y="6"/>
                  </a:cubicBezTo>
                  <a:cubicBezTo>
                    <a:pt x="38" y="2"/>
                    <a:pt x="33" y="0"/>
                    <a:pt x="28" y="0"/>
                  </a:cubicBezTo>
                  <a:cubicBezTo>
                    <a:pt x="20" y="0"/>
                    <a:pt x="13" y="4"/>
                    <a:pt x="8" y="12"/>
                  </a:cubicBezTo>
                  <a:cubicBezTo>
                    <a:pt x="2" y="19"/>
                    <a:pt x="0" y="27"/>
                    <a:pt x="0" y="35"/>
                  </a:cubicBezTo>
                  <a:cubicBezTo>
                    <a:pt x="0" y="40"/>
                    <a:pt x="1" y="45"/>
                    <a:pt x="4" y="48"/>
                  </a:cubicBezTo>
                  <a:cubicBezTo>
                    <a:pt x="7" y="51"/>
                    <a:pt x="11" y="53"/>
                    <a:pt x="16" y="53"/>
                  </a:cubicBezTo>
                  <a:cubicBezTo>
                    <a:pt x="21" y="53"/>
                    <a:pt x="27" y="51"/>
                    <a:pt x="33" y="46"/>
                  </a:cubicBezTo>
                  <a:close/>
                  <a:moveTo>
                    <a:pt x="13" y="41"/>
                  </a:moveTo>
                  <a:cubicBezTo>
                    <a:pt x="12" y="39"/>
                    <a:pt x="11" y="37"/>
                    <a:pt x="11" y="34"/>
                  </a:cubicBezTo>
                  <a:cubicBezTo>
                    <a:pt x="11" y="30"/>
                    <a:pt x="12" y="25"/>
                    <a:pt x="14" y="21"/>
                  </a:cubicBezTo>
                  <a:cubicBezTo>
                    <a:pt x="16" y="17"/>
                    <a:pt x="19" y="15"/>
                    <a:pt x="21" y="11"/>
                  </a:cubicBezTo>
                  <a:cubicBezTo>
                    <a:pt x="21" y="11"/>
                    <a:pt x="21" y="11"/>
                    <a:pt x="21" y="11"/>
                  </a:cubicBezTo>
                  <a:cubicBezTo>
                    <a:pt x="23" y="11"/>
                    <a:pt x="25" y="9"/>
                    <a:pt x="27" y="9"/>
                  </a:cubicBezTo>
                  <a:cubicBezTo>
                    <a:pt x="30" y="9"/>
                    <a:pt x="31" y="11"/>
                    <a:pt x="33" y="13"/>
                  </a:cubicBezTo>
                  <a:cubicBezTo>
                    <a:pt x="34" y="15"/>
                    <a:pt x="35" y="18"/>
                    <a:pt x="35" y="21"/>
                  </a:cubicBezTo>
                  <a:cubicBezTo>
                    <a:pt x="35" y="26"/>
                    <a:pt x="33" y="32"/>
                    <a:pt x="29" y="36"/>
                  </a:cubicBezTo>
                  <a:cubicBezTo>
                    <a:pt x="24" y="41"/>
                    <a:pt x="20" y="43"/>
                    <a:pt x="16" y="43"/>
                  </a:cubicBezTo>
                  <a:cubicBezTo>
                    <a:pt x="15" y="43"/>
                    <a:pt x="14" y="42"/>
                    <a:pt x="13"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 name="Freeform 369"/>
            <p:cNvSpPr>
              <a:spLocks/>
            </p:cNvSpPr>
            <p:nvPr/>
          </p:nvSpPr>
          <p:spPr bwMode="auto">
            <a:xfrm>
              <a:off x="8859838" y="2370138"/>
              <a:ext cx="74613" cy="61913"/>
            </a:xfrm>
            <a:custGeom>
              <a:avLst/>
              <a:gdLst>
                <a:gd name="T0" fmla="*/ 13 w 59"/>
                <a:gd name="T1" fmla="*/ 1 h 48"/>
                <a:gd name="T2" fmla="*/ 9 w 59"/>
                <a:gd name="T3" fmla="*/ 0 h 48"/>
                <a:gd name="T4" fmla="*/ 5 w 59"/>
                <a:gd name="T5" fmla="*/ 2 h 48"/>
                <a:gd name="T6" fmla="*/ 3 w 59"/>
                <a:gd name="T7" fmla="*/ 7 h 48"/>
                <a:gd name="T8" fmla="*/ 1 w 59"/>
                <a:gd name="T9" fmla="*/ 32 h 48"/>
                <a:gd name="T10" fmla="*/ 0 w 59"/>
                <a:gd name="T11" fmla="*/ 42 h 48"/>
                <a:gd name="T12" fmla="*/ 7 w 59"/>
                <a:gd name="T13" fmla="*/ 48 h 48"/>
                <a:gd name="T14" fmla="*/ 9 w 59"/>
                <a:gd name="T15" fmla="*/ 47 h 48"/>
                <a:gd name="T16" fmla="*/ 11 w 59"/>
                <a:gd name="T17" fmla="*/ 44 h 48"/>
                <a:gd name="T18" fmla="*/ 21 w 59"/>
                <a:gd name="T19" fmla="*/ 26 h 48"/>
                <a:gd name="T20" fmla="*/ 32 w 59"/>
                <a:gd name="T21" fmla="*/ 13 h 48"/>
                <a:gd name="T22" fmla="*/ 37 w 59"/>
                <a:gd name="T23" fmla="*/ 25 h 48"/>
                <a:gd name="T24" fmla="*/ 40 w 59"/>
                <a:gd name="T25" fmla="*/ 40 h 48"/>
                <a:gd name="T26" fmla="*/ 40 w 59"/>
                <a:gd name="T27" fmla="*/ 40 h 48"/>
                <a:gd name="T28" fmla="*/ 48 w 59"/>
                <a:gd name="T29" fmla="*/ 45 h 48"/>
                <a:gd name="T30" fmla="*/ 56 w 59"/>
                <a:gd name="T31" fmla="*/ 43 h 48"/>
                <a:gd name="T32" fmla="*/ 59 w 59"/>
                <a:gd name="T33" fmla="*/ 38 h 48"/>
                <a:gd name="T34" fmla="*/ 57 w 59"/>
                <a:gd name="T35" fmla="*/ 35 h 48"/>
                <a:gd name="T36" fmla="*/ 54 w 59"/>
                <a:gd name="T37" fmla="*/ 36 h 48"/>
                <a:gd name="T38" fmla="*/ 52 w 59"/>
                <a:gd name="T39" fmla="*/ 36 h 48"/>
                <a:gd name="T40" fmla="*/ 47 w 59"/>
                <a:gd name="T41" fmla="*/ 19 h 48"/>
                <a:gd name="T42" fmla="*/ 34 w 59"/>
                <a:gd name="T43" fmla="*/ 2 h 48"/>
                <a:gd name="T44" fmla="*/ 12 w 59"/>
                <a:gd name="T45" fmla="*/ 26 h 48"/>
                <a:gd name="T46" fmla="*/ 14 w 59"/>
                <a:gd name="T47" fmla="*/ 8 h 48"/>
                <a:gd name="T48" fmla="*/ 13 w 59"/>
                <a:gd name="T49" fmla="*/ 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9" h="48">
                  <a:moveTo>
                    <a:pt x="13" y="1"/>
                  </a:moveTo>
                  <a:cubicBezTo>
                    <a:pt x="12" y="0"/>
                    <a:pt x="11" y="0"/>
                    <a:pt x="9" y="0"/>
                  </a:cubicBezTo>
                  <a:cubicBezTo>
                    <a:pt x="7" y="0"/>
                    <a:pt x="6" y="1"/>
                    <a:pt x="5" y="2"/>
                  </a:cubicBezTo>
                  <a:cubicBezTo>
                    <a:pt x="3" y="4"/>
                    <a:pt x="3" y="6"/>
                    <a:pt x="3" y="7"/>
                  </a:cubicBezTo>
                  <a:cubicBezTo>
                    <a:pt x="3" y="17"/>
                    <a:pt x="2" y="25"/>
                    <a:pt x="1" y="32"/>
                  </a:cubicBezTo>
                  <a:cubicBezTo>
                    <a:pt x="0" y="37"/>
                    <a:pt x="0" y="40"/>
                    <a:pt x="0" y="42"/>
                  </a:cubicBezTo>
                  <a:cubicBezTo>
                    <a:pt x="0" y="46"/>
                    <a:pt x="2" y="48"/>
                    <a:pt x="7" y="48"/>
                  </a:cubicBezTo>
                  <a:cubicBezTo>
                    <a:pt x="7" y="48"/>
                    <a:pt x="8" y="48"/>
                    <a:pt x="9" y="47"/>
                  </a:cubicBezTo>
                  <a:cubicBezTo>
                    <a:pt x="10" y="46"/>
                    <a:pt x="10" y="45"/>
                    <a:pt x="11" y="44"/>
                  </a:cubicBezTo>
                  <a:cubicBezTo>
                    <a:pt x="12" y="40"/>
                    <a:pt x="15" y="34"/>
                    <a:pt x="21" y="26"/>
                  </a:cubicBezTo>
                  <a:cubicBezTo>
                    <a:pt x="26" y="17"/>
                    <a:pt x="30" y="13"/>
                    <a:pt x="32" y="13"/>
                  </a:cubicBezTo>
                  <a:cubicBezTo>
                    <a:pt x="35" y="13"/>
                    <a:pt x="36" y="17"/>
                    <a:pt x="37" y="25"/>
                  </a:cubicBezTo>
                  <a:cubicBezTo>
                    <a:pt x="38" y="32"/>
                    <a:pt x="39" y="40"/>
                    <a:pt x="40" y="40"/>
                  </a:cubicBezTo>
                  <a:cubicBezTo>
                    <a:pt x="40" y="40"/>
                    <a:pt x="40" y="40"/>
                    <a:pt x="40" y="40"/>
                  </a:cubicBezTo>
                  <a:cubicBezTo>
                    <a:pt x="42" y="44"/>
                    <a:pt x="44" y="45"/>
                    <a:pt x="48" y="45"/>
                  </a:cubicBezTo>
                  <a:cubicBezTo>
                    <a:pt x="51" y="45"/>
                    <a:pt x="54" y="45"/>
                    <a:pt x="56" y="43"/>
                  </a:cubicBezTo>
                  <a:cubicBezTo>
                    <a:pt x="58" y="41"/>
                    <a:pt x="59" y="39"/>
                    <a:pt x="59" y="38"/>
                  </a:cubicBezTo>
                  <a:cubicBezTo>
                    <a:pt x="59" y="36"/>
                    <a:pt x="58" y="35"/>
                    <a:pt x="57" y="35"/>
                  </a:cubicBezTo>
                  <a:cubicBezTo>
                    <a:pt x="56" y="35"/>
                    <a:pt x="55" y="35"/>
                    <a:pt x="54" y="36"/>
                  </a:cubicBezTo>
                  <a:cubicBezTo>
                    <a:pt x="53" y="36"/>
                    <a:pt x="52" y="36"/>
                    <a:pt x="52" y="36"/>
                  </a:cubicBezTo>
                  <a:cubicBezTo>
                    <a:pt x="50" y="36"/>
                    <a:pt x="48" y="30"/>
                    <a:pt x="47" y="19"/>
                  </a:cubicBezTo>
                  <a:cubicBezTo>
                    <a:pt x="46" y="7"/>
                    <a:pt x="42" y="2"/>
                    <a:pt x="34" y="2"/>
                  </a:cubicBezTo>
                  <a:cubicBezTo>
                    <a:pt x="26" y="2"/>
                    <a:pt x="19" y="10"/>
                    <a:pt x="12" y="26"/>
                  </a:cubicBezTo>
                  <a:cubicBezTo>
                    <a:pt x="14" y="17"/>
                    <a:pt x="14" y="11"/>
                    <a:pt x="14" y="8"/>
                  </a:cubicBezTo>
                  <a:cubicBezTo>
                    <a:pt x="14" y="4"/>
                    <a:pt x="14" y="2"/>
                    <a:pt x="1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 name="Freeform 370"/>
            <p:cNvSpPr>
              <a:spLocks noEditPoints="1"/>
            </p:cNvSpPr>
            <p:nvPr/>
          </p:nvSpPr>
          <p:spPr bwMode="auto">
            <a:xfrm>
              <a:off x="8940801" y="2363788"/>
              <a:ext cx="55563" cy="71438"/>
            </a:xfrm>
            <a:custGeom>
              <a:avLst/>
              <a:gdLst>
                <a:gd name="T0" fmla="*/ 12 w 43"/>
                <a:gd name="T1" fmla="*/ 37 h 55"/>
                <a:gd name="T2" fmla="*/ 33 w 43"/>
                <a:gd name="T3" fmla="*/ 27 h 55"/>
                <a:gd name="T4" fmla="*/ 40 w 43"/>
                <a:gd name="T5" fmla="*/ 11 h 55"/>
                <a:gd name="T6" fmla="*/ 37 w 43"/>
                <a:gd name="T7" fmla="*/ 3 h 55"/>
                <a:gd name="T8" fmla="*/ 29 w 43"/>
                <a:gd name="T9" fmla="*/ 0 h 55"/>
                <a:gd name="T10" fmla="*/ 9 w 43"/>
                <a:gd name="T11" fmla="*/ 12 h 55"/>
                <a:gd name="T12" fmla="*/ 0 w 43"/>
                <a:gd name="T13" fmla="*/ 36 h 55"/>
                <a:gd name="T14" fmla="*/ 4 w 43"/>
                <a:gd name="T15" fmla="*/ 50 h 55"/>
                <a:gd name="T16" fmla="*/ 17 w 43"/>
                <a:gd name="T17" fmla="*/ 55 h 55"/>
                <a:gd name="T18" fmla="*/ 35 w 43"/>
                <a:gd name="T19" fmla="*/ 48 h 55"/>
                <a:gd name="T20" fmla="*/ 43 w 43"/>
                <a:gd name="T21" fmla="*/ 37 h 55"/>
                <a:gd name="T22" fmla="*/ 41 w 43"/>
                <a:gd name="T23" fmla="*/ 34 h 55"/>
                <a:gd name="T24" fmla="*/ 37 w 43"/>
                <a:gd name="T25" fmla="*/ 35 h 55"/>
                <a:gd name="T26" fmla="*/ 18 w 43"/>
                <a:gd name="T27" fmla="*/ 45 h 55"/>
                <a:gd name="T28" fmla="*/ 13 w 43"/>
                <a:gd name="T29" fmla="*/ 43 h 55"/>
                <a:gd name="T30" fmla="*/ 11 w 43"/>
                <a:gd name="T31" fmla="*/ 39 h 55"/>
                <a:gd name="T32" fmla="*/ 12 w 43"/>
                <a:gd name="T33" fmla="*/ 37 h 55"/>
                <a:gd name="T34" fmla="*/ 18 w 43"/>
                <a:gd name="T35" fmla="*/ 16 h 55"/>
                <a:gd name="T36" fmla="*/ 28 w 43"/>
                <a:gd name="T37" fmla="*/ 10 h 55"/>
                <a:gd name="T38" fmla="*/ 30 w 43"/>
                <a:gd name="T39" fmla="*/ 11 h 55"/>
                <a:gd name="T40" fmla="*/ 31 w 43"/>
                <a:gd name="T41" fmla="*/ 13 h 55"/>
                <a:gd name="T42" fmla="*/ 25 w 43"/>
                <a:gd name="T43" fmla="*/ 22 h 55"/>
                <a:gd name="T44" fmla="*/ 12 w 43"/>
                <a:gd name="T45" fmla="*/ 28 h 55"/>
                <a:gd name="T46" fmla="*/ 18 w 43"/>
                <a:gd name="T47" fmla="*/ 1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3" h="55">
                  <a:moveTo>
                    <a:pt x="12" y="37"/>
                  </a:moveTo>
                  <a:cubicBezTo>
                    <a:pt x="21" y="35"/>
                    <a:pt x="27" y="32"/>
                    <a:pt x="33" y="27"/>
                  </a:cubicBezTo>
                  <a:cubicBezTo>
                    <a:pt x="38" y="22"/>
                    <a:pt x="40" y="17"/>
                    <a:pt x="40" y="11"/>
                  </a:cubicBezTo>
                  <a:cubicBezTo>
                    <a:pt x="40" y="8"/>
                    <a:pt x="39" y="6"/>
                    <a:pt x="37" y="3"/>
                  </a:cubicBezTo>
                  <a:cubicBezTo>
                    <a:pt x="35" y="1"/>
                    <a:pt x="32" y="0"/>
                    <a:pt x="29" y="0"/>
                  </a:cubicBezTo>
                  <a:cubicBezTo>
                    <a:pt x="22" y="0"/>
                    <a:pt x="15" y="4"/>
                    <a:pt x="9" y="12"/>
                  </a:cubicBezTo>
                  <a:cubicBezTo>
                    <a:pt x="3" y="19"/>
                    <a:pt x="0" y="27"/>
                    <a:pt x="0" y="36"/>
                  </a:cubicBezTo>
                  <a:cubicBezTo>
                    <a:pt x="0" y="42"/>
                    <a:pt x="1" y="47"/>
                    <a:pt x="4" y="50"/>
                  </a:cubicBezTo>
                  <a:cubicBezTo>
                    <a:pt x="7" y="53"/>
                    <a:pt x="11" y="55"/>
                    <a:pt x="17" y="55"/>
                  </a:cubicBezTo>
                  <a:cubicBezTo>
                    <a:pt x="24" y="55"/>
                    <a:pt x="30" y="53"/>
                    <a:pt x="35" y="48"/>
                  </a:cubicBezTo>
                  <a:cubicBezTo>
                    <a:pt x="41" y="44"/>
                    <a:pt x="43" y="40"/>
                    <a:pt x="43" y="37"/>
                  </a:cubicBezTo>
                  <a:cubicBezTo>
                    <a:pt x="43" y="35"/>
                    <a:pt x="42" y="34"/>
                    <a:pt x="41" y="34"/>
                  </a:cubicBezTo>
                  <a:cubicBezTo>
                    <a:pt x="39" y="34"/>
                    <a:pt x="38" y="34"/>
                    <a:pt x="37" y="35"/>
                  </a:cubicBezTo>
                  <a:cubicBezTo>
                    <a:pt x="31" y="42"/>
                    <a:pt x="25" y="45"/>
                    <a:pt x="18" y="45"/>
                  </a:cubicBezTo>
                  <a:cubicBezTo>
                    <a:pt x="16" y="45"/>
                    <a:pt x="14" y="44"/>
                    <a:pt x="13" y="43"/>
                  </a:cubicBezTo>
                  <a:cubicBezTo>
                    <a:pt x="12" y="42"/>
                    <a:pt x="11" y="40"/>
                    <a:pt x="11" y="39"/>
                  </a:cubicBezTo>
                  <a:cubicBezTo>
                    <a:pt x="11" y="38"/>
                    <a:pt x="12" y="37"/>
                    <a:pt x="12" y="37"/>
                  </a:cubicBezTo>
                  <a:close/>
                  <a:moveTo>
                    <a:pt x="18" y="16"/>
                  </a:moveTo>
                  <a:cubicBezTo>
                    <a:pt x="22" y="12"/>
                    <a:pt x="25" y="10"/>
                    <a:pt x="28" y="10"/>
                  </a:cubicBezTo>
                  <a:cubicBezTo>
                    <a:pt x="28" y="10"/>
                    <a:pt x="29" y="10"/>
                    <a:pt x="30" y="11"/>
                  </a:cubicBezTo>
                  <a:cubicBezTo>
                    <a:pt x="30" y="11"/>
                    <a:pt x="31" y="12"/>
                    <a:pt x="31" y="13"/>
                  </a:cubicBezTo>
                  <a:cubicBezTo>
                    <a:pt x="31" y="16"/>
                    <a:pt x="29" y="19"/>
                    <a:pt x="25" y="22"/>
                  </a:cubicBezTo>
                  <a:cubicBezTo>
                    <a:pt x="21" y="25"/>
                    <a:pt x="17" y="27"/>
                    <a:pt x="12" y="28"/>
                  </a:cubicBezTo>
                  <a:cubicBezTo>
                    <a:pt x="13" y="24"/>
                    <a:pt x="15" y="20"/>
                    <a:pt x="1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 name="Freeform 371"/>
            <p:cNvSpPr>
              <a:spLocks/>
            </p:cNvSpPr>
            <p:nvPr/>
          </p:nvSpPr>
          <p:spPr bwMode="auto">
            <a:xfrm>
              <a:off x="8999538" y="2366963"/>
              <a:ext cx="65088" cy="104775"/>
            </a:xfrm>
            <a:custGeom>
              <a:avLst/>
              <a:gdLst>
                <a:gd name="T0" fmla="*/ 24 w 51"/>
                <a:gd name="T1" fmla="*/ 70 h 81"/>
                <a:gd name="T2" fmla="*/ 6 w 51"/>
                <a:gd name="T3" fmla="*/ 62 h 81"/>
                <a:gd name="T4" fmla="*/ 4 w 51"/>
                <a:gd name="T5" fmla="*/ 61 h 81"/>
                <a:gd name="T6" fmla="*/ 1 w 51"/>
                <a:gd name="T7" fmla="*/ 62 h 81"/>
                <a:gd name="T8" fmla="*/ 0 w 51"/>
                <a:gd name="T9" fmla="*/ 66 h 81"/>
                <a:gd name="T10" fmla="*/ 3 w 51"/>
                <a:gd name="T11" fmla="*/ 73 h 81"/>
                <a:gd name="T12" fmla="*/ 12 w 51"/>
                <a:gd name="T13" fmla="*/ 79 h 81"/>
                <a:gd name="T14" fmla="*/ 12 w 51"/>
                <a:gd name="T15" fmla="*/ 79 h 81"/>
                <a:gd name="T16" fmla="*/ 24 w 51"/>
                <a:gd name="T17" fmla="*/ 81 h 81"/>
                <a:gd name="T18" fmla="*/ 34 w 51"/>
                <a:gd name="T19" fmla="*/ 77 h 81"/>
                <a:gd name="T20" fmla="*/ 42 w 51"/>
                <a:gd name="T21" fmla="*/ 65 h 81"/>
                <a:gd name="T22" fmla="*/ 48 w 51"/>
                <a:gd name="T23" fmla="*/ 45 h 81"/>
                <a:gd name="T24" fmla="*/ 50 w 51"/>
                <a:gd name="T25" fmla="*/ 23 h 81"/>
                <a:gd name="T26" fmla="*/ 51 w 51"/>
                <a:gd name="T27" fmla="*/ 8 h 81"/>
                <a:gd name="T28" fmla="*/ 50 w 51"/>
                <a:gd name="T29" fmla="*/ 1 h 81"/>
                <a:gd name="T30" fmla="*/ 46 w 51"/>
                <a:gd name="T31" fmla="*/ 0 h 81"/>
                <a:gd name="T32" fmla="*/ 42 w 51"/>
                <a:gd name="T33" fmla="*/ 1 h 81"/>
                <a:gd name="T34" fmla="*/ 40 w 51"/>
                <a:gd name="T35" fmla="*/ 4 h 81"/>
                <a:gd name="T36" fmla="*/ 40 w 51"/>
                <a:gd name="T37" fmla="*/ 11 h 81"/>
                <a:gd name="T38" fmla="*/ 39 w 51"/>
                <a:gd name="T39" fmla="*/ 23 h 81"/>
                <a:gd name="T40" fmla="*/ 37 w 51"/>
                <a:gd name="T41" fmla="*/ 27 h 81"/>
                <a:gd name="T42" fmla="*/ 31 w 51"/>
                <a:gd name="T43" fmla="*/ 32 h 81"/>
                <a:gd name="T44" fmla="*/ 24 w 51"/>
                <a:gd name="T45" fmla="*/ 37 h 81"/>
                <a:gd name="T46" fmla="*/ 18 w 51"/>
                <a:gd name="T47" fmla="*/ 38 h 81"/>
                <a:gd name="T48" fmla="*/ 16 w 51"/>
                <a:gd name="T49" fmla="*/ 37 h 81"/>
                <a:gd name="T50" fmla="*/ 15 w 51"/>
                <a:gd name="T51" fmla="*/ 32 h 81"/>
                <a:gd name="T52" fmla="*/ 19 w 51"/>
                <a:gd name="T53" fmla="*/ 17 h 81"/>
                <a:gd name="T54" fmla="*/ 23 w 51"/>
                <a:gd name="T55" fmla="*/ 9 h 81"/>
                <a:gd name="T56" fmla="*/ 22 w 51"/>
                <a:gd name="T57" fmla="*/ 4 h 81"/>
                <a:gd name="T58" fmla="*/ 18 w 51"/>
                <a:gd name="T59" fmla="*/ 2 h 81"/>
                <a:gd name="T60" fmla="*/ 12 w 51"/>
                <a:gd name="T61" fmla="*/ 5 h 81"/>
                <a:gd name="T62" fmla="*/ 8 w 51"/>
                <a:gd name="T63" fmla="*/ 18 h 81"/>
                <a:gd name="T64" fmla="*/ 5 w 51"/>
                <a:gd name="T65" fmla="*/ 35 h 81"/>
                <a:gd name="T66" fmla="*/ 8 w 51"/>
                <a:gd name="T67" fmla="*/ 45 h 81"/>
                <a:gd name="T68" fmla="*/ 16 w 51"/>
                <a:gd name="T69" fmla="*/ 49 h 81"/>
                <a:gd name="T70" fmla="*/ 38 w 51"/>
                <a:gd name="T71" fmla="*/ 37 h 81"/>
                <a:gd name="T72" fmla="*/ 33 w 51"/>
                <a:gd name="T73" fmla="*/ 61 h 81"/>
                <a:gd name="T74" fmla="*/ 24 w 51"/>
                <a:gd name="T75" fmla="*/ 7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 h="81">
                  <a:moveTo>
                    <a:pt x="24" y="70"/>
                  </a:moveTo>
                  <a:cubicBezTo>
                    <a:pt x="16" y="70"/>
                    <a:pt x="10" y="68"/>
                    <a:pt x="6" y="62"/>
                  </a:cubicBezTo>
                  <a:cubicBezTo>
                    <a:pt x="6" y="62"/>
                    <a:pt x="5" y="61"/>
                    <a:pt x="4" y="61"/>
                  </a:cubicBezTo>
                  <a:cubicBezTo>
                    <a:pt x="3" y="61"/>
                    <a:pt x="2" y="62"/>
                    <a:pt x="1" y="62"/>
                  </a:cubicBezTo>
                  <a:cubicBezTo>
                    <a:pt x="0" y="63"/>
                    <a:pt x="0" y="65"/>
                    <a:pt x="0" y="66"/>
                  </a:cubicBezTo>
                  <a:cubicBezTo>
                    <a:pt x="0" y="68"/>
                    <a:pt x="1" y="70"/>
                    <a:pt x="3" y="73"/>
                  </a:cubicBezTo>
                  <a:cubicBezTo>
                    <a:pt x="6" y="75"/>
                    <a:pt x="9" y="75"/>
                    <a:pt x="12" y="79"/>
                  </a:cubicBezTo>
                  <a:cubicBezTo>
                    <a:pt x="12" y="79"/>
                    <a:pt x="12" y="79"/>
                    <a:pt x="12" y="79"/>
                  </a:cubicBezTo>
                  <a:cubicBezTo>
                    <a:pt x="16" y="79"/>
                    <a:pt x="20" y="81"/>
                    <a:pt x="24" y="81"/>
                  </a:cubicBezTo>
                  <a:cubicBezTo>
                    <a:pt x="28" y="81"/>
                    <a:pt x="31" y="79"/>
                    <a:pt x="34" y="77"/>
                  </a:cubicBezTo>
                  <a:cubicBezTo>
                    <a:pt x="37" y="75"/>
                    <a:pt x="40" y="71"/>
                    <a:pt x="42" y="65"/>
                  </a:cubicBezTo>
                  <a:cubicBezTo>
                    <a:pt x="45" y="59"/>
                    <a:pt x="46" y="53"/>
                    <a:pt x="48" y="45"/>
                  </a:cubicBezTo>
                  <a:cubicBezTo>
                    <a:pt x="49" y="38"/>
                    <a:pt x="50" y="31"/>
                    <a:pt x="50" y="23"/>
                  </a:cubicBezTo>
                  <a:cubicBezTo>
                    <a:pt x="51" y="8"/>
                    <a:pt x="51" y="8"/>
                    <a:pt x="51" y="8"/>
                  </a:cubicBezTo>
                  <a:cubicBezTo>
                    <a:pt x="51" y="4"/>
                    <a:pt x="51" y="2"/>
                    <a:pt x="50" y="1"/>
                  </a:cubicBezTo>
                  <a:cubicBezTo>
                    <a:pt x="49" y="1"/>
                    <a:pt x="48" y="0"/>
                    <a:pt x="46" y="0"/>
                  </a:cubicBezTo>
                  <a:cubicBezTo>
                    <a:pt x="44" y="0"/>
                    <a:pt x="43" y="1"/>
                    <a:pt x="42" y="1"/>
                  </a:cubicBezTo>
                  <a:cubicBezTo>
                    <a:pt x="41" y="2"/>
                    <a:pt x="41" y="3"/>
                    <a:pt x="40" y="4"/>
                  </a:cubicBezTo>
                  <a:cubicBezTo>
                    <a:pt x="40" y="5"/>
                    <a:pt x="40" y="7"/>
                    <a:pt x="40" y="11"/>
                  </a:cubicBezTo>
                  <a:cubicBezTo>
                    <a:pt x="40" y="17"/>
                    <a:pt x="39" y="21"/>
                    <a:pt x="39" y="23"/>
                  </a:cubicBezTo>
                  <a:cubicBezTo>
                    <a:pt x="38" y="25"/>
                    <a:pt x="38" y="26"/>
                    <a:pt x="37" y="27"/>
                  </a:cubicBezTo>
                  <a:cubicBezTo>
                    <a:pt x="36" y="28"/>
                    <a:pt x="34" y="30"/>
                    <a:pt x="31" y="32"/>
                  </a:cubicBezTo>
                  <a:cubicBezTo>
                    <a:pt x="28" y="35"/>
                    <a:pt x="26" y="36"/>
                    <a:pt x="24" y="37"/>
                  </a:cubicBezTo>
                  <a:cubicBezTo>
                    <a:pt x="21" y="38"/>
                    <a:pt x="20" y="38"/>
                    <a:pt x="18" y="38"/>
                  </a:cubicBezTo>
                  <a:cubicBezTo>
                    <a:pt x="17" y="38"/>
                    <a:pt x="17" y="38"/>
                    <a:pt x="16" y="37"/>
                  </a:cubicBezTo>
                  <a:cubicBezTo>
                    <a:pt x="16" y="36"/>
                    <a:pt x="15" y="34"/>
                    <a:pt x="15" y="32"/>
                  </a:cubicBezTo>
                  <a:cubicBezTo>
                    <a:pt x="15" y="28"/>
                    <a:pt x="17" y="22"/>
                    <a:pt x="19" y="17"/>
                  </a:cubicBezTo>
                  <a:cubicBezTo>
                    <a:pt x="22" y="12"/>
                    <a:pt x="23" y="9"/>
                    <a:pt x="23" y="9"/>
                  </a:cubicBezTo>
                  <a:cubicBezTo>
                    <a:pt x="23" y="7"/>
                    <a:pt x="22" y="6"/>
                    <a:pt x="22" y="4"/>
                  </a:cubicBezTo>
                  <a:cubicBezTo>
                    <a:pt x="21" y="3"/>
                    <a:pt x="20" y="2"/>
                    <a:pt x="18" y="2"/>
                  </a:cubicBezTo>
                  <a:cubicBezTo>
                    <a:pt x="15" y="2"/>
                    <a:pt x="13" y="3"/>
                    <a:pt x="12" y="5"/>
                  </a:cubicBezTo>
                  <a:cubicBezTo>
                    <a:pt x="11" y="7"/>
                    <a:pt x="9" y="11"/>
                    <a:pt x="8" y="18"/>
                  </a:cubicBezTo>
                  <a:cubicBezTo>
                    <a:pt x="6" y="26"/>
                    <a:pt x="5" y="31"/>
                    <a:pt x="5" y="35"/>
                  </a:cubicBezTo>
                  <a:cubicBezTo>
                    <a:pt x="5" y="39"/>
                    <a:pt x="6" y="42"/>
                    <a:pt x="8" y="45"/>
                  </a:cubicBezTo>
                  <a:cubicBezTo>
                    <a:pt x="10" y="47"/>
                    <a:pt x="13" y="49"/>
                    <a:pt x="16" y="49"/>
                  </a:cubicBezTo>
                  <a:cubicBezTo>
                    <a:pt x="21" y="49"/>
                    <a:pt x="29" y="45"/>
                    <a:pt x="38" y="37"/>
                  </a:cubicBezTo>
                  <a:cubicBezTo>
                    <a:pt x="37" y="46"/>
                    <a:pt x="36" y="54"/>
                    <a:pt x="33" y="61"/>
                  </a:cubicBezTo>
                  <a:cubicBezTo>
                    <a:pt x="30" y="67"/>
                    <a:pt x="27" y="70"/>
                    <a:pt x="2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 name="Freeform 372"/>
            <p:cNvSpPr>
              <a:spLocks/>
            </p:cNvSpPr>
            <p:nvPr/>
          </p:nvSpPr>
          <p:spPr bwMode="auto">
            <a:xfrm>
              <a:off x="9213851" y="2343150"/>
              <a:ext cx="117475" cy="93663"/>
            </a:xfrm>
            <a:custGeom>
              <a:avLst/>
              <a:gdLst>
                <a:gd name="T0" fmla="*/ 5 w 91"/>
                <a:gd name="T1" fmla="*/ 31 h 73"/>
                <a:gd name="T2" fmla="*/ 9 w 91"/>
                <a:gd name="T3" fmla="*/ 53 h 73"/>
                <a:gd name="T4" fmla="*/ 13 w 91"/>
                <a:gd name="T5" fmla="*/ 68 h 73"/>
                <a:gd name="T6" fmla="*/ 16 w 91"/>
                <a:gd name="T7" fmla="*/ 72 h 73"/>
                <a:gd name="T8" fmla="*/ 20 w 91"/>
                <a:gd name="T9" fmla="*/ 73 h 73"/>
                <a:gd name="T10" fmla="*/ 33 w 91"/>
                <a:gd name="T11" fmla="*/ 56 h 73"/>
                <a:gd name="T12" fmla="*/ 45 w 91"/>
                <a:gd name="T13" fmla="*/ 35 h 73"/>
                <a:gd name="T14" fmla="*/ 50 w 91"/>
                <a:gd name="T15" fmla="*/ 50 h 73"/>
                <a:gd name="T16" fmla="*/ 58 w 91"/>
                <a:gd name="T17" fmla="*/ 67 h 73"/>
                <a:gd name="T18" fmla="*/ 63 w 91"/>
                <a:gd name="T19" fmla="*/ 70 h 73"/>
                <a:gd name="T20" fmla="*/ 66 w 91"/>
                <a:gd name="T21" fmla="*/ 69 h 73"/>
                <a:gd name="T22" fmla="*/ 69 w 91"/>
                <a:gd name="T23" fmla="*/ 67 h 73"/>
                <a:gd name="T24" fmla="*/ 72 w 91"/>
                <a:gd name="T25" fmla="*/ 61 h 73"/>
                <a:gd name="T26" fmla="*/ 79 w 91"/>
                <a:gd name="T27" fmla="*/ 45 h 73"/>
                <a:gd name="T28" fmla="*/ 81 w 91"/>
                <a:gd name="T29" fmla="*/ 42 h 73"/>
                <a:gd name="T30" fmla="*/ 88 w 91"/>
                <a:gd name="T31" fmla="*/ 20 h 73"/>
                <a:gd name="T32" fmla="*/ 91 w 91"/>
                <a:gd name="T33" fmla="*/ 5 h 73"/>
                <a:gd name="T34" fmla="*/ 90 w 91"/>
                <a:gd name="T35" fmla="*/ 1 h 73"/>
                <a:gd name="T36" fmla="*/ 85 w 91"/>
                <a:gd name="T37" fmla="*/ 0 h 73"/>
                <a:gd name="T38" fmla="*/ 82 w 91"/>
                <a:gd name="T39" fmla="*/ 1 h 73"/>
                <a:gd name="T40" fmla="*/ 80 w 91"/>
                <a:gd name="T41" fmla="*/ 3 h 73"/>
                <a:gd name="T42" fmla="*/ 64 w 91"/>
                <a:gd name="T43" fmla="*/ 55 h 73"/>
                <a:gd name="T44" fmla="*/ 58 w 91"/>
                <a:gd name="T45" fmla="*/ 42 h 73"/>
                <a:gd name="T46" fmla="*/ 55 w 91"/>
                <a:gd name="T47" fmla="*/ 32 h 73"/>
                <a:gd name="T48" fmla="*/ 54 w 91"/>
                <a:gd name="T49" fmla="*/ 30 h 73"/>
                <a:gd name="T50" fmla="*/ 49 w 91"/>
                <a:gd name="T51" fmla="*/ 20 h 73"/>
                <a:gd name="T52" fmla="*/ 46 w 91"/>
                <a:gd name="T53" fmla="*/ 18 h 73"/>
                <a:gd name="T54" fmla="*/ 43 w 91"/>
                <a:gd name="T55" fmla="*/ 19 h 73"/>
                <a:gd name="T56" fmla="*/ 41 w 91"/>
                <a:gd name="T57" fmla="*/ 21 h 73"/>
                <a:gd name="T58" fmla="*/ 33 w 91"/>
                <a:gd name="T59" fmla="*/ 38 h 73"/>
                <a:gd name="T60" fmla="*/ 21 w 91"/>
                <a:gd name="T61" fmla="*/ 57 h 73"/>
                <a:gd name="T62" fmla="*/ 19 w 91"/>
                <a:gd name="T63" fmla="*/ 44 h 73"/>
                <a:gd name="T64" fmla="*/ 17 w 91"/>
                <a:gd name="T65" fmla="*/ 36 h 73"/>
                <a:gd name="T66" fmla="*/ 16 w 91"/>
                <a:gd name="T67" fmla="*/ 28 h 73"/>
                <a:gd name="T68" fmla="*/ 14 w 91"/>
                <a:gd name="T69" fmla="*/ 20 h 73"/>
                <a:gd name="T70" fmla="*/ 12 w 91"/>
                <a:gd name="T71" fmla="*/ 10 h 73"/>
                <a:gd name="T72" fmla="*/ 6 w 91"/>
                <a:gd name="T73" fmla="*/ 2 h 73"/>
                <a:gd name="T74" fmla="*/ 2 w 91"/>
                <a:gd name="T75" fmla="*/ 4 h 73"/>
                <a:gd name="T76" fmla="*/ 0 w 91"/>
                <a:gd name="T77" fmla="*/ 8 h 73"/>
                <a:gd name="T78" fmla="*/ 1 w 91"/>
                <a:gd name="T79" fmla="*/ 14 h 73"/>
                <a:gd name="T80" fmla="*/ 2 w 91"/>
                <a:gd name="T81" fmla="*/ 17 h 73"/>
                <a:gd name="T82" fmla="*/ 5 w 91"/>
                <a:gd name="T83" fmla="*/ 31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1" h="73">
                  <a:moveTo>
                    <a:pt x="5" y="31"/>
                  </a:moveTo>
                  <a:cubicBezTo>
                    <a:pt x="6" y="38"/>
                    <a:pt x="8" y="46"/>
                    <a:pt x="9" y="53"/>
                  </a:cubicBezTo>
                  <a:cubicBezTo>
                    <a:pt x="11" y="61"/>
                    <a:pt x="12" y="66"/>
                    <a:pt x="13" y="68"/>
                  </a:cubicBezTo>
                  <a:cubicBezTo>
                    <a:pt x="14" y="70"/>
                    <a:pt x="15" y="71"/>
                    <a:pt x="16" y="72"/>
                  </a:cubicBezTo>
                  <a:cubicBezTo>
                    <a:pt x="18" y="73"/>
                    <a:pt x="19" y="73"/>
                    <a:pt x="20" y="73"/>
                  </a:cubicBezTo>
                  <a:cubicBezTo>
                    <a:pt x="23" y="73"/>
                    <a:pt x="27" y="67"/>
                    <a:pt x="33" y="56"/>
                  </a:cubicBezTo>
                  <a:cubicBezTo>
                    <a:pt x="45" y="35"/>
                    <a:pt x="45" y="35"/>
                    <a:pt x="45" y="35"/>
                  </a:cubicBezTo>
                  <a:cubicBezTo>
                    <a:pt x="45" y="37"/>
                    <a:pt x="47" y="42"/>
                    <a:pt x="50" y="50"/>
                  </a:cubicBezTo>
                  <a:cubicBezTo>
                    <a:pt x="54" y="59"/>
                    <a:pt x="56" y="64"/>
                    <a:pt x="58" y="67"/>
                  </a:cubicBezTo>
                  <a:cubicBezTo>
                    <a:pt x="59" y="69"/>
                    <a:pt x="61" y="70"/>
                    <a:pt x="63" y="70"/>
                  </a:cubicBezTo>
                  <a:cubicBezTo>
                    <a:pt x="64" y="70"/>
                    <a:pt x="65" y="69"/>
                    <a:pt x="66" y="69"/>
                  </a:cubicBezTo>
                  <a:cubicBezTo>
                    <a:pt x="68" y="68"/>
                    <a:pt x="68" y="68"/>
                    <a:pt x="69" y="67"/>
                  </a:cubicBezTo>
                  <a:cubicBezTo>
                    <a:pt x="69" y="66"/>
                    <a:pt x="70" y="64"/>
                    <a:pt x="72" y="61"/>
                  </a:cubicBezTo>
                  <a:cubicBezTo>
                    <a:pt x="76" y="51"/>
                    <a:pt x="79" y="46"/>
                    <a:pt x="79" y="45"/>
                  </a:cubicBezTo>
                  <a:cubicBezTo>
                    <a:pt x="81" y="42"/>
                    <a:pt x="81" y="42"/>
                    <a:pt x="81" y="42"/>
                  </a:cubicBezTo>
                  <a:cubicBezTo>
                    <a:pt x="84" y="34"/>
                    <a:pt x="87" y="27"/>
                    <a:pt x="88" y="20"/>
                  </a:cubicBezTo>
                  <a:cubicBezTo>
                    <a:pt x="90" y="13"/>
                    <a:pt x="91" y="8"/>
                    <a:pt x="91" y="5"/>
                  </a:cubicBezTo>
                  <a:cubicBezTo>
                    <a:pt x="91" y="4"/>
                    <a:pt x="90" y="3"/>
                    <a:pt x="90" y="1"/>
                  </a:cubicBezTo>
                  <a:cubicBezTo>
                    <a:pt x="89" y="0"/>
                    <a:pt x="87" y="0"/>
                    <a:pt x="85" y="0"/>
                  </a:cubicBezTo>
                  <a:cubicBezTo>
                    <a:pt x="84" y="0"/>
                    <a:pt x="83" y="0"/>
                    <a:pt x="82" y="1"/>
                  </a:cubicBezTo>
                  <a:cubicBezTo>
                    <a:pt x="81" y="1"/>
                    <a:pt x="80" y="2"/>
                    <a:pt x="80" y="3"/>
                  </a:cubicBezTo>
                  <a:cubicBezTo>
                    <a:pt x="78" y="21"/>
                    <a:pt x="73" y="38"/>
                    <a:pt x="64" y="55"/>
                  </a:cubicBezTo>
                  <a:cubicBezTo>
                    <a:pt x="64" y="55"/>
                    <a:pt x="62" y="51"/>
                    <a:pt x="58" y="42"/>
                  </a:cubicBezTo>
                  <a:cubicBezTo>
                    <a:pt x="55" y="32"/>
                    <a:pt x="55" y="32"/>
                    <a:pt x="55" y="32"/>
                  </a:cubicBezTo>
                  <a:cubicBezTo>
                    <a:pt x="54" y="31"/>
                    <a:pt x="54" y="31"/>
                    <a:pt x="54" y="30"/>
                  </a:cubicBezTo>
                  <a:cubicBezTo>
                    <a:pt x="52" y="25"/>
                    <a:pt x="50" y="21"/>
                    <a:pt x="49" y="20"/>
                  </a:cubicBezTo>
                  <a:cubicBezTo>
                    <a:pt x="49" y="18"/>
                    <a:pt x="47" y="18"/>
                    <a:pt x="46" y="18"/>
                  </a:cubicBezTo>
                  <a:cubicBezTo>
                    <a:pt x="45" y="18"/>
                    <a:pt x="44" y="18"/>
                    <a:pt x="43" y="19"/>
                  </a:cubicBezTo>
                  <a:cubicBezTo>
                    <a:pt x="42" y="19"/>
                    <a:pt x="41" y="20"/>
                    <a:pt x="41" y="21"/>
                  </a:cubicBezTo>
                  <a:cubicBezTo>
                    <a:pt x="37" y="29"/>
                    <a:pt x="34" y="34"/>
                    <a:pt x="33" y="38"/>
                  </a:cubicBezTo>
                  <a:cubicBezTo>
                    <a:pt x="31" y="41"/>
                    <a:pt x="27" y="47"/>
                    <a:pt x="21" y="57"/>
                  </a:cubicBezTo>
                  <a:cubicBezTo>
                    <a:pt x="21" y="56"/>
                    <a:pt x="20" y="52"/>
                    <a:pt x="19" y="44"/>
                  </a:cubicBezTo>
                  <a:cubicBezTo>
                    <a:pt x="18" y="42"/>
                    <a:pt x="18" y="39"/>
                    <a:pt x="17" y="36"/>
                  </a:cubicBezTo>
                  <a:cubicBezTo>
                    <a:pt x="16" y="33"/>
                    <a:pt x="16" y="30"/>
                    <a:pt x="16" y="28"/>
                  </a:cubicBezTo>
                  <a:cubicBezTo>
                    <a:pt x="14" y="20"/>
                    <a:pt x="14" y="20"/>
                    <a:pt x="14" y="20"/>
                  </a:cubicBezTo>
                  <a:cubicBezTo>
                    <a:pt x="14" y="18"/>
                    <a:pt x="14" y="14"/>
                    <a:pt x="12" y="10"/>
                  </a:cubicBezTo>
                  <a:cubicBezTo>
                    <a:pt x="11" y="5"/>
                    <a:pt x="9" y="2"/>
                    <a:pt x="6" y="2"/>
                  </a:cubicBezTo>
                  <a:cubicBezTo>
                    <a:pt x="5" y="2"/>
                    <a:pt x="3" y="3"/>
                    <a:pt x="2" y="4"/>
                  </a:cubicBezTo>
                  <a:cubicBezTo>
                    <a:pt x="1" y="6"/>
                    <a:pt x="0" y="7"/>
                    <a:pt x="0" y="8"/>
                  </a:cubicBezTo>
                  <a:cubicBezTo>
                    <a:pt x="0" y="10"/>
                    <a:pt x="0" y="11"/>
                    <a:pt x="1" y="14"/>
                  </a:cubicBezTo>
                  <a:cubicBezTo>
                    <a:pt x="2" y="15"/>
                    <a:pt x="2" y="15"/>
                    <a:pt x="2" y="17"/>
                  </a:cubicBezTo>
                  <a:cubicBezTo>
                    <a:pt x="3" y="18"/>
                    <a:pt x="3" y="23"/>
                    <a:pt x="5"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 name="Freeform 373"/>
            <p:cNvSpPr>
              <a:spLocks/>
            </p:cNvSpPr>
            <p:nvPr/>
          </p:nvSpPr>
          <p:spPr bwMode="auto">
            <a:xfrm>
              <a:off x="9340851" y="2366963"/>
              <a:ext cx="60325" cy="68263"/>
            </a:xfrm>
            <a:custGeom>
              <a:avLst/>
              <a:gdLst>
                <a:gd name="T0" fmla="*/ 12 w 47"/>
                <a:gd name="T1" fmla="*/ 15 h 53"/>
                <a:gd name="T2" fmla="*/ 15 w 47"/>
                <a:gd name="T3" fmla="*/ 5 h 53"/>
                <a:gd name="T4" fmla="*/ 13 w 47"/>
                <a:gd name="T5" fmla="*/ 2 h 53"/>
                <a:gd name="T6" fmla="*/ 9 w 47"/>
                <a:gd name="T7" fmla="*/ 1 h 53"/>
                <a:gd name="T8" fmla="*/ 5 w 47"/>
                <a:gd name="T9" fmla="*/ 2 h 53"/>
                <a:gd name="T10" fmla="*/ 3 w 47"/>
                <a:gd name="T11" fmla="*/ 6 h 53"/>
                <a:gd name="T12" fmla="*/ 2 w 47"/>
                <a:gd name="T13" fmla="*/ 12 h 53"/>
                <a:gd name="T14" fmla="*/ 1 w 47"/>
                <a:gd name="T15" fmla="*/ 15 h 53"/>
                <a:gd name="T16" fmla="*/ 0 w 47"/>
                <a:gd name="T17" fmla="*/ 28 h 53"/>
                <a:gd name="T18" fmla="*/ 0 w 47"/>
                <a:gd name="T19" fmla="*/ 38 h 53"/>
                <a:gd name="T20" fmla="*/ 1 w 47"/>
                <a:gd name="T21" fmla="*/ 50 h 53"/>
                <a:gd name="T22" fmla="*/ 6 w 47"/>
                <a:gd name="T23" fmla="*/ 53 h 53"/>
                <a:gd name="T24" fmla="*/ 11 w 47"/>
                <a:gd name="T25" fmla="*/ 52 h 53"/>
                <a:gd name="T26" fmla="*/ 13 w 47"/>
                <a:gd name="T27" fmla="*/ 46 h 53"/>
                <a:gd name="T28" fmla="*/ 23 w 47"/>
                <a:gd name="T29" fmla="*/ 22 h 53"/>
                <a:gd name="T30" fmla="*/ 35 w 47"/>
                <a:gd name="T31" fmla="*/ 11 h 53"/>
                <a:gd name="T32" fmla="*/ 37 w 47"/>
                <a:gd name="T33" fmla="*/ 12 h 53"/>
                <a:gd name="T34" fmla="*/ 43 w 47"/>
                <a:gd name="T35" fmla="*/ 15 h 53"/>
                <a:gd name="T36" fmla="*/ 46 w 47"/>
                <a:gd name="T37" fmla="*/ 13 h 53"/>
                <a:gd name="T38" fmla="*/ 47 w 47"/>
                <a:gd name="T39" fmla="*/ 9 h 53"/>
                <a:gd name="T40" fmla="*/ 44 w 47"/>
                <a:gd name="T41" fmla="*/ 3 h 53"/>
                <a:gd name="T42" fmla="*/ 36 w 47"/>
                <a:gd name="T43" fmla="*/ 0 h 53"/>
                <a:gd name="T44" fmla="*/ 23 w 47"/>
                <a:gd name="T45" fmla="*/ 8 h 53"/>
                <a:gd name="T46" fmla="*/ 11 w 47"/>
                <a:gd name="T47" fmla="*/ 26 h 53"/>
                <a:gd name="T48" fmla="*/ 10 w 47"/>
                <a:gd name="T49" fmla="*/ 28 h 53"/>
                <a:gd name="T50" fmla="*/ 11 w 47"/>
                <a:gd name="T51" fmla="*/ 20 h 53"/>
                <a:gd name="T52" fmla="*/ 12 w 47"/>
                <a:gd name="T53" fmla="*/ 15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7" h="53">
                  <a:moveTo>
                    <a:pt x="12" y="15"/>
                  </a:moveTo>
                  <a:cubicBezTo>
                    <a:pt x="14" y="10"/>
                    <a:pt x="15" y="7"/>
                    <a:pt x="15" y="5"/>
                  </a:cubicBezTo>
                  <a:cubicBezTo>
                    <a:pt x="15" y="4"/>
                    <a:pt x="14" y="3"/>
                    <a:pt x="13" y="2"/>
                  </a:cubicBezTo>
                  <a:cubicBezTo>
                    <a:pt x="12" y="1"/>
                    <a:pt x="11" y="1"/>
                    <a:pt x="9" y="1"/>
                  </a:cubicBezTo>
                  <a:cubicBezTo>
                    <a:pt x="8" y="1"/>
                    <a:pt x="6" y="1"/>
                    <a:pt x="5" y="2"/>
                  </a:cubicBezTo>
                  <a:cubicBezTo>
                    <a:pt x="4" y="3"/>
                    <a:pt x="3" y="4"/>
                    <a:pt x="3" y="6"/>
                  </a:cubicBezTo>
                  <a:cubicBezTo>
                    <a:pt x="2" y="7"/>
                    <a:pt x="2" y="9"/>
                    <a:pt x="2" y="12"/>
                  </a:cubicBezTo>
                  <a:cubicBezTo>
                    <a:pt x="2" y="13"/>
                    <a:pt x="1" y="14"/>
                    <a:pt x="1" y="15"/>
                  </a:cubicBezTo>
                  <a:cubicBezTo>
                    <a:pt x="1" y="20"/>
                    <a:pt x="0" y="25"/>
                    <a:pt x="0" y="28"/>
                  </a:cubicBezTo>
                  <a:cubicBezTo>
                    <a:pt x="0" y="32"/>
                    <a:pt x="0" y="35"/>
                    <a:pt x="0" y="38"/>
                  </a:cubicBezTo>
                  <a:cubicBezTo>
                    <a:pt x="0" y="43"/>
                    <a:pt x="0" y="47"/>
                    <a:pt x="1" y="50"/>
                  </a:cubicBezTo>
                  <a:cubicBezTo>
                    <a:pt x="2" y="52"/>
                    <a:pt x="4" y="53"/>
                    <a:pt x="6" y="53"/>
                  </a:cubicBezTo>
                  <a:cubicBezTo>
                    <a:pt x="8" y="53"/>
                    <a:pt x="10" y="53"/>
                    <a:pt x="11" y="52"/>
                  </a:cubicBezTo>
                  <a:cubicBezTo>
                    <a:pt x="12" y="51"/>
                    <a:pt x="13" y="49"/>
                    <a:pt x="13" y="46"/>
                  </a:cubicBezTo>
                  <a:cubicBezTo>
                    <a:pt x="14" y="37"/>
                    <a:pt x="18" y="29"/>
                    <a:pt x="23" y="22"/>
                  </a:cubicBezTo>
                  <a:cubicBezTo>
                    <a:pt x="29" y="15"/>
                    <a:pt x="32" y="11"/>
                    <a:pt x="35" y="11"/>
                  </a:cubicBezTo>
                  <a:cubicBezTo>
                    <a:pt x="35" y="11"/>
                    <a:pt x="36" y="11"/>
                    <a:pt x="37" y="12"/>
                  </a:cubicBezTo>
                  <a:cubicBezTo>
                    <a:pt x="39" y="14"/>
                    <a:pt x="41" y="15"/>
                    <a:pt x="43" y="15"/>
                  </a:cubicBezTo>
                  <a:cubicBezTo>
                    <a:pt x="44" y="15"/>
                    <a:pt x="45" y="14"/>
                    <a:pt x="46" y="13"/>
                  </a:cubicBezTo>
                  <a:cubicBezTo>
                    <a:pt x="46" y="12"/>
                    <a:pt x="47" y="11"/>
                    <a:pt x="47" y="9"/>
                  </a:cubicBezTo>
                  <a:cubicBezTo>
                    <a:pt x="47" y="7"/>
                    <a:pt x="46" y="5"/>
                    <a:pt x="44" y="3"/>
                  </a:cubicBezTo>
                  <a:cubicBezTo>
                    <a:pt x="42" y="1"/>
                    <a:pt x="39" y="0"/>
                    <a:pt x="36" y="0"/>
                  </a:cubicBezTo>
                  <a:cubicBezTo>
                    <a:pt x="32" y="0"/>
                    <a:pt x="27" y="3"/>
                    <a:pt x="23" y="8"/>
                  </a:cubicBezTo>
                  <a:cubicBezTo>
                    <a:pt x="19" y="12"/>
                    <a:pt x="15" y="18"/>
                    <a:pt x="11" y="26"/>
                  </a:cubicBezTo>
                  <a:cubicBezTo>
                    <a:pt x="10" y="28"/>
                    <a:pt x="10" y="28"/>
                    <a:pt x="10" y="28"/>
                  </a:cubicBezTo>
                  <a:cubicBezTo>
                    <a:pt x="11" y="20"/>
                    <a:pt x="11" y="20"/>
                    <a:pt x="11" y="20"/>
                  </a:cubicBezTo>
                  <a:cubicBezTo>
                    <a:pt x="12" y="18"/>
                    <a:pt x="12" y="16"/>
                    <a:pt x="12"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 name="Freeform 374"/>
            <p:cNvSpPr>
              <a:spLocks/>
            </p:cNvSpPr>
            <p:nvPr/>
          </p:nvSpPr>
          <p:spPr bwMode="auto">
            <a:xfrm>
              <a:off x="9417051" y="2335213"/>
              <a:ext cx="19050" cy="17463"/>
            </a:xfrm>
            <a:custGeom>
              <a:avLst/>
              <a:gdLst>
                <a:gd name="T0" fmla="*/ 8 w 15"/>
                <a:gd name="T1" fmla="*/ 0 h 14"/>
                <a:gd name="T2" fmla="*/ 2 w 15"/>
                <a:gd name="T3" fmla="*/ 2 h 14"/>
                <a:gd name="T4" fmla="*/ 0 w 15"/>
                <a:gd name="T5" fmla="*/ 7 h 14"/>
                <a:gd name="T6" fmla="*/ 2 w 15"/>
                <a:gd name="T7" fmla="*/ 12 h 14"/>
                <a:gd name="T8" fmla="*/ 7 w 15"/>
                <a:gd name="T9" fmla="*/ 14 h 14"/>
                <a:gd name="T10" fmla="*/ 12 w 15"/>
                <a:gd name="T11" fmla="*/ 12 h 14"/>
                <a:gd name="T12" fmla="*/ 15 w 15"/>
                <a:gd name="T13" fmla="*/ 6 h 14"/>
                <a:gd name="T14" fmla="*/ 13 w 15"/>
                <a:gd name="T15" fmla="*/ 2 h 14"/>
                <a:gd name="T16" fmla="*/ 8 w 15"/>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4">
                  <a:moveTo>
                    <a:pt x="8" y="0"/>
                  </a:moveTo>
                  <a:cubicBezTo>
                    <a:pt x="5" y="0"/>
                    <a:pt x="3" y="1"/>
                    <a:pt x="2" y="2"/>
                  </a:cubicBezTo>
                  <a:cubicBezTo>
                    <a:pt x="0" y="3"/>
                    <a:pt x="0" y="5"/>
                    <a:pt x="0" y="7"/>
                  </a:cubicBezTo>
                  <a:cubicBezTo>
                    <a:pt x="0" y="9"/>
                    <a:pt x="0" y="11"/>
                    <a:pt x="2" y="12"/>
                  </a:cubicBezTo>
                  <a:cubicBezTo>
                    <a:pt x="3" y="14"/>
                    <a:pt x="5" y="14"/>
                    <a:pt x="7" y="14"/>
                  </a:cubicBezTo>
                  <a:cubicBezTo>
                    <a:pt x="8" y="14"/>
                    <a:pt x="10" y="14"/>
                    <a:pt x="12" y="12"/>
                  </a:cubicBezTo>
                  <a:cubicBezTo>
                    <a:pt x="14" y="10"/>
                    <a:pt x="15" y="8"/>
                    <a:pt x="15" y="6"/>
                  </a:cubicBezTo>
                  <a:cubicBezTo>
                    <a:pt x="15" y="4"/>
                    <a:pt x="14" y="3"/>
                    <a:pt x="13" y="2"/>
                  </a:cubicBezTo>
                  <a:cubicBezTo>
                    <a:pt x="12" y="1"/>
                    <a:pt x="10"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 name="Freeform 375"/>
            <p:cNvSpPr>
              <a:spLocks/>
            </p:cNvSpPr>
            <p:nvPr/>
          </p:nvSpPr>
          <p:spPr bwMode="auto">
            <a:xfrm>
              <a:off x="9404351" y="2368550"/>
              <a:ext cx="20638" cy="66675"/>
            </a:xfrm>
            <a:custGeom>
              <a:avLst/>
              <a:gdLst>
                <a:gd name="T0" fmla="*/ 2 w 16"/>
                <a:gd name="T1" fmla="*/ 22 h 51"/>
                <a:gd name="T2" fmla="*/ 0 w 16"/>
                <a:gd name="T3" fmla="*/ 42 h 51"/>
                <a:gd name="T4" fmla="*/ 6 w 16"/>
                <a:gd name="T5" fmla="*/ 51 h 51"/>
                <a:gd name="T6" fmla="*/ 10 w 16"/>
                <a:gd name="T7" fmla="*/ 49 h 51"/>
                <a:gd name="T8" fmla="*/ 12 w 16"/>
                <a:gd name="T9" fmla="*/ 47 h 51"/>
                <a:gd name="T10" fmla="*/ 12 w 16"/>
                <a:gd name="T11" fmla="*/ 45 h 51"/>
                <a:gd name="T12" fmla="*/ 11 w 16"/>
                <a:gd name="T13" fmla="*/ 37 h 51"/>
                <a:gd name="T14" fmla="*/ 11 w 16"/>
                <a:gd name="T15" fmla="*/ 28 h 51"/>
                <a:gd name="T16" fmla="*/ 14 w 16"/>
                <a:gd name="T17" fmla="*/ 13 h 51"/>
                <a:gd name="T18" fmla="*/ 15 w 16"/>
                <a:gd name="T19" fmla="*/ 12 h 51"/>
                <a:gd name="T20" fmla="*/ 16 w 16"/>
                <a:gd name="T21" fmla="*/ 5 h 51"/>
                <a:gd name="T22" fmla="*/ 15 w 16"/>
                <a:gd name="T23" fmla="*/ 1 h 51"/>
                <a:gd name="T24" fmla="*/ 10 w 16"/>
                <a:gd name="T25" fmla="*/ 0 h 51"/>
                <a:gd name="T26" fmla="*/ 5 w 16"/>
                <a:gd name="T27" fmla="*/ 2 h 51"/>
                <a:gd name="T28" fmla="*/ 5 w 16"/>
                <a:gd name="T29" fmla="*/ 8 h 51"/>
                <a:gd name="T30" fmla="*/ 4 w 16"/>
                <a:gd name="T31" fmla="*/ 18 h 51"/>
                <a:gd name="T32" fmla="*/ 4 w 16"/>
                <a:gd name="T33" fmla="*/ 18 h 51"/>
                <a:gd name="T34" fmla="*/ 2 w 16"/>
                <a:gd name="T35" fmla="*/ 2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51">
                  <a:moveTo>
                    <a:pt x="2" y="22"/>
                  </a:moveTo>
                  <a:cubicBezTo>
                    <a:pt x="1" y="30"/>
                    <a:pt x="0" y="37"/>
                    <a:pt x="0" y="42"/>
                  </a:cubicBezTo>
                  <a:cubicBezTo>
                    <a:pt x="0" y="48"/>
                    <a:pt x="1" y="51"/>
                    <a:pt x="6" y="51"/>
                  </a:cubicBezTo>
                  <a:cubicBezTo>
                    <a:pt x="7" y="51"/>
                    <a:pt x="8" y="51"/>
                    <a:pt x="10" y="49"/>
                  </a:cubicBezTo>
                  <a:cubicBezTo>
                    <a:pt x="11" y="48"/>
                    <a:pt x="12" y="47"/>
                    <a:pt x="12" y="47"/>
                  </a:cubicBezTo>
                  <a:cubicBezTo>
                    <a:pt x="12" y="46"/>
                    <a:pt x="12" y="46"/>
                    <a:pt x="12" y="45"/>
                  </a:cubicBezTo>
                  <a:cubicBezTo>
                    <a:pt x="11" y="42"/>
                    <a:pt x="11" y="39"/>
                    <a:pt x="11" y="37"/>
                  </a:cubicBezTo>
                  <a:cubicBezTo>
                    <a:pt x="11" y="35"/>
                    <a:pt x="11" y="32"/>
                    <a:pt x="11" y="28"/>
                  </a:cubicBezTo>
                  <a:cubicBezTo>
                    <a:pt x="12" y="24"/>
                    <a:pt x="13" y="19"/>
                    <a:pt x="14" y="13"/>
                  </a:cubicBezTo>
                  <a:cubicBezTo>
                    <a:pt x="15" y="12"/>
                    <a:pt x="15" y="12"/>
                    <a:pt x="15" y="12"/>
                  </a:cubicBezTo>
                  <a:cubicBezTo>
                    <a:pt x="16" y="9"/>
                    <a:pt x="16" y="6"/>
                    <a:pt x="16" y="5"/>
                  </a:cubicBezTo>
                  <a:cubicBezTo>
                    <a:pt x="16" y="3"/>
                    <a:pt x="16" y="2"/>
                    <a:pt x="15" y="1"/>
                  </a:cubicBezTo>
                  <a:cubicBezTo>
                    <a:pt x="13" y="0"/>
                    <a:pt x="12" y="0"/>
                    <a:pt x="10" y="0"/>
                  </a:cubicBezTo>
                  <a:cubicBezTo>
                    <a:pt x="8" y="0"/>
                    <a:pt x="6" y="1"/>
                    <a:pt x="5" y="2"/>
                  </a:cubicBezTo>
                  <a:cubicBezTo>
                    <a:pt x="4" y="4"/>
                    <a:pt x="5" y="6"/>
                    <a:pt x="5" y="8"/>
                  </a:cubicBezTo>
                  <a:cubicBezTo>
                    <a:pt x="5" y="9"/>
                    <a:pt x="4" y="12"/>
                    <a:pt x="4" y="18"/>
                  </a:cubicBezTo>
                  <a:cubicBezTo>
                    <a:pt x="4" y="18"/>
                    <a:pt x="4" y="18"/>
                    <a:pt x="4" y="18"/>
                  </a:cubicBezTo>
                  <a:cubicBezTo>
                    <a:pt x="4" y="19"/>
                    <a:pt x="3" y="21"/>
                    <a:pt x="2"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 name="Freeform 376"/>
            <p:cNvSpPr>
              <a:spLocks/>
            </p:cNvSpPr>
            <p:nvPr/>
          </p:nvSpPr>
          <p:spPr bwMode="auto">
            <a:xfrm>
              <a:off x="9432926" y="2344738"/>
              <a:ext cx="60325" cy="90488"/>
            </a:xfrm>
            <a:custGeom>
              <a:avLst/>
              <a:gdLst>
                <a:gd name="T0" fmla="*/ 29 w 47"/>
                <a:gd name="T1" fmla="*/ 2 h 70"/>
                <a:gd name="T2" fmla="*/ 25 w 47"/>
                <a:gd name="T3" fmla="*/ 0 h 70"/>
                <a:gd name="T4" fmla="*/ 19 w 47"/>
                <a:gd name="T5" fmla="*/ 6 h 70"/>
                <a:gd name="T6" fmla="*/ 15 w 47"/>
                <a:gd name="T7" fmla="*/ 21 h 70"/>
                <a:gd name="T8" fmla="*/ 5 w 47"/>
                <a:gd name="T9" fmla="*/ 21 h 70"/>
                <a:gd name="T10" fmla="*/ 0 w 47"/>
                <a:gd name="T11" fmla="*/ 25 h 70"/>
                <a:gd name="T12" fmla="*/ 3 w 47"/>
                <a:gd name="T13" fmla="*/ 30 h 70"/>
                <a:gd name="T14" fmla="*/ 7 w 47"/>
                <a:gd name="T15" fmla="*/ 32 h 70"/>
                <a:gd name="T16" fmla="*/ 8 w 47"/>
                <a:gd name="T17" fmla="*/ 32 h 70"/>
                <a:gd name="T18" fmla="*/ 12 w 47"/>
                <a:gd name="T19" fmla="*/ 31 h 70"/>
                <a:gd name="T20" fmla="*/ 7 w 47"/>
                <a:gd name="T21" fmla="*/ 56 h 70"/>
                <a:gd name="T22" fmla="*/ 11 w 47"/>
                <a:gd name="T23" fmla="*/ 66 h 70"/>
                <a:gd name="T24" fmla="*/ 20 w 47"/>
                <a:gd name="T25" fmla="*/ 70 h 70"/>
                <a:gd name="T26" fmla="*/ 34 w 47"/>
                <a:gd name="T27" fmla="*/ 65 h 70"/>
                <a:gd name="T28" fmla="*/ 41 w 47"/>
                <a:gd name="T29" fmla="*/ 55 h 70"/>
                <a:gd name="T30" fmla="*/ 40 w 47"/>
                <a:gd name="T31" fmla="*/ 53 h 70"/>
                <a:gd name="T32" fmla="*/ 38 w 47"/>
                <a:gd name="T33" fmla="*/ 53 h 70"/>
                <a:gd name="T34" fmla="*/ 34 w 47"/>
                <a:gd name="T35" fmla="*/ 55 h 70"/>
                <a:gd name="T36" fmla="*/ 27 w 47"/>
                <a:gd name="T37" fmla="*/ 59 h 70"/>
                <a:gd name="T38" fmla="*/ 22 w 47"/>
                <a:gd name="T39" fmla="*/ 60 h 70"/>
                <a:gd name="T40" fmla="*/ 20 w 47"/>
                <a:gd name="T41" fmla="*/ 58 h 70"/>
                <a:gd name="T42" fmla="*/ 19 w 47"/>
                <a:gd name="T43" fmla="*/ 53 h 70"/>
                <a:gd name="T44" fmla="*/ 21 w 47"/>
                <a:gd name="T45" fmla="*/ 40 h 70"/>
                <a:gd name="T46" fmla="*/ 24 w 47"/>
                <a:gd name="T47" fmla="*/ 30 h 70"/>
                <a:gd name="T48" fmla="*/ 40 w 47"/>
                <a:gd name="T49" fmla="*/ 27 h 70"/>
                <a:gd name="T50" fmla="*/ 47 w 47"/>
                <a:gd name="T51" fmla="*/ 22 h 70"/>
                <a:gd name="T52" fmla="*/ 46 w 47"/>
                <a:gd name="T53" fmla="*/ 19 h 70"/>
                <a:gd name="T54" fmla="*/ 43 w 47"/>
                <a:gd name="T55" fmla="*/ 18 h 70"/>
                <a:gd name="T56" fmla="*/ 26 w 47"/>
                <a:gd name="T57" fmla="*/ 20 h 70"/>
                <a:gd name="T58" fmla="*/ 30 w 47"/>
                <a:gd name="T59" fmla="*/ 5 h 70"/>
                <a:gd name="T60" fmla="*/ 29 w 47"/>
                <a:gd name="T61" fmla="*/ 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7" h="70">
                  <a:moveTo>
                    <a:pt x="29" y="2"/>
                  </a:moveTo>
                  <a:cubicBezTo>
                    <a:pt x="28" y="0"/>
                    <a:pt x="27" y="0"/>
                    <a:pt x="25" y="0"/>
                  </a:cubicBezTo>
                  <a:cubicBezTo>
                    <a:pt x="22" y="0"/>
                    <a:pt x="20" y="2"/>
                    <a:pt x="19" y="6"/>
                  </a:cubicBezTo>
                  <a:cubicBezTo>
                    <a:pt x="18" y="12"/>
                    <a:pt x="16" y="17"/>
                    <a:pt x="15" y="21"/>
                  </a:cubicBezTo>
                  <a:cubicBezTo>
                    <a:pt x="5" y="21"/>
                    <a:pt x="5" y="21"/>
                    <a:pt x="5" y="21"/>
                  </a:cubicBezTo>
                  <a:cubicBezTo>
                    <a:pt x="2" y="21"/>
                    <a:pt x="0" y="22"/>
                    <a:pt x="0" y="25"/>
                  </a:cubicBezTo>
                  <a:cubicBezTo>
                    <a:pt x="0" y="27"/>
                    <a:pt x="1" y="29"/>
                    <a:pt x="3" y="30"/>
                  </a:cubicBezTo>
                  <a:cubicBezTo>
                    <a:pt x="4" y="31"/>
                    <a:pt x="6" y="32"/>
                    <a:pt x="7" y="32"/>
                  </a:cubicBezTo>
                  <a:cubicBezTo>
                    <a:pt x="8" y="32"/>
                    <a:pt x="8" y="32"/>
                    <a:pt x="8" y="32"/>
                  </a:cubicBezTo>
                  <a:cubicBezTo>
                    <a:pt x="9" y="32"/>
                    <a:pt x="10" y="31"/>
                    <a:pt x="12" y="31"/>
                  </a:cubicBezTo>
                  <a:cubicBezTo>
                    <a:pt x="9" y="44"/>
                    <a:pt x="7" y="52"/>
                    <a:pt x="7" y="56"/>
                  </a:cubicBezTo>
                  <a:cubicBezTo>
                    <a:pt x="7" y="61"/>
                    <a:pt x="8" y="64"/>
                    <a:pt x="11" y="66"/>
                  </a:cubicBezTo>
                  <a:cubicBezTo>
                    <a:pt x="13" y="69"/>
                    <a:pt x="16" y="70"/>
                    <a:pt x="20" y="70"/>
                  </a:cubicBezTo>
                  <a:cubicBezTo>
                    <a:pt x="25" y="70"/>
                    <a:pt x="30" y="68"/>
                    <a:pt x="34" y="65"/>
                  </a:cubicBezTo>
                  <a:cubicBezTo>
                    <a:pt x="39" y="61"/>
                    <a:pt x="41" y="58"/>
                    <a:pt x="41" y="55"/>
                  </a:cubicBezTo>
                  <a:cubicBezTo>
                    <a:pt x="41" y="55"/>
                    <a:pt x="41" y="54"/>
                    <a:pt x="40" y="53"/>
                  </a:cubicBezTo>
                  <a:cubicBezTo>
                    <a:pt x="39" y="53"/>
                    <a:pt x="39" y="53"/>
                    <a:pt x="38" y="53"/>
                  </a:cubicBezTo>
                  <a:cubicBezTo>
                    <a:pt x="37" y="53"/>
                    <a:pt x="35" y="53"/>
                    <a:pt x="34" y="55"/>
                  </a:cubicBezTo>
                  <a:cubicBezTo>
                    <a:pt x="31" y="57"/>
                    <a:pt x="29" y="58"/>
                    <a:pt x="27" y="59"/>
                  </a:cubicBezTo>
                  <a:cubicBezTo>
                    <a:pt x="26" y="59"/>
                    <a:pt x="24" y="60"/>
                    <a:pt x="22" y="60"/>
                  </a:cubicBezTo>
                  <a:cubicBezTo>
                    <a:pt x="21" y="60"/>
                    <a:pt x="20" y="59"/>
                    <a:pt x="20" y="58"/>
                  </a:cubicBezTo>
                  <a:cubicBezTo>
                    <a:pt x="19" y="57"/>
                    <a:pt x="19" y="55"/>
                    <a:pt x="19" y="53"/>
                  </a:cubicBezTo>
                  <a:cubicBezTo>
                    <a:pt x="19" y="51"/>
                    <a:pt x="19" y="47"/>
                    <a:pt x="21" y="40"/>
                  </a:cubicBezTo>
                  <a:cubicBezTo>
                    <a:pt x="22" y="33"/>
                    <a:pt x="23" y="30"/>
                    <a:pt x="24" y="30"/>
                  </a:cubicBezTo>
                  <a:cubicBezTo>
                    <a:pt x="40" y="27"/>
                    <a:pt x="40" y="27"/>
                    <a:pt x="40" y="27"/>
                  </a:cubicBezTo>
                  <a:cubicBezTo>
                    <a:pt x="45" y="26"/>
                    <a:pt x="47" y="25"/>
                    <a:pt x="47" y="22"/>
                  </a:cubicBezTo>
                  <a:cubicBezTo>
                    <a:pt x="47" y="20"/>
                    <a:pt x="47" y="19"/>
                    <a:pt x="46" y="19"/>
                  </a:cubicBezTo>
                  <a:cubicBezTo>
                    <a:pt x="46" y="18"/>
                    <a:pt x="44" y="18"/>
                    <a:pt x="43" y="18"/>
                  </a:cubicBezTo>
                  <a:cubicBezTo>
                    <a:pt x="42" y="18"/>
                    <a:pt x="36" y="19"/>
                    <a:pt x="26" y="20"/>
                  </a:cubicBezTo>
                  <a:cubicBezTo>
                    <a:pt x="29" y="10"/>
                    <a:pt x="30" y="6"/>
                    <a:pt x="30" y="5"/>
                  </a:cubicBezTo>
                  <a:cubicBezTo>
                    <a:pt x="30" y="4"/>
                    <a:pt x="30" y="3"/>
                    <a:pt x="2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 name="Freeform 377"/>
            <p:cNvSpPr>
              <a:spLocks/>
            </p:cNvSpPr>
            <p:nvPr/>
          </p:nvSpPr>
          <p:spPr bwMode="auto">
            <a:xfrm>
              <a:off x="9496426" y="2368550"/>
              <a:ext cx="22225" cy="66675"/>
            </a:xfrm>
            <a:custGeom>
              <a:avLst/>
              <a:gdLst>
                <a:gd name="T0" fmla="*/ 2 w 17"/>
                <a:gd name="T1" fmla="*/ 22 h 51"/>
                <a:gd name="T2" fmla="*/ 0 w 17"/>
                <a:gd name="T3" fmla="*/ 42 h 51"/>
                <a:gd name="T4" fmla="*/ 6 w 17"/>
                <a:gd name="T5" fmla="*/ 51 h 51"/>
                <a:gd name="T6" fmla="*/ 10 w 17"/>
                <a:gd name="T7" fmla="*/ 49 h 51"/>
                <a:gd name="T8" fmla="*/ 12 w 17"/>
                <a:gd name="T9" fmla="*/ 47 h 51"/>
                <a:gd name="T10" fmla="*/ 12 w 17"/>
                <a:gd name="T11" fmla="*/ 45 h 51"/>
                <a:gd name="T12" fmla="*/ 11 w 17"/>
                <a:gd name="T13" fmla="*/ 37 h 51"/>
                <a:gd name="T14" fmla="*/ 12 w 17"/>
                <a:gd name="T15" fmla="*/ 28 h 51"/>
                <a:gd name="T16" fmla="*/ 15 w 17"/>
                <a:gd name="T17" fmla="*/ 13 h 51"/>
                <a:gd name="T18" fmla="*/ 15 w 17"/>
                <a:gd name="T19" fmla="*/ 12 h 51"/>
                <a:gd name="T20" fmla="*/ 17 w 17"/>
                <a:gd name="T21" fmla="*/ 5 h 51"/>
                <a:gd name="T22" fmla="*/ 15 w 17"/>
                <a:gd name="T23" fmla="*/ 1 h 51"/>
                <a:gd name="T24" fmla="*/ 10 w 17"/>
                <a:gd name="T25" fmla="*/ 0 h 51"/>
                <a:gd name="T26" fmla="*/ 6 w 17"/>
                <a:gd name="T27" fmla="*/ 2 h 51"/>
                <a:gd name="T28" fmla="*/ 5 w 17"/>
                <a:gd name="T29" fmla="*/ 8 h 51"/>
                <a:gd name="T30" fmla="*/ 4 w 17"/>
                <a:gd name="T31" fmla="*/ 18 h 51"/>
                <a:gd name="T32" fmla="*/ 4 w 17"/>
                <a:gd name="T33" fmla="*/ 18 h 51"/>
                <a:gd name="T34" fmla="*/ 2 w 17"/>
                <a:gd name="T35" fmla="*/ 2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51">
                  <a:moveTo>
                    <a:pt x="2" y="22"/>
                  </a:moveTo>
                  <a:cubicBezTo>
                    <a:pt x="1" y="30"/>
                    <a:pt x="0" y="37"/>
                    <a:pt x="0" y="42"/>
                  </a:cubicBezTo>
                  <a:cubicBezTo>
                    <a:pt x="0" y="48"/>
                    <a:pt x="2" y="51"/>
                    <a:pt x="6" y="51"/>
                  </a:cubicBezTo>
                  <a:cubicBezTo>
                    <a:pt x="7" y="51"/>
                    <a:pt x="9" y="51"/>
                    <a:pt x="10" y="49"/>
                  </a:cubicBezTo>
                  <a:cubicBezTo>
                    <a:pt x="12" y="48"/>
                    <a:pt x="12" y="47"/>
                    <a:pt x="12" y="47"/>
                  </a:cubicBezTo>
                  <a:cubicBezTo>
                    <a:pt x="12" y="46"/>
                    <a:pt x="12" y="46"/>
                    <a:pt x="12" y="45"/>
                  </a:cubicBezTo>
                  <a:cubicBezTo>
                    <a:pt x="11" y="42"/>
                    <a:pt x="11" y="39"/>
                    <a:pt x="11" y="37"/>
                  </a:cubicBezTo>
                  <a:cubicBezTo>
                    <a:pt x="11" y="35"/>
                    <a:pt x="11" y="32"/>
                    <a:pt x="12" y="28"/>
                  </a:cubicBezTo>
                  <a:cubicBezTo>
                    <a:pt x="12" y="24"/>
                    <a:pt x="13" y="19"/>
                    <a:pt x="15" y="13"/>
                  </a:cubicBezTo>
                  <a:cubicBezTo>
                    <a:pt x="15" y="12"/>
                    <a:pt x="15" y="12"/>
                    <a:pt x="15" y="12"/>
                  </a:cubicBezTo>
                  <a:cubicBezTo>
                    <a:pt x="16" y="9"/>
                    <a:pt x="17" y="6"/>
                    <a:pt x="17" y="5"/>
                  </a:cubicBezTo>
                  <a:cubicBezTo>
                    <a:pt x="17" y="3"/>
                    <a:pt x="16" y="2"/>
                    <a:pt x="15" y="1"/>
                  </a:cubicBezTo>
                  <a:cubicBezTo>
                    <a:pt x="14" y="0"/>
                    <a:pt x="12" y="0"/>
                    <a:pt x="10" y="0"/>
                  </a:cubicBezTo>
                  <a:cubicBezTo>
                    <a:pt x="8" y="0"/>
                    <a:pt x="7" y="1"/>
                    <a:pt x="6" y="2"/>
                  </a:cubicBezTo>
                  <a:cubicBezTo>
                    <a:pt x="5" y="4"/>
                    <a:pt x="5" y="6"/>
                    <a:pt x="5" y="8"/>
                  </a:cubicBezTo>
                  <a:cubicBezTo>
                    <a:pt x="5" y="9"/>
                    <a:pt x="4" y="12"/>
                    <a:pt x="4" y="18"/>
                  </a:cubicBezTo>
                  <a:cubicBezTo>
                    <a:pt x="4" y="18"/>
                    <a:pt x="4" y="18"/>
                    <a:pt x="4" y="18"/>
                  </a:cubicBezTo>
                  <a:cubicBezTo>
                    <a:pt x="4" y="19"/>
                    <a:pt x="3" y="21"/>
                    <a:pt x="2"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 name="Freeform 378"/>
            <p:cNvSpPr>
              <a:spLocks/>
            </p:cNvSpPr>
            <p:nvPr/>
          </p:nvSpPr>
          <p:spPr bwMode="auto">
            <a:xfrm>
              <a:off x="9509126" y="2335213"/>
              <a:ext cx="19050" cy="17463"/>
            </a:xfrm>
            <a:custGeom>
              <a:avLst/>
              <a:gdLst>
                <a:gd name="T0" fmla="*/ 12 w 15"/>
                <a:gd name="T1" fmla="*/ 12 h 14"/>
                <a:gd name="T2" fmla="*/ 15 w 15"/>
                <a:gd name="T3" fmla="*/ 6 h 14"/>
                <a:gd name="T4" fmla="*/ 13 w 15"/>
                <a:gd name="T5" fmla="*/ 2 h 14"/>
                <a:gd name="T6" fmla="*/ 8 w 15"/>
                <a:gd name="T7" fmla="*/ 0 h 14"/>
                <a:gd name="T8" fmla="*/ 2 w 15"/>
                <a:gd name="T9" fmla="*/ 2 h 14"/>
                <a:gd name="T10" fmla="*/ 0 w 15"/>
                <a:gd name="T11" fmla="*/ 7 h 14"/>
                <a:gd name="T12" fmla="*/ 2 w 15"/>
                <a:gd name="T13" fmla="*/ 12 h 14"/>
                <a:gd name="T14" fmla="*/ 7 w 15"/>
                <a:gd name="T15" fmla="*/ 14 h 14"/>
                <a:gd name="T16" fmla="*/ 12 w 15"/>
                <a:gd name="T17"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4">
                  <a:moveTo>
                    <a:pt x="12" y="12"/>
                  </a:moveTo>
                  <a:cubicBezTo>
                    <a:pt x="14" y="10"/>
                    <a:pt x="15" y="8"/>
                    <a:pt x="15" y="6"/>
                  </a:cubicBezTo>
                  <a:cubicBezTo>
                    <a:pt x="15" y="4"/>
                    <a:pt x="15" y="3"/>
                    <a:pt x="13" y="2"/>
                  </a:cubicBezTo>
                  <a:cubicBezTo>
                    <a:pt x="12" y="1"/>
                    <a:pt x="10" y="0"/>
                    <a:pt x="8" y="0"/>
                  </a:cubicBezTo>
                  <a:cubicBezTo>
                    <a:pt x="6" y="0"/>
                    <a:pt x="4" y="1"/>
                    <a:pt x="2" y="2"/>
                  </a:cubicBezTo>
                  <a:cubicBezTo>
                    <a:pt x="1" y="3"/>
                    <a:pt x="0" y="5"/>
                    <a:pt x="0" y="7"/>
                  </a:cubicBezTo>
                  <a:cubicBezTo>
                    <a:pt x="0" y="9"/>
                    <a:pt x="1" y="11"/>
                    <a:pt x="2" y="12"/>
                  </a:cubicBezTo>
                  <a:cubicBezTo>
                    <a:pt x="4" y="14"/>
                    <a:pt x="5" y="14"/>
                    <a:pt x="7" y="14"/>
                  </a:cubicBezTo>
                  <a:cubicBezTo>
                    <a:pt x="9" y="14"/>
                    <a:pt x="10" y="14"/>
                    <a:pt x="1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 name="Freeform 379"/>
            <p:cNvSpPr>
              <a:spLocks/>
            </p:cNvSpPr>
            <p:nvPr/>
          </p:nvSpPr>
          <p:spPr bwMode="auto">
            <a:xfrm>
              <a:off x="9529763" y="2370138"/>
              <a:ext cx="76200" cy="61913"/>
            </a:xfrm>
            <a:custGeom>
              <a:avLst/>
              <a:gdLst>
                <a:gd name="T0" fmla="*/ 13 w 59"/>
                <a:gd name="T1" fmla="*/ 1 h 48"/>
                <a:gd name="T2" fmla="*/ 9 w 59"/>
                <a:gd name="T3" fmla="*/ 0 h 48"/>
                <a:gd name="T4" fmla="*/ 5 w 59"/>
                <a:gd name="T5" fmla="*/ 2 h 48"/>
                <a:gd name="T6" fmla="*/ 3 w 59"/>
                <a:gd name="T7" fmla="*/ 7 h 48"/>
                <a:gd name="T8" fmla="*/ 1 w 59"/>
                <a:gd name="T9" fmla="*/ 32 h 48"/>
                <a:gd name="T10" fmla="*/ 0 w 59"/>
                <a:gd name="T11" fmla="*/ 42 h 48"/>
                <a:gd name="T12" fmla="*/ 7 w 59"/>
                <a:gd name="T13" fmla="*/ 48 h 48"/>
                <a:gd name="T14" fmla="*/ 9 w 59"/>
                <a:gd name="T15" fmla="*/ 47 h 48"/>
                <a:gd name="T16" fmla="*/ 10 w 59"/>
                <a:gd name="T17" fmla="*/ 44 h 48"/>
                <a:gd name="T18" fmla="*/ 21 w 59"/>
                <a:gd name="T19" fmla="*/ 26 h 48"/>
                <a:gd name="T20" fmla="*/ 32 w 59"/>
                <a:gd name="T21" fmla="*/ 13 h 48"/>
                <a:gd name="T22" fmla="*/ 37 w 59"/>
                <a:gd name="T23" fmla="*/ 25 h 48"/>
                <a:gd name="T24" fmla="*/ 40 w 59"/>
                <a:gd name="T25" fmla="*/ 40 h 48"/>
                <a:gd name="T26" fmla="*/ 40 w 59"/>
                <a:gd name="T27" fmla="*/ 40 h 48"/>
                <a:gd name="T28" fmla="*/ 48 w 59"/>
                <a:gd name="T29" fmla="*/ 45 h 48"/>
                <a:gd name="T30" fmla="*/ 56 w 59"/>
                <a:gd name="T31" fmla="*/ 43 h 48"/>
                <a:gd name="T32" fmla="*/ 59 w 59"/>
                <a:gd name="T33" fmla="*/ 38 h 48"/>
                <a:gd name="T34" fmla="*/ 57 w 59"/>
                <a:gd name="T35" fmla="*/ 35 h 48"/>
                <a:gd name="T36" fmla="*/ 54 w 59"/>
                <a:gd name="T37" fmla="*/ 36 h 48"/>
                <a:gd name="T38" fmla="*/ 51 w 59"/>
                <a:gd name="T39" fmla="*/ 36 h 48"/>
                <a:gd name="T40" fmla="*/ 47 w 59"/>
                <a:gd name="T41" fmla="*/ 19 h 48"/>
                <a:gd name="T42" fmla="*/ 34 w 59"/>
                <a:gd name="T43" fmla="*/ 2 h 48"/>
                <a:gd name="T44" fmla="*/ 12 w 59"/>
                <a:gd name="T45" fmla="*/ 26 h 48"/>
                <a:gd name="T46" fmla="*/ 14 w 59"/>
                <a:gd name="T47" fmla="*/ 8 h 48"/>
                <a:gd name="T48" fmla="*/ 13 w 59"/>
                <a:gd name="T49" fmla="*/ 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9" h="48">
                  <a:moveTo>
                    <a:pt x="13" y="1"/>
                  </a:moveTo>
                  <a:cubicBezTo>
                    <a:pt x="12" y="0"/>
                    <a:pt x="11" y="0"/>
                    <a:pt x="9" y="0"/>
                  </a:cubicBezTo>
                  <a:cubicBezTo>
                    <a:pt x="7" y="0"/>
                    <a:pt x="6" y="1"/>
                    <a:pt x="5" y="2"/>
                  </a:cubicBezTo>
                  <a:cubicBezTo>
                    <a:pt x="3" y="4"/>
                    <a:pt x="3" y="6"/>
                    <a:pt x="3" y="7"/>
                  </a:cubicBezTo>
                  <a:cubicBezTo>
                    <a:pt x="3" y="17"/>
                    <a:pt x="2" y="25"/>
                    <a:pt x="1" y="32"/>
                  </a:cubicBezTo>
                  <a:cubicBezTo>
                    <a:pt x="0" y="37"/>
                    <a:pt x="0" y="40"/>
                    <a:pt x="0" y="42"/>
                  </a:cubicBezTo>
                  <a:cubicBezTo>
                    <a:pt x="0" y="46"/>
                    <a:pt x="2" y="48"/>
                    <a:pt x="7" y="48"/>
                  </a:cubicBezTo>
                  <a:cubicBezTo>
                    <a:pt x="7" y="48"/>
                    <a:pt x="8" y="48"/>
                    <a:pt x="9" y="47"/>
                  </a:cubicBezTo>
                  <a:cubicBezTo>
                    <a:pt x="10" y="46"/>
                    <a:pt x="10" y="45"/>
                    <a:pt x="10" y="44"/>
                  </a:cubicBezTo>
                  <a:cubicBezTo>
                    <a:pt x="12" y="40"/>
                    <a:pt x="15" y="34"/>
                    <a:pt x="21" y="26"/>
                  </a:cubicBezTo>
                  <a:cubicBezTo>
                    <a:pt x="26" y="17"/>
                    <a:pt x="30" y="13"/>
                    <a:pt x="32" y="13"/>
                  </a:cubicBezTo>
                  <a:cubicBezTo>
                    <a:pt x="35" y="13"/>
                    <a:pt x="36" y="17"/>
                    <a:pt x="37" y="25"/>
                  </a:cubicBezTo>
                  <a:cubicBezTo>
                    <a:pt x="38" y="32"/>
                    <a:pt x="39" y="40"/>
                    <a:pt x="40" y="40"/>
                  </a:cubicBezTo>
                  <a:cubicBezTo>
                    <a:pt x="40" y="40"/>
                    <a:pt x="40" y="40"/>
                    <a:pt x="40" y="40"/>
                  </a:cubicBezTo>
                  <a:cubicBezTo>
                    <a:pt x="42" y="44"/>
                    <a:pt x="44" y="45"/>
                    <a:pt x="48" y="45"/>
                  </a:cubicBezTo>
                  <a:cubicBezTo>
                    <a:pt x="51" y="45"/>
                    <a:pt x="54" y="45"/>
                    <a:pt x="56" y="43"/>
                  </a:cubicBezTo>
                  <a:cubicBezTo>
                    <a:pt x="58" y="41"/>
                    <a:pt x="59" y="39"/>
                    <a:pt x="59" y="38"/>
                  </a:cubicBezTo>
                  <a:cubicBezTo>
                    <a:pt x="59" y="36"/>
                    <a:pt x="58" y="35"/>
                    <a:pt x="57" y="35"/>
                  </a:cubicBezTo>
                  <a:cubicBezTo>
                    <a:pt x="56" y="35"/>
                    <a:pt x="55" y="35"/>
                    <a:pt x="54" y="36"/>
                  </a:cubicBezTo>
                  <a:cubicBezTo>
                    <a:pt x="53" y="36"/>
                    <a:pt x="52" y="36"/>
                    <a:pt x="51" y="36"/>
                  </a:cubicBezTo>
                  <a:cubicBezTo>
                    <a:pt x="50" y="36"/>
                    <a:pt x="48" y="30"/>
                    <a:pt x="47" y="19"/>
                  </a:cubicBezTo>
                  <a:cubicBezTo>
                    <a:pt x="46" y="7"/>
                    <a:pt x="42" y="2"/>
                    <a:pt x="34" y="2"/>
                  </a:cubicBezTo>
                  <a:cubicBezTo>
                    <a:pt x="26" y="2"/>
                    <a:pt x="18" y="10"/>
                    <a:pt x="12" y="26"/>
                  </a:cubicBezTo>
                  <a:cubicBezTo>
                    <a:pt x="13" y="17"/>
                    <a:pt x="14" y="11"/>
                    <a:pt x="14" y="8"/>
                  </a:cubicBezTo>
                  <a:cubicBezTo>
                    <a:pt x="14" y="4"/>
                    <a:pt x="14" y="2"/>
                    <a:pt x="1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 name="Freeform 380"/>
            <p:cNvSpPr>
              <a:spLocks noEditPoints="1"/>
            </p:cNvSpPr>
            <p:nvPr/>
          </p:nvSpPr>
          <p:spPr bwMode="auto">
            <a:xfrm>
              <a:off x="9598026" y="2368550"/>
              <a:ext cx="76200" cy="103188"/>
            </a:xfrm>
            <a:custGeom>
              <a:avLst/>
              <a:gdLst>
                <a:gd name="T0" fmla="*/ 27 w 59"/>
                <a:gd name="T1" fmla="*/ 69 h 80"/>
                <a:gd name="T2" fmla="*/ 9 w 59"/>
                <a:gd name="T3" fmla="*/ 62 h 80"/>
                <a:gd name="T4" fmla="*/ 4 w 59"/>
                <a:gd name="T5" fmla="*/ 60 h 80"/>
                <a:gd name="T6" fmla="*/ 0 w 59"/>
                <a:gd name="T7" fmla="*/ 63 h 80"/>
                <a:gd name="T8" fmla="*/ 9 w 59"/>
                <a:gd name="T9" fmla="*/ 73 h 80"/>
                <a:gd name="T10" fmla="*/ 27 w 59"/>
                <a:gd name="T11" fmla="*/ 80 h 80"/>
                <a:gd name="T12" fmla="*/ 43 w 59"/>
                <a:gd name="T13" fmla="*/ 72 h 80"/>
                <a:gd name="T14" fmla="*/ 52 w 59"/>
                <a:gd name="T15" fmla="*/ 48 h 80"/>
                <a:gd name="T16" fmla="*/ 55 w 59"/>
                <a:gd name="T17" fmla="*/ 25 h 80"/>
                <a:gd name="T18" fmla="*/ 57 w 59"/>
                <a:gd name="T19" fmla="*/ 15 h 80"/>
                <a:gd name="T20" fmla="*/ 59 w 59"/>
                <a:gd name="T21" fmla="*/ 9 h 80"/>
                <a:gd name="T22" fmla="*/ 58 w 59"/>
                <a:gd name="T23" fmla="*/ 6 h 80"/>
                <a:gd name="T24" fmla="*/ 56 w 59"/>
                <a:gd name="T25" fmla="*/ 3 h 80"/>
                <a:gd name="T26" fmla="*/ 55 w 59"/>
                <a:gd name="T27" fmla="*/ 2 h 80"/>
                <a:gd name="T28" fmla="*/ 47 w 59"/>
                <a:gd name="T29" fmla="*/ 0 h 80"/>
                <a:gd name="T30" fmla="*/ 30 w 59"/>
                <a:gd name="T31" fmla="*/ 6 h 80"/>
                <a:gd name="T32" fmla="*/ 14 w 59"/>
                <a:gd name="T33" fmla="*/ 22 h 80"/>
                <a:gd name="T34" fmla="*/ 9 w 59"/>
                <a:gd name="T35" fmla="*/ 38 h 80"/>
                <a:gd name="T36" fmla="*/ 12 w 59"/>
                <a:gd name="T37" fmla="*/ 46 h 80"/>
                <a:gd name="T38" fmla="*/ 19 w 59"/>
                <a:gd name="T39" fmla="*/ 49 h 80"/>
                <a:gd name="T40" fmla="*/ 31 w 59"/>
                <a:gd name="T41" fmla="*/ 45 h 80"/>
                <a:gd name="T42" fmla="*/ 43 w 59"/>
                <a:gd name="T43" fmla="*/ 35 h 80"/>
                <a:gd name="T44" fmla="*/ 37 w 59"/>
                <a:gd name="T45" fmla="*/ 62 h 80"/>
                <a:gd name="T46" fmla="*/ 27 w 59"/>
                <a:gd name="T47" fmla="*/ 69 h 80"/>
                <a:gd name="T48" fmla="*/ 34 w 59"/>
                <a:gd name="T49" fmla="*/ 34 h 80"/>
                <a:gd name="T50" fmla="*/ 22 w 59"/>
                <a:gd name="T51" fmla="*/ 39 h 80"/>
                <a:gd name="T52" fmla="*/ 20 w 59"/>
                <a:gd name="T53" fmla="*/ 36 h 80"/>
                <a:gd name="T54" fmla="*/ 25 w 59"/>
                <a:gd name="T55" fmla="*/ 25 h 80"/>
                <a:gd name="T56" fmla="*/ 35 w 59"/>
                <a:gd name="T57" fmla="*/ 14 h 80"/>
                <a:gd name="T58" fmla="*/ 45 w 59"/>
                <a:gd name="T59" fmla="*/ 9 h 80"/>
                <a:gd name="T60" fmla="*/ 47 w 59"/>
                <a:gd name="T61" fmla="*/ 10 h 80"/>
                <a:gd name="T62" fmla="*/ 47 w 59"/>
                <a:gd name="T63" fmla="*/ 13 h 80"/>
                <a:gd name="T64" fmla="*/ 44 w 59"/>
                <a:gd name="T65" fmla="*/ 23 h 80"/>
                <a:gd name="T66" fmla="*/ 34 w 59"/>
                <a:gd name="T67" fmla="*/ 34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9" h="80">
                  <a:moveTo>
                    <a:pt x="27" y="69"/>
                  </a:moveTo>
                  <a:cubicBezTo>
                    <a:pt x="22" y="69"/>
                    <a:pt x="16" y="67"/>
                    <a:pt x="9" y="62"/>
                  </a:cubicBezTo>
                  <a:cubicBezTo>
                    <a:pt x="6" y="61"/>
                    <a:pt x="5" y="60"/>
                    <a:pt x="4" y="60"/>
                  </a:cubicBezTo>
                  <a:cubicBezTo>
                    <a:pt x="1" y="60"/>
                    <a:pt x="0" y="61"/>
                    <a:pt x="0" y="63"/>
                  </a:cubicBezTo>
                  <a:cubicBezTo>
                    <a:pt x="0" y="66"/>
                    <a:pt x="3" y="69"/>
                    <a:pt x="9" y="73"/>
                  </a:cubicBezTo>
                  <a:cubicBezTo>
                    <a:pt x="15" y="78"/>
                    <a:pt x="21" y="80"/>
                    <a:pt x="27" y="80"/>
                  </a:cubicBezTo>
                  <a:cubicBezTo>
                    <a:pt x="33" y="80"/>
                    <a:pt x="38" y="77"/>
                    <a:pt x="43" y="72"/>
                  </a:cubicBezTo>
                  <a:cubicBezTo>
                    <a:pt x="48" y="67"/>
                    <a:pt x="51" y="59"/>
                    <a:pt x="52" y="48"/>
                  </a:cubicBezTo>
                  <a:cubicBezTo>
                    <a:pt x="53" y="36"/>
                    <a:pt x="54" y="28"/>
                    <a:pt x="55" y="25"/>
                  </a:cubicBezTo>
                  <a:cubicBezTo>
                    <a:pt x="55" y="22"/>
                    <a:pt x="56" y="18"/>
                    <a:pt x="57" y="15"/>
                  </a:cubicBezTo>
                  <a:cubicBezTo>
                    <a:pt x="59" y="12"/>
                    <a:pt x="59" y="10"/>
                    <a:pt x="59" y="9"/>
                  </a:cubicBezTo>
                  <a:cubicBezTo>
                    <a:pt x="59" y="8"/>
                    <a:pt x="59" y="7"/>
                    <a:pt x="58" y="6"/>
                  </a:cubicBezTo>
                  <a:cubicBezTo>
                    <a:pt x="58" y="4"/>
                    <a:pt x="57" y="4"/>
                    <a:pt x="56" y="3"/>
                  </a:cubicBezTo>
                  <a:cubicBezTo>
                    <a:pt x="56" y="3"/>
                    <a:pt x="55" y="2"/>
                    <a:pt x="55" y="2"/>
                  </a:cubicBezTo>
                  <a:cubicBezTo>
                    <a:pt x="53" y="0"/>
                    <a:pt x="50" y="0"/>
                    <a:pt x="47" y="0"/>
                  </a:cubicBezTo>
                  <a:cubicBezTo>
                    <a:pt x="42" y="0"/>
                    <a:pt x="36" y="2"/>
                    <a:pt x="30" y="6"/>
                  </a:cubicBezTo>
                  <a:cubicBezTo>
                    <a:pt x="23" y="11"/>
                    <a:pt x="18" y="16"/>
                    <a:pt x="14" y="22"/>
                  </a:cubicBezTo>
                  <a:cubicBezTo>
                    <a:pt x="11" y="28"/>
                    <a:pt x="9" y="33"/>
                    <a:pt x="9" y="38"/>
                  </a:cubicBezTo>
                  <a:cubicBezTo>
                    <a:pt x="9" y="41"/>
                    <a:pt x="10" y="44"/>
                    <a:pt x="12" y="46"/>
                  </a:cubicBezTo>
                  <a:cubicBezTo>
                    <a:pt x="14" y="48"/>
                    <a:pt x="16" y="49"/>
                    <a:pt x="19" y="49"/>
                  </a:cubicBezTo>
                  <a:cubicBezTo>
                    <a:pt x="23" y="49"/>
                    <a:pt x="27" y="48"/>
                    <a:pt x="31" y="45"/>
                  </a:cubicBezTo>
                  <a:cubicBezTo>
                    <a:pt x="36" y="43"/>
                    <a:pt x="40" y="39"/>
                    <a:pt x="43" y="35"/>
                  </a:cubicBezTo>
                  <a:cubicBezTo>
                    <a:pt x="42" y="48"/>
                    <a:pt x="40" y="57"/>
                    <a:pt x="37" y="62"/>
                  </a:cubicBezTo>
                  <a:cubicBezTo>
                    <a:pt x="35" y="67"/>
                    <a:pt x="31" y="69"/>
                    <a:pt x="27" y="69"/>
                  </a:cubicBezTo>
                  <a:close/>
                  <a:moveTo>
                    <a:pt x="34" y="34"/>
                  </a:moveTo>
                  <a:cubicBezTo>
                    <a:pt x="30" y="37"/>
                    <a:pt x="26" y="39"/>
                    <a:pt x="22" y="39"/>
                  </a:cubicBezTo>
                  <a:cubicBezTo>
                    <a:pt x="21" y="39"/>
                    <a:pt x="20" y="38"/>
                    <a:pt x="20" y="36"/>
                  </a:cubicBezTo>
                  <a:cubicBezTo>
                    <a:pt x="20" y="33"/>
                    <a:pt x="22" y="29"/>
                    <a:pt x="25" y="25"/>
                  </a:cubicBezTo>
                  <a:cubicBezTo>
                    <a:pt x="28" y="20"/>
                    <a:pt x="32" y="16"/>
                    <a:pt x="35" y="14"/>
                  </a:cubicBezTo>
                  <a:cubicBezTo>
                    <a:pt x="39" y="11"/>
                    <a:pt x="42" y="9"/>
                    <a:pt x="45" y="9"/>
                  </a:cubicBezTo>
                  <a:cubicBezTo>
                    <a:pt x="45" y="9"/>
                    <a:pt x="46" y="10"/>
                    <a:pt x="47" y="10"/>
                  </a:cubicBezTo>
                  <a:cubicBezTo>
                    <a:pt x="47" y="11"/>
                    <a:pt x="47" y="12"/>
                    <a:pt x="47" y="13"/>
                  </a:cubicBezTo>
                  <a:cubicBezTo>
                    <a:pt x="47" y="15"/>
                    <a:pt x="46" y="18"/>
                    <a:pt x="44" y="23"/>
                  </a:cubicBezTo>
                  <a:cubicBezTo>
                    <a:pt x="41" y="27"/>
                    <a:pt x="38" y="31"/>
                    <a:pt x="34"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 name="Freeform 381"/>
            <p:cNvSpPr>
              <a:spLocks noEditPoints="1"/>
            </p:cNvSpPr>
            <p:nvPr/>
          </p:nvSpPr>
          <p:spPr bwMode="auto">
            <a:xfrm>
              <a:off x="9732963" y="2325688"/>
              <a:ext cx="61913" cy="107950"/>
            </a:xfrm>
            <a:custGeom>
              <a:avLst/>
              <a:gdLst>
                <a:gd name="T0" fmla="*/ 22 w 48"/>
                <a:gd name="T1" fmla="*/ 7 h 84"/>
                <a:gd name="T2" fmla="*/ 18 w 48"/>
                <a:gd name="T3" fmla="*/ 0 h 84"/>
                <a:gd name="T4" fmla="*/ 11 w 48"/>
                <a:gd name="T5" fmla="*/ 5 h 84"/>
                <a:gd name="T6" fmla="*/ 4 w 48"/>
                <a:gd name="T7" fmla="*/ 37 h 84"/>
                <a:gd name="T8" fmla="*/ 1 w 48"/>
                <a:gd name="T9" fmla="*/ 57 h 84"/>
                <a:gd name="T10" fmla="*/ 0 w 48"/>
                <a:gd name="T11" fmla="*/ 69 h 84"/>
                <a:gd name="T12" fmla="*/ 1 w 48"/>
                <a:gd name="T13" fmla="*/ 73 h 84"/>
                <a:gd name="T14" fmla="*/ 2 w 48"/>
                <a:gd name="T15" fmla="*/ 74 h 84"/>
                <a:gd name="T16" fmla="*/ 3 w 48"/>
                <a:gd name="T17" fmla="*/ 76 h 84"/>
                <a:gd name="T18" fmla="*/ 7 w 48"/>
                <a:gd name="T19" fmla="*/ 81 h 84"/>
                <a:gd name="T20" fmla="*/ 14 w 48"/>
                <a:gd name="T21" fmla="*/ 84 h 84"/>
                <a:gd name="T22" fmla="*/ 37 w 48"/>
                <a:gd name="T23" fmla="*/ 71 h 84"/>
                <a:gd name="T24" fmla="*/ 48 w 48"/>
                <a:gd name="T25" fmla="*/ 44 h 84"/>
                <a:gd name="T26" fmla="*/ 45 w 48"/>
                <a:gd name="T27" fmla="*/ 35 h 84"/>
                <a:gd name="T28" fmla="*/ 38 w 48"/>
                <a:gd name="T29" fmla="*/ 31 h 84"/>
                <a:gd name="T30" fmla="*/ 26 w 48"/>
                <a:gd name="T31" fmla="*/ 36 h 84"/>
                <a:gd name="T32" fmla="*/ 13 w 48"/>
                <a:gd name="T33" fmla="*/ 48 h 84"/>
                <a:gd name="T34" fmla="*/ 18 w 48"/>
                <a:gd name="T35" fmla="*/ 26 h 84"/>
                <a:gd name="T36" fmla="*/ 22 w 48"/>
                <a:gd name="T37" fmla="*/ 7 h 84"/>
                <a:gd name="T38" fmla="*/ 19 w 48"/>
                <a:gd name="T39" fmla="*/ 52 h 84"/>
                <a:gd name="T40" fmla="*/ 36 w 48"/>
                <a:gd name="T41" fmla="*/ 42 h 84"/>
                <a:gd name="T42" fmla="*/ 37 w 48"/>
                <a:gd name="T43" fmla="*/ 46 h 84"/>
                <a:gd name="T44" fmla="*/ 33 w 48"/>
                <a:gd name="T45" fmla="*/ 58 h 84"/>
                <a:gd name="T46" fmla="*/ 24 w 48"/>
                <a:gd name="T47" fmla="*/ 70 h 84"/>
                <a:gd name="T48" fmla="*/ 14 w 48"/>
                <a:gd name="T49" fmla="*/ 74 h 84"/>
                <a:gd name="T50" fmla="*/ 10 w 48"/>
                <a:gd name="T51" fmla="*/ 71 h 84"/>
                <a:gd name="T52" fmla="*/ 19 w 48"/>
                <a:gd name="T53" fmla="*/ 52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84">
                  <a:moveTo>
                    <a:pt x="22" y="7"/>
                  </a:moveTo>
                  <a:cubicBezTo>
                    <a:pt x="22" y="3"/>
                    <a:pt x="20" y="0"/>
                    <a:pt x="18" y="0"/>
                  </a:cubicBezTo>
                  <a:cubicBezTo>
                    <a:pt x="15" y="0"/>
                    <a:pt x="12" y="2"/>
                    <a:pt x="11" y="5"/>
                  </a:cubicBezTo>
                  <a:cubicBezTo>
                    <a:pt x="10" y="9"/>
                    <a:pt x="7" y="19"/>
                    <a:pt x="4" y="37"/>
                  </a:cubicBezTo>
                  <a:cubicBezTo>
                    <a:pt x="1" y="57"/>
                    <a:pt x="1" y="57"/>
                    <a:pt x="1" y="57"/>
                  </a:cubicBezTo>
                  <a:cubicBezTo>
                    <a:pt x="0" y="63"/>
                    <a:pt x="0" y="67"/>
                    <a:pt x="0" y="69"/>
                  </a:cubicBezTo>
                  <a:cubicBezTo>
                    <a:pt x="0" y="70"/>
                    <a:pt x="0" y="72"/>
                    <a:pt x="1" y="73"/>
                  </a:cubicBezTo>
                  <a:cubicBezTo>
                    <a:pt x="2" y="73"/>
                    <a:pt x="2" y="74"/>
                    <a:pt x="2" y="74"/>
                  </a:cubicBezTo>
                  <a:cubicBezTo>
                    <a:pt x="3" y="74"/>
                    <a:pt x="3" y="75"/>
                    <a:pt x="3" y="76"/>
                  </a:cubicBezTo>
                  <a:cubicBezTo>
                    <a:pt x="3" y="78"/>
                    <a:pt x="4" y="80"/>
                    <a:pt x="7" y="81"/>
                  </a:cubicBezTo>
                  <a:cubicBezTo>
                    <a:pt x="9" y="83"/>
                    <a:pt x="11" y="84"/>
                    <a:pt x="14" y="84"/>
                  </a:cubicBezTo>
                  <a:cubicBezTo>
                    <a:pt x="22" y="84"/>
                    <a:pt x="30" y="79"/>
                    <a:pt x="37" y="71"/>
                  </a:cubicBezTo>
                  <a:cubicBezTo>
                    <a:pt x="44" y="62"/>
                    <a:pt x="48" y="53"/>
                    <a:pt x="48" y="44"/>
                  </a:cubicBezTo>
                  <a:cubicBezTo>
                    <a:pt x="48" y="40"/>
                    <a:pt x="47" y="37"/>
                    <a:pt x="45" y="35"/>
                  </a:cubicBezTo>
                  <a:cubicBezTo>
                    <a:pt x="43" y="32"/>
                    <a:pt x="41" y="31"/>
                    <a:pt x="38" y="31"/>
                  </a:cubicBezTo>
                  <a:cubicBezTo>
                    <a:pt x="34" y="31"/>
                    <a:pt x="30" y="33"/>
                    <a:pt x="26" y="36"/>
                  </a:cubicBezTo>
                  <a:cubicBezTo>
                    <a:pt x="21" y="39"/>
                    <a:pt x="17" y="43"/>
                    <a:pt x="13" y="48"/>
                  </a:cubicBezTo>
                  <a:cubicBezTo>
                    <a:pt x="15" y="39"/>
                    <a:pt x="17" y="31"/>
                    <a:pt x="18" y="26"/>
                  </a:cubicBezTo>
                  <a:cubicBezTo>
                    <a:pt x="20" y="17"/>
                    <a:pt x="22" y="10"/>
                    <a:pt x="22" y="7"/>
                  </a:cubicBezTo>
                  <a:close/>
                  <a:moveTo>
                    <a:pt x="19" y="52"/>
                  </a:moveTo>
                  <a:cubicBezTo>
                    <a:pt x="25" y="45"/>
                    <a:pt x="31" y="42"/>
                    <a:pt x="36" y="42"/>
                  </a:cubicBezTo>
                  <a:cubicBezTo>
                    <a:pt x="37" y="42"/>
                    <a:pt x="37" y="43"/>
                    <a:pt x="37" y="46"/>
                  </a:cubicBezTo>
                  <a:cubicBezTo>
                    <a:pt x="37" y="49"/>
                    <a:pt x="36" y="53"/>
                    <a:pt x="33" y="58"/>
                  </a:cubicBezTo>
                  <a:cubicBezTo>
                    <a:pt x="31" y="63"/>
                    <a:pt x="28" y="67"/>
                    <a:pt x="24" y="70"/>
                  </a:cubicBezTo>
                  <a:cubicBezTo>
                    <a:pt x="20" y="72"/>
                    <a:pt x="17" y="74"/>
                    <a:pt x="14" y="74"/>
                  </a:cubicBezTo>
                  <a:cubicBezTo>
                    <a:pt x="13" y="74"/>
                    <a:pt x="11" y="73"/>
                    <a:pt x="10" y="71"/>
                  </a:cubicBezTo>
                  <a:cubicBezTo>
                    <a:pt x="10" y="66"/>
                    <a:pt x="13" y="60"/>
                    <a:pt x="19"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 name="Freeform 382"/>
            <p:cNvSpPr>
              <a:spLocks/>
            </p:cNvSpPr>
            <p:nvPr/>
          </p:nvSpPr>
          <p:spPr bwMode="auto">
            <a:xfrm>
              <a:off x="9804401" y="2368550"/>
              <a:ext cx="61913" cy="66675"/>
            </a:xfrm>
            <a:custGeom>
              <a:avLst/>
              <a:gdLst>
                <a:gd name="T0" fmla="*/ 15 w 48"/>
                <a:gd name="T1" fmla="*/ 15 h 52"/>
                <a:gd name="T2" fmla="*/ 17 w 48"/>
                <a:gd name="T3" fmla="*/ 6 h 52"/>
                <a:gd name="T4" fmla="*/ 15 w 48"/>
                <a:gd name="T5" fmla="*/ 2 h 52"/>
                <a:gd name="T6" fmla="*/ 11 w 48"/>
                <a:gd name="T7" fmla="*/ 0 h 52"/>
                <a:gd name="T8" fmla="*/ 5 w 48"/>
                <a:gd name="T9" fmla="*/ 4 h 52"/>
                <a:gd name="T10" fmla="*/ 3 w 48"/>
                <a:gd name="T11" fmla="*/ 18 h 52"/>
                <a:gd name="T12" fmla="*/ 0 w 48"/>
                <a:gd name="T13" fmla="*/ 35 h 52"/>
                <a:gd name="T14" fmla="*/ 4 w 48"/>
                <a:gd name="T15" fmla="*/ 47 h 52"/>
                <a:gd name="T16" fmla="*/ 11 w 48"/>
                <a:gd name="T17" fmla="*/ 51 h 52"/>
                <a:gd name="T18" fmla="*/ 23 w 48"/>
                <a:gd name="T19" fmla="*/ 46 h 52"/>
                <a:gd name="T20" fmla="*/ 33 w 48"/>
                <a:gd name="T21" fmla="*/ 33 h 52"/>
                <a:gd name="T22" fmla="*/ 35 w 48"/>
                <a:gd name="T23" fmla="*/ 47 h 52"/>
                <a:gd name="T24" fmla="*/ 41 w 48"/>
                <a:gd name="T25" fmla="*/ 52 h 52"/>
                <a:gd name="T26" fmla="*/ 46 w 48"/>
                <a:gd name="T27" fmla="*/ 50 h 52"/>
                <a:gd name="T28" fmla="*/ 48 w 48"/>
                <a:gd name="T29" fmla="*/ 47 h 52"/>
                <a:gd name="T30" fmla="*/ 47 w 48"/>
                <a:gd name="T31" fmla="*/ 45 h 52"/>
                <a:gd name="T32" fmla="*/ 43 w 48"/>
                <a:gd name="T33" fmla="*/ 31 h 52"/>
                <a:gd name="T34" fmla="*/ 45 w 48"/>
                <a:gd name="T35" fmla="*/ 12 h 52"/>
                <a:gd name="T36" fmla="*/ 46 w 48"/>
                <a:gd name="T37" fmla="*/ 9 h 52"/>
                <a:gd name="T38" fmla="*/ 41 w 48"/>
                <a:gd name="T39" fmla="*/ 3 h 52"/>
                <a:gd name="T40" fmla="*/ 37 w 48"/>
                <a:gd name="T41" fmla="*/ 6 h 52"/>
                <a:gd name="T42" fmla="*/ 33 w 48"/>
                <a:gd name="T43" fmla="*/ 16 h 52"/>
                <a:gd name="T44" fmla="*/ 24 w 48"/>
                <a:gd name="T45" fmla="*/ 32 h 52"/>
                <a:gd name="T46" fmla="*/ 13 w 48"/>
                <a:gd name="T47" fmla="*/ 40 h 52"/>
                <a:gd name="T48" fmla="*/ 10 w 48"/>
                <a:gd name="T49" fmla="*/ 34 h 52"/>
                <a:gd name="T50" fmla="*/ 12 w 48"/>
                <a:gd name="T51" fmla="*/ 25 h 52"/>
                <a:gd name="T52" fmla="*/ 15 w 48"/>
                <a:gd name="T53" fmla="*/ 1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52">
                  <a:moveTo>
                    <a:pt x="15" y="15"/>
                  </a:moveTo>
                  <a:cubicBezTo>
                    <a:pt x="16" y="11"/>
                    <a:pt x="17" y="8"/>
                    <a:pt x="17" y="6"/>
                  </a:cubicBezTo>
                  <a:cubicBezTo>
                    <a:pt x="17" y="4"/>
                    <a:pt x="16" y="3"/>
                    <a:pt x="15" y="2"/>
                  </a:cubicBezTo>
                  <a:cubicBezTo>
                    <a:pt x="14" y="1"/>
                    <a:pt x="13" y="0"/>
                    <a:pt x="11" y="0"/>
                  </a:cubicBezTo>
                  <a:cubicBezTo>
                    <a:pt x="8" y="0"/>
                    <a:pt x="6" y="1"/>
                    <a:pt x="5" y="4"/>
                  </a:cubicBezTo>
                  <a:cubicBezTo>
                    <a:pt x="5" y="7"/>
                    <a:pt x="4" y="12"/>
                    <a:pt x="3" y="18"/>
                  </a:cubicBezTo>
                  <a:cubicBezTo>
                    <a:pt x="1" y="26"/>
                    <a:pt x="0" y="31"/>
                    <a:pt x="0" y="35"/>
                  </a:cubicBezTo>
                  <a:cubicBezTo>
                    <a:pt x="0" y="40"/>
                    <a:pt x="1" y="44"/>
                    <a:pt x="4" y="47"/>
                  </a:cubicBezTo>
                  <a:cubicBezTo>
                    <a:pt x="6" y="49"/>
                    <a:pt x="9" y="51"/>
                    <a:pt x="11" y="51"/>
                  </a:cubicBezTo>
                  <a:cubicBezTo>
                    <a:pt x="15" y="51"/>
                    <a:pt x="19" y="49"/>
                    <a:pt x="23" y="46"/>
                  </a:cubicBezTo>
                  <a:cubicBezTo>
                    <a:pt x="27" y="42"/>
                    <a:pt x="30" y="38"/>
                    <a:pt x="33" y="33"/>
                  </a:cubicBezTo>
                  <a:cubicBezTo>
                    <a:pt x="33" y="39"/>
                    <a:pt x="34" y="43"/>
                    <a:pt x="35" y="47"/>
                  </a:cubicBezTo>
                  <a:cubicBezTo>
                    <a:pt x="37" y="50"/>
                    <a:pt x="39" y="52"/>
                    <a:pt x="41" y="52"/>
                  </a:cubicBezTo>
                  <a:cubicBezTo>
                    <a:pt x="42" y="52"/>
                    <a:pt x="44" y="51"/>
                    <a:pt x="46" y="50"/>
                  </a:cubicBezTo>
                  <a:cubicBezTo>
                    <a:pt x="47" y="49"/>
                    <a:pt x="48" y="48"/>
                    <a:pt x="48" y="47"/>
                  </a:cubicBezTo>
                  <a:cubicBezTo>
                    <a:pt x="48" y="46"/>
                    <a:pt x="48" y="46"/>
                    <a:pt x="47" y="45"/>
                  </a:cubicBezTo>
                  <a:cubicBezTo>
                    <a:pt x="44" y="44"/>
                    <a:pt x="43" y="39"/>
                    <a:pt x="43" y="31"/>
                  </a:cubicBezTo>
                  <a:cubicBezTo>
                    <a:pt x="43" y="24"/>
                    <a:pt x="43" y="18"/>
                    <a:pt x="45" y="12"/>
                  </a:cubicBezTo>
                  <a:cubicBezTo>
                    <a:pt x="46" y="10"/>
                    <a:pt x="46" y="9"/>
                    <a:pt x="46" y="9"/>
                  </a:cubicBezTo>
                  <a:cubicBezTo>
                    <a:pt x="46" y="5"/>
                    <a:pt x="44" y="3"/>
                    <a:pt x="41" y="3"/>
                  </a:cubicBezTo>
                  <a:cubicBezTo>
                    <a:pt x="39" y="3"/>
                    <a:pt x="38" y="4"/>
                    <a:pt x="37" y="6"/>
                  </a:cubicBezTo>
                  <a:cubicBezTo>
                    <a:pt x="35" y="7"/>
                    <a:pt x="34" y="11"/>
                    <a:pt x="33" y="16"/>
                  </a:cubicBezTo>
                  <a:cubicBezTo>
                    <a:pt x="31" y="22"/>
                    <a:pt x="28" y="27"/>
                    <a:pt x="24" y="32"/>
                  </a:cubicBezTo>
                  <a:cubicBezTo>
                    <a:pt x="19" y="38"/>
                    <a:pt x="15" y="40"/>
                    <a:pt x="13" y="40"/>
                  </a:cubicBezTo>
                  <a:cubicBezTo>
                    <a:pt x="11" y="40"/>
                    <a:pt x="10" y="38"/>
                    <a:pt x="10" y="34"/>
                  </a:cubicBezTo>
                  <a:cubicBezTo>
                    <a:pt x="10" y="33"/>
                    <a:pt x="11" y="30"/>
                    <a:pt x="12" y="25"/>
                  </a:cubicBezTo>
                  <a:cubicBezTo>
                    <a:pt x="13" y="21"/>
                    <a:pt x="14" y="18"/>
                    <a:pt x="15"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 name="Freeform 383"/>
            <p:cNvSpPr>
              <a:spLocks/>
            </p:cNvSpPr>
            <p:nvPr/>
          </p:nvSpPr>
          <p:spPr bwMode="auto">
            <a:xfrm>
              <a:off x="9872663" y="2362200"/>
              <a:ext cx="50800" cy="74613"/>
            </a:xfrm>
            <a:custGeom>
              <a:avLst/>
              <a:gdLst>
                <a:gd name="T0" fmla="*/ 21 w 39"/>
                <a:gd name="T1" fmla="*/ 13 h 57"/>
                <a:gd name="T2" fmla="*/ 31 w 39"/>
                <a:gd name="T3" fmla="*/ 10 h 57"/>
                <a:gd name="T4" fmla="*/ 33 w 39"/>
                <a:gd name="T5" fmla="*/ 11 h 57"/>
                <a:gd name="T6" fmla="*/ 34 w 39"/>
                <a:gd name="T7" fmla="*/ 11 h 57"/>
                <a:gd name="T8" fmla="*/ 38 w 39"/>
                <a:gd name="T9" fmla="*/ 10 h 57"/>
                <a:gd name="T10" fmla="*/ 39 w 39"/>
                <a:gd name="T11" fmla="*/ 7 h 57"/>
                <a:gd name="T12" fmla="*/ 31 w 39"/>
                <a:gd name="T13" fmla="*/ 0 h 57"/>
                <a:gd name="T14" fmla="*/ 14 w 39"/>
                <a:gd name="T15" fmla="*/ 6 h 57"/>
                <a:gd name="T16" fmla="*/ 5 w 39"/>
                <a:gd name="T17" fmla="*/ 20 h 57"/>
                <a:gd name="T18" fmla="*/ 7 w 39"/>
                <a:gd name="T19" fmla="*/ 28 h 57"/>
                <a:gd name="T20" fmla="*/ 20 w 39"/>
                <a:gd name="T21" fmla="*/ 36 h 57"/>
                <a:gd name="T22" fmla="*/ 28 w 39"/>
                <a:gd name="T23" fmla="*/ 42 h 57"/>
                <a:gd name="T24" fmla="*/ 21 w 39"/>
                <a:gd name="T25" fmla="*/ 45 h 57"/>
                <a:gd name="T26" fmla="*/ 12 w 39"/>
                <a:gd name="T27" fmla="*/ 47 h 57"/>
                <a:gd name="T28" fmla="*/ 9 w 39"/>
                <a:gd name="T29" fmla="*/ 46 h 57"/>
                <a:gd name="T30" fmla="*/ 6 w 39"/>
                <a:gd name="T31" fmla="*/ 45 h 57"/>
                <a:gd name="T32" fmla="*/ 2 w 39"/>
                <a:gd name="T33" fmla="*/ 47 h 57"/>
                <a:gd name="T34" fmla="*/ 0 w 39"/>
                <a:gd name="T35" fmla="*/ 51 h 57"/>
                <a:gd name="T36" fmla="*/ 9 w 39"/>
                <a:gd name="T37" fmla="*/ 57 h 57"/>
                <a:gd name="T38" fmla="*/ 29 w 39"/>
                <a:gd name="T39" fmla="*/ 52 h 57"/>
                <a:gd name="T40" fmla="*/ 39 w 39"/>
                <a:gd name="T41" fmla="*/ 41 h 57"/>
                <a:gd name="T42" fmla="*/ 36 w 39"/>
                <a:gd name="T43" fmla="*/ 34 h 57"/>
                <a:gd name="T44" fmla="*/ 25 w 39"/>
                <a:gd name="T45" fmla="*/ 27 h 57"/>
                <a:gd name="T46" fmla="*/ 18 w 39"/>
                <a:gd name="T47" fmla="*/ 23 h 57"/>
                <a:gd name="T48" fmla="*/ 16 w 39"/>
                <a:gd name="T49" fmla="*/ 19 h 57"/>
                <a:gd name="T50" fmla="*/ 21 w 39"/>
                <a:gd name="T51" fmla="*/ 13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9" h="57">
                  <a:moveTo>
                    <a:pt x="21" y="13"/>
                  </a:moveTo>
                  <a:cubicBezTo>
                    <a:pt x="25" y="11"/>
                    <a:pt x="28" y="10"/>
                    <a:pt x="31" y="10"/>
                  </a:cubicBezTo>
                  <a:cubicBezTo>
                    <a:pt x="31" y="10"/>
                    <a:pt x="32" y="10"/>
                    <a:pt x="33" y="11"/>
                  </a:cubicBezTo>
                  <a:cubicBezTo>
                    <a:pt x="34" y="11"/>
                    <a:pt x="34" y="11"/>
                    <a:pt x="34" y="11"/>
                  </a:cubicBezTo>
                  <a:cubicBezTo>
                    <a:pt x="35" y="11"/>
                    <a:pt x="36" y="11"/>
                    <a:pt x="38" y="10"/>
                  </a:cubicBezTo>
                  <a:cubicBezTo>
                    <a:pt x="39" y="9"/>
                    <a:pt x="39" y="8"/>
                    <a:pt x="39" y="7"/>
                  </a:cubicBezTo>
                  <a:cubicBezTo>
                    <a:pt x="39" y="2"/>
                    <a:pt x="37" y="0"/>
                    <a:pt x="31" y="0"/>
                  </a:cubicBezTo>
                  <a:cubicBezTo>
                    <a:pt x="26" y="0"/>
                    <a:pt x="20" y="2"/>
                    <a:pt x="14" y="6"/>
                  </a:cubicBezTo>
                  <a:cubicBezTo>
                    <a:pt x="8" y="10"/>
                    <a:pt x="5" y="15"/>
                    <a:pt x="5" y="20"/>
                  </a:cubicBezTo>
                  <a:cubicBezTo>
                    <a:pt x="5" y="23"/>
                    <a:pt x="6" y="25"/>
                    <a:pt x="7" y="28"/>
                  </a:cubicBezTo>
                  <a:cubicBezTo>
                    <a:pt x="9" y="30"/>
                    <a:pt x="13" y="33"/>
                    <a:pt x="20" y="36"/>
                  </a:cubicBezTo>
                  <a:cubicBezTo>
                    <a:pt x="25" y="38"/>
                    <a:pt x="28" y="40"/>
                    <a:pt x="28" y="42"/>
                  </a:cubicBezTo>
                  <a:cubicBezTo>
                    <a:pt x="27" y="43"/>
                    <a:pt x="25" y="44"/>
                    <a:pt x="21" y="45"/>
                  </a:cubicBezTo>
                  <a:cubicBezTo>
                    <a:pt x="18" y="46"/>
                    <a:pt x="15" y="47"/>
                    <a:pt x="12" y="47"/>
                  </a:cubicBezTo>
                  <a:cubicBezTo>
                    <a:pt x="11" y="47"/>
                    <a:pt x="10" y="47"/>
                    <a:pt x="9" y="46"/>
                  </a:cubicBezTo>
                  <a:cubicBezTo>
                    <a:pt x="7" y="46"/>
                    <a:pt x="7" y="45"/>
                    <a:pt x="6" y="45"/>
                  </a:cubicBezTo>
                  <a:cubicBezTo>
                    <a:pt x="4" y="45"/>
                    <a:pt x="3" y="46"/>
                    <a:pt x="2" y="47"/>
                  </a:cubicBezTo>
                  <a:cubicBezTo>
                    <a:pt x="1" y="48"/>
                    <a:pt x="0" y="49"/>
                    <a:pt x="0" y="51"/>
                  </a:cubicBezTo>
                  <a:cubicBezTo>
                    <a:pt x="0" y="55"/>
                    <a:pt x="3" y="57"/>
                    <a:pt x="9" y="57"/>
                  </a:cubicBezTo>
                  <a:cubicBezTo>
                    <a:pt x="16" y="57"/>
                    <a:pt x="23" y="55"/>
                    <a:pt x="29" y="52"/>
                  </a:cubicBezTo>
                  <a:cubicBezTo>
                    <a:pt x="36" y="49"/>
                    <a:pt x="39" y="46"/>
                    <a:pt x="39" y="41"/>
                  </a:cubicBezTo>
                  <a:cubicBezTo>
                    <a:pt x="39" y="39"/>
                    <a:pt x="38" y="36"/>
                    <a:pt x="36" y="34"/>
                  </a:cubicBezTo>
                  <a:cubicBezTo>
                    <a:pt x="34" y="32"/>
                    <a:pt x="31" y="30"/>
                    <a:pt x="25" y="27"/>
                  </a:cubicBezTo>
                  <a:cubicBezTo>
                    <a:pt x="22" y="26"/>
                    <a:pt x="19" y="24"/>
                    <a:pt x="18" y="23"/>
                  </a:cubicBezTo>
                  <a:cubicBezTo>
                    <a:pt x="17" y="22"/>
                    <a:pt x="16" y="21"/>
                    <a:pt x="16" y="19"/>
                  </a:cubicBezTo>
                  <a:cubicBezTo>
                    <a:pt x="16" y="17"/>
                    <a:pt x="18" y="15"/>
                    <a:pt x="21"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 name="Freeform 384"/>
            <p:cNvSpPr>
              <a:spLocks/>
            </p:cNvSpPr>
            <p:nvPr/>
          </p:nvSpPr>
          <p:spPr bwMode="auto">
            <a:xfrm>
              <a:off x="9931401" y="2368550"/>
              <a:ext cx="23813" cy="66675"/>
            </a:xfrm>
            <a:custGeom>
              <a:avLst/>
              <a:gdLst>
                <a:gd name="T0" fmla="*/ 16 w 18"/>
                <a:gd name="T1" fmla="*/ 13 h 51"/>
                <a:gd name="T2" fmla="*/ 16 w 18"/>
                <a:gd name="T3" fmla="*/ 12 h 51"/>
                <a:gd name="T4" fmla="*/ 18 w 18"/>
                <a:gd name="T5" fmla="*/ 5 h 51"/>
                <a:gd name="T6" fmla="*/ 16 w 18"/>
                <a:gd name="T7" fmla="*/ 1 h 51"/>
                <a:gd name="T8" fmla="*/ 11 w 18"/>
                <a:gd name="T9" fmla="*/ 0 h 51"/>
                <a:gd name="T10" fmla="*/ 7 w 18"/>
                <a:gd name="T11" fmla="*/ 2 h 51"/>
                <a:gd name="T12" fmla="*/ 4 w 18"/>
                <a:gd name="T13" fmla="*/ 8 h 51"/>
                <a:gd name="T14" fmla="*/ 2 w 18"/>
                <a:gd name="T15" fmla="*/ 18 h 51"/>
                <a:gd name="T16" fmla="*/ 2 w 18"/>
                <a:gd name="T17" fmla="*/ 18 h 51"/>
                <a:gd name="T18" fmla="*/ 2 w 18"/>
                <a:gd name="T19" fmla="*/ 22 h 51"/>
                <a:gd name="T20" fmla="*/ 0 w 18"/>
                <a:gd name="T21" fmla="*/ 42 h 51"/>
                <a:gd name="T22" fmla="*/ 6 w 18"/>
                <a:gd name="T23" fmla="*/ 51 h 51"/>
                <a:gd name="T24" fmla="*/ 11 w 18"/>
                <a:gd name="T25" fmla="*/ 49 h 51"/>
                <a:gd name="T26" fmla="*/ 13 w 18"/>
                <a:gd name="T27" fmla="*/ 47 h 51"/>
                <a:gd name="T28" fmla="*/ 13 w 18"/>
                <a:gd name="T29" fmla="*/ 45 h 51"/>
                <a:gd name="T30" fmla="*/ 12 w 18"/>
                <a:gd name="T31" fmla="*/ 37 h 51"/>
                <a:gd name="T32" fmla="*/ 12 w 18"/>
                <a:gd name="T33" fmla="*/ 28 h 51"/>
                <a:gd name="T34" fmla="*/ 16 w 18"/>
                <a:gd name="T35" fmla="*/ 1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51">
                  <a:moveTo>
                    <a:pt x="16" y="13"/>
                  </a:moveTo>
                  <a:cubicBezTo>
                    <a:pt x="16" y="12"/>
                    <a:pt x="16" y="12"/>
                    <a:pt x="16" y="12"/>
                  </a:cubicBezTo>
                  <a:cubicBezTo>
                    <a:pt x="17" y="9"/>
                    <a:pt x="18" y="6"/>
                    <a:pt x="18" y="5"/>
                  </a:cubicBezTo>
                  <a:cubicBezTo>
                    <a:pt x="18" y="3"/>
                    <a:pt x="17" y="2"/>
                    <a:pt x="16" y="1"/>
                  </a:cubicBezTo>
                  <a:cubicBezTo>
                    <a:pt x="15" y="0"/>
                    <a:pt x="13" y="0"/>
                    <a:pt x="11" y="0"/>
                  </a:cubicBezTo>
                  <a:cubicBezTo>
                    <a:pt x="9" y="0"/>
                    <a:pt x="8" y="1"/>
                    <a:pt x="7" y="2"/>
                  </a:cubicBezTo>
                  <a:cubicBezTo>
                    <a:pt x="6" y="4"/>
                    <a:pt x="4" y="6"/>
                    <a:pt x="4" y="8"/>
                  </a:cubicBezTo>
                  <a:cubicBezTo>
                    <a:pt x="4" y="9"/>
                    <a:pt x="6" y="12"/>
                    <a:pt x="2" y="18"/>
                  </a:cubicBezTo>
                  <a:cubicBezTo>
                    <a:pt x="2" y="18"/>
                    <a:pt x="2" y="18"/>
                    <a:pt x="2" y="18"/>
                  </a:cubicBezTo>
                  <a:cubicBezTo>
                    <a:pt x="2" y="19"/>
                    <a:pt x="2" y="21"/>
                    <a:pt x="2" y="22"/>
                  </a:cubicBezTo>
                  <a:cubicBezTo>
                    <a:pt x="0" y="30"/>
                    <a:pt x="0" y="37"/>
                    <a:pt x="0" y="42"/>
                  </a:cubicBezTo>
                  <a:cubicBezTo>
                    <a:pt x="0" y="48"/>
                    <a:pt x="2" y="51"/>
                    <a:pt x="6" y="51"/>
                  </a:cubicBezTo>
                  <a:cubicBezTo>
                    <a:pt x="8" y="51"/>
                    <a:pt x="10" y="51"/>
                    <a:pt x="11" y="49"/>
                  </a:cubicBezTo>
                  <a:cubicBezTo>
                    <a:pt x="12" y="48"/>
                    <a:pt x="13" y="47"/>
                    <a:pt x="13" y="47"/>
                  </a:cubicBezTo>
                  <a:cubicBezTo>
                    <a:pt x="13" y="46"/>
                    <a:pt x="13" y="46"/>
                    <a:pt x="13" y="45"/>
                  </a:cubicBezTo>
                  <a:cubicBezTo>
                    <a:pt x="12" y="42"/>
                    <a:pt x="12" y="39"/>
                    <a:pt x="12" y="37"/>
                  </a:cubicBezTo>
                  <a:cubicBezTo>
                    <a:pt x="12" y="35"/>
                    <a:pt x="12" y="32"/>
                    <a:pt x="12" y="28"/>
                  </a:cubicBezTo>
                  <a:cubicBezTo>
                    <a:pt x="13" y="24"/>
                    <a:pt x="14" y="19"/>
                    <a:pt x="1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 name="Freeform 385"/>
            <p:cNvSpPr>
              <a:spLocks/>
            </p:cNvSpPr>
            <p:nvPr/>
          </p:nvSpPr>
          <p:spPr bwMode="auto">
            <a:xfrm>
              <a:off x="9945688" y="2335213"/>
              <a:ext cx="19050" cy="17463"/>
            </a:xfrm>
            <a:custGeom>
              <a:avLst/>
              <a:gdLst>
                <a:gd name="T0" fmla="*/ 12 w 15"/>
                <a:gd name="T1" fmla="*/ 12 h 14"/>
                <a:gd name="T2" fmla="*/ 15 w 15"/>
                <a:gd name="T3" fmla="*/ 6 h 14"/>
                <a:gd name="T4" fmla="*/ 13 w 15"/>
                <a:gd name="T5" fmla="*/ 2 h 14"/>
                <a:gd name="T6" fmla="*/ 8 w 15"/>
                <a:gd name="T7" fmla="*/ 0 h 14"/>
                <a:gd name="T8" fmla="*/ 2 w 15"/>
                <a:gd name="T9" fmla="*/ 2 h 14"/>
                <a:gd name="T10" fmla="*/ 0 w 15"/>
                <a:gd name="T11" fmla="*/ 7 h 14"/>
                <a:gd name="T12" fmla="*/ 2 w 15"/>
                <a:gd name="T13" fmla="*/ 12 h 14"/>
                <a:gd name="T14" fmla="*/ 7 w 15"/>
                <a:gd name="T15" fmla="*/ 14 h 14"/>
                <a:gd name="T16" fmla="*/ 12 w 15"/>
                <a:gd name="T17"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4">
                  <a:moveTo>
                    <a:pt x="12" y="12"/>
                  </a:moveTo>
                  <a:cubicBezTo>
                    <a:pt x="14" y="10"/>
                    <a:pt x="15" y="8"/>
                    <a:pt x="15" y="6"/>
                  </a:cubicBezTo>
                  <a:cubicBezTo>
                    <a:pt x="15" y="4"/>
                    <a:pt x="15" y="3"/>
                    <a:pt x="13" y="2"/>
                  </a:cubicBezTo>
                  <a:cubicBezTo>
                    <a:pt x="12" y="1"/>
                    <a:pt x="10" y="0"/>
                    <a:pt x="8" y="0"/>
                  </a:cubicBezTo>
                  <a:cubicBezTo>
                    <a:pt x="6" y="0"/>
                    <a:pt x="3" y="1"/>
                    <a:pt x="2" y="2"/>
                  </a:cubicBezTo>
                  <a:cubicBezTo>
                    <a:pt x="1" y="3"/>
                    <a:pt x="0" y="5"/>
                    <a:pt x="0" y="7"/>
                  </a:cubicBezTo>
                  <a:cubicBezTo>
                    <a:pt x="0" y="9"/>
                    <a:pt x="1" y="11"/>
                    <a:pt x="2" y="12"/>
                  </a:cubicBezTo>
                  <a:cubicBezTo>
                    <a:pt x="3" y="14"/>
                    <a:pt x="5" y="14"/>
                    <a:pt x="7" y="14"/>
                  </a:cubicBezTo>
                  <a:cubicBezTo>
                    <a:pt x="9" y="14"/>
                    <a:pt x="10" y="14"/>
                    <a:pt x="1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 name="Freeform 386"/>
            <p:cNvSpPr>
              <a:spLocks/>
            </p:cNvSpPr>
            <p:nvPr/>
          </p:nvSpPr>
          <p:spPr bwMode="auto">
            <a:xfrm>
              <a:off x="9964738" y="2370138"/>
              <a:ext cx="77788" cy="61913"/>
            </a:xfrm>
            <a:custGeom>
              <a:avLst/>
              <a:gdLst>
                <a:gd name="T0" fmla="*/ 49 w 60"/>
                <a:gd name="T1" fmla="*/ 45 h 48"/>
                <a:gd name="T2" fmla="*/ 57 w 60"/>
                <a:gd name="T3" fmla="*/ 43 h 48"/>
                <a:gd name="T4" fmla="*/ 60 w 60"/>
                <a:gd name="T5" fmla="*/ 38 h 48"/>
                <a:gd name="T6" fmla="*/ 58 w 60"/>
                <a:gd name="T7" fmla="*/ 35 h 48"/>
                <a:gd name="T8" fmla="*/ 55 w 60"/>
                <a:gd name="T9" fmla="*/ 36 h 48"/>
                <a:gd name="T10" fmla="*/ 52 w 60"/>
                <a:gd name="T11" fmla="*/ 36 h 48"/>
                <a:gd name="T12" fmla="*/ 48 w 60"/>
                <a:gd name="T13" fmla="*/ 19 h 48"/>
                <a:gd name="T14" fmla="*/ 35 w 60"/>
                <a:gd name="T15" fmla="*/ 2 h 48"/>
                <a:gd name="T16" fmla="*/ 13 w 60"/>
                <a:gd name="T17" fmla="*/ 26 h 48"/>
                <a:gd name="T18" fmla="*/ 15 w 60"/>
                <a:gd name="T19" fmla="*/ 8 h 48"/>
                <a:gd name="T20" fmla="*/ 14 w 60"/>
                <a:gd name="T21" fmla="*/ 1 h 48"/>
                <a:gd name="T22" fmla="*/ 10 w 60"/>
                <a:gd name="T23" fmla="*/ 0 h 48"/>
                <a:gd name="T24" fmla="*/ 6 w 60"/>
                <a:gd name="T25" fmla="*/ 2 h 48"/>
                <a:gd name="T26" fmla="*/ 4 w 60"/>
                <a:gd name="T27" fmla="*/ 7 h 48"/>
                <a:gd name="T28" fmla="*/ 2 w 60"/>
                <a:gd name="T29" fmla="*/ 32 h 48"/>
                <a:gd name="T30" fmla="*/ 0 w 60"/>
                <a:gd name="T31" fmla="*/ 42 h 48"/>
                <a:gd name="T32" fmla="*/ 8 w 60"/>
                <a:gd name="T33" fmla="*/ 48 h 48"/>
                <a:gd name="T34" fmla="*/ 10 w 60"/>
                <a:gd name="T35" fmla="*/ 47 h 48"/>
                <a:gd name="T36" fmla="*/ 11 w 60"/>
                <a:gd name="T37" fmla="*/ 44 h 48"/>
                <a:gd name="T38" fmla="*/ 22 w 60"/>
                <a:gd name="T39" fmla="*/ 26 h 48"/>
                <a:gd name="T40" fmla="*/ 33 w 60"/>
                <a:gd name="T41" fmla="*/ 13 h 48"/>
                <a:gd name="T42" fmla="*/ 38 w 60"/>
                <a:gd name="T43" fmla="*/ 25 h 48"/>
                <a:gd name="T44" fmla="*/ 41 w 60"/>
                <a:gd name="T45" fmla="*/ 40 h 48"/>
                <a:gd name="T46" fmla="*/ 41 w 60"/>
                <a:gd name="T47" fmla="*/ 40 h 48"/>
                <a:gd name="T48" fmla="*/ 49 w 60"/>
                <a:gd name="T49" fmla="*/ 4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 h="48">
                  <a:moveTo>
                    <a:pt x="49" y="45"/>
                  </a:moveTo>
                  <a:cubicBezTo>
                    <a:pt x="52" y="45"/>
                    <a:pt x="55" y="45"/>
                    <a:pt x="57" y="43"/>
                  </a:cubicBezTo>
                  <a:cubicBezTo>
                    <a:pt x="59" y="41"/>
                    <a:pt x="60" y="39"/>
                    <a:pt x="60" y="38"/>
                  </a:cubicBezTo>
                  <a:cubicBezTo>
                    <a:pt x="60" y="36"/>
                    <a:pt x="59" y="35"/>
                    <a:pt x="58" y="35"/>
                  </a:cubicBezTo>
                  <a:cubicBezTo>
                    <a:pt x="57" y="35"/>
                    <a:pt x="56" y="35"/>
                    <a:pt x="55" y="36"/>
                  </a:cubicBezTo>
                  <a:cubicBezTo>
                    <a:pt x="54" y="36"/>
                    <a:pt x="53" y="36"/>
                    <a:pt x="52" y="36"/>
                  </a:cubicBezTo>
                  <a:cubicBezTo>
                    <a:pt x="51" y="36"/>
                    <a:pt x="49" y="30"/>
                    <a:pt x="48" y="19"/>
                  </a:cubicBezTo>
                  <a:cubicBezTo>
                    <a:pt x="47" y="7"/>
                    <a:pt x="43" y="2"/>
                    <a:pt x="35" y="2"/>
                  </a:cubicBezTo>
                  <a:cubicBezTo>
                    <a:pt x="27" y="2"/>
                    <a:pt x="19" y="10"/>
                    <a:pt x="13" y="26"/>
                  </a:cubicBezTo>
                  <a:cubicBezTo>
                    <a:pt x="14" y="17"/>
                    <a:pt x="15" y="11"/>
                    <a:pt x="15" y="8"/>
                  </a:cubicBezTo>
                  <a:cubicBezTo>
                    <a:pt x="15" y="4"/>
                    <a:pt x="15" y="2"/>
                    <a:pt x="14" y="1"/>
                  </a:cubicBezTo>
                  <a:cubicBezTo>
                    <a:pt x="13" y="0"/>
                    <a:pt x="12" y="0"/>
                    <a:pt x="10" y="0"/>
                  </a:cubicBezTo>
                  <a:cubicBezTo>
                    <a:pt x="8" y="0"/>
                    <a:pt x="7" y="1"/>
                    <a:pt x="6" y="2"/>
                  </a:cubicBezTo>
                  <a:cubicBezTo>
                    <a:pt x="4" y="4"/>
                    <a:pt x="4" y="6"/>
                    <a:pt x="4" y="7"/>
                  </a:cubicBezTo>
                  <a:cubicBezTo>
                    <a:pt x="4" y="17"/>
                    <a:pt x="3" y="25"/>
                    <a:pt x="2" y="32"/>
                  </a:cubicBezTo>
                  <a:cubicBezTo>
                    <a:pt x="1" y="37"/>
                    <a:pt x="0" y="40"/>
                    <a:pt x="0" y="42"/>
                  </a:cubicBezTo>
                  <a:cubicBezTo>
                    <a:pt x="0" y="46"/>
                    <a:pt x="3" y="48"/>
                    <a:pt x="8" y="48"/>
                  </a:cubicBezTo>
                  <a:cubicBezTo>
                    <a:pt x="8" y="48"/>
                    <a:pt x="9" y="48"/>
                    <a:pt x="10" y="47"/>
                  </a:cubicBezTo>
                  <a:cubicBezTo>
                    <a:pt x="11" y="46"/>
                    <a:pt x="11" y="45"/>
                    <a:pt x="11" y="44"/>
                  </a:cubicBezTo>
                  <a:cubicBezTo>
                    <a:pt x="13" y="40"/>
                    <a:pt x="16" y="34"/>
                    <a:pt x="22" y="26"/>
                  </a:cubicBezTo>
                  <a:cubicBezTo>
                    <a:pt x="27" y="17"/>
                    <a:pt x="31" y="13"/>
                    <a:pt x="33" y="13"/>
                  </a:cubicBezTo>
                  <a:cubicBezTo>
                    <a:pt x="36" y="13"/>
                    <a:pt x="37" y="17"/>
                    <a:pt x="38" y="25"/>
                  </a:cubicBezTo>
                  <a:cubicBezTo>
                    <a:pt x="39" y="32"/>
                    <a:pt x="40" y="40"/>
                    <a:pt x="41" y="40"/>
                  </a:cubicBezTo>
                  <a:cubicBezTo>
                    <a:pt x="41" y="40"/>
                    <a:pt x="41" y="40"/>
                    <a:pt x="41" y="40"/>
                  </a:cubicBezTo>
                  <a:cubicBezTo>
                    <a:pt x="43" y="44"/>
                    <a:pt x="45" y="45"/>
                    <a:pt x="49"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 name="Freeform 387"/>
            <p:cNvSpPr>
              <a:spLocks noEditPoints="1"/>
            </p:cNvSpPr>
            <p:nvPr/>
          </p:nvSpPr>
          <p:spPr bwMode="auto">
            <a:xfrm>
              <a:off x="10047288" y="2363788"/>
              <a:ext cx="55563" cy="71438"/>
            </a:xfrm>
            <a:custGeom>
              <a:avLst/>
              <a:gdLst>
                <a:gd name="T0" fmla="*/ 12 w 43"/>
                <a:gd name="T1" fmla="*/ 37 h 55"/>
                <a:gd name="T2" fmla="*/ 32 w 43"/>
                <a:gd name="T3" fmla="*/ 27 h 55"/>
                <a:gd name="T4" fmla="*/ 40 w 43"/>
                <a:gd name="T5" fmla="*/ 11 h 55"/>
                <a:gd name="T6" fmla="*/ 37 w 43"/>
                <a:gd name="T7" fmla="*/ 3 h 55"/>
                <a:gd name="T8" fmla="*/ 29 w 43"/>
                <a:gd name="T9" fmla="*/ 0 h 55"/>
                <a:gd name="T10" fmla="*/ 9 w 43"/>
                <a:gd name="T11" fmla="*/ 12 h 55"/>
                <a:gd name="T12" fmla="*/ 0 w 43"/>
                <a:gd name="T13" fmla="*/ 36 h 55"/>
                <a:gd name="T14" fmla="*/ 4 w 43"/>
                <a:gd name="T15" fmla="*/ 50 h 55"/>
                <a:gd name="T16" fmla="*/ 17 w 43"/>
                <a:gd name="T17" fmla="*/ 55 h 55"/>
                <a:gd name="T18" fmla="*/ 35 w 43"/>
                <a:gd name="T19" fmla="*/ 48 h 55"/>
                <a:gd name="T20" fmla="*/ 43 w 43"/>
                <a:gd name="T21" fmla="*/ 37 h 55"/>
                <a:gd name="T22" fmla="*/ 40 w 43"/>
                <a:gd name="T23" fmla="*/ 34 h 55"/>
                <a:gd name="T24" fmla="*/ 37 w 43"/>
                <a:gd name="T25" fmla="*/ 35 h 55"/>
                <a:gd name="T26" fmla="*/ 18 w 43"/>
                <a:gd name="T27" fmla="*/ 45 h 55"/>
                <a:gd name="T28" fmla="*/ 13 w 43"/>
                <a:gd name="T29" fmla="*/ 43 h 55"/>
                <a:gd name="T30" fmla="*/ 11 w 43"/>
                <a:gd name="T31" fmla="*/ 39 h 55"/>
                <a:gd name="T32" fmla="*/ 12 w 43"/>
                <a:gd name="T33" fmla="*/ 37 h 55"/>
                <a:gd name="T34" fmla="*/ 18 w 43"/>
                <a:gd name="T35" fmla="*/ 16 h 55"/>
                <a:gd name="T36" fmla="*/ 27 w 43"/>
                <a:gd name="T37" fmla="*/ 10 h 55"/>
                <a:gd name="T38" fmla="*/ 30 w 43"/>
                <a:gd name="T39" fmla="*/ 11 h 55"/>
                <a:gd name="T40" fmla="*/ 31 w 43"/>
                <a:gd name="T41" fmla="*/ 13 h 55"/>
                <a:gd name="T42" fmla="*/ 25 w 43"/>
                <a:gd name="T43" fmla="*/ 22 h 55"/>
                <a:gd name="T44" fmla="*/ 12 w 43"/>
                <a:gd name="T45" fmla="*/ 28 h 55"/>
                <a:gd name="T46" fmla="*/ 18 w 43"/>
                <a:gd name="T47" fmla="*/ 1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3" h="55">
                  <a:moveTo>
                    <a:pt x="12" y="37"/>
                  </a:moveTo>
                  <a:cubicBezTo>
                    <a:pt x="21" y="35"/>
                    <a:pt x="27" y="32"/>
                    <a:pt x="32" y="27"/>
                  </a:cubicBezTo>
                  <a:cubicBezTo>
                    <a:pt x="38" y="22"/>
                    <a:pt x="40" y="17"/>
                    <a:pt x="40" y="11"/>
                  </a:cubicBezTo>
                  <a:cubicBezTo>
                    <a:pt x="40" y="8"/>
                    <a:pt x="39" y="6"/>
                    <a:pt x="37" y="3"/>
                  </a:cubicBezTo>
                  <a:cubicBezTo>
                    <a:pt x="35" y="1"/>
                    <a:pt x="32" y="0"/>
                    <a:pt x="29" y="0"/>
                  </a:cubicBezTo>
                  <a:cubicBezTo>
                    <a:pt x="22" y="0"/>
                    <a:pt x="15" y="4"/>
                    <a:pt x="9" y="12"/>
                  </a:cubicBezTo>
                  <a:cubicBezTo>
                    <a:pt x="3" y="19"/>
                    <a:pt x="0" y="27"/>
                    <a:pt x="0" y="36"/>
                  </a:cubicBezTo>
                  <a:cubicBezTo>
                    <a:pt x="0" y="42"/>
                    <a:pt x="1" y="47"/>
                    <a:pt x="4" y="50"/>
                  </a:cubicBezTo>
                  <a:cubicBezTo>
                    <a:pt x="7" y="53"/>
                    <a:pt x="11" y="55"/>
                    <a:pt x="17" y="55"/>
                  </a:cubicBezTo>
                  <a:cubicBezTo>
                    <a:pt x="23" y="55"/>
                    <a:pt x="30" y="53"/>
                    <a:pt x="35" y="48"/>
                  </a:cubicBezTo>
                  <a:cubicBezTo>
                    <a:pt x="41" y="44"/>
                    <a:pt x="43" y="40"/>
                    <a:pt x="43" y="37"/>
                  </a:cubicBezTo>
                  <a:cubicBezTo>
                    <a:pt x="43" y="35"/>
                    <a:pt x="42" y="34"/>
                    <a:pt x="40" y="34"/>
                  </a:cubicBezTo>
                  <a:cubicBezTo>
                    <a:pt x="39" y="34"/>
                    <a:pt x="38" y="34"/>
                    <a:pt x="37" y="35"/>
                  </a:cubicBezTo>
                  <a:cubicBezTo>
                    <a:pt x="31" y="42"/>
                    <a:pt x="25" y="45"/>
                    <a:pt x="18" y="45"/>
                  </a:cubicBezTo>
                  <a:cubicBezTo>
                    <a:pt x="16" y="45"/>
                    <a:pt x="14" y="44"/>
                    <a:pt x="13" y="43"/>
                  </a:cubicBezTo>
                  <a:cubicBezTo>
                    <a:pt x="12" y="42"/>
                    <a:pt x="11" y="40"/>
                    <a:pt x="11" y="39"/>
                  </a:cubicBezTo>
                  <a:cubicBezTo>
                    <a:pt x="11" y="38"/>
                    <a:pt x="11" y="37"/>
                    <a:pt x="12" y="37"/>
                  </a:cubicBezTo>
                  <a:close/>
                  <a:moveTo>
                    <a:pt x="18" y="16"/>
                  </a:moveTo>
                  <a:cubicBezTo>
                    <a:pt x="22" y="12"/>
                    <a:pt x="25" y="10"/>
                    <a:pt x="27" y="10"/>
                  </a:cubicBezTo>
                  <a:cubicBezTo>
                    <a:pt x="28" y="10"/>
                    <a:pt x="29" y="10"/>
                    <a:pt x="30" y="11"/>
                  </a:cubicBezTo>
                  <a:cubicBezTo>
                    <a:pt x="30" y="11"/>
                    <a:pt x="31" y="12"/>
                    <a:pt x="31" y="13"/>
                  </a:cubicBezTo>
                  <a:cubicBezTo>
                    <a:pt x="31" y="16"/>
                    <a:pt x="29" y="19"/>
                    <a:pt x="25" y="22"/>
                  </a:cubicBezTo>
                  <a:cubicBezTo>
                    <a:pt x="21" y="25"/>
                    <a:pt x="17" y="27"/>
                    <a:pt x="12" y="28"/>
                  </a:cubicBezTo>
                  <a:cubicBezTo>
                    <a:pt x="13" y="24"/>
                    <a:pt x="15" y="20"/>
                    <a:pt x="1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 name="Freeform 388"/>
            <p:cNvSpPr>
              <a:spLocks/>
            </p:cNvSpPr>
            <p:nvPr/>
          </p:nvSpPr>
          <p:spPr bwMode="auto">
            <a:xfrm>
              <a:off x="10107613" y="2362200"/>
              <a:ext cx="49213" cy="74613"/>
            </a:xfrm>
            <a:custGeom>
              <a:avLst/>
              <a:gdLst>
                <a:gd name="T0" fmla="*/ 21 w 39"/>
                <a:gd name="T1" fmla="*/ 13 h 57"/>
                <a:gd name="T2" fmla="*/ 30 w 39"/>
                <a:gd name="T3" fmla="*/ 10 h 57"/>
                <a:gd name="T4" fmla="*/ 32 w 39"/>
                <a:gd name="T5" fmla="*/ 11 h 57"/>
                <a:gd name="T6" fmla="*/ 34 w 39"/>
                <a:gd name="T7" fmla="*/ 11 h 57"/>
                <a:gd name="T8" fmla="*/ 37 w 39"/>
                <a:gd name="T9" fmla="*/ 10 h 57"/>
                <a:gd name="T10" fmla="*/ 39 w 39"/>
                <a:gd name="T11" fmla="*/ 7 h 57"/>
                <a:gd name="T12" fmla="*/ 31 w 39"/>
                <a:gd name="T13" fmla="*/ 0 h 57"/>
                <a:gd name="T14" fmla="*/ 13 w 39"/>
                <a:gd name="T15" fmla="*/ 6 h 57"/>
                <a:gd name="T16" fmla="*/ 4 w 39"/>
                <a:gd name="T17" fmla="*/ 20 h 57"/>
                <a:gd name="T18" fmla="*/ 7 w 39"/>
                <a:gd name="T19" fmla="*/ 28 h 57"/>
                <a:gd name="T20" fmla="*/ 19 w 39"/>
                <a:gd name="T21" fmla="*/ 36 h 57"/>
                <a:gd name="T22" fmla="*/ 27 w 39"/>
                <a:gd name="T23" fmla="*/ 42 h 57"/>
                <a:gd name="T24" fmla="*/ 21 w 39"/>
                <a:gd name="T25" fmla="*/ 45 h 57"/>
                <a:gd name="T26" fmla="*/ 12 w 39"/>
                <a:gd name="T27" fmla="*/ 47 h 57"/>
                <a:gd name="T28" fmla="*/ 8 w 39"/>
                <a:gd name="T29" fmla="*/ 46 h 57"/>
                <a:gd name="T30" fmla="*/ 5 w 39"/>
                <a:gd name="T31" fmla="*/ 45 h 57"/>
                <a:gd name="T32" fmla="*/ 1 w 39"/>
                <a:gd name="T33" fmla="*/ 47 h 57"/>
                <a:gd name="T34" fmla="*/ 0 w 39"/>
                <a:gd name="T35" fmla="*/ 51 h 57"/>
                <a:gd name="T36" fmla="*/ 8 w 39"/>
                <a:gd name="T37" fmla="*/ 57 h 57"/>
                <a:gd name="T38" fmla="*/ 29 w 39"/>
                <a:gd name="T39" fmla="*/ 52 h 57"/>
                <a:gd name="T40" fmla="*/ 38 w 39"/>
                <a:gd name="T41" fmla="*/ 41 h 57"/>
                <a:gd name="T42" fmla="*/ 35 w 39"/>
                <a:gd name="T43" fmla="*/ 34 h 57"/>
                <a:gd name="T44" fmla="*/ 25 w 39"/>
                <a:gd name="T45" fmla="*/ 27 h 57"/>
                <a:gd name="T46" fmla="*/ 18 w 39"/>
                <a:gd name="T47" fmla="*/ 23 h 57"/>
                <a:gd name="T48" fmla="*/ 16 w 39"/>
                <a:gd name="T49" fmla="*/ 19 h 57"/>
                <a:gd name="T50" fmla="*/ 21 w 39"/>
                <a:gd name="T51" fmla="*/ 13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9" h="57">
                  <a:moveTo>
                    <a:pt x="21" y="13"/>
                  </a:moveTo>
                  <a:cubicBezTo>
                    <a:pt x="24" y="11"/>
                    <a:pt x="27" y="10"/>
                    <a:pt x="30" y="10"/>
                  </a:cubicBezTo>
                  <a:cubicBezTo>
                    <a:pt x="30" y="10"/>
                    <a:pt x="31" y="10"/>
                    <a:pt x="32" y="11"/>
                  </a:cubicBezTo>
                  <a:cubicBezTo>
                    <a:pt x="33" y="11"/>
                    <a:pt x="33" y="11"/>
                    <a:pt x="34" y="11"/>
                  </a:cubicBezTo>
                  <a:cubicBezTo>
                    <a:pt x="35" y="11"/>
                    <a:pt x="36" y="11"/>
                    <a:pt x="37" y="10"/>
                  </a:cubicBezTo>
                  <a:cubicBezTo>
                    <a:pt x="38" y="9"/>
                    <a:pt x="39" y="8"/>
                    <a:pt x="39" y="7"/>
                  </a:cubicBezTo>
                  <a:cubicBezTo>
                    <a:pt x="39" y="2"/>
                    <a:pt x="36" y="0"/>
                    <a:pt x="31" y="0"/>
                  </a:cubicBezTo>
                  <a:cubicBezTo>
                    <a:pt x="25" y="0"/>
                    <a:pt x="20" y="2"/>
                    <a:pt x="13" y="6"/>
                  </a:cubicBezTo>
                  <a:cubicBezTo>
                    <a:pt x="7" y="10"/>
                    <a:pt x="4" y="15"/>
                    <a:pt x="4" y="20"/>
                  </a:cubicBezTo>
                  <a:cubicBezTo>
                    <a:pt x="4" y="23"/>
                    <a:pt x="5" y="25"/>
                    <a:pt x="7" y="28"/>
                  </a:cubicBezTo>
                  <a:cubicBezTo>
                    <a:pt x="9" y="30"/>
                    <a:pt x="13" y="33"/>
                    <a:pt x="19" y="36"/>
                  </a:cubicBezTo>
                  <a:cubicBezTo>
                    <a:pt x="24" y="38"/>
                    <a:pt x="27" y="40"/>
                    <a:pt x="27" y="42"/>
                  </a:cubicBezTo>
                  <a:cubicBezTo>
                    <a:pt x="26" y="43"/>
                    <a:pt x="24" y="44"/>
                    <a:pt x="21" y="45"/>
                  </a:cubicBezTo>
                  <a:cubicBezTo>
                    <a:pt x="18" y="46"/>
                    <a:pt x="14" y="47"/>
                    <a:pt x="12" y="47"/>
                  </a:cubicBezTo>
                  <a:cubicBezTo>
                    <a:pt x="10" y="47"/>
                    <a:pt x="9" y="47"/>
                    <a:pt x="8" y="46"/>
                  </a:cubicBezTo>
                  <a:cubicBezTo>
                    <a:pt x="7" y="46"/>
                    <a:pt x="6" y="45"/>
                    <a:pt x="5" y="45"/>
                  </a:cubicBezTo>
                  <a:cubicBezTo>
                    <a:pt x="4" y="45"/>
                    <a:pt x="2" y="46"/>
                    <a:pt x="1" y="47"/>
                  </a:cubicBezTo>
                  <a:cubicBezTo>
                    <a:pt x="0" y="48"/>
                    <a:pt x="0" y="49"/>
                    <a:pt x="0" y="51"/>
                  </a:cubicBezTo>
                  <a:cubicBezTo>
                    <a:pt x="0" y="55"/>
                    <a:pt x="2" y="57"/>
                    <a:pt x="8" y="57"/>
                  </a:cubicBezTo>
                  <a:cubicBezTo>
                    <a:pt x="16" y="57"/>
                    <a:pt x="23" y="55"/>
                    <a:pt x="29" y="52"/>
                  </a:cubicBezTo>
                  <a:cubicBezTo>
                    <a:pt x="35" y="49"/>
                    <a:pt x="38" y="46"/>
                    <a:pt x="38" y="41"/>
                  </a:cubicBezTo>
                  <a:cubicBezTo>
                    <a:pt x="38" y="39"/>
                    <a:pt x="37" y="36"/>
                    <a:pt x="35" y="34"/>
                  </a:cubicBezTo>
                  <a:cubicBezTo>
                    <a:pt x="34" y="32"/>
                    <a:pt x="30" y="30"/>
                    <a:pt x="25" y="27"/>
                  </a:cubicBezTo>
                  <a:cubicBezTo>
                    <a:pt x="21" y="26"/>
                    <a:pt x="19" y="24"/>
                    <a:pt x="18" y="23"/>
                  </a:cubicBezTo>
                  <a:cubicBezTo>
                    <a:pt x="16" y="22"/>
                    <a:pt x="16" y="21"/>
                    <a:pt x="16" y="19"/>
                  </a:cubicBezTo>
                  <a:cubicBezTo>
                    <a:pt x="16" y="17"/>
                    <a:pt x="17" y="15"/>
                    <a:pt x="21"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 name="Freeform 389"/>
            <p:cNvSpPr>
              <a:spLocks/>
            </p:cNvSpPr>
            <p:nvPr/>
          </p:nvSpPr>
          <p:spPr bwMode="auto">
            <a:xfrm>
              <a:off x="10158413" y="2362200"/>
              <a:ext cx="50800" cy="74613"/>
            </a:xfrm>
            <a:custGeom>
              <a:avLst/>
              <a:gdLst>
                <a:gd name="T0" fmla="*/ 21 w 39"/>
                <a:gd name="T1" fmla="*/ 13 h 57"/>
                <a:gd name="T2" fmla="*/ 30 w 39"/>
                <a:gd name="T3" fmla="*/ 10 h 57"/>
                <a:gd name="T4" fmla="*/ 32 w 39"/>
                <a:gd name="T5" fmla="*/ 11 h 57"/>
                <a:gd name="T6" fmla="*/ 34 w 39"/>
                <a:gd name="T7" fmla="*/ 11 h 57"/>
                <a:gd name="T8" fmla="*/ 37 w 39"/>
                <a:gd name="T9" fmla="*/ 10 h 57"/>
                <a:gd name="T10" fmla="*/ 39 w 39"/>
                <a:gd name="T11" fmla="*/ 7 h 57"/>
                <a:gd name="T12" fmla="*/ 31 w 39"/>
                <a:gd name="T13" fmla="*/ 0 h 57"/>
                <a:gd name="T14" fmla="*/ 14 w 39"/>
                <a:gd name="T15" fmla="*/ 6 h 57"/>
                <a:gd name="T16" fmla="*/ 5 w 39"/>
                <a:gd name="T17" fmla="*/ 20 h 57"/>
                <a:gd name="T18" fmla="*/ 7 w 39"/>
                <a:gd name="T19" fmla="*/ 28 h 57"/>
                <a:gd name="T20" fmla="*/ 20 w 39"/>
                <a:gd name="T21" fmla="*/ 36 h 57"/>
                <a:gd name="T22" fmla="*/ 28 w 39"/>
                <a:gd name="T23" fmla="*/ 42 h 57"/>
                <a:gd name="T24" fmla="*/ 21 w 39"/>
                <a:gd name="T25" fmla="*/ 45 h 57"/>
                <a:gd name="T26" fmla="*/ 12 w 39"/>
                <a:gd name="T27" fmla="*/ 47 h 57"/>
                <a:gd name="T28" fmla="*/ 9 w 39"/>
                <a:gd name="T29" fmla="*/ 46 h 57"/>
                <a:gd name="T30" fmla="*/ 6 w 39"/>
                <a:gd name="T31" fmla="*/ 45 h 57"/>
                <a:gd name="T32" fmla="*/ 2 w 39"/>
                <a:gd name="T33" fmla="*/ 47 h 57"/>
                <a:gd name="T34" fmla="*/ 0 w 39"/>
                <a:gd name="T35" fmla="*/ 51 h 57"/>
                <a:gd name="T36" fmla="*/ 9 w 39"/>
                <a:gd name="T37" fmla="*/ 57 h 57"/>
                <a:gd name="T38" fmla="*/ 29 w 39"/>
                <a:gd name="T39" fmla="*/ 52 h 57"/>
                <a:gd name="T40" fmla="*/ 39 w 39"/>
                <a:gd name="T41" fmla="*/ 41 h 57"/>
                <a:gd name="T42" fmla="*/ 36 w 39"/>
                <a:gd name="T43" fmla="*/ 34 h 57"/>
                <a:gd name="T44" fmla="*/ 25 w 39"/>
                <a:gd name="T45" fmla="*/ 27 h 57"/>
                <a:gd name="T46" fmla="*/ 18 w 39"/>
                <a:gd name="T47" fmla="*/ 23 h 57"/>
                <a:gd name="T48" fmla="*/ 16 w 39"/>
                <a:gd name="T49" fmla="*/ 19 h 57"/>
                <a:gd name="T50" fmla="*/ 21 w 39"/>
                <a:gd name="T51" fmla="*/ 13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9" h="57">
                  <a:moveTo>
                    <a:pt x="21" y="13"/>
                  </a:moveTo>
                  <a:cubicBezTo>
                    <a:pt x="25" y="11"/>
                    <a:pt x="28" y="10"/>
                    <a:pt x="30" y="10"/>
                  </a:cubicBezTo>
                  <a:cubicBezTo>
                    <a:pt x="31" y="10"/>
                    <a:pt x="32" y="10"/>
                    <a:pt x="32" y="11"/>
                  </a:cubicBezTo>
                  <a:cubicBezTo>
                    <a:pt x="33" y="11"/>
                    <a:pt x="34" y="11"/>
                    <a:pt x="34" y="11"/>
                  </a:cubicBezTo>
                  <a:cubicBezTo>
                    <a:pt x="35" y="11"/>
                    <a:pt x="36" y="11"/>
                    <a:pt x="37" y="10"/>
                  </a:cubicBezTo>
                  <a:cubicBezTo>
                    <a:pt x="39" y="9"/>
                    <a:pt x="39" y="8"/>
                    <a:pt x="39" y="7"/>
                  </a:cubicBezTo>
                  <a:cubicBezTo>
                    <a:pt x="39" y="2"/>
                    <a:pt x="37" y="0"/>
                    <a:pt x="31" y="0"/>
                  </a:cubicBezTo>
                  <a:cubicBezTo>
                    <a:pt x="26" y="0"/>
                    <a:pt x="20" y="2"/>
                    <a:pt x="14" y="6"/>
                  </a:cubicBezTo>
                  <a:cubicBezTo>
                    <a:pt x="8" y="10"/>
                    <a:pt x="5" y="15"/>
                    <a:pt x="5" y="20"/>
                  </a:cubicBezTo>
                  <a:cubicBezTo>
                    <a:pt x="5" y="23"/>
                    <a:pt x="5" y="25"/>
                    <a:pt x="7" y="28"/>
                  </a:cubicBezTo>
                  <a:cubicBezTo>
                    <a:pt x="9" y="30"/>
                    <a:pt x="13" y="33"/>
                    <a:pt x="20" y="36"/>
                  </a:cubicBezTo>
                  <a:cubicBezTo>
                    <a:pt x="25" y="38"/>
                    <a:pt x="28" y="40"/>
                    <a:pt x="28" y="42"/>
                  </a:cubicBezTo>
                  <a:cubicBezTo>
                    <a:pt x="27" y="43"/>
                    <a:pt x="25" y="44"/>
                    <a:pt x="21" y="45"/>
                  </a:cubicBezTo>
                  <a:cubicBezTo>
                    <a:pt x="18" y="46"/>
                    <a:pt x="15" y="47"/>
                    <a:pt x="12" y="47"/>
                  </a:cubicBezTo>
                  <a:cubicBezTo>
                    <a:pt x="11" y="47"/>
                    <a:pt x="10" y="47"/>
                    <a:pt x="9" y="46"/>
                  </a:cubicBezTo>
                  <a:cubicBezTo>
                    <a:pt x="7" y="46"/>
                    <a:pt x="6" y="45"/>
                    <a:pt x="6" y="45"/>
                  </a:cubicBezTo>
                  <a:cubicBezTo>
                    <a:pt x="4" y="45"/>
                    <a:pt x="3" y="46"/>
                    <a:pt x="2" y="47"/>
                  </a:cubicBezTo>
                  <a:cubicBezTo>
                    <a:pt x="1" y="48"/>
                    <a:pt x="0" y="49"/>
                    <a:pt x="0" y="51"/>
                  </a:cubicBezTo>
                  <a:cubicBezTo>
                    <a:pt x="0" y="55"/>
                    <a:pt x="3" y="57"/>
                    <a:pt x="9" y="57"/>
                  </a:cubicBezTo>
                  <a:cubicBezTo>
                    <a:pt x="16" y="57"/>
                    <a:pt x="23" y="55"/>
                    <a:pt x="29" y="52"/>
                  </a:cubicBezTo>
                  <a:cubicBezTo>
                    <a:pt x="35" y="49"/>
                    <a:pt x="39" y="46"/>
                    <a:pt x="39" y="41"/>
                  </a:cubicBezTo>
                  <a:cubicBezTo>
                    <a:pt x="39" y="39"/>
                    <a:pt x="38" y="36"/>
                    <a:pt x="36" y="34"/>
                  </a:cubicBezTo>
                  <a:cubicBezTo>
                    <a:pt x="34" y="32"/>
                    <a:pt x="31" y="30"/>
                    <a:pt x="25" y="27"/>
                  </a:cubicBezTo>
                  <a:cubicBezTo>
                    <a:pt x="22" y="26"/>
                    <a:pt x="19" y="24"/>
                    <a:pt x="18" y="23"/>
                  </a:cubicBezTo>
                  <a:cubicBezTo>
                    <a:pt x="17" y="22"/>
                    <a:pt x="16" y="21"/>
                    <a:pt x="16" y="19"/>
                  </a:cubicBezTo>
                  <a:cubicBezTo>
                    <a:pt x="16" y="17"/>
                    <a:pt x="18" y="15"/>
                    <a:pt x="21"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 name="Freeform 390"/>
            <p:cNvSpPr>
              <a:spLocks noEditPoints="1"/>
            </p:cNvSpPr>
            <p:nvPr/>
          </p:nvSpPr>
          <p:spPr bwMode="auto">
            <a:xfrm>
              <a:off x="10261601" y="2363788"/>
              <a:ext cx="73025" cy="111125"/>
            </a:xfrm>
            <a:custGeom>
              <a:avLst/>
              <a:gdLst>
                <a:gd name="T0" fmla="*/ 21 w 57"/>
                <a:gd name="T1" fmla="*/ 7 h 86"/>
                <a:gd name="T2" fmla="*/ 15 w 57"/>
                <a:gd name="T3" fmla="*/ 0 h 86"/>
                <a:gd name="T4" fmla="*/ 11 w 57"/>
                <a:gd name="T5" fmla="*/ 1 h 86"/>
                <a:gd name="T6" fmla="*/ 10 w 57"/>
                <a:gd name="T7" fmla="*/ 5 h 86"/>
                <a:gd name="T8" fmla="*/ 10 w 57"/>
                <a:gd name="T9" fmla="*/ 13 h 86"/>
                <a:gd name="T10" fmla="*/ 10 w 57"/>
                <a:gd name="T11" fmla="*/ 14 h 86"/>
                <a:gd name="T12" fmla="*/ 2 w 57"/>
                <a:gd name="T13" fmla="*/ 72 h 86"/>
                <a:gd name="T14" fmla="*/ 0 w 57"/>
                <a:gd name="T15" fmla="*/ 81 h 86"/>
                <a:gd name="T16" fmla="*/ 2 w 57"/>
                <a:gd name="T17" fmla="*/ 84 h 86"/>
                <a:gd name="T18" fmla="*/ 6 w 57"/>
                <a:gd name="T19" fmla="*/ 86 h 86"/>
                <a:gd name="T20" fmla="*/ 9 w 57"/>
                <a:gd name="T21" fmla="*/ 84 h 86"/>
                <a:gd name="T22" fmla="*/ 12 w 57"/>
                <a:gd name="T23" fmla="*/ 78 h 86"/>
                <a:gd name="T24" fmla="*/ 14 w 57"/>
                <a:gd name="T25" fmla="*/ 59 h 86"/>
                <a:gd name="T26" fmla="*/ 15 w 57"/>
                <a:gd name="T27" fmla="*/ 49 h 86"/>
                <a:gd name="T28" fmla="*/ 22 w 57"/>
                <a:gd name="T29" fmla="*/ 54 h 86"/>
                <a:gd name="T30" fmla="*/ 46 w 57"/>
                <a:gd name="T31" fmla="*/ 41 h 86"/>
                <a:gd name="T32" fmla="*/ 57 w 57"/>
                <a:gd name="T33" fmla="*/ 14 h 86"/>
                <a:gd name="T34" fmla="*/ 54 w 57"/>
                <a:gd name="T35" fmla="*/ 4 h 86"/>
                <a:gd name="T36" fmla="*/ 45 w 57"/>
                <a:gd name="T37" fmla="*/ 1 h 86"/>
                <a:gd name="T38" fmla="*/ 32 w 57"/>
                <a:gd name="T39" fmla="*/ 7 h 86"/>
                <a:gd name="T40" fmla="*/ 19 w 57"/>
                <a:gd name="T41" fmla="*/ 21 h 86"/>
                <a:gd name="T42" fmla="*/ 19 w 57"/>
                <a:gd name="T43" fmla="*/ 18 h 86"/>
                <a:gd name="T44" fmla="*/ 21 w 57"/>
                <a:gd name="T45" fmla="*/ 7 h 86"/>
                <a:gd name="T46" fmla="*/ 28 w 57"/>
                <a:gd name="T47" fmla="*/ 23 h 86"/>
                <a:gd name="T48" fmla="*/ 43 w 57"/>
                <a:gd name="T49" fmla="*/ 11 h 86"/>
                <a:gd name="T50" fmla="*/ 45 w 57"/>
                <a:gd name="T51" fmla="*/ 13 h 86"/>
                <a:gd name="T52" fmla="*/ 46 w 57"/>
                <a:gd name="T53" fmla="*/ 17 h 86"/>
                <a:gd name="T54" fmla="*/ 38 w 57"/>
                <a:gd name="T55" fmla="*/ 35 h 86"/>
                <a:gd name="T56" fmla="*/ 24 w 57"/>
                <a:gd name="T57" fmla="*/ 44 h 86"/>
                <a:gd name="T58" fmla="*/ 21 w 57"/>
                <a:gd name="T59" fmla="*/ 43 h 86"/>
                <a:gd name="T60" fmla="*/ 19 w 57"/>
                <a:gd name="T61" fmla="*/ 40 h 86"/>
                <a:gd name="T62" fmla="*/ 28 w 57"/>
                <a:gd name="T63" fmla="*/ 2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7" h="86">
                  <a:moveTo>
                    <a:pt x="21" y="7"/>
                  </a:moveTo>
                  <a:cubicBezTo>
                    <a:pt x="21" y="2"/>
                    <a:pt x="19" y="0"/>
                    <a:pt x="15" y="0"/>
                  </a:cubicBezTo>
                  <a:cubicBezTo>
                    <a:pt x="13" y="0"/>
                    <a:pt x="12" y="0"/>
                    <a:pt x="11" y="1"/>
                  </a:cubicBezTo>
                  <a:cubicBezTo>
                    <a:pt x="10" y="2"/>
                    <a:pt x="10" y="3"/>
                    <a:pt x="10" y="5"/>
                  </a:cubicBezTo>
                  <a:cubicBezTo>
                    <a:pt x="9" y="6"/>
                    <a:pt x="10" y="9"/>
                    <a:pt x="10" y="13"/>
                  </a:cubicBezTo>
                  <a:cubicBezTo>
                    <a:pt x="10" y="14"/>
                    <a:pt x="10" y="14"/>
                    <a:pt x="10" y="14"/>
                  </a:cubicBezTo>
                  <a:cubicBezTo>
                    <a:pt x="6" y="34"/>
                    <a:pt x="6" y="53"/>
                    <a:pt x="2" y="72"/>
                  </a:cubicBezTo>
                  <a:cubicBezTo>
                    <a:pt x="1" y="75"/>
                    <a:pt x="0" y="78"/>
                    <a:pt x="0" y="81"/>
                  </a:cubicBezTo>
                  <a:cubicBezTo>
                    <a:pt x="0" y="82"/>
                    <a:pt x="0" y="83"/>
                    <a:pt x="2" y="84"/>
                  </a:cubicBezTo>
                  <a:cubicBezTo>
                    <a:pt x="3" y="85"/>
                    <a:pt x="4" y="86"/>
                    <a:pt x="6" y="86"/>
                  </a:cubicBezTo>
                  <a:cubicBezTo>
                    <a:pt x="7" y="86"/>
                    <a:pt x="8" y="85"/>
                    <a:pt x="9" y="84"/>
                  </a:cubicBezTo>
                  <a:cubicBezTo>
                    <a:pt x="11" y="83"/>
                    <a:pt x="11" y="81"/>
                    <a:pt x="12" y="78"/>
                  </a:cubicBezTo>
                  <a:cubicBezTo>
                    <a:pt x="14" y="59"/>
                    <a:pt x="14" y="59"/>
                    <a:pt x="14" y="59"/>
                  </a:cubicBezTo>
                  <a:cubicBezTo>
                    <a:pt x="14" y="55"/>
                    <a:pt x="15" y="52"/>
                    <a:pt x="15" y="49"/>
                  </a:cubicBezTo>
                  <a:cubicBezTo>
                    <a:pt x="16" y="52"/>
                    <a:pt x="19" y="54"/>
                    <a:pt x="22" y="54"/>
                  </a:cubicBezTo>
                  <a:cubicBezTo>
                    <a:pt x="30" y="54"/>
                    <a:pt x="38" y="50"/>
                    <a:pt x="46" y="41"/>
                  </a:cubicBezTo>
                  <a:cubicBezTo>
                    <a:pt x="53" y="33"/>
                    <a:pt x="57" y="24"/>
                    <a:pt x="57" y="14"/>
                  </a:cubicBezTo>
                  <a:cubicBezTo>
                    <a:pt x="57" y="10"/>
                    <a:pt x="56" y="7"/>
                    <a:pt x="54" y="4"/>
                  </a:cubicBezTo>
                  <a:cubicBezTo>
                    <a:pt x="51" y="2"/>
                    <a:pt x="48" y="1"/>
                    <a:pt x="45" y="1"/>
                  </a:cubicBezTo>
                  <a:cubicBezTo>
                    <a:pt x="41" y="1"/>
                    <a:pt x="36" y="3"/>
                    <a:pt x="32" y="7"/>
                  </a:cubicBezTo>
                  <a:cubicBezTo>
                    <a:pt x="27" y="11"/>
                    <a:pt x="22" y="15"/>
                    <a:pt x="19" y="21"/>
                  </a:cubicBezTo>
                  <a:cubicBezTo>
                    <a:pt x="19" y="18"/>
                    <a:pt x="19" y="18"/>
                    <a:pt x="19" y="18"/>
                  </a:cubicBezTo>
                  <a:cubicBezTo>
                    <a:pt x="20" y="13"/>
                    <a:pt x="21" y="9"/>
                    <a:pt x="21" y="7"/>
                  </a:cubicBezTo>
                  <a:close/>
                  <a:moveTo>
                    <a:pt x="28" y="23"/>
                  </a:moveTo>
                  <a:cubicBezTo>
                    <a:pt x="34" y="15"/>
                    <a:pt x="39" y="11"/>
                    <a:pt x="43" y="11"/>
                  </a:cubicBezTo>
                  <a:cubicBezTo>
                    <a:pt x="44" y="11"/>
                    <a:pt x="44" y="12"/>
                    <a:pt x="45" y="13"/>
                  </a:cubicBezTo>
                  <a:cubicBezTo>
                    <a:pt x="45" y="14"/>
                    <a:pt x="46" y="15"/>
                    <a:pt x="46" y="17"/>
                  </a:cubicBezTo>
                  <a:cubicBezTo>
                    <a:pt x="46" y="23"/>
                    <a:pt x="43" y="29"/>
                    <a:pt x="38" y="35"/>
                  </a:cubicBezTo>
                  <a:cubicBezTo>
                    <a:pt x="33" y="41"/>
                    <a:pt x="28" y="44"/>
                    <a:pt x="24" y="44"/>
                  </a:cubicBezTo>
                  <a:cubicBezTo>
                    <a:pt x="23" y="44"/>
                    <a:pt x="22" y="44"/>
                    <a:pt x="21" y="43"/>
                  </a:cubicBezTo>
                  <a:cubicBezTo>
                    <a:pt x="19" y="42"/>
                    <a:pt x="19" y="41"/>
                    <a:pt x="19" y="40"/>
                  </a:cubicBezTo>
                  <a:cubicBezTo>
                    <a:pt x="19" y="36"/>
                    <a:pt x="22" y="30"/>
                    <a:pt x="28"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 name="Freeform 391"/>
            <p:cNvSpPr>
              <a:spLocks/>
            </p:cNvSpPr>
            <p:nvPr/>
          </p:nvSpPr>
          <p:spPr bwMode="auto">
            <a:xfrm>
              <a:off x="10348913" y="2328863"/>
              <a:ext cx="26988" cy="107950"/>
            </a:xfrm>
            <a:custGeom>
              <a:avLst/>
              <a:gdLst>
                <a:gd name="T0" fmla="*/ 16 w 21"/>
                <a:gd name="T1" fmla="*/ 26 h 84"/>
                <a:gd name="T2" fmla="*/ 20 w 21"/>
                <a:gd name="T3" fmla="*/ 11 h 84"/>
                <a:gd name="T4" fmla="*/ 21 w 21"/>
                <a:gd name="T5" fmla="*/ 6 h 84"/>
                <a:gd name="T6" fmla="*/ 16 w 21"/>
                <a:gd name="T7" fmla="*/ 0 h 84"/>
                <a:gd name="T8" fmla="*/ 10 w 21"/>
                <a:gd name="T9" fmla="*/ 4 h 84"/>
                <a:gd name="T10" fmla="*/ 4 w 21"/>
                <a:gd name="T11" fmla="*/ 31 h 84"/>
                <a:gd name="T12" fmla="*/ 0 w 21"/>
                <a:gd name="T13" fmla="*/ 70 h 84"/>
                <a:gd name="T14" fmla="*/ 1 w 21"/>
                <a:gd name="T15" fmla="*/ 80 h 84"/>
                <a:gd name="T16" fmla="*/ 6 w 21"/>
                <a:gd name="T17" fmla="*/ 84 h 84"/>
                <a:gd name="T18" fmla="*/ 10 w 21"/>
                <a:gd name="T19" fmla="*/ 81 h 84"/>
                <a:gd name="T20" fmla="*/ 13 w 21"/>
                <a:gd name="T21" fmla="*/ 77 h 84"/>
                <a:gd name="T22" fmla="*/ 12 w 21"/>
                <a:gd name="T23" fmla="*/ 74 h 84"/>
                <a:gd name="T24" fmla="*/ 11 w 21"/>
                <a:gd name="T25" fmla="*/ 60 h 84"/>
                <a:gd name="T26" fmla="*/ 13 w 21"/>
                <a:gd name="T27" fmla="*/ 44 h 84"/>
                <a:gd name="T28" fmla="*/ 16 w 21"/>
                <a:gd name="T29" fmla="*/ 26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 h="84">
                  <a:moveTo>
                    <a:pt x="16" y="26"/>
                  </a:moveTo>
                  <a:cubicBezTo>
                    <a:pt x="18" y="18"/>
                    <a:pt x="19" y="13"/>
                    <a:pt x="20" y="11"/>
                  </a:cubicBezTo>
                  <a:cubicBezTo>
                    <a:pt x="20" y="9"/>
                    <a:pt x="21" y="8"/>
                    <a:pt x="21" y="6"/>
                  </a:cubicBezTo>
                  <a:cubicBezTo>
                    <a:pt x="21" y="2"/>
                    <a:pt x="19" y="0"/>
                    <a:pt x="16" y="0"/>
                  </a:cubicBezTo>
                  <a:cubicBezTo>
                    <a:pt x="14" y="0"/>
                    <a:pt x="12" y="2"/>
                    <a:pt x="10" y="4"/>
                  </a:cubicBezTo>
                  <a:cubicBezTo>
                    <a:pt x="8" y="7"/>
                    <a:pt x="6" y="16"/>
                    <a:pt x="4" y="31"/>
                  </a:cubicBezTo>
                  <a:cubicBezTo>
                    <a:pt x="1" y="46"/>
                    <a:pt x="0" y="59"/>
                    <a:pt x="0" y="70"/>
                  </a:cubicBezTo>
                  <a:cubicBezTo>
                    <a:pt x="0" y="75"/>
                    <a:pt x="0" y="78"/>
                    <a:pt x="1" y="80"/>
                  </a:cubicBezTo>
                  <a:cubicBezTo>
                    <a:pt x="2" y="82"/>
                    <a:pt x="4" y="84"/>
                    <a:pt x="6" y="84"/>
                  </a:cubicBezTo>
                  <a:cubicBezTo>
                    <a:pt x="8" y="84"/>
                    <a:pt x="9" y="83"/>
                    <a:pt x="10" y="81"/>
                  </a:cubicBezTo>
                  <a:cubicBezTo>
                    <a:pt x="12" y="80"/>
                    <a:pt x="13" y="79"/>
                    <a:pt x="13" y="77"/>
                  </a:cubicBezTo>
                  <a:cubicBezTo>
                    <a:pt x="13" y="76"/>
                    <a:pt x="12" y="75"/>
                    <a:pt x="12" y="74"/>
                  </a:cubicBezTo>
                  <a:cubicBezTo>
                    <a:pt x="12" y="68"/>
                    <a:pt x="11" y="64"/>
                    <a:pt x="11" y="60"/>
                  </a:cubicBezTo>
                  <a:cubicBezTo>
                    <a:pt x="11" y="56"/>
                    <a:pt x="12" y="51"/>
                    <a:pt x="13" y="44"/>
                  </a:cubicBezTo>
                  <a:cubicBezTo>
                    <a:pt x="13" y="38"/>
                    <a:pt x="15" y="32"/>
                    <a:pt x="16"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 name="Freeform 392"/>
            <p:cNvSpPr>
              <a:spLocks noEditPoints="1"/>
            </p:cNvSpPr>
            <p:nvPr/>
          </p:nvSpPr>
          <p:spPr bwMode="auto">
            <a:xfrm>
              <a:off x="10380663" y="2365375"/>
              <a:ext cx="61913" cy="69850"/>
            </a:xfrm>
            <a:custGeom>
              <a:avLst/>
              <a:gdLst>
                <a:gd name="T0" fmla="*/ 46 w 49"/>
                <a:gd name="T1" fmla="*/ 10 h 54"/>
                <a:gd name="T2" fmla="*/ 41 w 49"/>
                <a:gd name="T3" fmla="*/ 6 h 54"/>
                <a:gd name="T4" fmla="*/ 33 w 49"/>
                <a:gd name="T5" fmla="*/ 0 h 54"/>
                <a:gd name="T6" fmla="*/ 11 w 49"/>
                <a:gd name="T7" fmla="*/ 14 h 54"/>
                <a:gd name="T8" fmla="*/ 0 w 49"/>
                <a:gd name="T9" fmla="*/ 41 h 54"/>
                <a:gd name="T10" fmla="*/ 3 w 49"/>
                <a:gd name="T11" fmla="*/ 49 h 54"/>
                <a:gd name="T12" fmla="*/ 10 w 49"/>
                <a:gd name="T13" fmla="*/ 52 h 54"/>
                <a:gd name="T14" fmla="*/ 34 w 49"/>
                <a:gd name="T15" fmla="*/ 36 h 54"/>
                <a:gd name="T16" fmla="*/ 42 w 49"/>
                <a:gd name="T17" fmla="*/ 54 h 54"/>
                <a:gd name="T18" fmla="*/ 47 w 49"/>
                <a:gd name="T19" fmla="*/ 52 h 54"/>
                <a:gd name="T20" fmla="*/ 49 w 49"/>
                <a:gd name="T21" fmla="*/ 48 h 54"/>
                <a:gd name="T22" fmla="*/ 47 w 49"/>
                <a:gd name="T23" fmla="*/ 46 h 54"/>
                <a:gd name="T24" fmla="*/ 45 w 49"/>
                <a:gd name="T25" fmla="*/ 44 h 54"/>
                <a:gd name="T26" fmla="*/ 44 w 49"/>
                <a:gd name="T27" fmla="*/ 41 h 54"/>
                <a:gd name="T28" fmla="*/ 43 w 49"/>
                <a:gd name="T29" fmla="*/ 32 h 54"/>
                <a:gd name="T30" fmla="*/ 45 w 49"/>
                <a:gd name="T31" fmla="*/ 17 h 54"/>
                <a:gd name="T32" fmla="*/ 46 w 49"/>
                <a:gd name="T33" fmla="*/ 10 h 54"/>
                <a:gd name="T34" fmla="*/ 26 w 49"/>
                <a:gd name="T35" fmla="*/ 32 h 54"/>
                <a:gd name="T36" fmla="*/ 13 w 49"/>
                <a:gd name="T37" fmla="*/ 42 h 54"/>
                <a:gd name="T38" fmla="*/ 11 w 49"/>
                <a:gd name="T39" fmla="*/ 38 h 54"/>
                <a:gd name="T40" fmla="*/ 19 w 49"/>
                <a:gd name="T41" fmla="*/ 21 h 54"/>
                <a:gd name="T42" fmla="*/ 31 w 49"/>
                <a:gd name="T43" fmla="*/ 10 h 54"/>
                <a:gd name="T44" fmla="*/ 33 w 49"/>
                <a:gd name="T45" fmla="*/ 11 h 54"/>
                <a:gd name="T46" fmla="*/ 34 w 49"/>
                <a:gd name="T47" fmla="*/ 15 h 54"/>
                <a:gd name="T48" fmla="*/ 26 w 49"/>
                <a:gd name="T49" fmla="*/ 3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9" h="54">
                  <a:moveTo>
                    <a:pt x="46" y="10"/>
                  </a:moveTo>
                  <a:cubicBezTo>
                    <a:pt x="46" y="7"/>
                    <a:pt x="44" y="6"/>
                    <a:pt x="41" y="6"/>
                  </a:cubicBezTo>
                  <a:cubicBezTo>
                    <a:pt x="39" y="2"/>
                    <a:pt x="37" y="0"/>
                    <a:pt x="33" y="0"/>
                  </a:cubicBezTo>
                  <a:cubicBezTo>
                    <a:pt x="26" y="0"/>
                    <a:pt x="18" y="5"/>
                    <a:pt x="11" y="14"/>
                  </a:cubicBezTo>
                  <a:cubicBezTo>
                    <a:pt x="3" y="23"/>
                    <a:pt x="0" y="32"/>
                    <a:pt x="0" y="41"/>
                  </a:cubicBezTo>
                  <a:cubicBezTo>
                    <a:pt x="0" y="44"/>
                    <a:pt x="1" y="47"/>
                    <a:pt x="3" y="49"/>
                  </a:cubicBezTo>
                  <a:cubicBezTo>
                    <a:pt x="5" y="51"/>
                    <a:pt x="7" y="52"/>
                    <a:pt x="10" y="52"/>
                  </a:cubicBezTo>
                  <a:cubicBezTo>
                    <a:pt x="18" y="52"/>
                    <a:pt x="26" y="47"/>
                    <a:pt x="34" y="36"/>
                  </a:cubicBezTo>
                  <a:cubicBezTo>
                    <a:pt x="33" y="48"/>
                    <a:pt x="36" y="54"/>
                    <a:pt x="42" y="54"/>
                  </a:cubicBezTo>
                  <a:cubicBezTo>
                    <a:pt x="43" y="54"/>
                    <a:pt x="45" y="53"/>
                    <a:pt x="47" y="52"/>
                  </a:cubicBezTo>
                  <a:cubicBezTo>
                    <a:pt x="48" y="51"/>
                    <a:pt x="49" y="50"/>
                    <a:pt x="49" y="48"/>
                  </a:cubicBezTo>
                  <a:cubicBezTo>
                    <a:pt x="49" y="47"/>
                    <a:pt x="49" y="46"/>
                    <a:pt x="47" y="46"/>
                  </a:cubicBezTo>
                  <a:cubicBezTo>
                    <a:pt x="46" y="45"/>
                    <a:pt x="45" y="45"/>
                    <a:pt x="45" y="44"/>
                  </a:cubicBezTo>
                  <a:cubicBezTo>
                    <a:pt x="45" y="44"/>
                    <a:pt x="44" y="43"/>
                    <a:pt x="44" y="41"/>
                  </a:cubicBezTo>
                  <a:cubicBezTo>
                    <a:pt x="43" y="39"/>
                    <a:pt x="43" y="36"/>
                    <a:pt x="43" y="32"/>
                  </a:cubicBezTo>
                  <a:cubicBezTo>
                    <a:pt x="43" y="29"/>
                    <a:pt x="44" y="24"/>
                    <a:pt x="45" y="17"/>
                  </a:cubicBezTo>
                  <a:cubicBezTo>
                    <a:pt x="46" y="14"/>
                    <a:pt x="46" y="11"/>
                    <a:pt x="46" y="10"/>
                  </a:cubicBezTo>
                  <a:close/>
                  <a:moveTo>
                    <a:pt x="26" y="32"/>
                  </a:moveTo>
                  <a:cubicBezTo>
                    <a:pt x="21" y="39"/>
                    <a:pt x="16" y="42"/>
                    <a:pt x="13" y="42"/>
                  </a:cubicBezTo>
                  <a:cubicBezTo>
                    <a:pt x="12" y="42"/>
                    <a:pt x="11" y="41"/>
                    <a:pt x="11" y="38"/>
                  </a:cubicBezTo>
                  <a:cubicBezTo>
                    <a:pt x="11" y="33"/>
                    <a:pt x="14" y="28"/>
                    <a:pt x="19" y="21"/>
                  </a:cubicBezTo>
                  <a:cubicBezTo>
                    <a:pt x="24" y="14"/>
                    <a:pt x="28" y="10"/>
                    <a:pt x="31" y="10"/>
                  </a:cubicBezTo>
                  <a:cubicBezTo>
                    <a:pt x="32" y="10"/>
                    <a:pt x="33" y="11"/>
                    <a:pt x="33" y="11"/>
                  </a:cubicBezTo>
                  <a:cubicBezTo>
                    <a:pt x="34" y="12"/>
                    <a:pt x="34" y="14"/>
                    <a:pt x="34" y="15"/>
                  </a:cubicBezTo>
                  <a:cubicBezTo>
                    <a:pt x="34" y="20"/>
                    <a:pt x="32" y="26"/>
                    <a:pt x="26"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 name="Freeform 393"/>
            <p:cNvSpPr>
              <a:spLocks/>
            </p:cNvSpPr>
            <p:nvPr/>
          </p:nvSpPr>
          <p:spPr bwMode="auto">
            <a:xfrm>
              <a:off x="10452101" y="2370138"/>
              <a:ext cx="77788" cy="61913"/>
            </a:xfrm>
            <a:custGeom>
              <a:avLst/>
              <a:gdLst>
                <a:gd name="T0" fmla="*/ 2 w 60"/>
                <a:gd name="T1" fmla="*/ 32 h 48"/>
                <a:gd name="T2" fmla="*/ 0 w 60"/>
                <a:gd name="T3" fmla="*/ 42 h 48"/>
                <a:gd name="T4" fmla="*/ 8 w 60"/>
                <a:gd name="T5" fmla="*/ 48 h 48"/>
                <a:gd name="T6" fmla="*/ 10 w 60"/>
                <a:gd name="T7" fmla="*/ 47 h 48"/>
                <a:gd name="T8" fmla="*/ 11 w 60"/>
                <a:gd name="T9" fmla="*/ 44 h 48"/>
                <a:gd name="T10" fmla="*/ 22 w 60"/>
                <a:gd name="T11" fmla="*/ 26 h 48"/>
                <a:gd name="T12" fmla="*/ 33 w 60"/>
                <a:gd name="T13" fmla="*/ 13 h 48"/>
                <a:gd name="T14" fmla="*/ 38 w 60"/>
                <a:gd name="T15" fmla="*/ 25 h 48"/>
                <a:gd name="T16" fmla="*/ 41 w 60"/>
                <a:gd name="T17" fmla="*/ 40 h 48"/>
                <a:gd name="T18" fmla="*/ 41 w 60"/>
                <a:gd name="T19" fmla="*/ 40 h 48"/>
                <a:gd name="T20" fmla="*/ 49 w 60"/>
                <a:gd name="T21" fmla="*/ 45 h 48"/>
                <a:gd name="T22" fmla="*/ 57 w 60"/>
                <a:gd name="T23" fmla="*/ 43 h 48"/>
                <a:gd name="T24" fmla="*/ 60 w 60"/>
                <a:gd name="T25" fmla="*/ 38 h 48"/>
                <a:gd name="T26" fmla="*/ 58 w 60"/>
                <a:gd name="T27" fmla="*/ 35 h 48"/>
                <a:gd name="T28" fmla="*/ 55 w 60"/>
                <a:gd name="T29" fmla="*/ 36 h 48"/>
                <a:gd name="T30" fmla="*/ 52 w 60"/>
                <a:gd name="T31" fmla="*/ 36 h 48"/>
                <a:gd name="T32" fmla="*/ 48 w 60"/>
                <a:gd name="T33" fmla="*/ 19 h 48"/>
                <a:gd name="T34" fmla="*/ 35 w 60"/>
                <a:gd name="T35" fmla="*/ 2 h 48"/>
                <a:gd name="T36" fmla="*/ 13 w 60"/>
                <a:gd name="T37" fmla="*/ 26 h 48"/>
                <a:gd name="T38" fmla="*/ 15 w 60"/>
                <a:gd name="T39" fmla="*/ 8 h 48"/>
                <a:gd name="T40" fmla="*/ 14 w 60"/>
                <a:gd name="T41" fmla="*/ 1 h 48"/>
                <a:gd name="T42" fmla="*/ 10 w 60"/>
                <a:gd name="T43" fmla="*/ 0 h 48"/>
                <a:gd name="T44" fmla="*/ 6 w 60"/>
                <a:gd name="T45" fmla="*/ 2 h 48"/>
                <a:gd name="T46" fmla="*/ 4 w 60"/>
                <a:gd name="T47" fmla="*/ 7 h 48"/>
                <a:gd name="T48" fmla="*/ 2 w 60"/>
                <a:gd name="T49" fmla="*/ 3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 h="48">
                  <a:moveTo>
                    <a:pt x="2" y="32"/>
                  </a:moveTo>
                  <a:cubicBezTo>
                    <a:pt x="1" y="37"/>
                    <a:pt x="0" y="40"/>
                    <a:pt x="0" y="42"/>
                  </a:cubicBezTo>
                  <a:cubicBezTo>
                    <a:pt x="0" y="46"/>
                    <a:pt x="3" y="48"/>
                    <a:pt x="8" y="48"/>
                  </a:cubicBezTo>
                  <a:cubicBezTo>
                    <a:pt x="8" y="48"/>
                    <a:pt x="9" y="48"/>
                    <a:pt x="10" y="47"/>
                  </a:cubicBezTo>
                  <a:cubicBezTo>
                    <a:pt x="11" y="46"/>
                    <a:pt x="11" y="45"/>
                    <a:pt x="11" y="44"/>
                  </a:cubicBezTo>
                  <a:cubicBezTo>
                    <a:pt x="13" y="40"/>
                    <a:pt x="16" y="34"/>
                    <a:pt x="22" y="26"/>
                  </a:cubicBezTo>
                  <a:cubicBezTo>
                    <a:pt x="27" y="17"/>
                    <a:pt x="31" y="13"/>
                    <a:pt x="33" y="13"/>
                  </a:cubicBezTo>
                  <a:cubicBezTo>
                    <a:pt x="36" y="13"/>
                    <a:pt x="37" y="17"/>
                    <a:pt x="38" y="25"/>
                  </a:cubicBezTo>
                  <a:cubicBezTo>
                    <a:pt x="39" y="32"/>
                    <a:pt x="40" y="40"/>
                    <a:pt x="41" y="40"/>
                  </a:cubicBezTo>
                  <a:cubicBezTo>
                    <a:pt x="41" y="40"/>
                    <a:pt x="41" y="40"/>
                    <a:pt x="41" y="40"/>
                  </a:cubicBezTo>
                  <a:cubicBezTo>
                    <a:pt x="43" y="44"/>
                    <a:pt x="45" y="45"/>
                    <a:pt x="49" y="45"/>
                  </a:cubicBezTo>
                  <a:cubicBezTo>
                    <a:pt x="52" y="45"/>
                    <a:pt x="55" y="45"/>
                    <a:pt x="57" y="43"/>
                  </a:cubicBezTo>
                  <a:cubicBezTo>
                    <a:pt x="59" y="41"/>
                    <a:pt x="60" y="39"/>
                    <a:pt x="60" y="38"/>
                  </a:cubicBezTo>
                  <a:cubicBezTo>
                    <a:pt x="60" y="36"/>
                    <a:pt x="59" y="35"/>
                    <a:pt x="58" y="35"/>
                  </a:cubicBezTo>
                  <a:cubicBezTo>
                    <a:pt x="57" y="35"/>
                    <a:pt x="56" y="35"/>
                    <a:pt x="55" y="36"/>
                  </a:cubicBezTo>
                  <a:cubicBezTo>
                    <a:pt x="54" y="36"/>
                    <a:pt x="53" y="36"/>
                    <a:pt x="52" y="36"/>
                  </a:cubicBezTo>
                  <a:cubicBezTo>
                    <a:pt x="51" y="36"/>
                    <a:pt x="49" y="30"/>
                    <a:pt x="48" y="19"/>
                  </a:cubicBezTo>
                  <a:cubicBezTo>
                    <a:pt x="47" y="7"/>
                    <a:pt x="43" y="2"/>
                    <a:pt x="35" y="2"/>
                  </a:cubicBezTo>
                  <a:cubicBezTo>
                    <a:pt x="27" y="2"/>
                    <a:pt x="19" y="10"/>
                    <a:pt x="13" y="26"/>
                  </a:cubicBezTo>
                  <a:cubicBezTo>
                    <a:pt x="14" y="17"/>
                    <a:pt x="15" y="11"/>
                    <a:pt x="15" y="8"/>
                  </a:cubicBezTo>
                  <a:cubicBezTo>
                    <a:pt x="15" y="4"/>
                    <a:pt x="15" y="2"/>
                    <a:pt x="14" y="1"/>
                  </a:cubicBezTo>
                  <a:cubicBezTo>
                    <a:pt x="13" y="0"/>
                    <a:pt x="12" y="0"/>
                    <a:pt x="10" y="0"/>
                  </a:cubicBezTo>
                  <a:cubicBezTo>
                    <a:pt x="8" y="0"/>
                    <a:pt x="7" y="1"/>
                    <a:pt x="6" y="2"/>
                  </a:cubicBezTo>
                  <a:cubicBezTo>
                    <a:pt x="4" y="4"/>
                    <a:pt x="4" y="6"/>
                    <a:pt x="4" y="7"/>
                  </a:cubicBezTo>
                  <a:cubicBezTo>
                    <a:pt x="4" y="17"/>
                    <a:pt x="3" y="25"/>
                    <a:pt x="2"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05" name="组合 404"/>
          <p:cNvGrpSpPr/>
          <p:nvPr/>
        </p:nvGrpSpPr>
        <p:grpSpPr>
          <a:xfrm>
            <a:off x="7537451" y="777875"/>
            <a:ext cx="889000" cy="1454150"/>
            <a:chOff x="7537451" y="777875"/>
            <a:chExt cx="889000" cy="1454150"/>
          </a:xfrm>
          <a:solidFill>
            <a:schemeClr val="tx1">
              <a:lumMod val="65000"/>
              <a:lumOff val="35000"/>
            </a:schemeClr>
          </a:solidFill>
        </p:grpSpPr>
        <p:sp>
          <p:nvSpPr>
            <p:cNvPr id="406" name="Freeform 411"/>
            <p:cNvSpPr>
              <a:spLocks/>
            </p:cNvSpPr>
            <p:nvPr/>
          </p:nvSpPr>
          <p:spPr bwMode="auto">
            <a:xfrm>
              <a:off x="7669213" y="1644650"/>
              <a:ext cx="371475" cy="587375"/>
            </a:xfrm>
            <a:custGeom>
              <a:avLst/>
              <a:gdLst>
                <a:gd name="T0" fmla="*/ 101 w 289"/>
                <a:gd name="T1" fmla="*/ 409 h 456"/>
                <a:gd name="T2" fmla="*/ 127 w 289"/>
                <a:gd name="T3" fmla="*/ 88 h 456"/>
                <a:gd name="T4" fmla="*/ 162 w 289"/>
                <a:gd name="T5" fmla="*/ 88 h 456"/>
                <a:gd name="T6" fmla="*/ 188 w 289"/>
                <a:gd name="T7" fmla="*/ 409 h 456"/>
                <a:gd name="T8" fmla="*/ 241 w 289"/>
                <a:gd name="T9" fmla="*/ 454 h 456"/>
                <a:gd name="T10" fmla="*/ 287 w 289"/>
                <a:gd name="T11" fmla="*/ 400 h 456"/>
                <a:gd name="T12" fmla="*/ 254 w 289"/>
                <a:gd name="T13" fmla="*/ 0 h 456"/>
                <a:gd name="T14" fmla="*/ 144 w 289"/>
                <a:gd name="T15" fmla="*/ 11 h 456"/>
                <a:gd name="T16" fmla="*/ 35 w 289"/>
                <a:gd name="T17" fmla="*/ 0 h 456"/>
                <a:gd name="T18" fmla="*/ 2 w 289"/>
                <a:gd name="T19" fmla="*/ 400 h 456"/>
                <a:gd name="T20" fmla="*/ 47 w 289"/>
                <a:gd name="T21" fmla="*/ 454 h 456"/>
                <a:gd name="T22" fmla="*/ 101 w 289"/>
                <a:gd name="T23" fmla="*/ 409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9" h="456">
                  <a:moveTo>
                    <a:pt x="101" y="409"/>
                  </a:moveTo>
                  <a:cubicBezTo>
                    <a:pt x="127" y="88"/>
                    <a:pt x="127" y="88"/>
                    <a:pt x="127" y="88"/>
                  </a:cubicBezTo>
                  <a:cubicBezTo>
                    <a:pt x="162" y="88"/>
                    <a:pt x="162" y="88"/>
                    <a:pt x="162" y="88"/>
                  </a:cubicBezTo>
                  <a:cubicBezTo>
                    <a:pt x="188" y="409"/>
                    <a:pt x="188" y="409"/>
                    <a:pt x="188" y="409"/>
                  </a:cubicBezTo>
                  <a:cubicBezTo>
                    <a:pt x="190" y="436"/>
                    <a:pt x="214" y="456"/>
                    <a:pt x="241" y="454"/>
                  </a:cubicBezTo>
                  <a:cubicBezTo>
                    <a:pt x="269" y="452"/>
                    <a:pt x="289" y="428"/>
                    <a:pt x="287" y="400"/>
                  </a:cubicBezTo>
                  <a:cubicBezTo>
                    <a:pt x="254" y="0"/>
                    <a:pt x="254" y="0"/>
                    <a:pt x="254" y="0"/>
                  </a:cubicBezTo>
                  <a:cubicBezTo>
                    <a:pt x="234" y="3"/>
                    <a:pt x="185" y="11"/>
                    <a:pt x="144" y="11"/>
                  </a:cubicBezTo>
                  <a:cubicBezTo>
                    <a:pt x="104" y="11"/>
                    <a:pt x="55" y="3"/>
                    <a:pt x="35" y="0"/>
                  </a:cubicBezTo>
                  <a:cubicBezTo>
                    <a:pt x="2" y="400"/>
                    <a:pt x="2" y="400"/>
                    <a:pt x="2" y="400"/>
                  </a:cubicBezTo>
                  <a:cubicBezTo>
                    <a:pt x="0" y="427"/>
                    <a:pt x="20" y="452"/>
                    <a:pt x="47" y="454"/>
                  </a:cubicBezTo>
                  <a:cubicBezTo>
                    <a:pt x="75" y="456"/>
                    <a:pt x="98" y="436"/>
                    <a:pt x="101" y="4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 name="Freeform 412"/>
            <p:cNvSpPr>
              <a:spLocks/>
            </p:cNvSpPr>
            <p:nvPr/>
          </p:nvSpPr>
          <p:spPr bwMode="auto">
            <a:xfrm>
              <a:off x="7537451" y="1162050"/>
              <a:ext cx="585788" cy="600075"/>
            </a:xfrm>
            <a:custGeom>
              <a:avLst/>
              <a:gdLst>
                <a:gd name="T0" fmla="*/ 246 w 454"/>
                <a:gd name="T1" fmla="*/ 373 h 465"/>
                <a:gd name="T2" fmla="*/ 354 w 454"/>
                <a:gd name="T3" fmla="*/ 362 h 465"/>
                <a:gd name="T4" fmla="*/ 353 w 454"/>
                <a:gd name="T5" fmla="*/ 356 h 465"/>
                <a:gd name="T6" fmla="*/ 353 w 454"/>
                <a:gd name="T7" fmla="*/ 179 h 465"/>
                <a:gd name="T8" fmla="*/ 379 w 454"/>
                <a:gd name="T9" fmla="*/ 432 h 465"/>
                <a:gd name="T10" fmla="*/ 410 w 454"/>
                <a:gd name="T11" fmla="*/ 465 h 465"/>
                <a:gd name="T12" fmla="*/ 412 w 454"/>
                <a:gd name="T13" fmla="*/ 465 h 465"/>
                <a:gd name="T14" fmla="*/ 444 w 454"/>
                <a:gd name="T15" fmla="*/ 435 h 465"/>
                <a:gd name="T16" fmla="*/ 381 w 454"/>
                <a:gd name="T17" fmla="*/ 108 h 465"/>
                <a:gd name="T18" fmla="*/ 326 w 454"/>
                <a:gd name="T19" fmla="*/ 82 h 465"/>
                <a:gd name="T20" fmla="*/ 324 w 454"/>
                <a:gd name="T21" fmla="*/ 82 h 465"/>
                <a:gd name="T22" fmla="*/ 300 w 454"/>
                <a:gd name="T23" fmla="*/ 82 h 465"/>
                <a:gd name="T24" fmla="*/ 246 w 454"/>
                <a:gd name="T25" fmla="*/ 112 h 465"/>
                <a:gd name="T26" fmla="*/ 193 w 454"/>
                <a:gd name="T27" fmla="*/ 82 h 465"/>
                <a:gd name="T28" fmla="*/ 169 w 454"/>
                <a:gd name="T29" fmla="*/ 82 h 465"/>
                <a:gd name="T30" fmla="*/ 166 w 454"/>
                <a:gd name="T31" fmla="*/ 82 h 465"/>
                <a:gd name="T32" fmla="*/ 141 w 454"/>
                <a:gd name="T33" fmla="*/ 94 h 465"/>
                <a:gd name="T34" fmla="*/ 78 w 454"/>
                <a:gd name="T35" fmla="*/ 170 h 465"/>
                <a:gd name="T36" fmla="*/ 66 w 454"/>
                <a:gd name="T37" fmla="*/ 72 h 465"/>
                <a:gd name="T38" fmla="*/ 58 w 454"/>
                <a:gd name="T39" fmla="*/ 9 h 465"/>
                <a:gd name="T40" fmla="*/ 47 w 454"/>
                <a:gd name="T41" fmla="*/ 1 h 465"/>
                <a:gd name="T42" fmla="*/ 38 w 454"/>
                <a:gd name="T43" fmla="*/ 12 h 465"/>
                <a:gd name="T44" fmla="*/ 44 w 454"/>
                <a:gd name="T45" fmla="*/ 56 h 465"/>
                <a:gd name="T46" fmla="*/ 1 w 454"/>
                <a:gd name="T47" fmla="*/ 74 h 465"/>
                <a:gd name="T48" fmla="*/ 25 w 454"/>
                <a:gd name="T49" fmla="*/ 251 h 465"/>
                <a:gd name="T50" fmla="*/ 47 w 454"/>
                <a:gd name="T51" fmla="*/ 277 h 465"/>
                <a:gd name="T52" fmla="*/ 56 w 454"/>
                <a:gd name="T53" fmla="*/ 278 h 465"/>
                <a:gd name="T54" fmla="*/ 80 w 454"/>
                <a:gd name="T55" fmla="*/ 267 h 465"/>
                <a:gd name="T56" fmla="*/ 137 w 454"/>
                <a:gd name="T57" fmla="*/ 198 h 465"/>
                <a:gd name="T58" fmla="*/ 137 w 454"/>
                <a:gd name="T59" fmla="*/ 356 h 465"/>
                <a:gd name="T60" fmla="*/ 137 w 454"/>
                <a:gd name="T61" fmla="*/ 362 h 465"/>
                <a:gd name="T62" fmla="*/ 246 w 454"/>
                <a:gd name="T63" fmla="*/ 373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54" h="465">
                  <a:moveTo>
                    <a:pt x="246" y="373"/>
                  </a:moveTo>
                  <a:cubicBezTo>
                    <a:pt x="286" y="373"/>
                    <a:pt x="335" y="365"/>
                    <a:pt x="354" y="362"/>
                  </a:cubicBezTo>
                  <a:cubicBezTo>
                    <a:pt x="353" y="356"/>
                    <a:pt x="353" y="356"/>
                    <a:pt x="353" y="356"/>
                  </a:cubicBezTo>
                  <a:cubicBezTo>
                    <a:pt x="353" y="179"/>
                    <a:pt x="353" y="179"/>
                    <a:pt x="353" y="179"/>
                  </a:cubicBezTo>
                  <a:cubicBezTo>
                    <a:pt x="373" y="216"/>
                    <a:pt x="388" y="291"/>
                    <a:pt x="379" y="432"/>
                  </a:cubicBezTo>
                  <a:cubicBezTo>
                    <a:pt x="378" y="449"/>
                    <a:pt x="392" y="464"/>
                    <a:pt x="410" y="465"/>
                  </a:cubicBezTo>
                  <a:cubicBezTo>
                    <a:pt x="410" y="465"/>
                    <a:pt x="411" y="465"/>
                    <a:pt x="412" y="465"/>
                  </a:cubicBezTo>
                  <a:cubicBezTo>
                    <a:pt x="429" y="465"/>
                    <a:pt x="443" y="452"/>
                    <a:pt x="444" y="435"/>
                  </a:cubicBezTo>
                  <a:cubicBezTo>
                    <a:pt x="454" y="266"/>
                    <a:pt x="433" y="156"/>
                    <a:pt x="381" y="108"/>
                  </a:cubicBezTo>
                  <a:cubicBezTo>
                    <a:pt x="359" y="87"/>
                    <a:pt x="337" y="83"/>
                    <a:pt x="326" y="82"/>
                  </a:cubicBezTo>
                  <a:cubicBezTo>
                    <a:pt x="325" y="82"/>
                    <a:pt x="324" y="82"/>
                    <a:pt x="324" y="82"/>
                  </a:cubicBezTo>
                  <a:cubicBezTo>
                    <a:pt x="300" y="82"/>
                    <a:pt x="300" y="82"/>
                    <a:pt x="300" y="82"/>
                  </a:cubicBezTo>
                  <a:cubicBezTo>
                    <a:pt x="297" y="98"/>
                    <a:pt x="274" y="112"/>
                    <a:pt x="246" y="112"/>
                  </a:cubicBezTo>
                  <a:cubicBezTo>
                    <a:pt x="219" y="112"/>
                    <a:pt x="196" y="98"/>
                    <a:pt x="193" y="82"/>
                  </a:cubicBezTo>
                  <a:cubicBezTo>
                    <a:pt x="169" y="82"/>
                    <a:pt x="169" y="82"/>
                    <a:pt x="169" y="82"/>
                  </a:cubicBezTo>
                  <a:cubicBezTo>
                    <a:pt x="168" y="82"/>
                    <a:pt x="167" y="82"/>
                    <a:pt x="166" y="82"/>
                  </a:cubicBezTo>
                  <a:cubicBezTo>
                    <a:pt x="157" y="82"/>
                    <a:pt x="148" y="86"/>
                    <a:pt x="141" y="94"/>
                  </a:cubicBezTo>
                  <a:cubicBezTo>
                    <a:pt x="78" y="170"/>
                    <a:pt x="78" y="170"/>
                    <a:pt x="78" y="170"/>
                  </a:cubicBezTo>
                  <a:cubicBezTo>
                    <a:pt x="66" y="72"/>
                    <a:pt x="66" y="72"/>
                    <a:pt x="66" y="72"/>
                  </a:cubicBezTo>
                  <a:cubicBezTo>
                    <a:pt x="58" y="9"/>
                    <a:pt x="58" y="9"/>
                    <a:pt x="58" y="9"/>
                  </a:cubicBezTo>
                  <a:cubicBezTo>
                    <a:pt x="58" y="4"/>
                    <a:pt x="53" y="0"/>
                    <a:pt x="47" y="1"/>
                  </a:cubicBezTo>
                  <a:cubicBezTo>
                    <a:pt x="42" y="1"/>
                    <a:pt x="38" y="6"/>
                    <a:pt x="38" y="12"/>
                  </a:cubicBezTo>
                  <a:cubicBezTo>
                    <a:pt x="44" y="56"/>
                    <a:pt x="44" y="56"/>
                    <a:pt x="44" y="56"/>
                  </a:cubicBezTo>
                  <a:cubicBezTo>
                    <a:pt x="25" y="55"/>
                    <a:pt x="0" y="63"/>
                    <a:pt x="1" y="74"/>
                  </a:cubicBezTo>
                  <a:cubicBezTo>
                    <a:pt x="25" y="251"/>
                    <a:pt x="25" y="251"/>
                    <a:pt x="25" y="251"/>
                  </a:cubicBezTo>
                  <a:cubicBezTo>
                    <a:pt x="26" y="263"/>
                    <a:pt x="35" y="274"/>
                    <a:pt x="47" y="277"/>
                  </a:cubicBezTo>
                  <a:cubicBezTo>
                    <a:pt x="50" y="278"/>
                    <a:pt x="53" y="278"/>
                    <a:pt x="56" y="278"/>
                  </a:cubicBezTo>
                  <a:cubicBezTo>
                    <a:pt x="66" y="278"/>
                    <a:pt x="74" y="274"/>
                    <a:pt x="80" y="267"/>
                  </a:cubicBezTo>
                  <a:cubicBezTo>
                    <a:pt x="137" y="198"/>
                    <a:pt x="137" y="198"/>
                    <a:pt x="137" y="198"/>
                  </a:cubicBezTo>
                  <a:cubicBezTo>
                    <a:pt x="137" y="356"/>
                    <a:pt x="137" y="356"/>
                    <a:pt x="137" y="356"/>
                  </a:cubicBezTo>
                  <a:cubicBezTo>
                    <a:pt x="137" y="362"/>
                    <a:pt x="137" y="362"/>
                    <a:pt x="137" y="362"/>
                  </a:cubicBezTo>
                  <a:cubicBezTo>
                    <a:pt x="156" y="365"/>
                    <a:pt x="207" y="373"/>
                    <a:pt x="246" y="3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 name="Freeform 413"/>
            <p:cNvSpPr>
              <a:spLocks noEditPoints="1"/>
            </p:cNvSpPr>
            <p:nvPr/>
          </p:nvSpPr>
          <p:spPr bwMode="auto">
            <a:xfrm>
              <a:off x="7739063" y="1008063"/>
              <a:ext cx="231775" cy="231775"/>
            </a:xfrm>
            <a:custGeom>
              <a:avLst/>
              <a:gdLst>
                <a:gd name="T0" fmla="*/ 124 w 180"/>
                <a:gd name="T1" fmla="*/ 173 h 180"/>
                <a:gd name="T2" fmla="*/ 180 w 180"/>
                <a:gd name="T3" fmla="*/ 90 h 180"/>
                <a:gd name="T4" fmla="*/ 90 w 180"/>
                <a:gd name="T5" fmla="*/ 0 h 180"/>
                <a:gd name="T6" fmla="*/ 0 w 180"/>
                <a:gd name="T7" fmla="*/ 90 h 180"/>
                <a:gd name="T8" fmla="*/ 57 w 180"/>
                <a:gd name="T9" fmla="*/ 173 h 180"/>
                <a:gd name="T10" fmla="*/ 90 w 180"/>
                <a:gd name="T11" fmla="*/ 180 h 180"/>
                <a:gd name="T12" fmla="*/ 124 w 180"/>
                <a:gd name="T13" fmla="*/ 173 h 180"/>
                <a:gd name="T14" fmla="*/ 34 w 180"/>
                <a:gd name="T15" fmla="*/ 122 h 180"/>
                <a:gd name="T16" fmla="*/ 146 w 180"/>
                <a:gd name="T17" fmla="*/ 122 h 180"/>
                <a:gd name="T18" fmla="*/ 90 w 180"/>
                <a:gd name="T19" fmla="*/ 153 h 180"/>
                <a:gd name="T20" fmla="*/ 34 w 180"/>
                <a:gd name="T21" fmla="*/ 122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0" h="180">
                  <a:moveTo>
                    <a:pt x="124" y="173"/>
                  </a:moveTo>
                  <a:cubicBezTo>
                    <a:pt x="157" y="160"/>
                    <a:pt x="180" y="128"/>
                    <a:pt x="180" y="90"/>
                  </a:cubicBezTo>
                  <a:cubicBezTo>
                    <a:pt x="180" y="40"/>
                    <a:pt x="140" y="0"/>
                    <a:pt x="90" y="0"/>
                  </a:cubicBezTo>
                  <a:cubicBezTo>
                    <a:pt x="41" y="0"/>
                    <a:pt x="0" y="40"/>
                    <a:pt x="0" y="90"/>
                  </a:cubicBezTo>
                  <a:cubicBezTo>
                    <a:pt x="0" y="128"/>
                    <a:pt x="24" y="160"/>
                    <a:pt x="57" y="173"/>
                  </a:cubicBezTo>
                  <a:cubicBezTo>
                    <a:pt x="67" y="177"/>
                    <a:pt x="78" y="180"/>
                    <a:pt x="90" y="180"/>
                  </a:cubicBezTo>
                  <a:cubicBezTo>
                    <a:pt x="102" y="180"/>
                    <a:pt x="114" y="177"/>
                    <a:pt x="124" y="173"/>
                  </a:cubicBezTo>
                  <a:close/>
                  <a:moveTo>
                    <a:pt x="34" y="122"/>
                  </a:moveTo>
                  <a:cubicBezTo>
                    <a:pt x="146" y="122"/>
                    <a:pt x="146" y="122"/>
                    <a:pt x="146" y="122"/>
                  </a:cubicBezTo>
                  <a:cubicBezTo>
                    <a:pt x="135" y="138"/>
                    <a:pt x="114" y="153"/>
                    <a:pt x="90" y="153"/>
                  </a:cubicBezTo>
                  <a:cubicBezTo>
                    <a:pt x="67" y="153"/>
                    <a:pt x="46" y="138"/>
                    <a:pt x="34"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 name="Freeform 414"/>
            <p:cNvSpPr>
              <a:spLocks noEditPoints="1"/>
            </p:cNvSpPr>
            <p:nvPr/>
          </p:nvSpPr>
          <p:spPr bwMode="auto">
            <a:xfrm>
              <a:off x="8007351" y="777875"/>
              <a:ext cx="419100" cy="438150"/>
            </a:xfrm>
            <a:custGeom>
              <a:avLst/>
              <a:gdLst>
                <a:gd name="T0" fmla="*/ 68 w 325"/>
                <a:gd name="T1" fmla="*/ 288 h 340"/>
                <a:gd name="T2" fmla="*/ 165 w 325"/>
                <a:gd name="T3" fmla="*/ 321 h 340"/>
                <a:gd name="T4" fmla="*/ 325 w 325"/>
                <a:gd name="T5" fmla="*/ 160 h 340"/>
                <a:gd name="T6" fmla="*/ 165 w 325"/>
                <a:gd name="T7" fmla="*/ 0 h 340"/>
                <a:gd name="T8" fmla="*/ 4 w 325"/>
                <a:gd name="T9" fmla="*/ 160 h 340"/>
                <a:gd name="T10" fmla="*/ 42 w 325"/>
                <a:gd name="T11" fmla="*/ 264 h 340"/>
                <a:gd name="T12" fmla="*/ 0 w 325"/>
                <a:gd name="T13" fmla="*/ 340 h 340"/>
                <a:gd name="T14" fmla="*/ 68 w 325"/>
                <a:gd name="T15" fmla="*/ 288 h 340"/>
                <a:gd name="T16" fmla="*/ 22 w 325"/>
                <a:gd name="T17" fmla="*/ 166 h 340"/>
                <a:gd name="T18" fmla="*/ 159 w 325"/>
                <a:gd name="T19" fmla="*/ 29 h 340"/>
                <a:gd name="T20" fmla="*/ 296 w 325"/>
                <a:gd name="T21" fmla="*/ 166 h 340"/>
                <a:gd name="T22" fmla="*/ 159 w 325"/>
                <a:gd name="T23" fmla="*/ 303 h 340"/>
                <a:gd name="T24" fmla="*/ 22 w 325"/>
                <a:gd name="T25" fmla="*/ 166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5" h="340">
                  <a:moveTo>
                    <a:pt x="68" y="288"/>
                  </a:moveTo>
                  <a:cubicBezTo>
                    <a:pt x="95" y="309"/>
                    <a:pt x="128" y="321"/>
                    <a:pt x="165" y="321"/>
                  </a:cubicBezTo>
                  <a:cubicBezTo>
                    <a:pt x="253" y="321"/>
                    <a:pt x="325" y="249"/>
                    <a:pt x="325" y="160"/>
                  </a:cubicBezTo>
                  <a:cubicBezTo>
                    <a:pt x="325" y="71"/>
                    <a:pt x="253" y="0"/>
                    <a:pt x="165" y="0"/>
                  </a:cubicBezTo>
                  <a:cubicBezTo>
                    <a:pt x="76" y="0"/>
                    <a:pt x="4" y="71"/>
                    <a:pt x="4" y="160"/>
                  </a:cubicBezTo>
                  <a:cubicBezTo>
                    <a:pt x="4" y="200"/>
                    <a:pt x="18" y="236"/>
                    <a:pt x="42" y="264"/>
                  </a:cubicBezTo>
                  <a:cubicBezTo>
                    <a:pt x="0" y="340"/>
                    <a:pt x="0" y="340"/>
                    <a:pt x="0" y="340"/>
                  </a:cubicBezTo>
                  <a:lnTo>
                    <a:pt x="68" y="288"/>
                  </a:lnTo>
                  <a:close/>
                  <a:moveTo>
                    <a:pt x="22" y="166"/>
                  </a:moveTo>
                  <a:cubicBezTo>
                    <a:pt x="22" y="91"/>
                    <a:pt x="83" y="29"/>
                    <a:pt x="159" y="29"/>
                  </a:cubicBezTo>
                  <a:cubicBezTo>
                    <a:pt x="234" y="29"/>
                    <a:pt x="296" y="91"/>
                    <a:pt x="296" y="166"/>
                  </a:cubicBezTo>
                  <a:cubicBezTo>
                    <a:pt x="296" y="242"/>
                    <a:pt x="234" y="303"/>
                    <a:pt x="159" y="303"/>
                  </a:cubicBezTo>
                  <a:cubicBezTo>
                    <a:pt x="83" y="303"/>
                    <a:pt x="22" y="242"/>
                    <a:pt x="22" y="1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 name="Freeform 415"/>
            <p:cNvSpPr>
              <a:spLocks noEditPoints="1"/>
            </p:cNvSpPr>
            <p:nvPr/>
          </p:nvSpPr>
          <p:spPr bwMode="auto">
            <a:xfrm>
              <a:off x="8132763" y="877888"/>
              <a:ext cx="157163" cy="225425"/>
            </a:xfrm>
            <a:custGeom>
              <a:avLst/>
              <a:gdLst>
                <a:gd name="T0" fmla="*/ 21 w 122"/>
                <a:gd name="T1" fmla="*/ 108 h 175"/>
                <a:gd name="T2" fmla="*/ 39 w 122"/>
                <a:gd name="T3" fmla="*/ 151 h 175"/>
                <a:gd name="T4" fmla="*/ 83 w 122"/>
                <a:gd name="T5" fmla="*/ 151 h 175"/>
                <a:gd name="T6" fmla="*/ 100 w 122"/>
                <a:gd name="T7" fmla="*/ 108 h 175"/>
                <a:gd name="T8" fmla="*/ 122 w 122"/>
                <a:gd name="T9" fmla="*/ 61 h 175"/>
                <a:gd name="T10" fmla="*/ 61 w 122"/>
                <a:gd name="T11" fmla="*/ 0 h 175"/>
                <a:gd name="T12" fmla="*/ 0 w 122"/>
                <a:gd name="T13" fmla="*/ 61 h 175"/>
                <a:gd name="T14" fmla="*/ 21 w 122"/>
                <a:gd name="T15" fmla="*/ 108 h 175"/>
                <a:gd name="T16" fmla="*/ 61 w 122"/>
                <a:gd name="T17" fmla="*/ 12 h 175"/>
                <a:gd name="T18" fmla="*/ 109 w 122"/>
                <a:gd name="T19" fmla="*/ 61 h 175"/>
                <a:gd name="T20" fmla="*/ 92 w 122"/>
                <a:gd name="T21" fmla="*/ 97 h 175"/>
                <a:gd name="T22" fmla="*/ 91 w 122"/>
                <a:gd name="T23" fmla="*/ 98 h 175"/>
                <a:gd name="T24" fmla="*/ 90 w 122"/>
                <a:gd name="T25" fmla="*/ 100 h 175"/>
                <a:gd name="T26" fmla="*/ 79 w 122"/>
                <a:gd name="T27" fmla="*/ 119 h 175"/>
                <a:gd name="T28" fmla="*/ 43 w 122"/>
                <a:gd name="T29" fmla="*/ 119 h 175"/>
                <a:gd name="T30" fmla="*/ 31 w 122"/>
                <a:gd name="T31" fmla="*/ 100 h 175"/>
                <a:gd name="T32" fmla="*/ 31 w 122"/>
                <a:gd name="T33" fmla="*/ 99 h 175"/>
                <a:gd name="T34" fmla="*/ 29 w 122"/>
                <a:gd name="T35" fmla="*/ 97 h 175"/>
                <a:gd name="T36" fmla="*/ 13 w 122"/>
                <a:gd name="T37" fmla="*/ 61 h 175"/>
                <a:gd name="T38" fmla="*/ 61 w 122"/>
                <a:gd name="T39" fmla="*/ 12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2" h="175">
                  <a:moveTo>
                    <a:pt x="21" y="108"/>
                  </a:moveTo>
                  <a:cubicBezTo>
                    <a:pt x="29" y="119"/>
                    <a:pt x="39" y="135"/>
                    <a:pt x="39" y="151"/>
                  </a:cubicBezTo>
                  <a:cubicBezTo>
                    <a:pt x="39" y="175"/>
                    <a:pt x="83" y="175"/>
                    <a:pt x="83" y="151"/>
                  </a:cubicBezTo>
                  <a:cubicBezTo>
                    <a:pt x="83" y="135"/>
                    <a:pt x="92" y="119"/>
                    <a:pt x="100" y="108"/>
                  </a:cubicBezTo>
                  <a:cubicBezTo>
                    <a:pt x="113" y="96"/>
                    <a:pt x="122" y="79"/>
                    <a:pt x="122" y="61"/>
                  </a:cubicBezTo>
                  <a:cubicBezTo>
                    <a:pt x="122" y="27"/>
                    <a:pt x="94" y="0"/>
                    <a:pt x="61" y="0"/>
                  </a:cubicBezTo>
                  <a:cubicBezTo>
                    <a:pt x="27" y="0"/>
                    <a:pt x="0" y="27"/>
                    <a:pt x="0" y="61"/>
                  </a:cubicBezTo>
                  <a:cubicBezTo>
                    <a:pt x="0" y="80"/>
                    <a:pt x="8" y="96"/>
                    <a:pt x="21" y="108"/>
                  </a:cubicBezTo>
                  <a:close/>
                  <a:moveTo>
                    <a:pt x="61" y="12"/>
                  </a:moveTo>
                  <a:cubicBezTo>
                    <a:pt x="87" y="12"/>
                    <a:pt x="109" y="34"/>
                    <a:pt x="109" y="61"/>
                  </a:cubicBezTo>
                  <a:cubicBezTo>
                    <a:pt x="109" y="75"/>
                    <a:pt x="103" y="88"/>
                    <a:pt x="92" y="97"/>
                  </a:cubicBezTo>
                  <a:cubicBezTo>
                    <a:pt x="91" y="98"/>
                    <a:pt x="91" y="98"/>
                    <a:pt x="91" y="98"/>
                  </a:cubicBezTo>
                  <a:cubicBezTo>
                    <a:pt x="90" y="100"/>
                    <a:pt x="90" y="100"/>
                    <a:pt x="90" y="100"/>
                  </a:cubicBezTo>
                  <a:cubicBezTo>
                    <a:pt x="86" y="106"/>
                    <a:pt x="82" y="111"/>
                    <a:pt x="79" y="119"/>
                  </a:cubicBezTo>
                  <a:cubicBezTo>
                    <a:pt x="43" y="119"/>
                    <a:pt x="43" y="119"/>
                    <a:pt x="43" y="119"/>
                  </a:cubicBezTo>
                  <a:cubicBezTo>
                    <a:pt x="40" y="111"/>
                    <a:pt x="36" y="106"/>
                    <a:pt x="31" y="100"/>
                  </a:cubicBezTo>
                  <a:cubicBezTo>
                    <a:pt x="31" y="99"/>
                    <a:pt x="31" y="99"/>
                    <a:pt x="31" y="99"/>
                  </a:cubicBezTo>
                  <a:cubicBezTo>
                    <a:pt x="29" y="97"/>
                    <a:pt x="29" y="97"/>
                    <a:pt x="29" y="97"/>
                  </a:cubicBezTo>
                  <a:cubicBezTo>
                    <a:pt x="19" y="88"/>
                    <a:pt x="13" y="75"/>
                    <a:pt x="13" y="61"/>
                  </a:cubicBezTo>
                  <a:cubicBezTo>
                    <a:pt x="13" y="34"/>
                    <a:pt x="34" y="12"/>
                    <a:pt x="61"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 name="Freeform 416"/>
            <p:cNvSpPr>
              <a:spLocks/>
            </p:cNvSpPr>
            <p:nvPr/>
          </p:nvSpPr>
          <p:spPr bwMode="auto">
            <a:xfrm>
              <a:off x="8167688" y="909638"/>
              <a:ext cx="49213" cy="49213"/>
            </a:xfrm>
            <a:custGeom>
              <a:avLst/>
              <a:gdLst>
                <a:gd name="T0" fmla="*/ 3 w 38"/>
                <a:gd name="T1" fmla="*/ 38 h 38"/>
                <a:gd name="T2" fmla="*/ 6 w 38"/>
                <a:gd name="T3" fmla="*/ 35 h 38"/>
                <a:gd name="T4" fmla="*/ 35 w 38"/>
                <a:gd name="T5" fmla="*/ 7 h 38"/>
                <a:gd name="T6" fmla="*/ 38 w 38"/>
                <a:gd name="T7" fmla="*/ 3 h 38"/>
                <a:gd name="T8" fmla="*/ 35 w 38"/>
                <a:gd name="T9" fmla="*/ 0 h 38"/>
                <a:gd name="T10" fmla="*/ 0 w 38"/>
                <a:gd name="T11" fmla="*/ 35 h 38"/>
                <a:gd name="T12" fmla="*/ 3 w 38"/>
                <a:gd name="T13" fmla="*/ 38 h 38"/>
              </a:gdLst>
              <a:ahLst/>
              <a:cxnLst>
                <a:cxn ang="0">
                  <a:pos x="T0" y="T1"/>
                </a:cxn>
                <a:cxn ang="0">
                  <a:pos x="T2" y="T3"/>
                </a:cxn>
                <a:cxn ang="0">
                  <a:pos x="T4" y="T5"/>
                </a:cxn>
                <a:cxn ang="0">
                  <a:pos x="T6" y="T7"/>
                </a:cxn>
                <a:cxn ang="0">
                  <a:pos x="T8" y="T9"/>
                </a:cxn>
                <a:cxn ang="0">
                  <a:pos x="T10" y="T11"/>
                </a:cxn>
                <a:cxn ang="0">
                  <a:pos x="T12" y="T13"/>
                </a:cxn>
              </a:cxnLst>
              <a:rect l="0" t="0" r="r" b="b"/>
              <a:pathLst>
                <a:path w="38" h="38">
                  <a:moveTo>
                    <a:pt x="3" y="38"/>
                  </a:moveTo>
                  <a:cubicBezTo>
                    <a:pt x="5" y="38"/>
                    <a:pt x="6" y="37"/>
                    <a:pt x="6" y="35"/>
                  </a:cubicBezTo>
                  <a:cubicBezTo>
                    <a:pt x="6" y="19"/>
                    <a:pt x="19" y="7"/>
                    <a:pt x="35" y="7"/>
                  </a:cubicBezTo>
                  <a:cubicBezTo>
                    <a:pt x="37" y="7"/>
                    <a:pt x="38" y="5"/>
                    <a:pt x="38" y="3"/>
                  </a:cubicBezTo>
                  <a:cubicBezTo>
                    <a:pt x="38" y="1"/>
                    <a:pt x="37" y="0"/>
                    <a:pt x="35" y="0"/>
                  </a:cubicBezTo>
                  <a:cubicBezTo>
                    <a:pt x="15" y="0"/>
                    <a:pt x="0" y="16"/>
                    <a:pt x="0" y="35"/>
                  </a:cubicBezTo>
                  <a:cubicBezTo>
                    <a:pt x="0" y="37"/>
                    <a:pt x="1" y="38"/>
                    <a:pt x="3"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12" name="组合 411"/>
          <p:cNvGrpSpPr/>
          <p:nvPr/>
        </p:nvGrpSpPr>
        <p:grpSpPr>
          <a:xfrm>
            <a:off x="8423276" y="768350"/>
            <a:ext cx="906462" cy="1463675"/>
            <a:chOff x="8423276" y="768350"/>
            <a:chExt cx="906462" cy="1463675"/>
          </a:xfrm>
          <a:solidFill>
            <a:schemeClr val="tx1">
              <a:lumMod val="65000"/>
              <a:lumOff val="35000"/>
            </a:schemeClr>
          </a:solidFill>
        </p:grpSpPr>
        <p:sp>
          <p:nvSpPr>
            <p:cNvPr id="413" name="Freeform 417"/>
            <p:cNvSpPr>
              <a:spLocks noEditPoints="1"/>
            </p:cNvSpPr>
            <p:nvPr/>
          </p:nvSpPr>
          <p:spPr bwMode="auto">
            <a:xfrm>
              <a:off x="8631238" y="1008063"/>
              <a:ext cx="231775" cy="231775"/>
            </a:xfrm>
            <a:custGeom>
              <a:avLst/>
              <a:gdLst>
                <a:gd name="T0" fmla="*/ 123 w 180"/>
                <a:gd name="T1" fmla="*/ 173 h 180"/>
                <a:gd name="T2" fmla="*/ 180 w 180"/>
                <a:gd name="T3" fmla="*/ 90 h 180"/>
                <a:gd name="T4" fmla="*/ 90 w 180"/>
                <a:gd name="T5" fmla="*/ 0 h 180"/>
                <a:gd name="T6" fmla="*/ 0 w 180"/>
                <a:gd name="T7" fmla="*/ 90 h 180"/>
                <a:gd name="T8" fmla="*/ 56 w 180"/>
                <a:gd name="T9" fmla="*/ 173 h 180"/>
                <a:gd name="T10" fmla="*/ 90 w 180"/>
                <a:gd name="T11" fmla="*/ 180 h 180"/>
                <a:gd name="T12" fmla="*/ 123 w 180"/>
                <a:gd name="T13" fmla="*/ 173 h 180"/>
                <a:gd name="T14" fmla="*/ 41 w 180"/>
                <a:gd name="T15" fmla="*/ 132 h 180"/>
                <a:gd name="T16" fmla="*/ 143 w 180"/>
                <a:gd name="T17" fmla="*/ 118 h 180"/>
                <a:gd name="T18" fmla="*/ 141 w 180"/>
                <a:gd name="T19" fmla="*/ 130 h 180"/>
                <a:gd name="T20" fmla="*/ 49 w 180"/>
                <a:gd name="T21" fmla="*/ 142 h 180"/>
                <a:gd name="T22" fmla="*/ 41 w 180"/>
                <a:gd name="T23" fmla="*/ 132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0" h="180">
                  <a:moveTo>
                    <a:pt x="123" y="173"/>
                  </a:moveTo>
                  <a:cubicBezTo>
                    <a:pt x="156" y="160"/>
                    <a:pt x="180" y="128"/>
                    <a:pt x="180" y="90"/>
                  </a:cubicBezTo>
                  <a:cubicBezTo>
                    <a:pt x="180" y="40"/>
                    <a:pt x="139" y="0"/>
                    <a:pt x="90" y="0"/>
                  </a:cubicBezTo>
                  <a:cubicBezTo>
                    <a:pt x="40" y="0"/>
                    <a:pt x="0" y="40"/>
                    <a:pt x="0" y="90"/>
                  </a:cubicBezTo>
                  <a:cubicBezTo>
                    <a:pt x="0" y="128"/>
                    <a:pt x="23" y="160"/>
                    <a:pt x="56" y="173"/>
                  </a:cubicBezTo>
                  <a:cubicBezTo>
                    <a:pt x="66" y="177"/>
                    <a:pt x="78" y="180"/>
                    <a:pt x="90" y="180"/>
                  </a:cubicBezTo>
                  <a:cubicBezTo>
                    <a:pt x="101" y="180"/>
                    <a:pt x="113" y="177"/>
                    <a:pt x="123" y="173"/>
                  </a:cubicBezTo>
                  <a:close/>
                  <a:moveTo>
                    <a:pt x="41" y="132"/>
                  </a:moveTo>
                  <a:cubicBezTo>
                    <a:pt x="43" y="131"/>
                    <a:pt x="72" y="108"/>
                    <a:pt x="143" y="118"/>
                  </a:cubicBezTo>
                  <a:cubicBezTo>
                    <a:pt x="141" y="130"/>
                    <a:pt x="141" y="130"/>
                    <a:pt x="141" y="130"/>
                  </a:cubicBezTo>
                  <a:cubicBezTo>
                    <a:pt x="76" y="120"/>
                    <a:pt x="49" y="142"/>
                    <a:pt x="49" y="142"/>
                  </a:cubicBezTo>
                  <a:lnTo>
                    <a:pt x="41" y="1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 name="Freeform 418"/>
            <p:cNvSpPr>
              <a:spLocks noEditPoints="1"/>
            </p:cNvSpPr>
            <p:nvPr/>
          </p:nvSpPr>
          <p:spPr bwMode="auto">
            <a:xfrm>
              <a:off x="8910638" y="768350"/>
              <a:ext cx="419100" cy="439738"/>
            </a:xfrm>
            <a:custGeom>
              <a:avLst/>
              <a:gdLst>
                <a:gd name="T0" fmla="*/ 68 w 325"/>
                <a:gd name="T1" fmla="*/ 289 h 341"/>
                <a:gd name="T2" fmla="*/ 164 w 325"/>
                <a:gd name="T3" fmla="*/ 321 h 341"/>
                <a:gd name="T4" fmla="*/ 325 w 325"/>
                <a:gd name="T5" fmla="*/ 160 h 341"/>
                <a:gd name="T6" fmla="*/ 164 w 325"/>
                <a:gd name="T7" fmla="*/ 0 h 341"/>
                <a:gd name="T8" fmla="*/ 4 w 325"/>
                <a:gd name="T9" fmla="*/ 160 h 341"/>
                <a:gd name="T10" fmla="*/ 42 w 325"/>
                <a:gd name="T11" fmla="*/ 264 h 341"/>
                <a:gd name="T12" fmla="*/ 0 w 325"/>
                <a:gd name="T13" fmla="*/ 341 h 341"/>
                <a:gd name="T14" fmla="*/ 68 w 325"/>
                <a:gd name="T15" fmla="*/ 289 h 341"/>
                <a:gd name="T16" fmla="*/ 22 w 325"/>
                <a:gd name="T17" fmla="*/ 167 h 341"/>
                <a:gd name="T18" fmla="*/ 159 w 325"/>
                <a:gd name="T19" fmla="*/ 30 h 341"/>
                <a:gd name="T20" fmla="*/ 296 w 325"/>
                <a:gd name="T21" fmla="*/ 167 h 341"/>
                <a:gd name="T22" fmla="*/ 159 w 325"/>
                <a:gd name="T23" fmla="*/ 304 h 341"/>
                <a:gd name="T24" fmla="*/ 22 w 325"/>
                <a:gd name="T25" fmla="*/ 167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5" h="341">
                  <a:moveTo>
                    <a:pt x="68" y="289"/>
                  </a:moveTo>
                  <a:cubicBezTo>
                    <a:pt x="95" y="309"/>
                    <a:pt x="128" y="321"/>
                    <a:pt x="164" y="321"/>
                  </a:cubicBezTo>
                  <a:cubicBezTo>
                    <a:pt x="253" y="321"/>
                    <a:pt x="325" y="249"/>
                    <a:pt x="325" y="160"/>
                  </a:cubicBezTo>
                  <a:cubicBezTo>
                    <a:pt x="325" y="72"/>
                    <a:pt x="253" y="0"/>
                    <a:pt x="164" y="0"/>
                  </a:cubicBezTo>
                  <a:cubicBezTo>
                    <a:pt x="76" y="0"/>
                    <a:pt x="4" y="72"/>
                    <a:pt x="4" y="160"/>
                  </a:cubicBezTo>
                  <a:cubicBezTo>
                    <a:pt x="4" y="200"/>
                    <a:pt x="18" y="236"/>
                    <a:pt x="42" y="264"/>
                  </a:cubicBezTo>
                  <a:cubicBezTo>
                    <a:pt x="0" y="341"/>
                    <a:pt x="0" y="341"/>
                    <a:pt x="0" y="341"/>
                  </a:cubicBezTo>
                  <a:lnTo>
                    <a:pt x="68" y="289"/>
                  </a:lnTo>
                  <a:close/>
                  <a:moveTo>
                    <a:pt x="22" y="167"/>
                  </a:moveTo>
                  <a:cubicBezTo>
                    <a:pt x="22" y="91"/>
                    <a:pt x="83" y="30"/>
                    <a:pt x="159" y="30"/>
                  </a:cubicBezTo>
                  <a:cubicBezTo>
                    <a:pt x="234" y="30"/>
                    <a:pt x="296" y="91"/>
                    <a:pt x="296" y="167"/>
                  </a:cubicBezTo>
                  <a:cubicBezTo>
                    <a:pt x="296" y="242"/>
                    <a:pt x="234" y="304"/>
                    <a:pt x="159" y="304"/>
                  </a:cubicBezTo>
                  <a:cubicBezTo>
                    <a:pt x="83" y="304"/>
                    <a:pt x="22" y="242"/>
                    <a:pt x="22" y="1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 name="Freeform 419"/>
            <p:cNvSpPr>
              <a:spLocks noEditPoints="1"/>
            </p:cNvSpPr>
            <p:nvPr/>
          </p:nvSpPr>
          <p:spPr bwMode="auto">
            <a:xfrm>
              <a:off x="8423276" y="1231900"/>
              <a:ext cx="646113" cy="1000125"/>
            </a:xfrm>
            <a:custGeom>
              <a:avLst/>
              <a:gdLst>
                <a:gd name="T0" fmla="*/ 69 w 501"/>
                <a:gd name="T1" fmla="*/ 308 h 776"/>
                <a:gd name="T2" fmla="*/ 79 w 501"/>
                <a:gd name="T3" fmla="*/ 307 h 776"/>
                <a:gd name="T4" fmla="*/ 81 w 501"/>
                <a:gd name="T5" fmla="*/ 306 h 776"/>
                <a:gd name="T6" fmla="*/ 98 w 501"/>
                <a:gd name="T7" fmla="*/ 340 h 776"/>
                <a:gd name="T8" fmla="*/ 136 w 501"/>
                <a:gd name="T9" fmla="*/ 384 h 776"/>
                <a:gd name="T10" fmla="*/ 108 w 501"/>
                <a:gd name="T11" fmla="*/ 720 h 776"/>
                <a:gd name="T12" fmla="*/ 154 w 501"/>
                <a:gd name="T13" fmla="*/ 774 h 776"/>
                <a:gd name="T14" fmla="*/ 207 w 501"/>
                <a:gd name="T15" fmla="*/ 729 h 776"/>
                <a:gd name="T16" fmla="*/ 233 w 501"/>
                <a:gd name="T17" fmla="*/ 408 h 776"/>
                <a:gd name="T18" fmla="*/ 268 w 501"/>
                <a:gd name="T19" fmla="*/ 408 h 776"/>
                <a:gd name="T20" fmla="*/ 294 w 501"/>
                <a:gd name="T21" fmla="*/ 729 h 776"/>
                <a:gd name="T22" fmla="*/ 348 w 501"/>
                <a:gd name="T23" fmla="*/ 774 h 776"/>
                <a:gd name="T24" fmla="*/ 393 w 501"/>
                <a:gd name="T25" fmla="*/ 720 h 776"/>
                <a:gd name="T26" fmla="*/ 365 w 501"/>
                <a:gd name="T27" fmla="*/ 384 h 776"/>
                <a:gd name="T28" fmla="*/ 403 w 501"/>
                <a:gd name="T29" fmla="*/ 340 h 776"/>
                <a:gd name="T30" fmla="*/ 421 w 501"/>
                <a:gd name="T31" fmla="*/ 306 h 776"/>
                <a:gd name="T32" fmla="*/ 422 w 501"/>
                <a:gd name="T33" fmla="*/ 307 h 776"/>
                <a:gd name="T34" fmla="*/ 432 w 501"/>
                <a:gd name="T35" fmla="*/ 308 h 776"/>
                <a:gd name="T36" fmla="*/ 462 w 501"/>
                <a:gd name="T37" fmla="*/ 286 h 776"/>
                <a:gd name="T38" fmla="*/ 452 w 501"/>
                <a:gd name="T39" fmla="*/ 40 h 776"/>
                <a:gd name="T40" fmla="*/ 318 w 501"/>
                <a:gd name="T41" fmla="*/ 28 h 776"/>
                <a:gd name="T42" fmla="*/ 304 w 501"/>
                <a:gd name="T43" fmla="*/ 28 h 776"/>
                <a:gd name="T44" fmla="*/ 251 w 501"/>
                <a:gd name="T45" fmla="*/ 58 h 776"/>
                <a:gd name="T46" fmla="*/ 197 w 501"/>
                <a:gd name="T47" fmla="*/ 28 h 776"/>
                <a:gd name="T48" fmla="*/ 183 w 501"/>
                <a:gd name="T49" fmla="*/ 28 h 776"/>
                <a:gd name="T50" fmla="*/ 49 w 501"/>
                <a:gd name="T51" fmla="*/ 40 h 776"/>
                <a:gd name="T52" fmla="*/ 39 w 501"/>
                <a:gd name="T53" fmla="*/ 285 h 776"/>
                <a:gd name="T54" fmla="*/ 69 w 501"/>
                <a:gd name="T55" fmla="*/ 308 h 776"/>
                <a:gd name="T56" fmla="*/ 91 w 501"/>
                <a:gd name="T57" fmla="*/ 88 h 776"/>
                <a:gd name="T58" fmla="*/ 141 w 501"/>
                <a:gd name="T59" fmla="*/ 83 h 776"/>
                <a:gd name="T60" fmla="*/ 141 w 501"/>
                <a:gd name="T61" fmla="*/ 302 h 776"/>
                <a:gd name="T62" fmla="*/ 141 w 501"/>
                <a:gd name="T63" fmla="*/ 308 h 776"/>
                <a:gd name="T64" fmla="*/ 250 w 501"/>
                <a:gd name="T65" fmla="*/ 319 h 776"/>
                <a:gd name="T66" fmla="*/ 358 w 501"/>
                <a:gd name="T67" fmla="*/ 308 h 776"/>
                <a:gd name="T68" fmla="*/ 357 w 501"/>
                <a:gd name="T69" fmla="*/ 302 h 776"/>
                <a:gd name="T70" fmla="*/ 357 w 501"/>
                <a:gd name="T71" fmla="*/ 83 h 776"/>
                <a:gd name="T72" fmla="*/ 409 w 501"/>
                <a:gd name="T73" fmla="*/ 88 h 776"/>
                <a:gd name="T74" fmla="*/ 401 w 501"/>
                <a:gd name="T75" fmla="*/ 267 h 776"/>
                <a:gd name="T76" fmla="*/ 404 w 501"/>
                <a:gd name="T77" fmla="*/ 293 h 776"/>
                <a:gd name="T78" fmla="*/ 374 w 501"/>
                <a:gd name="T79" fmla="*/ 309 h 776"/>
                <a:gd name="T80" fmla="*/ 355 w 501"/>
                <a:gd name="T81" fmla="*/ 321 h 776"/>
                <a:gd name="T82" fmla="*/ 251 w 501"/>
                <a:gd name="T83" fmla="*/ 331 h 776"/>
                <a:gd name="T84" fmla="*/ 146 w 501"/>
                <a:gd name="T85" fmla="*/ 321 h 776"/>
                <a:gd name="T86" fmla="*/ 127 w 501"/>
                <a:gd name="T87" fmla="*/ 309 h 776"/>
                <a:gd name="T88" fmla="*/ 97 w 501"/>
                <a:gd name="T89" fmla="*/ 293 h 776"/>
                <a:gd name="T90" fmla="*/ 100 w 501"/>
                <a:gd name="T91" fmla="*/ 267 h 776"/>
                <a:gd name="T92" fmla="*/ 91 w 501"/>
                <a:gd name="T93" fmla="*/ 88 h 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01" h="776">
                  <a:moveTo>
                    <a:pt x="69" y="308"/>
                  </a:moveTo>
                  <a:cubicBezTo>
                    <a:pt x="73" y="308"/>
                    <a:pt x="76" y="308"/>
                    <a:pt x="79" y="307"/>
                  </a:cubicBezTo>
                  <a:cubicBezTo>
                    <a:pt x="79" y="306"/>
                    <a:pt x="80" y="306"/>
                    <a:pt x="81" y="306"/>
                  </a:cubicBezTo>
                  <a:cubicBezTo>
                    <a:pt x="91" y="315"/>
                    <a:pt x="99" y="326"/>
                    <a:pt x="98" y="340"/>
                  </a:cubicBezTo>
                  <a:cubicBezTo>
                    <a:pt x="97" y="362"/>
                    <a:pt x="119" y="376"/>
                    <a:pt x="136" y="384"/>
                  </a:cubicBezTo>
                  <a:cubicBezTo>
                    <a:pt x="108" y="720"/>
                    <a:pt x="108" y="720"/>
                    <a:pt x="108" y="720"/>
                  </a:cubicBezTo>
                  <a:cubicBezTo>
                    <a:pt x="106" y="747"/>
                    <a:pt x="126" y="771"/>
                    <a:pt x="154" y="774"/>
                  </a:cubicBezTo>
                  <a:cubicBezTo>
                    <a:pt x="181" y="776"/>
                    <a:pt x="205" y="756"/>
                    <a:pt x="207" y="729"/>
                  </a:cubicBezTo>
                  <a:cubicBezTo>
                    <a:pt x="233" y="408"/>
                    <a:pt x="233" y="408"/>
                    <a:pt x="233" y="408"/>
                  </a:cubicBezTo>
                  <a:cubicBezTo>
                    <a:pt x="268" y="408"/>
                    <a:pt x="268" y="408"/>
                    <a:pt x="268" y="408"/>
                  </a:cubicBezTo>
                  <a:cubicBezTo>
                    <a:pt x="294" y="729"/>
                    <a:pt x="294" y="729"/>
                    <a:pt x="294" y="729"/>
                  </a:cubicBezTo>
                  <a:cubicBezTo>
                    <a:pt x="296" y="756"/>
                    <a:pt x="320" y="776"/>
                    <a:pt x="348" y="774"/>
                  </a:cubicBezTo>
                  <a:cubicBezTo>
                    <a:pt x="375" y="772"/>
                    <a:pt x="395" y="748"/>
                    <a:pt x="393" y="720"/>
                  </a:cubicBezTo>
                  <a:cubicBezTo>
                    <a:pt x="365" y="384"/>
                    <a:pt x="365" y="384"/>
                    <a:pt x="365" y="384"/>
                  </a:cubicBezTo>
                  <a:cubicBezTo>
                    <a:pt x="382" y="376"/>
                    <a:pt x="404" y="362"/>
                    <a:pt x="403" y="340"/>
                  </a:cubicBezTo>
                  <a:cubicBezTo>
                    <a:pt x="402" y="326"/>
                    <a:pt x="411" y="315"/>
                    <a:pt x="421" y="306"/>
                  </a:cubicBezTo>
                  <a:cubicBezTo>
                    <a:pt x="421" y="306"/>
                    <a:pt x="422" y="306"/>
                    <a:pt x="422" y="307"/>
                  </a:cubicBezTo>
                  <a:cubicBezTo>
                    <a:pt x="425" y="308"/>
                    <a:pt x="428" y="308"/>
                    <a:pt x="432" y="308"/>
                  </a:cubicBezTo>
                  <a:cubicBezTo>
                    <a:pt x="445" y="308"/>
                    <a:pt x="458" y="299"/>
                    <a:pt x="462" y="286"/>
                  </a:cubicBezTo>
                  <a:cubicBezTo>
                    <a:pt x="501" y="161"/>
                    <a:pt x="498" y="80"/>
                    <a:pt x="452" y="40"/>
                  </a:cubicBezTo>
                  <a:cubicBezTo>
                    <a:pt x="407" y="0"/>
                    <a:pt x="341" y="20"/>
                    <a:pt x="318" y="28"/>
                  </a:cubicBezTo>
                  <a:cubicBezTo>
                    <a:pt x="304" y="28"/>
                    <a:pt x="304" y="28"/>
                    <a:pt x="304" y="28"/>
                  </a:cubicBezTo>
                  <a:cubicBezTo>
                    <a:pt x="301" y="44"/>
                    <a:pt x="278" y="58"/>
                    <a:pt x="251" y="58"/>
                  </a:cubicBezTo>
                  <a:cubicBezTo>
                    <a:pt x="223" y="58"/>
                    <a:pt x="200" y="44"/>
                    <a:pt x="197" y="28"/>
                  </a:cubicBezTo>
                  <a:cubicBezTo>
                    <a:pt x="183" y="28"/>
                    <a:pt x="183" y="28"/>
                    <a:pt x="183" y="28"/>
                  </a:cubicBezTo>
                  <a:cubicBezTo>
                    <a:pt x="160" y="20"/>
                    <a:pt x="94" y="0"/>
                    <a:pt x="49" y="40"/>
                  </a:cubicBezTo>
                  <a:cubicBezTo>
                    <a:pt x="3" y="80"/>
                    <a:pt x="0" y="161"/>
                    <a:pt x="39" y="285"/>
                  </a:cubicBezTo>
                  <a:cubicBezTo>
                    <a:pt x="43" y="299"/>
                    <a:pt x="56" y="308"/>
                    <a:pt x="69" y="308"/>
                  </a:cubicBezTo>
                  <a:close/>
                  <a:moveTo>
                    <a:pt x="91" y="88"/>
                  </a:moveTo>
                  <a:cubicBezTo>
                    <a:pt x="103" y="78"/>
                    <a:pt x="125" y="79"/>
                    <a:pt x="141" y="83"/>
                  </a:cubicBezTo>
                  <a:cubicBezTo>
                    <a:pt x="141" y="302"/>
                    <a:pt x="141" y="302"/>
                    <a:pt x="141" y="302"/>
                  </a:cubicBezTo>
                  <a:cubicBezTo>
                    <a:pt x="141" y="308"/>
                    <a:pt x="141" y="308"/>
                    <a:pt x="141" y="308"/>
                  </a:cubicBezTo>
                  <a:cubicBezTo>
                    <a:pt x="161" y="311"/>
                    <a:pt x="211" y="319"/>
                    <a:pt x="250" y="319"/>
                  </a:cubicBezTo>
                  <a:cubicBezTo>
                    <a:pt x="290" y="319"/>
                    <a:pt x="339" y="311"/>
                    <a:pt x="358" y="308"/>
                  </a:cubicBezTo>
                  <a:cubicBezTo>
                    <a:pt x="357" y="302"/>
                    <a:pt x="357" y="302"/>
                    <a:pt x="357" y="302"/>
                  </a:cubicBezTo>
                  <a:cubicBezTo>
                    <a:pt x="357" y="83"/>
                    <a:pt x="357" y="83"/>
                    <a:pt x="357" y="83"/>
                  </a:cubicBezTo>
                  <a:cubicBezTo>
                    <a:pt x="377" y="79"/>
                    <a:pt x="397" y="78"/>
                    <a:pt x="409" y="88"/>
                  </a:cubicBezTo>
                  <a:cubicBezTo>
                    <a:pt x="418" y="96"/>
                    <a:pt x="443" y="131"/>
                    <a:pt x="401" y="267"/>
                  </a:cubicBezTo>
                  <a:cubicBezTo>
                    <a:pt x="398" y="276"/>
                    <a:pt x="400" y="285"/>
                    <a:pt x="404" y="293"/>
                  </a:cubicBezTo>
                  <a:cubicBezTo>
                    <a:pt x="394" y="297"/>
                    <a:pt x="383" y="303"/>
                    <a:pt x="374" y="309"/>
                  </a:cubicBezTo>
                  <a:cubicBezTo>
                    <a:pt x="367" y="313"/>
                    <a:pt x="361" y="317"/>
                    <a:pt x="355" y="321"/>
                  </a:cubicBezTo>
                  <a:cubicBezTo>
                    <a:pt x="332" y="324"/>
                    <a:pt x="288" y="331"/>
                    <a:pt x="251" y="331"/>
                  </a:cubicBezTo>
                  <a:cubicBezTo>
                    <a:pt x="213" y="331"/>
                    <a:pt x="169" y="324"/>
                    <a:pt x="146" y="321"/>
                  </a:cubicBezTo>
                  <a:cubicBezTo>
                    <a:pt x="140" y="317"/>
                    <a:pt x="134" y="313"/>
                    <a:pt x="127" y="309"/>
                  </a:cubicBezTo>
                  <a:cubicBezTo>
                    <a:pt x="118" y="303"/>
                    <a:pt x="107" y="297"/>
                    <a:pt x="97" y="293"/>
                  </a:cubicBezTo>
                  <a:cubicBezTo>
                    <a:pt x="101" y="285"/>
                    <a:pt x="103" y="276"/>
                    <a:pt x="100" y="267"/>
                  </a:cubicBezTo>
                  <a:cubicBezTo>
                    <a:pt x="58" y="131"/>
                    <a:pt x="82" y="96"/>
                    <a:pt x="91"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 name="Freeform 420"/>
            <p:cNvSpPr>
              <a:spLocks noEditPoints="1"/>
            </p:cNvSpPr>
            <p:nvPr/>
          </p:nvSpPr>
          <p:spPr bwMode="auto">
            <a:xfrm>
              <a:off x="9045576" y="854075"/>
              <a:ext cx="138113" cy="242888"/>
            </a:xfrm>
            <a:custGeom>
              <a:avLst/>
              <a:gdLst>
                <a:gd name="T0" fmla="*/ 9 w 107"/>
                <a:gd name="T1" fmla="*/ 118 h 189"/>
                <a:gd name="T2" fmla="*/ 0 w 107"/>
                <a:gd name="T3" fmla="*/ 118 h 189"/>
                <a:gd name="T4" fmla="*/ 2 w 107"/>
                <a:gd name="T5" fmla="*/ 170 h 189"/>
                <a:gd name="T6" fmla="*/ 9 w 107"/>
                <a:gd name="T7" fmla="*/ 170 h 189"/>
                <a:gd name="T8" fmla="*/ 15 w 107"/>
                <a:gd name="T9" fmla="*/ 163 h 189"/>
                <a:gd name="T10" fmla="*/ 36 w 107"/>
                <a:gd name="T11" fmla="*/ 167 h 189"/>
                <a:gd name="T12" fmla="*/ 33 w 107"/>
                <a:gd name="T13" fmla="*/ 188 h 189"/>
                <a:gd name="T14" fmla="*/ 44 w 107"/>
                <a:gd name="T15" fmla="*/ 189 h 189"/>
                <a:gd name="T16" fmla="*/ 47 w 107"/>
                <a:gd name="T17" fmla="*/ 168 h 189"/>
                <a:gd name="T18" fmla="*/ 53 w 107"/>
                <a:gd name="T19" fmla="*/ 168 h 189"/>
                <a:gd name="T20" fmla="*/ 107 w 107"/>
                <a:gd name="T21" fmla="*/ 122 h 189"/>
                <a:gd name="T22" fmla="*/ 60 w 107"/>
                <a:gd name="T23" fmla="*/ 80 h 189"/>
                <a:gd name="T24" fmla="*/ 67 w 107"/>
                <a:gd name="T25" fmla="*/ 34 h 189"/>
                <a:gd name="T26" fmla="*/ 91 w 107"/>
                <a:gd name="T27" fmla="*/ 62 h 189"/>
                <a:gd name="T28" fmla="*/ 100 w 107"/>
                <a:gd name="T29" fmla="*/ 62 h 189"/>
                <a:gd name="T30" fmla="*/ 98 w 107"/>
                <a:gd name="T31" fmla="*/ 22 h 189"/>
                <a:gd name="T32" fmla="*/ 92 w 107"/>
                <a:gd name="T33" fmla="*/ 22 h 189"/>
                <a:gd name="T34" fmla="*/ 86 w 107"/>
                <a:gd name="T35" fmla="*/ 27 h 189"/>
                <a:gd name="T36" fmla="*/ 69 w 107"/>
                <a:gd name="T37" fmla="*/ 22 h 189"/>
                <a:gd name="T38" fmla="*/ 72 w 107"/>
                <a:gd name="T39" fmla="*/ 2 h 189"/>
                <a:gd name="T40" fmla="*/ 61 w 107"/>
                <a:gd name="T41" fmla="*/ 0 h 189"/>
                <a:gd name="T42" fmla="*/ 58 w 107"/>
                <a:gd name="T43" fmla="*/ 21 h 189"/>
                <a:gd name="T44" fmla="*/ 53 w 107"/>
                <a:gd name="T45" fmla="*/ 21 h 189"/>
                <a:gd name="T46" fmla="*/ 3 w 107"/>
                <a:gd name="T47" fmla="*/ 64 h 189"/>
                <a:gd name="T48" fmla="*/ 45 w 107"/>
                <a:gd name="T49" fmla="*/ 105 h 189"/>
                <a:gd name="T50" fmla="*/ 38 w 107"/>
                <a:gd name="T51" fmla="*/ 154 h 189"/>
                <a:gd name="T52" fmla="*/ 9 w 107"/>
                <a:gd name="T53" fmla="*/ 118 h 189"/>
                <a:gd name="T54" fmla="*/ 86 w 107"/>
                <a:gd name="T55" fmla="*/ 130 h 189"/>
                <a:gd name="T56" fmla="*/ 52 w 107"/>
                <a:gd name="T57" fmla="*/ 154 h 189"/>
                <a:gd name="T58" fmla="*/ 49 w 107"/>
                <a:gd name="T59" fmla="*/ 154 h 189"/>
                <a:gd name="T60" fmla="*/ 56 w 107"/>
                <a:gd name="T61" fmla="*/ 106 h 189"/>
                <a:gd name="T62" fmla="*/ 86 w 107"/>
                <a:gd name="T63" fmla="*/ 130 h 189"/>
                <a:gd name="T64" fmla="*/ 24 w 107"/>
                <a:gd name="T65" fmla="*/ 56 h 189"/>
                <a:gd name="T66" fmla="*/ 52 w 107"/>
                <a:gd name="T67" fmla="*/ 34 h 189"/>
                <a:gd name="T68" fmla="*/ 56 w 107"/>
                <a:gd name="T69" fmla="*/ 34 h 189"/>
                <a:gd name="T70" fmla="*/ 49 w 107"/>
                <a:gd name="T71" fmla="*/ 78 h 189"/>
                <a:gd name="T72" fmla="*/ 24 w 107"/>
                <a:gd name="T73" fmla="*/ 56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7" h="189">
                  <a:moveTo>
                    <a:pt x="9" y="118"/>
                  </a:moveTo>
                  <a:cubicBezTo>
                    <a:pt x="0" y="118"/>
                    <a:pt x="0" y="118"/>
                    <a:pt x="0" y="118"/>
                  </a:cubicBezTo>
                  <a:cubicBezTo>
                    <a:pt x="2" y="170"/>
                    <a:pt x="2" y="170"/>
                    <a:pt x="2" y="170"/>
                  </a:cubicBezTo>
                  <a:cubicBezTo>
                    <a:pt x="9" y="170"/>
                    <a:pt x="9" y="170"/>
                    <a:pt x="9" y="170"/>
                  </a:cubicBezTo>
                  <a:cubicBezTo>
                    <a:pt x="11" y="166"/>
                    <a:pt x="11" y="163"/>
                    <a:pt x="15" y="163"/>
                  </a:cubicBezTo>
                  <a:cubicBezTo>
                    <a:pt x="20" y="163"/>
                    <a:pt x="26" y="166"/>
                    <a:pt x="36" y="167"/>
                  </a:cubicBezTo>
                  <a:cubicBezTo>
                    <a:pt x="33" y="188"/>
                    <a:pt x="33" y="188"/>
                    <a:pt x="33" y="188"/>
                  </a:cubicBezTo>
                  <a:cubicBezTo>
                    <a:pt x="44" y="189"/>
                    <a:pt x="44" y="189"/>
                    <a:pt x="44" y="189"/>
                  </a:cubicBezTo>
                  <a:cubicBezTo>
                    <a:pt x="47" y="168"/>
                    <a:pt x="47" y="168"/>
                    <a:pt x="47" y="168"/>
                  </a:cubicBezTo>
                  <a:cubicBezTo>
                    <a:pt x="49" y="168"/>
                    <a:pt x="51" y="168"/>
                    <a:pt x="53" y="168"/>
                  </a:cubicBezTo>
                  <a:cubicBezTo>
                    <a:pt x="88" y="168"/>
                    <a:pt x="107" y="149"/>
                    <a:pt x="107" y="122"/>
                  </a:cubicBezTo>
                  <a:cubicBezTo>
                    <a:pt x="107" y="93"/>
                    <a:pt x="84" y="86"/>
                    <a:pt x="60" y="80"/>
                  </a:cubicBezTo>
                  <a:cubicBezTo>
                    <a:pt x="67" y="34"/>
                    <a:pt x="67" y="34"/>
                    <a:pt x="67" y="34"/>
                  </a:cubicBezTo>
                  <a:cubicBezTo>
                    <a:pt x="78" y="37"/>
                    <a:pt x="85" y="46"/>
                    <a:pt x="91" y="62"/>
                  </a:cubicBezTo>
                  <a:cubicBezTo>
                    <a:pt x="100" y="62"/>
                    <a:pt x="100" y="62"/>
                    <a:pt x="100" y="62"/>
                  </a:cubicBezTo>
                  <a:cubicBezTo>
                    <a:pt x="98" y="22"/>
                    <a:pt x="98" y="22"/>
                    <a:pt x="98" y="22"/>
                  </a:cubicBezTo>
                  <a:cubicBezTo>
                    <a:pt x="92" y="22"/>
                    <a:pt x="92" y="22"/>
                    <a:pt x="92" y="22"/>
                  </a:cubicBezTo>
                  <a:cubicBezTo>
                    <a:pt x="91" y="26"/>
                    <a:pt x="89" y="27"/>
                    <a:pt x="86" y="27"/>
                  </a:cubicBezTo>
                  <a:cubicBezTo>
                    <a:pt x="82" y="27"/>
                    <a:pt x="77" y="24"/>
                    <a:pt x="69" y="22"/>
                  </a:cubicBezTo>
                  <a:cubicBezTo>
                    <a:pt x="72" y="2"/>
                    <a:pt x="72" y="2"/>
                    <a:pt x="72" y="2"/>
                  </a:cubicBezTo>
                  <a:cubicBezTo>
                    <a:pt x="61" y="0"/>
                    <a:pt x="61" y="0"/>
                    <a:pt x="61" y="0"/>
                  </a:cubicBezTo>
                  <a:cubicBezTo>
                    <a:pt x="58" y="21"/>
                    <a:pt x="58" y="21"/>
                    <a:pt x="58" y="21"/>
                  </a:cubicBezTo>
                  <a:cubicBezTo>
                    <a:pt x="56" y="21"/>
                    <a:pt x="55" y="21"/>
                    <a:pt x="53" y="21"/>
                  </a:cubicBezTo>
                  <a:cubicBezTo>
                    <a:pt x="19" y="21"/>
                    <a:pt x="3" y="41"/>
                    <a:pt x="3" y="64"/>
                  </a:cubicBezTo>
                  <a:cubicBezTo>
                    <a:pt x="3" y="89"/>
                    <a:pt x="18" y="98"/>
                    <a:pt x="45" y="105"/>
                  </a:cubicBezTo>
                  <a:cubicBezTo>
                    <a:pt x="38" y="154"/>
                    <a:pt x="38" y="154"/>
                    <a:pt x="38" y="154"/>
                  </a:cubicBezTo>
                  <a:cubicBezTo>
                    <a:pt x="21" y="150"/>
                    <a:pt x="15" y="138"/>
                    <a:pt x="9" y="118"/>
                  </a:cubicBezTo>
                  <a:close/>
                  <a:moveTo>
                    <a:pt x="86" y="130"/>
                  </a:moveTo>
                  <a:cubicBezTo>
                    <a:pt x="86" y="146"/>
                    <a:pt x="74" y="154"/>
                    <a:pt x="52" y="154"/>
                  </a:cubicBezTo>
                  <a:cubicBezTo>
                    <a:pt x="49" y="154"/>
                    <a:pt x="49" y="154"/>
                    <a:pt x="49" y="154"/>
                  </a:cubicBezTo>
                  <a:cubicBezTo>
                    <a:pt x="56" y="106"/>
                    <a:pt x="56" y="106"/>
                    <a:pt x="56" y="106"/>
                  </a:cubicBezTo>
                  <a:cubicBezTo>
                    <a:pt x="78" y="111"/>
                    <a:pt x="86" y="115"/>
                    <a:pt x="86" y="130"/>
                  </a:cubicBezTo>
                  <a:close/>
                  <a:moveTo>
                    <a:pt x="24" y="56"/>
                  </a:moveTo>
                  <a:cubicBezTo>
                    <a:pt x="24" y="42"/>
                    <a:pt x="36" y="34"/>
                    <a:pt x="52" y="34"/>
                  </a:cubicBezTo>
                  <a:cubicBezTo>
                    <a:pt x="56" y="34"/>
                    <a:pt x="56" y="34"/>
                    <a:pt x="56" y="34"/>
                  </a:cubicBezTo>
                  <a:cubicBezTo>
                    <a:pt x="49" y="78"/>
                    <a:pt x="49" y="78"/>
                    <a:pt x="49" y="78"/>
                  </a:cubicBezTo>
                  <a:cubicBezTo>
                    <a:pt x="33" y="73"/>
                    <a:pt x="24" y="69"/>
                    <a:pt x="24" y="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17" name="组合 416"/>
          <p:cNvGrpSpPr/>
          <p:nvPr/>
        </p:nvGrpSpPr>
        <p:grpSpPr>
          <a:xfrm>
            <a:off x="9274176" y="1169988"/>
            <a:ext cx="1185863" cy="1066800"/>
            <a:chOff x="9274176" y="1169988"/>
            <a:chExt cx="1185863" cy="1066800"/>
          </a:xfrm>
          <a:solidFill>
            <a:schemeClr val="tx1">
              <a:lumMod val="65000"/>
              <a:lumOff val="35000"/>
            </a:schemeClr>
          </a:solidFill>
        </p:grpSpPr>
        <p:sp>
          <p:nvSpPr>
            <p:cNvPr id="418" name="Freeform 421"/>
            <p:cNvSpPr>
              <a:spLocks noEditPoints="1"/>
            </p:cNvSpPr>
            <p:nvPr/>
          </p:nvSpPr>
          <p:spPr bwMode="auto">
            <a:xfrm>
              <a:off x="9877426" y="1169988"/>
              <a:ext cx="419100" cy="439738"/>
            </a:xfrm>
            <a:custGeom>
              <a:avLst/>
              <a:gdLst>
                <a:gd name="T0" fmla="*/ 68 w 325"/>
                <a:gd name="T1" fmla="*/ 289 h 341"/>
                <a:gd name="T2" fmla="*/ 165 w 325"/>
                <a:gd name="T3" fmla="*/ 321 h 341"/>
                <a:gd name="T4" fmla="*/ 325 w 325"/>
                <a:gd name="T5" fmla="*/ 161 h 341"/>
                <a:gd name="T6" fmla="*/ 165 w 325"/>
                <a:gd name="T7" fmla="*/ 0 h 341"/>
                <a:gd name="T8" fmla="*/ 4 w 325"/>
                <a:gd name="T9" fmla="*/ 161 h 341"/>
                <a:gd name="T10" fmla="*/ 42 w 325"/>
                <a:gd name="T11" fmla="*/ 264 h 341"/>
                <a:gd name="T12" fmla="*/ 0 w 325"/>
                <a:gd name="T13" fmla="*/ 341 h 341"/>
                <a:gd name="T14" fmla="*/ 68 w 325"/>
                <a:gd name="T15" fmla="*/ 289 h 341"/>
                <a:gd name="T16" fmla="*/ 22 w 325"/>
                <a:gd name="T17" fmla="*/ 167 h 341"/>
                <a:gd name="T18" fmla="*/ 159 w 325"/>
                <a:gd name="T19" fmla="*/ 30 h 341"/>
                <a:gd name="T20" fmla="*/ 296 w 325"/>
                <a:gd name="T21" fmla="*/ 167 h 341"/>
                <a:gd name="T22" fmla="*/ 159 w 325"/>
                <a:gd name="T23" fmla="*/ 304 h 341"/>
                <a:gd name="T24" fmla="*/ 22 w 325"/>
                <a:gd name="T25" fmla="*/ 167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5" h="341">
                  <a:moveTo>
                    <a:pt x="68" y="289"/>
                  </a:moveTo>
                  <a:cubicBezTo>
                    <a:pt x="95" y="309"/>
                    <a:pt x="129" y="321"/>
                    <a:pt x="165" y="321"/>
                  </a:cubicBezTo>
                  <a:cubicBezTo>
                    <a:pt x="254" y="321"/>
                    <a:pt x="325" y="249"/>
                    <a:pt x="325" y="161"/>
                  </a:cubicBezTo>
                  <a:cubicBezTo>
                    <a:pt x="325" y="72"/>
                    <a:pt x="254" y="0"/>
                    <a:pt x="165" y="0"/>
                  </a:cubicBezTo>
                  <a:cubicBezTo>
                    <a:pt x="76" y="0"/>
                    <a:pt x="4" y="72"/>
                    <a:pt x="4" y="161"/>
                  </a:cubicBezTo>
                  <a:cubicBezTo>
                    <a:pt x="4" y="200"/>
                    <a:pt x="19" y="236"/>
                    <a:pt x="42" y="264"/>
                  </a:cubicBezTo>
                  <a:cubicBezTo>
                    <a:pt x="0" y="341"/>
                    <a:pt x="0" y="341"/>
                    <a:pt x="0" y="341"/>
                  </a:cubicBezTo>
                  <a:lnTo>
                    <a:pt x="68" y="289"/>
                  </a:lnTo>
                  <a:close/>
                  <a:moveTo>
                    <a:pt x="22" y="167"/>
                  </a:moveTo>
                  <a:cubicBezTo>
                    <a:pt x="22" y="91"/>
                    <a:pt x="83" y="30"/>
                    <a:pt x="159" y="30"/>
                  </a:cubicBezTo>
                  <a:cubicBezTo>
                    <a:pt x="235" y="30"/>
                    <a:pt x="296" y="91"/>
                    <a:pt x="296" y="167"/>
                  </a:cubicBezTo>
                  <a:cubicBezTo>
                    <a:pt x="296" y="242"/>
                    <a:pt x="235" y="304"/>
                    <a:pt x="159" y="304"/>
                  </a:cubicBezTo>
                  <a:cubicBezTo>
                    <a:pt x="83" y="304"/>
                    <a:pt x="22" y="242"/>
                    <a:pt x="22" y="1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 name="Freeform 422"/>
            <p:cNvSpPr>
              <a:spLocks noEditPoints="1"/>
            </p:cNvSpPr>
            <p:nvPr/>
          </p:nvSpPr>
          <p:spPr bwMode="auto">
            <a:xfrm>
              <a:off x="10026651" y="1844675"/>
              <a:ext cx="433388" cy="347663"/>
            </a:xfrm>
            <a:custGeom>
              <a:avLst/>
              <a:gdLst>
                <a:gd name="T0" fmla="*/ 124 w 337"/>
                <a:gd name="T1" fmla="*/ 67 h 269"/>
                <a:gd name="T2" fmla="*/ 124 w 337"/>
                <a:gd name="T3" fmla="*/ 67 h 269"/>
                <a:gd name="T4" fmla="*/ 110 w 337"/>
                <a:gd name="T5" fmla="*/ 54 h 269"/>
                <a:gd name="T6" fmla="*/ 86 w 337"/>
                <a:gd name="T7" fmla="*/ 19 h 269"/>
                <a:gd name="T8" fmla="*/ 81 w 337"/>
                <a:gd name="T9" fmla="*/ 0 h 269"/>
                <a:gd name="T10" fmla="*/ 70 w 337"/>
                <a:gd name="T11" fmla="*/ 12 h 269"/>
                <a:gd name="T12" fmla="*/ 66 w 337"/>
                <a:gd name="T13" fmla="*/ 4 h 269"/>
                <a:gd name="T14" fmla="*/ 55 w 337"/>
                <a:gd name="T15" fmla="*/ 17 h 269"/>
                <a:gd name="T16" fmla="*/ 34 w 337"/>
                <a:gd name="T17" fmla="*/ 16 h 269"/>
                <a:gd name="T18" fmla="*/ 23 w 337"/>
                <a:gd name="T19" fmla="*/ 24 h 269"/>
                <a:gd name="T20" fmla="*/ 2 w 337"/>
                <a:gd name="T21" fmla="*/ 36 h 269"/>
                <a:gd name="T22" fmla="*/ 0 w 337"/>
                <a:gd name="T23" fmla="*/ 40 h 269"/>
                <a:gd name="T24" fmla="*/ 3 w 337"/>
                <a:gd name="T25" fmla="*/ 65 h 269"/>
                <a:gd name="T26" fmla="*/ 10 w 337"/>
                <a:gd name="T27" fmla="*/ 71 h 269"/>
                <a:gd name="T28" fmla="*/ 25 w 337"/>
                <a:gd name="T29" fmla="*/ 77 h 269"/>
                <a:gd name="T30" fmla="*/ 51 w 337"/>
                <a:gd name="T31" fmla="*/ 126 h 269"/>
                <a:gd name="T32" fmla="*/ 88 w 337"/>
                <a:gd name="T33" fmla="*/ 104 h 269"/>
                <a:gd name="T34" fmla="*/ 60 w 337"/>
                <a:gd name="T35" fmla="*/ 150 h 269"/>
                <a:gd name="T36" fmla="*/ 59 w 337"/>
                <a:gd name="T37" fmla="*/ 154 h 269"/>
                <a:gd name="T38" fmla="*/ 73 w 337"/>
                <a:gd name="T39" fmla="*/ 268 h 269"/>
                <a:gd name="T40" fmla="*/ 92 w 337"/>
                <a:gd name="T41" fmla="*/ 197 h 269"/>
                <a:gd name="T42" fmla="*/ 155 w 337"/>
                <a:gd name="T43" fmla="*/ 240 h 269"/>
                <a:gd name="T44" fmla="*/ 183 w 337"/>
                <a:gd name="T45" fmla="*/ 236 h 269"/>
                <a:gd name="T46" fmla="*/ 157 w 337"/>
                <a:gd name="T47" fmla="*/ 184 h 269"/>
                <a:gd name="T48" fmla="*/ 177 w 337"/>
                <a:gd name="T49" fmla="*/ 178 h 269"/>
                <a:gd name="T50" fmla="*/ 166 w 337"/>
                <a:gd name="T51" fmla="*/ 185 h 269"/>
                <a:gd name="T52" fmla="*/ 192 w 337"/>
                <a:gd name="T53" fmla="*/ 237 h 269"/>
                <a:gd name="T54" fmla="*/ 152 w 337"/>
                <a:gd name="T55" fmla="*/ 246 h 269"/>
                <a:gd name="T56" fmla="*/ 145 w 337"/>
                <a:gd name="T57" fmla="*/ 260 h 269"/>
                <a:gd name="T58" fmla="*/ 195 w 337"/>
                <a:gd name="T59" fmla="*/ 269 h 269"/>
                <a:gd name="T60" fmla="*/ 237 w 337"/>
                <a:gd name="T61" fmla="*/ 264 h 269"/>
                <a:gd name="T62" fmla="*/ 237 w 337"/>
                <a:gd name="T63" fmla="*/ 256 h 269"/>
                <a:gd name="T64" fmla="*/ 246 w 337"/>
                <a:gd name="T65" fmla="*/ 257 h 269"/>
                <a:gd name="T66" fmla="*/ 333 w 337"/>
                <a:gd name="T67" fmla="*/ 207 h 269"/>
                <a:gd name="T68" fmla="*/ 331 w 337"/>
                <a:gd name="T69" fmla="*/ 193 h 269"/>
                <a:gd name="T70" fmla="*/ 317 w 337"/>
                <a:gd name="T71" fmla="*/ 195 h 269"/>
                <a:gd name="T72" fmla="*/ 242 w 337"/>
                <a:gd name="T73" fmla="*/ 237 h 269"/>
                <a:gd name="T74" fmla="*/ 124 w 337"/>
                <a:gd name="T75" fmla="*/ 67 h 269"/>
                <a:gd name="T76" fmla="*/ 34 w 337"/>
                <a:gd name="T77" fmla="*/ 41 h 269"/>
                <a:gd name="T78" fmla="*/ 25 w 337"/>
                <a:gd name="T79" fmla="*/ 42 h 269"/>
                <a:gd name="T80" fmla="*/ 24 w 337"/>
                <a:gd name="T81" fmla="*/ 33 h 269"/>
                <a:gd name="T82" fmla="*/ 33 w 337"/>
                <a:gd name="T83" fmla="*/ 32 h 269"/>
                <a:gd name="T84" fmla="*/ 34 w 337"/>
                <a:gd name="T85" fmla="*/ 41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37" h="269">
                  <a:moveTo>
                    <a:pt x="124" y="67"/>
                  </a:moveTo>
                  <a:cubicBezTo>
                    <a:pt x="124" y="67"/>
                    <a:pt x="124" y="67"/>
                    <a:pt x="124" y="67"/>
                  </a:cubicBezTo>
                  <a:cubicBezTo>
                    <a:pt x="110" y="54"/>
                    <a:pt x="110" y="54"/>
                    <a:pt x="110" y="54"/>
                  </a:cubicBezTo>
                  <a:cubicBezTo>
                    <a:pt x="86" y="19"/>
                    <a:pt x="86" y="19"/>
                    <a:pt x="86" y="19"/>
                  </a:cubicBezTo>
                  <a:cubicBezTo>
                    <a:pt x="86" y="11"/>
                    <a:pt x="84" y="1"/>
                    <a:pt x="81" y="0"/>
                  </a:cubicBezTo>
                  <a:cubicBezTo>
                    <a:pt x="79" y="0"/>
                    <a:pt x="74" y="6"/>
                    <a:pt x="70" y="12"/>
                  </a:cubicBezTo>
                  <a:cubicBezTo>
                    <a:pt x="69" y="8"/>
                    <a:pt x="68" y="4"/>
                    <a:pt x="66" y="4"/>
                  </a:cubicBezTo>
                  <a:cubicBezTo>
                    <a:pt x="64" y="3"/>
                    <a:pt x="59" y="11"/>
                    <a:pt x="55" y="17"/>
                  </a:cubicBezTo>
                  <a:cubicBezTo>
                    <a:pt x="34" y="16"/>
                    <a:pt x="34" y="16"/>
                    <a:pt x="34" y="16"/>
                  </a:cubicBezTo>
                  <a:cubicBezTo>
                    <a:pt x="23" y="24"/>
                    <a:pt x="23" y="24"/>
                    <a:pt x="23" y="24"/>
                  </a:cubicBezTo>
                  <a:cubicBezTo>
                    <a:pt x="2" y="36"/>
                    <a:pt x="2" y="36"/>
                    <a:pt x="2" y="36"/>
                  </a:cubicBezTo>
                  <a:cubicBezTo>
                    <a:pt x="0" y="40"/>
                    <a:pt x="0" y="40"/>
                    <a:pt x="0" y="40"/>
                  </a:cubicBezTo>
                  <a:cubicBezTo>
                    <a:pt x="3" y="65"/>
                    <a:pt x="3" y="65"/>
                    <a:pt x="3" y="65"/>
                  </a:cubicBezTo>
                  <a:cubicBezTo>
                    <a:pt x="10" y="71"/>
                    <a:pt x="10" y="71"/>
                    <a:pt x="10" y="71"/>
                  </a:cubicBezTo>
                  <a:cubicBezTo>
                    <a:pt x="25" y="77"/>
                    <a:pt x="25" y="77"/>
                    <a:pt x="25" y="77"/>
                  </a:cubicBezTo>
                  <a:cubicBezTo>
                    <a:pt x="51" y="126"/>
                    <a:pt x="51" y="126"/>
                    <a:pt x="51" y="126"/>
                  </a:cubicBezTo>
                  <a:cubicBezTo>
                    <a:pt x="88" y="104"/>
                    <a:pt x="88" y="104"/>
                    <a:pt x="88" y="104"/>
                  </a:cubicBezTo>
                  <a:cubicBezTo>
                    <a:pt x="74" y="120"/>
                    <a:pt x="61" y="137"/>
                    <a:pt x="60" y="150"/>
                  </a:cubicBezTo>
                  <a:cubicBezTo>
                    <a:pt x="60" y="151"/>
                    <a:pt x="59" y="153"/>
                    <a:pt x="59" y="154"/>
                  </a:cubicBezTo>
                  <a:cubicBezTo>
                    <a:pt x="60" y="183"/>
                    <a:pt x="58" y="267"/>
                    <a:pt x="73" y="268"/>
                  </a:cubicBezTo>
                  <a:cubicBezTo>
                    <a:pt x="83" y="268"/>
                    <a:pt x="89" y="229"/>
                    <a:pt x="92" y="197"/>
                  </a:cubicBezTo>
                  <a:cubicBezTo>
                    <a:pt x="114" y="216"/>
                    <a:pt x="140" y="231"/>
                    <a:pt x="155" y="240"/>
                  </a:cubicBezTo>
                  <a:cubicBezTo>
                    <a:pt x="169" y="238"/>
                    <a:pt x="186" y="238"/>
                    <a:pt x="183" y="236"/>
                  </a:cubicBezTo>
                  <a:cubicBezTo>
                    <a:pt x="178" y="231"/>
                    <a:pt x="140" y="209"/>
                    <a:pt x="157" y="184"/>
                  </a:cubicBezTo>
                  <a:cubicBezTo>
                    <a:pt x="162" y="175"/>
                    <a:pt x="169" y="175"/>
                    <a:pt x="177" y="178"/>
                  </a:cubicBezTo>
                  <a:cubicBezTo>
                    <a:pt x="172" y="179"/>
                    <a:pt x="168" y="181"/>
                    <a:pt x="166" y="185"/>
                  </a:cubicBezTo>
                  <a:cubicBezTo>
                    <a:pt x="150" y="210"/>
                    <a:pt x="187" y="232"/>
                    <a:pt x="192" y="237"/>
                  </a:cubicBezTo>
                  <a:cubicBezTo>
                    <a:pt x="196" y="240"/>
                    <a:pt x="165" y="241"/>
                    <a:pt x="152" y="246"/>
                  </a:cubicBezTo>
                  <a:cubicBezTo>
                    <a:pt x="145" y="249"/>
                    <a:pt x="144" y="257"/>
                    <a:pt x="145" y="260"/>
                  </a:cubicBezTo>
                  <a:cubicBezTo>
                    <a:pt x="148" y="266"/>
                    <a:pt x="172" y="269"/>
                    <a:pt x="195" y="269"/>
                  </a:cubicBezTo>
                  <a:cubicBezTo>
                    <a:pt x="216" y="269"/>
                    <a:pt x="236" y="268"/>
                    <a:pt x="237" y="264"/>
                  </a:cubicBezTo>
                  <a:cubicBezTo>
                    <a:pt x="237" y="262"/>
                    <a:pt x="237" y="260"/>
                    <a:pt x="237" y="256"/>
                  </a:cubicBezTo>
                  <a:cubicBezTo>
                    <a:pt x="240" y="257"/>
                    <a:pt x="243" y="257"/>
                    <a:pt x="246" y="257"/>
                  </a:cubicBezTo>
                  <a:cubicBezTo>
                    <a:pt x="269" y="257"/>
                    <a:pt x="304" y="249"/>
                    <a:pt x="333" y="207"/>
                  </a:cubicBezTo>
                  <a:cubicBezTo>
                    <a:pt x="337" y="202"/>
                    <a:pt x="335" y="196"/>
                    <a:pt x="331" y="193"/>
                  </a:cubicBezTo>
                  <a:cubicBezTo>
                    <a:pt x="326" y="190"/>
                    <a:pt x="320" y="191"/>
                    <a:pt x="317" y="195"/>
                  </a:cubicBezTo>
                  <a:cubicBezTo>
                    <a:pt x="290" y="233"/>
                    <a:pt x="260" y="238"/>
                    <a:pt x="242" y="237"/>
                  </a:cubicBezTo>
                  <a:cubicBezTo>
                    <a:pt x="271" y="110"/>
                    <a:pt x="124" y="67"/>
                    <a:pt x="124" y="67"/>
                  </a:cubicBezTo>
                  <a:close/>
                  <a:moveTo>
                    <a:pt x="34" y="41"/>
                  </a:moveTo>
                  <a:cubicBezTo>
                    <a:pt x="32" y="44"/>
                    <a:pt x="28" y="44"/>
                    <a:pt x="25" y="42"/>
                  </a:cubicBezTo>
                  <a:cubicBezTo>
                    <a:pt x="23" y="40"/>
                    <a:pt x="22" y="36"/>
                    <a:pt x="24" y="33"/>
                  </a:cubicBezTo>
                  <a:cubicBezTo>
                    <a:pt x="27" y="30"/>
                    <a:pt x="31" y="30"/>
                    <a:pt x="33" y="32"/>
                  </a:cubicBezTo>
                  <a:cubicBezTo>
                    <a:pt x="36" y="34"/>
                    <a:pt x="37" y="38"/>
                    <a:pt x="34"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 name="Freeform 423"/>
            <p:cNvSpPr>
              <a:spLocks/>
            </p:cNvSpPr>
            <p:nvPr/>
          </p:nvSpPr>
          <p:spPr bwMode="auto">
            <a:xfrm>
              <a:off x="9348788" y="1668463"/>
              <a:ext cx="557213" cy="352425"/>
            </a:xfrm>
            <a:custGeom>
              <a:avLst/>
              <a:gdLst>
                <a:gd name="T0" fmla="*/ 64 w 433"/>
                <a:gd name="T1" fmla="*/ 203 h 273"/>
                <a:gd name="T2" fmla="*/ 75 w 433"/>
                <a:gd name="T3" fmla="*/ 138 h 273"/>
                <a:gd name="T4" fmla="*/ 75 w 433"/>
                <a:gd name="T5" fmla="*/ 90 h 273"/>
                <a:gd name="T6" fmla="*/ 75 w 433"/>
                <a:gd name="T7" fmla="*/ 81 h 273"/>
                <a:gd name="T8" fmla="*/ 89 w 433"/>
                <a:gd name="T9" fmla="*/ 81 h 273"/>
                <a:gd name="T10" fmla="*/ 107 w 433"/>
                <a:gd name="T11" fmla="*/ 81 h 273"/>
                <a:gd name="T12" fmla="*/ 107 w 433"/>
                <a:gd name="T13" fmla="*/ 76 h 273"/>
                <a:gd name="T14" fmla="*/ 107 w 433"/>
                <a:gd name="T15" fmla="*/ 81 h 273"/>
                <a:gd name="T16" fmla="*/ 327 w 433"/>
                <a:gd name="T17" fmla="*/ 81 h 273"/>
                <a:gd name="T18" fmla="*/ 327 w 433"/>
                <a:gd name="T19" fmla="*/ 76 h 273"/>
                <a:gd name="T20" fmla="*/ 326 w 433"/>
                <a:gd name="T21" fmla="*/ 81 h 273"/>
                <a:gd name="T22" fmla="*/ 345 w 433"/>
                <a:gd name="T23" fmla="*/ 81 h 273"/>
                <a:gd name="T24" fmla="*/ 355 w 433"/>
                <a:gd name="T25" fmla="*/ 81 h 273"/>
                <a:gd name="T26" fmla="*/ 355 w 433"/>
                <a:gd name="T27" fmla="*/ 90 h 273"/>
                <a:gd name="T28" fmla="*/ 355 w 433"/>
                <a:gd name="T29" fmla="*/ 138 h 273"/>
                <a:gd name="T30" fmla="*/ 366 w 433"/>
                <a:gd name="T31" fmla="*/ 203 h 273"/>
                <a:gd name="T32" fmla="*/ 355 w 433"/>
                <a:gd name="T33" fmla="*/ 207 h 273"/>
                <a:gd name="T34" fmla="*/ 355 w 433"/>
                <a:gd name="T35" fmla="*/ 273 h 273"/>
                <a:gd name="T36" fmla="*/ 419 w 433"/>
                <a:gd name="T37" fmla="*/ 243 h 273"/>
                <a:gd name="T38" fmla="*/ 432 w 433"/>
                <a:gd name="T39" fmla="*/ 207 h 273"/>
                <a:gd name="T40" fmla="*/ 362 w 433"/>
                <a:gd name="T41" fmla="*/ 24 h 273"/>
                <a:gd name="T42" fmla="*/ 295 w 433"/>
                <a:gd name="T43" fmla="*/ 0 h 273"/>
                <a:gd name="T44" fmla="*/ 294 w 433"/>
                <a:gd name="T45" fmla="*/ 1 h 273"/>
                <a:gd name="T46" fmla="*/ 288 w 433"/>
                <a:gd name="T47" fmla="*/ 1 h 273"/>
                <a:gd name="T48" fmla="*/ 217 w 433"/>
                <a:gd name="T49" fmla="*/ 31 h 273"/>
                <a:gd name="T50" fmla="*/ 145 w 433"/>
                <a:gd name="T51" fmla="*/ 1 h 273"/>
                <a:gd name="T52" fmla="*/ 140 w 433"/>
                <a:gd name="T53" fmla="*/ 1 h 273"/>
                <a:gd name="T54" fmla="*/ 138 w 433"/>
                <a:gd name="T55" fmla="*/ 0 h 273"/>
                <a:gd name="T56" fmla="*/ 72 w 433"/>
                <a:gd name="T57" fmla="*/ 24 h 273"/>
                <a:gd name="T58" fmla="*/ 1 w 433"/>
                <a:gd name="T59" fmla="*/ 207 h 273"/>
                <a:gd name="T60" fmla="*/ 13 w 433"/>
                <a:gd name="T61" fmla="*/ 243 h 273"/>
                <a:gd name="T62" fmla="*/ 75 w 433"/>
                <a:gd name="T63" fmla="*/ 273 h 273"/>
                <a:gd name="T64" fmla="*/ 75 w 433"/>
                <a:gd name="T65" fmla="*/ 207 h 273"/>
                <a:gd name="T66" fmla="*/ 64 w 433"/>
                <a:gd name="T67" fmla="*/ 203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33" h="273">
                  <a:moveTo>
                    <a:pt x="64" y="203"/>
                  </a:moveTo>
                  <a:cubicBezTo>
                    <a:pt x="66" y="177"/>
                    <a:pt x="71" y="155"/>
                    <a:pt x="75" y="138"/>
                  </a:cubicBezTo>
                  <a:cubicBezTo>
                    <a:pt x="75" y="90"/>
                    <a:pt x="75" y="90"/>
                    <a:pt x="75" y="90"/>
                  </a:cubicBezTo>
                  <a:cubicBezTo>
                    <a:pt x="75" y="81"/>
                    <a:pt x="75" y="81"/>
                    <a:pt x="75" y="81"/>
                  </a:cubicBezTo>
                  <a:cubicBezTo>
                    <a:pt x="89" y="81"/>
                    <a:pt x="89" y="81"/>
                    <a:pt x="89" y="81"/>
                  </a:cubicBezTo>
                  <a:cubicBezTo>
                    <a:pt x="107" y="81"/>
                    <a:pt x="107" y="81"/>
                    <a:pt x="107" y="81"/>
                  </a:cubicBezTo>
                  <a:cubicBezTo>
                    <a:pt x="108" y="77"/>
                    <a:pt x="107" y="77"/>
                    <a:pt x="107" y="76"/>
                  </a:cubicBezTo>
                  <a:cubicBezTo>
                    <a:pt x="107" y="81"/>
                    <a:pt x="107" y="81"/>
                    <a:pt x="107" y="81"/>
                  </a:cubicBezTo>
                  <a:cubicBezTo>
                    <a:pt x="327" y="81"/>
                    <a:pt x="327" y="81"/>
                    <a:pt x="327" y="81"/>
                  </a:cubicBezTo>
                  <a:cubicBezTo>
                    <a:pt x="327" y="76"/>
                    <a:pt x="327" y="76"/>
                    <a:pt x="327" y="76"/>
                  </a:cubicBezTo>
                  <a:cubicBezTo>
                    <a:pt x="327" y="77"/>
                    <a:pt x="326" y="77"/>
                    <a:pt x="326" y="81"/>
                  </a:cubicBezTo>
                  <a:cubicBezTo>
                    <a:pt x="345" y="81"/>
                    <a:pt x="345" y="81"/>
                    <a:pt x="345" y="81"/>
                  </a:cubicBezTo>
                  <a:cubicBezTo>
                    <a:pt x="355" y="81"/>
                    <a:pt x="355" y="81"/>
                    <a:pt x="355" y="81"/>
                  </a:cubicBezTo>
                  <a:cubicBezTo>
                    <a:pt x="355" y="90"/>
                    <a:pt x="355" y="90"/>
                    <a:pt x="355" y="90"/>
                  </a:cubicBezTo>
                  <a:cubicBezTo>
                    <a:pt x="355" y="138"/>
                    <a:pt x="355" y="138"/>
                    <a:pt x="355" y="138"/>
                  </a:cubicBezTo>
                  <a:cubicBezTo>
                    <a:pt x="363" y="155"/>
                    <a:pt x="364" y="176"/>
                    <a:pt x="366" y="203"/>
                  </a:cubicBezTo>
                  <a:cubicBezTo>
                    <a:pt x="363" y="204"/>
                    <a:pt x="363" y="205"/>
                    <a:pt x="355" y="207"/>
                  </a:cubicBezTo>
                  <a:cubicBezTo>
                    <a:pt x="355" y="273"/>
                    <a:pt x="355" y="273"/>
                    <a:pt x="355" y="273"/>
                  </a:cubicBezTo>
                  <a:cubicBezTo>
                    <a:pt x="383" y="267"/>
                    <a:pt x="406" y="257"/>
                    <a:pt x="419" y="243"/>
                  </a:cubicBezTo>
                  <a:cubicBezTo>
                    <a:pt x="428" y="233"/>
                    <a:pt x="433" y="220"/>
                    <a:pt x="432" y="207"/>
                  </a:cubicBezTo>
                  <a:cubicBezTo>
                    <a:pt x="426" y="119"/>
                    <a:pt x="402" y="57"/>
                    <a:pt x="362" y="24"/>
                  </a:cubicBezTo>
                  <a:cubicBezTo>
                    <a:pt x="334" y="1"/>
                    <a:pt x="306" y="0"/>
                    <a:pt x="295" y="0"/>
                  </a:cubicBezTo>
                  <a:cubicBezTo>
                    <a:pt x="295" y="0"/>
                    <a:pt x="295" y="1"/>
                    <a:pt x="294" y="1"/>
                  </a:cubicBezTo>
                  <a:cubicBezTo>
                    <a:pt x="288" y="1"/>
                    <a:pt x="288" y="1"/>
                    <a:pt x="288" y="1"/>
                  </a:cubicBezTo>
                  <a:cubicBezTo>
                    <a:pt x="270" y="17"/>
                    <a:pt x="245" y="31"/>
                    <a:pt x="217" y="31"/>
                  </a:cubicBezTo>
                  <a:cubicBezTo>
                    <a:pt x="189" y="31"/>
                    <a:pt x="164" y="17"/>
                    <a:pt x="145" y="1"/>
                  </a:cubicBezTo>
                  <a:cubicBezTo>
                    <a:pt x="140" y="1"/>
                    <a:pt x="140" y="1"/>
                    <a:pt x="140" y="1"/>
                  </a:cubicBezTo>
                  <a:cubicBezTo>
                    <a:pt x="139" y="1"/>
                    <a:pt x="139" y="0"/>
                    <a:pt x="138" y="0"/>
                  </a:cubicBezTo>
                  <a:cubicBezTo>
                    <a:pt x="127" y="0"/>
                    <a:pt x="100" y="1"/>
                    <a:pt x="72" y="24"/>
                  </a:cubicBezTo>
                  <a:cubicBezTo>
                    <a:pt x="31" y="58"/>
                    <a:pt x="7" y="119"/>
                    <a:pt x="1" y="207"/>
                  </a:cubicBezTo>
                  <a:cubicBezTo>
                    <a:pt x="0" y="220"/>
                    <a:pt x="4" y="233"/>
                    <a:pt x="13" y="243"/>
                  </a:cubicBezTo>
                  <a:cubicBezTo>
                    <a:pt x="26" y="258"/>
                    <a:pt x="51" y="267"/>
                    <a:pt x="75" y="273"/>
                  </a:cubicBezTo>
                  <a:cubicBezTo>
                    <a:pt x="75" y="207"/>
                    <a:pt x="75" y="207"/>
                    <a:pt x="75" y="207"/>
                  </a:cubicBezTo>
                  <a:cubicBezTo>
                    <a:pt x="71" y="205"/>
                    <a:pt x="67" y="204"/>
                    <a:pt x="64" y="2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 name="Oval 424"/>
            <p:cNvSpPr>
              <a:spLocks noChangeArrowheads="1"/>
            </p:cNvSpPr>
            <p:nvPr/>
          </p:nvSpPr>
          <p:spPr bwMode="auto">
            <a:xfrm>
              <a:off x="9512301" y="1462088"/>
              <a:ext cx="231775" cy="2317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 name="Freeform 425"/>
            <p:cNvSpPr>
              <a:spLocks noEditPoints="1"/>
            </p:cNvSpPr>
            <p:nvPr/>
          </p:nvSpPr>
          <p:spPr bwMode="auto">
            <a:xfrm>
              <a:off x="9459913" y="1789113"/>
              <a:ext cx="333375" cy="246063"/>
            </a:xfrm>
            <a:custGeom>
              <a:avLst/>
              <a:gdLst>
                <a:gd name="T0" fmla="*/ 258 w 258"/>
                <a:gd name="T1" fmla="*/ 192 h 192"/>
                <a:gd name="T2" fmla="*/ 256 w 258"/>
                <a:gd name="T3" fmla="*/ 191 h 192"/>
                <a:gd name="T4" fmla="*/ 256 w 258"/>
                <a:gd name="T5" fmla="*/ 0 h 192"/>
                <a:gd name="T6" fmla="*/ 0 w 258"/>
                <a:gd name="T7" fmla="*/ 0 h 192"/>
                <a:gd name="T8" fmla="*/ 0 w 258"/>
                <a:gd name="T9" fmla="*/ 191 h 192"/>
                <a:gd name="T10" fmla="*/ 2 w 258"/>
                <a:gd name="T11" fmla="*/ 192 h 192"/>
                <a:gd name="T12" fmla="*/ 258 w 258"/>
                <a:gd name="T13" fmla="*/ 192 h 192"/>
                <a:gd name="T14" fmla="*/ 130 w 258"/>
                <a:gd name="T15" fmla="*/ 44 h 192"/>
                <a:gd name="T16" fmla="*/ 146 w 258"/>
                <a:gd name="T17" fmla="*/ 60 h 192"/>
                <a:gd name="T18" fmla="*/ 130 w 258"/>
                <a:gd name="T19" fmla="*/ 76 h 192"/>
                <a:gd name="T20" fmla="*/ 114 w 258"/>
                <a:gd name="T21" fmla="*/ 60 h 192"/>
                <a:gd name="T22" fmla="*/ 130 w 258"/>
                <a:gd name="T23" fmla="*/ 44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8" h="192">
                  <a:moveTo>
                    <a:pt x="258" y="192"/>
                  </a:moveTo>
                  <a:cubicBezTo>
                    <a:pt x="256" y="191"/>
                    <a:pt x="256" y="191"/>
                    <a:pt x="256" y="191"/>
                  </a:cubicBezTo>
                  <a:cubicBezTo>
                    <a:pt x="256" y="0"/>
                    <a:pt x="256" y="0"/>
                    <a:pt x="256" y="0"/>
                  </a:cubicBezTo>
                  <a:cubicBezTo>
                    <a:pt x="0" y="0"/>
                    <a:pt x="0" y="0"/>
                    <a:pt x="0" y="0"/>
                  </a:cubicBezTo>
                  <a:cubicBezTo>
                    <a:pt x="0" y="191"/>
                    <a:pt x="0" y="191"/>
                    <a:pt x="0" y="191"/>
                  </a:cubicBezTo>
                  <a:cubicBezTo>
                    <a:pt x="2" y="192"/>
                    <a:pt x="2" y="192"/>
                    <a:pt x="2" y="192"/>
                  </a:cubicBezTo>
                  <a:lnTo>
                    <a:pt x="258" y="192"/>
                  </a:lnTo>
                  <a:close/>
                  <a:moveTo>
                    <a:pt x="130" y="44"/>
                  </a:moveTo>
                  <a:cubicBezTo>
                    <a:pt x="139" y="44"/>
                    <a:pt x="146" y="51"/>
                    <a:pt x="146" y="60"/>
                  </a:cubicBezTo>
                  <a:cubicBezTo>
                    <a:pt x="146" y="69"/>
                    <a:pt x="139" y="76"/>
                    <a:pt x="130" y="76"/>
                  </a:cubicBezTo>
                  <a:cubicBezTo>
                    <a:pt x="121" y="76"/>
                    <a:pt x="114" y="69"/>
                    <a:pt x="114" y="60"/>
                  </a:cubicBezTo>
                  <a:cubicBezTo>
                    <a:pt x="114" y="51"/>
                    <a:pt x="121" y="44"/>
                    <a:pt x="130"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 name="Freeform 426"/>
            <p:cNvSpPr>
              <a:spLocks/>
            </p:cNvSpPr>
            <p:nvPr/>
          </p:nvSpPr>
          <p:spPr bwMode="auto">
            <a:xfrm>
              <a:off x="9510713" y="2051050"/>
              <a:ext cx="234950" cy="31750"/>
            </a:xfrm>
            <a:custGeom>
              <a:avLst/>
              <a:gdLst>
                <a:gd name="T0" fmla="*/ 0 w 148"/>
                <a:gd name="T1" fmla="*/ 0 h 20"/>
                <a:gd name="T2" fmla="*/ 54 w 148"/>
                <a:gd name="T3" fmla="*/ 20 h 20"/>
                <a:gd name="T4" fmla="*/ 93 w 148"/>
                <a:gd name="T5" fmla="*/ 20 h 20"/>
                <a:gd name="T6" fmla="*/ 148 w 148"/>
                <a:gd name="T7" fmla="*/ 0 h 20"/>
                <a:gd name="T8" fmla="*/ 0 w 148"/>
                <a:gd name="T9" fmla="*/ 0 h 20"/>
              </a:gdLst>
              <a:ahLst/>
              <a:cxnLst>
                <a:cxn ang="0">
                  <a:pos x="T0" y="T1"/>
                </a:cxn>
                <a:cxn ang="0">
                  <a:pos x="T2" y="T3"/>
                </a:cxn>
                <a:cxn ang="0">
                  <a:pos x="T4" y="T5"/>
                </a:cxn>
                <a:cxn ang="0">
                  <a:pos x="T6" y="T7"/>
                </a:cxn>
                <a:cxn ang="0">
                  <a:pos x="T8" y="T9"/>
                </a:cxn>
              </a:cxnLst>
              <a:rect l="0" t="0" r="r" b="b"/>
              <a:pathLst>
                <a:path w="148" h="20">
                  <a:moveTo>
                    <a:pt x="0" y="0"/>
                  </a:moveTo>
                  <a:lnTo>
                    <a:pt x="54" y="20"/>
                  </a:lnTo>
                  <a:lnTo>
                    <a:pt x="93" y="20"/>
                  </a:lnTo>
                  <a:lnTo>
                    <a:pt x="148"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 name="Freeform 427"/>
            <p:cNvSpPr>
              <a:spLocks/>
            </p:cNvSpPr>
            <p:nvPr/>
          </p:nvSpPr>
          <p:spPr bwMode="auto">
            <a:xfrm>
              <a:off x="9274176" y="2003425"/>
              <a:ext cx="334963" cy="215900"/>
            </a:xfrm>
            <a:custGeom>
              <a:avLst/>
              <a:gdLst>
                <a:gd name="T0" fmla="*/ 224 w 260"/>
                <a:gd name="T1" fmla="*/ 144 h 167"/>
                <a:gd name="T2" fmla="*/ 228 w 260"/>
                <a:gd name="T3" fmla="*/ 99 h 167"/>
                <a:gd name="T4" fmla="*/ 260 w 260"/>
                <a:gd name="T5" fmla="*/ 70 h 167"/>
                <a:gd name="T6" fmla="*/ 71 w 260"/>
                <a:gd name="T7" fmla="*/ 9 h 167"/>
                <a:gd name="T8" fmla="*/ 9 w 260"/>
                <a:gd name="T9" fmla="*/ 40 h 167"/>
                <a:gd name="T10" fmla="*/ 41 w 260"/>
                <a:gd name="T11" fmla="*/ 103 h 167"/>
                <a:gd name="T12" fmla="*/ 239 w 260"/>
                <a:gd name="T13" fmla="*/ 167 h 167"/>
                <a:gd name="T14" fmla="*/ 224 w 260"/>
                <a:gd name="T15" fmla="*/ 144 h 1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0" h="167">
                  <a:moveTo>
                    <a:pt x="224" y="144"/>
                  </a:moveTo>
                  <a:cubicBezTo>
                    <a:pt x="219" y="129"/>
                    <a:pt x="221" y="113"/>
                    <a:pt x="228" y="99"/>
                  </a:cubicBezTo>
                  <a:cubicBezTo>
                    <a:pt x="234" y="85"/>
                    <a:pt x="246" y="75"/>
                    <a:pt x="260" y="70"/>
                  </a:cubicBezTo>
                  <a:cubicBezTo>
                    <a:pt x="71" y="9"/>
                    <a:pt x="71" y="9"/>
                    <a:pt x="71" y="9"/>
                  </a:cubicBezTo>
                  <a:cubicBezTo>
                    <a:pt x="45" y="0"/>
                    <a:pt x="17" y="14"/>
                    <a:pt x="9" y="40"/>
                  </a:cubicBezTo>
                  <a:cubicBezTo>
                    <a:pt x="0" y="66"/>
                    <a:pt x="15" y="94"/>
                    <a:pt x="41" y="103"/>
                  </a:cubicBezTo>
                  <a:cubicBezTo>
                    <a:pt x="239" y="167"/>
                    <a:pt x="239" y="167"/>
                    <a:pt x="239" y="167"/>
                  </a:cubicBezTo>
                  <a:cubicBezTo>
                    <a:pt x="232" y="161"/>
                    <a:pt x="227" y="153"/>
                    <a:pt x="224"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 name="Freeform 428"/>
            <p:cNvSpPr>
              <a:spLocks/>
            </p:cNvSpPr>
            <p:nvPr/>
          </p:nvSpPr>
          <p:spPr bwMode="auto">
            <a:xfrm>
              <a:off x="9561513" y="2003425"/>
              <a:ext cx="419100" cy="233363"/>
            </a:xfrm>
            <a:custGeom>
              <a:avLst/>
              <a:gdLst>
                <a:gd name="T0" fmla="*/ 41 w 325"/>
                <a:gd name="T1" fmla="*/ 78 h 181"/>
                <a:gd name="T2" fmla="*/ 9 w 325"/>
                <a:gd name="T3" fmla="*/ 141 h 181"/>
                <a:gd name="T4" fmla="*/ 71 w 325"/>
                <a:gd name="T5" fmla="*/ 173 h 181"/>
                <a:gd name="T6" fmla="*/ 285 w 325"/>
                <a:gd name="T7" fmla="*/ 103 h 181"/>
                <a:gd name="T8" fmla="*/ 317 w 325"/>
                <a:gd name="T9" fmla="*/ 40 h 181"/>
                <a:gd name="T10" fmla="*/ 254 w 325"/>
                <a:gd name="T11" fmla="*/ 9 h 181"/>
                <a:gd name="T12" fmla="*/ 41 w 325"/>
                <a:gd name="T13" fmla="*/ 78 h 181"/>
              </a:gdLst>
              <a:ahLst/>
              <a:cxnLst>
                <a:cxn ang="0">
                  <a:pos x="T0" y="T1"/>
                </a:cxn>
                <a:cxn ang="0">
                  <a:pos x="T2" y="T3"/>
                </a:cxn>
                <a:cxn ang="0">
                  <a:pos x="T4" y="T5"/>
                </a:cxn>
                <a:cxn ang="0">
                  <a:pos x="T6" y="T7"/>
                </a:cxn>
                <a:cxn ang="0">
                  <a:pos x="T8" y="T9"/>
                </a:cxn>
                <a:cxn ang="0">
                  <a:pos x="T10" y="T11"/>
                </a:cxn>
                <a:cxn ang="0">
                  <a:pos x="T12" y="T13"/>
                </a:cxn>
              </a:cxnLst>
              <a:rect l="0" t="0" r="r" b="b"/>
              <a:pathLst>
                <a:path w="325" h="181">
                  <a:moveTo>
                    <a:pt x="41" y="78"/>
                  </a:moveTo>
                  <a:cubicBezTo>
                    <a:pt x="15" y="87"/>
                    <a:pt x="0" y="115"/>
                    <a:pt x="9" y="141"/>
                  </a:cubicBezTo>
                  <a:cubicBezTo>
                    <a:pt x="17" y="167"/>
                    <a:pt x="45" y="181"/>
                    <a:pt x="71" y="173"/>
                  </a:cubicBezTo>
                  <a:cubicBezTo>
                    <a:pt x="285" y="103"/>
                    <a:pt x="285" y="103"/>
                    <a:pt x="285" y="103"/>
                  </a:cubicBezTo>
                  <a:cubicBezTo>
                    <a:pt x="311" y="94"/>
                    <a:pt x="325" y="66"/>
                    <a:pt x="317" y="40"/>
                  </a:cubicBezTo>
                  <a:cubicBezTo>
                    <a:pt x="308" y="14"/>
                    <a:pt x="280" y="0"/>
                    <a:pt x="254" y="9"/>
                  </a:cubicBezTo>
                  <a:lnTo>
                    <a:pt x="41" y="7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 name="Freeform 429"/>
            <p:cNvSpPr>
              <a:spLocks noEditPoints="1"/>
            </p:cNvSpPr>
            <p:nvPr/>
          </p:nvSpPr>
          <p:spPr bwMode="auto">
            <a:xfrm>
              <a:off x="9971088" y="1273175"/>
              <a:ext cx="225425" cy="227013"/>
            </a:xfrm>
            <a:custGeom>
              <a:avLst/>
              <a:gdLst>
                <a:gd name="T0" fmla="*/ 22 w 176"/>
                <a:gd name="T1" fmla="*/ 112 h 176"/>
                <a:gd name="T2" fmla="*/ 7 w 176"/>
                <a:gd name="T3" fmla="*/ 121 h 176"/>
                <a:gd name="T4" fmla="*/ 19 w 176"/>
                <a:gd name="T5" fmla="*/ 141 h 176"/>
                <a:gd name="T6" fmla="*/ 34 w 176"/>
                <a:gd name="T7" fmla="*/ 132 h 176"/>
                <a:gd name="T8" fmla="*/ 43 w 176"/>
                <a:gd name="T9" fmla="*/ 141 h 176"/>
                <a:gd name="T10" fmla="*/ 34 w 176"/>
                <a:gd name="T11" fmla="*/ 157 h 176"/>
                <a:gd name="T12" fmla="*/ 55 w 176"/>
                <a:gd name="T13" fmla="*/ 169 h 176"/>
                <a:gd name="T14" fmla="*/ 64 w 176"/>
                <a:gd name="T15" fmla="*/ 153 h 176"/>
                <a:gd name="T16" fmla="*/ 76 w 176"/>
                <a:gd name="T17" fmla="*/ 157 h 176"/>
                <a:gd name="T18" fmla="*/ 76 w 176"/>
                <a:gd name="T19" fmla="*/ 176 h 176"/>
                <a:gd name="T20" fmla="*/ 100 w 176"/>
                <a:gd name="T21" fmla="*/ 176 h 176"/>
                <a:gd name="T22" fmla="*/ 100 w 176"/>
                <a:gd name="T23" fmla="*/ 157 h 176"/>
                <a:gd name="T24" fmla="*/ 112 w 176"/>
                <a:gd name="T25" fmla="*/ 153 h 176"/>
                <a:gd name="T26" fmla="*/ 121 w 176"/>
                <a:gd name="T27" fmla="*/ 169 h 176"/>
                <a:gd name="T28" fmla="*/ 142 w 176"/>
                <a:gd name="T29" fmla="*/ 157 h 176"/>
                <a:gd name="T30" fmla="*/ 133 w 176"/>
                <a:gd name="T31" fmla="*/ 141 h 176"/>
                <a:gd name="T32" fmla="*/ 142 w 176"/>
                <a:gd name="T33" fmla="*/ 132 h 176"/>
                <a:gd name="T34" fmla="*/ 157 w 176"/>
                <a:gd name="T35" fmla="*/ 141 h 176"/>
                <a:gd name="T36" fmla="*/ 169 w 176"/>
                <a:gd name="T37" fmla="*/ 120 h 176"/>
                <a:gd name="T38" fmla="*/ 154 w 176"/>
                <a:gd name="T39" fmla="*/ 112 h 176"/>
                <a:gd name="T40" fmla="*/ 157 w 176"/>
                <a:gd name="T41" fmla="*/ 100 h 176"/>
                <a:gd name="T42" fmla="*/ 176 w 176"/>
                <a:gd name="T43" fmla="*/ 100 h 176"/>
                <a:gd name="T44" fmla="*/ 176 w 176"/>
                <a:gd name="T45" fmla="*/ 76 h 176"/>
                <a:gd name="T46" fmla="*/ 157 w 176"/>
                <a:gd name="T47" fmla="*/ 76 h 176"/>
                <a:gd name="T48" fmla="*/ 154 w 176"/>
                <a:gd name="T49" fmla="*/ 63 h 176"/>
                <a:gd name="T50" fmla="*/ 169 w 176"/>
                <a:gd name="T51" fmla="*/ 54 h 176"/>
                <a:gd name="T52" fmla="*/ 157 w 176"/>
                <a:gd name="T53" fmla="*/ 34 h 176"/>
                <a:gd name="T54" fmla="*/ 142 w 176"/>
                <a:gd name="T55" fmla="*/ 42 h 176"/>
                <a:gd name="T56" fmla="*/ 133 w 176"/>
                <a:gd name="T57" fmla="*/ 33 h 176"/>
                <a:gd name="T58" fmla="*/ 142 w 176"/>
                <a:gd name="T59" fmla="*/ 18 h 176"/>
                <a:gd name="T60" fmla="*/ 121 w 176"/>
                <a:gd name="T61" fmla="*/ 6 h 176"/>
                <a:gd name="T62" fmla="*/ 112 w 176"/>
                <a:gd name="T63" fmla="*/ 21 h 176"/>
                <a:gd name="T64" fmla="*/ 100 w 176"/>
                <a:gd name="T65" fmla="*/ 18 h 176"/>
                <a:gd name="T66" fmla="*/ 100 w 176"/>
                <a:gd name="T67" fmla="*/ 0 h 176"/>
                <a:gd name="T68" fmla="*/ 76 w 176"/>
                <a:gd name="T69" fmla="*/ 0 h 176"/>
                <a:gd name="T70" fmla="*/ 76 w 176"/>
                <a:gd name="T71" fmla="*/ 18 h 176"/>
                <a:gd name="T72" fmla="*/ 64 w 176"/>
                <a:gd name="T73" fmla="*/ 21 h 176"/>
                <a:gd name="T74" fmla="*/ 55 w 176"/>
                <a:gd name="T75" fmla="*/ 6 h 176"/>
                <a:gd name="T76" fmla="*/ 34 w 176"/>
                <a:gd name="T77" fmla="*/ 18 h 176"/>
                <a:gd name="T78" fmla="*/ 43 w 176"/>
                <a:gd name="T79" fmla="*/ 33 h 176"/>
                <a:gd name="T80" fmla="*/ 34 w 176"/>
                <a:gd name="T81" fmla="*/ 42 h 176"/>
                <a:gd name="T82" fmla="*/ 19 w 176"/>
                <a:gd name="T83" fmla="*/ 33 h 176"/>
                <a:gd name="T84" fmla="*/ 7 w 176"/>
                <a:gd name="T85" fmla="*/ 54 h 176"/>
                <a:gd name="T86" fmla="*/ 22 w 176"/>
                <a:gd name="T87" fmla="*/ 63 h 176"/>
                <a:gd name="T88" fmla="*/ 19 w 176"/>
                <a:gd name="T89" fmla="*/ 76 h 176"/>
                <a:gd name="T90" fmla="*/ 0 w 176"/>
                <a:gd name="T91" fmla="*/ 76 h 176"/>
                <a:gd name="T92" fmla="*/ 0 w 176"/>
                <a:gd name="T93" fmla="*/ 100 h 176"/>
                <a:gd name="T94" fmla="*/ 19 w 176"/>
                <a:gd name="T95" fmla="*/ 100 h 176"/>
                <a:gd name="T96" fmla="*/ 22 w 176"/>
                <a:gd name="T97" fmla="*/ 112 h 176"/>
                <a:gd name="T98" fmla="*/ 88 w 176"/>
                <a:gd name="T99" fmla="*/ 36 h 176"/>
                <a:gd name="T100" fmla="*/ 140 w 176"/>
                <a:gd name="T101" fmla="*/ 87 h 176"/>
                <a:gd name="T102" fmla="*/ 88 w 176"/>
                <a:gd name="T103" fmla="*/ 139 h 176"/>
                <a:gd name="T104" fmla="*/ 37 w 176"/>
                <a:gd name="T105" fmla="*/ 87 h 176"/>
                <a:gd name="T106" fmla="*/ 88 w 176"/>
                <a:gd name="T107" fmla="*/ 3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6" h="176">
                  <a:moveTo>
                    <a:pt x="22" y="112"/>
                  </a:moveTo>
                  <a:cubicBezTo>
                    <a:pt x="7" y="121"/>
                    <a:pt x="7" y="121"/>
                    <a:pt x="7" y="121"/>
                  </a:cubicBezTo>
                  <a:cubicBezTo>
                    <a:pt x="19" y="141"/>
                    <a:pt x="19" y="141"/>
                    <a:pt x="19" y="141"/>
                  </a:cubicBezTo>
                  <a:cubicBezTo>
                    <a:pt x="34" y="132"/>
                    <a:pt x="34" y="132"/>
                    <a:pt x="34" y="132"/>
                  </a:cubicBezTo>
                  <a:cubicBezTo>
                    <a:pt x="37" y="136"/>
                    <a:pt x="40" y="139"/>
                    <a:pt x="43" y="141"/>
                  </a:cubicBezTo>
                  <a:cubicBezTo>
                    <a:pt x="34" y="157"/>
                    <a:pt x="34" y="157"/>
                    <a:pt x="34" y="157"/>
                  </a:cubicBezTo>
                  <a:cubicBezTo>
                    <a:pt x="55" y="169"/>
                    <a:pt x="55" y="169"/>
                    <a:pt x="55" y="169"/>
                  </a:cubicBezTo>
                  <a:cubicBezTo>
                    <a:pt x="64" y="153"/>
                    <a:pt x="64" y="153"/>
                    <a:pt x="64" y="153"/>
                  </a:cubicBezTo>
                  <a:cubicBezTo>
                    <a:pt x="68" y="155"/>
                    <a:pt x="72" y="156"/>
                    <a:pt x="76" y="157"/>
                  </a:cubicBezTo>
                  <a:cubicBezTo>
                    <a:pt x="76" y="176"/>
                    <a:pt x="76" y="176"/>
                    <a:pt x="76" y="176"/>
                  </a:cubicBezTo>
                  <a:cubicBezTo>
                    <a:pt x="100" y="176"/>
                    <a:pt x="100" y="176"/>
                    <a:pt x="100" y="176"/>
                  </a:cubicBezTo>
                  <a:cubicBezTo>
                    <a:pt x="100" y="157"/>
                    <a:pt x="100" y="157"/>
                    <a:pt x="100" y="157"/>
                  </a:cubicBezTo>
                  <a:cubicBezTo>
                    <a:pt x="104" y="156"/>
                    <a:pt x="108" y="155"/>
                    <a:pt x="112" y="153"/>
                  </a:cubicBezTo>
                  <a:cubicBezTo>
                    <a:pt x="121" y="169"/>
                    <a:pt x="121" y="169"/>
                    <a:pt x="121" y="169"/>
                  </a:cubicBezTo>
                  <a:cubicBezTo>
                    <a:pt x="142" y="157"/>
                    <a:pt x="142" y="157"/>
                    <a:pt x="142" y="157"/>
                  </a:cubicBezTo>
                  <a:cubicBezTo>
                    <a:pt x="133" y="141"/>
                    <a:pt x="133" y="141"/>
                    <a:pt x="133" y="141"/>
                  </a:cubicBezTo>
                  <a:cubicBezTo>
                    <a:pt x="136" y="139"/>
                    <a:pt x="139" y="136"/>
                    <a:pt x="142" y="132"/>
                  </a:cubicBezTo>
                  <a:cubicBezTo>
                    <a:pt x="157" y="141"/>
                    <a:pt x="157" y="141"/>
                    <a:pt x="157" y="141"/>
                  </a:cubicBezTo>
                  <a:cubicBezTo>
                    <a:pt x="169" y="120"/>
                    <a:pt x="169" y="120"/>
                    <a:pt x="169" y="120"/>
                  </a:cubicBezTo>
                  <a:cubicBezTo>
                    <a:pt x="154" y="112"/>
                    <a:pt x="154" y="112"/>
                    <a:pt x="154" y="112"/>
                  </a:cubicBezTo>
                  <a:cubicBezTo>
                    <a:pt x="155" y="108"/>
                    <a:pt x="157" y="104"/>
                    <a:pt x="157" y="100"/>
                  </a:cubicBezTo>
                  <a:cubicBezTo>
                    <a:pt x="176" y="100"/>
                    <a:pt x="176" y="100"/>
                    <a:pt x="176" y="100"/>
                  </a:cubicBezTo>
                  <a:cubicBezTo>
                    <a:pt x="176" y="76"/>
                    <a:pt x="176" y="76"/>
                    <a:pt x="176" y="76"/>
                  </a:cubicBezTo>
                  <a:cubicBezTo>
                    <a:pt x="157" y="76"/>
                    <a:pt x="157" y="76"/>
                    <a:pt x="157" y="76"/>
                  </a:cubicBezTo>
                  <a:cubicBezTo>
                    <a:pt x="157" y="72"/>
                    <a:pt x="155" y="67"/>
                    <a:pt x="154" y="63"/>
                  </a:cubicBezTo>
                  <a:cubicBezTo>
                    <a:pt x="169" y="54"/>
                    <a:pt x="169" y="54"/>
                    <a:pt x="169" y="54"/>
                  </a:cubicBezTo>
                  <a:cubicBezTo>
                    <a:pt x="157" y="34"/>
                    <a:pt x="157" y="34"/>
                    <a:pt x="157" y="34"/>
                  </a:cubicBezTo>
                  <a:cubicBezTo>
                    <a:pt x="142" y="42"/>
                    <a:pt x="142" y="42"/>
                    <a:pt x="142" y="42"/>
                  </a:cubicBezTo>
                  <a:cubicBezTo>
                    <a:pt x="139" y="39"/>
                    <a:pt x="136" y="36"/>
                    <a:pt x="133" y="33"/>
                  </a:cubicBezTo>
                  <a:cubicBezTo>
                    <a:pt x="142" y="18"/>
                    <a:pt x="142" y="18"/>
                    <a:pt x="142" y="18"/>
                  </a:cubicBezTo>
                  <a:cubicBezTo>
                    <a:pt x="121" y="6"/>
                    <a:pt x="121" y="6"/>
                    <a:pt x="121" y="6"/>
                  </a:cubicBezTo>
                  <a:cubicBezTo>
                    <a:pt x="112" y="21"/>
                    <a:pt x="112" y="21"/>
                    <a:pt x="112" y="21"/>
                  </a:cubicBezTo>
                  <a:cubicBezTo>
                    <a:pt x="108" y="20"/>
                    <a:pt x="104" y="19"/>
                    <a:pt x="100" y="18"/>
                  </a:cubicBezTo>
                  <a:cubicBezTo>
                    <a:pt x="100" y="0"/>
                    <a:pt x="100" y="0"/>
                    <a:pt x="100" y="0"/>
                  </a:cubicBezTo>
                  <a:cubicBezTo>
                    <a:pt x="76" y="0"/>
                    <a:pt x="76" y="0"/>
                    <a:pt x="76" y="0"/>
                  </a:cubicBezTo>
                  <a:cubicBezTo>
                    <a:pt x="76" y="18"/>
                    <a:pt x="76" y="18"/>
                    <a:pt x="76" y="18"/>
                  </a:cubicBezTo>
                  <a:cubicBezTo>
                    <a:pt x="72" y="19"/>
                    <a:pt x="68" y="20"/>
                    <a:pt x="64" y="21"/>
                  </a:cubicBezTo>
                  <a:cubicBezTo>
                    <a:pt x="55" y="6"/>
                    <a:pt x="55" y="6"/>
                    <a:pt x="55" y="6"/>
                  </a:cubicBezTo>
                  <a:cubicBezTo>
                    <a:pt x="34" y="18"/>
                    <a:pt x="34" y="18"/>
                    <a:pt x="34" y="18"/>
                  </a:cubicBezTo>
                  <a:cubicBezTo>
                    <a:pt x="43" y="33"/>
                    <a:pt x="43" y="33"/>
                    <a:pt x="43" y="33"/>
                  </a:cubicBezTo>
                  <a:cubicBezTo>
                    <a:pt x="40" y="36"/>
                    <a:pt x="37" y="39"/>
                    <a:pt x="34" y="42"/>
                  </a:cubicBezTo>
                  <a:cubicBezTo>
                    <a:pt x="19" y="33"/>
                    <a:pt x="19" y="33"/>
                    <a:pt x="19" y="33"/>
                  </a:cubicBezTo>
                  <a:cubicBezTo>
                    <a:pt x="7" y="54"/>
                    <a:pt x="7" y="54"/>
                    <a:pt x="7" y="54"/>
                  </a:cubicBezTo>
                  <a:cubicBezTo>
                    <a:pt x="22" y="63"/>
                    <a:pt x="22" y="63"/>
                    <a:pt x="22" y="63"/>
                  </a:cubicBezTo>
                  <a:cubicBezTo>
                    <a:pt x="21" y="67"/>
                    <a:pt x="20" y="72"/>
                    <a:pt x="19" y="76"/>
                  </a:cubicBezTo>
                  <a:cubicBezTo>
                    <a:pt x="0" y="76"/>
                    <a:pt x="0" y="76"/>
                    <a:pt x="0" y="76"/>
                  </a:cubicBezTo>
                  <a:cubicBezTo>
                    <a:pt x="0" y="100"/>
                    <a:pt x="0" y="100"/>
                    <a:pt x="0" y="100"/>
                  </a:cubicBezTo>
                  <a:cubicBezTo>
                    <a:pt x="19" y="100"/>
                    <a:pt x="19" y="100"/>
                    <a:pt x="19" y="100"/>
                  </a:cubicBezTo>
                  <a:cubicBezTo>
                    <a:pt x="20" y="104"/>
                    <a:pt x="21" y="108"/>
                    <a:pt x="22" y="112"/>
                  </a:cubicBezTo>
                  <a:close/>
                  <a:moveTo>
                    <a:pt x="88" y="36"/>
                  </a:moveTo>
                  <a:cubicBezTo>
                    <a:pt x="117" y="36"/>
                    <a:pt x="140" y="59"/>
                    <a:pt x="140" y="87"/>
                  </a:cubicBezTo>
                  <a:cubicBezTo>
                    <a:pt x="140" y="116"/>
                    <a:pt x="117" y="139"/>
                    <a:pt x="88" y="139"/>
                  </a:cubicBezTo>
                  <a:cubicBezTo>
                    <a:pt x="60" y="139"/>
                    <a:pt x="37" y="116"/>
                    <a:pt x="37" y="87"/>
                  </a:cubicBezTo>
                  <a:cubicBezTo>
                    <a:pt x="37" y="59"/>
                    <a:pt x="60" y="36"/>
                    <a:pt x="88"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 name="Oval 430"/>
            <p:cNvSpPr>
              <a:spLocks noChangeArrowheads="1"/>
            </p:cNvSpPr>
            <p:nvPr/>
          </p:nvSpPr>
          <p:spPr bwMode="auto">
            <a:xfrm>
              <a:off x="10053638" y="1357313"/>
              <a:ext cx="60325" cy="571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28" name="组合 427"/>
          <p:cNvGrpSpPr/>
          <p:nvPr/>
        </p:nvGrpSpPr>
        <p:grpSpPr>
          <a:xfrm>
            <a:off x="6186488" y="2990850"/>
            <a:ext cx="1563688" cy="1252538"/>
            <a:chOff x="6186488" y="2990850"/>
            <a:chExt cx="1563688" cy="1252538"/>
          </a:xfrm>
          <a:solidFill>
            <a:schemeClr val="tx1">
              <a:lumMod val="65000"/>
              <a:lumOff val="35000"/>
            </a:schemeClr>
          </a:solidFill>
        </p:grpSpPr>
        <p:sp>
          <p:nvSpPr>
            <p:cNvPr id="429" name="Freeform 431"/>
            <p:cNvSpPr>
              <a:spLocks noEditPoints="1"/>
            </p:cNvSpPr>
            <p:nvPr/>
          </p:nvSpPr>
          <p:spPr bwMode="auto">
            <a:xfrm>
              <a:off x="6616701" y="2990850"/>
              <a:ext cx="1133475" cy="1012825"/>
            </a:xfrm>
            <a:custGeom>
              <a:avLst/>
              <a:gdLst>
                <a:gd name="T0" fmla="*/ 659 w 714"/>
                <a:gd name="T1" fmla="*/ 192 h 638"/>
                <a:gd name="T2" fmla="*/ 682 w 714"/>
                <a:gd name="T3" fmla="*/ 205 h 638"/>
                <a:gd name="T4" fmla="*/ 697 w 714"/>
                <a:gd name="T5" fmla="*/ 175 h 638"/>
                <a:gd name="T6" fmla="*/ 360 w 714"/>
                <a:gd name="T7" fmla="*/ 0 h 638"/>
                <a:gd name="T8" fmla="*/ 23 w 714"/>
                <a:gd name="T9" fmla="*/ 175 h 638"/>
                <a:gd name="T10" fmla="*/ 39 w 714"/>
                <a:gd name="T11" fmla="*/ 205 h 638"/>
                <a:gd name="T12" fmla="*/ 62 w 714"/>
                <a:gd name="T13" fmla="*/ 192 h 638"/>
                <a:gd name="T14" fmla="*/ 62 w 714"/>
                <a:gd name="T15" fmla="*/ 625 h 638"/>
                <a:gd name="T16" fmla="*/ 0 w 714"/>
                <a:gd name="T17" fmla="*/ 625 h 638"/>
                <a:gd name="T18" fmla="*/ 0 w 714"/>
                <a:gd name="T19" fmla="*/ 638 h 638"/>
                <a:gd name="T20" fmla="*/ 714 w 714"/>
                <a:gd name="T21" fmla="*/ 638 h 638"/>
                <a:gd name="T22" fmla="*/ 714 w 714"/>
                <a:gd name="T23" fmla="*/ 625 h 638"/>
                <a:gd name="T24" fmla="*/ 659 w 714"/>
                <a:gd name="T25" fmla="*/ 625 h 638"/>
                <a:gd name="T26" fmla="*/ 659 w 714"/>
                <a:gd name="T27" fmla="*/ 192 h 638"/>
                <a:gd name="T28" fmla="*/ 584 w 714"/>
                <a:gd name="T29" fmla="*/ 605 h 638"/>
                <a:gd name="T30" fmla="*/ 137 w 714"/>
                <a:gd name="T31" fmla="*/ 605 h 638"/>
                <a:gd name="T32" fmla="*/ 137 w 714"/>
                <a:gd name="T33" fmla="*/ 317 h 638"/>
                <a:gd name="T34" fmla="*/ 584 w 714"/>
                <a:gd name="T35" fmla="*/ 317 h 638"/>
                <a:gd name="T36" fmla="*/ 584 w 714"/>
                <a:gd name="T37" fmla="*/ 605 h 638"/>
                <a:gd name="T38" fmla="*/ 120 w 714"/>
                <a:gd name="T39" fmla="*/ 300 h 638"/>
                <a:gd name="T40" fmla="*/ 120 w 714"/>
                <a:gd name="T41" fmla="*/ 605 h 638"/>
                <a:gd name="T42" fmla="*/ 85 w 714"/>
                <a:gd name="T43" fmla="*/ 605 h 638"/>
                <a:gd name="T44" fmla="*/ 85 w 714"/>
                <a:gd name="T45" fmla="*/ 245 h 638"/>
                <a:gd name="T46" fmla="*/ 636 w 714"/>
                <a:gd name="T47" fmla="*/ 245 h 638"/>
                <a:gd name="T48" fmla="*/ 636 w 714"/>
                <a:gd name="T49" fmla="*/ 605 h 638"/>
                <a:gd name="T50" fmla="*/ 601 w 714"/>
                <a:gd name="T51" fmla="*/ 605 h 638"/>
                <a:gd name="T52" fmla="*/ 601 w 714"/>
                <a:gd name="T53" fmla="*/ 300 h 638"/>
                <a:gd name="T54" fmla="*/ 120 w 714"/>
                <a:gd name="T55" fmla="*/ 300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4" h="638">
                  <a:moveTo>
                    <a:pt x="659" y="192"/>
                  </a:moveTo>
                  <a:lnTo>
                    <a:pt x="682" y="205"/>
                  </a:lnTo>
                  <a:lnTo>
                    <a:pt x="697" y="175"/>
                  </a:lnTo>
                  <a:lnTo>
                    <a:pt x="360" y="0"/>
                  </a:lnTo>
                  <a:lnTo>
                    <a:pt x="23" y="175"/>
                  </a:lnTo>
                  <a:lnTo>
                    <a:pt x="39" y="205"/>
                  </a:lnTo>
                  <a:lnTo>
                    <a:pt x="62" y="192"/>
                  </a:lnTo>
                  <a:lnTo>
                    <a:pt x="62" y="625"/>
                  </a:lnTo>
                  <a:lnTo>
                    <a:pt x="0" y="625"/>
                  </a:lnTo>
                  <a:lnTo>
                    <a:pt x="0" y="638"/>
                  </a:lnTo>
                  <a:lnTo>
                    <a:pt x="714" y="638"/>
                  </a:lnTo>
                  <a:lnTo>
                    <a:pt x="714" y="625"/>
                  </a:lnTo>
                  <a:lnTo>
                    <a:pt x="659" y="625"/>
                  </a:lnTo>
                  <a:lnTo>
                    <a:pt x="659" y="192"/>
                  </a:lnTo>
                  <a:close/>
                  <a:moveTo>
                    <a:pt x="584" y="605"/>
                  </a:moveTo>
                  <a:lnTo>
                    <a:pt x="137" y="605"/>
                  </a:lnTo>
                  <a:lnTo>
                    <a:pt x="137" y="317"/>
                  </a:lnTo>
                  <a:lnTo>
                    <a:pt x="584" y="317"/>
                  </a:lnTo>
                  <a:lnTo>
                    <a:pt x="584" y="605"/>
                  </a:lnTo>
                  <a:close/>
                  <a:moveTo>
                    <a:pt x="120" y="300"/>
                  </a:moveTo>
                  <a:lnTo>
                    <a:pt x="120" y="605"/>
                  </a:lnTo>
                  <a:lnTo>
                    <a:pt x="85" y="605"/>
                  </a:lnTo>
                  <a:lnTo>
                    <a:pt x="85" y="245"/>
                  </a:lnTo>
                  <a:lnTo>
                    <a:pt x="636" y="245"/>
                  </a:lnTo>
                  <a:lnTo>
                    <a:pt x="636" y="605"/>
                  </a:lnTo>
                  <a:lnTo>
                    <a:pt x="601" y="605"/>
                  </a:lnTo>
                  <a:lnTo>
                    <a:pt x="601" y="300"/>
                  </a:lnTo>
                  <a:lnTo>
                    <a:pt x="120" y="3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 name="Freeform 432"/>
            <p:cNvSpPr>
              <a:spLocks/>
            </p:cNvSpPr>
            <p:nvPr/>
          </p:nvSpPr>
          <p:spPr bwMode="auto">
            <a:xfrm>
              <a:off x="6267451" y="3475038"/>
              <a:ext cx="279400" cy="182563"/>
            </a:xfrm>
            <a:custGeom>
              <a:avLst/>
              <a:gdLst>
                <a:gd name="T0" fmla="*/ 217 w 217"/>
                <a:gd name="T1" fmla="*/ 42 h 141"/>
                <a:gd name="T2" fmla="*/ 217 w 217"/>
                <a:gd name="T3" fmla="*/ 42 h 141"/>
                <a:gd name="T4" fmla="*/ 216 w 217"/>
                <a:gd name="T5" fmla="*/ 42 h 141"/>
                <a:gd name="T6" fmla="*/ 189 w 217"/>
                <a:gd name="T7" fmla="*/ 35 h 141"/>
                <a:gd name="T8" fmla="*/ 171 w 217"/>
                <a:gd name="T9" fmla="*/ 25 h 141"/>
                <a:gd name="T10" fmla="*/ 169 w 217"/>
                <a:gd name="T11" fmla="*/ 24 h 141"/>
                <a:gd name="T12" fmla="*/ 138 w 217"/>
                <a:gd name="T13" fmla="*/ 8 h 141"/>
                <a:gd name="T14" fmla="*/ 126 w 217"/>
                <a:gd name="T15" fmla="*/ 0 h 141"/>
                <a:gd name="T16" fmla="*/ 120 w 217"/>
                <a:gd name="T17" fmla="*/ 0 h 141"/>
                <a:gd name="T18" fmla="*/ 49 w 217"/>
                <a:gd name="T19" fmla="*/ 24 h 141"/>
                <a:gd name="T20" fmla="*/ 38 w 217"/>
                <a:gd name="T21" fmla="*/ 30 h 141"/>
                <a:gd name="T22" fmla="*/ 35 w 217"/>
                <a:gd name="T23" fmla="*/ 32 h 141"/>
                <a:gd name="T24" fmla="*/ 1 w 217"/>
                <a:gd name="T25" fmla="*/ 42 h 141"/>
                <a:gd name="T26" fmla="*/ 1 w 217"/>
                <a:gd name="T27" fmla="*/ 42 h 141"/>
                <a:gd name="T28" fmla="*/ 1 w 217"/>
                <a:gd name="T29" fmla="*/ 42 h 141"/>
                <a:gd name="T30" fmla="*/ 0 w 217"/>
                <a:gd name="T31" fmla="*/ 41 h 141"/>
                <a:gd name="T32" fmla="*/ 0 w 217"/>
                <a:gd name="T33" fmla="*/ 123 h 141"/>
                <a:gd name="T34" fmla="*/ 0 w 217"/>
                <a:gd name="T35" fmla="*/ 129 h 141"/>
                <a:gd name="T36" fmla="*/ 109 w 217"/>
                <a:gd name="T37" fmla="*/ 141 h 141"/>
                <a:gd name="T38" fmla="*/ 217 w 217"/>
                <a:gd name="T39" fmla="*/ 129 h 141"/>
                <a:gd name="T40" fmla="*/ 216 w 217"/>
                <a:gd name="T41" fmla="*/ 123 h 141"/>
                <a:gd name="T42" fmla="*/ 216 w 217"/>
                <a:gd name="T43" fmla="*/ 56 h 141"/>
                <a:gd name="T44" fmla="*/ 216 w 217"/>
                <a:gd name="T45" fmla="*/ 41 h 141"/>
                <a:gd name="T46" fmla="*/ 217 w 217"/>
                <a:gd name="T47" fmla="*/ 4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7" h="141">
                  <a:moveTo>
                    <a:pt x="217" y="42"/>
                  </a:moveTo>
                  <a:cubicBezTo>
                    <a:pt x="217" y="42"/>
                    <a:pt x="217" y="42"/>
                    <a:pt x="217" y="42"/>
                  </a:cubicBezTo>
                  <a:cubicBezTo>
                    <a:pt x="216" y="42"/>
                    <a:pt x="216" y="42"/>
                    <a:pt x="216" y="42"/>
                  </a:cubicBezTo>
                  <a:cubicBezTo>
                    <a:pt x="205" y="42"/>
                    <a:pt x="196" y="38"/>
                    <a:pt x="189" y="35"/>
                  </a:cubicBezTo>
                  <a:cubicBezTo>
                    <a:pt x="182" y="32"/>
                    <a:pt x="176" y="28"/>
                    <a:pt x="171" y="25"/>
                  </a:cubicBezTo>
                  <a:cubicBezTo>
                    <a:pt x="169" y="24"/>
                    <a:pt x="169" y="24"/>
                    <a:pt x="169" y="24"/>
                  </a:cubicBezTo>
                  <a:cubicBezTo>
                    <a:pt x="159" y="18"/>
                    <a:pt x="149" y="13"/>
                    <a:pt x="138" y="8"/>
                  </a:cubicBezTo>
                  <a:cubicBezTo>
                    <a:pt x="133" y="6"/>
                    <a:pt x="129" y="4"/>
                    <a:pt x="126" y="0"/>
                  </a:cubicBezTo>
                  <a:cubicBezTo>
                    <a:pt x="124" y="0"/>
                    <a:pt x="122" y="0"/>
                    <a:pt x="120" y="0"/>
                  </a:cubicBezTo>
                  <a:cubicBezTo>
                    <a:pt x="90" y="0"/>
                    <a:pt x="70" y="12"/>
                    <a:pt x="49" y="24"/>
                  </a:cubicBezTo>
                  <a:cubicBezTo>
                    <a:pt x="46" y="26"/>
                    <a:pt x="42" y="28"/>
                    <a:pt x="38" y="30"/>
                  </a:cubicBezTo>
                  <a:cubicBezTo>
                    <a:pt x="35" y="32"/>
                    <a:pt x="35" y="32"/>
                    <a:pt x="35" y="32"/>
                  </a:cubicBezTo>
                  <a:cubicBezTo>
                    <a:pt x="27" y="36"/>
                    <a:pt x="17" y="42"/>
                    <a:pt x="1" y="42"/>
                  </a:cubicBezTo>
                  <a:cubicBezTo>
                    <a:pt x="1" y="42"/>
                    <a:pt x="1" y="42"/>
                    <a:pt x="1" y="42"/>
                  </a:cubicBezTo>
                  <a:cubicBezTo>
                    <a:pt x="1" y="42"/>
                    <a:pt x="1" y="42"/>
                    <a:pt x="1" y="42"/>
                  </a:cubicBezTo>
                  <a:cubicBezTo>
                    <a:pt x="1" y="42"/>
                    <a:pt x="0" y="41"/>
                    <a:pt x="0" y="41"/>
                  </a:cubicBezTo>
                  <a:cubicBezTo>
                    <a:pt x="0" y="123"/>
                    <a:pt x="0" y="123"/>
                    <a:pt x="0" y="123"/>
                  </a:cubicBezTo>
                  <a:cubicBezTo>
                    <a:pt x="0" y="129"/>
                    <a:pt x="0" y="129"/>
                    <a:pt x="0" y="129"/>
                  </a:cubicBezTo>
                  <a:cubicBezTo>
                    <a:pt x="19" y="133"/>
                    <a:pt x="69" y="141"/>
                    <a:pt x="109" y="141"/>
                  </a:cubicBezTo>
                  <a:cubicBezTo>
                    <a:pt x="148" y="141"/>
                    <a:pt x="198" y="133"/>
                    <a:pt x="217" y="129"/>
                  </a:cubicBezTo>
                  <a:cubicBezTo>
                    <a:pt x="216" y="123"/>
                    <a:pt x="216" y="123"/>
                    <a:pt x="216" y="123"/>
                  </a:cubicBezTo>
                  <a:cubicBezTo>
                    <a:pt x="216" y="56"/>
                    <a:pt x="216" y="56"/>
                    <a:pt x="216" y="56"/>
                  </a:cubicBezTo>
                  <a:cubicBezTo>
                    <a:pt x="216" y="41"/>
                    <a:pt x="216" y="41"/>
                    <a:pt x="216" y="41"/>
                  </a:cubicBezTo>
                  <a:cubicBezTo>
                    <a:pt x="216" y="41"/>
                    <a:pt x="217" y="42"/>
                    <a:pt x="217"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 name="Freeform 433"/>
            <p:cNvSpPr>
              <a:spLocks/>
            </p:cNvSpPr>
            <p:nvPr/>
          </p:nvSpPr>
          <p:spPr bwMode="auto">
            <a:xfrm>
              <a:off x="6219826" y="3657600"/>
              <a:ext cx="373063" cy="585788"/>
            </a:xfrm>
            <a:custGeom>
              <a:avLst/>
              <a:gdLst>
                <a:gd name="T0" fmla="*/ 145 w 289"/>
                <a:gd name="T1" fmla="*/ 12 h 456"/>
                <a:gd name="T2" fmla="*/ 35 w 289"/>
                <a:gd name="T3" fmla="*/ 0 h 456"/>
                <a:gd name="T4" fmla="*/ 2 w 289"/>
                <a:gd name="T5" fmla="*/ 401 h 456"/>
                <a:gd name="T6" fmla="*/ 48 w 289"/>
                <a:gd name="T7" fmla="*/ 454 h 456"/>
                <a:gd name="T8" fmla="*/ 101 w 289"/>
                <a:gd name="T9" fmla="*/ 408 h 456"/>
                <a:gd name="T10" fmla="*/ 127 w 289"/>
                <a:gd name="T11" fmla="*/ 85 h 456"/>
                <a:gd name="T12" fmla="*/ 162 w 289"/>
                <a:gd name="T13" fmla="*/ 85 h 456"/>
                <a:gd name="T14" fmla="*/ 188 w 289"/>
                <a:gd name="T15" fmla="*/ 408 h 456"/>
                <a:gd name="T16" fmla="*/ 242 w 289"/>
                <a:gd name="T17" fmla="*/ 454 h 456"/>
                <a:gd name="T18" fmla="*/ 287 w 289"/>
                <a:gd name="T19" fmla="*/ 401 h 456"/>
                <a:gd name="T20" fmla="*/ 254 w 289"/>
                <a:gd name="T21" fmla="*/ 0 h 456"/>
                <a:gd name="T22" fmla="*/ 145 w 289"/>
                <a:gd name="T23" fmla="*/ 12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9" h="456">
                  <a:moveTo>
                    <a:pt x="145" y="12"/>
                  </a:moveTo>
                  <a:cubicBezTo>
                    <a:pt x="105" y="12"/>
                    <a:pt x="55" y="4"/>
                    <a:pt x="35" y="0"/>
                  </a:cubicBezTo>
                  <a:cubicBezTo>
                    <a:pt x="2" y="401"/>
                    <a:pt x="2" y="401"/>
                    <a:pt x="2" y="401"/>
                  </a:cubicBezTo>
                  <a:cubicBezTo>
                    <a:pt x="0" y="428"/>
                    <a:pt x="21" y="452"/>
                    <a:pt x="48" y="454"/>
                  </a:cubicBezTo>
                  <a:cubicBezTo>
                    <a:pt x="75" y="456"/>
                    <a:pt x="99" y="435"/>
                    <a:pt x="101" y="408"/>
                  </a:cubicBezTo>
                  <a:cubicBezTo>
                    <a:pt x="127" y="85"/>
                    <a:pt x="127" y="85"/>
                    <a:pt x="127" y="85"/>
                  </a:cubicBezTo>
                  <a:cubicBezTo>
                    <a:pt x="162" y="85"/>
                    <a:pt x="162" y="85"/>
                    <a:pt x="162" y="85"/>
                  </a:cubicBezTo>
                  <a:cubicBezTo>
                    <a:pt x="188" y="408"/>
                    <a:pt x="188" y="408"/>
                    <a:pt x="188" y="408"/>
                  </a:cubicBezTo>
                  <a:cubicBezTo>
                    <a:pt x="191" y="435"/>
                    <a:pt x="215" y="456"/>
                    <a:pt x="242" y="454"/>
                  </a:cubicBezTo>
                  <a:cubicBezTo>
                    <a:pt x="269" y="452"/>
                    <a:pt x="289" y="428"/>
                    <a:pt x="287" y="401"/>
                  </a:cubicBezTo>
                  <a:cubicBezTo>
                    <a:pt x="254" y="0"/>
                    <a:pt x="254" y="0"/>
                    <a:pt x="254" y="0"/>
                  </a:cubicBezTo>
                  <a:cubicBezTo>
                    <a:pt x="234" y="4"/>
                    <a:pt x="185" y="12"/>
                    <a:pt x="145"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 name="Freeform 434"/>
            <p:cNvSpPr>
              <a:spLocks/>
            </p:cNvSpPr>
            <p:nvPr/>
          </p:nvSpPr>
          <p:spPr bwMode="auto">
            <a:xfrm>
              <a:off x="6186488" y="3282950"/>
              <a:ext cx="441325" cy="233363"/>
            </a:xfrm>
            <a:custGeom>
              <a:avLst/>
              <a:gdLst>
                <a:gd name="T0" fmla="*/ 10 w 343"/>
                <a:gd name="T1" fmla="*/ 142 h 182"/>
                <a:gd name="T2" fmla="*/ 44 w 343"/>
                <a:gd name="T3" fmla="*/ 177 h 182"/>
                <a:gd name="T4" fmla="*/ 64 w 343"/>
                <a:gd name="T5" fmla="*/ 182 h 182"/>
                <a:gd name="T6" fmla="*/ 64 w 343"/>
                <a:gd name="T7" fmla="*/ 182 h 182"/>
                <a:gd name="T8" fmla="*/ 97 w 343"/>
                <a:gd name="T9" fmla="*/ 172 h 182"/>
                <a:gd name="T10" fmla="*/ 183 w 343"/>
                <a:gd name="T11" fmla="*/ 141 h 182"/>
                <a:gd name="T12" fmla="*/ 203 w 343"/>
                <a:gd name="T13" fmla="*/ 143 h 182"/>
                <a:gd name="T14" fmla="*/ 239 w 343"/>
                <a:gd name="T15" fmla="*/ 116 h 182"/>
                <a:gd name="T16" fmla="*/ 212 w 343"/>
                <a:gd name="T17" fmla="*/ 80 h 182"/>
                <a:gd name="T18" fmla="*/ 183 w 343"/>
                <a:gd name="T19" fmla="*/ 77 h 182"/>
                <a:gd name="T20" fmla="*/ 92 w 343"/>
                <a:gd name="T21" fmla="*/ 101 h 182"/>
                <a:gd name="T22" fmla="*/ 68 w 343"/>
                <a:gd name="T23" fmla="*/ 115 h 182"/>
                <a:gd name="T24" fmla="*/ 68 w 343"/>
                <a:gd name="T25" fmla="*/ 114 h 182"/>
                <a:gd name="T26" fmla="*/ 65 w 343"/>
                <a:gd name="T27" fmla="*/ 107 h 182"/>
                <a:gd name="T28" fmla="*/ 73 w 343"/>
                <a:gd name="T29" fmla="*/ 102 h 182"/>
                <a:gd name="T30" fmla="*/ 88 w 343"/>
                <a:gd name="T31" fmla="*/ 94 h 182"/>
                <a:gd name="T32" fmla="*/ 183 w 343"/>
                <a:gd name="T33" fmla="*/ 69 h 182"/>
                <a:gd name="T34" fmla="*/ 213 w 343"/>
                <a:gd name="T35" fmla="*/ 71 h 182"/>
                <a:gd name="T36" fmla="*/ 239 w 343"/>
                <a:gd name="T37" fmla="*/ 86 h 182"/>
                <a:gd name="T38" fmla="*/ 266 w 343"/>
                <a:gd name="T39" fmla="*/ 100 h 182"/>
                <a:gd name="T40" fmla="*/ 270 w 343"/>
                <a:gd name="T41" fmla="*/ 102 h 182"/>
                <a:gd name="T42" fmla="*/ 278 w 343"/>
                <a:gd name="T43" fmla="*/ 107 h 182"/>
                <a:gd name="T44" fmla="*/ 276 w 343"/>
                <a:gd name="T45" fmla="*/ 114 h 182"/>
                <a:gd name="T46" fmla="*/ 275 w 343"/>
                <a:gd name="T47" fmla="*/ 115 h 182"/>
                <a:gd name="T48" fmla="*/ 262 w 343"/>
                <a:gd name="T49" fmla="*/ 107 h 182"/>
                <a:gd name="T50" fmla="*/ 246 w 343"/>
                <a:gd name="T51" fmla="*/ 99 h 182"/>
                <a:gd name="T52" fmla="*/ 248 w 343"/>
                <a:gd name="T53" fmla="*/ 117 h 182"/>
                <a:gd name="T54" fmla="*/ 209 w 343"/>
                <a:gd name="T55" fmla="*/ 152 h 182"/>
                <a:gd name="T56" fmla="*/ 238 w 343"/>
                <a:gd name="T57" fmla="*/ 167 h 182"/>
                <a:gd name="T58" fmla="*/ 255 w 343"/>
                <a:gd name="T59" fmla="*/ 175 h 182"/>
                <a:gd name="T60" fmla="*/ 280 w 343"/>
                <a:gd name="T61" fmla="*/ 180 h 182"/>
                <a:gd name="T62" fmla="*/ 280 w 343"/>
                <a:gd name="T63" fmla="*/ 180 h 182"/>
                <a:gd name="T64" fmla="*/ 300 w 343"/>
                <a:gd name="T65" fmla="*/ 176 h 182"/>
                <a:gd name="T66" fmla="*/ 333 w 343"/>
                <a:gd name="T67" fmla="*/ 142 h 182"/>
                <a:gd name="T68" fmla="*/ 343 w 343"/>
                <a:gd name="T69" fmla="*/ 98 h 182"/>
                <a:gd name="T70" fmla="*/ 320 w 343"/>
                <a:gd name="T71" fmla="*/ 32 h 182"/>
                <a:gd name="T72" fmla="*/ 253 w 343"/>
                <a:gd name="T73" fmla="*/ 0 h 182"/>
                <a:gd name="T74" fmla="*/ 249 w 343"/>
                <a:gd name="T75" fmla="*/ 0 h 182"/>
                <a:gd name="T76" fmla="*/ 225 w 343"/>
                <a:gd name="T77" fmla="*/ 0 h 182"/>
                <a:gd name="T78" fmla="*/ 172 w 343"/>
                <a:gd name="T79" fmla="*/ 30 h 182"/>
                <a:gd name="T80" fmla="*/ 119 w 343"/>
                <a:gd name="T81" fmla="*/ 0 h 182"/>
                <a:gd name="T82" fmla="*/ 94 w 343"/>
                <a:gd name="T83" fmla="*/ 0 h 182"/>
                <a:gd name="T84" fmla="*/ 91 w 343"/>
                <a:gd name="T85" fmla="*/ 0 h 182"/>
                <a:gd name="T86" fmla="*/ 23 w 343"/>
                <a:gd name="T87" fmla="*/ 33 h 182"/>
                <a:gd name="T88" fmla="*/ 0 w 343"/>
                <a:gd name="T89" fmla="*/ 98 h 182"/>
                <a:gd name="T90" fmla="*/ 10 w 343"/>
                <a:gd name="T91" fmla="*/ 142 h 182"/>
                <a:gd name="T92" fmla="*/ 10 w 343"/>
                <a:gd name="T93" fmla="*/ 14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3" h="182">
                  <a:moveTo>
                    <a:pt x="10" y="142"/>
                  </a:moveTo>
                  <a:cubicBezTo>
                    <a:pt x="17" y="156"/>
                    <a:pt x="28" y="169"/>
                    <a:pt x="44" y="177"/>
                  </a:cubicBezTo>
                  <a:cubicBezTo>
                    <a:pt x="50" y="180"/>
                    <a:pt x="58" y="182"/>
                    <a:pt x="64" y="182"/>
                  </a:cubicBezTo>
                  <a:cubicBezTo>
                    <a:pt x="64" y="182"/>
                    <a:pt x="64" y="182"/>
                    <a:pt x="64" y="182"/>
                  </a:cubicBezTo>
                  <a:cubicBezTo>
                    <a:pt x="80" y="181"/>
                    <a:pt x="89" y="176"/>
                    <a:pt x="97" y="172"/>
                  </a:cubicBezTo>
                  <a:cubicBezTo>
                    <a:pt x="122" y="158"/>
                    <a:pt x="145" y="142"/>
                    <a:pt x="183" y="141"/>
                  </a:cubicBezTo>
                  <a:cubicBezTo>
                    <a:pt x="189" y="141"/>
                    <a:pt x="196" y="142"/>
                    <a:pt x="203" y="143"/>
                  </a:cubicBezTo>
                  <a:cubicBezTo>
                    <a:pt x="220" y="146"/>
                    <a:pt x="236" y="134"/>
                    <a:pt x="239" y="116"/>
                  </a:cubicBezTo>
                  <a:cubicBezTo>
                    <a:pt x="242" y="99"/>
                    <a:pt x="230" y="82"/>
                    <a:pt x="212" y="80"/>
                  </a:cubicBezTo>
                  <a:cubicBezTo>
                    <a:pt x="202" y="78"/>
                    <a:pt x="192" y="77"/>
                    <a:pt x="183" y="77"/>
                  </a:cubicBezTo>
                  <a:cubicBezTo>
                    <a:pt x="144" y="77"/>
                    <a:pt x="114" y="90"/>
                    <a:pt x="92" y="101"/>
                  </a:cubicBezTo>
                  <a:cubicBezTo>
                    <a:pt x="82" y="107"/>
                    <a:pt x="74" y="112"/>
                    <a:pt x="68" y="115"/>
                  </a:cubicBezTo>
                  <a:cubicBezTo>
                    <a:pt x="68" y="115"/>
                    <a:pt x="68" y="114"/>
                    <a:pt x="68" y="114"/>
                  </a:cubicBezTo>
                  <a:cubicBezTo>
                    <a:pt x="67" y="112"/>
                    <a:pt x="66" y="110"/>
                    <a:pt x="65" y="107"/>
                  </a:cubicBezTo>
                  <a:cubicBezTo>
                    <a:pt x="73" y="102"/>
                    <a:pt x="73" y="102"/>
                    <a:pt x="73" y="102"/>
                  </a:cubicBezTo>
                  <a:cubicBezTo>
                    <a:pt x="78" y="99"/>
                    <a:pt x="83" y="96"/>
                    <a:pt x="88" y="94"/>
                  </a:cubicBezTo>
                  <a:cubicBezTo>
                    <a:pt x="120" y="77"/>
                    <a:pt x="151" y="69"/>
                    <a:pt x="183" y="69"/>
                  </a:cubicBezTo>
                  <a:cubicBezTo>
                    <a:pt x="193" y="69"/>
                    <a:pt x="203" y="69"/>
                    <a:pt x="213" y="71"/>
                  </a:cubicBezTo>
                  <a:cubicBezTo>
                    <a:pt x="224" y="73"/>
                    <a:pt x="233" y="78"/>
                    <a:pt x="239" y="86"/>
                  </a:cubicBezTo>
                  <a:cubicBezTo>
                    <a:pt x="249" y="90"/>
                    <a:pt x="258" y="95"/>
                    <a:pt x="266" y="100"/>
                  </a:cubicBezTo>
                  <a:cubicBezTo>
                    <a:pt x="268" y="100"/>
                    <a:pt x="269" y="101"/>
                    <a:pt x="270" y="102"/>
                  </a:cubicBezTo>
                  <a:cubicBezTo>
                    <a:pt x="278" y="107"/>
                    <a:pt x="278" y="107"/>
                    <a:pt x="278" y="107"/>
                  </a:cubicBezTo>
                  <a:cubicBezTo>
                    <a:pt x="278" y="110"/>
                    <a:pt x="277" y="112"/>
                    <a:pt x="276" y="114"/>
                  </a:cubicBezTo>
                  <a:cubicBezTo>
                    <a:pt x="276" y="114"/>
                    <a:pt x="276" y="115"/>
                    <a:pt x="275" y="115"/>
                  </a:cubicBezTo>
                  <a:cubicBezTo>
                    <a:pt x="272" y="113"/>
                    <a:pt x="267" y="110"/>
                    <a:pt x="262" y="107"/>
                  </a:cubicBezTo>
                  <a:cubicBezTo>
                    <a:pt x="257" y="105"/>
                    <a:pt x="252" y="102"/>
                    <a:pt x="246" y="99"/>
                  </a:cubicBezTo>
                  <a:cubicBezTo>
                    <a:pt x="248" y="105"/>
                    <a:pt x="249" y="111"/>
                    <a:pt x="248" y="117"/>
                  </a:cubicBezTo>
                  <a:cubicBezTo>
                    <a:pt x="245" y="137"/>
                    <a:pt x="228" y="151"/>
                    <a:pt x="209" y="152"/>
                  </a:cubicBezTo>
                  <a:cubicBezTo>
                    <a:pt x="219" y="157"/>
                    <a:pt x="229" y="162"/>
                    <a:pt x="238" y="167"/>
                  </a:cubicBezTo>
                  <a:cubicBezTo>
                    <a:pt x="244" y="170"/>
                    <a:pt x="249" y="173"/>
                    <a:pt x="255" y="175"/>
                  </a:cubicBezTo>
                  <a:cubicBezTo>
                    <a:pt x="262" y="178"/>
                    <a:pt x="269" y="180"/>
                    <a:pt x="280" y="180"/>
                  </a:cubicBezTo>
                  <a:cubicBezTo>
                    <a:pt x="280" y="180"/>
                    <a:pt x="280" y="180"/>
                    <a:pt x="280" y="180"/>
                  </a:cubicBezTo>
                  <a:cubicBezTo>
                    <a:pt x="286" y="180"/>
                    <a:pt x="293" y="180"/>
                    <a:pt x="300" y="176"/>
                  </a:cubicBezTo>
                  <a:cubicBezTo>
                    <a:pt x="315" y="168"/>
                    <a:pt x="326" y="156"/>
                    <a:pt x="333" y="142"/>
                  </a:cubicBezTo>
                  <a:cubicBezTo>
                    <a:pt x="340" y="128"/>
                    <a:pt x="343" y="113"/>
                    <a:pt x="343" y="98"/>
                  </a:cubicBezTo>
                  <a:cubicBezTo>
                    <a:pt x="343" y="75"/>
                    <a:pt x="336" y="52"/>
                    <a:pt x="320" y="32"/>
                  </a:cubicBezTo>
                  <a:cubicBezTo>
                    <a:pt x="305" y="14"/>
                    <a:pt x="281" y="1"/>
                    <a:pt x="253" y="0"/>
                  </a:cubicBezTo>
                  <a:cubicBezTo>
                    <a:pt x="251" y="0"/>
                    <a:pt x="250" y="0"/>
                    <a:pt x="249" y="0"/>
                  </a:cubicBezTo>
                  <a:cubicBezTo>
                    <a:pt x="225" y="0"/>
                    <a:pt x="225" y="0"/>
                    <a:pt x="225" y="0"/>
                  </a:cubicBezTo>
                  <a:cubicBezTo>
                    <a:pt x="222" y="16"/>
                    <a:pt x="200" y="30"/>
                    <a:pt x="172" y="30"/>
                  </a:cubicBezTo>
                  <a:cubicBezTo>
                    <a:pt x="144" y="30"/>
                    <a:pt x="121" y="16"/>
                    <a:pt x="119" y="0"/>
                  </a:cubicBezTo>
                  <a:cubicBezTo>
                    <a:pt x="94" y="0"/>
                    <a:pt x="94" y="0"/>
                    <a:pt x="94" y="0"/>
                  </a:cubicBezTo>
                  <a:cubicBezTo>
                    <a:pt x="93" y="0"/>
                    <a:pt x="92" y="0"/>
                    <a:pt x="91" y="0"/>
                  </a:cubicBezTo>
                  <a:cubicBezTo>
                    <a:pt x="63" y="2"/>
                    <a:pt x="38" y="14"/>
                    <a:pt x="23" y="33"/>
                  </a:cubicBezTo>
                  <a:cubicBezTo>
                    <a:pt x="7" y="52"/>
                    <a:pt x="0" y="76"/>
                    <a:pt x="0" y="98"/>
                  </a:cubicBezTo>
                  <a:cubicBezTo>
                    <a:pt x="0" y="113"/>
                    <a:pt x="3" y="128"/>
                    <a:pt x="10" y="142"/>
                  </a:cubicBezTo>
                  <a:cubicBezTo>
                    <a:pt x="10" y="142"/>
                    <a:pt x="10" y="142"/>
                    <a:pt x="10" y="1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 name="Freeform 435"/>
            <p:cNvSpPr>
              <a:spLocks/>
            </p:cNvSpPr>
            <p:nvPr/>
          </p:nvSpPr>
          <p:spPr bwMode="auto">
            <a:xfrm>
              <a:off x="6291263" y="3021013"/>
              <a:ext cx="231775" cy="231775"/>
            </a:xfrm>
            <a:custGeom>
              <a:avLst/>
              <a:gdLst>
                <a:gd name="T0" fmla="*/ 123 w 180"/>
                <a:gd name="T1" fmla="*/ 174 h 180"/>
                <a:gd name="T2" fmla="*/ 180 w 180"/>
                <a:gd name="T3" fmla="*/ 90 h 180"/>
                <a:gd name="T4" fmla="*/ 90 w 180"/>
                <a:gd name="T5" fmla="*/ 0 h 180"/>
                <a:gd name="T6" fmla="*/ 0 w 180"/>
                <a:gd name="T7" fmla="*/ 90 h 180"/>
                <a:gd name="T8" fmla="*/ 56 w 180"/>
                <a:gd name="T9" fmla="*/ 174 h 180"/>
                <a:gd name="T10" fmla="*/ 90 w 180"/>
                <a:gd name="T11" fmla="*/ 180 h 180"/>
                <a:gd name="T12" fmla="*/ 123 w 180"/>
                <a:gd name="T13" fmla="*/ 174 h 180"/>
              </a:gdLst>
              <a:ahLst/>
              <a:cxnLst>
                <a:cxn ang="0">
                  <a:pos x="T0" y="T1"/>
                </a:cxn>
                <a:cxn ang="0">
                  <a:pos x="T2" y="T3"/>
                </a:cxn>
                <a:cxn ang="0">
                  <a:pos x="T4" y="T5"/>
                </a:cxn>
                <a:cxn ang="0">
                  <a:pos x="T6" y="T7"/>
                </a:cxn>
                <a:cxn ang="0">
                  <a:pos x="T8" y="T9"/>
                </a:cxn>
                <a:cxn ang="0">
                  <a:pos x="T10" y="T11"/>
                </a:cxn>
                <a:cxn ang="0">
                  <a:pos x="T12" y="T13"/>
                </a:cxn>
              </a:cxnLst>
              <a:rect l="0" t="0" r="r" b="b"/>
              <a:pathLst>
                <a:path w="180" h="180">
                  <a:moveTo>
                    <a:pt x="123" y="174"/>
                  </a:moveTo>
                  <a:cubicBezTo>
                    <a:pt x="156" y="161"/>
                    <a:pt x="180" y="128"/>
                    <a:pt x="180" y="90"/>
                  </a:cubicBezTo>
                  <a:cubicBezTo>
                    <a:pt x="180" y="41"/>
                    <a:pt x="139" y="0"/>
                    <a:pt x="90" y="0"/>
                  </a:cubicBezTo>
                  <a:cubicBezTo>
                    <a:pt x="40" y="0"/>
                    <a:pt x="0" y="41"/>
                    <a:pt x="0" y="90"/>
                  </a:cubicBezTo>
                  <a:cubicBezTo>
                    <a:pt x="0" y="128"/>
                    <a:pt x="23" y="161"/>
                    <a:pt x="56" y="174"/>
                  </a:cubicBezTo>
                  <a:cubicBezTo>
                    <a:pt x="67" y="178"/>
                    <a:pt x="78" y="180"/>
                    <a:pt x="90" y="180"/>
                  </a:cubicBezTo>
                  <a:cubicBezTo>
                    <a:pt x="102" y="180"/>
                    <a:pt x="113" y="178"/>
                    <a:pt x="123" y="1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 name="Freeform 436"/>
            <p:cNvSpPr>
              <a:spLocks/>
            </p:cNvSpPr>
            <p:nvPr/>
          </p:nvSpPr>
          <p:spPr bwMode="auto">
            <a:xfrm>
              <a:off x="6919913" y="3659188"/>
              <a:ext cx="193675" cy="274638"/>
            </a:xfrm>
            <a:custGeom>
              <a:avLst/>
              <a:gdLst>
                <a:gd name="T0" fmla="*/ 24 w 151"/>
                <a:gd name="T1" fmla="*/ 129 h 213"/>
                <a:gd name="T2" fmla="*/ 29 w 151"/>
                <a:gd name="T3" fmla="*/ 131 h 213"/>
                <a:gd name="T4" fmla="*/ 90 w 151"/>
                <a:gd name="T5" fmla="*/ 135 h 213"/>
                <a:gd name="T6" fmla="*/ 98 w 151"/>
                <a:gd name="T7" fmla="*/ 198 h 213"/>
                <a:gd name="T8" fmla="*/ 116 w 151"/>
                <a:gd name="T9" fmla="*/ 213 h 213"/>
                <a:gd name="T10" fmla="*/ 119 w 151"/>
                <a:gd name="T11" fmla="*/ 213 h 213"/>
                <a:gd name="T12" fmla="*/ 134 w 151"/>
                <a:gd name="T13" fmla="*/ 193 h 213"/>
                <a:gd name="T14" fmla="*/ 124 w 151"/>
                <a:gd name="T15" fmla="*/ 116 h 213"/>
                <a:gd name="T16" fmla="*/ 108 w 151"/>
                <a:gd name="T17" fmla="*/ 101 h 213"/>
                <a:gd name="T18" fmla="*/ 51 w 151"/>
                <a:gd name="T19" fmla="*/ 96 h 213"/>
                <a:gd name="T20" fmla="*/ 68 w 151"/>
                <a:gd name="T21" fmla="*/ 40 h 213"/>
                <a:gd name="T22" fmla="*/ 70 w 151"/>
                <a:gd name="T23" fmla="*/ 37 h 213"/>
                <a:gd name="T24" fmla="*/ 131 w 151"/>
                <a:gd name="T25" fmla="*/ 72 h 213"/>
                <a:gd name="T26" fmla="*/ 137 w 151"/>
                <a:gd name="T27" fmla="*/ 73 h 213"/>
                <a:gd name="T28" fmla="*/ 148 w 151"/>
                <a:gd name="T29" fmla="*/ 67 h 213"/>
                <a:gd name="T30" fmla="*/ 143 w 151"/>
                <a:gd name="T31" fmla="*/ 51 h 213"/>
                <a:gd name="T32" fmla="*/ 62 w 151"/>
                <a:gd name="T33" fmla="*/ 6 h 213"/>
                <a:gd name="T34" fmla="*/ 62 w 151"/>
                <a:gd name="T35" fmla="*/ 6 h 213"/>
                <a:gd name="T36" fmla="*/ 60 w 151"/>
                <a:gd name="T37" fmla="*/ 4 h 213"/>
                <a:gd name="T38" fmla="*/ 20 w 151"/>
                <a:gd name="T39" fmla="*/ 23 h 213"/>
                <a:gd name="T40" fmla="*/ 0 w 151"/>
                <a:gd name="T41" fmla="*/ 100 h 213"/>
                <a:gd name="T42" fmla="*/ 24 w 151"/>
                <a:gd name="T43" fmla="*/ 129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1" h="213">
                  <a:moveTo>
                    <a:pt x="24" y="129"/>
                  </a:moveTo>
                  <a:cubicBezTo>
                    <a:pt x="26" y="130"/>
                    <a:pt x="27" y="130"/>
                    <a:pt x="29" y="131"/>
                  </a:cubicBezTo>
                  <a:cubicBezTo>
                    <a:pt x="90" y="135"/>
                    <a:pt x="90" y="135"/>
                    <a:pt x="90" y="135"/>
                  </a:cubicBezTo>
                  <a:cubicBezTo>
                    <a:pt x="98" y="198"/>
                    <a:pt x="98" y="198"/>
                    <a:pt x="98" y="198"/>
                  </a:cubicBezTo>
                  <a:cubicBezTo>
                    <a:pt x="100" y="207"/>
                    <a:pt x="107" y="213"/>
                    <a:pt x="116" y="213"/>
                  </a:cubicBezTo>
                  <a:cubicBezTo>
                    <a:pt x="117" y="213"/>
                    <a:pt x="118" y="213"/>
                    <a:pt x="119" y="213"/>
                  </a:cubicBezTo>
                  <a:cubicBezTo>
                    <a:pt x="129" y="212"/>
                    <a:pt x="135" y="203"/>
                    <a:pt x="134" y="193"/>
                  </a:cubicBezTo>
                  <a:cubicBezTo>
                    <a:pt x="124" y="116"/>
                    <a:pt x="124" y="116"/>
                    <a:pt x="124" y="116"/>
                  </a:cubicBezTo>
                  <a:cubicBezTo>
                    <a:pt x="123" y="108"/>
                    <a:pt x="116" y="101"/>
                    <a:pt x="108" y="101"/>
                  </a:cubicBezTo>
                  <a:cubicBezTo>
                    <a:pt x="51" y="96"/>
                    <a:pt x="51" y="96"/>
                    <a:pt x="51" y="96"/>
                  </a:cubicBezTo>
                  <a:cubicBezTo>
                    <a:pt x="55" y="76"/>
                    <a:pt x="63" y="56"/>
                    <a:pt x="68" y="40"/>
                  </a:cubicBezTo>
                  <a:cubicBezTo>
                    <a:pt x="69" y="39"/>
                    <a:pt x="69" y="38"/>
                    <a:pt x="70" y="37"/>
                  </a:cubicBezTo>
                  <a:cubicBezTo>
                    <a:pt x="131" y="72"/>
                    <a:pt x="131" y="72"/>
                    <a:pt x="131" y="72"/>
                  </a:cubicBezTo>
                  <a:cubicBezTo>
                    <a:pt x="133" y="73"/>
                    <a:pt x="135" y="73"/>
                    <a:pt x="137" y="73"/>
                  </a:cubicBezTo>
                  <a:cubicBezTo>
                    <a:pt x="142" y="73"/>
                    <a:pt x="146" y="71"/>
                    <a:pt x="148" y="67"/>
                  </a:cubicBezTo>
                  <a:cubicBezTo>
                    <a:pt x="151" y="61"/>
                    <a:pt x="149" y="54"/>
                    <a:pt x="143" y="51"/>
                  </a:cubicBezTo>
                  <a:cubicBezTo>
                    <a:pt x="62" y="6"/>
                    <a:pt x="62" y="6"/>
                    <a:pt x="62" y="6"/>
                  </a:cubicBezTo>
                  <a:cubicBezTo>
                    <a:pt x="62" y="6"/>
                    <a:pt x="62" y="6"/>
                    <a:pt x="62" y="6"/>
                  </a:cubicBezTo>
                  <a:cubicBezTo>
                    <a:pt x="62" y="5"/>
                    <a:pt x="61" y="5"/>
                    <a:pt x="60" y="4"/>
                  </a:cubicBezTo>
                  <a:cubicBezTo>
                    <a:pt x="49" y="0"/>
                    <a:pt x="30" y="3"/>
                    <a:pt x="20" y="23"/>
                  </a:cubicBezTo>
                  <a:cubicBezTo>
                    <a:pt x="6" y="50"/>
                    <a:pt x="1" y="68"/>
                    <a:pt x="0" y="100"/>
                  </a:cubicBezTo>
                  <a:cubicBezTo>
                    <a:pt x="1" y="121"/>
                    <a:pt x="12" y="127"/>
                    <a:pt x="24" y="1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 name="Freeform 437"/>
            <p:cNvSpPr>
              <a:spLocks/>
            </p:cNvSpPr>
            <p:nvPr/>
          </p:nvSpPr>
          <p:spPr bwMode="auto">
            <a:xfrm>
              <a:off x="6991351" y="3582988"/>
              <a:ext cx="88900" cy="88900"/>
            </a:xfrm>
            <a:custGeom>
              <a:avLst/>
              <a:gdLst>
                <a:gd name="T0" fmla="*/ 29 w 69"/>
                <a:gd name="T1" fmla="*/ 66 h 69"/>
                <a:gd name="T2" fmla="*/ 66 w 69"/>
                <a:gd name="T3" fmla="*/ 39 h 69"/>
                <a:gd name="T4" fmla="*/ 39 w 69"/>
                <a:gd name="T5" fmla="*/ 3 h 69"/>
                <a:gd name="T6" fmla="*/ 2 w 69"/>
                <a:gd name="T7" fmla="*/ 29 h 69"/>
                <a:gd name="T8" fmla="*/ 29 w 69"/>
                <a:gd name="T9" fmla="*/ 66 h 69"/>
              </a:gdLst>
              <a:ahLst/>
              <a:cxnLst>
                <a:cxn ang="0">
                  <a:pos x="T0" y="T1"/>
                </a:cxn>
                <a:cxn ang="0">
                  <a:pos x="T2" y="T3"/>
                </a:cxn>
                <a:cxn ang="0">
                  <a:pos x="T4" y="T5"/>
                </a:cxn>
                <a:cxn ang="0">
                  <a:pos x="T6" y="T7"/>
                </a:cxn>
                <a:cxn ang="0">
                  <a:pos x="T8" y="T9"/>
                </a:cxn>
              </a:cxnLst>
              <a:rect l="0" t="0" r="r" b="b"/>
              <a:pathLst>
                <a:path w="69" h="69">
                  <a:moveTo>
                    <a:pt x="29" y="66"/>
                  </a:moveTo>
                  <a:cubicBezTo>
                    <a:pt x="47" y="69"/>
                    <a:pt x="63" y="57"/>
                    <a:pt x="66" y="39"/>
                  </a:cubicBezTo>
                  <a:cubicBezTo>
                    <a:pt x="69" y="22"/>
                    <a:pt x="57" y="5"/>
                    <a:pt x="39" y="3"/>
                  </a:cubicBezTo>
                  <a:cubicBezTo>
                    <a:pt x="22" y="0"/>
                    <a:pt x="5" y="12"/>
                    <a:pt x="2" y="29"/>
                  </a:cubicBezTo>
                  <a:cubicBezTo>
                    <a:pt x="0" y="47"/>
                    <a:pt x="12" y="63"/>
                    <a:pt x="29" y="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 name="Freeform 438"/>
            <p:cNvSpPr>
              <a:spLocks/>
            </p:cNvSpPr>
            <p:nvPr/>
          </p:nvSpPr>
          <p:spPr bwMode="auto">
            <a:xfrm>
              <a:off x="6869113" y="3716338"/>
              <a:ext cx="139700" cy="147638"/>
            </a:xfrm>
            <a:custGeom>
              <a:avLst/>
              <a:gdLst>
                <a:gd name="T0" fmla="*/ 29 w 108"/>
                <a:gd name="T1" fmla="*/ 115 h 115"/>
                <a:gd name="T2" fmla="*/ 108 w 108"/>
                <a:gd name="T3" fmla="*/ 115 h 115"/>
                <a:gd name="T4" fmla="*/ 108 w 108"/>
                <a:gd name="T5" fmla="*/ 99 h 115"/>
                <a:gd name="T6" fmla="*/ 36 w 108"/>
                <a:gd name="T7" fmla="*/ 99 h 115"/>
                <a:gd name="T8" fmla="*/ 15 w 108"/>
                <a:gd name="T9" fmla="*/ 0 h 115"/>
                <a:gd name="T10" fmla="*/ 0 w 108"/>
                <a:gd name="T11" fmla="*/ 3 h 115"/>
                <a:gd name="T12" fmla="*/ 22 w 108"/>
                <a:gd name="T13" fmla="*/ 109 h 115"/>
                <a:gd name="T14" fmla="*/ 29 w 108"/>
                <a:gd name="T15" fmla="*/ 115 h 1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 h="115">
                  <a:moveTo>
                    <a:pt x="29" y="115"/>
                  </a:moveTo>
                  <a:cubicBezTo>
                    <a:pt x="108" y="115"/>
                    <a:pt x="108" y="115"/>
                    <a:pt x="108" y="115"/>
                  </a:cubicBezTo>
                  <a:cubicBezTo>
                    <a:pt x="108" y="99"/>
                    <a:pt x="108" y="99"/>
                    <a:pt x="108" y="99"/>
                  </a:cubicBezTo>
                  <a:cubicBezTo>
                    <a:pt x="36" y="99"/>
                    <a:pt x="36" y="99"/>
                    <a:pt x="36" y="99"/>
                  </a:cubicBezTo>
                  <a:cubicBezTo>
                    <a:pt x="15" y="0"/>
                    <a:pt x="15" y="0"/>
                    <a:pt x="15" y="0"/>
                  </a:cubicBezTo>
                  <a:cubicBezTo>
                    <a:pt x="0" y="3"/>
                    <a:pt x="0" y="3"/>
                    <a:pt x="0" y="3"/>
                  </a:cubicBezTo>
                  <a:cubicBezTo>
                    <a:pt x="22" y="109"/>
                    <a:pt x="22" y="109"/>
                    <a:pt x="22" y="109"/>
                  </a:cubicBezTo>
                  <a:cubicBezTo>
                    <a:pt x="22" y="113"/>
                    <a:pt x="26" y="115"/>
                    <a:pt x="29" y="1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 name="Rectangle 439"/>
            <p:cNvSpPr>
              <a:spLocks noChangeArrowheads="1"/>
            </p:cNvSpPr>
            <p:nvPr/>
          </p:nvSpPr>
          <p:spPr bwMode="auto">
            <a:xfrm>
              <a:off x="7091363" y="3767138"/>
              <a:ext cx="16510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 name="Freeform 440"/>
            <p:cNvSpPr>
              <a:spLocks/>
            </p:cNvSpPr>
            <p:nvPr/>
          </p:nvSpPr>
          <p:spPr bwMode="auto">
            <a:xfrm>
              <a:off x="7121526" y="3676650"/>
              <a:ext cx="115888" cy="79375"/>
            </a:xfrm>
            <a:custGeom>
              <a:avLst/>
              <a:gdLst>
                <a:gd name="T0" fmla="*/ 73 w 73"/>
                <a:gd name="T1" fmla="*/ 5 h 50"/>
                <a:gd name="T2" fmla="*/ 61 w 73"/>
                <a:gd name="T3" fmla="*/ 0 h 50"/>
                <a:gd name="T4" fmla="*/ 41 w 73"/>
                <a:gd name="T5" fmla="*/ 37 h 50"/>
                <a:gd name="T6" fmla="*/ 0 w 73"/>
                <a:gd name="T7" fmla="*/ 37 h 50"/>
                <a:gd name="T8" fmla="*/ 0 w 73"/>
                <a:gd name="T9" fmla="*/ 50 h 50"/>
                <a:gd name="T10" fmla="*/ 49 w 73"/>
                <a:gd name="T11" fmla="*/ 50 h 50"/>
                <a:gd name="T12" fmla="*/ 73 w 73"/>
                <a:gd name="T13" fmla="*/ 5 h 50"/>
              </a:gdLst>
              <a:ahLst/>
              <a:cxnLst>
                <a:cxn ang="0">
                  <a:pos x="T0" y="T1"/>
                </a:cxn>
                <a:cxn ang="0">
                  <a:pos x="T2" y="T3"/>
                </a:cxn>
                <a:cxn ang="0">
                  <a:pos x="T4" y="T5"/>
                </a:cxn>
                <a:cxn ang="0">
                  <a:pos x="T6" y="T7"/>
                </a:cxn>
                <a:cxn ang="0">
                  <a:pos x="T8" y="T9"/>
                </a:cxn>
                <a:cxn ang="0">
                  <a:pos x="T10" y="T11"/>
                </a:cxn>
                <a:cxn ang="0">
                  <a:pos x="T12" y="T13"/>
                </a:cxn>
              </a:cxnLst>
              <a:rect l="0" t="0" r="r" b="b"/>
              <a:pathLst>
                <a:path w="73" h="50">
                  <a:moveTo>
                    <a:pt x="73" y="5"/>
                  </a:moveTo>
                  <a:lnTo>
                    <a:pt x="61" y="0"/>
                  </a:lnTo>
                  <a:lnTo>
                    <a:pt x="41" y="37"/>
                  </a:lnTo>
                  <a:lnTo>
                    <a:pt x="0" y="37"/>
                  </a:lnTo>
                  <a:lnTo>
                    <a:pt x="0" y="50"/>
                  </a:lnTo>
                  <a:lnTo>
                    <a:pt x="49" y="50"/>
                  </a:lnTo>
                  <a:lnTo>
                    <a:pt x="73"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 name="Freeform 441"/>
            <p:cNvSpPr>
              <a:spLocks noEditPoints="1"/>
            </p:cNvSpPr>
            <p:nvPr/>
          </p:nvSpPr>
          <p:spPr bwMode="auto">
            <a:xfrm>
              <a:off x="7277101" y="3524250"/>
              <a:ext cx="225425" cy="222250"/>
            </a:xfrm>
            <a:custGeom>
              <a:avLst/>
              <a:gdLst>
                <a:gd name="T0" fmla="*/ 21 w 176"/>
                <a:gd name="T1" fmla="*/ 111 h 172"/>
                <a:gd name="T2" fmla="*/ 6 w 176"/>
                <a:gd name="T3" fmla="*/ 120 h 172"/>
                <a:gd name="T4" fmla="*/ 18 w 176"/>
                <a:gd name="T5" fmla="*/ 140 h 172"/>
                <a:gd name="T6" fmla="*/ 33 w 176"/>
                <a:gd name="T7" fmla="*/ 131 h 172"/>
                <a:gd name="T8" fmla="*/ 42 w 176"/>
                <a:gd name="T9" fmla="*/ 140 h 172"/>
                <a:gd name="T10" fmla="*/ 33 w 176"/>
                <a:gd name="T11" fmla="*/ 156 h 172"/>
                <a:gd name="T12" fmla="*/ 54 w 176"/>
                <a:gd name="T13" fmla="*/ 168 h 172"/>
                <a:gd name="T14" fmla="*/ 63 w 176"/>
                <a:gd name="T15" fmla="*/ 152 h 172"/>
                <a:gd name="T16" fmla="*/ 76 w 176"/>
                <a:gd name="T17" fmla="*/ 156 h 172"/>
                <a:gd name="T18" fmla="*/ 76 w 176"/>
                <a:gd name="T19" fmla="*/ 172 h 172"/>
                <a:gd name="T20" fmla="*/ 100 w 176"/>
                <a:gd name="T21" fmla="*/ 172 h 172"/>
                <a:gd name="T22" fmla="*/ 100 w 176"/>
                <a:gd name="T23" fmla="*/ 156 h 172"/>
                <a:gd name="T24" fmla="*/ 112 w 176"/>
                <a:gd name="T25" fmla="*/ 152 h 172"/>
                <a:gd name="T26" fmla="*/ 121 w 176"/>
                <a:gd name="T27" fmla="*/ 168 h 172"/>
                <a:gd name="T28" fmla="*/ 141 w 176"/>
                <a:gd name="T29" fmla="*/ 156 h 172"/>
                <a:gd name="T30" fmla="*/ 132 w 176"/>
                <a:gd name="T31" fmla="*/ 140 h 172"/>
                <a:gd name="T32" fmla="*/ 141 w 176"/>
                <a:gd name="T33" fmla="*/ 131 h 172"/>
                <a:gd name="T34" fmla="*/ 157 w 176"/>
                <a:gd name="T35" fmla="*/ 140 h 172"/>
                <a:gd name="T36" fmla="*/ 169 w 176"/>
                <a:gd name="T37" fmla="*/ 119 h 172"/>
                <a:gd name="T38" fmla="*/ 153 w 176"/>
                <a:gd name="T39" fmla="*/ 111 h 172"/>
                <a:gd name="T40" fmla="*/ 156 w 176"/>
                <a:gd name="T41" fmla="*/ 100 h 172"/>
                <a:gd name="T42" fmla="*/ 176 w 176"/>
                <a:gd name="T43" fmla="*/ 100 h 172"/>
                <a:gd name="T44" fmla="*/ 176 w 176"/>
                <a:gd name="T45" fmla="*/ 76 h 172"/>
                <a:gd name="T46" fmla="*/ 156 w 176"/>
                <a:gd name="T47" fmla="*/ 76 h 172"/>
                <a:gd name="T48" fmla="*/ 153 w 176"/>
                <a:gd name="T49" fmla="*/ 63 h 172"/>
                <a:gd name="T50" fmla="*/ 169 w 176"/>
                <a:gd name="T51" fmla="*/ 54 h 172"/>
                <a:gd name="T52" fmla="*/ 157 w 176"/>
                <a:gd name="T53" fmla="*/ 33 h 172"/>
                <a:gd name="T54" fmla="*/ 141 w 176"/>
                <a:gd name="T55" fmla="*/ 41 h 172"/>
                <a:gd name="T56" fmla="*/ 132 w 176"/>
                <a:gd name="T57" fmla="*/ 32 h 172"/>
                <a:gd name="T58" fmla="*/ 141 w 176"/>
                <a:gd name="T59" fmla="*/ 17 h 172"/>
                <a:gd name="T60" fmla="*/ 120 w 176"/>
                <a:gd name="T61" fmla="*/ 5 h 172"/>
                <a:gd name="T62" fmla="*/ 112 w 176"/>
                <a:gd name="T63" fmla="*/ 20 h 172"/>
                <a:gd name="T64" fmla="*/ 100 w 176"/>
                <a:gd name="T65" fmla="*/ 17 h 172"/>
                <a:gd name="T66" fmla="*/ 100 w 176"/>
                <a:gd name="T67" fmla="*/ 0 h 172"/>
                <a:gd name="T68" fmla="*/ 76 w 176"/>
                <a:gd name="T69" fmla="*/ 0 h 172"/>
                <a:gd name="T70" fmla="*/ 76 w 176"/>
                <a:gd name="T71" fmla="*/ 17 h 172"/>
                <a:gd name="T72" fmla="*/ 63 w 176"/>
                <a:gd name="T73" fmla="*/ 20 h 172"/>
                <a:gd name="T74" fmla="*/ 54 w 176"/>
                <a:gd name="T75" fmla="*/ 5 h 172"/>
                <a:gd name="T76" fmla="*/ 33 w 176"/>
                <a:gd name="T77" fmla="*/ 17 h 172"/>
                <a:gd name="T78" fmla="*/ 42 w 176"/>
                <a:gd name="T79" fmla="*/ 32 h 172"/>
                <a:gd name="T80" fmla="*/ 33 w 176"/>
                <a:gd name="T81" fmla="*/ 41 h 172"/>
                <a:gd name="T82" fmla="*/ 18 w 176"/>
                <a:gd name="T83" fmla="*/ 32 h 172"/>
                <a:gd name="T84" fmla="*/ 6 w 176"/>
                <a:gd name="T85" fmla="*/ 53 h 172"/>
                <a:gd name="T86" fmla="*/ 21 w 176"/>
                <a:gd name="T87" fmla="*/ 63 h 172"/>
                <a:gd name="T88" fmla="*/ 18 w 176"/>
                <a:gd name="T89" fmla="*/ 76 h 172"/>
                <a:gd name="T90" fmla="*/ 0 w 176"/>
                <a:gd name="T91" fmla="*/ 76 h 172"/>
                <a:gd name="T92" fmla="*/ 0 w 176"/>
                <a:gd name="T93" fmla="*/ 100 h 172"/>
                <a:gd name="T94" fmla="*/ 18 w 176"/>
                <a:gd name="T95" fmla="*/ 100 h 172"/>
                <a:gd name="T96" fmla="*/ 21 w 176"/>
                <a:gd name="T97" fmla="*/ 111 h 172"/>
                <a:gd name="T98" fmla="*/ 87 w 176"/>
                <a:gd name="T99" fmla="*/ 35 h 172"/>
                <a:gd name="T100" fmla="*/ 139 w 176"/>
                <a:gd name="T101" fmla="*/ 86 h 172"/>
                <a:gd name="T102" fmla="*/ 87 w 176"/>
                <a:gd name="T103" fmla="*/ 138 h 172"/>
                <a:gd name="T104" fmla="*/ 36 w 176"/>
                <a:gd name="T105" fmla="*/ 86 h 172"/>
                <a:gd name="T106" fmla="*/ 87 w 176"/>
                <a:gd name="T107" fmla="*/ 35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6" h="172">
                  <a:moveTo>
                    <a:pt x="21" y="111"/>
                  </a:moveTo>
                  <a:cubicBezTo>
                    <a:pt x="6" y="120"/>
                    <a:pt x="6" y="120"/>
                    <a:pt x="6" y="120"/>
                  </a:cubicBezTo>
                  <a:cubicBezTo>
                    <a:pt x="18" y="140"/>
                    <a:pt x="18" y="140"/>
                    <a:pt x="18" y="140"/>
                  </a:cubicBezTo>
                  <a:cubicBezTo>
                    <a:pt x="33" y="131"/>
                    <a:pt x="33" y="131"/>
                    <a:pt x="33" y="131"/>
                  </a:cubicBezTo>
                  <a:cubicBezTo>
                    <a:pt x="36" y="135"/>
                    <a:pt x="39" y="138"/>
                    <a:pt x="42" y="140"/>
                  </a:cubicBezTo>
                  <a:cubicBezTo>
                    <a:pt x="33" y="156"/>
                    <a:pt x="33" y="156"/>
                    <a:pt x="33" y="156"/>
                  </a:cubicBezTo>
                  <a:cubicBezTo>
                    <a:pt x="54" y="168"/>
                    <a:pt x="54" y="168"/>
                    <a:pt x="54" y="168"/>
                  </a:cubicBezTo>
                  <a:cubicBezTo>
                    <a:pt x="63" y="152"/>
                    <a:pt x="63" y="152"/>
                    <a:pt x="63" y="152"/>
                  </a:cubicBezTo>
                  <a:cubicBezTo>
                    <a:pt x="67" y="154"/>
                    <a:pt x="72" y="155"/>
                    <a:pt x="76" y="156"/>
                  </a:cubicBezTo>
                  <a:cubicBezTo>
                    <a:pt x="76" y="172"/>
                    <a:pt x="76" y="172"/>
                    <a:pt x="76" y="172"/>
                  </a:cubicBezTo>
                  <a:cubicBezTo>
                    <a:pt x="100" y="172"/>
                    <a:pt x="100" y="172"/>
                    <a:pt x="100" y="172"/>
                  </a:cubicBezTo>
                  <a:cubicBezTo>
                    <a:pt x="100" y="156"/>
                    <a:pt x="100" y="156"/>
                    <a:pt x="100" y="156"/>
                  </a:cubicBezTo>
                  <a:cubicBezTo>
                    <a:pt x="104" y="155"/>
                    <a:pt x="108" y="154"/>
                    <a:pt x="112" y="152"/>
                  </a:cubicBezTo>
                  <a:cubicBezTo>
                    <a:pt x="121" y="168"/>
                    <a:pt x="121" y="168"/>
                    <a:pt x="121" y="168"/>
                  </a:cubicBezTo>
                  <a:cubicBezTo>
                    <a:pt x="141" y="156"/>
                    <a:pt x="141" y="156"/>
                    <a:pt x="141" y="156"/>
                  </a:cubicBezTo>
                  <a:cubicBezTo>
                    <a:pt x="132" y="140"/>
                    <a:pt x="132" y="140"/>
                    <a:pt x="132" y="140"/>
                  </a:cubicBezTo>
                  <a:cubicBezTo>
                    <a:pt x="136" y="138"/>
                    <a:pt x="139" y="135"/>
                    <a:pt x="141" y="131"/>
                  </a:cubicBezTo>
                  <a:cubicBezTo>
                    <a:pt x="157" y="140"/>
                    <a:pt x="157" y="140"/>
                    <a:pt x="157" y="140"/>
                  </a:cubicBezTo>
                  <a:cubicBezTo>
                    <a:pt x="169" y="119"/>
                    <a:pt x="169" y="119"/>
                    <a:pt x="169" y="119"/>
                  </a:cubicBezTo>
                  <a:cubicBezTo>
                    <a:pt x="153" y="111"/>
                    <a:pt x="153" y="111"/>
                    <a:pt x="153" y="111"/>
                  </a:cubicBezTo>
                  <a:cubicBezTo>
                    <a:pt x="155" y="107"/>
                    <a:pt x="156" y="104"/>
                    <a:pt x="156" y="100"/>
                  </a:cubicBezTo>
                  <a:cubicBezTo>
                    <a:pt x="176" y="100"/>
                    <a:pt x="176" y="100"/>
                    <a:pt x="176" y="100"/>
                  </a:cubicBezTo>
                  <a:cubicBezTo>
                    <a:pt x="176" y="76"/>
                    <a:pt x="176" y="76"/>
                    <a:pt x="176" y="76"/>
                  </a:cubicBezTo>
                  <a:cubicBezTo>
                    <a:pt x="156" y="76"/>
                    <a:pt x="156" y="76"/>
                    <a:pt x="156" y="76"/>
                  </a:cubicBezTo>
                  <a:cubicBezTo>
                    <a:pt x="156" y="72"/>
                    <a:pt x="155" y="67"/>
                    <a:pt x="153" y="63"/>
                  </a:cubicBezTo>
                  <a:cubicBezTo>
                    <a:pt x="169" y="54"/>
                    <a:pt x="169" y="54"/>
                    <a:pt x="169" y="54"/>
                  </a:cubicBezTo>
                  <a:cubicBezTo>
                    <a:pt x="157" y="33"/>
                    <a:pt x="157" y="33"/>
                    <a:pt x="157" y="33"/>
                  </a:cubicBezTo>
                  <a:cubicBezTo>
                    <a:pt x="141" y="41"/>
                    <a:pt x="141" y="41"/>
                    <a:pt x="141" y="41"/>
                  </a:cubicBezTo>
                  <a:cubicBezTo>
                    <a:pt x="139" y="38"/>
                    <a:pt x="136" y="35"/>
                    <a:pt x="132" y="32"/>
                  </a:cubicBezTo>
                  <a:cubicBezTo>
                    <a:pt x="141" y="17"/>
                    <a:pt x="141" y="17"/>
                    <a:pt x="141" y="17"/>
                  </a:cubicBezTo>
                  <a:cubicBezTo>
                    <a:pt x="120" y="5"/>
                    <a:pt x="120" y="5"/>
                    <a:pt x="120" y="5"/>
                  </a:cubicBezTo>
                  <a:cubicBezTo>
                    <a:pt x="112" y="20"/>
                    <a:pt x="112" y="20"/>
                    <a:pt x="112" y="20"/>
                  </a:cubicBezTo>
                  <a:cubicBezTo>
                    <a:pt x="108" y="19"/>
                    <a:pt x="104" y="18"/>
                    <a:pt x="100" y="17"/>
                  </a:cubicBezTo>
                  <a:cubicBezTo>
                    <a:pt x="100" y="0"/>
                    <a:pt x="100" y="0"/>
                    <a:pt x="100" y="0"/>
                  </a:cubicBezTo>
                  <a:cubicBezTo>
                    <a:pt x="76" y="0"/>
                    <a:pt x="76" y="0"/>
                    <a:pt x="76" y="0"/>
                  </a:cubicBezTo>
                  <a:cubicBezTo>
                    <a:pt x="76" y="17"/>
                    <a:pt x="76" y="17"/>
                    <a:pt x="76" y="17"/>
                  </a:cubicBezTo>
                  <a:cubicBezTo>
                    <a:pt x="72" y="18"/>
                    <a:pt x="67" y="19"/>
                    <a:pt x="63" y="20"/>
                  </a:cubicBezTo>
                  <a:cubicBezTo>
                    <a:pt x="54" y="5"/>
                    <a:pt x="54" y="5"/>
                    <a:pt x="54" y="5"/>
                  </a:cubicBezTo>
                  <a:cubicBezTo>
                    <a:pt x="33" y="17"/>
                    <a:pt x="33" y="17"/>
                    <a:pt x="33" y="17"/>
                  </a:cubicBezTo>
                  <a:cubicBezTo>
                    <a:pt x="42" y="32"/>
                    <a:pt x="42" y="32"/>
                    <a:pt x="42" y="32"/>
                  </a:cubicBezTo>
                  <a:cubicBezTo>
                    <a:pt x="39" y="35"/>
                    <a:pt x="36" y="38"/>
                    <a:pt x="33" y="41"/>
                  </a:cubicBezTo>
                  <a:cubicBezTo>
                    <a:pt x="18" y="32"/>
                    <a:pt x="18" y="32"/>
                    <a:pt x="18" y="32"/>
                  </a:cubicBezTo>
                  <a:cubicBezTo>
                    <a:pt x="6" y="53"/>
                    <a:pt x="6" y="53"/>
                    <a:pt x="6" y="53"/>
                  </a:cubicBezTo>
                  <a:cubicBezTo>
                    <a:pt x="21" y="63"/>
                    <a:pt x="21" y="63"/>
                    <a:pt x="21" y="63"/>
                  </a:cubicBezTo>
                  <a:cubicBezTo>
                    <a:pt x="20" y="67"/>
                    <a:pt x="19" y="72"/>
                    <a:pt x="18" y="76"/>
                  </a:cubicBezTo>
                  <a:cubicBezTo>
                    <a:pt x="0" y="76"/>
                    <a:pt x="0" y="76"/>
                    <a:pt x="0" y="76"/>
                  </a:cubicBezTo>
                  <a:cubicBezTo>
                    <a:pt x="0" y="100"/>
                    <a:pt x="0" y="100"/>
                    <a:pt x="0" y="100"/>
                  </a:cubicBezTo>
                  <a:cubicBezTo>
                    <a:pt x="18" y="100"/>
                    <a:pt x="18" y="100"/>
                    <a:pt x="18" y="100"/>
                  </a:cubicBezTo>
                  <a:cubicBezTo>
                    <a:pt x="19" y="104"/>
                    <a:pt x="20" y="107"/>
                    <a:pt x="21" y="111"/>
                  </a:cubicBezTo>
                  <a:close/>
                  <a:moveTo>
                    <a:pt x="87" y="35"/>
                  </a:moveTo>
                  <a:cubicBezTo>
                    <a:pt x="116" y="35"/>
                    <a:pt x="139" y="58"/>
                    <a:pt x="139" y="86"/>
                  </a:cubicBezTo>
                  <a:cubicBezTo>
                    <a:pt x="139" y="115"/>
                    <a:pt x="116" y="138"/>
                    <a:pt x="87" y="138"/>
                  </a:cubicBezTo>
                  <a:cubicBezTo>
                    <a:pt x="59" y="138"/>
                    <a:pt x="36" y="115"/>
                    <a:pt x="36" y="86"/>
                  </a:cubicBezTo>
                  <a:cubicBezTo>
                    <a:pt x="36" y="58"/>
                    <a:pt x="59" y="35"/>
                    <a:pt x="87"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 name="Oval 442"/>
            <p:cNvSpPr>
              <a:spLocks noChangeArrowheads="1"/>
            </p:cNvSpPr>
            <p:nvPr/>
          </p:nvSpPr>
          <p:spPr bwMode="auto">
            <a:xfrm>
              <a:off x="7359651" y="3606800"/>
              <a:ext cx="58738" cy="571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41" name="组合 440"/>
          <p:cNvGrpSpPr/>
          <p:nvPr/>
        </p:nvGrpSpPr>
        <p:grpSpPr>
          <a:xfrm>
            <a:off x="7945438" y="2782888"/>
            <a:ext cx="2025651" cy="1560513"/>
            <a:chOff x="7945438" y="2782888"/>
            <a:chExt cx="2025651" cy="1560513"/>
          </a:xfrm>
          <a:solidFill>
            <a:schemeClr val="tx1">
              <a:lumMod val="65000"/>
              <a:lumOff val="35000"/>
            </a:schemeClr>
          </a:solidFill>
        </p:grpSpPr>
        <p:sp>
          <p:nvSpPr>
            <p:cNvPr id="442" name="Freeform 443"/>
            <p:cNvSpPr>
              <a:spLocks/>
            </p:cNvSpPr>
            <p:nvPr/>
          </p:nvSpPr>
          <p:spPr bwMode="auto">
            <a:xfrm>
              <a:off x="8026401" y="3646488"/>
              <a:ext cx="371475" cy="587375"/>
            </a:xfrm>
            <a:custGeom>
              <a:avLst/>
              <a:gdLst>
                <a:gd name="T0" fmla="*/ 48 w 289"/>
                <a:gd name="T1" fmla="*/ 454 h 456"/>
                <a:gd name="T2" fmla="*/ 101 w 289"/>
                <a:gd name="T3" fmla="*/ 407 h 456"/>
                <a:gd name="T4" fmla="*/ 127 w 289"/>
                <a:gd name="T5" fmla="*/ 85 h 456"/>
                <a:gd name="T6" fmla="*/ 162 w 289"/>
                <a:gd name="T7" fmla="*/ 85 h 456"/>
                <a:gd name="T8" fmla="*/ 188 w 289"/>
                <a:gd name="T9" fmla="*/ 407 h 456"/>
                <a:gd name="T10" fmla="*/ 242 w 289"/>
                <a:gd name="T11" fmla="*/ 453 h 456"/>
                <a:gd name="T12" fmla="*/ 287 w 289"/>
                <a:gd name="T13" fmla="*/ 400 h 456"/>
                <a:gd name="T14" fmla="*/ 254 w 289"/>
                <a:gd name="T15" fmla="*/ 0 h 456"/>
                <a:gd name="T16" fmla="*/ 145 w 289"/>
                <a:gd name="T17" fmla="*/ 11 h 456"/>
                <a:gd name="T18" fmla="*/ 35 w 289"/>
                <a:gd name="T19" fmla="*/ 0 h 456"/>
                <a:gd name="T20" fmla="*/ 2 w 289"/>
                <a:gd name="T21" fmla="*/ 400 h 456"/>
                <a:gd name="T22" fmla="*/ 48 w 289"/>
                <a:gd name="T23" fmla="*/ 454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9" h="456">
                  <a:moveTo>
                    <a:pt x="48" y="454"/>
                  </a:moveTo>
                  <a:cubicBezTo>
                    <a:pt x="75" y="456"/>
                    <a:pt x="99" y="435"/>
                    <a:pt x="101" y="407"/>
                  </a:cubicBezTo>
                  <a:cubicBezTo>
                    <a:pt x="127" y="85"/>
                    <a:pt x="127" y="85"/>
                    <a:pt x="127" y="85"/>
                  </a:cubicBezTo>
                  <a:cubicBezTo>
                    <a:pt x="162" y="85"/>
                    <a:pt x="162" y="85"/>
                    <a:pt x="162" y="85"/>
                  </a:cubicBezTo>
                  <a:cubicBezTo>
                    <a:pt x="188" y="407"/>
                    <a:pt x="188" y="407"/>
                    <a:pt x="188" y="407"/>
                  </a:cubicBezTo>
                  <a:cubicBezTo>
                    <a:pt x="191" y="435"/>
                    <a:pt x="214" y="455"/>
                    <a:pt x="242" y="453"/>
                  </a:cubicBezTo>
                  <a:cubicBezTo>
                    <a:pt x="269" y="451"/>
                    <a:pt x="289" y="427"/>
                    <a:pt x="287" y="400"/>
                  </a:cubicBezTo>
                  <a:cubicBezTo>
                    <a:pt x="254" y="0"/>
                    <a:pt x="254" y="0"/>
                    <a:pt x="254" y="0"/>
                  </a:cubicBezTo>
                  <a:cubicBezTo>
                    <a:pt x="234" y="3"/>
                    <a:pt x="185" y="11"/>
                    <a:pt x="145" y="11"/>
                  </a:cubicBezTo>
                  <a:cubicBezTo>
                    <a:pt x="105" y="11"/>
                    <a:pt x="55" y="3"/>
                    <a:pt x="35" y="0"/>
                  </a:cubicBezTo>
                  <a:cubicBezTo>
                    <a:pt x="2" y="400"/>
                    <a:pt x="2" y="400"/>
                    <a:pt x="2" y="400"/>
                  </a:cubicBezTo>
                  <a:cubicBezTo>
                    <a:pt x="0" y="428"/>
                    <a:pt x="20" y="451"/>
                    <a:pt x="48" y="4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 name="Freeform 444"/>
            <p:cNvSpPr>
              <a:spLocks/>
            </p:cNvSpPr>
            <p:nvPr/>
          </p:nvSpPr>
          <p:spPr bwMode="auto">
            <a:xfrm>
              <a:off x="7945438" y="3184525"/>
              <a:ext cx="784225" cy="581025"/>
            </a:xfrm>
            <a:custGeom>
              <a:avLst/>
              <a:gdLst>
                <a:gd name="T0" fmla="*/ 208 w 610"/>
                <a:gd name="T1" fmla="*/ 358 h 451"/>
                <a:gd name="T2" fmla="*/ 317 w 610"/>
                <a:gd name="T3" fmla="*/ 347 h 451"/>
                <a:gd name="T4" fmla="*/ 317 w 610"/>
                <a:gd name="T5" fmla="*/ 341 h 451"/>
                <a:gd name="T6" fmla="*/ 317 w 610"/>
                <a:gd name="T7" fmla="*/ 125 h 451"/>
                <a:gd name="T8" fmla="*/ 583 w 610"/>
                <a:gd name="T9" fmla="*/ 66 h 451"/>
                <a:gd name="T10" fmla="*/ 607 w 610"/>
                <a:gd name="T11" fmla="*/ 28 h 451"/>
                <a:gd name="T12" fmla="*/ 568 w 610"/>
                <a:gd name="T13" fmla="*/ 4 h 451"/>
                <a:gd name="T14" fmla="*/ 281 w 610"/>
                <a:gd name="T15" fmla="*/ 68 h 451"/>
                <a:gd name="T16" fmla="*/ 261 w 610"/>
                <a:gd name="T17" fmla="*/ 68 h 451"/>
                <a:gd name="T18" fmla="*/ 208 w 610"/>
                <a:gd name="T19" fmla="*/ 98 h 451"/>
                <a:gd name="T20" fmla="*/ 154 w 610"/>
                <a:gd name="T21" fmla="*/ 68 h 451"/>
                <a:gd name="T22" fmla="*/ 130 w 610"/>
                <a:gd name="T23" fmla="*/ 68 h 451"/>
                <a:gd name="T24" fmla="*/ 128 w 610"/>
                <a:gd name="T25" fmla="*/ 68 h 451"/>
                <a:gd name="T26" fmla="*/ 73 w 610"/>
                <a:gd name="T27" fmla="*/ 93 h 451"/>
                <a:gd name="T28" fmla="*/ 10 w 610"/>
                <a:gd name="T29" fmla="*/ 420 h 451"/>
                <a:gd name="T30" fmla="*/ 42 w 610"/>
                <a:gd name="T31" fmla="*/ 451 h 451"/>
                <a:gd name="T32" fmla="*/ 44 w 610"/>
                <a:gd name="T33" fmla="*/ 450 h 451"/>
                <a:gd name="T34" fmla="*/ 75 w 610"/>
                <a:gd name="T35" fmla="*/ 417 h 451"/>
                <a:gd name="T36" fmla="*/ 101 w 610"/>
                <a:gd name="T37" fmla="*/ 164 h 451"/>
                <a:gd name="T38" fmla="*/ 101 w 610"/>
                <a:gd name="T39" fmla="*/ 341 h 451"/>
                <a:gd name="T40" fmla="*/ 100 w 610"/>
                <a:gd name="T41" fmla="*/ 347 h 451"/>
                <a:gd name="T42" fmla="*/ 208 w 610"/>
                <a:gd name="T43" fmla="*/ 358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10" h="451">
                  <a:moveTo>
                    <a:pt x="208" y="358"/>
                  </a:moveTo>
                  <a:cubicBezTo>
                    <a:pt x="247" y="358"/>
                    <a:pt x="298" y="350"/>
                    <a:pt x="317" y="347"/>
                  </a:cubicBezTo>
                  <a:cubicBezTo>
                    <a:pt x="317" y="341"/>
                    <a:pt x="317" y="341"/>
                    <a:pt x="317" y="341"/>
                  </a:cubicBezTo>
                  <a:cubicBezTo>
                    <a:pt x="317" y="125"/>
                    <a:pt x="317" y="125"/>
                    <a:pt x="317" y="125"/>
                  </a:cubicBezTo>
                  <a:cubicBezTo>
                    <a:pt x="583" y="66"/>
                    <a:pt x="583" y="66"/>
                    <a:pt x="583" y="66"/>
                  </a:cubicBezTo>
                  <a:cubicBezTo>
                    <a:pt x="600" y="62"/>
                    <a:pt x="610" y="45"/>
                    <a:pt x="607" y="28"/>
                  </a:cubicBezTo>
                  <a:cubicBezTo>
                    <a:pt x="603" y="11"/>
                    <a:pt x="585" y="0"/>
                    <a:pt x="568" y="4"/>
                  </a:cubicBezTo>
                  <a:cubicBezTo>
                    <a:pt x="281" y="68"/>
                    <a:pt x="281" y="68"/>
                    <a:pt x="281" y="68"/>
                  </a:cubicBezTo>
                  <a:cubicBezTo>
                    <a:pt x="261" y="68"/>
                    <a:pt x="261" y="68"/>
                    <a:pt x="261" y="68"/>
                  </a:cubicBezTo>
                  <a:cubicBezTo>
                    <a:pt x="258" y="84"/>
                    <a:pt x="235" y="98"/>
                    <a:pt x="208" y="98"/>
                  </a:cubicBezTo>
                  <a:cubicBezTo>
                    <a:pt x="180" y="98"/>
                    <a:pt x="157" y="84"/>
                    <a:pt x="154" y="68"/>
                  </a:cubicBezTo>
                  <a:cubicBezTo>
                    <a:pt x="130" y="68"/>
                    <a:pt x="130" y="68"/>
                    <a:pt x="130" y="68"/>
                  </a:cubicBezTo>
                  <a:cubicBezTo>
                    <a:pt x="130" y="68"/>
                    <a:pt x="129" y="68"/>
                    <a:pt x="128" y="68"/>
                  </a:cubicBezTo>
                  <a:cubicBezTo>
                    <a:pt x="117" y="68"/>
                    <a:pt x="95" y="72"/>
                    <a:pt x="73" y="93"/>
                  </a:cubicBezTo>
                  <a:cubicBezTo>
                    <a:pt x="21" y="141"/>
                    <a:pt x="0" y="251"/>
                    <a:pt x="10" y="420"/>
                  </a:cubicBezTo>
                  <a:cubicBezTo>
                    <a:pt x="11" y="437"/>
                    <a:pt x="25" y="451"/>
                    <a:pt x="42" y="451"/>
                  </a:cubicBezTo>
                  <a:cubicBezTo>
                    <a:pt x="43" y="451"/>
                    <a:pt x="43" y="451"/>
                    <a:pt x="44" y="450"/>
                  </a:cubicBezTo>
                  <a:cubicBezTo>
                    <a:pt x="61" y="449"/>
                    <a:pt x="76" y="434"/>
                    <a:pt x="75" y="417"/>
                  </a:cubicBezTo>
                  <a:cubicBezTo>
                    <a:pt x="66" y="276"/>
                    <a:pt x="81" y="201"/>
                    <a:pt x="101" y="164"/>
                  </a:cubicBezTo>
                  <a:cubicBezTo>
                    <a:pt x="101" y="341"/>
                    <a:pt x="101" y="341"/>
                    <a:pt x="101" y="341"/>
                  </a:cubicBezTo>
                  <a:cubicBezTo>
                    <a:pt x="100" y="347"/>
                    <a:pt x="100" y="347"/>
                    <a:pt x="100" y="347"/>
                  </a:cubicBezTo>
                  <a:cubicBezTo>
                    <a:pt x="119" y="350"/>
                    <a:pt x="168" y="358"/>
                    <a:pt x="208" y="3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 name="Freeform 445"/>
            <p:cNvSpPr>
              <a:spLocks/>
            </p:cNvSpPr>
            <p:nvPr/>
          </p:nvSpPr>
          <p:spPr bwMode="auto">
            <a:xfrm>
              <a:off x="8096251" y="3009900"/>
              <a:ext cx="231775" cy="231775"/>
            </a:xfrm>
            <a:custGeom>
              <a:avLst/>
              <a:gdLst>
                <a:gd name="T0" fmla="*/ 123 w 180"/>
                <a:gd name="T1" fmla="*/ 173 h 180"/>
                <a:gd name="T2" fmla="*/ 180 w 180"/>
                <a:gd name="T3" fmla="*/ 90 h 180"/>
                <a:gd name="T4" fmla="*/ 90 w 180"/>
                <a:gd name="T5" fmla="*/ 0 h 180"/>
                <a:gd name="T6" fmla="*/ 0 w 180"/>
                <a:gd name="T7" fmla="*/ 90 h 180"/>
                <a:gd name="T8" fmla="*/ 56 w 180"/>
                <a:gd name="T9" fmla="*/ 173 h 180"/>
                <a:gd name="T10" fmla="*/ 90 w 180"/>
                <a:gd name="T11" fmla="*/ 180 h 180"/>
                <a:gd name="T12" fmla="*/ 123 w 180"/>
                <a:gd name="T13" fmla="*/ 173 h 180"/>
              </a:gdLst>
              <a:ahLst/>
              <a:cxnLst>
                <a:cxn ang="0">
                  <a:pos x="T0" y="T1"/>
                </a:cxn>
                <a:cxn ang="0">
                  <a:pos x="T2" y="T3"/>
                </a:cxn>
                <a:cxn ang="0">
                  <a:pos x="T4" y="T5"/>
                </a:cxn>
                <a:cxn ang="0">
                  <a:pos x="T6" y="T7"/>
                </a:cxn>
                <a:cxn ang="0">
                  <a:pos x="T8" y="T9"/>
                </a:cxn>
                <a:cxn ang="0">
                  <a:pos x="T10" y="T11"/>
                </a:cxn>
                <a:cxn ang="0">
                  <a:pos x="T12" y="T13"/>
                </a:cxn>
              </a:cxnLst>
              <a:rect l="0" t="0" r="r" b="b"/>
              <a:pathLst>
                <a:path w="180" h="180">
                  <a:moveTo>
                    <a:pt x="123" y="173"/>
                  </a:moveTo>
                  <a:cubicBezTo>
                    <a:pt x="156" y="160"/>
                    <a:pt x="180" y="128"/>
                    <a:pt x="180" y="90"/>
                  </a:cubicBezTo>
                  <a:cubicBezTo>
                    <a:pt x="180" y="40"/>
                    <a:pt x="139" y="0"/>
                    <a:pt x="90" y="0"/>
                  </a:cubicBezTo>
                  <a:cubicBezTo>
                    <a:pt x="40" y="0"/>
                    <a:pt x="0" y="40"/>
                    <a:pt x="0" y="90"/>
                  </a:cubicBezTo>
                  <a:cubicBezTo>
                    <a:pt x="0" y="128"/>
                    <a:pt x="23" y="160"/>
                    <a:pt x="56" y="173"/>
                  </a:cubicBezTo>
                  <a:cubicBezTo>
                    <a:pt x="66" y="178"/>
                    <a:pt x="78" y="180"/>
                    <a:pt x="90" y="180"/>
                  </a:cubicBezTo>
                  <a:cubicBezTo>
                    <a:pt x="102" y="180"/>
                    <a:pt x="113" y="178"/>
                    <a:pt x="123" y="1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 name="Freeform 446"/>
            <p:cNvSpPr>
              <a:spLocks/>
            </p:cNvSpPr>
            <p:nvPr/>
          </p:nvSpPr>
          <p:spPr bwMode="auto">
            <a:xfrm>
              <a:off x="8512176" y="2782888"/>
              <a:ext cx="1458913" cy="844550"/>
            </a:xfrm>
            <a:custGeom>
              <a:avLst/>
              <a:gdLst>
                <a:gd name="T0" fmla="*/ 0 w 919"/>
                <a:gd name="T1" fmla="*/ 353 h 532"/>
                <a:gd name="T2" fmla="*/ 0 w 919"/>
                <a:gd name="T3" fmla="*/ 532 h 532"/>
                <a:gd name="T4" fmla="*/ 919 w 919"/>
                <a:gd name="T5" fmla="*/ 532 h 532"/>
                <a:gd name="T6" fmla="*/ 919 w 919"/>
                <a:gd name="T7" fmla="*/ 0 h 532"/>
                <a:gd name="T8" fmla="*/ 0 w 919"/>
                <a:gd name="T9" fmla="*/ 0 h 532"/>
                <a:gd name="T10" fmla="*/ 0 w 919"/>
                <a:gd name="T11" fmla="*/ 243 h 532"/>
                <a:gd name="T12" fmla="*/ 17 w 919"/>
                <a:gd name="T13" fmla="*/ 243 h 532"/>
                <a:gd name="T14" fmla="*/ 17 w 919"/>
                <a:gd name="T15" fmla="*/ 16 h 532"/>
                <a:gd name="T16" fmla="*/ 902 w 919"/>
                <a:gd name="T17" fmla="*/ 16 h 532"/>
                <a:gd name="T18" fmla="*/ 902 w 919"/>
                <a:gd name="T19" fmla="*/ 516 h 532"/>
                <a:gd name="T20" fmla="*/ 17 w 919"/>
                <a:gd name="T21" fmla="*/ 516 h 532"/>
                <a:gd name="T22" fmla="*/ 17 w 919"/>
                <a:gd name="T23" fmla="*/ 353 h 532"/>
                <a:gd name="T24" fmla="*/ 0 w 919"/>
                <a:gd name="T25" fmla="*/ 353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19" h="532">
                  <a:moveTo>
                    <a:pt x="0" y="353"/>
                  </a:moveTo>
                  <a:lnTo>
                    <a:pt x="0" y="532"/>
                  </a:lnTo>
                  <a:lnTo>
                    <a:pt x="919" y="532"/>
                  </a:lnTo>
                  <a:lnTo>
                    <a:pt x="919" y="0"/>
                  </a:lnTo>
                  <a:lnTo>
                    <a:pt x="0" y="0"/>
                  </a:lnTo>
                  <a:lnTo>
                    <a:pt x="0" y="243"/>
                  </a:lnTo>
                  <a:lnTo>
                    <a:pt x="17" y="243"/>
                  </a:lnTo>
                  <a:lnTo>
                    <a:pt x="17" y="16"/>
                  </a:lnTo>
                  <a:lnTo>
                    <a:pt x="902" y="16"/>
                  </a:lnTo>
                  <a:lnTo>
                    <a:pt x="902" y="516"/>
                  </a:lnTo>
                  <a:lnTo>
                    <a:pt x="17" y="516"/>
                  </a:lnTo>
                  <a:lnTo>
                    <a:pt x="17" y="353"/>
                  </a:lnTo>
                  <a:lnTo>
                    <a:pt x="0" y="3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 name="Freeform 447"/>
            <p:cNvSpPr>
              <a:spLocks/>
            </p:cNvSpPr>
            <p:nvPr/>
          </p:nvSpPr>
          <p:spPr bwMode="auto">
            <a:xfrm>
              <a:off x="8702676" y="3787775"/>
              <a:ext cx="231775" cy="230188"/>
            </a:xfrm>
            <a:custGeom>
              <a:avLst/>
              <a:gdLst>
                <a:gd name="T0" fmla="*/ 180 w 180"/>
                <a:gd name="T1" fmla="*/ 90 h 179"/>
                <a:gd name="T2" fmla="*/ 90 w 180"/>
                <a:gd name="T3" fmla="*/ 0 h 179"/>
                <a:gd name="T4" fmla="*/ 0 w 180"/>
                <a:gd name="T5" fmla="*/ 90 h 179"/>
                <a:gd name="T6" fmla="*/ 75 w 180"/>
                <a:gd name="T7" fmla="*/ 179 h 179"/>
                <a:gd name="T8" fmla="*/ 105 w 180"/>
                <a:gd name="T9" fmla="*/ 179 h 179"/>
                <a:gd name="T10" fmla="*/ 180 w 180"/>
                <a:gd name="T11" fmla="*/ 90 h 179"/>
              </a:gdLst>
              <a:ahLst/>
              <a:cxnLst>
                <a:cxn ang="0">
                  <a:pos x="T0" y="T1"/>
                </a:cxn>
                <a:cxn ang="0">
                  <a:pos x="T2" y="T3"/>
                </a:cxn>
                <a:cxn ang="0">
                  <a:pos x="T4" y="T5"/>
                </a:cxn>
                <a:cxn ang="0">
                  <a:pos x="T6" y="T7"/>
                </a:cxn>
                <a:cxn ang="0">
                  <a:pos x="T8" y="T9"/>
                </a:cxn>
                <a:cxn ang="0">
                  <a:pos x="T10" y="T11"/>
                </a:cxn>
              </a:cxnLst>
              <a:rect l="0" t="0" r="r" b="b"/>
              <a:pathLst>
                <a:path w="180" h="179">
                  <a:moveTo>
                    <a:pt x="180" y="90"/>
                  </a:moveTo>
                  <a:cubicBezTo>
                    <a:pt x="180" y="40"/>
                    <a:pt x="140" y="0"/>
                    <a:pt x="90" y="0"/>
                  </a:cubicBezTo>
                  <a:cubicBezTo>
                    <a:pt x="40" y="0"/>
                    <a:pt x="0" y="40"/>
                    <a:pt x="0" y="90"/>
                  </a:cubicBezTo>
                  <a:cubicBezTo>
                    <a:pt x="0" y="135"/>
                    <a:pt x="32" y="171"/>
                    <a:pt x="75" y="179"/>
                  </a:cubicBezTo>
                  <a:cubicBezTo>
                    <a:pt x="105" y="179"/>
                    <a:pt x="105" y="179"/>
                    <a:pt x="105" y="179"/>
                  </a:cubicBezTo>
                  <a:cubicBezTo>
                    <a:pt x="147" y="171"/>
                    <a:pt x="180" y="135"/>
                    <a:pt x="180"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 name="Freeform 448"/>
            <p:cNvSpPr>
              <a:spLocks/>
            </p:cNvSpPr>
            <p:nvPr/>
          </p:nvSpPr>
          <p:spPr bwMode="auto">
            <a:xfrm>
              <a:off x="9139238" y="3787775"/>
              <a:ext cx="231775" cy="230188"/>
            </a:xfrm>
            <a:custGeom>
              <a:avLst/>
              <a:gdLst>
                <a:gd name="T0" fmla="*/ 180 w 180"/>
                <a:gd name="T1" fmla="*/ 90 h 179"/>
                <a:gd name="T2" fmla="*/ 90 w 180"/>
                <a:gd name="T3" fmla="*/ 0 h 179"/>
                <a:gd name="T4" fmla="*/ 0 w 180"/>
                <a:gd name="T5" fmla="*/ 90 h 179"/>
                <a:gd name="T6" fmla="*/ 75 w 180"/>
                <a:gd name="T7" fmla="*/ 179 h 179"/>
                <a:gd name="T8" fmla="*/ 105 w 180"/>
                <a:gd name="T9" fmla="*/ 179 h 179"/>
                <a:gd name="T10" fmla="*/ 180 w 180"/>
                <a:gd name="T11" fmla="*/ 90 h 179"/>
              </a:gdLst>
              <a:ahLst/>
              <a:cxnLst>
                <a:cxn ang="0">
                  <a:pos x="T0" y="T1"/>
                </a:cxn>
                <a:cxn ang="0">
                  <a:pos x="T2" y="T3"/>
                </a:cxn>
                <a:cxn ang="0">
                  <a:pos x="T4" y="T5"/>
                </a:cxn>
                <a:cxn ang="0">
                  <a:pos x="T6" y="T7"/>
                </a:cxn>
                <a:cxn ang="0">
                  <a:pos x="T8" y="T9"/>
                </a:cxn>
                <a:cxn ang="0">
                  <a:pos x="T10" y="T11"/>
                </a:cxn>
              </a:cxnLst>
              <a:rect l="0" t="0" r="r" b="b"/>
              <a:pathLst>
                <a:path w="180" h="179">
                  <a:moveTo>
                    <a:pt x="180" y="90"/>
                  </a:moveTo>
                  <a:cubicBezTo>
                    <a:pt x="180" y="40"/>
                    <a:pt x="140" y="0"/>
                    <a:pt x="90" y="0"/>
                  </a:cubicBezTo>
                  <a:cubicBezTo>
                    <a:pt x="40" y="0"/>
                    <a:pt x="0" y="40"/>
                    <a:pt x="0" y="90"/>
                  </a:cubicBezTo>
                  <a:cubicBezTo>
                    <a:pt x="0" y="135"/>
                    <a:pt x="32" y="171"/>
                    <a:pt x="75" y="179"/>
                  </a:cubicBezTo>
                  <a:cubicBezTo>
                    <a:pt x="105" y="179"/>
                    <a:pt x="105" y="179"/>
                    <a:pt x="105" y="179"/>
                  </a:cubicBezTo>
                  <a:cubicBezTo>
                    <a:pt x="147" y="171"/>
                    <a:pt x="180" y="135"/>
                    <a:pt x="180"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 name="Freeform 449"/>
            <p:cNvSpPr>
              <a:spLocks/>
            </p:cNvSpPr>
            <p:nvPr/>
          </p:nvSpPr>
          <p:spPr bwMode="auto">
            <a:xfrm>
              <a:off x="8562976" y="4049713"/>
              <a:ext cx="1382713" cy="293688"/>
            </a:xfrm>
            <a:custGeom>
              <a:avLst/>
              <a:gdLst>
                <a:gd name="T0" fmla="*/ 429 w 1074"/>
                <a:gd name="T1" fmla="*/ 96 h 228"/>
                <a:gd name="T2" fmla="*/ 429 w 1074"/>
                <a:gd name="T3" fmla="*/ 228 h 228"/>
                <a:gd name="T4" fmla="*/ 645 w 1074"/>
                <a:gd name="T5" fmla="*/ 228 h 228"/>
                <a:gd name="T6" fmla="*/ 645 w 1074"/>
                <a:gd name="T7" fmla="*/ 97 h 228"/>
                <a:gd name="T8" fmla="*/ 652 w 1074"/>
                <a:gd name="T9" fmla="*/ 114 h 228"/>
                <a:gd name="T10" fmla="*/ 672 w 1074"/>
                <a:gd name="T11" fmla="*/ 228 h 228"/>
                <a:gd name="T12" fmla="*/ 740 w 1074"/>
                <a:gd name="T13" fmla="*/ 228 h 228"/>
                <a:gd name="T14" fmla="*/ 765 w 1074"/>
                <a:gd name="T15" fmla="*/ 96 h 228"/>
                <a:gd name="T16" fmla="*/ 765 w 1074"/>
                <a:gd name="T17" fmla="*/ 228 h 228"/>
                <a:gd name="T18" fmla="*/ 985 w 1074"/>
                <a:gd name="T19" fmla="*/ 228 h 228"/>
                <a:gd name="T20" fmla="*/ 985 w 1074"/>
                <a:gd name="T21" fmla="*/ 97 h 228"/>
                <a:gd name="T22" fmla="*/ 991 w 1074"/>
                <a:gd name="T23" fmla="*/ 114 h 228"/>
                <a:gd name="T24" fmla="*/ 1010 w 1074"/>
                <a:gd name="T25" fmla="*/ 228 h 228"/>
                <a:gd name="T26" fmla="*/ 1074 w 1074"/>
                <a:gd name="T27" fmla="*/ 228 h 228"/>
                <a:gd name="T28" fmla="*/ 1029 w 1074"/>
                <a:gd name="T29" fmla="*/ 49 h 228"/>
                <a:gd name="T30" fmla="*/ 986 w 1074"/>
                <a:gd name="T31" fmla="*/ 9 h 228"/>
                <a:gd name="T32" fmla="*/ 954 w 1074"/>
                <a:gd name="T33" fmla="*/ 0 h 228"/>
                <a:gd name="T34" fmla="*/ 952 w 1074"/>
                <a:gd name="T35" fmla="*/ 0 h 228"/>
                <a:gd name="T36" fmla="*/ 891 w 1074"/>
                <a:gd name="T37" fmla="*/ 0 h 228"/>
                <a:gd name="T38" fmla="*/ 875 w 1074"/>
                <a:gd name="T39" fmla="*/ 1 h 228"/>
                <a:gd name="T40" fmla="*/ 858 w 1074"/>
                <a:gd name="T41" fmla="*/ 0 h 228"/>
                <a:gd name="T42" fmla="*/ 798 w 1074"/>
                <a:gd name="T43" fmla="*/ 0 h 228"/>
                <a:gd name="T44" fmla="*/ 796 w 1074"/>
                <a:gd name="T45" fmla="*/ 0 h 228"/>
                <a:gd name="T46" fmla="*/ 763 w 1074"/>
                <a:gd name="T47" fmla="*/ 9 h 228"/>
                <a:gd name="T48" fmla="*/ 706 w 1074"/>
                <a:gd name="T49" fmla="*/ 76 h 228"/>
                <a:gd name="T50" fmla="*/ 691 w 1074"/>
                <a:gd name="T51" fmla="*/ 48 h 228"/>
                <a:gd name="T52" fmla="*/ 648 w 1074"/>
                <a:gd name="T53" fmla="*/ 9 h 228"/>
                <a:gd name="T54" fmla="*/ 616 w 1074"/>
                <a:gd name="T55" fmla="*/ 0 h 228"/>
                <a:gd name="T56" fmla="*/ 614 w 1074"/>
                <a:gd name="T57" fmla="*/ 0 h 228"/>
                <a:gd name="T58" fmla="*/ 460 w 1074"/>
                <a:gd name="T59" fmla="*/ 0 h 228"/>
                <a:gd name="T60" fmla="*/ 458 w 1074"/>
                <a:gd name="T61" fmla="*/ 0 h 228"/>
                <a:gd name="T62" fmla="*/ 425 w 1074"/>
                <a:gd name="T63" fmla="*/ 9 h 228"/>
                <a:gd name="T64" fmla="*/ 368 w 1074"/>
                <a:gd name="T65" fmla="*/ 76 h 228"/>
                <a:gd name="T66" fmla="*/ 353 w 1074"/>
                <a:gd name="T67" fmla="*/ 48 h 228"/>
                <a:gd name="T68" fmla="*/ 310 w 1074"/>
                <a:gd name="T69" fmla="*/ 9 h 228"/>
                <a:gd name="T70" fmla="*/ 278 w 1074"/>
                <a:gd name="T71" fmla="*/ 0 h 228"/>
                <a:gd name="T72" fmla="*/ 276 w 1074"/>
                <a:gd name="T73" fmla="*/ 0 h 228"/>
                <a:gd name="T74" fmla="*/ 122 w 1074"/>
                <a:gd name="T75" fmla="*/ 0 h 228"/>
                <a:gd name="T76" fmla="*/ 120 w 1074"/>
                <a:gd name="T77" fmla="*/ 0 h 228"/>
                <a:gd name="T78" fmla="*/ 87 w 1074"/>
                <a:gd name="T79" fmla="*/ 9 h 228"/>
                <a:gd name="T80" fmla="*/ 26 w 1074"/>
                <a:gd name="T81" fmla="*/ 84 h 228"/>
                <a:gd name="T82" fmla="*/ 0 w 1074"/>
                <a:gd name="T83" fmla="*/ 228 h 228"/>
                <a:gd name="T84" fmla="*/ 64 w 1074"/>
                <a:gd name="T85" fmla="*/ 228 h 228"/>
                <a:gd name="T86" fmla="*/ 89 w 1074"/>
                <a:gd name="T87" fmla="*/ 96 h 228"/>
                <a:gd name="T88" fmla="*/ 89 w 1074"/>
                <a:gd name="T89" fmla="*/ 228 h 228"/>
                <a:gd name="T90" fmla="*/ 309 w 1074"/>
                <a:gd name="T91" fmla="*/ 228 h 228"/>
                <a:gd name="T92" fmla="*/ 309 w 1074"/>
                <a:gd name="T93" fmla="*/ 97 h 228"/>
                <a:gd name="T94" fmla="*/ 315 w 1074"/>
                <a:gd name="T95" fmla="*/ 114 h 228"/>
                <a:gd name="T96" fmla="*/ 334 w 1074"/>
                <a:gd name="T97" fmla="*/ 228 h 228"/>
                <a:gd name="T98" fmla="*/ 402 w 1074"/>
                <a:gd name="T99" fmla="*/ 228 h 228"/>
                <a:gd name="T100" fmla="*/ 429 w 1074"/>
                <a:gd name="T101" fmla="*/ 96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74" h="228">
                  <a:moveTo>
                    <a:pt x="429" y="96"/>
                  </a:moveTo>
                  <a:cubicBezTo>
                    <a:pt x="429" y="228"/>
                    <a:pt x="429" y="228"/>
                    <a:pt x="429" y="228"/>
                  </a:cubicBezTo>
                  <a:cubicBezTo>
                    <a:pt x="645" y="228"/>
                    <a:pt x="645" y="228"/>
                    <a:pt x="645" y="228"/>
                  </a:cubicBezTo>
                  <a:cubicBezTo>
                    <a:pt x="645" y="97"/>
                    <a:pt x="645" y="97"/>
                    <a:pt x="645" y="97"/>
                  </a:cubicBezTo>
                  <a:cubicBezTo>
                    <a:pt x="649" y="101"/>
                    <a:pt x="650" y="107"/>
                    <a:pt x="652" y="114"/>
                  </a:cubicBezTo>
                  <a:cubicBezTo>
                    <a:pt x="661" y="138"/>
                    <a:pt x="669" y="176"/>
                    <a:pt x="672" y="228"/>
                  </a:cubicBezTo>
                  <a:cubicBezTo>
                    <a:pt x="740" y="228"/>
                    <a:pt x="740" y="228"/>
                    <a:pt x="740" y="228"/>
                  </a:cubicBezTo>
                  <a:cubicBezTo>
                    <a:pt x="744" y="160"/>
                    <a:pt x="757" y="120"/>
                    <a:pt x="765" y="96"/>
                  </a:cubicBezTo>
                  <a:cubicBezTo>
                    <a:pt x="765" y="228"/>
                    <a:pt x="765" y="228"/>
                    <a:pt x="765" y="228"/>
                  </a:cubicBezTo>
                  <a:cubicBezTo>
                    <a:pt x="985" y="228"/>
                    <a:pt x="985" y="228"/>
                    <a:pt x="985" y="228"/>
                  </a:cubicBezTo>
                  <a:cubicBezTo>
                    <a:pt x="985" y="97"/>
                    <a:pt x="985" y="97"/>
                    <a:pt x="985" y="97"/>
                  </a:cubicBezTo>
                  <a:cubicBezTo>
                    <a:pt x="985" y="101"/>
                    <a:pt x="989" y="107"/>
                    <a:pt x="991" y="114"/>
                  </a:cubicBezTo>
                  <a:cubicBezTo>
                    <a:pt x="1000" y="138"/>
                    <a:pt x="1007" y="176"/>
                    <a:pt x="1010" y="228"/>
                  </a:cubicBezTo>
                  <a:cubicBezTo>
                    <a:pt x="1074" y="228"/>
                    <a:pt x="1074" y="228"/>
                    <a:pt x="1074" y="228"/>
                  </a:cubicBezTo>
                  <a:cubicBezTo>
                    <a:pt x="1069" y="136"/>
                    <a:pt x="1052" y="83"/>
                    <a:pt x="1029" y="49"/>
                  </a:cubicBezTo>
                  <a:cubicBezTo>
                    <a:pt x="1016" y="29"/>
                    <a:pt x="1001" y="16"/>
                    <a:pt x="986" y="9"/>
                  </a:cubicBezTo>
                  <a:cubicBezTo>
                    <a:pt x="973" y="2"/>
                    <a:pt x="961" y="0"/>
                    <a:pt x="954" y="0"/>
                  </a:cubicBezTo>
                  <a:cubicBezTo>
                    <a:pt x="953" y="0"/>
                    <a:pt x="953" y="0"/>
                    <a:pt x="952" y="0"/>
                  </a:cubicBezTo>
                  <a:cubicBezTo>
                    <a:pt x="891" y="0"/>
                    <a:pt x="891" y="0"/>
                    <a:pt x="891" y="0"/>
                  </a:cubicBezTo>
                  <a:cubicBezTo>
                    <a:pt x="886" y="0"/>
                    <a:pt x="880" y="1"/>
                    <a:pt x="875" y="1"/>
                  </a:cubicBezTo>
                  <a:cubicBezTo>
                    <a:pt x="869" y="1"/>
                    <a:pt x="864" y="0"/>
                    <a:pt x="858" y="0"/>
                  </a:cubicBezTo>
                  <a:cubicBezTo>
                    <a:pt x="798" y="0"/>
                    <a:pt x="798" y="0"/>
                    <a:pt x="798" y="0"/>
                  </a:cubicBezTo>
                  <a:cubicBezTo>
                    <a:pt x="797" y="0"/>
                    <a:pt x="797" y="0"/>
                    <a:pt x="796" y="0"/>
                  </a:cubicBezTo>
                  <a:cubicBezTo>
                    <a:pt x="789" y="0"/>
                    <a:pt x="777" y="2"/>
                    <a:pt x="763" y="9"/>
                  </a:cubicBezTo>
                  <a:cubicBezTo>
                    <a:pt x="743" y="19"/>
                    <a:pt x="722" y="39"/>
                    <a:pt x="706" y="76"/>
                  </a:cubicBezTo>
                  <a:cubicBezTo>
                    <a:pt x="701" y="65"/>
                    <a:pt x="696" y="56"/>
                    <a:pt x="691" y="48"/>
                  </a:cubicBezTo>
                  <a:cubicBezTo>
                    <a:pt x="678" y="28"/>
                    <a:pt x="663" y="16"/>
                    <a:pt x="648" y="9"/>
                  </a:cubicBezTo>
                  <a:cubicBezTo>
                    <a:pt x="635" y="2"/>
                    <a:pt x="623" y="0"/>
                    <a:pt x="616" y="0"/>
                  </a:cubicBezTo>
                  <a:cubicBezTo>
                    <a:pt x="615" y="0"/>
                    <a:pt x="615" y="0"/>
                    <a:pt x="614" y="0"/>
                  </a:cubicBezTo>
                  <a:cubicBezTo>
                    <a:pt x="460" y="0"/>
                    <a:pt x="460" y="0"/>
                    <a:pt x="460" y="0"/>
                  </a:cubicBezTo>
                  <a:cubicBezTo>
                    <a:pt x="459" y="0"/>
                    <a:pt x="459" y="0"/>
                    <a:pt x="458" y="0"/>
                  </a:cubicBezTo>
                  <a:cubicBezTo>
                    <a:pt x="451" y="0"/>
                    <a:pt x="439" y="2"/>
                    <a:pt x="425" y="9"/>
                  </a:cubicBezTo>
                  <a:cubicBezTo>
                    <a:pt x="405" y="19"/>
                    <a:pt x="384" y="39"/>
                    <a:pt x="368" y="76"/>
                  </a:cubicBezTo>
                  <a:cubicBezTo>
                    <a:pt x="363" y="65"/>
                    <a:pt x="358" y="56"/>
                    <a:pt x="353" y="48"/>
                  </a:cubicBezTo>
                  <a:cubicBezTo>
                    <a:pt x="340" y="28"/>
                    <a:pt x="325" y="16"/>
                    <a:pt x="310" y="9"/>
                  </a:cubicBezTo>
                  <a:cubicBezTo>
                    <a:pt x="297" y="2"/>
                    <a:pt x="285" y="0"/>
                    <a:pt x="278" y="0"/>
                  </a:cubicBezTo>
                  <a:cubicBezTo>
                    <a:pt x="277" y="0"/>
                    <a:pt x="277" y="0"/>
                    <a:pt x="276" y="0"/>
                  </a:cubicBezTo>
                  <a:cubicBezTo>
                    <a:pt x="122" y="0"/>
                    <a:pt x="122" y="0"/>
                    <a:pt x="122" y="0"/>
                  </a:cubicBezTo>
                  <a:cubicBezTo>
                    <a:pt x="121" y="0"/>
                    <a:pt x="121" y="0"/>
                    <a:pt x="120" y="0"/>
                  </a:cubicBezTo>
                  <a:cubicBezTo>
                    <a:pt x="113" y="0"/>
                    <a:pt x="101" y="2"/>
                    <a:pt x="87" y="9"/>
                  </a:cubicBezTo>
                  <a:cubicBezTo>
                    <a:pt x="66" y="19"/>
                    <a:pt x="43" y="43"/>
                    <a:pt x="26" y="84"/>
                  </a:cubicBezTo>
                  <a:cubicBezTo>
                    <a:pt x="13" y="118"/>
                    <a:pt x="3" y="164"/>
                    <a:pt x="0" y="228"/>
                  </a:cubicBezTo>
                  <a:cubicBezTo>
                    <a:pt x="64" y="228"/>
                    <a:pt x="64" y="228"/>
                    <a:pt x="64" y="228"/>
                  </a:cubicBezTo>
                  <a:cubicBezTo>
                    <a:pt x="68" y="160"/>
                    <a:pt x="81" y="120"/>
                    <a:pt x="89" y="96"/>
                  </a:cubicBezTo>
                  <a:cubicBezTo>
                    <a:pt x="89" y="228"/>
                    <a:pt x="89" y="228"/>
                    <a:pt x="89" y="228"/>
                  </a:cubicBezTo>
                  <a:cubicBezTo>
                    <a:pt x="309" y="228"/>
                    <a:pt x="309" y="228"/>
                    <a:pt x="309" y="228"/>
                  </a:cubicBezTo>
                  <a:cubicBezTo>
                    <a:pt x="309" y="97"/>
                    <a:pt x="309" y="97"/>
                    <a:pt x="309" y="97"/>
                  </a:cubicBezTo>
                  <a:cubicBezTo>
                    <a:pt x="309" y="101"/>
                    <a:pt x="313" y="107"/>
                    <a:pt x="315" y="114"/>
                  </a:cubicBezTo>
                  <a:cubicBezTo>
                    <a:pt x="324" y="138"/>
                    <a:pt x="331" y="176"/>
                    <a:pt x="334" y="228"/>
                  </a:cubicBezTo>
                  <a:cubicBezTo>
                    <a:pt x="402" y="228"/>
                    <a:pt x="402" y="228"/>
                    <a:pt x="402" y="228"/>
                  </a:cubicBezTo>
                  <a:cubicBezTo>
                    <a:pt x="406" y="160"/>
                    <a:pt x="417" y="120"/>
                    <a:pt x="429"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 name="Oval 450"/>
            <p:cNvSpPr>
              <a:spLocks noChangeArrowheads="1"/>
            </p:cNvSpPr>
            <p:nvPr/>
          </p:nvSpPr>
          <p:spPr bwMode="auto">
            <a:xfrm>
              <a:off x="9574213" y="3787775"/>
              <a:ext cx="231775" cy="2317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50" name="组合 449"/>
          <p:cNvGrpSpPr/>
          <p:nvPr/>
        </p:nvGrpSpPr>
        <p:grpSpPr>
          <a:xfrm>
            <a:off x="8342313" y="4476750"/>
            <a:ext cx="1311275" cy="144463"/>
            <a:chOff x="8342313" y="4476750"/>
            <a:chExt cx="1311275" cy="144463"/>
          </a:xfrm>
          <a:solidFill>
            <a:schemeClr val="tx1">
              <a:lumMod val="65000"/>
              <a:lumOff val="35000"/>
            </a:schemeClr>
          </a:solidFill>
        </p:grpSpPr>
        <p:sp>
          <p:nvSpPr>
            <p:cNvPr id="451" name="Freeform 451"/>
            <p:cNvSpPr>
              <a:spLocks noEditPoints="1"/>
            </p:cNvSpPr>
            <p:nvPr/>
          </p:nvSpPr>
          <p:spPr bwMode="auto">
            <a:xfrm>
              <a:off x="8342313" y="4489450"/>
              <a:ext cx="76200" cy="93663"/>
            </a:xfrm>
            <a:custGeom>
              <a:avLst/>
              <a:gdLst>
                <a:gd name="T0" fmla="*/ 0 w 59"/>
                <a:gd name="T1" fmla="*/ 65 h 72"/>
                <a:gd name="T2" fmla="*/ 6 w 59"/>
                <a:gd name="T3" fmla="*/ 72 h 72"/>
                <a:gd name="T4" fmla="*/ 10 w 59"/>
                <a:gd name="T5" fmla="*/ 70 h 72"/>
                <a:gd name="T6" fmla="*/ 12 w 59"/>
                <a:gd name="T7" fmla="*/ 65 h 72"/>
                <a:gd name="T8" fmla="*/ 13 w 59"/>
                <a:gd name="T9" fmla="*/ 48 h 72"/>
                <a:gd name="T10" fmla="*/ 20 w 59"/>
                <a:gd name="T11" fmla="*/ 46 h 72"/>
                <a:gd name="T12" fmla="*/ 48 w 59"/>
                <a:gd name="T13" fmla="*/ 35 h 72"/>
                <a:gd name="T14" fmla="*/ 59 w 59"/>
                <a:gd name="T15" fmla="*/ 16 h 72"/>
                <a:gd name="T16" fmla="*/ 53 w 59"/>
                <a:gd name="T17" fmla="*/ 4 h 72"/>
                <a:gd name="T18" fmla="*/ 36 w 59"/>
                <a:gd name="T19" fmla="*/ 0 h 72"/>
                <a:gd name="T20" fmla="*/ 15 w 59"/>
                <a:gd name="T21" fmla="*/ 3 h 72"/>
                <a:gd name="T22" fmla="*/ 2 w 59"/>
                <a:gd name="T23" fmla="*/ 9 h 72"/>
                <a:gd name="T24" fmla="*/ 5 w 59"/>
                <a:gd name="T25" fmla="*/ 15 h 72"/>
                <a:gd name="T26" fmla="*/ 5 w 59"/>
                <a:gd name="T27" fmla="*/ 19 h 72"/>
                <a:gd name="T28" fmla="*/ 3 w 59"/>
                <a:gd name="T29" fmla="*/ 40 h 72"/>
                <a:gd name="T30" fmla="*/ 0 w 59"/>
                <a:gd name="T31" fmla="*/ 65 h 72"/>
                <a:gd name="T32" fmla="*/ 17 w 59"/>
                <a:gd name="T33" fmla="*/ 12 h 72"/>
                <a:gd name="T34" fmla="*/ 36 w 59"/>
                <a:gd name="T35" fmla="*/ 9 h 72"/>
                <a:gd name="T36" fmla="*/ 48 w 59"/>
                <a:gd name="T37" fmla="*/ 17 h 72"/>
                <a:gd name="T38" fmla="*/ 38 w 59"/>
                <a:gd name="T39" fmla="*/ 29 h 72"/>
                <a:gd name="T40" fmla="*/ 14 w 59"/>
                <a:gd name="T41" fmla="*/ 37 h 72"/>
                <a:gd name="T42" fmla="*/ 17 w 59"/>
                <a:gd name="T43" fmla="*/ 1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9" h="72">
                  <a:moveTo>
                    <a:pt x="0" y="65"/>
                  </a:moveTo>
                  <a:cubicBezTo>
                    <a:pt x="0" y="69"/>
                    <a:pt x="2" y="72"/>
                    <a:pt x="6" y="72"/>
                  </a:cubicBezTo>
                  <a:cubicBezTo>
                    <a:pt x="8" y="72"/>
                    <a:pt x="9" y="71"/>
                    <a:pt x="10" y="70"/>
                  </a:cubicBezTo>
                  <a:cubicBezTo>
                    <a:pt x="11" y="68"/>
                    <a:pt x="12" y="67"/>
                    <a:pt x="12" y="65"/>
                  </a:cubicBezTo>
                  <a:cubicBezTo>
                    <a:pt x="12" y="61"/>
                    <a:pt x="12" y="55"/>
                    <a:pt x="13" y="48"/>
                  </a:cubicBezTo>
                  <a:cubicBezTo>
                    <a:pt x="14" y="47"/>
                    <a:pt x="16" y="47"/>
                    <a:pt x="20" y="46"/>
                  </a:cubicBezTo>
                  <a:cubicBezTo>
                    <a:pt x="31" y="44"/>
                    <a:pt x="40" y="40"/>
                    <a:pt x="48" y="35"/>
                  </a:cubicBezTo>
                  <a:cubicBezTo>
                    <a:pt x="56" y="29"/>
                    <a:pt x="59" y="23"/>
                    <a:pt x="59" y="16"/>
                  </a:cubicBezTo>
                  <a:cubicBezTo>
                    <a:pt x="59" y="11"/>
                    <a:pt x="57" y="7"/>
                    <a:pt x="53" y="4"/>
                  </a:cubicBezTo>
                  <a:cubicBezTo>
                    <a:pt x="49" y="1"/>
                    <a:pt x="43" y="0"/>
                    <a:pt x="36" y="0"/>
                  </a:cubicBezTo>
                  <a:cubicBezTo>
                    <a:pt x="30" y="0"/>
                    <a:pt x="23" y="1"/>
                    <a:pt x="15" y="3"/>
                  </a:cubicBezTo>
                  <a:cubicBezTo>
                    <a:pt x="6" y="5"/>
                    <a:pt x="2" y="7"/>
                    <a:pt x="2" y="9"/>
                  </a:cubicBezTo>
                  <a:cubicBezTo>
                    <a:pt x="2" y="12"/>
                    <a:pt x="3" y="14"/>
                    <a:pt x="5" y="15"/>
                  </a:cubicBezTo>
                  <a:cubicBezTo>
                    <a:pt x="5" y="15"/>
                    <a:pt x="5" y="17"/>
                    <a:pt x="5" y="19"/>
                  </a:cubicBezTo>
                  <a:cubicBezTo>
                    <a:pt x="5" y="22"/>
                    <a:pt x="4" y="28"/>
                    <a:pt x="3" y="40"/>
                  </a:cubicBezTo>
                  <a:cubicBezTo>
                    <a:pt x="1" y="54"/>
                    <a:pt x="0" y="63"/>
                    <a:pt x="0" y="65"/>
                  </a:cubicBezTo>
                  <a:close/>
                  <a:moveTo>
                    <a:pt x="17" y="12"/>
                  </a:moveTo>
                  <a:cubicBezTo>
                    <a:pt x="24" y="10"/>
                    <a:pt x="30" y="9"/>
                    <a:pt x="36" y="9"/>
                  </a:cubicBezTo>
                  <a:cubicBezTo>
                    <a:pt x="44" y="9"/>
                    <a:pt x="48" y="12"/>
                    <a:pt x="48" y="17"/>
                  </a:cubicBezTo>
                  <a:cubicBezTo>
                    <a:pt x="48" y="21"/>
                    <a:pt x="45" y="25"/>
                    <a:pt x="38" y="29"/>
                  </a:cubicBezTo>
                  <a:cubicBezTo>
                    <a:pt x="31" y="33"/>
                    <a:pt x="23" y="36"/>
                    <a:pt x="14" y="37"/>
                  </a:cubicBezTo>
                  <a:lnTo>
                    <a:pt x="17"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 name="Freeform 452"/>
            <p:cNvSpPr>
              <a:spLocks/>
            </p:cNvSpPr>
            <p:nvPr/>
          </p:nvSpPr>
          <p:spPr bwMode="auto">
            <a:xfrm>
              <a:off x="8423276" y="4514850"/>
              <a:ext cx="61913" cy="66675"/>
            </a:xfrm>
            <a:custGeom>
              <a:avLst/>
              <a:gdLst>
                <a:gd name="T0" fmla="*/ 38 w 47"/>
                <a:gd name="T1" fmla="*/ 11 h 52"/>
                <a:gd name="T2" fmla="*/ 43 w 47"/>
                <a:gd name="T3" fmla="*/ 14 h 52"/>
                <a:gd name="T4" fmla="*/ 46 w 47"/>
                <a:gd name="T5" fmla="*/ 12 h 52"/>
                <a:gd name="T6" fmla="*/ 47 w 47"/>
                <a:gd name="T7" fmla="*/ 8 h 52"/>
                <a:gd name="T8" fmla="*/ 44 w 47"/>
                <a:gd name="T9" fmla="*/ 2 h 52"/>
                <a:gd name="T10" fmla="*/ 36 w 47"/>
                <a:gd name="T11" fmla="*/ 0 h 52"/>
                <a:gd name="T12" fmla="*/ 23 w 47"/>
                <a:gd name="T13" fmla="*/ 7 h 52"/>
                <a:gd name="T14" fmla="*/ 11 w 47"/>
                <a:gd name="T15" fmla="*/ 25 h 52"/>
                <a:gd name="T16" fmla="*/ 10 w 47"/>
                <a:gd name="T17" fmla="*/ 27 h 52"/>
                <a:gd name="T18" fmla="*/ 12 w 47"/>
                <a:gd name="T19" fmla="*/ 19 h 52"/>
                <a:gd name="T20" fmla="*/ 13 w 47"/>
                <a:gd name="T21" fmla="*/ 14 h 52"/>
                <a:gd name="T22" fmla="*/ 15 w 47"/>
                <a:gd name="T23" fmla="*/ 5 h 52"/>
                <a:gd name="T24" fmla="*/ 14 w 47"/>
                <a:gd name="T25" fmla="*/ 1 h 52"/>
                <a:gd name="T26" fmla="*/ 10 w 47"/>
                <a:gd name="T27" fmla="*/ 0 h 52"/>
                <a:gd name="T28" fmla="*/ 5 w 47"/>
                <a:gd name="T29" fmla="*/ 1 h 52"/>
                <a:gd name="T30" fmla="*/ 3 w 47"/>
                <a:gd name="T31" fmla="*/ 5 h 52"/>
                <a:gd name="T32" fmla="*/ 2 w 47"/>
                <a:gd name="T33" fmla="*/ 11 h 52"/>
                <a:gd name="T34" fmla="*/ 2 w 47"/>
                <a:gd name="T35" fmla="*/ 14 h 52"/>
                <a:gd name="T36" fmla="*/ 1 w 47"/>
                <a:gd name="T37" fmla="*/ 28 h 52"/>
                <a:gd name="T38" fmla="*/ 0 w 47"/>
                <a:gd name="T39" fmla="*/ 37 h 52"/>
                <a:gd name="T40" fmla="*/ 2 w 47"/>
                <a:gd name="T41" fmla="*/ 49 h 52"/>
                <a:gd name="T42" fmla="*/ 6 w 47"/>
                <a:gd name="T43" fmla="*/ 52 h 52"/>
                <a:gd name="T44" fmla="*/ 11 w 47"/>
                <a:gd name="T45" fmla="*/ 51 h 52"/>
                <a:gd name="T46" fmla="*/ 13 w 47"/>
                <a:gd name="T47" fmla="*/ 45 h 52"/>
                <a:gd name="T48" fmla="*/ 23 w 47"/>
                <a:gd name="T49" fmla="*/ 21 h 52"/>
                <a:gd name="T50" fmla="*/ 35 w 47"/>
                <a:gd name="T51" fmla="*/ 10 h 52"/>
                <a:gd name="T52" fmla="*/ 38 w 47"/>
                <a:gd name="T53" fmla="*/ 1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7" h="52">
                  <a:moveTo>
                    <a:pt x="38" y="11"/>
                  </a:moveTo>
                  <a:cubicBezTo>
                    <a:pt x="39" y="13"/>
                    <a:pt x="41" y="14"/>
                    <a:pt x="43" y="14"/>
                  </a:cubicBezTo>
                  <a:cubicBezTo>
                    <a:pt x="44" y="14"/>
                    <a:pt x="45" y="13"/>
                    <a:pt x="46" y="12"/>
                  </a:cubicBezTo>
                  <a:cubicBezTo>
                    <a:pt x="47" y="11"/>
                    <a:pt x="47" y="10"/>
                    <a:pt x="47" y="8"/>
                  </a:cubicBezTo>
                  <a:cubicBezTo>
                    <a:pt x="47" y="6"/>
                    <a:pt x="46" y="4"/>
                    <a:pt x="44" y="2"/>
                  </a:cubicBezTo>
                  <a:cubicBezTo>
                    <a:pt x="42" y="0"/>
                    <a:pt x="39" y="0"/>
                    <a:pt x="36" y="0"/>
                  </a:cubicBezTo>
                  <a:cubicBezTo>
                    <a:pt x="32" y="0"/>
                    <a:pt x="28" y="2"/>
                    <a:pt x="23" y="7"/>
                  </a:cubicBezTo>
                  <a:cubicBezTo>
                    <a:pt x="19" y="11"/>
                    <a:pt x="15" y="18"/>
                    <a:pt x="11" y="25"/>
                  </a:cubicBezTo>
                  <a:cubicBezTo>
                    <a:pt x="10" y="27"/>
                    <a:pt x="10" y="27"/>
                    <a:pt x="10" y="27"/>
                  </a:cubicBezTo>
                  <a:cubicBezTo>
                    <a:pt x="12" y="19"/>
                    <a:pt x="12" y="19"/>
                    <a:pt x="12" y="19"/>
                  </a:cubicBezTo>
                  <a:cubicBezTo>
                    <a:pt x="12" y="17"/>
                    <a:pt x="12" y="15"/>
                    <a:pt x="13" y="14"/>
                  </a:cubicBezTo>
                  <a:cubicBezTo>
                    <a:pt x="14" y="9"/>
                    <a:pt x="15" y="6"/>
                    <a:pt x="15" y="5"/>
                  </a:cubicBezTo>
                  <a:cubicBezTo>
                    <a:pt x="15" y="3"/>
                    <a:pt x="14" y="2"/>
                    <a:pt x="14" y="1"/>
                  </a:cubicBezTo>
                  <a:cubicBezTo>
                    <a:pt x="13" y="0"/>
                    <a:pt x="11" y="0"/>
                    <a:pt x="10" y="0"/>
                  </a:cubicBezTo>
                  <a:cubicBezTo>
                    <a:pt x="8" y="0"/>
                    <a:pt x="7" y="0"/>
                    <a:pt x="5" y="1"/>
                  </a:cubicBezTo>
                  <a:cubicBezTo>
                    <a:pt x="4" y="2"/>
                    <a:pt x="3" y="3"/>
                    <a:pt x="3" y="5"/>
                  </a:cubicBezTo>
                  <a:cubicBezTo>
                    <a:pt x="3" y="6"/>
                    <a:pt x="2" y="8"/>
                    <a:pt x="2" y="11"/>
                  </a:cubicBezTo>
                  <a:cubicBezTo>
                    <a:pt x="2" y="12"/>
                    <a:pt x="2" y="13"/>
                    <a:pt x="2" y="14"/>
                  </a:cubicBezTo>
                  <a:cubicBezTo>
                    <a:pt x="1" y="19"/>
                    <a:pt x="1" y="24"/>
                    <a:pt x="1" y="28"/>
                  </a:cubicBezTo>
                  <a:cubicBezTo>
                    <a:pt x="0" y="31"/>
                    <a:pt x="0" y="35"/>
                    <a:pt x="0" y="37"/>
                  </a:cubicBezTo>
                  <a:cubicBezTo>
                    <a:pt x="0" y="42"/>
                    <a:pt x="1" y="46"/>
                    <a:pt x="2" y="49"/>
                  </a:cubicBezTo>
                  <a:cubicBezTo>
                    <a:pt x="3" y="51"/>
                    <a:pt x="4" y="52"/>
                    <a:pt x="6" y="52"/>
                  </a:cubicBezTo>
                  <a:cubicBezTo>
                    <a:pt x="8" y="52"/>
                    <a:pt x="10" y="52"/>
                    <a:pt x="11" y="51"/>
                  </a:cubicBezTo>
                  <a:cubicBezTo>
                    <a:pt x="12" y="50"/>
                    <a:pt x="13" y="48"/>
                    <a:pt x="13" y="45"/>
                  </a:cubicBezTo>
                  <a:cubicBezTo>
                    <a:pt x="15" y="36"/>
                    <a:pt x="18" y="28"/>
                    <a:pt x="23" y="21"/>
                  </a:cubicBezTo>
                  <a:cubicBezTo>
                    <a:pt x="29" y="14"/>
                    <a:pt x="33" y="10"/>
                    <a:pt x="35" y="10"/>
                  </a:cubicBezTo>
                  <a:cubicBezTo>
                    <a:pt x="36" y="10"/>
                    <a:pt x="37" y="10"/>
                    <a:pt x="3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 name="Freeform 454"/>
            <p:cNvSpPr>
              <a:spLocks noEditPoints="1"/>
            </p:cNvSpPr>
            <p:nvPr/>
          </p:nvSpPr>
          <p:spPr bwMode="auto">
            <a:xfrm>
              <a:off x="8483600" y="4513263"/>
              <a:ext cx="60325" cy="68263"/>
            </a:xfrm>
            <a:custGeom>
              <a:avLst/>
              <a:gdLst>
                <a:gd name="T0" fmla="*/ 47 w 47"/>
                <a:gd name="T1" fmla="*/ 27 h 53"/>
                <a:gd name="T2" fmla="*/ 47 w 47"/>
                <a:gd name="T3" fmla="*/ 20 h 53"/>
                <a:gd name="T4" fmla="*/ 42 w 47"/>
                <a:gd name="T5" fmla="*/ 6 h 53"/>
                <a:gd name="T6" fmla="*/ 29 w 47"/>
                <a:gd name="T7" fmla="*/ 0 h 53"/>
                <a:gd name="T8" fmla="*/ 9 w 47"/>
                <a:gd name="T9" fmla="*/ 12 h 53"/>
                <a:gd name="T10" fmla="*/ 9 w 47"/>
                <a:gd name="T11" fmla="*/ 12 h 53"/>
                <a:gd name="T12" fmla="*/ 0 w 47"/>
                <a:gd name="T13" fmla="*/ 36 h 53"/>
                <a:gd name="T14" fmla="*/ 5 w 47"/>
                <a:gd name="T15" fmla="*/ 48 h 53"/>
                <a:gd name="T16" fmla="*/ 16 w 47"/>
                <a:gd name="T17" fmla="*/ 53 h 53"/>
                <a:gd name="T18" fmla="*/ 34 w 47"/>
                <a:gd name="T19" fmla="*/ 46 h 53"/>
                <a:gd name="T20" fmla="*/ 45 w 47"/>
                <a:gd name="T21" fmla="*/ 32 h 53"/>
                <a:gd name="T22" fmla="*/ 47 w 47"/>
                <a:gd name="T23" fmla="*/ 27 h 53"/>
                <a:gd name="T24" fmla="*/ 29 w 47"/>
                <a:gd name="T25" fmla="*/ 36 h 53"/>
                <a:gd name="T26" fmla="*/ 17 w 47"/>
                <a:gd name="T27" fmla="*/ 43 h 53"/>
                <a:gd name="T28" fmla="*/ 13 w 47"/>
                <a:gd name="T29" fmla="*/ 41 h 53"/>
                <a:gd name="T30" fmla="*/ 12 w 47"/>
                <a:gd name="T31" fmla="*/ 34 h 53"/>
                <a:gd name="T32" fmla="*/ 12 w 47"/>
                <a:gd name="T33" fmla="*/ 32 h 53"/>
                <a:gd name="T34" fmla="*/ 15 w 47"/>
                <a:gd name="T35" fmla="*/ 21 h 53"/>
                <a:gd name="T36" fmla="*/ 21 w 47"/>
                <a:gd name="T37" fmla="*/ 12 h 53"/>
                <a:gd name="T38" fmla="*/ 21 w 47"/>
                <a:gd name="T39" fmla="*/ 12 h 53"/>
                <a:gd name="T40" fmla="*/ 28 w 47"/>
                <a:gd name="T41" fmla="*/ 10 h 53"/>
                <a:gd name="T42" fmla="*/ 33 w 47"/>
                <a:gd name="T43" fmla="*/ 13 h 53"/>
                <a:gd name="T44" fmla="*/ 35 w 47"/>
                <a:gd name="T45" fmla="*/ 21 h 53"/>
                <a:gd name="T46" fmla="*/ 32 w 47"/>
                <a:gd name="T47" fmla="*/ 32 h 53"/>
                <a:gd name="T48" fmla="*/ 29 w 47"/>
                <a:gd name="T49" fmla="*/ 3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7" h="53">
                  <a:moveTo>
                    <a:pt x="47" y="27"/>
                  </a:moveTo>
                  <a:cubicBezTo>
                    <a:pt x="47" y="25"/>
                    <a:pt x="47" y="22"/>
                    <a:pt x="47" y="20"/>
                  </a:cubicBezTo>
                  <a:cubicBezTo>
                    <a:pt x="47" y="15"/>
                    <a:pt x="45" y="10"/>
                    <a:pt x="42" y="6"/>
                  </a:cubicBezTo>
                  <a:cubicBezTo>
                    <a:pt x="38" y="2"/>
                    <a:pt x="34" y="0"/>
                    <a:pt x="29" y="0"/>
                  </a:cubicBezTo>
                  <a:cubicBezTo>
                    <a:pt x="21" y="0"/>
                    <a:pt x="14" y="4"/>
                    <a:pt x="9" y="12"/>
                  </a:cubicBezTo>
                  <a:cubicBezTo>
                    <a:pt x="9" y="12"/>
                    <a:pt x="9" y="12"/>
                    <a:pt x="9" y="12"/>
                  </a:cubicBezTo>
                  <a:cubicBezTo>
                    <a:pt x="3" y="20"/>
                    <a:pt x="0" y="27"/>
                    <a:pt x="0" y="36"/>
                  </a:cubicBezTo>
                  <a:cubicBezTo>
                    <a:pt x="0" y="40"/>
                    <a:pt x="2" y="45"/>
                    <a:pt x="5" y="48"/>
                  </a:cubicBezTo>
                  <a:cubicBezTo>
                    <a:pt x="8" y="51"/>
                    <a:pt x="12" y="53"/>
                    <a:pt x="16" y="53"/>
                  </a:cubicBezTo>
                  <a:cubicBezTo>
                    <a:pt x="22" y="53"/>
                    <a:pt x="28" y="51"/>
                    <a:pt x="34" y="46"/>
                  </a:cubicBezTo>
                  <a:cubicBezTo>
                    <a:pt x="38" y="42"/>
                    <a:pt x="42" y="37"/>
                    <a:pt x="45" y="32"/>
                  </a:cubicBezTo>
                  <a:cubicBezTo>
                    <a:pt x="45" y="30"/>
                    <a:pt x="47" y="29"/>
                    <a:pt x="47" y="27"/>
                  </a:cubicBezTo>
                  <a:close/>
                  <a:moveTo>
                    <a:pt x="29" y="36"/>
                  </a:moveTo>
                  <a:cubicBezTo>
                    <a:pt x="25" y="41"/>
                    <a:pt x="21" y="43"/>
                    <a:pt x="17" y="43"/>
                  </a:cubicBezTo>
                  <a:cubicBezTo>
                    <a:pt x="15" y="43"/>
                    <a:pt x="14" y="42"/>
                    <a:pt x="13" y="41"/>
                  </a:cubicBezTo>
                  <a:cubicBezTo>
                    <a:pt x="12" y="39"/>
                    <a:pt x="12" y="37"/>
                    <a:pt x="12" y="34"/>
                  </a:cubicBezTo>
                  <a:cubicBezTo>
                    <a:pt x="12" y="33"/>
                    <a:pt x="12" y="32"/>
                    <a:pt x="12" y="32"/>
                  </a:cubicBezTo>
                  <a:cubicBezTo>
                    <a:pt x="12" y="28"/>
                    <a:pt x="13" y="25"/>
                    <a:pt x="15" y="21"/>
                  </a:cubicBezTo>
                  <a:cubicBezTo>
                    <a:pt x="17" y="17"/>
                    <a:pt x="19" y="16"/>
                    <a:pt x="21" y="12"/>
                  </a:cubicBezTo>
                  <a:cubicBezTo>
                    <a:pt x="21" y="12"/>
                    <a:pt x="21" y="12"/>
                    <a:pt x="21" y="12"/>
                  </a:cubicBezTo>
                  <a:cubicBezTo>
                    <a:pt x="23" y="12"/>
                    <a:pt x="25" y="10"/>
                    <a:pt x="28" y="10"/>
                  </a:cubicBezTo>
                  <a:cubicBezTo>
                    <a:pt x="30" y="10"/>
                    <a:pt x="32" y="11"/>
                    <a:pt x="33" y="13"/>
                  </a:cubicBezTo>
                  <a:cubicBezTo>
                    <a:pt x="35" y="15"/>
                    <a:pt x="35" y="18"/>
                    <a:pt x="35" y="21"/>
                  </a:cubicBezTo>
                  <a:cubicBezTo>
                    <a:pt x="35" y="25"/>
                    <a:pt x="34" y="28"/>
                    <a:pt x="32" y="32"/>
                  </a:cubicBezTo>
                  <a:cubicBezTo>
                    <a:pt x="32" y="33"/>
                    <a:pt x="30" y="35"/>
                    <a:pt x="29"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 name="Freeform 455"/>
            <p:cNvSpPr>
              <a:spLocks noEditPoints="1"/>
            </p:cNvSpPr>
            <p:nvPr/>
          </p:nvSpPr>
          <p:spPr bwMode="auto">
            <a:xfrm>
              <a:off x="8551863" y="4476750"/>
              <a:ext cx="74613" cy="103188"/>
            </a:xfrm>
            <a:custGeom>
              <a:avLst/>
              <a:gdLst>
                <a:gd name="T0" fmla="*/ 56 w 58"/>
                <a:gd name="T1" fmla="*/ 68 h 80"/>
                <a:gd name="T2" fmla="*/ 53 w 58"/>
                <a:gd name="T3" fmla="*/ 69 h 80"/>
                <a:gd name="T4" fmla="*/ 49 w 58"/>
                <a:gd name="T5" fmla="*/ 69 h 80"/>
                <a:gd name="T6" fmla="*/ 45 w 58"/>
                <a:gd name="T7" fmla="*/ 61 h 80"/>
                <a:gd name="T8" fmla="*/ 48 w 58"/>
                <a:gd name="T9" fmla="*/ 39 h 80"/>
                <a:gd name="T10" fmla="*/ 54 w 58"/>
                <a:gd name="T11" fmla="*/ 14 h 80"/>
                <a:gd name="T12" fmla="*/ 56 w 58"/>
                <a:gd name="T13" fmla="*/ 7 h 80"/>
                <a:gd name="T14" fmla="*/ 55 w 58"/>
                <a:gd name="T15" fmla="*/ 2 h 80"/>
                <a:gd name="T16" fmla="*/ 51 w 58"/>
                <a:gd name="T17" fmla="*/ 0 h 80"/>
                <a:gd name="T18" fmla="*/ 48 w 58"/>
                <a:gd name="T19" fmla="*/ 1 h 80"/>
                <a:gd name="T20" fmla="*/ 45 w 58"/>
                <a:gd name="T21" fmla="*/ 5 h 80"/>
                <a:gd name="T22" fmla="*/ 43 w 58"/>
                <a:gd name="T23" fmla="*/ 14 h 80"/>
                <a:gd name="T24" fmla="*/ 39 w 58"/>
                <a:gd name="T25" fmla="*/ 33 h 80"/>
                <a:gd name="T26" fmla="*/ 30 w 58"/>
                <a:gd name="T27" fmla="*/ 30 h 80"/>
                <a:gd name="T28" fmla="*/ 10 w 58"/>
                <a:gd name="T29" fmla="*/ 42 h 80"/>
                <a:gd name="T30" fmla="*/ 1 w 58"/>
                <a:gd name="T31" fmla="*/ 60 h 80"/>
                <a:gd name="T32" fmla="*/ 0 w 58"/>
                <a:gd name="T33" fmla="*/ 67 h 80"/>
                <a:gd name="T34" fmla="*/ 3 w 58"/>
                <a:gd name="T35" fmla="*/ 77 h 80"/>
                <a:gd name="T36" fmla="*/ 11 w 58"/>
                <a:gd name="T37" fmla="*/ 80 h 80"/>
                <a:gd name="T38" fmla="*/ 27 w 58"/>
                <a:gd name="T39" fmla="*/ 73 h 80"/>
                <a:gd name="T40" fmla="*/ 36 w 58"/>
                <a:gd name="T41" fmla="*/ 63 h 80"/>
                <a:gd name="T42" fmla="*/ 37 w 58"/>
                <a:gd name="T43" fmla="*/ 75 h 80"/>
                <a:gd name="T44" fmla="*/ 37 w 58"/>
                <a:gd name="T45" fmla="*/ 75 h 80"/>
                <a:gd name="T46" fmla="*/ 44 w 58"/>
                <a:gd name="T47" fmla="*/ 80 h 80"/>
                <a:gd name="T48" fmla="*/ 53 w 58"/>
                <a:gd name="T49" fmla="*/ 77 h 80"/>
                <a:gd name="T50" fmla="*/ 57 w 58"/>
                <a:gd name="T51" fmla="*/ 73 h 80"/>
                <a:gd name="T52" fmla="*/ 58 w 58"/>
                <a:gd name="T53" fmla="*/ 70 h 80"/>
                <a:gd name="T54" fmla="*/ 56 w 58"/>
                <a:gd name="T55" fmla="*/ 68 h 80"/>
                <a:gd name="T56" fmla="*/ 18 w 58"/>
                <a:gd name="T57" fmla="*/ 69 h 80"/>
                <a:gd name="T58" fmla="*/ 14 w 58"/>
                <a:gd name="T59" fmla="*/ 70 h 80"/>
                <a:gd name="T60" fmla="*/ 11 w 58"/>
                <a:gd name="T61" fmla="*/ 66 h 80"/>
                <a:gd name="T62" fmla="*/ 11 w 58"/>
                <a:gd name="T63" fmla="*/ 65 h 80"/>
                <a:gd name="T64" fmla="*/ 18 w 58"/>
                <a:gd name="T65" fmla="*/ 49 h 80"/>
                <a:gd name="T66" fmla="*/ 30 w 58"/>
                <a:gd name="T67" fmla="*/ 39 h 80"/>
                <a:gd name="T68" fmla="*/ 34 w 58"/>
                <a:gd name="T69" fmla="*/ 41 h 80"/>
                <a:gd name="T70" fmla="*/ 36 w 58"/>
                <a:gd name="T71" fmla="*/ 44 h 80"/>
                <a:gd name="T72" fmla="*/ 28 w 58"/>
                <a:gd name="T73" fmla="*/ 60 h 80"/>
                <a:gd name="T74" fmla="*/ 18 w 58"/>
                <a:gd name="T75" fmla="*/ 69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8" h="80">
                  <a:moveTo>
                    <a:pt x="56" y="68"/>
                  </a:moveTo>
                  <a:cubicBezTo>
                    <a:pt x="55" y="68"/>
                    <a:pt x="54" y="68"/>
                    <a:pt x="53" y="69"/>
                  </a:cubicBezTo>
                  <a:cubicBezTo>
                    <a:pt x="51" y="69"/>
                    <a:pt x="50" y="69"/>
                    <a:pt x="49" y="69"/>
                  </a:cubicBezTo>
                  <a:cubicBezTo>
                    <a:pt x="46" y="69"/>
                    <a:pt x="45" y="67"/>
                    <a:pt x="45" y="61"/>
                  </a:cubicBezTo>
                  <a:cubicBezTo>
                    <a:pt x="45" y="56"/>
                    <a:pt x="46" y="48"/>
                    <a:pt x="48" y="39"/>
                  </a:cubicBezTo>
                  <a:cubicBezTo>
                    <a:pt x="50" y="29"/>
                    <a:pt x="52" y="21"/>
                    <a:pt x="54" y="14"/>
                  </a:cubicBezTo>
                  <a:cubicBezTo>
                    <a:pt x="56" y="10"/>
                    <a:pt x="56" y="7"/>
                    <a:pt x="56" y="7"/>
                  </a:cubicBezTo>
                  <a:cubicBezTo>
                    <a:pt x="56" y="5"/>
                    <a:pt x="56" y="3"/>
                    <a:pt x="55" y="2"/>
                  </a:cubicBezTo>
                  <a:cubicBezTo>
                    <a:pt x="54" y="0"/>
                    <a:pt x="53" y="0"/>
                    <a:pt x="51" y="0"/>
                  </a:cubicBezTo>
                  <a:cubicBezTo>
                    <a:pt x="51" y="0"/>
                    <a:pt x="49" y="0"/>
                    <a:pt x="48" y="1"/>
                  </a:cubicBezTo>
                  <a:cubicBezTo>
                    <a:pt x="47" y="2"/>
                    <a:pt x="46" y="3"/>
                    <a:pt x="45" y="5"/>
                  </a:cubicBezTo>
                  <a:cubicBezTo>
                    <a:pt x="45" y="6"/>
                    <a:pt x="44" y="9"/>
                    <a:pt x="43" y="14"/>
                  </a:cubicBezTo>
                  <a:cubicBezTo>
                    <a:pt x="42" y="17"/>
                    <a:pt x="41" y="23"/>
                    <a:pt x="39" y="33"/>
                  </a:cubicBezTo>
                  <a:cubicBezTo>
                    <a:pt x="37" y="31"/>
                    <a:pt x="34" y="30"/>
                    <a:pt x="30" y="30"/>
                  </a:cubicBezTo>
                  <a:cubicBezTo>
                    <a:pt x="24" y="30"/>
                    <a:pt x="17" y="34"/>
                    <a:pt x="10" y="42"/>
                  </a:cubicBezTo>
                  <a:cubicBezTo>
                    <a:pt x="5" y="48"/>
                    <a:pt x="2" y="54"/>
                    <a:pt x="1" y="60"/>
                  </a:cubicBezTo>
                  <a:cubicBezTo>
                    <a:pt x="0" y="62"/>
                    <a:pt x="0" y="64"/>
                    <a:pt x="0" y="67"/>
                  </a:cubicBezTo>
                  <a:cubicBezTo>
                    <a:pt x="0" y="71"/>
                    <a:pt x="1" y="74"/>
                    <a:pt x="3" y="77"/>
                  </a:cubicBezTo>
                  <a:cubicBezTo>
                    <a:pt x="5" y="79"/>
                    <a:pt x="8" y="80"/>
                    <a:pt x="11" y="80"/>
                  </a:cubicBezTo>
                  <a:cubicBezTo>
                    <a:pt x="17" y="80"/>
                    <a:pt x="22" y="78"/>
                    <a:pt x="27" y="73"/>
                  </a:cubicBezTo>
                  <a:cubicBezTo>
                    <a:pt x="30" y="70"/>
                    <a:pt x="33" y="67"/>
                    <a:pt x="36" y="63"/>
                  </a:cubicBezTo>
                  <a:cubicBezTo>
                    <a:pt x="35" y="68"/>
                    <a:pt x="36" y="71"/>
                    <a:pt x="37" y="75"/>
                  </a:cubicBezTo>
                  <a:cubicBezTo>
                    <a:pt x="37" y="75"/>
                    <a:pt x="37" y="75"/>
                    <a:pt x="37" y="75"/>
                  </a:cubicBezTo>
                  <a:cubicBezTo>
                    <a:pt x="39" y="78"/>
                    <a:pt x="41" y="80"/>
                    <a:pt x="44" y="80"/>
                  </a:cubicBezTo>
                  <a:cubicBezTo>
                    <a:pt x="47" y="80"/>
                    <a:pt x="50" y="79"/>
                    <a:pt x="53" y="77"/>
                  </a:cubicBezTo>
                  <a:cubicBezTo>
                    <a:pt x="55" y="75"/>
                    <a:pt x="56" y="74"/>
                    <a:pt x="57" y="73"/>
                  </a:cubicBezTo>
                  <a:cubicBezTo>
                    <a:pt x="58" y="72"/>
                    <a:pt x="58" y="71"/>
                    <a:pt x="58" y="70"/>
                  </a:cubicBezTo>
                  <a:cubicBezTo>
                    <a:pt x="58" y="68"/>
                    <a:pt x="57" y="68"/>
                    <a:pt x="56" y="68"/>
                  </a:cubicBezTo>
                  <a:close/>
                  <a:moveTo>
                    <a:pt x="18" y="69"/>
                  </a:moveTo>
                  <a:cubicBezTo>
                    <a:pt x="17" y="70"/>
                    <a:pt x="15" y="70"/>
                    <a:pt x="14" y="70"/>
                  </a:cubicBezTo>
                  <a:cubicBezTo>
                    <a:pt x="12" y="70"/>
                    <a:pt x="11" y="69"/>
                    <a:pt x="11" y="66"/>
                  </a:cubicBezTo>
                  <a:cubicBezTo>
                    <a:pt x="11" y="66"/>
                    <a:pt x="11" y="65"/>
                    <a:pt x="11" y="65"/>
                  </a:cubicBezTo>
                  <a:cubicBezTo>
                    <a:pt x="11" y="60"/>
                    <a:pt x="13" y="55"/>
                    <a:pt x="18" y="49"/>
                  </a:cubicBezTo>
                  <a:cubicBezTo>
                    <a:pt x="22" y="42"/>
                    <a:pt x="26" y="39"/>
                    <a:pt x="30" y="39"/>
                  </a:cubicBezTo>
                  <a:cubicBezTo>
                    <a:pt x="32" y="39"/>
                    <a:pt x="33" y="40"/>
                    <a:pt x="34" y="41"/>
                  </a:cubicBezTo>
                  <a:cubicBezTo>
                    <a:pt x="35" y="42"/>
                    <a:pt x="36" y="43"/>
                    <a:pt x="36" y="44"/>
                  </a:cubicBezTo>
                  <a:cubicBezTo>
                    <a:pt x="36" y="48"/>
                    <a:pt x="33" y="53"/>
                    <a:pt x="28" y="60"/>
                  </a:cubicBezTo>
                  <a:cubicBezTo>
                    <a:pt x="24" y="65"/>
                    <a:pt x="21" y="68"/>
                    <a:pt x="18"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 name="Freeform 456"/>
            <p:cNvSpPr>
              <a:spLocks/>
            </p:cNvSpPr>
            <p:nvPr/>
          </p:nvSpPr>
          <p:spPr bwMode="auto">
            <a:xfrm>
              <a:off x="8634413" y="4514850"/>
              <a:ext cx="61913" cy="66675"/>
            </a:xfrm>
            <a:custGeom>
              <a:avLst/>
              <a:gdLst>
                <a:gd name="T0" fmla="*/ 46 w 48"/>
                <a:gd name="T1" fmla="*/ 9 h 52"/>
                <a:gd name="T2" fmla="*/ 42 w 48"/>
                <a:gd name="T3" fmla="*/ 3 h 52"/>
                <a:gd name="T4" fmla="*/ 37 w 48"/>
                <a:gd name="T5" fmla="*/ 6 h 52"/>
                <a:gd name="T6" fmla="*/ 33 w 48"/>
                <a:gd name="T7" fmla="*/ 16 h 52"/>
                <a:gd name="T8" fmla="*/ 26 w 48"/>
                <a:gd name="T9" fmla="*/ 31 h 52"/>
                <a:gd name="T10" fmla="*/ 24 w 48"/>
                <a:gd name="T11" fmla="*/ 32 h 52"/>
                <a:gd name="T12" fmla="*/ 13 w 48"/>
                <a:gd name="T13" fmla="*/ 40 h 52"/>
                <a:gd name="T14" fmla="*/ 11 w 48"/>
                <a:gd name="T15" fmla="*/ 35 h 52"/>
                <a:gd name="T16" fmla="*/ 11 w 48"/>
                <a:gd name="T17" fmla="*/ 34 h 52"/>
                <a:gd name="T18" fmla="*/ 12 w 48"/>
                <a:gd name="T19" fmla="*/ 25 h 52"/>
                <a:gd name="T20" fmla="*/ 15 w 48"/>
                <a:gd name="T21" fmla="*/ 15 h 52"/>
                <a:gd name="T22" fmla="*/ 17 w 48"/>
                <a:gd name="T23" fmla="*/ 6 h 52"/>
                <a:gd name="T24" fmla="*/ 16 w 48"/>
                <a:gd name="T25" fmla="*/ 2 h 52"/>
                <a:gd name="T26" fmla="*/ 11 w 48"/>
                <a:gd name="T27" fmla="*/ 0 h 52"/>
                <a:gd name="T28" fmla="*/ 6 w 48"/>
                <a:gd name="T29" fmla="*/ 4 h 52"/>
                <a:gd name="T30" fmla="*/ 3 w 48"/>
                <a:gd name="T31" fmla="*/ 18 h 52"/>
                <a:gd name="T32" fmla="*/ 0 w 48"/>
                <a:gd name="T33" fmla="*/ 35 h 52"/>
                <a:gd name="T34" fmla="*/ 1 w 48"/>
                <a:gd name="T35" fmla="*/ 41 h 52"/>
                <a:gd name="T36" fmla="*/ 4 w 48"/>
                <a:gd name="T37" fmla="*/ 47 h 52"/>
                <a:gd name="T38" fmla="*/ 11 w 48"/>
                <a:gd name="T39" fmla="*/ 51 h 52"/>
                <a:gd name="T40" fmla="*/ 23 w 48"/>
                <a:gd name="T41" fmla="*/ 46 h 52"/>
                <a:gd name="T42" fmla="*/ 34 w 48"/>
                <a:gd name="T43" fmla="*/ 33 h 52"/>
                <a:gd name="T44" fmla="*/ 36 w 48"/>
                <a:gd name="T45" fmla="*/ 47 h 52"/>
                <a:gd name="T46" fmla="*/ 41 w 48"/>
                <a:gd name="T47" fmla="*/ 52 h 52"/>
                <a:gd name="T48" fmla="*/ 46 w 48"/>
                <a:gd name="T49" fmla="*/ 50 h 52"/>
                <a:gd name="T50" fmla="*/ 48 w 48"/>
                <a:gd name="T51" fmla="*/ 47 h 52"/>
                <a:gd name="T52" fmla="*/ 47 w 48"/>
                <a:gd name="T53" fmla="*/ 45 h 52"/>
                <a:gd name="T54" fmla="*/ 43 w 48"/>
                <a:gd name="T55" fmla="*/ 31 h 52"/>
                <a:gd name="T56" fmla="*/ 43 w 48"/>
                <a:gd name="T57" fmla="*/ 31 h 52"/>
                <a:gd name="T58" fmla="*/ 46 w 48"/>
                <a:gd name="T59" fmla="*/ 12 h 52"/>
                <a:gd name="T60" fmla="*/ 46 w 48"/>
                <a:gd name="T61" fmla="*/ 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8" h="52">
                  <a:moveTo>
                    <a:pt x="46" y="9"/>
                  </a:moveTo>
                  <a:cubicBezTo>
                    <a:pt x="46" y="5"/>
                    <a:pt x="45" y="3"/>
                    <a:pt x="42" y="3"/>
                  </a:cubicBezTo>
                  <a:cubicBezTo>
                    <a:pt x="40" y="3"/>
                    <a:pt x="38" y="4"/>
                    <a:pt x="37" y="6"/>
                  </a:cubicBezTo>
                  <a:cubicBezTo>
                    <a:pt x="36" y="8"/>
                    <a:pt x="35" y="11"/>
                    <a:pt x="33" y="16"/>
                  </a:cubicBezTo>
                  <a:cubicBezTo>
                    <a:pt x="32" y="21"/>
                    <a:pt x="29" y="26"/>
                    <a:pt x="26" y="31"/>
                  </a:cubicBezTo>
                  <a:cubicBezTo>
                    <a:pt x="25" y="31"/>
                    <a:pt x="25" y="32"/>
                    <a:pt x="24" y="32"/>
                  </a:cubicBezTo>
                  <a:cubicBezTo>
                    <a:pt x="19" y="38"/>
                    <a:pt x="16" y="40"/>
                    <a:pt x="13" y="40"/>
                  </a:cubicBezTo>
                  <a:cubicBezTo>
                    <a:pt x="11" y="40"/>
                    <a:pt x="11" y="38"/>
                    <a:pt x="11" y="35"/>
                  </a:cubicBezTo>
                  <a:cubicBezTo>
                    <a:pt x="11" y="35"/>
                    <a:pt x="11" y="34"/>
                    <a:pt x="11" y="34"/>
                  </a:cubicBezTo>
                  <a:cubicBezTo>
                    <a:pt x="11" y="33"/>
                    <a:pt x="11" y="30"/>
                    <a:pt x="12" y="25"/>
                  </a:cubicBezTo>
                  <a:cubicBezTo>
                    <a:pt x="13" y="21"/>
                    <a:pt x="14" y="18"/>
                    <a:pt x="15" y="15"/>
                  </a:cubicBezTo>
                  <a:cubicBezTo>
                    <a:pt x="17" y="11"/>
                    <a:pt x="17" y="8"/>
                    <a:pt x="17" y="6"/>
                  </a:cubicBezTo>
                  <a:cubicBezTo>
                    <a:pt x="17" y="4"/>
                    <a:pt x="17" y="3"/>
                    <a:pt x="16" y="2"/>
                  </a:cubicBezTo>
                  <a:cubicBezTo>
                    <a:pt x="15" y="1"/>
                    <a:pt x="13" y="0"/>
                    <a:pt x="11" y="0"/>
                  </a:cubicBezTo>
                  <a:cubicBezTo>
                    <a:pt x="9" y="0"/>
                    <a:pt x="7" y="2"/>
                    <a:pt x="6" y="4"/>
                  </a:cubicBezTo>
                  <a:cubicBezTo>
                    <a:pt x="6" y="7"/>
                    <a:pt x="5" y="12"/>
                    <a:pt x="3" y="18"/>
                  </a:cubicBezTo>
                  <a:cubicBezTo>
                    <a:pt x="1" y="26"/>
                    <a:pt x="0" y="31"/>
                    <a:pt x="0" y="35"/>
                  </a:cubicBezTo>
                  <a:cubicBezTo>
                    <a:pt x="0" y="37"/>
                    <a:pt x="1" y="39"/>
                    <a:pt x="1" y="41"/>
                  </a:cubicBezTo>
                  <a:cubicBezTo>
                    <a:pt x="1" y="43"/>
                    <a:pt x="2" y="45"/>
                    <a:pt x="4" y="47"/>
                  </a:cubicBezTo>
                  <a:cubicBezTo>
                    <a:pt x="6" y="49"/>
                    <a:pt x="9" y="51"/>
                    <a:pt x="11" y="51"/>
                  </a:cubicBezTo>
                  <a:cubicBezTo>
                    <a:pt x="15" y="51"/>
                    <a:pt x="19" y="49"/>
                    <a:pt x="23" y="46"/>
                  </a:cubicBezTo>
                  <a:cubicBezTo>
                    <a:pt x="27" y="43"/>
                    <a:pt x="31" y="38"/>
                    <a:pt x="34" y="33"/>
                  </a:cubicBezTo>
                  <a:cubicBezTo>
                    <a:pt x="34" y="39"/>
                    <a:pt x="34" y="43"/>
                    <a:pt x="36" y="47"/>
                  </a:cubicBezTo>
                  <a:cubicBezTo>
                    <a:pt x="37" y="50"/>
                    <a:pt x="39" y="52"/>
                    <a:pt x="41" y="52"/>
                  </a:cubicBezTo>
                  <a:cubicBezTo>
                    <a:pt x="43" y="52"/>
                    <a:pt x="44" y="51"/>
                    <a:pt x="46" y="50"/>
                  </a:cubicBezTo>
                  <a:cubicBezTo>
                    <a:pt x="48" y="49"/>
                    <a:pt x="48" y="48"/>
                    <a:pt x="48" y="47"/>
                  </a:cubicBezTo>
                  <a:cubicBezTo>
                    <a:pt x="48" y="47"/>
                    <a:pt x="48" y="46"/>
                    <a:pt x="47" y="45"/>
                  </a:cubicBezTo>
                  <a:cubicBezTo>
                    <a:pt x="44" y="44"/>
                    <a:pt x="43" y="39"/>
                    <a:pt x="43" y="31"/>
                  </a:cubicBezTo>
                  <a:cubicBezTo>
                    <a:pt x="43" y="31"/>
                    <a:pt x="43" y="31"/>
                    <a:pt x="43" y="31"/>
                  </a:cubicBezTo>
                  <a:cubicBezTo>
                    <a:pt x="43" y="24"/>
                    <a:pt x="44" y="18"/>
                    <a:pt x="46" y="12"/>
                  </a:cubicBezTo>
                  <a:cubicBezTo>
                    <a:pt x="46" y="10"/>
                    <a:pt x="46" y="9"/>
                    <a:pt x="46"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 name="Freeform 457"/>
            <p:cNvSpPr>
              <a:spLocks/>
            </p:cNvSpPr>
            <p:nvPr/>
          </p:nvSpPr>
          <p:spPr bwMode="auto">
            <a:xfrm>
              <a:off x="8709025" y="4510088"/>
              <a:ext cx="53975" cy="71438"/>
            </a:xfrm>
            <a:custGeom>
              <a:avLst/>
              <a:gdLst>
                <a:gd name="T0" fmla="*/ 27 w 42"/>
                <a:gd name="T1" fmla="*/ 11 h 55"/>
                <a:gd name="T2" fmla="*/ 29 w 42"/>
                <a:gd name="T3" fmla="*/ 15 h 55"/>
                <a:gd name="T4" fmla="*/ 34 w 42"/>
                <a:gd name="T5" fmla="*/ 22 h 55"/>
                <a:gd name="T6" fmla="*/ 38 w 42"/>
                <a:gd name="T7" fmla="*/ 20 h 55"/>
                <a:gd name="T8" fmla="*/ 39 w 42"/>
                <a:gd name="T9" fmla="*/ 14 h 55"/>
                <a:gd name="T10" fmla="*/ 36 w 42"/>
                <a:gd name="T11" fmla="*/ 5 h 55"/>
                <a:gd name="T12" fmla="*/ 29 w 42"/>
                <a:gd name="T13" fmla="*/ 0 h 55"/>
                <a:gd name="T14" fmla="*/ 10 w 42"/>
                <a:gd name="T15" fmla="*/ 14 h 55"/>
                <a:gd name="T16" fmla="*/ 1 w 42"/>
                <a:gd name="T17" fmla="*/ 34 h 55"/>
                <a:gd name="T18" fmla="*/ 0 w 42"/>
                <a:gd name="T19" fmla="*/ 40 h 55"/>
                <a:gd name="T20" fmla="*/ 4 w 42"/>
                <a:gd name="T21" fmla="*/ 51 h 55"/>
                <a:gd name="T22" fmla="*/ 16 w 42"/>
                <a:gd name="T23" fmla="*/ 55 h 55"/>
                <a:gd name="T24" fmla="*/ 33 w 42"/>
                <a:gd name="T25" fmla="*/ 50 h 55"/>
                <a:gd name="T26" fmla="*/ 42 w 42"/>
                <a:gd name="T27" fmla="*/ 40 h 55"/>
                <a:gd name="T28" fmla="*/ 39 w 42"/>
                <a:gd name="T29" fmla="*/ 38 h 55"/>
                <a:gd name="T30" fmla="*/ 33 w 42"/>
                <a:gd name="T31" fmla="*/ 40 h 55"/>
                <a:gd name="T32" fmla="*/ 18 w 42"/>
                <a:gd name="T33" fmla="*/ 46 h 55"/>
                <a:gd name="T34" fmla="*/ 11 w 42"/>
                <a:gd name="T35" fmla="*/ 39 h 55"/>
                <a:gd name="T36" fmla="*/ 12 w 42"/>
                <a:gd name="T37" fmla="*/ 34 h 55"/>
                <a:gd name="T38" fmla="*/ 17 w 42"/>
                <a:gd name="T39" fmla="*/ 21 h 55"/>
                <a:gd name="T40" fmla="*/ 27 w 42"/>
                <a:gd name="T41" fmla="*/ 1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2" h="55">
                  <a:moveTo>
                    <a:pt x="27" y="11"/>
                  </a:moveTo>
                  <a:cubicBezTo>
                    <a:pt x="28" y="11"/>
                    <a:pt x="29" y="12"/>
                    <a:pt x="29" y="15"/>
                  </a:cubicBezTo>
                  <a:cubicBezTo>
                    <a:pt x="30" y="19"/>
                    <a:pt x="31" y="22"/>
                    <a:pt x="34" y="22"/>
                  </a:cubicBezTo>
                  <a:cubicBezTo>
                    <a:pt x="35" y="22"/>
                    <a:pt x="37" y="21"/>
                    <a:pt x="38" y="20"/>
                  </a:cubicBezTo>
                  <a:cubicBezTo>
                    <a:pt x="39" y="19"/>
                    <a:pt x="39" y="17"/>
                    <a:pt x="39" y="14"/>
                  </a:cubicBezTo>
                  <a:cubicBezTo>
                    <a:pt x="39" y="11"/>
                    <a:pt x="38" y="8"/>
                    <a:pt x="36" y="5"/>
                  </a:cubicBezTo>
                  <a:cubicBezTo>
                    <a:pt x="34" y="2"/>
                    <a:pt x="32" y="0"/>
                    <a:pt x="29" y="0"/>
                  </a:cubicBezTo>
                  <a:cubicBezTo>
                    <a:pt x="22" y="0"/>
                    <a:pt x="16" y="5"/>
                    <a:pt x="10" y="14"/>
                  </a:cubicBezTo>
                  <a:cubicBezTo>
                    <a:pt x="5" y="21"/>
                    <a:pt x="2" y="27"/>
                    <a:pt x="1" y="34"/>
                  </a:cubicBezTo>
                  <a:cubicBezTo>
                    <a:pt x="0" y="36"/>
                    <a:pt x="0" y="38"/>
                    <a:pt x="0" y="40"/>
                  </a:cubicBezTo>
                  <a:cubicBezTo>
                    <a:pt x="0" y="45"/>
                    <a:pt x="1" y="48"/>
                    <a:pt x="4" y="51"/>
                  </a:cubicBezTo>
                  <a:cubicBezTo>
                    <a:pt x="7" y="54"/>
                    <a:pt x="11" y="55"/>
                    <a:pt x="16" y="55"/>
                  </a:cubicBezTo>
                  <a:cubicBezTo>
                    <a:pt x="22" y="55"/>
                    <a:pt x="28" y="54"/>
                    <a:pt x="33" y="50"/>
                  </a:cubicBezTo>
                  <a:cubicBezTo>
                    <a:pt x="39" y="46"/>
                    <a:pt x="42" y="43"/>
                    <a:pt x="42" y="40"/>
                  </a:cubicBezTo>
                  <a:cubicBezTo>
                    <a:pt x="42" y="39"/>
                    <a:pt x="41" y="38"/>
                    <a:pt x="39" y="38"/>
                  </a:cubicBezTo>
                  <a:cubicBezTo>
                    <a:pt x="38" y="38"/>
                    <a:pt x="36" y="39"/>
                    <a:pt x="33" y="40"/>
                  </a:cubicBezTo>
                  <a:cubicBezTo>
                    <a:pt x="28" y="44"/>
                    <a:pt x="23" y="46"/>
                    <a:pt x="18" y="46"/>
                  </a:cubicBezTo>
                  <a:cubicBezTo>
                    <a:pt x="13" y="46"/>
                    <a:pt x="11" y="43"/>
                    <a:pt x="11" y="39"/>
                  </a:cubicBezTo>
                  <a:cubicBezTo>
                    <a:pt x="11" y="37"/>
                    <a:pt x="11" y="36"/>
                    <a:pt x="12" y="34"/>
                  </a:cubicBezTo>
                  <a:cubicBezTo>
                    <a:pt x="13" y="30"/>
                    <a:pt x="15" y="26"/>
                    <a:pt x="17" y="21"/>
                  </a:cubicBezTo>
                  <a:cubicBezTo>
                    <a:pt x="21" y="14"/>
                    <a:pt x="24" y="11"/>
                    <a:pt x="27"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 name="Freeform 458"/>
            <p:cNvSpPr>
              <a:spLocks/>
            </p:cNvSpPr>
            <p:nvPr/>
          </p:nvSpPr>
          <p:spPr bwMode="auto">
            <a:xfrm>
              <a:off x="8767763" y="4491038"/>
              <a:ext cx="60325" cy="90488"/>
            </a:xfrm>
            <a:custGeom>
              <a:avLst/>
              <a:gdLst>
                <a:gd name="T0" fmla="*/ 24 w 47"/>
                <a:gd name="T1" fmla="*/ 30 h 70"/>
                <a:gd name="T2" fmla="*/ 40 w 47"/>
                <a:gd name="T3" fmla="*/ 27 h 70"/>
                <a:gd name="T4" fmla="*/ 47 w 47"/>
                <a:gd name="T5" fmla="*/ 22 h 70"/>
                <a:gd name="T6" fmla="*/ 46 w 47"/>
                <a:gd name="T7" fmla="*/ 19 h 70"/>
                <a:gd name="T8" fmla="*/ 43 w 47"/>
                <a:gd name="T9" fmla="*/ 18 h 70"/>
                <a:gd name="T10" fmla="*/ 26 w 47"/>
                <a:gd name="T11" fmla="*/ 20 h 70"/>
                <a:gd name="T12" fmla="*/ 30 w 47"/>
                <a:gd name="T13" fmla="*/ 5 h 70"/>
                <a:gd name="T14" fmla="*/ 29 w 47"/>
                <a:gd name="T15" fmla="*/ 2 h 70"/>
                <a:gd name="T16" fmla="*/ 25 w 47"/>
                <a:gd name="T17" fmla="*/ 0 h 70"/>
                <a:gd name="T18" fmla="*/ 19 w 47"/>
                <a:gd name="T19" fmla="*/ 6 h 70"/>
                <a:gd name="T20" fmla="*/ 15 w 47"/>
                <a:gd name="T21" fmla="*/ 21 h 70"/>
                <a:gd name="T22" fmla="*/ 5 w 47"/>
                <a:gd name="T23" fmla="*/ 21 h 70"/>
                <a:gd name="T24" fmla="*/ 0 w 47"/>
                <a:gd name="T25" fmla="*/ 25 h 70"/>
                <a:gd name="T26" fmla="*/ 3 w 47"/>
                <a:gd name="T27" fmla="*/ 29 h 70"/>
                <a:gd name="T28" fmla="*/ 7 w 47"/>
                <a:gd name="T29" fmla="*/ 29 h 70"/>
                <a:gd name="T30" fmla="*/ 8 w 47"/>
                <a:gd name="T31" fmla="*/ 29 h 70"/>
                <a:gd name="T32" fmla="*/ 12 w 47"/>
                <a:gd name="T33" fmla="*/ 30 h 70"/>
                <a:gd name="T34" fmla="*/ 8 w 47"/>
                <a:gd name="T35" fmla="*/ 48 h 70"/>
                <a:gd name="T36" fmla="*/ 7 w 47"/>
                <a:gd name="T37" fmla="*/ 56 h 70"/>
                <a:gd name="T38" fmla="*/ 11 w 47"/>
                <a:gd name="T39" fmla="*/ 66 h 70"/>
                <a:gd name="T40" fmla="*/ 20 w 47"/>
                <a:gd name="T41" fmla="*/ 70 h 70"/>
                <a:gd name="T42" fmla="*/ 34 w 47"/>
                <a:gd name="T43" fmla="*/ 65 h 70"/>
                <a:gd name="T44" fmla="*/ 41 w 47"/>
                <a:gd name="T45" fmla="*/ 55 h 70"/>
                <a:gd name="T46" fmla="*/ 40 w 47"/>
                <a:gd name="T47" fmla="*/ 54 h 70"/>
                <a:gd name="T48" fmla="*/ 38 w 47"/>
                <a:gd name="T49" fmla="*/ 53 h 70"/>
                <a:gd name="T50" fmla="*/ 34 w 47"/>
                <a:gd name="T51" fmla="*/ 55 h 70"/>
                <a:gd name="T52" fmla="*/ 27 w 47"/>
                <a:gd name="T53" fmla="*/ 59 h 70"/>
                <a:gd name="T54" fmla="*/ 22 w 47"/>
                <a:gd name="T55" fmla="*/ 60 h 70"/>
                <a:gd name="T56" fmla="*/ 20 w 47"/>
                <a:gd name="T57" fmla="*/ 58 h 70"/>
                <a:gd name="T58" fmla="*/ 19 w 47"/>
                <a:gd name="T59" fmla="*/ 53 h 70"/>
                <a:gd name="T60" fmla="*/ 19 w 47"/>
                <a:gd name="T61" fmla="*/ 49 h 70"/>
                <a:gd name="T62" fmla="*/ 21 w 47"/>
                <a:gd name="T63" fmla="*/ 40 h 70"/>
                <a:gd name="T64" fmla="*/ 24 w 47"/>
                <a:gd name="T65" fmla="*/ 3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7" h="70">
                  <a:moveTo>
                    <a:pt x="24" y="30"/>
                  </a:moveTo>
                  <a:cubicBezTo>
                    <a:pt x="40" y="27"/>
                    <a:pt x="40" y="27"/>
                    <a:pt x="40" y="27"/>
                  </a:cubicBezTo>
                  <a:cubicBezTo>
                    <a:pt x="45" y="26"/>
                    <a:pt x="47" y="25"/>
                    <a:pt x="47" y="22"/>
                  </a:cubicBezTo>
                  <a:cubicBezTo>
                    <a:pt x="47" y="20"/>
                    <a:pt x="47" y="19"/>
                    <a:pt x="46" y="19"/>
                  </a:cubicBezTo>
                  <a:cubicBezTo>
                    <a:pt x="46" y="19"/>
                    <a:pt x="44" y="18"/>
                    <a:pt x="43" y="18"/>
                  </a:cubicBezTo>
                  <a:cubicBezTo>
                    <a:pt x="42" y="18"/>
                    <a:pt x="36" y="19"/>
                    <a:pt x="26" y="20"/>
                  </a:cubicBezTo>
                  <a:cubicBezTo>
                    <a:pt x="29" y="10"/>
                    <a:pt x="30" y="6"/>
                    <a:pt x="30" y="5"/>
                  </a:cubicBezTo>
                  <a:cubicBezTo>
                    <a:pt x="30" y="4"/>
                    <a:pt x="30" y="3"/>
                    <a:pt x="29" y="2"/>
                  </a:cubicBezTo>
                  <a:cubicBezTo>
                    <a:pt x="28" y="1"/>
                    <a:pt x="27" y="0"/>
                    <a:pt x="25" y="0"/>
                  </a:cubicBezTo>
                  <a:cubicBezTo>
                    <a:pt x="22" y="0"/>
                    <a:pt x="20" y="2"/>
                    <a:pt x="19" y="6"/>
                  </a:cubicBezTo>
                  <a:cubicBezTo>
                    <a:pt x="18" y="12"/>
                    <a:pt x="16" y="17"/>
                    <a:pt x="15" y="21"/>
                  </a:cubicBezTo>
                  <a:cubicBezTo>
                    <a:pt x="5" y="21"/>
                    <a:pt x="5" y="21"/>
                    <a:pt x="5" y="21"/>
                  </a:cubicBezTo>
                  <a:cubicBezTo>
                    <a:pt x="2" y="21"/>
                    <a:pt x="0" y="22"/>
                    <a:pt x="0" y="25"/>
                  </a:cubicBezTo>
                  <a:cubicBezTo>
                    <a:pt x="0" y="27"/>
                    <a:pt x="1" y="28"/>
                    <a:pt x="3" y="29"/>
                  </a:cubicBezTo>
                  <a:cubicBezTo>
                    <a:pt x="4" y="29"/>
                    <a:pt x="6" y="29"/>
                    <a:pt x="7" y="29"/>
                  </a:cubicBezTo>
                  <a:cubicBezTo>
                    <a:pt x="8" y="29"/>
                    <a:pt x="8" y="29"/>
                    <a:pt x="8" y="29"/>
                  </a:cubicBezTo>
                  <a:cubicBezTo>
                    <a:pt x="9" y="29"/>
                    <a:pt x="10" y="30"/>
                    <a:pt x="12" y="30"/>
                  </a:cubicBezTo>
                  <a:cubicBezTo>
                    <a:pt x="10" y="37"/>
                    <a:pt x="9" y="44"/>
                    <a:pt x="8" y="48"/>
                  </a:cubicBezTo>
                  <a:cubicBezTo>
                    <a:pt x="8" y="51"/>
                    <a:pt x="7" y="54"/>
                    <a:pt x="7" y="56"/>
                  </a:cubicBezTo>
                  <a:cubicBezTo>
                    <a:pt x="7" y="60"/>
                    <a:pt x="8" y="64"/>
                    <a:pt x="11" y="66"/>
                  </a:cubicBezTo>
                  <a:cubicBezTo>
                    <a:pt x="13" y="69"/>
                    <a:pt x="16" y="70"/>
                    <a:pt x="20" y="70"/>
                  </a:cubicBezTo>
                  <a:cubicBezTo>
                    <a:pt x="25" y="70"/>
                    <a:pt x="30" y="68"/>
                    <a:pt x="34" y="65"/>
                  </a:cubicBezTo>
                  <a:cubicBezTo>
                    <a:pt x="39" y="61"/>
                    <a:pt x="41" y="58"/>
                    <a:pt x="41" y="55"/>
                  </a:cubicBezTo>
                  <a:cubicBezTo>
                    <a:pt x="41" y="55"/>
                    <a:pt x="41" y="54"/>
                    <a:pt x="40" y="54"/>
                  </a:cubicBezTo>
                  <a:cubicBezTo>
                    <a:pt x="39" y="53"/>
                    <a:pt x="39" y="53"/>
                    <a:pt x="38" y="53"/>
                  </a:cubicBezTo>
                  <a:cubicBezTo>
                    <a:pt x="37" y="53"/>
                    <a:pt x="35" y="53"/>
                    <a:pt x="34" y="55"/>
                  </a:cubicBezTo>
                  <a:cubicBezTo>
                    <a:pt x="31" y="57"/>
                    <a:pt x="29" y="58"/>
                    <a:pt x="27" y="59"/>
                  </a:cubicBezTo>
                  <a:cubicBezTo>
                    <a:pt x="26" y="59"/>
                    <a:pt x="24" y="60"/>
                    <a:pt x="22" y="60"/>
                  </a:cubicBezTo>
                  <a:cubicBezTo>
                    <a:pt x="21" y="60"/>
                    <a:pt x="20" y="59"/>
                    <a:pt x="20" y="58"/>
                  </a:cubicBezTo>
                  <a:cubicBezTo>
                    <a:pt x="19" y="57"/>
                    <a:pt x="19" y="55"/>
                    <a:pt x="19" y="53"/>
                  </a:cubicBezTo>
                  <a:cubicBezTo>
                    <a:pt x="19" y="52"/>
                    <a:pt x="19" y="51"/>
                    <a:pt x="19" y="49"/>
                  </a:cubicBezTo>
                  <a:cubicBezTo>
                    <a:pt x="20" y="46"/>
                    <a:pt x="20" y="44"/>
                    <a:pt x="21" y="40"/>
                  </a:cubicBezTo>
                  <a:cubicBezTo>
                    <a:pt x="22" y="33"/>
                    <a:pt x="23" y="30"/>
                    <a:pt x="24"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 name="Freeform 459"/>
            <p:cNvSpPr>
              <a:spLocks noEditPoints="1"/>
            </p:cNvSpPr>
            <p:nvPr/>
          </p:nvSpPr>
          <p:spPr bwMode="auto">
            <a:xfrm>
              <a:off x="8874125" y="4510088"/>
              <a:ext cx="74613" cy="111125"/>
            </a:xfrm>
            <a:custGeom>
              <a:avLst/>
              <a:gdLst>
                <a:gd name="T0" fmla="*/ 54 w 58"/>
                <a:gd name="T1" fmla="*/ 5 h 86"/>
                <a:gd name="T2" fmla="*/ 45 w 58"/>
                <a:gd name="T3" fmla="*/ 1 h 86"/>
                <a:gd name="T4" fmla="*/ 32 w 58"/>
                <a:gd name="T5" fmla="*/ 7 h 86"/>
                <a:gd name="T6" fmla="*/ 19 w 58"/>
                <a:gd name="T7" fmla="*/ 21 h 86"/>
                <a:gd name="T8" fmla="*/ 20 w 58"/>
                <a:gd name="T9" fmla="*/ 18 h 86"/>
                <a:gd name="T10" fmla="*/ 21 w 58"/>
                <a:gd name="T11" fmla="*/ 7 h 86"/>
                <a:gd name="T12" fmla="*/ 16 w 58"/>
                <a:gd name="T13" fmla="*/ 0 h 86"/>
                <a:gd name="T14" fmla="*/ 11 w 58"/>
                <a:gd name="T15" fmla="*/ 1 h 86"/>
                <a:gd name="T16" fmla="*/ 8 w 58"/>
                <a:gd name="T17" fmla="*/ 5 h 86"/>
                <a:gd name="T18" fmla="*/ 7 w 58"/>
                <a:gd name="T19" fmla="*/ 13 h 86"/>
                <a:gd name="T20" fmla="*/ 7 w 58"/>
                <a:gd name="T21" fmla="*/ 14 h 86"/>
                <a:gd name="T22" fmla="*/ 7 w 58"/>
                <a:gd name="T23" fmla="*/ 34 h 86"/>
                <a:gd name="T24" fmla="*/ 1 w 58"/>
                <a:gd name="T25" fmla="*/ 72 h 86"/>
                <a:gd name="T26" fmla="*/ 0 w 58"/>
                <a:gd name="T27" fmla="*/ 81 h 86"/>
                <a:gd name="T28" fmla="*/ 2 w 58"/>
                <a:gd name="T29" fmla="*/ 84 h 86"/>
                <a:gd name="T30" fmla="*/ 6 w 58"/>
                <a:gd name="T31" fmla="*/ 86 h 86"/>
                <a:gd name="T32" fmla="*/ 10 w 58"/>
                <a:gd name="T33" fmla="*/ 84 h 86"/>
                <a:gd name="T34" fmla="*/ 12 w 58"/>
                <a:gd name="T35" fmla="*/ 78 h 86"/>
                <a:gd name="T36" fmla="*/ 14 w 58"/>
                <a:gd name="T37" fmla="*/ 59 h 86"/>
                <a:gd name="T38" fmla="*/ 16 w 58"/>
                <a:gd name="T39" fmla="*/ 50 h 86"/>
                <a:gd name="T40" fmla="*/ 23 w 58"/>
                <a:gd name="T41" fmla="*/ 54 h 86"/>
                <a:gd name="T42" fmla="*/ 46 w 58"/>
                <a:gd name="T43" fmla="*/ 42 h 86"/>
                <a:gd name="T44" fmla="*/ 52 w 58"/>
                <a:gd name="T45" fmla="*/ 34 h 86"/>
                <a:gd name="T46" fmla="*/ 58 w 58"/>
                <a:gd name="T47" fmla="*/ 14 h 86"/>
                <a:gd name="T48" fmla="*/ 54 w 58"/>
                <a:gd name="T49" fmla="*/ 5 h 86"/>
                <a:gd name="T50" fmla="*/ 38 w 58"/>
                <a:gd name="T51" fmla="*/ 35 h 86"/>
                <a:gd name="T52" fmla="*/ 25 w 58"/>
                <a:gd name="T53" fmla="*/ 44 h 86"/>
                <a:gd name="T54" fmla="*/ 21 w 58"/>
                <a:gd name="T55" fmla="*/ 43 h 86"/>
                <a:gd name="T56" fmla="*/ 19 w 58"/>
                <a:gd name="T57" fmla="*/ 40 h 86"/>
                <a:gd name="T58" fmla="*/ 21 w 58"/>
                <a:gd name="T59" fmla="*/ 34 h 86"/>
                <a:gd name="T60" fmla="*/ 28 w 58"/>
                <a:gd name="T61" fmla="*/ 23 h 86"/>
                <a:gd name="T62" fmla="*/ 43 w 58"/>
                <a:gd name="T63" fmla="*/ 11 h 86"/>
                <a:gd name="T64" fmla="*/ 45 w 58"/>
                <a:gd name="T65" fmla="*/ 13 h 86"/>
                <a:gd name="T66" fmla="*/ 46 w 58"/>
                <a:gd name="T67" fmla="*/ 17 h 86"/>
                <a:gd name="T68" fmla="*/ 39 w 58"/>
                <a:gd name="T69" fmla="*/ 34 h 86"/>
                <a:gd name="T70" fmla="*/ 38 w 58"/>
                <a:gd name="T71" fmla="*/ 3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8" h="86">
                  <a:moveTo>
                    <a:pt x="54" y="5"/>
                  </a:moveTo>
                  <a:cubicBezTo>
                    <a:pt x="51" y="2"/>
                    <a:pt x="48" y="1"/>
                    <a:pt x="45" y="1"/>
                  </a:cubicBezTo>
                  <a:cubicBezTo>
                    <a:pt x="41" y="1"/>
                    <a:pt x="37" y="3"/>
                    <a:pt x="32" y="7"/>
                  </a:cubicBezTo>
                  <a:cubicBezTo>
                    <a:pt x="27" y="11"/>
                    <a:pt x="23" y="16"/>
                    <a:pt x="19" y="21"/>
                  </a:cubicBezTo>
                  <a:cubicBezTo>
                    <a:pt x="20" y="18"/>
                    <a:pt x="20" y="18"/>
                    <a:pt x="20" y="18"/>
                  </a:cubicBezTo>
                  <a:cubicBezTo>
                    <a:pt x="20" y="13"/>
                    <a:pt x="21" y="10"/>
                    <a:pt x="21" y="7"/>
                  </a:cubicBezTo>
                  <a:cubicBezTo>
                    <a:pt x="21" y="2"/>
                    <a:pt x="19" y="0"/>
                    <a:pt x="16" y="0"/>
                  </a:cubicBezTo>
                  <a:cubicBezTo>
                    <a:pt x="14" y="0"/>
                    <a:pt x="12" y="0"/>
                    <a:pt x="11" y="1"/>
                  </a:cubicBezTo>
                  <a:cubicBezTo>
                    <a:pt x="10" y="2"/>
                    <a:pt x="8" y="3"/>
                    <a:pt x="8" y="5"/>
                  </a:cubicBezTo>
                  <a:cubicBezTo>
                    <a:pt x="8" y="6"/>
                    <a:pt x="7" y="9"/>
                    <a:pt x="7" y="13"/>
                  </a:cubicBezTo>
                  <a:cubicBezTo>
                    <a:pt x="7" y="14"/>
                    <a:pt x="7" y="14"/>
                    <a:pt x="7" y="14"/>
                  </a:cubicBezTo>
                  <a:cubicBezTo>
                    <a:pt x="7" y="21"/>
                    <a:pt x="7" y="27"/>
                    <a:pt x="7" y="34"/>
                  </a:cubicBezTo>
                  <a:cubicBezTo>
                    <a:pt x="5" y="47"/>
                    <a:pt x="4" y="60"/>
                    <a:pt x="1" y="72"/>
                  </a:cubicBezTo>
                  <a:cubicBezTo>
                    <a:pt x="0" y="75"/>
                    <a:pt x="0" y="78"/>
                    <a:pt x="0" y="81"/>
                  </a:cubicBezTo>
                  <a:cubicBezTo>
                    <a:pt x="0" y="82"/>
                    <a:pt x="0" y="83"/>
                    <a:pt x="2" y="84"/>
                  </a:cubicBezTo>
                  <a:cubicBezTo>
                    <a:pt x="3" y="85"/>
                    <a:pt x="4" y="86"/>
                    <a:pt x="6" y="86"/>
                  </a:cubicBezTo>
                  <a:cubicBezTo>
                    <a:pt x="7" y="86"/>
                    <a:pt x="8" y="85"/>
                    <a:pt x="10" y="84"/>
                  </a:cubicBezTo>
                  <a:cubicBezTo>
                    <a:pt x="11" y="83"/>
                    <a:pt x="11" y="81"/>
                    <a:pt x="12" y="78"/>
                  </a:cubicBezTo>
                  <a:cubicBezTo>
                    <a:pt x="14" y="59"/>
                    <a:pt x="14" y="59"/>
                    <a:pt x="14" y="59"/>
                  </a:cubicBezTo>
                  <a:cubicBezTo>
                    <a:pt x="15" y="55"/>
                    <a:pt x="15" y="52"/>
                    <a:pt x="16" y="50"/>
                  </a:cubicBezTo>
                  <a:cubicBezTo>
                    <a:pt x="17" y="52"/>
                    <a:pt x="19" y="54"/>
                    <a:pt x="23" y="54"/>
                  </a:cubicBezTo>
                  <a:cubicBezTo>
                    <a:pt x="30" y="54"/>
                    <a:pt x="38" y="50"/>
                    <a:pt x="46" y="42"/>
                  </a:cubicBezTo>
                  <a:cubicBezTo>
                    <a:pt x="48" y="39"/>
                    <a:pt x="50" y="36"/>
                    <a:pt x="52" y="34"/>
                  </a:cubicBezTo>
                  <a:cubicBezTo>
                    <a:pt x="56" y="27"/>
                    <a:pt x="58" y="21"/>
                    <a:pt x="58" y="14"/>
                  </a:cubicBezTo>
                  <a:cubicBezTo>
                    <a:pt x="58" y="10"/>
                    <a:pt x="56" y="7"/>
                    <a:pt x="54" y="5"/>
                  </a:cubicBezTo>
                  <a:close/>
                  <a:moveTo>
                    <a:pt x="38" y="35"/>
                  </a:moveTo>
                  <a:cubicBezTo>
                    <a:pt x="33" y="41"/>
                    <a:pt x="29" y="44"/>
                    <a:pt x="25" y="44"/>
                  </a:cubicBezTo>
                  <a:cubicBezTo>
                    <a:pt x="23" y="44"/>
                    <a:pt x="22" y="44"/>
                    <a:pt x="21" y="43"/>
                  </a:cubicBezTo>
                  <a:cubicBezTo>
                    <a:pt x="20" y="42"/>
                    <a:pt x="19" y="41"/>
                    <a:pt x="19" y="40"/>
                  </a:cubicBezTo>
                  <a:cubicBezTo>
                    <a:pt x="19" y="38"/>
                    <a:pt x="20" y="36"/>
                    <a:pt x="21" y="34"/>
                  </a:cubicBezTo>
                  <a:cubicBezTo>
                    <a:pt x="22" y="30"/>
                    <a:pt x="25" y="27"/>
                    <a:pt x="28" y="23"/>
                  </a:cubicBezTo>
                  <a:cubicBezTo>
                    <a:pt x="34" y="15"/>
                    <a:pt x="39" y="11"/>
                    <a:pt x="43" y="11"/>
                  </a:cubicBezTo>
                  <a:cubicBezTo>
                    <a:pt x="44" y="11"/>
                    <a:pt x="44" y="12"/>
                    <a:pt x="45" y="13"/>
                  </a:cubicBezTo>
                  <a:cubicBezTo>
                    <a:pt x="46" y="14"/>
                    <a:pt x="46" y="15"/>
                    <a:pt x="46" y="17"/>
                  </a:cubicBezTo>
                  <a:cubicBezTo>
                    <a:pt x="46" y="22"/>
                    <a:pt x="44" y="28"/>
                    <a:pt x="39" y="34"/>
                  </a:cubicBezTo>
                  <a:cubicBezTo>
                    <a:pt x="39" y="34"/>
                    <a:pt x="39" y="34"/>
                    <a:pt x="38"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 name="Freeform 460"/>
            <p:cNvSpPr>
              <a:spLocks/>
            </p:cNvSpPr>
            <p:nvPr/>
          </p:nvSpPr>
          <p:spPr bwMode="auto">
            <a:xfrm>
              <a:off x="8961438" y="4514850"/>
              <a:ext cx="61913" cy="66675"/>
            </a:xfrm>
            <a:custGeom>
              <a:avLst/>
              <a:gdLst>
                <a:gd name="T0" fmla="*/ 23 w 47"/>
                <a:gd name="T1" fmla="*/ 21 h 52"/>
                <a:gd name="T2" fmla="*/ 35 w 47"/>
                <a:gd name="T3" fmla="*/ 10 h 52"/>
                <a:gd name="T4" fmla="*/ 38 w 47"/>
                <a:gd name="T5" fmla="*/ 11 h 52"/>
                <a:gd name="T6" fmla="*/ 43 w 47"/>
                <a:gd name="T7" fmla="*/ 14 h 52"/>
                <a:gd name="T8" fmla="*/ 46 w 47"/>
                <a:gd name="T9" fmla="*/ 12 h 52"/>
                <a:gd name="T10" fmla="*/ 47 w 47"/>
                <a:gd name="T11" fmla="*/ 8 h 52"/>
                <a:gd name="T12" fmla="*/ 44 w 47"/>
                <a:gd name="T13" fmla="*/ 2 h 52"/>
                <a:gd name="T14" fmla="*/ 36 w 47"/>
                <a:gd name="T15" fmla="*/ 0 h 52"/>
                <a:gd name="T16" fmla="*/ 23 w 47"/>
                <a:gd name="T17" fmla="*/ 7 h 52"/>
                <a:gd name="T18" fmla="*/ 11 w 47"/>
                <a:gd name="T19" fmla="*/ 25 h 52"/>
                <a:gd name="T20" fmla="*/ 10 w 47"/>
                <a:gd name="T21" fmla="*/ 27 h 52"/>
                <a:gd name="T22" fmla="*/ 12 w 47"/>
                <a:gd name="T23" fmla="*/ 19 h 52"/>
                <a:gd name="T24" fmla="*/ 13 w 47"/>
                <a:gd name="T25" fmla="*/ 14 h 52"/>
                <a:gd name="T26" fmla="*/ 15 w 47"/>
                <a:gd name="T27" fmla="*/ 5 h 52"/>
                <a:gd name="T28" fmla="*/ 14 w 47"/>
                <a:gd name="T29" fmla="*/ 1 h 52"/>
                <a:gd name="T30" fmla="*/ 10 w 47"/>
                <a:gd name="T31" fmla="*/ 0 h 52"/>
                <a:gd name="T32" fmla="*/ 5 w 47"/>
                <a:gd name="T33" fmla="*/ 1 h 52"/>
                <a:gd name="T34" fmla="*/ 3 w 47"/>
                <a:gd name="T35" fmla="*/ 5 h 52"/>
                <a:gd name="T36" fmla="*/ 2 w 47"/>
                <a:gd name="T37" fmla="*/ 11 h 52"/>
                <a:gd name="T38" fmla="*/ 2 w 47"/>
                <a:gd name="T39" fmla="*/ 14 h 52"/>
                <a:gd name="T40" fmla="*/ 0 w 47"/>
                <a:gd name="T41" fmla="*/ 28 h 52"/>
                <a:gd name="T42" fmla="*/ 0 w 47"/>
                <a:gd name="T43" fmla="*/ 31 h 52"/>
                <a:gd name="T44" fmla="*/ 0 w 47"/>
                <a:gd name="T45" fmla="*/ 37 h 52"/>
                <a:gd name="T46" fmla="*/ 2 w 47"/>
                <a:gd name="T47" fmla="*/ 49 h 52"/>
                <a:gd name="T48" fmla="*/ 6 w 47"/>
                <a:gd name="T49" fmla="*/ 52 h 52"/>
                <a:gd name="T50" fmla="*/ 11 w 47"/>
                <a:gd name="T51" fmla="*/ 51 h 52"/>
                <a:gd name="T52" fmla="*/ 13 w 47"/>
                <a:gd name="T53" fmla="*/ 45 h 52"/>
                <a:gd name="T54" fmla="*/ 17 w 47"/>
                <a:gd name="T55" fmla="*/ 32 h 52"/>
                <a:gd name="T56" fmla="*/ 23 w 47"/>
                <a:gd name="T57" fmla="*/ 2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7" h="52">
                  <a:moveTo>
                    <a:pt x="23" y="21"/>
                  </a:moveTo>
                  <a:cubicBezTo>
                    <a:pt x="29" y="14"/>
                    <a:pt x="33" y="10"/>
                    <a:pt x="35" y="10"/>
                  </a:cubicBezTo>
                  <a:cubicBezTo>
                    <a:pt x="36" y="10"/>
                    <a:pt x="37" y="10"/>
                    <a:pt x="38" y="11"/>
                  </a:cubicBezTo>
                  <a:cubicBezTo>
                    <a:pt x="39" y="13"/>
                    <a:pt x="41" y="14"/>
                    <a:pt x="43" y="14"/>
                  </a:cubicBezTo>
                  <a:cubicBezTo>
                    <a:pt x="44" y="14"/>
                    <a:pt x="45" y="13"/>
                    <a:pt x="46" y="12"/>
                  </a:cubicBezTo>
                  <a:cubicBezTo>
                    <a:pt x="47" y="11"/>
                    <a:pt x="47" y="10"/>
                    <a:pt x="47" y="8"/>
                  </a:cubicBezTo>
                  <a:cubicBezTo>
                    <a:pt x="47" y="6"/>
                    <a:pt x="46" y="4"/>
                    <a:pt x="44" y="2"/>
                  </a:cubicBezTo>
                  <a:cubicBezTo>
                    <a:pt x="42" y="0"/>
                    <a:pt x="39" y="0"/>
                    <a:pt x="36" y="0"/>
                  </a:cubicBezTo>
                  <a:cubicBezTo>
                    <a:pt x="32" y="0"/>
                    <a:pt x="28" y="2"/>
                    <a:pt x="23" y="7"/>
                  </a:cubicBezTo>
                  <a:cubicBezTo>
                    <a:pt x="19" y="11"/>
                    <a:pt x="15" y="18"/>
                    <a:pt x="11" y="25"/>
                  </a:cubicBezTo>
                  <a:cubicBezTo>
                    <a:pt x="10" y="27"/>
                    <a:pt x="10" y="27"/>
                    <a:pt x="10" y="27"/>
                  </a:cubicBezTo>
                  <a:cubicBezTo>
                    <a:pt x="12" y="19"/>
                    <a:pt x="12" y="19"/>
                    <a:pt x="12" y="19"/>
                  </a:cubicBezTo>
                  <a:cubicBezTo>
                    <a:pt x="12" y="17"/>
                    <a:pt x="12" y="15"/>
                    <a:pt x="13" y="14"/>
                  </a:cubicBezTo>
                  <a:cubicBezTo>
                    <a:pt x="14" y="9"/>
                    <a:pt x="15" y="6"/>
                    <a:pt x="15" y="5"/>
                  </a:cubicBezTo>
                  <a:cubicBezTo>
                    <a:pt x="15" y="3"/>
                    <a:pt x="14" y="2"/>
                    <a:pt x="14" y="1"/>
                  </a:cubicBezTo>
                  <a:cubicBezTo>
                    <a:pt x="13" y="0"/>
                    <a:pt x="11" y="0"/>
                    <a:pt x="10" y="0"/>
                  </a:cubicBezTo>
                  <a:cubicBezTo>
                    <a:pt x="8" y="0"/>
                    <a:pt x="7" y="0"/>
                    <a:pt x="5" y="1"/>
                  </a:cubicBezTo>
                  <a:cubicBezTo>
                    <a:pt x="4" y="2"/>
                    <a:pt x="3" y="3"/>
                    <a:pt x="3" y="5"/>
                  </a:cubicBezTo>
                  <a:cubicBezTo>
                    <a:pt x="2" y="6"/>
                    <a:pt x="2" y="8"/>
                    <a:pt x="2" y="11"/>
                  </a:cubicBezTo>
                  <a:cubicBezTo>
                    <a:pt x="2" y="12"/>
                    <a:pt x="2" y="13"/>
                    <a:pt x="2" y="14"/>
                  </a:cubicBezTo>
                  <a:cubicBezTo>
                    <a:pt x="1" y="19"/>
                    <a:pt x="1" y="24"/>
                    <a:pt x="0" y="28"/>
                  </a:cubicBezTo>
                  <a:cubicBezTo>
                    <a:pt x="0" y="29"/>
                    <a:pt x="0" y="30"/>
                    <a:pt x="0" y="31"/>
                  </a:cubicBezTo>
                  <a:cubicBezTo>
                    <a:pt x="0" y="33"/>
                    <a:pt x="0" y="35"/>
                    <a:pt x="0" y="37"/>
                  </a:cubicBezTo>
                  <a:cubicBezTo>
                    <a:pt x="0" y="42"/>
                    <a:pt x="1" y="46"/>
                    <a:pt x="2" y="49"/>
                  </a:cubicBezTo>
                  <a:cubicBezTo>
                    <a:pt x="3" y="51"/>
                    <a:pt x="4" y="52"/>
                    <a:pt x="6" y="52"/>
                  </a:cubicBezTo>
                  <a:cubicBezTo>
                    <a:pt x="8" y="52"/>
                    <a:pt x="10" y="52"/>
                    <a:pt x="11" y="51"/>
                  </a:cubicBezTo>
                  <a:cubicBezTo>
                    <a:pt x="12" y="50"/>
                    <a:pt x="13" y="48"/>
                    <a:pt x="13" y="45"/>
                  </a:cubicBezTo>
                  <a:cubicBezTo>
                    <a:pt x="14" y="41"/>
                    <a:pt x="15" y="36"/>
                    <a:pt x="17" y="32"/>
                  </a:cubicBezTo>
                  <a:cubicBezTo>
                    <a:pt x="19" y="28"/>
                    <a:pt x="21" y="24"/>
                    <a:pt x="23"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 name="Freeform 461"/>
            <p:cNvSpPr>
              <a:spLocks noEditPoints="1"/>
            </p:cNvSpPr>
            <p:nvPr/>
          </p:nvSpPr>
          <p:spPr bwMode="auto">
            <a:xfrm>
              <a:off x="9021763" y="4510088"/>
              <a:ext cx="55563" cy="71438"/>
            </a:xfrm>
            <a:custGeom>
              <a:avLst/>
              <a:gdLst>
                <a:gd name="T0" fmla="*/ 41 w 44"/>
                <a:gd name="T1" fmla="*/ 34 h 55"/>
                <a:gd name="T2" fmla="*/ 37 w 44"/>
                <a:gd name="T3" fmla="*/ 35 h 55"/>
                <a:gd name="T4" fmla="*/ 19 w 44"/>
                <a:gd name="T5" fmla="*/ 45 h 55"/>
                <a:gd name="T6" fmla="*/ 13 w 44"/>
                <a:gd name="T7" fmla="*/ 43 h 55"/>
                <a:gd name="T8" fmla="*/ 11 w 44"/>
                <a:gd name="T9" fmla="*/ 39 h 55"/>
                <a:gd name="T10" fmla="*/ 13 w 44"/>
                <a:gd name="T11" fmla="*/ 37 h 55"/>
                <a:gd name="T12" fmla="*/ 33 w 44"/>
                <a:gd name="T13" fmla="*/ 27 h 55"/>
                <a:gd name="T14" fmla="*/ 41 w 44"/>
                <a:gd name="T15" fmla="*/ 11 h 55"/>
                <a:gd name="T16" fmla="*/ 38 w 44"/>
                <a:gd name="T17" fmla="*/ 4 h 55"/>
                <a:gd name="T18" fmla="*/ 29 w 44"/>
                <a:gd name="T19" fmla="*/ 0 h 55"/>
                <a:gd name="T20" fmla="*/ 9 w 44"/>
                <a:gd name="T21" fmla="*/ 12 h 55"/>
                <a:gd name="T22" fmla="*/ 0 w 44"/>
                <a:gd name="T23" fmla="*/ 36 h 55"/>
                <a:gd name="T24" fmla="*/ 3 w 44"/>
                <a:gd name="T25" fmla="*/ 49 h 55"/>
                <a:gd name="T26" fmla="*/ 5 w 44"/>
                <a:gd name="T27" fmla="*/ 50 h 55"/>
                <a:gd name="T28" fmla="*/ 17 w 44"/>
                <a:gd name="T29" fmla="*/ 55 h 55"/>
                <a:gd name="T30" fmla="*/ 36 w 44"/>
                <a:gd name="T31" fmla="*/ 48 h 55"/>
                <a:gd name="T32" fmla="*/ 42 w 44"/>
                <a:gd name="T33" fmla="*/ 42 h 55"/>
                <a:gd name="T34" fmla="*/ 44 w 44"/>
                <a:gd name="T35" fmla="*/ 37 h 55"/>
                <a:gd name="T36" fmla="*/ 41 w 44"/>
                <a:gd name="T37" fmla="*/ 34 h 55"/>
                <a:gd name="T38" fmla="*/ 28 w 44"/>
                <a:gd name="T39" fmla="*/ 10 h 55"/>
                <a:gd name="T40" fmla="*/ 30 w 44"/>
                <a:gd name="T41" fmla="*/ 11 h 55"/>
                <a:gd name="T42" fmla="*/ 31 w 44"/>
                <a:gd name="T43" fmla="*/ 13 h 55"/>
                <a:gd name="T44" fmla="*/ 25 w 44"/>
                <a:gd name="T45" fmla="*/ 22 h 55"/>
                <a:gd name="T46" fmla="*/ 12 w 44"/>
                <a:gd name="T47" fmla="*/ 28 h 55"/>
                <a:gd name="T48" fmla="*/ 19 w 44"/>
                <a:gd name="T49" fmla="*/ 16 h 55"/>
                <a:gd name="T50" fmla="*/ 28 w 44"/>
                <a:gd name="T51" fmla="*/ 1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4" h="55">
                  <a:moveTo>
                    <a:pt x="41" y="34"/>
                  </a:moveTo>
                  <a:cubicBezTo>
                    <a:pt x="40" y="34"/>
                    <a:pt x="39" y="34"/>
                    <a:pt x="37" y="35"/>
                  </a:cubicBezTo>
                  <a:cubicBezTo>
                    <a:pt x="31" y="42"/>
                    <a:pt x="25" y="45"/>
                    <a:pt x="19" y="45"/>
                  </a:cubicBezTo>
                  <a:cubicBezTo>
                    <a:pt x="17" y="45"/>
                    <a:pt x="15" y="45"/>
                    <a:pt x="13" y="43"/>
                  </a:cubicBezTo>
                  <a:cubicBezTo>
                    <a:pt x="12" y="42"/>
                    <a:pt x="11" y="40"/>
                    <a:pt x="11" y="39"/>
                  </a:cubicBezTo>
                  <a:cubicBezTo>
                    <a:pt x="11" y="38"/>
                    <a:pt x="12" y="37"/>
                    <a:pt x="13" y="37"/>
                  </a:cubicBezTo>
                  <a:cubicBezTo>
                    <a:pt x="21" y="35"/>
                    <a:pt x="28" y="32"/>
                    <a:pt x="33" y="27"/>
                  </a:cubicBezTo>
                  <a:cubicBezTo>
                    <a:pt x="38" y="22"/>
                    <a:pt x="41" y="17"/>
                    <a:pt x="41" y="11"/>
                  </a:cubicBezTo>
                  <a:cubicBezTo>
                    <a:pt x="41" y="8"/>
                    <a:pt x="40" y="6"/>
                    <a:pt x="38" y="4"/>
                  </a:cubicBezTo>
                  <a:cubicBezTo>
                    <a:pt x="35" y="1"/>
                    <a:pt x="33" y="0"/>
                    <a:pt x="29" y="0"/>
                  </a:cubicBezTo>
                  <a:cubicBezTo>
                    <a:pt x="22" y="0"/>
                    <a:pt x="15" y="4"/>
                    <a:pt x="9" y="12"/>
                  </a:cubicBezTo>
                  <a:cubicBezTo>
                    <a:pt x="3" y="19"/>
                    <a:pt x="0" y="28"/>
                    <a:pt x="0" y="36"/>
                  </a:cubicBezTo>
                  <a:cubicBezTo>
                    <a:pt x="0" y="41"/>
                    <a:pt x="1" y="45"/>
                    <a:pt x="3" y="49"/>
                  </a:cubicBezTo>
                  <a:cubicBezTo>
                    <a:pt x="4" y="49"/>
                    <a:pt x="4" y="50"/>
                    <a:pt x="5" y="50"/>
                  </a:cubicBezTo>
                  <a:cubicBezTo>
                    <a:pt x="8" y="54"/>
                    <a:pt x="12" y="55"/>
                    <a:pt x="17" y="55"/>
                  </a:cubicBezTo>
                  <a:cubicBezTo>
                    <a:pt x="24" y="55"/>
                    <a:pt x="30" y="53"/>
                    <a:pt x="36" y="48"/>
                  </a:cubicBezTo>
                  <a:cubicBezTo>
                    <a:pt x="38" y="46"/>
                    <a:pt x="40" y="44"/>
                    <a:pt x="42" y="42"/>
                  </a:cubicBezTo>
                  <a:cubicBezTo>
                    <a:pt x="43" y="40"/>
                    <a:pt x="44" y="38"/>
                    <a:pt x="44" y="37"/>
                  </a:cubicBezTo>
                  <a:cubicBezTo>
                    <a:pt x="44" y="35"/>
                    <a:pt x="43" y="34"/>
                    <a:pt x="41" y="34"/>
                  </a:cubicBezTo>
                  <a:close/>
                  <a:moveTo>
                    <a:pt x="28" y="10"/>
                  </a:moveTo>
                  <a:cubicBezTo>
                    <a:pt x="29" y="10"/>
                    <a:pt x="30" y="10"/>
                    <a:pt x="30" y="11"/>
                  </a:cubicBezTo>
                  <a:cubicBezTo>
                    <a:pt x="31" y="11"/>
                    <a:pt x="31" y="12"/>
                    <a:pt x="31" y="13"/>
                  </a:cubicBezTo>
                  <a:cubicBezTo>
                    <a:pt x="31" y="16"/>
                    <a:pt x="29" y="19"/>
                    <a:pt x="25" y="22"/>
                  </a:cubicBezTo>
                  <a:cubicBezTo>
                    <a:pt x="22" y="25"/>
                    <a:pt x="17" y="27"/>
                    <a:pt x="12" y="28"/>
                  </a:cubicBezTo>
                  <a:cubicBezTo>
                    <a:pt x="13" y="24"/>
                    <a:pt x="16" y="20"/>
                    <a:pt x="19" y="16"/>
                  </a:cubicBezTo>
                  <a:cubicBezTo>
                    <a:pt x="22" y="12"/>
                    <a:pt x="25" y="10"/>
                    <a:pt x="28"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 name="Freeform 462"/>
            <p:cNvSpPr>
              <a:spLocks/>
            </p:cNvSpPr>
            <p:nvPr/>
          </p:nvSpPr>
          <p:spPr bwMode="auto">
            <a:xfrm>
              <a:off x="9080500" y="4510088"/>
              <a:ext cx="50800" cy="73025"/>
            </a:xfrm>
            <a:custGeom>
              <a:avLst/>
              <a:gdLst>
                <a:gd name="T0" fmla="*/ 25 w 39"/>
                <a:gd name="T1" fmla="*/ 27 h 57"/>
                <a:gd name="T2" fmla="*/ 18 w 39"/>
                <a:gd name="T3" fmla="*/ 23 h 57"/>
                <a:gd name="T4" fmla="*/ 16 w 39"/>
                <a:gd name="T5" fmla="*/ 19 h 57"/>
                <a:gd name="T6" fmla="*/ 21 w 39"/>
                <a:gd name="T7" fmla="*/ 13 h 57"/>
                <a:gd name="T8" fmla="*/ 30 w 39"/>
                <a:gd name="T9" fmla="*/ 10 h 57"/>
                <a:gd name="T10" fmla="*/ 32 w 39"/>
                <a:gd name="T11" fmla="*/ 11 h 57"/>
                <a:gd name="T12" fmla="*/ 34 w 39"/>
                <a:gd name="T13" fmla="*/ 11 h 57"/>
                <a:gd name="T14" fmla="*/ 37 w 39"/>
                <a:gd name="T15" fmla="*/ 10 h 57"/>
                <a:gd name="T16" fmla="*/ 39 w 39"/>
                <a:gd name="T17" fmla="*/ 7 h 57"/>
                <a:gd name="T18" fmla="*/ 31 w 39"/>
                <a:gd name="T19" fmla="*/ 0 h 57"/>
                <a:gd name="T20" fmla="*/ 14 w 39"/>
                <a:gd name="T21" fmla="*/ 6 h 57"/>
                <a:gd name="T22" fmla="*/ 5 w 39"/>
                <a:gd name="T23" fmla="*/ 20 h 57"/>
                <a:gd name="T24" fmla="*/ 7 w 39"/>
                <a:gd name="T25" fmla="*/ 28 h 57"/>
                <a:gd name="T26" fmla="*/ 17 w 39"/>
                <a:gd name="T27" fmla="*/ 35 h 57"/>
                <a:gd name="T28" fmla="*/ 20 w 39"/>
                <a:gd name="T29" fmla="*/ 36 h 57"/>
                <a:gd name="T30" fmla="*/ 28 w 39"/>
                <a:gd name="T31" fmla="*/ 42 h 57"/>
                <a:gd name="T32" fmla="*/ 21 w 39"/>
                <a:gd name="T33" fmla="*/ 45 h 57"/>
                <a:gd name="T34" fmla="*/ 12 w 39"/>
                <a:gd name="T35" fmla="*/ 47 h 57"/>
                <a:gd name="T36" fmla="*/ 9 w 39"/>
                <a:gd name="T37" fmla="*/ 46 h 57"/>
                <a:gd name="T38" fmla="*/ 6 w 39"/>
                <a:gd name="T39" fmla="*/ 45 h 57"/>
                <a:gd name="T40" fmla="*/ 2 w 39"/>
                <a:gd name="T41" fmla="*/ 47 h 57"/>
                <a:gd name="T42" fmla="*/ 0 w 39"/>
                <a:gd name="T43" fmla="*/ 51 h 57"/>
                <a:gd name="T44" fmla="*/ 8 w 39"/>
                <a:gd name="T45" fmla="*/ 57 h 57"/>
                <a:gd name="T46" fmla="*/ 29 w 39"/>
                <a:gd name="T47" fmla="*/ 52 h 57"/>
                <a:gd name="T48" fmla="*/ 39 w 39"/>
                <a:gd name="T49" fmla="*/ 41 h 57"/>
                <a:gd name="T50" fmla="*/ 36 w 39"/>
                <a:gd name="T51" fmla="*/ 35 h 57"/>
                <a:gd name="T52" fmla="*/ 36 w 39"/>
                <a:gd name="T53" fmla="*/ 34 h 57"/>
                <a:gd name="T54" fmla="*/ 25 w 39"/>
                <a:gd name="T55" fmla="*/ 2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9" h="57">
                  <a:moveTo>
                    <a:pt x="25" y="27"/>
                  </a:moveTo>
                  <a:cubicBezTo>
                    <a:pt x="22" y="26"/>
                    <a:pt x="19" y="24"/>
                    <a:pt x="18" y="23"/>
                  </a:cubicBezTo>
                  <a:cubicBezTo>
                    <a:pt x="17" y="22"/>
                    <a:pt x="16" y="21"/>
                    <a:pt x="16" y="19"/>
                  </a:cubicBezTo>
                  <a:cubicBezTo>
                    <a:pt x="16" y="17"/>
                    <a:pt x="18" y="15"/>
                    <a:pt x="21" y="13"/>
                  </a:cubicBezTo>
                  <a:cubicBezTo>
                    <a:pt x="25" y="11"/>
                    <a:pt x="28" y="10"/>
                    <a:pt x="30" y="10"/>
                  </a:cubicBezTo>
                  <a:cubicBezTo>
                    <a:pt x="31" y="10"/>
                    <a:pt x="32" y="10"/>
                    <a:pt x="32" y="11"/>
                  </a:cubicBezTo>
                  <a:cubicBezTo>
                    <a:pt x="33" y="11"/>
                    <a:pt x="34" y="11"/>
                    <a:pt x="34" y="11"/>
                  </a:cubicBezTo>
                  <a:cubicBezTo>
                    <a:pt x="35" y="11"/>
                    <a:pt x="36" y="11"/>
                    <a:pt x="37" y="10"/>
                  </a:cubicBezTo>
                  <a:cubicBezTo>
                    <a:pt x="39" y="9"/>
                    <a:pt x="39" y="8"/>
                    <a:pt x="39" y="7"/>
                  </a:cubicBezTo>
                  <a:cubicBezTo>
                    <a:pt x="39" y="2"/>
                    <a:pt x="36" y="0"/>
                    <a:pt x="31" y="0"/>
                  </a:cubicBezTo>
                  <a:cubicBezTo>
                    <a:pt x="26" y="0"/>
                    <a:pt x="20" y="2"/>
                    <a:pt x="14" y="6"/>
                  </a:cubicBezTo>
                  <a:cubicBezTo>
                    <a:pt x="8" y="10"/>
                    <a:pt x="5" y="15"/>
                    <a:pt x="5" y="20"/>
                  </a:cubicBezTo>
                  <a:cubicBezTo>
                    <a:pt x="5" y="23"/>
                    <a:pt x="5" y="26"/>
                    <a:pt x="7" y="28"/>
                  </a:cubicBezTo>
                  <a:cubicBezTo>
                    <a:pt x="9" y="30"/>
                    <a:pt x="12" y="32"/>
                    <a:pt x="17" y="35"/>
                  </a:cubicBezTo>
                  <a:cubicBezTo>
                    <a:pt x="18" y="35"/>
                    <a:pt x="19" y="35"/>
                    <a:pt x="20" y="36"/>
                  </a:cubicBezTo>
                  <a:cubicBezTo>
                    <a:pt x="25" y="38"/>
                    <a:pt x="27" y="40"/>
                    <a:pt x="28" y="42"/>
                  </a:cubicBezTo>
                  <a:cubicBezTo>
                    <a:pt x="27" y="43"/>
                    <a:pt x="24" y="44"/>
                    <a:pt x="21" y="45"/>
                  </a:cubicBezTo>
                  <a:cubicBezTo>
                    <a:pt x="18" y="46"/>
                    <a:pt x="15" y="47"/>
                    <a:pt x="12" y="47"/>
                  </a:cubicBezTo>
                  <a:cubicBezTo>
                    <a:pt x="11" y="47"/>
                    <a:pt x="10" y="47"/>
                    <a:pt x="9" y="46"/>
                  </a:cubicBezTo>
                  <a:cubicBezTo>
                    <a:pt x="7" y="46"/>
                    <a:pt x="6" y="45"/>
                    <a:pt x="6" y="45"/>
                  </a:cubicBezTo>
                  <a:cubicBezTo>
                    <a:pt x="4" y="45"/>
                    <a:pt x="3" y="46"/>
                    <a:pt x="2" y="47"/>
                  </a:cubicBezTo>
                  <a:cubicBezTo>
                    <a:pt x="1" y="48"/>
                    <a:pt x="0" y="49"/>
                    <a:pt x="0" y="51"/>
                  </a:cubicBezTo>
                  <a:cubicBezTo>
                    <a:pt x="0" y="55"/>
                    <a:pt x="3" y="57"/>
                    <a:pt x="8" y="57"/>
                  </a:cubicBezTo>
                  <a:cubicBezTo>
                    <a:pt x="16" y="57"/>
                    <a:pt x="23" y="56"/>
                    <a:pt x="29" y="52"/>
                  </a:cubicBezTo>
                  <a:cubicBezTo>
                    <a:pt x="35" y="49"/>
                    <a:pt x="39" y="46"/>
                    <a:pt x="39" y="41"/>
                  </a:cubicBezTo>
                  <a:cubicBezTo>
                    <a:pt x="39" y="39"/>
                    <a:pt x="38" y="37"/>
                    <a:pt x="36" y="35"/>
                  </a:cubicBezTo>
                  <a:cubicBezTo>
                    <a:pt x="36" y="34"/>
                    <a:pt x="36" y="34"/>
                    <a:pt x="36" y="34"/>
                  </a:cubicBezTo>
                  <a:cubicBezTo>
                    <a:pt x="34" y="32"/>
                    <a:pt x="31" y="30"/>
                    <a:pt x="25"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2" name="Freeform 463"/>
            <p:cNvSpPr>
              <a:spLocks noEditPoints="1"/>
            </p:cNvSpPr>
            <p:nvPr/>
          </p:nvSpPr>
          <p:spPr bwMode="auto">
            <a:xfrm>
              <a:off x="9137650" y="4510088"/>
              <a:ext cx="55563" cy="71438"/>
            </a:xfrm>
            <a:custGeom>
              <a:avLst/>
              <a:gdLst>
                <a:gd name="T0" fmla="*/ 41 w 44"/>
                <a:gd name="T1" fmla="*/ 11 h 55"/>
                <a:gd name="T2" fmla="*/ 38 w 44"/>
                <a:gd name="T3" fmla="*/ 4 h 55"/>
                <a:gd name="T4" fmla="*/ 29 w 44"/>
                <a:gd name="T5" fmla="*/ 0 h 55"/>
                <a:gd name="T6" fmla="*/ 10 w 44"/>
                <a:gd name="T7" fmla="*/ 12 h 55"/>
                <a:gd name="T8" fmla="*/ 0 w 44"/>
                <a:gd name="T9" fmla="*/ 34 h 55"/>
                <a:gd name="T10" fmla="*/ 0 w 44"/>
                <a:gd name="T11" fmla="*/ 36 h 55"/>
                <a:gd name="T12" fmla="*/ 5 w 44"/>
                <a:gd name="T13" fmla="*/ 50 h 55"/>
                <a:gd name="T14" fmla="*/ 17 w 44"/>
                <a:gd name="T15" fmla="*/ 55 h 55"/>
                <a:gd name="T16" fmla="*/ 36 w 44"/>
                <a:gd name="T17" fmla="*/ 48 h 55"/>
                <a:gd name="T18" fmla="*/ 44 w 44"/>
                <a:gd name="T19" fmla="*/ 37 h 55"/>
                <a:gd name="T20" fmla="*/ 41 w 44"/>
                <a:gd name="T21" fmla="*/ 34 h 55"/>
                <a:gd name="T22" fmla="*/ 38 w 44"/>
                <a:gd name="T23" fmla="*/ 35 h 55"/>
                <a:gd name="T24" fmla="*/ 19 w 44"/>
                <a:gd name="T25" fmla="*/ 45 h 55"/>
                <a:gd name="T26" fmla="*/ 14 w 44"/>
                <a:gd name="T27" fmla="*/ 43 h 55"/>
                <a:gd name="T28" fmla="*/ 12 w 44"/>
                <a:gd name="T29" fmla="*/ 39 h 55"/>
                <a:gd name="T30" fmla="*/ 13 w 44"/>
                <a:gd name="T31" fmla="*/ 37 h 55"/>
                <a:gd name="T32" fmla="*/ 24 w 44"/>
                <a:gd name="T33" fmla="*/ 34 h 55"/>
                <a:gd name="T34" fmla="*/ 33 w 44"/>
                <a:gd name="T35" fmla="*/ 27 h 55"/>
                <a:gd name="T36" fmla="*/ 41 w 44"/>
                <a:gd name="T37" fmla="*/ 11 h 55"/>
                <a:gd name="T38" fmla="*/ 26 w 44"/>
                <a:gd name="T39" fmla="*/ 22 h 55"/>
                <a:gd name="T40" fmla="*/ 13 w 44"/>
                <a:gd name="T41" fmla="*/ 28 h 55"/>
                <a:gd name="T42" fmla="*/ 19 w 44"/>
                <a:gd name="T43" fmla="*/ 16 h 55"/>
                <a:gd name="T44" fmla="*/ 28 w 44"/>
                <a:gd name="T45" fmla="*/ 10 h 55"/>
                <a:gd name="T46" fmla="*/ 30 w 44"/>
                <a:gd name="T47" fmla="*/ 11 h 55"/>
                <a:gd name="T48" fmla="*/ 31 w 44"/>
                <a:gd name="T49" fmla="*/ 13 h 55"/>
                <a:gd name="T50" fmla="*/ 26 w 44"/>
                <a:gd name="T51" fmla="*/ 2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4" h="55">
                  <a:moveTo>
                    <a:pt x="41" y="11"/>
                  </a:moveTo>
                  <a:cubicBezTo>
                    <a:pt x="41" y="8"/>
                    <a:pt x="40" y="6"/>
                    <a:pt x="38" y="4"/>
                  </a:cubicBezTo>
                  <a:cubicBezTo>
                    <a:pt x="36" y="1"/>
                    <a:pt x="33" y="0"/>
                    <a:pt x="29" y="0"/>
                  </a:cubicBezTo>
                  <a:cubicBezTo>
                    <a:pt x="22" y="0"/>
                    <a:pt x="16" y="4"/>
                    <a:pt x="10" y="12"/>
                  </a:cubicBezTo>
                  <a:cubicBezTo>
                    <a:pt x="4" y="19"/>
                    <a:pt x="1" y="26"/>
                    <a:pt x="0" y="34"/>
                  </a:cubicBezTo>
                  <a:cubicBezTo>
                    <a:pt x="0" y="34"/>
                    <a:pt x="0" y="35"/>
                    <a:pt x="0" y="36"/>
                  </a:cubicBezTo>
                  <a:cubicBezTo>
                    <a:pt x="0" y="42"/>
                    <a:pt x="2" y="47"/>
                    <a:pt x="5" y="50"/>
                  </a:cubicBezTo>
                  <a:cubicBezTo>
                    <a:pt x="8" y="54"/>
                    <a:pt x="12" y="55"/>
                    <a:pt x="17" y="55"/>
                  </a:cubicBezTo>
                  <a:cubicBezTo>
                    <a:pt x="24" y="55"/>
                    <a:pt x="30" y="53"/>
                    <a:pt x="36" y="48"/>
                  </a:cubicBezTo>
                  <a:cubicBezTo>
                    <a:pt x="41" y="44"/>
                    <a:pt x="44" y="40"/>
                    <a:pt x="44" y="37"/>
                  </a:cubicBezTo>
                  <a:cubicBezTo>
                    <a:pt x="44" y="35"/>
                    <a:pt x="43" y="34"/>
                    <a:pt x="41" y="34"/>
                  </a:cubicBezTo>
                  <a:cubicBezTo>
                    <a:pt x="40" y="34"/>
                    <a:pt x="39" y="34"/>
                    <a:pt x="38" y="35"/>
                  </a:cubicBezTo>
                  <a:cubicBezTo>
                    <a:pt x="32" y="42"/>
                    <a:pt x="25" y="45"/>
                    <a:pt x="19" y="45"/>
                  </a:cubicBezTo>
                  <a:cubicBezTo>
                    <a:pt x="17" y="45"/>
                    <a:pt x="15" y="45"/>
                    <a:pt x="14" y="43"/>
                  </a:cubicBezTo>
                  <a:cubicBezTo>
                    <a:pt x="12" y="42"/>
                    <a:pt x="12" y="40"/>
                    <a:pt x="12" y="39"/>
                  </a:cubicBezTo>
                  <a:cubicBezTo>
                    <a:pt x="12" y="38"/>
                    <a:pt x="12" y="37"/>
                    <a:pt x="13" y="37"/>
                  </a:cubicBezTo>
                  <a:cubicBezTo>
                    <a:pt x="17" y="36"/>
                    <a:pt x="20" y="35"/>
                    <a:pt x="24" y="34"/>
                  </a:cubicBezTo>
                  <a:cubicBezTo>
                    <a:pt x="27" y="32"/>
                    <a:pt x="30" y="30"/>
                    <a:pt x="33" y="27"/>
                  </a:cubicBezTo>
                  <a:cubicBezTo>
                    <a:pt x="38" y="22"/>
                    <a:pt x="41" y="17"/>
                    <a:pt x="41" y="11"/>
                  </a:cubicBezTo>
                  <a:close/>
                  <a:moveTo>
                    <a:pt x="26" y="22"/>
                  </a:moveTo>
                  <a:cubicBezTo>
                    <a:pt x="22" y="25"/>
                    <a:pt x="18" y="27"/>
                    <a:pt x="13" y="28"/>
                  </a:cubicBezTo>
                  <a:cubicBezTo>
                    <a:pt x="14" y="24"/>
                    <a:pt x="16" y="20"/>
                    <a:pt x="19" y="16"/>
                  </a:cubicBezTo>
                  <a:cubicBezTo>
                    <a:pt x="22" y="12"/>
                    <a:pt x="25" y="10"/>
                    <a:pt x="28" y="10"/>
                  </a:cubicBezTo>
                  <a:cubicBezTo>
                    <a:pt x="29" y="10"/>
                    <a:pt x="30" y="10"/>
                    <a:pt x="30" y="11"/>
                  </a:cubicBezTo>
                  <a:cubicBezTo>
                    <a:pt x="31" y="11"/>
                    <a:pt x="31" y="12"/>
                    <a:pt x="31" y="13"/>
                  </a:cubicBezTo>
                  <a:cubicBezTo>
                    <a:pt x="31" y="16"/>
                    <a:pt x="29" y="19"/>
                    <a:pt x="26"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3" name="Freeform 464"/>
            <p:cNvSpPr>
              <a:spLocks/>
            </p:cNvSpPr>
            <p:nvPr/>
          </p:nvSpPr>
          <p:spPr bwMode="auto">
            <a:xfrm>
              <a:off x="9201150" y="4516438"/>
              <a:ext cx="77788" cy="61913"/>
            </a:xfrm>
            <a:custGeom>
              <a:avLst/>
              <a:gdLst>
                <a:gd name="T0" fmla="*/ 35 w 60"/>
                <a:gd name="T1" fmla="*/ 2 h 48"/>
                <a:gd name="T2" fmla="*/ 13 w 60"/>
                <a:gd name="T3" fmla="*/ 26 h 48"/>
                <a:gd name="T4" fmla="*/ 15 w 60"/>
                <a:gd name="T5" fmla="*/ 8 h 48"/>
                <a:gd name="T6" fmla="*/ 14 w 60"/>
                <a:gd name="T7" fmla="*/ 1 h 48"/>
                <a:gd name="T8" fmla="*/ 10 w 60"/>
                <a:gd name="T9" fmla="*/ 0 h 48"/>
                <a:gd name="T10" fmla="*/ 6 w 60"/>
                <a:gd name="T11" fmla="*/ 2 h 48"/>
                <a:gd name="T12" fmla="*/ 4 w 60"/>
                <a:gd name="T13" fmla="*/ 7 h 48"/>
                <a:gd name="T14" fmla="*/ 2 w 60"/>
                <a:gd name="T15" fmla="*/ 29 h 48"/>
                <a:gd name="T16" fmla="*/ 2 w 60"/>
                <a:gd name="T17" fmla="*/ 32 h 48"/>
                <a:gd name="T18" fmla="*/ 0 w 60"/>
                <a:gd name="T19" fmla="*/ 42 h 48"/>
                <a:gd name="T20" fmla="*/ 8 w 60"/>
                <a:gd name="T21" fmla="*/ 48 h 48"/>
                <a:gd name="T22" fmla="*/ 10 w 60"/>
                <a:gd name="T23" fmla="*/ 47 h 48"/>
                <a:gd name="T24" fmla="*/ 11 w 60"/>
                <a:gd name="T25" fmla="*/ 44 h 48"/>
                <a:gd name="T26" fmla="*/ 20 w 60"/>
                <a:gd name="T27" fmla="*/ 29 h 48"/>
                <a:gd name="T28" fmla="*/ 22 w 60"/>
                <a:gd name="T29" fmla="*/ 26 h 48"/>
                <a:gd name="T30" fmla="*/ 33 w 60"/>
                <a:gd name="T31" fmla="*/ 13 h 48"/>
                <a:gd name="T32" fmla="*/ 38 w 60"/>
                <a:gd name="T33" fmla="*/ 25 h 48"/>
                <a:gd name="T34" fmla="*/ 38 w 60"/>
                <a:gd name="T35" fmla="*/ 29 h 48"/>
                <a:gd name="T36" fmla="*/ 41 w 60"/>
                <a:gd name="T37" fmla="*/ 41 h 48"/>
                <a:gd name="T38" fmla="*/ 41 w 60"/>
                <a:gd name="T39" fmla="*/ 41 h 48"/>
                <a:gd name="T40" fmla="*/ 49 w 60"/>
                <a:gd name="T41" fmla="*/ 46 h 48"/>
                <a:gd name="T42" fmla="*/ 57 w 60"/>
                <a:gd name="T43" fmla="*/ 43 h 48"/>
                <a:gd name="T44" fmla="*/ 60 w 60"/>
                <a:gd name="T45" fmla="*/ 38 h 48"/>
                <a:gd name="T46" fmla="*/ 58 w 60"/>
                <a:gd name="T47" fmla="*/ 35 h 48"/>
                <a:gd name="T48" fmla="*/ 55 w 60"/>
                <a:gd name="T49" fmla="*/ 36 h 48"/>
                <a:gd name="T50" fmla="*/ 52 w 60"/>
                <a:gd name="T51" fmla="*/ 36 h 48"/>
                <a:gd name="T52" fmla="*/ 49 w 60"/>
                <a:gd name="T53" fmla="*/ 29 h 48"/>
                <a:gd name="T54" fmla="*/ 48 w 60"/>
                <a:gd name="T55" fmla="*/ 19 h 48"/>
                <a:gd name="T56" fmla="*/ 35 w 60"/>
                <a:gd name="T57" fmla="*/ 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0" h="48">
                  <a:moveTo>
                    <a:pt x="35" y="2"/>
                  </a:moveTo>
                  <a:cubicBezTo>
                    <a:pt x="27" y="2"/>
                    <a:pt x="19" y="10"/>
                    <a:pt x="13" y="26"/>
                  </a:cubicBezTo>
                  <a:cubicBezTo>
                    <a:pt x="14" y="17"/>
                    <a:pt x="15" y="11"/>
                    <a:pt x="15" y="8"/>
                  </a:cubicBezTo>
                  <a:cubicBezTo>
                    <a:pt x="15" y="4"/>
                    <a:pt x="15" y="2"/>
                    <a:pt x="14" y="1"/>
                  </a:cubicBezTo>
                  <a:cubicBezTo>
                    <a:pt x="13" y="0"/>
                    <a:pt x="11" y="0"/>
                    <a:pt x="10" y="0"/>
                  </a:cubicBezTo>
                  <a:cubicBezTo>
                    <a:pt x="8" y="0"/>
                    <a:pt x="7" y="1"/>
                    <a:pt x="6" y="2"/>
                  </a:cubicBezTo>
                  <a:cubicBezTo>
                    <a:pt x="4" y="4"/>
                    <a:pt x="4" y="6"/>
                    <a:pt x="4" y="7"/>
                  </a:cubicBezTo>
                  <a:cubicBezTo>
                    <a:pt x="4" y="15"/>
                    <a:pt x="3" y="22"/>
                    <a:pt x="2" y="29"/>
                  </a:cubicBezTo>
                  <a:cubicBezTo>
                    <a:pt x="2" y="30"/>
                    <a:pt x="2" y="31"/>
                    <a:pt x="2" y="32"/>
                  </a:cubicBezTo>
                  <a:cubicBezTo>
                    <a:pt x="1" y="37"/>
                    <a:pt x="0" y="40"/>
                    <a:pt x="0" y="42"/>
                  </a:cubicBezTo>
                  <a:cubicBezTo>
                    <a:pt x="0" y="46"/>
                    <a:pt x="3" y="48"/>
                    <a:pt x="8" y="48"/>
                  </a:cubicBezTo>
                  <a:cubicBezTo>
                    <a:pt x="8" y="48"/>
                    <a:pt x="9" y="48"/>
                    <a:pt x="10" y="47"/>
                  </a:cubicBezTo>
                  <a:cubicBezTo>
                    <a:pt x="11" y="46"/>
                    <a:pt x="11" y="45"/>
                    <a:pt x="11" y="44"/>
                  </a:cubicBezTo>
                  <a:cubicBezTo>
                    <a:pt x="13" y="41"/>
                    <a:pt x="15" y="35"/>
                    <a:pt x="20" y="29"/>
                  </a:cubicBezTo>
                  <a:cubicBezTo>
                    <a:pt x="20" y="28"/>
                    <a:pt x="21" y="27"/>
                    <a:pt x="22" y="26"/>
                  </a:cubicBezTo>
                  <a:cubicBezTo>
                    <a:pt x="27" y="17"/>
                    <a:pt x="31" y="13"/>
                    <a:pt x="33" y="13"/>
                  </a:cubicBezTo>
                  <a:cubicBezTo>
                    <a:pt x="36" y="13"/>
                    <a:pt x="37" y="17"/>
                    <a:pt x="38" y="25"/>
                  </a:cubicBezTo>
                  <a:cubicBezTo>
                    <a:pt x="38" y="26"/>
                    <a:pt x="38" y="27"/>
                    <a:pt x="38" y="29"/>
                  </a:cubicBezTo>
                  <a:cubicBezTo>
                    <a:pt x="39" y="34"/>
                    <a:pt x="40" y="37"/>
                    <a:pt x="41" y="41"/>
                  </a:cubicBezTo>
                  <a:cubicBezTo>
                    <a:pt x="41" y="41"/>
                    <a:pt x="41" y="41"/>
                    <a:pt x="41" y="41"/>
                  </a:cubicBezTo>
                  <a:cubicBezTo>
                    <a:pt x="43" y="45"/>
                    <a:pt x="45" y="46"/>
                    <a:pt x="49" y="46"/>
                  </a:cubicBezTo>
                  <a:cubicBezTo>
                    <a:pt x="52" y="46"/>
                    <a:pt x="55" y="45"/>
                    <a:pt x="57" y="43"/>
                  </a:cubicBezTo>
                  <a:cubicBezTo>
                    <a:pt x="59" y="41"/>
                    <a:pt x="60" y="40"/>
                    <a:pt x="60" y="38"/>
                  </a:cubicBezTo>
                  <a:cubicBezTo>
                    <a:pt x="60" y="36"/>
                    <a:pt x="59" y="35"/>
                    <a:pt x="58" y="35"/>
                  </a:cubicBezTo>
                  <a:cubicBezTo>
                    <a:pt x="57" y="35"/>
                    <a:pt x="56" y="36"/>
                    <a:pt x="55" y="36"/>
                  </a:cubicBezTo>
                  <a:cubicBezTo>
                    <a:pt x="54" y="36"/>
                    <a:pt x="53" y="36"/>
                    <a:pt x="52" y="36"/>
                  </a:cubicBezTo>
                  <a:cubicBezTo>
                    <a:pt x="51" y="36"/>
                    <a:pt x="50" y="34"/>
                    <a:pt x="49" y="29"/>
                  </a:cubicBezTo>
                  <a:cubicBezTo>
                    <a:pt x="49" y="26"/>
                    <a:pt x="48" y="23"/>
                    <a:pt x="48" y="19"/>
                  </a:cubicBezTo>
                  <a:cubicBezTo>
                    <a:pt x="47" y="8"/>
                    <a:pt x="43" y="2"/>
                    <a:pt x="3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4" name="Freeform 465"/>
            <p:cNvSpPr>
              <a:spLocks/>
            </p:cNvSpPr>
            <p:nvPr/>
          </p:nvSpPr>
          <p:spPr bwMode="auto">
            <a:xfrm>
              <a:off x="9280525" y="4491038"/>
              <a:ext cx="60325" cy="90488"/>
            </a:xfrm>
            <a:custGeom>
              <a:avLst/>
              <a:gdLst>
                <a:gd name="T0" fmla="*/ 23 w 47"/>
                <a:gd name="T1" fmla="*/ 30 h 70"/>
                <a:gd name="T2" fmla="*/ 40 w 47"/>
                <a:gd name="T3" fmla="*/ 27 h 70"/>
                <a:gd name="T4" fmla="*/ 47 w 47"/>
                <a:gd name="T5" fmla="*/ 22 h 70"/>
                <a:gd name="T6" fmla="*/ 46 w 47"/>
                <a:gd name="T7" fmla="*/ 19 h 70"/>
                <a:gd name="T8" fmla="*/ 43 w 47"/>
                <a:gd name="T9" fmla="*/ 18 h 70"/>
                <a:gd name="T10" fmla="*/ 26 w 47"/>
                <a:gd name="T11" fmla="*/ 20 h 70"/>
                <a:gd name="T12" fmla="*/ 30 w 47"/>
                <a:gd name="T13" fmla="*/ 5 h 70"/>
                <a:gd name="T14" fmla="*/ 29 w 47"/>
                <a:gd name="T15" fmla="*/ 2 h 70"/>
                <a:gd name="T16" fmla="*/ 25 w 47"/>
                <a:gd name="T17" fmla="*/ 0 h 70"/>
                <a:gd name="T18" fmla="*/ 19 w 47"/>
                <a:gd name="T19" fmla="*/ 6 h 70"/>
                <a:gd name="T20" fmla="*/ 15 w 47"/>
                <a:gd name="T21" fmla="*/ 21 h 70"/>
                <a:gd name="T22" fmla="*/ 5 w 47"/>
                <a:gd name="T23" fmla="*/ 21 h 70"/>
                <a:gd name="T24" fmla="*/ 0 w 47"/>
                <a:gd name="T25" fmla="*/ 25 h 70"/>
                <a:gd name="T26" fmla="*/ 2 w 47"/>
                <a:gd name="T27" fmla="*/ 29 h 70"/>
                <a:gd name="T28" fmla="*/ 7 w 47"/>
                <a:gd name="T29" fmla="*/ 29 h 70"/>
                <a:gd name="T30" fmla="*/ 8 w 47"/>
                <a:gd name="T31" fmla="*/ 29 h 70"/>
                <a:gd name="T32" fmla="*/ 12 w 47"/>
                <a:gd name="T33" fmla="*/ 30 h 70"/>
                <a:gd name="T34" fmla="*/ 8 w 47"/>
                <a:gd name="T35" fmla="*/ 48 h 70"/>
                <a:gd name="T36" fmla="*/ 7 w 47"/>
                <a:gd name="T37" fmla="*/ 56 h 70"/>
                <a:gd name="T38" fmla="*/ 10 w 47"/>
                <a:gd name="T39" fmla="*/ 66 h 70"/>
                <a:gd name="T40" fmla="*/ 20 w 47"/>
                <a:gd name="T41" fmla="*/ 70 h 70"/>
                <a:gd name="T42" fmla="*/ 34 w 47"/>
                <a:gd name="T43" fmla="*/ 65 h 70"/>
                <a:gd name="T44" fmla="*/ 41 w 47"/>
                <a:gd name="T45" fmla="*/ 55 h 70"/>
                <a:gd name="T46" fmla="*/ 40 w 47"/>
                <a:gd name="T47" fmla="*/ 54 h 70"/>
                <a:gd name="T48" fmla="*/ 38 w 47"/>
                <a:gd name="T49" fmla="*/ 53 h 70"/>
                <a:gd name="T50" fmla="*/ 33 w 47"/>
                <a:gd name="T51" fmla="*/ 55 h 70"/>
                <a:gd name="T52" fmla="*/ 27 w 47"/>
                <a:gd name="T53" fmla="*/ 59 h 70"/>
                <a:gd name="T54" fmla="*/ 22 w 47"/>
                <a:gd name="T55" fmla="*/ 60 h 70"/>
                <a:gd name="T56" fmla="*/ 19 w 47"/>
                <a:gd name="T57" fmla="*/ 58 h 70"/>
                <a:gd name="T58" fmla="*/ 19 w 47"/>
                <a:gd name="T59" fmla="*/ 53 h 70"/>
                <a:gd name="T60" fmla="*/ 19 w 47"/>
                <a:gd name="T61" fmla="*/ 49 h 70"/>
                <a:gd name="T62" fmla="*/ 21 w 47"/>
                <a:gd name="T63" fmla="*/ 40 h 70"/>
                <a:gd name="T64" fmla="*/ 23 w 47"/>
                <a:gd name="T65" fmla="*/ 3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7" h="70">
                  <a:moveTo>
                    <a:pt x="23" y="30"/>
                  </a:moveTo>
                  <a:cubicBezTo>
                    <a:pt x="40" y="27"/>
                    <a:pt x="40" y="27"/>
                    <a:pt x="40" y="27"/>
                  </a:cubicBezTo>
                  <a:cubicBezTo>
                    <a:pt x="44" y="26"/>
                    <a:pt x="47" y="25"/>
                    <a:pt x="47" y="22"/>
                  </a:cubicBezTo>
                  <a:cubicBezTo>
                    <a:pt x="47" y="20"/>
                    <a:pt x="46" y="19"/>
                    <a:pt x="46" y="19"/>
                  </a:cubicBezTo>
                  <a:cubicBezTo>
                    <a:pt x="45" y="19"/>
                    <a:pt x="44" y="18"/>
                    <a:pt x="43" y="18"/>
                  </a:cubicBezTo>
                  <a:cubicBezTo>
                    <a:pt x="42" y="18"/>
                    <a:pt x="36" y="19"/>
                    <a:pt x="26" y="20"/>
                  </a:cubicBezTo>
                  <a:cubicBezTo>
                    <a:pt x="29" y="10"/>
                    <a:pt x="30" y="6"/>
                    <a:pt x="30" y="5"/>
                  </a:cubicBezTo>
                  <a:cubicBezTo>
                    <a:pt x="30" y="4"/>
                    <a:pt x="30" y="3"/>
                    <a:pt x="29" y="2"/>
                  </a:cubicBezTo>
                  <a:cubicBezTo>
                    <a:pt x="28" y="1"/>
                    <a:pt x="26" y="0"/>
                    <a:pt x="25" y="0"/>
                  </a:cubicBezTo>
                  <a:cubicBezTo>
                    <a:pt x="22" y="0"/>
                    <a:pt x="20" y="2"/>
                    <a:pt x="19" y="6"/>
                  </a:cubicBezTo>
                  <a:cubicBezTo>
                    <a:pt x="17" y="12"/>
                    <a:pt x="16" y="17"/>
                    <a:pt x="15" y="21"/>
                  </a:cubicBezTo>
                  <a:cubicBezTo>
                    <a:pt x="5" y="21"/>
                    <a:pt x="5" y="21"/>
                    <a:pt x="5" y="21"/>
                  </a:cubicBezTo>
                  <a:cubicBezTo>
                    <a:pt x="2" y="21"/>
                    <a:pt x="0" y="22"/>
                    <a:pt x="0" y="25"/>
                  </a:cubicBezTo>
                  <a:cubicBezTo>
                    <a:pt x="0" y="27"/>
                    <a:pt x="1" y="28"/>
                    <a:pt x="2" y="29"/>
                  </a:cubicBezTo>
                  <a:cubicBezTo>
                    <a:pt x="4" y="29"/>
                    <a:pt x="5" y="29"/>
                    <a:pt x="7" y="29"/>
                  </a:cubicBezTo>
                  <a:cubicBezTo>
                    <a:pt x="8" y="29"/>
                    <a:pt x="8" y="29"/>
                    <a:pt x="8" y="29"/>
                  </a:cubicBezTo>
                  <a:cubicBezTo>
                    <a:pt x="8" y="29"/>
                    <a:pt x="10" y="30"/>
                    <a:pt x="12" y="30"/>
                  </a:cubicBezTo>
                  <a:cubicBezTo>
                    <a:pt x="10" y="37"/>
                    <a:pt x="9" y="44"/>
                    <a:pt x="8" y="48"/>
                  </a:cubicBezTo>
                  <a:cubicBezTo>
                    <a:pt x="7" y="51"/>
                    <a:pt x="7" y="54"/>
                    <a:pt x="7" y="56"/>
                  </a:cubicBezTo>
                  <a:cubicBezTo>
                    <a:pt x="7" y="60"/>
                    <a:pt x="8" y="64"/>
                    <a:pt x="10" y="66"/>
                  </a:cubicBezTo>
                  <a:cubicBezTo>
                    <a:pt x="13" y="69"/>
                    <a:pt x="16" y="70"/>
                    <a:pt x="20" y="70"/>
                  </a:cubicBezTo>
                  <a:cubicBezTo>
                    <a:pt x="25" y="70"/>
                    <a:pt x="29" y="68"/>
                    <a:pt x="34" y="65"/>
                  </a:cubicBezTo>
                  <a:cubicBezTo>
                    <a:pt x="38" y="61"/>
                    <a:pt x="41" y="58"/>
                    <a:pt x="41" y="55"/>
                  </a:cubicBezTo>
                  <a:cubicBezTo>
                    <a:pt x="41" y="55"/>
                    <a:pt x="40" y="54"/>
                    <a:pt x="40" y="54"/>
                  </a:cubicBezTo>
                  <a:cubicBezTo>
                    <a:pt x="39" y="53"/>
                    <a:pt x="38" y="53"/>
                    <a:pt x="38" y="53"/>
                  </a:cubicBezTo>
                  <a:cubicBezTo>
                    <a:pt x="36" y="53"/>
                    <a:pt x="35" y="53"/>
                    <a:pt x="33" y="55"/>
                  </a:cubicBezTo>
                  <a:cubicBezTo>
                    <a:pt x="31" y="57"/>
                    <a:pt x="29" y="58"/>
                    <a:pt x="27" y="59"/>
                  </a:cubicBezTo>
                  <a:cubicBezTo>
                    <a:pt x="25" y="59"/>
                    <a:pt x="24" y="60"/>
                    <a:pt x="22" y="60"/>
                  </a:cubicBezTo>
                  <a:cubicBezTo>
                    <a:pt x="21" y="60"/>
                    <a:pt x="20" y="59"/>
                    <a:pt x="19" y="58"/>
                  </a:cubicBezTo>
                  <a:cubicBezTo>
                    <a:pt x="19" y="57"/>
                    <a:pt x="19" y="55"/>
                    <a:pt x="19" y="53"/>
                  </a:cubicBezTo>
                  <a:cubicBezTo>
                    <a:pt x="19" y="52"/>
                    <a:pt x="19" y="51"/>
                    <a:pt x="19" y="49"/>
                  </a:cubicBezTo>
                  <a:cubicBezTo>
                    <a:pt x="19" y="46"/>
                    <a:pt x="20" y="44"/>
                    <a:pt x="21" y="40"/>
                  </a:cubicBezTo>
                  <a:cubicBezTo>
                    <a:pt x="22" y="33"/>
                    <a:pt x="23" y="30"/>
                    <a:pt x="23"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5" name="Freeform 466"/>
            <p:cNvSpPr>
              <a:spLocks noEditPoints="1"/>
            </p:cNvSpPr>
            <p:nvPr/>
          </p:nvSpPr>
          <p:spPr bwMode="auto">
            <a:xfrm>
              <a:off x="9340850" y="4511675"/>
              <a:ext cx="65088" cy="69850"/>
            </a:xfrm>
            <a:custGeom>
              <a:avLst/>
              <a:gdLst>
                <a:gd name="T0" fmla="*/ 46 w 50"/>
                <a:gd name="T1" fmla="*/ 10 h 54"/>
                <a:gd name="T2" fmla="*/ 41 w 50"/>
                <a:gd name="T3" fmla="*/ 6 h 54"/>
                <a:gd name="T4" fmla="*/ 33 w 50"/>
                <a:gd name="T5" fmla="*/ 0 h 54"/>
                <a:gd name="T6" fmla="*/ 11 w 50"/>
                <a:gd name="T7" fmla="*/ 14 h 54"/>
                <a:gd name="T8" fmla="*/ 1 w 50"/>
                <a:gd name="T9" fmla="*/ 33 h 54"/>
                <a:gd name="T10" fmla="*/ 0 w 50"/>
                <a:gd name="T11" fmla="*/ 41 h 54"/>
                <a:gd name="T12" fmla="*/ 3 w 50"/>
                <a:gd name="T13" fmla="*/ 49 h 54"/>
                <a:gd name="T14" fmla="*/ 10 w 50"/>
                <a:gd name="T15" fmla="*/ 52 h 54"/>
                <a:gd name="T16" fmla="*/ 34 w 50"/>
                <a:gd name="T17" fmla="*/ 36 h 54"/>
                <a:gd name="T18" fmla="*/ 42 w 50"/>
                <a:gd name="T19" fmla="*/ 54 h 54"/>
                <a:gd name="T20" fmla="*/ 47 w 50"/>
                <a:gd name="T21" fmla="*/ 52 h 54"/>
                <a:gd name="T22" fmla="*/ 50 w 50"/>
                <a:gd name="T23" fmla="*/ 48 h 54"/>
                <a:gd name="T24" fmla="*/ 48 w 50"/>
                <a:gd name="T25" fmla="*/ 46 h 54"/>
                <a:gd name="T26" fmla="*/ 45 w 50"/>
                <a:gd name="T27" fmla="*/ 44 h 54"/>
                <a:gd name="T28" fmla="*/ 45 w 50"/>
                <a:gd name="T29" fmla="*/ 41 h 54"/>
                <a:gd name="T30" fmla="*/ 45 w 50"/>
                <a:gd name="T31" fmla="*/ 33 h 54"/>
                <a:gd name="T32" fmla="*/ 45 w 50"/>
                <a:gd name="T33" fmla="*/ 33 h 54"/>
                <a:gd name="T34" fmla="*/ 46 w 50"/>
                <a:gd name="T35" fmla="*/ 17 h 54"/>
                <a:gd name="T36" fmla="*/ 46 w 50"/>
                <a:gd name="T37" fmla="*/ 10 h 54"/>
                <a:gd name="T38" fmla="*/ 13 w 50"/>
                <a:gd name="T39" fmla="*/ 42 h 54"/>
                <a:gd name="T40" fmla="*/ 12 w 50"/>
                <a:gd name="T41" fmla="*/ 38 h 54"/>
                <a:gd name="T42" fmla="*/ 13 w 50"/>
                <a:gd name="T43" fmla="*/ 33 h 54"/>
                <a:gd name="T44" fmla="*/ 19 w 50"/>
                <a:gd name="T45" fmla="*/ 21 h 54"/>
                <a:gd name="T46" fmla="*/ 31 w 50"/>
                <a:gd name="T47" fmla="*/ 10 h 54"/>
                <a:gd name="T48" fmla="*/ 34 w 50"/>
                <a:gd name="T49" fmla="*/ 12 h 54"/>
                <a:gd name="T50" fmla="*/ 35 w 50"/>
                <a:gd name="T51" fmla="*/ 15 h 54"/>
                <a:gd name="T52" fmla="*/ 27 w 50"/>
                <a:gd name="T53" fmla="*/ 32 h 54"/>
                <a:gd name="T54" fmla="*/ 27 w 50"/>
                <a:gd name="T55" fmla="*/ 33 h 54"/>
                <a:gd name="T56" fmla="*/ 13 w 50"/>
                <a:gd name="T57" fmla="*/ 4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0" h="54">
                  <a:moveTo>
                    <a:pt x="46" y="10"/>
                  </a:moveTo>
                  <a:cubicBezTo>
                    <a:pt x="46" y="7"/>
                    <a:pt x="45" y="6"/>
                    <a:pt x="41" y="6"/>
                  </a:cubicBezTo>
                  <a:cubicBezTo>
                    <a:pt x="40" y="2"/>
                    <a:pt x="37" y="0"/>
                    <a:pt x="33" y="0"/>
                  </a:cubicBezTo>
                  <a:cubicBezTo>
                    <a:pt x="26" y="0"/>
                    <a:pt x="19" y="5"/>
                    <a:pt x="11" y="14"/>
                  </a:cubicBezTo>
                  <a:cubicBezTo>
                    <a:pt x="6" y="21"/>
                    <a:pt x="3" y="27"/>
                    <a:pt x="1" y="33"/>
                  </a:cubicBezTo>
                  <a:cubicBezTo>
                    <a:pt x="0" y="35"/>
                    <a:pt x="0" y="38"/>
                    <a:pt x="0" y="41"/>
                  </a:cubicBezTo>
                  <a:cubicBezTo>
                    <a:pt x="0" y="44"/>
                    <a:pt x="1" y="47"/>
                    <a:pt x="3" y="49"/>
                  </a:cubicBezTo>
                  <a:cubicBezTo>
                    <a:pt x="5" y="51"/>
                    <a:pt x="8" y="52"/>
                    <a:pt x="10" y="52"/>
                  </a:cubicBezTo>
                  <a:cubicBezTo>
                    <a:pt x="18" y="52"/>
                    <a:pt x="26" y="47"/>
                    <a:pt x="34" y="36"/>
                  </a:cubicBezTo>
                  <a:cubicBezTo>
                    <a:pt x="34" y="48"/>
                    <a:pt x="36" y="54"/>
                    <a:pt x="42" y="54"/>
                  </a:cubicBezTo>
                  <a:cubicBezTo>
                    <a:pt x="44" y="54"/>
                    <a:pt x="46" y="53"/>
                    <a:pt x="47" y="52"/>
                  </a:cubicBezTo>
                  <a:cubicBezTo>
                    <a:pt x="49" y="51"/>
                    <a:pt x="50" y="50"/>
                    <a:pt x="50" y="48"/>
                  </a:cubicBezTo>
                  <a:cubicBezTo>
                    <a:pt x="50" y="47"/>
                    <a:pt x="49" y="46"/>
                    <a:pt x="48" y="46"/>
                  </a:cubicBezTo>
                  <a:cubicBezTo>
                    <a:pt x="46" y="45"/>
                    <a:pt x="46" y="45"/>
                    <a:pt x="45" y="44"/>
                  </a:cubicBezTo>
                  <a:cubicBezTo>
                    <a:pt x="45" y="44"/>
                    <a:pt x="46" y="43"/>
                    <a:pt x="45" y="41"/>
                  </a:cubicBezTo>
                  <a:cubicBezTo>
                    <a:pt x="44" y="39"/>
                    <a:pt x="45" y="37"/>
                    <a:pt x="45" y="33"/>
                  </a:cubicBezTo>
                  <a:cubicBezTo>
                    <a:pt x="45" y="33"/>
                    <a:pt x="45" y="33"/>
                    <a:pt x="45" y="33"/>
                  </a:cubicBezTo>
                  <a:cubicBezTo>
                    <a:pt x="45" y="29"/>
                    <a:pt x="45" y="24"/>
                    <a:pt x="46" y="17"/>
                  </a:cubicBezTo>
                  <a:cubicBezTo>
                    <a:pt x="47" y="14"/>
                    <a:pt x="46" y="11"/>
                    <a:pt x="46" y="10"/>
                  </a:cubicBezTo>
                  <a:close/>
                  <a:moveTo>
                    <a:pt x="13" y="42"/>
                  </a:moveTo>
                  <a:cubicBezTo>
                    <a:pt x="12" y="42"/>
                    <a:pt x="12" y="41"/>
                    <a:pt x="12" y="38"/>
                  </a:cubicBezTo>
                  <a:cubicBezTo>
                    <a:pt x="12" y="37"/>
                    <a:pt x="12" y="35"/>
                    <a:pt x="13" y="33"/>
                  </a:cubicBezTo>
                  <a:cubicBezTo>
                    <a:pt x="14" y="29"/>
                    <a:pt x="16" y="25"/>
                    <a:pt x="19" y="21"/>
                  </a:cubicBezTo>
                  <a:cubicBezTo>
                    <a:pt x="24" y="14"/>
                    <a:pt x="28" y="10"/>
                    <a:pt x="31" y="10"/>
                  </a:cubicBezTo>
                  <a:cubicBezTo>
                    <a:pt x="32" y="10"/>
                    <a:pt x="33" y="11"/>
                    <a:pt x="34" y="12"/>
                  </a:cubicBezTo>
                  <a:cubicBezTo>
                    <a:pt x="34" y="12"/>
                    <a:pt x="35" y="14"/>
                    <a:pt x="35" y="15"/>
                  </a:cubicBezTo>
                  <a:cubicBezTo>
                    <a:pt x="35" y="20"/>
                    <a:pt x="32" y="26"/>
                    <a:pt x="27" y="32"/>
                  </a:cubicBezTo>
                  <a:cubicBezTo>
                    <a:pt x="27" y="32"/>
                    <a:pt x="27" y="32"/>
                    <a:pt x="27" y="33"/>
                  </a:cubicBezTo>
                  <a:cubicBezTo>
                    <a:pt x="21" y="39"/>
                    <a:pt x="17" y="42"/>
                    <a:pt x="13"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6" name="Freeform 467"/>
            <p:cNvSpPr>
              <a:spLocks/>
            </p:cNvSpPr>
            <p:nvPr/>
          </p:nvSpPr>
          <p:spPr bwMode="auto">
            <a:xfrm>
              <a:off x="9410700" y="4491038"/>
              <a:ext cx="60325" cy="90488"/>
            </a:xfrm>
            <a:custGeom>
              <a:avLst/>
              <a:gdLst>
                <a:gd name="T0" fmla="*/ 41 w 47"/>
                <a:gd name="T1" fmla="*/ 55 h 70"/>
                <a:gd name="T2" fmla="*/ 40 w 47"/>
                <a:gd name="T3" fmla="*/ 54 h 70"/>
                <a:gd name="T4" fmla="*/ 38 w 47"/>
                <a:gd name="T5" fmla="*/ 53 h 70"/>
                <a:gd name="T6" fmla="*/ 33 w 47"/>
                <a:gd name="T7" fmla="*/ 55 h 70"/>
                <a:gd name="T8" fmla="*/ 27 w 47"/>
                <a:gd name="T9" fmla="*/ 59 h 70"/>
                <a:gd name="T10" fmla="*/ 23 w 47"/>
                <a:gd name="T11" fmla="*/ 60 h 70"/>
                <a:gd name="T12" fmla="*/ 22 w 47"/>
                <a:gd name="T13" fmla="*/ 60 h 70"/>
                <a:gd name="T14" fmla="*/ 19 w 47"/>
                <a:gd name="T15" fmla="*/ 58 h 70"/>
                <a:gd name="T16" fmla="*/ 19 w 47"/>
                <a:gd name="T17" fmla="*/ 58 h 70"/>
                <a:gd name="T18" fmla="*/ 18 w 47"/>
                <a:gd name="T19" fmla="*/ 53 h 70"/>
                <a:gd name="T20" fmla="*/ 21 w 47"/>
                <a:gd name="T21" fmla="*/ 40 h 70"/>
                <a:gd name="T22" fmla="*/ 23 w 47"/>
                <a:gd name="T23" fmla="*/ 30 h 70"/>
                <a:gd name="T24" fmla="*/ 40 w 47"/>
                <a:gd name="T25" fmla="*/ 27 h 70"/>
                <a:gd name="T26" fmla="*/ 47 w 47"/>
                <a:gd name="T27" fmla="*/ 22 h 70"/>
                <a:gd name="T28" fmla="*/ 46 w 47"/>
                <a:gd name="T29" fmla="*/ 19 h 70"/>
                <a:gd name="T30" fmla="*/ 43 w 47"/>
                <a:gd name="T31" fmla="*/ 18 h 70"/>
                <a:gd name="T32" fmla="*/ 26 w 47"/>
                <a:gd name="T33" fmla="*/ 20 h 70"/>
                <a:gd name="T34" fmla="*/ 30 w 47"/>
                <a:gd name="T35" fmla="*/ 5 h 70"/>
                <a:gd name="T36" fmla="*/ 29 w 47"/>
                <a:gd name="T37" fmla="*/ 2 h 70"/>
                <a:gd name="T38" fmla="*/ 25 w 47"/>
                <a:gd name="T39" fmla="*/ 0 h 70"/>
                <a:gd name="T40" fmla="*/ 19 w 47"/>
                <a:gd name="T41" fmla="*/ 6 h 70"/>
                <a:gd name="T42" fmla="*/ 15 w 47"/>
                <a:gd name="T43" fmla="*/ 21 h 70"/>
                <a:gd name="T44" fmla="*/ 5 w 47"/>
                <a:gd name="T45" fmla="*/ 21 h 70"/>
                <a:gd name="T46" fmla="*/ 0 w 47"/>
                <a:gd name="T47" fmla="*/ 25 h 70"/>
                <a:gd name="T48" fmla="*/ 2 w 47"/>
                <a:gd name="T49" fmla="*/ 29 h 70"/>
                <a:gd name="T50" fmla="*/ 7 w 47"/>
                <a:gd name="T51" fmla="*/ 29 h 70"/>
                <a:gd name="T52" fmla="*/ 8 w 47"/>
                <a:gd name="T53" fmla="*/ 29 h 70"/>
                <a:gd name="T54" fmla="*/ 12 w 47"/>
                <a:gd name="T55" fmla="*/ 30 h 70"/>
                <a:gd name="T56" fmla="*/ 8 w 47"/>
                <a:gd name="T57" fmla="*/ 49 h 70"/>
                <a:gd name="T58" fmla="*/ 7 w 47"/>
                <a:gd name="T59" fmla="*/ 56 h 70"/>
                <a:gd name="T60" fmla="*/ 10 w 47"/>
                <a:gd name="T61" fmla="*/ 66 h 70"/>
                <a:gd name="T62" fmla="*/ 20 w 47"/>
                <a:gd name="T63" fmla="*/ 70 h 70"/>
                <a:gd name="T64" fmla="*/ 34 w 47"/>
                <a:gd name="T65" fmla="*/ 65 h 70"/>
                <a:gd name="T66" fmla="*/ 36 w 47"/>
                <a:gd name="T67" fmla="*/ 63 h 70"/>
                <a:gd name="T68" fmla="*/ 41 w 47"/>
                <a:gd name="T69" fmla="*/ 5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7" h="70">
                  <a:moveTo>
                    <a:pt x="41" y="55"/>
                  </a:moveTo>
                  <a:cubicBezTo>
                    <a:pt x="41" y="55"/>
                    <a:pt x="40" y="54"/>
                    <a:pt x="40" y="54"/>
                  </a:cubicBezTo>
                  <a:cubicBezTo>
                    <a:pt x="39" y="53"/>
                    <a:pt x="38" y="53"/>
                    <a:pt x="38" y="53"/>
                  </a:cubicBezTo>
                  <a:cubicBezTo>
                    <a:pt x="36" y="53"/>
                    <a:pt x="35" y="53"/>
                    <a:pt x="33" y="55"/>
                  </a:cubicBezTo>
                  <a:cubicBezTo>
                    <a:pt x="31" y="57"/>
                    <a:pt x="29" y="58"/>
                    <a:pt x="27" y="59"/>
                  </a:cubicBezTo>
                  <a:cubicBezTo>
                    <a:pt x="26" y="59"/>
                    <a:pt x="25" y="60"/>
                    <a:pt x="23" y="60"/>
                  </a:cubicBezTo>
                  <a:cubicBezTo>
                    <a:pt x="23" y="60"/>
                    <a:pt x="22" y="60"/>
                    <a:pt x="22" y="60"/>
                  </a:cubicBezTo>
                  <a:cubicBezTo>
                    <a:pt x="21" y="60"/>
                    <a:pt x="20" y="59"/>
                    <a:pt x="19" y="58"/>
                  </a:cubicBezTo>
                  <a:cubicBezTo>
                    <a:pt x="19" y="58"/>
                    <a:pt x="19" y="58"/>
                    <a:pt x="19" y="58"/>
                  </a:cubicBezTo>
                  <a:cubicBezTo>
                    <a:pt x="19" y="57"/>
                    <a:pt x="18" y="55"/>
                    <a:pt x="18" y="53"/>
                  </a:cubicBezTo>
                  <a:cubicBezTo>
                    <a:pt x="18" y="51"/>
                    <a:pt x="19" y="47"/>
                    <a:pt x="21" y="40"/>
                  </a:cubicBezTo>
                  <a:cubicBezTo>
                    <a:pt x="22" y="33"/>
                    <a:pt x="23" y="30"/>
                    <a:pt x="23" y="30"/>
                  </a:cubicBezTo>
                  <a:cubicBezTo>
                    <a:pt x="40" y="27"/>
                    <a:pt x="40" y="27"/>
                    <a:pt x="40" y="27"/>
                  </a:cubicBezTo>
                  <a:cubicBezTo>
                    <a:pt x="44" y="26"/>
                    <a:pt x="47" y="25"/>
                    <a:pt x="47" y="22"/>
                  </a:cubicBezTo>
                  <a:cubicBezTo>
                    <a:pt x="47" y="20"/>
                    <a:pt x="46" y="19"/>
                    <a:pt x="46" y="19"/>
                  </a:cubicBezTo>
                  <a:cubicBezTo>
                    <a:pt x="45" y="19"/>
                    <a:pt x="44" y="18"/>
                    <a:pt x="43" y="18"/>
                  </a:cubicBezTo>
                  <a:cubicBezTo>
                    <a:pt x="42" y="18"/>
                    <a:pt x="36" y="19"/>
                    <a:pt x="26" y="20"/>
                  </a:cubicBezTo>
                  <a:cubicBezTo>
                    <a:pt x="29" y="10"/>
                    <a:pt x="30" y="6"/>
                    <a:pt x="30" y="5"/>
                  </a:cubicBezTo>
                  <a:cubicBezTo>
                    <a:pt x="30" y="4"/>
                    <a:pt x="30" y="3"/>
                    <a:pt x="29" y="2"/>
                  </a:cubicBezTo>
                  <a:cubicBezTo>
                    <a:pt x="28" y="1"/>
                    <a:pt x="26" y="0"/>
                    <a:pt x="25" y="0"/>
                  </a:cubicBezTo>
                  <a:cubicBezTo>
                    <a:pt x="22" y="0"/>
                    <a:pt x="20" y="2"/>
                    <a:pt x="19" y="6"/>
                  </a:cubicBezTo>
                  <a:cubicBezTo>
                    <a:pt x="17" y="12"/>
                    <a:pt x="16" y="17"/>
                    <a:pt x="15" y="21"/>
                  </a:cubicBezTo>
                  <a:cubicBezTo>
                    <a:pt x="5" y="21"/>
                    <a:pt x="5" y="21"/>
                    <a:pt x="5" y="21"/>
                  </a:cubicBezTo>
                  <a:cubicBezTo>
                    <a:pt x="2" y="21"/>
                    <a:pt x="0" y="22"/>
                    <a:pt x="0" y="25"/>
                  </a:cubicBezTo>
                  <a:cubicBezTo>
                    <a:pt x="0" y="27"/>
                    <a:pt x="1" y="28"/>
                    <a:pt x="2" y="29"/>
                  </a:cubicBezTo>
                  <a:cubicBezTo>
                    <a:pt x="4" y="29"/>
                    <a:pt x="5" y="29"/>
                    <a:pt x="7" y="29"/>
                  </a:cubicBezTo>
                  <a:cubicBezTo>
                    <a:pt x="8" y="29"/>
                    <a:pt x="8" y="29"/>
                    <a:pt x="8" y="29"/>
                  </a:cubicBezTo>
                  <a:cubicBezTo>
                    <a:pt x="8" y="29"/>
                    <a:pt x="10" y="30"/>
                    <a:pt x="12" y="30"/>
                  </a:cubicBezTo>
                  <a:cubicBezTo>
                    <a:pt x="10" y="38"/>
                    <a:pt x="8" y="45"/>
                    <a:pt x="8" y="49"/>
                  </a:cubicBezTo>
                  <a:cubicBezTo>
                    <a:pt x="7" y="52"/>
                    <a:pt x="7" y="54"/>
                    <a:pt x="7" y="56"/>
                  </a:cubicBezTo>
                  <a:cubicBezTo>
                    <a:pt x="7" y="60"/>
                    <a:pt x="8" y="64"/>
                    <a:pt x="10" y="66"/>
                  </a:cubicBezTo>
                  <a:cubicBezTo>
                    <a:pt x="13" y="69"/>
                    <a:pt x="16" y="70"/>
                    <a:pt x="20" y="70"/>
                  </a:cubicBezTo>
                  <a:cubicBezTo>
                    <a:pt x="25" y="70"/>
                    <a:pt x="29" y="68"/>
                    <a:pt x="34" y="65"/>
                  </a:cubicBezTo>
                  <a:cubicBezTo>
                    <a:pt x="35" y="64"/>
                    <a:pt x="35" y="64"/>
                    <a:pt x="36" y="63"/>
                  </a:cubicBezTo>
                  <a:cubicBezTo>
                    <a:pt x="39" y="60"/>
                    <a:pt x="41" y="58"/>
                    <a:pt x="41" y="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7" name="Freeform 468"/>
            <p:cNvSpPr>
              <a:spLocks/>
            </p:cNvSpPr>
            <p:nvPr/>
          </p:nvSpPr>
          <p:spPr bwMode="auto">
            <a:xfrm>
              <a:off x="9474200" y="4516438"/>
              <a:ext cx="20638" cy="65088"/>
            </a:xfrm>
            <a:custGeom>
              <a:avLst/>
              <a:gdLst>
                <a:gd name="T0" fmla="*/ 12 w 17"/>
                <a:gd name="T1" fmla="*/ 28 h 51"/>
                <a:gd name="T2" fmla="*/ 15 w 17"/>
                <a:gd name="T3" fmla="*/ 14 h 51"/>
                <a:gd name="T4" fmla="*/ 16 w 17"/>
                <a:gd name="T5" fmla="*/ 12 h 51"/>
                <a:gd name="T6" fmla="*/ 17 w 17"/>
                <a:gd name="T7" fmla="*/ 5 h 51"/>
                <a:gd name="T8" fmla="*/ 16 w 17"/>
                <a:gd name="T9" fmla="*/ 1 h 51"/>
                <a:gd name="T10" fmla="*/ 11 w 17"/>
                <a:gd name="T11" fmla="*/ 0 h 51"/>
                <a:gd name="T12" fmla="*/ 6 w 17"/>
                <a:gd name="T13" fmla="*/ 2 h 51"/>
                <a:gd name="T14" fmla="*/ 4 w 17"/>
                <a:gd name="T15" fmla="*/ 8 h 51"/>
                <a:gd name="T16" fmla="*/ 2 w 17"/>
                <a:gd name="T17" fmla="*/ 18 h 51"/>
                <a:gd name="T18" fmla="*/ 2 w 17"/>
                <a:gd name="T19" fmla="*/ 18 h 51"/>
                <a:gd name="T20" fmla="*/ 2 w 17"/>
                <a:gd name="T21" fmla="*/ 23 h 51"/>
                <a:gd name="T22" fmla="*/ 0 w 17"/>
                <a:gd name="T23" fmla="*/ 42 h 51"/>
                <a:gd name="T24" fmla="*/ 0 w 17"/>
                <a:gd name="T25" fmla="*/ 45 h 51"/>
                <a:gd name="T26" fmla="*/ 6 w 17"/>
                <a:gd name="T27" fmla="*/ 51 h 51"/>
                <a:gd name="T28" fmla="*/ 11 w 17"/>
                <a:gd name="T29" fmla="*/ 49 h 51"/>
                <a:gd name="T30" fmla="*/ 13 w 17"/>
                <a:gd name="T31" fmla="*/ 47 h 51"/>
                <a:gd name="T32" fmla="*/ 13 w 17"/>
                <a:gd name="T33" fmla="*/ 45 h 51"/>
                <a:gd name="T34" fmla="*/ 13 w 17"/>
                <a:gd name="T35" fmla="*/ 44 h 51"/>
                <a:gd name="T36" fmla="*/ 12 w 17"/>
                <a:gd name="T37" fmla="*/ 38 h 51"/>
                <a:gd name="T38" fmla="*/ 12 w 17"/>
                <a:gd name="T39" fmla="*/ 2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 h="51">
                  <a:moveTo>
                    <a:pt x="12" y="28"/>
                  </a:moveTo>
                  <a:cubicBezTo>
                    <a:pt x="13" y="24"/>
                    <a:pt x="14" y="20"/>
                    <a:pt x="15" y="14"/>
                  </a:cubicBezTo>
                  <a:cubicBezTo>
                    <a:pt x="16" y="12"/>
                    <a:pt x="16" y="12"/>
                    <a:pt x="16" y="12"/>
                  </a:cubicBezTo>
                  <a:cubicBezTo>
                    <a:pt x="17" y="9"/>
                    <a:pt x="17" y="6"/>
                    <a:pt x="17" y="5"/>
                  </a:cubicBezTo>
                  <a:cubicBezTo>
                    <a:pt x="17" y="4"/>
                    <a:pt x="17" y="2"/>
                    <a:pt x="16" y="1"/>
                  </a:cubicBezTo>
                  <a:cubicBezTo>
                    <a:pt x="14" y="0"/>
                    <a:pt x="13" y="0"/>
                    <a:pt x="11" y="0"/>
                  </a:cubicBezTo>
                  <a:cubicBezTo>
                    <a:pt x="9" y="0"/>
                    <a:pt x="7" y="1"/>
                    <a:pt x="6" y="2"/>
                  </a:cubicBezTo>
                  <a:cubicBezTo>
                    <a:pt x="5" y="4"/>
                    <a:pt x="4" y="6"/>
                    <a:pt x="4" y="8"/>
                  </a:cubicBezTo>
                  <a:cubicBezTo>
                    <a:pt x="4" y="9"/>
                    <a:pt x="6" y="12"/>
                    <a:pt x="2" y="18"/>
                  </a:cubicBezTo>
                  <a:cubicBezTo>
                    <a:pt x="2" y="18"/>
                    <a:pt x="2" y="18"/>
                    <a:pt x="2" y="18"/>
                  </a:cubicBezTo>
                  <a:cubicBezTo>
                    <a:pt x="2" y="19"/>
                    <a:pt x="2" y="21"/>
                    <a:pt x="2" y="23"/>
                  </a:cubicBezTo>
                  <a:cubicBezTo>
                    <a:pt x="0" y="30"/>
                    <a:pt x="0" y="37"/>
                    <a:pt x="0" y="42"/>
                  </a:cubicBezTo>
                  <a:cubicBezTo>
                    <a:pt x="0" y="43"/>
                    <a:pt x="0" y="44"/>
                    <a:pt x="0" y="45"/>
                  </a:cubicBezTo>
                  <a:cubicBezTo>
                    <a:pt x="1" y="49"/>
                    <a:pt x="3" y="51"/>
                    <a:pt x="6" y="51"/>
                  </a:cubicBezTo>
                  <a:cubicBezTo>
                    <a:pt x="8" y="51"/>
                    <a:pt x="9" y="51"/>
                    <a:pt x="11" y="49"/>
                  </a:cubicBezTo>
                  <a:cubicBezTo>
                    <a:pt x="12" y="48"/>
                    <a:pt x="13" y="47"/>
                    <a:pt x="13" y="47"/>
                  </a:cubicBezTo>
                  <a:cubicBezTo>
                    <a:pt x="13" y="46"/>
                    <a:pt x="13" y="46"/>
                    <a:pt x="13" y="45"/>
                  </a:cubicBezTo>
                  <a:cubicBezTo>
                    <a:pt x="13" y="45"/>
                    <a:pt x="13" y="44"/>
                    <a:pt x="13" y="44"/>
                  </a:cubicBezTo>
                  <a:cubicBezTo>
                    <a:pt x="12" y="41"/>
                    <a:pt x="12" y="39"/>
                    <a:pt x="12" y="38"/>
                  </a:cubicBezTo>
                  <a:cubicBezTo>
                    <a:pt x="12" y="35"/>
                    <a:pt x="12" y="32"/>
                    <a:pt x="12"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8" name="Freeform 469"/>
            <p:cNvSpPr>
              <a:spLocks/>
            </p:cNvSpPr>
            <p:nvPr/>
          </p:nvSpPr>
          <p:spPr bwMode="auto">
            <a:xfrm>
              <a:off x="9486900" y="4481513"/>
              <a:ext cx="20638" cy="19050"/>
            </a:xfrm>
            <a:custGeom>
              <a:avLst/>
              <a:gdLst>
                <a:gd name="T0" fmla="*/ 12 w 15"/>
                <a:gd name="T1" fmla="*/ 12 h 15"/>
                <a:gd name="T2" fmla="*/ 15 w 15"/>
                <a:gd name="T3" fmla="*/ 6 h 15"/>
                <a:gd name="T4" fmla="*/ 13 w 15"/>
                <a:gd name="T5" fmla="*/ 2 h 15"/>
                <a:gd name="T6" fmla="*/ 8 w 15"/>
                <a:gd name="T7" fmla="*/ 0 h 15"/>
                <a:gd name="T8" fmla="*/ 2 w 15"/>
                <a:gd name="T9" fmla="*/ 2 h 15"/>
                <a:gd name="T10" fmla="*/ 0 w 15"/>
                <a:gd name="T11" fmla="*/ 8 h 15"/>
                <a:gd name="T12" fmla="*/ 2 w 15"/>
                <a:gd name="T13" fmla="*/ 12 h 15"/>
                <a:gd name="T14" fmla="*/ 7 w 15"/>
                <a:gd name="T15" fmla="*/ 15 h 15"/>
                <a:gd name="T16" fmla="*/ 12 w 15"/>
                <a:gd name="T17" fmla="*/ 1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5">
                  <a:moveTo>
                    <a:pt x="12" y="12"/>
                  </a:moveTo>
                  <a:cubicBezTo>
                    <a:pt x="14" y="10"/>
                    <a:pt x="15" y="8"/>
                    <a:pt x="15" y="6"/>
                  </a:cubicBezTo>
                  <a:cubicBezTo>
                    <a:pt x="15" y="5"/>
                    <a:pt x="14" y="3"/>
                    <a:pt x="13" y="2"/>
                  </a:cubicBezTo>
                  <a:cubicBezTo>
                    <a:pt x="12" y="1"/>
                    <a:pt x="10" y="0"/>
                    <a:pt x="8" y="0"/>
                  </a:cubicBezTo>
                  <a:cubicBezTo>
                    <a:pt x="5" y="0"/>
                    <a:pt x="3" y="1"/>
                    <a:pt x="2" y="2"/>
                  </a:cubicBezTo>
                  <a:cubicBezTo>
                    <a:pt x="0" y="3"/>
                    <a:pt x="0" y="5"/>
                    <a:pt x="0" y="8"/>
                  </a:cubicBezTo>
                  <a:cubicBezTo>
                    <a:pt x="0" y="9"/>
                    <a:pt x="0" y="11"/>
                    <a:pt x="2" y="12"/>
                  </a:cubicBezTo>
                  <a:cubicBezTo>
                    <a:pt x="3" y="14"/>
                    <a:pt x="5" y="15"/>
                    <a:pt x="7" y="15"/>
                  </a:cubicBezTo>
                  <a:cubicBezTo>
                    <a:pt x="8" y="15"/>
                    <a:pt x="10" y="14"/>
                    <a:pt x="1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9" name="Freeform 470"/>
            <p:cNvSpPr>
              <a:spLocks noEditPoints="1"/>
            </p:cNvSpPr>
            <p:nvPr/>
          </p:nvSpPr>
          <p:spPr bwMode="auto">
            <a:xfrm>
              <a:off x="9507538" y="4513263"/>
              <a:ext cx="61913" cy="68263"/>
            </a:xfrm>
            <a:custGeom>
              <a:avLst/>
              <a:gdLst>
                <a:gd name="T0" fmla="*/ 44 w 48"/>
                <a:gd name="T1" fmla="*/ 27 h 53"/>
                <a:gd name="T2" fmla="*/ 46 w 48"/>
                <a:gd name="T3" fmla="*/ 20 h 53"/>
                <a:gd name="T4" fmla="*/ 41 w 48"/>
                <a:gd name="T5" fmla="*/ 6 h 53"/>
                <a:gd name="T6" fmla="*/ 29 w 48"/>
                <a:gd name="T7" fmla="*/ 0 h 53"/>
                <a:gd name="T8" fmla="*/ 9 w 48"/>
                <a:gd name="T9" fmla="*/ 12 h 53"/>
                <a:gd name="T10" fmla="*/ 0 w 48"/>
                <a:gd name="T11" fmla="*/ 36 h 53"/>
                <a:gd name="T12" fmla="*/ 1 w 48"/>
                <a:gd name="T13" fmla="*/ 41 h 53"/>
                <a:gd name="T14" fmla="*/ 5 w 48"/>
                <a:gd name="T15" fmla="*/ 48 h 53"/>
                <a:gd name="T16" fmla="*/ 16 w 48"/>
                <a:gd name="T17" fmla="*/ 53 h 53"/>
                <a:gd name="T18" fmla="*/ 34 w 48"/>
                <a:gd name="T19" fmla="*/ 46 h 53"/>
                <a:gd name="T20" fmla="*/ 43 w 48"/>
                <a:gd name="T21" fmla="*/ 32 h 53"/>
                <a:gd name="T22" fmla="*/ 44 w 48"/>
                <a:gd name="T23" fmla="*/ 27 h 53"/>
                <a:gd name="T24" fmla="*/ 29 w 48"/>
                <a:gd name="T25" fmla="*/ 36 h 53"/>
                <a:gd name="T26" fmla="*/ 17 w 48"/>
                <a:gd name="T27" fmla="*/ 43 h 53"/>
                <a:gd name="T28" fmla="*/ 13 w 48"/>
                <a:gd name="T29" fmla="*/ 41 h 53"/>
                <a:gd name="T30" fmla="*/ 12 w 48"/>
                <a:gd name="T31" fmla="*/ 34 h 53"/>
                <a:gd name="T32" fmla="*/ 12 w 48"/>
                <a:gd name="T33" fmla="*/ 34 h 53"/>
                <a:gd name="T34" fmla="*/ 15 w 48"/>
                <a:gd name="T35" fmla="*/ 21 h 53"/>
                <a:gd name="T36" fmla="*/ 22 w 48"/>
                <a:gd name="T37" fmla="*/ 12 h 53"/>
                <a:gd name="T38" fmla="*/ 22 w 48"/>
                <a:gd name="T39" fmla="*/ 12 h 53"/>
                <a:gd name="T40" fmla="*/ 28 w 48"/>
                <a:gd name="T41" fmla="*/ 10 h 53"/>
                <a:gd name="T42" fmla="*/ 34 w 48"/>
                <a:gd name="T43" fmla="*/ 13 h 53"/>
                <a:gd name="T44" fmla="*/ 36 w 48"/>
                <a:gd name="T45" fmla="*/ 21 h 53"/>
                <a:gd name="T46" fmla="*/ 33 w 48"/>
                <a:gd name="T47" fmla="*/ 32 h 53"/>
                <a:gd name="T48" fmla="*/ 29 w 48"/>
                <a:gd name="T49" fmla="*/ 3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8" h="53">
                  <a:moveTo>
                    <a:pt x="44" y="27"/>
                  </a:moveTo>
                  <a:cubicBezTo>
                    <a:pt x="48" y="25"/>
                    <a:pt x="46" y="22"/>
                    <a:pt x="46" y="20"/>
                  </a:cubicBezTo>
                  <a:cubicBezTo>
                    <a:pt x="46" y="15"/>
                    <a:pt x="45" y="10"/>
                    <a:pt x="41" y="6"/>
                  </a:cubicBezTo>
                  <a:cubicBezTo>
                    <a:pt x="38" y="2"/>
                    <a:pt x="34" y="0"/>
                    <a:pt x="29" y="0"/>
                  </a:cubicBezTo>
                  <a:cubicBezTo>
                    <a:pt x="21" y="0"/>
                    <a:pt x="14" y="4"/>
                    <a:pt x="9" y="12"/>
                  </a:cubicBezTo>
                  <a:cubicBezTo>
                    <a:pt x="3" y="20"/>
                    <a:pt x="0" y="27"/>
                    <a:pt x="0" y="36"/>
                  </a:cubicBezTo>
                  <a:cubicBezTo>
                    <a:pt x="0" y="37"/>
                    <a:pt x="1" y="39"/>
                    <a:pt x="1" y="41"/>
                  </a:cubicBezTo>
                  <a:cubicBezTo>
                    <a:pt x="2" y="44"/>
                    <a:pt x="3" y="46"/>
                    <a:pt x="5" y="48"/>
                  </a:cubicBezTo>
                  <a:cubicBezTo>
                    <a:pt x="8" y="51"/>
                    <a:pt x="12" y="53"/>
                    <a:pt x="16" y="53"/>
                  </a:cubicBezTo>
                  <a:cubicBezTo>
                    <a:pt x="22" y="53"/>
                    <a:pt x="28" y="51"/>
                    <a:pt x="34" y="46"/>
                  </a:cubicBezTo>
                  <a:cubicBezTo>
                    <a:pt x="39" y="42"/>
                    <a:pt x="41" y="37"/>
                    <a:pt x="43" y="32"/>
                  </a:cubicBezTo>
                  <a:cubicBezTo>
                    <a:pt x="44" y="30"/>
                    <a:pt x="44" y="29"/>
                    <a:pt x="44" y="27"/>
                  </a:cubicBezTo>
                  <a:close/>
                  <a:moveTo>
                    <a:pt x="29" y="36"/>
                  </a:moveTo>
                  <a:cubicBezTo>
                    <a:pt x="25" y="41"/>
                    <a:pt x="21" y="43"/>
                    <a:pt x="17" y="43"/>
                  </a:cubicBezTo>
                  <a:cubicBezTo>
                    <a:pt x="16" y="43"/>
                    <a:pt x="14" y="42"/>
                    <a:pt x="13" y="41"/>
                  </a:cubicBezTo>
                  <a:cubicBezTo>
                    <a:pt x="12" y="39"/>
                    <a:pt x="12" y="37"/>
                    <a:pt x="12" y="34"/>
                  </a:cubicBezTo>
                  <a:cubicBezTo>
                    <a:pt x="12" y="34"/>
                    <a:pt x="12" y="34"/>
                    <a:pt x="12" y="34"/>
                  </a:cubicBezTo>
                  <a:cubicBezTo>
                    <a:pt x="12" y="30"/>
                    <a:pt x="13" y="25"/>
                    <a:pt x="15" y="21"/>
                  </a:cubicBezTo>
                  <a:cubicBezTo>
                    <a:pt x="17" y="17"/>
                    <a:pt x="19" y="16"/>
                    <a:pt x="22" y="12"/>
                  </a:cubicBezTo>
                  <a:cubicBezTo>
                    <a:pt x="22" y="12"/>
                    <a:pt x="22" y="12"/>
                    <a:pt x="22" y="12"/>
                  </a:cubicBezTo>
                  <a:cubicBezTo>
                    <a:pt x="23" y="12"/>
                    <a:pt x="26" y="10"/>
                    <a:pt x="28" y="10"/>
                  </a:cubicBezTo>
                  <a:cubicBezTo>
                    <a:pt x="30" y="10"/>
                    <a:pt x="32" y="11"/>
                    <a:pt x="34" y="13"/>
                  </a:cubicBezTo>
                  <a:cubicBezTo>
                    <a:pt x="35" y="15"/>
                    <a:pt x="36" y="18"/>
                    <a:pt x="36" y="21"/>
                  </a:cubicBezTo>
                  <a:cubicBezTo>
                    <a:pt x="36" y="25"/>
                    <a:pt x="35" y="28"/>
                    <a:pt x="33" y="32"/>
                  </a:cubicBezTo>
                  <a:cubicBezTo>
                    <a:pt x="32" y="33"/>
                    <a:pt x="31" y="35"/>
                    <a:pt x="29"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0" name="Freeform 471"/>
            <p:cNvSpPr>
              <a:spLocks/>
            </p:cNvSpPr>
            <p:nvPr/>
          </p:nvSpPr>
          <p:spPr bwMode="auto">
            <a:xfrm>
              <a:off x="9575800" y="4516438"/>
              <a:ext cx="77788" cy="61913"/>
            </a:xfrm>
            <a:custGeom>
              <a:avLst/>
              <a:gdLst>
                <a:gd name="T0" fmla="*/ 35 w 60"/>
                <a:gd name="T1" fmla="*/ 2 h 48"/>
                <a:gd name="T2" fmla="*/ 13 w 60"/>
                <a:gd name="T3" fmla="*/ 26 h 48"/>
                <a:gd name="T4" fmla="*/ 15 w 60"/>
                <a:gd name="T5" fmla="*/ 8 h 48"/>
                <a:gd name="T6" fmla="*/ 14 w 60"/>
                <a:gd name="T7" fmla="*/ 1 h 48"/>
                <a:gd name="T8" fmla="*/ 10 w 60"/>
                <a:gd name="T9" fmla="*/ 0 h 48"/>
                <a:gd name="T10" fmla="*/ 6 w 60"/>
                <a:gd name="T11" fmla="*/ 2 h 48"/>
                <a:gd name="T12" fmla="*/ 4 w 60"/>
                <a:gd name="T13" fmla="*/ 7 h 48"/>
                <a:gd name="T14" fmla="*/ 2 w 60"/>
                <a:gd name="T15" fmla="*/ 29 h 48"/>
                <a:gd name="T16" fmla="*/ 2 w 60"/>
                <a:gd name="T17" fmla="*/ 32 h 48"/>
                <a:gd name="T18" fmla="*/ 0 w 60"/>
                <a:gd name="T19" fmla="*/ 42 h 48"/>
                <a:gd name="T20" fmla="*/ 7 w 60"/>
                <a:gd name="T21" fmla="*/ 48 h 48"/>
                <a:gd name="T22" fmla="*/ 10 w 60"/>
                <a:gd name="T23" fmla="*/ 47 h 48"/>
                <a:gd name="T24" fmla="*/ 11 w 60"/>
                <a:gd name="T25" fmla="*/ 44 h 48"/>
                <a:gd name="T26" fmla="*/ 20 w 60"/>
                <a:gd name="T27" fmla="*/ 29 h 48"/>
                <a:gd name="T28" fmla="*/ 22 w 60"/>
                <a:gd name="T29" fmla="*/ 26 h 48"/>
                <a:gd name="T30" fmla="*/ 33 w 60"/>
                <a:gd name="T31" fmla="*/ 13 h 48"/>
                <a:gd name="T32" fmla="*/ 38 w 60"/>
                <a:gd name="T33" fmla="*/ 25 h 48"/>
                <a:gd name="T34" fmla="*/ 38 w 60"/>
                <a:gd name="T35" fmla="*/ 29 h 48"/>
                <a:gd name="T36" fmla="*/ 41 w 60"/>
                <a:gd name="T37" fmla="*/ 41 h 48"/>
                <a:gd name="T38" fmla="*/ 41 w 60"/>
                <a:gd name="T39" fmla="*/ 41 h 48"/>
                <a:gd name="T40" fmla="*/ 49 w 60"/>
                <a:gd name="T41" fmla="*/ 46 h 48"/>
                <a:gd name="T42" fmla="*/ 57 w 60"/>
                <a:gd name="T43" fmla="*/ 43 h 48"/>
                <a:gd name="T44" fmla="*/ 60 w 60"/>
                <a:gd name="T45" fmla="*/ 38 h 48"/>
                <a:gd name="T46" fmla="*/ 57 w 60"/>
                <a:gd name="T47" fmla="*/ 35 h 48"/>
                <a:gd name="T48" fmla="*/ 55 w 60"/>
                <a:gd name="T49" fmla="*/ 36 h 48"/>
                <a:gd name="T50" fmla="*/ 52 w 60"/>
                <a:gd name="T51" fmla="*/ 36 h 48"/>
                <a:gd name="T52" fmla="*/ 49 w 60"/>
                <a:gd name="T53" fmla="*/ 29 h 48"/>
                <a:gd name="T54" fmla="*/ 48 w 60"/>
                <a:gd name="T55" fmla="*/ 19 h 48"/>
                <a:gd name="T56" fmla="*/ 35 w 60"/>
                <a:gd name="T57" fmla="*/ 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0" h="48">
                  <a:moveTo>
                    <a:pt x="35" y="2"/>
                  </a:moveTo>
                  <a:cubicBezTo>
                    <a:pt x="27" y="2"/>
                    <a:pt x="19" y="10"/>
                    <a:pt x="13" y="26"/>
                  </a:cubicBezTo>
                  <a:cubicBezTo>
                    <a:pt x="14" y="17"/>
                    <a:pt x="15" y="11"/>
                    <a:pt x="15" y="8"/>
                  </a:cubicBezTo>
                  <a:cubicBezTo>
                    <a:pt x="15" y="4"/>
                    <a:pt x="15" y="2"/>
                    <a:pt x="14" y="1"/>
                  </a:cubicBezTo>
                  <a:cubicBezTo>
                    <a:pt x="13" y="0"/>
                    <a:pt x="11" y="0"/>
                    <a:pt x="10" y="0"/>
                  </a:cubicBezTo>
                  <a:cubicBezTo>
                    <a:pt x="8" y="0"/>
                    <a:pt x="7" y="1"/>
                    <a:pt x="6" y="2"/>
                  </a:cubicBezTo>
                  <a:cubicBezTo>
                    <a:pt x="4" y="4"/>
                    <a:pt x="4" y="6"/>
                    <a:pt x="4" y="7"/>
                  </a:cubicBezTo>
                  <a:cubicBezTo>
                    <a:pt x="4" y="15"/>
                    <a:pt x="3" y="22"/>
                    <a:pt x="2" y="29"/>
                  </a:cubicBezTo>
                  <a:cubicBezTo>
                    <a:pt x="2" y="30"/>
                    <a:pt x="2" y="31"/>
                    <a:pt x="2" y="32"/>
                  </a:cubicBezTo>
                  <a:cubicBezTo>
                    <a:pt x="1" y="37"/>
                    <a:pt x="0" y="40"/>
                    <a:pt x="0" y="42"/>
                  </a:cubicBezTo>
                  <a:cubicBezTo>
                    <a:pt x="0" y="46"/>
                    <a:pt x="3" y="48"/>
                    <a:pt x="7" y="48"/>
                  </a:cubicBezTo>
                  <a:cubicBezTo>
                    <a:pt x="8" y="48"/>
                    <a:pt x="9" y="48"/>
                    <a:pt x="10" y="47"/>
                  </a:cubicBezTo>
                  <a:cubicBezTo>
                    <a:pt x="11" y="46"/>
                    <a:pt x="11" y="45"/>
                    <a:pt x="11" y="44"/>
                  </a:cubicBezTo>
                  <a:cubicBezTo>
                    <a:pt x="12" y="41"/>
                    <a:pt x="15" y="35"/>
                    <a:pt x="20" y="29"/>
                  </a:cubicBezTo>
                  <a:cubicBezTo>
                    <a:pt x="20" y="28"/>
                    <a:pt x="21" y="27"/>
                    <a:pt x="22" y="26"/>
                  </a:cubicBezTo>
                  <a:cubicBezTo>
                    <a:pt x="27" y="17"/>
                    <a:pt x="31" y="13"/>
                    <a:pt x="33" y="13"/>
                  </a:cubicBezTo>
                  <a:cubicBezTo>
                    <a:pt x="36" y="13"/>
                    <a:pt x="37" y="17"/>
                    <a:pt x="38" y="25"/>
                  </a:cubicBezTo>
                  <a:cubicBezTo>
                    <a:pt x="38" y="26"/>
                    <a:pt x="38" y="27"/>
                    <a:pt x="38" y="29"/>
                  </a:cubicBezTo>
                  <a:cubicBezTo>
                    <a:pt x="39" y="34"/>
                    <a:pt x="40" y="37"/>
                    <a:pt x="41" y="41"/>
                  </a:cubicBezTo>
                  <a:cubicBezTo>
                    <a:pt x="41" y="41"/>
                    <a:pt x="41" y="41"/>
                    <a:pt x="41" y="41"/>
                  </a:cubicBezTo>
                  <a:cubicBezTo>
                    <a:pt x="43" y="45"/>
                    <a:pt x="45" y="46"/>
                    <a:pt x="49" y="46"/>
                  </a:cubicBezTo>
                  <a:cubicBezTo>
                    <a:pt x="52" y="46"/>
                    <a:pt x="55" y="45"/>
                    <a:pt x="57" y="43"/>
                  </a:cubicBezTo>
                  <a:cubicBezTo>
                    <a:pt x="59" y="41"/>
                    <a:pt x="60" y="40"/>
                    <a:pt x="60" y="38"/>
                  </a:cubicBezTo>
                  <a:cubicBezTo>
                    <a:pt x="60" y="36"/>
                    <a:pt x="59" y="35"/>
                    <a:pt x="57" y="35"/>
                  </a:cubicBezTo>
                  <a:cubicBezTo>
                    <a:pt x="57" y="35"/>
                    <a:pt x="56" y="36"/>
                    <a:pt x="55" y="36"/>
                  </a:cubicBezTo>
                  <a:cubicBezTo>
                    <a:pt x="54" y="36"/>
                    <a:pt x="53" y="36"/>
                    <a:pt x="52" y="36"/>
                  </a:cubicBezTo>
                  <a:cubicBezTo>
                    <a:pt x="51" y="36"/>
                    <a:pt x="50" y="34"/>
                    <a:pt x="49" y="29"/>
                  </a:cubicBezTo>
                  <a:cubicBezTo>
                    <a:pt x="49" y="26"/>
                    <a:pt x="48" y="23"/>
                    <a:pt x="48" y="19"/>
                  </a:cubicBezTo>
                  <a:cubicBezTo>
                    <a:pt x="47" y="8"/>
                    <a:pt x="42" y="2"/>
                    <a:pt x="3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71" name="组合 470"/>
          <p:cNvGrpSpPr/>
          <p:nvPr/>
        </p:nvGrpSpPr>
        <p:grpSpPr>
          <a:xfrm>
            <a:off x="10644188" y="4549775"/>
            <a:ext cx="1065213" cy="144463"/>
            <a:chOff x="10644188" y="4549775"/>
            <a:chExt cx="1065213" cy="144463"/>
          </a:xfrm>
          <a:solidFill>
            <a:schemeClr val="tx1">
              <a:lumMod val="65000"/>
              <a:lumOff val="35000"/>
            </a:schemeClr>
          </a:solidFill>
        </p:grpSpPr>
        <p:sp>
          <p:nvSpPr>
            <p:cNvPr id="472" name="Freeform 472"/>
            <p:cNvSpPr>
              <a:spLocks/>
            </p:cNvSpPr>
            <p:nvPr/>
          </p:nvSpPr>
          <p:spPr bwMode="auto">
            <a:xfrm>
              <a:off x="10644188" y="4560888"/>
              <a:ext cx="74613" cy="96838"/>
            </a:xfrm>
            <a:custGeom>
              <a:avLst/>
              <a:gdLst>
                <a:gd name="T0" fmla="*/ 55 w 58"/>
                <a:gd name="T1" fmla="*/ 22 h 75"/>
                <a:gd name="T2" fmla="*/ 58 w 58"/>
                <a:gd name="T3" fmla="*/ 14 h 75"/>
                <a:gd name="T4" fmla="*/ 54 w 58"/>
                <a:gd name="T5" fmla="*/ 4 h 75"/>
                <a:gd name="T6" fmla="*/ 41 w 58"/>
                <a:gd name="T7" fmla="*/ 0 h 75"/>
                <a:gd name="T8" fmla="*/ 14 w 58"/>
                <a:gd name="T9" fmla="*/ 5 h 75"/>
                <a:gd name="T10" fmla="*/ 1 w 58"/>
                <a:gd name="T11" fmla="*/ 13 h 75"/>
                <a:gd name="T12" fmla="*/ 1 w 58"/>
                <a:gd name="T13" fmla="*/ 15 h 75"/>
                <a:gd name="T14" fmla="*/ 3 w 58"/>
                <a:gd name="T15" fmla="*/ 17 h 75"/>
                <a:gd name="T16" fmla="*/ 5 w 58"/>
                <a:gd name="T17" fmla="*/ 18 h 75"/>
                <a:gd name="T18" fmla="*/ 6 w 58"/>
                <a:gd name="T19" fmla="*/ 18 h 75"/>
                <a:gd name="T20" fmla="*/ 7 w 58"/>
                <a:gd name="T21" fmla="*/ 20 h 75"/>
                <a:gd name="T22" fmla="*/ 5 w 58"/>
                <a:gd name="T23" fmla="*/ 36 h 75"/>
                <a:gd name="T24" fmla="*/ 1 w 58"/>
                <a:gd name="T25" fmla="*/ 60 h 75"/>
                <a:gd name="T26" fmla="*/ 0 w 58"/>
                <a:gd name="T27" fmla="*/ 64 h 75"/>
                <a:gd name="T28" fmla="*/ 7 w 58"/>
                <a:gd name="T29" fmla="*/ 73 h 75"/>
                <a:gd name="T30" fmla="*/ 11 w 58"/>
                <a:gd name="T31" fmla="*/ 71 h 75"/>
                <a:gd name="T32" fmla="*/ 13 w 58"/>
                <a:gd name="T33" fmla="*/ 65 h 75"/>
                <a:gd name="T34" fmla="*/ 14 w 58"/>
                <a:gd name="T35" fmla="*/ 59 h 75"/>
                <a:gd name="T36" fmla="*/ 16 w 58"/>
                <a:gd name="T37" fmla="*/ 36 h 75"/>
                <a:gd name="T38" fmla="*/ 20 w 58"/>
                <a:gd name="T39" fmla="*/ 15 h 75"/>
                <a:gd name="T40" fmla="*/ 27 w 58"/>
                <a:gd name="T41" fmla="*/ 11 h 75"/>
                <a:gd name="T42" fmla="*/ 39 w 58"/>
                <a:gd name="T43" fmla="*/ 10 h 75"/>
                <a:gd name="T44" fmla="*/ 46 w 58"/>
                <a:gd name="T45" fmla="*/ 15 h 75"/>
                <a:gd name="T46" fmla="*/ 40 w 58"/>
                <a:gd name="T47" fmla="*/ 23 h 75"/>
                <a:gd name="T48" fmla="*/ 29 w 58"/>
                <a:gd name="T49" fmla="*/ 31 h 75"/>
                <a:gd name="T50" fmla="*/ 20 w 58"/>
                <a:gd name="T51" fmla="*/ 37 h 75"/>
                <a:gd name="T52" fmla="*/ 21 w 58"/>
                <a:gd name="T53" fmla="*/ 41 h 75"/>
                <a:gd name="T54" fmla="*/ 27 w 58"/>
                <a:gd name="T55" fmla="*/ 42 h 75"/>
                <a:gd name="T56" fmla="*/ 32 w 58"/>
                <a:gd name="T57" fmla="*/ 41 h 75"/>
                <a:gd name="T58" fmla="*/ 36 w 58"/>
                <a:gd name="T59" fmla="*/ 40 h 75"/>
                <a:gd name="T60" fmla="*/ 43 w 58"/>
                <a:gd name="T61" fmla="*/ 42 h 75"/>
                <a:gd name="T62" fmla="*/ 46 w 58"/>
                <a:gd name="T63" fmla="*/ 48 h 75"/>
                <a:gd name="T64" fmla="*/ 39 w 58"/>
                <a:gd name="T65" fmla="*/ 58 h 75"/>
                <a:gd name="T66" fmla="*/ 28 w 58"/>
                <a:gd name="T67" fmla="*/ 63 h 75"/>
                <a:gd name="T68" fmla="*/ 25 w 58"/>
                <a:gd name="T69" fmla="*/ 63 h 75"/>
                <a:gd name="T70" fmla="*/ 16 w 58"/>
                <a:gd name="T71" fmla="*/ 71 h 75"/>
                <a:gd name="T72" fmla="*/ 23 w 58"/>
                <a:gd name="T73" fmla="*/ 75 h 75"/>
                <a:gd name="T74" fmla="*/ 47 w 58"/>
                <a:gd name="T75" fmla="*/ 66 h 75"/>
                <a:gd name="T76" fmla="*/ 58 w 58"/>
                <a:gd name="T77" fmla="*/ 48 h 75"/>
                <a:gd name="T78" fmla="*/ 56 w 58"/>
                <a:gd name="T79" fmla="*/ 39 h 75"/>
                <a:gd name="T80" fmla="*/ 44 w 58"/>
                <a:gd name="T81" fmla="*/ 32 h 75"/>
                <a:gd name="T82" fmla="*/ 55 w 58"/>
                <a:gd name="T83" fmla="*/ 2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8" h="75">
                  <a:moveTo>
                    <a:pt x="55" y="22"/>
                  </a:moveTo>
                  <a:cubicBezTo>
                    <a:pt x="57" y="19"/>
                    <a:pt x="58" y="16"/>
                    <a:pt x="58" y="14"/>
                  </a:cubicBezTo>
                  <a:cubicBezTo>
                    <a:pt x="58" y="10"/>
                    <a:pt x="57" y="7"/>
                    <a:pt x="54" y="4"/>
                  </a:cubicBezTo>
                  <a:cubicBezTo>
                    <a:pt x="50" y="2"/>
                    <a:pt x="46" y="0"/>
                    <a:pt x="41" y="0"/>
                  </a:cubicBezTo>
                  <a:cubicBezTo>
                    <a:pt x="32" y="0"/>
                    <a:pt x="23" y="2"/>
                    <a:pt x="14" y="5"/>
                  </a:cubicBezTo>
                  <a:cubicBezTo>
                    <a:pt x="5" y="7"/>
                    <a:pt x="1" y="10"/>
                    <a:pt x="1" y="13"/>
                  </a:cubicBezTo>
                  <a:cubicBezTo>
                    <a:pt x="1" y="14"/>
                    <a:pt x="1" y="14"/>
                    <a:pt x="1" y="15"/>
                  </a:cubicBezTo>
                  <a:cubicBezTo>
                    <a:pt x="1" y="16"/>
                    <a:pt x="2" y="16"/>
                    <a:pt x="3" y="17"/>
                  </a:cubicBezTo>
                  <a:cubicBezTo>
                    <a:pt x="3" y="18"/>
                    <a:pt x="4" y="18"/>
                    <a:pt x="5" y="18"/>
                  </a:cubicBezTo>
                  <a:cubicBezTo>
                    <a:pt x="6" y="18"/>
                    <a:pt x="6" y="18"/>
                    <a:pt x="6" y="18"/>
                  </a:cubicBezTo>
                  <a:cubicBezTo>
                    <a:pt x="7" y="18"/>
                    <a:pt x="7" y="18"/>
                    <a:pt x="7" y="20"/>
                  </a:cubicBezTo>
                  <a:cubicBezTo>
                    <a:pt x="7" y="21"/>
                    <a:pt x="7" y="26"/>
                    <a:pt x="5" y="36"/>
                  </a:cubicBezTo>
                  <a:cubicBezTo>
                    <a:pt x="4" y="46"/>
                    <a:pt x="3" y="54"/>
                    <a:pt x="1" y="60"/>
                  </a:cubicBezTo>
                  <a:cubicBezTo>
                    <a:pt x="1" y="62"/>
                    <a:pt x="0" y="64"/>
                    <a:pt x="0" y="64"/>
                  </a:cubicBezTo>
                  <a:cubicBezTo>
                    <a:pt x="0" y="70"/>
                    <a:pt x="3" y="73"/>
                    <a:pt x="7" y="73"/>
                  </a:cubicBezTo>
                  <a:cubicBezTo>
                    <a:pt x="8" y="73"/>
                    <a:pt x="10" y="72"/>
                    <a:pt x="11" y="71"/>
                  </a:cubicBezTo>
                  <a:cubicBezTo>
                    <a:pt x="12" y="70"/>
                    <a:pt x="13" y="68"/>
                    <a:pt x="13" y="65"/>
                  </a:cubicBezTo>
                  <a:cubicBezTo>
                    <a:pt x="14" y="59"/>
                    <a:pt x="14" y="59"/>
                    <a:pt x="14" y="59"/>
                  </a:cubicBezTo>
                  <a:cubicBezTo>
                    <a:pt x="14" y="57"/>
                    <a:pt x="15" y="49"/>
                    <a:pt x="16" y="36"/>
                  </a:cubicBezTo>
                  <a:cubicBezTo>
                    <a:pt x="18" y="23"/>
                    <a:pt x="19" y="16"/>
                    <a:pt x="20" y="15"/>
                  </a:cubicBezTo>
                  <a:cubicBezTo>
                    <a:pt x="20" y="13"/>
                    <a:pt x="23" y="12"/>
                    <a:pt x="27" y="11"/>
                  </a:cubicBezTo>
                  <a:cubicBezTo>
                    <a:pt x="31" y="10"/>
                    <a:pt x="35" y="10"/>
                    <a:pt x="39" y="10"/>
                  </a:cubicBezTo>
                  <a:cubicBezTo>
                    <a:pt x="44" y="10"/>
                    <a:pt x="46" y="12"/>
                    <a:pt x="46" y="15"/>
                  </a:cubicBezTo>
                  <a:cubicBezTo>
                    <a:pt x="46" y="17"/>
                    <a:pt x="44" y="20"/>
                    <a:pt x="40" y="23"/>
                  </a:cubicBezTo>
                  <a:cubicBezTo>
                    <a:pt x="37" y="27"/>
                    <a:pt x="33" y="29"/>
                    <a:pt x="29" y="31"/>
                  </a:cubicBezTo>
                  <a:cubicBezTo>
                    <a:pt x="23" y="33"/>
                    <a:pt x="20" y="35"/>
                    <a:pt x="20" y="37"/>
                  </a:cubicBezTo>
                  <a:cubicBezTo>
                    <a:pt x="20" y="39"/>
                    <a:pt x="20" y="41"/>
                    <a:pt x="21" y="41"/>
                  </a:cubicBezTo>
                  <a:cubicBezTo>
                    <a:pt x="22" y="42"/>
                    <a:pt x="24" y="42"/>
                    <a:pt x="27" y="42"/>
                  </a:cubicBezTo>
                  <a:cubicBezTo>
                    <a:pt x="28" y="42"/>
                    <a:pt x="30" y="42"/>
                    <a:pt x="32" y="41"/>
                  </a:cubicBezTo>
                  <a:cubicBezTo>
                    <a:pt x="34" y="40"/>
                    <a:pt x="35" y="40"/>
                    <a:pt x="36" y="40"/>
                  </a:cubicBezTo>
                  <a:cubicBezTo>
                    <a:pt x="39" y="40"/>
                    <a:pt x="41" y="40"/>
                    <a:pt x="43" y="42"/>
                  </a:cubicBezTo>
                  <a:cubicBezTo>
                    <a:pt x="45" y="44"/>
                    <a:pt x="46" y="46"/>
                    <a:pt x="46" y="48"/>
                  </a:cubicBezTo>
                  <a:cubicBezTo>
                    <a:pt x="46" y="52"/>
                    <a:pt x="44" y="55"/>
                    <a:pt x="39" y="58"/>
                  </a:cubicBezTo>
                  <a:cubicBezTo>
                    <a:pt x="35" y="62"/>
                    <a:pt x="31" y="63"/>
                    <a:pt x="28" y="63"/>
                  </a:cubicBezTo>
                  <a:cubicBezTo>
                    <a:pt x="25" y="63"/>
                    <a:pt x="25" y="63"/>
                    <a:pt x="25" y="63"/>
                  </a:cubicBezTo>
                  <a:cubicBezTo>
                    <a:pt x="19" y="63"/>
                    <a:pt x="16" y="66"/>
                    <a:pt x="16" y="71"/>
                  </a:cubicBezTo>
                  <a:cubicBezTo>
                    <a:pt x="16" y="73"/>
                    <a:pt x="18" y="75"/>
                    <a:pt x="23" y="75"/>
                  </a:cubicBezTo>
                  <a:cubicBezTo>
                    <a:pt x="31" y="75"/>
                    <a:pt x="39" y="72"/>
                    <a:pt x="47" y="66"/>
                  </a:cubicBezTo>
                  <a:cubicBezTo>
                    <a:pt x="54" y="60"/>
                    <a:pt x="58" y="54"/>
                    <a:pt x="58" y="48"/>
                  </a:cubicBezTo>
                  <a:cubicBezTo>
                    <a:pt x="58" y="45"/>
                    <a:pt x="57" y="42"/>
                    <a:pt x="56" y="39"/>
                  </a:cubicBezTo>
                  <a:cubicBezTo>
                    <a:pt x="54" y="36"/>
                    <a:pt x="50" y="34"/>
                    <a:pt x="44" y="32"/>
                  </a:cubicBezTo>
                  <a:cubicBezTo>
                    <a:pt x="50" y="28"/>
                    <a:pt x="53" y="24"/>
                    <a:pt x="55"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3" name="Freeform 473"/>
            <p:cNvSpPr>
              <a:spLocks/>
            </p:cNvSpPr>
            <p:nvPr/>
          </p:nvSpPr>
          <p:spPr bwMode="auto">
            <a:xfrm>
              <a:off x="10731500" y="4586288"/>
              <a:ext cx="61913" cy="66675"/>
            </a:xfrm>
            <a:custGeom>
              <a:avLst/>
              <a:gdLst>
                <a:gd name="T0" fmla="*/ 11 w 48"/>
                <a:gd name="T1" fmla="*/ 51 h 52"/>
                <a:gd name="T2" fmla="*/ 23 w 48"/>
                <a:gd name="T3" fmla="*/ 46 h 52"/>
                <a:gd name="T4" fmla="*/ 33 w 48"/>
                <a:gd name="T5" fmla="*/ 33 h 52"/>
                <a:gd name="T6" fmla="*/ 35 w 48"/>
                <a:gd name="T7" fmla="*/ 47 h 52"/>
                <a:gd name="T8" fmla="*/ 41 w 48"/>
                <a:gd name="T9" fmla="*/ 52 h 52"/>
                <a:gd name="T10" fmla="*/ 45 w 48"/>
                <a:gd name="T11" fmla="*/ 50 h 52"/>
                <a:gd name="T12" fmla="*/ 48 w 48"/>
                <a:gd name="T13" fmla="*/ 47 h 52"/>
                <a:gd name="T14" fmla="*/ 47 w 48"/>
                <a:gd name="T15" fmla="*/ 45 h 52"/>
                <a:gd name="T16" fmla="*/ 42 w 48"/>
                <a:gd name="T17" fmla="*/ 31 h 52"/>
                <a:gd name="T18" fmla="*/ 45 w 48"/>
                <a:gd name="T19" fmla="*/ 12 h 52"/>
                <a:gd name="T20" fmla="*/ 46 w 48"/>
                <a:gd name="T21" fmla="*/ 9 h 52"/>
                <a:gd name="T22" fmla="*/ 41 w 48"/>
                <a:gd name="T23" fmla="*/ 3 h 52"/>
                <a:gd name="T24" fmla="*/ 36 w 48"/>
                <a:gd name="T25" fmla="*/ 6 h 52"/>
                <a:gd name="T26" fmla="*/ 33 w 48"/>
                <a:gd name="T27" fmla="*/ 16 h 52"/>
                <a:gd name="T28" fmla="*/ 24 w 48"/>
                <a:gd name="T29" fmla="*/ 32 h 52"/>
                <a:gd name="T30" fmla="*/ 13 w 48"/>
                <a:gd name="T31" fmla="*/ 40 h 52"/>
                <a:gd name="T32" fmla="*/ 10 w 48"/>
                <a:gd name="T33" fmla="*/ 34 h 52"/>
                <a:gd name="T34" fmla="*/ 12 w 48"/>
                <a:gd name="T35" fmla="*/ 25 h 52"/>
                <a:gd name="T36" fmla="*/ 15 w 48"/>
                <a:gd name="T37" fmla="*/ 15 h 52"/>
                <a:gd name="T38" fmla="*/ 17 w 48"/>
                <a:gd name="T39" fmla="*/ 6 h 52"/>
                <a:gd name="T40" fmla="*/ 15 w 48"/>
                <a:gd name="T41" fmla="*/ 2 h 52"/>
                <a:gd name="T42" fmla="*/ 11 w 48"/>
                <a:gd name="T43" fmla="*/ 0 h 52"/>
                <a:gd name="T44" fmla="*/ 5 w 48"/>
                <a:gd name="T45" fmla="*/ 4 h 52"/>
                <a:gd name="T46" fmla="*/ 3 w 48"/>
                <a:gd name="T47" fmla="*/ 18 h 52"/>
                <a:gd name="T48" fmla="*/ 0 w 48"/>
                <a:gd name="T49" fmla="*/ 35 h 52"/>
                <a:gd name="T50" fmla="*/ 4 w 48"/>
                <a:gd name="T51" fmla="*/ 47 h 52"/>
                <a:gd name="T52" fmla="*/ 11 w 48"/>
                <a:gd name="T53" fmla="*/ 5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52">
                  <a:moveTo>
                    <a:pt x="11" y="51"/>
                  </a:moveTo>
                  <a:cubicBezTo>
                    <a:pt x="15" y="51"/>
                    <a:pt x="19" y="49"/>
                    <a:pt x="23" y="46"/>
                  </a:cubicBezTo>
                  <a:cubicBezTo>
                    <a:pt x="27" y="43"/>
                    <a:pt x="30" y="38"/>
                    <a:pt x="33" y="33"/>
                  </a:cubicBezTo>
                  <a:cubicBezTo>
                    <a:pt x="33" y="39"/>
                    <a:pt x="34" y="43"/>
                    <a:pt x="35" y="47"/>
                  </a:cubicBezTo>
                  <a:cubicBezTo>
                    <a:pt x="37" y="50"/>
                    <a:pt x="38" y="52"/>
                    <a:pt x="41" y="52"/>
                  </a:cubicBezTo>
                  <a:cubicBezTo>
                    <a:pt x="42" y="52"/>
                    <a:pt x="44" y="51"/>
                    <a:pt x="45" y="50"/>
                  </a:cubicBezTo>
                  <a:cubicBezTo>
                    <a:pt x="47" y="49"/>
                    <a:pt x="48" y="48"/>
                    <a:pt x="48" y="47"/>
                  </a:cubicBezTo>
                  <a:cubicBezTo>
                    <a:pt x="48" y="47"/>
                    <a:pt x="47" y="46"/>
                    <a:pt x="47" y="45"/>
                  </a:cubicBezTo>
                  <a:cubicBezTo>
                    <a:pt x="44" y="44"/>
                    <a:pt x="42" y="39"/>
                    <a:pt x="42" y="31"/>
                  </a:cubicBezTo>
                  <a:cubicBezTo>
                    <a:pt x="42" y="24"/>
                    <a:pt x="43" y="18"/>
                    <a:pt x="45" y="12"/>
                  </a:cubicBezTo>
                  <a:cubicBezTo>
                    <a:pt x="46" y="10"/>
                    <a:pt x="46" y="9"/>
                    <a:pt x="46" y="9"/>
                  </a:cubicBezTo>
                  <a:cubicBezTo>
                    <a:pt x="46" y="5"/>
                    <a:pt x="44" y="3"/>
                    <a:pt x="41" y="3"/>
                  </a:cubicBezTo>
                  <a:cubicBezTo>
                    <a:pt x="39" y="3"/>
                    <a:pt x="38" y="4"/>
                    <a:pt x="36" y="6"/>
                  </a:cubicBezTo>
                  <a:cubicBezTo>
                    <a:pt x="35" y="8"/>
                    <a:pt x="34" y="11"/>
                    <a:pt x="33" y="16"/>
                  </a:cubicBezTo>
                  <a:cubicBezTo>
                    <a:pt x="31" y="22"/>
                    <a:pt x="28" y="27"/>
                    <a:pt x="24" y="32"/>
                  </a:cubicBezTo>
                  <a:cubicBezTo>
                    <a:pt x="19" y="38"/>
                    <a:pt x="15" y="40"/>
                    <a:pt x="13" y="40"/>
                  </a:cubicBezTo>
                  <a:cubicBezTo>
                    <a:pt x="11" y="40"/>
                    <a:pt x="10" y="38"/>
                    <a:pt x="10" y="34"/>
                  </a:cubicBezTo>
                  <a:cubicBezTo>
                    <a:pt x="10" y="33"/>
                    <a:pt x="11" y="30"/>
                    <a:pt x="12" y="25"/>
                  </a:cubicBezTo>
                  <a:cubicBezTo>
                    <a:pt x="13" y="21"/>
                    <a:pt x="14" y="18"/>
                    <a:pt x="15" y="15"/>
                  </a:cubicBezTo>
                  <a:cubicBezTo>
                    <a:pt x="16" y="11"/>
                    <a:pt x="17" y="8"/>
                    <a:pt x="17" y="6"/>
                  </a:cubicBezTo>
                  <a:cubicBezTo>
                    <a:pt x="17" y="4"/>
                    <a:pt x="16" y="3"/>
                    <a:pt x="15" y="2"/>
                  </a:cubicBezTo>
                  <a:cubicBezTo>
                    <a:pt x="14" y="1"/>
                    <a:pt x="13" y="0"/>
                    <a:pt x="11" y="0"/>
                  </a:cubicBezTo>
                  <a:cubicBezTo>
                    <a:pt x="8" y="0"/>
                    <a:pt x="6" y="2"/>
                    <a:pt x="5" y="4"/>
                  </a:cubicBezTo>
                  <a:cubicBezTo>
                    <a:pt x="5" y="7"/>
                    <a:pt x="4" y="12"/>
                    <a:pt x="3" y="18"/>
                  </a:cubicBezTo>
                  <a:cubicBezTo>
                    <a:pt x="1" y="26"/>
                    <a:pt x="0" y="31"/>
                    <a:pt x="0" y="35"/>
                  </a:cubicBezTo>
                  <a:cubicBezTo>
                    <a:pt x="0" y="40"/>
                    <a:pt x="1" y="44"/>
                    <a:pt x="4" y="47"/>
                  </a:cubicBezTo>
                  <a:cubicBezTo>
                    <a:pt x="6" y="49"/>
                    <a:pt x="8" y="51"/>
                    <a:pt x="11"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4" name="Freeform 474"/>
            <p:cNvSpPr>
              <a:spLocks/>
            </p:cNvSpPr>
            <p:nvPr/>
          </p:nvSpPr>
          <p:spPr bwMode="auto">
            <a:xfrm>
              <a:off x="10799763" y="4581525"/>
              <a:ext cx="50800" cy="73025"/>
            </a:xfrm>
            <a:custGeom>
              <a:avLst/>
              <a:gdLst>
                <a:gd name="T0" fmla="*/ 21 w 39"/>
                <a:gd name="T1" fmla="*/ 13 h 57"/>
                <a:gd name="T2" fmla="*/ 31 w 39"/>
                <a:gd name="T3" fmla="*/ 10 h 57"/>
                <a:gd name="T4" fmla="*/ 33 w 39"/>
                <a:gd name="T5" fmla="*/ 11 h 57"/>
                <a:gd name="T6" fmla="*/ 34 w 39"/>
                <a:gd name="T7" fmla="*/ 11 h 57"/>
                <a:gd name="T8" fmla="*/ 37 w 39"/>
                <a:gd name="T9" fmla="*/ 10 h 57"/>
                <a:gd name="T10" fmla="*/ 39 w 39"/>
                <a:gd name="T11" fmla="*/ 7 h 57"/>
                <a:gd name="T12" fmla="*/ 31 w 39"/>
                <a:gd name="T13" fmla="*/ 0 h 57"/>
                <a:gd name="T14" fmla="*/ 14 w 39"/>
                <a:gd name="T15" fmla="*/ 6 h 57"/>
                <a:gd name="T16" fmla="*/ 5 w 39"/>
                <a:gd name="T17" fmla="*/ 20 h 57"/>
                <a:gd name="T18" fmla="*/ 7 w 39"/>
                <a:gd name="T19" fmla="*/ 28 h 57"/>
                <a:gd name="T20" fmla="*/ 20 w 39"/>
                <a:gd name="T21" fmla="*/ 36 h 57"/>
                <a:gd name="T22" fmla="*/ 28 w 39"/>
                <a:gd name="T23" fmla="*/ 42 h 57"/>
                <a:gd name="T24" fmla="*/ 21 w 39"/>
                <a:gd name="T25" fmla="*/ 45 h 57"/>
                <a:gd name="T26" fmla="*/ 12 w 39"/>
                <a:gd name="T27" fmla="*/ 47 h 57"/>
                <a:gd name="T28" fmla="*/ 9 w 39"/>
                <a:gd name="T29" fmla="*/ 46 h 57"/>
                <a:gd name="T30" fmla="*/ 6 w 39"/>
                <a:gd name="T31" fmla="*/ 45 h 57"/>
                <a:gd name="T32" fmla="*/ 2 w 39"/>
                <a:gd name="T33" fmla="*/ 47 h 57"/>
                <a:gd name="T34" fmla="*/ 0 w 39"/>
                <a:gd name="T35" fmla="*/ 51 h 57"/>
                <a:gd name="T36" fmla="*/ 9 w 39"/>
                <a:gd name="T37" fmla="*/ 57 h 57"/>
                <a:gd name="T38" fmla="*/ 29 w 39"/>
                <a:gd name="T39" fmla="*/ 52 h 57"/>
                <a:gd name="T40" fmla="*/ 39 w 39"/>
                <a:gd name="T41" fmla="*/ 41 h 57"/>
                <a:gd name="T42" fmla="*/ 36 w 39"/>
                <a:gd name="T43" fmla="*/ 34 h 57"/>
                <a:gd name="T44" fmla="*/ 25 w 39"/>
                <a:gd name="T45" fmla="*/ 27 h 57"/>
                <a:gd name="T46" fmla="*/ 18 w 39"/>
                <a:gd name="T47" fmla="*/ 23 h 57"/>
                <a:gd name="T48" fmla="*/ 16 w 39"/>
                <a:gd name="T49" fmla="*/ 19 h 57"/>
                <a:gd name="T50" fmla="*/ 21 w 39"/>
                <a:gd name="T51" fmla="*/ 13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9" h="57">
                  <a:moveTo>
                    <a:pt x="21" y="13"/>
                  </a:moveTo>
                  <a:cubicBezTo>
                    <a:pt x="25" y="11"/>
                    <a:pt x="28" y="10"/>
                    <a:pt x="31" y="10"/>
                  </a:cubicBezTo>
                  <a:cubicBezTo>
                    <a:pt x="31" y="10"/>
                    <a:pt x="32" y="10"/>
                    <a:pt x="33" y="11"/>
                  </a:cubicBezTo>
                  <a:cubicBezTo>
                    <a:pt x="33" y="11"/>
                    <a:pt x="34" y="11"/>
                    <a:pt x="34" y="11"/>
                  </a:cubicBezTo>
                  <a:cubicBezTo>
                    <a:pt x="35" y="11"/>
                    <a:pt x="36" y="11"/>
                    <a:pt x="37" y="10"/>
                  </a:cubicBezTo>
                  <a:cubicBezTo>
                    <a:pt x="39" y="9"/>
                    <a:pt x="39" y="8"/>
                    <a:pt x="39" y="7"/>
                  </a:cubicBezTo>
                  <a:cubicBezTo>
                    <a:pt x="39" y="2"/>
                    <a:pt x="37" y="0"/>
                    <a:pt x="31" y="0"/>
                  </a:cubicBezTo>
                  <a:cubicBezTo>
                    <a:pt x="26" y="0"/>
                    <a:pt x="20" y="2"/>
                    <a:pt x="14" y="6"/>
                  </a:cubicBezTo>
                  <a:cubicBezTo>
                    <a:pt x="8" y="10"/>
                    <a:pt x="5" y="15"/>
                    <a:pt x="5" y="20"/>
                  </a:cubicBezTo>
                  <a:cubicBezTo>
                    <a:pt x="5" y="23"/>
                    <a:pt x="6" y="26"/>
                    <a:pt x="7" y="28"/>
                  </a:cubicBezTo>
                  <a:cubicBezTo>
                    <a:pt x="9" y="30"/>
                    <a:pt x="13" y="33"/>
                    <a:pt x="20" y="36"/>
                  </a:cubicBezTo>
                  <a:cubicBezTo>
                    <a:pt x="25" y="38"/>
                    <a:pt x="28" y="40"/>
                    <a:pt x="28" y="42"/>
                  </a:cubicBezTo>
                  <a:cubicBezTo>
                    <a:pt x="27" y="43"/>
                    <a:pt x="25" y="44"/>
                    <a:pt x="21" y="45"/>
                  </a:cubicBezTo>
                  <a:cubicBezTo>
                    <a:pt x="18" y="46"/>
                    <a:pt x="15" y="47"/>
                    <a:pt x="12" y="47"/>
                  </a:cubicBezTo>
                  <a:cubicBezTo>
                    <a:pt x="11" y="47"/>
                    <a:pt x="10" y="47"/>
                    <a:pt x="9" y="46"/>
                  </a:cubicBezTo>
                  <a:cubicBezTo>
                    <a:pt x="7" y="46"/>
                    <a:pt x="6" y="45"/>
                    <a:pt x="6" y="45"/>
                  </a:cubicBezTo>
                  <a:cubicBezTo>
                    <a:pt x="4" y="45"/>
                    <a:pt x="3" y="46"/>
                    <a:pt x="2" y="47"/>
                  </a:cubicBezTo>
                  <a:cubicBezTo>
                    <a:pt x="1" y="48"/>
                    <a:pt x="0" y="49"/>
                    <a:pt x="0" y="51"/>
                  </a:cubicBezTo>
                  <a:cubicBezTo>
                    <a:pt x="0" y="55"/>
                    <a:pt x="3" y="57"/>
                    <a:pt x="9" y="57"/>
                  </a:cubicBezTo>
                  <a:cubicBezTo>
                    <a:pt x="16" y="57"/>
                    <a:pt x="23" y="56"/>
                    <a:pt x="29" y="52"/>
                  </a:cubicBezTo>
                  <a:cubicBezTo>
                    <a:pt x="36" y="49"/>
                    <a:pt x="39" y="46"/>
                    <a:pt x="39" y="41"/>
                  </a:cubicBezTo>
                  <a:cubicBezTo>
                    <a:pt x="39" y="39"/>
                    <a:pt x="38" y="36"/>
                    <a:pt x="36" y="34"/>
                  </a:cubicBezTo>
                  <a:cubicBezTo>
                    <a:pt x="34" y="32"/>
                    <a:pt x="31" y="30"/>
                    <a:pt x="25" y="27"/>
                  </a:cubicBezTo>
                  <a:cubicBezTo>
                    <a:pt x="22" y="26"/>
                    <a:pt x="19" y="24"/>
                    <a:pt x="18" y="23"/>
                  </a:cubicBezTo>
                  <a:cubicBezTo>
                    <a:pt x="17" y="22"/>
                    <a:pt x="16" y="21"/>
                    <a:pt x="16" y="19"/>
                  </a:cubicBezTo>
                  <a:cubicBezTo>
                    <a:pt x="16" y="17"/>
                    <a:pt x="18" y="15"/>
                    <a:pt x="21"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5" name="Freeform 475"/>
            <p:cNvSpPr>
              <a:spLocks/>
            </p:cNvSpPr>
            <p:nvPr/>
          </p:nvSpPr>
          <p:spPr bwMode="auto">
            <a:xfrm>
              <a:off x="10872788" y="4552950"/>
              <a:ext cx="19050" cy="19050"/>
            </a:xfrm>
            <a:custGeom>
              <a:avLst/>
              <a:gdLst>
                <a:gd name="T0" fmla="*/ 12 w 15"/>
                <a:gd name="T1" fmla="*/ 12 h 15"/>
                <a:gd name="T2" fmla="*/ 15 w 15"/>
                <a:gd name="T3" fmla="*/ 6 h 15"/>
                <a:gd name="T4" fmla="*/ 13 w 15"/>
                <a:gd name="T5" fmla="*/ 2 h 15"/>
                <a:gd name="T6" fmla="*/ 8 w 15"/>
                <a:gd name="T7" fmla="*/ 0 h 15"/>
                <a:gd name="T8" fmla="*/ 2 w 15"/>
                <a:gd name="T9" fmla="*/ 2 h 15"/>
                <a:gd name="T10" fmla="*/ 0 w 15"/>
                <a:gd name="T11" fmla="*/ 8 h 15"/>
                <a:gd name="T12" fmla="*/ 2 w 15"/>
                <a:gd name="T13" fmla="*/ 12 h 15"/>
                <a:gd name="T14" fmla="*/ 7 w 15"/>
                <a:gd name="T15" fmla="*/ 15 h 15"/>
                <a:gd name="T16" fmla="*/ 12 w 15"/>
                <a:gd name="T17" fmla="*/ 1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5">
                  <a:moveTo>
                    <a:pt x="12" y="12"/>
                  </a:moveTo>
                  <a:cubicBezTo>
                    <a:pt x="14" y="10"/>
                    <a:pt x="15" y="8"/>
                    <a:pt x="15" y="6"/>
                  </a:cubicBezTo>
                  <a:cubicBezTo>
                    <a:pt x="15" y="5"/>
                    <a:pt x="14" y="3"/>
                    <a:pt x="13" y="2"/>
                  </a:cubicBezTo>
                  <a:cubicBezTo>
                    <a:pt x="12" y="1"/>
                    <a:pt x="10" y="0"/>
                    <a:pt x="8" y="0"/>
                  </a:cubicBezTo>
                  <a:cubicBezTo>
                    <a:pt x="5" y="0"/>
                    <a:pt x="3" y="1"/>
                    <a:pt x="2" y="2"/>
                  </a:cubicBezTo>
                  <a:cubicBezTo>
                    <a:pt x="0" y="3"/>
                    <a:pt x="0" y="5"/>
                    <a:pt x="0" y="8"/>
                  </a:cubicBezTo>
                  <a:cubicBezTo>
                    <a:pt x="0" y="9"/>
                    <a:pt x="0" y="11"/>
                    <a:pt x="2" y="12"/>
                  </a:cubicBezTo>
                  <a:cubicBezTo>
                    <a:pt x="3" y="14"/>
                    <a:pt x="5" y="15"/>
                    <a:pt x="7" y="15"/>
                  </a:cubicBezTo>
                  <a:cubicBezTo>
                    <a:pt x="8" y="15"/>
                    <a:pt x="10" y="14"/>
                    <a:pt x="1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6" name="Freeform 476"/>
            <p:cNvSpPr>
              <a:spLocks/>
            </p:cNvSpPr>
            <p:nvPr/>
          </p:nvSpPr>
          <p:spPr bwMode="auto">
            <a:xfrm>
              <a:off x="10858500" y="4587875"/>
              <a:ext cx="23813" cy="65088"/>
            </a:xfrm>
            <a:custGeom>
              <a:avLst/>
              <a:gdLst>
                <a:gd name="T0" fmla="*/ 15 w 18"/>
                <a:gd name="T1" fmla="*/ 14 h 51"/>
                <a:gd name="T2" fmla="*/ 16 w 18"/>
                <a:gd name="T3" fmla="*/ 12 h 51"/>
                <a:gd name="T4" fmla="*/ 18 w 18"/>
                <a:gd name="T5" fmla="*/ 5 h 51"/>
                <a:gd name="T6" fmla="*/ 16 w 18"/>
                <a:gd name="T7" fmla="*/ 1 h 51"/>
                <a:gd name="T8" fmla="*/ 11 w 18"/>
                <a:gd name="T9" fmla="*/ 0 h 51"/>
                <a:gd name="T10" fmla="*/ 7 w 18"/>
                <a:gd name="T11" fmla="*/ 2 h 51"/>
                <a:gd name="T12" fmla="*/ 4 w 18"/>
                <a:gd name="T13" fmla="*/ 8 h 51"/>
                <a:gd name="T14" fmla="*/ 2 w 18"/>
                <a:gd name="T15" fmla="*/ 18 h 51"/>
                <a:gd name="T16" fmla="*/ 2 w 18"/>
                <a:gd name="T17" fmla="*/ 18 h 51"/>
                <a:gd name="T18" fmla="*/ 2 w 18"/>
                <a:gd name="T19" fmla="*/ 23 h 51"/>
                <a:gd name="T20" fmla="*/ 0 w 18"/>
                <a:gd name="T21" fmla="*/ 42 h 51"/>
                <a:gd name="T22" fmla="*/ 6 w 18"/>
                <a:gd name="T23" fmla="*/ 51 h 51"/>
                <a:gd name="T24" fmla="*/ 11 w 18"/>
                <a:gd name="T25" fmla="*/ 49 h 51"/>
                <a:gd name="T26" fmla="*/ 13 w 18"/>
                <a:gd name="T27" fmla="*/ 47 h 51"/>
                <a:gd name="T28" fmla="*/ 13 w 18"/>
                <a:gd name="T29" fmla="*/ 45 h 51"/>
                <a:gd name="T30" fmla="*/ 12 w 18"/>
                <a:gd name="T31" fmla="*/ 38 h 51"/>
                <a:gd name="T32" fmla="*/ 12 w 18"/>
                <a:gd name="T33" fmla="*/ 28 h 51"/>
                <a:gd name="T34" fmla="*/ 15 w 18"/>
                <a:gd name="T35" fmla="*/ 1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51">
                  <a:moveTo>
                    <a:pt x="15" y="14"/>
                  </a:moveTo>
                  <a:cubicBezTo>
                    <a:pt x="16" y="12"/>
                    <a:pt x="16" y="12"/>
                    <a:pt x="16" y="12"/>
                  </a:cubicBezTo>
                  <a:cubicBezTo>
                    <a:pt x="17" y="9"/>
                    <a:pt x="18" y="6"/>
                    <a:pt x="18" y="5"/>
                  </a:cubicBezTo>
                  <a:cubicBezTo>
                    <a:pt x="18" y="4"/>
                    <a:pt x="17" y="2"/>
                    <a:pt x="16" y="1"/>
                  </a:cubicBezTo>
                  <a:cubicBezTo>
                    <a:pt x="15" y="0"/>
                    <a:pt x="13" y="0"/>
                    <a:pt x="11" y="0"/>
                  </a:cubicBezTo>
                  <a:cubicBezTo>
                    <a:pt x="9" y="0"/>
                    <a:pt x="8" y="1"/>
                    <a:pt x="7" y="2"/>
                  </a:cubicBezTo>
                  <a:cubicBezTo>
                    <a:pt x="5" y="4"/>
                    <a:pt x="4" y="6"/>
                    <a:pt x="4" y="8"/>
                  </a:cubicBezTo>
                  <a:cubicBezTo>
                    <a:pt x="4" y="9"/>
                    <a:pt x="6" y="12"/>
                    <a:pt x="2" y="18"/>
                  </a:cubicBezTo>
                  <a:cubicBezTo>
                    <a:pt x="2" y="18"/>
                    <a:pt x="2" y="18"/>
                    <a:pt x="2" y="18"/>
                  </a:cubicBezTo>
                  <a:cubicBezTo>
                    <a:pt x="2" y="19"/>
                    <a:pt x="2" y="21"/>
                    <a:pt x="2" y="23"/>
                  </a:cubicBezTo>
                  <a:cubicBezTo>
                    <a:pt x="0" y="30"/>
                    <a:pt x="0" y="37"/>
                    <a:pt x="0" y="42"/>
                  </a:cubicBezTo>
                  <a:cubicBezTo>
                    <a:pt x="0" y="48"/>
                    <a:pt x="2" y="51"/>
                    <a:pt x="6" y="51"/>
                  </a:cubicBezTo>
                  <a:cubicBezTo>
                    <a:pt x="8" y="51"/>
                    <a:pt x="10" y="51"/>
                    <a:pt x="11" y="49"/>
                  </a:cubicBezTo>
                  <a:cubicBezTo>
                    <a:pt x="12" y="48"/>
                    <a:pt x="13" y="47"/>
                    <a:pt x="13" y="47"/>
                  </a:cubicBezTo>
                  <a:cubicBezTo>
                    <a:pt x="13" y="46"/>
                    <a:pt x="13" y="46"/>
                    <a:pt x="13" y="45"/>
                  </a:cubicBezTo>
                  <a:cubicBezTo>
                    <a:pt x="12" y="42"/>
                    <a:pt x="12" y="39"/>
                    <a:pt x="12" y="38"/>
                  </a:cubicBezTo>
                  <a:cubicBezTo>
                    <a:pt x="12" y="35"/>
                    <a:pt x="12" y="32"/>
                    <a:pt x="12" y="28"/>
                  </a:cubicBezTo>
                  <a:cubicBezTo>
                    <a:pt x="13" y="24"/>
                    <a:pt x="14" y="20"/>
                    <a:pt x="15"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7" name="Freeform 477"/>
            <p:cNvSpPr>
              <a:spLocks/>
            </p:cNvSpPr>
            <p:nvPr/>
          </p:nvSpPr>
          <p:spPr bwMode="auto">
            <a:xfrm>
              <a:off x="10891838" y="4589463"/>
              <a:ext cx="77788" cy="61913"/>
            </a:xfrm>
            <a:custGeom>
              <a:avLst/>
              <a:gdLst>
                <a:gd name="T0" fmla="*/ 49 w 60"/>
                <a:gd name="T1" fmla="*/ 46 h 48"/>
                <a:gd name="T2" fmla="*/ 57 w 60"/>
                <a:gd name="T3" fmla="*/ 43 h 48"/>
                <a:gd name="T4" fmla="*/ 60 w 60"/>
                <a:gd name="T5" fmla="*/ 38 h 48"/>
                <a:gd name="T6" fmla="*/ 57 w 60"/>
                <a:gd name="T7" fmla="*/ 35 h 48"/>
                <a:gd name="T8" fmla="*/ 55 w 60"/>
                <a:gd name="T9" fmla="*/ 36 h 48"/>
                <a:gd name="T10" fmla="*/ 52 w 60"/>
                <a:gd name="T11" fmla="*/ 36 h 48"/>
                <a:gd name="T12" fmla="*/ 48 w 60"/>
                <a:gd name="T13" fmla="*/ 19 h 48"/>
                <a:gd name="T14" fmla="*/ 35 w 60"/>
                <a:gd name="T15" fmla="*/ 2 h 48"/>
                <a:gd name="T16" fmla="*/ 13 w 60"/>
                <a:gd name="T17" fmla="*/ 26 h 48"/>
                <a:gd name="T18" fmla="*/ 15 w 60"/>
                <a:gd name="T19" fmla="*/ 8 h 48"/>
                <a:gd name="T20" fmla="*/ 14 w 60"/>
                <a:gd name="T21" fmla="*/ 1 h 48"/>
                <a:gd name="T22" fmla="*/ 10 w 60"/>
                <a:gd name="T23" fmla="*/ 0 h 48"/>
                <a:gd name="T24" fmla="*/ 6 w 60"/>
                <a:gd name="T25" fmla="*/ 2 h 48"/>
                <a:gd name="T26" fmla="*/ 4 w 60"/>
                <a:gd name="T27" fmla="*/ 7 h 48"/>
                <a:gd name="T28" fmla="*/ 2 w 60"/>
                <a:gd name="T29" fmla="*/ 32 h 48"/>
                <a:gd name="T30" fmla="*/ 0 w 60"/>
                <a:gd name="T31" fmla="*/ 42 h 48"/>
                <a:gd name="T32" fmla="*/ 7 w 60"/>
                <a:gd name="T33" fmla="*/ 48 h 48"/>
                <a:gd name="T34" fmla="*/ 10 w 60"/>
                <a:gd name="T35" fmla="*/ 47 h 48"/>
                <a:gd name="T36" fmla="*/ 11 w 60"/>
                <a:gd name="T37" fmla="*/ 44 h 48"/>
                <a:gd name="T38" fmla="*/ 22 w 60"/>
                <a:gd name="T39" fmla="*/ 26 h 48"/>
                <a:gd name="T40" fmla="*/ 33 w 60"/>
                <a:gd name="T41" fmla="*/ 13 h 48"/>
                <a:gd name="T42" fmla="*/ 38 w 60"/>
                <a:gd name="T43" fmla="*/ 25 h 48"/>
                <a:gd name="T44" fmla="*/ 41 w 60"/>
                <a:gd name="T45" fmla="*/ 41 h 48"/>
                <a:gd name="T46" fmla="*/ 41 w 60"/>
                <a:gd name="T47" fmla="*/ 41 h 48"/>
                <a:gd name="T48" fmla="*/ 49 w 60"/>
                <a:gd name="T49" fmla="*/ 46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 h="48">
                  <a:moveTo>
                    <a:pt x="49" y="46"/>
                  </a:moveTo>
                  <a:cubicBezTo>
                    <a:pt x="52" y="46"/>
                    <a:pt x="55" y="45"/>
                    <a:pt x="57" y="43"/>
                  </a:cubicBezTo>
                  <a:cubicBezTo>
                    <a:pt x="59" y="41"/>
                    <a:pt x="60" y="40"/>
                    <a:pt x="60" y="38"/>
                  </a:cubicBezTo>
                  <a:cubicBezTo>
                    <a:pt x="60" y="36"/>
                    <a:pt x="59" y="35"/>
                    <a:pt x="57" y="35"/>
                  </a:cubicBezTo>
                  <a:cubicBezTo>
                    <a:pt x="57" y="35"/>
                    <a:pt x="56" y="36"/>
                    <a:pt x="55" y="36"/>
                  </a:cubicBezTo>
                  <a:cubicBezTo>
                    <a:pt x="54" y="36"/>
                    <a:pt x="53" y="36"/>
                    <a:pt x="52" y="36"/>
                  </a:cubicBezTo>
                  <a:cubicBezTo>
                    <a:pt x="51" y="36"/>
                    <a:pt x="49" y="31"/>
                    <a:pt x="48" y="19"/>
                  </a:cubicBezTo>
                  <a:cubicBezTo>
                    <a:pt x="47" y="8"/>
                    <a:pt x="42" y="2"/>
                    <a:pt x="35" y="2"/>
                  </a:cubicBezTo>
                  <a:cubicBezTo>
                    <a:pt x="27" y="2"/>
                    <a:pt x="19" y="10"/>
                    <a:pt x="13" y="26"/>
                  </a:cubicBezTo>
                  <a:cubicBezTo>
                    <a:pt x="14" y="17"/>
                    <a:pt x="15" y="11"/>
                    <a:pt x="15" y="8"/>
                  </a:cubicBezTo>
                  <a:cubicBezTo>
                    <a:pt x="15" y="4"/>
                    <a:pt x="15" y="2"/>
                    <a:pt x="14" y="1"/>
                  </a:cubicBezTo>
                  <a:cubicBezTo>
                    <a:pt x="13" y="0"/>
                    <a:pt x="11" y="0"/>
                    <a:pt x="10" y="0"/>
                  </a:cubicBezTo>
                  <a:cubicBezTo>
                    <a:pt x="8" y="0"/>
                    <a:pt x="7" y="1"/>
                    <a:pt x="6" y="2"/>
                  </a:cubicBezTo>
                  <a:cubicBezTo>
                    <a:pt x="4" y="4"/>
                    <a:pt x="4" y="6"/>
                    <a:pt x="4" y="7"/>
                  </a:cubicBezTo>
                  <a:cubicBezTo>
                    <a:pt x="4" y="17"/>
                    <a:pt x="3" y="25"/>
                    <a:pt x="2" y="32"/>
                  </a:cubicBezTo>
                  <a:cubicBezTo>
                    <a:pt x="1" y="37"/>
                    <a:pt x="0" y="40"/>
                    <a:pt x="0" y="42"/>
                  </a:cubicBezTo>
                  <a:cubicBezTo>
                    <a:pt x="0" y="46"/>
                    <a:pt x="3" y="48"/>
                    <a:pt x="7" y="48"/>
                  </a:cubicBezTo>
                  <a:cubicBezTo>
                    <a:pt x="8" y="48"/>
                    <a:pt x="9" y="48"/>
                    <a:pt x="10" y="47"/>
                  </a:cubicBezTo>
                  <a:cubicBezTo>
                    <a:pt x="11" y="46"/>
                    <a:pt x="11" y="45"/>
                    <a:pt x="11" y="44"/>
                  </a:cubicBezTo>
                  <a:cubicBezTo>
                    <a:pt x="13" y="40"/>
                    <a:pt x="16" y="34"/>
                    <a:pt x="22" y="26"/>
                  </a:cubicBezTo>
                  <a:cubicBezTo>
                    <a:pt x="27" y="17"/>
                    <a:pt x="31" y="13"/>
                    <a:pt x="33" y="13"/>
                  </a:cubicBezTo>
                  <a:cubicBezTo>
                    <a:pt x="36" y="13"/>
                    <a:pt x="37" y="17"/>
                    <a:pt x="38" y="25"/>
                  </a:cubicBezTo>
                  <a:cubicBezTo>
                    <a:pt x="39" y="33"/>
                    <a:pt x="40" y="37"/>
                    <a:pt x="41" y="41"/>
                  </a:cubicBezTo>
                  <a:cubicBezTo>
                    <a:pt x="41" y="41"/>
                    <a:pt x="41" y="41"/>
                    <a:pt x="41" y="41"/>
                  </a:cubicBezTo>
                  <a:cubicBezTo>
                    <a:pt x="43" y="45"/>
                    <a:pt x="45" y="46"/>
                    <a:pt x="49"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8" name="Freeform 478"/>
            <p:cNvSpPr>
              <a:spLocks noEditPoints="1"/>
            </p:cNvSpPr>
            <p:nvPr/>
          </p:nvSpPr>
          <p:spPr bwMode="auto">
            <a:xfrm>
              <a:off x="10974388" y="4583113"/>
              <a:ext cx="55563" cy="69850"/>
            </a:xfrm>
            <a:custGeom>
              <a:avLst/>
              <a:gdLst>
                <a:gd name="T0" fmla="*/ 17 w 44"/>
                <a:gd name="T1" fmla="*/ 55 h 55"/>
                <a:gd name="T2" fmla="*/ 36 w 44"/>
                <a:gd name="T3" fmla="*/ 48 h 55"/>
                <a:gd name="T4" fmla="*/ 44 w 44"/>
                <a:gd name="T5" fmla="*/ 37 h 55"/>
                <a:gd name="T6" fmla="*/ 41 w 44"/>
                <a:gd name="T7" fmla="*/ 34 h 55"/>
                <a:gd name="T8" fmla="*/ 38 w 44"/>
                <a:gd name="T9" fmla="*/ 35 h 55"/>
                <a:gd name="T10" fmla="*/ 19 w 44"/>
                <a:gd name="T11" fmla="*/ 45 h 55"/>
                <a:gd name="T12" fmla="*/ 14 w 44"/>
                <a:gd name="T13" fmla="*/ 43 h 55"/>
                <a:gd name="T14" fmla="*/ 12 w 44"/>
                <a:gd name="T15" fmla="*/ 39 h 55"/>
                <a:gd name="T16" fmla="*/ 13 w 44"/>
                <a:gd name="T17" fmla="*/ 37 h 55"/>
                <a:gd name="T18" fmla="*/ 33 w 44"/>
                <a:gd name="T19" fmla="*/ 27 h 55"/>
                <a:gd name="T20" fmla="*/ 41 w 44"/>
                <a:gd name="T21" fmla="*/ 11 h 55"/>
                <a:gd name="T22" fmla="*/ 38 w 44"/>
                <a:gd name="T23" fmla="*/ 4 h 55"/>
                <a:gd name="T24" fmla="*/ 30 w 44"/>
                <a:gd name="T25" fmla="*/ 0 h 55"/>
                <a:gd name="T26" fmla="*/ 10 w 44"/>
                <a:gd name="T27" fmla="*/ 12 h 55"/>
                <a:gd name="T28" fmla="*/ 0 w 44"/>
                <a:gd name="T29" fmla="*/ 36 h 55"/>
                <a:gd name="T30" fmla="*/ 5 w 44"/>
                <a:gd name="T31" fmla="*/ 50 h 55"/>
                <a:gd name="T32" fmla="*/ 17 w 44"/>
                <a:gd name="T33" fmla="*/ 55 h 55"/>
                <a:gd name="T34" fmla="*/ 19 w 44"/>
                <a:gd name="T35" fmla="*/ 16 h 55"/>
                <a:gd name="T36" fmla="*/ 28 w 44"/>
                <a:gd name="T37" fmla="*/ 10 h 55"/>
                <a:gd name="T38" fmla="*/ 31 w 44"/>
                <a:gd name="T39" fmla="*/ 11 h 55"/>
                <a:gd name="T40" fmla="*/ 31 w 44"/>
                <a:gd name="T41" fmla="*/ 13 h 55"/>
                <a:gd name="T42" fmla="*/ 26 w 44"/>
                <a:gd name="T43" fmla="*/ 22 h 55"/>
                <a:gd name="T44" fmla="*/ 13 w 44"/>
                <a:gd name="T45" fmla="*/ 28 h 55"/>
                <a:gd name="T46" fmla="*/ 19 w 44"/>
                <a:gd name="T47" fmla="*/ 1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4" h="55">
                  <a:moveTo>
                    <a:pt x="17" y="55"/>
                  </a:moveTo>
                  <a:cubicBezTo>
                    <a:pt x="24" y="55"/>
                    <a:pt x="30" y="53"/>
                    <a:pt x="36" y="48"/>
                  </a:cubicBezTo>
                  <a:cubicBezTo>
                    <a:pt x="41" y="44"/>
                    <a:pt x="44" y="40"/>
                    <a:pt x="44" y="37"/>
                  </a:cubicBezTo>
                  <a:cubicBezTo>
                    <a:pt x="44" y="35"/>
                    <a:pt x="43" y="34"/>
                    <a:pt x="41" y="34"/>
                  </a:cubicBezTo>
                  <a:cubicBezTo>
                    <a:pt x="40" y="34"/>
                    <a:pt x="39" y="34"/>
                    <a:pt x="38" y="35"/>
                  </a:cubicBezTo>
                  <a:cubicBezTo>
                    <a:pt x="32" y="42"/>
                    <a:pt x="25" y="45"/>
                    <a:pt x="19" y="45"/>
                  </a:cubicBezTo>
                  <a:cubicBezTo>
                    <a:pt x="17" y="45"/>
                    <a:pt x="15" y="45"/>
                    <a:pt x="14" y="43"/>
                  </a:cubicBezTo>
                  <a:cubicBezTo>
                    <a:pt x="13" y="42"/>
                    <a:pt x="12" y="40"/>
                    <a:pt x="12" y="39"/>
                  </a:cubicBezTo>
                  <a:cubicBezTo>
                    <a:pt x="12" y="38"/>
                    <a:pt x="12" y="37"/>
                    <a:pt x="13" y="37"/>
                  </a:cubicBezTo>
                  <a:cubicBezTo>
                    <a:pt x="21" y="35"/>
                    <a:pt x="28" y="32"/>
                    <a:pt x="33" y="27"/>
                  </a:cubicBezTo>
                  <a:cubicBezTo>
                    <a:pt x="39" y="22"/>
                    <a:pt x="41" y="17"/>
                    <a:pt x="41" y="11"/>
                  </a:cubicBezTo>
                  <a:cubicBezTo>
                    <a:pt x="41" y="8"/>
                    <a:pt x="40" y="6"/>
                    <a:pt x="38" y="4"/>
                  </a:cubicBezTo>
                  <a:cubicBezTo>
                    <a:pt x="36" y="1"/>
                    <a:pt x="33" y="0"/>
                    <a:pt x="30" y="0"/>
                  </a:cubicBezTo>
                  <a:cubicBezTo>
                    <a:pt x="22" y="0"/>
                    <a:pt x="16" y="4"/>
                    <a:pt x="10" y="12"/>
                  </a:cubicBezTo>
                  <a:cubicBezTo>
                    <a:pt x="4" y="19"/>
                    <a:pt x="0" y="28"/>
                    <a:pt x="0" y="36"/>
                  </a:cubicBezTo>
                  <a:cubicBezTo>
                    <a:pt x="0" y="42"/>
                    <a:pt x="2" y="47"/>
                    <a:pt x="5" y="50"/>
                  </a:cubicBezTo>
                  <a:cubicBezTo>
                    <a:pt x="8" y="54"/>
                    <a:pt x="12" y="55"/>
                    <a:pt x="17" y="55"/>
                  </a:cubicBezTo>
                  <a:close/>
                  <a:moveTo>
                    <a:pt x="19" y="16"/>
                  </a:moveTo>
                  <a:cubicBezTo>
                    <a:pt x="23" y="12"/>
                    <a:pt x="26" y="10"/>
                    <a:pt x="28" y="10"/>
                  </a:cubicBezTo>
                  <a:cubicBezTo>
                    <a:pt x="29" y="10"/>
                    <a:pt x="30" y="10"/>
                    <a:pt x="31" y="11"/>
                  </a:cubicBezTo>
                  <a:cubicBezTo>
                    <a:pt x="31" y="11"/>
                    <a:pt x="31" y="12"/>
                    <a:pt x="31" y="13"/>
                  </a:cubicBezTo>
                  <a:cubicBezTo>
                    <a:pt x="31" y="16"/>
                    <a:pt x="30" y="19"/>
                    <a:pt x="26" y="22"/>
                  </a:cubicBezTo>
                  <a:cubicBezTo>
                    <a:pt x="22" y="25"/>
                    <a:pt x="18" y="27"/>
                    <a:pt x="13" y="28"/>
                  </a:cubicBezTo>
                  <a:cubicBezTo>
                    <a:pt x="14" y="24"/>
                    <a:pt x="16" y="20"/>
                    <a:pt x="19"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9" name="Freeform 479"/>
            <p:cNvSpPr>
              <a:spLocks/>
            </p:cNvSpPr>
            <p:nvPr/>
          </p:nvSpPr>
          <p:spPr bwMode="auto">
            <a:xfrm>
              <a:off x="11033125" y="4581525"/>
              <a:ext cx="50800" cy="73025"/>
            </a:xfrm>
            <a:custGeom>
              <a:avLst/>
              <a:gdLst>
                <a:gd name="T0" fmla="*/ 22 w 40"/>
                <a:gd name="T1" fmla="*/ 13 h 57"/>
                <a:gd name="T2" fmla="*/ 31 w 40"/>
                <a:gd name="T3" fmla="*/ 10 h 57"/>
                <a:gd name="T4" fmla="*/ 33 w 40"/>
                <a:gd name="T5" fmla="*/ 11 h 57"/>
                <a:gd name="T6" fmla="*/ 35 w 40"/>
                <a:gd name="T7" fmla="*/ 11 h 57"/>
                <a:gd name="T8" fmla="*/ 38 w 40"/>
                <a:gd name="T9" fmla="*/ 10 h 57"/>
                <a:gd name="T10" fmla="*/ 40 w 40"/>
                <a:gd name="T11" fmla="*/ 7 h 57"/>
                <a:gd name="T12" fmla="*/ 32 w 40"/>
                <a:gd name="T13" fmla="*/ 0 h 57"/>
                <a:gd name="T14" fmla="*/ 14 w 40"/>
                <a:gd name="T15" fmla="*/ 6 h 57"/>
                <a:gd name="T16" fmla="*/ 5 w 40"/>
                <a:gd name="T17" fmla="*/ 20 h 57"/>
                <a:gd name="T18" fmla="*/ 8 w 40"/>
                <a:gd name="T19" fmla="*/ 28 h 57"/>
                <a:gd name="T20" fmla="*/ 20 w 40"/>
                <a:gd name="T21" fmla="*/ 36 h 57"/>
                <a:gd name="T22" fmla="*/ 28 w 40"/>
                <a:gd name="T23" fmla="*/ 42 h 57"/>
                <a:gd name="T24" fmla="*/ 22 w 40"/>
                <a:gd name="T25" fmla="*/ 45 h 57"/>
                <a:gd name="T26" fmla="*/ 12 w 40"/>
                <a:gd name="T27" fmla="*/ 47 h 57"/>
                <a:gd name="T28" fmla="*/ 9 w 40"/>
                <a:gd name="T29" fmla="*/ 46 h 57"/>
                <a:gd name="T30" fmla="*/ 6 w 40"/>
                <a:gd name="T31" fmla="*/ 45 h 57"/>
                <a:gd name="T32" fmla="*/ 2 w 40"/>
                <a:gd name="T33" fmla="*/ 47 h 57"/>
                <a:gd name="T34" fmla="*/ 0 w 40"/>
                <a:gd name="T35" fmla="*/ 51 h 57"/>
                <a:gd name="T36" fmla="*/ 9 w 40"/>
                <a:gd name="T37" fmla="*/ 57 h 57"/>
                <a:gd name="T38" fmla="*/ 30 w 40"/>
                <a:gd name="T39" fmla="*/ 52 h 57"/>
                <a:gd name="T40" fmla="*/ 39 w 40"/>
                <a:gd name="T41" fmla="*/ 41 h 57"/>
                <a:gd name="T42" fmla="*/ 36 w 40"/>
                <a:gd name="T43" fmla="*/ 34 h 57"/>
                <a:gd name="T44" fmla="*/ 26 w 40"/>
                <a:gd name="T45" fmla="*/ 27 h 57"/>
                <a:gd name="T46" fmla="*/ 18 w 40"/>
                <a:gd name="T47" fmla="*/ 23 h 57"/>
                <a:gd name="T48" fmla="*/ 17 w 40"/>
                <a:gd name="T49" fmla="*/ 19 h 57"/>
                <a:gd name="T50" fmla="*/ 22 w 40"/>
                <a:gd name="T51" fmla="*/ 13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0" h="57">
                  <a:moveTo>
                    <a:pt x="22" y="13"/>
                  </a:moveTo>
                  <a:cubicBezTo>
                    <a:pt x="25" y="11"/>
                    <a:pt x="28" y="10"/>
                    <a:pt x="31" y="10"/>
                  </a:cubicBezTo>
                  <a:cubicBezTo>
                    <a:pt x="31" y="10"/>
                    <a:pt x="32" y="10"/>
                    <a:pt x="33" y="11"/>
                  </a:cubicBezTo>
                  <a:cubicBezTo>
                    <a:pt x="34" y="11"/>
                    <a:pt x="34" y="11"/>
                    <a:pt x="35" y="11"/>
                  </a:cubicBezTo>
                  <a:cubicBezTo>
                    <a:pt x="36" y="11"/>
                    <a:pt x="37" y="11"/>
                    <a:pt x="38" y="10"/>
                  </a:cubicBezTo>
                  <a:cubicBezTo>
                    <a:pt x="39" y="9"/>
                    <a:pt x="40" y="8"/>
                    <a:pt x="40" y="7"/>
                  </a:cubicBezTo>
                  <a:cubicBezTo>
                    <a:pt x="40" y="2"/>
                    <a:pt x="37" y="0"/>
                    <a:pt x="32" y="0"/>
                  </a:cubicBezTo>
                  <a:cubicBezTo>
                    <a:pt x="26" y="0"/>
                    <a:pt x="20" y="2"/>
                    <a:pt x="14" y="6"/>
                  </a:cubicBezTo>
                  <a:cubicBezTo>
                    <a:pt x="8" y="10"/>
                    <a:pt x="5" y="15"/>
                    <a:pt x="5" y="20"/>
                  </a:cubicBezTo>
                  <a:cubicBezTo>
                    <a:pt x="5" y="23"/>
                    <a:pt x="6" y="26"/>
                    <a:pt x="8" y="28"/>
                  </a:cubicBezTo>
                  <a:cubicBezTo>
                    <a:pt x="9" y="30"/>
                    <a:pt x="14" y="33"/>
                    <a:pt x="20" y="36"/>
                  </a:cubicBezTo>
                  <a:cubicBezTo>
                    <a:pt x="25" y="38"/>
                    <a:pt x="28" y="40"/>
                    <a:pt x="28" y="42"/>
                  </a:cubicBezTo>
                  <a:cubicBezTo>
                    <a:pt x="27" y="43"/>
                    <a:pt x="25" y="44"/>
                    <a:pt x="22" y="45"/>
                  </a:cubicBezTo>
                  <a:cubicBezTo>
                    <a:pt x="18" y="46"/>
                    <a:pt x="15" y="47"/>
                    <a:pt x="12" y="47"/>
                  </a:cubicBezTo>
                  <a:cubicBezTo>
                    <a:pt x="11" y="47"/>
                    <a:pt x="10" y="47"/>
                    <a:pt x="9" y="46"/>
                  </a:cubicBezTo>
                  <a:cubicBezTo>
                    <a:pt x="8" y="46"/>
                    <a:pt x="7" y="45"/>
                    <a:pt x="6" y="45"/>
                  </a:cubicBezTo>
                  <a:cubicBezTo>
                    <a:pt x="5" y="45"/>
                    <a:pt x="3" y="46"/>
                    <a:pt x="2" y="47"/>
                  </a:cubicBezTo>
                  <a:cubicBezTo>
                    <a:pt x="1" y="48"/>
                    <a:pt x="0" y="49"/>
                    <a:pt x="0" y="51"/>
                  </a:cubicBezTo>
                  <a:cubicBezTo>
                    <a:pt x="0" y="55"/>
                    <a:pt x="3" y="57"/>
                    <a:pt x="9" y="57"/>
                  </a:cubicBezTo>
                  <a:cubicBezTo>
                    <a:pt x="17" y="57"/>
                    <a:pt x="23" y="56"/>
                    <a:pt x="30" y="52"/>
                  </a:cubicBezTo>
                  <a:cubicBezTo>
                    <a:pt x="36" y="49"/>
                    <a:pt x="39" y="46"/>
                    <a:pt x="39" y="41"/>
                  </a:cubicBezTo>
                  <a:cubicBezTo>
                    <a:pt x="39" y="39"/>
                    <a:pt x="38" y="36"/>
                    <a:pt x="36" y="34"/>
                  </a:cubicBezTo>
                  <a:cubicBezTo>
                    <a:pt x="35" y="32"/>
                    <a:pt x="31" y="30"/>
                    <a:pt x="26" y="27"/>
                  </a:cubicBezTo>
                  <a:cubicBezTo>
                    <a:pt x="22" y="26"/>
                    <a:pt x="20" y="24"/>
                    <a:pt x="18" y="23"/>
                  </a:cubicBezTo>
                  <a:cubicBezTo>
                    <a:pt x="17" y="22"/>
                    <a:pt x="17" y="21"/>
                    <a:pt x="17" y="19"/>
                  </a:cubicBezTo>
                  <a:cubicBezTo>
                    <a:pt x="17" y="17"/>
                    <a:pt x="18" y="15"/>
                    <a:pt x="22"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0" name="Freeform 480"/>
            <p:cNvSpPr>
              <a:spLocks/>
            </p:cNvSpPr>
            <p:nvPr/>
          </p:nvSpPr>
          <p:spPr bwMode="auto">
            <a:xfrm>
              <a:off x="11085513" y="4581525"/>
              <a:ext cx="50800" cy="73025"/>
            </a:xfrm>
            <a:custGeom>
              <a:avLst/>
              <a:gdLst>
                <a:gd name="T0" fmla="*/ 21 w 39"/>
                <a:gd name="T1" fmla="*/ 13 h 57"/>
                <a:gd name="T2" fmla="*/ 30 w 39"/>
                <a:gd name="T3" fmla="*/ 10 h 57"/>
                <a:gd name="T4" fmla="*/ 32 w 39"/>
                <a:gd name="T5" fmla="*/ 11 h 57"/>
                <a:gd name="T6" fmla="*/ 34 w 39"/>
                <a:gd name="T7" fmla="*/ 11 h 57"/>
                <a:gd name="T8" fmla="*/ 37 w 39"/>
                <a:gd name="T9" fmla="*/ 10 h 57"/>
                <a:gd name="T10" fmla="*/ 39 w 39"/>
                <a:gd name="T11" fmla="*/ 7 h 57"/>
                <a:gd name="T12" fmla="*/ 31 w 39"/>
                <a:gd name="T13" fmla="*/ 0 h 57"/>
                <a:gd name="T14" fmla="*/ 14 w 39"/>
                <a:gd name="T15" fmla="*/ 6 h 57"/>
                <a:gd name="T16" fmla="*/ 4 w 39"/>
                <a:gd name="T17" fmla="*/ 20 h 57"/>
                <a:gd name="T18" fmla="*/ 7 w 39"/>
                <a:gd name="T19" fmla="*/ 28 h 57"/>
                <a:gd name="T20" fmla="*/ 19 w 39"/>
                <a:gd name="T21" fmla="*/ 36 h 57"/>
                <a:gd name="T22" fmla="*/ 28 w 39"/>
                <a:gd name="T23" fmla="*/ 42 h 57"/>
                <a:gd name="T24" fmla="*/ 21 w 39"/>
                <a:gd name="T25" fmla="*/ 45 h 57"/>
                <a:gd name="T26" fmla="*/ 12 w 39"/>
                <a:gd name="T27" fmla="*/ 47 h 57"/>
                <a:gd name="T28" fmla="*/ 8 w 39"/>
                <a:gd name="T29" fmla="*/ 46 h 57"/>
                <a:gd name="T30" fmla="*/ 6 w 39"/>
                <a:gd name="T31" fmla="*/ 45 h 57"/>
                <a:gd name="T32" fmla="*/ 2 w 39"/>
                <a:gd name="T33" fmla="*/ 47 h 57"/>
                <a:gd name="T34" fmla="*/ 0 w 39"/>
                <a:gd name="T35" fmla="*/ 51 h 57"/>
                <a:gd name="T36" fmla="*/ 8 w 39"/>
                <a:gd name="T37" fmla="*/ 57 h 57"/>
                <a:gd name="T38" fmla="*/ 29 w 39"/>
                <a:gd name="T39" fmla="*/ 52 h 57"/>
                <a:gd name="T40" fmla="*/ 38 w 39"/>
                <a:gd name="T41" fmla="*/ 41 h 57"/>
                <a:gd name="T42" fmla="*/ 36 w 39"/>
                <a:gd name="T43" fmla="*/ 34 h 57"/>
                <a:gd name="T44" fmla="*/ 25 w 39"/>
                <a:gd name="T45" fmla="*/ 27 h 57"/>
                <a:gd name="T46" fmla="*/ 18 w 39"/>
                <a:gd name="T47" fmla="*/ 23 h 57"/>
                <a:gd name="T48" fmla="*/ 16 w 39"/>
                <a:gd name="T49" fmla="*/ 19 h 57"/>
                <a:gd name="T50" fmla="*/ 21 w 39"/>
                <a:gd name="T51" fmla="*/ 13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9" h="57">
                  <a:moveTo>
                    <a:pt x="21" y="13"/>
                  </a:moveTo>
                  <a:cubicBezTo>
                    <a:pt x="25" y="11"/>
                    <a:pt x="28" y="10"/>
                    <a:pt x="30" y="10"/>
                  </a:cubicBezTo>
                  <a:cubicBezTo>
                    <a:pt x="31" y="10"/>
                    <a:pt x="32" y="10"/>
                    <a:pt x="32" y="11"/>
                  </a:cubicBezTo>
                  <a:cubicBezTo>
                    <a:pt x="33" y="11"/>
                    <a:pt x="34" y="11"/>
                    <a:pt x="34" y="11"/>
                  </a:cubicBezTo>
                  <a:cubicBezTo>
                    <a:pt x="35" y="11"/>
                    <a:pt x="36" y="11"/>
                    <a:pt x="37" y="10"/>
                  </a:cubicBezTo>
                  <a:cubicBezTo>
                    <a:pt x="38" y="9"/>
                    <a:pt x="39" y="8"/>
                    <a:pt x="39" y="7"/>
                  </a:cubicBezTo>
                  <a:cubicBezTo>
                    <a:pt x="39" y="2"/>
                    <a:pt x="36" y="0"/>
                    <a:pt x="31" y="0"/>
                  </a:cubicBezTo>
                  <a:cubicBezTo>
                    <a:pt x="26" y="0"/>
                    <a:pt x="20" y="2"/>
                    <a:pt x="14" y="6"/>
                  </a:cubicBezTo>
                  <a:cubicBezTo>
                    <a:pt x="8" y="10"/>
                    <a:pt x="4" y="15"/>
                    <a:pt x="4" y="20"/>
                  </a:cubicBezTo>
                  <a:cubicBezTo>
                    <a:pt x="4" y="23"/>
                    <a:pt x="5" y="26"/>
                    <a:pt x="7" y="28"/>
                  </a:cubicBezTo>
                  <a:cubicBezTo>
                    <a:pt x="9" y="30"/>
                    <a:pt x="13" y="33"/>
                    <a:pt x="19" y="36"/>
                  </a:cubicBezTo>
                  <a:cubicBezTo>
                    <a:pt x="25" y="38"/>
                    <a:pt x="27" y="40"/>
                    <a:pt x="28" y="42"/>
                  </a:cubicBezTo>
                  <a:cubicBezTo>
                    <a:pt x="27" y="43"/>
                    <a:pt x="24" y="44"/>
                    <a:pt x="21" y="45"/>
                  </a:cubicBezTo>
                  <a:cubicBezTo>
                    <a:pt x="18" y="46"/>
                    <a:pt x="15" y="47"/>
                    <a:pt x="12" y="47"/>
                  </a:cubicBezTo>
                  <a:cubicBezTo>
                    <a:pt x="11" y="47"/>
                    <a:pt x="10" y="47"/>
                    <a:pt x="8" y="46"/>
                  </a:cubicBezTo>
                  <a:cubicBezTo>
                    <a:pt x="7" y="46"/>
                    <a:pt x="6" y="45"/>
                    <a:pt x="6" y="45"/>
                  </a:cubicBezTo>
                  <a:cubicBezTo>
                    <a:pt x="4" y="45"/>
                    <a:pt x="3" y="46"/>
                    <a:pt x="2" y="47"/>
                  </a:cubicBezTo>
                  <a:cubicBezTo>
                    <a:pt x="1" y="48"/>
                    <a:pt x="0" y="49"/>
                    <a:pt x="0" y="51"/>
                  </a:cubicBezTo>
                  <a:cubicBezTo>
                    <a:pt x="0" y="55"/>
                    <a:pt x="3" y="57"/>
                    <a:pt x="8" y="57"/>
                  </a:cubicBezTo>
                  <a:cubicBezTo>
                    <a:pt x="16" y="57"/>
                    <a:pt x="23" y="56"/>
                    <a:pt x="29" y="52"/>
                  </a:cubicBezTo>
                  <a:cubicBezTo>
                    <a:pt x="35" y="49"/>
                    <a:pt x="38" y="46"/>
                    <a:pt x="38" y="41"/>
                  </a:cubicBezTo>
                  <a:cubicBezTo>
                    <a:pt x="38" y="39"/>
                    <a:pt x="38" y="36"/>
                    <a:pt x="36" y="34"/>
                  </a:cubicBezTo>
                  <a:cubicBezTo>
                    <a:pt x="34" y="32"/>
                    <a:pt x="31" y="30"/>
                    <a:pt x="25" y="27"/>
                  </a:cubicBezTo>
                  <a:cubicBezTo>
                    <a:pt x="22" y="26"/>
                    <a:pt x="19" y="24"/>
                    <a:pt x="18" y="23"/>
                  </a:cubicBezTo>
                  <a:cubicBezTo>
                    <a:pt x="17" y="22"/>
                    <a:pt x="16" y="21"/>
                    <a:pt x="16" y="19"/>
                  </a:cubicBezTo>
                  <a:cubicBezTo>
                    <a:pt x="16" y="17"/>
                    <a:pt x="18" y="15"/>
                    <a:pt x="21"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1" name="Freeform 481"/>
            <p:cNvSpPr>
              <a:spLocks noEditPoints="1"/>
            </p:cNvSpPr>
            <p:nvPr/>
          </p:nvSpPr>
          <p:spPr bwMode="auto">
            <a:xfrm>
              <a:off x="11188700" y="4583113"/>
              <a:ext cx="73025" cy="111125"/>
            </a:xfrm>
            <a:custGeom>
              <a:avLst/>
              <a:gdLst>
                <a:gd name="T0" fmla="*/ 20 w 57"/>
                <a:gd name="T1" fmla="*/ 7 h 86"/>
                <a:gd name="T2" fmla="*/ 15 w 57"/>
                <a:gd name="T3" fmla="*/ 0 h 86"/>
                <a:gd name="T4" fmla="*/ 11 w 57"/>
                <a:gd name="T5" fmla="*/ 1 h 86"/>
                <a:gd name="T6" fmla="*/ 9 w 57"/>
                <a:gd name="T7" fmla="*/ 5 h 86"/>
                <a:gd name="T8" fmla="*/ 10 w 57"/>
                <a:gd name="T9" fmla="*/ 13 h 86"/>
                <a:gd name="T10" fmla="*/ 10 w 57"/>
                <a:gd name="T11" fmla="*/ 14 h 86"/>
                <a:gd name="T12" fmla="*/ 1 w 57"/>
                <a:gd name="T13" fmla="*/ 72 h 86"/>
                <a:gd name="T14" fmla="*/ 0 w 57"/>
                <a:gd name="T15" fmla="*/ 81 h 86"/>
                <a:gd name="T16" fmla="*/ 2 w 57"/>
                <a:gd name="T17" fmla="*/ 84 h 86"/>
                <a:gd name="T18" fmla="*/ 5 w 57"/>
                <a:gd name="T19" fmla="*/ 86 h 86"/>
                <a:gd name="T20" fmla="*/ 9 w 57"/>
                <a:gd name="T21" fmla="*/ 84 h 86"/>
                <a:gd name="T22" fmla="*/ 11 w 57"/>
                <a:gd name="T23" fmla="*/ 78 h 86"/>
                <a:gd name="T24" fmla="*/ 14 w 57"/>
                <a:gd name="T25" fmla="*/ 59 h 86"/>
                <a:gd name="T26" fmla="*/ 15 w 57"/>
                <a:gd name="T27" fmla="*/ 50 h 86"/>
                <a:gd name="T28" fmla="*/ 22 w 57"/>
                <a:gd name="T29" fmla="*/ 54 h 86"/>
                <a:gd name="T30" fmla="*/ 45 w 57"/>
                <a:gd name="T31" fmla="*/ 42 h 86"/>
                <a:gd name="T32" fmla="*/ 57 w 57"/>
                <a:gd name="T33" fmla="*/ 14 h 86"/>
                <a:gd name="T34" fmla="*/ 54 w 57"/>
                <a:gd name="T35" fmla="*/ 5 h 86"/>
                <a:gd name="T36" fmla="*/ 45 w 57"/>
                <a:gd name="T37" fmla="*/ 1 h 86"/>
                <a:gd name="T38" fmla="*/ 31 w 57"/>
                <a:gd name="T39" fmla="*/ 7 h 86"/>
                <a:gd name="T40" fmla="*/ 19 w 57"/>
                <a:gd name="T41" fmla="*/ 21 h 86"/>
                <a:gd name="T42" fmla="*/ 19 w 57"/>
                <a:gd name="T43" fmla="*/ 18 h 86"/>
                <a:gd name="T44" fmla="*/ 20 w 57"/>
                <a:gd name="T45" fmla="*/ 7 h 86"/>
                <a:gd name="T46" fmla="*/ 28 w 57"/>
                <a:gd name="T47" fmla="*/ 23 h 86"/>
                <a:gd name="T48" fmla="*/ 43 w 57"/>
                <a:gd name="T49" fmla="*/ 11 h 86"/>
                <a:gd name="T50" fmla="*/ 45 w 57"/>
                <a:gd name="T51" fmla="*/ 13 h 86"/>
                <a:gd name="T52" fmla="*/ 46 w 57"/>
                <a:gd name="T53" fmla="*/ 17 h 86"/>
                <a:gd name="T54" fmla="*/ 38 w 57"/>
                <a:gd name="T55" fmla="*/ 35 h 86"/>
                <a:gd name="T56" fmla="*/ 24 w 57"/>
                <a:gd name="T57" fmla="*/ 44 h 86"/>
                <a:gd name="T58" fmla="*/ 20 w 57"/>
                <a:gd name="T59" fmla="*/ 43 h 86"/>
                <a:gd name="T60" fmla="*/ 19 w 57"/>
                <a:gd name="T61" fmla="*/ 40 h 86"/>
                <a:gd name="T62" fmla="*/ 28 w 57"/>
                <a:gd name="T63" fmla="*/ 2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7" h="86">
                  <a:moveTo>
                    <a:pt x="20" y="7"/>
                  </a:moveTo>
                  <a:cubicBezTo>
                    <a:pt x="20" y="2"/>
                    <a:pt x="19" y="0"/>
                    <a:pt x="15" y="0"/>
                  </a:cubicBezTo>
                  <a:cubicBezTo>
                    <a:pt x="13" y="0"/>
                    <a:pt x="12" y="0"/>
                    <a:pt x="11" y="1"/>
                  </a:cubicBezTo>
                  <a:cubicBezTo>
                    <a:pt x="9" y="2"/>
                    <a:pt x="10" y="3"/>
                    <a:pt x="9" y="5"/>
                  </a:cubicBezTo>
                  <a:cubicBezTo>
                    <a:pt x="9" y="6"/>
                    <a:pt x="10" y="9"/>
                    <a:pt x="10" y="13"/>
                  </a:cubicBezTo>
                  <a:cubicBezTo>
                    <a:pt x="10" y="14"/>
                    <a:pt x="10" y="14"/>
                    <a:pt x="10" y="14"/>
                  </a:cubicBezTo>
                  <a:cubicBezTo>
                    <a:pt x="6" y="34"/>
                    <a:pt x="6" y="53"/>
                    <a:pt x="1" y="72"/>
                  </a:cubicBezTo>
                  <a:cubicBezTo>
                    <a:pt x="1" y="75"/>
                    <a:pt x="0" y="78"/>
                    <a:pt x="0" y="81"/>
                  </a:cubicBezTo>
                  <a:cubicBezTo>
                    <a:pt x="0" y="82"/>
                    <a:pt x="0" y="83"/>
                    <a:pt x="2" y="84"/>
                  </a:cubicBezTo>
                  <a:cubicBezTo>
                    <a:pt x="3" y="85"/>
                    <a:pt x="4" y="86"/>
                    <a:pt x="5" y="86"/>
                  </a:cubicBezTo>
                  <a:cubicBezTo>
                    <a:pt x="7" y="86"/>
                    <a:pt x="8" y="85"/>
                    <a:pt x="9" y="84"/>
                  </a:cubicBezTo>
                  <a:cubicBezTo>
                    <a:pt x="10" y="83"/>
                    <a:pt x="11" y="81"/>
                    <a:pt x="11" y="78"/>
                  </a:cubicBezTo>
                  <a:cubicBezTo>
                    <a:pt x="14" y="59"/>
                    <a:pt x="14" y="59"/>
                    <a:pt x="14" y="59"/>
                  </a:cubicBezTo>
                  <a:cubicBezTo>
                    <a:pt x="14" y="55"/>
                    <a:pt x="15" y="52"/>
                    <a:pt x="15" y="50"/>
                  </a:cubicBezTo>
                  <a:cubicBezTo>
                    <a:pt x="16" y="52"/>
                    <a:pt x="19" y="54"/>
                    <a:pt x="22" y="54"/>
                  </a:cubicBezTo>
                  <a:cubicBezTo>
                    <a:pt x="30" y="54"/>
                    <a:pt x="38" y="50"/>
                    <a:pt x="45" y="42"/>
                  </a:cubicBezTo>
                  <a:cubicBezTo>
                    <a:pt x="53" y="33"/>
                    <a:pt x="57" y="24"/>
                    <a:pt x="57" y="14"/>
                  </a:cubicBezTo>
                  <a:cubicBezTo>
                    <a:pt x="57" y="10"/>
                    <a:pt x="56" y="7"/>
                    <a:pt x="54" y="5"/>
                  </a:cubicBezTo>
                  <a:cubicBezTo>
                    <a:pt x="51" y="2"/>
                    <a:pt x="48" y="1"/>
                    <a:pt x="45" y="1"/>
                  </a:cubicBezTo>
                  <a:cubicBezTo>
                    <a:pt x="41" y="1"/>
                    <a:pt x="36" y="3"/>
                    <a:pt x="31" y="7"/>
                  </a:cubicBezTo>
                  <a:cubicBezTo>
                    <a:pt x="27" y="11"/>
                    <a:pt x="22" y="16"/>
                    <a:pt x="19" y="21"/>
                  </a:cubicBezTo>
                  <a:cubicBezTo>
                    <a:pt x="19" y="18"/>
                    <a:pt x="19" y="18"/>
                    <a:pt x="19" y="18"/>
                  </a:cubicBezTo>
                  <a:cubicBezTo>
                    <a:pt x="20" y="13"/>
                    <a:pt x="20" y="10"/>
                    <a:pt x="20" y="7"/>
                  </a:cubicBezTo>
                  <a:close/>
                  <a:moveTo>
                    <a:pt x="28" y="23"/>
                  </a:moveTo>
                  <a:cubicBezTo>
                    <a:pt x="34" y="15"/>
                    <a:pt x="39" y="11"/>
                    <a:pt x="43" y="11"/>
                  </a:cubicBezTo>
                  <a:cubicBezTo>
                    <a:pt x="43" y="11"/>
                    <a:pt x="44" y="12"/>
                    <a:pt x="45" y="13"/>
                  </a:cubicBezTo>
                  <a:cubicBezTo>
                    <a:pt x="45" y="14"/>
                    <a:pt x="46" y="15"/>
                    <a:pt x="46" y="17"/>
                  </a:cubicBezTo>
                  <a:cubicBezTo>
                    <a:pt x="46" y="23"/>
                    <a:pt x="43" y="29"/>
                    <a:pt x="38" y="35"/>
                  </a:cubicBezTo>
                  <a:cubicBezTo>
                    <a:pt x="33" y="41"/>
                    <a:pt x="28" y="44"/>
                    <a:pt x="24" y="44"/>
                  </a:cubicBezTo>
                  <a:cubicBezTo>
                    <a:pt x="23" y="44"/>
                    <a:pt x="22" y="44"/>
                    <a:pt x="20" y="43"/>
                  </a:cubicBezTo>
                  <a:cubicBezTo>
                    <a:pt x="19" y="42"/>
                    <a:pt x="19" y="41"/>
                    <a:pt x="19" y="40"/>
                  </a:cubicBezTo>
                  <a:cubicBezTo>
                    <a:pt x="19" y="36"/>
                    <a:pt x="22" y="30"/>
                    <a:pt x="28"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2" name="Freeform 482"/>
            <p:cNvSpPr>
              <a:spLocks/>
            </p:cNvSpPr>
            <p:nvPr/>
          </p:nvSpPr>
          <p:spPr bwMode="auto">
            <a:xfrm>
              <a:off x="11276013" y="4586288"/>
              <a:ext cx="60325" cy="66675"/>
            </a:xfrm>
            <a:custGeom>
              <a:avLst/>
              <a:gdLst>
                <a:gd name="T0" fmla="*/ 12 w 47"/>
                <a:gd name="T1" fmla="*/ 14 h 52"/>
                <a:gd name="T2" fmla="*/ 15 w 47"/>
                <a:gd name="T3" fmla="*/ 5 h 52"/>
                <a:gd name="T4" fmla="*/ 13 w 47"/>
                <a:gd name="T5" fmla="*/ 1 h 52"/>
                <a:gd name="T6" fmla="*/ 9 w 47"/>
                <a:gd name="T7" fmla="*/ 0 h 52"/>
                <a:gd name="T8" fmla="*/ 5 w 47"/>
                <a:gd name="T9" fmla="*/ 1 h 52"/>
                <a:gd name="T10" fmla="*/ 3 w 47"/>
                <a:gd name="T11" fmla="*/ 5 h 52"/>
                <a:gd name="T12" fmla="*/ 2 w 47"/>
                <a:gd name="T13" fmla="*/ 11 h 52"/>
                <a:gd name="T14" fmla="*/ 1 w 47"/>
                <a:gd name="T15" fmla="*/ 14 h 52"/>
                <a:gd name="T16" fmla="*/ 0 w 47"/>
                <a:gd name="T17" fmla="*/ 28 h 52"/>
                <a:gd name="T18" fmla="*/ 0 w 47"/>
                <a:gd name="T19" fmla="*/ 37 h 52"/>
                <a:gd name="T20" fmla="*/ 1 w 47"/>
                <a:gd name="T21" fmla="*/ 49 h 52"/>
                <a:gd name="T22" fmla="*/ 6 w 47"/>
                <a:gd name="T23" fmla="*/ 52 h 52"/>
                <a:gd name="T24" fmla="*/ 11 w 47"/>
                <a:gd name="T25" fmla="*/ 51 h 52"/>
                <a:gd name="T26" fmla="*/ 13 w 47"/>
                <a:gd name="T27" fmla="*/ 45 h 52"/>
                <a:gd name="T28" fmla="*/ 23 w 47"/>
                <a:gd name="T29" fmla="*/ 21 h 52"/>
                <a:gd name="T30" fmla="*/ 35 w 47"/>
                <a:gd name="T31" fmla="*/ 10 h 52"/>
                <a:gd name="T32" fmla="*/ 37 w 47"/>
                <a:gd name="T33" fmla="*/ 11 h 52"/>
                <a:gd name="T34" fmla="*/ 43 w 47"/>
                <a:gd name="T35" fmla="*/ 14 h 52"/>
                <a:gd name="T36" fmla="*/ 46 w 47"/>
                <a:gd name="T37" fmla="*/ 12 h 52"/>
                <a:gd name="T38" fmla="*/ 47 w 47"/>
                <a:gd name="T39" fmla="*/ 8 h 52"/>
                <a:gd name="T40" fmla="*/ 44 w 47"/>
                <a:gd name="T41" fmla="*/ 2 h 52"/>
                <a:gd name="T42" fmla="*/ 36 w 47"/>
                <a:gd name="T43" fmla="*/ 0 h 52"/>
                <a:gd name="T44" fmla="*/ 23 w 47"/>
                <a:gd name="T45" fmla="*/ 7 h 52"/>
                <a:gd name="T46" fmla="*/ 11 w 47"/>
                <a:gd name="T47" fmla="*/ 25 h 52"/>
                <a:gd name="T48" fmla="*/ 10 w 47"/>
                <a:gd name="T49" fmla="*/ 27 h 52"/>
                <a:gd name="T50" fmla="*/ 11 w 47"/>
                <a:gd name="T51" fmla="*/ 19 h 52"/>
                <a:gd name="T52" fmla="*/ 12 w 47"/>
                <a:gd name="T53" fmla="*/ 1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7" h="52">
                  <a:moveTo>
                    <a:pt x="12" y="14"/>
                  </a:moveTo>
                  <a:cubicBezTo>
                    <a:pt x="14" y="9"/>
                    <a:pt x="15" y="6"/>
                    <a:pt x="15" y="5"/>
                  </a:cubicBezTo>
                  <a:cubicBezTo>
                    <a:pt x="15" y="3"/>
                    <a:pt x="14" y="2"/>
                    <a:pt x="13" y="1"/>
                  </a:cubicBezTo>
                  <a:cubicBezTo>
                    <a:pt x="12" y="0"/>
                    <a:pt x="11" y="0"/>
                    <a:pt x="9" y="0"/>
                  </a:cubicBezTo>
                  <a:cubicBezTo>
                    <a:pt x="8" y="0"/>
                    <a:pt x="6" y="0"/>
                    <a:pt x="5" y="1"/>
                  </a:cubicBezTo>
                  <a:cubicBezTo>
                    <a:pt x="4" y="2"/>
                    <a:pt x="3" y="3"/>
                    <a:pt x="3" y="5"/>
                  </a:cubicBezTo>
                  <a:cubicBezTo>
                    <a:pt x="2" y="6"/>
                    <a:pt x="2" y="8"/>
                    <a:pt x="2" y="11"/>
                  </a:cubicBezTo>
                  <a:cubicBezTo>
                    <a:pt x="2" y="12"/>
                    <a:pt x="1" y="13"/>
                    <a:pt x="1" y="14"/>
                  </a:cubicBezTo>
                  <a:cubicBezTo>
                    <a:pt x="1" y="19"/>
                    <a:pt x="0" y="24"/>
                    <a:pt x="0" y="28"/>
                  </a:cubicBezTo>
                  <a:cubicBezTo>
                    <a:pt x="0" y="31"/>
                    <a:pt x="0" y="35"/>
                    <a:pt x="0" y="37"/>
                  </a:cubicBezTo>
                  <a:cubicBezTo>
                    <a:pt x="0" y="42"/>
                    <a:pt x="0" y="46"/>
                    <a:pt x="1" y="49"/>
                  </a:cubicBezTo>
                  <a:cubicBezTo>
                    <a:pt x="2" y="51"/>
                    <a:pt x="4" y="52"/>
                    <a:pt x="6" y="52"/>
                  </a:cubicBezTo>
                  <a:cubicBezTo>
                    <a:pt x="8" y="52"/>
                    <a:pt x="10" y="52"/>
                    <a:pt x="11" y="51"/>
                  </a:cubicBezTo>
                  <a:cubicBezTo>
                    <a:pt x="12" y="50"/>
                    <a:pt x="13" y="48"/>
                    <a:pt x="13" y="45"/>
                  </a:cubicBezTo>
                  <a:cubicBezTo>
                    <a:pt x="14" y="36"/>
                    <a:pt x="17" y="28"/>
                    <a:pt x="23" y="21"/>
                  </a:cubicBezTo>
                  <a:cubicBezTo>
                    <a:pt x="28" y="14"/>
                    <a:pt x="32" y="10"/>
                    <a:pt x="35" y="10"/>
                  </a:cubicBezTo>
                  <a:cubicBezTo>
                    <a:pt x="35" y="10"/>
                    <a:pt x="36" y="10"/>
                    <a:pt x="37" y="11"/>
                  </a:cubicBezTo>
                  <a:cubicBezTo>
                    <a:pt x="39" y="13"/>
                    <a:pt x="41" y="14"/>
                    <a:pt x="43" y="14"/>
                  </a:cubicBezTo>
                  <a:cubicBezTo>
                    <a:pt x="44" y="14"/>
                    <a:pt x="45" y="13"/>
                    <a:pt x="46" y="12"/>
                  </a:cubicBezTo>
                  <a:cubicBezTo>
                    <a:pt x="46" y="11"/>
                    <a:pt x="47" y="10"/>
                    <a:pt x="47" y="8"/>
                  </a:cubicBezTo>
                  <a:cubicBezTo>
                    <a:pt x="47" y="6"/>
                    <a:pt x="46" y="4"/>
                    <a:pt x="44" y="2"/>
                  </a:cubicBezTo>
                  <a:cubicBezTo>
                    <a:pt x="42" y="0"/>
                    <a:pt x="39" y="0"/>
                    <a:pt x="36" y="0"/>
                  </a:cubicBezTo>
                  <a:cubicBezTo>
                    <a:pt x="32" y="0"/>
                    <a:pt x="27" y="2"/>
                    <a:pt x="23" y="7"/>
                  </a:cubicBezTo>
                  <a:cubicBezTo>
                    <a:pt x="19" y="11"/>
                    <a:pt x="15" y="18"/>
                    <a:pt x="11" y="25"/>
                  </a:cubicBezTo>
                  <a:cubicBezTo>
                    <a:pt x="10" y="27"/>
                    <a:pt x="10" y="27"/>
                    <a:pt x="10" y="27"/>
                  </a:cubicBezTo>
                  <a:cubicBezTo>
                    <a:pt x="11" y="19"/>
                    <a:pt x="11" y="19"/>
                    <a:pt x="11" y="19"/>
                  </a:cubicBezTo>
                  <a:cubicBezTo>
                    <a:pt x="12" y="17"/>
                    <a:pt x="12" y="15"/>
                    <a:pt x="12"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3" name="Freeform 483"/>
            <p:cNvSpPr>
              <a:spLocks noEditPoints="1"/>
            </p:cNvSpPr>
            <p:nvPr/>
          </p:nvSpPr>
          <p:spPr bwMode="auto">
            <a:xfrm>
              <a:off x="11334750" y="4584700"/>
              <a:ext cx="58738" cy="68263"/>
            </a:xfrm>
            <a:custGeom>
              <a:avLst/>
              <a:gdLst>
                <a:gd name="T0" fmla="*/ 16 w 45"/>
                <a:gd name="T1" fmla="*/ 53 h 53"/>
                <a:gd name="T2" fmla="*/ 33 w 45"/>
                <a:gd name="T3" fmla="*/ 46 h 53"/>
                <a:gd name="T4" fmla="*/ 44 w 45"/>
                <a:gd name="T5" fmla="*/ 27 h 53"/>
                <a:gd name="T6" fmla="*/ 44 w 45"/>
                <a:gd name="T7" fmla="*/ 27 h 53"/>
                <a:gd name="T8" fmla="*/ 45 w 45"/>
                <a:gd name="T9" fmla="*/ 20 h 53"/>
                <a:gd name="T10" fmla="*/ 41 w 45"/>
                <a:gd name="T11" fmla="*/ 6 h 53"/>
                <a:gd name="T12" fmla="*/ 28 w 45"/>
                <a:gd name="T13" fmla="*/ 0 h 53"/>
                <a:gd name="T14" fmla="*/ 8 w 45"/>
                <a:gd name="T15" fmla="*/ 12 h 53"/>
                <a:gd name="T16" fmla="*/ 0 w 45"/>
                <a:gd name="T17" fmla="*/ 36 h 53"/>
                <a:gd name="T18" fmla="*/ 4 w 45"/>
                <a:gd name="T19" fmla="*/ 48 h 53"/>
                <a:gd name="T20" fmla="*/ 16 w 45"/>
                <a:gd name="T21" fmla="*/ 53 h 53"/>
                <a:gd name="T22" fmla="*/ 14 w 45"/>
                <a:gd name="T23" fmla="*/ 21 h 53"/>
                <a:gd name="T24" fmla="*/ 21 w 45"/>
                <a:gd name="T25" fmla="*/ 12 h 53"/>
                <a:gd name="T26" fmla="*/ 21 w 45"/>
                <a:gd name="T27" fmla="*/ 12 h 53"/>
                <a:gd name="T28" fmla="*/ 27 w 45"/>
                <a:gd name="T29" fmla="*/ 10 h 53"/>
                <a:gd name="T30" fmla="*/ 33 w 45"/>
                <a:gd name="T31" fmla="*/ 13 h 53"/>
                <a:gd name="T32" fmla="*/ 35 w 45"/>
                <a:gd name="T33" fmla="*/ 21 h 53"/>
                <a:gd name="T34" fmla="*/ 29 w 45"/>
                <a:gd name="T35" fmla="*/ 36 h 53"/>
                <a:gd name="T36" fmla="*/ 17 w 45"/>
                <a:gd name="T37" fmla="*/ 43 h 53"/>
                <a:gd name="T38" fmla="*/ 13 w 45"/>
                <a:gd name="T39" fmla="*/ 41 h 53"/>
                <a:gd name="T40" fmla="*/ 11 w 45"/>
                <a:gd name="T41" fmla="*/ 34 h 53"/>
                <a:gd name="T42" fmla="*/ 14 w 45"/>
                <a:gd name="T43" fmla="*/ 2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5" h="53">
                  <a:moveTo>
                    <a:pt x="16" y="53"/>
                  </a:moveTo>
                  <a:cubicBezTo>
                    <a:pt x="22" y="53"/>
                    <a:pt x="27" y="51"/>
                    <a:pt x="33" y="46"/>
                  </a:cubicBezTo>
                  <a:cubicBezTo>
                    <a:pt x="39" y="41"/>
                    <a:pt x="44" y="34"/>
                    <a:pt x="44" y="27"/>
                  </a:cubicBezTo>
                  <a:cubicBezTo>
                    <a:pt x="44" y="27"/>
                    <a:pt x="44" y="27"/>
                    <a:pt x="44" y="27"/>
                  </a:cubicBezTo>
                  <a:cubicBezTo>
                    <a:pt x="44" y="25"/>
                    <a:pt x="45" y="22"/>
                    <a:pt x="45" y="20"/>
                  </a:cubicBezTo>
                  <a:cubicBezTo>
                    <a:pt x="45" y="15"/>
                    <a:pt x="44" y="10"/>
                    <a:pt x="41" y="6"/>
                  </a:cubicBezTo>
                  <a:cubicBezTo>
                    <a:pt x="37" y="2"/>
                    <a:pt x="33" y="0"/>
                    <a:pt x="28" y="0"/>
                  </a:cubicBezTo>
                  <a:cubicBezTo>
                    <a:pt x="20" y="0"/>
                    <a:pt x="14" y="4"/>
                    <a:pt x="8" y="12"/>
                  </a:cubicBezTo>
                  <a:cubicBezTo>
                    <a:pt x="3" y="20"/>
                    <a:pt x="0" y="27"/>
                    <a:pt x="0" y="36"/>
                  </a:cubicBezTo>
                  <a:cubicBezTo>
                    <a:pt x="0" y="40"/>
                    <a:pt x="1" y="45"/>
                    <a:pt x="4" y="48"/>
                  </a:cubicBezTo>
                  <a:cubicBezTo>
                    <a:pt x="7" y="51"/>
                    <a:pt x="11" y="53"/>
                    <a:pt x="16" y="53"/>
                  </a:cubicBezTo>
                  <a:close/>
                  <a:moveTo>
                    <a:pt x="14" y="21"/>
                  </a:moveTo>
                  <a:cubicBezTo>
                    <a:pt x="17" y="17"/>
                    <a:pt x="19" y="16"/>
                    <a:pt x="21" y="12"/>
                  </a:cubicBezTo>
                  <a:cubicBezTo>
                    <a:pt x="21" y="12"/>
                    <a:pt x="21" y="12"/>
                    <a:pt x="21" y="12"/>
                  </a:cubicBezTo>
                  <a:cubicBezTo>
                    <a:pt x="23" y="12"/>
                    <a:pt x="25" y="10"/>
                    <a:pt x="27" y="10"/>
                  </a:cubicBezTo>
                  <a:cubicBezTo>
                    <a:pt x="30" y="10"/>
                    <a:pt x="32" y="11"/>
                    <a:pt x="33" y="13"/>
                  </a:cubicBezTo>
                  <a:cubicBezTo>
                    <a:pt x="34" y="15"/>
                    <a:pt x="35" y="18"/>
                    <a:pt x="35" y="21"/>
                  </a:cubicBezTo>
                  <a:cubicBezTo>
                    <a:pt x="35" y="27"/>
                    <a:pt x="33" y="32"/>
                    <a:pt x="29" y="36"/>
                  </a:cubicBezTo>
                  <a:cubicBezTo>
                    <a:pt x="24" y="41"/>
                    <a:pt x="20" y="43"/>
                    <a:pt x="17" y="43"/>
                  </a:cubicBezTo>
                  <a:cubicBezTo>
                    <a:pt x="15" y="43"/>
                    <a:pt x="14" y="42"/>
                    <a:pt x="13" y="41"/>
                  </a:cubicBezTo>
                  <a:cubicBezTo>
                    <a:pt x="12" y="39"/>
                    <a:pt x="11" y="37"/>
                    <a:pt x="11" y="34"/>
                  </a:cubicBezTo>
                  <a:cubicBezTo>
                    <a:pt x="11" y="30"/>
                    <a:pt x="12" y="26"/>
                    <a:pt x="14"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4" name="Freeform 484"/>
            <p:cNvSpPr>
              <a:spLocks noEditPoints="1"/>
            </p:cNvSpPr>
            <p:nvPr/>
          </p:nvSpPr>
          <p:spPr bwMode="auto">
            <a:xfrm>
              <a:off x="11399838" y="4583113"/>
              <a:ext cx="74613" cy="111125"/>
            </a:xfrm>
            <a:custGeom>
              <a:avLst/>
              <a:gdLst>
                <a:gd name="T0" fmla="*/ 21 w 58"/>
                <a:gd name="T1" fmla="*/ 7 h 86"/>
                <a:gd name="T2" fmla="*/ 16 w 58"/>
                <a:gd name="T3" fmla="*/ 0 h 86"/>
                <a:gd name="T4" fmla="*/ 11 w 58"/>
                <a:gd name="T5" fmla="*/ 1 h 86"/>
                <a:gd name="T6" fmla="*/ 10 w 58"/>
                <a:gd name="T7" fmla="*/ 5 h 86"/>
                <a:gd name="T8" fmla="*/ 10 w 58"/>
                <a:gd name="T9" fmla="*/ 13 h 86"/>
                <a:gd name="T10" fmla="*/ 10 w 58"/>
                <a:gd name="T11" fmla="*/ 14 h 86"/>
                <a:gd name="T12" fmla="*/ 2 w 58"/>
                <a:gd name="T13" fmla="*/ 72 h 86"/>
                <a:gd name="T14" fmla="*/ 0 w 58"/>
                <a:gd name="T15" fmla="*/ 81 h 86"/>
                <a:gd name="T16" fmla="*/ 2 w 58"/>
                <a:gd name="T17" fmla="*/ 84 h 86"/>
                <a:gd name="T18" fmla="*/ 6 w 58"/>
                <a:gd name="T19" fmla="*/ 86 h 86"/>
                <a:gd name="T20" fmla="*/ 10 w 58"/>
                <a:gd name="T21" fmla="*/ 84 h 86"/>
                <a:gd name="T22" fmla="*/ 12 w 58"/>
                <a:gd name="T23" fmla="*/ 78 h 86"/>
                <a:gd name="T24" fmla="*/ 14 w 58"/>
                <a:gd name="T25" fmla="*/ 59 h 86"/>
                <a:gd name="T26" fmla="*/ 16 w 58"/>
                <a:gd name="T27" fmla="*/ 50 h 86"/>
                <a:gd name="T28" fmla="*/ 23 w 58"/>
                <a:gd name="T29" fmla="*/ 54 h 86"/>
                <a:gd name="T30" fmla="*/ 46 w 58"/>
                <a:gd name="T31" fmla="*/ 42 h 86"/>
                <a:gd name="T32" fmla="*/ 58 w 58"/>
                <a:gd name="T33" fmla="*/ 14 h 86"/>
                <a:gd name="T34" fmla="*/ 54 w 58"/>
                <a:gd name="T35" fmla="*/ 5 h 86"/>
                <a:gd name="T36" fmla="*/ 45 w 58"/>
                <a:gd name="T37" fmla="*/ 1 h 86"/>
                <a:gd name="T38" fmla="*/ 32 w 58"/>
                <a:gd name="T39" fmla="*/ 7 h 86"/>
                <a:gd name="T40" fmla="*/ 19 w 58"/>
                <a:gd name="T41" fmla="*/ 21 h 86"/>
                <a:gd name="T42" fmla="*/ 20 w 58"/>
                <a:gd name="T43" fmla="*/ 18 h 86"/>
                <a:gd name="T44" fmla="*/ 21 w 58"/>
                <a:gd name="T45" fmla="*/ 7 h 86"/>
                <a:gd name="T46" fmla="*/ 29 w 58"/>
                <a:gd name="T47" fmla="*/ 23 h 86"/>
                <a:gd name="T48" fmla="*/ 43 w 58"/>
                <a:gd name="T49" fmla="*/ 11 h 86"/>
                <a:gd name="T50" fmla="*/ 45 w 58"/>
                <a:gd name="T51" fmla="*/ 13 h 86"/>
                <a:gd name="T52" fmla="*/ 46 w 58"/>
                <a:gd name="T53" fmla="*/ 17 h 86"/>
                <a:gd name="T54" fmla="*/ 39 w 58"/>
                <a:gd name="T55" fmla="*/ 35 h 86"/>
                <a:gd name="T56" fmla="*/ 25 w 58"/>
                <a:gd name="T57" fmla="*/ 44 h 86"/>
                <a:gd name="T58" fmla="*/ 21 w 58"/>
                <a:gd name="T59" fmla="*/ 43 h 86"/>
                <a:gd name="T60" fmla="*/ 20 w 58"/>
                <a:gd name="T61" fmla="*/ 40 h 86"/>
                <a:gd name="T62" fmla="*/ 29 w 58"/>
                <a:gd name="T63" fmla="*/ 2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8" h="86">
                  <a:moveTo>
                    <a:pt x="21" y="7"/>
                  </a:moveTo>
                  <a:cubicBezTo>
                    <a:pt x="21" y="2"/>
                    <a:pt x="19" y="0"/>
                    <a:pt x="16" y="0"/>
                  </a:cubicBezTo>
                  <a:cubicBezTo>
                    <a:pt x="14" y="0"/>
                    <a:pt x="12" y="0"/>
                    <a:pt x="11" y="1"/>
                  </a:cubicBezTo>
                  <a:cubicBezTo>
                    <a:pt x="10" y="2"/>
                    <a:pt x="10" y="3"/>
                    <a:pt x="10" y="5"/>
                  </a:cubicBezTo>
                  <a:cubicBezTo>
                    <a:pt x="10" y="6"/>
                    <a:pt x="10" y="9"/>
                    <a:pt x="10" y="13"/>
                  </a:cubicBezTo>
                  <a:cubicBezTo>
                    <a:pt x="10" y="14"/>
                    <a:pt x="10" y="14"/>
                    <a:pt x="10" y="14"/>
                  </a:cubicBezTo>
                  <a:cubicBezTo>
                    <a:pt x="10" y="34"/>
                    <a:pt x="6" y="53"/>
                    <a:pt x="2" y="72"/>
                  </a:cubicBezTo>
                  <a:cubicBezTo>
                    <a:pt x="1" y="75"/>
                    <a:pt x="0" y="78"/>
                    <a:pt x="0" y="81"/>
                  </a:cubicBezTo>
                  <a:cubicBezTo>
                    <a:pt x="0" y="82"/>
                    <a:pt x="1" y="83"/>
                    <a:pt x="2" y="84"/>
                  </a:cubicBezTo>
                  <a:cubicBezTo>
                    <a:pt x="3" y="85"/>
                    <a:pt x="5" y="86"/>
                    <a:pt x="6" y="86"/>
                  </a:cubicBezTo>
                  <a:cubicBezTo>
                    <a:pt x="8" y="86"/>
                    <a:pt x="9" y="85"/>
                    <a:pt x="10" y="84"/>
                  </a:cubicBezTo>
                  <a:cubicBezTo>
                    <a:pt x="11" y="83"/>
                    <a:pt x="12" y="81"/>
                    <a:pt x="12" y="78"/>
                  </a:cubicBezTo>
                  <a:cubicBezTo>
                    <a:pt x="14" y="59"/>
                    <a:pt x="14" y="59"/>
                    <a:pt x="14" y="59"/>
                  </a:cubicBezTo>
                  <a:cubicBezTo>
                    <a:pt x="15" y="55"/>
                    <a:pt x="15" y="52"/>
                    <a:pt x="16" y="50"/>
                  </a:cubicBezTo>
                  <a:cubicBezTo>
                    <a:pt x="17" y="52"/>
                    <a:pt x="19" y="54"/>
                    <a:pt x="23" y="54"/>
                  </a:cubicBezTo>
                  <a:cubicBezTo>
                    <a:pt x="31" y="54"/>
                    <a:pt x="38" y="50"/>
                    <a:pt x="46" y="42"/>
                  </a:cubicBezTo>
                  <a:cubicBezTo>
                    <a:pt x="54" y="33"/>
                    <a:pt x="58" y="24"/>
                    <a:pt x="58" y="14"/>
                  </a:cubicBezTo>
                  <a:cubicBezTo>
                    <a:pt x="58" y="10"/>
                    <a:pt x="57" y="7"/>
                    <a:pt x="54" y="5"/>
                  </a:cubicBezTo>
                  <a:cubicBezTo>
                    <a:pt x="52" y="2"/>
                    <a:pt x="49" y="1"/>
                    <a:pt x="45" y="1"/>
                  </a:cubicBezTo>
                  <a:cubicBezTo>
                    <a:pt x="41" y="1"/>
                    <a:pt x="37" y="3"/>
                    <a:pt x="32" y="7"/>
                  </a:cubicBezTo>
                  <a:cubicBezTo>
                    <a:pt x="27" y="11"/>
                    <a:pt x="23" y="16"/>
                    <a:pt x="19" y="21"/>
                  </a:cubicBezTo>
                  <a:cubicBezTo>
                    <a:pt x="20" y="18"/>
                    <a:pt x="20" y="18"/>
                    <a:pt x="20" y="18"/>
                  </a:cubicBezTo>
                  <a:cubicBezTo>
                    <a:pt x="21" y="13"/>
                    <a:pt x="21" y="10"/>
                    <a:pt x="21" y="7"/>
                  </a:cubicBezTo>
                  <a:close/>
                  <a:moveTo>
                    <a:pt x="29" y="23"/>
                  </a:moveTo>
                  <a:cubicBezTo>
                    <a:pt x="35" y="15"/>
                    <a:pt x="40" y="11"/>
                    <a:pt x="43" y="11"/>
                  </a:cubicBezTo>
                  <a:cubicBezTo>
                    <a:pt x="44" y="11"/>
                    <a:pt x="45" y="12"/>
                    <a:pt x="45" y="13"/>
                  </a:cubicBezTo>
                  <a:cubicBezTo>
                    <a:pt x="46" y="14"/>
                    <a:pt x="46" y="15"/>
                    <a:pt x="46" y="17"/>
                  </a:cubicBezTo>
                  <a:cubicBezTo>
                    <a:pt x="46" y="23"/>
                    <a:pt x="44" y="29"/>
                    <a:pt x="39" y="35"/>
                  </a:cubicBezTo>
                  <a:cubicBezTo>
                    <a:pt x="33" y="41"/>
                    <a:pt x="29" y="44"/>
                    <a:pt x="25" y="44"/>
                  </a:cubicBezTo>
                  <a:cubicBezTo>
                    <a:pt x="23" y="44"/>
                    <a:pt x="22" y="44"/>
                    <a:pt x="21" y="43"/>
                  </a:cubicBezTo>
                  <a:cubicBezTo>
                    <a:pt x="20" y="42"/>
                    <a:pt x="20" y="41"/>
                    <a:pt x="20" y="40"/>
                  </a:cubicBezTo>
                  <a:cubicBezTo>
                    <a:pt x="20" y="36"/>
                    <a:pt x="23" y="30"/>
                    <a:pt x="29"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5" name="Freeform 485"/>
            <p:cNvSpPr>
              <a:spLocks noEditPoints="1"/>
            </p:cNvSpPr>
            <p:nvPr/>
          </p:nvSpPr>
          <p:spPr bwMode="auto">
            <a:xfrm>
              <a:off x="11485563" y="4584700"/>
              <a:ext cx="57150" cy="68263"/>
            </a:xfrm>
            <a:custGeom>
              <a:avLst/>
              <a:gdLst>
                <a:gd name="T0" fmla="*/ 16 w 45"/>
                <a:gd name="T1" fmla="*/ 53 h 53"/>
                <a:gd name="T2" fmla="*/ 33 w 45"/>
                <a:gd name="T3" fmla="*/ 46 h 53"/>
                <a:gd name="T4" fmla="*/ 44 w 45"/>
                <a:gd name="T5" fmla="*/ 27 h 53"/>
                <a:gd name="T6" fmla="*/ 44 w 45"/>
                <a:gd name="T7" fmla="*/ 27 h 53"/>
                <a:gd name="T8" fmla="*/ 45 w 45"/>
                <a:gd name="T9" fmla="*/ 20 h 53"/>
                <a:gd name="T10" fmla="*/ 41 w 45"/>
                <a:gd name="T11" fmla="*/ 6 h 53"/>
                <a:gd name="T12" fmla="*/ 28 w 45"/>
                <a:gd name="T13" fmla="*/ 0 h 53"/>
                <a:gd name="T14" fmla="*/ 8 w 45"/>
                <a:gd name="T15" fmla="*/ 12 h 53"/>
                <a:gd name="T16" fmla="*/ 0 w 45"/>
                <a:gd name="T17" fmla="*/ 36 h 53"/>
                <a:gd name="T18" fmla="*/ 4 w 45"/>
                <a:gd name="T19" fmla="*/ 48 h 53"/>
                <a:gd name="T20" fmla="*/ 16 w 45"/>
                <a:gd name="T21" fmla="*/ 53 h 53"/>
                <a:gd name="T22" fmla="*/ 14 w 45"/>
                <a:gd name="T23" fmla="*/ 21 h 53"/>
                <a:gd name="T24" fmla="*/ 21 w 45"/>
                <a:gd name="T25" fmla="*/ 12 h 53"/>
                <a:gd name="T26" fmla="*/ 21 w 45"/>
                <a:gd name="T27" fmla="*/ 12 h 53"/>
                <a:gd name="T28" fmla="*/ 27 w 45"/>
                <a:gd name="T29" fmla="*/ 10 h 53"/>
                <a:gd name="T30" fmla="*/ 33 w 45"/>
                <a:gd name="T31" fmla="*/ 13 h 53"/>
                <a:gd name="T32" fmla="*/ 35 w 45"/>
                <a:gd name="T33" fmla="*/ 21 h 53"/>
                <a:gd name="T34" fmla="*/ 29 w 45"/>
                <a:gd name="T35" fmla="*/ 36 h 53"/>
                <a:gd name="T36" fmla="*/ 17 w 45"/>
                <a:gd name="T37" fmla="*/ 43 h 53"/>
                <a:gd name="T38" fmla="*/ 13 w 45"/>
                <a:gd name="T39" fmla="*/ 41 h 53"/>
                <a:gd name="T40" fmla="*/ 11 w 45"/>
                <a:gd name="T41" fmla="*/ 34 h 53"/>
                <a:gd name="T42" fmla="*/ 14 w 45"/>
                <a:gd name="T43" fmla="*/ 2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5" h="53">
                  <a:moveTo>
                    <a:pt x="16" y="53"/>
                  </a:moveTo>
                  <a:cubicBezTo>
                    <a:pt x="22" y="53"/>
                    <a:pt x="27" y="51"/>
                    <a:pt x="33" y="46"/>
                  </a:cubicBezTo>
                  <a:cubicBezTo>
                    <a:pt x="39" y="41"/>
                    <a:pt x="44" y="34"/>
                    <a:pt x="44" y="27"/>
                  </a:cubicBezTo>
                  <a:cubicBezTo>
                    <a:pt x="44" y="27"/>
                    <a:pt x="44" y="27"/>
                    <a:pt x="44" y="27"/>
                  </a:cubicBezTo>
                  <a:cubicBezTo>
                    <a:pt x="44" y="25"/>
                    <a:pt x="45" y="22"/>
                    <a:pt x="45" y="20"/>
                  </a:cubicBezTo>
                  <a:cubicBezTo>
                    <a:pt x="45" y="15"/>
                    <a:pt x="44" y="10"/>
                    <a:pt x="41" y="6"/>
                  </a:cubicBezTo>
                  <a:cubicBezTo>
                    <a:pt x="37" y="2"/>
                    <a:pt x="33" y="0"/>
                    <a:pt x="28" y="0"/>
                  </a:cubicBezTo>
                  <a:cubicBezTo>
                    <a:pt x="20" y="0"/>
                    <a:pt x="14" y="4"/>
                    <a:pt x="8" y="12"/>
                  </a:cubicBezTo>
                  <a:cubicBezTo>
                    <a:pt x="3" y="20"/>
                    <a:pt x="0" y="27"/>
                    <a:pt x="0" y="36"/>
                  </a:cubicBezTo>
                  <a:cubicBezTo>
                    <a:pt x="0" y="40"/>
                    <a:pt x="1" y="45"/>
                    <a:pt x="4" y="48"/>
                  </a:cubicBezTo>
                  <a:cubicBezTo>
                    <a:pt x="7" y="51"/>
                    <a:pt x="11" y="53"/>
                    <a:pt x="16" y="53"/>
                  </a:cubicBezTo>
                  <a:close/>
                  <a:moveTo>
                    <a:pt x="14" y="21"/>
                  </a:moveTo>
                  <a:cubicBezTo>
                    <a:pt x="17" y="17"/>
                    <a:pt x="19" y="16"/>
                    <a:pt x="21" y="12"/>
                  </a:cubicBezTo>
                  <a:cubicBezTo>
                    <a:pt x="21" y="12"/>
                    <a:pt x="21" y="12"/>
                    <a:pt x="21" y="12"/>
                  </a:cubicBezTo>
                  <a:cubicBezTo>
                    <a:pt x="23" y="12"/>
                    <a:pt x="25" y="10"/>
                    <a:pt x="27" y="10"/>
                  </a:cubicBezTo>
                  <a:cubicBezTo>
                    <a:pt x="30" y="10"/>
                    <a:pt x="31" y="11"/>
                    <a:pt x="33" y="13"/>
                  </a:cubicBezTo>
                  <a:cubicBezTo>
                    <a:pt x="34" y="15"/>
                    <a:pt x="35" y="18"/>
                    <a:pt x="35" y="21"/>
                  </a:cubicBezTo>
                  <a:cubicBezTo>
                    <a:pt x="35" y="27"/>
                    <a:pt x="33" y="32"/>
                    <a:pt x="29" y="36"/>
                  </a:cubicBezTo>
                  <a:cubicBezTo>
                    <a:pt x="24" y="41"/>
                    <a:pt x="20" y="43"/>
                    <a:pt x="17" y="43"/>
                  </a:cubicBezTo>
                  <a:cubicBezTo>
                    <a:pt x="15" y="43"/>
                    <a:pt x="14" y="42"/>
                    <a:pt x="13" y="41"/>
                  </a:cubicBezTo>
                  <a:cubicBezTo>
                    <a:pt x="12" y="39"/>
                    <a:pt x="11" y="37"/>
                    <a:pt x="11" y="34"/>
                  </a:cubicBezTo>
                  <a:cubicBezTo>
                    <a:pt x="11" y="30"/>
                    <a:pt x="12" y="26"/>
                    <a:pt x="14"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6" name="Freeform 486"/>
            <p:cNvSpPr>
              <a:spLocks/>
            </p:cNvSpPr>
            <p:nvPr/>
          </p:nvSpPr>
          <p:spPr bwMode="auto">
            <a:xfrm>
              <a:off x="11549063" y="4581525"/>
              <a:ext cx="50800" cy="73025"/>
            </a:xfrm>
            <a:custGeom>
              <a:avLst/>
              <a:gdLst>
                <a:gd name="T0" fmla="*/ 21 w 39"/>
                <a:gd name="T1" fmla="*/ 13 h 57"/>
                <a:gd name="T2" fmla="*/ 30 w 39"/>
                <a:gd name="T3" fmla="*/ 10 h 57"/>
                <a:gd name="T4" fmla="*/ 32 w 39"/>
                <a:gd name="T5" fmla="*/ 11 h 57"/>
                <a:gd name="T6" fmla="*/ 34 w 39"/>
                <a:gd name="T7" fmla="*/ 11 h 57"/>
                <a:gd name="T8" fmla="*/ 37 w 39"/>
                <a:gd name="T9" fmla="*/ 10 h 57"/>
                <a:gd name="T10" fmla="*/ 39 w 39"/>
                <a:gd name="T11" fmla="*/ 7 h 57"/>
                <a:gd name="T12" fmla="*/ 31 w 39"/>
                <a:gd name="T13" fmla="*/ 0 h 57"/>
                <a:gd name="T14" fmla="*/ 13 w 39"/>
                <a:gd name="T15" fmla="*/ 6 h 57"/>
                <a:gd name="T16" fmla="*/ 4 w 39"/>
                <a:gd name="T17" fmla="*/ 20 h 57"/>
                <a:gd name="T18" fmla="*/ 7 w 39"/>
                <a:gd name="T19" fmla="*/ 28 h 57"/>
                <a:gd name="T20" fmla="*/ 19 w 39"/>
                <a:gd name="T21" fmla="*/ 36 h 57"/>
                <a:gd name="T22" fmla="*/ 27 w 39"/>
                <a:gd name="T23" fmla="*/ 42 h 57"/>
                <a:gd name="T24" fmla="*/ 21 w 39"/>
                <a:gd name="T25" fmla="*/ 45 h 57"/>
                <a:gd name="T26" fmla="*/ 12 w 39"/>
                <a:gd name="T27" fmla="*/ 47 h 57"/>
                <a:gd name="T28" fmla="*/ 8 w 39"/>
                <a:gd name="T29" fmla="*/ 46 h 57"/>
                <a:gd name="T30" fmla="*/ 5 w 39"/>
                <a:gd name="T31" fmla="*/ 45 h 57"/>
                <a:gd name="T32" fmla="*/ 1 w 39"/>
                <a:gd name="T33" fmla="*/ 47 h 57"/>
                <a:gd name="T34" fmla="*/ 0 w 39"/>
                <a:gd name="T35" fmla="*/ 51 h 57"/>
                <a:gd name="T36" fmla="*/ 8 w 39"/>
                <a:gd name="T37" fmla="*/ 57 h 57"/>
                <a:gd name="T38" fmla="*/ 29 w 39"/>
                <a:gd name="T39" fmla="*/ 52 h 57"/>
                <a:gd name="T40" fmla="*/ 38 w 39"/>
                <a:gd name="T41" fmla="*/ 41 h 57"/>
                <a:gd name="T42" fmla="*/ 35 w 39"/>
                <a:gd name="T43" fmla="*/ 34 h 57"/>
                <a:gd name="T44" fmla="*/ 25 w 39"/>
                <a:gd name="T45" fmla="*/ 27 h 57"/>
                <a:gd name="T46" fmla="*/ 18 w 39"/>
                <a:gd name="T47" fmla="*/ 23 h 57"/>
                <a:gd name="T48" fmla="*/ 16 w 39"/>
                <a:gd name="T49" fmla="*/ 19 h 57"/>
                <a:gd name="T50" fmla="*/ 21 w 39"/>
                <a:gd name="T51" fmla="*/ 13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9" h="57">
                  <a:moveTo>
                    <a:pt x="21" y="13"/>
                  </a:moveTo>
                  <a:cubicBezTo>
                    <a:pt x="24" y="11"/>
                    <a:pt x="27" y="10"/>
                    <a:pt x="30" y="10"/>
                  </a:cubicBezTo>
                  <a:cubicBezTo>
                    <a:pt x="30" y="10"/>
                    <a:pt x="31" y="10"/>
                    <a:pt x="32" y="11"/>
                  </a:cubicBezTo>
                  <a:cubicBezTo>
                    <a:pt x="33" y="11"/>
                    <a:pt x="33" y="11"/>
                    <a:pt x="34" y="11"/>
                  </a:cubicBezTo>
                  <a:cubicBezTo>
                    <a:pt x="35" y="11"/>
                    <a:pt x="36" y="11"/>
                    <a:pt x="37" y="10"/>
                  </a:cubicBezTo>
                  <a:cubicBezTo>
                    <a:pt x="38" y="9"/>
                    <a:pt x="39" y="8"/>
                    <a:pt x="39" y="7"/>
                  </a:cubicBezTo>
                  <a:cubicBezTo>
                    <a:pt x="39" y="2"/>
                    <a:pt x="36" y="0"/>
                    <a:pt x="31" y="0"/>
                  </a:cubicBezTo>
                  <a:cubicBezTo>
                    <a:pt x="25" y="0"/>
                    <a:pt x="20" y="2"/>
                    <a:pt x="13" y="6"/>
                  </a:cubicBezTo>
                  <a:cubicBezTo>
                    <a:pt x="7" y="10"/>
                    <a:pt x="4" y="15"/>
                    <a:pt x="4" y="20"/>
                  </a:cubicBezTo>
                  <a:cubicBezTo>
                    <a:pt x="4" y="23"/>
                    <a:pt x="5" y="26"/>
                    <a:pt x="7" y="28"/>
                  </a:cubicBezTo>
                  <a:cubicBezTo>
                    <a:pt x="9" y="30"/>
                    <a:pt x="13" y="33"/>
                    <a:pt x="19" y="36"/>
                  </a:cubicBezTo>
                  <a:cubicBezTo>
                    <a:pt x="24" y="38"/>
                    <a:pt x="27" y="40"/>
                    <a:pt x="27" y="42"/>
                  </a:cubicBezTo>
                  <a:cubicBezTo>
                    <a:pt x="26" y="43"/>
                    <a:pt x="24" y="44"/>
                    <a:pt x="21" y="45"/>
                  </a:cubicBezTo>
                  <a:cubicBezTo>
                    <a:pt x="18" y="46"/>
                    <a:pt x="14" y="47"/>
                    <a:pt x="12" y="47"/>
                  </a:cubicBezTo>
                  <a:cubicBezTo>
                    <a:pt x="10" y="47"/>
                    <a:pt x="9" y="47"/>
                    <a:pt x="8" y="46"/>
                  </a:cubicBezTo>
                  <a:cubicBezTo>
                    <a:pt x="7" y="46"/>
                    <a:pt x="6" y="45"/>
                    <a:pt x="5" y="45"/>
                  </a:cubicBezTo>
                  <a:cubicBezTo>
                    <a:pt x="4" y="45"/>
                    <a:pt x="2" y="46"/>
                    <a:pt x="1" y="47"/>
                  </a:cubicBezTo>
                  <a:cubicBezTo>
                    <a:pt x="0" y="48"/>
                    <a:pt x="0" y="49"/>
                    <a:pt x="0" y="51"/>
                  </a:cubicBezTo>
                  <a:cubicBezTo>
                    <a:pt x="0" y="55"/>
                    <a:pt x="2" y="57"/>
                    <a:pt x="8" y="57"/>
                  </a:cubicBezTo>
                  <a:cubicBezTo>
                    <a:pt x="16" y="57"/>
                    <a:pt x="23" y="56"/>
                    <a:pt x="29" y="52"/>
                  </a:cubicBezTo>
                  <a:cubicBezTo>
                    <a:pt x="35" y="49"/>
                    <a:pt x="38" y="46"/>
                    <a:pt x="38" y="41"/>
                  </a:cubicBezTo>
                  <a:cubicBezTo>
                    <a:pt x="38" y="39"/>
                    <a:pt x="37" y="36"/>
                    <a:pt x="35" y="34"/>
                  </a:cubicBezTo>
                  <a:cubicBezTo>
                    <a:pt x="34" y="32"/>
                    <a:pt x="30" y="30"/>
                    <a:pt x="25" y="27"/>
                  </a:cubicBezTo>
                  <a:cubicBezTo>
                    <a:pt x="21" y="26"/>
                    <a:pt x="19" y="24"/>
                    <a:pt x="18" y="23"/>
                  </a:cubicBezTo>
                  <a:cubicBezTo>
                    <a:pt x="16" y="22"/>
                    <a:pt x="16" y="21"/>
                    <a:pt x="16" y="19"/>
                  </a:cubicBezTo>
                  <a:cubicBezTo>
                    <a:pt x="16" y="17"/>
                    <a:pt x="17" y="15"/>
                    <a:pt x="21"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7" name="Freeform 487"/>
            <p:cNvSpPr>
              <a:spLocks noEditPoints="1"/>
            </p:cNvSpPr>
            <p:nvPr/>
          </p:nvSpPr>
          <p:spPr bwMode="auto">
            <a:xfrm>
              <a:off x="11606213" y="4584700"/>
              <a:ext cx="63500" cy="68263"/>
            </a:xfrm>
            <a:custGeom>
              <a:avLst/>
              <a:gdLst>
                <a:gd name="T0" fmla="*/ 46 w 49"/>
                <a:gd name="T1" fmla="*/ 10 h 54"/>
                <a:gd name="T2" fmla="*/ 40 w 49"/>
                <a:gd name="T3" fmla="*/ 6 h 54"/>
                <a:gd name="T4" fmla="*/ 33 w 49"/>
                <a:gd name="T5" fmla="*/ 0 h 54"/>
                <a:gd name="T6" fmla="*/ 11 w 49"/>
                <a:gd name="T7" fmla="*/ 14 h 54"/>
                <a:gd name="T8" fmla="*/ 0 w 49"/>
                <a:gd name="T9" fmla="*/ 41 h 54"/>
                <a:gd name="T10" fmla="*/ 3 w 49"/>
                <a:gd name="T11" fmla="*/ 49 h 54"/>
                <a:gd name="T12" fmla="*/ 10 w 49"/>
                <a:gd name="T13" fmla="*/ 52 h 54"/>
                <a:gd name="T14" fmla="*/ 34 w 49"/>
                <a:gd name="T15" fmla="*/ 36 h 54"/>
                <a:gd name="T16" fmla="*/ 42 w 49"/>
                <a:gd name="T17" fmla="*/ 54 h 54"/>
                <a:gd name="T18" fmla="*/ 47 w 49"/>
                <a:gd name="T19" fmla="*/ 52 h 54"/>
                <a:gd name="T20" fmla="*/ 49 w 49"/>
                <a:gd name="T21" fmla="*/ 48 h 54"/>
                <a:gd name="T22" fmla="*/ 47 w 49"/>
                <a:gd name="T23" fmla="*/ 46 h 54"/>
                <a:gd name="T24" fmla="*/ 45 w 49"/>
                <a:gd name="T25" fmla="*/ 44 h 54"/>
                <a:gd name="T26" fmla="*/ 44 w 49"/>
                <a:gd name="T27" fmla="*/ 41 h 54"/>
                <a:gd name="T28" fmla="*/ 43 w 49"/>
                <a:gd name="T29" fmla="*/ 33 h 54"/>
                <a:gd name="T30" fmla="*/ 45 w 49"/>
                <a:gd name="T31" fmla="*/ 17 h 54"/>
                <a:gd name="T32" fmla="*/ 46 w 49"/>
                <a:gd name="T33" fmla="*/ 10 h 54"/>
                <a:gd name="T34" fmla="*/ 26 w 49"/>
                <a:gd name="T35" fmla="*/ 32 h 54"/>
                <a:gd name="T36" fmla="*/ 13 w 49"/>
                <a:gd name="T37" fmla="*/ 42 h 54"/>
                <a:gd name="T38" fmla="*/ 11 w 49"/>
                <a:gd name="T39" fmla="*/ 38 h 54"/>
                <a:gd name="T40" fmla="*/ 19 w 49"/>
                <a:gd name="T41" fmla="*/ 21 h 54"/>
                <a:gd name="T42" fmla="*/ 31 w 49"/>
                <a:gd name="T43" fmla="*/ 10 h 54"/>
                <a:gd name="T44" fmla="*/ 33 w 49"/>
                <a:gd name="T45" fmla="*/ 12 h 54"/>
                <a:gd name="T46" fmla="*/ 34 w 49"/>
                <a:gd name="T47" fmla="*/ 15 h 54"/>
                <a:gd name="T48" fmla="*/ 26 w 49"/>
                <a:gd name="T49" fmla="*/ 3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9" h="54">
                  <a:moveTo>
                    <a:pt x="46" y="10"/>
                  </a:moveTo>
                  <a:cubicBezTo>
                    <a:pt x="46" y="7"/>
                    <a:pt x="44" y="6"/>
                    <a:pt x="40" y="6"/>
                  </a:cubicBezTo>
                  <a:cubicBezTo>
                    <a:pt x="39" y="2"/>
                    <a:pt x="37" y="0"/>
                    <a:pt x="33" y="0"/>
                  </a:cubicBezTo>
                  <a:cubicBezTo>
                    <a:pt x="25" y="0"/>
                    <a:pt x="18" y="5"/>
                    <a:pt x="11" y="14"/>
                  </a:cubicBezTo>
                  <a:cubicBezTo>
                    <a:pt x="3" y="24"/>
                    <a:pt x="0" y="32"/>
                    <a:pt x="0" y="41"/>
                  </a:cubicBezTo>
                  <a:cubicBezTo>
                    <a:pt x="0" y="44"/>
                    <a:pt x="1" y="47"/>
                    <a:pt x="3" y="49"/>
                  </a:cubicBezTo>
                  <a:cubicBezTo>
                    <a:pt x="5" y="51"/>
                    <a:pt x="7" y="52"/>
                    <a:pt x="10" y="52"/>
                  </a:cubicBezTo>
                  <a:cubicBezTo>
                    <a:pt x="18" y="52"/>
                    <a:pt x="25" y="47"/>
                    <a:pt x="34" y="36"/>
                  </a:cubicBezTo>
                  <a:cubicBezTo>
                    <a:pt x="33" y="48"/>
                    <a:pt x="36" y="54"/>
                    <a:pt x="42" y="54"/>
                  </a:cubicBezTo>
                  <a:cubicBezTo>
                    <a:pt x="43" y="54"/>
                    <a:pt x="45" y="53"/>
                    <a:pt x="47" y="52"/>
                  </a:cubicBezTo>
                  <a:cubicBezTo>
                    <a:pt x="48" y="51"/>
                    <a:pt x="49" y="50"/>
                    <a:pt x="49" y="48"/>
                  </a:cubicBezTo>
                  <a:cubicBezTo>
                    <a:pt x="49" y="47"/>
                    <a:pt x="48" y="46"/>
                    <a:pt x="47" y="46"/>
                  </a:cubicBezTo>
                  <a:cubicBezTo>
                    <a:pt x="46" y="45"/>
                    <a:pt x="45" y="45"/>
                    <a:pt x="45" y="44"/>
                  </a:cubicBezTo>
                  <a:cubicBezTo>
                    <a:pt x="45" y="44"/>
                    <a:pt x="44" y="43"/>
                    <a:pt x="44" y="41"/>
                  </a:cubicBezTo>
                  <a:cubicBezTo>
                    <a:pt x="43" y="39"/>
                    <a:pt x="43" y="37"/>
                    <a:pt x="43" y="33"/>
                  </a:cubicBezTo>
                  <a:cubicBezTo>
                    <a:pt x="43" y="29"/>
                    <a:pt x="44" y="24"/>
                    <a:pt x="45" y="17"/>
                  </a:cubicBezTo>
                  <a:cubicBezTo>
                    <a:pt x="46" y="14"/>
                    <a:pt x="46" y="11"/>
                    <a:pt x="46" y="10"/>
                  </a:cubicBezTo>
                  <a:close/>
                  <a:moveTo>
                    <a:pt x="26" y="32"/>
                  </a:moveTo>
                  <a:cubicBezTo>
                    <a:pt x="21" y="39"/>
                    <a:pt x="16" y="42"/>
                    <a:pt x="13" y="42"/>
                  </a:cubicBezTo>
                  <a:cubicBezTo>
                    <a:pt x="12" y="42"/>
                    <a:pt x="11" y="41"/>
                    <a:pt x="11" y="38"/>
                  </a:cubicBezTo>
                  <a:cubicBezTo>
                    <a:pt x="11" y="34"/>
                    <a:pt x="14" y="28"/>
                    <a:pt x="19" y="21"/>
                  </a:cubicBezTo>
                  <a:cubicBezTo>
                    <a:pt x="24" y="14"/>
                    <a:pt x="28" y="10"/>
                    <a:pt x="31" y="10"/>
                  </a:cubicBezTo>
                  <a:cubicBezTo>
                    <a:pt x="32" y="10"/>
                    <a:pt x="33" y="11"/>
                    <a:pt x="33" y="12"/>
                  </a:cubicBezTo>
                  <a:cubicBezTo>
                    <a:pt x="34" y="12"/>
                    <a:pt x="34" y="14"/>
                    <a:pt x="34" y="15"/>
                  </a:cubicBezTo>
                  <a:cubicBezTo>
                    <a:pt x="34" y="20"/>
                    <a:pt x="32" y="26"/>
                    <a:pt x="26"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8" name="Freeform 488"/>
            <p:cNvSpPr>
              <a:spLocks/>
            </p:cNvSpPr>
            <p:nvPr/>
          </p:nvSpPr>
          <p:spPr bwMode="auto">
            <a:xfrm>
              <a:off x="11682413" y="4549775"/>
              <a:ext cx="26988" cy="106363"/>
            </a:xfrm>
            <a:custGeom>
              <a:avLst/>
              <a:gdLst>
                <a:gd name="T0" fmla="*/ 16 w 21"/>
                <a:gd name="T1" fmla="*/ 25 h 83"/>
                <a:gd name="T2" fmla="*/ 20 w 21"/>
                <a:gd name="T3" fmla="*/ 11 h 83"/>
                <a:gd name="T4" fmla="*/ 21 w 21"/>
                <a:gd name="T5" fmla="*/ 5 h 83"/>
                <a:gd name="T6" fmla="*/ 16 w 21"/>
                <a:gd name="T7" fmla="*/ 0 h 83"/>
                <a:gd name="T8" fmla="*/ 10 w 21"/>
                <a:gd name="T9" fmla="*/ 4 h 83"/>
                <a:gd name="T10" fmla="*/ 4 w 21"/>
                <a:gd name="T11" fmla="*/ 30 h 83"/>
                <a:gd name="T12" fmla="*/ 0 w 21"/>
                <a:gd name="T13" fmla="*/ 69 h 83"/>
                <a:gd name="T14" fmla="*/ 2 w 21"/>
                <a:gd name="T15" fmla="*/ 79 h 83"/>
                <a:gd name="T16" fmla="*/ 6 w 21"/>
                <a:gd name="T17" fmla="*/ 83 h 83"/>
                <a:gd name="T18" fmla="*/ 11 w 21"/>
                <a:gd name="T19" fmla="*/ 81 h 83"/>
                <a:gd name="T20" fmla="*/ 13 w 21"/>
                <a:gd name="T21" fmla="*/ 76 h 83"/>
                <a:gd name="T22" fmla="*/ 13 w 21"/>
                <a:gd name="T23" fmla="*/ 73 h 83"/>
                <a:gd name="T24" fmla="*/ 12 w 21"/>
                <a:gd name="T25" fmla="*/ 59 h 83"/>
                <a:gd name="T26" fmla="*/ 13 w 21"/>
                <a:gd name="T27" fmla="*/ 43 h 83"/>
                <a:gd name="T28" fmla="*/ 16 w 21"/>
                <a:gd name="T29" fmla="*/ 25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 h="83">
                  <a:moveTo>
                    <a:pt x="16" y="25"/>
                  </a:moveTo>
                  <a:cubicBezTo>
                    <a:pt x="19" y="17"/>
                    <a:pt x="20" y="12"/>
                    <a:pt x="20" y="11"/>
                  </a:cubicBezTo>
                  <a:cubicBezTo>
                    <a:pt x="21" y="9"/>
                    <a:pt x="21" y="7"/>
                    <a:pt x="21" y="5"/>
                  </a:cubicBezTo>
                  <a:cubicBezTo>
                    <a:pt x="21" y="1"/>
                    <a:pt x="19" y="0"/>
                    <a:pt x="16" y="0"/>
                  </a:cubicBezTo>
                  <a:cubicBezTo>
                    <a:pt x="14" y="0"/>
                    <a:pt x="12" y="1"/>
                    <a:pt x="10" y="4"/>
                  </a:cubicBezTo>
                  <a:cubicBezTo>
                    <a:pt x="9" y="6"/>
                    <a:pt x="7" y="15"/>
                    <a:pt x="4" y="30"/>
                  </a:cubicBezTo>
                  <a:cubicBezTo>
                    <a:pt x="2" y="45"/>
                    <a:pt x="0" y="58"/>
                    <a:pt x="0" y="69"/>
                  </a:cubicBezTo>
                  <a:cubicBezTo>
                    <a:pt x="0" y="74"/>
                    <a:pt x="1" y="77"/>
                    <a:pt x="2" y="79"/>
                  </a:cubicBezTo>
                  <a:cubicBezTo>
                    <a:pt x="3" y="82"/>
                    <a:pt x="4" y="83"/>
                    <a:pt x="6" y="83"/>
                  </a:cubicBezTo>
                  <a:cubicBezTo>
                    <a:pt x="8" y="83"/>
                    <a:pt x="9" y="82"/>
                    <a:pt x="11" y="81"/>
                  </a:cubicBezTo>
                  <a:cubicBezTo>
                    <a:pt x="12" y="79"/>
                    <a:pt x="13" y="78"/>
                    <a:pt x="13" y="76"/>
                  </a:cubicBezTo>
                  <a:cubicBezTo>
                    <a:pt x="13" y="75"/>
                    <a:pt x="13" y="74"/>
                    <a:pt x="13" y="73"/>
                  </a:cubicBezTo>
                  <a:cubicBezTo>
                    <a:pt x="12" y="67"/>
                    <a:pt x="12" y="63"/>
                    <a:pt x="12" y="59"/>
                  </a:cubicBezTo>
                  <a:cubicBezTo>
                    <a:pt x="12" y="55"/>
                    <a:pt x="12" y="50"/>
                    <a:pt x="13" y="43"/>
                  </a:cubicBezTo>
                  <a:cubicBezTo>
                    <a:pt x="14" y="37"/>
                    <a:pt x="15" y="31"/>
                    <a:pt x="16"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89" name="组合 488"/>
          <p:cNvGrpSpPr/>
          <p:nvPr/>
        </p:nvGrpSpPr>
        <p:grpSpPr>
          <a:xfrm>
            <a:off x="10112375" y="2827338"/>
            <a:ext cx="1884363" cy="1571625"/>
            <a:chOff x="10112375" y="2827338"/>
            <a:chExt cx="1884363" cy="1571625"/>
          </a:xfrm>
          <a:solidFill>
            <a:schemeClr val="tx1">
              <a:lumMod val="65000"/>
              <a:lumOff val="35000"/>
            </a:schemeClr>
          </a:solidFill>
        </p:grpSpPr>
        <p:sp>
          <p:nvSpPr>
            <p:cNvPr id="490" name="Oval 489"/>
            <p:cNvSpPr>
              <a:spLocks noChangeArrowheads="1"/>
            </p:cNvSpPr>
            <p:nvPr/>
          </p:nvSpPr>
          <p:spPr bwMode="auto">
            <a:xfrm>
              <a:off x="10706100" y="3413125"/>
              <a:ext cx="231775" cy="2317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1" name="Freeform 490"/>
            <p:cNvSpPr>
              <a:spLocks/>
            </p:cNvSpPr>
            <p:nvPr/>
          </p:nvSpPr>
          <p:spPr bwMode="auto">
            <a:xfrm>
              <a:off x="10563225" y="3643313"/>
              <a:ext cx="450850" cy="755650"/>
            </a:xfrm>
            <a:custGeom>
              <a:avLst/>
              <a:gdLst>
                <a:gd name="T0" fmla="*/ 337 w 350"/>
                <a:gd name="T1" fmla="*/ 288 h 587"/>
                <a:gd name="T2" fmla="*/ 298 w 350"/>
                <a:gd name="T3" fmla="*/ 269 h 587"/>
                <a:gd name="T4" fmla="*/ 151 w 350"/>
                <a:gd name="T5" fmla="*/ 270 h 587"/>
                <a:gd name="T6" fmla="*/ 168 w 350"/>
                <a:gd name="T7" fmla="*/ 140 h 587"/>
                <a:gd name="T8" fmla="*/ 103 w 350"/>
                <a:gd name="T9" fmla="*/ 122 h 587"/>
                <a:gd name="T10" fmla="*/ 75 w 350"/>
                <a:gd name="T11" fmla="*/ 71 h 587"/>
                <a:gd name="T12" fmla="*/ 115 w 350"/>
                <a:gd name="T13" fmla="*/ 41 h 587"/>
                <a:gd name="T14" fmla="*/ 126 w 350"/>
                <a:gd name="T15" fmla="*/ 42 h 587"/>
                <a:gd name="T16" fmla="*/ 176 w 350"/>
                <a:gd name="T17" fmla="*/ 57 h 587"/>
                <a:gd name="T18" fmla="*/ 137 w 350"/>
                <a:gd name="T19" fmla="*/ 9 h 587"/>
                <a:gd name="T20" fmla="*/ 33 w 350"/>
                <a:gd name="T21" fmla="*/ 77 h 587"/>
                <a:gd name="T22" fmla="*/ 10 w 350"/>
                <a:gd name="T23" fmla="*/ 300 h 587"/>
                <a:gd name="T24" fmla="*/ 104 w 350"/>
                <a:gd name="T25" fmla="*/ 370 h 587"/>
                <a:gd name="T26" fmla="*/ 115 w 350"/>
                <a:gd name="T27" fmla="*/ 370 h 587"/>
                <a:gd name="T28" fmla="*/ 234 w 350"/>
                <a:gd name="T29" fmla="*/ 369 h 587"/>
                <a:gd name="T30" fmla="*/ 195 w 350"/>
                <a:gd name="T31" fmla="*/ 525 h 587"/>
                <a:gd name="T32" fmla="*/ 231 w 350"/>
                <a:gd name="T33" fmla="*/ 585 h 587"/>
                <a:gd name="T34" fmla="*/ 243 w 350"/>
                <a:gd name="T35" fmla="*/ 587 h 587"/>
                <a:gd name="T36" fmla="*/ 292 w 350"/>
                <a:gd name="T37" fmla="*/ 549 h 587"/>
                <a:gd name="T38" fmla="*/ 347 w 350"/>
                <a:gd name="T39" fmla="*/ 331 h 587"/>
                <a:gd name="T40" fmla="*/ 337 w 350"/>
                <a:gd name="T41" fmla="*/ 288 h 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0" h="587">
                  <a:moveTo>
                    <a:pt x="337" y="288"/>
                  </a:moveTo>
                  <a:cubicBezTo>
                    <a:pt x="328" y="276"/>
                    <a:pt x="313" y="269"/>
                    <a:pt x="298" y="269"/>
                  </a:cubicBezTo>
                  <a:cubicBezTo>
                    <a:pt x="151" y="270"/>
                    <a:pt x="151" y="270"/>
                    <a:pt x="151" y="270"/>
                  </a:cubicBezTo>
                  <a:cubicBezTo>
                    <a:pt x="151" y="225"/>
                    <a:pt x="160" y="179"/>
                    <a:pt x="168" y="140"/>
                  </a:cubicBezTo>
                  <a:cubicBezTo>
                    <a:pt x="103" y="122"/>
                    <a:pt x="103" y="122"/>
                    <a:pt x="103" y="122"/>
                  </a:cubicBezTo>
                  <a:cubicBezTo>
                    <a:pt x="82" y="115"/>
                    <a:pt x="69" y="92"/>
                    <a:pt x="75" y="71"/>
                  </a:cubicBezTo>
                  <a:cubicBezTo>
                    <a:pt x="80" y="53"/>
                    <a:pt x="97" y="41"/>
                    <a:pt x="115" y="41"/>
                  </a:cubicBezTo>
                  <a:cubicBezTo>
                    <a:pt x="119" y="41"/>
                    <a:pt x="123" y="41"/>
                    <a:pt x="126" y="42"/>
                  </a:cubicBezTo>
                  <a:cubicBezTo>
                    <a:pt x="176" y="57"/>
                    <a:pt x="176" y="57"/>
                    <a:pt x="176" y="57"/>
                  </a:cubicBezTo>
                  <a:cubicBezTo>
                    <a:pt x="171" y="33"/>
                    <a:pt x="158" y="14"/>
                    <a:pt x="137" y="9"/>
                  </a:cubicBezTo>
                  <a:cubicBezTo>
                    <a:pt x="103" y="0"/>
                    <a:pt x="53" y="19"/>
                    <a:pt x="33" y="77"/>
                  </a:cubicBezTo>
                  <a:cubicBezTo>
                    <a:pt x="6" y="158"/>
                    <a:pt x="0" y="211"/>
                    <a:pt x="10" y="300"/>
                  </a:cubicBezTo>
                  <a:cubicBezTo>
                    <a:pt x="23" y="364"/>
                    <a:pt x="67" y="371"/>
                    <a:pt x="104" y="370"/>
                  </a:cubicBezTo>
                  <a:cubicBezTo>
                    <a:pt x="108" y="370"/>
                    <a:pt x="112" y="370"/>
                    <a:pt x="115" y="370"/>
                  </a:cubicBezTo>
                  <a:cubicBezTo>
                    <a:pt x="234" y="369"/>
                    <a:pt x="234" y="369"/>
                    <a:pt x="234" y="369"/>
                  </a:cubicBezTo>
                  <a:cubicBezTo>
                    <a:pt x="195" y="525"/>
                    <a:pt x="195" y="525"/>
                    <a:pt x="195" y="525"/>
                  </a:cubicBezTo>
                  <a:cubicBezTo>
                    <a:pt x="188" y="551"/>
                    <a:pt x="204" y="579"/>
                    <a:pt x="231" y="585"/>
                  </a:cubicBezTo>
                  <a:cubicBezTo>
                    <a:pt x="235" y="586"/>
                    <a:pt x="239" y="587"/>
                    <a:pt x="243" y="587"/>
                  </a:cubicBezTo>
                  <a:cubicBezTo>
                    <a:pt x="265" y="587"/>
                    <a:pt x="286" y="572"/>
                    <a:pt x="292" y="549"/>
                  </a:cubicBezTo>
                  <a:cubicBezTo>
                    <a:pt x="347" y="331"/>
                    <a:pt x="347" y="331"/>
                    <a:pt x="347" y="331"/>
                  </a:cubicBezTo>
                  <a:cubicBezTo>
                    <a:pt x="350" y="316"/>
                    <a:pt x="347" y="300"/>
                    <a:pt x="337" y="2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2" name="Freeform 491"/>
            <p:cNvSpPr>
              <a:spLocks/>
            </p:cNvSpPr>
            <p:nvPr/>
          </p:nvSpPr>
          <p:spPr bwMode="auto">
            <a:xfrm>
              <a:off x="10664825" y="3702050"/>
              <a:ext cx="458788" cy="193675"/>
            </a:xfrm>
            <a:custGeom>
              <a:avLst/>
              <a:gdLst>
                <a:gd name="T0" fmla="*/ 5 w 357"/>
                <a:gd name="T1" fmla="*/ 27 h 150"/>
                <a:gd name="T2" fmla="*/ 27 w 357"/>
                <a:gd name="T3" fmla="*/ 67 h 150"/>
                <a:gd name="T4" fmla="*/ 312 w 357"/>
                <a:gd name="T5" fmla="*/ 149 h 150"/>
                <a:gd name="T6" fmla="*/ 321 w 357"/>
                <a:gd name="T7" fmla="*/ 150 h 150"/>
                <a:gd name="T8" fmla="*/ 352 w 357"/>
                <a:gd name="T9" fmla="*/ 127 h 150"/>
                <a:gd name="T10" fmla="*/ 330 w 357"/>
                <a:gd name="T11" fmla="*/ 87 h 150"/>
                <a:gd name="T12" fmla="*/ 45 w 357"/>
                <a:gd name="T13" fmla="*/ 5 h 150"/>
                <a:gd name="T14" fmla="*/ 5 w 357"/>
                <a:gd name="T15" fmla="*/ 27 h 1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7" h="150">
                  <a:moveTo>
                    <a:pt x="5" y="27"/>
                  </a:moveTo>
                  <a:cubicBezTo>
                    <a:pt x="0" y="44"/>
                    <a:pt x="10" y="62"/>
                    <a:pt x="27" y="67"/>
                  </a:cubicBezTo>
                  <a:cubicBezTo>
                    <a:pt x="312" y="149"/>
                    <a:pt x="312" y="149"/>
                    <a:pt x="312" y="149"/>
                  </a:cubicBezTo>
                  <a:cubicBezTo>
                    <a:pt x="315" y="150"/>
                    <a:pt x="318" y="150"/>
                    <a:pt x="321" y="150"/>
                  </a:cubicBezTo>
                  <a:cubicBezTo>
                    <a:pt x="335" y="150"/>
                    <a:pt x="348" y="141"/>
                    <a:pt x="352" y="127"/>
                  </a:cubicBezTo>
                  <a:cubicBezTo>
                    <a:pt x="357" y="110"/>
                    <a:pt x="347" y="92"/>
                    <a:pt x="330" y="87"/>
                  </a:cubicBezTo>
                  <a:cubicBezTo>
                    <a:pt x="45" y="5"/>
                    <a:pt x="45" y="5"/>
                    <a:pt x="45" y="5"/>
                  </a:cubicBezTo>
                  <a:cubicBezTo>
                    <a:pt x="28" y="0"/>
                    <a:pt x="10" y="10"/>
                    <a:pt x="5"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3" name="Freeform 492"/>
            <p:cNvSpPr>
              <a:spLocks/>
            </p:cNvSpPr>
            <p:nvPr/>
          </p:nvSpPr>
          <p:spPr bwMode="auto">
            <a:xfrm>
              <a:off x="10434638" y="3756025"/>
              <a:ext cx="354013" cy="442913"/>
            </a:xfrm>
            <a:custGeom>
              <a:avLst/>
              <a:gdLst>
                <a:gd name="T0" fmla="*/ 274 w 274"/>
                <a:gd name="T1" fmla="*/ 328 h 344"/>
                <a:gd name="T2" fmla="*/ 258 w 274"/>
                <a:gd name="T3" fmla="*/ 312 h 344"/>
                <a:gd name="T4" fmla="*/ 99 w 274"/>
                <a:gd name="T5" fmla="*/ 312 h 344"/>
                <a:gd name="T6" fmla="*/ 33 w 274"/>
                <a:gd name="T7" fmla="*/ 14 h 344"/>
                <a:gd name="T8" fmla="*/ 14 w 274"/>
                <a:gd name="T9" fmla="*/ 2 h 344"/>
                <a:gd name="T10" fmla="*/ 2 w 274"/>
                <a:gd name="T11" fmla="*/ 21 h 344"/>
                <a:gd name="T12" fmla="*/ 70 w 274"/>
                <a:gd name="T13" fmla="*/ 331 h 344"/>
                <a:gd name="T14" fmla="*/ 86 w 274"/>
                <a:gd name="T15" fmla="*/ 344 h 344"/>
                <a:gd name="T16" fmla="*/ 258 w 274"/>
                <a:gd name="T17" fmla="*/ 344 h 344"/>
                <a:gd name="T18" fmla="*/ 274 w 274"/>
                <a:gd name="T19" fmla="*/ 328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4" h="344">
                  <a:moveTo>
                    <a:pt x="274" y="328"/>
                  </a:moveTo>
                  <a:cubicBezTo>
                    <a:pt x="274" y="319"/>
                    <a:pt x="267" y="312"/>
                    <a:pt x="258" y="312"/>
                  </a:cubicBezTo>
                  <a:cubicBezTo>
                    <a:pt x="99" y="312"/>
                    <a:pt x="99" y="312"/>
                    <a:pt x="99" y="312"/>
                  </a:cubicBezTo>
                  <a:cubicBezTo>
                    <a:pt x="33" y="14"/>
                    <a:pt x="33" y="14"/>
                    <a:pt x="33" y="14"/>
                  </a:cubicBezTo>
                  <a:cubicBezTo>
                    <a:pt x="31" y="6"/>
                    <a:pt x="23" y="0"/>
                    <a:pt x="14" y="2"/>
                  </a:cubicBezTo>
                  <a:cubicBezTo>
                    <a:pt x="6" y="4"/>
                    <a:pt x="0" y="12"/>
                    <a:pt x="2" y="21"/>
                  </a:cubicBezTo>
                  <a:cubicBezTo>
                    <a:pt x="70" y="331"/>
                    <a:pt x="70" y="331"/>
                    <a:pt x="70" y="331"/>
                  </a:cubicBezTo>
                  <a:cubicBezTo>
                    <a:pt x="72" y="339"/>
                    <a:pt x="78" y="344"/>
                    <a:pt x="86" y="344"/>
                  </a:cubicBezTo>
                  <a:cubicBezTo>
                    <a:pt x="258" y="344"/>
                    <a:pt x="258" y="344"/>
                    <a:pt x="258" y="344"/>
                  </a:cubicBezTo>
                  <a:cubicBezTo>
                    <a:pt x="267" y="344"/>
                    <a:pt x="274" y="337"/>
                    <a:pt x="274" y="3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4" name="Freeform 493"/>
            <p:cNvSpPr>
              <a:spLocks/>
            </p:cNvSpPr>
            <p:nvPr/>
          </p:nvSpPr>
          <p:spPr bwMode="auto">
            <a:xfrm>
              <a:off x="11417300" y="3643313"/>
              <a:ext cx="450850" cy="755650"/>
            </a:xfrm>
            <a:custGeom>
              <a:avLst/>
              <a:gdLst>
                <a:gd name="T0" fmla="*/ 107 w 350"/>
                <a:gd name="T1" fmla="*/ 587 h 587"/>
                <a:gd name="T2" fmla="*/ 119 w 350"/>
                <a:gd name="T3" fmla="*/ 585 h 587"/>
                <a:gd name="T4" fmla="*/ 156 w 350"/>
                <a:gd name="T5" fmla="*/ 525 h 587"/>
                <a:gd name="T6" fmla="*/ 116 w 350"/>
                <a:gd name="T7" fmla="*/ 369 h 587"/>
                <a:gd name="T8" fmla="*/ 235 w 350"/>
                <a:gd name="T9" fmla="*/ 370 h 587"/>
                <a:gd name="T10" fmla="*/ 246 w 350"/>
                <a:gd name="T11" fmla="*/ 370 h 587"/>
                <a:gd name="T12" fmla="*/ 340 w 350"/>
                <a:gd name="T13" fmla="*/ 300 h 587"/>
                <a:gd name="T14" fmla="*/ 317 w 350"/>
                <a:gd name="T15" fmla="*/ 77 h 587"/>
                <a:gd name="T16" fmla="*/ 213 w 350"/>
                <a:gd name="T17" fmla="*/ 9 h 587"/>
                <a:gd name="T18" fmla="*/ 175 w 350"/>
                <a:gd name="T19" fmla="*/ 105 h 587"/>
                <a:gd name="T20" fmla="*/ 181 w 350"/>
                <a:gd name="T21" fmla="*/ 131 h 587"/>
                <a:gd name="T22" fmla="*/ 195 w 350"/>
                <a:gd name="T23" fmla="*/ 72 h 587"/>
                <a:gd name="T24" fmla="*/ 235 w 350"/>
                <a:gd name="T25" fmla="*/ 41 h 587"/>
                <a:gd name="T26" fmla="*/ 245 w 350"/>
                <a:gd name="T27" fmla="*/ 42 h 587"/>
                <a:gd name="T28" fmla="*/ 270 w 350"/>
                <a:gd name="T29" fmla="*/ 61 h 587"/>
                <a:gd name="T30" fmla="*/ 275 w 350"/>
                <a:gd name="T31" fmla="*/ 92 h 587"/>
                <a:gd name="T32" fmla="*/ 239 w 350"/>
                <a:gd name="T33" fmla="*/ 239 h 587"/>
                <a:gd name="T34" fmla="*/ 210 w 350"/>
                <a:gd name="T35" fmla="*/ 269 h 587"/>
                <a:gd name="T36" fmla="*/ 71 w 350"/>
                <a:gd name="T37" fmla="*/ 307 h 587"/>
                <a:gd name="T38" fmla="*/ 61 w 350"/>
                <a:gd name="T39" fmla="*/ 308 h 587"/>
                <a:gd name="T40" fmla="*/ 21 w 350"/>
                <a:gd name="T41" fmla="*/ 279 h 587"/>
                <a:gd name="T42" fmla="*/ 13 w 350"/>
                <a:gd name="T43" fmla="*/ 288 h 587"/>
                <a:gd name="T44" fmla="*/ 4 w 350"/>
                <a:gd name="T45" fmla="*/ 331 h 587"/>
                <a:gd name="T46" fmla="*/ 59 w 350"/>
                <a:gd name="T47" fmla="*/ 549 h 587"/>
                <a:gd name="T48" fmla="*/ 107 w 350"/>
                <a:gd name="T49" fmla="*/ 587 h 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0" h="587">
                  <a:moveTo>
                    <a:pt x="107" y="587"/>
                  </a:moveTo>
                  <a:cubicBezTo>
                    <a:pt x="111" y="587"/>
                    <a:pt x="115" y="586"/>
                    <a:pt x="119" y="585"/>
                  </a:cubicBezTo>
                  <a:cubicBezTo>
                    <a:pt x="146" y="579"/>
                    <a:pt x="162" y="551"/>
                    <a:pt x="156" y="525"/>
                  </a:cubicBezTo>
                  <a:cubicBezTo>
                    <a:pt x="116" y="369"/>
                    <a:pt x="116" y="369"/>
                    <a:pt x="116" y="369"/>
                  </a:cubicBezTo>
                  <a:cubicBezTo>
                    <a:pt x="235" y="370"/>
                    <a:pt x="235" y="370"/>
                    <a:pt x="235" y="370"/>
                  </a:cubicBezTo>
                  <a:cubicBezTo>
                    <a:pt x="238" y="370"/>
                    <a:pt x="242" y="370"/>
                    <a:pt x="246" y="370"/>
                  </a:cubicBezTo>
                  <a:cubicBezTo>
                    <a:pt x="283" y="371"/>
                    <a:pt x="327" y="364"/>
                    <a:pt x="340" y="300"/>
                  </a:cubicBezTo>
                  <a:cubicBezTo>
                    <a:pt x="350" y="211"/>
                    <a:pt x="344" y="158"/>
                    <a:pt x="317" y="77"/>
                  </a:cubicBezTo>
                  <a:cubicBezTo>
                    <a:pt x="297" y="19"/>
                    <a:pt x="247" y="0"/>
                    <a:pt x="213" y="9"/>
                  </a:cubicBezTo>
                  <a:cubicBezTo>
                    <a:pt x="179" y="17"/>
                    <a:pt x="164" y="65"/>
                    <a:pt x="175" y="105"/>
                  </a:cubicBezTo>
                  <a:cubicBezTo>
                    <a:pt x="177" y="113"/>
                    <a:pt x="179" y="122"/>
                    <a:pt x="181" y="131"/>
                  </a:cubicBezTo>
                  <a:cubicBezTo>
                    <a:pt x="195" y="72"/>
                    <a:pt x="195" y="72"/>
                    <a:pt x="195" y="72"/>
                  </a:cubicBezTo>
                  <a:cubicBezTo>
                    <a:pt x="200" y="54"/>
                    <a:pt x="216" y="41"/>
                    <a:pt x="235" y="41"/>
                  </a:cubicBezTo>
                  <a:cubicBezTo>
                    <a:pt x="238" y="41"/>
                    <a:pt x="242" y="41"/>
                    <a:pt x="245" y="42"/>
                  </a:cubicBezTo>
                  <a:cubicBezTo>
                    <a:pt x="256" y="45"/>
                    <a:pt x="265" y="51"/>
                    <a:pt x="270" y="61"/>
                  </a:cubicBezTo>
                  <a:cubicBezTo>
                    <a:pt x="276" y="70"/>
                    <a:pt x="278" y="81"/>
                    <a:pt x="275" y="92"/>
                  </a:cubicBezTo>
                  <a:cubicBezTo>
                    <a:pt x="239" y="239"/>
                    <a:pt x="239" y="239"/>
                    <a:pt x="239" y="239"/>
                  </a:cubicBezTo>
                  <a:cubicBezTo>
                    <a:pt x="236" y="254"/>
                    <a:pt x="225" y="265"/>
                    <a:pt x="210" y="269"/>
                  </a:cubicBezTo>
                  <a:cubicBezTo>
                    <a:pt x="71" y="307"/>
                    <a:pt x="71" y="307"/>
                    <a:pt x="71" y="307"/>
                  </a:cubicBezTo>
                  <a:cubicBezTo>
                    <a:pt x="68" y="308"/>
                    <a:pt x="64" y="308"/>
                    <a:pt x="61" y="308"/>
                  </a:cubicBezTo>
                  <a:cubicBezTo>
                    <a:pt x="43" y="308"/>
                    <a:pt x="27" y="296"/>
                    <a:pt x="21" y="279"/>
                  </a:cubicBezTo>
                  <a:cubicBezTo>
                    <a:pt x="18" y="282"/>
                    <a:pt x="15" y="285"/>
                    <a:pt x="13" y="288"/>
                  </a:cubicBezTo>
                  <a:cubicBezTo>
                    <a:pt x="3" y="300"/>
                    <a:pt x="0" y="316"/>
                    <a:pt x="4" y="331"/>
                  </a:cubicBezTo>
                  <a:cubicBezTo>
                    <a:pt x="59" y="549"/>
                    <a:pt x="59" y="549"/>
                    <a:pt x="59" y="549"/>
                  </a:cubicBezTo>
                  <a:cubicBezTo>
                    <a:pt x="64" y="572"/>
                    <a:pt x="85" y="587"/>
                    <a:pt x="107" y="5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5" name="Freeform 494"/>
            <p:cNvSpPr>
              <a:spLocks/>
            </p:cNvSpPr>
            <p:nvPr/>
          </p:nvSpPr>
          <p:spPr bwMode="auto">
            <a:xfrm>
              <a:off x="11642725" y="3756025"/>
              <a:ext cx="354013" cy="442913"/>
            </a:xfrm>
            <a:custGeom>
              <a:avLst/>
              <a:gdLst>
                <a:gd name="T0" fmla="*/ 204 w 274"/>
                <a:gd name="T1" fmla="*/ 331 h 344"/>
                <a:gd name="T2" fmla="*/ 272 w 274"/>
                <a:gd name="T3" fmla="*/ 21 h 344"/>
                <a:gd name="T4" fmla="*/ 260 w 274"/>
                <a:gd name="T5" fmla="*/ 2 h 344"/>
                <a:gd name="T6" fmla="*/ 241 w 274"/>
                <a:gd name="T7" fmla="*/ 14 h 344"/>
                <a:gd name="T8" fmla="*/ 176 w 274"/>
                <a:gd name="T9" fmla="*/ 312 h 344"/>
                <a:gd name="T10" fmla="*/ 16 w 274"/>
                <a:gd name="T11" fmla="*/ 312 h 344"/>
                <a:gd name="T12" fmla="*/ 0 w 274"/>
                <a:gd name="T13" fmla="*/ 328 h 344"/>
                <a:gd name="T14" fmla="*/ 16 w 274"/>
                <a:gd name="T15" fmla="*/ 344 h 344"/>
                <a:gd name="T16" fmla="*/ 188 w 274"/>
                <a:gd name="T17" fmla="*/ 344 h 344"/>
                <a:gd name="T18" fmla="*/ 204 w 274"/>
                <a:gd name="T19" fmla="*/ 331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4" h="344">
                  <a:moveTo>
                    <a:pt x="204" y="331"/>
                  </a:moveTo>
                  <a:cubicBezTo>
                    <a:pt x="272" y="21"/>
                    <a:pt x="272" y="21"/>
                    <a:pt x="272" y="21"/>
                  </a:cubicBezTo>
                  <a:cubicBezTo>
                    <a:pt x="274" y="12"/>
                    <a:pt x="268" y="4"/>
                    <a:pt x="260" y="2"/>
                  </a:cubicBezTo>
                  <a:cubicBezTo>
                    <a:pt x="251" y="0"/>
                    <a:pt x="243" y="6"/>
                    <a:pt x="241" y="14"/>
                  </a:cubicBezTo>
                  <a:cubicBezTo>
                    <a:pt x="176" y="312"/>
                    <a:pt x="176" y="312"/>
                    <a:pt x="176" y="312"/>
                  </a:cubicBezTo>
                  <a:cubicBezTo>
                    <a:pt x="16" y="312"/>
                    <a:pt x="16" y="312"/>
                    <a:pt x="16" y="312"/>
                  </a:cubicBezTo>
                  <a:cubicBezTo>
                    <a:pt x="8" y="312"/>
                    <a:pt x="0" y="319"/>
                    <a:pt x="0" y="328"/>
                  </a:cubicBezTo>
                  <a:cubicBezTo>
                    <a:pt x="0" y="337"/>
                    <a:pt x="8" y="344"/>
                    <a:pt x="16" y="344"/>
                  </a:cubicBezTo>
                  <a:cubicBezTo>
                    <a:pt x="188" y="344"/>
                    <a:pt x="188" y="344"/>
                    <a:pt x="188" y="344"/>
                  </a:cubicBezTo>
                  <a:cubicBezTo>
                    <a:pt x="196" y="344"/>
                    <a:pt x="202" y="338"/>
                    <a:pt x="204" y="3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6" name="Freeform 495"/>
            <p:cNvSpPr>
              <a:spLocks/>
            </p:cNvSpPr>
            <p:nvPr/>
          </p:nvSpPr>
          <p:spPr bwMode="auto">
            <a:xfrm>
              <a:off x="10877550" y="3910013"/>
              <a:ext cx="679450" cy="52388"/>
            </a:xfrm>
            <a:custGeom>
              <a:avLst/>
              <a:gdLst>
                <a:gd name="T0" fmla="*/ 470 w 528"/>
                <a:gd name="T1" fmla="*/ 19 h 40"/>
                <a:gd name="T2" fmla="*/ 528 w 528"/>
                <a:gd name="T3" fmla="*/ 3 h 40"/>
                <a:gd name="T4" fmla="*/ 528 w 528"/>
                <a:gd name="T5" fmla="*/ 0 h 40"/>
                <a:gd name="T6" fmla="*/ 0 w 528"/>
                <a:gd name="T7" fmla="*/ 0 h 40"/>
                <a:gd name="T8" fmla="*/ 0 w 528"/>
                <a:gd name="T9" fmla="*/ 40 h 40"/>
                <a:gd name="T10" fmla="*/ 443 w 528"/>
                <a:gd name="T11" fmla="*/ 40 h 40"/>
                <a:gd name="T12" fmla="*/ 445 w 528"/>
                <a:gd name="T13" fmla="*/ 37 h 40"/>
                <a:gd name="T14" fmla="*/ 470 w 528"/>
                <a:gd name="T15" fmla="*/ 19 h 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8" h="40">
                  <a:moveTo>
                    <a:pt x="470" y="19"/>
                  </a:moveTo>
                  <a:cubicBezTo>
                    <a:pt x="528" y="3"/>
                    <a:pt x="528" y="3"/>
                    <a:pt x="528" y="3"/>
                  </a:cubicBezTo>
                  <a:cubicBezTo>
                    <a:pt x="528" y="0"/>
                    <a:pt x="528" y="0"/>
                    <a:pt x="528" y="0"/>
                  </a:cubicBezTo>
                  <a:cubicBezTo>
                    <a:pt x="0" y="0"/>
                    <a:pt x="0" y="0"/>
                    <a:pt x="0" y="0"/>
                  </a:cubicBezTo>
                  <a:cubicBezTo>
                    <a:pt x="0" y="40"/>
                    <a:pt x="0" y="40"/>
                    <a:pt x="0" y="40"/>
                  </a:cubicBezTo>
                  <a:cubicBezTo>
                    <a:pt x="443" y="40"/>
                    <a:pt x="443" y="40"/>
                    <a:pt x="443" y="40"/>
                  </a:cubicBezTo>
                  <a:cubicBezTo>
                    <a:pt x="444" y="40"/>
                    <a:pt x="444" y="38"/>
                    <a:pt x="445" y="37"/>
                  </a:cubicBezTo>
                  <a:cubicBezTo>
                    <a:pt x="450" y="28"/>
                    <a:pt x="459" y="22"/>
                    <a:pt x="470"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7" name="Freeform 496"/>
            <p:cNvSpPr>
              <a:spLocks/>
            </p:cNvSpPr>
            <p:nvPr/>
          </p:nvSpPr>
          <p:spPr bwMode="auto">
            <a:xfrm>
              <a:off x="11106150" y="3630613"/>
              <a:ext cx="306388" cy="254000"/>
            </a:xfrm>
            <a:custGeom>
              <a:avLst/>
              <a:gdLst>
                <a:gd name="T0" fmla="*/ 20 w 193"/>
                <a:gd name="T1" fmla="*/ 0 h 160"/>
                <a:gd name="T2" fmla="*/ 0 w 193"/>
                <a:gd name="T3" fmla="*/ 5 h 160"/>
                <a:gd name="T4" fmla="*/ 41 w 193"/>
                <a:gd name="T5" fmla="*/ 160 h 160"/>
                <a:gd name="T6" fmla="*/ 193 w 193"/>
                <a:gd name="T7" fmla="*/ 160 h 160"/>
                <a:gd name="T8" fmla="*/ 193 w 193"/>
                <a:gd name="T9" fmla="*/ 141 h 160"/>
                <a:gd name="T10" fmla="*/ 55 w 193"/>
                <a:gd name="T11" fmla="*/ 141 h 160"/>
                <a:gd name="T12" fmla="*/ 20 w 193"/>
                <a:gd name="T13" fmla="*/ 0 h 160"/>
              </a:gdLst>
              <a:ahLst/>
              <a:cxnLst>
                <a:cxn ang="0">
                  <a:pos x="T0" y="T1"/>
                </a:cxn>
                <a:cxn ang="0">
                  <a:pos x="T2" y="T3"/>
                </a:cxn>
                <a:cxn ang="0">
                  <a:pos x="T4" y="T5"/>
                </a:cxn>
                <a:cxn ang="0">
                  <a:pos x="T6" y="T7"/>
                </a:cxn>
                <a:cxn ang="0">
                  <a:pos x="T8" y="T9"/>
                </a:cxn>
                <a:cxn ang="0">
                  <a:pos x="T10" y="T11"/>
                </a:cxn>
                <a:cxn ang="0">
                  <a:pos x="T12" y="T13"/>
                </a:cxn>
              </a:cxnLst>
              <a:rect l="0" t="0" r="r" b="b"/>
              <a:pathLst>
                <a:path w="193" h="160">
                  <a:moveTo>
                    <a:pt x="20" y="0"/>
                  </a:moveTo>
                  <a:lnTo>
                    <a:pt x="0" y="5"/>
                  </a:lnTo>
                  <a:lnTo>
                    <a:pt x="41" y="160"/>
                  </a:lnTo>
                  <a:lnTo>
                    <a:pt x="193" y="160"/>
                  </a:lnTo>
                  <a:lnTo>
                    <a:pt x="193" y="141"/>
                  </a:lnTo>
                  <a:lnTo>
                    <a:pt x="55" y="141"/>
                  </a:lnTo>
                  <a:lnTo>
                    <a:pt x="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8" name="Freeform 497"/>
            <p:cNvSpPr>
              <a:spLocks noEditPoints="1"/>
            </p:cNvSpPr>
            <p:nvPr/>
          </p:nvSpPr>
          <p:spPr bwMode="auto">
            <a:xfrm>
              <a:off x="10960100" y="3008313"/>
              <a:ext cx="419100" cy="438150"/>
            </a:xfrm>
            <a:custGeom>
              <a:avLst/>
              <a:gdLst>
                <a:gd name="T0" fmla="*/ 68 w 326"/>
                <a:gd name="T1" fmla="*/ 288 h 340"/>
                <a:gd name="T2" fmla="*/ 165 w 326"/>
                <a:gd name="T3" fmla="*/ 321 h 340"/>
                <a:gd name="T4" fmla="*/ 326 w 326"/>
                <a:gd name="T5" fmla="*/ 160 h 340"/>
                <a:gd name="T6" fmla="*/ 165 w 326"/>
                <a:gd name="T7" fmla="*/ 0 h 340"/>
                <a:gd name="T8" fmla="*/ 4 w 326"/>
                <a:gd name="T9" fmla="*/ 160 h 340"/>
                <a:gd name="T10" fmla="*/ 43 w 326"/>
                <a:gd name="T11" fmla="*/ 264 h 340"/>
                <a:gd name="T12" fmla="*/ 0 w 326"/>
                <a:gd name="T13" fmla="*/ 340 h 340"/>
                <a:gd name="T14" fmla="*/ 68 w 326"/>
                <a:gd name="T15" fmla="*/ 288 h 340"/>
                <a:gd name="T16" fmla="*/ 22 w 326"/>
                <a:gd name="T17" fmla="*/ 166 h 340"/>
                <a:gd name="T18" fmla="*/ 159 w 326"/>
                <a:gd name="T19" fmla="*/ 29 h 340"/>
                <a:gd name="T20" fmla="*/ 296 w 326"/>
                <a:gd name="T21" fmla="*/ 166 h 340"/>
                <a:gd name="T22" fmla="*/ 159 w 326"/>
                <a:gd name="T23" fmla="*/ 303 h 340"/>
                <a:gd name="T24" fmla="*/ 22 w 326"/>
                <a:gd name="T25" fmla="*/ 166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6" h="340">
                  <a:moveTo>
                    <a:pt x="68" y="288"/>
                  </a:moveTo>
                  <a:cubicBezTo>
                    <a:pt x="95" y="309"/>
                    <a:pt x="129" y="321"/>
                    <a:pt x="165" y="321"/>
                  </a:cubicBezTo>
                  <a:cubicBezTo>
                    <a:pt x="254" y="321"/>
                    <a:pt x="326" y="249"/>
                    <a:pt x="326" y="160"/>
                  </a:cubicBezTo>
                  <a:cubicBezTo>
                    <a:pt x="326" y="72"/>
                    <a:pt x="254" y="0"/>
                    <a:pt x="165" y="0"/>
                  </a:cubicBezTo>
                  <a:cubicBezTo>
                    <a:pt x="76" y="0"/>
                    <a:pt x="4" y="72"/>
                    <a:pt x="4" y="160"/>
                  </a:cubicBezTo>
                  <a:cubicBezTo>
                    <a:pt x="4" y="200"/>
                    <a:pt x="19" y="236"/>
                    <a:pt x="43" y="264"/>
                  </a:cubicBezTo>
                  <a:cubicBezTo>
                    <a:pt x="0" y="340"/>
                    <a:pt x="0" y="340"/>
                    <a:pt x="0" y="340"/>
                  </a:cubicBezTo>
                  <a:lnTo>
                    <a:pt x="68" y="288"/>
                  </a:lnTo>
                  <a:close/>
                  <a:moveTo>
                    <a:pt x="22" y="166"/>
                  </a:moveTo>
                  <a:cubicBezTo>
                    <a:pt x="22" y="91"/>
                    <a:pt x="84" y="29"/>
                    <a:pt x="159" y="29"/>
                  </a:cubicBezTo>
                  <a:cubicBezTo>
                    <a:pt x="235" y="29"/>
                    <a:pt x="296" y="91"/>
                    <a:pt x="296" y="166"/>
                  </a:cubicBezTo>
                  <a:cubicBezTo>
                    <a:pt x="296" y="242"/>
                    <a:pt x="235" y="303"/>
                    <a:pt x="159" y="303"/>
                  </a:cubicBezTo>
                  <a:cubicBezTo>
                    <a:pt x="84" y="303"/>
                    <a:pt x="22" y="242"/>
                    <a:pt x="22" y="1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9" name="Freeform 498"/>
            <p:cNvSpPr>
              <a:spLocks noEditPoints="1"/>
            </p:cNvSpPr>
            <p:nvPr/>
          </p:nvSpPr>
          <p:spPr bwMode="auto">
            <a:xfrm>
              <a:off x="10469563" y="2827338"/>
              <a:ext cx="471488" cy="536575"/>
            </a:xfrm>
            <a:custGeom>
              <a:avLst/>
              <a:gdLst>
                <a:gd name="T0" fmla="*/ 100 w 366"/>
                <a:gd name="T1" fmla="*/ 321 h 417"/>
                <a:gd name="T2" fmla="*/ 209 w 366"/>
                <a:gd name="T3" fmla="*/ 342 h 417"/>
                <a:gd name="T4" fmla="*/ 253 w 366"/>
                <a:gd name="T5" fmla="*/ 417 h 417"/>
                <a:gd name="T6" fmla="*/ 243 w 366"/>
                <a:gd name="T7" fmla="*/ 332 h 417"/>
                <a:gd name="T8" fmla="*/ 321 w 366"/>
                <a:gd name="T9" fmla="*/ 266 h 417"/>
                <a:gd name="T10" fmla="*/ 265 w 366"/>
                <a:gd name="T11" fmla="*/ 45 h 417"/>
                <a:gd name="T12" fmla="*/ 45 w 366"/>
                <a:gd name="T13" fmla="*/ 101 h 417"/>
                <a:gd name="T14" fmla="*/ 100 w 366"/>
                <a:gd name="T15" fmla="*/ 321 h 417"/>
                <a:gd name="T16" fmla="*/ 68 w 366"/>
                <a:gd name="T17" fmla="*/ 121 h 417"/>
                <a:gd name="T18" fmla="*/ 255 w 366"/>
                <a:gd name="T19" fmla="*/ 74 h 417"/>
                <a:gd name="T20" fmla="*/ 303 w 366"/>
                <a:gd name="T21" fmla="*/ 262 h 417"/>
                <a:gd name="T22" fmla="*/ 115 w 366"/>
                <a:gd name="T23" fmla="*/ 309 h 417"/>
                <a:gd name="T24" fmla="*/ 68 w 366"/>
                <a:gd name="T25" fmla="*/ 121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6" h="417">
                  <a:moveTo>
                    <a:pt x="100" y="321"/>
                  </a:moveTo>
                  <a:cubicBezTo>
                    <a:pt x="134" y="341"/>
                    <a:pt x="173" y="348"/>
                    <a:pt x="209" y="342"/>
                  </a:cubicBezTo>
                  <a:cubicBezTo>
                    <a:pt x="253" y="417"/>
                    <a:pt x="253" y="417"/>
                    <a:pt x="253" y="417"/>
                  </a:cubicBezTo>
                  <a:cubicBezTo>
                    <a:pt x="243" y="332"/>
                    <a:pt x="243" y="332"/>
                    <a:pt x="243" y="332"/>
                  </a:cubicBezTo>
                  <a:cubicBezTo>
                    <a:pt x="274" y="319"/>
                    <a:pt x="302" y="297"/>
                    <a:pt x="321" y="266"/>
                  </a:cubicBezTo>
                  <a:cubicBezTo>
                    <a:pt x="366" y="190"/>
                    <a:pt x="341" y="91"/>
                    <a:pt x="265" y="45"/>
                  </a:cubicBezTo>
                  <a:cubicBezTo>
                    <a:pt x="189" y="0"/>
                    <a:pt x="91" y="25"/>
                    <a:pt x="45" y="101"/>
                  </a:cubicBezTo>
                  <a:cubicBezTo>
                    <a:pt x="0" y="177"/>
                    <a:pt x="24" y="275"/>
                    <a:pt x="100" y="321"/>
                  </a:cubicBezTo>
                  <a:close/>
                  <a:moveTo>
                    <a:pt x="68" y="121"/>
                  </a:moveTo>
                  <a:cubicBezTo>
                    <a:pt x="106" y="56"/>
                    <a:pt x="191" y="35"/>
                    <a:pt x="255" y="74"/>
                  </a:cubicBezTo>
                  <a:cubicBezTo>
                    <a:pt x="320" y="113"/>
                    <a:pt x="341" y="197"/>
                    <a:pt x="303" y="262"/>
                  </a:cubicBezTo>
                  <a:cubicBezTo>
                    <a:pt x="264" y="327"/>
                    <a:pt x="180" y="348"/>
                    <a:pt x="115" y="309"/>
                  </a:cubicBezTo>
                  <a:cubicBezTo>
                    <a:pt x="50" y="270"/>
                    <a:pt x="29" y="186"/>
                    <a:pt x="68" y="1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0" name="Freeform 499"/>
            <p:cNvSpPr>
              <a:spLocks noEditPoints="1"/>
            </p:cNvSpPr>
            <p:nvPr/>
          </p:nvSpPr>
          <p:spPr bwMode="auto">
            <a:xfrm>
              <a:off x="10112375" y="3149600"/>
              <a:ext cx="527050" cy="468313"/>
            </a:xfrm>
            <a:custGeom>
              <a:avLst/>
              <a:gdLst>
                <a:gd name="T0" fmla="*/ 241 w 410"/>
                <a:gd name="T1" fmla="*/ 331 h 364"/>
                <a:gd name="T2" fmla="*/ 324 w 410"/>
                <a:gd name="T3" fmla="*/ 258 h 364"/>
                <a:gd name="T4" fmla="*/ 410 w 410"/>
                <a:gd name="T5" fmla="*/ 269 h 364"/>
                <a:gd name="T6" fmla="*/ 337 w 410"/>
                <a:gd name="T7" fmla="*/ 225 h 364"/>
                <a:gd name="T8" fmla="*/ 331 w 410"/>
                <a:gd name="T9" fmla="*/ 123 h 364"/>
                <a:gd name="T10" fmla="*/ 123 w 410"/>
                <a:gd name="T11" fmla="*/ 33 h 364"/>
                <a:gd name="T12" fmla="*/ 33 w 410"/>
                <a:gd name="T13" fmla="*/ 241 h 364"/>
                <a:gd name="T14" fmla="*/ 241 w 410"/>
                <a:gd name="T15" fmla="*/ 331 h 364"/>
                <a:gd name="T16" fmla="*/ 63 w 410"/>
                <a:gd name="T17" fmla="*/ 236 h 364"/>
                <a:gd name="T18" fmla="*/ 139 w 410"/>
                <a:gd name="T19" fmla="*/ 58 h 364"/>
                <a:gd name="T20" fmla="*/ 317 w 410"/>
                <a:gd name="T21" fmla="*/ 135 h 364"/>
                <a:gd name="T22" fmla="*/ 240 w 410"/>
                <a:gd name="T23" fmla="*/ 312 h 364"/>
                <a:gd name="T24" fmla="*/ 63 w 410"/>
                <a:gd name="T25" fmla="*/ 236 h 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10" h="364">
                  <a:moveTo>
                    <a:pt x="241" y="331"/>
                  </a:moveTo>
                  <a:cubicBezTo>
                    <a:pt x="278" y="317"/>
                    <a:pt x="307" y="290"/>
                    <a:pt x="324" y="258"/>
                  </a:cubicBezTo>
                  <a:cubicBezTo>
                    <a:pt x="410" y="269"/>
                    <a:pt x="410" y="269"/>
                    <a:pt x="410" y="269"/>
                  </a:cubicBezTo>
                  <a:cubicBezTo>
                    <a:pt x="337" y="225"/>
                    <a:pt x="337" y="225"/>
                    <a:pt x="337" y="225"/>
                  </a:cubicBezTo>
                  <a:cubicBezTo>
                    <a:pt x="346" y="192"/>
                    <a:pt x="345" y="157"/>
                    <a:pt x="331" y="123"/>
                  </a:cubicBezTo>
                  <a:cubicBezTo>
                    <a:pt x="299" y="40"/>
                    <a:pt x="205" y="0"/>
                    <a:pt x="123" y="33"/>
                  </a:cubicBezTo>
                  <a:cubicBezTo>
                    <a:pt x="40" y="66"/>
                    <a:pt x="0" y="159"/>
                    <a:pt x="33" y="241"/>
                  </a:cubicBezTo>
                  <a:cubicBezTo>
                    <a:pt x="66" y="324"/>
                    <a:pt x="159" y="364"/>
                    <a:pt x="241" y="331"/>
                  </a:cubicBezTo>
                  <a:close/>
                  <a:moveTo>
                    <a:pt x="63" y="236"/>
                  </a:moveTo>
                  <a:cubicBezTo>
                    <a:pt x="35" y="165"/>
                    <a:pt x="69" y="86"/>
                    <a:pt x="139" y="58"/>
                  </a:cubicBezTo>
                  <a:cubicBezTo>
                    <a:pt x="210" y="30"/>
                    <a:pt x="289" y="64"/>
                    <a:pt x="317" y="135"/>
                  </a:cubicBezTo>
                  <a:cubicBezTo>
                    <a:pt x="345" y="205"/>
                    <a:pt x="311" y="285"/>
                    <a:pt x="240" y="312"/>
                  </a:cubicBezTo>
                  <a:cubicBezTo>
                    <a:pt x="170" y="340"/>
                    <a:pt x="91" y="306"/>
                    <a:pt x="63" y="2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1" name="Freeform 500"/>
            <p:cNvSpPr>
              <a:spLocks noEditPoints="1"/>
            </p:cNvSpPr>
            <p:nvPr/>
          </p:nvSpPr>
          <p:spPr bwMode="auto">
            <a:xfrm>
              <a:off x="10244138" y="3273425"/>
              <a:ext cx="225425" cy="227013"/>
            </a:xfrm>
            <a:custGeom>
              <a:avLst/>
              <a:gdLst>
                <a:gd name="T0" fmla="*/ 87 w 176"/>
                <a:gd name="T1" fmla="*/ 176 h 176"/>
                <a:gd name="T2" fmla="*/ 90 w 176"/>
                <a:gd name="T3" fmla="*/ 158 h 176"/>
                <a:gd name="T4" fmla="*/ 103 w 176"/>
                <a:gd name="T5" fmla="*/ 157 h 176"/>
                <a:gd name="T6" fmla="*/ 109 w 176"/>
                <a:gd name="T7" fmla="*/ 173 h 176"/>
                <a:gd name="T8" fmla="*/ 131 w 176"/>
                <a:gd name="T9" fmla="*/ 164 h 176"/>
                <a:gd name="T10" fmla="*/ 125 w 176"/>
                <a:gd name="T11" fmla="*/ 148 h 176"/>
                <a:gd name="T12" fmla="*/ 135 w 176"/>
                <a:gd name="T13" fmla="*/ 140 h 176"/>
                <a:gd name="T14" fmla="*/ 149 w 176"/>
                <a:gd name="T15" fmla="*/ 151 h 176"/>
                <a:gd name="T16" fmla="*/ 164 w 176"/>
                <a:gd name="T17" fmla="*/ 133 h 176"/>
                <a:gd name="T18" fmla="*/ 150 w 176"/>
                <a:gd name="T19" fmla="*/ 122 h 176"/>
                <a:gd name="T20" fmla="*/ 155 w 176"/>
                <a:gd name="T21" fmla="*/ 110 h 176"/>
                <a:gd name="T22" fmla="*/ 172 w 176"/>
                <a:gd name="T23" fmla="*/ 113 h 176"/>
                <a:gd name="T24" fmla="*/ 176 w 176"/>
                <a:gd name="T25" fmla="*/ 89 h 176"/>
                <a:gd name="T26" fmla="*/ 158 w 176"/>
                <a:gd name="T27" fmla="*/ 86 h 176"/>
                <a:gd name="T28" fmla="*/ 157 w 176"/>
                <a:gd name="T29" fmla="*/ 74 h 176"/>
                <a:gd name="T30" fmla="*/ 173 w 176"/>
                <a:gd name="T31" fmla="*/ 67 h 176"/>
                <a:gd name="T32" fmla="*/ 165 w 176"/>
                <a:gd name="T33" fmla="*/ 45 h 176"/>
                <a:gd name="T34" fmla="*/ 148 w 176"/>
                <a:gd name="T35" fmla="*/ 51 h 176"/>
                <a:gd name="T36" fmla="*/ 141 w 176"/>
                <a:gd name="T37" fmla="*/ 41 h 176"/>
                <a:gd name="T38" fmla="*/ 152 w 176"/>
                <a:gd name="T39" fmla="*/ 27 h 176"/>
                <a:gd name="T40" fmla="*/ 133 w 176"/>
                <a:gd name="T41" fmla="*/ 12 h 176"/>
                <a:gd name="T42" fmla="*/ 122 w 176"/>
                <a:gd name="T43" fmla="*/ 26 h 176"/>
                <a:gd name="T44" fmla="*/ 110 w 176"/>
                <a:gd name="T45" fmla="*/ 21 h 176"/>
                <a:gd name="T46" fmla="*/ 113 w 176"/>
                <a:gd name="T47" fmla="*/ 4 h 176"/>
                <a:gd name="T48" fmla="*/ 89 w 176"/>
                <a:gd name="T49" fmla="*/ 0 h 176"/>
                <a:gd name="T50" fmla="*/ 86 w 176"/>
                <a:gd name="T51" fmla="*/ 18 h 176"/>
                <a:gd name="T52" fmla="*/ 74 w 176"/>
                <a:gd name="T53" fmla="*/ 19 h 176"/>
                <a:gd name="T54" fmla="*/ 67 w 176"/>
                <a:gd name="T55" fmla="*/ 3 h 176"/>
                <a:gd name="T56" fmla="*/ 45 w 176"/>
                <a:gd name="T57" fmla="*/ 12 h 176"/>
                <a:gd name="T58" fmla="*/ 51 w 176"/>
                <a:gd name="T59" fmla="*/ 28 h 176"/>
                <a:gd name="T60" fmla="*/ 41 w 176"/>
                <a:gd name="T61" fmla="*/ 36 h 176"/>
                <a:gd name="T62" fmla="*/ 27 w 176"/>
                <a:gd name="T63" fmla="*/ 25 h 176"/>
                <a:gd name="T64" fmla="*/ 12 w 176"/>
                <a:gd name="T65" fmla="*/ 43 h 176"/>
                <a:gd name="T66" fmla="*/ 26 w 176"/>
                <a:gd name="T67" fmla="*/ 54 h 176"/>
                <a:gd name="T68" fmla="*/ 21 w 176"/>
                <a:gd name="T69" fmla="*/ 66 h 176"/>
                <a:gd name="T70" fmla="*/ 4 w 176"/>
                <a:gd name="T71" fmla="*/ 64 h 176"/>
                <a:gd name="T72" fmla="*/ 0 w 176"/>
                <a:gd name="T73" fmla="*/ 87 h 176"/>
                <a:gd name="T74" fmla="*/ 18 w 176"/>
                <a:gd name="T75" fmla="*/ 90 h 176"/>
                <a:gd name="T76" fmla="*/ 19 w 176"/>
                <a:gd name="T77" fmla="*/ 102 h 176"/>
                <a:gd name="T78" fmla="*/ 3 w 176"/>
                <a:gd name="T79" fmla="*/ 109 h 176"/>
                <a:gd name="T80" fmla="*/ 12 w 176"/>
                <a:gd name="T81" fmla="*/ 131 h 176"/>
                <a:gd name="T82" fmla="*/ 28 w 176"/>
                <a:gd name="T83" fmla="*/ 125 h 176"/>
                <a:gd name="T84" fmla="*/ 36 w 176"/>
                <a:gd name="T85" fmla="*/ 135 h 176"/>
                <a:gd name="T86" fmla="*/ 25 w 176"/>
                <a:gd name="T87" fmla="*/ 149 h 176"/>
                <a:gd name="T88" fmla="*/ 44 w 176"/>
                <a:gd name="T89" fmla="*/ 164 h 176"/>
                <a:gd name="T90" fmla="*/ 55 w 176"/>
                <a:gd name="T91" fmla="*/ 150 h 176"/>
                <a:gd name="T92" fmla="*/ 66 w 176"/>
                <a:gd name="T93" fmla="*/ 155 h 176"/>
                <a:gd name="T94" fmla="*/ 64 w 176"/>
                <a:gd name="T95" fmla="*/ 172 h 176"/>
                <a:gd name="T96" fmla="*/ 87 w 176"/>
                <a:gd name="T97" fmla="*/ 176 h 176"/>
                <a:gd name="T98" fmla="*/ 40 w 176"/>
                <a:gd name="T99" fmla="*/ 107 h 176"/>
                <a:gd name="T100" fmla="*/ 69 w 176"/>
                <a:gd name="T101" fmla="*/ 40 h 176"/>
                <a:gd name="T102" fmla="*/ 136 w 176"/>
                <a:gd name="T103" fmla="*/ 69 h 176"/>
                <a:gd name="T104" fmla="*/ 107 w 176"/>
                <a:gd name="T105" fmla="*/ 136 h 176"/>
                <a:gd name="T106" fmla="*/ 40 w 176"/>
                <a:gd name="T107" fmla="*/ 107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6" h="176">
                  <a:moveTo>
                    <a:pt x="87" y="176"/>
                  </a:moveTo>
                  <a:cubicBezTo>
                    <a:pt x="90" y="158"/>
                    <a:pt x="90" y="158"/>
                    <a:pt x="90" y="158"/>
                  </a:cubicBezTo>
                  <a:cubicBezTo>
                    <a:pt x="94" y="158"/>
                    <a:pt x="98" y="158"/>
                    <a:pt x="103" y="157"/>
                  </a:cubicBezTo>
                  <a:cubicBezTo>
                    <a:pt x="109" y="173"/>
                    <a:pt x="109" y="173"/>
                    <a:pt x="109" y="173"/>
                  </a:cubicBezTo>
                  <a:cubicBezTo>
                    <a:pt x="131" y="164"/>
                    <a:pt x="131" y="164"/>
                    <a:pt x="131" y="164"/>
                  </a:cubicBezTo>
                  <a:cubicBezTo>
                    <a:pt x="125" y="148"/>
                    <a:pt x="125" y="148"/>
                    <a:pt x="125" y="148"/>
                  </a:cubicBezTo>
                  <a:cubicBezTo>
                    <a:pt x="128" y="146"/>
                    <a:pt x="132" y="143"/>
                    <a:pt x="135" y="140"/>
                  </a:cubicBezTo>
                  <a:cubicBezTo>
                    <a:pt x="149" y="151"/>
                    <a:pt x="149" y="151"/>
                    <a:pt x="149" y="151"/>
                  </a:cubicBezTo>
                  <a:cubicBezTo>
                    <a:pt x="164" y="133"/>
                    <a:pt x="164" y="133"/>
                    <a:pt x="164" y="133"/>
                  </a:cubicBezTo>
                  <a:cubicBezTo>
                    <a:pt x="150" y="122"/>
                    <a:pt x="150" y="122"/>
                    <a:pt x="150" y="122"/>
                  </a:cubicBezTo>
                  <a:cubicBezTo>
                    <a:pt x="152" y="118"/>
                    <a:pt x="154" y="114"/>
                    <a:pt x="155" y="110"/>
                  </a:cubicBezTo>
                  <a:cubicBezTo>
                    <a:pt x="172" y="113"/>
                    <a:pt x="172" y="113"/>
                    <a:pt x="172" y="113"/>
                  </a:cubicBezTo>
                  <a:cubicBezTo>
                    <a:pt x="176" y="89"/>
                    <a:pt x="176" y="89"/>
                    <a:pt x="176" y="89"/>
                  </a:cubicBezTo>
                  <a:cubicBezTo>
                    <a:pt x="158" y="86"/>
                    <a:pt x="158" y="86"/>
                    <a:pt x="158" y="86"/>
                  </a:cubicBezTo>
                  <a:cubicBezTo>
                    <a:pt x="158" y="82"/>
                    <a:pt x="158" y="78"/>
                    <a:pt x="157" y="74"/>
                  </a:cubicBezTo>
                  <a:cubicBezTo>
                    <a:pt x="173" y="67"/>
                    <a:pt x="173" y="67"/>
                    <a:pt x="173" y="67"/>
                  </a:cubicBezTo>
                  <a:cubicBezTo>
                    <a:pt x="165" y="45"/>
                    <a:pt x="165" y="45"/>
                    <a:pt x="165" y="45"/>
                  </a:cubicBezTo>
                  <a:cubicBezTo>
                    <a:pt x="148" y="51"/>
                    <a:pt x="148" y="51"/>
                    <a:pt x="148" y="51"/>
                  </a:cubicBezTo>
                  <a:cubicBezTo>
                    <a:pt x="146" y="48"/>
                    <a:pt x="143" y="44"/>
                    <a:pt x="141" y="41"/>
                  </a:cubicBezTo>
                  <a:cubicBezTo>
                    <a:pt x="152" y="27"/>
                    <a:pt x="152" y="27"/>
                    <a:pt x="152" y="27"/>
                  </a:cubicBezTo>
                  <a:cubicBezTo>
                    <a:pt x="133" y="12"/>
                    <a:pt x="133" y="12"/>
                    <a:pt x="133" y="12"/>
                  </a:cubicBezTo>
                  <a:cubicBezTo>
                    <a:pt x="122" y="26"/>
                    <a:pt x="122" y="26"/>
                    <a:pt x="122" y="26"/>
                  </a:cubicBezTo>
                  <a:cubicBezTo>
                    <a:pt x="118" y="24"/>
                    <a:pt x="114" y="23"/>
                    <a:pt x="110" y="21"/>
                  </a:cubicBezTo>
                  <a:cubicBezTo>
                    <a:pt x="113" y="4"/>
                    <a:pt x="113" y="4"/>
                    <a:pt x="113" y="4"/>
                  </a:cubicBezTo>
                  <a:cubicBezTo>
                    <a:pt x="89" y="0"/>
                    <a:pt x="89" y="0"/>
                    <a:pt x="89" y="0"/>
                  </a:cubicBezTo>
                  <a:cubicBezTo>
                    <a:pt x="86" y="18"/>
                    <a:pt x="86" y="18"/>
                    <a:pt x="86" y="18"/>
                  </a:cubicBezTo>
                  <a:cubicBezTo>
                    <a:pt x="82" y="18"/>
                    <a:pt x="78" y="18"/>
                    <a:pt x="74" y="19"/>
                  </a:cubicBezTo>
                  <a:cubicBezTo>
                    <a:pt x="67" y="3"/>
                    <a:pt x="67" y="3"/>
                    <a:pt x="67" y="3"/>
                  </a:cubicBezTo>
                  <a:cubicBezTo>
                    <a:pt x="45" y="12"/>
                    <a:pt x="45" y="12"/>
                    <a:pt x="45" y="12"/>
                  </a:cubicBezTo>
                  <a:cubicBezTo>
                    <a:pt x="51" y="28"/>
                    <a:pt x="51" y="28"/>
                    <a:pt x="51" y="28"/>
                  </a:cubicBezTo>
                  <a:cubicBezTo>
                    <a:pt x="48" y="30"/>
                    <a:pt x="44" y="33"/>
                    <a:pt x="41" y="36"/>
                  </a:cubicBezTo>
                  <a:cubicBezTo>
                    <a:pt x="27" y="25"/>
                    <a:pt x="27" y="25"/>
                    <a:pt x="27" y="25"/>
                  </a:cubicBezTo>
                  <a:cubicBezTo>
                    <a:pt x="12" y="43"/>
                    <a:pt x="12" y="43"/>
                    <a:pt x="12" y="43"/>
                  </a:cubicBezTo>
                  <a:cubicBezTo>
                    <a:pt x="26" y="54"/>
                    <a:pt x="26" y="54"/>
                    <a:pt x="26" y="54"/>
                  </a:cubicBezTo>
                  <a:cubicBezTo>
                    <a:pt x="24" y="58"/>
                    <a:pt x="23" y="62"/>
                    <a:pt x="21" y="66"/>
                  </a:cubicBezTo>
                  <a:cubicBezTo>
                    <a:pt x="4" y="64"/>
                    <a:pt x="4" y="64"/>
                    <a:pt x="4" y="64"/>
                  </a:cubicBezTo>
                  <a:cubicBezTo>
                    <a:pt x="0" y="87"/>
                    <a:pt x="0" y="87"/>
                    <a:pt x="0" y="87"/>
                  </a:cubicBezTo>
                  <a:cubicBezTo>
                    <a:pt x="18" y="90"/>
                    <a:pt x="18" y="90"/>
                    <a:pt x="18" y="90"/>
                  </a:cubicBezTo>
                  <a:cubicBezTo>
                    <a:pt x="18" y="94"/>
                    <a:pt x="18" y="98"/>
                    <a:pt x="19" y="102"/>
                  </a:cubicBezTo>
                  <a:cubicBezTo>
                    <a:pt x="3" y="109"/>
                    <a:pt x="3" y="109"/>
                    <a:pt x="3" y="109"/>
                  </a:cubicBezTo>
                  <a:cubicBezTo>
                    <a:pt x="12" y="131"/>
                    <a:pt x="12" y="131"/>
                    <a:pt x="12" y="131"/>
                  </a:cubicBezTo>
                  <a:cubicBezTo>
                    <a:pt x="28" y="125"/>
                    <a:pt x="28" y="125"/>
                    <a:pt x="28" y="125"/>
                  </a:cubicBezTo>
                  <a:cubicBezTo>
                    <a:pt x="30" y="128"/>
                    <a:pt x="33" y="132"/>
                    <a:pt x="36" y="135"/>
                  </a:cubicBezTo>
                  <a:cubicBezTo>
                    <a:pt x="25" y="149"/>
                    <a:pt x="25" y="149"/>
                    <a:pt x="25" y="149"/>
                  </a:cubicBezTo>
                  <a:cubicBezTo>
                    <a:pt x="44" y="164"/>
                    <a:pt x="44" y="164"/>
                    <a:pt x="44" y="164"/>
                  </a:cubicBezTo>
                  <a:cubicBezTo>
                    <a:pt x="55" y="150"/>
                    <a:pt x="55" y="150"/>
                    <a:pt x="55" y="150"/>
                  </a:cubicBezTo>
                  <a:cubicBezTo>
                    <a:pt x="58" y="152"/>
                    <a:pt x="62" y="154"/>
                    <a:pt x="66" y="155"/>
                  </a:cubicBezTo>
                  <a:cubicBezTo>
                    <a:pt x="64" y="172"/>
                    <a:pt x="64" y="172"/>
                    <a:pt x="64" y="172"/>
                  </a:cubicBezTo>
                  <a:lnTo>
                    <a:pt x="87" y="176"/>
                  </a:lnTo>
                  <a:close/>
                  <a:moveTo>
                    <a:pt x="40" y="107"/>
                  </a:moveTo>
                  <a:cubicBezTo>
                    <a:pt x="30" y="81"/>
                    <a:pt x="43" y="51"/>
                    <a:pt x="69" y="40"/>
                  </a:cubicBezTo>
                  <a:cubicBezTo>
                    <a:pt x="96" y="30"/>
                    <a:pt x="126" y="43"/>
                    <a:pt x="136" y="69"/>
                  </a:cubicBezTo>
                  <a:cubicBezTo>
                    <a:pt x="147" y="95"/>
                    <a:pt x="134" y="125"/>
                    <a:pt x="107" y="136"/>
                  </a:cubicBezTo>
                  <a:cubicBezTo>
                    <a:pt x="81" y="146"/>
                    <a:pt x="51" y="133"/>
                    <a:pt x="40"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2" name="Freeform 501"/>
            <p:cNvSpPr>
              <a:spLocks/>
            </p:cNvSpPr>
            <p:nvPr/>
          </p:nvSpPr>
          <p:spPr bwMode="auto">
            <a:xfrm>
              <a:off x="10323513" y="3352800"/>
              <a:ext cx="66675" cy="66675"/>
            </a:xfrm>
            <a:custGeom>
              <a:avLst/>
              <a:gdLst>
                <a:gd name="T0" fmla="*/ 35 w 52"/>
                <a:gd name="T1" fmla="*/ 47 h 52"/>
                <a:gd name="T2" fmla="*/ 47 w 52"/>
                <a:gd name="T3" fmla="*/ 18 h 52"/>
                <a:gd name="T4" fmla="*/ 18 w 52"/>
                <a:gd name="T5" fmla="*/ 5 h 52"/>
                <a:gd name="T6" fmla="*/ 5 w 52"/>
                <a:gd name="T7" fmla="*/ 34 h 52"/>
                <a:gd name="T8" fmla="*/ 35 w 52"/>
                <a:gd name="T9" fmla="*/ 47 h 52"/>
              </a:gdLst>
              <a:ahLst/>
              <a:cxnLst>
                <a:cxn ang="0">
                  <a:pos x="T0" y="T1"/>
                </a:cxn>
                <a:cxn ang="0">
                  <a:pos x="T2" y="T3"/>
                </a:cxn>
                <a:cxn ang="0">
                  <a:pos x="T4" y="T5"/>
                </a:cxn>
                <a:cxn ang="0">
                  <a:pos x="T6" y="T7"/>
                </a:cxn>
                <a:cxn ang="0">
                  <a:pos x="T8" y="T9"/>
                </a:cxn>
              </a:cxnLst>
              <a:rect l="0" t="0" r="r" b="b"/>
              <a:pathLst>
                <a:path w="52" h="52">
                  <a:moveTo>
                    <a:pt x="35" y="47"/>
                  </a:moveTo>
                  <a:cubicBezTo>
                    <a:pt x="46" y="43"/>
                    <a:pt x="52" y="29"/>
                    <a:pt x="47" y="18"/>
                  </a:cubicBezTo>
                  <a:cubicBezTo>
                    <a:pt x="43" y="6"/>
                    <a:pt x="29" y="0"/>
                    <a:pt x="18" y="5"/>
                  </a:cubicBezTo>
                  <a:cubicBezTo>
                    <a:pt x="6" y="10"/>
                    <a:pt x="0" y="23"/>
                    <a:pt x="5" y="34"/>
                  </a:cubicBezTo>
                  <a:cubicBezTo>
                    <a:pt x="10" y="46"/>
                    <a:pt x="23" y="52"/>
                    <a:pt x="35"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3" name="Oval 502"/>
            <p:cNvSpPr>
              <a:spLocks noChangeArrowheads="1"/>
            </p:cNvSpPr>
            <p:nvPr/>
          </p:nvSpPr>
          <p:spPr bwMode="auto">
            <a:xfrm>
              <a:off x="11493500" y="3413125"/>
              <a:ext cx="231775" cy="2317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4" name="Freeform 503"/>
            <p:cNvSpPr>
              <a:spLocks noEditPoints="1"/>
            </p:cNvSpPr>
            <p:nvPr/>
          </p:nvSpPr>
          <p:spPr bwMode="auto">
            <a:xfrm>
              <a:off x="11104563" y="3095625"/>
              <a:ext cx="138113" cy="242888"/>
            </a:xfrm>
            <a:custGeom>
              <a:avLst/>
              <a:gdLst>
                <a:gd name="T0" fmla="*/ 9 w 107"/>
                <a:gd name="T1" fmla="*/ 117 h 189"/>
                <a:gd name="T2" fmla="*/ 0 w 107"/>
                <a:gd name="T3" fmla="*/ 117 h 189"/>
                <a:gd name="T4" fmla="*/ 2 w 107"/>
                <a:gd name="T5" fmla="*/ 169 h 189"/>
                <a:gd name="T6" fmla="*/ 9 w 107"/>
                <a:gd name="T7" fmla="*/ 169 h 189"/>
                <a:gd name="T8" fmla="*/ 15 w 107"/>
                <a:gd name="T9" fmla="*/ 163 h 189"/>
                <a:gd name="T10" fmla="*/ 36 w 107"/>
                <a:gd name="T11" fmla="*/ 167 h 189"/>
                <a:gd name="T12" fmla="*/ 33 w 107"/>
                <a:gd name="T13" fmla="*/ 187 h 189"/>
                <a:gd name="T14" fmla="*/ 44 w 107"/>
                <a:gd name="T15" fmla="*/ 189 h 189"/>
                <a:gd name="T16" fmla="*/ 47 w 107"/>
                <a:gd name="T17" fmla="*/ 168 h 189"/>
                <a:gd name="T18" fmla="*/ 53 w 107"/>
                <a:gd name="T19" fmla="*/ 168 h 189"/>
                <a:gd name="T20" fmla="*/ 107 w 107"/>
                <a:gd name="T21" fmla="*/ 122 h 189"/>
                <a:gd name="T22" fmla="*/ 60 w 107"/>
                <a:gd name="T23" fmla="*/ 79 h 189"/>
                <a:gd name="T24" fmla="*/ 67 w 107"/>
                <a:gd name="T25" fmla="*/ 35 h 189"/>
                <a:gd name="T26" fmla="*/ 91 w 107"/>
                <a:gd name="T27" fmla="*/ 65 h 189"/>
                <a:gd name="T28" fmla="*/ 100 w 107"/>
                <a:gd name="T29" fmla="*/ 65 h 189"/>
                <a:gd name="T30" fmla="*/ 98 w 107"/>
                <a:gd name="T31" fmla="*/ 21 h 189"/>
                <a:gd name="T32" fmla="*/ 92 w 107"/>
                <a:gd name="T33" fmla="*/ 21 h 189"/>
                <a:gd name="T34" fmla="*/ 86 w 107"/>
                <a:gd name="T35" fmla="*/ 26 h 189"/>
                <a:gd name="T36" fmla="*/ 69 w 107"/>
                <a:gd name="T37" fmla="*/ 22 h 189"/>
                <a:gd name="T38" fmla="*/ 72 w 107"/>
                <a:gd name="T39" fmla="*/ 1 h 189"/>
                <a:gd name="T40" fmla="*/ 61 w 107"/>
                <a:gd name="T41" fmla="*/ 0 h 189"/>
                <a:gd name="T42" fmla="*/ 58 w 107"/>
                <a:gd name="T43" fmla="*/ 21 h 189"/>
                <a:gd name="T44" fmla="*/ 53 w 107"/>
                <a:gd name="T45" fmla="*/ 21 h 189"/>
                <a:gd name="T46" fmla="*/ 3 w 107"/>
                <a:gd name="T47" fmla="*/ 64 h 189"/>
                <a:gd name="T48" fmla="*/ 45 w 107"/>
                <a:gd name="T49" fmla="*/ 104 h 189"/>
                <a:gd name="T50" fmla="*/ 38 w 107"/>
                <a:gd name="T51" fmla="*/ 153 h 189"/>
                <a:gd name="T52" fmla="*/ 9 w 107"/>
                <a:gd name="T53" fmla="*/ 117 h 189"/>
                <a:gd name="T54" fmla="*/ 86 w 107"/>
                <a:gd name="T55" fmla="*/ 131 h 189"/>
                <a:gd name="T56" fmla="*/ 52 w 107"/>
                <a:gd name="T57" fmla="*/ 157 h 189"/>
                <a:gd name="T58" fmla="*/ 49 w 107"/>
                <a:gd name="T59" fmla="*/ 157 h 189"/>
                <a:gd name="T60" fmla="*/ 56 w 107"/>
                <a:gd name="T61" fmla="*/ 108 h 189"/>
                <a:gd name="T62" fmla="*/ 86 w 107"/>
                <a:gd name="T63" fmla="*/ 131 h 189"/>
                <a:gd name="T64" fmla="*/ 24 w 107"/>
                <a:gd name="T65" fmla="*/ 55 h 189"/>
                <a:gd name="T66" fmla="*/ 52 w 107"/>
                <a:gd name="T67" fmla="*/ 33 h 189"/>
                <a:gd name="T68" fmla="*/ 56 w 107"/>
                <a:gd name="T69" fmla="*/ 33 h 189"/>
                <a:gd name="T70" fmla="*/ 49 w 107"/>
                <a:gd name="T71" fmla="*/ 77 h 189"/>
                <a:gd name="T72" fmla="*/ 24 w 107"/>
                <a:gd name="T73" fmla="*/ 55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7" h="189">
                  <a:moveTo>
                    <a:pt x="9" y="117"/>
                  </a:moveTo>
                  <a:cubicBezTo>
                    <a:pt x="0" y="117"/>
                    <a:pt x="0" y="117"/>
                    <a:pt x="0" y="117"/>
                  </a:cubicBezTo>
                  <a:cubicBezTo>
                    <a:pt x="2" y="169"/>
                    <a:pt x="2" y="169"/>
                    <a:pt x="2" y="169"/>
                  </a:cubicBezTo>
                  <a:cubicBezTo>
                    <a:pt x="9" y="169"/>
                    <a:pt x="9" y="169"/>
                    <a:pt x="9" y="169"/>
                  </a:cubicBezTo>
                  <a:cubicBezTo>
                    <a:pt x="11" y="165"/>
                    <a:pt x="11" y="163"/>
                    <a:pt x="15" y="163"/>
                  </a:cubicBezTo>
                  <a:cubicBezTo>
                    <a:pt x="20" y="163"/>
                    <a:pt x="26" y="165"/>
                    <a:pt x="36" y="167"/>
                  </a:cubicBezTo>
                  <a:cubicBezTo>
                    <a:pt x="33" y="187"/>
                    <a:pt x="33" y="187"/>
                    <a:pt x="33" y="187"/>
                  </a:cubicBezTo>
                  <a:cubicBezTo>
                    <a:pt x="44" y="189"/>
                    <a:pt x="44" y="189"/>
                    <a:pt x="44" y="189"/>
                  </a:cubicBezTo>
                  <a:cubicBezTo>
                    <a:pt x="47" y="168"/>
                    <a:pt x="47" y="168"/>
                    <a:pt x="47" y="168"/>
                  </a:cubicBezTo>
                  <a:cubicBezTo>
                    <a:pt x="49" y="168"/>
                    <a:pt x="51" y="168"/>
                    <a:pt x="53" y="168"/>
                  </a:cubicBezTo>
                  <a:cubicBezTo>
                    <a:pt x="88" y="168"/>
                    <a:pt x="107" y="148"/>
                    <a:pt x="107" y="122"/>
                  </a:cubicBezTo>
                  <a:cubicBezTo>
                    <a:pt x="107" y="93"/>
                    <a:pt x="84" y="85"/>
                    <a:pt x="60" y="79"/>
                  </a:cubicBezTo>
                  <a:cubicBezTo>
                    <a:pt x="67" y="35"/>
                    <a:pt x="67" y="35"/>
                    <a:pt x="67" y="35"/>
                  </a:cubicBezTo>
                  <a:cubicBezTo>
                    <a:pt x="78" y="38"/>
                    <a:pt x="85" y="45"/>
                    <a:pt x="91" y="65"/>
                  </a:cubicBezTo>
                  <a:cubicBezTo>
                    <a:pt x="100" y="65"/>
                    <a:pt x="100" y="65"/>
                    <a:pt x="100" y="65"/>
                  </a:cubicBezTo>
                  <a:cubicBezTo>
                    <a:pt x="98" y="21"/>
                    <a:pt x="98" y="21"/>
                    <a:pt x="98" y="21"/>
                  </a:cubicBezTo>
                  <a:cubicBezTo>
                    <a:pt x="92" y="21"/>
                    <a:pt x="92" y="21"/>
                    <a:pt x="92" y="21"/>
                  </a:cubicBezTo>
                  <a:cubicBezTo>
                    <a:pt x="91" y="25"/>
                    <a:pt x="89" y="26"/>
                    <a:pt x="86" y="26"/>
                  </a:cubicBezTo>
                  <a:cubicBezTo>
                    <a:pt x="82" y="26"/>
                    <a:pt x="77" y="24"/>
                    <a:pt x="69" y="22"/>
                  </a:cubicBezTo>
                  <a:cubicBezTo>
                    <a:pt x="72" y="1"/>
                    <a:pt x="72" y="1"/>
                    <a:pt x="72" y="1"/>
                  </a:cubicBezTo>
                  <a:cubicBezTo>
                    <a:pt x="61" y="0"/>
                    <a:pt x="61" y="0"/>
                    <a:pt x="61" y="0"/>
                  </a:cubicBezTo>
                  <a:cubicBezTo>
                    <a:pt x="58" y="21"/>
                    <a:pt x="58" y="21"/>
                    <a:pt x="58" y="21"/>
                  </a:cubicBezTo>
                  <a:cubicBezTo>
                    <a:pt x="56" y="21"/>
                    <a:pt x="55" y="21"/>
                    <a:pt x="53" y="21"/>
                  </a:cubicBezTo>
                  <a:cubicBezTo>
                    <a:pt x="19" y="21"/>
                    <a:pt x="3" y="41"/>
                    <a:pt x="3" y="64"/>
                  </a:cubicBezTo>
                  <a:cubicBezTo>
                    <a:pt x="3" y="88"/>
                    <a:pt x="18" y="98"/>
                    <a:pt x="45" y="104"/>
                  </a:cubicBezTo>
                  <a:cubicBezTo>
                    <a:pt x="38" y="153"/>
                    <a:pt x="38" y="153"/>
                    <a:pt x="38" y="153"/>
                  </a:cubicBezTo>
                  <a:cubicBezTo>
                    <a:pt x="21" y="149"/>
                    <a:pt x="15" y="137"/>
                    <a:pt x="9" y="117"/>
                  </a:cubicBezTo>
                  <a:close/>
                  <a:moveTo>
                    <a:pt x="86" y="131"/>
                  </a:moveTo>
                  <a:cubicBezTo>
                    <a:pt x="86" y="147"/>
                    <a:pt x="74" y="157"/>
                    <a:pt x="52" y="157"/>
                  </a:cubicBezTo>
                  <a:cubicBezTo>
                    <a:pt x="49" y="157"/>
                    <a:pt x="49" y="157"/>
                    <a:pt x="49" y="157"/>
                  </a:cubicBezTo>
                  <a:cubicBezTo>
                    <a:pt x="56" y="108"/>
                    <a:pt x="56" y="108"/>
                    <a:pt x="56" y="108"/>
                  </a:cubicBezTo>
                  <a:cubicBezTo>
                    <a:pt x="78" y="113"/>
                    <a:pt x="86" y="117"/>
                    <a:pt x="86" y="131"/>
                  </a:cubicBezTo>
                  <a:close/>
                  <a:moveTo>
                    <a:pt x="24" y="55"/>
                  </a:moveTo>
                  <a:cubicBezTo>
                    <a:pt x="24" y="41"/>
                    <a:pt x="36" y="33"/>
                    <a:pt x="52" y="33"/>
                  </a:cubicBezTo>
                  <a:cubicBezTo>
                    <a:pt x="56" y="33"/>
                    <a:pt x="56" y="33"/>
                    <a:pt x="56" y="33"/>
                  </a:cubicBezTo>
                  <a:cubicBezTo>
                    <a:pt x="49" y="77"/>
                    <a:pt x="49" y="77"/>
                    <a:pt x="49" y="77"/>
                  </a:cubicBezTo>
                  <a:cubicBezTo>
                    <a:pt x="33" y="73"/>
                    <a:pt x="24" y="68"/>
                    <a:pt x="24" y="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5" name="Freeform 504"/>
            <p:cNvSpPr>
              <a:spLocks/>
            </p:cNvSpPr>
            <p:nvPr/>
          </p:nvSpPr>
          <p:spPr bwMode="auto">
            <a:xfrm>
              <a:off x="10593388" y="2959100"/>
              <a:ext cx="225425" cy="225425"/>
            </a:xfrm>
            <a:custGeom>
              <a:avLst/>
              <a:gdLst>
                <a:gd name="T0" fmla="*/ 87 w 175"/>
                <a:gd name="T1" fmla="*/ 175 h 175"/>
                <a:gd name="T2" fmla="*/ 175 w 175"/>
                <a:gd name="T3" fmla="*/ 87 h 175"/>
                <a:gd name="T4" fmla="*/ 167 w 175"/>
                <a:gd name="T5" fmla="*/ 50 h 175"/>
                <a:gd name="T6" fmla="*/ 90 w 175"/>
                <a:gd name="T7" fmla="*/ 92 h 175"/>
                <a:gd name="T8" fmla="*/ 87 w 175"/>
                <a:gd name="T9" fmla="*/ 93 h 175"/>
                <a:gd name="T10" fmla="*/ 85 w 175"/>
                <a:gd name="T11" fmla="*/ 92 h 175"/>
                <a:gd name="T12" fmla="*/ 81 w 175"/>
                <a:gd name="T13" fmla="*/ 88 h 175"/>
                <a:gd name="T14" fmla="*/ 72 w 175"/>
                <a:gd name="T15" fmla="*/ 0 h 175"/>
                <a:gd name="T16" fmla="*/ 0 w 175"/>
                <a:gd name="T17" fmla="*/ 87 h 175"/>
                <a:gd name="T18" fmla="*/ 87 w 175"/>
                <a:gd name="T19" fmla="*/ 175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5" h="175">
                  <a:moveTo>
                    <a:pt x="87" y="175"/>
                  </a:moveTo>
                  <a:cubicBezTo>
                    <a:pt x="136" y="175"/>
                    <a:pt x="175" y="136"/>
                    <a:pt x="175" y="87"/>
                  </a:cubicBezTo>
                  <a:cubicBezTo>
                    <a:pt x="175" y="74"/>
                    <a:pt x="172" y="61"/>
                    <a:pt x="167" y="50"/>
                  </a:cubicBezTo>
                  <a:cubicBezTo>
                    <a:pt x="90" y="92"/>
                    <a:pt x="90" y="92"/>
                    <a:pt x="90" y="92"/>
                  </a:cubicBezTo>
                  <a:cubicBezTo>
                    <a:pt x="89" y="93"/>
                    <a:pt x="88" y="93"/>
                    <a:pt x="87" y="93"/>
                  </a:cubicBezTo>
                  <a:cubicBezTo>
                    <a:pt x="87" y="93"/>
                    <a:pt x="86" y="93"/>
                    <a:pt x="85" y="92"/>
                  </a:cubicBezTo>
                  <a:cubicBezTo>
                    <a:pt x="83" y="91"/>
                    <a:pt x="82" y="90"/>
                    <a:pt x="81" y="88"/>
                  </a:cubicBezTo>
                  <a:cubicBezTo>
                    <a:pt x="72" y="0"/>
                    <a:pt x="72" y="0"/>
                    <a:pt x="72" y="0"/>
                  </a:cubicBezTo>
                  <a:cubicBezTo>
                    <a:pt x="31" y="8"/>
                    <a:pt x="0" y="44"/>
                    <a:pt x="0" y="87"/>
                  </a:cubicBezTo>
                  <a:cubicBezTo>
                    <a:pt x="0" y="136"/>
                    <a:pt x="39" y="175"/>
                    <a:pt x="87" y="1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6" name="Freeform 505"/>
            <p:cNvSpPr>
              <a:spLocks/>
            </p:cNvSpPr>
            <p:nvPr/>
          </p:nvSpPr>
          <p:spPr bwMode="auto">
            <a:xfrm>
              <a:off x="10701338" y="2957513"/>
              <a:ext cx="100013" cy="100013"/>
            </a:xfrm>
            <a:custGeom>
              <a:avLst/>
              <a:gdLst>
                <a:gd name="T0" fmla="*/ 8 w 77"/>
                <a:gd name="T1" fmla="*/ 78 h 78"/>
                <a:gd name="T2" fmla="*/ 77 w 77"/>
                <a:gd name="T3" fmla="*/ 40 h 78"/>
                <a:gd name="T4" fmla="*/ 3 w 77"/>
                <a:gd name="T5" fmla="*/ 0 h 78"/>
                <a:gd name="T6" fmla="*/ 0 w 77"/>
                <a:gd name="T7" fmla="*/ 0 h 78"/>
                <a:gd name="T8" fmla="*/ 8 w 77"/>
                <a:gd name="T9" fmla="*/ 78 h 78"/>
              </a:gdLst>
              <a:ahLst/>
              <a:cxnLst>
                <a:cxn ang="0">
                  <a:pos x="T0" y="T1"/>
                </a:cxn>
                <a:cxn ang="0">
                  <a:pos x="T2" y="T3"/>
                </a:cxn>
                <a:cxn ang="0">
                  <a:pos x="T4" y="T5"/>
                </a:cxn>
                <a:cxn ang="0">
                  <a:pos x="T6" y="T7"/>
                </a:cxn>
                <a:cxn ang="0">
                  <a:pos x="T8" y="T9"/>
                </a:cxn>
              </a:cxnLst>
              <a:rect l="0" t="0" r="r" b="b"/>
              <a:pathLst>
                <a:path w="77" h="78">
                  <a:moveTo>
                    <a:pt x="8" y="78"/>
                  </a:moveTo>
                  <a:cubicBezTo>
                    <a:pt x="77" y="40"/>
                    <a:pt x="77" y="40"/>
                    <a:pt x="77" y="40"/>
                  </a:cubicBezTo>
                  <a:cubicBezTo>
                    <a:pt x="61" y="16"/>
                    <a:pt x="34" y="0"/>
                    <a:pt x="3" y="0"/>
                  </a:cubicBezTo>
                  <a:cubicBezTo>
                    <a:pt x="2" y="0"/>
                    <a:pt x="1" y="0"/>
                    <a:pt x="0" y="0"/>
                  </a:cubicBezTo>
                  <a:lnTo>
                    <a:pt x="8" y="7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7" name="Freeform 506"/>
            <p:cNvSpPr>
              <a:spLocks/>
            </p:cNvSpPr>
            <p:nvPr/>
          </p:nvSpPr>
          <p:spPr bwMode="auto">
            <a:xfrm>
              <a:off x="11450638" y="3703638"/>
              <a:ext cx="314325" cy="323850"/>
            </a:xfrm>
            <a:custGeom>
              <a:avLst/>
              <a:gdLst>
                <a:gd name="T0" fmla="*/ 36 w 245"/>
                <a:gd name="T1" fmla="*/ 252 h 252"/>
                <a:gd name="T2" fmla="*/ 44 w 245"/>
                <a:gd name="T3" fmla="*/ 251 h 252"/>
                <a:gd name="T4" fmla="*/ 183 w 245"/>
                <a:gd name="T5" fmla="*/ 213 h 252"/>
                <a:gd name="T6" fmla="*/ 205 w 245"/>
                <a:gd name="T7" fmla="*/ 190 h 252"/>
                <a:gd name="T8" fmla="*/ 241 w 245"/>
                <a:gd name="T9" fmla="*/ 43 h 252"/>
                <a:gd name="T10" fmla="*/ 218 w 245"/>
                <a:gd name="T11" fmla="*/ 4 h 252"/>
                <a:gd name="T12" fmla="*/ 179 w 245"/>
                <a:gd name="T13" fmla="*/ 27 h 252"/>
                <a:gd name="T14" fmla="*/ 148 w 245"/>
                <a:gd name="T15" fmla="*/ 156 h 252"/>
                <a:gd name="T16" fmla="*/ 27 w 245"/>
                <a:gd name="T17" fmla="*/ 189 h 252"/>
                <a:gd name="T18" fmla="*/ 5 w 245"/>
                <a:gd name="T19" fmla="*/ 228 h 252"/>
                <a:gd name="T20" fmla="*/ 36 w 245"/>
                <a:gd name="T21" fmla="*/ 25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5" h="252">
                  <a:moveTo>
                    <a:pt x="36" y="252"/>
                  </a:moveTo>
                  <a:cubicBezTo>
                    <a:pt x="38" y="252"/>
                    <a:pt x="41" y="251"/>
                    <a:pt x="44" y="251"/>
                  </a:cubicBezTo>
                  <a:cubicBezTo>
                    <a:pt x="183" y="213"/>
                    <a:pt x="183" y="213"/>
                    <a:pt x="183" y="213"/>
                  </a:cubicBezTo>
                  <a:cubicBezTo>
                    <a:pt x="194" y="210"/>
                    <a:pt x="203" y="201"/>
                    <a:pt x="205" y="190"/>
                  </a:cubicBezTo>
                  <a:cubicBezTo>
                    <a:pt x="241" y="43"/>
                    <a:pt x="241" y="43"/>
                    <a:pt x="241" y="43"/>
                  </a:cubicBezTo>
                  <a:cubicBezTo>
                    <a:pt x="245" y="25"/>
                    <a:pt x="235" y="8"/>
                    <a:pt x="218" y="4"/>
                  </a:cubicBezTo>
                  <a:cubicBezTo>
                    <a:pt x="201" y="0"/>
                    <a:pt x="183" y="10"/>
                    <a:pt x="179" y="27"/>
                  </a:cubicBezTo>
                  <a:cubicBezTo>
                    <a:pt x="148" y="156"/>
                    <a:pt x="148" y="156"/>
                    <a:pt x="148" y="156"/>
                  </a:cubicBezTo>
                  <a:cubicBezTo>
                    <a:pt x="27" y="189"/>
                    <a:pt x="27" y="189"/>
                    <a:pt x="27" y="189"/>
                  </a:cubicBezTo>
                  <a:cubicBezTo>
                    <a:pt x="10" y="193"/>
                    <a:pt x="0" y="211"/>
                    <a:pt x="5" y="228"/>
                  </a:cubicBezTo>
                  <a:cubicBezTo>
                    <a:pt x="9" y="242"/>
                    <a:pt x="22" y="252"/>
                    <a:pt x="36" y="2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08" name="组合 507"/>
          <p:cNvGrpSpPr/>
          <p:nvPr/>
        </p:nvGrpSpPr>
        <p:grpSpPr>
          <a:xfrm>
            <a:off x="10479088" y="704850"/>
            <a:ext cx="1514475" cy="1717675"/>
            <a:chOff x="10479088" y="704850"/>
            <a:chExt cx="1514475" cy="1717675"/>
          </a:xfrm>
          <a:solidFill>
            <a:schemeClr val="tx1">
              <a:lumMod val="65000"/>
              <a:lumOff val="35000"/>
            </a:schemeClr>
          </a:solidFill>
        </p:grpSpPr>
        <p:grpSp>
          <p:nvGrpSpPr>
            <p:cNvPr id="509" name="组合 508"/>
            <p:cNvGrpSpPr/>
            <p:nvPr/>
          </p:nvGrpSpPr>
          <p:grpSpPr>
            <a:xfrm>
              <a:off x="11395076" y="1755775"/>
              <a:ext cx="598487" cy="290513"/>
              <a:chOff x="11395076" y="1755775"/>
              <a:chExt cx="598487" cy="290513"/>
            </a:xfrm>
            <a:grpFill/>
          </p:grpSpPr>
          <p:sp>
            <p:nvSpPr>
              <p:cNvPr id="533" name="Freeform 394"/>
              <p:cNvSpPr>
                <a:spLocks/>
              </p:cNvSpPr>
              <p:nvPr/>
            </p:nvSpPr>
            <p:spPr bwMode="auto">
              <a:xfrm>
                <a:off x="11395076" y="1766888"/>
                <a:ext cx="69850" cy="93663"/>
              </a:xfrm>
              <a:custGeom>
                <a:avLst/>
                <a:gdLst>
                  <a:gd name="T0" fmla="*/ 32 w 55"/>
                  <a:gd name="T1" fmla="*/ 58 h 73"/>
                  <a:gd name="T2" fmla="*/ 16 w 55"/>
                  <a:gd name="T3" fmla="*/ 62 h 73"/>
                  <a:gd name="T4" fmla="*/ 7 w 55"/>
                  <a:gd name="T5" fmla="*/ 60 h 73"/>
                  <a:gd name="T6" fmla="*/ 5 w 55"/>
                  <a:gd name="T7" fmla="*/ 60 h 73"/>
                  <a:gd name="T8" fmla="*/ 2 w 55"/>
                  <a:gd name="T9" fmla="*/ 62 h 73"/>
                  <a:gd name="T10" fmla="*/ 0 w 55"/>
                  <a:gd name="T11" fmla="*/ 66 h 73"/>
                  <a:gd name="T12" fmla="*/ 3 w 55"/>
                  <a:gd name="T13" fmla="*/ 71 h 73"/>
                  <a:gd name="T14" fmla="*/ 11 w 55"/>
                  <a:gd name="T15" fmla="*/ 73 h 73"/>
                  <a:gd name="T16" fmla="*/ 39 w 55"/>
                  <a:gd name="T17" fmla="*/ 66 h 73"/>
                  <a:gd name="T18" fmla="*/ 53 w 55"/>
                  <a:gd name="T19" fmla="*/ 49 h 73"/>
                  <a:gd name="T20" fmla="*/ 48 w 55"/>
                  <a:gd name="T21" fmla="*/ 40 h 73"/>
                  <a:gd name="T22" fmla="*/ 31 w 55"/>
                  <a:gd name="T23" fmla="*/ 33 h 73"/>
                  <a:gd name="T24" fmla="*/ 18 w 55"/>
                  <a:gd name="T25" fmla="*/ 28 h 73"/>
                  <a:gd name="T26" fmla="*/ 16 w 55"/>
                  <a:gd name="T27" fmla="*/ 23 h 73"/>
                  <a:gd name="T28" fmla="*/ 22 w 55"/>
                  <a:gd name="T29" fmla="*/ 14 h 73"/>
                  <a:gd name="T30" fmla="*/ 37 w 55"/>
                  <a:gd name="T31" fmla="*/ 10 h 73"/>
                  <a:gd name="T32" fmla="*/ 44 w 55"/>
                  <a:gd name="T33" fmla="*/ 12 h 73"/>
                  <a:gd name="T34" fmla="*/ 46 w 55"/>
                  <a:gd name="T35" fmla="*/ 18 h 73"/>
                  <a:gd name="T36" fmla="*/ 55 w 55"/>
                  <a:gd name="T37" fmla="*/ 10 h 73"/>
                  <a:gd name="T38" fmla="*/ 51 w 55"/>
                  <a:gd name="T39" fmla="*/ 3 h 73"/>
                  <a:gd name="T40" fmla="*/ 38 w 55"/>
                  <a:gd name="T41" fmla="*/ 0 h 73"/>
                  <a:gd name="T42" fmla="*/ 14 w 55"/>
                  <a:gd name="T43" fmla="*/ 7 h 73"/>
                  <a:gd name="T44" fmla="*/ 4 w 55"/>
                  <a:gd name="T45" fmla="*/ 24 h 73"/>
                  <a:gd name="T46" fmla="*/ 7 w 55"/>
                  <a:gd name="T47" fmla="*/ 32 h 73"/>
                  <a:gd name="T48" fmla="*/ 15 w 55"/>
                  <a:gd name="T49" fmla="*/ 38 h 73"/>
                  <a:gd name="T50" fmla="*/ 30 w 55"/>
                  <a:gd name="T51" fmla="*/ 43 h 73"/>
                  <a:gd name="T52" fmla="*/ 39 w 55"/>
                  <a:gd name="T53" fmla="*/ 47 h 73"/>
                  <a:gd name="T54" fmla="*/ 41 w 55"/>
                  <a:gd name="T55" fmla="*/ 50 h 73"/>
                  <a:gd name="T56" fmla="*/ 32 w 55"/>
                  <a:gd name="T57" fmla="*/ 58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5" h="73">
                    <a:moveTo>
                      <a:pt x="32" y="58"/>
                    </a:moveTo>
                    <a:cubicBezTo>
                      <a:pt x="26" y="61"/>
                      <a:pt x="21" y="62"/>
                      <a:pt x="16" y="62"/>
                    </a:cubicBezTo>
                    <a:cubicBezTo>
                      <a:pt x="13" y="62"/>
                      <a:pt x="10" y="62"/>
                      <a:pt x="7" y="60"/>
                    </a:cubicBezTo>
                    <a:cubicBezTo>
                      <a:pt x="6" y="60"/>
                      <a:pt x="5" y="60"/>
                      <a:pt x="5" y="60"/>
                    </a:cubicBezTo>
                    <a:cubicBezTo>
                      <a:pt x="3" y="60"/>
                      <a:pt x="2" y="61"/>
                      <a:pt x="2" y="62"/>
                    </a:cubicBezTo>
                    <a:cubicBezTo>
                      <a:pt x="1" y="63"/>
                      <a:pt x="0" y="65"/>
                      <a:pt x="0" y="66"/>
                    </a:cubicBezTo>
                    <a:cubicBezTo>
                      <a:pt x="0" y="68"/>
                      <a:pt x="1" y="70"/>
                      <a:pt x="3" y="71"/>
                    </a:cubicBezTo>
                    <a:cubicBezTo>
                      <a:pt x="5" y="73"/>
                      <a:pt x="8" y="73"/>
                      <a:pt x="11" y="73"/>
                    </a:cubicBezTo>
                    <a:cubicBezTo>
                      <a:pt x="21" y="73"/>
                      <a:pt x="30" y="71"/>
                      <a:pt x="39" y="66"/>
                    </a:cubicBezTo>
                    <a:cubicBezTo>
                      <a:pt x="49" y="61"/>
                      <a:pt x="53" y="55"/>
                      <a:pt x="53" y="49"/>
                    </a:cubicBezTo>
                    <a:cubicBezTo>
                      <a:pt x="53" y="46"/>
                      <a:pt x="51" y="42"/>
                      <a:pt x="48" y="40"/>
                    </a:cubicBezTo>
                    <a:cubicBezTo>
                      <a:pt x="44" y="37"/>
                      <a:pt x="39" y="35"/>
                      <a:pt x="31" y="33"/>
                    </a:cubicBezTo>
                    <a:cubicBezTo>
                      <a:pt x="24" y="31"/>
                      <a:pt x="20" y="29"/>
                      <a:pt x="18" y="28"/>
                    </a:cubicBezTo>
                    <a:cubicBezTo>
                      <a:pt x="16" y="26"/>
                      <a:pt x="16" y="25"/>
                      <a:pt x="16" y="23"/>
                    </a:cubicBezTo>
                    <a:cubicBezTo>
                      <a:pt x="16" y="19"/>
                      <a:pt x="18" y="17"/>
                      <a:pt x="22" y="14"/>
                    </a:cubicBezTo>
                    <a:cubicBezTo>
                      <a:pt x="27" y="11"/>
                      <a:pt x="32" y="10"/>
                      <a:pt x="37" y="10"/>
                    </a:cubicBezTo>
                    <a:cubicBezTo>
                      <a:pt x="40" y="10"/>
                      <a:pt x="42" y="11"/>
                      <a:pt x="44" y="12"/>
                    </a:cubicBezTo>
                    <a:cubicBezTo>
                      <a:pt x="46" y="13"/>
                      <a:pt x="46" y="15"/>
                      <a:pt x="46" y="18"/>
                    </a:cubicBezTo>
                    <a:cubicBezTo>
                      <a:pt x="52" y="18"/>
                      <a:pt x="55" y="16"/>
                      <a:pt x="55" y="10"/>
                    </a:cubicBezTo>
                    <a:cubicBezTo>
                      <a:pt x="55" y="7"/>
                      <a:pt x="54" y="5"/>
                      <a:pt x="51" y="3"/>
                    </a:cubicBezTo>
                    <a:cubicBezTo>
                      <a:pt x="48" y="1"/>
                      <a:pt x="44" y="0"/>
                      <a:pt x="38" y="0"/>
                    </a:cubicBezTo>
                    <a:cubicBezTo>
                      <a:pt x="29" y="0"/>
                      <a:pt x="21" y="2"/>
                      <a:pt x="14" y="7"/>
                    </a:cubicBezTo>
                    <a:cubicBezTo>
                      <a:pt x="8" y="12"/>
                      <a:pt x="4" y="18"/>
                      <a:pt x="4" y="24"/>
                    </a:cubicBezTo>
                    <a:cubicBezTo>
                      <a:pt x="4" y="27"/>
                      <a:pt x="5" y="30"/>
                      <a:pt x="7" y="32"/>
                    </a:cubicBezTo>
                    <a:cubicBezTo>
                      <a:pt x="9" y="34"/>
                      <a:pt x="11" y="36"/>
                      <a:pt x="15" y="38"/>
                    </a:cubicBezTo>
                    <a:cubicBezTo>
                      <a:pt x="18" y="39"/>
                      <a:pt x="23" y="41"/>
                      <a:pt x="30" y="43"/>
                    </a:cubicBezTo>
                    <a:cubicBezTo>
                      <a:pt x="35" y="45"/>
                      <a:pt x="38" y="46"/>
                      <a:pt x="39" y="47"/>
                    </a:cubicBezTo>
                    <a:cubicBezTo>
                      <a:pt x="41" y="48"/>
                      <a:pt x="41" y="49"/>
                      <a:pt x="41" y="50"/>
                    </a:cubicBezTo>
                    <a:cubicBezTo>
                      <a:pt x="41" y="53"/>
                      <a:pt x="38" y="56"/>
                      <a:pt x="32"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4" name="Freeform 395"/>
              <p:cNvSpPr>
                <a:spLocks noEditPoints="1"/>
              </p:cNvSpPr>
              <p:nvPr/>
            </p:nvSpPr>
            <p:spPr bwMode="auto">
              <a:xfrm>
                <a:off x="11472863" y="1787525"/>
                <a:ext cx="57150" cy="69850"/>
              </a:xfrm>
              <a:custGeom>
                <a:avLst/>
                <a:gdLst>
                  <a:gd name="T0" fmla="*/ 13 w 44"/>
                  <a:gd name="T1" fmla="*/ 37 h 55"/>
                  <a:gd name="T2" fmla="*/ 33 w 44"/>
                  <a:gd name="T3" fmla="*/ 27 h 55"/>
                  <a:gd name="T4" fmla="*/ 41 w 44"/>
                  <a:gd name="T5" fmla="*/ 11 h 55"/>
                  <a:gd name="T6" fmla="*/ 38 w 44"/>
                  <a:gd name="T7" fmla="*/ 3 h 55"/>
                  <a:gd name="T8" fmla="*/ 30 w 44"/>
                  <a:gd name="T9" fmla="*/ 0 h 55"/>
                  <a:gd name="T10" fmla="*/ 10 w 44"/>
                  <a:gd name="T11" fmla="*/ 12 h 55"/>
                  <a:gd name="T12" fmla="*/ 0 w 44"/>
                  <a:gd name="T13" fmla="*/ 36 h 55"/>
                  <a:gd name="T14" fmla="*/ 5 w 44"/>
                  <a:gd name="T15" fmla="*/ 50 h 55"/>
                  <a:gd name="T16" fmla="*/ 17 w 44"/>
                  <a:gd name="T17" fmla="*/ 55 h 55"/>
                  <a:gd name="T18" fmla="*/ 36 w 44"/>
                  <a:gd name="T19" fmla="*/ 48 h 55"/>
                  <a:gd name="T20" fmla="*/ 44 w 44"/>
                  <a:gd name="T21" fmla="*/ 37 h 55"/>
                  <a:gd name="T22" fmla="*/ 41 w 44"/>
                  <a:gd name="T23" fmla="*/ 34 h 55"/>
                  <a:gd name="T24" fmla="*/ 38 w 44"/>
                  <a:gd name="T25" fmla="*/ 35 h 55"/>
                  <a:gd name="T26" fmla="*/ 19 w 44"/>
                  <a:gd name="T27" fmla="*/ 45 h 55"/>
                  <a:gd name="T28" fmla="*/ 14 w 44"/>
                  <a:gd name="T29" fmla="*/ 43 h 55"/>
                  <a:gd name="T30" fmla="*/ 12 w 44"/>
                  <a:gd name="T31" fmla="*/ 39 h 55"/>
                  <a:gd name="T32" fmla="*/ 13 w 44"/>
                  <a:gd name="T33" fmla="*/ 37 h 55"/>
                  <a:gd name="T34" fmla="*/ 19 w 44"/>
                  <a:gd name="T35" fmla="*/ 16 h 55"/>
                  <a:gd name="T36" fmla="*/ 28 w 44"/>
                  <a:gd name="T37" fmla="*/ 10 h 55"/>
                  <a:gd name="T38" fmla="*/ 31 w 44"/>
                  <a:gd name="T39" fmla="*/ 11 h 55"/>
                  <a:gd name="T40" fmla="*/ 31 w 44"/>
                  <a:gd name="T41" fmla="*/ 13 h 55"/>
                  <a:gd name="T42" fmla="*/ 26 w 44"/>
                  <a:gd name="T43" fmla="*/ 22 h 55"/>
                  <a:gd name="T44" fmla="*/ 13 w 44"/>
                  <a:gd name="T45" fmla="*/ 28 h 55"/>
                  <a:gd name="T46" fmla="*/ 19 w 44"/>
                  <a:gd name="T47" fmla="*/ 1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4" h="55">
                    <a:moveTo>
                      <a:pt x="13" y="37"/>
                    </a:moveTo>
                    <a:cubicBezTo>
                      <a:pt x="21" y="35"/>
                      <a:pt x="28" y="32"/>
                      <a:pt x="33" y="27"/>
                    </a:cubicBezTo>
                    <a:cubicBezTo>
                      <a:pt x="39" y="22"/>
                      <a:pt x="41" y="17"/>
                      <a:pt x="41" y="11"/>
                    </a:cubicBezTo>
                    <a:cubicBezTo>
                      <a:pt x="41" y="8"/>
                      <a:pt x="40" y="6"/>
                      <a:pt x="38" y="3"/>
                    </a:cubicBezTo>
                    <a:cubicBezTo>
                      <a:pt x="36" y="1"/>
                      <a:pt x="33" y="0"/>
                      <a:pt x="30" y="0"/>
                    </a:cubicBezTo>
                    <a:cubicBezTo>
                      <a:pt x="23" y="0"/>
                      <a:pt x="16" y="4"/>
                      <a:pt x="10" y="12"/>
                    </a:cubicBezTo>
                    <a:cubicBezTo>
                      <a:pt x="4" y="19"/>
                      <a:pt x="0" y="27"/>
                      <a:pt x="0" y="36"/>
                    </a:cubicBezTo>
                    <a:cubicBezTo>
                      <a:pt x="0" y="42"/>
                      <a:pt x="2" y="47"/>
                      <a:pt x="5" y="50"/>
                    </a:cubicBezTo>
                    <a:cubicBezTo>
                      <a:pt x="8" y="53"/>
                      <a:pt x="12" y="55"/>
                      <a:pt x="17" y="55"/>
                    </a:cubicBezTo>
                    <a:cubicBezTo>
                      <a:pt x="24" y="55"/>
                      <a:pt x="30" y="53"/>
                      <a:pt x="36" y="48"/>
                    </a:cubicBezTo>
                    <a:cubicBezTo>
                      <a:pt x="41" y="44"/>
                      <a:pt x="44" y="40"/>
                      <a:pt x="44" y="37"/>
                    </a:cubicBezTo>
                    <a:cubicBezTo>
                      <a:pt x="44" y="35"/>
                      <a:pt x="43" y="34"/>
                      <a:pt x="41" y="34"/>
                    </a:cubicBezTo>
                    <a:cubicBezTo>
                      <a:pt x="40" y="34"/>
                      <a:pt x="39" y="34"/>
                      <a:pt x="38" y="35"/>
                    </a:cubicBezTo>
                    <a:cubicBezTo>
                      <a:pt x="32" y="42"/>
                      <a:pt x="25" y="45"/>
                      <a:pt x="19" y="45"/>
                    </a:cubicBezTo>
                    <a:cubicBezTo>
                      <a:pt x="17" y="45"/>
                      <a:pt x="15" y="44"/>
                      <a:pt x="14" y="43"/>
                    </a:cubicBezTo>
                    <a:cubicBezTo>
                      <a:pt x="13" y="42"/>
                      <a:pt x="12" y="40"/>
                      <a:pt x="12" y="39"/>
                    </a:cubicBezTo>
                    <a:cubicBezTo>
                      <a:pt x="12" y="38"/>
                      <a:pt x="12" y="37"/>
                      <a:pt x="13" y="37"/>
                    </a:cubicBezTo>
                    <a:close/>
                    <a:moveTo>
                      <a:pt x="19" y="16"/>
                    </a:moveTo>
                    <a:cubicBezTo>
                      <a:pt x="23" y="12"/>
                      <a:pt x="26" y="10"/>
                      <a:pt x="28" y="10"/>
                    </a:cubicBezTo>
                    <a:cubicBezTo>
                      <a:pt x="29" y="10"/>
                      <a:pt x="30" y="10"/>
                      <a:pt x="31" y="11"/>
                    </a:cubicBezTo>
                    <a:cubicBezTo>
                      <a:pt x="31" y="11"/>
                      <a:pt x="31" y="12"/>
                      <a:pt x="31" y="13"/>
                    </a:cubicBezTo>
                    <a:cubicBezTo>
                      <a:pt x="31" y="16"/>
                      <a:pt x="30" y="19"/>
                      <a:pt x="26" y="22"/>
                    </a:cubicBezTo>
                    <a:cubicBezTo>
                      <a:pt x="22" y="25"/>
                      <a:pt x="18" y="27"/>
                      <a:pt x="13" y="28"/>
                    </a:cubicBezTo>
                    <a:cubicBezTo>
                      <a:pt x="14" y="24"/>
                      <a:pt x="16" y="20"/>
                      <a:pt x="19"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5" name="Freeform 396"/>
              <p:cNvSpPr>
                <a:spLocks noEditPoints="1"/>
              </p:cNvSpPr>
              <p:nvPr/>
            </p:nvSpPr>
            <p:spPr bwMode="auto">
              <a:xfrm>
                <a:off x="11537951" y="1789113"/>
                <a:ext cx="63500" cy="68263"/>
              </a:xfrm>
              <a:custGeom>
                <a:avLst/>
                <a:gdLst>
                  <a:gd name="T0" fmla="*/ 46 w 49"/>
                  <a:gd name="T1" fmla="*/ 10 h 54"/>
                  <a:gd name="T2" fmla="*/ 41 w 49"/>
                  <a:gd name="T3" fmla="*/ 6 h 54"/>
                  <a:gd name="T4" fmla="*/ 33 w 49"/>
                  <a:gd name="T5" fmla="*/ 0 h 54"/>
                  <a:gd name="T6" fmla="*/ 11 w 49"/>
                  <a:gd name="T7" fmla="*/ 14 h 54"/>
                  <a:gd name="T8" fmla="*/ 0 w 49"/>
                  <a:gd name="T9" fmla="*/ 41 h 54"/>
                  <a:gd name="T10" fmla="*/ 3 w 49"/>
                  <a:gd name="T11" fmla="*/ 49 h 54"/>
                  <a:gd name="T12" fmla="*/ 10 w 49"/>
                  <a:gd name="T13" fmla="*/ 52 h 54"/>
                  <a:gd name="T14" fmla="*/ 34 w 49"/>
                  <a:gd name="T15" fmla="*/ 36 h 54"/>
                  <a:gd name="T16" fmla="*/ 42 w 49"/>
                  <a:gd name="T17" fmla="*/ 54 h 54"/>
                  <a:gd name="T18" fmla="*/ 47 w 49"/>
                  <a:gd name="T19" fmla="*/ 52 h 54"/>
                  <a:gd name="T20" fmla="*/ 49 w 49"/>
                  <a:gd name="T21" fmla="*/ 48 h 54"/>
                  <a:gd name="T22" fmla="*/ 48 w 49"/>
                  <a:gd name="T23" fmla="*/ 46 h 54"/>
                  <a:gd name="T24" fmla="*/ 45 w 49"/>
                  <a:gd name="T25" fmla="*/ 44 h 54"/>
                  <a:gd name="T26" fmla="*/ 44 w 49"/>
                  <a:gd name="T27" fmla="*/ 41 h 54"/>
                  <a:gd name="T28" fmla="*/ 43 w 49"/>
                  <a:gd name="T29" fmla="*/ 32 h 54"/>
                  <a:gd name="T30" fmla="*/ 45 w 49"/>
                  <a:gd name="T31" fmla="*/ 17 h 54"/>
                  <a:gd name="T32" fmla="*/ 46 w 49"/>
                  <a:gd name="T33" fmla="*/ 10 h 54"/>
                  <a:gd name="T34" fmla="*/ 27 w 49"/>
                  <a:gd name="T35" fmla="*/ 32 h 54"/>
                  <a:gd name="T36" fmla="*/ 13 w 49"/>
                  <a:gd name="T37" fmla="*/ 42 h 54"/>
                  <a:gd name="T38" fmla="*/ 11 w 49"/>
                  <a:gd name="T39" fmla="*/ 38 h 54"/>
                  <a:gd name="T40" fmla="*/ 19 w 49"/>
                  <a:gd name="T41" fmla="*/ 21 h 54"/>
                  <a:gd name="T42" fmla="*/ 31 w 49"/>
                  <a:gd name="T43" fmla="*/ 10 h 54"/>
                  <a:gd name="T44" fmla="*/ 34 w 49"/>
                  <a:gd name="T45" fmla="*/ 11 h 54"/>
                  <a:gd name="T46" fmla="*/ 35 w 49"/>
                  <a:gd name="T47" fmla="*/ 15 h 54"/>
                  <a:gd name="T48" fmla="*/ 27 w 49"/>
                  <a:gd name="T49" fmla="*/ 3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9" h="54">
                    <a:moveTo>
                      <a:pt x="46" y="10"/>
                    </a:moveTo>
                    <a:cubicBezTo>
                      <a:pt x="46" y="7"/>
                      <a:pt x="44" y="6"/>
                      <a:pt x="41" y="6"/>
                    </a:cubicBezTo>
                    <a:cubicBezTo>
                      <a:pt x="40" y="2"/>
                      <a:pt x="37" y="0"/>
                      <a:pt x="33" y="0"/>
                    </a:cubicBezTo>
                    <a:cubicBezTo>
                      <a:pt x="26" y="0"/>
                      <a:pt x="18" y="5"/>
                      <a:pt x="11" y="14"/>
                    </a:cubicBezTo>
                    <a:cubicBezTo>
                      <a:pt x="4" y="23"/>
                      <a:pt x="0" y="32"/>
                      <a:pt x="0" y="41"/>
                    </a:cubicBezTo>
                    <a:cubicBezTo>
                      <a:pt x="0" y="44"/>
                      <a:pt x="1" y="47"/>
                      <a:pt x="3" y="49"/>
                    </a:cubicBezTo>
                    <a:cubicBezTo>
                      <a:pt x="5" y="51"/>
                      <a:pt x="7" y="52"/>
                      <a:pt x="10" y="52"/>
                    </a:cubicBezTo>
                    <a:cubicBezTo>
                      <a:pt x="18" y="52"/>
                      <a:pt x="26" y="47"/>
                      <a:pt x="34" y="36"/>
                    </a:cubicBezTo>
                    <a:cubicBezTo>
                      <a:pt x="33" y="48"/>
                      <a:pt x="36" y="54"/>
                      <a:pt x="42" y="54"/>
                    </a:cubicBezTo>
                    <a:cubicBezTo>
                      <a:pt x="44" y="54"/>
                      <a:pt x="45" y="53"/>
                      <a:pt x="47" y="52"/>
                    </a:cubicBezTo>
                    <a:cubicBezTo>
                      <a:pt x="49" y="51"/>
                      <a:pt x="49" y="50"/>
                      <a:pt x="49" y="48"/>
                    </a:cubicBezTo>
                    <a:cubicBezTo>
                      <a:pt x="49" y="47"/>
                      <a:pt x="49" y="46"/>
                      <a:pt x="48" y="46"/>
                    </a:cubicBezTo>
                    <a:cubicBezTo>
                      <a:pt x="46" y="45"/>
                      <a:pt x="46" y="45"/>
                      <a:pt x="45" y="44"/>
                    </a:cubicBezTo>
                    <a:cubicBezTo>
                      <a:pt x="45" y="44"/>
                      <a:pt x="45" y="43"/>
                      <a:pt x="44" y="41"/>
                    </a:cubicBezTo>
                    <a:cubicBezTo>
                      <a:pt x="44" y="39"/>
                      <a:pt x="43" y="36"/>
                      <a:pt x="43" y="32"/>
                    </a:cubicBezTo>
                    <a:cubicBezTo>
                      <a:pt x="43" y="29"/>
                      <a:pt x="44" y="24"/>
                      <a:pt x="45" y="17"/>
                    </a:cubicBezTo>
                    <a:cubicBezTo>
                      <a:pt x="46" y="14"/>
                      <a:pt x="46" y="11"/>
                      <a:pt x="46" y="10"/>
                    </a:cubicBezTo>
                    <a:close/>
                    <a:moveTo>
                      <a:pt x="27" y="32"/>
                    </a:moveTo>
                    <a:cubicBezTo>
                      <a:pt x="21" y="39"/>
                      <a:pt x="17" y="42"/>
                      <a:pt x="13" y="42"/>
                    </a:cubicBezTo>
                    <a:cubicBezTo>
                      <a:pt x="12" y="42"/>
                      <a:pt x="11" y="41"/>
                      <a:pt x="11" y="38"/>
                    </a:cubicBezTo>
                    <a:cubicBezTo>
                      <a:pt x="11" y="33"/>
                      <a:pt x="14" y="28"/>
                      <a:pt x="19" y="21"/>
                    </a:cubicBezTo>
                    <a:cubicBezTo>
                      <a:pt x="24" y="14"/>
                      <a:pt x="28" y="10"/>
                      <a:pt x="31" y="10"/>
                    </a:cubicBezTo>
                    <a:cubicBezTo>
                      <a:pt x="32" y="10"/>
                      <a:pt x="33" y="11"/>
                      <a:pt x="34" y="11"/>
                    </a:cubicBezTo>
                    <a:cubicBezTo>
                      <a:pt x="34" y="12"/>
                      <a:pt x="35" y="14"/>
                      <a:pt x="35" y="15"/>
                    </a:cubicBezTo>
                    <a:cubicBezTo>
                      <a:pt x="35" y="20"/>
                      <a:pt x="32" y="26"/>
                      <a:pt x="27"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6" name="Freeform 397"/>
              <p:cNvSpPr>
                <a:spLocks/>
              </p:cNvSpPr>
              <p:nvPr/>
            </p:nvSpPr>
            <p:spPr bwMode="auto">
              <a:xfrm>
                <a:off x="11615738" y="1789113"/>
                <a:ext cx="58738" cy="68263"/>
              </a:xfrm>
              <a:custGeom>
                <a:avLst/>
                <a:gdLst>
                  <a:gd name="T0" fmla="*/ 12 w 46"/>
                  <a:gd name="T1" fmla="*/ 15 h 53"/>
                  <a:gd name="T2" fmla="*/ 14 w 46"/>
                  <a:gd name="T3" fmla="*/ 5 h 53"/>
                  <a:gd name="T4" fmla="*/ 13 w 46"/>
                  <a:gd name="T5" fmla="*/ 2 h 53"/>
                  <a:gd name="T6" fmla="*/ 9 w 46"/>
                  <a:gd name="T7" fmla="*/ 1 h 53"/>
                  <a:gd name="T8" fmla="*/ 5 w 46"/>
                  <a:gd name="T9" fmla="*/ 2 h 53"/>
                  <a:gd name="T10" fmla="*/ 2 w 46"/>
                  <a:gd name="T11" fmla="*/ 6 h 53"/>
                  <a:gd name="T12" fmla="*/ 1 w 46"/>
                  <a:gd name="T13" fmla="*/ 12 h 53"/>
                  <a:gd name="T14" fmla="*/ 1 w 46"/>
                  <a:gd name="T15" fmla="*/ 15 h 53"/>
                  <a:gd name="T16" fmla="*/ 0 w 46"/>
                  <a:gd name="T17" fmla="*/ 28 h 53"/>
                  <a:gd name="T18" fmla="*/ 0 w 46"/>
                  <a:gd name="T19" fmla="*/ 38 h 53"/>
                  <a:gd name="T20" fmla="*/ 1 w 46"/>
                  <a:gd name="T21" fmla="*/ 50 h 53"/>
                  <a:gd name="T22" fmla="*/ 6 w 46"/>
                  <a:gd name="T23" fmla="*/ 53 h 53"/>
                  <a:gd name="T24" fmla="*/ 11 w 46"/>
                  <a:gd name="T25" fmla="*/ 52 h 53"/>
                  <a:gd name="T26" fmla="*/ 13 w 46"/>
                  <a:gd name="T27" fmla="*/ 46 h 53"/>
                  <a:gd name="T28" fmla="*/ 23 w 46"/>
                  <a:gd name="T29" fmla="*/ 22 h 53"/>
                  <a:gd name="T30" fmla="*/ 35 w 46"/>
                  <a:gd name="T31" fmla="*/ 11 h 53"/>
                  <a:gd name="T32" fmla="*/ 37 w 46"/>
                  <a:gd name="T33" fmla="*/ 12 h 53"/>
                  <a:gd name="T34" fmla="*/ 43 w 46"/>
                  <a:gd name="T35" fmla="*/ 15 h 53"/>
                  <a:gd name="T36" fmla="*/ 45 w 46"/>
                  <a:gd name="T37" fmla="*/ 13 h 53"/>
                  <a:gd name="T38" fmla="*/ 46 w 46"/>
                  <a:gd name="T39" fmla="*/ 9 h 53"/>
                  <a:gd name="T40" fmla="*/ 43 w 46"/>
                  <a:gd name="T41" fmla="*/ 3 h 53"/>
                  <a:gd name="T42" fmla="*/ 36 w 46"/>
                  <a:gd name="T43" fmla="*/ 0 h 53"/>
                  <a:gd name="T44" fmla="*/ 23 w 46"/>
                  <a:gd name="T45" fmla="*/ 8 h 53"/>
                  <a:gd name="T46" fmla="*/ 11 w 46"/>
                  <a:gd name="T47" fmla="*/ 26 h 53"/>
                  <a:gd name="T48" fmla="*/ 10 w 46"/>
                  <a:gd name="T49" fmla="*/ 28 h 53"/>
                  <a:gd name="T50" fmla="*/ 11 w 46"/>
                  <a:gd name="T51" fmla="*/ 20 h 53"/>
                  <a:gd name="T52" fmla="*/ 12 w 46"/>
                  <a:gd name="T53" fmla="*/ 15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6" h="53">
                    <a:moveTo>
                      <a:pt x="12" y="15"/>
                    </a:moveTo>
                    <a:cubicBezTo>
                      <a:pt x="14" y="10"/>
                      <a:pt x="14" y="7"/>
                      <a:pt x="14" y="5"/>
                    </a:cubicBezTo>
                    <a:cubicBezTo>
                      <a:pt x="14" y="4"/>
                      <a:pt x="14" y="3"/>
                      <a:pt x="13" y="2"/>
                    </a:cubicBezTo>
                    <a:cubicBezTo>
                      <a:pt x="12" y="1"/>
                      <a:pt x="11" y="1"/>
                      <a:pt x="9" y="1"/>
                    </a:cubicBezTo>
                    <a:cubicBezTo>
                      <a:pt x="8" y="1"/>
                      <a:pt x="6" y="1"/>
                      <a:pt x="5" y="2"/>
                    </a:cubicBezTo>
                    <a:cubicBezTo>
                      <a:pt x="4" y="3"/>
                      <a:pt x="3" y="4"/>
                      <a:pt x="2" y="6"/>
                    </a:cubicBezTo>
                    <a:cubicBezTo>
                      <a:pt x="2" y="7"/>
                      <a:pt x="2" y="9"/>
                      <a:pt x="1" y="12"/>
                    </a:cubicBezTo>
                    <a:cubicBezTo>
                      <a:pt x="1" y="13"/>
                      <a:pt x="1" y="14"/>
                      <a:pt x="1" y="15"/>
                    </a:cubicBezTo>
                    <a:cubicBezTo>
                      <a:pt x="0" y="20"/>
                      <a:pt x="0" y="25"/>
                      <a:pt x="0" y="28"/>
                    </a:cubicBezTo>
                    <a:cubicBezTo>
                      <a:pt x="0" y="32"/>
                      <a:pt x="0" y="35"/>
                      <a:pt x="0" y="38"/>
                    </a:cubicBezTo>
                    <a:cubicBezTo>
                      <a:pt x="0" y="43"/>
                      <a:pt x="0" y="47"/>
                      <a:pt x="1" y="50"/>
                    </a:cubicBezTo>
                    <a:cubicBezTo>
                      <a:pt x="2" y="52"/>
                      <a:pt x="4" y="53"/>
                      <a:pt x="6" y="53"/>
                    </a:cubicBezTo>
                    <a:cubicBezTo>
                      <a:pt x="8" y="53"/>
                      <a:pt x="9" y="53"/>
                      <a:pt x="11" y="52"/>
                    </a:cubicBezTo>
                    <a:cubicBezTo>
                      <a:pt x="12" y="51"/>
                      <a:pt x="13" y="49"/>
                      <a:pt x="13" y="46"/>
                    </a:cubicBezTo>
                    <a:cubicBezTo>
                      <a:pt x="14" y="37"/>
                      <a:pt x="17" y="29"/>
                      <a:pt x="23" y="22"/>
                    </a:cubicBezTo>
                    <a:cubicBezTo>
                      <a:pt x="28" y="15"/>
                      <a:pt x="32" y="11"/>
                      <a:pt x="35" y="11"/>
                    </a:cubicBezTo>
                    <a:cubicBezTo>
                      <a:pt x="35" y="11"/>
                      <a:pt x="36" y="11"/>
                      <a:pt x="37" y="12"/>
                    </a:cubicBezTo>
                    <a:cubicBezTo>
                      <a:pt x="39" y="14"/>
                      <a:pt x="41" y="15"/>
                      <a:pt x="43" y="15"/>
                    </a:cubicBezTo>
                    <a:cubicBezTo>
                      <a:pt x="44" y="15"/>
                      <a:pt x="45" y="14"/>
                      <a:pt x="45" y="13"/>
                    </a:cubicBezTo>
                    <a:cubicBezTo>
                      <a:pt x="46" y="12"/>
                      <a:pt x="46" y="11"/>
                      <a:pt x="46" y="9"/>
                    </a:cubicBezTo>
                    <a:cubicBezTo>
                      <a:pt x="46" y="7"/>
                      <a:pt x="45" y="5"/>
                      <a:pt x="43" y="3"/>
                    </a:cubicBezTo>
                    <a:cubicBezTo>
                      <a:pt x="41" y="1"/>
                      <a:pt x="39" y="0"/>
                      <a:pt x="36" y="0"/>
                    </a:cubicBezTo>
                    <a:cubicBezTo>
                      <a:pt x="31" y="0"/>
                      <a:pt x="27" y="3"/>
                      <a:pt x="23" y="8"/>
                    </a:cubicBezTo>
                    <a:cubicBezTo>
                      <a:pt x="18" y="12"/>
                      <a:pt x="14" y="18"/>
                      <a:pt x="11" y="26"/>
                    </a:cubicBezTo>
                    <a:cubicBezTo>
                      <a:pt x="10" y="28"/>
                      <a:pt x="10" y="28"/>
                      <a:pt x="10" y="28"/>
                    </a:cubicBezTo>
                    <a:cubicBezTo>
                      <a:pt x="11" y="20"/>
                      <a:pt x="11" y="20"/>
                      <a:pt x="11" y="20"/>
                    </a:cubicBezTo>
                    <a:cubicBezTo>
                      <a:pt x="11" y="18"/>
                      <a:pt x="12" y="16"/>
                      <a:pt x="12"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7" name="Freeform 398"/>
              <p:cNvSpPr>
                <a:spLocks/>
              </p:cNvSpPr>
              <p:nvPr/>
            </p:nvSpPr>
            <p:spPr bwMode="auto">
              <a:xfrm>
                <a:off x="11672888" y="1787525"/>
                <a:ext cx="52388" cy="69850"/>
              </a:xfrm>
              <a:custGeom>
                <a:avLst/>
                <a:gdLst>
                  <a:gd name="T0" fmla="*/ 27 w 41"/>
                  <a:gd name="T1" fmla="*/ 11 h 55"/>
                  <a:gd name="T2" fmla="*/ 29 w 41"/>
                  <a:gd name="T3" fmla="*/ 15 h 55"/>
                  <a:gd name="T4" fmla="*/ 34 w 41"/>
                  <a:gd name="T5" fmla="*/ 21 h 55"/>
                  <a:gd name="T6" fmla="*/ 37 w 41"/>
                  <a:gd name="T7" fmla="*/ 20 h 55"/>
                  <a:gd name="T8" fmla="*/ 39 w 41"/>
                  <a:gd name="T9" fmla="*/ 14 h 55"/>
                  <a:gd name="T10" fmla="*/ 36 w 41"/>
                  <a:gd name="T11" fmla="*/ 5 h 55"/>
                  <a:gd name="T12" fmla="*/ 28 w 41"/>
                  <a:gd name="T13" fmla="*/ 0 h 55"/>
                  <a:gd name="T14" fmla="*/ 9 w 41"/>
                  <a:gd name="T15" fmla="*/ 14 h 55"/>
                  <a:gd name="T16" fmla="*/ 0 w 41"/>
                  <a:gd name="T17" fmla="*/ 39 h 55"/>
                  <a:gd name="T18" fmla="*/ 4 w 41"/>
                  <a:gd name="T19" fmla="*/ 51 h 55"/>
                  <a:gd name="T20" fmla="*/ 16 w 41"/>
                  <a:gd name="T21" fmla="*/ 55 h 55"/>
                  <a:gd name="T22" fmla="*/ 33 w 41"/>
                  <a:gd name="T23" fmla="*/ 50 h 55"/>
                  <a:gd name="T24" fmla="*/ 41 w 41"/>
                  <a:gd name="T25" fmla="*/ 40 h 55"/>
                  <a:gd name="T26" fmla="*/ 39 w 41"/>
                  <a:gd name="T27" fmla="*/ 38 h 55"/>
                  <a:gd name="T28" fmla="*/ 33 w 41"/>
                  <a:gd name="T29" fmla="*/ 40 h 55"/>
                  <a:gd name="T30" fmla="*/ 18 w 41"/>
                  <a:gd name="T31" fmla="*/ 46 h 55"/>
                  <a:gd name="T32" fmla="*/ 11 w 41"/>
                  <a:gd name="T33" fmla="*/ 39 h 55"/>
                  <a:gd name="T34" fmla="*/ 17 w 41"/>
                  <a:gd name="T35" fmla="*/ 21 h 55"/>
                  <a:gd name="T36" fmla="*/ 27 w 41"/>
                  <a:gd name="T37" fmla="*/ 1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1" h="55">
                    <a:moveTo>
                      <a:pt x="27" y="11"/>
                    </a:moveTo>
                    <a:cubicBezTo>
                      <a:pt x="28" y="11"/>
                      <a:pt x="28" y="12"/>
                      <a:pt x="29" y="15"/>
                    </a:cubicBezTo>
                    <a:cubicBezTo>
                      <a:pt x="29" y="19"/>
                      <a:pt x="31" y="21"/>
                      <a:pt x="34" y="21"/>
                    </a:cubicBezTo>
                    <a:cubicBezTo>
                      <a:pt x="35" y="21"/>
                      <a:pt x="36" y="21"/>
                      <a:pt x="37" y="20"/>
                    </a:cubicBezTo>
                    <a:cubicBezTo>
                      <a:pt x="38" y="19"/>
                      <a:pt x="39" y="17"/>
                      <a:pt x="39" y="14"/>
                    </a:cubicBezTo>
                    <a:cubicBezTo>
                      <a:pt x="39" y="11"/>
                      <a:pt x="38" y="8"/>
                      <a:pt x="36" y="5"/>
                    </a:cubicBezTo>
                    <a:cubicBezTo>
                      <a:pt x="34" y="2"/>
                      <a:pt x="31" y="0"/>
                      <a:pt x="28" y="0"/>
                    </a:cubicBezTo>
                    <a:cubicBezTo>
                      <a:pt x="22" y="0"/>
                      <a:pt x="16" y="5"/>
                      <a:pt x="9" y="14"/>
                    </a:cubicBezTo>
                    <a:cubicBezTo>
                      <a:pt x="3" y="23"/>
                      <a:pt x="0" y="32"/>
                      <a:pt x="0" y="39"/>
                    </a:cubicBezTo>
                    <a:cubicBezTo>
                      <a:pt x="0" y="44"/>
                      <a:pt x="1" y="48"/>
                      <a:pt x="4" y="51"/>
                    </a:cubicBezTo>
                    <a:cubicBezTo>
                      <a:pt x="7" y="54"/>
                      <a:pt x="10" y="55"/>
                      <a:pt x="16" y="55"/>
                    </a:cubicBezTo>
                    <a:cubicBezTo>
                      <a:pt x="22" y="55"/>
                      <a:pt x="27" y="53"/>
                      <a:pt x="33" y="50"/>
                    </a:cubicBezTo>
                    <a:cubicBezTo>
                      <a:pt x="39" y="46"/>
                      <a:pt x="41" y="43"/>
                      <a:pt x="41" y="40"/>
                    </a:cubicBezTo>
                    <a:cubicBezTo>
                      <a:pt x="41" y="38"/>
                      <a:pt x="40" y="38"/>
                      <a:pt x="39" y="38"/>
                    </a:cubicBezTo>
                    <a:cubicBezTo>
                      <a:pt x="37" y="38"/>
                      <a:pt x="35" y="38"/>
                      <a:pt x="33" y="40"/>
                    </a:cubicBezTo>
                    <a:cubicBezTo>
                      <a:pt x="28" y="44"/>
                      <a:pt x="23" y="46"/>
                      <a:pt x="18" y="46"/>
                    </a:cubicBezTo>
                    <a:cubicBezTo>
                      <a:pt x="13" y="46"/>
                      <a:pt x="11" y="43"/>
                      <a:pt x="11" y="39"/>
                    </a:cubicBezTo>
                    <a:cubicBezTo>
                      <a:pt x="11" y="34"/>
                      <a:pt x="13" y="28"/>
                      <a:pt x="17" y="21"/>
                    </a:cubicBezTo>
                    <a:cubicBezTo>
                      <a:pt x="21" y="14"/>
                      <a:pt x="24" y="11"/>
                      <a:pt x="27"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8" name="Freeform 399"/>
              <p:cNvSpPr>
                <a:spLocks/>
              </p:cNvSpPr>
              <p:nvPr/>
            </p:nvSpPr>
            <p:spPr bwMode="auto">
              <a:xfrm>
                <a:off x="11734801" y="1755775"/>
                <a:ext cx="71438" cy="101600"/>
              </a:xfrm>
              <a:custGeom>
                <a:avLst/>
                <a:gdLst>
                  <a:gd name="T0" fmla="*/ 21 w 56"/>
                  <a:gd name="T1" fmla="*/ 19 h 79"/>
                  <a:gd name="T2" fmla="*/ 22 w 56"/>
                  <a:gd name="T3" fmla="*/ 7 h 79"/>
                  <a:gd name="T4" fmla="*/ 20 w 56"/>
                  <a:gd name="T5" fmla="*/ 2 h 79"/>
                  <a:gd name="T6" fmla="*/ 16 w 56"/>
                  <a:gd name="T7" fmla="*/ 0 h 79"/>
                  <a:gd name="T8" fmla="*/ 12 w 56"/>
                  <a:gd name="T9" fmla="*/ 2 h 79"/>
                  <a:gd name="T10" fmla="*/ 9 w 56"/>
                  <a:gd name="T11" fmla="*/ 12 h 79"/>
                  <a:gd name="T12" fmla="*/ 1 w 56"/>
                  <a:gd name="T13" fmla="*/ 65 h 79"/>
                  <a:gd name="T14" fmla="*/ 0 w 56"/>
                  <a:gd name="T15" fmla="*/ 73 h 79"/>
                  <a:gd name="T16" fmla="*/ 2 w 56"/>
                  <a:gd name="T17" fmla="*/ 77 h 79"/>
                  <a:gd name="T18" fmla="*/ 6 w 56"/>
                  <a:gd name="T19" fmla="*/ 79 h 79"/>
                  <a:gd name="T20" fmla="*/ 9 w 56"/>
                  <a:gd name="T21" fmla="*/ 77 h 79"/>
                  <a:gd name="T22" fmla="*/ 13 w 56"/>
                  <a:gd name="T23" fmla="*/ 71 h 79"/>
                  <a:gd name="T24" fmla="*/ 24 w 56"/>
                  <a:gd name="T25" fmla="*/ 53 h 79"/>
                  <a:gd name="T26" fmla="*/ 34 w 56"/>
                  <a:gd name="T27" fmla="*/ 42 h 79"/>
                  <a:gd name="T28" fmla="*/ 37 w 56"/>
                  <a:gd name="T29" fmla="*/ 45 h 79"/>
                  <a:gd name="T30" fmla="*/ 39 w 56"/>
                  <a:gd name="T31" fmla="*/ 58 h 79"/>
                  <a:gd name="T32" fmla="*/ 43 w 56"/>
                  <a:gd name="T33" fmla="*/ 70 h 79"/>
                  <a:gd name="T34" fmla="*/ 50 w 56"/>
                  <a:gd name="T35" fmla="*/ 75 h 79"/>
                  <a:gd name="T36" fmla="*/ 54 w 56"/>
                  <a:gd name="T37" fmla="*/ 73 h 79"/>
                  <a:gd name="T38" fmla="*/ 56 w 56"/>
                  <a:gd name="T39" fmla="*/ 70 h 79"/>
                  <a:gd name="T40" fmla="*/ 54 w 56"/>
                  <a:gd name="T41" fmla="*/ 67 h 79"/>
                  <a:gd name="T42" fmla="*/ 51 w 56"/>
                  <a:gd name="T43" fmla="*/ 62 h 79"/>
                  <a:gd name="T44" fmla="*/ 50 w 56"/>
                  <a:gd name="T45" fmla="*/ 56 h 79"/>
                  <a:gd name="T46" fmla="*/ 48 w 56"/>
                  <a:gd name="T47" fmla="*/ 47 h 79"/>
                  <a:gd name="T48" fmla="*/ 44 w 56"/>
                  <a:gd name="T49" fmla="*/ 33 h 79"/>
                  <a:gd name="T50" fmla="*/ 38 w 56"/>
                  <a:gd name="T51" fmla="*/ 30 h 79"/>
                  <a:gd name="T52" fmla="*/ 26 w 56"/>
                  <a:gd name="T53" fmla="*/ 35 h 79"/>
                  <a:gd name="T54" fmla="*/ 13 w 56"/>
                  <a:gd name="T55" fmla="*/ 55 h 79"/>
                  <a:gd name="T56" fmla="*/ 16 w 56"/>
                  <a:gd name="T57" fmla="*/ 41 h 79"/>
                  <a:gd name="T58" fmla="*/ 21 w 56"/>
                  <a:gd name="T59" fmla="*/ 1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6" h="79">
                    <a:moveTo>
                      <a:pt x="21" y="19"/>
                    </a:moveTo>
                    <a:cubicBezTo>
                      <a:pt x="22" y="14"/>
                      <a:pt x="22" y="10"/>
                      <a:pt x="22" y="7"/>
                    </a:cubicBezTo>
                    <a:cubicBezTo>
                      <a:pt x="22" y="5"/>
                      <a:pt x="21" y="3"/>
                      <a:pt x="20" y="2"/>
                    </a:cubicBezTo>
                    <a:cubicBezTo>
                      <a:pt x="19" y="0"/>
                      <a:pt x="17" y="0"/>
                      <a:pt x="16" y="0"/>
                    </a:cubicBezTo>
                    <a:cubicBezTo>
                      <a:pt x="15" y="0"/>
                      <a:pt x="13" y="0"/>
                      <a:pt x="12" y="2"/>
                    </a:cubicBezTo>
                    <a:cubicBezTo>
                      <a:pt x="10" y="4"/>
                      <a:pt x="10" y="7"/>
                      <a:pt x="9" y="12"/>
                    </a:cubicBezTo>
                    <a:cubicBezTo>
                      <a:pt x="7" y="31"/>
                      <a:pt x="4" y="48"/>
                      <a:pt x="1" y="65"/>
                    </a:cubicBezTo>
                    <a:cubicBezTo>
                      <a:pt x="0" y="70"/>
                      <a:pt x="0" y="72"/>
                      <a:pt x="0" y="73"/>
                    </a:cubicBezTo>
                    <a:cubicBezTo>
                      <a:pt x="0" y="75"/>
                      <a:pt x="1" y="76"/>
                      <a:pt x="2" y="77"/>
                    </a:cubicBezTo>
                    <a:cubicBezTo>
                      <a:pt x="3" y="78"/>
                      <a:pt x="4" y="79"/>
                      <a:pt x="6" y="79"/>
                    </a:cubicBezTo>
                    <a:cubicBezTo>
                      <a:pt x="8" y="79"/>
                      <a:pt x="8" y="78"/>
                      <a:pt x="9" y="77"/>
                    </a:cubicBezTo>
                    <a:cubicBezTo>
                      <a:pt x="10" y="76"/>
                      <a:pt x="11" y="74"/>
                      <a:pt x="13" y="71"/>
                    </a:cubicBezTo>
                    <a:cubicBezTo>
                      <a:pt x="15" y="66"/>
                      <a:pt x="19" y="61"/>
                      <a:pt x="24" y="53"/>
                    </a:cubicBezTo>
                    <a:cubicBezTo>
                      <a:pt x="29" y="46"/>
                      <a:pt x="33" y="42"/>
                      <a:pt x="34" y="42"/>
                    </a:cubicBezTo>
                    <a:cubicBezTo>
                      <a:pt x="36" y="42"/>
                      <a:pt x="37" y="43"/>
                      <a:pt x="37" y="45"/>
                    </a:cubicBezTo>
                    <a:cubicBezTo>
                      <a:pt x="38" y="47"/>
                      <a:pt x="38" y="51"/>
                      <a:pt x="39" y="58"/>
                    </a:cubicBezTo>
                    <a:cubicBezTo>
                      <a:pt x="39" y="63"/>
                      <a:pt x="41" y="67"/>
                      <a:pt x="43" y="70"/>
                    </a:cubicBezTo>
                    <a:cubicBezTo>
                      <a:pt x="45" y="73"/>
                      <a:pt x="47" y="75"/>
                      <a:pt x="50" y="75"/>
                    </a:cubicBezTo>
                    <a:cubicBezTo>
                      <a:pt x="52" y="75"/>
                      <a:pt x="53" y="74"/>
                      <a:pt x="54" y="73"/>
                    </a:cubicBezTo>
                    <a:cubicBezTo>
                      <a:pt x="55" y="72"/>
                      <a:pt x="56" y="71"/>
                      <a:pt x="56" y="70"/>
                    </a:cubicBezTo>
                    <a:cubicBezTo>
                      <a:pt x="56" y="69"/>
                      <a:pt x="55" y="68"/>
                      <a:pt x="54" y="67"/>
                    </a:cubicBezTo>
                    <a:cubicBezTo>
                      <a:pt x="53" y="65"/>
                      <a:pt x="52" y="64"/>
                      <a:pt x="51" y="62"/>
                    </a:cubicBezTo>
                    <a:cubicBezTo>
                      <a:pt x="51" y="60"/>
                      <a:pt x="50" y="58"/>
                      <a:pt x="50" y="56"/>
                    </a:cubicBezTo>
                    <a:cubicBezTo>
                      <a:pt x="49" y="54"/>
                      <a:pt x="49" y="51"/>
                      <a:pt x="48" y="47"/>
                    </a:cubicBezTo>
                    <a:cubicBezTo>
                      <a:pt x="47" y="39"/>
                      <a:pt x="46" y="35"/>
                      <a:pt x="44" y="33"/>
                    </a:cubicBezTo>
                    <a:cubicBezTo>
                      <a:pt x="43" y="31"/>
                      <a:pt x="40" y="30"/>
                      <a:pt x="38" y="30"/>
                    </a:cubicBezTo>
                    <a:cubicBezTo>
                      <a:pt x="34" y="30"/>
                      <a:pt x="30" y="32"/>
                      <a:pt x="26" y="35"/>
                    </a:cubicBezTo>
                    <a:cubicBezTo>
                      <a:pt x="23" y="39"/>
                      <a:pt x="18" y="45"/>
                      <a:pt x="13" y="55"/>
                    </a:cubicBezTo>
                    <a:cubicBezTo>
                      <a:pt x="14" y="52"/>
                      <a:pt x="15" y="47"/>
                      <a:pt x="16" y="41"/>
                    </a:cubicBezTo>
                    <a:cubicBezTo>
                      <a:pt x="18" y="31"/>
                      <a:pt x="20" y="24"/>
                      <a:pt x="21"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9" name="Freeform 400"/>
              <p:cNvSpPr>
                <a:spLocks/>
              </p:cNvSpPr>
              <p:nvPr/>
            </p:nvSpPr>
            <p:spPr bwMode="auto">
              <a:xfrm>
                <a:off x="11815763" y="1792288"/>
                <a:ext cx="22225" cy="65088"/>
              </a:xfrm>
              <a:custGeom>
                <a:avLst/>
                <a:gdLst>
                  <a:gd name="T0" fmla="*/ 2 w 17"/>
                  <a:gd name="T1" fmla="*/ 22 h 51"/>
                  <a:gd name="T2" fmla="*/ 0 w 17"/>
                  <a:gd name="T3" fmla="*/ 42 h 51"/>
                  <a:gd name="T4" fmla="*/ 6 w 17"/>
                  <a:gd name="T5" fmla="*/ 51 h 51"/>
                  <a:gd name="T6" fmla="*/ 10 w 17"/>
                  <a:gd name="T7" fmla="*/ 49 h 51"/>
                  <a:gd name="T8" fmla="*/ 12 w 17"/>
                  <a:gd name="T9" fmla="*/ 47 h 51"/>
                  <a:gd name="T10" fmla="*/ 12 w 17"/>
                  <a:gd name="T11" fmla="*/ 45 h 51"/>
                  <a:gd name="T12" fmla="*/ 11 w 17"/>
                  <a:gd name="T13" fmla="*/ 37 h 51"/>
                  <a:gd name="T14" fmla="*/ 11 w 17"/>
                  <a:gd name="T15" fmla="*/ 28 h 51"/>
                  <a:gd name="T16" fmla="*/ 15 w 17"/>
                  <a:gd name="T17" fmla="*/ 13 h 51"/>
                  <a:gd name="T18" fmla="*/ 15 w 17"/>
                  <a:gd name="T19" fmla="*/ 12 h 51"/>
                  <a:gd name="T20" fmla="*/ 17 w 17"/>
                  <a:gd name="T21" fmla="*/ 5 h 51"/>
                  <a:gd name="T22" fmla="*/ 15 w 17"/>
                  <a:gd name="T23" fmla="*/ 1 h 51"/>
                  <a:gd name="T24" fmla="*/ 10 w 17"/>
                  <a:gd name="T25" fmla="*/ 0 h 51"/>
                  <a:gd name="T26" fmla="*/ 6 w 17"/>
                  <a:gd name="T27" fmla="*/ 2 h 51"/>
                  <a:gd name="T28" fmla="*/ 4 w 17"/>
                  <a:gd name="T29" fmla="*/ 8 h 51"/>
                  <a:gd name="T30" fmla="*/ 3 w 17"/>
                  <a:gd name="T31" fmla="*/ 18 h 51"/>
                  <a:gd name="T32" fmla="*/ 3 w 17"/>
                  <a:gd name="T33" fmla="*/ 18 h 51"/>
                  <a:gd name="T34" fmla="*/ 2 w 17"/>
                  <a:gd name="T35" fmla="*/ 2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51">
                    <a:moveTo>
                      <a:pt x="2" y="22"/>
                    </a:moveTo>
                    <a:cubicBezTo>
                      <a:pt x="0" y="30"/>
                      <a:pt x="0" y="37"/>
                      <a:pt x="0" y="42"/>
                    </a:cubicBezTo>
                    <a:cubicBezTo>
                      <a:pt x="0" y="48"/>
                      <a:pt x="2" y="51"/>
                      <a:pt x="6" y="51"/>
                    </a:cubicBezTo>
                    <a:cubicBezTo>
                      <a:pt x="7" y="51"/>
                      <a:pt x="9" y="51"/>
                      <a:pt x="10" y="49"/>
                    </a:cubicBezTo>
                    <a:cubicBezTo>
                      <a:pt x="11" y="48"/>
                      <a:pt x="12" y="47"/>
                      <a:pt x="12" y="47"/>
                    </a:cubicBezTo>
                    <a:cubicBezTo>
                      <a:pt x="12" y="46"/>
                      <a:pt x="12" y="46"/>
                      <a:pt x="12" y="45"/>
                    </a:cubicBezTo>
                    <a:cubicBezTo>
                      <a:pt x="11" y="42"/>
                      <a:pt x="11" y="39"/>
                      <a:pt x="11" y="37"/>
                    </a:cubicBezTo>
                    <a:cubicBezTo>
                      <a:pt x="11" y="35"/>
                      <a:pt x="11" y="32"/>
                      <a:pt x="11" y="28"/>
                    </a:cubicBezTo>
                    <a:cubicBezTo>
                      <a:pt x="12" y="24"/>
                      <a:pt x="13" y="19"/>
                      <a:pt x="15" y="13"/>
                    </a:cubicBezTo>
                    <a:cubicBezTo>
                      <a:pt x="15" y="12"/>
                      <a:pt x="15" y="12"/>
                      <a:pt x="15" y="12"/>
                    </a:cubicBezTo>
                    <a:cubicBezTo>
                      <a:pt x="16" y="9"/>
                      <a:pt x="17" y="6"/>
                      <a:pt x="17" y="5"/>
                    </a:cubicBezTo>
                    <a:cubicBezTo>
                      <a:pt x="17" y="3"/>
                      <a:pt x="16" y="2"/>
                      <a:pt x="15" y="1"/>
                    </a:cubicBezTo>
                    <a:cubicBezTo>
                      <a:pt x="14" y="0"/>
                      <a:pt x="12" y="0"/>
                      <a:pt x="10" y="0"/>
                    </a:cubicBezTo>
                    <a:cubicBezTo>
                      <a:pt x="8" y="0"/>
                      <a:pt x="7" y="1"/>
                      <a:pt x="6" y="2"/>
                    </a:cubicBezTo>
                    <a:cubicBezTo>
                      <a:pt x="5" y="4"/>
                      <a:pt x="4" y="6"/>
                      <a:pt x="4" y="8"/>
                    </a:cubicBezTo>
                    <a:cubicBezTo>
                      <a:pt x="4" y="9"/>
                      <a:pt x="3" y="12"/>
                      <a:pt x="3" y="18"/>
                    </a:cubicBezTo>
                    <a:cubicBezTo>
                      <a:pt x="3" y="18"/>
                      <a:pt x="3" y="18"/>
                      <a:pt x="3" y="18"/>
                    </a:cubicBezTo>
                    <a:cubicBezTo>
                      <a:pt x="3" y="19"/>
                      <a:pt x="2" y="21"/>
                      <a:pt x="2"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0" name="Freeform 401"/>
              <p:cNvSpPr>
                <a:spLocks/>
              </p:cNvSpPr>
              <p:nvPr/>
            </p:nvSpPr>
            <p:spPr bwMode="auto">
              <a:xfrm>
                <a:off x="11828463" y="1757363"/>
                <a:ext cx="19050" cy="19050"/>
              </a:xfrm>
              <a:custGeom>
                <a:avLst/>
                <a:gdLst>
                  <a:gd name="T0" fmla="*/ 12 w 15"/>
                  <a:gd name="T1" fmla="*/ 12 h 14"/>
                  <a:gd name="T2" fmla="*/ 15 w 15"/>
                  <a:gd name="T3" fmla="*/ 6 h 14"/>
                  <a:gd name="T4" fmla="*/ 13 w 15"/>
                  <a:gd name="T5" fmla="*/ 2 h 14"/>
                  <a:gd name="T6" fmla="*/ 8 w 15"/>
                  <a:gd name="T7" fmla="*/ 0 h 14"/>
                  <a:gd name="T8" fmla="*/ 2 w 15"/>
                  <a:gd name="T9" fmla="*/ 2 h 14"/>
                  <a:gd name="T10" fmla="*/ 0 w 15"/>
                  <a:gd name="T11" fmla="*/ 7 h 14"/>
                  <a:gd name="T12" fmla="*/ 2 w 15"/>
                  <a:gd name="T13" fmla="*/ 12 h 14"/>
                  <a:gd name="T14" fmla="*/ 7 w 15"/>
                  <a:gd name="T15" fmla="*/ 14 h 14"/>
                  <a:gd name="T16" fmla="*/ 12 w 15"/>
                  <a:gd name="T17"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4">
                    <a:moveTo>
                      <a:pt x="12" y="12"/>
                    </a:moveTo>
                    <a:cubicBezTo>
                      <a:pt x="14" y="10"/>
                      <a:pt x="15" y="8"/>
                      <a:pt x="15" y="6"/>
                    </a:cubicBezTo>
                    <a:cubicBezTo>
                      <a:pt x="15" y="4"/>
                      <a:pt x="15" y="3"/>
                      <a:pt x="13" y="2"/>
                    </a:cubicBezTo>
                    <a:cubicBezTo>
                      <a:pt x="12" y="1"/>
                      <a:pt x="10" y="0"/>
                      <a:pt x="8" y="0"/>
                    </a:cubicBezTo>
                    <a:cubicBezTo>
                      <a:pt x="5" y="0"/>
                      <a:pt x="3" y="1"/>
                      <a:pt x="2" y="2"/>
                    </a:cubicBezTo>
                    <a:cubicBezTo>
                      <a:pt x="0" y="3"/>
                      <a:pt x="0" y="5"/>
                      <a:pt x="0" y="7"/>
                    </a:cubicBezTo>
                    <a:cubicBezTo>
                      <a:pt x="0" y="9"/>
                      <a:pt x="1" y="11"/>
                      <a:pt x="2" y="12"/>
                    </a:cubicBezTo>
                    <a:cubicBezTo>
                      <a:pt x="3" y="14"/>
                      <a:pt x="5" y="14"/>
                      <a:pt x="7" y="14"/>
                    </a:cubicBezTo>
                    <a:cubicBezTo>
                      <a:pt x="8" y="14"/>
                      <a:pt x="10" y="14"/>
                      <a:pt x="1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1" name="Freeform 402"/>
              <p:cNvSpPr>
                <a:spLocks/>
              </p:cNvSpPr>
              <p:nvPr/>
            </p:nvSpPr>
            <p:spPr bwMode="auto">
              <a:xfrm>
                <a:off x="11847513" y="1793875"/>
                <a:ext cx="77788" cy="61913"/>
              </a:xfrm>
              <a:custGeom>
                <a:avLst/>
                <a:gdLst>
                  <a:gd name="T0" fmla="*/ 49 w 60"/>
                  <a:gd name="T1" fmla="*/ 45 h 48"/>
                  <a:gd name="T2" fmla="*/ 57 w 60"/>
                  <a:gd name="T3" fmla="*/ 43 h 48"/>
                  <a:gd name="T4" fmla="*/ 60 w 60"/>
                  <a:gd name="T5" fmla="*/ 38 h 48"/>
                  <a:gd name="T6" fmla="*/ 57 w 60"/>
                  <a:gd name="T7" fmla="*/ 35 h 48"/>
                  <a:gd name="T8" fmla="*/ 55 w 60"/>
                  <a:gd name="T9" fmla="*/ 36 h 48"/>
                  <a:gd name="T10" fmla="*/ 52 w 60"/>
                  <a:gd name="T11" fmla="*/ 36 h 48"/>
                  <a:gd name="T12" fmla="*/ 48 w 60"/>
                  <a:gd name="T13" fmla="*/ 19 h 48"/>
                  <a:gd name="T14" fmla="*/ 35 w 60"/>
                  <a:gd name="T15" fmla="*/ 2 h 48"/>
                  <a:gd name="T16" fmla="*/ 13 w 60"/>
                  <a:gd name="T17" fmla="*/ 26 h 48"/>
                  <a:gd name="T18" fmla="*/ 15 w 60"/>
                  <a:gd name="T19" fmla="*/ 8 h 48"/>
                  <a:gd name="T20" fmla="*/ 14 w 60"/>
                  <a:gd name="T21" fmla="*/ 1 h 48"/>
                  <a:gd name="T22" fmla="*/ 10 w 60"/>
                  <a:gd name="T23" fmla="*/ 0 h 48"/>
                  <a:gd name="T24" fmla="*/ 6 w 60"/>
                  <a:gd name="T25" fmla="*/ 2 h 48"/>
                  <a:gd name="T26" fmla="*/ 4 w 60"/>
                  <a:gd name="T27" fmla="*/ 7 h 48"/>
                  <a:gd name="T28" fmla="*/ 2 w 60"/>
                  <a:gd name="T29" fmla="*/ 32 h 48"/>
                  <a:gd name="T30" fmla="*/ 0 w 60"/>
                  <a:gd name="T31" fmla="*/ 42 h 48"/>
                  <a:gd name="T32" fmla="*/ 8 w 60"/>
                  <a:gd name="T33" fmla="*/ 48 h 48"/>
                  <a:gd name="T34" fmla="*/ 10 w 60"/>
                  <a:gd name="T35" fmla="*/ 47 h 48"/>
                  <a:gd name="T36" fmla="*/ 11 w 60"/>
                  <a:gd name="T37" fmla="*/ 44 h 48"/>
                  <a:gd name="T38" fmla="*/ 22 w 60"/>
                  <a:gd name="T39" fmla="*/ 26 h 48"/>
                  <a:gd name="T40" fmla="*/ 33 w 60"/>
                  <a:gd name="T41" fmla="*/ 13 h 48"/>
                  <a:gd name="T42" fmla="*/ 38 w 60"/>
                  <a:gd name="T43" fmla="*/ 25 h 48"/>
                  <a:gd name="T44" fmla="*/ 41 w 60"/>
                  <a:gd name="T45" fmla="*/ 40 h 48"/>
                  <a:gd name="T46" fmla="*/ 41 w 60"/>
                  <a:gd name="T47" fmla="*/ 40 h 48"/>
                  <a:gd name="T48" fmla="*/ 49 w 60"/>
                  <a:gd name="T49" fmla="*/ 4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 h="48">
                    <a:moveTo>
                      <a:pt x="49" y="45"/>
                    </a:moveTo>
                    <a:cubicBezTo>
                      <a:pt x="52" y="45"/>
                      <a:pt x="55" y="45"/>
                      <a:pt x="57" y="43"/>
                    </a:cubicBezTo>
                    <a:cubicBezTo>
                      <a:pt x="59" y="41"/>
                      <a:pt x="60" y="39"/>
                      <a:pt x="60" y="38"/>
                    </a:cubicBezTo>
                    <a:cubicBezTo>
                      <a:pt x="60" y="36"/>
                      <a:pt x="59" y="35"/>
                      <a:pt x="57" y="35"/>
                    </a:cubicBezTo>
                    <a:cubicBezTo>
                      <a:pt x="57" y="35"/>
                      <a:pt x="56" y="35"/>
                      <a:pt x="55" y="36"/>
                    </a:cubicBezTo>
                    <a:cubicBezTo>
                      <a:pt x="54" y="36"/>
                      <a:pt x="53" y="36"/>
                      <a:pt x="52" y="36"/>
                    </a:cubicBezTo>
                    <a:cubicBezTo>
                      <a:pt x="51" y="36"/>
                      <a:pt x="49" y="30"/>
                      <a:pt x="48" y="19"/>
                    </a:cubicBezTo>
                    <a:cubicBezTo>
                      <a:pt x="47" y="7"/>
                      <a:pt x="43" y="2"/>
                      <a:pt x="35" y="2"/>
                    </a:cubicBezTo>
                    <a:cubicBezTo>
                      <a:pt x="27" y="2"/>
                      <a:pt x="19" y="10"/>
                      <a:pt x="13" y="26"/>
                    </a:cubicBezTo>
                    <a:cubicBezTo>
                      <a:pt x="14" y="17"/>
                      <a:pt x="15" y="11"/>
                      <a:pt x="15" y="8"/>
                    </a:cubicBezTo>
                    <a:cubicBezTo>
                      <a:pt x="15" y="4"/>
                      <a:pt x="15" y="2"/>
                      <a:pt x="14" y="1"/>
                    </a:cubicBezTo>
                    <a:cubicBezTo>
                      <a:pt x="13" y="0"/>
                      <a:pt x="11" y="0"/>
                      <a:pt x="10" y="0"/>
                    </a:cubicBezTo>
                    <a:cubicBezTo>
                      <a:pt x="8" y="0"/>
                      <a:pt x="7" y="1"/>
                      <a:pt x="6" y="2"/>
                    </a:cubicBezTo>
                    <a:cubicBezTo>
                      <a:pt x="4" y="4"/>
                      <a:pt x="4" y="6"/>
                      <a:pt x="4" y="7"/>
                    </a:cubicBezTo>
                    <a:cubicBezTo>
                      <a:pt x="4" y="17"/>
                      <a:pt x="3" y="25"/>
                      <a:pt x="2" y="32"/>
                    </a:cubicBezTo>
                    <a:cubicBezTo>
                      <a:pt x="1" y="37"/>
                      <a:pt x="0" y="40"/>
                      <a:pt x="0" y="42"/>
                    </a:cubicBezTo>
                    <a:cubicBezTo>
                      <a:pt x="0" y="46"/>
                      <a:pt x="3" y="48"/>
                      <a:pt x="8" y="48"/>
                    </a:cubicBezTo>
                    <a:cubicBezTo>
                      <a:pt x="8" y="48"/>
                      <a:pt x="9" y="48"/>
                      <a:pt x="10" y="47"/>
                    </a:cubicBezTo>
                    <a:cubicBezTo>
                      <a:pt x="11" y="46"/>
                      <a:pt x="11" y="45"/>
                      <a:pt x="11" y="44"/>
                    </a:cubicBezTo>
                    <a:cubicBezTo>
                      <a:pt x="13" y="40"/>
                      <a:pt x="16" y="34"/>
                      <a:pt x="22" y="26"/>
                    </a:cubicBezTo>
                    <a:cubicBezTo>
                      <a:pt x="27" y="17"/>
                      <a:pt x="31" y="13"/>
                      <a:pt x="33" y="13"/>
                    </a:cubicBezTo>
                    <a:cubicBezTo>
                      <a:pt x="36" y="13"/>
                      <a:pt x="37" y="17"/>
                      <a:pt x="38" y="25"/>
                    </a:cubicBezTo>
                    <a:cubicBezTo>
                      <a:pt x="39" y="32"/>
                      <a:pt x="40" y="40"/>
                      <a:pt x="41" y="40"/>
                    </a:cubicBezTo>
                    <a:cubicBezTo>
                      <a:pt x="41" y="40"/>
                      <a:pt x="41" y="40"/>
                      <a:pt x="41" y="40"/>
                    </a:cubicBezTo>
                    <a:cubicBezTo>
                      <a:pt x="43" y="44"/>
                      <a:pt x="45" y="45"/>
                      <a:pt x="49"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2" name="Freeform 403"/>
              <p:cNvSpPr>
                <a:spLocks noEditPoints="1"/>
              </p:cNvSpPr>
              <p:nvPr/>
            </p:nvSpPr>
            <p:spPr bwMode="auto">
              <a:xfrm>
                <a:off x="11917363" y="1790700"/>
                <a:ext cx="76200" cy="103188"/>
              </a:xfrm>
              <a:custGeom>
                <a:avLst/>
                <a:gdLst>
                  <a:gd name="T0" fmla="*/ 58 w 59"/>
                  <a:gd name="T1" fmla="*/ 6 h 80"/>
                  <a:gd name="T2" fmla="*/ 56 w 59"/>
                  <a:gd name="T3" fmla="*/ 3 h 80"/>
                  <a:gd name="T4" fmla="*/ 55 w 59"/>
                  <a:gd name="T5" fmla="*/ 2 h 80"/>
                  <a:gd name="T6" fmla="*/ 47 w 59"/>
                  <a:gd name="T7" fmla="*/ 0 h 80"/>
                  <a:gd name="T8" fmla="*/ 30 w 59"/>
                  <a:gd name="T9" fmla="*/ 6 h 80"/>
                  <a:gd name="T10" fmla="*/ 14 w 59"/>
                  <a:gd name="T11" fmla="*/ 22 h 80"/>
                  <a:gd name="T12" fmla="*/ 9 w 59"/>
                  <a:gd name="T13" fmla="*/ 38 h 80"/>
                  <a:gd name="T14" fmla="*/ 12 w 59"/>
                  <a:gd name="T15" fmla="*/ 46 h 80"/>
                  <a:gd name="T16" fmla="*/ 19 w 59"/>
                  <a:gd name="T17" fmla="*/ 49 h 80"/>
                  <a:gd name="T18" fmla="*/ 31 w 59"/>
                  <a:gd name="T19" fmla="*/ 45 h 80"/>
                  <a:gd name="T20" fmla="*/ 43 w 59"/>
                  <a:gd name="T21" fmla="*/ 35 h 80"/>
                  <a:gd name="T22" fmla="*/ 37 w 59"/>
                  <a:gd name="T23" fmla="*/ 62 h 80"/>
                  <a:gd name="T24" fmla="*/ 27 w 59"/>
                  <a:gd name="T25" fmla="*/ 69 h 80"/>
                  <a:gd name="T26" fmla="*/ 9 w 59"/>
                  <a:gd name="T27" fmla="*/ 62 h 80"/>
                  <a:gd name="T28" fmla="*/ 3 w 59"/>
                  <a:gd name="T29" fmla="*/ 60 h 80"/>
                  <a:gd name="T30" fmla="*/ 0 w 59"/>
                  <a:gd name="T31" fmla="*/ 63 h 80"/>
                  <a:gd name="T32" fmla="*/ 9 w 59"/>
                  <a:gd name="T33" fmla="*/ 73 h 80"/>
                  <a:gd name="T34" fmla="*/ 27 w 59"/>
                  <a:gd name="T35" fmla="*/ 80 h 80"/>
                  <a:gd name="T36" fmla="*/ 43 w 59"/>
                  <a:gd name="T37" fmla="*/ 72 h 80"/>
                  <a:gd name="T38" fmla="*/ 52 w 59"/>
                  <a:gd name="T39" fmla="*/ 48 h 80"/>
                  <a:gd name="T40" fmla="*/ 55 w 59"/>
                  <a:gd name="T41" fmla="*/ 25 h 80"/>
                  <a:gd name="T42" fmla="*/ 57 w 59"/>
                  <a:gd name="T43" fmla="*/ 15 h 80"/>
                  <a:gd name="T44" fmla="*/ 59 w 59"/>
                  <a:gd name="T45" fmla="*/ 9 h 80"/>
                  <a:gd name="T46" fmla="*/ 58 w 59"/>
                  <a:gd name="T47" fmla="*/ 6 h 80"/>
                  <a:gd name="T48" fmla="*/ 44 w 59"/>
                  <a:gd name="T49" fmla="*/ 23 h 80"/>
                  <a:gd name="T50" fmla="*/ 34 w 59"/>
                  <a:gd name="T51" fmla="*/ 34 h 80"/>
                  <a:gd name="T52" fmla="*/ 22 w 59"/>
                  <a:gd name="T53" fmla="*/ 39 h 80"/>
                  <a:gd name="T54" fmla="*/ 20 w 59"/>
                  <a:gd name="T55" fmla="*/ 36 h 80"/>
                  <a:gd name="T56" fmla="*/ 25 w 59"/>
                  <a:gd name="T57" fmla="*/ 25 h 80"/>
                  <a:gd name="T58" fmla="*/ 35 w 59"/>
                  <a:gd name="T59" fmla="*/ 14 h 80"/>
                  <a:gd name="T60" fmla="*/ 44 w 59"/>
                  <a:gd name="T61" fmla="*/ 9 h 80"/>
                  <a:gd name="T62" fmla="*/ 46 w 59"/>
                  <a:gd name="T63" fmla="*/ 10 h 80"/>
                  <a:gd name="T64" fmla="*/ 47 w 59"/>
                  <a:gd name="T65" fmla="*/ 13 h 80"/>
                  <a:gd name="T66" fmla="*/ 44 w 59"/>
                  <a:gd name="T67" fmla="*/ 23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9" h="80">
                    <a:moveTo>
                      <a:pt x="58" y="6"/>
                    </a:moveTo>
                    <a:cubicBezTo>
                      <a:pt x="57" y="4"/>
                      <a:pt x="57" y="4"/>
                      <a:pt x="56" y="3"/>
                    </a:cubicBezTo>
                    <a:cubicBezTo>
                      <a:pt x="56" y="3"/>
                      <a:pt x="55" y="2"/>
                      <a:pt x="55" y="2"/>
                    </a:cubicBezTo>
                    <a:cubicBezTo>
                      <a:pt x="53" y="0"/>
                      <a:pt x="50" y="0"/>
                      <a:pt x="47" y="0"/>
                    </a:cubicBezTo>
                    <a:cubicBezTo>
                      <a:pt x="42" y="0"/>
                      <a:pt x="36" y="2"/>
                      <a:pt x="30" y="6"/>
                    </a:cubicBezTo>
                    <a:cubicBezTo>
                      <a:pt x="23" y="11"/>
                      <a:pt x="18" y="16"/>
                      <a:pt x="14" y="22"/>
                    </a:cubicBezTo>
                    <a:cubicBezTo>
                      <a:pt x="11" y="28"/>
                      <a:pt x="9" y="33"/>
                      <a:pt x="9" y="38"/>
                    </a:cubicBezTo>
                    <a:cubicBezTo>
                      <a:pt x="9" y="41"/>
                      <a:pt x="10" y="44"/>
                      <a:pt x="12" y="46"/>
                    </a:cubicBezTo>
                    <a:cubicBezTo>
                      <a:pt x="13" y="48"/>
                      <a:pt x="16" y="49"/>
                      <a:pt x="19" y="49"/>
                    </a:cubicBezTo>
                    <a:cubicBezTo>
                      <a:pt x="23" y="49"/>
                      <a:pt x="27" y="48"/>
                      <a:pt x="31" y="45"/>
                    </a:cubicBezTo>
                    <a:cubicBezTo>
                      <a:pt x="36" y="43"/>
                      <a:pt x="40" y="39"/>
                      <a:pt x="43" y="35"/>
                    </a:cubicBezTo>
                    <a:cubicBezTo>
                      <a:pt x="42" y="48"/>
                      <a:pt x="40" y="57"/>
                      <a:pt x="37" y="62"/>
                    </a:cubicBezTo>
                    <a:cubicBezTo>
                      <a:pt x="34" y="67"/>
                      <a:pt x="31" y="69"/>
                      <a:pt x="27" y="69"/>
                    </a:cubicBezTo>
                    <a:cubicBezTo>
                      <a:pt x="22" y="69"/>
                      <a:pt x="16" y="67"/>
                      <a:pt x="9" y="62"/>
                    </a:cubicBezTo>
                    <a:cubicBezTo>
                      <a:pt x="6" y="61"/>
                      <a:pt x="4" y="60"/>
                      <a:pt x="3" y="60"/>
                    </a:cubicBezTo>
                    <a:cubicBezTo>
                      <a:pt x="1" y="60"/>
                      <a:pt x="0" y="61"/>
                      <a:pt x="0" y="63"/>
                    </a:cubicBezTo>
                    <a:cubicBezTo>
                      <a:pt x="0" y="66"/>
                      <a:pt x="3" y="69"/>
                      <a:pt x="9" y="73"/>
                    </a:cubicBezTo>
                    <a:cubicBezTo>
                      <a:pt x="15" y="78"/>
                      <a:pt x="20" y="80"/>
                      <a:pt x="27" y="80"/>
                    </a:cubicBezTo>
                    <a:cubicBezTo>
                      <a:pt x="33" y="80"/>
                      <a:pt x="38" y="77"/>
                      <a:pt x="43" y="72"/>
                    </a:cubicBezTo>
                    <a:cubicBezTo>
                      <a:pt x="47" y="67"/>
                      <a:pt x="51" y="59"/>
                      <a:pt x="52" y="48"/>
                    </a:cubicBezTo>
                    <a:cubicBezTo>
                      <a:pt x="53" y="36"/>
                      <a:pt x="54" y="28"/>
                      <a:pt x="55" y="25"/>
                    </a:cubicBezTo>
                    <a:cubicBezTo>
                      <a:pt x="55" y="22"/>
                      <a:pt x="56" y="18"/>
                      <a:pt x="57" y="15"/>
                    </a:cubicBezTo>
                    <a:cubicBezTo>
                      <a:pt x="58" y="12"/>
                      <a:pt x="59" y="10"/>
                      <a:pt x="59" y="9"/>
                    </a:cubicBezTo>
                    <a:cubicBezTo>
                      <a:pt x="59" y="8"/>
                      <a:pt x="59" y="7"/>
                      <a:pt x="58" y="6"/>
                    </a:cubicBezTo>
                    <a:close/>
                    <a:moveTo>
                      <a:pt x="44" y="23"/>
                    </a:moveTo>
                    <a:cubicBezTo>
                      <a:pt x="41" y="27"/>
                      <a:pt x="38" y="31"/>
                      <a:pt x="34" y="34"/>
                    </a:cubicBezTo>
                    <a:cubicBezTo>
                      <a:pt x="30" y="37"/>
                      <a:pt x="26" y="39"/>
                      <a:pt x="22" y="39"/>
                    </a:cubicBezTo>
                    <a:cubicBezTo>
                      <a:pt x="21" y="39"/>
                      <a:pt x="20" y="38"/>
                      <a:pt x="20" y="36"/>
                    </a:cubicBezTo>
                    <a:cubicBezTo>
                      <a:pt x="20" y="33"/>
                      <a:pt x="22" y="29"/>
                      <a:pt x="25" y="25"/>
                    </a:cubicBezTo>
                    <a:cubicBezTo>
                      <a:pt x="28" y="20"/>
                      <a:pt x="32" y="16"/>
                      <a:pt x="35" y="14"/>
                    </a:cubicBezTo>
                    <a:cubicBezTo>
                      <a:pt x="39" y="11"/>
                      <a:pt x="42" y="9"/>
                      <a:pt x="44" y="9"/>
                    </a:cubicBezTo>
                    <a:cubicBezTo>
                      <a:pt x="45" y="9"/>
                      <a:pt x="46" y="10"/>
                      <a:pt x="46" y="10"/>
                    </a:cubicBezTo>
                    <a:cubicBezTo>
                      <a:pt x="47" y="11"/>
                      <a:pt x="47" y="12"/>
                      <a:pt x="47" y="13"/>
                    </a:cubicBezTo>
                    <a:cubicBezTo>
                      <a:pt x="47" y="15"/>
                      <a:pt x="46" y="18"/>
                      <a:pt x="44"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3" name="Freeform 404"/>
              <p:cNvSpPr>
                <a:spLocks noEditPoints="1"/>
              </p:cNvSpPr>
              <p:nvPr/>
            </p:nvSpPr>
            <p:spPr bwMode="auto">
              <a:xfrm>
                <a:off x="11450638" y="1935163"/>
                <a:ext cx="74613" cy="111125"/>
              </a:xfrm>
              <a:custGeom>
                <a:avLst/>
                <a:gdLst>
                  <a:gd name="T0" fmla="*/ 10 w 57"/>
                  <a:gd name="T1" fmla="*/ 1 h 86"/>
                  <a:gd name="T2" fmla="*/ 9 w 57"/>
                  <a:gd name="T3" fmla="*/ 5 h 86"/>
                  <a:gd name="T4" fmla="*/ 10 w 57"/>
                  <a:gd name="T5" fmla="*/ 13 h 86"/>
                  <a:gd name="T6" fmla="*/ 10 w 57"/>
                  <a:gd name="T7" fmla="*/ 14 h 86"/>
                  <a:gd name="T8" fmla="*/ 1 w 57"/>
                  <a:gd name="T9" fmla="*/ 72 h 86"/>
                  <a:gd name="T10" fmla="*/ 0 w 57"/>
                  <a:gd name="T11" fmla="*/ 81 h 86"/>
                  <a:gd name="T12" fmla="*/ 1 w 57"/>
                  <a:gd name="T13" fmla="*/ 84 h 86"/>
                  <a:gd name="T14" fmla="*/ 5 w 57"/>
                  <a:gd name="T15" fmla="*/ 86 h 86"/>
                  <a:gd name="T16" fmla="*/ 9 w 57"/>
                  <a:gd name="T17" fmla="*/ 84 h 86"/>
                  <a:gd name="T18" fmla="*/ 11 w 57"/>
                  <a:gd name="T19" fmla="*/ 78 h 86"/>
                  <a:gd name="T20" fmla="*/ 14 w 57"/>
                  <a:gd name="T21" fmla="*/ 60 h 86"/>
                  <a:gd name="T22" fmla="*/ 15 w 57"/>
                  <a:gd name="T23" fmla="*/ 50 h 86"/>
                  <a:gd name="T24" fmla="*/ 22 w 57"/>
                  <a:gd name="T25" fmla="*/ 54 h 86"/>
                  <a:gd name="T26" fmla="*/ 45 w 57"/>
                  <a:gd name="T27" fmla="*/ 42 h 86"/>
                  <a:gd name="T28" fmla="*/ 57 w 57"/>
                  <a:gd name="T29" fmla="*/ 14 h 86"/>
                  <a:gd name="T30" fmla="*/ 53 w 57"/>
                  <a:gd name="T31" fmla="*/ 5 h 86"/>
                  <a:gd name="T32" fmla="*/ 45 w 57"/>
                  <a:gd name="T33" fmla="*/ 1 h 86"/>
                  <a:gd name="T34" fmla="*/ 31 w 57"/>
                  <a:gd name="T35" fmla="*/ 7 h 86"/>
                  <a:gd name="T36" fmla="*/ 19 w 57"/>
                  <a:gd name="T37" fmla="*/ 22 h 86"/>
                  <a:gd name="T38" fmla="*/ 19 w 57"/>
                  <a:gd name="T39" fmla="*/ 18 h 86"/>
                  <a:gd name="T40" fmla="*/ 20 w 57"/>
                  <a:gd name="T41" fmla="*/ 8 h 86"/>
                  <a:gd name="T42" fmla="*/ 15 w 57"/>
                  <a:gd name="T43" fmla="*/ 0 h 86"/>
                  <a:gd name="T44" fmla="*/ 10 w 57"/>
                  <a:gd name="T45" fmla="*/ 1 h 86"/>
                  <a:gd name="T46" fmla="*/ 28 w 57"/>
                  <a:gd name="T47" fmla="*/ 23 h 86"/>
                  <a:gd name="T48" fmla="*/ 43 w 57"/>
                  <a:gd name="T49" fmla="*/ 12 h 86"/>
                  <a:gd name="T50" fmla="*/ 45 w 57"/>
                  <a:gd name="T51" fmla="*/ 13 h 86"/>
                  <a:gd name="T52" fmla="*/ 45 w 57"/>
                  <a:gd name="T53" fmla="*/ 17 h 86"/>
                  <a:gd name="T54" fmla="*/ 38 w 57"/>
                  <a:gd name="T55" fmla="*/ 35 h 86"/>
                  <a:gd name="T56" fmla="*/ 24 w 57"/>
                  <a:gd name="T57" fmla="*/ 44 h 86"/>
                  <a:gd name="T58" fmla="*/ 20 w 57"/>
                  <a:gd name="T59" fmla="*/ 43 h 86"/>
                  <a:gd name="T60" fmla="*/ 19 w 57"/>
                  <a:gd name="T61" fmla="*/ 40 h 86"/>
                  <a:gd name="T62" fmla="*/ 28 w 57"/>
                  <a:gd name="T63" fmla="*/ 2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7" h="86">
                    <a:moveTo>
                      <a:pt x="10" y="1"/>
                    </a:moveTo>
                    <a:cubicBezTo>
                      <a:pt x="9" y="2"/>
                      <a:pt x="10" y="4"/>
                      <a:pt x="9" y="5"/>
                    </a:cubicBezTo>
                    <a:cubicBezTo>
                      <a:pt x="9" y="6"/>
                      <a:pt x="10" y="9"/>
                      <a:pt x="10" y="13"/>
                    </a:cubicBezTo>
                    <a:cubicBezTo>
                      <a:pt x="10" y="14"/>
                      <a:pt x="10" y="14"/>
                      <a:pt x="10" y="14"/>
                    </a:cubicBezTo>
                    <a:cubicBezTo>
                      <a:pt x="6" y="34"/>
                      <a:pt x="6" y="54"/>
                      <a:pt x="1" y="72"/>
                    </a:cubicBezTo>
                    <a:cubicBezTo>
                      <a:pt x="1" y="75"/>
                      <a:pt x="0" y="78"/>
                      <a:pt x="0" y="81"/>
                    </a:cubicBezTo>
                    <a:cubicBezTo>
                      <a:pt x="0" y="82"/>
                      <a:pt x="0" y="83"/>
                      <a:pt x="1" y="84"/>
                    </a:cubicBezTo>
                    <a:cubicBezTo>
                      <a:pt x="3" y="85"/>
                      <a:pt x="4" y="86"/>
                      <a:pt x="5" y="86"/>
                    </a:cubicBezTo>
                    <a:cubicBezTo>
                      <a:pt x="7" y="86"/>
                      <a:pt x="8" y="85"/>
                      <a:pt x="9" y="84"/>
                    </a:cubicBezTo>
                    <a:cubicBezTo>
                      <a:pt x="10" y="83"/>
                      <a:pt x="11" y="81"/>
                      <a:pt x="11" y="78"/>
                    </a:cubicBezTo>
                    <a:cubicBezTo>
                      <a:pt x="14" y="60"/>
                      <a:pt x="14" y="60"/>
                      <a:pt x="14" y="60"/>
                    </a:cubicBezTo>
                    <a:cubicBezTo>
                      <a:pt x="14" y="55"/>
                      <a:pt x="15" y="52"/>
                      <a:pt x="15" y="50"/>
                    </a:cubicBezTo>
                    <a:cubicBezTo>
                      <a:pt x="16" y="53"/>
                      <a:pt x="19" y="54"/>
                      <a:pt x="22" y="54"/>
                    </a:cubicBezTo>
                    <a:cubicBezTo>
                      <a:pt x="30" y="54"/>
                      <a:pt x="38" y="50"/>
                      <a:pt x="45" y="42"/>
                    </a:cubicBezTo>
                    <a:cubicBezTo>
                      <a:pt x="53" y="33"/>
                      <a:pt x="57" y="24"/>
                      <a:pt x="57" y="14"/>
                    </a:cubicBezTo>
                    <a:cubicBezTo>
                      <a:pt x="57" y="10"/>
                      <a:pt x="56" y="7"/>
                      <a:pt x="53" y="5"/>
                    </a:cubicBezTo>
                    <a:cubicBezTo>
                      <a:pt x="51" y="2"/>
                      <a:pt x="48" y="1"/>
                      <a:pt x="45" y="1"/>
                    </a:cubicBezTo>
                    <a:cubicBezTo>
                      <a:pt x="41" y="1"/>
                      <a:pt x="36" y="3"/>
                      <a:pt x="31" y="7"/>
                    </a:cubicBezTo>
                    <a:cubicBezTo>
                      <a:pt x="26" y="11"/>
                      <a:pt x="22" y="16"/>
                      <a:pt x="19" y="22"/>
                    </a:cubicBezTo>
                    <a:cubicBezTo>
                      <a:pt x="19" y="18"/>
                      <a:pt x="19" y="18"/>
                      <a:pt x="19" y="18"/>
                    </a:cubicBezTo>
                    <a:cubicBezTo>
                      <a:pt x="20" y="13"/>
                      <a:pt x="20" y="10"/>
                      <a:pt x="20" y="8"/>
                    </a:cubicBezTo>
                    <a:cubicBezTo>
                      <a:pt x="20" y="2"/>
                      <a:pt x="19" y="0"/>
                      <a:pt x="15" y="0"/>
                    </a:cubicBezTo>
                    <a:cubicBezTo>
                      <a:pt x="13" y="0"/>
                      <a:pt x="12" y="0"/>
                      <a:pt x="10" y="1"/>
                    </a:cubicBezTo>
                    <a:close/>
                    <a:moveTo>
                      <a:pt x="28" y="23"/>
                    </a:moveTo>
                    <a:cubicBezTo>
                      <a:pt x="34" y="15"/>
                      <a:pt x="39" y="12"/>
                      <a:pt x="43" y="12"/>
                    </a:cubicBezTo>
                    <a:cubicBezTo>
                      <a:pt x="43" y="12"/>
                      <a:pt x="44" y="12"/>
                      <a:pt x="45" y="13"/>
                    </a:cubicBezTo>
                    <a:cubicBezTo>
                      <a:pt x="45" y="14"/>
                      <a:pt x="45" y="15"/>
                      <a:pt x="45" y="17"/>
                    </a:cubicBezTo>
                    <a:cubicBezTo>
                      <a:pt x="45" y="23"/>
                      <a:pt x="43" y="29"/>
                      <a:pt x="38" y="35"/>
                    </a:cubicBezTo>
                    <a:cubicBezTo>
                      <a:pt x="33" y="41"/>
                      <a:pt x="28" y="44"/>
                      <a:pt x="24" y="44"/>
                    </a:cubicBezTo>
                    <a:cubicBezTo>
                      <a:pt x="23" y="44"/>
                      <a:pt x="21" y="44"/>
                      <a:pt x="20" y="43"/>
                    </a:cubicBezTo>
                    <a:cubicBezTo>
                      <a:pt x="19" y="42"/>
                      <a:pt x="19" y="41"/>
                      <a:pt x="19" y="40"/>
                    </a:cubicBezTo>
                    <a:cubicBezTo>
                      <a:pt x="19" y="36"/>
                      <a:pt x="22" y="30"/>
                      <a:pt x="28"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4" name="Freeform 405"/>
              <p:cNvSpPr>
                <a:spLocks noEditPoints="1"/>
              </p:cNvSpPr>
              <p:nvPr/>
            </p:nvSpPr>
            <p:spPr bwMode="auto">
              <a:xfrm>
                <a:off x="11533188" y="1936750"/>
                <a:ext cx="65088" cy="69850"/>
              </a:xfrm>
              <a:custGeom>
                <a:avLst/>
                <a:gdLst>
                  <a:gd name="T0" fmla="*/ 3 w 50"/>
                  <a:gd name="T1" fmla="*/ 49 h 54"/>
                  <a:gd name="T2" fmla="*/ 10 w 50"/>
                  <a:gd name="T3" fmla="*/ 53 h 54"/>
                  <a:gd name="T4" fmla="*/ 34 w 50"/>
                  <a:gd name="T5" fmla="*/ 36 h 54"/>
                  <a:gd name="T6" fmla="*/ 42 w 50"/>
                  <a:gd name="T7" fmla="*/ 54 h 54"/>
                  <a:gd name="T8" fmla="*/ 47 w 50"/>
                  <a:gd name="T9" fmla="*/ 52 h 54"/>
                  <a:gd name="T10" fmla="*/ 50 w 50"/>
                  <a:gd name="T11" fmla="*/ 48 h 54"/>
                  <a:gd name="T12" fmla="*/ 48 w 50"/>
                  <a:gd name="T13" fmla="*/ 46 h 54"/>
                  <a:gd name="T14" fmla="*/ 46 w 50"/>
                  <a:gd name="T15" fmla="*/ 44 h 54"/>
                  <a:gd name="T16" fmla="*/ 44 w 50"/>
                  <a:gd name="T17" fmla="*/ 41 h 54"/>
                  <a:gd name="T18" fmla="*/ 44 w 50"/>
                  <a:gd name="T19" fmla="*/ 33 h 54"/>
                  <a:gd name="T20" fmla="*/ 45 w 50"/>
                  <a:gd name="T21" fmla="*/ 17 h 54"/>
                  <a:gd name="T22" fmla="*/ 46 w 50"/>
                  <a:gd name="T23" fmla="*/ 10 h 54"/>
                  <a:gd name="T24" fmla="*/ 41 w 50"/>
                  <a:gd name="T25" fmla="*/ 6 h 54"/>
                  <a:gd name="T26" fmla="*/ 34 w 50"/>
                  <a:gd name="T27" fmla="*/ 0 h 54"/>
                  <a:gd name="T28" fmla="*/ 11 w 50"/>
                  <a:gd name="T29" fmla="*/ 14 h 54"/>
                  <a:gd name="T30" fmla="*/ 0 w 50"/>
                  <a:gd name="T31" fmla="*/ 41 h 54"/>
                  <a:gd name="T32" fmla="*/ 3 w 50"/>
                  <a:gd name="T33" fmla="*/ 49 h 54"/>
                  <a:gd name="T34" fmla="*/ 19 w 50"/>
                  <a:gd name="T35" fmla="*/ 21 h 54"/>
                  <a:gd name="T36" fmla="*/ 31 w 50"/>
                  <a:gd name="T37" fmla="*/ 10 h 54"/>
                  <a:gd name="T38" fmla="*/ 34 w 50"/>
                  <a:gd name="T39" fmla="*/ 12 h 54"/>
                  <a:gd name="T40" fmla="*/ 35 w 50"/>
                  <a:gd name="T41" fmla="*/ 15 h 54"/>
                  <a:gd name="T42" fmla="*/ 27 w 50"/>
                  <a:gd name="T43" fmla="*/ 33 h 54"/>
                  <a:gd name="T44" fmla="*/ 13 w 50"/>
                  <a:gd name="T45" fmla="*/ 42 h 54"/>
                  <a:gd name="T46" fmla="*/ 12 w 50"/>
                  <a:gd name="T47" fmla="*/ 39 h 54"/>
                  <a:gd name="T48" fmla="*/ 19 w 50"/>
                  <a:gd name="T49" fmla="*/ 2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0" h="54">
                    <a:moveTo>
                      <a:pt x="3" y="49"/>
                    </a:moveTo>
                    <a:cubicBezTo>
                      <a:pt x="5" y="51"/>
                      <a:pt x="8" y="53"/>
                      <a:pt x="10" y="53"/>
                    </a:cubicBezTo>
                    <a:cubicBezTo>
                      <a:pt x="18" y="53"/>
                      <a:pt x="26" y="47"/>
                      <a:pt x="34" y="36"/>
                    </a:cubicBezTo>
                    <a:cubicBezTo>
                      <a:pt x="34" y="48"/>
                      <a:pt x="36" y="54"/>
                      <a:pt x="42" y="54"/>
                    </a:cubicBezTo>
                    <a:cubicBezTo>
                      <a:pt x="44" y="54"/>
                      <a:pt x="46" y="53"/>
                      <a:pt x="47" y="52"/>
                    </a:cubicBezTo>
                    <a:cubicBezTo>
                      <a:pt x="49" y="51"/>
                      <a:pt x="50" y="50"/>
                      <a:pt x="50" y="48"/>
                    </a:cubicBezTo>
                    <a:cubicBezTo>
                      <a:pt x="50" y="47"/>
                      <a:pt x="49" y="46"/>
                      <a:pt x="48" y="46"/>
                    </a:cubicBezTo>
                    <a:cubicBezTo>
                      <a:pt x="47" y="45"/>
                      <a:pt x="46" y="45"/>
                      <a:pt x="46" y="44"/>
                    </a:cubicBezTo>
                    <a:cubicBezTo>
                      <a:pt x="45" y="44"/>
                      <a:pt x="45" y="43"/>
                      <a:pt x="44" y="41"/>
                    </a:cubicBezTo>
                    <a:cubicBezTo>
                      <a:pt x="44" y="39"/>
                      <a:pt x="44" y="37"/>
                      <a:pt x="44" y="33"/>
                    </a:cubicBezTo>
                    <a:cubicBezTo>
                      <a:pt x="44" y="29"/>
                      <a:pt x="44" y="24"/>
                      <a:pt x="45" y="17"/>
                    </a:cubicBezTo>
                    <a:cubicBezTo>
                      <a:pt x="46" y="14"/>
                      <a:pt x="46" y="11"/>
                      <a:pt x="46" y="10"/>
                    </a:cubicBezTo>
                    <a:cubicBezTo>
                      <a:pt x="46" y="7"/>
                      <a:pt x="45" y="6"/>
                      <a:pt x="41" y="6"/>
                    </a:cubicBezTo>
                    <a:cubicBezTo>
                      <a:pt x="40" y="2"/>
                      <a:pt x="37" y="0"/>
                      <a:pt x="34" y="0"/>
                    </a:cubicBezTo>
                    <a:cubicBezTo>
                      <a:pt x="26" y="0"/>
                      <a:pt x="19" y="5"/>
                      <a:pt x="11" y="14"/>
                    </a:cubicBezTo>
                    <a:cubicBezTo>
                      <a:pt x="4" y="24"/>
                      <a:pt x="0" y="32"/>
                      <a:pt x="0" y="41"/>
                    </a:cubicBezTo>
                    <a:cubicBezTo>
                      <a:pt x="0" y="44"/>
                      <a:pt x="1" y="47"/>
                      <a:pt x="3" y="49"/>
                    </a:cubicBezTo>
                    <a:close/>
                    <a:moveTo>
                      <a:pt x="19" y="21"/>
                    </a:moveTo>
                    <a:cubicBezTo>
                      <a:pt x="24" y="14"/>
                      <a:pt x="28" y="10"/>
                      <a:pt x="31" y="10"/>
                    </a:cubicBezTo>
                    <a:cubicBezTo>
                      <a:pt x="32" y="10"/>
                      <a:pt x="33" y="11"/>
                      <a:pt x="34" y="12"/>
                    </a:cubicBezTo>
                    <a:cubicBezTo>
                      <a:pt x="35" y="13"/>
                      <a:pt x="35" y="14"/>
                      <a:pt x="35" y="15"/>
                    </a:cubicBezTo>
                    <a:cubicBezTo>
                      <a:pt x="35" y="20"/>
                      <a:pt x="32" y="26"/>
                      <a:pt x="27" y="33"/>
                    </a:cubicBezTo>
                    <a:cubicBezTo>
                      <a:pt x="21" y="39"/>
                      <a:pt x="17" y="42"/>
                      <a:pt x="13" y="42"/>
                    </a:cubicBezTo>
                    <a:cubicBezTo>
                      <a:pt x="12" y="42"/>
                      <a:pt x="12" y="41"/>
                      <a:pt x="12" y="39"/>
                    </a:cubicBezTo>
                    <a:cubicBezTo>
                      <a:pt x="12" y="34"/>
                      <a:pt x="14" y="28"/>
                      <a:pt x="19"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5" name="Freeform 406"/>
              <p:cNvSpPr>
                <a:spLocks/>
              </p:cNvSpPr>
              <p:nvPr/>
            </p:nvSpPr>
            <p:spPr bwMode="auto">
              <a:xfrm>
                <a:off x="11610976" y="1939925"/>
                <a:ext cx="60325" cy="68263"/>
              </a:xfrm>
              <a:custGeom>
                <a:avLst/>
                <a:gdLst>
                  <a:gd name="T0" fmla="*/ 2 w 47"/>
                  <a:gd name="T1" fmla="*/ 11 h 53"/>
                  <a:gd name="T2" fmla="*/ 1 w 47"/>
                  <a:gd name="T3" fmla="*/ 14 h 53"/>
                  <a:gd name="T4" fmla="*/ 0 w 47"/>
                  <a:gd name="T5" fmla="*/ 28 h 53"/>
                  <a:gd name="T6" fmla="*/ 0 w 47"/>
                  <a:gd name="T7" fmla="*/ 37 h 53"/>
                  <a:gd name="T8" fmla="*/ 1 w 47"/>
                  <a:gd name="T9" fmla="*/ 49 h 53"/>
                  <a:gd name="T10" fmla="*/ 6 w 47"/>
                  <a:gd name="T11" fmla="*/ 53 h 53"/>
                  <a:gd name="T12" fmla="*/ 11 w 47"/>
                  <a:gd name="T13" fmla="*/ 51 h 53"/>
                  <a:gd name="T14" fmla="*/ 13 w 47"/>
                  <a:gd name="T15" fmla="*/ 46 h 53"/>
                  <a:gd name="T16" fmla="*/ 23 w 47"/>
                  <a:gd name="T17" fmla="*/ 21 h 53"/>
                  <a:gd name="T18" fmla="*/ 35 w 47"/>
                  <a:gd name="T19" fmla="*/ 10 h 53"/>
                  <a:gd name="T20" fmla="*/ 37 w 47"/>
                  <a:gd name="T21" fmla="*/ 12 h 53"/>
                  <a:gd name="T22" fmla="*/ 43 w 47"/>
                  <a:gd name="T23" fmla="*/ 14 h 53"/>
                  <a:gd name="T24" fmla="*/ 46 w 47"/>
                  <a:gd name="T25" fmla="*/ 12 h 53"/>
                  <a:gd name="T26" fmla="*/ 47 w 47"/>
                  <a:gd name="T27" fmla="*/ 9 h 53"/>
                  <a:gd name="T28" fmla="*/ 44 w 47"/>
                  <a:gd name="T29" fmla="*/ 2 h 53"/>
                  <a:gd name="T30" fmla="*/ 36 w 47"/>
                  <a:gd name="T31" fmla="*/ 0 h 53"/>
                  <a:gd name="T32" fmla="*/ 23 w 47"/>
                  <a:gd name="T33" fmla="*/ 7 h 53"/>
                  <a:gd name="T34" fmla="*/ 11 w 47"/>
                  <a:gd name="T35" fmla="*/ 25 h 53"/>
                  <a:gd name="T36" fmla="*/ 10 w 47"/>
                  <a:gd name="T37" fmla="*/ 27 h 53"/>
                  <a:gd name="T38" fmla="*/ 11 w 47"/>
                  <a:gd name="T39" fmla="*/ 20 h 53"/>
                  <a:gd name="T40" fmla="*/ 12 w 47"/>
                  <a:gd name="T41" fmla="*/ 14 h 53"/>
                  <a:gd name="T42" fmla="*/ 15 w 47"/>
                  <a:gd name="T43" fmla="*/ 5 h 53"/>
                  <a:gd name="T44" fmla="*/ 13 w 47"/>
                  <a:gd name="T45" fmla="*/ 1 h 53"/>
                  <a:gd name="T46" fmla="*/ 9 w 47"/>
                  <a:gd name="T47" fmla="*/ 0 h 53"/>
                  <a:gd name="T48" fmla="*/ 5 w 47"/>
                  <a:gd name="T49" fmla="*/ 2 h 53"/>
                  <a:gd name="T50" fmla="*/ 3 w 47"/>
                  <a:gd name="T51" fmla="*/ 5 h 53"/>
                  <a:gd name="T52" fmla="*/ 2 w 47"/>
                  <a:gd name="T53"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7" h="53">
                    <a:moveTo>
                      <a:pt x="2" y="11"/>
                    </a:moveTo>
                    <a:cubicBezTo>
                      <a:pt x="2" y="12"/>
                      <a:pt x="1" y="13"/>
                      <a:pt x="1" y="14"/>
                    </a:cubicBezTo>
                    <a:cubicBezTo>
                      <a:pt x="1" y="20"/>
                      <a:pt x="0" y="24"/>
                      <a:pt x="0" y="28"/>
                    </a:cubicBezTo>
                    <a:cubicBezTo>
                      <a:pt x="0" y="32"/>
                      <a:pt x="0" y="35"/>
                      <a:pt x="0" y="37"/>
                    </a:cubicBezTo>
                    <a:cubicBezTo>
                      <a:pt x="0" y="42"/>
                      <a:pt x="0" y="46"/>
                      <a:pt x="1" y="49"/>
                    </a:cubicBezTo>
                    <a:cubicBezTo>
                      <a:pt x="2" y="51"/>
                      <a:pt x="4" y="53"/>
                      <a:pt x="6" y="53"/>
                    </a:cubicBezTo>
                    <a:cubicBezTo>
                      <a:pt x="8" y="53"/>
                      <a:pt x="10" y="52"/>
                      <a:pt x="11" y="51"/>
                    </a:cubicBezTo>
                    <a:cubicBezTo>
                      <a:pt x="12" y="50"/>
                      <a:pt x="13" y="48"/>
                      <a:pt x="13" y="46"/>
                    </a:cubicBezTo>
                    <a:cubicBezTo>
                      <a:pt x="14" y="36"/>
                      <a:pt x="18" y="28"/>
                      <a:pt x="23" y="21"/>
                    </a:cubicBezTo>
                    <a:cubicBezTo>
                      <a:pt x="29" y="14"/>
                      <a:pt x="32" y="10"/>
                      <a:pt x="35" y="10"/>
                    </a:cubicBezTo>
                    <a:cubicBezTo>
                      <a:pt x="35" y="10"/>
                      <a:pt x="36" y="11"/>
                      <a:pt x="37" y="12"/>
                    </a:cubicBezTo>
                    <a:cubicBezTo>
                      <a:pt x="39" y="13"/>
                      <a:pt x="41" y="14"/>
                      <a:pt x="43" y="14"/>
                    </a:cubicBezTo>
                    <a:cubicBezTo>
                      <a:pt x="44" y="14"/>
                      <a:pt x="45" y="13"/>
                      <a:pt x="46" y="12"/>
                    </a:cubicBezTo>
                    <a:cubicBezTo>
                      <a:pt x="46" y="11"/>
                      <a:pt x="47" y="10"/>
                      <a:pt x="47" y="9"/>
                    </a:cubicBezTo>
                    <a:cubicBezTo>
                      <a:pt x="47" y="6"/>
                      <a:pt x="46" y="4"/>
                      <a:pt x="44" y="2"/>
                    </a:cubicBezTo>
                    <a:cubicBezTo>
                      <a:pt x="42" y="1"/>
                      <a:pt x="39" y="0"/>
                      <a:pt x="36" y="0"/>
                    </a:cubicBezTo>
                    <a:cubicBezTo>
                      <a:pt x="32" y="0"/>
                      <a:pt x="27" y="2"/>
                      <a:pt x="23" y="7"/>
                    </a:cubicBezTo>
                    <a:cubicBezTo>
                      <a:pt x="19" y="11"/>
                      <a:pt x="15" y="18"/>
                      <a:pt x="11" y="25"/>
                    </a:cubicBezTo>
                    <a:cubicBezTo>
                      <a:pt x="10" y="27"/>
                      <a:pt x="10" y="27"/>
                      <a:pt x="10" y="27"/>
                    </a:cubicBezTo>
                    <a:cubicBezTo>
                      <a:pt x="11" y="20"/>
                      <a:pt x="11" y="20"/>
                      <a:pt x="11" y="20"/>
                    </a:cubicBezTo>
                    <a:cubicBezTo>
                      <a:pt x="12" y="17"/>
                      <a:pt x="12" y="15"/>
                      <a:pt x="12" y="14"/>
                    </a:cubicBezTo>
                    <a:cubicBezTo>
                      <a:pt x="14" y="9"/>
                      <a:pt x="15" y="6"/>
                      <a:pt x="15" y="5"/>
                    </a:cubicBezTo>
                    <a:cubicBezTo>
                      <a:pt x="15" y="4"/>
                      <a:pt x="14" y="2"/>
                      <a:pt x="13" y="1"/>
                    </a:cubicBezTo>
                    <a:cubicBezTo>
                      <a:pt x="12" y="1"/>
                      <a:pt x="11" y="0"/>
                      <a:pt x="9" y="0"/>
                    </a:cubicBezTo>
                    <a:cubicBezTo>
                      <a:pt x="8" y="0"/>
                      <a:pt x="6" y="1"/>
                      <a:pt x="5" y="2"/>
                    </a:cubicBezTo>
                    <a:cubicBezTo>
                      <a:pt x="4" y="3"/>
                      <a:pt x="3" y="4"/>
                      <a:pt x="3" y="5"/>
                    </a:cubicBezTo>
                    <a:cubicBezTo>
                      <a:pt x="2" y="6"/>
                      <a:pt x="2" y="8"/>
                      <a:pt x="2"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6" name="Freeform 407"/>
              <p:cNvSpPr>
                <a:spLocks/>
              </p:cNvSpPr>
              <p:nvPr/>
            </p:nvSpPr>
            <p:spPr bwMode="auto">
              <a:xfrm>
                <a:off x="11671301" y="1916113"/>
                <a:ext cx="60325" cy="90488"/>
              </a:xfrm>
              <a:custGeom>
                <a:avLst/>
                <a:gdLst>
                  <a:gd name="T0" fmla="*/ 23 w 47"/>
                  <a:gd name="T1" fmla="*/ 30 h 70"/>
                  <a:gd name="T2" fmla="*/ 40 w 47"/>
                  <a:gd name="T3" fmla="*/ 27 h 70"/>
                  <a:gd name="T4" fmla="*/ 47 w 47"/>
                  <a:gd name="T5" fmla="*/ 22 h 70"/>
                  <a:gd name="T6" fmla="*/ 46 w 47"/>
                  <a:gd name="T7" fmla="*/ 19 h 70"/>
                  <a:gd name="T8" fmla="*/ 43 w 47"/>
                  <a:gd name="T9" fmla="*/ 18 h 70"/>
                  <a:gd name="T10" fmla="*/ 26 w 47"/>
                  <a:gd name="T11" fmla="*/ 20 h 70"/>
                  <a:gd name="T12" fmla="*/ 30 w 47"/>
                  <a:gd name="T13" fmla="*/ 5 h 70"/>
                  <a:gd name="T14" fmla="*/ 29 w 47"/>
                  <a:gd name="T15" fmla="*/ 2 h 70"/>
                  <a:gd name="T16" fmla="*/ 25 w 47"/>
                  <a:gd name="T17" fmla="*/ 0 h 70"/>
                  <a:gd name="T18" fmla="*/ 19 w 47"/>
                  <a:gd name="T19" fmla="*/ 6 h 70"/>
                  <a:gd name="T20" fmla="*/ 15 w 47"/>
                  <a:gd name="T21" fmla="*/ 21 h 70"/>
                  <a:gd name="T22" fmla="*/ 5 w 47"/>
                  <a:gd name="T23" fmla="*/ 21 h 70"/>
                  <a:gd name="T24" fmla="*/ 0 w 47"/>
                  <a:gd name="T25" fmla="*/ 25 h 70"/>
                  <a:gd name="T26" fmla="*/ 2 w 47"/>
                  <a:gd name="T27" fmla="*/ 29 h 70"/>
                  <a:gd name="T28" fmla="*/ 7 w 47"/>
                  <a:gd name="T29" fmla="*/ 29 h 70"/>
                  <a:gd name="T30" fmla="*/ 8 w 47"/>
                  <a:gd name="T31" fmla="*/ 29 h 70"/>
                  <a:gd name="T32" fmla="*/ 12 w 47"/>
                  <a:gd name="T33" fmla="*/ 30 h 70"/>
                  <a:gd name="T34" fmla="*/ 7 w 47"/>
                  <a:gd name="T35" fmla="*/ 55 h 70"/>
                  <a:gd name="T36" fmla="*/ 10 w 47"/>
                  <a:gd name="T37" fmla="*/ 66 h 70"/>
                  <a:gd name="T38" fmla="*/ 20 w 47"/>
                  <a:gd name="T39" fmla="*/ 70 h 70"/>
                  <a:gd name="T40" fmla="*/ 34 w 47"/>
                  <a:gd name="T41" fmla="*/ 65 h 70"/>
                  <a:gd name="T42" fmla="*/ 41 w 47"/>
                  <a:gd name="T43" fmla="*/ 55 h 70"/>
                  <a:gd name="T44" fmla="*/ 40 w 47"/>
                  <a:gd name="T45" fmla="*/ 54 h 70"/>
                  <a:gd name="T46" fmla="*/ 38 w 47"/>
                  <a:gd name="T47" fmla="*/ 53 h 70"/>
                  <a:gd name="T48" fmla="*/ 33 w 47"/>
                  <a:gd name="T49" fmla="*/ 55 h 70"/>
                  <a:gd name="T50" fmla="*/ 27 w 47"/>
                  <a:gd name="T51" fmla="*/ 59 h 70"/>
                  <a:gd name="T52" fmla="*/ 22 w 47"/>
                  <a:gd name="T53" fmla="*/ 60 h 70"/>
                  <a:gd name="T54" fmla="*/ 19 w 47"/>
                  <a:gd name="T55" fmla="*/ 58 h 70"/>
                  <a:gd name="T56" fmla="*/ 18 w 47"/>
                  <a:gd name="T57" fmla="*/ 53 h 70"/>
                  <a:gd name="T58" fmla="*/ 21 w 47"/>
                  <a:gd name="T59" fmla="*/ 40 h 70"/>
                  <a:gd name="T60" fmla="*/ 23 w 47"/>
                  <a:gd name="T61" fmla="*/ 3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7" h="70">
                    <a:moveTo>
                      <a:pt x="23" y="30"/>
                    </a:moveTo>
                    <a:cubicBezTo>
                      <a:pt x="40" y="27"/>
                      <a:pt x="40" y="27"/>
                      <a:pt x="40" y="27"/>
                    </a:cubicBezTo>
                    <a:cubicBezTo>
                      <a:pt x="44" y="26"/>
                      <a:pt x="47" y="25"/>
                      <a:pt x="47" y="22"/>
                    </a:cubicBezTo>
                    <a:cubicBezTo>
                      <a:pt x="47" y="21"/>
                      <a:pt x="46" y="20"/>
                      <a:pt x="46" y="19"/>
                    </a:cubicBezTo>
                    <a:cubicBezTo>
                      <a:pt x="45" y="19"/>
                      <a:pt x="44" y="18"/>
                      <a:pt x="43" y="18"/>
                    </a:cubicBezTo>
                    <a:cubicBezTo>
                      <a:pt x="42" y="18"/>
                      <a:pt x="36" y="19"/>
                      <a:pt x="26" y="20"/>
                    </a:cubicBezTo>
                    <a:cubicBezTo>
                      <a:pt x="29" y="11"/>
                      <a:pt x="30" y="6"/>
                      <a:pt x="30" y="5"/>
                    </a:cubicBezTo>
                    <a:cubicBezTo>
                      <a:pt x="30" y="4"/>
                      <a:pt x="30" y="3"/>
                      <a:pt x="29" y="2"/>
                    </a:cubicBezTo>
                    <a:cubicBezTo>
                      <a:pt x="28" y="1"/>
                      <a:pt x="26" y="0"/>
                      <a:pt x="25" y="0"/>
                    </a:cubicBezTo>
                    <a:cubicBezTo>
                      <a:pt x="22" y="0"/>
                      <a:pt x="20" y="2"/>
                      <a:pt x="19" y="6"/>
                    </a:cubicBezTo>
                    <a:cubicBezTo>
                      <a:pt x="17" y="12"/>
                      <a:pt x="16" y="17"/>
                      <a:pt x="15" y="21"/>
                    </a:cubicBezTo>
                    <a:cubicBezTo>
                      <a:pt x="5" y="21"/>
                      <a:pt x="5" y="21"/>
                      <a:pt x="5" y="21"/>
                    </a:cubicBezTo>
                    <a:cubicBezTo>
                      <a:pt x="2" y="21"/>
                      <a:pt x="0" y="22"/>
                      <a:pt x="0" y="25"/>
                    </a:cubicBezTo>
                    <a:cubicBezTo>
                      <a:pt x="0" y="27"/>
                      <a:pt x="1" y="28"/>
                      <a:pt x="2" y="29"/>
                    </a:cubicBezTo>
                    <a:cubicBezTo>
                      <a:pt x="4" y="30"/>
                      <a:pt x="5" y="29"/>
                      <a:pt x="7" y="29"/>
                    </a:cubicBezTo>
                    <a:cubicBezTo>
                      <a:pt x="8" y="29"/>
                      <a:pt x="8" y="29"/>
                      <a:pt x="8" y="29"/>
                    </a:cubicBezTo>
                    <a:cubicBezTo>
                      <a:pt x="8" y="29"/>
                      <a:pt x="10" y="30"/>
                      <a:pt x="12" y="30"/>
                    </a:cubicBezTo>
                    <a:cubicBezTo>
                      <a:pt x="9" y="42"/>
                      <a:pt x="7" y="51"/>
                      <a:pt x="7" y="55"/>
                    </a:cubicBezTo>
                    <a:cubicBezTo>
                      <a:pt x="7" y="60"/>
                      <a:pt x="8" y="64"/>
                      <a:pt x="10" y="66"/>
                    </a:cubicBezTo>
                    <a:cubicBezTo>
                      <a:pt x="13" y="69"/>
                      <a:pt x="16" y="70"/>
                      <a:pt x="20" y="70"/>
                    </a:cubicBezTo>
                    <a:cubicBezTo>
                      <a:pt x="25" y="70"/>
                      <a:pt x="29" y="68"/>
                      <a:pt x="34" y="65"/>
                    </a:cubicBezTo>
                    <a:cubicBezTo>
                      <a:pt x="38" y="61"/>
                      <a:pt x="41" y="58"/>
                      <a:pt x="41" y="55"/>
                    </a:cubicBezTo>
                    <a:cubicBezTo>
                      <a:pt x="41" y="55"/>
                      <a:pt x="40" y="54"/>
                      <a:pt x="40" y="54"/>
                    </a:cubicBezTo>
                    <a:cubicBezTo>
                      <a:pt x="39" y="53"/>
                      <a:pt x="38" y="53"/>
                      <a:pt x="38" y="53"/>
                    </a:cubicBezTo>
                    <a:cubicBezTo>
                      <a:pt x="36" y="53"/>
                      <a:pt x="35" y="54"/>
                      <a:pt x="33" y="55"/>
                    </a:cubicBezTo>
                    <a:cubicBezTo>
                      <a:pt x="31" y="57"/>
                      <a:pt x="29" y="58"/>
                      <a:pt x="27" y="59"/>
                    </a:cubicBezTo>
                    <a:cubicBezTo>
                      <a:pt x="25" y="60"/>
                      <a:pt x="24" y="60"/>
                      <a:pt x="22" y="60"/>
                    </a:cubicBezTo>
                    <a:cubicBezTo>
                      <a:pt x="21" y="60"/>
                      <a:pt x="20" y="59"/>
                      <a:pt x="19" y="58"/>
                    </a:cubicBezTo>
                    <a:cubicBezTo>
                      <a:pt x="19" y="57"/>
                      <a:pt x="18" y="56"/>
                      <a:pt x="18" y="53"/>
                    </a:cubicBezTo>
                    <a:cubicBezTo>
                      <a:pt x="18" y="52"/>
                      <a:pt x="19" y="47"/>
                      <a:pt x="21" y="40"/>
                    </a:cubicBezTo>
                    <a:cubicBezTo>
                      <a:pt x="22" y="33"/>
                      <a:pt x="23" y="30"/>
                      <a:pt x="23"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7" name="Freeform 408"/>
              <p:cNvSpPr>
                <a:spLocks/>
              </p:cNvSpPr>
              <p:nvPr/>
            </p:nvSpPr>
            <p:spPr bwMode="auto">
              <a:xfrm>
                <a:off x="11733213" y="1941513"/>
                <a:ext cx="76200" cy="61913"/>
              </a:xfrm>
              <a:custGeom>
                <a:avLst/>
                <a:gdLst>
                  <a:gd name="T0" fmla="*/ 7 w 59"/>
                  <a:gd name="T1" fmla="*/ 48 h 48"/>
                  <a:gd name="T2" fmla="*/ 9 w 59"/>
                  <a:gd name="T3" fmla="*/ 47 h 48"/>
                  <a:gd name="T4" fmla="*/ 11 w 59"/>
                  <a:gd name="T5" fmla="*/ 44 h 48"/>
                  <a:gd name="T6" fmla="*/ 21 w 59"/>
                  <a:gd name="T7" fmla="*/ 26 h 48"/>
                  <a:gd name="T8" fmla="*/ 33 w 59"/>
                  <a:gd name="T9" fmla="*/ 13 h 48"/>
                  <a:gd name="T10" fmla="*/ 37 w 59"/>
                  <a:gd name="T11" fmla="*/ 25 h 48"/>
                  <a:gd name="T12" fmla="*/ 40 w 59"/>
                  <a:gd name="T13" fmla="*/ 41 h 48"/>
                  <a:gd name="T14" fmla="*/ 40 w 59"/>
                  <a:gd name="T15" fmla="*/ 41 h 48"/>
                  <a:gd name="T16" fmla="*/ 48 w 59"/>
                  <a:gd name="T17" fmla="*/ 46 h 48"/>
                  <a:gd name="T18" fmla="*/ 56 w 59"/>
                  <a:gd name="T19" fmla="*/ 43 h 48"/>
                  <a:gd name="T20" fmla="*/ 59 w 59"/>
                  <a:gd name="T21" fmla="*/ 38 h 48"/>
                  <a:gd name="T22" fmla="*/ 57 w 59"/>
                  <a:gd name="T23" fmla="*/ 35 h 48"/>
                  <a:gd name="T24" fmla="*/ 54 w 59"/>
                  <a:gd name="T25" fmla="*/ 36 h 48"/>
                  <a:gd name="T26" fmla="*/ 52 w 59"/>
                  <a:gd name="T27" fmla="*/ 37 h 48"/>
                  <a:gd name="T28" fmla="*/ 47 w 59"/>
                  <a:gd name="T29" fmla="*/ 19 h 48"/>
                  <a:gd name="T30" fmla="*/ 35 w 59"/>
                  <a:gd name="T31" fmla="*/ 2 h 48"/>
                  <a:gd name="T32" fmla="*/ 12 w 59"/>
                  <a:gd name="T33" fmla="*/ 26 h 48"/>
                  <a:gd name="T34" fmla="*/ 15 w 59"/>
                  <a:gd name="T35" fmla="*/ 9 h 48"/>
                  <a:gd name="T36" fmla="*/ 13 w 59"/>
                  <a:gd name="T37" fmla="*/ 1 h 48"/>
                  <a:gd name="T38" fmla="*/ 9 w 59"/>
                  <a:gd name="T39" fmla="*/ 0 h 48"/>
                  <a:gd name="T40" fmla="*/ 5 w 59"/>
                  <a:gd name="T41" fmla="*/ 2 h 48"/>
                  <a:gd name="T42" fmla="*/ 3 w 59"/>
                  <a:gd name="T43" fmla="*/ 7 h 48"/>
                  <a:gd name="T44" fmla="*/ 1 w 59"/>
                  <a:gd name="T45" fmla="*/ 32 h 48"/>
                  <a:gd name="T46" fmla="*/ 0 w 59"/>
                  <a:gd name="T47" fmla="*/ 42 h 48"/>
                  <a:gd name="T48" fmla="*/ 7 w 59"/>
                  <a:gd name="T49"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9" h="48">
                    <a:moveTo>
                      <a:pt x="7" y="48"/>
                    </a:moveTo>
                    <a:cubicBezTo>
                      <a:pt x="8" y="48"/>
                      <a:pt x="8" y="48"/>
                      <a:pt x="9" y="47"/>
                    </a:cubicBezTo>
                    <a:cubicBezTo>
                      <a:pt x="10" y="47"/>
                      <a:pt x="10" y="46"/>
                      <a:pt x="11" y="44"/>
                    </a:cubicBezTo>
                    <a:cubicBezTo>
                      <a:pt x="12" y="40"/>
                      <a:pt x="15" y="34"/>
                      <a:pt x="21" y="26"/>
                    </a:cubicBezTo>
                    <a:cubicBezTo>
                      <a:pt x="26" y="18"/>
                      <a:pt x="30" y="13"/>
                      <a:pt x="33" y="13"/>
                    </a:cubicBezTo>
                    <a:cubicBezTo>
                      <a:pt x="35" y="13"/>
                      <a:pt x="36" y="17"/>
                      <a:pt x="37" y="25"/>
                    </a:cubicBezTo>
                    <a:cubicBezTo>
                      <a:pt x="38" y="33"/>
                      <a:pt x="39" y="37"/>
                      <a:pt x="40" y="41"/>
                    </a:cubicBezTo>
                    <a:cubicBezTo>
                      <a:pt x="40" y="41"/>
                      <a:pt x="40" y="41"/>
                      <a:pt x="40" y="41"/>
                    </a:cubicBezTo>
                    <a:cubicBezTo>
                      <a:pt x="42" y="45"/>
                      <a:pt x="45" y="46"/>
                      <a:pt x="48" y="46"/>
                    </a:cubicBezTo>
                    <a:cubicBezTo>
                      <a:pt x="51" y="46"/>
                      <a:pt x="54" y="45"/>
                      <a:pt x="56" y="43"/>
                    </a:cubicBezTo>
                    <a:cubicBezTo>
                      <a:pt x="58" y="41"/>
                      <a:pt x="59" y="40"/>
                      <a:pt x="59" y="38"/>
                    </a:cubicBezTo>
                    <a:cubicBezTo>
                      <a:pt x="59" y="36"/>
                      <a:pt x="58" y="35"/>
                      <a:pt x="57" y="35"/>
                    </a:cubicBezTo>
                    <a:cubicBezTo>
                      <a:pt x="56" y="35"/>
                      <a:pt x="55" y="36"/>
                      <a:pt x="54" y="36"/>
                    </a:cubicBezTo>
                    <a:cubicBezTo>
                      <a:pt x="53" y="36"/>
                      <a:pt x="52" y="37"/>
                      <a:pt x="52" y="37"/>
                    </a:cubicBezTo>
                    <a:cubicBezTo>
                      <a:pt x="50" y="37"/>
                      <a:pt x="49" y="31"/>
                      <a:pt x="47" y="19"/>
                    </a:cubicBezTo>
                    <a:cubicBezTo>
                      <a:pt x="46" y="8"/>
                      <a:pt x="42" y="2"/>
                      <a:pt x="35" y="2"/>
                    </a:cubicBezTo>
                    <a:cubicBezTo>
                      <a:pt x="26" y="2"/>
                      <a:pt x="19" y="10"/>
                      <a:pt x="12" y="26"/>
                    </a:cubicBezTo>
                    <a:cubicBezTo>
                      <a:pt x="14" y="17"/>
                      <a:pt x="15" y="11"/>
                      <a:pt x="15" y="9"/>
                    </a:cubicBezTo>
                    <a:cubicBezTo>
                      <a:pt x="15" y="5"/>
                      <a:pt x="14" y="2"/>
                      <a:pt x="13" y="1"/>
                    </a:cubicBezTo>
                    <a:cubicBezTo>
                      <a:pt x="12" y="0"/>
                      <a:pt x="11" y="0"/>
                      <a:pt x="9" y="0"/>
                    </a:cubicBezTo>
                    <a:cubicBezTo>
                      <a:pt x="7" y="0"/>
                      <a:pt x="6" y="1"/>
                      <a:pt x="5" y="2"/>
                    </a:cubicBezTo>
                    <a:cubicBezTo>
                      <a:pt x="4" y="4"/>
                      <a:pt x="3" y="6"/>
                      <a:pt x="3" y="7"/>
                    </a:cubicBezTo>
                    <a:cubicBezTo>
                      <a:pt x="3" y="17"/>
                      <a:pt x="2" y="25"/>
                      <a:pt x="1" y="32"/>
                    </a:cubicBezTo>
                    <a:cubicBezTo>
                      <a:pt x="0" y="37"/>
                      <a:pt x="0" y="40"/>
                      <a:pt x="0" y="42"/>
                    </a:cubicBezTo>
                    <a:cubicBezTo>
                      <a:pt x="0" y="46"/>
                      <a:pt x="2" y="48"/>
                      <a:pt x="7"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8" name="Freeform 409"/>
              <p:cNvSpPr>
                <a:spLocks noEditPoints="1"/>
              </p:cNvSpPr>
              <p:nvPr/>
            </p:nvSpPr>
            <p:spPr bwMode="auto">
              <a:xfrm>
                <a:off x="11814176" y="1935163"/>
                <a:ext cx="55563" cy="71438"/>
              </a:xfrm>
              <a:custGeom>
                <a:avLst/>
                <a:gdLst>
                  <a:gd name="T0" fmla="*/ 41 w 43"/>
                  <a:gd name="T1" fmla="*/ 34 h 55"/>
                  <a:gd name="T2" fmla="*/ 37 w 43"/>
                  <a:gd name="T3" fmla="*/ 36 h 55"/>
                  <a:gd name="T4" fmla="*/ 18 w 43"/>
                  <a:gd name="T5" fmla="*/ 45 h 55"/>
                  <a:gd name="T6" fmla="*/ 13 w 43"/>
                  <a:gd name="T7" fmla="*/ 43 h 55"/>
                  <a:gd name="T8" fmla="*/ 11 w 43"/>
                  <a:gd name="T9" fmla="*/ 39 h 55"/>
                  <a:gd name="T10" fmla="*/ 13 w 43"/>
                  <a:gd name="T11" fmla="*/ 37 h 55"/>
                  <a:gd name="T12" fmla="*/ 33 w 43"/>
                  <a:gd name="T13" fmla="*/ 27 h 55"/>
                  <a:gd name="T14" fmla="*/ 40 w 43"/>
                  <a:gd name="T15" fmla="*/ 12 h 55"/>
                  <a:gd name="T16" fmla="*/ 37 w 43"/>
                  <a:gd name="T17" fmla="*/ 4 h 55"/>
                  <a:gd name="T18" fmla="*/ 29 w 43"/>
                  <a:gd name="T19" fmla="*/ 0 h 55"/>
                  <a:gd name="T20" fmla="*/ 9 w 43"/>
                  <a:gd name="T21" fmla="*/ 12 h 55"/>
                  <a:gd name="T22" fmla="*/ 0 w 43"/>
                  <a:gd name="T23" fmla="*/ 36 h 55"/>
                  <a:gd name="T24" fmla="*/ 4 w 43"/>
                  <a:gd name="T25" fmla="*/ 50 h 55"/>
                  <a:gd name="T26" fmla="*/ 17 w 43"/>
                  <a:gd name="T27" fmla="*/ 55 h 55"/>
                  <a:gd name="T28" fmla="*/ 35 w 43"/>
                  <a:gd name="T29" fmla="*/ 49 h 55"/>
                  <a:gd name="T30" fmla="*/ 43 w 43"/>
                  <a:gd name="T31" fmla="*/ 37 h 55"/>
                  <a:gd name="T32" fmla="*/ 41 w 43"/>
                  <a:gd name="T33" fmla="*/ 34 h 55"/>
                  <a:gd name="T34" fmla="*/ 19 w 43"/>
                  <a:gd name="T35" fmla="*/ 16 h 55"/>
                  <a:gd name="T36" fmla="*/ 28 w 43"/>
                  <a:gd name="T37" fmla="*/ 10 h 55"/>
                  <a:gd name="T38" fmla="*/ 30 w 43"/>
                  <a:gd name="T39" fmla="*/ 11 h 55"/>
                  <a:gd name="T40" fmla="*/ 31 w 43"/>
                  <a:gd name="T41" fmla="*/ 13 h 55"/>
                  <a:gd name="T42" fmla="*/ 25 w 43"/>
                  <a:gd name="T43" fmla="*/ 22 h 55"/>
                  <a:gd name="T44" fmla="*/ 12 w 43"/>
                  <a:gd name="T45" fmla="*/ 29 h 55"/>
                  <a:gd name="T46" fmla="*/ 19 w 43"/>
                  <a:gd name="T47" fmla="*/ 1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3" h="55">
                    <a:moveTo>
                      <a:pt x="41" y="34"/>
                    </a:moveTo>
                    <a:cubicBezTo>
                      <a:pt x="40" y="34"/>
                      <a:pt x="38" y="34"/>
                      <a:pt x="37" y="36"/>
                    </a:cubicBezTo>
                    <a:cubicBezTo>
                      <a:pt x="31" y="42"/>
                      <a:pt x="25" y="45"/>
                      <a:pt x="18" y="45"/>
                    </a:cubicBezTo>
                    <a:cubicBezTo>
                      <a:pt x="16" y="45"/>
                      <a:pt x="14" y="45"/>
                      <a:pt x="13" y="43"/>
                    </a:cubicBezTo>
                    <a:cubicBezTo>
                      <a:pt x="12" y="42"/>
                      <a:pt x="11" y="40"/>
                      <a:pt x="11" y="39"/>
                    </a:cubicBezTo>
                    <a:cubicBezTo>
                      <a:pt x="11" y="38"/>
                      <a:pt x="12" y="38"/>
                      <a:pt x="13" y="37"/>
                    </a:cubicBezTo>
                    <a:cubicBezTo>
                      <a:pt x="21" y="35"/>
                      <a:pt x="27" y="32"/>
                      <a:pt x="33" y="27"/>
                    </a:cubicBezTo>
                    <a:cubicBezTo>
                      <a:pt x="38" y="22"/>
                      <a:pt x="40" y="17"/>
                      <a:pt x="40" y="12"/>
                    </a:cubicBezTo>
                    <a:cubicBezTo>
                      <a:pt x="40" y="8"/>
                      <a:pt x="39" y="6"/>
                      <a:pt x="37" y="4"/>
                    </a:cubicBezTo>
                    <a:cubicBezTo>
                      <a:pt x="35" y="1"/>
                      <a:pt x="32" y="0"/>
                      <a:pt x="29" y="0"/>
                    </a:cubicBezTo>
                    <a:cubicBezTo>
                      <a:pt x="22" y="0"/>
                      <a:pt x="15" y="4"/>
                      <a:pt x="9" y="12"/>
                    </a:cubicBezTo>
                    <a:cubicBezTo>
                      <a:pt x="3" y="19"/>
                      <a:pt x="0" y="28"/>
                      <a:pt x="0" y="36"/>
                    </a:cubicBezTo>
                    <a:cubicBezTo>
                      <a:pt x="0" y="42"/>
                      <a:pt x="1" y="47"/>
                      <a:pt x="4" y="50"/>
                    </a:cubicBezTo>
                    <a:cubicBezTo>
                      <a:pt x="7" y="54"/>
                      <a:pt x="11" y="55"/>
                      <a:pt x="17" y="55"/>
                    </a:cubicBezTo>
                    <a:cubicBezTo>
                      <a:pt x="24" y="55"/>
                      <a:pt x="30" y="53"/>
                      <a:pt x="35" y="49"/>
                    </a:cubicBezTo>
                    <a:cubicBezTo>
                      <a:pt x="41" y="44"/>
                      <a:pt x="43" y="40"/>
                      <a:pt x="43" y="37"/>
                    </a:cubicBezTo>
                    <a:cubicBezTo>
                      <a:pt x="43" y="35"/>
                      <a:pt x="43" y="34"/>
                      <a:pt x="41" y="34"/>
                    </a:cubicBezTo>
                    <a:close/>
                    <a:moveTo>
                      <a:pt x="19" y="16"/>
                    </a:moveTo>
                    <a:cubicBezTo>
                      <a:pt x="22" y="12"/>
                      <a:pt x="25" y="10"/>
                      <a:pt x="28" y="10"/>
                    </a:cubicBezTo>
                    <a:cubicBezTo>
                      <a:pt x="29" y="10"/>
                      <a:pt x="29" y="10"/>
                      <a:pt x="30" y="11"/>
                    </a:cubicBezTo>
                    <a:cubicBezTo>
                      <a:pt x="30" y="12"/>
                      <a:pt x="31" y="12"/>
                      <a:pt x="31" y="13"/>
                    </a:cubicBezTo>
                    <a:cubicBezTo>
                      <a:pt x="31" y="16"/>
                      <a:pt x="29" y="19"/>
                      <a:pt x="25" y="22"/>
                    </a:cubicBezTo>
                    <a:cubicBezTo>
                      <a:pt x="21" y="25"/>
                      <a:pt x="17" y="28"/>
                      <a:pt x="12" y="29"/>
                    </a:cubicBezTo>
                    <a:cubicBezTo>
                      <a:pt x="13" y="24"/>
                      <a:pt x="15" y="20"/>
                      <a:pt x="19"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9" name="Freeform 410"/>
              <p:cNvSpPr>
                <a:spLocks/>
              </p:cNvSpPr>
              <p:nvPr/>
            </p:nvSpPr>
            <p:spPr bwMode="auto">
              <a:xfrm>
                <a:off x="11882438" y="1939925"/>
                <a:ext cx="60325" cy="68263"/>
              </a:xfrm>
              <a:custGeom>
                <a:avLst/>
                <a:gdLst>
                  <a:gd name="T0" fmla="*/ 36 w 47"/>
                  <a:gd name="T1" fmla="*/ 0 h 53"/>
                  <a:gd name="T2" fmla="*/ 23 w 47"/>
                  <a:gd name="T3" fmla="*/ 7 h 53"/>
                  <a:gd name="T4" fmla="*/ 11 w 47"/>
                  <a:gd name="T5" fmla="*/ 25 h 53"/>
                  <a:gd name="T6" fmla="*/ 10 w 47"/>
                  <a:gd name="T7" fmla="*/ 27 h 53"/>
                  <a:gd name="T8" fmla="*/ 11 w 47"/>
                  <a:gd name="T9" fmla="*/ 20 h 53"/>
                  <a:gd name="T10" fmla="*/ 12 w 47"/>
                  <a:gd name="T11" fmla="*/ 14 h 53"/>
                  <a:gd name="T12" fmla="*/ 15 w 47"/>
                  <a:gd name="T13" fmla="*/ 5 h 53"/>
                  <a:gd name="T14" fmla="*/ 13 w 47"/>
                  <a:gd name="T15" fmla="*/ 1 h 53"/>
                  <a:gd name="T16" fmla="*/ 9 w 47"/>
                  <a:gd name="T17" fmla="*/ 0 h 53"/>
                  <a:gd name="T18" fmla="*/ 5 w 47"/>
                  <a:gd name="T19" fmla="*/ 2 h 53"/>
                  <a:gd name="T20" fmla="*/ 2 w 47"/>
                  <a:gd name="T21" fmla="*/ 5 h 53"/>
                  <a:gd name="T22" fmla="*/ 2 w 47"/>
                  <a:gd name="T23" fmla="*/ 11 h 53"/>
                  <a:gd name="T24" fmla="*/ 1 w 47"/>
                  <a:gd name="T25" fmla="*/ 14 h 53"/>
                  <a:gd name="T26" fmla="*/ 0 w 47"/>
                  <a:gd name="T27" fmla="*/ 28 h 53"/>
                  <a:gd name="T28" fmla="*/ 0 w 47"/>
                  <a:gd name="T29" fmla="*/ 37 h 53"/>
                  <a:gd name="T30" fmla="*/ 1 w 47"/>
                  <a:gd name="T31" fmla="*/ 49 h 53"/>
                  <a:gd name="T32" fmla="*/ 6 w 47"/>
                  <a:gd name="T33" fmla="*/ 53 h 53"/>
                  <a:gd name="T34" fmla="*/ 11 w 47"/>
                  <a:gd name="T35" fmla="*/ 51 h 53"/>
                  <a:gd name="T36" fmla="*/ 13 w 47"/>
                  <a:gd name="T37" fmla="*/ 46 h 53"/>
                  <a:gd name="T38" fmla="*/ 23 w 47"/>
                  <a:gd name="T39" fmla="*/ 21 h 53"/>
                  <a:gd name="T40" fmla="*/ 35 w 47"/>
                  <a:gd name="T41" fmla="*/ 10 h 53"/>
                  <a:gd name="T42" fmla="*/ 37 w 47"/>
                  <a:gd name="T43" fmla="*/ 12 h 53"/>
                  <a:gd name="T44" fmla="*/ 43 w 47"/>
                  <a:gd name="T45" fmla="*/ 14 h 53"/>
                  <a:gd name="T46" fmla="*/ 46 w 47"/>
                  <a:gd name="T47" fmla="*/ 12 h 53"/>
                  <a:gd name="T48" fmla="*/ 47 w 47"/>
                  <a:gd name="T49" fmla="*/ 9 h 53"/>
                  <a:gd name="T50" fmla="*/ 44 w 47"/>
                  <a:gd name="T51" fmla="*/ 2 h 53"/>
                  <a:gd name="T52" fmla="*/ 36 w 47"/>
                  <a:gd name="T53"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7" h="53">
                    <a:moveTo>
                      <a:pt x="36" y="0"/>
                    </a:moveTo>
                    <a:cubicBezTo>
                      <a:pt x="32" y="0"/>
                      <a:pt x="27" y="2"/>
                      <a:pt x="23" y="7"/>
                    </a:cubicBezTo>
                    <a:cubicBezTo>
                      <a:pt x="19" y="11"/>
                      <a:pt x="15" y="18"/>
                      <a:pt x="11" y="25"/>
                    </a:cubicBezTo>
                    <a:cubicBezTo>
                      <a:pt x="10" y="27"/>
                      <a:pt x="10" y="27"/>
                      <a:pt x="10" y="27"/>
                    </a:cubicBezTo>
                    <a:cubicBezTo>
                      <a:pt x="11" y="20"/>
                      <a:pt x="11" y="20"/>
                      <a:pt x="11" y="20"/>
                    </a:cubicBezTo>
                    <a:cubicBezTo>
                      <a:pt x="11" y="17"/>
                      <a:pt x="12" y="15"/>
                      <a:pt x="12" y="14"/>
                    </a:cubicBezTo>
                    <a:cubicBezTo>
                      <a:pt x="14" y="9"/>
                      <a:pt x="15" y="6"/>
                      <a:pt x="15" y="5"/>
                    </a:cubicBezTo>
                    <a:cubicBezTo>
                      <a:pt x="15" y="4"/>
                      <a:pt x="14" y="2"/>
                      <a:pt x="13" y="1"/>
                    </a:cubicBezTo>
                    <a:cubicBezTo>
                      <a:pt x="12" y="1"/>
                      <a:pt x="11" y="0"/>
                      <a:pt x="9" y="0"/>
                    </a:cubicBezTo>
                    <a:cubicBezTo>
                      <a:pt x="8" y="0"/>
                      <a:pt x="6" y="1"/>
                      <a:pt x="5" y="2"/>
                    </a:cubicBezTo>
                    <a:cubicBezTo>
                      <a:pt x="4" y="3"/>
                      <a:pt x="3" y="4"/>
                      <a:pt x="2" y="5"/>
                    </a:cubicBezTo>
                    <a:cubicBezTo>
                      <a:pt x="2" y="6"/>
                      <a:pt x="2" y="8"/>
                      <a:pt x="2" y="11"/>
                    </a:cubicBezTo>
                    <a:cubicBezTo>
                      <a:pt x="1" y="12"/>
                      <a:pt x="1" y="13"/>
                      <a:pt x="1" y="14"/>
                    </a:cubicBezTo>
                    <a:cubicBezTo>
                      <a:pt x="1" y="20"/>
                      <a:pt x="0" y="24"/>
                      <a:pt x="0" y="28"/>
                    </a:cubicBezTo>
                    <a:cubicBezTo>
                      <a:pt x="0" y="32"/>
                      <a:pt x="0" y="35"/>
                      <a:pt x="0" y="37"/>
                    </a:cubicBezTo>
                    <a:cubicBezTo>
                      <a:pt x="0" y="42"/>
                      <a:pt x="0" y="46"/>
                      <a:pt x="1" y="49"/>
                    </a:cubicBezTo>
                    <a:cubicBezTo>
                      <a:pt x="2" y="51"/>
                      <a:pt x="4" y="53"/>
                      <a:pt x="6" y="53"/>
                    </a:cubicBezTo>
                    <a:cubicBezTo>
                      <a:pt x="8" y="53"/>
                      <a:pt x="10" y="52"/>
                      <a:pt x="11" y="51"/>
                    </a:cubicBezTo>
                    <a:cubicBezTo>
                      <a:pt x="12" y="50"/>
                      <a:pt x="13" y="48"/>
                      <a:pt x="13" y="46"/>
                    </a:cubicBezTo>
                    <a:cubicBezTo>
                      <a:pt x="14" y="36"/>
                      <a:pt x="17" y="28"/>
                      <a:pt x="23" y="21"/>
                    </a:cubicBezTo>
                    <a:cubicBezTo>
                      <a:pt x="28" y="14"/>
                      <a:pt x="32" y="10"/>
                      <a:pt x="35" y="10"/>
                    </a:cubicBezTo>
                    <a:cubicBezTo>
                      <a:pt x="35" y="10"/>
                      <a:pt x="36" y="11"/>
                      <a:pt x="37" y="12"/>
                    </a:cubicBezTo>
                    <a:cubicBezTo>
                      <a:pt x="39" y="13"/>
                      <a:pt x="41" y="14"/>
                      <a:pt x="43" y="14"/>
                    </a:cubicBezTo>
                    <a:cubicBezTo>
                      <a:pt x="44" y="14"/>
                      <a:pt x="45" y="13"/>
                      <a:pt x="46" y="12"/>
                    </a:cubicBezTo>
                    <a:cubicBezTo>
                      <a:pt x="46" y="11"/>
                      <a:pt x="47" y="10"/>
                      <a:pt x="47" y="9"/>
                    </a:cubicBezTo>
                    <a:cubicBezTo>
                      <a:pt x="47" y="6"/>
                      <a:pt x="46" y="4"/>
                      <a:pt x="44" y="2"/>
                    </a:cubicBezTo>
                    <a:cubicBezTo>
                      <a:pt x="42" y="1"/>
                      <a:pt x="39" y="0"/>
                      <a:pt x="3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510" name="Freeform 507"/>
            <p:cNvSpPr>
              <a:spLocks/>
            </p:cNvSpPr>
            <p:nvPr/>
          </p:nvSpPr>
          <p:spPr bwMode="auto">
            <a:xfrm>
              <a:off x="10963275" y="1835150"/>
              <a:ext cx="371475" cy="587375"/>
            </a:xfrm>
            <a:custGeom>
              <a:avLst/>
              <a:gdLst>
                <a:gd name="T0" fmla="*/ 144 w 289"/>
                <a:gd name="T1" fmla="*/ 11 h 456"/>
                <a:gd name="T2" fmla="*/ 35 w 289"/>
                <a:gd name="T3" fmla="*/ 0 h 456"/>
                <a:gd name="T4" fmla="*/ 2 w 289"/>
                <a:gd name="T5" fmla="*/ 400 h 456"/>
                <a:gd name="T6" fmla="*/ 47 w 289"/>
                <a:gd name="T7" fmla="*/ 454 h 456"/>
                <a:gd name="T8" fmla="*/ 100 w 289"/>
                <a:gd name="T9" fmla="*/ 409 h 456"/>
                <a:gd name="T10" fmla="*/ 127 w 289"/>
                <a:gd name="T11" fmla="*/ 88 h 456"/>
                <a:gd name="T12" fmla="*/ 162 w 289"/>
                <a:gd name="T13" fmla="*/ 88 h 456"/>
                <a:gd name="T14" fmla="*/ 188 w 289"/>
                <a:gd name="T15" fmla="*/ 409 h 456"/>
                <a:gd name="T16" fmla="*/ 241 w 289"/>
                <a:gd name="T17" fmla="*/ 454 h 456"/>
                <a:gd name="T18" fmla="*/ 286 w 289"/>
                <a:gd name="T19" fmla="*/ 400 h 456"/>
                <a:gd name="T20" fmla="*/ 254 w 289"/>
                <a:gd name="T21" fmla="*/ 0 h 456"/>
                <a:gd name="T22" fmla="*/ 144 w 289"/>
                <a:gd name="T23" fmla="*/ 11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9" h="456">
                  <a:moveTo>
                    <a:pt x="144" y="11"/>
                  </a:moveTo>
                  <a:cubicBezTo>
                    <a:pt x="104" y="11"/>
                    <a:pt x="55" y="3"/>
                    <a:pt x="35" y="0"/>
                  </a:cubicBezTo>
                  <a:cubicBezTo>
                    <a:pt x="2" y="400"/>
                    <a:pt x="2" y="400"/>
                    <a:pt x="2" y="400"/>
                  </a:cubicBezTo>
                  <a:cubicBezTo>
                    <a:pt x="0" y="427"/>
                    <a:pt x="20" y="451"/>
                    <a:pt x="47" y="454"/>
                  </a:cubicBezTo>
                  <a:cubicBezTo>
                    <a:pt x="74" y="456"/>
                    <a:pt x="98" y="436"/>
                    <a:pt x="100" y="409"/>
                  </a:cubicBezTo>
                  <a:cubicBezTo>
                    <a:pt x="127" y="88"/>
                    <a:pt x="127" y="88"/>
                    <a:pt x="127" y="88"/>
                  </a:cubicBezTo>
                  <a:cubicBezTo>
                    <a:pt x="162" y="88"/>
                    <a:pt x="162" y="88"/>
                    <a:pt x="162" y="88"/>
                  </a:cubicBezTo>
                  <a:cubicBezTo>
                    <a:pt x="188" y="409"/>
                    <a:pt x="188" y="409"/>
                    <a:pt x="188" y="409"/>
                  </a:cubicBezTo>
                  <a:cubicBezTo>
                    <a:pt x="190" y="436"/>
                    <a:pt x="214" y="456"/>
                    <a:pt x="241" y="454"/>
                  </a:cubicBezTo>
                  <a:cubicBezTo>
                    <a:pt x="268" y="452"/>
                    <a:pt x="289" y="428"/>
                    <a:pt x="286" y="400"/>
                  </a:cubicBezTo>
                  <a:cubicBezTo>
                    <a:pt x="254" y="0"/>
                    <a:pt x="254" y="0"/>
                    <a:pt x="254" y="0"/>
                  </a:cubicBezTo>
                  <a:cubicBezTo>
                    <a:pt x="233" y="3"/>
                    <a:pt x="184" y="11"/>
                    <a:pt x="144"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1" name="Freeform 508"/>
            <p:cNvSpPr>
              <a:spLocks noEditPoints="1"/>
            </p:cNvSpPr>
            <p:nvPr/>
          </p:nvSpPr>
          <p:spPr bwMode="auto">
            <a:xfrm>
              <a:off x="11315700" y="817563"/>
              <a:ext cx="417513" cy="439738"/>
            </a:xfrm>
            <a:custGeom>
              <a:avLst/>
              <a:gdLst>
                <a:gd name="T0" fmla="*/ 68 w 325"/>
                <a:gd name="T1" fmla="*/ 289 h 341"/>
                <a:gd name="T2" fmla="*/ 164 w 325"/>
                <a:gd name="T3" fmla="*/ 321 h 341"/>
                <a:gd name="T4" fmla="*/ 325 w 325"/>
                <a:gd name="T5" fmla="*/ 161 h 341"/>
                <a:gd name="T6" fmla="*/ 164 w 325"/>
                <a:gd name="T7" fmla="*/ 0 h 341"/>
                <a:gd name="T8" fmla="*/ 4 w 325"/>
                <a:gd name="T9" fmla="*/ 161 h 341"/>
                <a:gd name="T10" fmla="*/ 42 w 325"/>
                <a:gd name="T11" fmla="*/ 264 h 341"/>
                <a:gd name="T12" fmla="*/ 0 w 325"/>
                <a:gd name="T13" fmla="*/ 341 h 341"/>
                <a:gd name="T14" fmla="*/ 68 w 325"/>
                <a:gd name="T15" fmla="*/ 289 h 341"/>
                <a:gd name="T16" fmla="*/ 22 w 325"/>
                <a:gd name="T17" fmla="*/ 167 h 341"/>
                <a:gd name="T18" fmla="*/ 159 w 325"/>
                <a:gd name="T19" fmla="*/ 30 h 341"/>
                <a:gd name="T20" fmla="*/ 296 w 325"/>
                <a:gd name="T21" fmla="*/ 167 h 341"/>
                <a:gd name="T22" fmla="*/ 159 w 325"/>
                <a:gd name="T23" fmla="*/ 304 h 341"/>
                <a:gd name="T24" fmla="*/ 22 w 325"/>
                <a:gd name="T25" fmla="*/ 167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5" h="341">
                  <a:moveTo>
                    <a:pt x="68" y="289"/>
                  </a:moveTo>
                  <a:cubicBezTo>
                    <a:pt x="95" y="309"/>
                    <a:pt x="128" y="321"/>
                    <a:pt x="164" y="321"/>
                  </a:cubicBezTo>
                  <a:cubicBezTo>
                    <a:pt x="253" y="321"/>
                    <a:pt x="325" y="249"/>
                    <a:pt x="325" y="161"/>
                  </a:cubicBezTo>
                  <a:cubicBezTo>
                    <a:pt x="325" y="72"/>
                    <a:pt x="253" y="0"/>
                    <a:pt x="164" y="0"/>
                  </a:cubicBezTo>
                  <a:cubicBezTo>
                    <a:pt x="76" y="0"/>
                    <a:pt x="4" y="72"/>
                    <a:pt x="4" y="161"/>
                  </a:cubicBezTo>
                  <a:cubicBezTo>
                    <a:pt x="4" y="200"/>
                    <a:pt x="18" y="236"/>
                    <a:pt x="42" y="264"/>
                  </a:cubicBezTo>
                  <a:cubicBezTo>
                    <a:pt x="0" y="341"/>
                    <a:pt x="0" y="341"/>
                    <a:pt x="0" y="341"/>
                  </a:cubicBezTo>
                  <a:lnTo>
                    <a:pt x="68" y="289"/>
                  </a:lnTo>
                  <a:close/>
                  <a:moveTo>
                    <a:pt x="22" y="167"/>
                  </a:moveTo>
                  <a:cubicBezTo>
                    <a:pt x="22" y="91"/>
                    <a:pt x="83" y="30"/>
                    <a:pt x="159" y="30"/>
                  </a:cubicBezTo>
                  <a:cubicBezTo>
                    <a:pt x="234" y="30"/>
                    <a:pt x="296" y="91"/>
                    <a:pt x="296" y="167"/>
                  </a:cubicBezTo>
                  <a:cubicBezTo>
                    <a:pt x="296" y="242"/>
                    <a:pt x="234" y="304"/>
                    <a:pt x="159" y="304"/>
                  </a:cubicBezTo>
                  <a:cubicBezTo>
                    <a:pt x="83" y="304"/>
                    <a:pt x="22" y="242"/>
                    <a:pt x="22" y="1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2" name="Freeform 509"/>
            <p:cNvSpPr>
              <a:spLocks noEditPoints="1"/>
            </p:cNvSpPr>
            <p:nvPr/>
          </p:nvSpPr>
          <p:spPr bwMode="auto">
            <a:xfrm>
              <a:off x="10631488" y="704850"/>
              <a:ext cx="465138" cy="511175"/>
            </a:xfrm>
            <a:custGeom>
              <a:avLst/>
              <a:gdLst>
                <a:gd name="T0" fmla="*/ 126 w 362"/>
                <a:gd name="T1" fmla="*/ 332 h 397"/>
                <a:gd name="T2" fmla="*/ 237 w 362"/>
                <a:gd name="T3" fmla="*/ 331 h 397"/>
                <a:gd name="T4" fmla="*/ 294 w 362"/>
                <a:gd name="T5" fmla="*/ 397 h 397"/>
                <a:gd name="T6" fmla="*/ 268 w 362"/>
                <a:gd name="T7" fmla="*/ 316 h 397"/>
                <a:gd name="T8" fmla="*/ 332 w 362"/>
                <a:gd name="T9" fmla="*/ 236 h 397"/>
                <a:gd name="T10" fmla="*/ 236 w 362"/>
                <a:gd name="T11" fmla="*/ 30 h 397"/>
                <a:gd name="T12" fmla="*/ 30 w 362"/>
                <a:gd name="T13" fmla="*/ 126 h 397"/>
                <a:gd name="T14" fmla="*/ 126 w 362"/>
                <a:gd name="T15" fmla="*/ 332 h 397"/>
                <a:gd name="T16" fmla="*/ 56 w 362"/>
                <a:gd name="T17" fmla="*/ 142 h 397"/>
                <a:gd name="T18" fmla="*/ 231 w 362"/>
                <a:gd name="T19" fmla="*/ 60 h 397"/>
                <a:gd name="T20" fmla="*/ 313 w 362"/>
                <a:gd name="T21" fmla="*/ 235 h 397"/>
                <a:gd name="T22" fmla="*/ 138 w 362"/>
                <a:gd name="T23" fmla="*/ 317 h 397"/>
                <a:gd name="T24" fmla="*/ 56 w 362"/>
                <a:gd name="T25" fmla="*/ 142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2" h="397">
                  <a:moveTo>
                    <a:pt x="126" y="332"/>
                  </a:moveTo>
                  <a:cubicBezTo>
                    <a:pt x="163" y="345"/>
                    <a:pt x="202" y="344"/>
                    <a:pt x="237" y="331"/>
                  </a:cubicBezTo>
                  <a:cubicBezTo>
                    <a:pt x="294" y="397"/>
                    <a:pt x="294" y="397"/>
                    <a:pt x="294" y="397"/>
                  </a:cubicBezTo>
                  <a:cubicBezTo>
                    <a:pt x="268" y="316"/>
                    <a:pt x="268" y="316"/>
                    <a:pt x="268" y="316"/>
                  </a:cubicBezTo>
                  <a:cubicBezTo>
                    <a:pt x="297" y="297"/>
                    <a:pt x="319" y="270"/>
                    <a:pt x="332" y="236"/>
                  </a:cubicBezTo>
                  <a:cubicBezTo>
                    <a:pt x="362" y="152"/>
                    <a:pt x="319" y="60"/>
                    <a:pt x="236" y="30"/>
                  </a:cubicBezTo>
                  <a:cubicBezTo>
                    <a:pt x="152" y="0"/>
                    <a:pt x="60" y="43"/>
                    <a:pt x="30" y="126"/>
                  </a:cubicBezTo>
                  <a:cubicBezTo>
                    <a:pt x="0" y="210"/>
                    <a:pt x="43" y="302"/>
                    <a:pt x="126" y="332"/>
                  </a:cubicBezTo>
                  <a:close/>
                  <a:moveTo>
                    <a:pt x="56" y="142"/>
                  </a:moveTo>
                  <a:cubicBezTo>
                    <a:pt x="82" y="71"/>
                    <a:pt x="160" y="34"/>
                    <a:pt x="231" y="60"/>
                  </a:cubicBezTo>
                  <a:cubicBezTo>
                    <a:pt x="303" y="86"/>
                    <a:pt x="339" y="164"/>
                    <a:pt x="313" y="235"/>
                  </a:cubicBezTo>
                  <a:cubicBezTo>
                    <a:pt x="288" y="306"/>
                    <a:pt x="209" y="343"/>
                    <a:pt x="138" y="317"/>
                  </a:cubicBezTo>
                  <a:cubicBezTo>
                    <a:pt x="67" y="291"/>
                    <a:pt x="30" y="213"/>
                    <a:pt x="56" y="1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3" name="Freeform 510"/>
            <p:cNvSpPr>
              <a:spLocks noEditPoints="1"/>
            </p:cNvSpPr>
            <p:nvPr/>
          </p:nvSpPr>
          <p:spPr bwMode="auto">
            <a:xfrm>
              <a:off x="11439525" y="1206500"/>
              <a:ext cx="533400" cy="469900"/>
            </a:xfrm>
            <a:custGeom>
              <a:avLst/>
              <a:gdLst>
                <a:gd name="T0" fmla="*/ 87 w 414"/>
                <a:gd name="T1" fmla="*/ 112 h 365"/>
                <a:gd name="T2" fmla="*/ 0 w 414"/>
                <a:gd name="T3" fmla="*/ 104 h 365"/>
                <a:gd name="T4" fmla="*/ 75 w 414"/>
                <a:gd name="T5" fmla="*/ 145 h 365"/>
                <a:gd name="T6" fmla="*/ 84 w 414"/>
                <a:gd name="T7" fmla="*/ 247 h 365"/>
                <a:gd name="T8" fmla="*/ 296 w 414"/>
                <a:gd name="T9" fmla="*/ 329 h 365"/>
                <a:gd name="T10" fmla="*/ 378 w 414"/>
                <a:gd name="T11" fmla="*/ 117 h 365"/>
                <a:gd name="T12" fmla="*/ 166 w 414"/>
                <a:gd name="T13" fmla="*/ 35 h 365"/>
                <a:gd name="T14" fmla="*/ 87 w 414"/>
                <a:gd name="T15" fmla="*/ 112 h 365"/>
                <a:gd name="T16" fmla="*/ 349 w 414"/>
                <a:gd name="T17" fmla="*/ 124 h 365"/>
                <a:gd name="T18" fmla="*/ 278 w 414"/>
                <a:gd name="T19" fmla="*/ 305 h 365"/>
                <a:gd name="T20" fmla="*/ 98 w 414"/>
                <a:gd name="T21" fmla="*/ 235 h 365"/>
                <a:gd name="T22" fmla="*/ 168 w 414"/>
                <a:gd name="T23" fmla="*/ 54 h 365"/>
                <a:gd name="T24" fmla="*/ 349 w 414"/>
                <a:gd name="T25" fmla="*/ 124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14" h="365">
                  <a:moveTo>
                    <a:pt x="87" y="112"/>
                  </a:moveTo>
                  <a:cubicBezTo>
                    <a:pt x="0" y="104"/>
                    <a:pt x="0" y="104"/>
                    <a:pt x="0" y="104"/>
                  </a:cubicBezTo>
                  <a:cubicBezTo>
                    <a:pt x="75" y="145"/>
                    <a:pt x="75" y="145"/>
                    <a:pt x="75" y="145"/>
                  </a:cubicBezTo>
                  <a:cubicBezTo>
                    <a:pt x="67" y="178"/>
                    <a:pt x="70" y="214"/>
                    <a:pt x="84" y="247"/>
                  </a:cubicBezTo>
                  <a:cubicBezTo>
                    <a:pt x="120" y="328"/>
                    <a:pt x="215" y="365"/>
                    <a:pt x="296" y="329"/>
                  </a:cubicBezTo>
                  <a:cubicBezTo>
                    <a:pt x="377" y="293"/>
                    <a:pt x="414" y="199"/>
                    <a:pt x="378" y="117"/>
                  </a:cubicBezTo>
                  <a:cubicBezTo>
                    <a:pt x="342" y="36"/>
                    <a:pt x="248" y="0"/>
                    <a:pt x="166" y="35"/>
                  </a:cubicBezTo>
                  <a:cubicBezTo>
                    <a:pt x="130" y="51"/>
                    <a:pt x="103" y="79"/>
                    <a:pt x="87" y="112"/>
                  </a:cubicBezTo>
                  <a:close/>
                  <a:moveTo>
                    <a:pt x="349" y="124"/>
                  </a:moveTo>
                  <a:cubicBezTo>
                    <a:pt x="379" y="193"/>
                    <a:pt x="348" y="274"/>
                    <a:pt x="278" y="305"/>
                  </a:cubicBezTo>
                  <a:cubicBezTo>
                    <a:pt x="209" y="335"/>
                    <a:pt x="128" y="304"/>
                    <a:pt x="98" y="235"/>
                  </a:cubicBezTo>
                  <a:cubicBezTo>
                    <a:pt x="67" y="165"/>
                    <a:pt x="99" y="85"/>
                    <a:pt x="168" y="54"/>
                  </a:cubicBezTo>
                  <a:cubicBezTo>
                    <a:pt x="237" y="24"/>
                    <a:pt x="318" y="55"/>
                    <a:pt x="349" y="1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4" name="Freeform 511"/>
            <p:cNvSpPr>
              <a:spLocks noEditPoints="1"/>
            </p:cNvSpPr>
            <p:nvPr/>
          </p:nvSpPr>
          <p:spPr bwMode="auto">
            <a:xfrm>
              <a:off x="10479088" y="1550988"/>
              <a:ext cx="474663" cy="447675"/>
            </a:xfrm>
            <a:custGeom>
              <a:avLst/>
              <a:gdLst>
                <a:gd name="T0" fmla="*/ 145 w 369"/>
                <a:gd name="T1" fmla="*/ 331 h 347"/>
                <a:gd name="T2" fmla="*/ 332 w 369"/>
                <a:gd name="T3" fmla="*/ 203 h 347"/>
                <a:gd name="T4" fmla="*/ 313 w 369"/>
                <a:gd name="T5" fmla="*/ 93 h 347"/>
                <a:gd name="T6" fmla="*/ 369 w 369"/>
                <a:gd name="T7" fmla="*/ 26 h 347"/>
                <a:gd name="T8" fmla="*/ 293 w 369"/>
                <a:gd name="T9" fmla="*/ 65 h 347"/>
                <a:gd name="T10" fmla="*/ 203 w 369"/>
                <a:gd name="T11" fmla="*/ 16 h 347"/>
                <a:gd name="T12" fmla="*/ 16 w 369"/>
                <a:gd name="T13" fmla="*/ 144 h 347"/>
                <a:gd name="T14" fmla="*/ 145 w 369"/>
                <a:gd name="T15" fmla="*/ 331 h 347"/>
                <a:gd name="T16" fmla="*/ 46 w 369"/>
                <a:gd name="T17" fmla="*/ 144 h 347"/>
                <a:gd name="T18" fmla="*/ 206 w 369"/>
                <a:gd name="T19" fmla="*/ 34 h 347"/>
                <a:gd name="T20" fmla="*/ 316 w 369"/>
                <a:gd name="T21" fmla="*/ 193 h 347"/>
                <a:gd name="T22" fmla="*/ 156 w 369"/>
                <a:gd name="T23" fmla="*/ 303 h 347"/>
                <a:gd name="T24" fmla="*/ 46 w 369"/>
                <a:gd name="T25" fmla="*/ 144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9" h="347">
                  <a:moveTo>
                    <a:pt x="145" y="331"/>
                  </a:moveTo>
                  <a:cubicBezTo>
                    <a:pt x="232" y="347"/>
                    <a:pt x="316" y="290"/>
                    <a:pt x="332" y="203"/>
                  </a:cubicBezTo>
                  <a:cubicBezTo>
                    <a:pt x="339" y="164"/>
                    <a:pt x="332" y="125"/>
                    <a:pt x="313" y="93"/>
                  </a:cubicBezTo>
                  <a:cubicBezTo>
                    <a:pt x="369" y="26"/>
                    <a:pt x="369" y="26"/>
                    <a:pt x="369" y="26"/>
                  </a:cubicBezTo>
                  <a:cubicBezTo>
                    <a:pt x="293" y="65"/>
                    <a:pt x="293" y="65"/>
                    <a:pt x="293" y="65"/>
                  </a:cubicBezTo>
                  <a:cubicBezTo>
                    <a:pt x="270" y="40"/>
                    <a:pt x="239" y="22"/>
                    <a:pt x="203" y="16"/>
                  </a:cubicBezTo>
                  <a:cubicBezTo>
                    <a:pt x="116" y="0"/>
                    <a:pt x="32" y="57"/>
                    <a:pt x="16" y="144"/>
                  </a:cubicBezTo>
                  <a:cubicBezTo>
                    <a:pt x="0" y="232"/>
                    <a:pt x="58" y="315"/>
                    <a:pt x="145" y="331"/>
                  </a:cubicBezTo>
                  <a:close/>
                  <a:moveTo>
                    <a:pt x="46" y="144"/>
                  </a:moveTo>
                  <a:cubicBezTo>
                    <a:pt x="60" y="69"/>
                    <a:pt x="131" y="20"/>
                    <a:pt x="206" y="34"/>
                  </a:cubicBezTo>
                  <a:cubicBezTo>
                    <a:pt x="280" y="47"/>
                    <a:pt x="329" y="119"/>
                    <a:pt x="316" y="193"/>
                  </a:cubicBezTo>
                  <a:cubicBezTo>
                    <a:pt x="302" y="268"/>
                    <a:pt x="231" y="317"/>
                    <a:pt x="156" y="303"/>
                  </a:cubicBezTo>
                  <a:cubicBezTo>
                    <a:pt x="82" y="290"/>
                    <a:pt x="33" y="218"/>
                    <a:pt x="4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5" name="Freeform 512"/>
            <p:cNvSpPr>
              <a:spLocks/>
            </p:cNvSpPr>
            <p:nvPr/>
          </p:nvSpPr>
          <p:spPr bwMode="auto">
            <a:xfrm>
              <a:off x="10852150" y="1277938"/>
              <a:ext cx="593725" cy="555625"/>
            </a:xfrm>
            <a:custGeom>
              <a:avLst/>
              <a:gdLst>
                <a:gd name="T0" fmla="*/ 325 w 461"/>
                <a:gd name="T1" fmla="*/ 63 h 431"/>
                <a:gd name="T2" fmla="*/ 382 w 461"/>
                <a:gd name="T3" fmla="*/ 125 h 431"/>
                <a:gd name="T4" fmla="*/ 309 w 461"/>
                <a:gd name="T5" fmla="*/ 140 h 431"/>
                <a:gd name="T6" fmla="*/ 307 w 461"/>
                <a:gd name="T7" fmla="*/ 140 h 431"/>
                <a:gd name="T8" fmla="*/ 283 w 461"/>
                <a:gd name="T9" fmla="*/ 140 h 431"/>
                <a:gd name="T10" fmla="*/ 230 w 461"/>
                <a:gd name="T11" fmla="*/ 170 h 431"/>
                <a:gd name="T12" fmla="*/ 177 w 461"/>
                <a:gd name="T13" fmla="*/ 140 h 431"/>
                <a:gd name="T14" fmla="*/ 153 w 461"/>
                <a:gd name="T15" fmla="*/ 140 h 431"/>
                <a:gd name="T16" fmla="*/ 151 w 461"/>
                <a:gd name="T17" fmla="*/ 140 h 431"/>
                <a:gd name="T18" fmla="*/ 78 w 461"/>
                <a:gd name="T19" fmla="*/ 125 h 431"/>
                <a:gd name="T20" fmla="*/ 136 w 461"/>
                <a:gd name="T21" fmla="*/ 63 h 431"/>
                <a:gd name="T22" fmla="*/ 118 w 461"/>
                <a:gd name="T23" fmla="*/ 24 h 431"/>
                <a:gd name="T24" fmla="*/ 123 w 461"/>
                <a:gd name="T25" fmla="*/ 0 h 431"/>
                <a:gd name="T26" fmla="*/ 105 w 461"/>
                <a:gd name="T27" fmla="*/ 7 h 431"/>
                <a:gd name="T28" fmla="*/ 18 w 461"/>
                <a:gd name="T29" fmla="*/ 145 h 431"/>
                <a:gd name="T30" fmla="*/ 123 w 461"/>
                <a:gd name="T31" fmla="*/ 203 h 431"/>
                <a:gd name="T32" fmla="*/ 123 w 461"/>
                <a:gd name="T33" fmla="*/ 414 h 431"/>
                <a:gd name="T34" fmla="*/ 122 w 461"/>
                <a:gd name="T35" fmla="*/ 420 h 431"/>
                <a:gd name="T36" fmla="*/ 230 w 461"/>
                <a:gd name="T37" fmla="*/ 431 h 431"/>
                <a:gd name="T38" fmla="*/ 339 w 461"/>
                <a:gd name="T39" fmla="*/ 420 h 431"/>
                <a:gd name="T40" fmla="*/ 339 w 461"/>
                <a:gd name="T41" fmla="*/ 414 h 431"/>
                <a:gd name="T42" fmla="*/ 339 w 461"/>
                <a:gd name="T43" fmla="*/ 203 h 431"/>
                <a:gd name="T44" fmla="*/ 444 w 461"/>
                <a:gd name="T45" fmla="*/ 145 h 431"/>
                <a:gd name="T46" fmla="*/ 356 w 461"/>
                <a:gd name="T47" fmla="*/ 7 h 431"/>
                <a:gd name="T48" fmla="*/ 337 w 461"/>
                <a:gd name="T49" fmla="*/ 0 h 431"/>
                <a:gd name="T50" fmla="*/ 342 w 461"/>
                <a:gd name="T51" fmla="*/ 24 h 431"/>
                <a:gd name="T52" fmla="*/ 325 w 461"/>
                <a:gd name="T53" fmla="*/ 63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61" h="431">
                  <a:moveTo>
                    <a:pt x="325" y="63"/>
                  </a:moveTo>
                  <a:cubicBezTo>
                    <a:pt x="375" y="102"/>
                    <a:pt x="381" y="121"/>
                    <a:pt x="382" y="125"/>
                  </a:cubicBezTo>
                  <a:cubicBezTo>
                    <a:pt x="375" y="133"/>
                    <a:pt x="341" y="140"/>
                    <a:pt x="309" y="140"/>
                  </a:cubicBezTo>
                  <a:cubicBezTo>
                    <a:pt x="309" y="140"/>
                    <a:pt x="308" y="140"/>
                    <a:pt x="307" y="140"/>
                  </a:cubicBezTo>
                  <a:cubicBezTo>
                    <a:pt x="283" y="140"/>
                    <a:pt x="283" y="140"/>
                    <a:pt x="283" y="140"/>
                  </a:cubicBezTo>
                  <a:cubicBezTo>
                    <a:pt x="281" y="156"/>
                    <a:pt x="258" y="170"/>
                    <a:pt x="230" y="170"/>
                  </a:cubicBezTo>
                  <a:cubicBezTo>
                    <a:pt x="202" y="170"/>
                    <a:pt x="180" y="156"/>
                    <a:pt x="177" y="140"/>
                  </a:cubicBezTo>
                  <a:cubicBezTo>
                    <a:pt x="153" y="140"/>
                    <a:pt x="153" y="140"/>
                    <a:pt x="153" y="140"/>
                  </a:cubicBezTo>
                  <a:cubicBezTo>
                    <a:pt x="152" y="140"/>
                    <a:pt x="152" y="140"/>
                    <a:pt x="151" y="140"/>
                  </a:cubicBezTo>
                  <a:cubicBezTo>
                    <a:pt x="120" y="140"/>
                    <a:pt x="86" y="133"/>
                    <a:pt x="78" y="125"/>
                  </a:cubicBezTo>
                  <a:cubicBezTo>
                    <a:pt x="79" y="120"/>
                    <a:pt x="86" y="102"/>
                    <a:pt x="136" y="63"/>
                  </a:cubicBezTo>
                  <a:cubicBezTo>
                    <a:pt x="125" y="54"/>
                    <a:pt x="118" y="39"/>
                    <a:pt x="118" y="24"/>
                  </a:cubicBezTo>
                  <a:cubicBezTo>
                    <a:pt x="118" y="15"/>
                    <a:pt x="120" y="7"/>
                    <a:pt x="123" y="0"/>
                  </a:cubicBezTo>
                  <a:cubicBezTo>
                    <a:pt x="117" y="0"/>
                    <a:pt x="110" y="2"/>
                    <a:pt x="105" y="7"/>
                  </a:cubicBezTo>
                  <a:cubicBezTo>
                    <a:pt x="59" y="41"/>
                    <a:pt x="0" y="92"/>
                    <a:pt x="18" y="145"/>
                  </a:cubicBezTo>
                  <a:cubicBezTo>
                    <a:pt x="32" y="186"/>
                    <a:pt x="83" y="199"/>
                    <a:pt x="123" y="203"/>
                  </a:cubicBezTo>
                  <a:cubicBezTo>
                    <a:pt x="123" y="414"/>
                    <a:pt x="123" y="414"/>
                    <a:pt x="123" y="414"/>
                  </a:cubicBezTo>
                  <a:cubicBezTo>
                    <a:pt x="122" y="420"/>
                    <a:pt x="122" y="420"/>
                    <a:pt x="122" y="420"/>
                  </a:cubicBezTo>
                  <a:cubicBezTo>
                    <a:pt x="141" y="423"/>
                    <a:pt x="191" y="431"/>
                    <a:pt x="230" y="431"/>
                  </a:cubicBezTo>
                  <a:cubicBezTo>
                    <a:pt x="270" y="431"/>
                    <a:pt x="320" y="423"/>
                    <a:pt x="339" y="420"/>
                  </a:cubicBezTo>
                  <a:cubicBezTo>
                    <a:pt x="339" y="414"/>
                    <a:pt x="339" y="414"/>
                    <a:pt x="339" y="414"/>
                  </a:cubicBezTo>
                  <a:cubicBezTo>
                    <a:pt x="339" y="203"/>
                    <a:pt x="339" y="203"/>
                    <a:pt x="339" y="203"/>
                  </a:cubicBezTo>
                  <a:cubicBezTo>
                    <a:pt x="375" y="199"/>
                    <a:pt x="430" y="186"/>
                    <a:pt x="444" y="145"/>
                  </a:cubicBezTo>
                  <a:cubicBezTo>
                    <a:pt x="461" y="92"/>
                    <a:pt x="402" y="41"/>
                    <a:pt x="356" y="7"/>
                  </a:cubicBezTo>
                  <a:cubicBezTo>
                    <a:pt x="350" y="2"/>
                    <a:pt x="344" y="0"/>
                    <a:pt x="337" y="0"/>
                  </a:cubicBezTo>
                  <a:cubicBezTo>
                    <a:pt x="340" y="7"/>
                    <a:pt x="342" y="15"/>
                    <a:pt x="342" y="24"/>
                  </a:cubicBezTo>
                  <a:cubicBezTo>
                    <a:pt x="342" y="39"/>
                    <a:pt x="335" y="54"/>
                    <a:pt x="325"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6" name="Freeform 513"/>
            <p:cNvSpPr>
              <a:spLocks/>
            </p:cNvSpPr>
            <p:nvPr/>
          </p:nvSpPr>
          <p:spPr bwMode="auto">
            <a:xfrm>
              <a:off x="11049000" y="1339850"/>
              <a:ext cx="198438" cy="90488"/>
            </a:xfrm>
            <a:custGeom>
              <a:avLst/>
              <a:gdLst>
                <a:gd name="T0" fmla="*/ 44 w 154"/>
                <a:gd name="T1" fmla="*/ 63 h 70"/>
                <a:gd name="T2" fmla="*/ 77 w 154"/>
                <a:gd name="T3" fmla="*/ 70 h 70"/>
                <a:gd name="T4" fmla="*/ 111 w 154"/>
                <a:gd name="T5" fmla="*/ 63 h 70"/>
                <a:gd name="T6" fmla="*/ 154 w 154"/>
                <a:gd name="T7" fmla="*/ 26 h 70"/>
                <a:gd name="T8" fmla="*/ 135 w 154"/>
                <a:gd name="T9" fmla="*/ 29 h 70"/>
                <a:gd name="T10" fmla="*/ 88 w 154"/>
                <a:gd name="T11" fmla="*/ 0 h 70"/>
                <a:gd name="T12" fmla="*/ 67 w 154"/>
                <a:gd name="T13" fmla="*/ 0 h 70"/>
                <a:gd name="T14" fmla="*/ 19 w 154"/>
                <a:gd name="T15" fmla="*/ 29 h 70"/>
                <a:gd name="T16" fmla="*/ 0 w 154"/>
                <a:gd name="T17" fmla="*/ 26 h 70"/>
                <a:gd name="T18" fmla="*/ 44 w 154"/>
                <a:gd name="T19" fmla="*/ 63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4" h="70">
                  <a:moveTo>
                    <a:pt x="44" y="63"/>
                  </a:moveTo>
                  <a:cubicBezTo>
                    <a:pt x="54" y="67"/>
                    <a:pt x="65" y="70"/>
                    <a:pt x="77" y="70"/>
                  </a:cubicBezTo>
                  <a:cubicBezTo>
                    <a:pt x="89" y="70"/>
                    <a:pt x="100" y="67"/>
                    <a:pt x="111" y="63"/>
                  </a:cubicBezTo>
                  <a:cubicBezTo>
                    <a:pt x="129" y="56"/>
                    <a:pt x="144" y="43"/>
                    <a:pt x="154" y="26"/>
                  </a:cubicBezTo>
                  <a:cubicBezTo>
                    <a:pt x="148" y="28"/>
                    <a:pt x="142" y="29"/>
                    <a:pt x="135" y="29"/>
                  </a:cubicBezTo>
                  <a:cubicBezTo>
                    <a:pt x="115" y="29"/>
                    <a:pt x="97" y="20"/>
                    <a:pt x="88" y="0"/>
                  </a:cubicBezTo>
                  <a:cubicBezTo>
                    <a:pt x="67" y="0"/>
                    <a:pt x="67" y="0"/>
                    <a:pt x="67" y="0"/>
                  </a:cubicBezTo>
                  <a:cubicBezTo>
                    <a:pt x="58" y="20"/>
                    <a:pt x="40" y="29"/>
                    <a:pt x="19" y="29"/>
                  </a:cubicBezTo>
                  <a:cubicBezTo>
                    <a:pt x="12" y="29"/>
                    <a:pt x="6" y="28"/>
                    <a:pt x="0" y="26"/>
                  </a:cubicBezTo>
                  <a:cubicBezTo>
                    <a:pt x="10" y="43"/>
                    <a:pt x="25" y="56"/>
                    <a:pt x="4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7" name="Freeform 514"/>
            <p:cNvSpPr>
              <a:spLocks/>
            </p:cNvSpPr>
            <p:nvPr/>
          </p:nvSpPr>
          <p:spPr bwMode="auto">
            <a:xfrm>
              <a:off x="11058525" y="1198563"/>
              <a:ext cx="180975" cy="79375"/>
            </a:xfrm>
            <a:custGeom>
              <a:avLst/>
              <a:gdLst>
                <a:gd name="T0" fmla="*/ 0 w 140"/>
                <a:gd name="T1" fmla="*/ 33 h 62"/>
                <a:gd name="T2" fmla="*/ 12 w 140"/>
                <a:gd name="T3" fmla="*/ 33 h 62"/>
                <a:gd name="T4" fmla="*/ 60 w 140"/>
                <a:gd name="T5" fmla="*/ 62 h 62"/>
                <a:gd name="T6" fmla="*/ 81 w 140"/>
                <a:gd name="T7" fmla="*/ 62 h 62"/>
                <a:gd name="T8" fmla="*/ 128 w 140"/>
                <a:gd name="T9" fmla="*/ 33 h 62"/>
                <a:gd name="T10" fmla="*/ 140 w 140"/>
                <a:gd name="T11" fmla="*/ 33 h 62"/>
                <a:gd name="T12" fmla="*/ 70 w 140"/>
                <a:gd name="T13" fmla="*/ 0 h 62"/>
                <a:gd name="T14" fmla="*/ 0 w 140"/>
                <a:gd name="T15" fmla="*/ 33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0" h="62">
                  <a:moveTo>
                    <a:pt x="0" y="33"/>
                  </a:moveTo>
                  <a:cubicBezTo>
                    <a:pt x="4" y="32"/>
                    <a:pt x="8" y="33"/>
                    <a:pt x="12" y="33"/>
                  </a:cubicBezTo>
                  <a:cubicBezTo>
                    <a:pt x="33" y="33"/>
                    <a:pt x="51" y="42"/>
                    <a:pt x="60" y="62"/>
                  </a:cubicBezTo>
                  <a:cubicBezTo>
                    <a:pt x="81" y="62"/>
                    <a:pt x="81" y="62"/>
                    <a:pt x="81" y="62"/>
                  </a:cubicBezTo>
                  <a:cubicBezTo>
                    <a:pt x="90" y="42"/>
                    <a:pt x="108" y="33"/>
                    <a:pt x="128" y="33"/>
                  </a:cubicBezTo>
                  <a:cubicBezTo>
                    <a:pt x="132" y="33"/>
                    <a:pt x="136" y="33"/>
                    <a:pt x="140" y="33"/>
                  </a:cubicBezTo>
                  <a:cubicBezTo>
                    <a:pt x="124" y="13"/>
                    <a:pt x="98" y="0"/>
                    <a:pt x="70" y="0"/>
                  </a:cubicBezTo>
                  <a:cubicBezTo>
                    <a:pt x="42" y="0"/>
                    <a:pt x="17" y="13"/>
                    <a:pt x="0"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8" name="Freeform 515"/>
            <p:cNvSpPr>
              <a:spLocks noEditPoints="1"/>
            </p:cNvSpPr>
            <p:nvPr/>
          </p:nvSpPr>
          <p:spPr bwMode="auto">
            <a:xfrm>
              <a:off x="11015663" y="1250950"/>
              <a:ext cx="266700" cy="115888"/>
            </a:xfrm>
            <a:custGeom>
              <a:avLst/>
              <a:gdLst>
                <a:gd name="T0" fmla="*/ 118 w 207"/>
                <a:gd name="T1" fmla="*/ 33 h 90"/>
                <a:gd name="T2" fmla="*/ 88 w 207"/>
                <a:gd name="T3" fmla="*/ 33 h 90"/>
                <a:gd name="T4" fmla="*/ 45 w 207"/>
                <a:gd name="T5" fmla="*/ 0 h 90"/>
                <a:gd name="T6" fmla="*/ 0 w 207"/>
                <a:gd name="T7" fmla="*/ 45 h 90"/>
                <a:gd name="T8" fmla="*/ 45 w 207"/>
                <a:gd name="T9" fmla="*/ 90 h 90"/>
                <a:gd name="T10" fmla="*/ 88 w 207"/>
                <a:gd name="T11" fmla="*/ 57 h 90"/>
                <a:gd name="T12" fmla="*/ 118 w 207"/>
                <a:gd name="T13" fmla="*/ 57 h 90"/>
                <a:gd name="T14" fmla="*/ 161 w 207"/>
                <a:gd name="T15" fmla="*/ 89 h 90"/>
                <a:gd name="T16" fmla="*/ 207 w 207"/>
                <a:gd name="T17" fmla="*/ 44 h 90"/>
                <a:gd name="T18" fmla="*/ 161 w 207"/>
                <a:gd name="T19" fmla="*/ 0 h 90"/>
                <a:gd name="T20" fmla="*/ 118 w 207"/>
                <a:gd name="T21" fmla="*/ 33 h 90"/>
                <a:gd name="T22" fmla="*/ 45 w 207"/>
                <a:gd name="T23" fmla="*/ 78 h 90"/>
                <a:gd name="T24" fmla="*/ 12 w 207"/>
                <a:gd name="T25" fmla="*/ 45 h 90"/>
                <a:gd name="T26" fmla="*/ 45 w 207"/>
                <a:gd name="T27" fmla="*/ 12 h 90"/>
                <a:gd name="T28" fmla="*/ 78 w 207"/>
                <a:gd name="T29" fmla="*/ 45 h 90"/>
                <a:gd name="T30" fmla="*/ 45 w 207"/>
                <a:gd name="T31" fmla="*/ 78 h 90"/>
                <a:gd name="T32" fmla="*/ 161 w 207"/>
                <a:gd name="T33" fmla="*/ 78 h 90"/>
                <a:gd name="T34" fmla="*/ 128 w 207"/>
                <a:gd name="T35" fmla="*/ 45 h 90"/>
                <a:gd name="T36" fmla="*/ 161 w 207"/>
                <a:gd name="T37" fmla="*/ 12 h 90"/>
                <a:gd name="T38" fmla="*/ 194 w 207"/>
                <a:gd name="T39" fmla="*/ 45 h 90"/>
                <a:gd name="T40" fmla="*/ 161 w 207"/>
                <a:gd name="T41" fmla="*/ 78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7" h="90">
                  <a:moveTo>
                    <a:pt x="118" y="33"/>
                  </a:moveTo>
                  <a:cubicBezTo>
                    <a:pt x="88" y="33"/>
                    <a:pt x="88" y="33"/>
                    <a:pt x="88" y="33"/>
                  </a:cubicBezTo>
                  <a:cubicBezTo>
                    <a:pt x="83" y="13"/>
                    <a:pt x="65" y="0"/>
                    <a:pt x="45" y="0"/>
                  </a:cubicBezTo>
                  <a:cubicBezTo>
                    <a:pt x="20" y="0"/>
                    <a:pt x="0" y="20"/>
                    <a:pt x="0" y="45"/>
                  </a:cubicBezTo>
                  <a:cubicBezTo>
                    <a:pt x="0" y="70"/>
                    <a:pt x="20" y="90"/>
                    <a:pt x="45" y="90"/>
                  </a:cubicBezTo>
                  <a:cubicBezTo>
                    <a:pt x="65" y="90"/>
                    <a:pt x="83" y="77"/>
                    <a:pt x="88" y="57"/>
                  </a:cubicBezTo>
                  <a:cubicBezTo>
                    <a:pt x="118" y="57"/>
                    <a:pt x="118" y="57"/>
                    <a:pt x="118" y="57"/>
                  </a:cubicBezTo>
                  <a:cubicBezTo>
                    <a:pt x="124" y="77"/>
                    <a:pt x="141" y="89"/>
                    <a:pt x="161" y="89"/>
                  </a:cubicBezTo>
                  <a:cubicBezTo>
                    <a:pt x="186" y="89"/>
                    <a:pt x="207" y="69"/>
                    <a:pt x="207" y="44"/>
                  </a:cubicBezTo>
                  <a:cubicBezTo>
                    <a:pt x="207" y="20"/>
                    <a:pt x="186" y="0"/>
                    <a:pt x="161" y="0"/>
                  </a:cubicBezTo>
                  <a:cubicBezTo>
                    <a:pt x="141" y="0"/>
                    <a:pt x="124" y="13"/>
                    <a:pt x="118" y="33"/>
                  </a:cubicBezTo>
                  <a:close/>
                  <a:moveTo>
                    <a:pt x="45" y="78"/>
                  </a:moveTo>
                  <a:cubicBezTo>
                    <a:pt x="27" y="78"/>
                    <a:pt x="12" y="63"/>
                    <a:pt x="12" y="45"/>
                  </a:cubicBezTo>
                  <a:cubicBezTo>
                    <a:pt x="12" y="26"/>
                    <a:pt x="27" y="12"/>
                    <a:pt x="45" y="12"/>
                  </a:cubicBezTo>
                  <a:cubicBezTo>
                    <a:pt x="63" y="12"/>
                    <a:pt x="78" y="26"/>
                    <a:pt x="78" y="45"/>
                  </a:cubicBezTo>
                  <a:cubicBezTo>
                    <a:pt x="78" y="63"/>
                    <a:pt x="63" y="78"/>
                    <a:pt x="45" y="78"/>
                  </a:cubicBezTo>
                  <a:close/>
                  <a:moveTo>
                    <a:pt x="161" y="78"/>
                  </a:moveTo>
                  <a:cubicBezTo>
                    <a:pt x="143" y="78"/>
                    <a:pt x="128" y="63"/>
                    <a:pt x="128" y="45"/>
                  </a:cubicBezTo>
                  <a:cubicBezTo>
                    <a:pt x="128" y="26"/>
                    <a:pt x="143" y="12"/>
                    <a:pt x="161" y="12"/>
                  </a:cubicBezTo>
                  <a:cubicBezTo>
                    <a:pt x="180" y="12"/>
                    <a:pt x="194" y="26"/>
                    <a:pt x="194" y="45"/>
                  </a:cubicBezTo>
                  <a:cubicBezTo>
                    <a:pt x="194" y="63"/>
                    <a:pt x="180" y="78"/>
                    <a:pt x="161"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9" name="Freeform 516"/>
            <p:cNvSpPr>
              <a:spLocks/>
            </p:cNvSpPr>
            <p:nvPr/>
          </p:nvSpPr>
          <p:spPr bwMode="auto">
            <a:xfrm>
              <a:off x="11060113" y="1304925"/>
              <a:ext cx="17463" cy="17463"/>
            </a:xfrm>
            <a:custGeom>
              <a:avLst/>
              <a:gdLst>
                <a:gd name="T0" fmla="*/ 0 w 11"/>
                <a:gd name="T1" fmla="*/ 1 h 11"/>
                <a:gd name="T2" fmla="*/ 10 w 11"/>
                <a:gd name="T3" fmla="*/ 11 h 11"/>
                <a:gd name="T4" fmla="*/ 11 w 11"/>
                <a:gd name="T5" fmla="*/ 9 h 11"/>
                <a:gd name="T6" fmla="*/ 2 w 11"/>
                <a:gd name="T7" fmla="*/ 0 h 11"/>
                <a:gd name="T8" fmla="*/ 0 w 11"/>
                <a:gd name="T9" fmla="*/ 1 h 11"/>
              </a:gdLst>
              <a:ahLst/>
              <a:cxnLst>
                <a:cxn ang="0">
                  <a:pos x="T0" y="T1"/>
                </a:cxn>
                <a:cxn ang="0">
                  <a:pos x="T2" y="T3"/>
                </a:cxn>
                <a:cxn ang="0">
                  <a:pos x="T4" y="T5"/>
                </a:cxn>
                <a:cxn ang="0">
                  <a:pos x="T6" y="T7"/>
                </a:cxn>
                <a:cxn ang="0">
                  <a:pos x="T8" y="T9"/>
                </a:cxn>
              </a:cxnLst>
              <a:rect l="0" t="0" r="r" b="b"/>
              <a:pathLst>
                <a:path w="11" h="11">
                  <a:moveTo>
                    <a:pt x="0" y="1"/>
                  </a:moveTo>
                  <a:lnTo>
                    <a:pt x="10" y="11"/>
                  </a:lnTo>
                  <a:lnTo>
                    <a:pt x="11" y="9"/>
                  </a:lnTo>
                  <a:lnTo>
                    <a:pt x="2"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0" name="Freeform 517"/>
            <p:cNvSpPr>
              <a:spLocks/>
            </p:cNvSpPr>
            <p:nvPr/>
          </p:nvSpPr>
          <p:spPr bwMode="auto">
            <a:xfrm>
              <a:off x="11069638" y="1295400"/>
              <a:ext cx="17463" cy="19050"/>
            </a:xfrm>
            <a:custGeom>
              <a:avLst/>
              <a:gdLst>
                <a:gd name="T0" fmla="*/ 9 w 11"/>
                <a:gd name="T1" fmla="*/ 12 h 12"/>
                <a:gd name="T2" fmla="*/ 11 w 11"/>
                <a:gd name="T3" fmla="*/ 11 h 12"/>
                <a:gd name="T4" fmla="*/ 0 w 11"/>
                <a:gd name="T5" fmla="*/ 0 h 12"/>
                <a:gd name="T6" fmla="*/ 0 w 11"/>
                <a:gd name="T7" fmla="*/ 2 h 12"/>
                <a:gd name="T8" fmla="*/ 9 w 11"/>
                <a:gd name="T9" fmla="*/ 12 h 12"/>
              </a:gdLst>
              <a:ahLst/>
              <a:cxnLst>
                <a:cxn ang="0">
                  <a:pos x="T0" y="T1"/>
                </a:cxn>
                <a:cxn ang="0">
                  <a:pos x="T2" y="T3"/>
                </a:cxn>
                <a:cxn ang="0">
                  <a:pos x="T4" y="T5"/>
                </a:cxn>
                <a:cxn ang="0">
                  <a:pos x="T6" y="T7"/>
                </a:cxn>
                <a:cxn ang="0">
                  <a:pos x="T8" y="T9"/>
                </a:cxn>
              </a:cxnLst>
              <a:rect l="0" t="0" r="r" b="b"/>
              <a:pathLst>
                <a:path w="11" h="12">
                  <a:moveTo>
                    <a:pt x="9" y="12"/>
                  </a:moveTo>
                  <a:lnTo>
                    <a:pt x="11" y="11"/>
                  </a:lnTo>
                  <a:lnTo>
                    <a:pt x="0" y="0"/>
                  </a:lnTo>
                  <a:lnTo>
                    <a:pt x="0" y="2"/>
                  </a:lnTo>
                  <a:lnTo>
                    <a:pt x="9"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1" name="Freeform 518"/>
            <p:cNvSpPr>
              <a:spLocks/>
            </p:cNvSpPr>
            <p:nvPr/>
          </p:nvSpPr>
          <p:spPr bwMode="auto">
            <a:xfrm>
              <a:off x="11049000" y="1285875"/>
              <a:ext cx="47625" cy="47625"/>
            </a:xfrm>
            <a:custGeom>
              <a:avLst/>
              <a:gdLst>
                <a:gd name="T0" fmla="*/ 29 w 30"/>
                <a:gd name="T1" fmla="*/ 30 h 30"/>
                <a:gd name="T2" fmla="*/ 30 w 30"/>
                <a:gd name="T3" fmla="*/ 28 h 30"/>
                <a:gd name="T4" fmla="*/ 2 w 30"/>
                <a:gd name="T5" fmla="*/ 0 h 30"/>
                <a:gd name="T6" fmla="*/ 0 w 30"/>
                <a:gd name="T7" fmla="*/ 2 h 30"/>
                <a:gd name="T8" fmla="*/ 29 w 30"/>
                <a:gd name="T9" fmla="*/ 30 h 30"/>
              </a:gdLst>
              <a:ahLst/>
              <a:cxnLst>
                <a:cxn ang="0">
                  <a:pos x="T0" y="T1"/>
                </a:cxn>
                <a:cxn ang="0">
                  <a:pos x="T2" y="T3"/>
                </a:cxn>
                <a:cxn ang="0">
                  <a:pos x="T4" y="T5"/>
                </a:cxn>
                <a:cxn ang="0">
                  <a:pos x="T6" y="T7"/>
                </a:cxn>
                <a:cxn ang="0">
                  <a:pos x="T8" y="T9"/>
                </a:cxn>
              </a:cxnLst>
              <a:rect l="0" t="0" r="r" b="b"/>
              <a:pathLst>
                <a:path w="30" h="30">
                  <a:moveTo>
                    <a:pt x="29" y="30"/>
                  </a:moveTo>
                  <a:lnTo>
                    <a:pt x="30" y="28"/>
                  </a:lnTo>
                  <a:lnTo>
                    <a:pt x="2" y="0"/>
                  </a:lnTo>
                  <a:lnTo>
                    <a:pt x="0" y="2"/>
                  </a:lnTo>
                  <a:lnTo>
                    <a:pt x="29"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2" name="Freeform 519"/>
            <p:cNvSpPr>
              <a:spLocks/>
            </p:cNvSpPr>
            <p:nvPr/>
          </p:nvSpPr>
          <p:spPr bwMode="auto">
            <a:xfrm>
              <a:off x="11212513" y="1304925"/>
              <a:ext cx="19050" cy="17463"/>
            </a:xfrm>
            <a:custGeom>
              <a:avLst/>
              <a:gdLst>
                <a:gd name="T0" fmla="*/ 1 w 12"/>
                <a:gd name="T1" fmla="*/ 0 h 11"/>
                <a:gd name="T2" fmla="*/ 0 w 12"/>
                <a:gd name="T3" fmla="*/ 1 h 11"/>
                <a:gd name="T4" fmla="*/ 10 w 12"/>
                <a:gd name="T5" fmla="*/ 11 h 11"/>
                <a:gd name="T6" fmla="*/ 12 w 12"/>
                <a:gd name="T7" fmla="*/ 9 h 11"/>
                <a:gd name="T8" fmla="*/ 1 w 12"/>
                <a:gd name="T9" fmla="*/ 0 h 11"/>
              </a:gdLst>
              <a:ahLst/>
              <a:cxnLst>
                <a:cxn ang="0">
                  <a:pos x="T0" y="T1"/>
                </a:cxn>
                <a:cxn ang="0">
                  <a:pos x="T2" y="T3"/>
                </a:cxn>
                <a:cxn ang="0">
                  <a:pos x="T4" y="T5"/>
                </a:cxn>
                <a:cxn ang="0">
                  <a:pos x="T6" y="T7"/>
                </a:cxn>
                <a:cxn ang="0">
                  <a:pos x="T8" y="T9"/>
                </a:cxn>
              </a:cxnLst>
              <a:rect l="0" t="0" r="r" b="b"/>
              <a:pathLst>
                <a:path w="12" h="11">
                  <a:moveTo>
                    <a:pt x="1" y="0"/>
                  </a:moveTo>
                  <a:lnTo>
                    <a:pt x="0" y="1"/>
                  </a:lnTo>
                  <a:lnTo>
                    <a:pt x="10" y="11"/>
                  </a:lnTo>
                  <a:lnTo>
                    <a:pt x="12" y="9"/>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3" name="Freeform 520"/>
            <p:cNvSpPr>
              <a:spLocks/>
            </p:cNvSpPr>
            <p:nvPr/>
          </p:nvSpPr>
          <p:spPr bwMode="auto">
            <a:xfrm>
              <a:off x="11220450" y="1295400"/>
              <a:ext cx="19050" cy="19050"/>
            </a:xfrm>
            <a:custGeom>
              <a:avLst/>
              <a:gdLst>
                <a:gd name="T0" fmla="*/ 2 w 12"/>
                <a:gd name="T1" fmla="*/ 0 h 12"/>
                <a:gd name="T2" fmla="*/ 0 w 12"/>
                <a:gd name="T3" fmla="*/ 2 h 12"/>
                <a:gd name="T4" fmla="*/ 11 w 12"/>
                <a:gd name="T5" fmla="*/ 12 h 12"/>
                <a:gd name="T6" fmla="*/ 12 w 12"/>
                <a:gd name="T7" fmla="*/ 11 h 12"/>
                <a:gd name="T8" fmla="*/ 2 w 12"/>
                <a:gd name="T9" fmla="*/ 0 h 12"/>
              </a:gdLst>
              <a:ahLst/>
              <a:cxnLst>
                <a:cxn ang="0">
                  <a:pos x="T0" y="T1"/>
                </a:cxn>
                <a:cxn ang="0">
                  <a:pos x="T2" y="T3"/>
                </a:cxn>
                <a:cxn ang="0">
                  <a:pos x="T4" y="T5"/>
                </a:cxn>
                <a:cxn ang="0">
                  <a:pos x="T6" y="T7"/>
                </a:cxn>
                <a:cxn ang="0">
                  <a:pos x="T8" y="T9"/>
                </a:cxn>
              </a:cxnLst>
              <a:rect l="0" t="0" r="r" b="b"/>
              <a:pathLst>
                <a:path w="12" h="12">
                  <a:moveTo>
                    <a:pt x="2" y="0"/>
                  </a:moveTo>
                  <a:lnTo>
                    <a:pt x="0" y="2"/>
                  </a:lnTo>
                  <a:lnTo>
                    <a:pt x="11" y="12"/>
                  </a:lnTo>
                  <a:lnTo>
                    <a:pt x="12" y="11"/>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4" name="Freeform 521"/>
            <p:cNvSpPr>
              <a:spLocks/>
            </p:cNvSpPr>
            <p:nvPr/>
          </p:nvSpPr>
          <p:spPr bwMode="auto">
            <a:xfrm>
              <a:off x="11202988" y="1285875"/>
              <a:ext cx="46038" cy="47625"/>
            </a:xfrm>
            <a:custGeom>
              <a:avLst/>
              <a:gdLst>
                <a:gd name="T0" fmla="*/ 29 w 29"/>
                <a:gd name="T1" fmla="*/ 28 h 30"/>
                <a:gd name="T2" fmla="*/ 2 w 29"/>
                <a:gd name="T3" fmla="*/ 0 h 30"/>
                <a:gd name="T4" fmla="*/ 0 w 29"/>
                <a:gd name="T5" fmla="*/ 2 h 30"/>
                <a:gd name="T6" fmla="*/ 28 w 29"/>
                <a:gd name="T7" fmla="*/ 30 h 30"/>
                <a:gd name="T8" fmla="*/ 29 w 29"/>
                <a:gd name="T9" fmla="*/ 28 h 30"/>
              </a:gdLst>
              <a:ahLst/>
              <a:cxnLst>
                <a:cxn ang="0">
                  <a:pos x="T0" y="T1"/>
                </a:cxn>
                <a:cxn ang="0">
                  <a:pos x="T2" y="T3"/>
                </a:cxn>
                <a:cxn ang="0">
                  <a:pos x="T4" y="T5"/>
                </a:cxn>
                <a:cxn ang="0">
                  <a:pos x="T6" y="T7"/>
                </a:cxn>
                <a:cxn ang="0">
                  <a:pos x="T8" y="T9"/>
                </a:cxn>
              </a:cxnLst>
              <a:rect l="0" t="0" r="r" b="b"/>
              <a:pathLst>
                <a:path w="29" h="30">
                  <a:moveTo>
                    <a:pt x="29" y="28"/>
                  </a:moveTo>
                  <a:lnTo>
                    <a:pt x="2" y="0"/>
                  </a:lnTo>
                  <a:lnTo>
                    <a:pt x="0" y="2"/>
                  </a:lnTo>
                  <a:lnTo>
                    <a:pt x="28" y="30"/>
                  </a:lnTo>
                  <a:lnTo>
                    <a:pt x="2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5" name="Freeform 522"/>
            <p:cNvSpPr>
              <a:spLocks/>
            </p:cNvSpPr>
            <p:nvPr/>
          </p:nvSpPr>
          <p:spPr bwMode="auto">
            <a:xfrm>
              <a:off x="10656888" y="1690688"/>
              <a:ext cx="112713" cy="207963"/>
            </a:xfrm>
            <a:custGeom>
              <a:avLst/>
              <a:gdLst>
                <a:gd name="T0" fmla="*/ 7 w 87"/>
                <a:gd name="T1" fmla="*/ 83 h 162"/>
                <a:gd name="T2" fmla="*/ 8 w 87"/>
                <a:gd name="T3" fmla="*/ 83 h 162"/>
                <a:gd name="T4" fmla="*/ 14 w 87"/>
                <a:gd name="T5" fmla="*/ 76 h 162"/>
                <a:gd name="T6" fmla="*/ 13 w 87"/>
                <a:gd name="T7" fmla="*/ 60 h 162"/>
                <a:gd name="T8" fmla="*/ 19 w 87"/>
                <a:gd name="T9" fmla="*/ 21 h 162"/>
                <a:gd name="T10" fmla="*/ 19 w 87"/>
                <a:gd name="T11" fmla="*/ 49 h 162"/>
                <a:gd name="T12" fmla="*/ 19 w 87"/>
                <a:gd name="T13" fmla="*/ 66 h 162"/>
                <a:gd name="T14" fmla="*/ 19 w 87"/>
                <a:gd name="T15" fmla="*/ 151 h 162"/>
                <a:gd name="T16" fmla="*/ 31 w 87"/>
                <a:gd name="T17" fmla="*/ 162 h 162"/>
                <a:gd name="T18" fmla="*/ 43 w 87"/>
                <a:gd name="T19" fmla="*/ 151 h 162"/>
                <a:gd name="T20" fmla="*/ 43 w 87"/>
                <a:gd name="T21" fmla="*/ 72 h 162"/>
                <a:gd name="T22" fmla="*/ 47 w 87"/>
                <a:gd name="T23" fmla="*/ 72 h 162"/>
                <a:gd name="T24" fmla="*/ 47 w 87"/>
                <a:gd name="T25" fmla="*/ 151 h 162"/>
                <a:gd name="T26" fmla="*/ 57 w 87"/>
                <a:gd name="T27" fmla="*/ 162 h 162"/>
                <a:gd name="T28" fmla="*/ 67 w 87"/>
                <a:gd name="T29" fmla="*/ 151 h 162"/>
                <a:gd name="T30" fmla="*/ 67 w 87"/>
                <a:gd name="T31" fmla="*/ 66 h 162"/>
                <a:gd name="T32" fmla="*/ 67 w 87"/>
                <a:gd name="T33" fmla="*/ 49 h 162"/>
                <a:gd name="T34" fmla="*/ 67 w 87"/>
                <a:gd name="T35" fmla="*/ 21 h 162"/>
                <a:gd name="T36" fmla="*/ 68 w 87"/>
                <a:gd name="T37" fmla="*/ 24 h 162"/>
                <a:gd name="T38" fmla="*/ 73 w 87"/>
                <a:gd name="T39" fmla="*/ 60 h 162"/>
                <a:gd name="T40" fmla="*/ 72 w 87"/>
                <a:gd name="T41" fmla="*/ 76 h 162"/>
                <a:gd name="T42" fmla="*/ 79 w 87"/>
                <a:gd name="T43" fmla="*/ 83 h 162"/>
                <a:gd name="T44" fmla="*/ 79 w 87"/>
                <a:gd name="T45" fmla="*/ 83 h 162"/>
                <a:gd name="T46" fmla="*/ 86 w 87"/>
                <a:gd name="T47" fmla="*/ 76 h 162"/>
                <a:gd name="T48" fmla="*/ 87 w 87"/>
                <a:gd name="T49" fmla="*/ 60 h 162"/>
                <a:gd name="T50" fmla="*/ 77 w 87"/>
                <a:gd name="T51" fmla="*/ 10 h 162"/>
                <a:gd name="T52" fmla="*/ 67 w 87"/>
                <a:gd name="T53" fmla="*/ 2 h 162"/>
                <a:gd name="T54" fmla="*/ 59 w 87"/>
                <a:gd name="T55" fmla="*/ 0 h 162"/>
                <a:gd name="T56" fmla="*/ 59 w 87"/>
                <a:gd name="T57" fmla="*/ 0 h 162"/>
                <a:gd name="T58" fmla="*/ 60 w 87"/>
                <a:gd name="T59" fmla="*/ 0 h 162"/>
                <a:gd name="T60" fmla="*/ 26 w 87"/>
                <a:gd name="T61" fmla="*/ 0 h 162"/>
                <a:gd name="T62" fmla="*/ 26 w 87"/>
                <a:gd name="T63" fmla="*/ 0 h 162"/>
                <a:gd name="T64" fmla="*/ 26 w 87"/>
                <a:gd name="T65" fmla="*/ 0 h 162"/>
                <a:gd name="T66" fmla="*/ 19 w 87"/>
                <a:gd name="T67" fmla="*/ 2 h 162"/>
                <a:gd name="T68" fmla="*/ 6 w 87"/>
                <a:gd name="T69" fmla="*/ 18 h 162"/>
                <a:gd name="T70" fmla="*/ 0 w 87"/>
                <a:gd name="T71" fmla="*/ 60 h 162"/>
                <a:gd name="T72" fmla="*/ 0 w 87"/>
                <a:gd name="T73" fmla="*/ 76 h 162"/>
                <a:gd name="T74" fmla="*/ 7 w 87"/>
                <a:gd name="T75" fmla="*/ 83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 h="162">
                  <a:moveTo>
                    <a:pt x="7" y="83"/>
                  </a:moveTo>
                  <a:cubicBezTo>
                    <a:pt x="7" y="83"/>
                    <a:pt x="7" y="83"/>
                    <a:pt x="8" y="83"/>
                  </a:cubicBezTo>
                  <a:cubicBezTo>
                    <a:pt x="11" y="83"/>
                    <a:pt x="14" y="79"/>
                    <a:pt x="14" y="76"/>
                  </a:cubicBezTo>
                  <a:cubicBezTo>
                    <a:pt x="14" y="70"/>
                    <a:pt x="13" y="65"/>
                    <a:pt x="13" y="60"/>
                  </a:cubicBezTo>
                  <a:cubicBezTo>
                    <a:pt x="13" y="39"/>
                    <a:pt x="15" y="27"/>
                    <a:pt x="19" y="21"/>
                  </a:cubicBezTo>
                  <a:cubicBezTo>
                    <a:pt x="19" y="49"/>
                    <a:pt x="19" y="49"/>
                    <a:pt x="19" y="49"/>
                  </a:cubicBezTo>
                  <a:cubicBezTo>
                    <a:pt x="19" y="66"/>
                    <a:pt x="19" y="66"/>
                    <a:pt x="19" y="66"/>
                  </a:cubicBezTo>
                  <a:cubicBezTo>
                    <a:pt x="19" y="151"/>
                    <a:pt x="19" y="151"/>
                    <a:pt x="19" y="151"/>
                  </a:cubicBezTo>
                  <a:cubicBezTo>
                    <a:pt x="19" y="157"/>
                    <a:pt x="25" y="162"/>
                    <a:pt x="31" y="162"/>
                  </a:cubicBezTo>
                  <a:cubicBezTo>
                    <a:pt x="37" y="162"/>
                    <a:pt x="43" y="157"/>
                    <a:pt x="43" y="151"/>
                  </a:cubicBezTo>
                  <a:cubicBezTo>
                    <a:pt x="43" y="72"/>
                    <a:pt x="43" y="72"/>
                    <a:pt x="43" y="72"/>
                  </a:cubicBezTo>
                  <a:cubicBezTo>
                    <a:pt x="47" y="72"/>
                    <a:pt x="47" y="72"/>
                    <a:pt x="47" y="72"/>
                  </a:cubicBezTo>
                  <a:cubicBezTo>
                    <a:pt x="47" y="151"/>
                    <a:pt x="47" y="151"/>
                    <a:pt x="47" y="151"/>
                  </a:cubicBezTo>
                  <a:cubicBezTo>
                    <a:pt x="47" y="157"/>
                    <a:pt x="51" y="162"/>
                    <a:pt x="57" y="162"/>
                  </a:cubicBezTo>
                  <a:cubicBezTo>
                    <a:pt x="63" y="162"/>
                    <a:pt x="67" y="157"/>
                    <a:pt x="67" y="151"/>
                  </a:cubicBezTo>
                  <a:cubicBezTo>
                    <a:pt x="67" y="66"/>
                    <a:pt x="67" y="66"/>
                    <a:pt x="67" y="66"/>
                  </a:cubicBezTo>
                  <a:cubicBezTo>
                    <a:pt x="67" y="49"/>
                    <a:pt x="67" y="49"/>
                    <a:pt x="67" y="49"/>
                  </a:cubicBezTo>
                  <a:cubicBezTo>
                    <a:pt x="67" y="21"/>
                    <a:pt x="67" y="21"/>
                    <a:pt x="67" y="21"/>
                  </a:cubicBezTo>
                  <a:cubicBezTo>
                    <a:pt x="67" y="22"/>
                    <a:pt x="68" y="23"/>
                    <a:pt x="68" y="24"/>
                  </a:cubicBezTo>
                  <a:cubicBezTo>
                    <a:pt x="71" y="31"/>
                    <a:pt x="73" y="42"/>
                    <a:pt x="73" y="60"/>
                  </a:cubicBezTo>
                  <a:cubicBezTo>
                    <a:pt x="73" y="65"/>
                    <a:pt x="73" y="70"/>
                    <a:pt x="72" y="76"/>
                  </a:cubicBezTo>
                  <a:cubicBezTo>
                    <a:pt x="72" y="79"/>
                    <a:pt x="75" y="83"/>
                    <a:pt x="79" y="83"/>
                  </a:cubicBezTo>
                  <a:cubicBezTo>
                    <a:pt x="79" y="83"/>
                    <a:pt x="79" y="83"/>
                    <a:pt x="79" y="83"/>
                  </a:cubicBezTo>
                  <a:cubicBezTo>
                    <a:pt x="83" y="83"/>
                    <a:pt x="86" y="80"/>
                    <a:pt x="86" y="76"/>
                  </a:cubicBezTo>
                  <a:cubicBezTo>
                    <a:pt x="87" y="70"/>
                    <a:pt x="87" y="65"/>
                    <a:pt x="87" y="60"/>
                  </a:cubicBezTo>
                  <a:cubicBezTo>
                    <a:pt x="87" y="33"/>
                    <a:pt x="83" y="19"/>
                    <a:pt x="77" y="10"/>
                  </a:cubicBezTo>
                  <a:cubicBezTo>
                    <a:pt x="74" y="6"/>
                    <a:pt x="70" y="3"/>
                    <a:pt x="67" y="2"/>
                  </a:cubicBezTo>
                  <a:cubicBezTo>
                    <a:pt x="64" y="0"/>
                    <a:pt x="63" y="0"/>
                    <a:pt x="59" y="0"/>
                  </a:cubicBezTo>
                  <a:cubicBezTo>
                    <a:pt x="59" y="0"/>
                    <a:pt x="59" y="0"/>
                    <a:pt x="59" y="0"/>
                  </a:cubicBezTo>
                  <a:cubicBezTo>
                    <a:pt x="59" y="0"/>
                    <a:pt x="60" y="0"/>
                    <a:pt x="60" y="0"/>
                  </a:cubicBezTo>
                  <a:cubicBezTo>
                    <a:pt x="26" y="0"/>
                    <a:pt x="26" y="0"/>
                    <a:pt x="26" y="0"/>
                  </a:cubicBezTo>
                  <a:cubicBezTo>
                    <a:pt x="26" y="0"/>
                    <a:pt x="26" y="0"/>
                    <a:pt x="26" y="0"/>
                  </a:cubicBezTo>
                  <a:cubicBezTo>
                    <a:pt x="26" y="0"/>
                    <a:pt x="26" y="0"/>
                    <a:pt x="26" y="0"/>
                  </a:cubicBezTo>
                  <a:cubicBezTo>
                    <a:pt x="25" y="0"/>
                    <a:pt x="22" y="0"/>
                    <a:pt x="19" y="2"/>
                  </a:cubicBezTo>
                  <a:cubicBezTo>
                    <a:pt x="14" y="4"/>
                    <a:pt x="9" y="9"/>
                    <a:pt x="6" y="18"/>
                  </a:cubicBezTo>
                  <a:cubicBezTo>
                    <a:pt x="2" y="27"/>
                    <a:pt x="0" y="40"/>
                    <a:pt x="0" y="60"/>
                  </a:cubicBezTo>
                  <a:cubicBezTo>
                    <a:pt x="0" y="65"/>
                    <a:pt x="0" y="70"/>
                    <a:pt x="0" y="76"/>
                  </a:cubicBezTo>
                  <a:cubicBezTo>
                    <a:pt x="0" y="80"/>
                    <a:pt x="4" y="83"/>
                    <a:pt x="7"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6" name="Oval 523"/>
            <p:cNvSpPr>
              <a:spLocks noChangeArrowheads="1"/>
            </p:cNvSpPr>
            <p:nvPr/>
          </p:nvSpPr>
          <p:spPr bwMode="auto">
            <a:xfrm>
              <a:off x="10687050" y="1633538"/>
              <a:ext cx="50800" cy="508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7" name="Freeform 524"/>
            <p:cNvSpPr>
              <a:spLocks/>
            </p:cNvSpPr>
            <p:nvPr/>
          </p:nvSpPr>
          <p:spPr bwMode="auto">
            <a:xfrm>
              <a:off x="10812463" y="869950"/>
              <a:ext cx="112713" cy="209550"/>
            </a:xfrm>
            <a:custGeom>
              <a:avLst/>
              <a:gdLst>
                <a:gd name="T0" fmla="*/ 8 w 87"/>
                <a:gd name="T1" fmla="*/ 83 h 162"/>
                <a:gd name="T2" fmla="*/ 8 w 87"/>
                <a:gd name="T3" fmla="*/ 83 h 162"/>
                <a:gd name="T4" fmla="*/ 15 w 87"/>
                <a:gd name="T5" fmla="*/ 76 h 162"/>
                <a:gd name="T6" fmla="*/ 15 w 87"/>
                <a:gd name="T7" fmla="*/ 60 h 162"/>
                <a:gd name="T8" fmla="*/ 22 w 87"/>
                <a:gd name="T9" fmla="*/ 21 h 162"/>
                <a:gd name="T10" fmla="*/ 22 w 87"/>
                <a:gd name="T11" fmla="*/ 50 h 162"/>
                <a:gd name="T12" fmla="*/ 22 w 87"/>
                <a:gd name="T13" fmla="*/ 66 h 162"/>
                <a:gd name="T14" fmla="*/ 22 w 87"/>
                <a:gd name="T15" fmla="*/ 152 h 162"/>
                <a:gd name="T16" fmla="*/ 32 w 87"/>
                <a:gd name="T17" fmla="*/ 162 h 162"/>
                <a:gd name="T18" fmla="*/ 42 w 87"/>
                <a:gd name="T19" fmla="*/ 152 h 162"/>
                <a:gd name="T20" fmla="*/ 42 w 87"/>
                <a:gd name="T21" fmla="*/ 73 h 162"/>
                <a:gd name="T22" fmla="*/ 46 w 87"/>
                <a:gd name="T23" fmla="*/ 73 h 162"/>
                <a:gd name="T24" fmla="*/ 46 w 87"/>
                <a:gd name="T25" fmla="*/ 152 h 162"/>
                <a:gd name="T26" fmla="*/ 56 w 87"/>
                <a:gd name="T27" fmla="*/ 162 h 162"/>
                <a:gd name="T28" fmla="*/ 66 w 87"/>
                <a:gd name="T29" fmla="*/ 152 h 162"/>
                <a:gd name="T30" fmla="*/ 66 w 87"/>
                <a:gd name="T31" fmla="*/ 66 h 162"/>
                <a:gd name="T32" fmla="*/ 66 w 87"/>
                <a:gd name="T33" fmla="*/ 50 h 162"/>
                <a:gd name="T34" fmla="*/ 66 w 87"/>
                <a:gd name="T35" fmla="*/ 21 h 162"/>
                <a:gd name="T36" fmla="*/ 68 w 87"/>
                <a:gd name="T37" fmla="*/ 25 h 162"/>
                <a:gd name="T38" fmla="*/ 73 w 87"/>
                <a:gd name="T39" fmla="*/ 60 h 162"/>
                <a:gd name="T40" fmla="*/ 73 w 87"/>
                <a:gd name="T41" fmla="*/ 76 h 162"/>
                <a:gd name="T42" fmla="*/ 79 w 87"/>
                <a:gd name="T43" fmla="*/ 83 h 162"/>
                <a:gd name="T44" fmla="*/ 80 w 87"/>
                <a:gd name="T45" fmla="*/ 83 h 162"/>
                <a:gd name="T46" fmla="*/ 87 w 87"/>
                <a:gd name="T47" fmla="*/ 77 h 162"/>
                <a:gd name="T48" fmla="*/ 87 w 87"/>
                <a:gd name="T49" fmla="*/ 60 h 162"/>
                <a:gd name="T50" fmla="*/ 77 w 87"/>
                <a:gd name="T51" fmla="*/ 11 h 162"/>
                <a:gd name="T52" fmla="*/ 69 w 87"/>
                <a:gd name="T53" fmla="*/ 2 h 162"/>
                <a:gd name="T54" fmla="*/ 62 w 87"/>
                <a:gd name="T55" fmla="*/ 0 h 162"/>
                <a:gd name="T56" fmla="*/ 62 w 87"/>
                <a:gd name="T57" fmla="*/ 1 h 162"/>
                <a:gd name="T58" fmla="*/ 61 w 87"/>
                <a:gd name="T59" fmla="*/ 1 h 162"/>
                <a:gd name="T60" fmla="*/ 27 w 87"/>
                <a:gd name="T61" fmla="*/ 1 h 162"/>
                <a:gd name="T62" fmla="*/ 27 w 87"/>
                <a:gd name="T63" fmla="*/ 1 h 162"/>
                <a:gd name="T64" fmla="*/ 27 w 87"/>
                <a:gd name="T65" fmla="*/ 1 h 162"/>
                <a:gd name="T66" fmla="*/ 19 w 87"/>
                <a:gd name="T67" fmla="*/ 2 h 162"/>
                <a:gd name="T68" fmla="*/ 6 w 87"/>
                <a:gd name="T69" fmla="*/ 19 h 162"/>
                <a:gd name="T70" fmla="*/ 0 w 87"/>
                <a:gd name="T71" fmla="*/ 60 h 162"/>
                <a:gd name="T72" fmla="*/ 1 w 87"/>
                <a:gd name="T73" fmla="*/ 77 h 162"/>
                <a:gd name="T74" fmla="*/ 8 w 87"/>
                <a:gd name="T75" fmla="*/ 83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 h="162">
                  <a:moveTo>
                    <a:pt x="8" y="83"/>
                  </a:moveTo>
                  <a:cubicBezTo>
                    <a:pt x="8" y="83"/>
                    <a:pt x="8" y="83"/>
                    <a:pt x="8" y="83"/>
                  </a:cubicBezTo>
                  <a:cubicBezTo>
                    <a:pt x="12" y="83"/>
                    <a:pt x="15" y="80"/>
                    <a:pt x="15" y="76"/>
                  </a:cubicBezTo>
                  <a:cubicBezTo>
                    <a:pt x="14" y="70"/>
                    <a:pt x="15" y="65"/>
                    <a:pt x="15" y="60"/>
                  </a:cubicBezTo>
                  <a:cubicBezTo>
                    <a:pt x="15" y="39"/>
                    <a:pt x="18" y="27"/>
                    <a:pt x="22" y="21"/>
                  </a:cubicBezTo>
                  <a:cubicBezTo>
                    <a:pt x="22" y="50"/>
                    <a:pt x="22" y="50"/>
                    <a:pt x="22" y="50"/>
                  </a:cubicBezTo>
                  <a:cubicBezTo>
                    <a:pt x="22" y="66"/>
                    <a:pt x="22" y="66"/>
                    <a:pt x="22" y="66"/>
                  </a:cubicBezTo>
                  <a:cubicBezTo>
                    <a:pt x="22" y="152"/>
                    <a:pt x="22" y="152"/>
                    <a:pt x="22" y="152"/>
                  </a:cubicBezTo>
                  <a:cubicBezTo>
                    <a:pt x="22" y="158"/>
                    <a:pt x="26" y="162"/>
                    <a:pt x="32" y="162"/>
                  </a:cubicBezTo>
                  <a:cubicBezTo>
                    <a:pt x="38" y="162"/>
                    <a:pt x="42" y="158"/>
                    <a:pt x="42" y="152"/>
                  </a:cubicBezTo>
                  <a:cubicBezTo>
                    <a:pt x="42" y="73"/>
                    <a:pt x="42" y="73"/>
                    <a:pt x="42" y="73"/>
                  </a:cubicBezTo>
                  <a:cubicBezTo>
                    <a:pt x="46" y="73"/>
                    <a:pt x="46" y="73"/>
                    <a:pt x="46" y="73"/>
                  </a:cubicBezTo>
                  <a:cubicBezTo>
                    <a:pt x="46" y="152"/>
                    <a:pt x="46" y="152"/>
                    <a:pt x="46" y="152"/>
                  </a:cubicBezTo>
                  <a:cubicBezTo>
                    <a:pt x="46" y="158"/>
                    <a:pt x="50" y="162"/>
                    <a:pt x="56" y="162"/>
                  </a:cubicBezTo>
                  <a:cubicBezTo>
                    <a:pt x="62" y="162"/>
                    <a:pt x="66" y="158"/>
                    <a:pt x="66" y="152"/>
                  </a:cubicBezTo>
                  <a:cubicBezTo>
                    <a:pt x="66" y="66"/>
                    <a:pt x="66" y="66"/>
                    <a:pt x="66" y="66"/>
                  </a:cubicBezTo>
                  <a:cubicBezTo>
                    <a:pt x="66" y="50"/>
                    <a:pt x="66" y="50"/>
                    <a:pt x="66" y="50"/>
                  </a:cubicBezTo>
                  <a:cubicBezTo>
                    <a:pt x="66" y="21"/>
                    <a:pt x="66" y="21"/>
                    <a:pt x="66" y="21"/>
                  </a:cubicBezTo>
                  <a:cubicBezTo>
                    <a:pt x="66" y="22"/>
                    <a:pt x="68" y="23"/>
                    <a:pt x="68" y="25"/>
                  </a:cubicBezTo>
                  <a:cubicBezTo>
                    <a:pt x="71" y="32"/>
                    <a:pt x="73" y="43"/>
                    <a:pt x="73" y="60"/>
                  </a:cubicBezTo>
                  <a:cubicBezTo>
                    <a:pt x="73" y="65"/>
                    <a:pt x="73" y="70"/>
                    <a:pt x="73" y="76"/>
                  </a:cubicBezTo>
                  <a:cubicBezTo>
                    <a:pt x="72" y="80"/>
                    <a:pt x="75" y="83"/>
                    <a:pt x="79" y="83"/>
                  </a:cubicBezTo>
                  <a:cubicBezTo>
                    <a:pt x="79" y="83"/>
                    <a:pt x="80" y="83"/>
                    <a:pt x="80" y="83"/>
                  </a:cubicBezTo>
                  <a:cubicBezTo>
                    <a:pt x="83" y="83"/>
                    <a:pt x="87" y="81"/>
                    <a:pt x="87" y="77"/>
                  </a:cubicBezTo>
                  <a:cubicBezTo>
                    <a:pt x="87" y="71"/>
                    <a:pt x="87" y="65"/>
                    <a:pt x="87" y="60"/>
                  </a:cubicBezTo>
                  <a:cubicBezTo>
                    <a:pt x="87" y="34"/>
                    <a:pt x="83" y="19"/>
                    <a:pt x="77" y="11"/>
                  </a:cubicBezTo>
                  <a:cubicBezTo>
                    <a:pt x="74" y="6"/>
                    <a:pt x="72" y="3"/>
                    <a:pt x="69" y="2"/>
                  </a:cubicBezTo>
                  <a:cubicBezTo>
                    <a:pt x="66" y="0"/>
                    <a:pt x="62" y="0"/>
                    <a:pt x="62" y="0"/>
                  </a:cubicBezTo>
                  <a:cubicBezTo>
                    <a:pt x="62" y="1"/>
                    <a:pt x="62" y="1"/>
                    <a:pt x="62" y="1"/>
                  </a:cubicBezTo>
                  <a:cubicBezTo>
                    <a:pt x="62" y="1"/>
                    <a:pt x="61" y="1"/>
                    <a:pt x="61" y="1"/>
                  </a:cubicBezTo>
                  <a:cubicBezTo>
                    <a:pt x="27" y="1"/>
                    <a:pt x="27" y="1"/>
                    <a:pt x="27" y="1"/>
                  </a:cubicBezTo>
                  <a:cubicBezTo>
                    <a:pt x="27" y="1"/>
                    <a:pt x="27" y="1"/>
                    <a:pt x="27" y="1"/>
                  </a:cubicBezTo>
                  <a:cubicBezTo>
                    <a:pt x="27" y="1"/>
                    <a:pt x="27" y="1"/>
                    <a:pt x="27" y="1"/>
                  </a:cubicBezTo>
                  <a:cubicBezTo>
                    <a:pt x="25" y="1"/>
                    <a:pt x="23" y="1"/>
                    <a:pt x="19" y="2"/>
                  </a:cubicBezTo>
                  <a:cubicBezTo>
                    <a:pt x="15" y="5"/>
                    <a:pt x="10" y="10"/>
                    <a:pt x="6" y="19"/>
                  </a:cubicBezTo>
                  <a:cubicBezTo>
                    <a:pt x="3" y="28"/>
                    <a:pt x="0" y="41"/>
                    <a:pt x="0" y="60"/>
                  </a:cubicBezTo>
                  <a:cubicBezTo>
                    <a:pt x="0" y="65"/>
                    <a:pt x="0" y="71"/>
                    <a:pt x="1" y="77"/>
                  </a:cubicBezTo>
                  <a:cubicBezTo>
                    <a:pt x="1" y="81"/>
                    <a:pt x="4" y="83"/>
                    <a:pt x="8"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8" name="Oval 525"/>
            <p:cNvSpPr>
              <a:spLocks noChangeArrowheads="1"/>
            </p:cNvSpPr>
            <p:nvPr/>
          </p:nvSpPr>
          <p:spPr bwMode="auto">
            <a:xfrm>
              <a:off x="10844213" y="814388"/>
              <a:ext cx="49213" cy="492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9" name="Freeform 526"/>
            <p:cNvSpPr>
              <a:spLocks/>
            </p:cNvSpPr>
            <p:nvPr/>
          </p:nvSpPr>
          <p:spPr bwMode="auto">
            <a:xfrm>
              <a:off x="11464925" y="962025"/>
              <a:ext cx="111125" cy="209550"/>
            </a:xfrm>
            <a:custGeom>
              <a:avLst/>
              <a:gdLst>
                <a:gd name="T0" fmla="*/ 7 w 87"/>
                <a:gd name="T1" fmla="*/ 84 h 163"/>
                <a:gd name="T2" fmla="*/ 7 w 87"/>
                <a:gd name="T3" fmla="*/ 84 h 163"/>
                <a:gd name="T4" fmla="*/ 14 w 87"/>
                <a:gd name="T5" fmla="*/ 76 h 163"/>
                <a:gd name="T6" fmla="*/ 14 w 87"/>
                <a:gd name="T7" fmla="*/ 60 h 163"/>
                <a:gd name="T8" fmla="*/ 20 w 87"/>
                <a:gd name="T9" fmla="*/ 21 h 163"/>
                <a:gd name="T10" fmla="*/ 20 w 87"/>
                <a:gd name="T11" fmla="*/ 50 h 163"/>
                <a:gd name="T12" fmla="*/ 20 w 87"/>
                <a:gd name="T13" fmla="*/ 67 h 163"/>
                <a:gd name="T14" fmla="*/ 20 w 87"/>
                <a:gd name="T15" fmla="*/ 152 h 163"/>
                <a:gd name="T16" fmla="*/ 30 w 87"/>
                <a:gd name="T17" fmla="*/ 163 h 163"/>
                <a:gd name="T18" fmla="*/ 40 w 87"/>
                <a:gd name="T19" fmla="*/ 152 h 163"/>
                <a:gd name="T20" fmla="*/ 40 w 87"/>
                <a:gd name="T21" fmla="*/ 74 h 163"/>
                <a:gd name="T22" fmla="*/ 44 w 87"/>
                <a:gd name="T23" fmla="*/ 74 h 163"/>
                <a:gd name="T24" fmla="*/ 44 w 87"/>
                <a:gd name="T25" fmla="*/ 152 h 163"/>
                <a:gd name="T26" fmla="*/ 56 w 87"/>
                <a:gd name="T27" fmla="*/ 163 h 163"/>
                <a:gd name="T28" fmla="*/ 68 w 87"/>
                <a:gd name="T29" fmla="*/ 152 h 163"/>
                <a:gd name="T30" fmla="*/ 68 w 87"/>
                <a:gd name="T31" fmla="*/ 67 h 163"/>
                <a:gd name="T32" fmla="*/ 68 w 87"/>
                <a:gd name="T33" fmla="*/ 50 h 163"/>
                <a:gd name="T34" fmla="*/ 68 w 87"/>
                <a:gd name="T35" fmla="*/ 21 h 163"/>
                <a:gd name="T36" fmla="*/ 69 w 87"/>
                <a:gd name="T37" fmla="*/ 25 h 163"/>
                <a:gd name="T38" fmla="*/ 73 w 87"/>
                <a:gd name="T39" fmla="*/ 60 h 163"/>
                <a:gd name="T40" fmla="*/ 72 w 87"/>
                <a:gd name="T41" fmla="*/ 76 h 163"/>
                <a:gd name="T42" fmla="*/ 79 w 87"/>
                <a:gd name="T43" fmla="*/ 84 h 163"/>
                <a:gd name="T44" fmla="*/ 79 w 87"/>
                <a:gd name="T45" fmla="*/ 84 h 163"/>
                <a:gd name="T46" fmla="*/ 86 w 87"/>
                <a:gd name="T47" fmla="*/ 77 h 163"/>
                <a:gd name="T48" fmla="*/ 87 w 87"/>
                <a:gd name="T49" fmla="*/ 60 h 163"/>
                <a:gd name="T50" fmla="*/ 77 w 87"/>
                <a:gd name="T51" fmla="*/ 11 h 163"/>
                <a:gd name="T52" fmla="*/ 67 w 87"/>
                <a:gd name="T53" fmla="*/ 2 h 163"/>
                <a:gd name="T54" fmla="*/ 60 w 87"/>
                <a:gd name="T55" fmla="*/ 0 h 163"/>
                <a:gd name="T56" fmla="*/ 60 w 87"/>
                <a:gd name="T57" fmla="*/ 1 h 163"/>
                <a:gd name="T58" fmla="*/ 60 w 87"/>
                <a:gd name="T59" fmla="*/ 2 h 163"/>
                <a:gd name="T60" fmla="*/ 26 w 87"/>
                <a:gd name="T61" fmla="*/ 2 h 163"/>
                <a:gd name="T62" fmla="*/ 28 w 87"/>
                <a:gd name="T63" fmla="*/ 1 h 163"/>
                <a:gd name="T64" fmla="*/ 28 w 87"/>
                <a:gd name="T65" fmla="*/ 1 h 163"/>
                <a:gd name="T66" fmla="*/ 20 w 87"/>
                <a:gd name="T67" fmla="*/ 2 h 163"/>
                <a:gd name="T68" fmla="*/ 6 w 87"/>
                <a:gd name="T69" fmla="*/ 19 h 163"/>
                <a:gd name="T70" fmla="*/ 0 w 87"/>
                <a:gd name="T71" fmla="*/ 60 h 163"/>
                <a:gd name="T72" fmla="*/ 0 w 87"/>
                <a:gd name="T73" fmla="*/ 77 h 163"/>
                <a:gd name="T74" fmla="*/ 7 w 87"/>
                <a:gd name="T75" fmla="*/ 84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 h="163">
                  <a:moveTo>
                    <a:pt x="7" y="84"/>
                  </a:moveTo>
                  <a:cubicBezTo>
                    <a:pt x="7" y="84"/>
                    <a:pt x="7" y="84"/>
                    <a:pt x="7" y="84"/>
                  </a:cubicBezTo>
                  <a:cubicBezTo>
                    <a:pt x="11" y="83"/>
                    <a:pt x="14" y="80"/>
                    <a:pt x="14" y="76"/>
                  </a:cubicBezTo>
                  <a:cubicBezTo>
                    <a:pt x="14" y="70"/>
                    <a:pt x="14" y="65"/>
                    <a:pt x="14" y="60"/>
                  </a:cubicBezTo>
                  <a:cubicBezTo>
                    <a:pt x="14" y="39"/>
                    <a:pt x="16" y="27"/>
                    <a:pt x="20" y="21"/>
                  </a:cubicBezTo>
                  <a:cubicBezTo>
                    <a:pt x="20" y="50"/>
                    <a:pt x="20" y="50"/>
                    <a:pt x="20" y="50"/>
                  </a:cubicBezTo>
                  <a:cubicBezTo>
                    <a:pt x="20" y="67"/>
                    <a:pt x="20" y="67"/>
                    <a:pt x="20" y="67"/>
                  </a:cubicBezTo>
                  <a:cubicBezTo>
                    <a:pt x="20" y="152"/>
                    <a:pt x="20" y="152"/>
                    <a:pt x="20" y="152"/>
                  </a:cubicBezTo>
                  <a:cubicBezTo>
                    <a:pt x="20" y="158"/>
                    <a:pt x="24" y="163"/>
                    <a:pt x="30" y="163"/>
                  </a:cubicBezTo>
                  <a:cubicBezTo>
                    <a:pt x="36" y="163"/>
                    <a:pt x="40" y="158"/>
                    <a:pt x="40" y="152"/>
                  </a:cubicBezTo>
                  <a:cubicBezTo>
                    <a:pt x="40" y="74"/>
                    <a:pt x="40" y="74"/>
                    <a:pt x="40" y="74"/>
                  </a:cubicBezTo>
                  <a:cubicBezTo>
                    <a:pt x="44" y="74"/>
                    <a:pt x="44" y="74"/>
                    <a:pt x="44" y="74"/>
                  </a:cubicBezTo>
                  <a:cubicBezTo>
                    <a:pt x="44" y="152"/>
                    <a:pt x="44" y="152"/>
                    <a:pt x="44" y="152"/>
                  </a:cubicBezTo>
                  <a:cubicBezTo>
                    <a:pt x="44" y="158"/>
                    <a:pt x="50" y="163"/>
                    <a:pt x="56" y="163"/>
                  </a:cubicBezTo>
                  <a:cubicBezTo>
                    <a:pt x="62" y="163"/>
                    <a:pt x="68" y="158"/>
                    <a:pt x="68" y="152"/>
                  </a:cubicBezTo>
                  <a:cubicBezTo>
                    <a:pt x="68" y="67"/>
                    <a:pt x="68" y="67"/>
                    <a:pt x="68" y="67"/>
                  </a:cubicBezTo>
                  <a:cubicBezTo>
                    <a:pt x="68" y="50"/>
                    <a:pt x="68" y="50"/>
                    <a:pt x="68" y="50"/>
                  </a:cubicBezTo>
                  <a:cubicBezTo>
                    <a:pt x="68" y="21"/>
                    <a:pt x="68" y="21"/>
                    <a:pt x="68" y="21"/>
                  </a:cubicBezTo>
                  <a:cubicBezTo>
                    <a:pt x="68" y="22"/>
                    <a:pt x="68" y="24"/>
                    <a:pt x="69" y="25"/>
                  </a:cubicBezTo>
                  <a:cubicBezTo>
                    <a:pt x="71" y="32"/>
                    <a:pt x="73" y="43"/>
                    <a:pt x="73" y="60"/>
                  </a:cubicBezTo>
                  <a:cubicBezTo>
                    <a:pt x="73" y="65"/>
                    <a:pt x="73" y="70"/>
                    <a:pt x="72" y="76"/>
                  </a:cubicBezTo>
                  <a:cubicBezTo>
                    <a:pt x="72" y="80"/>
                    <a:pt x="75" y="83"/>
                    <a:pt x="79" y="84"/>
                  </a:cubicBezTo>
                  <a:cubicBezTo>
                    <a:pt x="79" y="84"/>
                    <a:pt x="79" y="84"/>
                    <a:pt x="79" y="84"/>
                  </a:cubicBezTo>
                  <a:cubicBezTo>
                    <a:pt x="83" y="84"/>
                    <a:pt x="86" y="81"/>
                    <a:pt x="86" y="77"/>
                  </a:cubicBezTo>
                  <a:cubicBezTo>
                    <a:pt x="86" y="71"/>
                    <a:pt x="87" y="65"/>
                    <a:pt x="87" y="60"/>
                  </a:cubicBezTo>
                  <a:cubicBezTo>
                    <a:pt x="87" y="34"/>
                    <a:pt x="82" y="20"/>
                    <a:pt x="77" y="11"/>
                  </a:cubicBezTo>
                  <a:cubicBezTo>
                    <a:pt x="74" y="6"/>
                    <a:pt x="70" y="4"/>
                    <a:pt x="67" y="2"/>
                  </a:cubicBezTo>
                  <a:cubicBezTo>
                    <a:pt x="64" y="1"/>
                    <a:pt x="60" y="0"/>
                    <a:pt x="60" y="0"/>
                  </a:cubicBezTo>
                  <a:cubicBezTo>
                    <a:pt x="60" y="1"/>
                    <a:pt x="60" y="1"/>
                    <a:pt x="60" y="1"/>
                  </a:cubicBezTo>
                  <a:cubicBezTo>
                    <a:pt x="60" y="1"/>
                    <a:pt x="60" y="2"/>
                    <a:pt x="60" y="2"/>
                  </a:cubicBezTo>
                  <a:cubicBezTo>
                    <a:pt x="26" y="2"/>
                    <a:pt x="26" y="2"/>
                    <a:pt x="26" y="2"/>
                  </a:cubicBezTo>
                  <a:cubicBezTo>
                    <a:pt x="26" y="2"/>
                    <a:pt x="28" y="1"/>
                    <a:pt x="28" y="1"/>
                  </a:cubicBezTo>
                  <a:cubicBezTo>
                    <a:pt x="28" y="1"/>
                    <a:pt x="28" y="1"/>
                    <a:pt x="28" y="1"/>
                  </a:cubicBezTo>
                  <a:cubicBezTo>
                    <a:pt x="24" y="1"/>
                    <a:pt x="23" y="1"/>
                    <a:pt x="20" y="2"/>
                  </a:cubicBezTo>
                  <a:cubicBezTo>
                    <a:pt x="15" y="5"/>
                    <a:pt x="9" y="10"/>
                    <a:pt x="6" y="19"/>
                  </a:cubicBezTo>
                  <a:cubicBezTo>
                    <a:pt x="2" y="28"/>
                    <a:pt x="0" y="41"/>
                    <a:pt x="0" y="60"/>
                  </a:cubicBezTo>
                  <a:cubicBezTo>
                    <a:pt x="0" y="66"/>
                    <a:pt x="0" y="71"/>
                    <a:pt x="0" y="77"/>
                  </a:cubicBezTo>
                  <a:cubicBezTo>
                    <a:pt x="0" y="81"/>
                    <a:pt x="3" y="84"/>
                    <a:pt x="7"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0" name="Oval 527"/>
            <p:cNvSpPr>
              <a:spLocks noChangeArrowheads="1"/>
            </p:cNvSpPr>
            <p:nvPr/>
          </p:nvSpPr>
          <p:spPr bwMode="auto">
            <a:xfrm>
              <a:off x="11493500" y="904875"/>
              <a:ext cx="52388" cy="508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1" name="Freeform 528"/>
            <p:cNvSpPr>
              <a:spLocks/>
            </p:cNvSpPr>
            <p:nvPr/>
          </p:nvSpPr>
          <p:spPr bwMode="auto">
            <a:xfrm>
              <a:off x="11682413" y="1360488"/>
              <a:ext cx="111125" cy="209550"/>
            </a:xfrm>
            <a:custGeom>
              <a:avLst/>
              <a:gdLst>
                <a:gd name="T0" fmla="*/ 7 w 87"/>
                <a:gd name="T1" fmla="*/ 83 h 162"/>
                <a:gd name="T2" fmla="*/ 8 w 87"/>
                <a:gd name="T3" fmla="*/ 83 h 162"/>
                <a:gd name="T4" fmla="*/ 14 w 87"/>
                <a:gd name="T5" fmla="*/ 76 h 162"/>
                <a:gd name="T6" fmla="*/ 13 w 87"/>
                <a:gd name="T7" fmla="*/ 60 h 162"/>
                <a:gd name="T8" fmla="*/ 19 w 87"/>
                <a:gd name="T9" fmla="*/ 21 h 162"/>
                <a:gd name="T10" fmla="*/ 19 w 87"/>
                <a:gd name="T11" fmla="*/ 49 h 162"/>
                <a:gd name="T12" fmla="*/ 19 w 87"/>
                <a:gd name="T13" fmla="*/ 66 h 162"/>
                <a:gd name="T14" fmla="*/ 19 w 87"/>
                <a:gd name="T15" fmla="*/ 151 h 162"/>
                <a:gd name="T16" fmla="*/ 31 w 87"/>
                <a:gd name="T17" fmla="*/ 162 h 162"/>
                <a:gd name="T18" fmla="*/ 43 w 87"/>
                <a:gd name="T19" fmla="*/ 151 h 162"/>
                <a:gd name="T20" fmla="*/ 43 w 87"/>
                <a:gd name="T21" fmla="*/ 72 h 162"/>
                <a:gd name="T22" fmla="*/ 47 w 87"/>
                <a:gd name="T23" fmla="*/ 72 h 162"/>
                <a:gd name="T24" fmla="*/ 47 w 87"/>
                <a:gd name="T25" fmla="*/ 151 h 162"/>
                <a:gd name="T26" fmla="*/ 57 w 87"/>
                <a:gd name="T27" fmla="*/ 162 h 162"/>
                <a:gd name="T28" fmla="*/ 67 w 87"/>
                <a:gd name="T29" fmla="*/ 151 h 162"/>
                <a:gd name="T30" fmla="*/ 67 w 87"/>
                <a:gd name="T31" fmla="*/ 66 h 162"/>
                <a:gd name="T32" fmla="*/ 67 w 87"/>
                <a:gd name="T33" fmla="*/ 49 h 162"/>
                <a:gd name="T34" fmla="*/ 67 w 87"/>
                <a:gd name="T35" fmla="*/ 21 h 162"/>
                <a:gd name="T36" fmla="*/ 68 w 87"/>
                <a:gd name="T37" fmla="*/ 24 h 162"/>
                <a:gd name="T38" fmla="*/ 73 w 87"/>
                <a:gd name="T39" fmla="*/ 60 h 162"/>
                <a:gd name="T40" fmla="*/ 72 w 87"/>
                <a:gd name="T41" fmla="*/ 76 h 162"/>
                <a:gd name="T42" fmla="*/ 79 w 87"/>
                <a:gd name="T43" fmla="*/ 83 h 162"/>
                <a:gd name="T44" fmla="*/ 79 w 87"/>
                <a:gd name="T45" fmla="*/ 83 h 162"/>
                <a:gd name="T46" fmla="*/ 86 w 87"/>
                <a:gd name="T47" fmla="*/ 76 h 162"/>
                <a:gd name="T48" fmla="*/ 87 w 87"/>
                <a:gd name="T49" fmla="*/ 60 h 162"/>
                <a:gd name="T50" fmla="*/ 77 w 87"/>
                <a:gd name="T51" fmla="*/ 10 h 162"/>
                <a:gd name="T52" fmla="*/ 67 w 87"/>
                <a:gd name="T53" fmla="*/ 2 h 162"/>
                <a:gd name="T54" fmla="*/ 59 w 87"/>
                <a:gd name="T55" fmla="*/ 0 h 162"/>
                <a:gd name="T56" fmla="*/ 59 w 87"/>
                <a:gd name="T57" fmla="*/ 0 h 162"/>
                <a:gd name="T58" fmla="*/ 60 w 87"/>
                <a:gd name="T59" fmla="*/ 0 h 162"/>
                <a:gd name="T60" fmla="*/ 26 w 87"/>
                <a:gd name="T61" fmla="*/ 0 h 162"/>
                <a:gd name="T62" fmla="*/ 26 w 87"/>
                <a:gd name="T63" fmla="*/ 0 h 162"/>
                <a:gd name="T64" fmla="*/ 26 w 87"/>
                <a:gd name="T65" fmla="*/ 0 h 162"/>
                <a:gd name="T66" fmla="*/ 19 w 87"/>
                <a:gd name="T67" fmla="*/ 2 h 162"/>
                <a:gd name="T68" fmla="*/ 6 w 87"/>
                <a:gd name="T69" fmla="*/ 18 h 162"/>
                <a:gd name="T70" fmla="*/ 0 w 87"/>
                <a:gd name="T71" fmla="*/ 60 h 162"/>
                <a:gd name="T72" fmla="*/ 0 w 87"/>
                <a:gd name="T73" fmla="*/ 76 h 162"/>
                <a:gd name="T74" fmla="*/ 7 w 87"/>
                <a:gd name="T75" fmla="*/ 83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 h="162">
                  <a:moveTo>
                    <a:pt x="7" y="83"/>
                  </a:moveTo>
                  <a:cubicBezTo>
                    <a:pt x="7" y="83"/>
                    <a:pt x="7" y="83"/>
                    <a:pt x="8" y="83"/>
                  </a:cubicBezTo>
                  <a:cubicBezTo>
                    <a:pt x="11" y="83"/>
                    <a:pt x="14" y="79"/>
                    <a:pt x="14" y="76"/>
                  </a:cubicBezTo>
                  <a:cubicBezTo>
                    <a:pt x="14" y="70"/>
                    <a:pt x="13" y="65"/>
                    <a:pt x="13" y="60"/>
                  </a:cubicBezTo>
                  <a:cubicBezTo>
                    <a:pt x="13" y="39"/>
                    <a:pt x="15" y="27"/>
                    <a:pt x="19" y="21"/>
                  </a:cubicBezTo>
                  <a:cubicBezTo>
                    <a:pt x="19" y="49"/>
                    <a:pt x="19" y="49"/>
                    <a:pt x="19" y="49"/>
                  </a:cubicBezTo>
                  <a:cubicBezTo>
                    <a:pt x="19" y="66"/>
                    <a:pt x="19" y="66"/>
                    <a:pt x="19" y="66"/>
                  </a:cubicBezTo>
                  <a:cubicBezTo>
                    <a:pt x="19" y="151"/>
                    <a:pt x="19" y="151"/>
                    <a:pt x="19" y="151"/>
                  </a:cubicBezTo>
                  <a:cubicBezTo>
                    <a:pt x="19" y="157"/>
                    <a:pt x="25" y="162"/>
                    <a:pt x="31" y="162"/>
                  </a:cubicBezTo>
                  <a:cubicBezTo>
                    <a:pt x="37" y="162"/>
                    <a:pt x="43" y="157"/>
                    <a:pt x="43" y="151"/>
                  </a:cubicBezTo>
                  <a:cubicBezTo>
                    <a:pt x="43" y="72"/>
                    <a:pt x="43" y="72"/>
                    <a:pt x="43" y="72"/>
                  </a:cubicBezTo>
                  <a:cubicBezTo>
                    <a:pt x="47" y="72"/>
                    <a:pt x="47" y="72"/>
                    <a:pt x="47" y="72"/>
                  </a:cubicBezTo>
                  <a:cubicBezTo>
                    <a:pt x="47" y="151"/>
                    <a:pt x="47" y="151"/>
                    <a:pt x="47" y="151"/>
                  </a:cubicBezTo>
                  <a:cubicBezTo>
                    <a:pt x="47" y="157"/>
                    <a:pt x="51" y="162"/>
                    <a:pt x="57" y="162"/>
                  </a:cubicBezTo>
                  <a:cubicBezTo>
                    <a:pt x="63" y="162"/>
                    <a:pt x="67" y="157"/>
                    <a:pt x="67" y="151"/>
                  </a:cubicBezTo>
                  <a:cubicBezTo>
                    <a:pt x="67" y="66"/>
                    <a:pt x="67" y="66"/>
                    <a:pt x="67" y="66"/>
                  </a:cubicBezTo>
                  <a:cubicBezTo>
                    <a:pt x="67" y="49"/>
                    <a:pt x="67" y="49"/>
                    <a:pt x="67" y="49"/>
                  </a:cubicBezTo>
                  <a:cubicBezTo>
                    <a:pt x="67" y="21"/>
                    <a:pt x="67" y="21"/>
                    <a:pt x="67" y="21"/>
                  </a:cubicBezTo>
                  <a:cubicBezTo>
                    <a:pt x="67" y="22"/>
                    <a:pt x="68" y="23"/>
                    <a:pt x="68" y="24"/>
                  </a:cubicBezTo>
                  <a:cubicBezTo>
                    <a:pt x="71" y="31"/>
                    <a:pt x="73" y="42"/>
                    <a:pt x="73" y="60"/>
                  </a:cubicBezTo>
                  <a:cubicBezTo>
                    <a:pt x="73" y="65"/>
                    <a:pt x="73" y="70"/>
                    <a:pt x="72" y="76"/>
                  </a:cubicBezTo>
                  <a:cubicBezTo>
                    <a:pt x="72" y="79"/>
                    <a:pt x="75" y="83"/>
                    <a:pt x="79" y="83"/>
                  </a:cubicBezTo>
                  <a:cubicBezTo>
                    <a:pt x="79" y="83"/>
                    <a:pt x="79" y="83"/>
                    <a:pt x="79" y="83"/>
                  </a:cubicBezTo>
                  <a:cubicBezTo>
                    <a:pt x="83" y="83"/>
                    <a:pt x="86" y="80"/>
                    <a:pt x="86" y="76"/>
                  </a:cubicBezTo>
                  <a:cubicBezTo>
                    <a:pt x="87" y="70"/>
                    <a:pt x="87" y="65"/>
                    <a:pt x="87" y="60"/>
                  </a:cubicBezTo>
                  <a:cubicBezTo>
                    <a:pt x="87" y="33"/>
                    <a:pt x="83" y="19"/>
                    <a:pt x="77" y="10"/>
                  </a:cubicBezTo>
                  <a:cubicBezTo>
                    <a:pt x="74" y="6"/>
                    <a:pt x="70" y="3"/>
                    <a:pt x="67" y="2"/>
                  </a:cubicBezTo>
                  <a:cubicBezTo>
                    <a:pt x="64" y="0"/>
                    <a:pt x="63" y="0"/>
                    <a:pt x="59" y="0"/>
                  </a:cubicBezTo>
                  <a:cubicBezTo>
                    <a:pt x="59" y="0"/>
                    <a:pt x="59" y="0"/>
                    <a:pt x="59" y="0"/>
                  </a:cubicBezTo>
                  <a:cubicBezTo>
                    <a:pt x="59" y="0"/>
                    <a:pt x="60" y="0"/>
                    <a:pt x="60" y="0"/>
                  </a:cubicBezTo>
                  <a:cubicBezTo>
                    <a:pt x="26" y="0"/>
                    <a:pt x="26" y="0"/>
                    <a:pt x="26" y="0"/>
                  </a:cubicBezTo>
                  <a:cubicBezTo>
                    <a:pt x="26" y="0"/>
                    <a:pt x="26" y="0"/>
                    <a:pt x="26" y="0"/>
                  </a:cubicBezTo>
                  <a:cubicBezTo>
                    <a:pt x="26" y="0"/>
                    <a:pt x="26" y="0"/>
                    <a:pt x="26" y="0"/>
                  </a:cubicBezTo>
                  <a:cubicBezTo>
                    <a:pt x="25" y="0"/>
                    <a:pt x="22" y="0"/>
                    <a:pt x="19" y="2"/>
                  </a:cubicBezTo>
                  <a:cubicBezTo>
                    <a:pt x="14" y="4"/>
                    <a:pt x="9" y="9"/>
                    <a:pt x="6" y="18"/>
                  </a:cubicBezTo>
                  <a:cubicBezTo>
                    <a:pt x="2" y="27"/>
                    <a:pt x="0" y="40"/>
                    <a:pt x="0" y="60"/>
                  </a:cubicBezTo>
                  <a:cubicBezTo>
                    <a:pt x="0" y="65"/>
                    <a:pt x="0" y="70"/>
                    <a:pt x="0" y="76"/>
                  </a:cubicBezTo>
                  <a:cubicBezTo>
                    <a:pt x="0" y="80"/>
                    <a:pt x="4" y="83"/>
                    <a:pt x="7"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2" name="Oval 529"/>
            <p:cNvSpPr>
              <a:spLocks noChangeArrowheads="1"/>
            </p:cNvSpPr>
            <p:nvPr/>
          </p:nvSpPr>
          <p:spPr bwMode="auto">
            <a:xfrm>
              <a:off x="11712575" y="1304925"/>
              <a:ext cx="50800" cy="492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50" name="组合 549"/>
          <p:cNvGrpSpPr/>
          <p:nvPr/>
        </p:nvGrpSpPr>
        <p:grpSpPr>
          <a:xfrm>
            <a:off x="6111875" y="4943475"/>
            <a:ext cx="1581150" cy="1284288"/>
            <a:chOff x="6111875" y="4943475"/>
            <a:chExt cx="1581150" cy="1284288"/>
          </a:xfrm>
          <a:solidFill>
            <a:schemeClr val="tx1">
              <a:lumMod val="65000"/>
              <a:lumOff val="35000"/>
            </a:schemeClr>
          </a:solidFill>
        </p:grpSpPr>
        <p:sp>
          <p:nvSpPr>
            <p:cNvPr id="551" name="Freeform 530"/>
            <p:cNvSpPr>
              <a:spLocks/>
            </p:cNvSpPr>
            <p:nvPr/>
          </p:nvSpPr>
          <p:spPr bwMode="auto">
            <a:xfrm>
              <a:off x="7159625" y="5265738"/>
              <a:ext cx="533400" cy="962025"/>
            </a:xfrm>
            <a:custGeom>
              <a:avLst/>
              <a:gdLst>
                <a:gd name="T0" fmla="*/ 342 w 415"/>
                <a:gd name="T1" fmla="*/ 27 h 748"/>
                <a:gd name="T2" fmla="*/ 287 w 415"/>
                <a:gd name="T3" fmla="*/ 1 h 748"/>
                <a:gd name="T4" fmla="*/ 285 w 415"/>
                <a:gd name="T5" fmla="*/ 0 h 748"/>
                <a:gd name="T6" fmla="*/ 250 w 415"/>
                <a:gd name="T7" fmla="*/ 0 h 748"/>
                <a:gd name="T8" fmla="*/ 241 w 415"/>
                <a:gd name="T9" fmla="*/ 141 h 748"/>
                <a:gd name="T10" fmla="*/ 236 w 415"/>
                <a:gd name="T11" fmla="*/ 144 h 748"/>
                <a:gd name="T12" fmla="*/ 223 w 415"/>
                <a:gd name="T13" fmla="*/ 50 h 748"/>
                <a:gd name="T14" fmla="*/ 207 w 415"/>
                <a:gd name="T15" fmla="*/ 52 h 748"/>
                <a:gd name="T16" fmla="*/ 207 w 415"/>
                <a:gd name="T17" fmla="*/ 52 h 748"/>
                <a:gd name="T18" fmla="*/ 207 w 415"/>
                <a:gd name="T19" fmla="*/ 52 h 748"/>
                <a:gd name="T20" fmla="*/ 191 w 415"/>
                <a:gd name="T21" fmla="*/ 50 h 748"/>
                <a:gd name="T22" fmla="*/ 178 w 415"/>
                <a:gd name="T23" fmla="*/ 144 h 748"/>
                <a:gd name="T24" fmla="*/ 174 w 415"/>
                <a:gd name="T25" fmla="*/ 140 h 748"/>
                <a:gd name="T26" fmla="*/ 164 w 415"/>
                <a:gd name="T27" fmla="*/ 0 h 748"/>
                <a:gd name="T28" fmla="*/ 130 w 415"/>
                <a:gd name="T29" fmla="*/ 0 h 748"/>
                <a:gd name="T30" fmla="*/ 128 w 415"/>
                <a:gd name="T31" fmla="*/ 1 h 748"/>
                <a:gd name="T32" fmla="*/ 72 w 415"/>
                <a:gd name="T33" fmla="*/ 27 h 748"/>
                <a:gd name="T34" fmla="*/ 10 w 415"/>
                <a:gd name="T35" fmla="*/ 355 h 748"/>
                <a:gd name="T36" fmla="*/ 31 w 415"/>
                <a:gd name="T37" fmla="*/ 383 h 748"/>
                <a:gd name="T38" fmla="*/ 31 w 415"/>
                <a:gd name="T39" fmla="*/ 392 h 748"/>
                <a:gd name="T40" fmla="*/ 3 w 415"/>
                <a:gd name="T41" fmla="*/ 392 h 748"/>
                <a:gd name="T42" fmla="*/ 3 w 415"/>
                <a:gd name="T43" fmla="*/ 556 h 748"/>
                <a:gd name="T44" fmla="*/ 75 w 415"/>
                <a:gd name="T45" fmla="*/ 556 h 748"/>
                <a:gd name="T46" fmla="*/ 75 w 415"/>
                <a:gd name="T47" fmla="*/ 392 h 748"/>
                <a:gd name="T48" fmla="*/ 51 w 415"/>
                <a:gd name="T49" fmla="*/ 392 h 748"/>
                <a:gd name="T50" fmla="*/ 51 w 415"/>
                <a:gd name="T51" fmla="*/ 384 h 748"/>
                <a:gd name="T52" fmla="*/ 74 w 415"/>
                <a:gd name="T53" fmla="*/ 351 h 748"/>
                <a:gd name="T54" fmla="*/ 99 w 415"/>
                <a:gd name="T55" fmla="*/ 98 h 748"/>
                <a:gd name="T56" fmla="*/ 99 w 415"/>
                <a:gd name="T57" fmla="*/ 231 h 748"/>
                <a:gd name="T58" fmla="*/ 99 w 415"/>
                <a:gd name="T59" fmla="*/ 307 h 748"/>
                <a:gd name="T60" fmla="*/ 99 w 415"/>
                <a:gd name="T61" fmla="*/ 699 h 748"/>
                <a:gd name="T62" fmla="*/ 149 w 415"/>
                <a:gd name="T63" fmla="*/ 748 h 748"/>
                <a:gd name="T64" fmla="*/ 199 w 415"/>
                <a:gd name="T65" fmla="*/ 699 h 748"/>
                <a:gd name="T66" fmla="*/ 199 w 415"/>
                <a:gd name="T67" fmla="*/ 336 h 748"/>
                <a:gd name="T68" fmla="*/ 215 w 415"/>
                <a:gd name="T69" fmla="*/ 336 h 748"/>
                <a:gd name="T70" fmla="*/ 215 w 415"/>
                <a:gd name="T71" fmla="*/ 699 h 748"/>
                <a:gd name="T72" fmla="*/ 265 w 415"/>
                <a:gd name="T73" fmla="*/ 748 h 748"/>
                <a:gd name="T74" fmla="*/ 315 w 415"/>
                <a:gd name="T75" fmla="*/ 699 h 748"/>
                <a:gd name="T76" fmla="*/ 315 w 415"/>
                <a:gd name="T77" fmla="*/ 307 h 748"/>
                <a:gd name="T78" fmla="*/ 315 w 415"/>
                <a:gd name="T79" fmla="*/ 231 h 748"/>
                <a:gd name="T80" fmla="*/ 315 w 415"/>
                <a:gd name="T81" fmla="*/ 98 h 748"/>
                <a:gd name="T82" fmla="*/ 341 w 415"/>
                <a:gd name="T83" fmla="*/ 351 h 748"/>
                <a:gd name="T84" fmla="*/ 371 w 415"/>
                <a:gd name="T85" fmla="*/ 385 h 748"/>
                <a:gd name="T86" fmla="*/ 373 w 415"/>
                <a:gd name="T87" fmla="*/ 385 h 748"/>
                <a:gd name="T88" fmla="*/ 405 w 415"/>
                <a:gd name="T89" fmla="*/ 355 h 748"/>
                <a:gd name="T90" fmla="*/ 342 w 415"/>
                <a:gd name="T91" fmla="*/ 27 h 7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15" h="748">
                  <a:moveTo>
                    <a:pt x="342" y="27"/>
                  </a:moveTo>
                  <a:cubicBezTo>
                    <a:pt x="320" y="6"/>
                    <a:pt x="298" y="1"/>
                    <a:pt x="287" y="1"/>
                  </a:cubicBezTo>
                  <a:cubicBezTo>
                    <a:pt x="286" y="1"/>
                    <a:pt x="285" y="0"/>
                    <a:pt x="285" y="0"/>
                  </a:cubicBezTo>
                  <a:cubicBezTo>
                    <a:pt x="250" y="0"/>
                    <a:pt x="250" y="0"/>
                    <a:pt x="250" y="0"/>
                  </a:cubicBezTo>
                  <a:cubicBezTo>
                    <a:pt x="256" y="32"/>
                    <a:pt x="269" y="123"/>
                    <a:pt x="241" y="141"/>
                  </a:cubicBezTo>
                  <a:cubicBezTo>
                    <a:pt x="239" y="142"/>
                    <a:pt x="238" y="143"/>
                    <a:pt x="236" y="144"/>
                  </a:cubicBezTo>
                  <a:cubicBezTo>
                    <a:pt x="223" y="50"/>
                    <a:pt x="223" y="50"/>
                    <a:pt x="223" y="50"/>
                  </a:cubicBezTo>
                  <a:cubicBezTo>
                    <a:pt x="218" y="52"/>
                    <a:pt x="213" y="52"/>
                    <a:pt x="207" y="52"/>
                  </a:cubicBezTo>
                  <a:cubicBezTo>
                    <a:pt x="207" y="52"/>
                    <a:pt x="207" y="52"/>
                    <a:pt x="207" y="52"/>
                  </a:cubicBezTo>
                  <a:cubicBezTo>
                    <a:pt x="207" y="52"/>
                    <a:pt x="207" y="52"/>
                    <a:pt x="207" y="52"/>
                  </a:cubicBezTo>
                  <a:cubicBezTo>
                    <a:pt x="202" y="52"/>
                    <a:pt x="196" y="52"/>
                    <a:pt x="191" y="50"/>
                  </a:cubicBezTo>
                  <a:cubicBezTo>
                    <a:pt x="178" y="144"/>
                    <a:pt x="178" y="144"/>
                    <a:pt x="178" y="144"/>
                  </a:cubicBezTo>
                  <a:cubicBezTo>
                    <a:pt x="177" y="143"/>
                    <a:pt x="175" y="142"/>
                    <a:pt x="174" y="140"/>
                  </a:cubicBezTo>
                  <a:cubicBezTo>
                    <a:pt x="146" y="122"/>
                    <a:pt x="159" y="32"/>
                    <a:pt x="164" y="0"/>
                  </a:cubicBezTo>
                  <a:cubicBezTo>
                    <a:pt x="130" y="0"/>
                    <a:pt x="130" y="0"/>
                    <a:pt x="130" y="0"/>
                  </a:cubicBezTo>
                  <a:cubicBezTo>
                    <a:pt x="129" y="0"/>
                    <a:pt x="129" y="1"/>
                    <a:pt x="128" y="1"/>
                  </a:cubicBezTo>
                  <a:cubicBezTo>
                    <a:pt x="117" y="1"/>
                    <a:pt x="95" y="6"/>
                    <a:pt x="72" y="27"/>
                  </a:cubicBezTo>
                  <a:cubicBezTo>
                    <a:pt x="21" y="75"/>
                    <a:pt x="0" y="186"/>
                    <a:pt x="10" y="355"/>
                  </a:cubicBezTo>
                  <a:cubicBezTo>
                    <a:pt x="10" y="368"/>
                    <a:pt x="19" y="379"/>
                    <a:pt x="31" y="383"/>
                  </a:cubicBezTo>
                  <a:cubicBezTo>
                    <a:pt x="31" y="392"/>
                    <a:pt x="31" y="392"/>
                    <a:pt x="31" y="392"/>
                  </a:cubicBezTo>
                  <a:cubicBezTo>
                    <a:pt x="3" y="392"/>
                    <a:pt x="3" y="392"/>
                    <a:pt x="3" y="392"/>
                  </a:cubicBezTo>
                  <a:cubicBezTo>
                    <a:pt x="3" y="556"/>
                    <a:pt x="3" y="556"/>
                    <a:pt x="3" y="556"/>
                  </a:cubicBezTo>
                  <a:cubicBezTo>
                    <a:pt x="75" y="556"/>
                    <a:pt x="75" y="556"/>
                    <a:pt x="75" y="556"/>
                  </a:cubicBezTo>
                  <a:cubicBezTo>
                    <a:pt x="75" y="392"/>
                    <a:pt x="75" y="392"/>
                    <a:pt x="75" y="392"/>
                  </a:cubicBezTo>
                  <a:cubicBezTo>
                    <a:pt x="51" y="392"/>
                    <a:pt x="51" y="392"/>
                    <a:pt x="51" y="392"/>
                  </a:cubicBezTo>
                  <a:cubicBezTo>
                    <a:pt x="51" y="384"/>
                    <a:pt x="51" y="384"/>
                    <a:pt x="51" y="384"/>
                  </a:cubicBezTo>
                  <a:cubicBezTo>
                    <a:pt x="63" y="380"/>
                    <a:pt x="75" y="367"/>
                    <a:pt x="74" y="351"/>
                  </a:cubicBezTo>
                  <a:cubicBezTo>
                    <a:pt x="66" y="211"/>
                    <a:pt x="83" y="136"/>
                    <a:pt x="99" y="98"/>
                  </a:cubicBezTo>
                  <a:cubicBezTo>
                    <a:pt x="99" y="231"/>
                    <a:pt x="99" y="231"/>
                    <a:pt x="99" y="231"/>
                  </a:cubicBezTo>
                  <a:cubicBezTo>
                    <a:pt x="99" y="307"/>
                    <a:pt x="99" y="307"/>
                    <a:pt x="99" y="307"/>
                  </a:cubicBezTo>
                  <a:cubicBezTo>
                    <a:pt x="99" y="699"/>
                    <a:pt x="99" y="699"/>
                    <a:pt x="99" y="699"/>
                  </a:cubicBezTo>
                  <a:cubicBezTo>
                    <a:pt x="99" y="726"/>
                    <a:pt x="122" y="748"/>
                    <a:pt x="149" y="748"/>
                  </a:cubicBezTo>
                  <a:cubicBezTo>
                    <a:pt x="176" y="748"/>
                    <a:pt x="199" y="726"/>
                    <a:pt x="199" y="699"/>
                  </a:cubicBezTo>
                  <a:cubicBezTo>
                    <a:pt x="199" y="336"/>
                    <a:pt x="199" y="336"/>
                    <a:pt x="199" y="336"/>
                  </a:cubicBezTo>
                  <a:cubicBezTo>
                    <a:pt x="215" y="336"/>
                    <a:pt x="215" y="336"/>
                    <a:pt x="215" y="336"/>
                  </a:cubicBezTo>
                  <a:cubicBezTo>
                    <a:pt x="215" y="699"/>
                    <a:pt x="215" y="699"/>
                    <a:pt x="215" y="699"/>
                  </a:cubicBezTo>
                  <a:cubicBezTo>
                    <a:pt x="215" y="726"/>
                    <a:pt x="238" y="748"/>
                    <a:pt x="265" y="748"/>
                  </a:cubicBezTo>
                  <a:cubicBezTo>
                    <a:pt x="292" y="748"/>
                    <a:pt x="315" y="726"/>
                    <a:pt x="315" y="699"/>
                  </a:cubicBezTo>
                  <a:cubicBezTo>
                    <a:pt x="315" y="307"/>
                    <a:pt x="315" y="307"/>
                    <a:pt x="315" y="307"/>
                  </a:cubicBezTo>
                  <a:cubicBezTo>
                    <a:pt x="315" y="231"/>
                    <a:pt x="315" y="231"/>
                    <a:pt x="315" y="231"/>
                  </a:cubicBezTo>
                  <a:cubicBezTo>
                    <a:pt x="315" y="98"/>
                    <a:pt x="315" y="98"/>
                    <a:pt x="315" y="98"/>
                  </a:cubicBezTo>
                  <a:cubicBezTo>
                    <a:pt x="335" y="136"/>
                    <a:pt x="349" y="211"/>
                    <a:pt x="341" y="351"/>
                  </a:cubicBezTo>
                  <a:cubicBezTo>
                    <a:pt x="340" y="369"/>
                    <a:pt x="353" y="384"/>
                    <a:pt x="371" y="385"/>
                  </a:cubicBezTo>
                  <a:cubicBezTo>
                    <a:pt x="372" y="385"/>
                    <a:pt x="372" y="385"/>
                    <a:pt x="373" y="385"/>
                  </a:cubicBezTo>
                  <a:cubicBezTo>
                    <a:pt x="390" y="385"/>
                    <a:pt x="404" y="372"/>
                    <a:pt x="405" y="355"/>
                  </a:cubicBezTo>
                  <a:cubicBezTo>
                    <a:pt x="415" y="186"/>
                    <a:pt x="394" y="76"/>
                    <a:pt x="342"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2" name="Freeform 531"/>
            <p:cNvSpPr>
              <a:spLocks noEditPoints="1"/>
            </p:cNvSpPr>
            <p:nvPr/>
          </p:nvSpPr>
          <p:spPr bwMode="auto">
            <a:xfrm>
              <a:off x="7310438" y="5006975"/>
              <a:ext cx="231775" cy="231775"/>
            </a:xfrm>
            <a:custGeom>
              <a:avLst/>
              <a:gdLst>
                <a:gd name="T0" fmla="*/ 0 w 180"/>
                <a:gd name="T1" fmla="*/ 90 h 180"/>
                <a:gd name="T2" fmla="*/ 90 w 180"/>
                <a:gd name="T3" fmla="*/ 180 h 180"/>
                <a:gd name="T4" fmla="*/ 180 w 180"/>
                <a:gd name="T5" fmla="*/ 90 h 180"/>
                <a:gd name="T6" fmla="*/ 90 w 180"/>
                <a:gd name="T7" fmla="*/ 0 h 180"/>
                <a:gd name="T8" fmla="*/ 0 w 180"/>
                <a:gd name="T9" fmla="*/ 90 h 180"/>
                <a:gd name="T10" fmla="*/ 137 w 180"/>
                <a:gd name="T11" fmla="*/ 135 h 180"/>
                <a:gd name="T12" fmla="*/ 131 w 180"/>
                <a:gd name="T13" fmla="*/ 145 h 180"/>
                <a:gd name="T14" fmla="*/ 41 w 180"/>
                <a:gd name="T15" fmla="*/ 120 h 180"/>
                <a:gd name="T16" fmla="*/ 37 w 180"/>
                <a:gd name="T17" fmla="*/ 109 h 180"/>
                <a:gd name="T18" fmla="*/ 137 w 180"/>
                <a:gd name="T19" fmla="*/ 135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0" h="180">
                  <a:moveTo>
                    <a:pt x="0" y="90"/>
                  </a:moveTo>
                  <a:cubicBezTo>
                    <a:pt x="0" y="140"/>
                    <a:pt x="41" y="180"/>
                    <a:pt x="90" y="180"/>
                  </a:cubicBezTo>
                  <a:cubicBezTo>
                    <a:pt x="140" y="180"/>
                    <a:pt x="180" y="140"/>
                    <a:pt x="180" y="90"/>
                  </a:cubicBezTo>
                  <a:cubicBezTo>
                    <a:pt x="180" y="41"/>
                    <a:pt x="140" y="0"/>
                    <a:pt x="90" y="0"/>
                  </a:cubicBezTo>
                  <a:cubicBezTo>
                    <a:pt x="41" y="0"/>
                    <a:pt x="0" y="41"/>
                    <a:pt x="0" y="90"/>
                  </a:cubicBezTo>
                  <a:close/>
                  <a:moveTo>
                    <a:pt x="137" y="135"/>
                  </a:moveTo>
                  <a:cubicBezTo>
                    <a:pt x="131" y="145"/>
                    <a:pt x="131" y="145"/>
                    <a:pt x="131" y="145"/>
                  </a:cubicBezTo>
                  <a:cubicBezTo>
                    <a:pt x="78" y="109"/>
                    <a:pt x="42" y="120"/>
                    <a:pt x="41" y="120"/>
                  </a:cubicBezTo>
                  <a:cubicBezTo>
                    <a:pt x="37" y="109"/>
                    <a:pt x="37" y="109"/>
                    <a:pt x="37" y="109"/>
                  </a:cubicBezTo>
                  <a:cubicBezTo>
                    <a:pt x="39" y="108"/>
                    <a:pt x="80" y="95"/>
                    <a:pt x="137"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3" name="Freeform 532"/>
            <p:cNvSpPr>
              <a:spLocks/>
            </p:cNvSpPr>
            <p:nvPr/>
          </p:nvSpPr>
          <p:spPr bwMode="auto">
            <a:xfrm>
              <a:off x="7397750" y="5265738"/>
              <a:ext cx="57150" cy="53975"/>
            </a:xfrm>
            <a:custGeom>
              <a:avLst/>
              <a:gdLst>
                <a:gd name="T0" fmla="*/ 1 w 45"/>
                <a:gd name="T1" fmla="*/ 34 h 42"/>
                <a:gd name="T2" fmla="*/ 22 w 45"/>
                <a:gd name="T3" fmla="*/ 42 h 42"/>
                <a:gd name="T4" fmla="*/ 44 w 45"/>
                <a:gd name="T5" fmla="*/ 34 h 42"/>
                <a:gd name="T6" fmla="*/ 45 w 45"/>
                <a:gd name="T7" fmla="*/ 31 h 42"/>
                <a:gd name="T8" fmla="*/ 38 w 45"/>
                <a:gd name="T9" fmla="*/ 0 h 42"/>
                <a:gd name="T10" fmla="*/ 22 w 45"/>
                <a:gd name="T11" fmla="*/ 0 h 42"/>
                <a:gd name="T12" fmla="*/ 7 w 45"/>
                <a:gd name="T13" fmla="*/ 0 h 42"/>
                <a:gd name="T14" fmla="*/ 0 w 45"/>
                <a:gd name="T15" fmla="*/ 31 h 42"/>
                <a:gd name="T16" fmla="*/ 1 w 45"/>
                <a:gd name="T17" fmla="*/ 34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2">
                  <a:moveTo>
                    <a:pt x="1" y="34"/>
                  </a:moveTo>
                  <a:cubicBezTo>
                    <a:pt x="7" y="39"/>
                    <a:pt x="15" y="42"/>
                    <a:pt x="22" y="42"/>
                  </a:cubicBezTo>
                  <a:cubicBezTo>
                    <a:pt x="30" y="42"/>
                    <a:pt x="38" y="39"/>
                    <a:pt x="44" y="34"/>
                  </a:cubicBezTo>
                  <a:cubicBezTo>
                    <a:pt x="45" y="31"/>
                    <a:pt x="45" y="31"/>
                    <a:pt x="45" y="31"/>
                  </a:cubicBezTo>
                  <a:cubicBezTo>
                    <a:pt x="38" y="0"/>
                    <a:pt x="38" y="0"/>
                    <a:pt x="38" y="0"/>
                  </a:cubicBezTo>
                  <a:cubicBezTo>
                    <a:pt x="22" y="0"/>
                    <a:pt x="22" y="0"/>
                    <a:pt x="22" y="0"/>
                  </a:cubicBezTo>
                  <a:cubicBezTo>
                    <a:pt x="7" y="0"/>
                    <a:pt x="7" y="0"/>
                    <a:pt x="7" y="0"/>
                  </a:cubicBezTo>
                  <a:cubicBezTo>
                    <a:pt x="0" y="31"/>
                    <a:pt x="0" y="31"/>
                    <a:pt x="0" y="31"/>
                  </a:cubicBezTo>
                  <a:lnTo>
                    <a:pt x="1"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4" name="Freeform 533"/>
            <p:cNvSpPr>
              <a:spLocks noEditPoints="1"/>
            </p:cNvSpPr>
            <p:nvPr/>
          </p:nvSpPr>
          <p:spPr bwMode="auto">
            <a:xfrm>
              <a:off x="6364288" y="5021263"/>
              <a:ext cx="52388" cy="66675"/>
            </a:xfrm>
            <a:custGeom>
              <a:avLst/>
              <a:gdLst>
                <a:gd name="T0" fmla="*/ 34 w 40"/>
                <a:gd name="T1" fmla="*/ 23 h 52"/>
                <a:gd name="T2" fmla="*/ 40 w 40"/>
                <a:gd name="T3" fmla="*/ 9 h 52"/>
                <a:gd name="T4" fmla="*/ 34 w 40"/>
                <a:gd name="T5" fmla="*/ 2 h 52"/>
                <a:gd name="T6" fmla="*/ 22 w 40"/>
                <a:gd name="T7" fmla="*/ 1 h 52"/>
                <a:gd name="T8" fmla="*/ 8 w 40"/>
                <a:gd name="T9" fmla="*/ 5 h 52"/>
                <a:gd name="T10" fmla="*/ 1 w 40"/>
                <a:gd name="T11" fmla="*/ 11 h 52"/>
                <a:gd name="T12" fmla="*/ 3 w 40"/>
                <a:gd name="T13" fmla="*/ 14 h 52"/>
                <a:gd name="T14" fmla="*/ 4 w 40"/>
                <a:gd name="T15" fmla="*/ 17 h 52"/>
                <a:gd name="T16" fmla="*/ 5 w 40"/>
                <a:gd name="T17" fmla="*/ 31 h 52"/>
                <a:gd name="T18" fmla="*/ 5 w 40"/>
                <a:gd name="T19" fmla="*/ 48 h 52"/>
                <a:gd name="T20" fmla="*/ 10 w 40"/>
                <a:gd name="T21" fmla="*/ 52 h 52"/>
                <a:gd name="T22" fmla="*/ 13 w 40"/>
                <a:gd name="T23" fmla="*/ 50 h 52"/>
                <a:gd name="T24" fmla="*/ 13 w 40"/>
                <a:gd name="T25" fmla="*/ 47 h 52"/>
                <a:gd name="T26" fmla="*/ 12 w 40"/>
                <a:gd name="T27" fmla="*/ 35 h 52"/>
                <a:gd name="T28" fmla="*/ 16 w 40"/>
                <a:gd name="T29" fmla="*/ 33 h 52"/>
                <a:gd name="T30" fmla="*/ 34 w 40"/>
                <a:gd name="T31" fmla="*/ 23 h 52"/>
                <a:gd name="T32" fmla="*/ 12 w 40"/>
                <a:gd name="T33" fmla="*/ 28 h 52"/>
                <a:gd name="T34" fmla="*/ 11 w 40"/>
                <a:gd name="T35" fmla="*/ 11 h 52"/>
                <a:gd name="T36" fmla="*/ 23 w 40"/>
                <a:gd name="T37" fmla="*/ 7 h 52"/>
                <a:gd name="T38" fmla="*/ 32 w 40"/>
                <a:gd name="T39" fmla="*/ 11 h 52"/>
                <a:gd name="T40" fmla="*/ 27 w 40"/>
                <a:gd name="T41" fmla="*/ 20 h 52"/>
                <a:gd name="T42" fmla="*/ 12 w 40"/>
                <a:gd name="T43" fmla="*/ 2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0" h="52">
                  <a:moveTo>
                    <a:pt x="34" y="23"/>
                  </a:moveTo>
                  <a:cubicBezTo>
                    <a:pt x="38" y="18"/>
                    <a:pt x="40" y="14"/>
                    <a:pt x="40" y="9"/>
                  </a:cubicBezTo>
                  <a:cubicBezTo>
                    <a:pt x="39" y="6"/>
                    <a:pt x="37" y="3"/>
                    <a:pt x="34" y="2"/>
                  </a:cubicBezTo>
                  <a:cubicBezTo>
                    <a:pt x="31" y="0"/>
                    <a:pt x="27" y="0"/>
                    <a:pt x="22" y="1"/>
                  </a:cubicBezTo>
                  <a:cubicBezTo>
                    <a:pt x="18" y="2"/>
                    <a:pt x="14" y="3"/>
                    <a:pt x="8" y="5"/>
                  </a:cubicBezTo>
                  <a:cubicBezTo>
                    <a:pt x="3" y="7"/>
                    <a:pt x="0" y="9"/>
                    <a:pt x="1" y="11"/>
                  </a:cubicBezTo>
                  <a:cubicBezTo>
                    <a:pt x="1" y="13"/>
                    <a:pt x="2" y="14"/>
                    <a:pt x="3" y="14"/>
                  </a:cubicBezTo>
                  <a:cubicBezTo>
                    <a:pt x="3" y="15"/>
                    <a:pt x="4" y="16"/>
                    <a:pt x="4" y="17"/>
                  </a:cubicBezTo>
                  <a:cubicBezTo>
                    <a:pt x="4" y="19"/>
                    <a:pt x="4" y="23"/>
                    <a:pt x="5" y="31"/>
                  </a:cubicBezTo>
                  <a:cubicBezTo>
                    <a:pt x="5" y="41"/>
                    <a:pt x="5" y="47"/>
                    <a:pt x="5" y="48"/>
                  </a:cubicBezTo>
                  <a:cubicBezTo>
                    <a:pt x="6" y="51"/>
                    <a:pt x="7" y="52"/>
                    <a:pt x="10" y="52"/>
                  </a:cubicBezTo>
                  <a:cubicBezTo>
                    <a:pt x="11" y="52"/>
                    <a:pt x="12" y="51"/>
                    <a:pt x="13" y="50"/>
                  </a:cubicBezTo>
                  <a:cubicBezTo>
                    <a:pt x="13" y="49"/>
                    <a:pt x="13" y="48"/>
                    <a:pt x="13" y="47"/>
                  </a:cubicBezTo>
                  <a:cubicBezTo>
                    <a:pt x="13" y="44"/>
                    <a:pt x="12" y="40"/>
                    <a:pt x="12" y="35"/>
                  </a:cubicBezTo>
                  <a:cubicBezTo>
                    <a:pt x="12" y="35"/>
                    <a:pt x="14" y="34"/>
                    <a:pt x="16" y="33"/>
                  </a:cubicBezTo>
                  <a:cubicBezTo>
                    <a:pt x="24" y="31"/>
                    <a:pt x="29" y="27"/>
                    <a:pt x="34" y="23"/>
                  </a:cubicBezTo>
                  <a:close/>
                  <a:moveTo>
                    <a:pt x="12" y="28"/>
                  </a:moveTo>
                  <a:cubicBezTo>
                    <a:pt x="11" y="11"/>
                    <a:pt x="11" y="11"/>
                    <a:pt x="11" y="11"/>
                  </a:cubicBezTo>
                  <a:cubicBezTo>
                    <a:pt x="15" y="9"/>
                    <a:pt x="19" y="8"/>
                    <a:pt x="23" y="7"/>
                  </a:cubicBezTo>
                  <a:cubicBezTo>
                    <a:pt x="29" y="6"/>
                    <a:pt x="32" y="7"/>
                    <a:pt x="32" y="11"/>
                  </a:cubicBezTo>
                  <a:cubicBezTo>
                    <a:pt x="33" y="14"/>
                    <a:pt x="31" y="17"/>
                    <a:pt x="27" y="20"/>
                  </a:cubicBezTo>
                  <a:cubicBezTo>
                    <a:pt x="23" y="24"/>
                    <a:pt x="18" y="26"/>
                    <a:pt x="12"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5" name="Freeform 534"/>
            <p:cNvSpPr>
              <a:spLocks/>
            </p:cNvSpPr>
            <p:nvPr/>
          </p:nvSpPr>
          <p:spPr bwMode="auto">
            <a:xfrm>
              <a:off x="6424613" y="5006975"/>
              <a:ext cx="14288" cy="73025"/>
            </a:xfrm>
            <a:custGeom>
              <a:avLst/>
              <a:gdLst>
                <a:gd name="T0" fmla="*/ 4 w 11"/>
                <a:gd name="T1" fmla="*/ 55 h 57"/>
                <a:gd name="T2" fmla="*/ 7 w 11"/>
                <a:gd name="T3" fmla="*/ 57 h 57"/>
                <a:gd name="T4" fmla="*/ 10 w 11"/>
                <a:gd name="T5" fmla="*/ 55 h 57"/>
                <a:gd name="T6" fmla="*/ 11 w 11"/>
                <a:gd name="T7" fmla="*/ 51 h 57"/>
                <a:gd name="T8" fmla="*/ 11 w 11"/>
                <a:gd name="T9" fmla="*/ 50 h 57"/>
                <a:gd name="T10" fmla="*/ 8 w 11"/>
                <a:gd name="T11" fmla="*/ 40 h 57"/>
                <a:gd name="T12" fmla="*/ 8 w 11"/>
                <a:gd name="T13" fmla="*/ 30 h 57"/>
                <a:gd name="T14" fmla="*/ 8 w 11"/>
                <a:gd name="T15" fmla="*/ 17 h 57"/>
                <a:gd name="T16" fmla="*/ 9 w 11"/>
                <a:gd name="T17" fmla="*/ 7 h 57"/>
                <a:gd name="T18" fmla="*/ 9 w 11"/>
                <a:gd name="T19" fmla="*/ 3 h 57"/>
                <a:gd name="T20" fmla="*/ 5 w 11"/>
                <a:gd name="T21" fmla="*/ 0 h 57"/>
                <a:gd name="T22" fmla="*/ 2 w 11"/>
                <a:gd name="T23" fmla="*/ 4 h 57"/>
                <a:gd name="T24" fmla="*/ 0 w 11"/>
                <a:gd name="T25" fmla="*/ 22 h 57"/>
                <a:gd name="T26" fmla="*/ 2 w 11"/>
                <a:gd name="T27" fmla="*/ 48 h 57"/>
                <a:gd name="T28" fmla="*/ 4 w 11"/>
                <a:gd name="T29" fmla="*/ 5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57">
                  <a:moveTo>
                    <a:pt x="4" y="55"/>
                  </a:moveTo>
                  <a:cubicBezTo>
                    <a:pt x="5" y="56"/>
                    <a:pt x="6" y="57"/>
                    <a:pt x="7" y="57"/>
                  </a:cubicBezTo>
                  <a:cubicBezTo>
                    <a:pt x="8" y="56"/>
                    <a:pt x="9" y="56"/>
                    <a:pt x="10" y="55"/>
                  </a:cubicBezTo>
                  <a:cubicBezTo>
                    <a:pt x="11" y="54"/>
                    <a:pt x="11" y="53"/>
                    <a:pt x="11" y="51"/>
                  </a:cubicBezTo>
                  <a:cubicBezTo>
                    <a:pt x="11" y="51"/>
                    <a:pt x="11" y="50"/>
                    <a:pt x="11" y="50"/>
                  </a:cubicBezTo>
                  <a:cubicBezTo>
                    <a:pt x="10" y="46"/>
                    <a:pt x="9" y="43"/>
                    <a:pt x="8" y="40"/>
                  </a:cubicBezTo>
                  <a:cubicBezTo>
                    <a:pt x="8" y="38"/>
                    <a:pt x="8" y="34"/>
                    <a:pt x="8" y="30"/>
                  </a:cubicBezTo>
                  <a:cubicBezTo>
                    <a:pt x="7" y="25"/>
                    <a:pt x="8" y="21"/>
                    <a:pt x="8" y="17"/>
                  </a:cubicBezTo>
                  <a:cubicBezTo>
                    <a:pt x="8" y="12"/>
                    <a:pt x="9" y="9"/>
                    <a:pt x="9" y="7"/>
                  </a:cubicBezTo>
                  <a:cubicBezTo>
                    <a:pt x="9" y="6"/>
                    <a:pt x="9" y="5"/>
                    <a:pt x="9" y="3"/>
                  </a:cubicBezTo>
                  <a:cubicBezTo>
                    <a:pt x="8" y="1"/>
                    <a:pt x="7" y="0"/>
                    <a:pt x="5" y="0"/>
                  </a:cubicBezTo>
                  <a:cubicBezTo>
                    <a:pt x="4" y="1"/>
                    <a:pt x="2" y="2"/>
                    <a:pt x="2" y="4"/>
                  </a:cubicBezTo>
                  <a:cubicBezTo>
                    <a:pt x="1" y="6"/>
                    <a:pt x="0" y="12"/>
                    <a:pt x="0" y="22"/>
                  </a:cubicBezTo>
                  <a:cubicBezTo>
                    <a:pt x="0" y="32"/>
                    <a:pt x="1" y="41"/>
                    <a:pt x="2" y="48"/>
                  </a:cubicBezTo>
                  <a:cubicBezTo>
                    <a:pt x="2" y="51"/>
                    <a:pt x="3" y="54"/>
                    <a:pt x="4" y="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6" name="Freeform 535"/>
            <p:cNvSpPr>
              <a:spLocks noEditPoints="1"/>
            </p:cNvSpPr>
            <p:nvPr/>
          </p:nvSpPr>
          <p:spPr bwMode="auto">
            <a:xfrm>
              <a:off x="6445250" y="5024438"/>
              <a:ext cx="39688" cy="49213"/>
            </a:xfrm>
            <a:custGeom>
              <a:avLst/>
              <a:gdLst>
                <a:gd name="T0" fmla="*/ 30 w 31"/>
                <a:gd name="T1" fmla="*/ 23 h 38"/>
                <a:gd name="T2" fmla="*/ 28 w 31"/>
                <a:gd name="T3" fmla="*/ 21 h 38"/>
                <a:gd name="T4" fmla="*/ 26 w 31"/>
                <a:gd name="T5" fmla="*/ 23 h 38"/>
                <a:gd name="T6" fmla="*/ 15 w 31"/>
                <a:gd name="T7" fmla="*/ 31 h 38"/>
                <a:gd name="T8" fmla="*/ 11 w 31"/>
                <a:gd name="T9" fmla="*/ 30 h 38"/>
                <a:gd name="T10" fmla="*/ 9 w 31"/>
                <a:gd name="T11" fmla="*/ 28 h 38"/>
                <a:gd name="T12" fmla="*/ 10 w 31"/>
                <a:gd name="T13" fmla="*/ 26 h 38"/>
                <a:gd name="T14" fmla="*/ 22 w 31"/>
                <a:gd name="T15" fmla="*/ 17 h 38"/>
                <a:gd name="T16" fmla="*/ 26 w 31"/>
                <a:gd name="T17" fmla="*/ 6 h 38"/>
                <a:gd name="T18" fmla="*/ 23 w 31"/>
                <a:gd name="T19" fmla="*/ 1 h 38"/>
                <a:gd name="T20" fmla="*/ 17 w 31"/>
                <a:gd name="T21" fmla="*/ 0 h 38"/>
                <a:gd name="T22" fmla="*/ 5 w 31"/>
                <a:gd name="T23" fmla="*/ 10 h 38"/>
                <a:gd name="T24" fmla="*/ 1 w 31"/>
                <a:gd name="T25" fmla="*/ 27 h 38"/>
                <a:gd name="T26" fmla="*/ 6 w 31"/>
                <a:gd name="T27" fmla="*/ 36 h 38"/>
                <a:gd name="T28" fmla="*/ 14 w 31"/>
                <a:gd name="T29" fmla="*/ 38 h 38"/>
                <a:gd name="T30" fmla="*/ 26 w 31"/>
                <a:gd name="T31" fmla="*/ 31 h 38"/>
                <a:gd name="T32" fmla="*/ 30 w 31"/>
                <a:gd name="T33" fmla="*/ 23 h 38"/>
                <a:gd name="T34" fmla="*/ 11 w 31"/>
                <a:gd name="T35" fmla="*/ 11 h 38"/>
                <a:gd name="T36" fmla="*/ 17 w 31"/>
                <a:gd name="T37" fmla="*/ 7 h 38"/>
                <a:gd name="T38" fmla="*/ 18 w 31"/>
                <a:gd name="T39" fmla="*/ 7 h 38"/>
                <a:gd name="T40" fmla="*/ 19 w 31"/>
                <a:gd name="T41" fmla="*/ 9 h 38"/>
                <a:gd name="T42" fmla="*/ 16 w 31"/>
                <a:gd name="T43" fmla="*/ 15 h 38"/>
                <a:gd name="T44" fmla="*/ 8 w 31"/>
                <a:gd name="T45" fmla="*/ 21 h 38"/>
                <a:gd name="T46" fmla="*/ 11 w 31"/>
                <a:gd name="T47" fmla="*/ 1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 h="38">
                  <a:moveTo>
                    <a:pt x="30" y="23"/>
                  </a:moveTo>
                  <a:cubicBezTo>
                    <a:pt x="30" y="21"/>
                    <a:pt x="29" y="21"/>
                    <a:pt x="28" y="21"/>
                  </a:cubicBezTo>
                  <a:cubicBezTo>
                    <a:pt x="27" y="21"/>
                    <a:pt x="27" y="22"/>
                    <a:pt x="26" y="23"/>
                  </a:cubicBezTo>
                  <a:cubicBezTo>
                    <a:pt x="23" y="28"/>
                    <a:pt x="19" y="30"/>
                    <a:pt x="15" y="31"/>
                  </a:cubicBezTo>
                  <a:cubicBezTo>
                    <a:pt x="13" y="31"/>
                    <a:pt x="12" y="31"/>
                    <a:pt x="11" y="30"/>
                  </a:cubicBezTo>
                  <a:cubicBezTo>
                    <a:pt x="10" y="30"/>
                    <a:pt x="9" y="29"/>
                    <a:pt x="9" y="28"/>
                  </a:cubicBezTo>
                  <a:cubicBezTo>
                    <a:pt x="9" y="27"/>
                    <a:pt x="9" y="27"/>
                    <a:pt x="10" y="26"/>
                  </a:cubicBezTo>
                  <a:cubicBezTo>
                    <a:pt x="15" y="24"/>
                    <a:pt x="19" y="21"/>
                    <a:pt x="22" y="17"/>
                  </a:cubicBezTo>
                  <a:cubicBezTo>
                    <a:pt x="25" y="14"/>
                    <a:pt x="26" y="10"/>
                    <a:pt x="26" y="6"/>
                  </a:cubicBezTo>
                  <a:cubicBezTo>
                    <a:pt x="25" y="4"/>
                    <a:pt x="24" y="3"/>
                    <a:pt x="23" y="1"/>
                  </a:cubicBezTo>
                  <a:cubicBezTo>
                    <a:pt x="21" y="0"/>
                    <a:pt x="19" y="0"/>
                    <a:pt x="17" y="0"/>
                  </a:cubicBezTo>
                  <a:cubicBezTo>
                    <a:pt x="12" y="1"/>
                    <a:pt x="8" y="4"/>
                    <a:pt x="5" y="10"/>
                  </a:cubicBezTo>
                  <a:cubicBezTo>
                    <a:pt x="1" y="16"/>
                    <a:pt x="0" y="21"/>
                    <a:pt x="1" y="27"/>
                  </a:cubicBezTo>
                  <a:cubicBezTo>
                    <a:pt x="2" y="31"/>
                    <a:pt x="3" y="34"/>
                    <a:pt x="6" y="36"/>
                  </a:cubicBezTo>
                  <a:cubicBezTo>
                    <a:pt x="8" y="38"/>
                    <a:pt x="11" y="38"/>
                    <a:pt x="14" y="38"/>
                  </a:cubicBezTo>
                  <a:cubicBezTo>
                    <a:pt x="19" y="37"/>
                    <a:pt x="23" y="35"/>
                    <a:pt x="26" y="31"/>
                  </a:cubicBezTo>
                  <a:cubicBezTo>
                    <a:pt x="29" y="28"/>
                    <a:pt x="31" y="25"/>
                    <a:pt x="30" y="23"/>
                  </a:cubicBezTo>
                  <a:close/>
                  <a:moveTo>
                    <a:pt x="11" y="11"/>
                  </a:moveTo>
                  <a:cubicBezTo>
                    <a:pt x="13" y="8"/>
                    <a:pt x="15" y="7"/>
                    <a:pt x="17" y="7"/>
                  </a:cubicBezTo>
                  <a:cubicBezTo>
                    <a:pt x="17" y="6"/>
                    <a:pt x="18" y="7"/>
                    <a:pt x="18" y="7"/>
                  </a:cubicBezTo>
                  <a:cubicBezTo>
                    <a:pt x="19" y="7"/>
                    <a:pt x="19" y="8"/>
                    <a:pt x="19" y="9"/>
                  </a:cubicBezTo>
                  <a:cubicBezTo>
                    <a:pt x="20" y="10"/>
                    <a:pt x="19" y="13"/>
                    <a:pt x="16" y="15"/>
                  </a:cubicBezTo>
                  <a:cubicBezTo>
                    <a:pt x="14" y="18"/>
                    <a:pt x="12" y="19"/>
                    <a:pt x="8" y="21"/>
                  </a:cubicBezTo>
                  <a:cubicBezTo>
                    <a:pt x="9" y="18"/>
                    <a:pt x="10" y="14"/>
                    <a:pt x="11"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7" name="Freeform 536"/>
            <p:cNvSpPr>
              <a:spLocks noEditPoints="1"/>
            </p:cNvSpPr>
            <p:nvPr/>
          </p:nvSpPr>
          <p:spPr bwMode="auto">
            <a:xfrm>
              <a:off x="6488113" y="5018088"/>
              <a:ext cx="46038" cy="47625"/>
            </a:xfrm>
            <a:custGeom>
              <a:avLst/>
              <a:gdLst>
                <a:gd name="T0" fmla="*/ 34 w 35"/>
                <a:gd name="T1" fmla="*/ 30 h 37"/>
                <a:gd name="T2" fmla="*/ 33 w 35"/>
                <a:gd name="T3" fmla="*/ 29 h 37"/>
                <a:gd name="T4" fmla="*/ 31 w 35"/>
                <a:gd name="T5" fmla="*/ 28 h 37"/>
                <a:gd name="T6" fmla="*/ 30 w 35"/>
                <a:gd name="T7" fmla="*/ 26 h 37"/>
                <a:gd name="T8" fmla="*/ 29 w 35"/>
                <a:gd name="T9" fmla="*/ 20 h 37"/>
                <a:gd name="T10" fmla="*/ 28 w 35"/>
                <a:gd name="T11" fmla="*/ 10 h 37"/>
                <a:gd name="T12" fmla="*/ 28 w 35"/>
                <a:gd name="T13" fmla="*/ 5 h 37"/>
                <a:gd name="T14" fmla="*/ 24 w 35"/>
                <a:gd name="T15" fmla="*/ 3 h 37"/>
                <a:gd name="T16" fmla="*/ 18 w 35"/>
                <a:gd name="T17" fmla="*/ 0 h 37"/>
                <a:gd name="T18" fmla="*/ 5 w 35"/>
                <a:gd name="T19" fmla="*/ 12 h 37"/>
                <a:gd name="T20" fmla="*/ 1 w 35"/>
                <a:gd name="T21" fmla="*/ 30 h 37"/>
                <a:gd name="T22" fmla="*/ 4 w 35"/>
                <a:gd name="T23" fmla="*/ 36 h 37"/>
                <a:gd name="T24" fmla="*/ 9 w 35"/>
                <a:gd name="T25" fmla="*/ 37 h 37"/>
                <a:gd name="T26" fmla="*/ 23 w 35"/>
                <a:gd name="T27" fmla="*/ 24 h 37"/>
                <a:gd name="T28" fmla="*/ 30 w 35"/>
                <a:gd name="T29" fmla="*/ 35 h 37"/>
                <a:gd name="T30" fmla="*/ 33 w 35"/>
                <a:gd name="T31" fmla="*/ 33 h 37"/>
                <a:gd name="T32" fmla="*/ 34 w 35"/>
                <a:gd name="T33" fmla="*/ 30 h 37"/>
                <a:gd name="T34" fmla="*/ 17 w 35"/>
                <a:gd name="T35" fmla="*/ 22 h 37"/>
                <a:gd name="T36" fmla="*/ 9 w 35"/>
                <a:gd name="T37" fmla="*/ 30 h 37"/>
                <a:gd name="T38" fmla="*/ 8 w 35"/>
                <a:gd name="T39" fmla="*/ 28 h 37"/>
                <a:gd name="T40" fmla="*/ 11 w 35"/>
                <a:gd name="T41" fmla="*/ 15 h 37"/>
                <a:gd name="T42" fmla="*/ 18 w 35"/>
                <a:gd name="T43" fmla="*/ 7 h 37"/>
                <a:gd name="T44" fmla="*/ 20 w 35"/>
                <a:gd name="T45" fmla="*/ 7 h 37"/>
                <a:gd name="T46" fmla="*/ 21 w 35"/>
                <a:gd name="T47" fmla="*/ 10 h 37"/>
                <a:gd name="T48" fmla="*/ 17 w 35"/>
                <a:gd name="T49" fmla="*/ 2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37">
                  <a:moveTo>
                    <a:pt x="34" y="30"/>
                  </a:moveTo>
                  <a:cubicBezTo>
                    <a:pt x="34" y="29"/>
                    <a:pt x="34" y="29"/>
                    <a:pt x="33" y="29"/>
                  </a:cubicBezTo>
                  <a:cubicBezTo>
                    <a:pt x="32" y="28"/>
                    <a:pt x="31" y="28"/>
                    <a:pt x="31" y="28"/>
                  </a:cubicBezTo>
                  <a:cubicBezTo>
                    <a:pt x="31" y="28"/>
                    <a:pt x="31" y="27"/>
                    <a:pt x="30" y="26"/>
                  </a:cubicBezTo>
                  <a:cubicBezTo>
                    <a:pt x="29" y="25"/>
                    <a:pt x="29" y="23"/>
                    <a:pt x="29" y="20"/>
                  </a:cubicBezTo>
                  <a:cubicBezTo>
                    <a:pt x="28" y="18"/>
                    <a:pt x="28" y="14"/>
                    <a:pt x="28" y="10"/>
                  </a:cubicBezTo>
                  <a:cubicBezTo>
                    <a:pt x="28" y="8"/>
                    <a:pt x="28" y="6"/>
                    <a:pt x="28" y="5"/>
                  </a:cubicBezTo>
                  <a:cubicBezTo>
                    <a:pt x="28" y="3"/>
                    <a:pt x="26" y="3"/>
                    <a:pt x="24" y="3"/>
                  </a:cubicBezTo>
                  <a:cubicBezTo>
                    <a:pt x="23" y="1"/>
                    <a:pt x="21" y="0"/>
                    <a:pt x="18" y="0"/>
                  </a:cubicBezTo>
                  <a:cubicBezTo>
                    <a:pt x="13" y="1"/>
                    <a:pt x="9" y="5"/>
                    <a:pt x="5" y="12"/>
                  </a:cubicBezTo>
                  <a:cubicBezTo>
                    <a:pt x="1" y="19"/>
                    <a:pt x="0" y="25"/>
                    <a:pt x="1" y="30"/>
                  </a:cubicBezTo>
                  <a:cubicBezTo>
                    <a:pt x="1" y="33"/>
                    <a:pt x="2" y="34"/>
                    <a:pt x="4" y="36"/>
                  </a:cubicBezTo>
                  <a:cubicBezTo>
                    <a:pt x="5" y="37"/>
                    <a:pt x="7" y="37"/>
                    <a:pt x="9" y="37"/>
                  </a:cubicBezTo>
                  <a:cubicBezTo>
                    <a:pt x="14" y="36"/>
                    <a:pt x="19" y="32"/>
                    <a:pt x="23" y="24"/>
                  </a:cubicBezTo>
                  <a:cubicBezTo>
                    <a:pt x="24" y="32"/>
                    <a:pt x="26" y="35"/>
                    <a:pt x="30" y="35"/>
                  </a:cubicBezTo>
                  <a:cubicBezTo>
                    <a:pt x="31" y="35"/>
                    <a:pt x="32" y="34"/>
                    <a:pt x="33" y="33"/>
                  </a:cubicBezTo>
                  <a:cubicBezTo>
                    <a:pt x="34" y="32"/>
                    <a:pt x="35" y="31"/>
                    <a:pt x="34" y="30"/>
                  </a:cubicBezTo>
                  <a:close/>
                  <a:moveTo>
                    <a:pt x="17" y="22"/>
                  </a:moveTo>
                  <a:cubicBezTo>
                    <a:pt x="15" y="27"/>
                    <a:pt x="12" y="30"/>
                    <a:pt x="9" y="30"/>
                  </a:cubicBezTo>
                  <a:cubicBezTo>
                    <a:pt x="9" y="30"/>
                    <a:pt x="8" y="29"/>
                    <a:pt x="8" y="28"/>
                  </a:cubicBezTo>
                  <a:cubicBezTo>
                    <a:pt x="7" y="24"/>
                    <a:pt x="8" y="20"/>
                    <a:pt x="11" y="15"/>
                  </a:cubicBezTo>
                  <a:cubicBezTo>
                    <a:pt x="14" y="10"/>
                    <a:pt x="16" y="7"/>
                    <a:pt x="18" y="7"/>
                  </a:cubicBezTo>
                  <a:cubicBezTo>
                    <a:pt x="19" y="7"/>
                    <a:pt x="19" y="7"/>
                    <a:pt x="20" y="7"/>
                  </a:cubicBezTo>
                  <a:cubicBezTo>
                    <a:pt x="20" y="8"/>
                    <a:pt x="21" y="9"/>
                    <a:pt x="21" y="10"/>
                  </a:cubicBezTo>
                  <a:cubicBezTo>
                    <a:pt x="22" y="13"/>
                    <a:pt x="20" y="17"/>
                    <a:pt x="17"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8" name="Freeform 537"/>
            <p:cNvSpPr>
              <a:spLocks/>
            </p:cNvSpPr>
            <p:nvPr/>
          </p:nvSpPr>
          <p:spPr bwMode="auto">
            <a:xfrm>
              <a:off x="6534150" y="5006975"/>
              <a:ext cx="33338" cy="53975"/>
            </a:xfrm>
            <a:custGeom>
              <a:avLst/>
              <a:gdLst>
                <a:gd name="T0" fmla="*/ 14 w 26"/>
                <a:gd name="T1" fmla="*/ 32 h 42"/>
                <a:gd name="T2" fmla="*/ 8 w 26"/>
                <a:gd name="T3" fmla="*/ 34 h 42"/>
                <a:gd name="T4" fmla="*/ 6 w 26"/>
                <a:gd name="T5" fmla="*/ 34 h 42"/>
                <a:gd name="T6" fmla="*/ 4 w 26"/>
                <a:gd name="T7" fmla="*/ 34 h 42"/>
                <a:gd name="T8" fmla="*/ 1 w 26"/>
                <a:gd name="T9" fmla="*/ 36 h 42"/>
                <a:gd name="T10" fmla="*/ 1 w 26"/>
                <a:gd name="T11" fmla="*/ 38 h 42"/>
                <a:gd name="T12" fmla="*/ 7 w 26"/>
                <a:gd name="T13" fmla="*/ 41 h 42"/>
                <a:gd name="T14" fmla="*/ 20 w 26"/>
                <a:gd name="T15" fmla="*/ 36 h 42"/>
                <a:gd name="T16" fmla="*/ 25 w 26"/>
                <a:gd name="T17" fmla="*/ 28 h 42"/>
                <a:gd name="T18" fmla="*/ 23 w 26"/>
                <a:gd name="T19" fmla="*/ 23 h 42"/>
                <a:gd name="T20" fmla="*/ 15 w 26"/>
                <a:gd name="T21" fmla="*/ 20 h 42"/>
                <a:gd name="T22" fmla="*/ 9 w 26"/>
                <a:gd name="T23" fmla="*/ 18 h 42"/>
                <a:gd name="T24" fmla="*/ 8 w 26"/>
                <a:gd name="T25" fmla="*/ 16 h 42"/>
                <a:gd name="T26" fmla="*/ 11 w 26"/>
                <a:gd name="T27" fmla="*/ 11 h 42"/>
                <a:gd name="T28" fmla="*/ 16 w 26"/>
                <a:gd name="T29" fmla="*/ 8 h 42"/>
                <a:gd name="T30" fmla="*/ 18 w 26"/>
                <a:gd name="T31" fmla="*/ 8 h 42"/>
                <a:gd name="T32" fmla="*/ 19 w 26"/>
                <a:gd name="T33" fmla="*/ 8 h 42"/>
                <a:gd name="T34" fmla="*/ 21 w 26"/>
                <a:gd name="T35" fmla="*/ 7 h 42"/>
                <a:gd name="T36" fmla="*/ 22 w 26"/>
                <a:gd name="T37" fmla="*/ 5 h 42"/>
                <a:gd name="T38" fmla="*/ 16 w 26"/>
                <a:gd name="T39" fmla="*/ 1 h 42"/>
                <a:gd name="T40" fmla="*/ 5 w 26"/>
                <a:gd name="T41" fmla="*/ 7 h 42"/>
                <a:gd name="T42" fmla="*/ 0 w 26"/>
                <a:gd name="T43" fmla="*/ 18 h 42"/>
                <a:gd name="T44" fmla="*/ 3 w 26"/>
                <a:gd name="T45" fmla="*/ 22 h 42"/>
                <a:gd name="T46" fmla="*/ 12 w 26"/>
                <a:gd name="T47" fmla="*/ 26 h 42"/>
                <a:gd name="T48" fmla="*/ 18 w 26"/>
                <a:gd name="T49" fmla="*/ 29 h 42"/>
                <a:gd name="T50" fmla="*/ 14 w 26"/>
                <a:gd name="T51" fmla="*/ 3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 h="42">
                  <a:moveTo>
                    <a:pt x="14" y="32"/>
                  </a:moveTo>
                  <a:cubicBezTo>
                    <a:pt x="12" y="33"/>
                    <a:pt x="10" y="34"/>
                    <a:pt x="8" y="34"/>
                  </a:cubicBezTo>
                  <a:cubicBezTo>
                    <a:pt x="7" y="34"/>
                    <a:pt x="7" y="34"/>
                    <a:pt x="6" y="34"/>
                  </a:cubicBezTo>
                  <a:cubicBezTo>
                    <a:pt x="5" y="34"/>
                    <a:pt x="4" y="34"/>
                    <a:pt x="4" y="34"/>
                  </a:cubicBezTo>
                  <a:cubicBezTo>
                    <a:pt x="3" y="34"/>
                    <a:pt x="2" y="35"/>
                    <a:pt x="1" y="36"/>
                  </a:cubicBezTo>
                  <a:cubicBezTo>
                    <a:pt x="1" y="36"/>
                    <a:pt x="0" y="37"/>
                    <a:pt x="1" y="38"/>
                  </a:cubicBezTo>
                  <a:cubicBezTo>
                    <a:pt x="1" y="41"/>
                    <a:pt x="3" y="42"/>
                    <a:pt x="7" y="41"/>
                  </a:cubicBezTo>
                  <a:cubicBezTo>
                    <a:pt x="12" y="41"/>
                    <a:pt x="16" y="39"/>
                    <a:pt x="20" y="36"/>
                  </a:cubicBezTo>
                  <a:cubicBezTo>
                    <a:pt x="24" y="34"/>
                    <a:pt x="26" y="31"/>
                    <a:pt x="25" y="28"/>
                  </a:cubicBezTo>
                  <a:cubicBezTo>
                    <a:pt x="25" y="26"/>
                    <a:pt x="24" y="25"/>
                    <a:pt x="23" y="23"/>
                  </a:cubicBezTo>
                  <a:cubicBezTo>
                    <a:pt x="21" y="22"/>
                    <a:pt x="19" y="21"/>
                    <a:pt x="15" y="20"/>
                  </a:cubicBezTo>
                  <a:cubicBezTo>
                    <a:pt x="12" y="19"/>
                    <a:pt x="10" y="18"/>
                    <a:pt x="9" y="18"/>
                  </a:cubicBezTo>
                  <a:cubicBezTo>
                    <a:pt x="9" y="17"/>
                    <a:pt x="8" y="16"/>
                    <a:pt x="8" y="16"/>
                  </a:cubicBezTo>
                  <a:cubicBezTo>
                    <a:pt x="8" y="14"/>
                    <a:pt x="9" y="12"/>
                    <a:pt x="11" y="11"/>
                  </a:cubicBezTo>
                  <a:cubicBezTo>
                    <a:pt x="13" y="9"/>
                    <a:pt x="14" y="8"/>
                    <a:pt x="16" y="8"/>
                  </a:cubicBezTo>
                  <a:cubicBezTo>
                    <a:pt x="17" y="8"/>
                    <a:pt x="17" y="8"/>
                    <a:pt x="18" y="8"/>
                  </a:cubicBezTo>
                  <a:cubicBezTo>
                    <a:pt x="18" y="8"/>
                    <a:pt x="19" y="8"/>
                    <a:pt x="19" y="8"/>
                  </a:cubicBezTo>
                  <a:cubicBezTo>
                    <a:pt x="20" y="8"/>
                    <a:pt x="20" y="8"/>
                    <a:pt x="21" y="7"/>
                  </a:cubicBezTo>
                  <a:cubicBezTo>
                    <a:pt x="22" y="6"/>
                    <a:pt x="22" y="5"/>
                    <a:pt x="22" y="5"/>
                  </a:cubicBezTo>
                  <a:cubicBezTo>
                    <a:pt x="21" y="2"/>
                    <a:pt x="19" y="0"/>
                    <a:pt x="16" y="1"/>
                  </a:cubicBezTo>
                  <a:cubicBezTo>
                    <a:pt x="12" y="2"/>
                    <a:pt x="9" y="4"/>
                    <a:pt x="5" y="7"/>
                  </a:cubicBezTo>
                  <a:cubicBezTo>
                    <a:pt x="1" y="10"/>
                    <a:pt x="0" y="14"/>
                    <a:pt x="0" y="18"/>
                  </a:cubicBezTo>
                  <a:cubicBezTo>
                    <a:pt x="1" y="19"/>
                    <a:pt x="1" y="21"/>
                    <a:pt x="3" y="22"/>
                  </a:cubicBezTo>
                  <a:cubicBezTo>
                    <a:pt x="4" y="23"/>
                    <a:pt x="7" y="25"/>
                    <a:pt x="12" y="26"/>
                  </a:cubicBezTo>
                  <a:cubicBezTo>
                    <a:pt x="16" y="27"/>
                    <a:pt x="18" y="28"/>
                    <a:pt x="18" y="29"/>
                  </a:cubicBezTo>
                  <a:cubicBezTo>
                    <a:pt x="17" y="30"/>
                    <a:pt x="16" y="31"/>
                    <a:pt x="14"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9" name="Freeform 538"/>
            <p:cNvSpPr>
              <a:spLocks noEditPoints="1"/>
            </p:cNvSpPr>
            <p:nvPr/>
          </p:nvSpPr>
          <p:spPr bwMode="auto">
            <a:xfrm>
              <a:off x="6570663" y="5003800"/>
              <a:ext cx="38100" cy="50800"/>
            </a:xfrm>
            <a:custGeom>
              <a:avLst/>
              <a:gdLst>
                <a:gd name="T0" fmla="*/ 16 w 30"/>
                <a:gd name="T1" fmla="*/ 0 h 39"/>
                <a:gd name="T2" fmla="*/ 4 w 30"/>
                <a:gd name="T3" fmla="*/ 10 h 39"/>
                <a:gd name="T4" fmla="*/ 0 w 30"/>
                <a:gd name="T5" fmla="*/ 27 h 39"/>
                <a:gd name="T6" fmla="*/ 5 w 30"/>
                <a:gd name="T7" fmla="*/ 36 h 39"/>
                <a:gd name="T8" fmla="*/ 14 w 30"/>
                <a:gd name="T9" fmla="*/ 38 h 39"/>
                <a:gd name="T10" fmla="*/ 25 w 30"/>
                <a:gd name="T11" fmla="*/ 32 h 39"/>
                <a:gd name="T12" fmla="*/ 30 w 30"/>
                <a:gd name="T13" fmla="*/ 23 h 39"/>
                <a:gd name="T14" fmla="*/ 27 w 30"/>
                <a:gd name="T15" fmla="*/ 21 h 39"/>
                <a:gd name="T16" fmla="*/ 25 w 30"/>
                <a:gd name="T17" fmla="*/ 23 h 39"/>
                <a:gd name="T18" fmla="*/ 14 w 30"/>
                <a:gd name="T19" fmla="*/ 31 h 39"/>
                <a:gd name="T20" fmla="*/ 10 w 30"/>
                <a:gd name="T21" fmla="*/ 31 h 39"/>
                <a:gd name="T22" fmla="*/ 8 w 30"/>
                <a:gd name="T23" fmla="*/ 28 h 39"/>
                <a:gd name="T24" fmla="*/ 9 w 30"/>
                <a:gd name="T25" fmla="*/ 27 h 39"/>
                <a:gd name="T26" fmla="*/ 21 w 30"/>
                <a:gd name="T27" fmla="*/ 18 h 39"/>
                <a:gd name="T28" fmla="*/ 25 w 30"/>
                <a:gd name="T29" fmla="*/ 7 h 39"/>
                <a:gd name="T30" fmla="*/ 22 w 30"/>
                <a:gd name="T31" fmla="*/ 2 h 39"/>
                <a:gd name="T32" fmla="*/ 16 w 30"/>
                <a:gd name="T33" fmla="*/ 0 h 39"/>
                <a:gd name="T34" fmla="*/ 19 w 30"/>
                <a:gd name="T35" fmla="*/ 9 h 39"/>
                <a:gd name="T36" fmla="*/ 16 w 30"/>
                <a:gd name="T37" fmla="*/ 15 h 39"/>
                <a:gd name="T38" fmla="*/ 8 w 30"/>
                <a:gd name="T39" fmla="*/ 21 h 39"/>
                <a:gd name="T40" fmla="*/ 11 w 30"/>
                <a:gd name="T41" fmla="*/ 12 h 39"/>
                <a:gd name="T42" fmla="*/ 16 w 30"/>
                <a:gd name="T43" fmla="*/ 7 h 39"/>
                <a:gd name="T44" fmla="*/ 18 w 30"/>
                <a:gd name="T45" fmla="*/ 7 h 39"/>
                <a:gd name="T46" fmla="*/ 19 w 30"/>
                <a:gd name="T47"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0" h="39">
                  <a:moveTo>
                    <a:pt x="16" y="0"/>
                  </a:moveTo>
                  <a:cubicBezTo>
                    <a:pt x="11" y="1"/>
                    <a:pt x="7" y="4"/>
                    <a:pt x="4" y="10"/>
                  </a:cubicBezTo>
                  <a:cubicBezTo>
                    <a:pt x="1" y="16"/>
                    <a:pt x="0" y="22"/>
                    <a:pt x="0" y="27"/>
                  </a:cubicBezTo>
                  <a:cubicBezTo>
                    <a:pt x="1" y="31"/>
                    <a:pt x="3" y="34"/>
                    <a:pt x="5" y="36"/>
                  </a:cubicBezTo>
                  <a:cubicBezTo>
                    <a:pt x="7" y="38"/>
                    <a:pt x="10" y="39"/>
                    <a:pt x="14" y="38"/>
                  </a:cubicBezTo>
                  <a:cubicBezTo>
                    <a:pt x="18" y="37"/>
                    <a:pt x="22" y="35"/>
                    <a:pt x="25" y="32"/>
                  </a:cubicBezTo>
                  <a:cubicBezTo>
                    <a:pt x="29" y="28"/>
                    <a:pt x="30" y="25"/>
                    <a:pt x="30" y="23"/>
                  </a:cubicBezTo>
                  <a:cubicBezTo>
                    <a:pt x="29" y="22"/>
                    <a:pt x="29" y="21"/>
                    <a:pt x="27" y="21"/>
                  </a:cubicBezTo>
                  <a:cubicBezTo>
                    <a:pt x="27" y="21"/>
                    <a:pt x="26" y="22"/>
                    <a:pt x="25" y="23"/>
                  </a:cubicBezTo>
                  <a:cubicBezTo>
                    <a:pt x="22" y="28"/>
                    <a:pt x="18" y="31"/>
                    <a:pt x="14" y="31"/>
                  </a:cubicBezTo>
                  <a:cubicBezTo>
                    <a:pt x="12" y="32"/>
                    <a:pt x="11" y="31"/>
                    <a:pt x="10" y="31"/>
                  </a:cubicBezTo>
                  <a:cubicBezTo>
                    <a:pt x="9" y="30"/>
                    <a:pt x="9" y="29"/>
                    <a:pt x="8" y="28"/>
                  </a:cubicBezTo>
                  <a:cubicBezTo>
                    <a:pt x="8" y="27"/>
                    <a:pt x="9" y="27"/>
                    <a:pt x="9" y="27"/>
                  </a:cubicBezTo>
                  <a:cubicBezTo>
                    <a:pt x="14" y="25"/>
                    <a:pt x="18" y="22"/>
                    <a:pt x="21" y="18"/>
                  </a:cubicBezTo>
                  <a:cubicBezTo>
                    <a:pt x="24" y="14"/>
                    <a:pt x="25" y="10"/>
                    <a:pt x="25" y="7"/>
                  </a:cubicBezTo>
                  <a:cubicBezTo>
                    <a:pt x="25" y="5"/>
                    <a:pt x="24" y="3"/>
                    <a:pt x="22" y="2"/>
                  </a:cubicBezTo>
                  <a:cubicBezTo>
                    <a:pt x="20" y="0"/>
                    <a:pt x="18" y="0"/>
                    <a:pt x="16" y="0"/>
                  </a:cubicBezTo>
                  <a:close/>
                  <a:moveTo>
                    <a:pt x="19" y="9"/>
                  </a:moveTo>
                  <a:cubicBezTo>
                    <a:pt x="19" y="11"/>
                    <a:pt x="18" y="13"/>
                    <a:pt x="16" y="15"/>
                  </a:cubicBezTo>
                  <a:cubicBezTo>
                    <a:pt x="14" y="18"/>
                    <a:pt x="11" y="20"/>
                    <a:pt x="8" y="21"/>
                  </a:cubicBezTo>
                  <a:cubicBezTo>
                    <a:pt x="8" y="18"/>
                    <a:pt x="9" y="15"/>
                    <a:pt x="11" y="12"/>
                  </a:cubicBezTo>
                  <a:cubicBezTo>
                    <a:pt x="13" y="9"/>
                    <a:pt x="14" y="7"/>
                    <a:pt x="16" y="7"/>
                  </a:cubicBezTo>
                  <a:cubicBezTo>
                    <a:pt x="17" y="7"/>
                    <a:pt x="17" y="7"/>
                    <a:pt x="18" y="7"/>
                  </a:cubicBezTo>
                  <a:cubicBezTo>
                    <a:pt x="18" y="8"/>
                    <a:pt x="19" y="8"/>
                    <a:pt x="19"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0" name="Freeform 539"/>
            <p:cNvSpPr>
              <a:spLocks/>
            </p:cNvSpPr>
            <p:nvPr/>
          </p:nvSpPr>
          <p:spPr bwMode="auto">
            <a:xfrm>
              <a:off x="6648450" y="4992688"/>
              <a:ext cx="38100" cy="49213"/>
            </a:xfrm>
            <a:custGeom>
              <a:avLst/>
              <a:gdLst>
                <a:gd name="T0" fmla="*/ 8 w 30"/>
                <a:gd name="T1" fmla="*/ 12 h 39"/>
                <a:gd name="T2" fmla="*/ 8 w 30"/>
                <a:gd name="T3" fmla="*/ 6 h 39"/>
                <a:gd name="T4" fmla="*/ 7 w 30"/>
                <a:gd name="T5" fmla="*/ 4 h 39"/>
                <a:gd name="T6" fmla="*/ 4 w 30"/>
                <a:gd name="T7" fmla="*/ 3 h 39"/>
                <a:gd name="T8" fmla="*/ 1 w 30"/>
                <a:gd name="T9" fmla="*/ 5 h 39"/>
                <a:gd name="T10" fmla="*/ 0 w 30"/>
                <a:gd name="T11" fmla="*/ 7 h 39"/>
                <a:gd name="T12" fmla="*/ 0 w 30"/>
                <a:gd name="T13" fmla="*/ 12 h 39"/>
                <a:gd name="T14" fmla="*/ 0 w 30"/>
                <a:gd name="T15" fmla="*/ 14 h 39"/>
                <a:gd name="T16" fmla="*/ 1 w 30"/>
                <a:gd name="T17" fmla="*/ 23 h 39"/>
                <a:gd name="T18" fmla="*/ 2 w 30"/>
                <a:gd name="T19" fmla="*/ 29 h 39"/>
                <a:gd name="T20" fmla="*/ 4 w 30"/>
                <a:gd name="T21" fmla="*/ 37 h 39"/>
                <a:gd name="T22" fmla="*/ 7 w 30"/>
                <a:gd name="T23" fmla="*/ 39 h 39"/>
                <a:gd name="T24" fmla="*/ 10 w 30"/>
                <a:gd name="T25" fmla="*/ 37 h 39"/>
                <a:gd name="T26" fmla="*/ 11 w 30"/>
                <a:gd name="T27" fmla="*/ 33 h 39"/>
                <a:gd name="T28" fmla="*/ 15 w 30"/>
                <a:gd name="T29" fmla="*/ 16 h 39"/>
                <a:gd name="T30" fmla="*/ 22 w 30"/>
                <a:gd name="T31" fmla="*/ 7 h 39"/>
                <a:gd name="T32" fmla="*/ 24 w 30"/>
                <a:gd name="T33" fmla="*/ 8 h 39"/>
                <a:gd name="T34" fmla="*/ 28 w 30"/>
                <a:gd name="T35" fmla="*/ 9 h 39"/>
                <a:gd name="T36" fmla="*/ 29 w 30"/>
                <a:gd name="T37" fmla="*/ 8 h 39"/>
                <a:gd name="T38" fmla="*/ 30 w 30"/>
                <a:gd name="T39" fmla="*/ 5 h 39"/>
                <a:gd name="T40" fmla="*/ 27 w 30"/>
                <a:gd name="T41" fmla="*/ 1 h 39"/>
                <a:gd name="T42" fmla="*/ 22 w 30"/>
                <a:gd name="T43" fmla="*/ 0 h 39"/>
                <a:gd name="T44" fmla="*/ 14 w 30"/>
                <a:gd name="T45" fmla="*/ 6 h 39"/>
                <a:gd name="T46" fmla="*/ 8 w 30"/>
                <a:gd name="T47" fmla="*/ 20 h 39"/>
                <a:gd name="T48" fmla="*/ 8 w 30"/>
                <a:gd name="T49" fmla="*/ 21 h 39"/>
                <a:gd name="T50" fmla="*/ 8 w 30"/>
                <a:gd name="T51" fmla="*/ 16 h 39"/>
                <a:gd name="T52" fmla="*/ 8 w 30"/>
                <a:gd name="T53" fmla="*/ 1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39">
                  <a:moveTo>
                    <a:pt x="8" y="12"/>
                  </a:moveTo>
                  <a:cubicBezTo>
                    <a:pt x="8" y="9"/>
                    <a:pt x="8" y="7"/>
                    <a:pt x="8" y="6"/>
                  </a:cubicBezTo>
                  <a:cubicBezTo>
                    <a:pt x="8" y="5"/>
                    <a:pt x="8" y="5"/>
                    <a:pt x="7" y="4"/>
                  </a:cubicBezTo>
                  <a:cubicBezTo>
                    <a:pt x="6" y="3"/>
                    <a:pt x="5" y="3"/>
                    <a:pt x="4" y="3"/>
                  </a:cubicBezTo>
                  <a:cubicBezTo>
                    <a:pt x="3" y="4"/>
                    <a:pt x="2" y="4"/>
                    <a:pt x="1" y="5"/>
                  </a:cubicBezTo>
                  <a:cubicBezTo>
                    <a:pt x="1" y="6"/>
                    <a:pt x="0" y="7"/>
                    <a:pt x="0" y="7"/>
                  </a:cubicBezTo>
                  <a:cubicBezTo>
                    <a:pt x="0" y="8"/>
                    <a:pt x="0" y="10"/>
                    <a:pt x="0" y="12"/>
                  </a:cubicBezTo>
                  <a:cubicBezTo>
                    <a:pt x="0" y="12"/>
                    <a:pt x="0" y="13"/>
                    <a:pt x="0" y="14"/>
                  </a:cubicBezTo>
                  <a:cubicBezTo>
                    <a:pt x="0" y="17"/>
                    <a:pt x="1" y="20"/>
                    <a:pt x="1" y="23"/>
                  </a:cubicBezTo>
                  <a:cubicBezTo>
                    <a:pt x="1" y="25"/>
                    <a:pt x="2" y="27"/>
                    <a:pt x="2" y="29"/>
                  </a:cubicBezTo>
                  <a:cubicBezTo>
                    <a:pt x="2" y="33"/>
                    <a:pt x="3" y="35"/>
                    <a:pt x="4" y="37"/>
                  </a:cubicBezTo>
                  <a:cubicBezTo>
                    <a:pt x="5" y="38"/>
                    <a:pt x="6" y="39"/>
                    <a:pt x="7" y="39"/>
                  </a:cubicBezTo>
                  <a:cubicBezTo>
                    <a:pt x="9" y="39"/>
                    <a:pt x="10" y="38"/>
                    <a:pt x="10" y="37"/>
                  </a:cubicBezTo>
                  <a:cubicBezTo>
                    <a:pt x="11" y="36"/>
                    <a:pt x="11" y="35"/>
                    <a:pt x="11" y="33"/>
                  </a:cubicBezTo>
                  <a:cubicBezTo>
                    <a:pt x="11" y="27"/>
                    <a:pt x="12" y="21"/>
                    <a:pt x="15" y="16"/>
                  </a:cubicBezTo>
                  <a:cubicBezTo>
                    <a:pt x="18" y="10"/>
                    <a:pt x="20" y="8"/>
                    <a:pt x="22" y="7"/>
                  </a:cubicBezTo>
                  <a:cubicBezTo>
                    <a:pt x="22" y="7"/>
                    <a:pt x="23" y="8"/>
                    <a:pt x="24" y="8"/>
                  </a:cubicBezTo>
                  <a:cubicBezTo>
                    <a:pt x="25" y="9"/>
                    <a:pt x="26" y="9"/>
                    <a:pt x="28" y="9"/>
                  </a:cubicBezTo>
                  <a:cubicBezTo>
                    <a:pt x="29" y="9"/>
                    <a:pt x="29" y="9"/>
                    <a:pt x="29" y="8"/>
                  </a:cubicBezTo>
                  <a:cubicBezTo>
                    <a:pt x="30" y="7"/>
                    <a:pt x="30" y="6"/>
                    <a:pt x="30" y="5"/>
                  </a:cubicBezTo>
                  <a:cubicBezTo>
                    <a:pt x="29" y="3"/>
                    <a:pt x="29" y="2"/>
                    <a:pt x="27" y="1"/>
                  </a:cubicBezTo>
                  <a:cubicBezTo>
                    <a:pt x="26" y="0"/>
                    <a:pt x="24" y="0"/>
                    <a:pt x="22" y="0"/>
                  </a:cubicBezTo>
                  <a:cubicBezTo>
                    <a:pt x="19" y="1"/>
                    <a:pt x="16" y="3"/>
                    <a:pt x="14" y="6"/>
                  </a:cubicBezTo>
                  <a:cubicBezTo>
                    <a:pt x="11" y="10"/>
                    <a:pt x="10" y="15"/>
                    <a:pt x="8" y="20"/>
                  </a:cubicBezTo>
                  <a:cubicBezTo>
                    <a:pt x="8" y="21"/>
                    <a:pt x="8" y="21"/>
                    <a:pt x="8" y="21"/>
                  </a:cubicBezTo>
                  <a:cubicBezTo>
                    <a:pt x="8" y="16"/>
                    <a:pt x="8" y="16"/>
                    <a:pt x="8" y="16"/>
                  </a:cubicBezTo>
                  <a:cubicBezTo>
                    <a:pt x="8" y="15"/>
                    <a:pt x="8" y="13"/>
                    <a:pt x="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1" name="Freeform 540"/>
            <p:cNvSpPr>
              <a:spLocks noEditPoints="1"/>
            </p:cNvSpPr>
            <p:nvPr/>
          </p:nvSpPr>
          <p:spPr bwMode="auto">
            <a:xfrm>
              <a:off x="6688138" y="4984750"/>
              <a:ext cx="38100" cy="49213"/>
            </a:xfrm>
            <a:custGeom>
              <a:avLst/>
              <a:gdLst>
                <a:gd name="T0" fmla="*/ 4 w 30"/>
                <a:gd name="T1" fmla="*/ 10 h 39"/>
                <a:gd name="T2" fmla="*/ 1 w 30"/>
                <a:gd name="T3" fmla="*/ 28 h 39"/>
                <a:gd name="T4" fmla="*/ 5 w 30"/>
                <a:gd name="T5" fmla="*/ 36 h 39"/>
                <a:gd name="T6" fmla="*/ 14 w 30"/>
                <a:gd name="T7" fmla="*/ 38 h 39"/>
                <a:gd name="T8" fmla="*/ 26 w 30"/>
                <a:gd name="T9" fmla="*/ 32 h 39"/>
                <a:gd name="T10" fmla="*/ 30 w 30"/>
                <a:gd name="T11" fmla="*/ 23 h 39"/>
                <a:gd name="T12" fmla="*/ 28 w 30"/>
                <a:gd name="T13" fmla="*/ 22 h 39"/>
                <a:gd name="T14" fmla="*/ 26 w 30"/>
                <a:gd name="T15" fmla="*/ 23 h 39"/>
                <a:gd name="T16" fmla="*/ 14 w 30"/>
                <a:gd name="T17" fmla="*/ 32 h 39"/>
                <a:gd name="T18" fmla="*/ 10 w 30"/>
                <a:gd name="T19" fmla="*/ 31 h 39"/>
                <a:gd name="T20" fmla="*/ 9 w 30"/>
                <a:gd name="T21" fmla="*/ 28 h 39"/>
                <a:gd name="T22" fmla="*/ 9 w 30"/>
                <a:gd name="T23" fmla="*/ 27 h 39"/>
                <a:gd name="T24" fmla="*/ 22 w 30"/>
                <a:gd name="T25" fmla="*/ 18 h 39"/>
                <a:gd name="T26" fmla="*/ 25 w 30"/>
                <a:gd name="T27" fmla="*/ 7 h 39"/>
                <a:gd name="T28" fmla="*/ 22 w 30"/>
                <a:gd name="T29" fmla="*/ 2 h 39"/>
                <a:gd name="T30" fmla="*/ 16 w 30"/>
                <a:gd name="T31" fmla="*/ 1 h 39"/>
                <a:gd name="T32" fmla="*/ 4 w 30"/>
                <a:gd name="T33" fmla="*/ 10 h 39"/>
                <a:gd name="T34" fmla="*/ 18 w 30"/>
                <a:gd name="T35" fmla="*/ 8 h 39"/>
                <a:gd name="T36" fmla="*/ 19 w 30"/>
                <a:gd name="T37" fmla="*/ 9 h 39"/>
                <a:gd name="T38" fmla="*/ 16 w 30"/>
                <a:gd name="T39" fmla="*/ 16 h 39"/>
                <a:gd name="T40" fmla="*/ 8 w 30"/>
                <a:gd name="T41" fmla="*/ 21 h 39"/>
                <a:gd name="T42" fmla="*/ 11 w 30"/>
                <a:gd name="T43" fmla="*/ 12 h 39"/>
                <a:gd name="T44" fmla="*/ 16 w 30"/>
                <a:gd name="T45" fmla="*/ 7 h 39"/>
                <a:gd name="T46" fmla="*/ 18 w 30"/>
                <a:gd name="T47"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0" h="39">
                  <a:moveTo>
                    <a:pt x="4" y="10"/>
                  </a:moveTo>
                  <a:cubicBezTo>
                    <a:pt x="1" y="16"/>
                    <a:pt x="0" y="22"/>
                    <a:pt x="1" y="28"/>
                  </a:cubicBezTo>
                  <a:cubicBezTo>
                    <a:pt x="1" y="32"/>
                    <a:pt x="3" y="35"/>
                    <a:pt x="5" y="36"/>
                  </a:cubicBezTo>
                  <a:cubicBezTo>
                    <a:pt x="8" y="38"/>
                    <a:pt x="11" y="39"/>
                    <a:pt x="14" y="38"/>
                  </a:cubicBezTo>
                  <a:cubicBezTo>
                    <a:pt x="19" y="38"/>
                    <a:pt x="23" y="36"/>
                    <a:pt x="26" y="32"/>
                  </a:cubicBezTo>
                  <a:cubicBezTo>
                    <a:pt x="29" y="28"/>
                    <a:pt x="30" y="26"/>
                    <a:pt x="30" y="23"/>
                  </a:cubicBezTo>
                  <a:cubicBezTo>
                    <a:pt x="30" y="22"/>
                    <a:pt x="29" y="21"/>
                    <a:pt x="28" y="22"/>
                  </a:cubicBezTo>
                  <a:cubicBezTo>
                    <a:pt x="27" y="22"/>
                    <a:pt x="26" y="22"/>
                    <a:pt x="26" y="23"/>
                  </a:cubicBezTo>
                  <a:cubicBezTo>
                    <a:pt x="22" y="28"/>
                    <a:pt x="18" y="31"/>
                    <a:pt x="14" y="32"/>
                  </a:cubicBezTo>
                  <a:cubicBezTo>
                    <a:pt x="13" y="32"/>
                    <a:pt x="11" y="32"/>
                    <a:pt x="10" y="31"/>
                  </a:cubicBezTo>
                  <a:cubicBezTo>
                    <a:pt x="9" y="30"/>
                    <a:pt x="9" y="29"/>
                    <a:pt x="9" y="28"/>
                  </a:cubicBezTo>
                  <a:cubicBezTo>
                    <a:pt x="9" y="28"/>
                    <a:pt x="9" y="27"/>
                    <a:pt x="9" y="27"/>
                  </a:cubicBezTo>
                  <a:cubicBezTo>
                    <a:pt x="15" y="25"/>
                    <a:pt x="19" y="22"/>
                    <a:pt x="22" y="18"/>
                  </a:cubicBezTo>
                  <a:cubicBezTo>
                    <a:pt x="25" y="14"/>
                    <a:pt x="26" y="10"/>
                    <a:pt x="25" y="7"/>
                  </a:cubicBezTo>
                  <a:cubicBezTo>
                    <a:pt x="25" y="5"/>
                    <a:pt x="24" y="3"/>
                    <a:pt x="22" y="2"/>
                  </a:cubicBezTo>
                  <a:cubicBezTo>
                    <a:pt x="21" y="1"/>
                    <a:pt x="19" y="0"/>
                    <a:pt x="16" y="1"/>
                  </a:cubicBezTo>
                  <a:cubicBezTo>
                    <a:pt x="12" y="1"/>
                    <a:pt x="8" y="5"/>
                    <a:pt x="4" y="10"/>
                  </a:cubicBezTo>
                  <a:close/>
                  <a:moveTo>
                    <a:pt x="18" y="8"/>
                  </a:moveTo>
                  <a:cubicBezTo>
                    <a:pt x="19" y="8"/>
                    <a:pt x="19" y="8"/>
                    <a:pt x="19" y="9"/>
                  </a:cubicBezTo>
                  <a:cubicBezTo>
                    <a:pt x="19" y="11"/>
                    <a:pt x="18" y="13"/>
                    <a:pt x="16" y="16"/>
                  </a:cubicBezTo>
                  <a:cubicBezTo>
                    <a:pt x="14" y="18"/>
                    <a:pt x="11" y="20"/>
                    <a:pt x="8" y="21"/>
                  </a:cubicBezTo>
                  <a:cubicBezTo>
                    <a:pt x="8" y="18"/>
                    <a:pt x="9" y="15"/>
                    <a:pt x="11" y="12"/>
                  </a:cubicBezTo>
                  <a:cubicBezTo>
                    <a:pt x="13" y="9"/>
                    <a:pt x="15" y="7"/>
                    <a:pt x="16" y="7"/>
                  </a:cubicBezTo>
                  <a:cubicBezTo>
                    <a:pt x="17" y="7"/>
                    <a:pt x="18" y="7"/>
                    <a:pt x="18"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2" name="Freeform 541"/>
            <p:cNvSpPr>
              <a:spLocks noEditPoints="1"/>
            </p:cNvSpPr>
            <p:nvPr/>
          </p:nvSpPr>
          <p:spPr bwMode="auto">
            <a:xfrm>
              <a:off x="6731000" y="4978400"/>
              <a:ext cx="44450" cy="49213"/>
            </a:xfrm>
            <a:custGeom>
              <a:avLst/>
              <a:gdLst>
                <a:gd name="T0" fmla="*/ 6 w 35"/>
                <a:gd name="T1" fmla="*/ 12 h 38"/>
                <a:gd name="T2" fmla="*/ 1 w 35"/>
                <a:gd name="T3" fmla="*/ 31 h 38"/>
                <a:gd name="T4" fmla="*/ 4 w 35"/>
                <a:gd name="T5" fmla="*/ 36 h 38"/>
                <a:gd name="T6" fmla="*/ 9 w 35"/>
                <a:gd name="T7" fmla="*/ 38 h 38"/>
                <a:gd name="T8" fmla="*/ 23 w 35"/>
                <a:gd name="T9" fmla="*/ 24 h 38"/>
                <a:gd name="T10" fmla="*/ 31 w 35"/>
                <a:gd name="T11" fmla="*/ 35 h 38"/>
                <a:gd name="T12" fmla="*/ 34 w 35"/>
                <a:gd name="T13" fmla="*/ 34 h 38"/>
                <a:gd name="T14" fmla="*/ 35 w 35"/>
                <a:gd name="T15" fmla="*/ 31 h 38"/>
                <a:gd name="T16" fmla="*/ 33 w 35"/>
                <a:gd name="T17" fmla="*/ 29 h 38"/>
                <a:gd name="T18" fmla="*/ 32 w 35"/>
                <a:gd name="T19" fmla="*/ 28 h 38"/>
                <a:gd name="T20" fmla="*/ 31 w 35"/>
                <a:gd name="T21" fmla="*/ 26 h 38"/>
                <a:gd name="T22" fmla="*/ 29 w 35"/>
                <a:gd name="T23" fmla="*/ 21 h 38"/>
                <a:gd name="T24" fmla="*/ 29 w 35"/>
                <a:gd name="T25" fmla="*/ 11 h 38"/>
                <a:gd name="T26" fmla="*/ 29 w 35"/>
                <a:gd name="T27" fmla="*/ 6 h 38"/>
                <a:gd name="T28" fmla="*/ 25 w 35"/>
                <a:gd name="T29" fmla="*/ 3 h 38"/>
                <a:gd name="T30" fmla="*/ 19 w 35"/>
                <a:gd name="T31" fmla="*/ 0 h 38"/>
                <a:gd name="T32" fmla="*/ 6 w 35"/>
                <a:gd name="T33" fmla="*/ 12 h 38"/>
                <a:gd name="T34" fmla="*/ 19 w 35"/>
                <a:gd name="T35" fmla="*/ 7 h 38"/>
                <a:gd name="T36" fmla="*/ 21 w 35"/>
                <a:gd name="T37" fmla="*/ 8 h 38"/>
                <a:gd name="T38" fmla="*/ 22 w 35"/>
                <a:gd name="T39" fmla="*/ 10 h 38"/>
                <a:gd name="T40" fmla="*/ 18 w 35"/>
                <a:gd name="T41" fmla="*/ 23 h 38"/>
                <a:gd name="T42" fmla="*/ 10 w 35"/>
                <a:gd name="T43" fmla="*/ 31 h 38"/>
                <a:gd name="T44" fmla="*/ 9 w 35"/>
                <a:gd name="T45" fmla="*/ 28 h 38"/>
                <a:gd name="T46" fmla="*/ 12 w 35"/>
                <a:gd name="T47" fmla="*/ 16 h 38"/>
                <a:gd name="T48" fmla="*/ 19 w 35"/>
                <a:gd name="T49" fmla="*/ 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38">
                  <a:moveTo>
                    <a:pt x="6" y="12"/>
                  </a:moveTo>
                  <a:cubicBezTo>
                    <a:pt x="2" y="19"/>
                    <a:pt x="0" y="25"/>
                    <a:pt x="1" y="31"/>
                  </a:cubicBezTo>
                  <a:cubicBezTo>
                    <a:pt x="2" y="33"/>
                    <a:pt x="3" y="35"/>
                    <a:pt x="4" y="36"/>
                  </a:cubicBezTo>
                  <a:cubicBezTo>
                    <a:pt x="6" y="38"/>
                    <a:pt x="8" y="38"/>
                    <a:pt x="9" y="38"/>
                  </a:cubicBezTo>
                  <a:cubicBezTo>
                    <a:pt x="14" y="37"/>
                    <a:pt x="19" y="32"/>
                    <a:pt x="23" y="24"/>
                  </a:cubicBezTo>
                  <a:cubicBezTo>
                    <a:pt x="24" y="32"/>
                    <a:pt x="27" y="36"/>
                    <a:pt x="31" y="35"/>
                  </a:cubicBezTo>
                  <a:cubicBezTo>
                    <a:pt x="32" y="35"/>
                    <a:pt x="33" y="35"/>
                    <a:pt x="34" y="34"/>
                  </a:cubicBezTo>
                  <a:cubicBezTo>
                    <a:pt x="35" y="33"/>
                    <a:pt x="35" y="32"/>
                    <a:pt x="35" y="31"/>
                  </a:cubicBezTo>
                  <a:cubicBezTo>
                    <a:pt x="35" y="30"/>
                    <a:pt x="34" y="30"/>
                    <a:pt x="33" y="29"/>
                  </a:cubicBezTo>
                  <a:cubicBezTo>
                    <a:pt x="33" y="29"/>
                    <a:pt x="32" y="29"/>
                    <a:pt x="32" y="28"/>
                  </a:cubicBezTo>
                  <a:cubicBezTo>
                    <a:pt x="32" y="28"/>
                    <a:pt x="31" y="28"/>
                    <a:pt x="31" y="26"/>
                  </a:cubicBezTo>
                  <a:cubicBezTo>
                    <a:pt x="30" y="25"/>
                    <a:pt x="30" y="24"/>
                    <a:pt x="29" y="21"/>
                  </a:cubicBezTo>
                  <a:cubicBezTo>
                    <a:pt x="29" y="18"/>
                    <a:pt x="29" y="15"/>
                    <a:pt x="29" y="11"/>
                  </a:cubicBezTo>
                  <a:cubicBezTo>
                    <a:pt x="29" y="8"/>
                    <a:pt x="29" y="7"/>
                    <a:pt x="29" y="6"/>
                  </a:cubicBezTo>
                  <a:cubicBezTo>
                    <a:pt x="28" y="4"/>
                    <a:pt x="27" y="3"/>
                    <a:pt x="25" y="3"/>
                  </a:cubicBezTo>
                  <a:cubicBezTo>
                    <a:pt x="24" y="1"/>
                    <a:pt x="22" y="0"/>
                    <a:pt x="19" y="0"/>
                  </a:cubicBezTo>
                  <a:cubicBezTo>
                    <a:pt x="14" y="1"/>
                    <a:pt x="10" y="5"/>
                    <a:pt x="6" y="12"/>
                  </a:cubicBezTo>
                  <a:close/>
                  <a:moveTo>
                    <a:pt x="19" y="7"/>
                  </a:moveTo>
                  <a:cubicBezTo>
                    <a:pt x="19" y="7"/>
                    <a:pt x="20" y="7"/>
                    <a:pt x="21" y="8"/>
                  </a:cubicBezTo>
                  <a:cubicBezTo>
                    <a:pt x="21" y="9"/>
                    <a:pt x="21" y="9"/>
                    <a:pt x="22" y="10"/>
                  </a:cubicBezTo>
                  <a:cubicBezTo>
                    <a:pt x="22" y="14"/>
                    <a:pt x="21" y="18"/>
                    <a:pt x="18" y="23"/>
                  </a:cubicBezTo>
                  <a:cubicBezTo>
                    <a:pt x="15" y="28"/>
                    <a:pt x="13" y="30"/>
                    <a:pt x="10" y="31"/>
                  </a:cubicBezTo>
                  <a:cubicBezTo>
                    <a:pt x="9" y="31"/>
                    <a:pt x="9" y="30"/>
                    <a:pt x="9" y="28"/>
                  </a:cubicBezTo>
                  <a:cubicBezTo>
                    <a:pt x="8" y="25"/>
                    <a:pt x="9" y="21"/>
                    <a:pt x="12" y="16"/>
                  </a:cubicBezTo>
                  <a:cubicBezTo>
                    <a:pt x="14" y="10"/>
                    <a:pt x="17" y="8"/>
                    <a:pt x="19"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3" name="Freeform 542"/>
            <p:cNvSpPr>
              <a:spLocks noEditPoints="1"/>
            </p:cNvSpPr>
            <p:nvPr/>
          </p:nvSpPr>
          <p:spPr bwMode="auto">
            <a:xfrm>
              <a:off x="6778625" y="4945063"/>
              <a:ext cx="50800" cy="76200"/>
            </a:xfrm>
            <a:custGeom>
              <a:avLst/>
              <a:gdLst>
                <a:gd name="T0" fmla="*/ 38 w 40"/>
                <a:gd name="T1" fmla="*/ 45 h 59"/>
                <a:gd name="T2" fmla="*/ 36 w 40"/>
                <a:gd name="T3" fmla="*/ 46 h 59"/>
                <a:gd name="T4" fmla="*/ 34 w 40"/>
                <a:gd name="T5" fmla="*/ 47 h 59"/>
                <a:gd name="T6" fmla="*/ 31 w 40"/>
                <a:gd name="T7" fmla="*/ 42 h 59"/>
                <a:gd name="T8" fmla="*/ 30 w 40"/>
                <a:gd name="T9" fmla="*/ 27 h 59"/>
                <a:gd name="T10" fmla="*/ 32 w 40"/>
                <a:gd name="T11" fmla="*/ 10 h 59"/>
                <a:gd name="T12" fmla="*/ 32 w 40"/>
                <a:gd name="T13" fmla="*/ 4 h 59"/>
                <a:gd name="T14" fmla="*/ 31 w 40"/>
                <a:gd name="T15" fmla="*/ 1 h 59"/>
                <a:gd name="T16" fmla="*/ 28 w 40"/>
                <a:gd name="T17" fmla="*/ 0 h 59"/>
                <a:gd name="T18" fmla="*/ 26 w 40"/>
                <a:gd name="T19" fmla="*/ 1 h 59"/>
                <a:gd name="T20" fmla="*/ 25 w 40"/>
                <a:gd name="T21" fmla="*/ 4 h 59"/>
                <a:gd name="T22" fmla="*/ 24 w 40"/>
                <a:gd name="T23" fmla="*/ 11 h 59"/>
                <a:gd name="T24" fmla="*/ 23 w 40"/>
                <a:gd name="T25" fmla="*/ 24 h 59"/>
                <a:gd name="T26" fmla="*/ 17 w 40"/>
                <a:gd name="T27" fmla="*/ 23 h 59"/>
                <a:gd name="T28" fmla="*/ 5 w 40"/>
                <a:gd name="T29" fmla="*/ 33 h 59"/>
                <a:gd name="T30" fmla="*/ 1 w 40"/>
                <a:gd name="T31" fmla="*/ 50 h 59"/>
                <a:gd name="T32" fmla="*/ 4 w 40"/>
                <a:gd name="T33" fmla="*/ 57 h 59"/>
                <a:gd name="T34" fmla="*/ 10 w 40"/>
                <a:gd name="T35" fmla="*/ 58 h 59"/>
                <a:gd name="T36" fmla="*/ 25 w 40"/>
                <a:gd name="T37" fmla="*/ 44 h 59"/>
                <a:gd name="T38" fmla="*/ 27 w 40"/>
                <a:gd name="T39" fmla="*/ 52 h 59"/>
                <a:gd name="T40" fmla="*/ 32 w 40"/>
                <a:gd name="T41" fmla="*/ 54 h 59"/>
                <a:gd name="T42" fmla="*/ 38 w 40"/>
                <a:gd name="T43" fmla="*/ 51 h 59"/>
                <a:gd name="T44" fmla="*/ 40 w 40"/>
                <a:gd name="T45" fmla="*/ 47 h 59"/>
                <a:gd name="T46" fmla="*/ 38 w 40"/>
                <a:gd name="T47" fmla="*/ 45 h 59"/>
                <a:gd name="T48" fmla="*/ 19 w 40"/>
                <a:gd name="T49" fmla="*/ 43 h 59"/>
                <a:gd name="T50" fmla="*/ 11 w 40"/>
                <a:gd name="T51" fmla="*/ 51 h 59"/>
                <a:gd name="T52" fmla="*/ 8 w 40"/>
                <a:gd name="T53" fmla="*/ 49 h 59"/>
                <a:gd name="T54" fmla="*/ 11 w 40"/>
                <a:gd name="T55" fmla="*/ 36 h 59"/>
                <a:gd name="T56" fmla="*/ 18 w 40"/>
                <a:gd name="T57" fmla="*/ 29 h 59"/>
                <a:gd name="T58" fmla="*/ 21 w 40"/>
                <a:gd name="T59" fmla="*/ 29 h 59"/>
                <a:gd name="T60" fmla="*/ 23 w 40"/>
                <a:gd name="T61" fmla="*/ 31 h 59"/>
                <a:gd name="T62" fmla="*/ 19 w 40"/>
                <a:gd name="T63" fmla="*/ 43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0" h="59">
                  <a:moveTo>
                    <a:pt x="38" y="45"/>
                  </a:moveTo>
                  <a:cubicBezTo>
                    <a:pt x="38" y="45"/>
                    <a:pt x="37" y="45"/>
                    <a:pt x="36" y="46"/>
                  </a:cubicBezTo>
                  <a:cubicBezTo>
                    <a:pt x="36" y="47"/>
                    <a:pt x="35" y="47"/>
                    <a:pt x="34" y="47"/>
                  </a:cubicBezTo>
                  <a:cubicBezTo>
                    <a:pt x="32" y="47"/>
                    <a:pt x="31" y="46"/>
                    <a:pt x="31" y="42"/>
                  </a:cubicBezTo>
                  <a:cubicBezTo>
                    <a:pt x="30" y="38"/>
                    <a:pt x="30" y="33"/>
                    <a:pt x="30" y="27"/>
                  </a:cubicBezTo>
                  <a:cubicBezTo>
                    <a:pt x="30" y="20"/>
                    <a:pt x="31" y="14"/>
                    <a:pt x="32" y="10"/>
                  </a:cubicBezTo>
                  <a:cubicBezTo>
                    <a:pt x="32" y="7"/>
                    <a:pt x="32" y="5"/>
                    <a:pt x="32" y="4"/>
                  </a:cubicBezTo>
                  <a:cubicBezTo>
                    <a:pt x="32" y="3"/>
                    <a:pt x="32" y="2"/>
                    <a:pt x="31" y="1"/>
                  </a:cubicBezTo>
                  <a:cubicBezTo>
                    <a:pt x="30" y="0"/>
                    <a:pt x="29" y="0"/>
                    <a:pt x="28" y="0"/>
                  </a:cubicBezTo>
                  <a:cubicBezTo>
                    <a:pt x="28" y="0"/>
                    <a:pt x="27" y="1"/>
                    <a:pt x="26" y="1"/>
                  </a:cubicBezTo>
                  <a:cubicBezTo>
                    <a:pt x="25" y="2"/>
                    <a:pt x="25" y="3"/>
                    <a:pt x="25" y="4"/>
                  </a:cubicBezTo>
                  <a:cubicBezTo>
                    <a:pt x="24" y="5"/>
                    <a:pt x="24" y="7"/>
                    <a:pt x="24" y="11"/>
                  </a:cubicBezTo>
                  <a:cubicBezTo>
                    <a:pt x="24" y="12"/>
                    <a:pt x="24" y="17"/>
                    <a:pt x="23" y="24"/>
                  </a:cubicBezTo>
                  <a:cubicBezTo>
                    <a:pt x="22" y="23"/>
                    <a:pt x="20" y="22"/>
                    <a:pt x="17" y="23"/>
                  </a:cubicBezTo>
                  <a:cubicBezTo>
                    <a:pt x="13" y="24"/>
                    <a:pt x="9" y="27"/>
                    <a:pt x="5" y="33"/>
                  </a:cubicBezTo>
                  <a:cubicBezTo>
                    <a:pt x="2" y="39"/>
                    <a:pt x="0" y="45"/>
                    <a:pt x="1" y="50"/>
                  </a:cubicBezTo>
                  <a:cubicBezTo>
                    <a:pt x="2" y="53"/>
                    <a:pt x="3" y="55"/>
                    <a:pt x="4" y="57"/>
                  </a:cubicBezTo>
                  <a:cubicBezTo>
                    <a:pt x="6" y="58"/>
                    <a:pt x="8" y="59"/>
                    <a:pt x="10" y="58"/>
                  </a:cubicBezTo>
                  <a:cubicBezTo>
                    <a:pt x="16" y="57"/>
                    <a:pt x="20" y="53"/>
                    <a:pt x="25" y="44"/>
                  </a:cubicBezTo>
                  <a:cubicBezTo>
                    <a:pt x="25" y="47"/>
                    <a:pt x="26" y="50"/>
                    <a:pt x="27" y="52"/>
                  </a:cubicBezTo>
                  <a:cubicBezTo>
                    <a:pt x="28" y="54"/>
                    <a:pt x="30" y="55"/>
                    <a:pt x="32" y="54"/>
                  </a:cubicBezTo>
                  <a:cubicBezTo>
                    <a:pt x="34" y="54"/>
                    <a:pt x="36" y="53"/>
                    <a:pt x="38" y="51"/>
                  </a:cubicBezTo>
                  <a:cubicBezTo>
                    <a:pt x="39" y="50"/>
                    <a:pt x="40" y="48"/>
                    <a:pt x="40" y="47"/>
                  </a:cubicBezTo>
                  <a:cubicBezTo>
                    <a:pt x="40" y="45"/>
                    <a:pt x="39" y="45"/>
                    <a:pt x="38" y="45"/>
                  </a:cubicBezTo>
                  <a:close/>
                  <a:moveTo>
                    <a:pt x="19" y="43"/>
                  </a:moveTo>
                  <a:cubicBezTo>
                    <a:pt x="16" y="48"/>
                    <a:pt x="14" y="51"/>
                    <a:pt x="11" y="51"/>
                  </a:cubicBezTo>
                  <a:cubicBezTo>
                    <a:pt x="10" y="51"/>
                    <a:pt x="9" y="51"/>
                    <a:pt x="8" y="49"/>
                  </a:cubicBezTo>
                  <a:cubicBezTo>
                    <a:pt x="8" y="45"/>
                    <a:pt x="9" y="41"/>
                    <a:pt x="11" y="36"/>
                  </a:cubicBezTo>
                  <a:cubicBezTo>
                    <a:pt x="13" y="32"/>
                    <a:pt x="16" y="29"/>
                    <a:pt x="18" y="29"/>
                  </a:cubicBezTo>
                  <a:cubicBezTo>
                    <a:pt x="20" y="29"/>
                    <a:pt x="20" y="29"/>
                    <a:pt x="21" y="29"/>
                  </a:cubicBezTo>
                  <a:cubicBezTo>
                    <a:pt x="22" y="30"/>
                    <a:pt x="22" y="31"/>
                    <a:pt x="23" y="31"/>
                  </a:cubicBezTo>
                  <a:cubicBezTo>
                    <a:pt x="23" y="34"/>
                    <a:pt x="22" y="38"/>
                    <a:pt x="19"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4" name="Freeform 543"/>
            <p:cNvSpPr>
              <a:spLocks/>
            </p:cNvSpPr>
            <p:nvPr/>
          </p:nvSpPr>
          <p:spPr bwMode="auto">
            <a:xfrm>
              <a:off x="6867525" y="4953000"/>
              <a:ext cx="77788" cy="53975"/>
            </a:xfrm>
            <a:custGeom>
              <a:avLst/>
              <a:gdLst>
                <a:gd name="T0" fmla="*/ 1 w 61"/>
                <a:gd name="T1" fmla="*/ 7 h 41"/>
                <a:gd name="T2" fmla="*/ 0 w 61"/>
                <a:gd name="T3" fmla="*/ 9 h 41"/>
                <a:gd name="T4" fmla="*/ 1 w 61"/>
                <a:gd name="T5" fmla="*/ 19 h 41"/>
                <a:gd name="T6" fmla="*/ 3 w 61"/>
                <a:gd name="T7" fmla="*/ 36 h 41"/>
                <a:gd name="T8" fmla="*/ 8 w 61"/>
                <a:gd name="T9" fmla="*/ 41 h 41"/>
                <a:gd name="T10" fmla="*/ 11 w 61"/>
                <a:gd name="T11" fmla="*/ 37 h 41"/>
                <a:gd name="T12" fmla="*/ 16 w 61"/>
                <a:gd name="T13" fmla="*/ 22 h 41"/>
                <a:gd name="T14" fmla="*/ 21 w 61"/>
                <a:gd name="T15" fmla="*/ 13 h 41"/>
                <a:gd name="T16" fmla="*/ 24 w 61"/>
                <a:gd name="T17" fmla="*/ 22 h 41"/>
                <a:gd name="T18" fmla="*/ 27 w 61"/>
                <a:gd name="T19" fmla="*/ 33 h 41"/>
                <a:gd name="T20" fmla="*/ 31 w 61"/>
                <a:gd name="T21" fmla="*/ 34 h 41"/>
                <a:gd name="T22" fmla="*/ 35 w 61"/>
                <a:gd name="T23" fmla="*/ 31 h 41"/>
                <a:gd name="T24" fmla="*/ 39 w 61"/>
                <a:gd name="T25" fmla="*/ 22 h 41"/>
                <a:gd name="T26" fmla="*/ 42 w 61"/>
                <a:gd name="T27" fmla="*/ 12 h 41"/>
                <a:gd name="T28" fmla="*/ 43 w 61"/>
                <a:gd name="T29" fmla="*/ 9 h 41"/>
                <a:gd name="T30" fmla="*/ 45 w 61"/>
                <a:gd name="T31" fmla="*/ 11 h 41"/>
                <a:gd name="T32" fmla="*/ 47 w 61"/>
                <a:gd name="T33" fmla="*/ 17 h 41"/>
                <a:gd name="T34" fmla="*/ 51 w 61"/>
                <a:gd name="T35" fmla="*/ 29 h 41"/>
                <a:gd name="T36" fmla="*/ 57 w 61"/>
                <a:gd name="T37" fmla="*/ 31 h 41"/>
                <a:gd name="T38" fmla="*/ 60 w 61"/>
                <a:gd name="T39" fmla="*/ 29 h 41"/>
                <a:gd name="T40" fmla="*/ 61 w 61"/>
                <a:gd name="T41" fmla="*/ 26 h 41"/>
                <a:gd name="T42" fmla="*/ 59 w 61"/>
                <a:gd name="T43" fmla="*/ 24 h 41"/>
                <a:gd name="T44" fmla="*/ 56 w 61"/>
                <a:gd name="T45" fmla="*/ 21 h 41"/>
                <a:gd name="T46" fmla="*/ 53 w 61"/>
                <a:gd name="T47" fmla="*/ 13 h 41"/>
                <a:gd name="T48" fmla="*/ 50 w 61"/>
                <a:gd name="T49" fmla="*/ 3 h 41"/>
                <a:gd name="T50" fmla="*/ 44 w 61"/>
                <a:gd name="T51" fmla="*/ 1 h 41"/>
                <a:gd name="T52" fmla="*/ 39 w 61"/>
                <a:gd name="T53" fmla="*/ 4 h 41"/>
                <a:gd name="T54" fmla="*/ 34 w 61"/>
                <a:gd name="T55" fmla="*/ 15 h 41"/>
                <a:gd name="T56" fmla="*/ 31 w 61"/>
                <a:gd name="T57" fmla="*/ 23 h 41"/>
                <a:gd name="T58" fmla="*/ 30 w 61"/>
                <a:gd name="T59" fmla="*/ 16 h 41"/>
                <a:gd name="T60" fmla="*/ 26 w 61"/>
                <a:gd name="T61" fmla="*/ 6 h 41"/>
                <a:gd name="T62" fmla="*/ 21 w 61"/>
                <a:gd name="T63" fmla="*/ 4 h 41"/>
                <a:gd name="T64" fmla="*/ 8 w 61"/>
                <a:gd name="T65" fmla="*/ 27 h 41"/>
                <a:gd name="T66" fmla="*/ 8 w 61"/>
                <a:gd name="T67" fmla="*/ 20 h 41"/>
                <a:gd name="T68" fmla="*/ 8 w 61"/>
                <a:gd name="T69" fmla="*/ 10 h 41"/>
                <a:gd name="T70" fmla="*/ 3 w 61"/>
                <a:gd name="T71" fmla="*/ 5 h 41"/>
                <a:gd name="T72" fmla="*/ 1 w 61"/>
                <a:gd name="T73"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1" h="41">
                  <a:moveTo>
                    <a:pt x="1" y="7"/>
                  </a:moveTo>
                  <a:cubicBezTo>
                    <a:pt x="0" y="7"/>
                    <a:pt x="0" y="8"/>
                    <a:pt x="0" y="9"/>
                  </a:cubicBezTo>
                  <a:cubicBezTo>
                    <a:pt x="1" y="12"/>
                    <a:pt x="1" y="16"/>
                    <a:pt x="1" y="19"/>
                  </a:cubicBezTo>
                  <a:cubicBezTo>
                    <a:pt x="1" y="24"/>
                    <a:pt x="2" y="29"/>
                    <a:pt x="3" y="36"/>
                  </a:cubicBezTo>
                  <a:cubicBezTo>
                    <a:pt x="3" y="40"/>
                    <a:pt x="5" y="41"/>
                    <a:pt x="8" y="41"/>
                  </a:cubicBezTo>
                  <a:cubicBezTo>
                    <a:pt x="10" y="41"/>
                    <a:pt x="11" y="39"/>
                    <a:pt x="11" y="37"/>
                  </a:cubicBezTo>
                  <a:cubicBezTo>
                    <a:pt x="12" y="33"/>
                    <a:pt x="13" y="28"/>
                    <a:pt x="16" y="22"/>
                  </a:cubicBezTo>
                  <a:cubicBezTo>
                    <a:pt x="18" y="16"/>
                    <a:pt x="20" y="13"/>
                    <a:pt x="21" y="13"/>
                  </a:cubicBezTo>
                  <a:cubicBezTo>
                    <a:pt x="22" y="13"/>
                    <a:pt x="22" y="16"/>
                    <a:pt x="24" y="22"/>
                  </a:cubicBezTo>
                  <a:cubicBezTo>
                    <a:pt x="25" y="28"/>
                    <a:pt x="26" y="32"/>
                    <a:pt x="27" y="33"/>
                  </a:cubicBezTo>
                  <a:cubicBezTo>
                    <a:pt x="29" y="34"/>
                    <a:pt x="30" y="34"/>
                    <a:pt x="31" y="34"/>
                  </a:cubicBezTo>
                  <a:cubicBezTo>
                    <a:pt x="33" y="34"/>
                    <a:pt x="34" y="33"/>
                    <a:pt x="35" y="31"/>
                  </a:cubicBezTo>
                  <a:cubicBezTo>
                    <a:pt x="36" y="29"/>
                    <a:pt x="37" y="26"/>
                    <a:pt x="39" y="22"/>
                  </a:cubicBezTo>
                  <a:cubicBezTo>
                    <a:pt x="40" y="17"/>
                    <a:pt x="41" y="14"/>
                    <a:pt x="42" y="12"/>
                  </a:cubicBezTo>
                  <a:cubicBezTo>
                    <a:pt x="42" y="10"/>
                    <a:pt x="43" y="10"/>
                    <a:pt x="43" y="9"/>
                  </a:cubicBezTo>
                  <a:cubicBezTo>
                    <a:pt x="44" y="9"/>
                    <a:pt x="44" y="10"/>
                    <a:pt x="45" y="11"/>
                  </a:cubicBezTo>
                  <a:cubicBezTo>
                    <a:pt x="45" y="12"/>
                    <a:pt x="46" y="14"/>
                    <a:pt x="47" y="17"/>
                  </a:cubicBezTo>
                  <a:cubicBezTo>
                    <a:pt x="48" y="23"/>
                    <a:pt x="49" y="27"/>
                    <a:pt x="51" y="29"/>
                  </a:cubicBezTo>
                  <a:cubicBezTo>
                    <a:pt x="53" y="31"/>
                    <a:pt x="54" y="32"/>
                    <a:pt x="57" y="31"/>
                  </a:cubicBezTo>
                  <a:cubicBezTo>
                    <a:pt x="58" y="31"/>
                    <a:pt x="59" y="30"/>
                    <a:pt x="60" y="29"/>
                  </a:cubicBezTo>
                  <a:cubicBezTo>
                    <a:pt x="61" y="28"/>
                    <a:pt x="61" y="27"/>
                    <a:pt x="61" y="26"/>
                  </a:cubicBezTo>
                  <a:cubicBezTo>
                    <a:pt x="61" y="25"/>
                    <a:pt x="60" y="25"/>
                    <a:pt x="59" y="24"/>
                  </a:cubicBezTo>
                  <a:cubicBezTo>
                    <a:pt x="58" y="24"/>
                    <a:pt x="57" y="23"/>
                    <a:pt x="56" y="21"/>
                  </a:cubicBezTo>
                  <a:cubicBezTo>
                    <a:pt x="55" y="19"/>
                    <a:pt x="54" y="16"/>
                    <a:pt x="53" y="13"/>
                  </a:cubicBezTo>
                  <a:cubicBezTo>
                    <a:pt x="52" y="8"/>
                    <a:pt x="51" y="5"/>
                    <a:pt x="50" y="3"/>
                  </a:cubicBezTo>
                  <a:cubicBezTo>
                    <a:pt x="48" y="1"/>
                    <a:pt x="46" y="0"/>
                    <a:pt x="44" y="1"/>
                  </a:cubicBezTo>
                  <a:cubicBezTo>
                    <a:pt x="42" y="1"/>
                    <a:pt x="40" y="2"/>
                    <a:pt x="39" y="4"/>
                  </a:cubicBezTo>
                  <a:cubicBezTo>
                    <a:pt x="37" y="6"/>
                    <a:pt x="36" y="10"/>
                    <a:pt x="34" y="15"/>
                  </a:cubicBezTo>
                  <a:cubicBezTo>
                    <a:pt x="33" y="20"/>
                    <a:pt x="32" y="23"/>
                    <a:pt x="31" y="23"/>
                  </a:cubicBezTo>
                  <a:cubicBezTo>
                    <a:pt x="31" y="23"/>
                    <a:pt x="30" y="21"/>
                    <a:pt x="30" y="16"/>
                  </a:cubicBezTo>
                  <a:cubicBezTo>
                    <a:pt x="29" y="11"/>
                    <a:pt x="27" y="7"/>
                    <a:pt x="26" y="6"/>
                  </a:cubicBezTo>
                  <a:cubicBezTo>
                    <a:pt x="25" y="5"/>
                    <a:pt x="23" y="4"/>
                    <a:pt x="21" y="4"/>
                  </a:cubicBezTo>
                  <a:cubicBezTo>
                    <a:pt x="16" y="5"/>
                    <a:pt x="12" y="13"/>
                    <a:pt x="8" y="27"/>
                  </a:cubicBezTo>
                  <a:cubicBezTo>
                    <a:pt x="8" y="25"/>
                    <a:pt x="8" y="23"/>
                    <a:pt x="8" y="20"/>
                  </a:cubicBezTo>
                  <a:cubicBezTo>
                    <a:pt x="8" y="15"/>
                    <a:pt x="8" y="12"/>
                    <a:pt x="8" y="10"/>
                  </a:cubicBezTo>
                  <a:cubicBezTo>
                    <a:pt x="8" y="7"/>
                    <a:pt x="6" y="5"/>
                    <a:pt x="3" y="5"/>
                  </a:cubicBezTo>
                  <a:cubicBezTo>
                    <a:pt x="2" y="6"/>
                    <a:pt x="1" y="6"/>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5" name="Freeform 544"/>
            <p:cNvSpPr>
              <a:spLocks/>
            </p:cNvSpPr>
            <p:nvPr/>
          </p:nvSpPr>
          <p:spPr bwMode="auto">
            <a:xfrm>
              <a:off x="6950075" y="4943475"/>
              <a:ext cx="38100" cy="69850"/>
            </a:xfrm>
            <a:custGeom>
              <a:avLst/>
              <a:gdLst>
                <a:gd name="T0" fmla="*/ 10 w 30"/>
                <a:gd name="T1" fmla="*/ 8 h 55"/>
                <a:gd name="T2" fmla="*/ 8 w 30"/>
                <a:gd name="T3" fmla="*/ 5 h 55"/>
                <a:gd name="T4" fmla="*/ 6 w 30"/>
                <a:gd name="T5" fmla="*/ 4 h 55"/>
                <a:gd name="T6" fmla="*/ 2 w 30"/>
                <a:gd name="T7" fmla="*/ 7 h 55"/>
                <a:gd name="T8" fmla="*/ 1 w 30"/>
                <a:gd name="T9" fmla="*/ 16 h 55"/>
                <a:gd name="T10" fmla="*/ 1 w 30"/>
                <a:gd name="T11" fmla="*/ 27 h 55"/>
                <a:gd name="T12" fmla="*/ 4 w 30"/>
                <a:gd name="T13" fmla="*/ 34 h 55"/>
                <a:gd name="T14" fmla="*/ 9 w 30"/>
                <a:gd name="T15" fmla="*/ 35 h 55"/>
                <a:gd name="T16" fmla="*/ 23 w 30"/>
                <a:gd name="T17" fmla="*/ 25 h 55"/>
                <a:gd name="T18" fmla="*/ 22 w 30"/>
                <a:gd name="T19" fmla="*/ 41 h 55"/>
                <a:gd name="T20" fmla="*/ 17 w 30"/>
                <a:gd name="T21" fmla="*/ 49 h 55"/>
                <a:gd name="T22" fmla="*/ 5 w 30"/>
                <a:gd name="T23" fmla="*/ 46 h 55"/>
                <a:gd name="T24" fmla="*/ 3 w 30"/>
                <a:gd name="T25" fmla="*/ 45 h 55"/>
                <a:gd name="T26" fmla="*/ 1 w 30"/>
                <a:gd name="T27" fmla="*/ 46 h 55"/>
                <a:gd name="T28" fmla="*/ 1 w 30"/>
                <a:gd name="T29" fmla="*/ 49 h 55"/>
                <a:gd name="T30" fmla="*/ 4 w 30"/>
                <a:gd name="T31" fmla="*/ 52 h 55"/>
                <a:gd name="T32" fmla="*/ 10 w 30"/>
                <a:gd name="T33" fmla="*/ 54 h 55"/>
                <a:gd name="T34" fmla="*/ 10 w 30"/>
                <a:gd name="T35" fmla="*/ 54 h 55"/>
                <a:gd name="T36" fmla="*/ 18 w 30"/>
                <a:gd name="T37" fmla="*/ 55 h 55"/>
                <a:gd name="T38" fmla="*/ 25 w 30"/>
                <a:gd name="T39" fmla="*/ 52 h 55"/>
                <a:gd name="T40" fmla="*/ 29 w 30"/>
                <a:gd name="T41" fmla="*/ 43 h 55"/>
                <a:gd name="T42" fmla="*/ 30 w 30"/>
                <a:gd name="T43" fmla="*/ 30 h 55"/>
                <a:gd name="T44" fmla="*/ 30 w 30"/>
                <a:gd name="T45" fmla="*/ 15 h 55"/>
                <a:gd name="T46" fmla="*/ 29 w 30"/>
                <a:gd name="T47" fmla="*/ 4 h 55"/>
                <a:gd name="T48" fmla="*/ 27 w 30"/>
                <a:gd name="T49" fmla="*/ 0 h 55"/>
                <a:gd name="T50" fmla="*/ 24 w 30"/>
                <a:gd name="T51" fmla="*/ 0 h 55"/>
                <a:gd name="T52" fmla="*/ 22 w 30"/>
                <a:gd name="T53" fmla="*/ 1 h 55"/>
                <a:gd name="T54" fmla="*/ 21 w 30"/>
                <a:gd name="T55" fmla="*/ 3 h 55"/>
                <a:gd name="T56" fmla="*/ 21 w 30"/>
                <a:gd name="T57" fmla="*/ 8 h 55"/>
                <a:gd name="T58" fmla="*/ 22 w 30"/>
                <a:gd name="T59" fmla="*/ 16 h 55"/>
                <a:gd name="T60" fmla="*/ 21 w 30"/>
                <a:gd name="T61" fmla="*/ 19 h 55"/>
                <a:gd name="T62" fmla="*/ 18 w 30"/>
                <a:gd name="T63" fmla="*/ 23 h 55"/>
                <a:gd name="T64" fmla="*/ 13 w 30"/>
                <a:gd name="T65" fmla="*/ 27 h 55"/>
                <a:gd name="T66" fmla="*/ 10 w 30"/>
                <a:gd name="T67" fmla="*/ 28 h 55"/>
                <a:gd name="T68" fmla="*/ 8 w 30"/>
                <a:gd name="T69" fmla="*/ 27 h 55"/>
                <a:gd name="T70" fmla="*/ 7 w 30"/>
                <a:gd name="T71" fmla="*/ 24 h 55"/>
                <a:gd name="T72" fmla="*/ 8 w 30"/>
                <a:gd name="T73" fmla="*/ 14 h 55"/>
                <a:gd name="T74" fmla="*/ 10 w 30"/>
                <a:gd name="T75" fmla="*/ 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0" h="55">
                  <a:moveTo>
                    <a:pt x="10" y="8"/>
                  </a:moveTo>
                  <a:cubicBezTo>
                    <a:pt x="10" y="7"/>
                    <a:pt x="9" y="6"/>
                    <a:pt x="8" y="5"/>
                  </a:cubicBezTo>
                  <a:cubicBezTo>
                    <a:pt x="8" y="5"/>
                    <a:pt x="7" y="4"/>
                    <a:pt x="6" y="4"/>
                  </a:cubicBezTo>
                  <a:cubicBezTo>
                    <a:pt x="4" y="5"/>
                    <a:pt x="3" y="6"/>
                    <a:pt x="2" y="7"/>
                  </a:cubicBezTo>
                  <a:cubicBezTo>
                    <a:pt x="2" y="8"/>
                    <a:pt x="1" y="11"/>
                    <a:pt x="1" y="16"/>
                  </a:cubicBezTo>
                  <a:cubicBezTo>
                    <a:pt x="0" y="21"/>
                    <a:pt x="0" y="25"/>
                    <a:pt x="1" y="27"/>
                  </a:cubicBezTo>
                  <a:cubicBezTo>
                    <a:pt x="1" y="30"/>
                    <a:pt x="2" y="32"/>
                    <a:pt x="4" y="34"/>
                  </a:cubicBezTo>
                  <a:cubicBezTo>
                    <a:pt x="5" y="35"/>
                    <a:pt x="7" y="36"/>
                    <a:pt x="9" y="35"/>
                  </a:cubicBezTo>
                  <a:cubicBezTo>
                    <a:pt x="13" y="35"/>
                    <a:pt x="17" y="32"/>
                    <a:pt x="23" y="25"/>
                  </a:cubicBezTo>
                  <a:cubicBezTo>
                    <a:pt x="24" y="32"/>
                    <a:pt x="23" y="37"/>
                    <a:pt x="22" y="41"/>
                  </a:cubicBezTo>
                  <a:cubicBezTo>
                    <a:pt x="21" y="46"/>
                    <a:pt x="19" y="49"/>
                    <a:pt x="17" y="49"/>
                  </a:cubicBezTo>
                  <a:cubicBezTo>
                    <a:pt x="12" y="50"/>
                    <a:pt x="8" y="49"/>
                    <a:pt x="5" y="46"/>
                  </a:cubicBezTo>
                  <a:cubicBezTo>
                    <a:pt x="4" y="45"/>
                    <a:pt x="3" y="45"/>
                    <a:pt x="3" y="45"/>
                  </a:cubicBezTo>
                  <a:cubicBezTo>
                    <a:pt x="2" y="45"/>
                    <a:pt x="1" y="46"/>
                    <a:pt x="1" y="46"/>
                  </a:cubicBezTo>
                  <a:cubicBezTo>
                    <a:pt x="1" y="47"/>
                    <a:pt x="0" y="48"/>
                    <a:pt x="1" y="49"/>
                  </a:cubicBezTo>
                  <a:cubicBezTo>
                    <a:pt x="1" y="50"/>
                    <a:pt x="2" y="50"/>
                    <a:pt x="4" y="52"/>
                  </a:cubicBezTo>
                  <a:cubicBezTo>
                    <a:pt x="6" y="53"/>
                    <a:pt x="8" y="54"/>
                    <a:pt x="10" y="54"/>
                  </a:cubicBezTo>
                  <a:cubicBezTo>
                    <a:pt x="10" y="54"/>
                    <a:pt x="10" y="54"/>
                    <a:pt x="10" y="54"/>
                  </a:cubicBezTo>
                  <a:cubicBezTo>
                    <a:pt x="13" y="54"/>
                    <a:pt x="16" y="55"/>
                    <a:pt x="18" y="55"/>
                  </a:cubicBezTo>
                  <a:cubicBezTo>
                    <a:pt x="21" y="54"/>
                    <a:pt x="23" y="54"/>
                    <a:pt x="25" y="52"/>
                  </a:cubicBezTo>
                  <a:cubicBezTo>
                    <a:pt x="26" y="50"/>
                    <a:pt x="28" y="47"/>
                    <a:pt x="29" y="43"/>
                  </a:cubicBezTo>
                  <a:cubicBezTo>
                    <a:pt x="30" y="39"/>
                    <a:pt x="30" y="35"/>
                    <a:pt x="30" y="30"/>
                  </a:cubicBezTo>
                  <a:cubicBezTo>
                    <a:pt x="30" y="25"/>
                    <a:pt x="30" y="20"/>
                    <a:pt x="30" y="15"/>
                  </a:cubicBezTo>
                  <a:cubicBezTo>
                    <a:pt x="29" y="4"/>
                    <a:pt x="29" y="4"/>
                    <a:pt x="29" y="4"/>
                  </a:cubicBezTo>
                  <a:cubicBezTo>
                    <a:pt x="28" y="2"/>
                    <a:pt x="28" y="1"/>
                    <a:pt x="27" y="0"/>
                  </a:cubicBezTo>
                  <a:cubicBezTo>
                    <a:pt x="27" y="0"/>
                    <a:pt x="26" y="0"/>
                    <a:pt x="24" y="0"/>
                  </a:cubicBezTo>
                  <a:cubicBezTo>
                    <a:pt x="23" y="0"/>
                    <a:pt x="22" y="1"/>
                    <a:pt x="22" y="1"/>
                  </a:cubicBezTo>
                  <a:cubicBezTo>
                    <a:pt x="21" y="2"/>
                    <a:pt x="21" y="2"/>
                    <a:pt x="21" y="3"/>
                  </a:cubicBezTo>
                  <a:cubicBezTo>
                    <a:pt x="21" y="4"/>
                    <a:pt x="21" y="5"/>
                    <a:pt x="21" y="8"/>
                  </a:cubicBezTo>
                  <a:cubicBezTo>
                    <a:pt x="22" y="12"/>
                    <a:pt x="22" y="15"/>
                    <a:pt x="22" y="16"/>
                  </a:cubicBezTo>
                  <a:cubicBezTo>
                    <a:pt x="22" y="17"/>
                    <a:pt x="21" y="18"/>
                    <a:pt x="21" y="19"/>
                  </a:cubicBezTo>
                  <a:cubicBezTo>
                    <a:pt x="21" y="20"/>
                    <a:pt x="20" y="21"/>
                    <a:pt x="18" y="23"/>
                  </a:cubicBezTo>
                  <a:cubicBezTo>
                    <a:pt x="16" y="25"/>
                    <a:pt x="15" y="26"/>
                    <a:pt x="13" y="27"/>
                  </a:cubicBezTo>
                  <a:cubicBezTo>
                    <a:pt x="12" y="28"/>
                    <a:pt x="11" y="28"/>
                    <a:pt x="10" y="28"/>
                  </a:cubicBezTo>
                  <a:cubicBezTo>
                    <a:pt x="9" y="28"/>
                    <a:pt x="9" y="28"/>
                    <a:pt x="8" y="27"/>
                  </a:cubicBezTo>
                  <a:cubicBezTo>
                    <a:pt x="8" y="27"/>
                    <a:pt x="7" y="26"/>
                    <a:pt x="7" y="24"/>
                  </a:cubicBezTo>
                  <a:cubicBezTo>
                    <a:pt x="7" y="21"/>
                    <a:pt x="7" y="18"/>
                    <a:pt x="8" y="14"/>
                  </a:cubicBezTo>
                  <a:cubicBezTo>
                    <a:pt x="9" y="10"/>
                    <a:pt x="10" y="8"/>
                    <a:pt x="1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6" name="Freeform 545"/>
            <p:cNvSpPr>
              <a:spLocks noEditPoints="1"/>
            </p:cNvSpPr>
            <p:nvPr/>
          </p:nvSpPr>
          <p:spPr bwMode="auto">
            <a:xfrm>
              <a:off x="6383338" y="5111750"/>
              <a:ext cx="39688" cy="73025"/>
            </a:xfrm>
            <a:custGeom>
              <a:avLst/>
              <a:gdLst>
                <a:gd name="T0" fmla="*/ 1 w 30"/>
                <a:gd name="T1" fmla="*/ 50 h 56"/>
                <a:gd name="T2" fmla="*/ 2 w 30"/>
                <a:gd name="T3" fmla="*/ 51 h 56"/>
                <a:gd name="T4" fmla="*/ 2 w 30"/>
                <a:gd name="T5" fmla="*/ 52 h 56"/>
                <a:gd name="T6" fmla="*/ 5 w 30"/>
                <a:gd name="T7" fmla="*/ 55 h 56"/>
                <a:gd name="T8" fmla="*/ 10 w 30"/>
                <a:gd name="T9" fmla="*/ 56 h 56"/>
                <a:gd name="T10" fmla="*/ 25 w 30"/>
                <a:gd name="T11" fmla="*/ 45 h 56"/>
                <a:gd name="T12" fmla="*/ 29 w 30"/>
                <a:gd name="T13" fmla="*/ 25 h 56"/>
                <a:gd name="T14" fmla="*/ 26 w 30"/>
                <a:gd name="T15" fmla="*/ 20 h 56"/>
                <a:gd name="T16" fmla="*/ 21 w 30"/>
                <a:gd name="T17" fmla="*/ 18 h 56"/>
                <a:gd name="T18" fmla="*/ 13 w 30"/>
                <a:gd name="T19" fmla="*/ 23 h 56"/>
                <a:gd name="T20" fmla="*/ 6 w 30"/>
                <a:gd name="T21" fmla="*/ 32 h 56"/>
                <a:gd name="T22" fmla="*/ 7 w 30"/>
                <a:gd name="T23" fmla="*/ 17 h 56"/>
                <a:gd name="T24" fmla="*/ 7 w 30"/>
                <a:gd name="T25" fmla="*/ 4 h 56"/>
                <a:gd name="T26" fmla="*/ 4 w 30"/>
                <a:gd name="T27" fmla="*/ 0 h 56"/>
                <a:gd name="T28" fmla="*/ 1 w 30"/>
                <a:gd name="T29" fmla="*/ 4 h 56"/>
                <a:gd name="T30" fmla="*/ 1 w 30"/>
                <a:gd name="T31" fmla="*/ 26 h 56"/>
                <a:gd name="T32" fmla="*/ 1 w 30"/>
                <a:gd name="T33" fmla="*/ 39 h 56"/>
                <a:gd name="T34" fmla="*/ 0 w 30"/>
                <a:gd name="T35" fmla="*/ 47 h 56"/>
                <a:gd name="T36" fmla="*/ 1 w 30"/>
                <a:gd name="T37" fmla="*/ 50 h 56"/>
                <a:gd name="T38" fmla="*/ 11 w 30"/>
                <a:gd name="T39" fmla="*/ 34 h 56"/>
                <a:gd name="T40" fmla="*/ 21 w 30"/>
                <a:gd name="T41" fmla="*/ 25 h 56"/>
                <a:gd name="T42" fmla="*/ 22 w 30"/>
                <a:gd name="T43" fmla="*/ 28 h 56"/>
                <a:gd name="T44" fmla="*/ 21 w 30"/>
                <a:gd name="T45" fmla="*/ 37 h 56"/>
                <a:gd name="T46" fmla="*/ 16 w 30"/>
                <a:gd name="T47" fmla="*/ 45 h 56"/>
                <a:gd name="T48" fmla="*/ 10 w 30"/>
                <a:gd name="T49" fmla="*/ 49 h 56"/>
                <a:gd name="T50" fmla="*/ 6 w 30"/>
                <a:gd name="T51" fmla="*/ 47 h 56"/>
                <a:gd name="T52" fmla="*/ 11 w 30"/>
                <a:gd name="T53" fmla="*/ 34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6">
                  <a:moveTo>
                    <a:pt x="1" y="50"/>
                  </a:moveTo>
                  <a:cubicBezTo>
                    <a:pt x="1" y="50"/>
                    <a:pt x="1" y="50"/>
                    <a:pt x="2" y="51"/>
                  </a:cubicBezTo>
                  <a:cubicBezTo>
                    <a:pt x="2" y="51"/>
                    <a:pt x="2" y="51"/>
                    <a:pt x="2" y="52"/>
                  </a:cubicBezTo>
                  <a:cubicBezTo>
                    <a:pt x="3" y="53"/>
                    <a:pt x="4" y="54"/>
                    <a:pt x="5" y="55"/>
                  </a:cubicBezTo>
                  <a:cubicBezTo>
                    <a:pt x="7" y="56"/>
                    <a:pt x="9" y="56"/>
                    <a:pt x="10" y="56"/>
                  </a:cubicBezTo>
                  <a:cubicBezTo>
                    <a:pt x="16" y="55"/>
                    <a:pt x="21" y="51"/>
                    <a:pt x="25" y="45"/>
                  </a:cubicBezTo>
                  <a:cubicBezTo>
                    <a:pt x="29" y="38"/>
                    <a:pt x="30" y="32"/>
                    <a:pt x="29" y="25"/>
                  </a:cubicBezTo>
                  <a:cubicBezTo>
                    <a:pt x="29" y="23"/>
                    <a:pt x="28" y="21"/>
                    <a:pt x="26" y="20"/>
                  </a:cubicBezTo>
                  <a:cubicBezTo>
                    <a:pt x="25" y="18"/>
                    <a:pt x="23" y="18"/>
                    <a:pt x="21" y="18"/>
                  </a:cubicBezTo>
                  <a:cubicBezTo>
                    <a:pt x="18" y="19"/>
                    <a:pt x="16" y="20"/>
                    <a:pt x="13" y="23"/>
                  </a:cubicBezTo>
                  <a:cubicBezTo>
                    <a:pt x="11" y="25"/>
                    <a:pt x="8" y="28"/>
                    <a:pt x="6" y="32"/>
                  </a:cubicBezTo>
                  <a:cubicBezTo>
                    <a:pt x="6" y="26"/>
                    <a:pt x="7" y="21"/>
                    <a:pt x="7" y="17"/>
                  </a:cubicBezTo>
                  <a:cubicBezTo>
                    <a:pt x="8" y="11"/>
                    <a:pt x="8" y="6"/>
                    <a:pt x="7" y="4"/>
                  </a:cubicBezTo>
                  <a:cubicBezTo>
                    <a:pt x="7" y="1"/>
                    <a:pt x="6" y="0"/>
                    <a:pt x="4" y="0"/>
                  </a:cubicBezTo>
                  <a:cubicBezTo>
                    <a:pt x="2" y="0"/>
                    <a:pt x="2" y="2"/>
                    <a:pt x="1" y="4"/>
                  </a:cubicBezTo>
                  <a:cubicBezTo>
                    <a:pt x="0" y="6"/>
                    <a:pt x="1" y="14"/>
                    <a:pt x="1" y="26"/>
                  </a:cubicBezTo>
                  <a:cubicBezTo>
                    <a:pt x="1" y="39"/>
                    <a:pt x="1" y="39"/>
                    <a:pt x="1" y="39"/>
                  </a:cubicBezTo>
                  <a:cubicBezTo>
                    <a:pt x="1" y="43"/>
                    <a:pt x="0" y="46"/>
                    <a:pt x="0" y="47"/>
                  </a:cubicBezTo>
                  <a:cubicBezTo>
                    <a:pt x="1" y="48"/>
                    <a:pt x="0" y="49"/>
                    <a:pt x="1" y="50"/>
                  </a:cubicBezTo>
                  <a:close/>
                  <a:moveTo>
                    <a:pt x="11" y="34"/>
                  </a:moveTo>
                  <a:cubicBezTo>
                    <a:pt x="14" y="29"/>
                    <a:pt x="17" y="26"/>
                    <a:pt x="21" y="25"/>
                  </a:cubicBezTo>
                  <a:cubicBezTo>
                    <a:pt x="21" y="25"/>
                    <a:pt x="22" y="26"/>
                    <a:pt x="22" y="28"/>
                  </a:cubicBezTo>
                  <a:cubicBezTo>
                    <a:pt x="22" y="30"/>
                    <a:pt x="22" y="33"/>
                    <a:pt x="21" y="37"/>
                  </a:cubicBezTo>
                  <a:cubicBezTo>
                    <a:pt x="20" y="40"/>
                    <a:pt x="18" y="43"/>
                    <a:pt x="16" y="45"/>
                  </a:cubicBezTo>
                  <a:cubicBezTo>
                    <a:pt x="14" y="48"/>
                    <a:pt x="12" y="49"/>
                    <a:pt x="10" y="49"/>
                  </a:cubicBezTo>
                  <a:cubicBezTo>
                    <a:pt x="9" y="49"/>
                    <a:pt x="8" y="49"/>
                    <a:pt x="6" y="47"/>
                  </a:cubicBezTo>
                  <a:cubicBezTo>
                    <a:pt x="6" y="44"/>
                    <a:pt x="7" y="40"/>
                    <a:pt x="11"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7" name="Freeform 546"/>
            <p:cNvSpPr>
              <a:spLocks/>
            </p:cNvSpPr>
            <p:nvPr/>
          </p:nvSpPr>
          <p:spPr bwMode="auto">
            <a:xfrm>
              <a:off x="6430963" y="5130800"/>
              <a:ext cx="41275" cy="46038"/>
            </a:xfrm>
            <a:custGeom>
              <a:avLst/>
              <a:gdLst>
                <a:gd name="T0" fmla="*/ 4 w 33"/>
                <a:gd name="T1" fmla="*/ 33 h 35"/>
                <a:gd name="T2" fmla="*/ 9 w 33"/>
                <a:gd name="T3" fmla="*/ 35 h 35"/>
                <a:gd name="T4" fmla="*/ 17 w 33"/>
                <a:gd name="T5" fmla="*/ 31 h 35"/>
                <a:gd name="T6" fmla="*/ 22 w 33"/>
                <a:gd name="T7" fmla="*/ 21 h 35"/>
                <a:gd name="T8" fmla="*/ 25 w 33"/>
                <a:gd name="T9" fmla="*/ 30 h 35"/>
                <a:gd name="T10" fmla="*/ 29 w 33"/>
                <a:gd name="T11" fmla="*/ 33 h 35"/>
                <a:gd name="T12" fmla="*/ 32 w 33"/>
                <a:gd name="T13" fmla="*/ 31 h 35"/>
                <a:gd name="T14" fmla="*/ 33 w 33"/>
                <a:gd name="T15" fmla="*/ 29 h 35"/>
                <a:gd name="T16" fmla="*/ 32 w 33"/>
                <a:gd name="T17" fmla="*/ 28 h 35"/>
                <a:gd name="T18" fmla="*/ 28 w 33"/>
                <a:gd name="T19" fmla="*/ 18 h 35"/>
                <a:gd name="T20" fmla="*/ 28 w 33"/>
                <a:gd name="T21" fmla="*/ 6 h 35"/>
                <a:gd name="T22" fmla="*/ 28 w 33"/>
                <a:gd name="T23" fmla="*/ 4 h 35"/>
                <a:gd name="T24" fmla="*/ 24 w 33"/>
                <a:gd name="T25" fmla="*/ 0 h 35"/>
                <a:gd name="T26" fmla="*/ 21 w 33"/>
                <a:gd name="T27" fmla="*/ 3 h 35"/>
                <a:gd name="T28" fmla="*/ 20 w 33"/>
                <a:gd name="T29" fmla="*/ 10 h 35"/>
                <a:gd name="T30" fmla="*/ 16 w 33"/>
                <a:gd name="T31" fmla="*/ 22 h 35"/>
                <a:gd name="T32" fmla="*/ 9 w 33"/>
                <a:gd name="T33" fmla="*/ 28 h 35"/>
                <a:gd name="T34" fmla="*/ 7 w 33"/>
                <a:gd name="T35" fmla="*/ 24 h 35"/>
                <a:gd name="T36" fmla="*/ 7 w 33"/>
                <a:gd name="T37" fmla="*/ 18 h 35"/>
                <a:gd name="T38" fmla="*/ 8 w 33"/>
                <a:gd name="T39" fmla="*/ 11 h 35"/>
                <a:gd name="T40" fmla="*/ 8 w 33"/>
                <a:gd name="T41" fmla="*/ 5 h 35"/>
                <a:gd name="T42" fmla="*/ 7 w 33"/>
                <a:gd name="T43" fmla="*/ 2 h 35"/>
                <a:gd name="T44" fmla="*/ 4 w 33"/>
                <a:gd name="T45" fmla="*/ 2 h 35"/>
                <a:gd name="T46" fmla="*/ 0 w 33"/>
                <a:gd name="T47" fmla="*/ 5 h 35"/>
                <a:gd name="T48" fmla="*/ 0 w 33"/>
                <a:gd name="T49" fmla="*/ 14 h 35"/>
                <a:gd name="T50" fmla="*/ 0 w 33"/>
                <a:gd name="T51" fmla="*/ 26 h 35"/>
                <a:gd name="T52" fmla="*/ 4 w 33"/>
                <a:gd name="T53" fmla="*/ 3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3" h="35">
                  <a:moveTo>
                    <a:pt x="4" y="33"/>
                  </a:moveTo>
                  <a:cubicBezTo>
                    <a:pt x="6" y="35"/>
                    <a:pt x="7" y="35"/>
                    <a:pt x="9" y="35"/>
                  </a:cubicBezTo>
                  <a:cubicBezTo>
                    <a:pt x="12" y="35"/>
                    <a:pt x="14" y="33"/>
                    <a:pt x="17" y="31"/>
                  </a:cubicBezTo>
                  <a:cubicBezTo>
                    <a:pt x="19" y="28"/>
                    <a:pt x="21" y="25"/>
                    <a:pt x="22" y="21"/>
                  </a:cubicBezTo>
                  <a:cubicBezTo>
                    <a:pt x="23" y="25"/>
                    <a:pt x="24" y="28"/>
                    <a:pt x="25" y="30"/>
                  </a:cubicBezTo>
                  <a:cubicBezTo>
                    <a:pt x="26" y="32"/>
                    <a:pt x="28" y="33"/>
                    <a:pt x="29" y="33"/>
                  </a:cubicBezTo>
                  <a:cubicBezTo>
                    <a:pt x="30" y="33"/>
                    <a:pt x="31" y="32"/>
                    <a:pt x="32" y="31"/>
                  </a:cubicBezTo>
                  <a:cubicBezTo>
                    <a:pt x="33" y="30"/>
                    <a:pt x="33" y="30"/>
                    <a:pt x="33" y="29"/>
                  </a:cubicBezTo>
                  <a:cubicBezTo>
                    <a:pt x="33" y="28"/>
                    <a:pt x="33" y="28"/>
                    <a:pt x="32" y="28"/>
                  </a:cubicBezTo>
                  <a:cubicBezTo>
                    <a:pt x="30" y="27"/>
                    <a:pt x="29" y="24"/>
                    <a:pt x="28" y="18"/>
                  </a:cubicBezTo>
                  <a:cubicBezTo>
                    <a:pt x="27" y="14"/>
                    <a:pt x="27" y="10"/>
                    <a:pt x="28" y="6"/>
                  </a:cubicBezTo>
                  <a:cubicBezTo>
                    <a:pt x="28" y="5"/>
                    <a:pt x="28" y="4"/>
                    <a:pt x="28" y="4"/>
                  </a:cubicBezTo>
                  <a:cubicBezTo>
                    <a:pt x="28" y="1"/>
                    <a:pt x="26" y="0"/>
                    <a:pt x="24" y="0"/>
                  </a:cubicBezTo>
                  <a:cubicBezTo>
                    <a:pt x="23" y="1"/>
                    <a:pt x="22" y="1"/>
                    <a:pt x="21" y="3"/>
                  </a:cubicBezTo>
                  <a:cubicBezTo>
                    <a:pt x="21" y="4"/>
                    <a:pt x="20" y="6"/>
                    <a:pt x="20" y="10"/>
                  </a:cubicBezTo>
                  <a:cubicBezTo>
                    <a:pt x="20" y="14"/>
                    <a:pt x="18" y="18"/>
                    <a:pt x="16" y="22"/>
                  </a:cubicBezTo>
                  <a:cubicBezTo>
                    <a:pt x="13" y="26"/>
                    <a:pt x="11" y="28"/>
                    <a:pt x="9" y="28"/>
                  </a:cubicBezTo>
                  <a:cubicBezTo>
                    <a:pt x="8" y="28"/>
                    <a:pt x="7" y="27"/>
                    <a:pt x="7" y="24"/>
                  </a:cubicBezTo>
                  <a:cubicBezTo>
                    <a:pt x="7" y="23"/>
                    <a:pt x="7" y="21"/>
                    <a:pt x="7" y="18"/>
                  </a:cubicBezTo>
                  <a:cubicBezTo>
                    <a:pt x="7" y="15"/>
                    <a:pt x="7" y="13"/>
                    <a:pt x="8" y="11"/>
                  </a:cubicBezTo>
                  <a:cubicBezTo>
                    <a:pt x="8" y="8"/>
                    <a:pt x="9" y="6"/>
                    <a:pt x="8" y="5"/>
                  </a:cubicBezTo>
                  <a:cubicBezTo>
                    <a:pt x="8" y="4"/>
                    <a:pt x="8" y="3"/>
                    <a:pt x="7" y="2"/>
                  </a:cubicBezTo>
                  <a:cubicBezTo>
                    <a:pt x="6" y="2"/>
                    <a:pt x="5" y="1"/>
                    <a:pt x="4" y="2"/>
                  </a:cubicBezTo>
                  <a:cubicBezTo>
                    <a:pt x="2" y="2"/>
                    <a:pt x="1" y="3"/>
                    <a:pt x="0" y="5"/>
                  </a:cubicBezTo>
                  <a:cubicBezTo>
                    <a:pt x="1" y="7"/>
                    <a:pt x="1" y="10"/>
                    <a:pt x="0" y="14"/>
                  </a:cubicBezTo>
                  <a:cubicBezTo>
                    <a:pt x="0" y="20"/>
                    <a:pt x="0" y="23"/>
                    <a:pt x="0" y="26"/>
                  </a:cubicBezTo>
                  <a:cubicBezTo>
                    <a:pt x="1" y="29"/>
                    <a:pt x="2" y="32"/>
                    <a:pt x="4"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8" name="Freeform 547"/>
            <p:cNvSpPr>
              <a:spLocks/>
            </p:cNvSpPr>
            <p:nvPr/>
          </p:nvSpPr>
          <p:spPr bwMode="auto">
            <a:xfrm>
              <a:off x="6477000" y="5118100"/>
              <a:ext cx="33338" cy="53975"/>
            </a:xfrm>
            <a:custGeom>
              <a:avLst/>
              <a:gdLst>
                <a:gd name="T0" fmla="*/ 14 w 26"/>
                <a:gd name="T1" fmla="*/ 32 h 42"/>
                <a:gd name="T2" fmla="*/ 8 w 26"/>
                <a:gd name="T3" fmla="*/ 34 h 42"/>
                <a:gd name="T4" fmla="*/ 6 w 26"/>
                <a:gd name="T5" fmla="*/ 34 h 42"/>
                <a:gd name="T6" fmla="*/ 4 w 26"/>
                <a:gd name="T7" fmla="*/ 34 h 42"/>
                <a:gd name="T8" fmla="*/ 2 w 26"/>
                <a:gd name="T9" fmla="*/ 35 h 42"/>
                <a:gd name="T10" fmla="*/ 1 w 26"/>
                <a:gd name="T11" fmla="*/ 38 h 42"/>
                <a:gd name="T12" fmla="*/ 7 w 26"/>
                <a:gd name="T13" fmla="*/ 41 h 42"/>
                <a:gd name="T14" fmla="*/ 20 w 26"/>
                <a:gd name="T15" fmla="*/ 36 h 42"/>
                <a:gd name="T16" fmla="*/ 25 w 26"/>
                <a:gd name="T17" fmla="*/ 27 h 42"/>
                <a:gd name="T18" fmla="*/ 23 w 26"/>
                <a:gd name="T19" fmla="*/ 23 h 42"/>
                <a:gd name="T20" fmla="*/ 15 w 26"/>
                <a:gd name="T21" fmla="*/ 20 h 42"/>
                <a:gd name="T22" fmla="*/ 10 w 26"/>
                <a:gd name="T23" fmla="*/ 18 h 42"/>
                <a:gd name="T24" fmla="*/ 8 w 26"/>
                <a:gd name="T25" fmla="*/ 15 h 42"/>
                <a:gd name="T26" fmla="*/ 11 w 26"/>
                <a:gd name="T27" fmla="*/ 11 h 42"/>
                <a:gd name="T28" fmla="*/ 17 w 26"/>
                <a:gd name="T29" fmla="*/ 8 h 42"/>
                <a:gd name="T30" fmla="*/ 18 w 26"/>
                <a:gd name="T31" fmla="*/ 8 h 42"/>
                <a:gd name="T32" fmla="*/ 19 w 26"/>
                <a:gd name="T33" fmla="*/ 8 h 42"/>
                <a:gd name="T34" fmla="*/ 21 w 26"/>
                <a:gd name="T35" fmla="*/ 7 h 42"/>
                <a:gd name="T36" fmla="*/ 22 w 26"/>
                <a:gd name="T37" fmla="*/ 4 h 42"/>
                <a:gd name="T38" fmla="*/ 16 w 26"/>
                <a:gd name="T39" fmla="*/ 1 h 42"/>
                <a:gd name="T40" fmla="*/ 5 w 26"/>
                <a:gd name="T41" fmla="*/ 7 h 42"/>
                <a:gd name="T42" fmla="*/ 1 w 26"/>
                <a:gd name="T43" fmla="*/ 17 h 42"/>
                <a:gd name="T44" fmla="*/ 3 w 26"/>
                <a:gd name="T45" fmla="*/ 22 h 42"/>
                <a:gd name="T46" fmla="*/ 12 w 26"/>
                <a:gd name="T47" fmla="*/ 26 h 42"/>
                <a:gd name="T48" fmla="*/ 18 w 26"/>
                <a:gd name="T49" fmla="*/ 29 h 42"/>
                <a:gd name="T50" fmla="*/ 14 w 26"/>
                <a:gd name="T51" fmla="*/ 3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 h="42">
                  <a:moveTo>
                    <a:pt x="14" y="32"/>
                  </a:moveTo>
                  <a:cubicBezTo>
                    <a:pt x="12" y="33"/>
                    <a:pt x="10" y="34"/>
                    <a:pt x="8" y="34"/>
                  </a:cubicBezTo>
                  <a:cubicBezTo>
                    <a:pt x="8" y="34"/>
                    <a:pt x="7" y="34"/>
                    <a:pt x="6" y="34"/>
                  </a:cubicBezTo>
                  <a:cubicBezTo>
                    <a:pt x="5" y="34"/>
                    <a:pt x="4" y="34"/>
                    <a:pt x="4" y="34"/>
                  </a:cubicBezTo>
                  <a:cubicBezTo>
                    <a:pt x="3" y="34"/>
                    <a:pt x="2" y="35"/>
                    <a:pt x="2" y="35"/>
                  </a:cubicBezTo>
                  <a:cubicBezTo>
                    <a:pt x="1" y="36"/>
                    <a:pt x="1" y="37"/>
                    <a:pt x="1" y="38"/>
                  </a:cubicBezTo>
                  <a:cubicBezTo>
                    <a:pt x="1" y="41"/>
                    <a:pt x="3" y="42"/>
                    <a:pt x="7" y="41"/>
                  </a:cubicBezTo>
                  <a:cubicBezTo>
                    <a:pt x="12" y="40"/>
                    <a:pt x="17" y="39"/>
                    <a:pt x="20" y="36"/>
                  </a:cubicBezTo>
                  <a:cubicBezTo>
                    <a:pt x="24" y="33"/>
                    <a:pt x="26" y="30"/>
                    <a:pt x="25" y="27"/>
                  </a:cubicBezTo>
                  <a:cubicBezTo>
                    <a:pt x="25" y="26"/>
                    <a:pt x="24" y="24"/>
                    <a:pt x="23" y="23"/>
                  </a:cubicBezTo>
                  <a:cubicBezTo>
                    <a:pt x="22" y="22"/>
                    <a:pt x="19" y="21"/>
                    <a:pt x="15" y="20"/>
                  </a:cubicBezTo>
                  <a:cubicBezTo>
                    <a:pt x="12" y="19"/>
                    <a:pt x="11" y="18"/>
                    <a:pt x="10" y="18"/>
                  </a:cubicBezTo>
                  <a:cubicBezTo>
                    <a:pt x="9" y="17"/>
                    <a:pt x="8" y="16"/>
                    <a:pt x="8" y="15"/>
                  </a:cubicBezTo>
                  <a:cubicBezTo>
                    <a:pt x="8" y="14"/>
                    <a:pt x="9" y="12"/>
                    <a:pt x="11" y="11"/>
                  </a:cubicBezTo>
                  <a:cubicBezTo>
                    <a:pt x="13" y="9"/>
                    <a:pt x="15" y="8"/>
                    <a:pt x="17" y="8"/>
                  </a:cubicBezTo>
                  <a:cubicBezTo>
                    <a:pt x="17" y="8"/>
                    <a:pt x="17" y="8"/>
                    <a:pt x="18" y="8"/>
                  </a:cubicBezTo>
                  <a:cubicBezTo>
                    <a:pt x="19" y="8"/>
                    <a:pt x="19" y="8"/>
                    <a:pt x="19" y="8"/>
                  </a:cubicBezTo>
                  <a:cubicBezTo>
                    <a:pt x="20" y="8"/>
                    <a:pt x="21" y="8"/>
                    <a:pt x="21" y="7"/>
                  </a:cubicBezTo>
                  <a:cubicBezTo>
                    <a:pt x="22" y="6"/>
                    <a:pt x="22" y="5"/>
                    <a:pt x="22" y="4"/>
                  </a:cubicBezTo>
                  <a:cubicBezTo>
                    <a:pt x="22" y="1"/>
                    <a:pt x="20" y="0"/>
                    <a:pt x="16" y="1"/>
                  </a:cubicBezTo>
                  <a:cubicBezTo>
                    <a:pt x="12" y="1"/>
                    <a:pt x="9" y="3"/>
                    <a:pt x="5" y="7"/>
                  </a:cubicBezTo>
                  <a:cubicBezTo>
                    <a:pt x="2" y="10"/>
                    <a:pt x="0" y="14"/>
                    <a:pt x="1" y="17"/>
                  </a:cubicBezTo>
                  <a:cubicBezTo>
                    <a:pt x="1" y="19"/>
                    <a:pt x="2" y="21"/>
                    <a:pt x="3" y="22"/>
                  </a:cubicBezTo>
                  <a:cubicBezTo>
                    <a:pt x="5" y="23"/>
                    <a:pt x="8" y="25"/>
                    <a:pt x="12" y="26"/>
                  </a:cubicBezTo>
                  <a:cubicBezTo>
                    <a:pt x="16" y="27"/>
                    <a:pt x="18" y="28"/>
                    <a:pt x="18" y="29"/>
                  </a:cubicBezTo>
                  <a:cubicBezTo>
                    <a:pt x="18" y="30"/>
                    <a:pt x="16" y="31"/>
                    <a:pt x="14"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9" name="Freeform 548"/>
            <p:cNvSpPr>
              <a:spLocks/>
            </p:cNvSpPr>
            <p:nvPr/>
          </p:nvSpPr>
          <p:spPr bwMode="auto">
            <a:xfrm>
              <a:off x="6516688" y="5095875"/>
              <a:ext cx="14288" cy="14288"/>
            </a:xfrm>
            <a:custGeom>
              <a:avLst/>
              <a:gdLst>
                <a:gd name="T0" fmla="*/ 11 w 11"/>
                <a:gd name="T1" fmla="*/ 4 h 11"/>
                <a:gd name="T2" fmla="*/ 9 w 11"/>
                <a:gd name="T3" fmla="*/ 1 h 11"/>
                <a:gd name="T4" fmla="*/ 5 w 11"/>
                <a:gd name="T5" fmla="*/ 1 h 11"/>
                <a:gd name="T6" fmla="*/ 1 w 11"/>
                <a:gd name="T7" fmla="*/ 3 h 11"/>
                <a:gd name="T8" fmla="*/ 0 w 11"/>
                <a:gd name="T9" fmla="*/ 7 h 11"/>
                <a:gd name="T10" fmla="*/ 2 w 11"/>
                <a:gd name="T11" fmla="*/ 9 h 11"/>
                <a:gd name="T12" fmla="*/ 6 w 11"/>
                <a:gd name="T13" fmla="*/ 10 h 11"/>
                <a:gd name="T14" fmla="*/ 9 w 11"/>
                <a:gd name="T15" fmla="*/ 8 h 11"/>
                <a:gd name="T16" fmla="*/ 11 w 11"/>
                <a:gd name="T17"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1">
                  <a:moveTo>
                    <a:pt x="11" y="4"/>
                  </a:moveTo>
                  <a:cubicBezTo>
                    <a:pt x="10" y="3"/>
                    <a:pt x="10" y="2"/>
                    <a:pt x="9" y="1"/>
                  </a:cubicBezTo>
                  <a:cubicBezTo>
                    <a:pt x="8" y="1"/>
                    <a:pt x="7" y="0"/>
                    <a:pt x="5" y="1"/>
                  </a:cubicBezTo>
                  <a:cubicBezTo>
                    <a:pt x="3" y="1"/>
                    <a:pt x="2" y="2"/>
                    <a:pt x="1" y="3"/>
                  </a:cubicBezTo>
                  <a:cubicBezTo>
                    <a:pt x="1" y="4"/>
                    <a:pt x="0" y="5"/>
                    <a:pt x="0" y="7"/>
                  </a:cubicBezTo>
                  <a:cubicBezTo>
                    <a:pt x="1" y="8"/>
                    <a:pt x="1" y="9"/>
                    <a:pt x="2" y="9"/>
                  </a:cubicBezTo>
                  <a:cubicBezTo>
                    <a:pt x="4" y="10"/>
                    <a:pt x="5" y="11"/>
                    <a:pt x="6" y="10"/>
                  </a:cubicBezTo>
                  <a:cubicBezTo>
                    <a:pt x="7" y="10"/>
                    <a:pt x="8" y="10"/>
                    <a:pt x="9" y="8"/>
                  </a:cubicBezTo>
                  <a:cubicBezTo>
                    <a:pt x="10" y="7"/>
                    <a:pt x="11" y="5"/>
                    <a:pt x="1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0" name="Freeform 549"/>
            <p:cNvSpPr>
              <a:spLocks/>
            </p:cNvSpPr>
            <p:nvPr/>
          </p:nvSpPr>
          <p:spPr bwMode="auto">
            <a:xfrm>
              <a:off x="6515100" y="5119688"/>
              <a:ext cx="12700" cy="44450"/>
            </a:xfrm>
            <a:custGeom>
              <a:avLst/>
              <a:gdLst>
                <a:gd name="T0" fmla="*/ 1 w 10"/>
                <a:gd name="T1" fmla="*/ 13 h 35"/>
                <a:gd name="T2" fmla="*/ 1 w 10"/>
                <a:gd name="T3" fmla="*/ 16 h 35"/>
                <a:gd name="T4" fmla="*/ 1 w 10"/>
                <a:gd name="T5" fmla="*/ 29 h 35"/>
                <a:gd name="T6" fmla="*/ 6 w 10"/>
                <a:gd name="T7" fmla="*/ 35 h 35"/>
                <a:gd name="T8" fmla="*/ 9 w 10"/>
                <a:gd name="T9" fmla="*/ 33 h 35"/>
                <a:gd name="T10" fmla="*/ 10 w 10"/>
                <a:gd name="T11" fmla="*/ 31 h 35"/>
                <a:gd name="T12" fmla="*/ 10 w 10"/>
                <a:gd name="T13" fmla="*/ 30 h 35"/>
                <a:gd name="T14" fmla="*/ 8 w 10"/>
                <a:gd name="T15" fmla="*/ 25 h 35"/>
                <a:gd name="T16" fmla="*/ 8 w 10"/>
                <a:gd name="T17" fmla="*/ 19 h 35"/>
                <a:gd name="T18" fmla="*/ 8 w 10"/>
                <a:gd name="T19" fmla="*/ 9 h 35"/>
                <a:gd name="T20" fmla="*/ 8 w 10"/>
                <a:gd name="T21" fmla="*/ 8 h 35"/>
                <a:gd name="T22" fmla="*/ 9 w 10"/>
                <a:gd name="T23" fmla="*/ 3 h 35"/>
                <a:gd name="T24" fmla="*/ 7 w 10"/>
                <a:gd name="T25" fmla="*/ 1 h 35"/>
                <a:gd name="T26" fmla="*/ 4 w 10"/>
                <a:gd name="T27" fmla="*/ 0 h 35"/>
                <a:gd name="T28" fmla="*/ 1 w 10"/>
                <a:gd name="T29" fmla="*/ 2 h 35"/>
                <a:gd name="T30" fmla="*/ 1 w 10"/>
                <a:gd name="T31" fmla="*/ 6 h 35"/>
                <a:gd name="T32" fmla="*/ 1 w 10"/>
                <a:gd name="T33" fmla="*/ 1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35">
                  <a:moveTo>
                    <a:pt x="1" y="13"/>
                  </a:moveTo>
                  <a:cubicBezTo>
                    <a:pt x="1" y="14"/>
                    <a:pt x="1" y="15"/>
                    <a:pt x="1" y="16"/>
                  </a:cubicBezTo>
                  <a:cubicBezTo>
                    <a:pt x="0" y="22"/>
                    <a:pt x="1" y="26"/>
                    <a:pt x="1" y="29"/>
                  </a:cubicBezTo>
                  <a:cubicBezTo>
                    <a:pt x="2" y="34"/>
                    <a:pt x="4" y="35"/>
                    <a:pt x="6" y="35"/>
                  </a:cubicBezTo>
                  <a:cubicBezTo>
                    <a:pt x="7" y="35"/>
                    <a:pt x="8" y="34"/>
                    <a:pt x="9" y="33"/>
                  </a:cubicBezTo>
                  <a:cubicBezTo>
                    <a:pt x="10" y="32"/>
                    <a:pt x="10" y="32"/>
                    <a:pt x="10" y="31"/>
                  </a:cubicBezTo>
                  <a:cubicBezTo>
                    <a:pt x="10" y="31"/>
                    <a:pt x="10" y="31"/>
                    <a:pt x="10" y="30"/>
                  </a:cubicBezTo>
                  <a:cubicBezTo>
                    <a:pt x="9" y="28"/>
                    <a:pt x="9" y="27"/>
                    <a:pt x="8" y="25"/>
                  </a:cubicBezTo>
                  <a:cubicBezTo>
                    <a:pt x="8" y="24"/>
                    <a:pt x="8" y="22"/>
                    <a:pt x="8" y="19"/>
                  </a:cubicBezTo>
                  <a:cubicBezTo>
                    <a:pt x="8" y="17"/>
                    <a:pt x="8" y="13"/>
                    <a:pt x="8" y="9"/>
                  </a:cubicBezTo>
                  <a:cubicBezTo>
                    <a:pt x="8" y="8"/>
                    <a:pt x="8" y="8"/>
                    <a:pt x="8" y="8"/>
                  </a:cubicBezTo>
                  <a:cubicBezTo>
                    <a:pt x="9" y="6"/>
                    <a:pt x="9" y="4"/>
                    <a:pt x="9" y="3"/>
                  </a:cubicBezTo>
                  <a:cubicBezTo>
                    <a:pt x="8" y="2"/>
                    <a:pt x="8" y="1"/>
                    <a:pt x="7" y="1"/>
                  </a:cubicBezTo>
                  <a:cubicBezTo>
                    <a:pt x="6" y="0"/>
                    <a:pt x="5" y="0"/>
                    <a:pt x="4" y="0"/>
                  </a:cubicBezTo>
                  <a:cubicBezTo>
                    <a:pt x="2" y="1"/>
                    <a:pt x="1" y="1"/>
                    <a:pt x="1" y="2"/>
                  </a:cubicBezTo>
                  <a:cubicBezTo>
                    <a:pt x="0" y="4"/>
                    <a:pt x="0" y="5"/>
                    <a:pt x="1" y="6"/>
                  </a:cubicBezTo>
                  <a:cubicBezTo>
                    <a:pt x="1" y="7"/>
                    <a:pt x="1" y="9"/>
                    <a:pt x="1"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1" name="Freeform 550"/>
            <p:cNvSpPr>
              <a:spLocks/>
            </p:cNvSpPr>
            <p:nvPr/>
          </p:nvSpPr>
          <p:spPr bwMode="auto">
            <a:xfrm>
              <a:off x="6537325" y="5114925"/>
              <a:ext cx="52388" cy="44450"/>
            </a:xfrm>
            <a:custGeom>
              <a:avLst/>
              <a:gdLst>
                <a:gd name="T0" fmla="*/ 34 w 41"/>
                <a:gd name="T1" fmla="*/ 28 h 35"/>
                <a:gd name="T2" fmla="*/ 39 w 41"/>
                <a:gd name="T3" fmla="*/ 26 h 35"/>
                <a:gd name="T4" fmla="*/ 41 w 41"/>
                <a:gd name="T5" fmla="*/ 22 h 35"/>
                <a:gd name="T6" fmla="*/ 39 w 41"/>
                <a:gd name="T7" fmla="*/ 21 h 35"/>
                <a:gd name="T8" fmla="*/ 37 w 41"/>
                <a:gd name="T9" fmla="*/ 21 h 35"/>
                <a:gd name="T10" fmla="*/ 35 w 41"/>
                <a:gd name="T11" fmla="*/ 22 h 35"/>
                <a:gd name="T12" fmla="*/ 31 w 41"/>
                <a:gd name="T13" fmla="*/ 11 h 35"/>
                <a:gd name="T14" fmla="*/ 20 w 41"/>
                <a:gd name="T15" fmla="*/ 1 h 35"/>
                <a:gd name="T16" fmla="*/ 8 w 41"/>
                <a:gd name="T17" fmla="*/ 19 h 35"/>
                <a:gd name="T18" fmla="*/ 8 w 41"/>
                <a:gd name="T19" fmla="*/ 7 h 35"/>
                <a:gd name="T20" fmla="*/ 6 w 41"/>
                <a:gd name="T21" fmla="*/ 3 h 35"/>
                <a:gd name="T22" fmla="*/ 3 w 41"/>
                <a:gd name="T23" fmla="*/ 2 h 35"/>
                <a:gd name="T24" fmla="*/ 1 w 41"/>
                <a:gd name="T25" fmla="*/ 4 h 35"/>
                <a:gd name="T26" fmla="*/ 0 w 41"/>
                <a:gd name="T27" fmla="*/ 8 h 35"/>
                <a:gd name="T28" fmla="*/ 1 w 41"/>
                <a:gd name="T29" fmla="*/ 24 h 35"/>
                <a:gd name="T30" fmla="*/ 2 w 41"/>
                <a:gd name="T31" fmla="*/ 31 h 35"/>
                <a:gd name="T32" fmla="*/ 7 w 41"/>
                <a:gd name="T33" fmla="*/ 35 h 35"/>
                <a:gd name="T34" fmla="*/ 8 w 41"/>
                <a:gd name="T35" fmla="*/ 34 h 35"/>
                <a:gd name="T36" fmla="*/ 9 w 41"/>
                <a:gd name="T37" fmla="*/ 32 h 35"/>
                <a:gd name="T38" fmla="*/ 14 w 41"/>
                <a:gd name="T39" fmla="*/ 18 h 35"/>
                <a:gd name="T40" fmla="*/ 20 w 41"/>
                <a:gd name="T41" fmla="*/ 9 h 35"/>
                <a:gd name="T42" fmla="*/ 25 w 41"/>
                <a:gd name="T43" fmla="*/ 16 h 35"/>
                <a:gd name="T44" fmla="*/ 29 w 41"/>
                <a:gd name="T45" fmla="*/ 25 h 35"/>
                <a:gd name="T46" fmla="*/ 28 w 41"/>
                <a:gd name="T47" fmla="*/ 25 h 35"/>
                <a:gd name="T48" fmla="*/ 34 w 41"/>
                <a:gd name="T49" fmla="*/ 28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 h="35">
                  <a:moveTo>
                    <a:pt x="34" y="28"/>
                  </a:moveTo>
                  <a:cubicBezTo>
                    <a:pt x="36" y="28"/>
                    <a:pt x="38" y="27"/>
                    <a:pt x="39" y="26"/>
                  </a:cubicBezTo>
                  <a:cubicBezTo>
                    <a:pt x="40" y="24"/>
                    <a:pt x="41" y="23"/>
                    <a:pt x="41" y="22"/>
                  </a:cubicBezTo>
                  <a:cubicBezTo>
                    <a:pt x="40" y="21"/>
                    <a:pt x="40" y="21"/>
                    <a:pt x="39" y="21"/>
                  </a:cubicBezTo>
                  <a:cubicBezTo>
                    <a:pt x="38" y="21"/>
                    <a:pt x="38" y="21"/>
                    <a:pt x="37" y="21"/>
                  </a:cubicBezTo>
                  <a:cubicBezTo>
                    <a:pt x="36" y="22"/>
                    <a:pt x="36" y="22"/>
                    <a:pt x="35" y="22"/>
                  </a:cubicBezTo>
                  <a:cubicBezTo>
                    <a:pt x="34" y="22"/>
                    <a:pt x="33" y="19"/>
                    <a:pt x="31" y="11"/>
                  </a:cubicBezTo>
                  <a:cubicBezTo>
                    <a:pt x="29" y="3"/>
                    <a:pt x="25" y="0"/>
                    <a:pt x="20" y="1"/>
                  </a:cubicBezTo>
                  <a:cubicBezTo>
                    <a:pt x="15" y="2"/>
                    <a:pt x="11" y="8"/>
                    <a:pt x="8" y="19"/>
                  </a:cubicBezTo>
                  <a:cubicBezTo>
                    <a:pt x="8" y="13"/>
                    <a:pt x="8" y="9"/>
                    <a:pt x="8" y="7"/>
                  </a:cubicBezTo>
                  <a:cubicBezTo>
                    <a:pt x="7" y="5"/>
                    <a:pt x="7" y="3"/>
                    <a:pt x="6" y="3"/>
                  </a:cubicBezTo>
                  <a:cubicBezTo>
                    <a:pt x="5" y="2"/>
                    <a:pt x="4" y="2"/>
                    <a:pt x="3" y="2"/>
                  </a:cubicBezTo>
                  <a:cubicBezTo>
                    <a:pt x="2" y="3"/>
                    <a:pt x="1" y="3"/>
                    <a:pt x="1" y="4"/>
                  </a:cubicBezTo>
                  <a:cubicBezTo>
                    <a:pt x="0" y="6"/>
                    <a:pt x="0" y="7"/>
                    <a:pt x="0" y="8"/>
                  </a:cubicBezTo>
                  <a:cubicBezTo>
                    <a:pt x="1" y="14"/>
                    <a:pt x="1" y="20"/>
                    <a:pt x="1" y="24"/>
                  </a:cubicBezTo>
                  <a:cubicBezTo>
                    <a:pt x="1" y="28"/>
                    <a:pt x="1" y="30"/>
                    <a:pt x="2" y="31"/>
                  </a:cubicBezTo>
                  <a:cubicBezTo>
                    <a:pt x="2" y="34"/>
                    <a:pt x="4" y="35"/>
                    <a:pt x="7" y="35"/>
                  </a:cubicBezTo>
                  <a:cubicBezTo>
                    <a:pt x="7" y="35"/>
                    <a:pt x="8" y="34"/>
                    <a:pt x="8" y="34"/>
                  </a:cubicBezTo>
                  <a:cubicBezTo>
                    <a:pt x="9" y="33"/>
                    <a:pt x="9" y="33"/>
                    <a:pt x="9" y="32"/>
                  </a:cubicBezTo>
                  <a:cubicBezTo>
                    <a:pt x="10" y="29"/>
                    <a:pt x="11" y="24"/>
                    <a:pt x="14" y="18"/>
                  </a:cubicBezTo>
                  <a:cubicBezTo>
                    <a:pt x="17" y="12"/>
                    <a:pt x="19" y="9"/>
                    <a:pt x="20" y="9"/>
                  </a:cubicBezTo>
                  <a:cubicBezTo>
                    <a:pt x="22" y="9"/>
                    <a:pt x="23" y="10"/>
                    <a:pt x="25" y="16"/>
                  </a:cubicBezTo>
                  <a:cubicBezTo>
                    <a:pt x="26" y="21"/>
                    <a:pt x="27" y="25"/>
                    <a:pt x="29" y="25"/>
                  </a:cubicBezTo>
                  <a:cubicBezTo>
                    <a:pt x="28" y="25"/>
                    <a:pt x="28" y="25"/>
                    <a:pt x="28" y="25"/>
                  </a:cubicBezTo>
                  <a:cubicBezTo>
                    <a:pt x="30" y="29"/>
                    <a:pt x="32" y="28"/>
                    <a:pt x="34"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2" name="Freeform 551"/>
            <p:cNvSpPr>
              <a:spLocks noEditPoints="1"/>
            </p:cNvSpPr>
            <p:nvPr/>
          </p:nvSpPr>
          <p:spPr bwMode="auto">
            <a:xfrm>
              <a:off x="6589713" y="5102225"/>
              <a:ext cx="39688" cy="49213"/>
            </a:xfrm>
            <a:custGeom>
              <a:avLst/>
              <a:gdLst>
                <a:gd name="T0" fmla="*/ 10 w 31"/>
                <a:gd name="T1" fmla="*/ 27 h 39"/>
                <a:gd name="T2" fmla="*/ 22 w 31"/>
                <a:gd name="T3" fmla="*/ 18 h 39"/>
                <a:gd name="T4" fmla="*/ 26 w 31"/>
                <a:gd name="T5" fmla="*/ 7 h 39"/>
                <a:gd name="T6" fmla="*/ 23 w 31"/>
                <a:gd name="T7" fmla="*/ 2 h 39"/>
                <a:gd name="T8" fmla="*/ 17 w 31"/>
                <a:gd name="T9" fmla="*/ 0 h 39"/>
                <a:gd name="T10" fmla="*/ 5 w 31"/>
                <a:gd name="T11" fmla="*/ 10 h 39"/>
                <a:gd name="T12" fmla="*/ 1 w 31"/>
                <a:gd name="T13" fmla="*/ 28 h 39"/>
                <a:gd name="T14" fmla="*/ 6 w 31"/>
                <a:gd name="T15" fmla="*/ 36 h 39"/>
                <a:gd name="T16" fmla="*/ 15 w 31"/>
                <a:gd name="T17" fmla="*/ 38 h 39"/>
                <a:gd name="T18" fmla="*/ 26 w 31"/>
                <a:gd name="T19" fmla="*/ 32 h 39"/>
                <a:gd name="T20" fmla="*/ 30 w 31"/>
                <a:gd name="T21" fmla="*/ 23 h 39"/>
                <a:gd name="T22" fmla="*/ 28 w 31"/>
                <a:gd name="T23" fmla="*/ 21 h 39"/>
                <a:gd name="T24" fmla="*/ 26 w 31"/>
                <a:gd name="T25" fmla="*/ 23 h 39"/>
                <a:gd name="T26" fmla="*/ 15 w 31"/>
                <a:gd name="T27" fmla="*/ 31 h 39"/>
                <a:gd name="T28" fmla="*/ 11 w 31"/>
                <a:gd name="T29" fmla="*/ 31 h 39"/>
                <a:gd name="T30" fmla="*/ 9 w 31"/>
                <a:gd name="T31" fmla="*/ 28 h 39"/>
                <a:gd name="T32" fmla="*/ 10 w 31"/>
                <a:gd name="T33" fmla="*/ 27 h 39"/>
                <a:gd name="T34" fmla="*/ 9 w 31"/>
                <a:gd name="T35" fmla="*/ 21 h 39"/>
                <a:gd name="T36" fmla="*/ 12 w 31"/>
                <a:gd name="T37" fmla="*/ 12 h 39"/>
                <a:gd name="T38" fmla="*/ 17 w 31"/>
                <a:gd name="T39" fmla="*/ 7 h 39"/>
                <a:gd name="T40" fmla="*/ 19 w 31"/>
                <a:gd name="T41" fmla="*/ 7 h 39"/>
                <a:gd name="T42" fmla="*/ 19 w 31"/>
                <a:gd name="T43" fmla="*/ 9 h 39"/>
                <a:gd name="T44" fmla="*/ 17 w 31"/>
                <a:gd name="T45" fmla="*/ 15 h 39"/>
                <a:gd name="T46" fmla="*/ 9 w 31"/>
                <a:gd name="T47" fmla="*/ 21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 h="39">
                  <a:moveTo>
                    <a:pt x="10" y="27"/>
                  </a:moveTo>
                  <a:cubicBezTo>
                    <a:pt x="15" y="25"/>
                    <a:pt x="19" y="22"/>
                    <a:pt x="22" y="18"/>
                  </a:cubicBezTo>
                  <a:cubicBezTo>
                    <a:pt x="25" y="14"/>
                    <a:pt x="26" y="10"/>
                    <a:pt x="26" y="7"/>
                  </a:cubicBezTo>
                  <a:cubicBezTo>
                    <a:pt x="25" y="5"/>
                    <a:pt x="24" y="3"/>
                    <a:pt x="23" y="2"/>
                  </a:cubicBezTo>
                  <a:cubicBezTo>
                    <a:pt x="21" y="0"/>
                    <a:pt x="19" y="0"/>
                    <a:pt x="17" y="0"/>
                  </a:cubicBezTo>
                  <a:cubicBezTo>
                    <a:pt x="12" y="1"/>
                    <a:pt x="8" y="4"/>
                    <a:pt x="5" y="10"/>
                  </a:cubicBezTo>
                  <a:cubicBezTo>
                    <a:pt x="2" y="16"/>
                    <a:pt x="0" y="22"/>
                    <a:pt x="1" y="28"/>
                  </a:cubicBezTo>
                  <a:cubicBezTo>
                    <a:pt x="2" y="31"/>
                    <a:pt x="3" y="34"/>
                    <a:pt x="6" y="36"/>
                  </a:cubicBezTo>
                  <a:cubicBezTo>
                    <a:pt x="8" y="38"/>
                    <a:pt x="11" y="39"/>
                    <a:pt x="15" y="38"/>
                  </a:cubicBezTo>
                  <a:cubicBezTo>
                    <a:pt x="19" y="37"/>
                    <a:pt x="23" y="35"/>
                    <a:pt x="26" y="32"/>
                  </a:cubicBezTo>
                  <a:cubicBezTo>
                    <a:pt x="29" y="28"/>
                    <a:pt x="31" y="25"/>
                    <a:pt x="30" y="23"/>
                  </a:cubicBezTo>
                  <a:cubicBezTo>
                    <a:pt x="30" y="22"/>
                    <a:pt x="29" y="21"/>
                    <a:pt x="28" y="21"/>
                  </a:cubicBezTo>
                  <a:cubicBezTo>
                    <a:pt x="27" y="21"/>
                    <a:pt x="27" y="22"/>
                    <a:pt x="26" y="23"/>
                  </a:cubicBezTo>
                  <a:cubicBezTo>
                    <a:pt x="23" y="28"/>
                    <a:pt x="19" y="31"/>
                    <a:pt x="15" y="31"/>
                  </a:cubicBezTo>
                  <a:cubicBezTo>
                    <a:pt x="13" y="32"/>
                    <a:pt x="12" y="31"/>
                    <a:pt x="11" y="31"/>
                  </a:cubicBezTo>
                  <a:cubicBezTo>
                    <a:pt x="10" y="30"/>
                    <a:pt x="9" y="29"/>
                    <a:pt x="9" y="28"/>
                  </a:cubicBezTo>
                  <a:cubicBezTo>
                    <a:pt x="9" y="27"/>
                    <a:pt x="9" y="27"/>
                    <a:pt x="10" y="27"/>
                  </a:cubicBezTo>
                  <a:close/>
                  <a:moveTo>
                    <a:pt x="9" y="21"/>
                  </a:moveTo>
                  <a:cubicBezTo>
                    <a:pt x="9" y="18"/>
                    <a:pt x="10" y="15"/>
                    <a:pt x="12" y="12"/>
                  </a:cubicBezTo>
                  <a:cubicBezTo>
                    <a:pt x="13" y="9"/>
                    <a:pt x="15" y="7"/>
                    <a:pt x="17" y="7"/>
                  </a:cubicBezTo>
                  <a:cubicBezTo>
                    <a:pt x="18" y="7"/>
                    <a:pt x="18" y="7"/>
                    <a:pt x="19" y="7"/>
                  </a:cubicBezTo>
                  <a:cubicBezTo>
                    <a:pt x="19" y="8"/>
                    <a:pt x="19" y="8"/>
                    <a:pt x="19" y="9"/>
                  </a:cubicBezTo>
                  <a:cubicBezTo>
                    <a:pt x="20" y="11"/>
                    <a:pt x="19" y="13"/>
                    <a:pt x="17" y="15"/>
                  </a:cubicBezTo>
                  <a:cubicBezTo>
                    <a:pt x="14" y="18"/>
                    <a:pt x="12" y="20"/>
                    <a:pt x="9"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3" name="Freeform 552"/>
            <p:cNvSpPr>
              <a:spLocks/>
            </p:cNvSpPr>
            <p:nvPr/>
          </p:nvSpPr>
          <p:spPr bwMode="auto">
            <a:xfrm>
              <a:off x="6632575" y="5094288"/>
              <a:ext cx="31750" cy="52388"/>
            </a:xfrm>
            <a:custGeom>
              <a:avLst/>
              <a:gdLst>
                <a:gd name="T0" fmla="*/ 14 w 25"/>
                <a:gd name="T1" fmla="*/ 32 h 41"/>
                <a:gd name="T2" fmla="*/ 8 w 25"/>
                <a:gd name="T3" fmla="*/ 34 h 41"/>
                <a:gd name="T4" fmla="*/ 6 w 25"/>
                <a:gd name="T5" fmla="*/ 34 h 41"/>
                <a:gd name="T6" fmla="*/ 4 w 25"/>
                <a:gd name="T7" fmla="*/ 33 h 41"/>
                <a:gd name="T8" fmla="*/ 1 w 25"/>
                <a:gd name="T9" fmla="*/ 35 h 41"/>
                <a:gd name="T10" fmla="*/ 0 w 25"/>
                <a:gd name="T11" fmla="*/ 38 h 41"/>
                <a:gd name="T12" fmla="*/ 7 w 25"/>
                <a:gd name="T13" fmla="*/ 41 h 41"/>
                <a:gd name="T14" fmla="*/ 20 w 25"/>
                <a:gd name="T15" fmla="*/ 36 h 41"/>
                <a:gd name="T16" fmla="*/ 25 w 25"/>
                <a:gd name="T17" fmla="*/ 27 h 41"/>
                <a:gd name="T18" fmla="*/ 22 w 25"/>
                <a:gd name="T19" fmla="*/ 23 h 41"/>
                <a:gd name="T20" fmla="*/ 15 w 25"/>
                <a:gd name="T21" fmla="*/ 19 h 41"/>
                <a:gd name="T22" fmla="*/ 9 w 25"/>
                <a:gd name="T23" fmla="*/ 17 h 41"/>
                <a:gd name="T24" fmla="*/ 8 w 25"/>
                <a:gd name="T25" fmla="*/ 15 h 41"/>
                <a:gd name="T26" fmla="*/ 10 w 25"/>
                <a:gd name="T27" fmla="*/ 10 h 41"/>
                <a:gd name="T28" fmla="*/ 16 w 25"/>
                <a:gd name="T29" fmla="*/ 7 h 41"/>
                <a:gd name="T30" fmla="*/ 18 w 25"/>
                <a:gd name="T31" fmla="*/ 7 h 41"/>
                <a:gd name="T32" fmla="*/ 19 w 25"/>
                <a:gd name="T33" fmla="*/ 8 h 41"/>
                <a:gd name="T34" fmla="*/ 21 w 25"/>
                <a:gd name="T35" fmla="*/ 6 h 41"/>
                <a:gd name="T36" fmla="*/ 22 w 25"/>
                <a:gd name="T37" fmla="*/ 4 h 41"/>
                <a:gd name="T38" fmla="*/ 16 w 25"/>
                <a:gd name="T39" fmla="*/ 0 h 41"/>
                <a:gd name="T40" fmla="*/ 5 w 25"/>
                <a:gd name="T41" fmla="*/ 6 h 41"/>
                <a:gd name="T42" fmla="*/ 0 w 25"/>
                <a:gd name="T43" fmla="*/ 17 h 41"/>
                <a:gd name="T44" fmla="*/ 3 w 25"/>
                <a:gd name="T45" fmla="*/ 21 h 41"/>
                <a:gd name="T46" fmla="*/ 12 w 25"/>
                <a:gd name="T47" fmla="*/ 25 h 41"/>
                <a:gd name="T48" fmla="*/ 18 w 25"/>
                <a:gd name="T49" fmla="*/ 29 h 41"/>
                <a:gd name="T50" fmla="*/ 14 w 25"/>
                <a:gd name="T51" fmla="*/ 3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5" h="41">
                  <a:moveTo>
                    <a:pt x="14" y="32"/>
                  </a:moveTo>
                  <a:cubicBezTo>
                    <a:pt x="12" y="33"/>
                    <a:pt x="10" y="33"/>
                    <a:pt x="8" y="34"/>
                  </a:cubicBezTo>
                  <a:cubicBezTo>
                    <a:pt x="7" y="34"/>
                    <a:pt x="6" y="34"/>
                    <a:pt x="6" y="34"/>
                  </a:cubicBezTo>
                  <a:cubicBezTo>
                    <a:pt x="5" y="33"/>
                    <a:pt x="4" y="33"/>
                    <a:pt x="4" y="33"/>
                  </a:cubicBezTo>
                  <a:cubicBezTo>
                    <a:pt x="3" y="34"/>
                    <a:pt x="2" y="34"/>
                    <a:pt x="1" y="35"/>
                  </a:cubicBezTo>
                  <a:cubicBezTo>
                    <a:pt x="0" y="36"/>
                    <a:pt x="0" y="37"/>
                    <a:pt x="0" y="38"/>
                  </a:cubicBezTo>
                  <a:cubicBezTo>
                    <a:pt x="1" y="40"/>
                    <a:pt x="3" y="41"/>
                    <a:pt x="7" y="41"/>
                  </a:cubicBezTo>
                  <a:cubicBezTo>
                    <a:pt x="12" y="40"/>
                    <a:pt x="16" y="38"/>
                    <a:pt x="20" y="36"/>
                  </a:cubicBezTo>
                  <a:cubicBezTo>
                    <a:pt x="24" y="33"/>
                    <a:pt x="25" y="30"/>
                    <a:pt x="25" y="27"/>
                  </a:cubicBezTo>
                  <a:cubicBezTo>
                    <a:pt x="25" y="25"/>
                    <a:pt x="24" y="24"/>
                    <a:pt x="22" y="23"/>
                  </a:cubicBezTo>
                  <a:cubicBezTo>
                    <a:pt x="21" y="21"/>
                    <a:pt x="18" y="20"/>
                    <a:pt x="15" y="19"/>
                  </a:cubicBezTo>
                  <a:cubicBezTo>
                    <a:pt x="12" y="18"/>
                    <a:pt x="10" y="18"/>
                    <a:pt x="9" y="17"/>
                  </a:cubicBezTo>
                  <a:cubicBezTo>
                    <a:pt x="8" y="17"/>
                    <a:pt x="8" y="16"/>
                    <a:pt x="8" y="15"/>
                  </a:cubicBezTo>
                  <a:cubicBezTo>
                    <a:pt x="7" y="13"/>
                    <a:pt x="8" y="12"/>
                    <a:pt x="10" y="10"/>
                  </a:cubicBezTo>
                  <a:cubicBezTo>
                    <a:pt x="12" y="8"/>
                    <a:pt x="14" y="8"/>
                    <a:pt x="16" y="7"/>
                  </a:cubicBezTo>
                  <a:cubicBezTo>
                    <a:pt x="17" y="7"/>
                    <a:pt x="17" y="7"/>
                    <a:pt x="18" y="7"/>
                  </a:cubicBezTo>
                  <a:cubicBezTo>
                    <a:pt x="18" y="8"/>
                    <a:pt x="19" y="8"/>
                    <a:pt x="19" y="8"/>
                  </a:cubicBezTo>
                  <a:cubicBezTo>
                    <a:pt x="19" y="8"/>
                    <a:pt x="20" y="7"/>
                    <a:pt x="21" y="6"/>
                  </a:cubicBezTo>
                  <a:cubicBezTo>
                    <a:pt x="21" y="6"/>
                    <a:pt x="22" y="5"/>
                    <a:pt x="22" y="4"/>
                  </a:cubicBezTo>
                  <a:cubicBezTo>
                    <a:pt x="21" y="1"/>
                    <a:pt x="19" y="0"/>
                    <a:pt x="16" y="0"/>
                  </a:cubicBezTo>
                  <a:cubicBezTo>
                    <a:pt x="12" y="1"/>
                    <a:pt x="8" y="3"/>
                    <a:pt x="5" y="6"/>
                  </a:cubicBezTo>
                  <a:cubicBezTo>
                    <a:pt x="1" y="10"/>
                    <a:pt x="0" y="13"/>
                    <a:pt x="0" y="17"/>
                  </a:cubicBezTo>
                  <a:cubicBezTo>
                    <a:pt x="0" y="19"/>
                    <a:pt x="1" y="20"/>
                    <a:pt x="3" y="21"/>
                  </a:cubicBezTo>
                  <a:cubicBezTo>
                    <a:pt x="4" y="23"/>
                    <a:pt x="7" y="24"/>
                    <a:pt x="12" y="25"/>
                  </a:cubicBezTo>
                  <a:cubicBezTo>
                    <a:pt x="15" y="27"/>
                    <a:pt x="17" y="28"/>
                    <a:pt x="18" y="29"/>
                  </a:cubicBezTo>
                  <a:cubicBezTo>
                    <a:pt x="17" y="30"/>
                    <a:pt x="16" y="31"/>
                    <a:pt x="14"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4" name="Freeform 553"/>
            <p:cNvSpPr>
              <a:spLocks/>
            </p:cNvSpPr>
            <p:nvPr/>
          </p:nvSpPr>
          <p:spPr bwMode="auto">
            <a:xfrm>
              <a:off x="6665913" y="5087938"/>
              <a:ext cx="33338" cy="53975"/>
            </a:xfrm>
            <a:custGeom>
              <a:avLst/>
              <a:gdLst>
                <a:gd name="T0" fmla="*/ 6 w 26"/>
                <a:gd name="T1" fmla="*/ 7 h 42"/>
                <a:gd name="T2" fmla="*/ 1 w 26"/>
                <a:gd name="T3" fmla="*/ 18 h 42"/>
                <a:gd name="T4" fmla="*/ 4 w 26"/>
                <a:gd name="T5" fmla="*/ 22 h 42"/>
                <a:gd name="T6" fmla="*/ 13 w 26"/>
                <a:gd name="T7" fmla="*/ 26 h 42"/>
                <a:gd name="T8" fmla="*/ 19 w 26"/>
                <a:gd name="T9" fmla="*/ 29 h 42"/>
                <a:gd name="T10" fmla="*/ 15 w 26"/>
                <a:gd name="T11" fmla="*/ 32 h 42"/>
                <a:gd name="T12" fmla="*/ 9 w 26"/>
                <a:gd name="T13" fmla="*/ 34 h 42"/>
                <a:gd name="T14" fmla="*/ 6 w 26"/>
                <a:gd name="T15" fmla="*/ 34 h 42"/>
                <a:gd name="T16" fmla="*/ 5 w 26"/>
                <a:gd name="T17" fmla="*/ 34 h 42"/>
                <a:gd name="T18" fmla="*/ 2 w 26"/>
                <a:gd name="T19" fmla="*/ 36 h 42"/>
                <a:gd name="T20" fmla="*/ 1 w 26"/>
                <a:gd name="T21" fmla="*/ 38 h 42"/>
                <a:gd name="T22" fmla="*/ 8 w 26"/>
                <a:gd name="T23" fmla="*/ 41 h 42"/>
                <a:gd name="T24" fmla="*/ 21 w 26"/>
                <a:gd name="T25" fmla="*/ 36 h 42"/>
                <a:gd name="T26" fmla="*/ 26 w 26"/>
                <a:gd name="T27" fmla="*/ 28 h 42"/>
                <a:gd name="T28" fmla="*/ 23 w 26"/>
                <a:gd name="T29" fmla="*/ 23 h 42"/>
                <a:gd name="T30" fmla="*/ 16 w 26"/>
                <a:gd name="T31" fmla="*/ 20 h 42"/>
                <a:gd name="T32" fmla="*/ 10 w 26"/>
                <a:gd name="T33" fmla="*/ 18 h 42"/>
                <a:gd name="T34" fmla="*/ 9 w 26"/>
                <a:gd name="T35" fmla="*/ 16 h 42"/>
                <a:gd name="T36" fmla="*/ 11 w 26"/>
                <a:gd name="T37" fmla="*/ 11 h 42"/>
                <a:gd name="T38" fmla="*/ 17 w 26"/>
                <a:gd name="T39" fmla="*/ 8 h 42"/>
                <a:gd name="T40" fmla="*/ 19 w 26"/>
                <a:gd name="T41" fmla="*/ 8 h 42"/>
                <a:gd name="T42" fmla="*/ 20 w 26"/>
                <a:gd name="T43" fmla="*/ 8 h 42"/>
                <a:gd name="T44" fmla="*/ 22 w 26"/>
                <a:gd name="T45" fmla="*/ 7 h 42"/>
                <a:gd name="T46" fmla="*/ 23 w 26"/>
                <a:gd name="T47" fmla="*/ 5 h 42"/>
                <a:gd name="T48" fmla="*/ 17 w 26"/>
                <a:gd name="T49" fmla="*/ 1 h 42"/>
                <a:gd name="T50" fmla="*/ 6 w 26"/>
                <a:gd name="T51" fmla="*/ 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 h="42">
                  <a:moveTo>
                    <a:pt x="6" y="7"/>
                  </a:moveTo>
                  <a:cubicBezTo>
                    <a:pt x="2" y="10"/>
                    <a:pt x="0" y="14"/>
                    <a:pt x="1" y="18"/>
                  </a:cubicBezTo>
                  <a:cubicBezTo>
                    <a:pt x="1" y="19"/>
                    <a:pt x="2" y="21"/>
                    <a:pt x="4" y="22"/>
                  </a:cubicBezTo>
                  <a:cubicBezTo>
                    <a:pt x="5" y="23"/>
                    <a:pt x="8" y="25"/>
                    <a:pt x="13" y="26"/>
                  </a:cubicBezTo>
                  <a:cubicBezTo>
                    <a:pt x="16" y="27"/>
                    <a:pt x="18" y="28"/>
                    <a:pt x="19" y="29"/>
                  </a:cubicBezTo>
                  <a:cubicBezTo>
                    <a:pt x="18" y="30"/>
                    <a:pt x="17" y="31"/>
                    <a:pt x="15" y="32"/>
                  </a:cubicBezTo>
                  <a:cubicBezTo>
                    <a:pt x="13" y="33"/>
                    <a:pt x="11" y="34"/>
                    <a:pt x="9" y="34"/>
                  </a:cubicBezTo>
                  <a:cubicBezTo>
                    <a:pt x="8" y="34"/>
                    <a:pt x="7" y="34"/>
                    <a:pt x="6" y="34"/>
                  </a:cubicBezTo>
                  <a:cubicBezTo>
                    <a:pt x="6" y="34"/>
                    <a:pt x="5" y="34"/>
                    <a:pt x="5" y="34"/>
                  </a:cubicBezTo>
                  <a:cubicBezTo>
                    <a:pt x="4" y="34"/>
                    <a:pt x="3" y="35"/>
                    <a:pt x="2" y="36"/>
                  </a:cubicBezTo>
                  <a:cubicBezTo>
                    <a:pt x="1" y="36"/>
                    <a:pt x="1" y="37"/>
                    <a:pt x="1" y="38"/>
                  </a:cubicBezTo>
                  <a:cubicBezTo>
                    <a:pt x="2" y="41"/>
                    <a:pt x="4" y="42"/>
                    <a:pt x="8" y="41"/>
                  </a:cubicBezTo>
                  <a:cubicBezTo>
                    <a:pt x="13" y="41"/>
                    <a:pt x="17" y="39"/>
                    <a:pt x="21" y="36"/>
                  </a:cubicBezTo>
                  <a:cubicBezTo>
                    <a:pt x="25" y="34"/>
                    <a:pt x="26" y="31"/>
                    <a:pt x="26" y="28"/>
                  </a:cubicBezTo>
                  <a:cubicBezTo>
                    <a:pt x="26" y="26"/>
                    <a:pt x="25" y="25"/>
                    <a:pt x="23" y="23"/>
                  </a:cubicBezTo>
                  <a:cubicBezTo>
                    <a:pt x="22" y="22"/>
                    <a:pt x="19" y="21"/>
                    <a:pt x="16" y="20"/>
                  </a:cubicBezTo>
                  <a:cubicBezTo>
                    <a:pt x="13" y="19"/>
                    <a:pt x="11" y="18"/>
                    <a:pt x="10" y="18"/>
                  </a:cubicBezTo>
                  <a:cubicBezTo>
                    <a:pt x="9" y="17"/>
                    <a:pt x="9" y="16"/>
                    <a:pt x="9" y="16"/>
                  </a:cubicBezTo>
                  <a:cubicBezTo>
                    <a:pt x="8" y="14"/>
                    <a:pt x="9" y="12"/>
                    <a:pt x="11" y="11"/>
                  </a:cubicBezTo>
                  <a:cubicBezTo>
                    <a:pt x="13" y="9"/>
                    <a:pt x="15" y="8"/>
                    <a:pt x="17" y="8"/>
                  </a:cubicBezTo>
                  <a:cubicBezTo>
                    <a:pt x="17" y="8"/>
                    <a:pt x="18" y="8"/>
                    <a:pt x="19" y="8"/>
                  </a:cubicBezTo>
                  <a:cubicBezTo>
                    <a:pt x="19" y="8"/>
                    <a:pt x="20" y="8"/>
                    <a:pt x="20" y="8"/>
                  </a:cubicBezTo>
                  <a:cubicBezTo>
                    <a:pt x="20" y="8"/>
                    <a:pt x="21" y="8"/>
                    <a:pt x="22" y="7"/>
                  </a:cubicBezTo>
                  <a:cubicBezTo>
                    <a:pt x="22" y="6"/>
                    <a:pt x="23" y="5"/>
                    <a:pt x="23" y="5"/>
                  </a:cubicBezTo>
                  <a:cubicBezTo>
                    <a:pt x="22" y="2"/>
                    <a:pt x="20" y="0"/>
                    <a:pt x="17" y="1"/>
                  </a:cubicBezTo>
                  <a:cubicBezTo>
                    <a:pt x="13" y="2"/>
                    <a:pt x="9" y="4"/>
                    <a:pt x="6"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5" name="Freeform 554"/>
            <p:cNvSpPr>
              <a:spLocks noEditPoints="1"/>
            </p:cNvSpPr>
            <p:nvPr/>
          </p:nvSpPr>
          <p:spPr bwMode="auto">
            <a:xfrm>
              <a:off x="6737350" y="5076825"/>
              <a:ext cx="44450" cy="79375"/>
            </a:xfrm>
            <a:custGeom>
              <a:avLst/>
              <a:gdLst>
                <a:gd name="T0" fmla="*/ 15 w 35"/>
                <a:gd name="T1" fmla="*/ 38 h 61"/>
                <a:gd name="T2" fmla="*/ 29 w 35"/>
                <a:gd name="T3" fmla="*/ 27 h 61"/>
                <a:gd name="T4" fmla="*/ 34 w 35"/>
                <a:gd name="T5" fmla="*/ 8 h 61"/>
                <a:gd name="T6" fmla="*/ 30 w 35"/>
                <a:gd name="T7" fmla="*/ 2 h 61"/>
                <a:gd name="T8" fmla="*/ 24 w 35"/>
                <a:gd name="T9" fmla="*/ 0 h 61"/>
                <a:gd name="T10" fmla="*/ 16 w 35"/>
                <a:gd name="T11" fmla="*/ 6 h 61"/>
                <a:gd name="T12" fmla="*/ 9 w 35"/>
                <a:gd name="T13" fmla="*/ 17 h 61"/>
                <a:gd name="T14" fmla="*/ 9 w 35"/>
                <a:gd name="T15" fmla="*/ 15 h 61"/>
                <a:gd name="T16" fmla="*/ 9 w 35"/>
                <a:gd name="T17" fmla="*/ 7 h 61"/>
                <a:gd name="T18" fmla="*/ 4 w 35"/>
                <a:gd name="T19" fmla="*/ 3 h 61"/>
                <a:gd name="T20" fmla="*/ 1 w 35"/>
                <a:gd name="T21" fmla="*/ 4 h 61"/>
                <a:gd name="T22" fmla="*/ 0 w 35"/>
                <a:gd name="T23" fmla="*/ 7 h 61"/>
                <a:gd name="T24" fmla="*/ 1 w 35"/>
                <a:gd name="T25" fmla="*/ 12 h 61"/>
                <a:gd name="T26" fmla="*/ 1 w 35"/>
                <a:gd name="T27" fmla="*/ 13 h 61"/>
                <a:gd name="T28" fmla="*/ 2 w 35"/>
                <a:gd name="T29" fmla="*/ 52 h 61"/>
                <a:gd name="T30" fmla="*/ 2 w 35"/>
                <a:gd name="T31" fmla="*/ 58 h 61"/>
                <a:gd name="T32" fmla="*/ 4 w 35"/>
                <a:gd name="T33" fmla="*/ 60 h 61"/>
                <a:gd name="T34" fmla="*/ 7 w 35"/>
                <a:gd name="T35" fmla="*/ 61 h 61"/>
                <a:gd name="T36" fmla="*/ 9 w 35"/>
                <a:gd name="T37" fmla="*/ 59 h 61"/>
                <a:gd name="T38" fmla="*/ 10 w 35"/>
                <a:gd name="T39" fmla="*/ 55 h 61"/>
                <a:gd name="T40" fmla="*/ 10 w 35"/>
                <a:gd name="T41" fmla="*/ 43 h 61"/>
                <a:gd name="T42" fmla="*/ 10 w 35"/>
                <a:gd name="T43" fmla="*/ 36 h 61"/>
                <a:gd name="T44" fmla="*/ 15 w 35"/>
                <a:gd name="T45" fmla="*/ 38 h 61"/>
                <a:gd name="T46" fmla="*/ 15 w 35"/>
                <a:gd name="T47" fmla="*/ 17 h 61"/>
                <a:gd name="T48" fmla="*/ 24 w 35"/>
                <a:gd name="T49" fmla="*/ 8 h 61"/>
                <a:gd name="T50" fmla="*/ 25 w 35"/>
                <a:gd name="T51" fmla="*/ 8 h 61"/>
                <a:gd name="T52" fmla="*/ 26 w 35"/>
                <a:gd name="T53" fmla="*/ 11 h 61"/>
                <a:gd name="T54" fmla="*/ 23 w 35"/>
                <a:gd name="T55" fmla="*/ 24 h 61"/>
                <a:gd name="T56" fmla="*/ 15 w 35"/>
                <a:gd name="T57" fmla="*/ 31 h 61"/>
                <a:gd name="T58" fmla="*/ 12 w 35"/>
                <a:gd name="T59" fmla="*/ 31 h 61"/>
                <a:gd name="T60" fmla="*/ 11 w 35"/>
                <a:gd name="T61" fmla="*/ 29 h 61"/>
                <a:gd name="T62" fmla="*/ 15 w 35"/>
                <a:gd name="T63" fmla="*/ 1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5" h="61">
                  <a:moveTo>
                    <a:pt x="15" y="38"/>
                  </a:moveTo>
                  <a:cubicBezTo>
                    <a:pt x="20" y="37"/>
                    <a:pt x="25" y="34"/>
                    <a:pt x="29" y="27"/>
                  </a:cubicBezTo>
                  <a:cubicBezTo>
                    <a:pt x="33" y="21"/>
                    <a:pt x="35" y="14"/>
                    <a:pt x="34" y="8"/>
                  </a:cubicBezTo>
                  <a:cubicBezTo>
                    <a:pt x="33" y="5"/>
                    <a:pt x="32" y="3"/>
                    <a:pt x="30" y="2"/>
                  </a:cubicBezTo>
                  <a:cubicBezTo>
                    <a:pt x="28" y="0"/>
                    <a:pt x="26" y="0"/>
                    <a:pt x="24" y="0"/>
                  </a:cubicBezTo>
                  <a:cubicBezTo>
                    <a:pt x="21" y="1"/>
                    <a:pt x="19" y="2"/>
                    <a:pt x="16" y="6"/>
                  </a:cubicBezTo>
                  <a:cubicBezTo>
                    <a:pt x="13" y="9"/>
                    <a:pt x="11" y="12"/>
                    <a:pt x="9" y="17"/>
                  </a:cubicBezTo>
                  <a:cubicBezTo>
                    <a:pt x="9" y="15"/>
                    <a:pt x="9" y="15"/>
                    <a:pt x="9" y="15"/>
                  </a:cubicBezTo>
                  <a:cubicBezTo>
                    <a:pt x="9" y="11"/>
                    <a:pt x="9" y="9"/>
                    <a:pt x="9" y="7"/>
                  </a:cubicBezTo>
                  <a:cubicBezTo>
                    <a:pt x="8" y="4"/>
                    <a:pt x="7" y="2"/>
                    <a:pt x="4" y="3"/>
                  </a:cubicBezTo>
                  <a:cubicBezTo>
                    <a:pt x="3" y="3"/>
                    <a:pt x="2" y="3"/>
                    <a:pt x="1" y="4"/>
                  </a:cubicBezTo>
                  <a:cubicBezTo>
                    <a:pt x="1" y="5"/>
                    <a:pt x="0" y="6"/>
                    <a:pt x="0" y="7"/>
                  </a:cubicBezTo>
                  <a:cubicBezTo>
                    <a:pt x="0" y="8"/>
                    <a:pt x="1" y="10"/>
                    <a:pt x="1" y="12"/>
                  </a:cubicBezTo>
                  <a:cubicBezTo>
                    <a:pt x="1" y="13"/>
                    <a:pt x="1" y="13"/>
                    <a:pt x="1" y="13"/>
                  </a:cubicBezTo>
                  <a:cubicBezTo>
                    <a:pt x="3" y="26"/>
                    <a:pt x="3" y="39"/>
                    <a:pt x="2" y="52"/>
                  </a:cubicBezTo>
                  <a:cubicBezTo>
                    <a:pt x="2" y="55"/>
                    <a:pt x="2" y="57"/>
                    <a:pt x="2" y="58"/>
                  </a:cubicBezTo>
                  <a:cubicBezTo>
                    <a:pt x="3" y="59"/>
                    <a:pt x="3" y="60"/>
                    <a:pt x="4" y="60"/>
                  </a:cubicBezTo>
                  <a:cubicBezTo>
                    <a:pt x="5" y="61"/>
                    <a:pt x="6" y="61"/>
                    <a:pt x="7" y="61"/>
                  </a:cubicBezTo>
                  <a:cubicBezTo>
                    <a:pt x="8" y="61"/>
                    <a:pt x="9" y="60"/>
                    <a:pt x="9" y="59"/>
                  </a:cubicBezTo>
                  <a:cubicBezTo>
                    <a:pt x="10" y="59"/>
                    <a:pt x="10" y="57"/>
                    <a:pt x="10" y="55"/>
                  </a:cubicBezTo>
                  <a:cubicBezTo>
                    <a:pt x="10" y="43"/>
                    <a:pt x="10" y="43"/>
                    <a:pt x="10" y="43"/>
                  </a:cubicBezTo>
                  <a:cubicBezTo>
                    <a:pt x="10" y="40"/>
                    <a:pt x="10" y="37"/>
                    <a:pt x="10" y="36"/>
                  </a:cubicBezTo>
                  <a:cubicBezTo>
                    <a:pt x="11" y="38"/>
                    <a:pt x="12" y="38"/>
                    <a:pt x="15" y="38"/>
                  </a:cubicBezTo>
                  <a:close/>
                  <a:moveTo>
                    <a:pt x="15" y="17"/>
                  </a:moveTo>
                  <a:cubicBezTo>
                    <a:pt x="18" y="11"/>
                    <a:pt x="21" y="8"/>
                    <a:pt x="24" y="8"/>
                  </a:cubicBezTo>
                  <a:cubicBezTo>
                    <a:pt x="24" y="7"/>
                    <a:pt x="25" y="8"/>
                    <a:pt x="25" y="8"/>
                  </a:cubicBezTo>
                  <a:cubicBezTo>
                    <a:pt x="26" y="9"/>
                    <a:pt x="26" y="10"/>
                    <a:pt x="26" y="11"/>
                  </a:cubicBezTo>
                  <a:cubicBezTo>
                    <a:pt x="27" y="15"/>
                    <a:pt x="26" y="19"/>
                    <a:pt x="23" y="24"/>
                  </a:cubicBezTo>
                  <a:cubicBezTo>
                    <a:pt x="20" y="28"/>
                    <a:pt x="18" y="31"/>
                    <a:pt x="15" y="31"/>
                  </a:cubicBezTo>
                  <a:cubicBezTo>
                    <a:pt x="14" y="32"/>
                    <a:pt x="13" y="31"/>
                    <a:pt x="12" y="31"/>
                  </a:cubicBezTo>
                  <a:cubicBezTo>
                    <a:pt x="12" y="30"/>
                    <a:pt x="11" y="30"/>
                    <a:pt x="11" y="29"/>
                  </a:cubicBezTo>
                  <a:cubicBezTo>
                    <a:pt x="11" y="26"/>
                    <a:pt x="12" y="22"/>
                    <a:pt x="15"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6" name="Freeform 555"/>
            <p:cNvSpPr>
              <a:spLocks/>
            </p:cNvSpPr>
            <p:nvPr/>
          </p:nvSpPr>
          <p:spPr bwMode="auto">
            <a:xfrm>
              <a:off x="6791325" y="5048250"/>
              <a:ext cx="14288" cy="73025"/>
            </a:xfrm>
            <a:custGeom>
              <a:avLst/>
              <a:gdLst>
                <a:gd name="T0" fmla="*/ 9 w 11"/>
                <a:gd name="T1" fmla="*/ 7 h 56"/>
                <a:gd name="T2" fmla="*/ 9 w 11"/>
                <a:gd name="T3" fmla="*/ 3 h 56"/>
                <a:gd name="T4" fmla="*/ 5 w 11"/>
                <a:gd name="T5" fmla="*/ 0 h 56"/>
                <a:gd name="T6" fmla="*/ 2 w 11"/>
                <a:gd name="T7" fmla="*/ 3 h 56"/>
                <a:gd name="T8" fmla="*/ 0 w 11"/>
                <a:gd name="T9" fmla="*/ 21 h 56"/>
                <a:gd name="T10" fmla="*/ 2 w 11"/>
                <a:gd name="T11" fmla="*/ 48 h 56"/>
                <a:gd name="T12" fmla="*/ 4 w 11"/>
                <a:gd name="T13" fmla="*/ 55 h 56"/>
                <a:gd name="T14" fmla="*/ 7 w 11"/>
                <a:gd name="T15" fmla="*/ 56 h 56"/>
                <a:gd name="T16" fmla="*/ 10 w 11"/>
                <a:gd name="T17" fmla="*/ 54 h 56"/>
                <a:gd name="T18" fmla="*/ 11 w 11"/>
                <a:gd name="T19" fmla="*/ 51 h 56"/>
                <a:gd name="T20" fmla="*/ 11 w 11"/>
                <a:gd name="T21" fmla="*/ 49 h 56"/>
                <a:gd name="T22" fmla="*/ 8 w 11"/>
                <a:gd name="T23" fmla="*/ 40 h 56"/>
                <a:gd name="T24" fmla="*/ 8 w 11"/>
                <a:gd name="T25" fmla="*/ 29 h 56"/>
                <a:gd name="T26" fmla="*/ 8 w 11"/>
                <a:gd name="T27" fmla="*/ 17 h 56"/>
                <a:gd name="T28" fmla="*/ 9 w 11"/>
                <a:gd name="T29" fmla="*/ 7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56">
                  <a:moveTo>
                    <a:pt x="9" y="7"/>
                  </a:moveTo>
                  <a:cubicBezTo>
                    <a:pt x="9" y="5"/>
                    <a:pt x="9" y="4"/>
                    <a:pt x="9" y="3"/>
                  </a:cubicBezTo>
                  <a:cubicBezTo>
                    <a:pt x="8" y="1"/>
                    <a:pt x="7" y="0"/>
                    <a:pt x="5" y="0"/>
                  </a:cubicBezTo>
                  <a:cubicBezTo>
                    <a:pt x="3" y="0"/>
                    <a:pt x="2" y="1"/>
                    <a:pt x="2" y="3"/>
                  </a:cubicBezTo>
                  <a:cubicBezTo>
                    <a:pt x="1" y="5"/>
                    <a:pt x="0" y="11"/>
                    <a:pt x="0" y="21"/>
                  </a:cubicBezTo>
                  <a:cubicBezTo>
                    <a:pt x="0" y="32"/>
                    <a:pt x="1" y="40"/>
                    <a:pt x="2" y="48"/>
                  </a:cubicBezTo>
                  <a:cubicBezTo>
                    <a:pt x="2" y="51"/>
                    <a:pt x="3" y="53"/>
                    <a:pt x="4" y="55"/>
                  </a:cubicBezTo>
                  <a:cubicBezTo>
                    <a:pt x="5" y="56"/>
                    <a:pt x="6" y="56"/>
                    <a:pt x="7" y="56"/>
                  </a:cubicBezTo>
                  <a:cubicBezTo>
                    <a:pt x="8" y="56"/>
                    <a:pt x="9" y="55"/>
                    <a:pt x="10" y="54"/>
                  </a:cubicBezTo>
                  <a:cubicBezTo>
                    <a:pt x="11" y="53"/>
                    <a:pt x="11" y="52"/>
                    <a:pt x="11" y="51"/>
                  </a:cubicBezTo>
                  <a:cubicBezTo>
                    <a:pt x="11" y="51"/>
                    <a:pt x="11" y="50"/>
                    <a:pt x="11" y="49"/>
                  </a:cubicBezTo>
                  <a:cubicBezTo>
                    <a:pt x="10" y="46"/>
                    <a:pt x="9" y="42"/>
                    <a:pt x="8" y="40"/>
                  </a:cubicBezTo>
                  <a:cubicBezTo>
                    <a:pt x="8" y="37"/>
                    <a:pt x="8" y="34"/>
                    <a:pt x="8" y="29"/>
                  </a:cubicBezTo>
                  <a:cubicBezTo>
                    <a:pt x="7" y="25"/>
                    <a:pt x="7" y="21"/>
                    <a:pt x="8" y="17"/>
                  </a:cubicBezTo>
                  <a:cubicBezTo>
                    <a:pt x="8" y="11"/>
                    <a:pt x="9" y="8"/>
                    <a:pt x="9"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7" name="Freeform 556"/>
            <p:cNvSpPr>
              <a:spLocks noEditPoints="1"/>
            </p:cNvSpPr>
            <p:nvPr/>
          </p:nvSpPr>
          <p:spPr bwMode="auto">
            <a:xfrm>
              <a:off x="6813550" y="5065713"/>
              <a:ext cx="42863" cy="49213"/>
            </a:xfrm>
            <a:custGeom>
              <a:avLst/>
              <a:gdLst>
                <a:gd name="T0" fmla="*/ 28 w 34"/>
                <a:gd name="T1" fmla="*/ 6 h 38"/>
                <a:gd name="T2" fmla="*/ 24 w 34"/>
                <a:gd name="T3" fmla="*/ 4 h 38"/>
                <a:gd name="T4" fmla="*/ 18 w 34"/>
                <a:gd name="T5" fmla="*/ 1 h 38"/>
                <a:gd name="T6" fmla="*/ 5 w 34"/>
                <a:gd name="T7" fmla="*/ 13 h 38"/>
                <a:gd name="T8" fmla="*/ 1 w 34"/>
                <a:gd name="T9" fmla="*/ 31 h 38"/>
                <a:gd name="T10" fmla="*/ 3 w 34"/>
                <a:gd name="T11" fmla="*/ 37 h 38"/>
                <a:gd name="T12" fmla="*/ 9 w 34"/>
                <a:gd name="T13" fmla="*/ 38 h 38"/>
                <a:gd name="T14" fmla="*/ 23 w 34"/>
                <a:gd name="T15" fmla="*/ 25 h 38"/>
                <a:gd name="T16" fmla="*/ 30 w 34"/>
                <a:gd name="T17" fmla="*/ 36 h 38"/>
                <a:gd name="T18" fmla="*/ 33 w 34"/>
                <a:gd name="T19" fmla="*/ 34 h 38"/>
                <a:gd name="T20" fmla="*/ 34 w 34"/>
                <a:gd name="T21" fmla="*/ 31 h 38"/>
                <a:gd name="T22" fmla="*/ 33 w 34"/>
                <a:gd name="T23" fmla="*/ 30 h 38"/>
                <a:gd name="T24" fmla="*/ 31 w 34"/>
                <a:gd name="T25" fmla="*/ 29 h 38"/>
                <a:gd name="T26" fmla="*/ 30 w 34"/>
                <a:gd name="T27" fmla="*/ 27 h 38"/>
                <a:gd name="T28" fmla="*/ 28 w 34"/>
                <a:gd name="T29" fmla="*/ 21 h 38"/>
                <a:gd name="T30" fmla="*/ 28 w 34"/>
                <a:gd name="T31" fmla="*/ 11 h 38"/>
                <a:gd name="T32" fmla="*/ 28 w 34"/>
                <a:gd name="T33" fmla="*/ 6 h 38"/>
                <a:gd name="T34" fmla="*/ 17 w 34"/>
                <a:gd name="T35" fmla="*/ 23 h 38"/>
                <a:gd name="T36" fmla="*/ 9 w 34"/>
                <a:gd name="T37" fmla="*/ 31 h 38"/>
                <a:gd name="T38" fmla="*/ 8 w 34"/>
                <a:gd name="T39" fmla="*/ 29 h 38"/>
                <a:gd name="T40" fmla="*/ 11 w 34"/>
                <a:gd name="T41" fmla="*/ 16 h 38"/>
                <a:gd name="T42" fmla="*/ 18 w 34"/>
                <a:gd name="T43" fmla="*/ 8 h 38"/>
                <a:gd name="T44" fmla="*/ 20 w 34"/>
                <a:gd name="T45" fmla="*/ 8 h 38"/>
                <a:gd name="T46" fmla="*/ 21 w 34"/>
                <a:gd name="T47" fmla="*/ 11 h 38"/>
                <a:gd name="T48" fmla="*/ 17 w 34"/>
                <a:gd name="T49" fmla="*/ 2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4" h="38">
                  <a:moveTo>
                    <a:pt x="28" y="6"/>
                  </a:moveTo>
                  <a:cubicBezTo>
                    <a:pt x="28" y="4"/>
                    <a:pt x="26" y="3"/>
                    <a:pt x="24" y="4"/>
                  </a:cubicBezTo>
                  <a:cubicBezTo>
                    <a:pt x="23" y="1"/>
                    <a:pt x="21" y="0"/>
                    <a:pt x="18" y="1"/>
                  </a:cubicBezTo>
                  <a:cubicBezTo>
                    <a:pt x="13" y="2"/>
                    <a:pt x="9" y="6"/>
                    <a:pt x="5" y="13"/>
                  </a:cubicBezTo>
                  <a:cubicBezTo>
                    <a:pt x="1" y="20"/>
                    <a:pt x="0" y="26"/>
                    <a:pt x="1" y="31"/>
                  </a:cubicBezTo>
                  <a:cubicBezTo>
                    <a:pt x="1" y="34"/>
                    <a:pt x="2" y="35"/>
                    <a:pt x="3" y="37"/>
                  </a:cubicBezTo>
                  <a:cubicBezTo>
                    <a:pt x="5" y="38"/>
                    <a:pt x="7" y="38"/>
                    <a:pt x="9" y="38"/>
                  </a:cubicBezTo>
                  <a:cubicBezTo>
                    <a:pt x="14" y="37"/>
                    <a:pt x="18" y="33"/>
                    <a:pt x="23" y="25"/>
                  </a:cubicBezTo>
                  <a:cubicBezTo>
                    <a:pt x="24" y="33"/>
                    <a:pt x="26" y="36"/>
                    <a:pt x="30" y="36"/>
                  </a:cubicBezTo>
                  <a:cubicBezTo>
                    <a:pt x="31" y="35"/>
                    <a:pt x="32" y="35"/>
                    <a:pt x="33" y="34"/>
                  </a:cubicBezTo>
                  <a:cubicBezTo>
                    <a:pt x="34" y="33"/>
                    <a:pt x="34" y="32"/>
                    <a:pt x="34" y="31"/>
                  </a:cubicBezTo>
                  <a:cubicBezTo>
                    <a:pt x="34" y="30"/>
                    <a:pt x="34" y="30"/>
                    <a:pt x="33" y="30"/>
                  </a:cubicBezTo>
                  <a:cubicBezTo>
                    <a:pt x="32" y="29"/>
                    <a:pt x="31" y="29"/>
                    <a:pt x="31" y="29"/>
                  </a:cubicBezTo>
                  <a:cubicBezTo>
                    <a:pt x="31" y="29"/>
                    <a:pt x="30" y="28"/>
                    <a:pt x="30" y="27"/>
                  </a:cubicBezTo>
                  <a:cubicBezTo>
                    <a:pt x="29" y="26"/>
                    <a:pt x="29" y="24"/>
                    <a:pt x="28" y="21"/>
                  </a:cubicBezTo>
                  <a:cubicBezTo>
                    <a:pt x="28" y="19"/>
                    <a:pt x="28" y="15"/>
                    <a:pt x="28" y="11"/>
                  </a:cubicBezTo>
                  <a:cubicBezTo>
                    <a:pt x="28" y="9"/>
                    <a:pt x="28" y="7"/>
                    <a:pt x="28" y="6"/>
                  </a:cubicBezTo>
                  <a:close/>
                  <a:moveTo>
                    <a:pt x="17" y="23"/>
                  </a:moveTo>
                  <a:cubicBezTo>
                    <a:pt x="14" y="28"/>
                    <a:pt x="12" y="31"/>
                    <a:pt x="9" y="31"/>
                  </a:cubicBezTo>
                  <a:cubicBezTo>
                    <a:pt x="9" y="31"/>
                    <a:pt x="8" y="30"/>
                    <a:pt x="8" y="29"/>
                  </a:cubicBezTo>
                  <a:cubicBezTo>
                    <a:pt x="7" y="25"/>
                    <a:pt x="8" y="21"/>
                    <a:pt x="11" y="16"/>
                  </a:cubicBezTo>
                  <a:cubicBezTo>
                    <a:pt x="14" y="11"/>
                    <a:pt x="16" y="8"/>
                    <a:pt x="18" y="8"/>
                  </a:cubicBezTo>
                  <a:cubicBezTo>
                    <a:pt x="19" y="8"/>
                    <a:pt x="19" y="8"/>
                    <a:pt x="20" y="8"/>
                  </a:cubicBezTo>
                  <a:cubicBezTo>
                    <a:pt x="20" y="9"/>
                    <a:pt x="21" y="10"/>
                    <a:pt x="21" y="11"/>
                  </a:cubicBezTo>
                  <a:cubicBezTo>
                    <a:pt x="21" y="14"/>
                    <a:pt x="20" y="18"/>
                    <a:pt x="17"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8" name="Freeform 557"/>
            <p:cNvSpPr>
              <a:spLocks/>
            </p:cNvSpPr>
            <p:nvPr/>
          </p:nvSpPr>
          <p:spPr bwMode="auto">
            <a:xfrm>
              <a:off x="6861175" y="5062538"/>
              <a:ext cx="52388" cy="46038"/>
            </a:xfrm>
            <a:custGeom>
              <a:avLst/>
              <a:gdLst>
                <a:gd name="T0" fmla="*/ 3 w 41"/>
                <a:gd name="T1" fmla="*/ 2 h 35"/>
                <a:gd name="T2" fmla="*/ 1 w 41"/>
                <a:gd name="T3" fmla="*/ 4 h 35"/>
                <a:gd name="T4" fmla="*/ 0 w 41"/>
                <a:gd name="T5" fmla="*/ 7 h 35"/>
                <a:gd name="T6" fmla="*/ 2 w 41"/>
                <a:gd name="T7" fmla="*/ 24 h 35"/>
                <a:gd name="T8" fmla="*/ 2 w 41"/>
                <a:gd name="T9" fmla="*/ 31 h 35"/>
                <a:gd name="T10" fmla="*/ 7 w 41"/>
                <a:gd name="T11" fmla="*/ 34 h 35"/>
                <a:gd name="T12" fmla="*/ 9 w 41"/>
                <a:gd name="T13" fmla="*/ 33 h 35"/>
                <a:gd name="T14" fmla="*/ 9 w 41"/>
                <a:gd name="T15" fmla="*/ 31 h 35"/>
                <a:gd name="T16" fmla="*/ 14 w 41"/>
                <a:gd name="T17" fmla="*/ 18 h 35"/>
                <a:gd name="T18" fmla="*/ 21 w 41"/>
                <a:gd name="T19" fmla="*/ 8 h 35"/>
                <a:gd name="T20" fmla="*/ 25 w 41"/>
                <a:gd name="T21" fmla="*/ 15 h 35"/>
                <a:gd name="T22" fmla="*/ 29 w 41"/>
                <a:gd name="T23" fmla="*/ 25 h 35"/>
                <a:gd name="T24" fmla="*/ 29 w 41"/>
                <a:gd name="T25" fmla="*/ 25 h 35"/>
                <a:gd name="T26" fmla="*/ 34 w 41"/>
                <a:gd name="T27" fmla="*/ 28 h 35"/>
                <a:gd name="T28" fmla="*/ 39 w 41"/>
                <a:gd name="T29" fmla="*/ 25 h 35"/>
                <a:gd name="T30" fmla="*/ 41 w 41"/>
                <a:gd name="T31" fmla="*/ 22 h 35"/>
                <a:gd name="T32" fmla="*/ 39 w 41"/>
                <a:gd name="T33" fmla="*/ 20 h 35"/>
                <a:gd name="T34" fmla="*/ 37 w 41"/>
                <a:gd name="T35" fmla="*/ 21 h 35"/>
                <a:gd name="T36" fmla="*/ 36 w 41"/>
                <a:gd name="T37" fmla="*/ 22 h 35"/>
                <a:gd name="T38" fmla="*/ 31 w 41"/>
                <a:gd name="T39" fmla="*/ 10 h 35"/>
                <a:gd name="T40" fmla="*/ 21 w 41"/>
                <a:gd name="T41" fmla="*/ 0 h 35"/>
                <a:gd name="T42" fmla="*/ 8 w 41"/>
                <a:gd name="T43" fmla="*/ 19 h 35"/>
                <a:gd name="T44" fmla="*/ 8 w 41"/>
                <a:gd name="T45" fmla="*/ 7 h 35"/>
                <a:gd name="T46" fmla="*/ 6 w 41"/>
                <a:gd name="T47" fmla="*/ 2 h 35"/>
                <a:gd name="T48" fmla="*/ 3 w 41"/>
                <a:gd name="T49" fmla="*/ 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 h="35">
                  <a:moveTo>
                    <a:pt x="3" y="2"/>
                  </a:moveTo>
                  <a:cubicBezTo>
                    <a:pt x="3" y="2"/>
                    <a:pt x="2" y="3"/>
                    <a:pt x="1" y="4"/>
                  </a:cubicBezTo>
                  <a:cubicBezTo>
                    <a:pt x="0" y="5"/>
                    <a:pt x="0" y="6"/>
                    <a:pt x="0" y="7"/>
                  </a:cubicBezTo>
                  <a:cubicBezTo>
                    <a:pt x="1" y="14"/>
                    <a:pt x="2" y="19"/>
                    <a:pt x="2" y="24"/>
                  </a:cubicBezTo>
                  <a:cubicBezTo>
                    <a:pt x="2" y="27"/>
                    <a:pt x="2" y="30"/>
                    <a:pt x="2" y="31"/>
                  </a:cubicBezTo>
                  <a:cubicBezTo>
                    <a:pt x="2" y="34"/>
                    <a:pt x="4" y="35"/>
                    <a:pt x="7" y="34"/>
                  </a:cubicBezTo>
                  <a:cubicBezTo>
                    <a:pt x="8" y="34"/>
                    <a:pt x="8" y="34"/>
                    <a:pt x="9" y="33"/>
                  </a:cubicBezTo>
                  <a:cubicBezTo>
                    <a:pt x="9" y="33"/>
                    <a:pt x="9" y="32"/>
                    <a:pt x="9" y="31"/>
                  </a:cubicBezTo>
                  <a:cubicBezTo>
                    <a:pt x="10" y="28"/>
                    <a:pt x="11" y="24"/>
                    <a:pt x="14" y="18"/>
                  </a:cubicBezTo>
                  <a:cubicBezTo>
                    <a:pt x="17" y="12"/>
                    <a:pt x="19" y="8"/>
                    <a:pt x="21" y="8"/>
                  </a:cubicBezTo>
                  <a:cubicBezTo>
                    <a:pt x="22" y="8"/>
                    <a:pt x="24" y="10"/>
                    <a:pt x="25" y="15"/>
                  </a:cubicBezTo>
                  <a:cubicBezTo>
                    <a:pt x="26" y="20"/>
                    <a:pt x="28" y="25"/>
                    <a:pt x="29" y="25"/>
                  </a:cubicBezTo>
                  <a:cubicBezTo>
                    <a:pt x="29" y="25"/>
                    <a:pt x="29" y="25"/>
                    <a:pt x="29" y="25"/>
                  </a:cubicBezTo>
                  <a:cubicBezTo>
                    <a:pt x="30" y="29"/>
                    <a:pt x="32" y="28"/>
                    <a:pt x="34" y="28"/>
                  </a:cubicBezTo>
                  <a:cubicBezTo>
                    <a:pt x="37" y="27"/>
                    <a:pt x="38" y="27"/>
                    <a:pt x="39" y="25"/>
                  </a:cubicBezTo>
                  <a:cubicBezTo>
                    <a:pt x="41" y="24"/>
                    <a:pt x="41" y="23"/>
                    <a:pt x="41" y="22"/>
                  </a:cubicBezTo>
                  <a:cubicBezTo>
                    <a:pt x="41" y="21"/>
                    <a:pt x="40" y="20"/>
                    <a:pt x="39" y="20"/>
                  </a:cubicBezTo>
                  <a:cubicBezTo>
                    <a:pt x="39" y="20"/>
                    <a:pt x="38" y="21"/>
                    <a:pt x="37" y="21"/>
                  </a:cubicBezTo>
                  <a:cubicBezTo>
                    <a:pt x="37" y="21"/>
                    <a:pt x="36" y="21"/>
                    <a:pt x="36" y="22"/>
                  </a:cubicBezTo>
                  <a:cubicBezTo>
                    <a:pt x="35" y="22"/>
                    <a:pt x="33" y="18"/>
                    <a:pt x="31" y="10"/>
                  </a:cubicBezTo>
                  <a:cubicBezTo>
                    <a:pt x="29" y="3"/>
                    <a:pt x="26" y="0"/>
                    <a:pt x="21" y="0"/>
                  </a:cubicBezTo>
                  <a:cubicBezTo>
                    <a:pt x="15" y="1"/>
                    <a:pt x="11" y="7"/>
                    <a:pt x="8" y="19"/>
                  </a:cubicBezTo>
                  <a:cubicBezTo>
                    <a:pt x="8" y="13"/>
                    <a:pt x="8" y="9"/>
                    <a:pt x="8" y="7"/>
                  </a:cubicBezTo>
                  <a:cubicBezTo>
                    <a:pt x="8" y="4"/>
                    <a:pt x="7" y="3"/>
                    <a:pt x="6" y="2"/>
                  </a:cubicBezTo>
                  <a:cubicBezTo>
                    <a:pt x="6" y="2"/>
                    <a:pt x="5" y="2"/>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9" name="Freeform 558"/>
            <p:cNvSpPr>
              <a:spLocks/>
            </p:cNvSpPr>
            <p:nvPr/>
          </p:nvSpPr>
          <p:spPr bwMode="auto">
            <a:xfrm>
              <a:off x="6916738" y="5084763"/>
              <a:ext cx="12700" cy="12700"/>
            </a:xfrm>
            <a:custGeom>
              <a:avLst/>
              <a:gdLst>
                <a:gd name="T0" fmla="*/ 8 w 10"/>
                <a:gd name="T1" fmla="*/ 0 h 10"/>
                <a:gd name="T2" fmla="*/ 5 w 10"/>
                <a:gd name="T3" fmla="*/ 0 h 10"/>
                <a:gd name="T4" fmla="*/ 1 w 10"/>
                <a:gd name="T5" fmla="*/ 1 h 10"/>
                <a:gd name="T6" fmla="*/ 0 w 10"/>
                <a:gd name="T7" fmla="*/ 3 h 10"/>
                <a:gd name="T8" fmla="*/ 0 w 10"/>
                <a:gd name="T9" fmla="*/ 5 h 10"/>
                <a:gd name="T10" fmla="*/ 2 w 10"/>
                <a:gd name="T11" fmla="*/ 9 h 10"/>
                <a:gd name="T12" fmla="*/ 5 w 10"/>
                <a:gd name="T13" fmla="*/ 9 h 10"/>
                <a:gd name="T14" fmla="*/ 7 w 10"/>
                <a:gd name="T15" fmla="*/ 8 h 10"/>
                <a:gd name="T16" fmla="*/ 9 w 10"/>
                <a:gd name="T17" fmla="*/ 5 h 10"/>
                <a:gd name="T18" fmla="*/ 9 w 10"/>
                <a:gd name="T19" fmla="*/ 2 h 10"/>
                <a:gd name="T20" fmla="*/ 8 w 10"/>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0">
                  <a:moveTo>
                    <a:pt x="8" y="0"/>
                  </a:moveTo>
                  <a:cubicBezTo>
                    <a:pt x="7" y="0"/>
                    <a:pt x="6" y="0"/>
                    <a:pt x="5" y="0"/>
                  </a:cubicBezTo>
                  <a:cubicBezTo>
                    <a:pt x="3" y="0"/>
                    <a:pt x="2" y="1"/>
                    <a:pt x="1" y="1"/>
                  </a:cubicBezTo>
                  <a:cubicBezTo>
                    <a:pt x="0" y="2"/>
                    <a:pt x="0" y="2"/>
                    <a:pt x="0" y="3"/>
                  </a:cubicBezTo>
                  <a:cubicBezTo>
                    <a:pt x="0" y="3"/>
                    <a:pt x="0" y="4"/>
                    <a:pt x="0" y="5"/>
                  </a:cubicBezTo>
                  <a:cubicBezTo>
                    <a:pt x="1" y="8"/>
                    <a:pt x="1" y="9"/>
                    <a:pt x="2" y="9"/>
                  </a:cubicBezTo>
                  <a:cubicBezTo>
                    <a:pt x="2" y="10"/>
                    <a:pt x="3" y="10"/>
                    <a:pt x="5" y="9"/>
                  </a:cubicBezTo>
                  <a:cubicBezTo>
                    <a:pt x="5" y="9"/>
                    <a:pt x="6" y="9"/>
                    <a:pt x="7" y="8"/>
                  </a:cubicBezTo>
                  <a:cubicBezTo>
                    <a:pt x="8" y="6"/>
                    <a:pt x="9" y="6"/>
                    <a:pt x="9" y="5"/>
                  </a:cubicBezTo>
                  <a:cubicBezTo>
                    <a:pt x="10" y="4"/>
                    <a:pt x="10" y="3"/>
                    <a:pt x="9" y="2"/>
                  </a:cubicBezTo>
                  <a:cubicBezTo>
                    <a:pt x="9" y="1"/>
                    <a:pt x="9"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0" name="Freeform 559"/>
            <p:cNvSpPr>
              <a:spLocks/>
            </p:cNvSpPr>
            <p:nvPr/>
          </p:nvSpPr>
          <p:spPr bwMode="auto">
            <a:xfrm>
              <a:off x="6937375" y="5081588"/>
              <a:ext cx="12700" cy="12700"/>
            </a:xfrm>
            <a:custGeom>
              <a:avLst/>
              <a:gdLst>
                <a:gd name="T0" fmla="*/ 1 w 9"/>
                <a:gd name="T1" fmla="*/ 2 h 10"/>
                <a:gd name="T2" fmla="*/ 0 w 9"/>
                <a:gd name="T3" fmla="*/ 3 h 10"/>
                <a:gd name="T4" fmla="*/ 0 w 9"/>
                <a:gd name="T5" fmla="*/ 6 h 10"/>
                <a:gd name="T6" fmla="*/ 2 w 9"/>
                <a:gd name="T7" fmla="*/ 10 h 10"/>
                <a:gd name="T8" fmla="*/ 4 w 9"/>
                <a:gd name="T9" fmla="*/ 10 h 10"/>
                <a:gd name="T10" fmla="*/ 7 w 9"/>
                <a:gd name="T11" fmla="*/ 8 h 10"/>
                <a:gd name="T12" fmla="*/ 9 w 9"/>
                <a:gd name="T13" fmla="*/ 5 h 10"/>
                <a:gd name="T14" fmla="*/ 9 w 9"/>
                <a:gd name="T15" fmla="*/ 3 h 10"/>
                <a:gd name="T16" fmla="*/ 8 w 9"/>
                <a:gd name="T17" fmla="*/ 1 h 10"/>
                <a:gd name="T18" fmla="*/ 5 w 9"/>
                <a:gd name="T19" fmla="*/ 0 h 10"/>
                <a:gd name="T20" fmla="*/ 1 w 9"/>
                <a:gd name="T2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0">
                  <a:moveTo>
                    <a:pt x="1" y="2"/>
                  </a:moveTo>
                  <a:cubicBezTo>
                    <a:pt x="0" y="2"/>
                    <a:pt x="0" y="3"/>
                    <a:pt x="0" y="3"/>
                  </a:cubicBezTo>
                  <a:cubicBezTo>
                    <a:pt x="0" y="4"/>
                    <a:pt x="0" y="5"/>
                    <a:pt x="0" y="6"/>
                  </a:cubicBezTo>
                  <a:cubicBezTo>
                    <a:pt x="0" y="8"/>
                    <a:pt x="1" y="9"/>
                    <a:pt x="2" y="10"/>
                  </a:cubicBezTo>
                  <a:cubicBezTo>
                    <a:pt x="2" y="10"/>
                    <a:pt x="3" y="10"/>
                    <a:pt x="4" y="10"/>
                  </a:cubicBezTo>
                  <a:cubicBezTo>
                    <a:pt x="5" y="10"/>
                    <a:pt x="6" y="9"/>
                    <a:pt x="7" y="8"/>
                  </a:cubicBezTo>
                  <a:cubicBezTo>
                    <a:pt x="8" y="7"/>
                    <a:pt x="9" y="6"/>
                    <a:pt x="9" y="5"/>
                  </a:cubicBezTo>
                  <a:cubicBezTo>
                    <a:pt x="9" y="5"/>
                    <a:pt x="9" y="4"/>
                    <a:pt x="9" y="3"/>
                  </a:cubicBezTo>
                  <a:cubicBezTo>
                    <a:pt x="9" y="2"/>
                    <a:pt x="9" y="1"/>
                    <a:pt x="8" y="1"/>
                  </a:cubicBezTo>
                  <a:cubicBezTo>
                    <a:pt x="7" y="0"/>
                    <a:pt x="6" y="0"/>
                    <a:pt x="5" y="0"/>
                  </a:cubicBezTo>
                  <a:cubicBezTo>
                    <a:pt x="3" y="1"/>
                    <a:pt x="2"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1" name="Freeform 560"/>
            <p:cNvSpPr>
              <a:spLocks/>
            </p:cNvSpPr>
            <p:nvPr/>
          </p:nvSpPr>
          <p:spPr bwMode="auto">
            <a:xfrm>
              <a:off x="6958013" y="5078413"/>
              <a:ext cx="12700" cy="12700"/>
            </a:xfrm>
            <a:custGeom>
              <a:avLst/>
              <a:gdLst>
                <a:gd name="T0" fmla="*/ 8 w 9"/>
                <a:gd name="T1" fmla="*/ 0 h 10"/>
                <a:gd name="T2" fmla="*/ 5 w 9"/>
                <a:gd name="T3" fmla="*/ 0 h 10"/>
                <a:gd name="T4" fmla="*/ 1 w 9"/>
                <a:gd name="T5" fmla="*/ 1 h 10"/>
                <a:gd name="T6" fmla="*/ 0 w 9"/>
                <a:gd name="T7" fmla="*/ 3 h 10"/>
                <a:gd name="T8" fmla="*/ 0 w 9"/>
                <a:gd name="T9" fmla="*/ 5 h 10"/>
                <a:gd name="T10" fmla="*/ 1 w 9"/>
                <a:gd name="T11" fmla="*/ 9 h 10"/>
                <a:gd name="T12" fmla="*/ 4 w 9"/>
                <a:gd name="T13" fmla="*/ 9 h 10"/>
                <a:gd name="T14" fmla="*/ 7 w 9"/>
                <a:gd name="T15" fmla="*/ 7 h 10"/>
                <a:gd name="T16" fmla="*/ 9 w 9"/>
                <a:gd name="T17" fmla="*/ 5 h 10"/>
                <a:gd name="T18" fmla="*/ 9 w 9"/>
                <a:gd name="T19" fmla="*/ 2 h 10"/>
                <a:gd name="T20" fmla="*/ 8 w 9"/>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0">
                  <a:moveTo>
                    <a:pt x="8" y="0"/>
                  </a:moveTo>
                  <a:cubicBezTo>
                    <a:pt x="7" y="0"/>
                    <a:pt x="6" y="0"/>
                    <a:pt x="5" y="0"/>
                  </a:cubicBezTo>
                  <a:cubicBezTo>
                    <a:pt x="3" y="0"/>
                    <a:pt x="2" y="0"/>
                    <a:pt x="1" y="1"/>
                  </a:cubicBezTo>
                  <a:cubicBezTo>
                    <a:pt x="0" y="1"/>
                    <a:pt x="0" y="2"/>
                    <a:pt x="0" y="3"/>
                  </a:cubicBezTo>
                  <a:cubicBezTo>
                    <a:pt x="0" y="3"/>
                    <a:pt x="0" y="4"/>
                    <a:pt x="0" y="5"/>
                  </a:cubicBezTo>
                  <a:cubicBezTo>
                    <a:pt x="0" y="7"/>
                    <a:pt x="1" y="9"/>
                    <a:pt x="1" y="9"/>
                  </a:cubicBezTo>
                  <a:cubicBezTo>
                    <a:pt x="2" y="9"/>
                    <a:pt x="3" y="10"/>
                    <a:pt x="4" y="9"/>
                  </a:cubicBezTo>
                  <a:cubicBezTo>
                    <a:pt x="5" y="9"/>
                    <a:pt x="6" y="9"/>
                    <a:pt x="7" y="7"/>
                  </a:cubicBezTo>
                  <a:cubicBezTo>
                    <a:pt x="8" y="6"/>
                    <a:pt x="9" y="5"/>
                    <a:pt x="9" y="5"/>
                  </a:cubicBezTo>
                  <a:cubicBezTo>
                    <a:pt x="9" y="4"/>
                    <a:pt x="9" y="3"/>
                    <a:pt x="9" y="2"/>
                  </a:cubicBezTo>
                  <a:cubicBezTo>
                    <a:pt x="9" y="1"/>
                    <a:pt x="9"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2" name="Freeform 561"/>
            <p:cNvSpPr>
              <a:spLocks/>
            </p:cNvSpPr>
            <p:nvPr/>
          </p:nvSpPr>
          <p:spPr bwMode="auto">
            <a:xfrm>
              <a:off x="6751638" y="5229225"/>
              <a:ext cx="354013" cy="339725"/>
            </a:xfrm>
            <a:custGeom>
              <a:avLst/>
              <a:gdLst>
                <a:gd name="T0" fmla="*/ 41 w 275"/>
                <a:gd name="T1" fmla="*/ 147 h 264"/>
                <a:gd name="T2" fmla="*/ 66 w 275"/>
                <a:gd name="T3" fmla="*/ 145 h 264"/>
                <a:gd name="T4" fmla="*/ 64 w 275"/>
                <a:gd name="T5" fmla="*/ 148 h 264"/>
                <a:gd name="T6" fmla="*/ 76 w 275"/>
                <a:gd name="T7" fmla="*/ 145 h 264"/>
                <a:gd name="T8" fmla="*/ 141 w 275"/>
                <a:gd name="T9" fmla="*/ 12 h 264"/>
                <a:gd name="T10" fmla="*/ 262 w 275"/>
                <a:gd name="T11" fmla="*/ 71 h 264"/>
                <a:gd name="T12" fmla="*/ 174 w 275"/>
                <a:gd name="T13" fmla="*/ 252 h 264"/>
                <a:gd name="T14" fmla="*/ 112 w 275"/>
                <a:gd name="T15" fmla="*/ 221 h 264"/>
                <a:gd name="T16" fmla="*/ 98 w 275"/>
                <a:gd name="T17" fmla="*/ 225 h 264"/>
                <a:gd name="T18" fmla="*/ 178 w 275"/>
                <a:gd name="T19" fmla="*/ 264 h 264"/>
                <a:gd name="T20" fmla="*/ 275 w 275"/>
                <a:gd name="T21" fmla="*/ 67 h 264"/>
                <a:gd name="T22" fmla="*/ 137 w 275"/>
                <a:gd name="T23" fmla="*/ 0 h 264"/>
                <a:gd name="T24" fmla="*/ 98 w 275"/>
                <a:gd name="T25" fmla="*/ 79 h 264"/>
                <a:gd name="T26" fmla="*/ 0 w 275"/>
                <a:gd name="T27" fmla="*/ 85 h 264"/>
                <a:gd name="T28" fmla="*/ 0 w 275"/>
                <a:gd name="T29" fmla="*/ 85 h 264"/>
                <a:gd name="T30" fmla="*/ 41 w 275"/>
                <a:gd name="T31" fmla="*/ 147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5" h="264">
                  <a:moveTo>
                    <a:pt x="41" y="147"/>
                  </a:moveTo>
                  <a:cubicBezTo>
                    <a:pt x="66" y="145"/>
                    <a:pt x="66" y="145"/>
                    <a:pt x="66" y="145"/>
                  </a:cubicBezTo>
                  <a:cubicBezTo>
                    <a:pt x="64" y="148"/>
                    <a:pt x="64" y="148"/>
                    <a:pt x="64" y="148"/>
                  </a:cubicBezTo>
                  <a:cubicBezTo>
                    <a:pt x="76" y="145"/>
                    <a:pt x="76" y="145"/>
                    <a:pt x="76" y="145"/>
                  </a:cubicBezTo>
                  <a:cubicBezTo>
                    <a:pt x="141" y="12"/>
                    <a:pt x="141" y="12"/>
                    <a:pt x="141" y="12"/>
                  </a:cubicBezTo>
                  <a:cubicBezTo>
                    <a:pt x="262" y="71"/>
                    <a:pt x="262" y="71"/>
                    <a:pt x="262" y="71"/>
                  </a:cubicBezTo>
                  <a:cubicBezTo>
                    <a:pt x="174" y="252"/>
                    <a:pt x="174" y="252"/>
                    <a:pt x="174" y="252"/>
                  </a:cubicBezTo>
                  <a:cubicBezTo>
                    <a:pt x="112" y="221"/>
                    <a:pt x="112" y="221"/>
                    <a:pt x="112" y="221"/>
                  </a:cubicBezTo>
                  <a:cubicBezTo>
                    <a:pt x="98" y="225"/>
                    <a:pt x="98" y="225"/>
                    <a:pt x="98" y="225"/>
                  </a:cubicBezTo>
                  <a:cubicBezTo>
                    <a:pt x="178" y="264"/>
                    <a:pt x="178" y="264"/>
                    <a:pt x="178" y="264"/>
                  </a:cubicBezTo>
                  <a:cubicBezTo>
                    <a:pt x="275" y="67"/>
                    <a:pt x="275" y="67"/>
                    <a:pt x="275" y="67"/>
                  </a:cubicBezTo>
                  <a:cubicBezTo>
                    <a:pt x="137" y="0"/>
                    <a:pt x="137" y="0"/>
                    <a:pt x="137" y="0"/>
                  </a:cubicBezTo>
                  <a:cubicBezTo>
                    <a:pt x="98" y="79"/>
                    <a:pt x="98" y="79"/>
                    <a:pt x="98" y="79"/>
                  </a:cubicBezTo>
                  <a:cubicBezTo>
                    <a:pt x="0" y="85"/>
                    <a:pt x="0" y="85"/>
                    <a:pt x="0" y="85"/>
                  </a:cubicBezTo>
                  <a:cubicBezTo>
                    <a:pt x="0" y="85"/>
                    <a:pt x="0" y="85"/>
                    <a:pt x="0" y="85"/>
                  </a:cubicBezTo>
                  <a:cubicBezTo>
                    <a:pt x="22" y="100"/>
                    <a:pt x="36" y="123"/>
                    <a:pt x="41" y="1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3" name="Freeform 562"/>
            <p:cNvSpPr>
              <a:spLocks/>
            </p:cNvSpPr>
            <p:nvPr/>
          </p:nvSpPr>
          <p:spPr bwMode="auto">
            <a:xfrm>
              <a:off x="6562725" y="5311775"/>
              <a:ext cx="230188" cy="161925"/>
            </a:xfrm>
            <a:custGeom>
              <a:avLst/>
              <a:gdLst>
                <a:gd name="T0" fmla="*/ 15 w 179"/>
                <a:gd name="T1" fmla="*/ 52 h 126"/>
                <a:gd name="T2" fmla="*/ 0 w 179"/>
                <a:gd name="T3" fmla="*/ 91 h 126"/>
                <a:gd name="T4" fmla="*/ 38 w 179"/>
                <a:gd name="T5" fmla="*/ 126 h 126"/>
                <a:gd name="T6" fmla="*/ 179 w 179"/>
                <a:gd name="T7" fmla="*/ 92 h 126"/>
                <a:gd name="T8" fmla="*/ 141 w 179"/>
                <a:gd name="T9" fmla="*/ 29 h 126"/>
                <a:gd name="T10" fmla="*/ 15 w 179"/>
                <a:gd name="T11" fmla="*/ 52 h 126"/>
              </a:gdLst>
              <a:ahLst/>
              <a:cxnLst>
                <a:cxn ang="0">
                  <a:pos x="T0" y="T1"/>
                </a:cxn>
                <a:cxn ang="0">
                  <a:pos x="T2" y="T3"/>
                </a:cxn>
                <a:cxn ang="0">
                  <a:pos x="T4" y="T5"/>
                </a:cxn>
                <a:cxn ang="0">
                  <a:pos x="T6" y="T7"/>
                </a:cxn>
                <a:cxn ang="0">
                  <a:pos x="T8" y="T9"/>
                </a:cxn>
                <a:cxn ang="0">
                  <a:pos x="T10" y="T11"/>
                </a:cxn>
              </a:cxnLst>
              <a:rect l="0" t="0" r="r" b="b"/>
              <a:pathLst>
                <a:path w="179" h="126">
                  <a:moveTo>
                    <a:pt x="15" y="52"/>
                  </a:moveTo>
                  <a:cubicBezTo>
                    <a:pt x="7" y="64"/>
                    <a:pt x="2" y="77"/>
                    <a:pt x="0" y="91"/>
                  </a:cubicBezTo>
                  <a:cubicBezTo>
                    <a:pt x="38" y="126"/>
                    <a:pt x="38" y="126"/>
                    <a:pt x="38" y="126"/>
                  </a:cubicBezTo>
                  <a:cubicBezTo>
                    <a:pt x="179" y="92"/>
                    <a:pt x="179" y="92"/>
                    <a:pt x="179" y="92"/>
                  </a:cubicBezTo>
                  <a:cubicBezTo>
                    <a:pt x="176" y="67"/>
                    <a:pt x="163" y="44"/>
                    <a:pt x="141" y="29"/>
                  </a:cubicBezTo>
                  <a:cubicBezTo>
                    <a:pt x="100" y="0"/>
                    <a:pt x="44" y="11"/>
                    <a:pt x="15"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4" name="Freeform 563"/>
            <p:cNvSpPr>
              <a:spLocks/>
            </p:cNvSpPr>
            <p:nvPr/>
          </p:nvSpPr>
          <p:spPr bwMode="auto">
            <a:xfrm>
              <a:off x="6111875" y="5348288"/>
              <a:ext cx="885825" cy="879475"/>
            </a:xfrm>
            <a:custGeom>
              <a:avLst/>
              <a:gdLst>
                <a:gd name="T0" fmla="*/ 241 w 687"/>
                <a:gd name="T1" fmla="*/ 648 h 682"/>
                <a:gd name="T2" fmla="*/ 299 w 687"/>
                <a:gd name="T3" fmla="*/ 479 h 682"/>
                <a:gd name="T4" fmla="*/ 298 w 687"/>
                <a:gd name="T5" fmla="*/ 444 h 682"/>
                <a:gd name="T6" fmla="*/ 249 w 687"/>
                <a:gd name="T7" fmla="*/ 326 h 682"/>
                <a:gd name="T8" fmla="*/ 339 w 687"/>
                <a:gd name="T9" fmla="*/ 229 h 682"/>
                <a:gd name="T10" fmla="*/ 393 w 687"/>
                <a:gd name="T11" fmla="*/ 171 h 682"/>
                <a:gd name="T12" fmla="*/ 659 w 687"/>
                <a:gd name="T13" fmla="*/ 106 h 682"/>
                <a:gd name="T14" fmla="*/ 683 w 687"/>
                <a:gd name="T15" fmla="*/ 67 h 682"/>
                <a:gd name="T16" fmla="*/ 644 w 687"/>
                <a:gd name="T17" fmla="*/ 44 h 682"/>
                <a:gd name="T18" fmla="*/ 385 w 687"/>
                <a:gd name="T19" fmla="*/ 107 h 682"/>
                <a:gd name="T20" fmla="*/ 341 w 687"/>
                <a:gd name="T21" fmla="*/ 66 h 682"/>
                <a:gd name="T22" fmla="*/ 358 w 687"/>
                <a:gd name="T23" fmla="*/ 17 h 682"/>
                <a:gd name="T24" fmla="*/ 374 w 687"/>
                <a:gd name="T25" fmla="*/ 0 h 682"/>
                <a:gd name="T26" fmla="*/ 268 w 687"/>
                <a:gd name="T27" fmla="*/ 6 h 682"/>
                <a:gd name="T28" fmla="*/ 242 w 687"/>
                <a:gd name="T29" fmla="*/ 16 h 682"/>
                <a:gd name="T30" fmla="*/ 55 w 687"/>
                <a:gd name="T31" fmla="*/ 216 h 682"/>
                <a:gd name="T32" fmla="*/ 49 w 687"/>
                <a:gd name="T33" fmla="*/ 226 h 682"/>
                <a:gd name="T34" fmla="*/ 44 w 687"/>
                <a:gd name="T35" fmla="*/ 254 h 682"/>
                <a:gd name="T36" fmla="*/ 63 w 687"/>
                <a:gd name="T37" fmla="*/ 457 h 682"/>
                <a:gd name="T38" fmla="*/ 9 w 687"/>
                <a:gd name="T39" fmla="*/ 616 h 682"/>
                <a:gd name="T40" fmla="*/ 40 w 687"/>
                <a:gd name="T41" fmla="*/ 679 h 682"/>
                <a:gd name="T42" fmla="*/ 56 w 687"/>
                <a:gd name="T43" fmla="*/ 682 h 682"/>
                <a:gd name="T44" fmla="*/ 103 w 687"/>
                <a:gd name="T45" fmla="*/ 648 h 682"/>
                <a:gd name="T46" fmla="*/ 161 w 687"/>
                <a:gd name="T47" fmla="*/ 479 h 682"/>
                <a:gd name="T48" fmla="*/ 164 w 687"/>
                <a:gd name="T49" fmla="*/ 458 h 682"/>
                <a:gd name="T50" fmla="*/ 154 w 687"/>
                <a:gd name="T51" fmla="*/ 358 h 682"/>
                <a:gd name="T52" fmla="*/ 199 w 687"/>
                <a:gd name="T53" fmla="*/ 464 h 682"/>
                <a:gd name="T54" fmla="*/ 147 w 687"/>
                <a:gd name="T55" fmla="*/ 616 h 682"/>
                <a:gd name="T56" fmla="*/ 178 w 687"/>
                <a:gd name="T57" fmla="*/ 679 h 682"/>
                <a:gd name="T58" fmla="*/ 194 w 687"/>
                <a:gd name="T59" fmla="*/ 682 h 682"/>
                <a:gd name="T60" fmla="*/ 241 w 687"/>
                <a:gd name="T61" fmla="*/ 648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87" h="682">
                  <a:moveTo>
                    <a:pt x="241" y="648"/>
                  </a:moveTo>
                  <a:cubicBezTo>
                    <a:pt x="299" y="479"/>
                    <a:pt x="299" y="479"/>
                    <a:pt x="299" y="479"/>
                  </a:cubicBezTo>
                  <a:cubicBezTo>
                    <a:pt x="303" y="467"/>
                    <a:pt x="303" y="455"/>
                    <a:pt x="298" y="444"/>
                  </a:cubicBezTo>
                  <a:cubicBezTo>
                    <a:pt x="249" y="326"/>
                    <a:pt x="249" y="326"/>
                    <a:pt x="249" y="326"/>
                  </a:cubicBezTo>
                  <a:cubicBezTo>
                    <a:pt x="339" y="229"/>
                    <a:pt x="339" y="229"/>
                    <a:pt x="339" y="229"/>
                  </a:cubicBezTo>
                  <a:cubicBezTo>
                    <a:pt x="393" y="171"/>
                    <a:pt x="393" y="171"/>
                    <a:pt x="393" y="171"/>
                  </a:cubicBezTo>
                  <a:cubicBezTo>
                    <a:pt x="659" y="106"/>
                    <a:pt x="659" y="106"/>
                    <a:pt x="659" y="106"/>
                  </a:cubicBezTo>
                  <a:cubicBezTo>
                    <a:pt x="676" y="102"/>
                    <a:pt x="687" y="85"/>
                    <a:pt x="683" y="67"/>
                  </a:cubicBezTo>
                  <a:cubicBezTo>
                    <a:pt x="679" y="50"/>
                    <a:pt x="661" y="40"/>
                    <a:pt x="644" y="44"/>
                  </a:cubicBezTo>
                  <a:cubicBezTo>
                    <a:pt x="385" y="107"/>
                    <a:pt x="385" y="107"/>
                    <a:pt x="385" y="107"/>
                  </a:cubicBezTo>
                  <a:cubicBezTo>
                    <a:pt x="341" y="66"/>
                    <a:pt x="341" y="66"/>
                    <a:pt x="341" y="66"/>
                  </a:cubicBezTo>
                  <a:cubicBezTo>
                    <a:pt x="342" y="48"/>
                    <a:pt x="348" y="32"/>
                    <a:pt x="358" y="17"/>
                  </a:cubicBezTo>
                  <a:cubicBezTo>
                    <a:pt x="362" y="11"/>
                    <a:pt x="368" y="5"/>
                    <a:pt x="374" y="0"/>
                  </a:cubicBezTo>
                  <a:cubicBezTo>
                    <a:pt x="268" y="6"/>
                    <a:pt x="268" y="6"/>
                    <a:pt x="268" y="6"/>
                  </a:cubicBezTo>
                  <a:cubicBezTo>
                    <a:pt x="259" y="5"/>
                    <a:pt x="249" y="8"/>
                    <a:pt x="242" y="16"/>
                  </a:cubicBezTo>
                  <a:cubicBezTo>
                    <a:pt x="55" y="216"/>
                    <a:pt x="55" y="216"/>
                    <a:pt x="55" y="216"/>
                  </a:cubicBezTo>
                  <a:cubicBezTo>
                    <a:pt x="53" y="219"/>
                    <a:pt x="51" y="222"/>
                    <a:pt x="49" y="226"/>
                  </a:cubicBezTo>
                  <a:cubicBezTo>
                    <a:pt x="45" y="234"/>
                    <a:pt x="43" y="244"/>
                    <a:pt x="44" y="254"/>
                  </a:cubicBezTo>
                  <a:cubicBezTo>
                    <a:pt x="63" y="457"/>
                    <a:pt x="63" y="457"/>
                    <a:pt x="63" y="457"/>
                  </a:cubicBezTo>
                  <a:cubicBezTo>
                    <a:pt x="9" y="616"/>
                    <a:pt x="9" y="616"/>
                    <a:pt x="9" y="616"/>
                  </a:cubicBezTo>
                  <a:cubicBezTo>
                    <a:pt x="0" y="642"/>
                    <a:pt x="14" y="670"/>
                    <a:pt x="40" y="679"/>
                  </a:cubicBezTo>
                  <a:cubicBezTo>
                    <a:pt x="45" y="681"/>
                    <a:pt x="51" y="682"/>
                    <a:pt x="56" y="682"/>
                  </a:cubicBezTo>
                  <a:cubicBezTo>
                    <a:pt x="77" y="682"/>
                    <a:pt x="96" y="669"/>
                    <a:pt x="103" y="648"/>
                  </a:cubicBezTo>
                  <a:cubicBezTo>
                    <a:pt x="161" y="479"/>
                    <a:pt x="161" y="479"/>
                    <a:pt x="161" y="479"/>
                  </a:cubicBezTo>
                  <a:cubicBezTo>
                    <a:pt x="164" y="472"/>
                    <a:pt x="164" y="465"/>
                    <a:pt x="164" y="458"/>
                  </a:cubicBezTo>
                  <a:cubicBezTo>
                    <a:pt x="154" y="358"/>
                    <a:pt x="154" y="358"/>
                    <a:pt x="154" y="358"/>
                  </a:cubicBezTo>
                  <a:cubicBezTo>
                    <a:pt x="199" y="464"/>
                    <a:pt x="199" y="464"/>
                    <a:pt x="199" y="464"/>
                  </a:cubicBezTo>
                  <a:cubicBezTo>
                    <a:pt x="147" y="616"/>
                    <a:pt x="147" y="616"/>
                    <a:pt x="147" y="616"/>
                  </a:cubicBezTo>
                  <a:cubicBezTo>
                    <a:pt x="138" y="642"/>
                    <a:pt x="152" y="670"/>
                    <a:pt x="178" y="679"/>
                  </a:cubicBezTo>
                  <a:cubicBezTo>
                    <a:pt x="183" y="681"/>
                    <a:pt x="189" y="682"/>
                    <a:pt x="194" y="682"/>
                  </a:cubicBezTo>
                  <a:cubicBezTo>
                    <a:pt x="215" y="682"/>
                    <a:pt x="234" y="669"/>
                    <a:pt x="241" y="6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5" name="Freeform 564"/>
            <p:cNvSpPr>
              <a:spLocks/>
            </p:cNvSpPr>
            <p:nvPr/>
          </p:nvSpPr>
          <p:spPr bwMode="auto">
            <a:xfrm>
              <a:off x="6929438" y="5299075"/>
              <a:ext cx="111125" cy="55563"/>
            </a:xfrm>
            <a:custGeom>
              <a:avLst/>
              <a:gdLst>
                <a:gd name="T0" fmla="*/ 69 w 70"/>
                <a:gd name="T1" fmla="*/ 32 h 35"/>
                <a:gd name="T2" fmla="*/ 70 w 70"/>
                <a:gd name="T3" fmla="*/ 28 h 35"/>
                <a:gd name="T4" fmla="*/ 3 w 70"/>
                <a:gd name="T5" fmla="*/ 0 h 35"/>
                <a:gd name="T6" fmla="*/ 0 w 70"/>
                <a:gd name="T7" fmla="*/ 6 h 35"/>
                <a:gd name="T8" fmla="*/ 68 w 70"/>
                <a:gd name="T9" fmla="*/ 35 h 35"/>
                <a:gd name="T10" fmla="*/ 69 w 70"/>
                <a:gd name="T11" fmla="*/ 32 h 35"/>
              </a:gdLst>
              <a:ahLst/>
              <a:cxnLst>
                <a:cxn ang="0">
                  <a:pos x="T0" y="T1"/>
                </a:cxn>
                <a:cxn ang="0">
                  <a:pos x="T2" y="T3"/>
                </a:cxn>
                <a:cxn ang="0">
                  <a:pos x="T4" y="T5"/>
                </a:cxn>
                <a:cxn ang="0">
                  <a:pos x="T6" y="T7"/>
                </a:cxn>
                <a:cxn ang="0">
                  <a:pos x="T8" y="T9"/>
                </a:cxn>
                <a:cxn ang="0">
                  <a:pos x="T10" y="T11"/>
                </a:cxn>
              </a:cxnLst>
              <a:rect l="0" t="0" r="r" b="b"/>
              <a:pathLst>
                <a:path w="70" h="35">
                  <a:moveTo>
                    <a:pt x="69" y="32"/>
                  </a:moveTo>
                  <a:lnTo>
                    <a:pt x="70" y="28"/>
                  </a:lnTo>
                  <a:lnTo>
                    <a:pt x="3" y="0"/>
                  </a:lnTo>
                  <a:lnTo>
                    <a:pt x="0" y="6"/>
                  </a:lnTo>
                  <a:lnTo>
                    <a:pt x="68" y="35"/>
                  </a:lnTo>
                  <a:lnTo>
                    <a:pt x="69"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6" name="Freeform 565"/>
            <p:cNvSpPr>
              <a:spLocks/>
            </p:cNvSpPr>
            <p:nvPr/>
          </p:nvSpPr>
          <p:spPr bwMode="auto">
            <a:xfrm>
              <a:off x="6916738" y="5332413"/>
              <a:ext cx="98425" cy="53975"/>
            </a:xfrm>
            <a:custGeom>
              <a:avLst/>
              <a:gdLst>
                <a:gd name="T0" fmla="*/ 3 w 62"/>
                <a:gd name="T1" fmla="*/ 0 h 34"/>
                <a:gd name="T2" fmla="*/ 0 w 62"/>
                <a:gd name="T3" fmla="*/ 7 h 34"/>
                <a:gd name="T4" fmla="*/ 59 w 62"/>
                <a:gd name="T5" fmla="*/ 34 h 34"/>
                <a:gd name="T6" fmla="*/ 60 w 62"/>
                <a:gd name="T7" fmla="*/ 31 h 34"/>
                <a:gd name="T8" fmla="*/ 62 w 62"/>
                <a:gd name="T9" fmla="*/ 27 h 34"/>
                <a:gd name="T10" fmla="*/ 3 w 62"/>
                <a:gd name="T11" fmla="*/ 0 h 34"/>
              </a:gdLst>
              <a:ahLst/>
              <a:cxnLst>
                <a:cxn ang="0">
                  <a:pos x="T0" y="T1"/>
                </a:cxn>
                <a:cxn ang="0">
                  <a:pos x="T2" y="T3"/>
                </a:cxn>
                <a:cxn ang="0">
                  <a:pos x="T4" y="T5"/>
                </a:cxn>
                <a:cxn ang="0">
                  <a:pos x="T6" y="T7"/>
                </a:cxn>
                <a:cxn ang="0">
                  <a:pos x="T8" y="T9"/>
                </a:cxn>
                <a:cxn ang="0">
                  <a:pos x="T10" y="T11"/>
                </a:cxn>
              </a:cxnLst>
              <a:rect l="0" t="0" r="r" b="b"/>
              <a:pathLst>
                <a:path w="62" h="34">
                  <a:moveTo>
                    <a:pt x="3" y="0"/>
                  </a:moveTo>
                  <a:lnTo>
                    <a:pt x="0" y="7"/>
                  </a:lnTo>
                  <a:lnTo>
                    <a:pt x="59" y="34"/>
                  </a:lnTo>
                  <a:lnTo>
                    <a:pt x="60" y="31"/>
                  </a:lnTo>
                  <a:lnTo>
                    <a:pt x="62" y="27"/>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7" name="Freeform 566"/>
            <p:cNvSpPr>
              <a:spLocks noEditPoints="1"/>
            </p:cNvSpPr>
            <p:nvPr/>
          </p:nvSpPr>
          <p:spPr bwMode="auto">
            <a:xfrm>
              <a:off x="6554788" y="5970588"/>
              <a:ext cx="268288" cy="257175"/>
            </a:xfrm>
            <a:custGeom>
              <a:avLst/>
              <a:gdLst>
                <a:gd name="T0" fmla="*/ 33 w 169"/>
                <a:gd name="T1" fmla="*/ 0 h 162"/>
                <a:gd name="T2" fmla="*/ 33 w 169"/>
                <a:gd name="T3" fmla="*/ 33 h 162"/>
                <a:gd name="T4" fmla="*/ 0 w 169"/>
                <a:gd name="T5" fmla="*/ 33 h 162"/>
                <a:gd name="T6" fmla="*/ 0 w 169"/>
                <a:gd name="T7" fmla="*/ 162 h 162"/>
                <a:gd name="T8" fmla="*/ 169 w 169"/>
                <a:gd name="T9" fmla="*/ 162 h 162"/>
                <a:gd name="T10" fmla="*/ 169 w 169"/>
                <a:gd name="T11" fmla="*/ 33 h 162"/>
                <a:gd name="T12" fmla="*/ 133 w 169"/>
                <a:gd name="T13" fmla="*/ 33 h 162"/>
                <a:gd name="T14" fmla="*/ 133 w 169"/>
                <a:gd name="T15" fmla="*/ 0 h 162"/>
                <a:gd name="T16" fmla="*/ 33 w 169"/>
                <a:gd name="T17" fmla="*/ 0 h 162"/>
                <a:gd name="T18" fmla="*/ 120 w 169"/>
                <a:gd name="T19" fmla="*/ 33 h 162"/>
                <a:gd name="T20" fmla="*/ 49 w 169"/>
                <a:gd name="T21" fmla="*/ 33 h 162"/>
                <a:gd name="T22" fmla="*/ 49 w 169"/>
                <a:gd name="T23" fmla="*/ 13 h 162"/>
                <a:gd name="T24" fmla="*/ 120 w 169"/>
                <a:gd name="T25" fmla="*/ 13 h 162"/>
                <a:gd name="T26" fmla="*/ 120 w 169"/>
                <a:gd name="T27" fmla="*/ 33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9" h="162">
                  <a:moveTo>
                    <a:pt x="33" y="0"/>
                  </a:moveTo>
                  <a:lnTo>
                    <a:pt x="33" y="33"/>
                  </a:lnTo>
                  <a:lnTo>
                    <a:pt x="0" y="33"/>
                  </a:lnTo>
                  <a:lnTo>
                    <a:pt x="0" y="162"/>
                  </a:lnTo>
                  <a:lnTo>
                    <a:pt x="169" y="162"/>
                  </a:lnTo>
                  <a:lnTo>
                    <a:pt x="169" y="33"/>
                  </a:lnTo>
                  <a:lnTo>
                    <a:pt x="133" y="33"/>
                  </a:lnTo>
                  <a:lnTo>
                    <a:pt x="133" y="0"/>
                  </a:lnTo>
                  <a:lnTo>
                    <a:pt x="33" y="0"/>
                  </a:lnTo>
                  <a:close/>
                  <a:moveTo>
                    <a:pt x="120" y="33"/>
                  </a:moveTo>
                  <a:lnTo>
                    <a:pt x="49" y="33"/>
                  </a:lnTo>
                  <a:lnTo>
                    <a:pt x="49" y="13"/>
                  </a:lnTo>
                  <a:lnTo>
                    <a:pt x="120" y="13"/>
                  </a:lnTo>
                  <a:lnTo>
                    <a:pt x="120"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88" name="组合 587"/>
          <p:cNvGrpSpPr/>
          <p:nvPr/>
        </p:nvGrpSpPr>
        <p:grpSpPr>
          <a:xfrm>
            <a:off x="7981950" y="4973638"/>
            <a:ext cx="731838" cy="1254125"/>
            <a:chOff x="7981950" y="4973638"/>
            <a:chExt cx="731838" cy="1254125"/>
          </a:xfrm>
          <a:solidFill>
            <a:schemeClr val="tx1">
              <a:lumMod val="65000"/>
              <a:lumOff val="35000"/>
            </a:schemeClr>
          </a:solidFill>
        </p:grpSpPr>
        <p:sp>
          <p:nvSpPr>
            <p:cNvPr id="589" name="Freeform 567"/>
            <p:cNvSpPr>
              <a:spLocks/>
            </p:cNvSpPr>
            <p:nvPr/>
          </p:nvSpPr>
          <p:spPr bwMode="auto">
            <a:xfrm>
              <a:off x="8655050" y="6043613"/>
              <a:ext cx="58738" cy="142875"/>
            </a:xfrm>
            <a:custGeom>
              <a:avLst/>
              <a:gdLst>
                <a:gd name="T0" fmla="*/ 2 w 45"/>
                <a:gd name="T1" fmla="*/ 101 h 112"/>
                <a:gd name="T2" fmla="*/ 0 w 45"/>
                <a:gd name="T3" fmla="*/ 112 h 112"/>
                <a:gd name="T4" fmla="*/ 45 w 45"/>
                <a:gd name="T5" fmla="*/ 112 h 112"/>
                <a:gd name="T6" fmla="*/ 45 w 45"/>
                <a:gd name="T7" fmla="*/ 0 h 112"/>
                <a:gd name="T8" fmla="*/ 14 w 45"/>
                <a:gd name="T9" fmla="*/ 0 h 112"/>
                <a:gd name="T10" fmla="*/ 2 w 45"/>
                <a:gd name="T11" fmla="*/ 101 h 112"/>
              </a:gdLst>
              <a:ahLst/>
              <a:cxnLst>
                <a:cxn ang="0">
                  <a:pos x="T0" y="T1"/>
                </a:cxn>
                <a:cxn ang="0">
                  <a:pos x="T2" y="T3"/>
                </a:cxn>
                <a:cxn ang="0">
                  <a:pos x="T4" y="T5"/>
                </a:cxn>
                <a:cxn ang="0">
                  <a:pos x="T6" y="T7"/>
                </a:cxn>
                <a:cxn ang="0">
                  <a:pos x="T8" y="T9"/>
                </a:cxn>
                <a:cxn ang="0">
                  <a:pos x="T10" y="T11"/>
                </a:cxn>
              </a:cxnLst>
              <a:rect l="0" t="0" r="r" b="b"/>
              <a:pathLst>
                <a:path w="45" h="112">
                  <a:moveTo>
                    <a:pt x="2" y="101"/>
                  </a:moveTo>
                  <a:cubicBezTo>
                    <a:pt x="2" y="105"/>
                    <a:pt x="1" y="108"/>
                    <a:pt x="0" y="112"/>
                  </a:cubicBezTo>
                  <a:cubicBezTo>
                    <a:pt x="45" y="112"/>
                    <a:pt x="45" y="112"/>
                    <a:pt x="45" y="112"/>
                  </a:cubicBezTo>
                  <a:cubicBezTo>
                    <a:pt x="45" y="0"/>
                    <a:pt x="45" y="0"/>
                    <a:pt x="45" y="0"/>
                  </a:cubicBezTo>
                  <a:cubicBezTo>
                    <a:pt x="14" y="0"/>
                    <a:pt x="14" y="0"/>
                    <a:pt x="14" y="0"/>
                  </a:cubicBezTo>
                  <a:lnTo>
                    <a:pt x="2" y="10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0" name="Freeform 568"/>
            <p:cNvSpPr>
              <a:spLocks/>
            </p:cNvSpPr>
            <p:nvPr/>
          </p:nvSpPr>
          <p:spPr bwMode="auto">
            <a:xfrm>
              <a:off x="8191500" y="6043613"/>
              <a:ext cx="331788" cy="142875"/>
            </a:xfrm>
            <a:custGeom>
              <a:avLst/>
              <a:gdLst>
                <a:gd name="T0" fmla="*/ 248 w 258"/>
                <a:gd name="T1" fmla="*/ 88 h 112"/>
                <a:gd name="T2" fmla="*/ 258 w 258"/>
                <a:gd name="T3" fmla="*/ 0 h 112"/>
                <a:gd name="T4" fmla="*/ 0 w 258"/>
                <a:gd name="T5" fmla="*/ 0 h 112"/>
                <a:gd name="T6" fmla="*/ 10 w 258"/>
                <a:gd name="T7" fmla="*/ 88 h 112"/>
                <a:gd name="T8" fmla="*/ 8 w 258"/>
                <a:gd name="T9" fmla="*/ 112 h 112"/>
                <a:gd name="T10" fmla="*/ 250 w 258"/>
                <a:gd name="T11" fmla="*/ 112 h 112"/>
                <a:gd name="T12" fmla="*/ 248 w 258"/>
                <a:gd name="T13" fmla="*/ 88 h 112"/>
              </a:gdLst>
              <a:ahLst/>
              <a:cxnLst>
                <a:cxn ang="0">
                  <a:pos x="T0" y="T1"/>
                </a:cxn>
                <a:cxn ang="0">
                  <a:pos x="T2" y="T3"/>
                </a:cxn>
                <a:cxn ang="0">
                  <a:pos x="T4" y="T5"/>
                </a:cxn>
                <a:cxn ang="0">
                  <a:pos x="T6" y="T7"/>
                </a:cxn>
                <a:cxn ang="0">
                  <a:pos x="T8" y="T9"/>
                </a:cxn>
                <a:cxn ang="0">
                  <a:pos x="T10" y="T11"/>
                </a:cxn>
                <a:cxn ang="0">
                  <a:pos x="T12" y="T13"/>
                </a:cxn>
              </a:cxnLst>
              <a:rect l="0" t="0" r="r" b="b"/>
              <a:pathLst>
                <a:path w="258" h="112">
                  <a:moveTo>
                    <a:pt x="248" y="88"/>
                  </a:moveTo>
                  <a:cubicBezTo>
                    <a:pt x="258" y="0"/>
                    <a:pt x="258" y="0"/>
                    <a:pt x="258" y="0"/>
                  </a:cubicBezTo>
                  <a:cubicBezTo>
                    <a:pt x="0" y="0"/>
                    <a:pt x="0" y="0"/>
                    <a:pt x="0" y="0"/>
                  </a:cubicBezTo>
                  <a:cubicBezTo>
                    <a:pt x="10" y="88"/>
                    <a:pt x="10" y="88"/>
                    <a:pt x="10" y="88"/>
                  </a:cubicBezTo>
                  <a:cubicBezTo>
                    <a:pt x="11" y="96"/>
                    <a:pt x="10" y="104"/>
                    <a:pt x="8" y="112"/>
                  </a:cubicBezTo>
                  <a:cubicBezTo>
                    <a:pt x="250" y="112"/>
                    <a:pt x="250" y="112"/>
                    <a:pt x="250" y="112"/>
                  </a:cubicBezTo>
                  <a:cubicBezTo>
                    <a:pt x="248" y="104"/>
                    <a:pt x="247" y="96"/>
                    <a:pt x="248"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1" name="Freeform 569"/>
            <p:cNvSpPr>
              <a:spLocks/>
            </p:cNvSpPr>
            <p:nvPr/>
          </p:nvSpPr>
          <p:spPr bwMode="auto">
            <a:xfrm>
              <a:off x="7981950" y="6043613"/>
              <a:ext cx="76200" cy="142875"/>
            </a:xfrm>
            <a:custGeom>
              <a:avLst/>
              <a:gdLst>
                <a:gd name="T0" fmla="*/ 45 w 59"/>
                <a:gd name="T1" fmla="*/ 0 h 112"/>
                <a:gd name="T2" fmla="*/ 0 w 59"/>
                <a:gd name="T3" fmla="*/ 0 h 112"/>
                <a:gd name="T4" fmla="*/ 0 w 59"/>
                <a:gd name="T5" fmla="*/ 112 h 112"/>
                <a:gd name="T6" fmla="*/ 59 w 59"/>
                <a:gd name="T7" fmla="*/ 112 h 112"/>
                <a:gd name="T8" fmla="*/ 56 w 59"/>
                <a:gd name="T9" fmla="*/ 101 h 112"/>
                <a:gd name="T10" fmla="*/ 45 w 59"/>
                <a:gd name="T11" fmla="*/ 0 h 112"/>
              </a:gdLst>
              <a:ahLst/>
              <a:cxnLst>
                <a:cxn ang="0">
                  <a:pos x="T0" y="T1"/>
                </a:cxn>
                <a:cxn ang="0">
                  <a:pos x="T2" y="T3"/>
                </a:cxn>
                <a:cxn ang="0">
                  <a:pos x="T4" y="T5"/>
                </a:cxn>
                <a:cxn ang="0">
                  <a:pos x="T6" y="T7"/>
                </a:cxn>
                <a:cxn ang="0">
                  <a:pos x="T8" y="T9"/>
                </a:cxn>
                <a:cxn ang="0">
                  <a:pos x="T10" y="T11"/>
                </a:cxn>
              </a:cxnLst>
              <a:rect l="0" t="0" r="r" b="b"/>
              <a:pathLst>
                <a:path w="59" h="112">
                  <a:moveTo>
                    <a:pt x="45" y="0"/>
                  </a:moveTo>
                  <a:cubicBezTo>
                    <a:pt x="0" y="0"/>
                    <a:pt x="0" y="0"/>
                    <a:pt x="0" y="0"/>
                  </a:cubicBezTo>
                  <a:cubicBezTo>
                    <a:pt x="0" y="112"/>
                    <a:pt x="0" y="112"/>
                    <a:pt x="0" y="112"/>
                  </a:cubicBezTo>
                  <a:cubicBezTo>
                    <a:pt x="59" y="112"/>
                    <a:pt x="59" y="112"/>
                    <a:pt x="59" y="112"/>
                  </a:cubicBezTo>
                  <a:cubicBezTo>
                    <a:pt x="58" y="108"/>
                    <a:pt x="57" y="105"/>
                    <a:pt x="56" y="101"/>
                  </a:cubicBezTo>
                  <a:lnTo>
                    <a:pt x="4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2" name="Freeform 570"/>
            <p:cNvSpPr>
              <a:spLocks/>
            </p:cNvSpPr>
            <p:nvPr/>
          </p:nvSpPr>
          <p:spPr bwMode="auto">
            <a:xfrm>
              <a:off x="8029575" y="5818188"/>
              <a:ext cx="654050" cy="409575"/>
            </a:xfrm>
            <a:custGeom>
              <a:avLst/>
              <a:gdLst>
                <a:gd name="T0" fmla="*/ 248 w 508"/>
                <a:gd name="T1" fmla="*/ 142 h 319"/>
                <a:gd name="T2" fmla="*/ 254 w 508"/>
                <a:gd name="T3" fmla="*/ 126 h 319"/>
                <a:gd name="T4" fmla="*/ 260 w 508"/>
                <a:gd name="T5" fmla="*/ 142 h 319"/>
                <a:gd name="T6" fmla="*/ 326 w 508"/>
                <a:gd name="T7" fmla="*/ 160 h 319"/>
                <a:gd name="T8" fmla="*/ 387 w 508"/>
                <a:gd name="T9" fmla="*/ 125 h 319"/>
                <a:gd name="T10" fmla="*/ 398 w 508"/>
                <a:gd name="T11" fmla="*/ 119 h 319"/>
                <a:gd name="T12" fmla="*/ 382 w 508"/>
                <a:gd name="T13" fmla="*/ 264 h 319"/>
                <a:gd name="T14" fmla="*/ 425 w 508"/>
                <a:gd name="T15" fmla="*/ 319 h 319"/>
                <a:gd name="T16" fmla="*/ 431 w 508"/>
                <a:gd name="T17" fmla="*/ 319 h 319"/>
                <a:gd name="T18" fmla="*/ 479 w 508"/>
                <a:gd name="T19" fmla="*/ 276 h 319"/>
                <a:gd name="T20" fmla="*/ 507 w 508"/>
                <a:gd name="T21" fmla="*/ 34 h 319"/>
                <a:gd name="T22" fmla="*/ 498 w 508"/>
                <a:gd name="T23" fmla="*/ 0 h 319"/>
                <a:gd name="T24" fmla="*/ 483 w 508"/>
                <a:gd name="T25" fmla="*/ 3 h 319"/>
                <a:gd name="T26" fmla="*/ 372 w 508"/>
                <a:gd name="T27" fmla="*/ 34 h 319"/>
                <a:gd name="T28" fmla="*/ 342 w 508"/>
                <a:gd name="T29" fmla="*/ 48 h 319"/>
                <a:gd name="T30" fmla="*/ 316 w 508"/>
                <a:gd name="T31" fmla="*/ 39 h 319"/>
                <a:gd name="T32" fmla="*/ 251 w 508"/>
                <a:gd name="T33" fmla="*/ 45 h 319"/>
                <a:gd name="T34" fmla="*/ 187 w 508"/>
                <a:gd name="T35" fmla="*/ 38 h 319"/>
                <a:gd name="T36" fmla="*/ 160 w 508"/>
                <a:gd name="T37" fmla="*/ 48 h 319"/>
                <a:gd name="T38" fmla="*/ 129 w 508"/>
                <a:gd name="T39" fmla="*/ 34 h 319"/>
                <a:gd name="T40" fmla="*/ 19 w 508"/>
                <a:gd name="T41" fmla="*/ 3 h 319"/>
                <a:gd name="T42" fmla="*/ 8 w 508"/>
                <a:gd name="T43" fmla="*/ 2 h 319"/>
                <a:gd name="T44" fmla="*/ 1 w 508"/>
                <a:gd name="T45" fmla="*/ 34 h 319"/>
                <a:gd name="T46" fmla="*/ 29 w 508"/>
                <a:gd name="T47" fmla="*/ 276 h 319"/>
                <a:gd name="T48" fmla="*/ 77 w 508"/>
                <a:gd name="T49" fmla="*/ 319 h 319"/>
                <a:gd name="T50" fmla="*/ 83 w 508"/>
                <a:gd name="T51" fmla="*/ 319 h 319"/>
                <a:gd name="T52" fmla="*/ 126 w 508"/>
                <a:gd name="T53" fmla="*/ 264 h 319"/>
                <a:gd name="T54" fmla="*/ 109 w 508"/>
                <a:gd name="T55" fmla="*/ 119 h 319"/>
                <a:gd name="T56" fmla="*/ 121 w 508"/>
                <a:gd name="T57" fmla="*/ 125 h 319"/>
                <a:gd name="T58" fmla="*/ 181 w 508"/>
                <a:gd name="T59" fmla="*/ 160 h 319"/>
                <a:gd name="T60" fmla="*/ 248 w 508"/>
                <a:gd name="T61" fmla="*/ 14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08" h="319">
                  <a:moveTo>
                    <a:pt x="248" y="142"/>
                  </a:moveTo>
                  <a:cubicBezTo>
                    <a:pt x="251" y="137"/>
                    <a:pt x="253" y="131"/>
                    <a:pt x="254" y="126"/>
                  </a:cubicBezTo>
                  <a:cubicBezTo>
                    <a:pt x="255" y="131"/>
                    <a:pt x="257" y="137"/>
                    <a:pt x="260" y="142"/>
                  </a:cubicBezTo>
                  <a:cubicBezTo>
                    <a:pt x="273" y="165"/>
                    <a:pt x="303" y="173"/>
                    <a:pt x="326" y="160"/>
                  </a:cubicBezTo>
                  <a:cubicBezTo>
                    <a:pt x="387" y="125"/>
                    <a:pt x="387" y="125"/>
                    <a:pt x="387" y="125"/>
                  </a:cubicBezTo>
                  <a:cubicBezTo>
                    <a:pt x="398" y="119"/>
                    <a:pt x="398" y="119"/>
                    <a:pt x="398" y="119"/>
                  </a:cubicBezTo>
                  <a:cubicBezTo>
                    <a:pt x="382" y="264"/>
                    <a:pt x="382" y="264"/>
                    <a:pt x="382" y="264"/>
                  </a:cubicBezTo>
                  <a:cubicBezTo>
                    <a:pt x="379" y="291"/>
                    <a:pt x="398" y="316"/>
                    <a:pt x="425" y="319"/>
                  </a:cubicBezTo>
                  <a:cubicBezTo>
                    <a:pt x="427" y="319"/>
                    <a:pt x="429" y="319"/>
                    <a:pt x="431" y="319"/>
                  </a:cubicBezTo>
                  <a:cubicBezTo>
                    <a:pt x="455" y="319"/>
                    <a:pt x="476" y="301"/>
                    <a:pt x="479" y="276"/>
                  </a:cubicBezTo>
                  <a:cubicBezTo>
                    <a:pt x="507" y="34"/>
                    <a:pt x="507" y="34"/>
                    <a:pt x="507" y="34"/>
                  </a:cubicBezTo>
                  <a:cubicBezTo>
                    <a:pt x="508" y="21"/>
                    <a:pt x="505" y="9"/>
                    <a:pt x="498" y="0"/>
                  </a:cubicBezTo>
                  <a:cubicBezTo>
                    <a:pt x="493" y="2"/>
                    <a:pt x="488" y="3"/>
                    <a:pt x="483" y="3"/>
                  </a:cubicBezTo>
                  <a:cubicBezTo>
                    <a:pt x="453" y="4"/>
                    <a:pt x="391" y="14"/>
                    <a:pt x="372" y="34"/>
                  </a:cubicBezTo>
                  <a:cubicBezTo>
                    <a:pt x="365" y="43"/>
                    <a:pt x="353" y="48"/>
                    <a:pt x="342" y="48"/>
                  </a:cubicBezTo>
                  <a:cubicBezTo>
                    <a:pt x="332" y="48"/>
                    <a:pt x="323" y="45"/>
                    <a:pt x="316" y="39"/>
                  </a:cubicBezTo>
                  <a:cubicBezTo>
                    <a:pt x="292" y="43"/>
                    <a:pt x="271" y="45"/>
                    <a:pt x="251" y="45"/>
                  </a:cubicBezTo>
                  <a:cubicBezTo>
                    <a:pt x="226" y="45"/>
                    <a:pt x="205" y="42"/>
                    <a:pt x="187" y="38"/>
                  </a:cubicBezTo>
                  <a:cubicBezTo>
                    <a:pt x="179" y="45"/>
                    <a:pt x="170" y="48"/>
                    <a:pt x="160" y="48"/>
                  </a:cubicBezTo>
                  <a:cubicBezTo>
                    <a:pt x="148" y="48"/>
                    <a:pt x="137" y="43"/>
                    <a:pt x="129" y="34"/>
                  </a:cubicBezTo>
                  <a:cubicBezTo>
                    <a:pt x="111" y="14"/>
                    <a:pt x="48" y="4"/>
                    <a:pt x="19" y="3"/>
                  </a:cubicBezTo>
                  <a:cubicBezTo>
                    <a:pt x="15" y="3"/>
                    <a:pt x="12" y="3"/>
                    <a:pt x="8" y="2"/>
                  </a:cubicBezTo>
                  <a:cubicBezTo>
                    <a:pt x="2" y="11"/>
                    <a:pt x="0" y="22"/>
                    <a:pt x="1" y="34"/>
                  </a:cubicBezTo>
                  <a:cubicBezTo>
                    <a:pt x="29" y="276"/>
                    <a:pt x="29" y="276"/>
                    <a:pt x="29" y="276"/>
                  </a:cubicBezTo>
                  <a:cubicBezTo>
                    <a:pt x="31" y="301"/>
                    <a:pt x="53" y="319"/>
                    <a:pt x="77" y="319"/>
                  </a:cubicBezTo>
                  <a:cubicBezTo>
                    <a:pt x="79" y="319"/>
                    <a:pt x="81" y="319"/>
                    <a:pt x="83" y="319"/>
                  </a:cubicBezTo>
                  <a:cubicBezTo>
                    <a:pt x="110" y="316"/>
                    <a:pt x="129" y="291"/>
                    <a:pt x="126" y="264"/>
                  </a:cubicBezTo>
                  <a:cubicBezTo>
                    <a:pt x="109" y="119"/>
                    <a:pt x="109" y="119"/>
                    <a:pt x="109" y="119"/>
                  </a:cubicBezTo>
                  <a:cubicBezTo>
                    <a:pt x="121" y="125"/>
                    <a:pt x="121" y="125"/>
                    <a:pt x="121" y="125"/>
                  </a:cubicBezTo>
                  <a:cubicBezTo>
                    <a:pt x="181" y="160"/>
                    <a:pt x="181" y="160"/>
                    <a:pt x="181" y="160"/>
                  </a:cubicBezTo>
                  <a:cubicBezTo>
                    <a:pt x="205" y="173"/>
                    <a:pt x="235" y="165"/>
                    <a:pt x="248" y="1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3" name="Freeform 571"/>
            <p:cNvSpPr>
              <a:spLocks noEditPoints="1"/>
            </p:cNvSpPr>
            <p:nvPr/>
          </p:nvSpPr>
          <p:spPr bwMode="auto">
            <a:xfrm>
              <a:off x="8026400" y="4973638"/>
              <a:ext cx="390525" cy="395288"/>
            </a:xfrm>
            <a:custGeom>
              <a:avLst/>
              <a:gdLst>
                <a:gd name="T0" fmla="*/ 289 w 304"/>
                <a:gd name="T1" fmla="*/ 128 h 307"/>
                <a:gd name="T2" fmla="*/ 38 w 304"/>
                <a:gd name="T3" fmla="*/ 183 h 307"/>
                <a:gd name="T4" fmla="*/ 105 w 304"/>
                <a:gd name="T5" fmla="*/ 238 h 307"/>
                <a:gd name="T6" fmla="*/ 206 w 304"/>
                <a:gd name="T7" fmla="*/ 289 h 307"/>
                <a:gd name="T8" fmla="*/ 192 w 304"/>
                <a:gd name="T9" fmla="*/ 290 h 307"/>
                <a:gd name="T10" fmla="*/ 203 w 304"/>
                <a:gd name="T11" fmla="*/ 249 h 307"/>
                <a:gd name="T12" fmla="*/ 133 w 304"/>
                <a:gd name="T13" fmla="*/ 245 h 307"/>
                <a:gd name="T14" fmla="*/ 242 w 304"/>
                <a:gd name="T15" fmla="*/ 181 h 307"/>
                <a:gd name="T16" fmla="*/ 225 w 304"/>
                <a:gd name="T17" fmla="*/ 189 h 307"/>
                <a:gd name="T18" fmla="*/ 225 w 304"/>
                <a:gd name="T19" fmla="*/ 189 h 307"/>
                <a:gd name="T20" fmla="*/ 63 w 304"/>
                <a:gd name="T21" fmla="*/ 177 h 307"/>
                <a:gd name="T22" fmla="*/ 207 w 304"/>
                <a:gd name="T23" fmla="*/ 126 h 307"/>
                <a:gd name="T24" fmla="*/ 92 w 304"/>
                <a:gd name="T25" fmla="*/ 112 h 307"/>
                <a:gd name="T26" fmla="*/ 224 w 304"/>
                <a:gd name="T27" fmla="*/ 162 h 307"/>
                <a:gd name="T28" fmla="*/ 210 w 304"/>
                <a:gd name="T29" fmla="*/ 183 h 307"/>
                <a:gd name="T30" fmla="*/ 178 w 304"/>
                <a:gd name="T31" fmla="*/ 168 h 307"/>
                <a:gd name="T32" fmla="*/ 215 w 304"/>
                <a:gd name="T33" fmla="*/ 180 h 307"/>
                <a:gd name="T34" fmla="*/ 209 w 304"/>
                <a:gd name="T35" fmla="*/ 146 h 307"/>
                <a:gd name="T36" fmla="*/ 118 w 304"/>
                <a:gd name="T37" fmla="*/ 135 h 307"/>
                <a:gd name="T38" fmla="*/ 118 w 304"/>
                <a:gd name="T39" fmla="*/ 135 h 307"/>
                <a:gd name="T40" fmla="*/ 197 w 304"/>
                <a:gd name="T41" fmla="*/ 139 h 307"/>
                <a:gd name="T42" fmla="*/ 179 w 304"/>
                <a:gd name="T43" fmla="*/ 145 h 307"/>
                <a:gd name="T44" fmla="*/ 186 w 304"/>
                <a:gd name="T45" fmla="*/ 155 h 307"/>
                <a:gd name="T46" fmla="*/ 188 w 304"/>
                <a:gd name="T47" fmla="*/ 134 h 307"/>
                <a:gd name="T48" fmla="*/ 161 w 304"/>
                <a:gd name="T49" fmla="*/ 128 h 307"/>
                <a:gd name="T50" fmla="*/ 143 w 304"/>
                <a:gd name="T51" fmla="*/ 151 h 307"/>
                <a:gd name="T52" fmla="*/ 103 w 304"/>
                <a:gd name="T53" fmla="*/ 134 h 307"/>
                <a:gd name="T54" fmla="*/ 165 w 304"/>
                <a:gd name="T55" fmla="*/ 164 h 307"/>
                <a:gd name="T56" fmla="*/ 127 w 304"/>
                <a:gd name="T57" fmla="*/ 177 h 307"/>
                <a:gd name="T58" fmla="*/ 223 w 304"/>
                <a:gd name="T59" fmla="*/ 132 h 307"/>
                <a:gd name="T60" fmla="*/ 223 w 304"/>
                <a:gd name="T61" fmla="*/ 132 h 307"/>
                <a:gd name="T62" fmla="*/ 110 w 304"/>
                <a:gd name="T63" fmla="*/ 175 h 307"/>
                <a:gd name="T64" fmla="*/ 44 w 304"/>
                <a:gd name="T65" fmla="*/ 155 h 307"/>
                <a:gd name="T66" fmla="*/ 144 w 304"/>
                <a:gd name="T67" fmla="*/ 193 h 307"/>
                <a:gd name="T68" fmla="*/ 144 w 304"/>
                <a:gd name="T69" fmla="*/ 193 h 307"/>
                <a:gd name="T70" fmla="*/ 115 w 304"/>
                <a:gd name="T71" fmla="*/ 206 h 307"/>
                <a:gd name="T72" fmla="*/ 138 w 304"/>
                <a:gd name="T73" fmla="*/ 216 h 307"/>
                <a:gd name="T74" fmla="*/ 119 w 304"/>
                <a:gd name="T75" fmla="*/ 213 h 307"/>
                <a:gd name="T76" fmla="*/ 198 w 304"/>
                <a:gd name="T77" fmla="*/ 216 h 307"/>
                <a:gd name="T78" fmla="*/ 161 w 304"/>
                <a:gd name="T79" fmla="*/ 225 h 307"/>
                <a:gd name="T80" fmla="*/ 176 w 304"/>
                <a:gd name="T81" fmla="*/ 198 h 307"/>
                <a:gd name="T82" fmla="*/ 173 w 304"/>
                <a:gd name="T83" fmla="*/ 194 h 307"/>
                <a:gd name="T84" fmla="*/ 202 w 304"/>
                <a:gd name="T85" fmla="*/ 199 h 307"/>
                <a:gd name="T86" fmla="*/ 259 w 304"/>
                <a:gd name="T87" fmla="*/ 148 h 307"/>
                <a:gd name="T88" fmla="*/ 271 w 304"/>
                <a:gd name="T89" fmla="*/ 134 h 307"/>
                <a:gd name="T90" fmla="*/ 206 w 304"/>
                <a:gd name="T91" fmla="*/ 69 h 307"/>
                <a:gd name="T92" fmla="*/ 183 w 304"/>
                <a:gd name="T93" fmla="*/ 63 h 307"/>
                <a:gd name="T94" fmla="*/ 69 w 304"/>
                <a:gd name="T95" fmla="*/ 128 h 307"/>
                <a:gd name="T96" fmla="*/ 25 w 304"/>
                <a:gd name="T97" fmla="*/ 152 h 307"/>
                <a:gd name="T98" fmla="*/ 21 w 304"/>
                <a:gd name="T99" fmla="*/ 166 h 307"/>
                <a:gd name="T100" fmla="*/ 97 w 304"/>
                <a:gd name="T101" fmla="*/ 194 h 307"/>
                <a:gd name="T102" fmla="*/ 55 w 304"/>
                <a:gd name="T103" fmla="*/ 185 h 307"/>
                <a:gd name="T104" fmla="*/ 95 w 304"/>
                <a:gd name="T105" fmla="*/ 204 h 307"/>
                <a:gd name="T106" fmla="*/ 118 w 304"/>
                <a:gd name="T107" fmla="*/ 232 h 307"/>
                <a:gd name="T108" fmla="*/ 222 w 304"/>
                <a:gd name="T109" fmla="*/ 214 h 307"/>
                <a:gd name="T110" fmla="*/ 220 w 304"/>
                <a:gd name="T111" fmla="*/ 203 h 307"/>
                <a:gd name="T112" fmla="*/ 220 w 304"/>
                <a:gd name="T113" fmla="*/ 20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04" h="307">
                  <a:moveTo>
                    <a:pt x="242" y="181"/>
                  </a:moveTo>
                  <a:cubicBezTo>
                    <a:pt x="256" y="174"/>
                    <a:pt x="267" y="163"/>
                    <a:pt x="271" y="147"/>
                  </a:cubicBezTo>
                  <a:cubicBezTo>
                    <a:pt x="271" y="146"/>
                    <a:pt x="272" y="144"/>
                    <a:pt x="272" y="143"/>
                  </a:cubicBezTo>
                  <a:cubicBezTo>
                    <a:pt x="279" y="139"/>
                    <a:pt x="285" y="135"/>
                    <a:pt x="289" y="128"/>
                  </a:cubicBezTo>
                  <a:cubicBezTo>
                    <a:pt x="304" y="108"/>
                    <a:pt x="291" y="81"/>
                    <a:pt x="271" y="70"/>
                  </a:cubicBezTo>
                  <a:cubicBezTo>
                    <a:pt x="250" y="59"/>
                    <a:pt x="223" y="58"/>
                    <a:pt x="199" y="61"/>
                  </a:cubicBezTo>
                  <a:cubicBezTo>
                    <a:pt x="144" y="0"/>
                    <a:pt x="32" y="81"/>
                    <a:pt x="9" y="143"/>
                  </a:cubicBezTo>
                  <a:cubicBezTo>
                    <a:pt x="0" y="168"/>
                    <a:pt x="17" y="179"/>
                    <a:pt x="38" y="183"/>
                  </a:cubicBezTo>
                  <a:cubicBezTo>
                    <a:pt x="50" y="202"/>
                    <a:pt x="79" y="212"/>
                    <a:pt x="100" y="217"/>
                  </a:cubicBezTo>
                  <a:cubicBezTo>
                    <a:pt x="100" y="218"/>
                    <a:pt x="100" y="218"/>
                    <a:pt x="101" y="218"/>
                  </a:cubicBezTo>
                  <a:cubicBezTo>
                    <a:pt x="100" y="219"/>
                    <a:pt x="100" y="219"/>
                    <a:pt x="100" y="220"/>
                  </a:cubicBezTo>
                  <a:cubicBezTo>
                    <a:pt x="95" y="228"/>
                    <a:pt x="99" y="234"/>
                    <a:pt x="105" y="238"/>
                  </a:cubicBezTo>
                  <a:cubicBezTo>
                    <a:pt x="101" y="255"/>
                    <a:pt x="115" y="271"/>
                    <a:pt x="134" y="274"/>
                  </a:cubicBezTo>
                  <a:cubicBezTo>
                    <a:pt x="141" y="275"/>
                    <a:pt x="149" y="276"/>
                    <a:pt x="156" y="275"/>
                  </a:cubicBezTo>
                  <a:cubicBezTo>
                    <a:pt x="157" y="277"/>
                    <a:pt x="157" y="280"/>
                    <a:pt x="159" y="282"/>
                  </a:cubicBezTo>
                  <a:cubicBezTo>
                    <a:pt x="168" y="301"/>
                    <a:pt x="193" y="307"/>
                    <a:pt x="206" y="289"/>
                  </a:cubicBezTo>
                  <a:cubicBezTo>
                    <a:pt x="208" y="287"/>
                    <a:pt x="207" y="285"/>
                    <a:pt x="205" y="284"/>
                  </a:cubicBezTo>
                  <a:cubicBezTo>
                    <a:pt x="196" y="280"/>
                    <a:pt x="198" y="282"/>
                    <a:pt x="187" y="281"/>
                  </a:cubicBezTo>
                  <a:cubicBezTo>
                    <a:pt x="182" y="280"/>
                    <a:pt x="176" y="288"/>
                    <a:pt x="183" y="289"/>
                  </a:cubicBezTo>
                  <a:cubicBezTo>
                    <a:pt x="185" y="289"/>
                    <a:pt x="189" y="290"/>
                    <a:pt x="192" y="290"/>
                  </a:cubicBezTo>
                  <a:cubicBezTo>
                    <a:pt x="184" y="294"/>
                    <a:pt x="174" y="287"/>
                    <a:pt x="170" y="278"/>
                  </a:cubicBezTo>
                  <a:cubicBezTo>
                    <a:pt x="169" y="277"/>
                    <a:pt x="169" y="275"/>
                    <a:pt x="168" y="273"/>
                  </a:cubicBezTo>
                  <a:cubicBezTo>
                    <a:pt x="183" y="271"/>
                    <a:pt x="197" y="264"/>
                    <a:pt x="206" y="255"/>
                  </a:cubicBezTo>
                  <a:cubicBezTo>
                    <a:pt x="209" y="252"/>
                    <a:pt x="206" y="249"/>
                    <a:pt x="203" y="249"/>
                  </a:cubicBezTo>
                  <a:cubicBezTo>
                    <a:pt x="188" y="248"/>
                    <a:pt x="160" y="252"/>
                    <a:pt x="156" y="267"/>
                  </a:cubicBezTo>
                  <a:cubicBezTo>
                    <a:pt x="141" y="269"/>
                    <a:pt x="127" y="266"/>
                    <a:pt x="120" y="256"/>
                  </a:cubicBezTo>
                  <a:cubicBezTo>
                    <a:pt x="117" y="251"/>
                    <a:pt x="115" y="246"/>
                    <a:pt x="115" y="242"/>
                  </a:cubicBezTo>
                  <a:cubicBezTo>
                    <a:pt x="122" y="244"/>
                    <a:pt x="129" y="245"/>
                    <a:pt x="133" y="245"/>
                  </a:cubicBezTo>
                  <a:cubicBezTo>
                    <a:pt x="148" y="247"/>
                    <a:pt x="248" y="244"/>
                    <a:pt x="238" y="215"/>
                  </a:cubicBezTo>
                  <a:cubicBezTo>
                    <a:pt x="237" y="211"/>
                    <a:pt x="233" y="208"/>
                    <a:pt x="229" y="206"/>
                  </a:cubicBezTo>
                  <a:cubicBezTo>
                    <a:pt x="231" y="203"/>
                    <a:pt x="232" y="199"/>
                    <a:pt x="231" y="195"/>
                  </a:cubicBezTo>
                  <a:cubicBezTo>
                    <a:pt x="236" y="191"/>
                    <a:pt x="240" y="187"/>
                    <a:pt x="242" y="181"/>
                  </a:cubicBezTo>
                  <a:close/>
                  <a:moveTo>
                    <a:pt x="189" y="257"/>
                  </a:moveTo>
                  <a:cubicBezTo>
                    <a:pt x="183" y="261"/>
                    <a:pt x="177" y="263"/>
                    <a:pt x="169" y="265"/>
                  </a:cubicBezTo>
                  <a:cubicBezTo>
                    <a:pt x="173" y="260"/>
                    <a:pt x="181" y="258"/>
                    <a:pt x="189" y="257"/>
                  </a:cubicBezTo>
                  <a:close/>
                  <a:moveTo>
                    <a:pt x="225" y="189"/>
                  </a:moveTo>
                  <a:cubicBezTo>
                    <a:pt x="225" y="189"/>
                    <a:pt x="225" y="189"/>
                    <a:pt x="225" y="188"/>
                  </a:cubicBezTo>
                  <a:cubicBezTo>
                    <a:pt x="225" y="188"/>
                    <a:pt x="225" y="188"/>
                    <a:pt x="225" y="188"/>
                  </a:cubicBezTo>
                  <a:cubicBezTo>
                    <a:pt x="225" y="188"/>
                    <a:pt x="226" y="188"/>
                    <a:pt x="226" y="188"/>
                  </a:cubicBezTo>
                  <a:cubicBezTo>
                    <a:pt x="226" y="188"/>
                    <a:pt x="225" y="188"/>
                    <a:pt x="225" y="189"/>
                  </a:cubicBezTo>
                  <a:close/>
                  <a:moveTo>
                    <a:pt x="48" y="176"/>
                  </a:moveTo>
                  <a:cubicBezTo>
                    <a:pt x="46" y="173"/>
                    <a:pt x="45" y="170"/>
                    <a:pt x="44" y="167"/>
                  </a:cubicBezTo>
                  <a:cubicBezTo>
                    <a:pt x="52" y="172"/>
                    <a:pt x="60" y="175"/>
                    <a:pt x="68" y="178"/>
                  </a:cubicBezTo>
                  <a:cubicBezTo>
                    <a:pt x="67" y="178"/>
                    <a:pt x="65" y="177"/>
                    <a:pt x="63" y="177"/>
                  </a:cubicBezTo>
                  <a:cubicBezTo>
                    <a:pt x="59" y="177"/>
                    <a:pt x="53" y="177"/>
                    <a:pt x="48" y="176"/>
                  </a:cubicBezTo>
                  <a:close/>
                  <a:moveTo>
                    <a:pt x="191" y="70"/>
                  </a:moveTo>
                  <a:cubicBezTo>
                    <a:pt x="200" y="80"/>
                    <a:pt x="206" y="93"/>
                    <a:pt x="208" y="107"/>
                  </a:cubicBezTo>
                  <a:cubicBezTo>
                    <a:pt x="208" y="114"/>
                    <a:pt x="208" y="120"/>
                    <a:pt x="207" y="126"/>
                  </a:cubicBezTo>
                  <a:cubicBezTo>
                    <a:pt x="193" y="121"/>
                    <a:pt x="178" y="120"/>
                    <a:pt x="163" y="120"/>
                  </a:cubicBezTo>
                  <a:cubicBezTo>
                    <a:pt x="163" y="120"/>
                    <a:pt x="162" y="120"/>
                    <a:pt x="162" y="120"/>
                  </a:cubicBezTo>
                  <a:cubicBezTo>
                    <a:pt x="137" y="115"/>
                    <a:pt x="109" y="118"/>
                    <a:pt x="84" y="124"/>
                  </a:cubicBezTo>
                  <a:cubicBezTo>
                    <a:pt x="86" y="120"/>
                    <a:pt x="89" y="116"/>
                    <a:pt x="92" y="112"/>
                  </a:cubicBezTo>
                  <a:cubicBezTo>
                    <a:pt x="116" y="87"/>
                    <a:pt x="156" y="75"/>
                    <a:pt x="191" y="70"/>
                  </a:cubicBezTo>
                  <a:close/>
                  <a:moveTo>
                    <a:pt x="232" y="177"/>
                  </a:moveTo>
                  <a:cubicBezTo>
                    <a:pt x="231" y="178"/>
                    <a:pt x="229" y="178"/>
                    <a:pt x="227" y="179"/>
                  </a:cubicBezTo>
                  <a:cubicBezTo>
                    <a:pt x="228" y="173"/>
                    <a:pt x="227" y="168"/>
                    <a:pt x="224" y="162"/>
                  </a:cubicBezTo>
                  <a:cubicBezTo>
                    <a:pt x="223" y="159"/>
                    <a:pt x="221" y="157"/>
                    <a:pt x="219" y="155"/>
                  </a:cubicBezTo>
                  <a:cubicBezTo>
                    <a:pt x="222" y="155"/>
                    <a:pt x="226" y="154"/>
                    <a:pt x="229" y="154"/>
                  </a:cubicBezTo>
                  <a:cubicBezTo>
                    <a:pt x="233" y="161"/>
                    <a:pt x="235" y="168"/>
                    <a:pt x="232" y="177"/>
                  </a:cubicBezTo>
                  <a:close/>
                  <a:moveTo>
                    <a:pt x="210" y="183"/>
                  </a:moveTo>
                  <a:cubicBezTo>
                    <a:pt x="198" y="181"/>
                    <a:pt x="184" y="183"/>
                    <a:pt x="172" y="186"/>
                  </a:cubicBezTo>
                  <a:cubicBezTo>
                    <a:pt x="160" y="186"/>
                    <a:pt x="148" y="185"/>
                    <a:pt x="137" y="184"/>
                  </a:cubicBezTo>
                  <a:cubicBezTo>
                    <a:pt x="148" y="181"/>
                    <a:pt x="158" y="178"/>
                    <a:pt x="167" y="172"/>
                  </a:cubicBezTo>
                  <a:cubicBezTo>
                    <a:pt x="171" y="171"/>
                    <a:pt x="175" y="169"/>
                    <a:pt x="178" y="168"/>
                  </a:cubicBezTo>
                  <a:cubicBezTo>
                    <a:pt x="187" y="165"/>
                    <a:pt x="194" y="162"/>
                    <a:pt x="200" y="154"/>
                  </a:cubicBezTo>
                  <a:cubicBezTo>
                    <a:pt x="201" y="154"/>
                    <a:pt x="201" y="154"/>
                    <a:pt x="202" y="154"/>
                  </a:cubicBezTo>
                  <a:cubicBezTo>
                    <a:pt x="202" y="154"/>
                    <a:pt x="203" y="155"/>
                    <a:pt x="203" y="155"/>
                  </a:cubicBezTo>
                  <a:cubicBezTo>
                    <a:pt x="211" y="161"/>
                    <a:pt x="217" y="169"/>
                    <a:pt x="215" y="180"/>
                  </a:cubicBezTo>
                  <a:cubicBezTo>
                    <a:pt x="215" y="181"/>
                    <a:pt x="215" y="182"/>
                    <a:pt x="215" y="182"/>
                  </a:cubicBezTo>
                  <a:cubicBezTo>
                    <a:pt x="213" y="183"/>
                    <a:pt x="212" y="183"/>
                    <a:pt x="210" y="183"/>
                  </a:cubicBezTo>
                  <a:close/>
                  <a:moveTo>
                    <a:pt x="210" y="147"/>
                  </a:moveTo>
                  <a:cubicBezTo>
                    <a:pt x="210" y="147"/>
                    <a:pt x="209" y="146"/>
                    <a:pt x="209" y="146"/>
                  </a:cubicBezTo>
                  <a:cubicBezTo>
                    <a:pt x="210" y="144"/>
                    <a:pt x="211" y="142"/>
                    <a:pt x="212" y="140"/>
                  </a:cubicBezTo>
                  <a:cubicBezTo>
                    <a:pt x="215" y="142"/>
                    <a:pt x="219" y="144"/>
                    <a:pt x="222" y="146"/>
                  </a:cubicBezTo>
                  <a:cubicBezTo>
                    <a:pt x="218" y="147"/>
                    <a:pt x="214" y="147"/>
                    <a:pt x="210" y="147"/>
                  </a:cubicBezTo>
                  <a:close/>
                  <a:moveTo>
                    <a:pt x="118" y="135"/>
                  </a:moveTo>
                  <a:cubicBezTo>
                    <a:pt x="119" y="135"/>
                    <a:pt x="120" y="134"/>
                    <a:pt x="120" y="134"/>
                  </a:cubicBezTo>
                  <a:cubicBezTo>
                    <a:pt x="136" y="134"/>
                    <a:pt x="153" y="136"/>
                    <a:pt x="168" y="140"/>
                  </a:cubicBezTo>
                  <a:cubicBezTo>
                    <a:pt x="165" y="141"/>
                    <a:pt x="161" y="143"/>
                    <a:pt x="158" y="144"/>
                  </a:cubicBezTo>
                  <a:cubicBezTo>
                    <a:pt x="145" y="142"/>
                    <a:pt x="131" y="140"/>
                    <a:pt x="118" y="135"/>
                  </a:cubicBezTo>
                  <a:close/>
                  <a:moveTo>
                    <a:pt x="197" y="139"/>
                  </a:moveTo>
                  <a:cubicBezTo>
                    <a:pt x="198" y="139"/>
                    <a:pt x="200" y="138"/>
                    <a:pt x="202" y="138"/>
                  </a:cubicBezTo>
                  <a:cubicBezTo>
                    <a:pt x="202" y="139"/>
                    <a:pt x="201" y="140"/>
                    <a:pt x="200" y="141"/>
                  </a:cubicBezTo>
                  <a:cubicBezTo>
                    <a:pt x="199" y="140"/>
                    <a:pt x="198" y="140"/>
                    <a:pt x="197" y="139"/>
                  </a:cubicBezTo>
                  <a:close/>
                  <a:moveTo>
                    <a:pt x="179" y="145"/>
                  </a:moveTo>
                  <a:cubicBezTo>
                    <a:pt x="178" y="145"/>
                    <a:pt x="178" y="146"/>
                    <a:pt x="178" y="146"/>
                  </a:cubicBezTo>
                  <a:cubicBezTo>
                    <a:pt x="177" y="146"/>
                    <a:pt x="177" y="146"/>
                    <a:pt x="176" y="146"/>
                  </a:cubicBezTo>
                  <a:cubicBezTo>
                    <a:pt x="177" y="146"/>
                    <a:pt x="178" y="145"/>
                    <a:pt x="179" y="145"/>
                  </a:cubicBezTo>
                  <a:close/>
                  <a:moveTo>
                    <a:pt x="186" y="155"/>
                  </a:moveTo>
                  <a:cubicBezTo>
                    <a:pt x="185" y="156"/>
                    <a:pt x="185" y="156"/>
                    <a:pt x="184" y="156"/>
                  </a:cubicBezTo>
                  <a:cubicBezTo>
                    <a:pt x="184" y="156"/>
                    <a:pt x="185" y="156"/>
                    <a:pt x="185" y="155"/>
                  </a:cubicBezTo>
                  <a:cubicBezTo>
                    <a:pt x="185" y="155"/>
                    <a:pt x="186" y="155"/>
                    <a:pt x="186" y="155"/>
                  </a:cubicBezTo>
                  <a:close/>
                  <a:moveTo>
                    <a:pt x="188" y="134"/>
                  </a:moveTo>
                  <a:cubicBezTo>
                    <a:pt x="188" y="133"/>
                    <a:pt x="187" y="132"/>
                    <a:pt x="186" y="131"/>
                  </a:cubicBezTo>
                  <a:cubicBezTo>
                    <a:pt x="188" y="131"/>
                    <a:pt x="190" y="132"/>
                    <a:pt x="192" y="132"/>
                  </a:cubicBezTo>
                  <a:cubicBezTo>
                    <a:pt x="191" y="133"/>
                    <a:pt x="189" y="133"/>
                    <a:pt x="188" y="134"/>
                  </a:cubicBezTo>
                  <a:close/>
                  <a:moveTo>
                    <a:pt x="172" y="132"/>
                  </a:moveTo>
                  <a:cubicBezTo>
                    <a:pt x="165" y="131"/>
                    <a:pt x="158" y="130"/>
                    <a:pt x="152" y="129"/>
                  </a:cubicBezTo>
                  <a:cubicBezTo>
                    <a:pt x="151" y="129"/>
                    <a:pt x="150" y="128"/>
                    <a:pt x="148" y="128"/>
                  </a:cubicBezTo>
                  <a:cubicBezTo>
                    <a:pt x="153" y="128"/>
                    <a:pt x="157" y="128"/>
                    <a:pt x="161" y="128"/>
                  </a:cubicBezTo>
                  <a:cubicBezTo>
                    <a:pt x="165" y="129"/>
                    <a:pt x="169" y="130"/>
                    <a:pt x="172" y="132"/>
                  </a:cubicBezTo>
                  <a:close/>
                  <a:moveTo>
                    <a:pt x="103" y="134"/>
                  </a:moveTo>
                  <a:cubicBezTo>
                    <a:pt x="102" y="136"/>
                    <a:pt x="102" y="138"/>
                    <a:pt x="105" y="140"/>
                  </a:cubicBezTo>
                  <a:cubicBezTo>
                    <a:pt x="116" y="145"/>
                    <a:pt x="129" y="149"/>
                    <a:pt x="143" y="151"/>
                  </a:cubicBezTo>
                  <a:cubicBezTo>
                    <a:pt x="136" y="155"/>
                    <a:pt x="127" y="161"/>
                    <a:pt x="118" y="167"/>
                  </a:cubicBezTo>
                  <a:cubicBezTo>
                    <a:pt x="107" y="166"/>
                    <a:pt x="97" y="162"/>
                    <a:pt x="90" y="155"/>
                  </a:cubicBezTo>
                  <a:cubicBezTo>
                    <a:pt x="84" y="149"/>
                    <a:pt x="82" y="143"/>
                    <a:pt x="82" y="136"/>
                  </a:cubicBezTo>
                  <a:cubicBezTo>
                    <a:pt x="89" y="135"/>
                    <a:pt x="96" y="135"/>
                    <a:pt x="103" y="134"/>
                  </a:cubicBezTo>
                  <a:close/>
                  <a:moveTo>
                    <a:pt x="151" y="156"/>
                  </a:moveTo>
                  <a:cubicBezTo>
                    <a:pt x="153" y="155"/>
                    <a:pt x="155" y="154"/>
                    <a:pt x="157" y="153"/>
                  </a:cubicBezTo>
                  <a:cubicBezTo>
                    <a:pt x="163" y="154"/>
                    <a:pt x="169" y="154"/>
                    <a:pt x="174" y="155"/>
                  </a:cubicBezTo>
                  <a:cubicBezTo>
                    <a:pt x="172" y="158"/>
                    <a:pt x="169" y="162"/>
                    <a:pt x="165" y="164"/>
                  </a:cubicBezTo>
                  <a:cubicBezTo>
                    <a:pt x="163" y="165"/>
                    <a:pt x="162" y="165"/>
                    <a:pt x="160" y="165"/>
                  </a:cubicBezTo>
                  <a:cubicBezTo>
                    <a:pt x="152" y="167"/>
                    <a:pt x="142" y="168"/>
                    <a:pt x="132" y="168"/>
                  </a:cubicBezTo>
                  <a:cubicBezTo>
                    <a:pt x="139" y="163"/>
                    <a:pt x="146" y="159"/>
                    <a:pt x="151" y="156"/>
                  </a:cubicBezTo>
                  <a:close/>
                  <a:moveTo>
                    <a:pt x="127" y="177"/>
                  </a:moveTo>
                  <a:cubicBezTo>
                    <a:pt x="125" y="177"/>
                    <a:pt x="123" y="177"/>
                    <a:pt x="121" y="178"/>
                  </a:cubicBezTo>
                  <a:cubicBezTo>
                    <a:pt x="121" y="177"/>
                    <a:pt x="121" y="177"/>
                    <a:pt x="122" y="177"/>
                  </a:cubicBezTo>
                  <a:cubicBezTo>
                    <a:pt x="123" y="177"/>
                    <a:pt x="125" y="177"/>
                    <a:pt x="127" y="177"/>
                  </a:cubicBezTo>
                  <a:close/>
                  <a:moveTo>
                    <a:pt x="223" y="132"/>
                  </a:moveTo>
                  <a:cubicBezTo>
                    <a:pt x="232" y="130"/>
                    <a:pt x="241" y="129"/>
                    <a:pt x="250" y="131"/>
                  </a:cubicBezTo>
                  <a:cubicBezTo>
                    <a:pt x="256" y="132"/>
                    <a:pt x="259" y="135"/>
                    <a:pt x="260" y="139"/>
                  </a:cubicBezTo>
                  <a:cubicBezTo>
                    <a:pt x="252" y="142"/>
                    <a:pt x="245" y="144"/>
                    <a:pt x="238" y="145"/>
                  </a:cubicBezTo>
                  <a:cubicBezTo>
                    <a:pt x="234" y="140"/>
                    <a:pt x="229" y="136"/>
                    <a:pt x="223" y="132"/>
                  </a:cubicBezTo>
                  <a:close/>
                  <a:moveTo>
                    <a:pt x="70" y="138"/>
                  </a:moveTo>
                  <a:cubicBezTo>
                    <a:pt x="70" y="138"/>
                    <a:pt x="70" y="138"/>
                    <a:pt x="70" y="138"/>
                  </a:cubicBezTo>
                  <a:cubicBezTo>
                    <a:pt x="70" y="146"/>
                    <a:pt x="73" y="154"/>
                    <a:pt x="80" y="161"/>
                  </a:cubicBezTo>
                  <a:cubicBezTo>
                    <a:pt x="88" y="168"/>
                    <a:pt x="99" y="173"/>
                    <a:pt x="110" y="175"/>
                  </a:cubicBezTo>
                  <a:cubicBezTo>
                    <a:pt x="109" y="176"/>
                    <a:pt x="108" y="177"/>
                    <a:pt x="107" y="178"/>
                  </a:cubicBezTo>
                  <a:cubicBezTo>
                    <a:pt x="106" y="179"/>
                    <a:pt x="106" y="179"/>
                    <a:pt x="105" y="179"/>
                  </a:cubicBezTo>
                  <a:cubicBezTo>
                    <a:pt x="105" y="178"/>
                    <a:pt x="104" y="178"/>
                    <a:pt x="103" y="178"/>
                  </a:cubicBezTo>
                  <a:cubicBezTo>
                    <a:pt x="84" y="174"/>
                    <a:pt x="61" y="168"/>
                    <a:pt x="44" y="155"/>
                  </a:cubicBezTo>
                  <a:cubicBezTo>
                    <a:pt x="45" y="152"/>
                    <a:pt x="47" y="149"/>
                    <a:pt x="50" y="146"/>
                  </a:cubicBezTo>
                  <a:cubicBezTo>
                    <a:pt x="52" y="144"/>
                    <a:pt x="54" y="142"/>
                    <a:pt x="57" y="141"/>
                  </a:cubicBezTo>
                  <a:cubicBezTo>
                    <a:pt x="61" y="140"/>
                    <a:pt x="65" y="138"/>
                    <a:pt x="70" y="138"/>
                  </a:cubicBezTo>
                  <a:close/>
                  <a:moveTo>
                    <a:pt x="144" y="193"/>
                  </a:moveTo>
                  <a:cubicBezTo>
                    <a:pt x="140" y="195"/>
                    <a:pt x="134" y="196"/>
                    <a:pt x="129" y="198"/>
                  </a:cubicBezTo>
                  <a:cubicBezTo>
                    <a:pt x="122" y="198"/>
                    <a:pt x="115" y="197"/>
                    <a:pt x="108" y="196"/>
                  </a:cubicBezTo>
                  <a:cubicBezTo>
                    <a:pt x="109" y="193"/>
                    <a:pt x="110" y="191"/>
                    <a:pt x="111" y="189"/>
                  </a:cubicBezTo>
                  <a:cubicBezTo>
                    <a:pt x="122" y="191"/>
                    <a:pt x="133" y="192"/>
                    <a:pt x="144" y="193"/>
                  </a:cubicBezTo>
                  <a:close/>
                  <a:moveTo>
                    <a:pt x="115" y="206"/>
                  </a:moveTo>
                  <a:cubicBezTo>
                    <a:pt x="112" y="207"/>
                    <a:pt x="111" y="208"/>
                    <a:pt x="109" y="210"/>
                  </a:cubicBezTo>
                  <a:cubicBezTo>
                    <a:pt x="108" y="208"/>
                    <a:pt x="107" y="206"/>
                    <a:pt x="107" y="204"/>
                  </a:cubicBezTo>
                  <a:cubicBezTo>
                    <a:pt x="109" y="205"/>
                    <a:pt x="112" y="205"/>
                    <a:pt x="115" y="206"/>
                  </a:cubicBezTo>
                  <a:close/>
                  <a:moveTo>
                    <a:pt x="179" y="209"/>
                  </a:moveTo>
                  <a:cubicBezTo>
                    <a:pt x="185" y="208"/>
                    <a:pt x="191" y="208"/>
                    <a:pt x="197" y="207"/>
                  </a:cubicBezTo>
                  <a:cubicBezTo>
                    <a:pt x="192" y="210"/>
                    <a:pt x="186" y="212"/>
                    <a:pt x="180" y="213"/>
                  </a:cubicBezTo>
                  <a:cubicBezTo>
                    <a:pt x="167" y="216"/>
                    <a:pt x="153" y="217"/>
                    <a:pt x="138" y="216"/>
                  </a:cubicBezTo>
                  <a:cubicBezTo>
                    <a:pt x="144" y="213"/>
                    <a:pt x="151" y="210"/>
                    <a:pt x="157" y="209"/>
                  </a:cubicBezTo>
                  <a:cubicBezTo>
                    <a:pt x="164" y="209"/>
                    <a:pt x="172" y="209"/>
                    <a:pt x="179" y="209"/>
                  </a:cubicBezTo>
                  <a:close/>
                  <a:moveTo>
                    <a:pt x="122" y="214"/>
                  </a:moveTo>
                  <a:cubicBezTo>
                    <a:pt x="121" y="214"/>
                    <a:pt x="120" y="214"/>
                    <a:pt x="119" y="213"/>
                  </a:cubicBezTo>
                  <a:cubicBezTo>
                    <a:pt x="123" y="211"/>
                    <a:pt x="126" y="209"/>
                    <a:pt x="130" y="207"/>
                  </a:cubicBezTo>
                  <a:cubicBezTo>
                    <a:pt x="131" y="207"/>
                    <a:pt x="132" y="207"/>
                    <a:pt x="134" y="208"/>
                  </a:cubicBezTo>
                  <a:cubicBezTo>
                    <a:pt x="130" y="209"/>
                    <a:pt x="126" y="212"/>
                    <a:pt x="122" y="214"/>
                  </a:cubicBezTo>
                  <a:close/>
                  <a:moveTo>
                    <a:pt x="198" y="216"/>
                  </a:moveTo>
                  <a:cubicBezTo>
                    <a:pt x="202" y="214"/>
                    <a:pt x="206" y="212"/>
                    <a:pt x="209" y="209"/>
                  </a:cubicBezTo>
                  <a:cubicBezTo>
                    <a:pt x="211" y="209"/>
                    <a:pt x="212" y="210"/>
                    <a:pt x="213" y="210"/>
                  </a:cubicBezTo>
                  <a:cubicBezTo>
                    <a:pt x="208" y="214"/>
                    <a:pt x="202" y="217"/>
                    <a:pt x="199" y="218"/>
                  </a:cubicBezTo>
                  <a:cubicBezTo>
                    <a:pt x="187" y="223"/>
                    <a:pt x="174" y="225"/>
                    <a:pt x="161" y="225"/>
                  </a:cubicBezTo>
                  <a:cubicBezTo>
                    <a:pt x="152" y="225"/>
                    <a:pt x="141" y="225"/>
                    <a:pt x="130" y="223"/>
                  </a:cubicBezTo>
                  <a:cubicBezTo>
                    <a:pt x="153" y="226"/>
                    <a:pt x="177" y="225"/>
                    <a:pt x="198" y="216"/>
                  </a:cubicBezTo>
                  <a:close/>
                  <a:moveTo>
                    <a:pt x="202" y="199"/>
                  </a:moveTo>
                  <a:cubicBezTo>
                    <a:pt x="193" y="197"/>
                    <a:pt x="185" y="197"/>
                    <a:pt x="176" y="198"/>
                  </a:cubicBezTo>
                  <a:cubicBezTo>
                    <a:pt x="170" y="198"/>
                    <a:pt x="163" y="199"/>
                    <a:pt x="156" y="200"/>
                  </a:cubicBezTo>
                  <a:cubicBezTo>
                    <a:pt x="156" y="200"/>
                    <a:pt x="155" y="200"/>
                    <a:pt x="154" y="200"/>
                  </a:cubicBezTo>
                  <a:cubicBezTo>
                    <a:pt x="152" y="200"/>
                    <a:pt x="150" y="200"/>
                    <a:pt x="148" y="200"/>
                  </a:cubicBezTo>
                  <a:cubicBezTo>
                    <a:pt x="156" y="197"/>
                    <a:pt x="164" y="195"/>
                    <a:pt x="173" y="194"/>
                  </a:cubicBezTo>
                  <a:cubicBezTo>
                    <a:pt x="182" y="194"/>
                    <a:pt x="193" y="194"/>
                    <a:pt x="203" y="192"/>
                  </a:cubicBezTo>
                  <a:cubicBezTo>
                    <a:pt x="206" y="192"/>
                    <a:pt x="209" y="193"/>
                    <a:pt x="211" y="193"/>
                  </a:cubicBezTo>
                  <a:cubicBezTo>
                    <a:pt x="210" y="195"/>
                    <a:pt x="210" y="196"/>
                    <a:pt x="209" y="197"/>
                  </a:cubicBezTo>
                  <a:cubicBezTo>
                    <a:pt x="206" y="198"/>
                    <a:pt x="204" y="198"/>
                    <a:pt x="202" y="199"/>
                  </a:cubicBezTo>
                  <a:close/>
                  <a:moveTo>
                    <a:pt x="246" y="168"/>
                  </a:moveTo>
                  <a:cubicBezTo>
                    <a:pt x="246" y="169"/>
                    <a:pt x="245" y="169"/>
                    <a:pt x="245" y="169"/>
                  </a:cubicBezTo>
                  <a:cubicBezTo>
                    <a:pt x="245" y="163"/>
                    <a:pt x="244" y="157"/>
                    <a:pt x="242" y="152"/>
                  </a:cubicBezTo>
                  <a:cubicBezTo>
                    <a:pt x="248" y="151"/>
                    <a:pt x="254" y="150"/>
                    <a:pt x="259" y="148"/>
                  </a:cubicBezTo>
                  <a:cubicBezTo>
                    <a:pt x="257" y="156"/>
                    <a:pt x="251" y="164"/>
                    <a:pt x="246" y="168"/>
                  </a:cubicBezTo>
                  <a:close/>
                  <a:moveTo>
                    <a:pt x="206" y="69"/>
                  </a:moveTo>
                  <a:cubicBezTo>
                    <a:pt x="234" y="67"/>
                    <a:pt x="298" y="75"/>
                    <a:pt x="283" y="119"/>
                  </a:cubicBezTo>
                  <a:cubicBezTo>
                    <a:pt x="280" y="125"/>
                    <a:pt x="276" y="130"/>
                    <a:pt x="271" y="134"/>
                  </a:cubicBezTo>
                  <a:cubicBezTo>
                    <a:pt x="266" y="119"/>
                    <a:pt x="239" y="121"/>
                    <a:pt x="218" y="126"/>
                  </a:cubicBezTo>
                  <a:cubicBezTo>
                    <a:pt x="221" y="111"/>
                    <a:pt x="219" y="95"/>
                    <a:pt x="211" y="80"/>
                  </a:cubicBezTo>
                  <a:cubicBezTo>
                    <a:pt x="209" y="76"/>
                    <a:pt x="207" y="72"/>
                    <a:pt x="205" y="69"/>
                  </a:cubicBezTo>
                  <a:cubicBezTo>
                    <a:pt x="205" y="69"/>
                    <a:pt x="206" y="69"/>
                    <a:pt x="206" y="69"/>
                  </a:cubicBezTo>
                  <a:close/>
                  <a:moveTo>
                    <a:pt x="21" y="166"/>
                  </a:moveTo>
                  <a:cubicBezTo>
                    <a:pt x="6" y="147"/>
                    <a:pt x="41" y="107"/>
                    <a:pt x="53" y="95"/>
                  </a:cubicBezTo>
                  <a:cubicBezTo>
                    <a:pt x="75" y="72"/>
                    <a:pt x="106" y="51"/>
                    <a:pt x="138" y="49"/>
                  </a:cubicBezTo>
                  <a:cubicBezTo>
                    <a:pt x="155" y="48"/>
                    <a:pt x="171" y="54"/>
                    <a:pt x="183" y="63"/>
                  </a:cubicBezTo>
                  <a:cubicBezTo>
                    <a:pt x="182" y="64"/>
                    <a:pt x="181" y="64"/>
                    <a:pt x="180" y="64"/>
                  </a:cubicBezTo>
                  <a:cubicBezTo>
                    <a:pt x="149" y="70"/>
                    <a:pt x="114" y="81"/>
                    <a:pt x="90" y="102"/>
                  </a:cubicBezTo>
                  <a:cubicBezTo>
                    <a:pt x="82" y="109"/>
                    <a:pt x="75" y="118"/>
                    <a:pt x="72" y="127"/>
                  </a:cubicBezTo>
                  <a:cubicBezTo>
                    <a:pt x="71" y="127"/>
                    <a:pt x="70" y="128"/>
                    <a:pt x="69" y="128"/>
                  </a:cubicBezTo>
                  <a:cubicBezTo>
                    <a:pt x="65" y="129"/>
                    <a:pt x="60" y="131"/>
                    <a:pt x="56" y="133"/>
                  </a:cubicBezTo>
                  <a:cubicBezTo>
                    <a:pt x="55" y="133"/>
                    <a:pt x="55" y="133"/>
                    <a:pt x="54" y="133"/>
                  </a:cubicBezTo>
                  <a:cubicBezTo>
                    <a:pt x="44" y="136"/>
                    <a:pt x="34" y="140"/>
                    <a:pt x="26" y="147"/>
                  </a:cubicBezTo>
                  <a:cubicBezTo>
                    <a:pt x="25" y="148"/>
                    <a:pt x="24" y="150"/>
                    <a:pt x="25" y="152"/>
                  </a:cubicBezTo>
                  <a:cubicBezTo>
                    <a:pt x="27" y="154"/>
                    <a:pt x="30" y="156"/>
                    <a:pt x="32" y="159"/>
                  </a:cubicBezTo>
                  <a:cubicBezTo>
                    <a:pt x="31" y="162"/>
                    <a:pt x="31" y="166"/>
                    <a:pt x="32" y="170"/>
                  </a:cubicBezTo>
                  <a:cubicBezTo>
                    <a:pt x="32" y="171"/>
                    <a:pt x="33" y="172"/>
                    <a:pt x="33" y="173"/>
                  </a:cubicBezTo>
                  <a:cubicBezTo>
                    <a:pt x="28" y="172"/>
                    <a:pt x="23" y="169"/>
                    <a:pt x="21" y="166"/>
                  </a:cubicBezTo>
                  <a:close/>
                  <a:moveTo>
                    <a:pt x="55" y="185"/>
                  </a:moveTo>
                  <a:cubicBezTo>
                    <a:pt x="63" y="186"/>
                    <a:pt x="71" y="186"/>
                    <a:pt x="77" y="187"/>
                  </a:cubicBezTo>
                  <a:cubicBezTo>
                    <a:pt x="84" y="187"/>
                    <a:pt x="92" y="187"/>
                    <a:pt x="100" y="187"/>
                  </a:cubicBezTo>
                  <a:cubicBezTo>
                    <a:pt x="99" y="189"/>
                    <a:pt x="98" y="192"/>
                    <a:pt x="97" y="194"/>
                  </a:cubicBezTo>
                  <a:cubicBezTo>
                    <a:pt x="91" y="193"/>
                    <a:pt x="84" y="192"/>
                    <a:pt x="78" y="190"/>
                  </a:cubicBezTo>
                  <a:cubicBezTo>
                    <a:pt x="74" y="189"/>
                    <a:pt x="69" y="194"/>
                    <a:pt x="71" y="197"/>
                  </a:cubicBezTo>
                  <a:cubicBezTo>
                    <a:pt x="66" y="194"/>
                    <a:pt x="61" y="190"/>
                    <a:pt x="56" y="186"/>
                  </a:cubicBezTo>
                  <a:cubicBezTo>
                    <a:pt x="56" y="186"/>
                    <a:pt x="56" y="186"/>
                    <a:pt x="55" y="185"/>
                  </a:cubicBezTo>
                  <a:close/>
                  <a:moveTo>
                    <a:pt x="74" y="198"/>
                  </a:moveTo>
                  <a:cubicBezTo>
                    <a:pt x="74" y="198"/>
                    <a:pt x="74" y="199"/>
                    <a:pt x="74" y="199"/>
                  </a:cubicBezTo>
                  <a:cubicBezTo>
                    <a:pt x="81" y="200"/>
                    <a:pt x="88" y="201"/>
                    <a:pt x="95" y="203"/>
                  </a:cubicBezTo>
                  <a:cubicBezTo>
                    <a:pt x="95" y="203"/>
                    <a:pt x="95" y="203"/>
                    <a:pt x="95" y="204"/>
                  </a:cubicBezTo>
                  <a:cubicBezTo>
                    <a:pt x="95" y="205"/>
                    <a:pt x="95" y="206"/>
                    <a:pt x="95" y="208"/>
                  </a:cubicBezTo>
                  <a:cubicBezTo>
                    <a:pt x="88" y="205"/>
                    <a:pt x="80" y="202"/>
                    <a:pt x="74" y="198"/>
                  </a:cubicBezTo>
                  <a:close/>
                  <a:moveTo>
                    <a:pt x="166" y="238"/>
                  </a:moveTo>
                  <a:cubicBezTo>
                    <a:pt x="158" y="239"/>
                    <a:pt x="131" y="238"/>
                    <a:pt x="118" y="232"/>
                  </a:cubicBezTo>
                  <a:cubicBezTo>
                    <a:pt x="119" y="231"/>
                    <a:pt x="119" y="230"/>
                    <a:pt x="120" y="229"/>
                  </a:cubicBezTo>
                  <a:cubicBezTo>
                    <a:pt x="128" y="231"/>
                    <a:pt x="137" y="232"/>
                    <a:pt x="144" y="233"/>
                  </a:cubicBezTo>
                  <a:cubicBezTo>
                    <a:pt x="168" y="235"/>
                    <a:pt x="194" y="232"/>
                    <a:pt x="216" y="218"/>
                  </a:cubicBezTo>
                  <a:cubicBezTo>
                    <a:pt x="217" y="217"/>
                    <a:pt x="220" y="215"/>
                    <a:pt x="222" y="214"/>
                  </a:cubicBezTo>
                  <a:cubicBezTo>
                    <a:pt x="225" y="215"/>
                    <a:pt x="227" y="217"/>
                    <a:pt x="227" y="220"/>
                  </a:cubicBezTo>
                  <a:cubicBezTo>
                    <a:pt x="227" y="232"/>
                    <a:pt x="174" y="237"/>
                    <a:pt x="166" y="238"/>
                  </a:cubicBezTo>
                  <a:close/>
                  <a:moveTo>
                    <a:pt x="220" y="201"/>
                  </a:moveTo>
                  <a:cubicBezTo>
                    <a:pt x="220" y="202"/>
                    <a:pt x="220" y="202"/>
                    <a:pt x="220" y="203"/>
                  </a:cubicBezTo>
                  <a:cubicBezTo>
                    <a:pt x="218" y="203"/>
                    <a:pt x="217" y="202"/>
                    <a:pt x="217" y="202"/>
                  </a:cubicBezTo>
                  <a:cubicBezTo>
                    <a:pt x="217" y="202"/>
                    <a:pt x="217" y="202"/>
                    <a:pt x="217" y="202"/>
                  </a:cubicBezTo>
                  <a:cubicBezTo>
                    <a:pt x="218" y="202"/>
                    <a:pt x="219" y="201"/>
                    <a:pt x="220" y="201"/>
                  </a:cubicBezTo>
                  <a:cubicBezTo>
                    <a:pt x="220" y="201"/>
                    <a:pt x="220" y="201"/>
                    <a:pt x="220" y="20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4" name="Freeform 572"/>
            <p:cNvSpPr>
              <a:spLocks/>
            </p:cNvSpPr>
            <p:nvPr/>
          </p:nvSpPr>
          <p:spPr bwMode="auto">
            <a:xfrm>
              <a:off x="8012113" y="5553075"/>
              <a:ext cx="682625" cy="314325"/>
            </a:xfrm>
            <a:custGeom>
              <a:avLst/>
              <a:gdLst>
                <a:gd name="T0" fmla="*/ 7 w 530"/>
                <a:gd name="T1" fmla="*/ 150 h 244"/>
                <a:gd name="T2" fmla="*/ 5 w 530"/>
                <a:gd name="T3" fmla="*/ 182 h 244"/>
                <a:gd name="T4" fmla="*/ 33 w 530"/>
                <a:gd name="T5" fmla="*/ 199 h 244"/>
                <a:gd name="T6" fmla="*/ 150 w 530"/>
                <a:gd name="T7" fmla="*/ 233 h 244"/>
                <a:gd name="T8" fmla="*/ 174 w 530"/>
                <a:gd name="T9" fmla="*/ 244 h 244"/>
                <a:gd name="T10" fmla="*/ 195 w 530"/>
                <a:gd name="T11" fmla="*/ 236 h 244"/>
                <a:gd name="T12" fmla="*/ 198 w 530"/>
                <a:gd name="T13" fmla="*/ 191 h 244"/>
                <a:gd name="T14" fmla="*/ 97 w 530"/>
                <a:gd name="T15" fmla="*/ 142 h 244"/>
                <a:gd name="T16" fmla="*/ 136 w 530"/>
                <a:gd name="T17" fmla="*/ 109 h 244"/>
                <a:gd name="T18" fmla="*/ 157 w 530"/>
                <a:gd name="T19" fmla="*/ 92 h 244"/>
                <a:gd name="T20" fmla="*/ 157 w 530"/>
                <a:gd name="T21" fmla="*/ 151 h 244"/>
                <a:gd name="T22" fmla="*/ 205 w 530"/>
                <a:gd name="T23" fmla="*/ 185 h 244"/>
                <a:gd name="T24" fmla="*/ 215 w 530"/>
                <a:gd name="T25" fmla="*/ 214 h 244"/>
                <a:gd name="T26" fmla="*/ 210 w 530"/>
                <a:gd name="T27" fmla="*/ 232 h 244"/>
                <a:gd name="T28" fmla="*/ 320 w 530"/>
                <a:gd name="T29" fmla="*/ 233 h 244"/>
                <a:gd name="T30" fmla="*/ 315 w 530"/>
                <a:gd name="T31" fmla="*/ 214 h 244"/>
                <a:gd name="T32" fmla="*/ 325 w 530"/>
                <a:gd name="T33" fmla="*/ 185 h 244"/>
                <a:gd name="T34" fmla="*/ 373 w 530"/>
                <a:gd name="T35" fmla="*/ 151 h 244"/>
                <a:gd name="T36" fmla="*/ 373 w 530"/>
                <a:gd name="T37" fmla="*/ 92 h 244"/>
                <a:gd name="T38" fmla="*/ 394 w 530"/>
                <a:gd name="T39" fmla="*/ 109 h 244"/>
                <a:gd name="T40" fmla="*/ 432 w 530"/>
                <a:gd name="T41" fmla="*/ 142 h 244"/>
                <a:gd name="T42" fmla="*/ 332 w 530"/>
                <a:gd name="T43" fmla="*/ 191 h 244"/>
                <a:gd name="T44" fmla="*/ 334 w 530"/>
                <a:gd name="T45" fmla="*/ 236 h 244"/>
                <a:gd name="T46" fmla="*/ 356 w 530"/>
                <a:gd name="T47" fmla="*/ 244 h 244"/>
                <a:gd name="T48" fmla="*/ 380 w 530"/>
                <a:gd name="T49" fmla="*/ 233 h 244"/>
                <a:gd name="T50" fmla="*/ 497 w 530"/>
                <a:gd name="T51" fmla="*/ 199 h 244"/>
                <a:gd name="T52" fmla="*/ 524 w 530"/>
                <a:gd name="T53" fmla="*/ 182 h 244"/>
                <a:gd name="T54" fmla="*/ 523 w 530"/>
                <a:gd name="T55" fmla="*/ 150 h 244"/>
                <a:gd name="T56" fmla="*/ 448 w 530"/>
                <a:gd name="T57" fmla="*/ 70 h 244"/>
                <a:gd name="T58" fmla="*/ 378 w 530"/>
                <a:gd name="T59" fmla="*/ 15 h 244"/>
                <a:gd name="T60" fmla="*/ 303 w 530"/>
                <a:gd name="T61" fmla="*/ 50 h 244"/>
                <a:gd name="T62" fmla="*/ 217 w 530"/>
                <a:gd name="T63" fmla="*/ 0 h 244"/>
                <a:gd name="T64" fmla="*/ 188 w 530"/>
                <a:gd name="T65" fmla="*/ 0 h 244"/>
                <a:gd name="T66" fmla="*/ 184 w 530"/>
                <a:gd name="T67" fmla="*/ 1 h 244"/>
                <a:gd name="T68" fmla="*/ 163 w 530"/>
                <a:gd name="T69" fmla="*/ 7 h 244"/>
                <a:gd name="T70" fmla="*/ 81 w 530"/>
                <a:gd name="T71" fmla="*/ 70 h 244"/>
                <a:gd name="T72" fmla="*/ 7 w 530"/>
                <a:gd name="T73" fmla="*/ 150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30" h="244">
                  <a:moveTo>
                    <a:pt x="7" y="150"/>
                  </a:moveTo>
                  <a:cubicBezTo>
                    <a:pt x="1" y="159"/>
                    <a:pt x="0" y="172"/>
                    <a:pt x="5" y="182"/>
                  </a:cubicBezTo>
                  <a:cubicBezTo>
                    <a:pt x="11" y="192"/>
                    <a:pt x="21" y="199"/>
                    <a:pt x="33" y="199"/>
                  </a:cubicBezTo>
                  <a:cubicBezTo>
                    <a:pt x="62" y="200"/>
                    <a:pt x="129" y="209"/>
                    <a:pt x="150" y="233"/>
                  </a:cubicBezTo>
                  <a:cubicBezTo>
                    <a:pt x="156" y="240"/>
                    <a:pt x="165" y="244"/>
                    <a:pt x="174" y="244"/>
                  </a:cubicBezTo>
                  <a:cubicBezTo>
                    <a:pt x="182" y="244"/>
                    <a:pt x="189" y="241"/>
                    <a:pt x="195" y="236"/>
                  </a:cubicBezTo>
                  <a:cubicBezTo>
                    <a:pt x="208" y="224"/>
                    <a:pt x="210" y="204"/>
                    <a:pt x="198" y="191"/>
                  </a:cubicBezTo>
                  <a:cubicBezTo>
                    <a:pt x="174" y="164"/>
                    <a:pt x="132" y="150"/>
                    <a:pt x="97" y="142"/>
                  </a:cubicBezTo>
                  <a:cubicBezTo>
                    <a:pt x="109" y="131"/>
                    <a:pt x="123" y="119"/>
                    <a:pt x="136" y="109"/>
                  </a:cubicBezTo>
                  <a:cubicBezTo>
                    <a:pt x="143" y="103"/>
                    <a:pt x="149" y="97"/>
                    <a:pt x="157" y="92"/>
                  </a:cubicBezTo>
                  <a:cubicBezTo>
                    <a:pt x="157" y="151"/>
                    <a:pt x="157" y="151"/>
                    <a:pt x="157" y="151"/>
                  </a:cubicBezTo>
                  <a:cubicBezTo>
                    <a:pt x="177" y="160"/>
                    <a:pt x="193" y="171"/>
                    <a:pt x="205" y="185"/>
                  </a:cubicBezTo>
                  <a:cubicBezTo>
                    <a:pt x="212" y="193"/>
                    <a:pt x="216" y="203"/>
                    <a:pt x="215" y="214"/>
                  </a:cubicBezTo>
                  <a:cubicBezTo>
                    <a:pt x="215" y="221"/>
                    <a:pt x="213" y="227"/>
                    <a:pt x="210" y="232"/>
                  </a:cubicBezTo>
                  <a:cubicBezTo>
                    <a:pt x="239" y="238"/>
                    <a:pt x="276" y="240"/>
                    <a:pt x="320" y="233"/>
                  </a:cubicBezTo>
                  <a:cubicBezTo>
                    <a:pt x="317" y="227"/>
                    <a:pt x="315" y="221"/>
                    <a:pt x="315" y="214"/>
                  </a:cubicBezTo>
                  <a:cubicBezTo>
                    <a:pt x="314" y="203"/>
                    <a:pt x="318" y="193"/>
                    <a:pt x="325" y="185"/>
                  </a:cubicBezTo>
                  <a:cubicBezTo>
                    <a:pt x="337" y="171"/>
                    <a:pt x="353" y="160"/>
                    <a:pt x="373" y="151"/>
                  </a:cubicBezTo>
                  <a:cubicBezTo>
                    <a:pt x="373" y="92"/>
                    <a:pt x="373" y="92"/>
                    <a:pt x="373" y="92"/>
                  </a:cubicBezTo>
                  <a:cubicBezTo>
                    <a:pt x="381" y="97"/>
                    <a:pt x="387" y="103"/>
                    <a:pt x="394" y="109"/>
                  </a:cubicBezTo>
                  <a:cubicBezTo>
                    <a:pt x="407" y="119"/>
                    <a:pt x="420" y="131"/>
                    <a:pt x="432" y="142"/>
                  </a:cubicBezTo>
                  <a:cubicBezTo>
                    <a:pt x="397" y="150"/>
                    <a:pt x="356" y="164"/>
                    <a:pt x="332" y="191"/>
                  </a:cubicBezTo>
                  <a:cubicBezTo>
                    <a:pt x="320" y="204"/>
                    <a:pt x="321" y="224"/>
                    <a:pt x="334" y="236"/>
                  </a:cubicBezTo>
                  <a:cubicBezTo>
                    <a:pt x="341" y="241"/>
                    <a:pt x="348" y="244"/>
                    <a:pt x="356" y="244"/>
                  </a:cubicBezTo>
                  <a:cubicBezTo>
                    <a:pt x="364" y="244"/>
                    <a:pt x="373" y="240"/>
                    <a:pt x="380" y="233"/>
                  </a:cubicBezTo>
                  <a:cubicBezTo>
                    <a:pt x="401" y="209"/>
                    <a:pt x="468" y="200"/>
                    <a:pt x="497" y="199"/>
                  </a:cubicBezTo>
                  <a:cubicBezTo>
                    <a:pt x="508" y="199"/>
                    <a:pt x="519" y="192"/>
                    <a:pt x="524" y="182"/>
                  </a:cubicBezTo>
                  <a:cubicBezTo>
                    <a:pt x="530" y="172"/>
                    <a:pt x="529" y="159"/>
                    <a:pt x="523" y="150"/>
                  </a:cubicBezTo>
                  <a:cubicBezTo>
                    <a:pt x="506" y="124"/>
                    <a:pt x="477" y="95"/>
                    <a:pt x="448" y="70"/>
                  </a:cubicBezTo>
                  <a:cubicBezTo>
                    <a:pt x="421" y="47"/>
                    <a:pt x="394" y="27"/>
                    <a:pt x="378" y="15"/>
                  </a:cubicBezTo>
                  <a:cubicBezTo>
                    <a:pt x="360" y="37"/>
                    <a:pt x="333" y="50"/>
                    <a:pt x="303" y="50"/>
                  </a:cubicBezTo>
                  <a:cubicBezTo>
                    <a:pt x="266" y="50"/>
                    <a:pt x="234" y="28"/>
                    <a:pt x="217" y="0"/>
                  </a:cubicBezTo>
                  <a:cubicBezTo>
                    <a:pt x="188" y="0"/>
                    <a:pt x="188" y="0"/>
                    <a:pt x="188" y="0"/>
                  </a:cubicBezTo>
                  <a:cubicBezTo>
                    <a:pt x="186" y="0"/>
                    <a:pt x="185" y="1"/>
                    <a:pt x="184" y="1"/>
                  </a:cubicBezTo>
                  <a:cubicBezTo>
                    <a:pt x="177" y="0"/>
                    <a:pt x="170" y="2"/>
                    <a:pt x="163" y="7"/>
                  </a:cubicBezTo>
                  <a:cubicBezTo>
                    <a:pt x="156" y="11"/>
                    <a:pt x="119" y="38"/>
                    <a:pt x="81" y="70"/>
                  </a:cubicBezTo>
                  <a:cubicBezTo>
                    <a:pt x="53" y="95"/>
                    <a:pt x="23" y="124"/>
                    <a:pt x="7" y="1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5" name="Freeform 573"/>
            <p:cNvSpPr>
              <a:spLocks noEditPoints="1"/>
            </p:cNvSpPr>
            <p:nvPr/>
          </p:nvSpPr>
          <p:spPr bwMode="auto">
            <a:xfrm>
              <a:off x="8286750" y="5375275"/>
              <a:ext cx="231775" cy="231775"/>
            </a:xfrm>
            <a:custGeom>
              <a:avLst/>
              <a:gdLst>
                <a:gd name="T0" fmla="*/ 90 w 180"/>
                <a:gd name="T1" fmla="*/ 180 h 180"/>
                <a:gd name="T2" fmla="*/ 180 w 180"/>
                <a:gd name="T3" fmla="*/ 90 h 180"/>
                <a:gd name="T4" fmla="*/ 90 w 180"/>
                <a:gd name="T5" fmla="*/ 0 h 180"/>
                <a:gd name="T6" fmla="*/ 0 w 180"/>
                <a:gd name="T7" fmla="*/ 90 h 180"/>
                <a:gd name="T8" fmla="*/ 90 w 180"/>
                <a:gd name="T9" fmla="*/ 180 h 180"/>
                <a:gd name="T10" fmla="*/ 64 w 180"/>
                <a:gd name="T11" fmla="*/ 138 h 180"/>
                <a:gd name="T12" fmla="*/ 155 w 180"/>
                <a:gd name="T13" fmla="*/ 116 h 180"/>
                <a:gd name="T14" fmla="*/ 151 w 180"/>
                <a:gd name="T15" fmla="*/ 128 h 180"/>
                <a:gd name="T16" fmla="*/ 72 w 180"/>
                <a:gd name="T17" fmla="*/ 146 h 180"/>
                <a:gd name="T18" fmla="*/ 64 w 180"/>
                <a:gd name="T19" fmla="*/ 138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0" h="180">
                  <a:moveTo>
                    <a:pt x="90" y="180"/>
                  </a:moveTo>
                  <a:cubicBezTo>
                    <a:pt x="140" y="180"/>
                    <a:pt x="180" y="140"/>
                    <a:pt x="180" y="90"/>
                  </a:cubicBezTo>
                  <a:cubicBezTo>
                    <a:pt x="180" y="41"/>
                    <a:pt x="140" y="0"/>
                    <a:pt x="90" y="0"/>
                  </a:cubicBezTo>
                  <a:cubicBezTo>
                    <a:pt x="40" y="0"/>
                    <a:pt x="0" y="41"/>
                    <a:pt x="0" y="90"/>
                  </a:cubicBezTo>
                  <a:cubicBezTo>
                    <a:pt x="0" y="140"/>
                    <a:pt x="40" y="180"/>
                    <a:pt x="90" y="180"/>
                  </a:cubicBezTo>
                  <a:close/>
                  <a:moveTo>
                    <a:pt x="64" y="138"/>
                  </a:moveTo>
                  <a:cubicBezTo>
                    <a:pt x="65" y="136"/>
                    <a:pt x="102" y="98"/>
                    <a:pt x="155" y="116"/>
                  </a:cubicBezTo>
                  <a:cubicBezTo>
                    <a:pt x="151" y="128"/>
                    <a:pt x="151" y="128"/>
                    <a:pt x="151" y="128"/>
                  </a:cubicBezTo>
                  <a:cubicBezTo>
                    <a:pt x="105" y="112"/>
                    <a:pt x="74" y="145"/>
                    <a:pt x="72" y="146"/>
                  </a:cubicBezTo>
                  <a:lnTo>
                    <a:pt x="64"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96" name="组合 595"/>
          <p:cNvGrpSpPr/>
          <p:nvPr/>
        </p:nvGrpSpPr>
        <p:grpSpPr>
          <a:xfrm>
            <a:off x="8969375" y="4962525"/>
            <a:ext cx="1068388" cy="1268413"/>
            <a:chOff x="8969375" y="4962525"/>
            <a:chExt cx="1068388" cy="1268413"/>
          </a:xfrm>
          <a:solidFill>
            <a:schemeClr val="tx1">
              <a:lumMod val="65000"/>
              <a:lumOff val="35000"/>
            </a:schemeClr>
          </a:solidFill>
        </p:grpSpPr>
        <p:sp>
          <p:nvSpPr>
            <p:cNvPr id="597" name="Freeform 574"/>
            <p:cNvSpPr>
              <a:spLocks/>
            </p:cNvSpPr>
            <p:nvPr/>
          </p:nvSpPr>
          <p:spPr bwMode="auto">
            <a:xfrm>
              <a:off x="8969375" y="5695950"/>
              <a:ext cx="342900" cy="204788"/>
            </a:xfrm>
            <a:custGeom>
              <a:avLst/>
              <a:gdLst>
                <a:gd name="T0" fmla="*/ 182 w 216"/>
                <a:gd name="T1" fmla="*/ 62 h 129"/>
                <a:gd name="T2" fmla="*/ 107 w 216"/>
                <a:gd name="T3" fmla="*/ 0 h 129"/>
                <a:gd name="T4" fmla="*/ 0 w 216"/>
                <a:gd name="T5" fmla="*/ 116 h 129"/>
                <a:gd name="T6" fmla="*/ 15 w 216"/>
                <a:gd name="T7" fmla="*/ 129 h 129"/>
                <a:gd name="T8" fmla="*/ 108 w 216"/>
                <a:gd name="T9" fmla="*/ 27 h 129"/>
                <a:gd name="T10" fmla="*/ 184 w 216"/>
                <a:gd name="T11" fmla="*/ 90 h 129"/>
                <a:gd name="T12" fmla="*/ 213 w 216"/>
                <a:gd name="T13" fmla="*/ 55 h 129"/>
                <a:gd name="T14" fmla="*/ 216 w 216"/>
                <a:gd name="T15" fmla="*/ 21 h 129"/>
                <a:gd name="T16" fmla="*/ 182 w 216"/>
                <a:gd name="T17" fmla="*/ 62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129">
                  <a:moveTo>
                    <a:pt x="182" y="62"/>
                  </a:moveTo>
                  <a:lnTo>
                    <a:pt x="107" y="0"/>
                  </a:lnTo>
                  <a:lnTo>
                    <a:pt x="0" y="116"/>
                  </a:lnTo>
                  <a:lnTo>
                    <a:pt x="15" y="129"/>
                  </a:lnTo>
                  <a:lnTo>
                    <a:pt x="108" y="27"/>
                  </a:lnTo>
                  <a:lnTo>
                    <a:pt x="184" y="90"/>
                  </a:lnTo>
                  <a:lnTo>
                    <a:pt x="213" y="55"/>
                  </a:lnTo>
                  <a:lnTo>
                    <a:pt x="216" y="21"/>
                  </a:lnTo>
                  <a:lnTo>
                    <a:pt x="182"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8" name="Freeform 575"/>
            <p:cNvSpPr>
              <a:spLocks/>
            </p:cNvSpPr>
            <p:nvPr/>
          </p:nvSpPr>
          <p:spPr bwMode="auto">
            <a:xfrm>
              <a:off x="9655175" y="5227638"/>
              <a:ext cx="382588" cy="484188"/>
            </a:xfrm>
            <a:custGeom>
              <a:avLst/>
              <a:gdLst>
                <a:gd name="T0" fmla="*/ 141 w 241"/>
                <a:gd name="T1" fmla="*/ 110 h 305"/>
                <a:gd name="T2" fmla="*/ 2 w 241"/>
                <a:gd name="T3" fmla="*/ 276 h 305"/>
                <a:gd name="T4" fmla="*/ 0 w 241"/>
                <a:gd name="T5" fmla="*/ 273 h 305"/>
                <a:gd name="T6" fmla="*/ 2 w 241"/>
                <a:gd name="T7" fmla="*/ 305 h 305"/>
                <a:gd name="T8" fmla="*/ 156 w 241"/>
                <a:gd name="T9" fmla="*/ 123 h 305"/>
                <a:gd name="T10" fmla="*/ 196 w 241"/>
                <a:gd name="T11" fmla="*/ 202 h 305"/>
                <a:gd name="T12" fmla="*/ 241 w 241"/>
                <a:gd name="T13" fmla="*/ 0 h 305"/>
                <a:gd name="T14" fmla="*/ 54 w 241"/>
                <a:gd name="T15" fmla="*/ 86 h 305"/>
                <a:gd name="T16" fmla="*/ 141 w 241"/>
                <a:gd name="T17" fmla="*/ 110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1" h="305">
                  <a:moveTo>
                    <a:pt x="141" y="110"/>
                  </a:moveTo>
                  <a:lnTo>
                    <a:pt x="2" y="276"/>
                  </a:lnTo>
                  <a:lnTo>
                    <a:pt x="0" y="273"/>
                  </a:lnTo>
                  <a:lnTo>
                    <a:pt x="2" y="305"/>
                  </a:lnTo>
                  <a:lnTo>
                    <a:pt x="156" y="123"/>
                  </a:lnTo>
                  <a:lnTo>
                    <a:pt x="196" y="202"/>
                  </a:lnTo>
                  <a:lnTo>
                    <a:pt x="241" y="0"/>
                  </a:lnTo>
                  <a:lnTo>
                    <a:pt x="54" y="86"/>
                  </a:lnTo>
                  <a:lnTo>
                    <a:pt x="141"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9" name="Freeform 576"/>
            <p:cNvSpPr>
              <a:spLocks/>
            </p:cNvSpPr>
            <p:nvPr/>
          </p:nvSpPr>
          <p:spPr bwMode="auto">
            <a:xfrm>
              <a:off x="9002713" y="4962525"/>
              <a:ext cx="966788" cy="679450"/>
            </a:xfrm>
            <a:custGeom>
              <a:avLst/>
              <a:gdLst>
                <a:gd name="T0" fmla="*/ 267 w 750"/>
                <a:gd name="T1" fmla="*/ 511 h 528"/>
                <a:gd name="T2" fmla="*/ 266 w 750"/>
                <a:gd name="T3" fmla="*/ 517 h 528"/>
                <a:gd name="T4" fmla="*/ 375 w 750"/>
                <a:gd name="T5" fmla="*/ 528 h 528"/>
                <a:gd name="T6" fmla="*/ 484 w 750"/>
                <a:gd name="T7" fmla="*/ 517 h 528"/>
                <a:gd name="T8" fmla="*/ 483 w 750"/>
                <a:gd name="T9" fmla="*/ 511 h 528"/>
                <a:gd name="T10" fmla="*/ 483 w 750"/>
                <a:gd name="T11" fmla="*/ 286 h 528"/>
                <a:gd name="T12" fmla="*/ 736 w 750"/>
                <a:gd name="T13" fmla="*/ 61 h 528"/>
                <a:gd name="T14" fmla="*/ 738 w 750"/>
                <a:gd name="T15" fmla="*/ 16 h 528"/>
                <a:gd name="T16" fmla="*/ 693 w 750"/>
                <a:gd name="T17" fmla="*/ 12 h 528"/>
                <a:gd name="T18" fmla="*/ 441 w 750"/>
                <a:gd name="T19" fmla="*/ 235 h 528"/>
                <a:gd name="T20" fmla="*/ 428 w 750"/>
                <a:gd name="T21" fmla="*/ 235 h 528"/>
                <a:gd name="T22" fmla="*/ 375 w 750"/>
                <a:gd name="T23" fmla="*/ 265 h 528"/>
                <a:gd name="T24" fmla="*/ 322 w 750"/>
                <a:gd name="T25" fmla="*/ 235 h 528"/>
                <a:gd name="T26" fmla="*/ 309 w 750"/>
                <a:gd name="T27" fmla="*/ 235 h 528"/>
                <a:gd name="T28" fmla="*/ 57 w 750"/>
                <a:gd name="T29" fmla="*/ 12 h 528"/>
                <a:gd name="T30" fmla="*/ 12 w 750"/>
                <a:gd name="T31" fmla="*/ 15 h 528"/>
                <a:gd name="T32" fmla="*/ 14 w 750"/>
                <a:gd name="T33" fmla="*/ 61 h 528"/>
                <a:gd name="T34" fmla="*/ 267 w 750"/>
                <a:gd name="T35" fmla="*/ 286 h 528"/>
                <a:gd name="T36" fmla="*/ 267 w 750"/>
                <a:gd name="T37" fmla="*/ 511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50" h="528">
                  <a:moveTo>
                    <a:pt x="267" y="511"/>
                  </a:moveTo>
                  <a:cubicBezTo>
                    <a:pt x="266" y="517"/>
                    <a:pt x="266" y="517"/>
                    <a:pt x="266" y="517"/>
                  </a:cubicBezTo>
                  <a:cubicBezTo>
                    <a:pt x="286" y="520"/>
                    <a:pt x="336" y="528"/>
                    <a:pt x="375" y="528"/>
                  </a:cubicBezTo>
                  <a:cubicBezTo>
                    <a:pt x="415" y="528"/>
                    <a:pt x="464" y="520"/>
                    <a:pt x="484" y="517"/>
                  </a:cubicBezTo>
                  <a:cubicBezTo>
                    <a:pt x="483" y="511"/>
                    <a:pt x="483" y="511"/>
                    <a:pt x="483" y="511"/>
                  </a:cubicBezTo>
                  <a:cubicBezTo>
                    <a:pt x="483" y="286"/>
                    <a:pt x="483" y="286"/>
                    <a:pt x="483" y="286"/>
                  </a:cubicBezTo>
                  <a:cubicBezTo>
                    <a:pt x="736" y="61"/>
                    <a:pt x="736" y="61"/>
                    <a:pt x="736" y="61"/>
                  </a:cubicBezTo>
                  <a:cubicBezTo>
                    <a:pt x="749" y="49"/>
                    <a:pt x="750" y="29"/>
                    <a:pt x="738" y="16"/>
                  </a:cubicBezTo>
                  <a:cubicBezTo>
                    <a:pt x="727" y="3"/>
                    <a:pt x="706" y="0"/>
                    <a:pt x="693" y="12"/>
                  </a:cubicBezTo>
                  <a:cubicBezTo>
                    <a:pt x="441" y="235"/>
                    <a:pt x="441" y="235"/>
                    <a:pt x="441" y="235"/>
                  </a:cubicBezTo>
                  <a:cubicBezTo>
                    <a:pt x="428" y="235"/>
                    <a:pt x="428" y="235"/>
                    <a:pt x="428" y="235"/>
                  </a:cubicBezTo>
                  <a:cubicBezTo>
                    <a:pt x="426" y="255"/>
                    <a:pt x="403" y="265"/>
                    <a:pt x="375" y="265"/>
                  </a:cubicBezTo>
                  <a:cubicBezTo>
                    <a:pt x="347" y="265"/>
                    <a:pt x="324" y="255"/>
                    <a:pt x="322" y="235"/>
                  </a:cubicBezTo>
                  <a:cubicBezTo>
                    <a:pt x="309" y="235"/>
                    <a:pt x="309" y="235"/>
                    <a:pt x="309" y="235"/>
                  </a:cubicBezTo>
                  <a:cubicBezTo>
                    <a:pt x="57" y="12"/>
                    <a:pt x="57" y="12"/>
                    <a:pt x="57" y="12"/>
                  </a:cubicBezTo>
                  <a:cubicBezTo>
                    <a:pt x="43" y="0"/>
                    <a:pt x="23" y="2"/>
                    <a:pt x="12" y="15"/>
                  </a:cubicBezTo>
                  <a:cubicBezTo>
                    <a:pt x="0" y="28"/>
                    <a:pt x="1" y="49"/>
                    <a:pt x="14" y="61"/>
                  </a:cubicBezTo>
                  <a:cubicBezTo>
                    <a:pt x="267" y="286"/>
                    <a:pt x="267" y="286"/>
                    <a:pt x="267" y="286"/>
                  </a:cubicBezTo>
                  <a:lnTo>
                    <a:pt x="267" y="5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0" name="Freeform 577"/>
            <p:cNvSpPr>
              <a:spLocks/>
            </p:cNvSpPr>
            <p:nvPr/>
          </p:nvSpPr>
          <p:spPr bwMode="auto">
            <a:xfrm>
              <a:off x="9299575" y="5643563"/>
              <a:ext cx="373063" cy="587375"/>
            </a:xfrm>
            <a:custGeom>
              <a:avLst/>
              <a:gdLst>
                <a:gd name="T0" fmla="*/ 255 w 290"/>
                <a:gd name="T1" fmla="*/ 0 h 456"/>
                <a:gd name="T2" fmla="*/ 145 w 290"/>
                <a:gd name="T3" fmla="*/ 11 h 456"/>
                <a:gd name="T4" fmla="*/ 35 w 290"/>
                <a:gd name="T5" fmla="*/ 0 h 456"/>
                <a:gd name="T6" fmla="*/ 3 w 290"/>
                <a:gd name="T7" fmla="*/ 401 h 456"/>
                <a:gd name="T8" fmla="*/ 48 w 290"/>
                <a:gd name="T9" fmla="*/ 454 h 456"/>
                <a:gd name="T10" fmla="*/ 101 w 290"/>
                <a:gd name="T11" fmla="*/ 408 h 456"/>
                <a:gd name="T12" fmla="*/ 128 w 290"/>
                <a:gd name="T13" fmla="*/ 86 h 456"/>
                <a:gd name="T14" fmla="*/ 163 w 290"/>
                <a:gd name="T15" fmla="*/ 86 h 456"/>
                <a:gd name="T16" fmla="*/ 189 w 290"/>
                <a:gd name="T17" fmla="*/ 408 h 456"/>
                <a:gd name="T18" fmla="*/ 242 w 290"/>
                <a:gd name="T19" fmla="*/ 454 h 456"/>
                <a:gd name="T20" fmla="*/ 287 w 290"/>
                <a:gd name="T21" fmla="*/ 400 h 456"/>
                <a:gd name="T22" fmla="*/ 255 w 290"/>
                <a:gd name="T23"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0" h="456">
                  <a:moveTo>
                    <a:pt x="255" y="0"/>
                  </a:moveTo>
                  <a:cubicBezTo>
                    <a:pt x="234" y="4"/>
                    <a:pt x="185" y="11"/>
                    <a:pt x="145" y="11"/>
                  </a:cubicBezTo>
                  <a:cubicBezTo>
                    <a:pt x="105" y="11"/>
                    <a:pt x="56" y="4"/>
                    <a:pt x="35" y="0"/>
                  </a:cubicBezTo>
                  <a:cubicBezTo>
                    <a:pt x="3" y="401"/>
                    <a:pt x="3" y="401"/>
                    <a:pt x="3" y="401"/>
                  </a:cubicBezTo>
                  <a:cubicBezTo>
                    <a:pt x="0" y="428"/>
                    <a:pt x="21" y="452"/>
                    <a:pt x="48" y="454"/>
                  </a:cubicBezTo>
                  <a:cubicBezTo>
                    <a:pt x="75" y="456"/>
                    <a:pt x="99" y="435"/>
                    <a:pt x="101" y="408"/>
                  </a:cubicBezTo>
                  <a:cubicBezTo>
                    <a:pt x="128" y="86"/>
                    <a:pt x="128" y="86"/>
                    <a:pt x="128" y="86"/>
                  </a:cubicBezTo>
                  <a:cubicBezTo>
                    <a:pt x="163" y="86"/>
                    <a:pt x="163" y="86"/>
                    <a:pt x="163" y="86"/>
                  </a:cubicBezTo>
                  <a:cubicBezTo>
                    <a:pt x="189" y="408"/>
                    <a:pt x="189" y="408"/>
                    <a:pt x="189" y="408"/>
                  </a:cubicBezTo>
                  <a:cubicBezTo>
                    <a:pt x="191" y="435"/>
                    <a:pt x="215" y="456"/>
                    <a:pt x="242" y="454"/>
                  </a:cubicBezTo>
                  <a:cubicBezTo>
                    <a:pt x="269" y="451"/>
                    <a:pt x="290" y="428"/>
                    <a:pt x="287" y="400"/>
                  </a:cubicBezTo>
                  <a:lnTo>
                    <a:pt x="25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1" name="Freeform 578"/>
            <p:cNvSpPr>
              <a:spLocks noEditPoints="1"/>
            </p:cNvSpPr>
            <p:nvPr/>
          </p:nvSpPr>
          <p:spPr bwMode="auto">
            <a:xfrm>
              <a:off x="9371013" y="5006975"/>
              <a:ext cx="231775" cy="231775"/>
            </a:xfrm>
            <a:custGeom>
              <a:avLst/>
              <a:gdLst>
                <a:gd name="T0" fmla="*/ 124 w 180"/>
                <a:gd name="T1" fmla="*/ 174 h 180"/>
                <a:gd name="T2" fmla="*/ 180 w 180"/>
                <a:gd name="T3" fmla="*/ 90 h 180"/>
                <a:gd name="T4" fmla="*/ 90 w 180"/>
                <a:gd name="T5" fmla="*/ 0 h 180"/>
                <a:gd name="T6" fmla="*/ 0 w 180"/>
                <a:gd name="T7" fmla="*/ 90 h 180"/>
                <a:gd name="T8" fmla="*/ 56 w 180"/>
                <a:gd name="T9" fmla="*/ 174 h 180"/>
                <a:gd name="T10" fmla="*/ 90 w 180"/>
                <a:gd name="T11" fmla="*/ 180 h 180"/>
                <a:gd name="T12" fmla="*/ 124 w 180"/>
                <a:gd name="T13" fmla="*/ 174 h 180"/>
                <a:gd name="T14" fmla="*/ 34 w 180"/>
                <a:gd name="T15" fmla="*/ 120 h 180"/>
                <a:gd name="T16" fmla="*/ 146 w 180"/>
                <a:gd name="T17" fmla="*/ 120 h 180"/>
                <a:gd name="T18" fmla="*/ 90 w 180"/>
                <a:gd name="T19" fmla="*/ 151 h 180"/>
                <a:gd name="T20" fmla="*/ 34 w 180"/>
                <a:gd name="T21" fmla="*/ 12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0" h="180">
                  <a:moveTo>
                    <a:pt x="124" y="174"/>
                  </a:moveTo>
                  <a:cubicBezTo>
                    <a:pt x="157" y="160"/>
                    <a:pt x="180" y="128"/>
                    <a:pt x="180" y="90"/>
                  </a:cubicBezTo>
                  <a:cubicBezTo>
                    <a:pt x="180" y="40"/>
                    <a:pt x="140" y="0"/>
                    <a:pt x="90" y="0"/>
                  </a:cubicBezTo>
                  <a:cubicBezTo>
                    <a:pt x="40" y="0"/>
                    <a:pt x="0" y="40"/>
                    <a:pt x="0" y="90"/>
                  </a:cubicBezTo>
                  <a:cubicBezTo>
                    <a:pt x="0" y="128"/>
                    <a:pt x="23" y="160"/>
                    <a:pt x="56" y="174"/>
                  </a:cubicBezTo>
                  <a:cubicBezTo>
                    <a:pt x="67" y="178"/>
                    <a:pt x="78" y="180"/>
                    <a:pt x="90" y="180"/>
                  </a:cubicBezTo>
                  <a:cubicBezTo>
                    <a:pt x="102" y="180"/>
                    <a:pt x="113" y="178"/>
                    <a:pt x="124" y="174"/>
                  </a:cubicBezTo>
                  <a:close/>
                  <a:moveTo>
                    <a:pt x="34" y="120"/>
                  </a:moveTo>
                  <a:cubicBezTo>
                    <a:pt x="146" y="120"/>
                    <a:pt x="146" y="120"/>
                    <a:pt x="146" y="120"/>
                  </a:cubicBezTo>
                  <a:cubicBezTo>
                    <a:pt x="135" y="140"/>
                    <a:pt x="114" y="151"/>
                    <a:pt x="90" y="151"/>
                  </a:cubicBezTo>
                  <a:cubicBezTo>
                    <a:pt x="66" y="151"/>
                    <a:pt x="45" y="140"/>
                    <a:pt x="34"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02" name="组合 601"/>
          <p:cNvGrpSpPr/>
          <p:nvPr/>
        </p:nvGrpSpPr>
        <p:grpSpPr>
          <a:xfrm>
            <a:off x="10153650" y="5300663"/>
            <a:ext cx="1736726" cy="928688"/>
            <a:chOff x="10153650" y="5300663"/>
            <a:chExt cx="1736726" cy="928688"/>
          </a:xfrm>
          <a:solidFill>
            <a:schemeClr val="tx1">
              <a:lumMod val="65000"/>
              <a:lumOff val="35000"/>
            </a:schemeClr>
          </a:solidFill>
        </p:grpSpPr>
        <p:sp>
          <p:nvSpPr>
            <p:cNvPr id="603" name="Freeform 579"/>
            <p:cNvSpPr>
              <a:spLocks/>
            </p:cNvSpPr>
            <p:nvPr/>
          </p:nvSpPr>
          <p:spPr bwMode="auto">
            <a:xfrm>
              <a:off x="10153650" y="5300663"/>
              <a:ext cx="1074738" cy="592138"/>
            </a:xfrm>
            <a:custGeom>
              <a:avLst/>
              <a:gdLst>
                <a:gd name="T0" fmla="*/ 285 w 835"/>
                <a:gd name="T1" fmla="*/ 73 h 460"/>
                <a:gd name="T2" fmla="*/ 342 w 835"/>
                <a:gd name="T3" fmla="*/ 73 h 460"/>
                <a:gd name="T4" fmla="*/ 289 w 835"/>
                <a:gd name="T5" fmla="*/ 113 h 460"/>
                <a:gd name="T6" fmla="*/ 262 w 835"/>
                <a:gd name="T7" fmla="*/ 174 h 460"/>
                <a:gd name="T8" fmla="*/ 191 w 835"/>
                <a:gd name="T9" fmla="*/ 204 h 460"/>
                <a:gd name="T10" fmla="*/ 152 w 835"/>
                <a:gd name="T11" fmla="*/ 196 h 460"/>
                <a:gd name="T12" fmla="*/ 84 w 835"/>
                <a:gd name="T13" fmla="*/ 226 h 460"/>
                <a:gd name="T14" fmla="*/ 116 w 835"/>
                <a:gd name="T15" fmla="*/ 170 h 460"/>
                <a:gd name="T16" fmla="*/ 92 w 835"/>
                <a:gd name="T17" fmla="*/ 94 h 460"/>
                <a:gd name="T18" fmla="*/ 27 w 835"/>
                <a:gd name="T19" fmla="*/ 275 h 460"/>
                <a:gd name="T20" fmla="*/ 69 w 835"/>
                <a:gd name="T21" fmla="*/ 292 h 460"/>
                <a:gd name="T22" fmla="*/ 138 w 835"/>
                <a:gd name="T23" fmla="*/ 274 h 460"/>
                <a:gd name="T24" fmla="*/ 153 w 835"/>
                <a:gd name="T25" fmla="*/ 267 h 460"/>
                <a:gd name="T26" fmla="*/ 371 w 835"/>
                <a:gd name="T27" fmla="*/ 449 h 460"/>
                <a:gd name="T28" fmla="*/ 392 w 835"/>
                <a:gd name="T29" fmla="*/ 455 h 460"/>
                <a:gd name="T30" fmla="*/ 429 w 835"/>
                <a:gd name="T31" fmla="*/ 447 h 460"/>
                <a:gd name="T32" fmla="*/ 589 w 835"/>
                <a:gd name="T33" fmla="*/ 338 h 460"/>
                <a:gd name="T34" fmla="*/ 686 w 835"/>
                <a:gd name="T35" fmla="*/ 403 h 460"/>
                <a:gd name="T36" fmla="*/ 698 w 835"/>
                <a:gd name="T37" fmla="*/ 401 h 460"/>
                <a:gd name="T38" fmla="*/ 752 w 835"/>
                <a:gd name="T39" fmla="*/ 420 h 460"/>
                <a:gd name="T40" fmla="*/ 757 w 835"/>
                <a:gd name="T41" fmla="*/ 432 h 460"/>
                <a:gd name="T42" fmla="*/ 751 w 835"/>
                <a:gd name="T43" fmla="*/ 447 h 460"/>
                <a:gd name="T44" fmla="*/ 757 w 835"/>
                <a:gd name="T45" fmla="*/ 452 h 460"/>
                <a:gd name="T46" fmla="*/ 785 w 835"/>
                <a:gd name="T47" fmla="*/ 460 h 460"/>
                <a:gd name="T48" fmla="*/ 827 w 835"/>
                <a:gd name="T49" fmla="*/ 438 h 460"/>
                <a:gd name="T50" fmla="*/ 827 w 835"/>
                <a:gd name="T51" fmla="*/ 437 h 460"/>
                <a:gd name="T52" fmla="*/ 822 w 835"/>
                <a:gd name="T53" fmla="*/ 426 h 460"/>
                <a:gd name="T54" fmla="*/ 825 w 835"/>
                <a:gd name="T55" fmla="*/ 415 h 460"/>
                <a:gd name="T56" fmla="*/ 835 w 835"/>
                <a:gd name="T57" fmla="*/ 409 h 460"/>
                <a:gd name="T58" fmla="*/ 813 w 835"/>
                <a:gd name="T59" fmla="*/ 369 h 460"/>
                <a:gd name="T60" fmla="*/ 617 w 835"/>
                <a:gd name="T61" fmla="*/ 236 h 460"/>
                <a:gd name="T62" fmla="*/ 561 w 835"/>
                <a:gd name="T63" fmla="*/ 236 h 460"/>
                <a:gd name="T64" fmla="*/ 470 w 835"/>
                <a:gd name="T65" fmla="*/ 298 h 460"/>
                <a:gd name="T66" fmla="*/ 420 w 835"/>
                <a:gd name="T67" fmla="*/ 261 h 460"/>
                <a:gd name="T68" fmla="*/ 349 w 835"/>
                <a:gd name="T69" fmla="*/ 150 h 460"/>
                <a:gd name="T70" fmla="*/ 359 w 835"/>
                <a:gd name="T71" fmla="*/ 142 h 460"/>
                <a:gd name="T72" fmla="*/ 413 w 835"/>
                <a:gd name="T73" fmla="*/ 47 h 460"/>
                <a:gd name="T74" fmla="*/ 232 w 835"/>
                <a:gd name="T75" fmla="*/ 15 h 460"/>
                <a:gd name="T76" fmla="*/ 259 w 835"/>
                <a:gd name="T77" fmla="*/ 33 h 460"/>
                <a:gd name="T78" fmla="*/ 285 w 835"/>
                <a:gd name="T79" fmla="*/ 73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35" h="460">
                  <a:moveTo>
                    <a:pt x="285" y="73"/>
                  </a:moveTo>
                  <a:cubicBezTo>
                    <a:pt x="313" y="71"/>
                    <a:pt x="331" y="72"/>
                    <a:pt x="342" y="73"/>
                  </a:cubicBezTo>
                  <a:cubicBezTo>
                    <a:pt x="330" y="84"/>
                    <a:pt x="311" y="99"/>
                    <a:pt x="289" y="113"/>
                  </a:cubicBezTo>
                  <a:cubicBezTo>
                    <a:pt x="288" y="136"/>
                    <a:pt x="278" y="157"/>
                    <a:pt x="262" y="174"/>
                  </a:cubicBezTo>
                  <a:cubicBezTo>
                    <a:pt x="243" y="193"/>
                    <a:pt x="218" y="204"/>
                    <a:pt x="191" y="204"/>
                  </a:cubicBezTo>
                  <a:cubicBezTo>
                    <a:pt x="177" y="204"/>
                    <a:pt x="164" y="201"/>
                    <a:pt x="152" y="196"/>
                  </a:cubicBezTo>
                  <a:cubicBezTo>
                    <a:pt x="127" y="210"/>
                    <a:pt x="101" y="221"/>
                    <a:pt x="84" y="226"/>
                  </a:cubicBezTo>
                  <a:cubicBezTo>
                    <a:pt x="88" y="215"/>
                    <a:pt x="98" y="197"/>
                    <a:pt x="116" y="170"/>
                  </a:cubicBezTo>
                  <a:cubicBezTo>
                    <a:pt x="97" y="149"/>
                    <a:pt x="89" y="121"/>
                    <a:pt x="92" y="94"/>
                  </a:cubicBezTo>
                  <a:cubicBezTo>
                    <a:pt x="17" y="193"/>
                    <a:pt x="0" y="243"/>
                    <a:pt x="27" y="275"/>
                  </a:cubicBezTo>
                  <a:cubicBezTo>
                    <a:pt x="38" y="287"/>
                    <a:pt x="53" y="292"/>
                    <a:pt x="69" y="292"/>
                  </a:cubicBezTo>
                  <a:cubicBezTo>
                    <a:pt x="92" y="292"/>
                    <a:pt x="117" y="283"/>
                    <a:pt x="138" y="274"/>
                  </a:cubicBezTo>
                  <a:cubicBezTo>
                    <a:pt x="143" y="272"/>
                    <a:pt x="148" y="270"/>
                    <a:pt x="153" y="267"/>
                  </a:cubicBezTo>
                  <a:cubicBezTo>
                    <a:pt x="214" y="351"/>
                    <a:pt x="279" y="395"/>
                    <a:pt x="371" y="449"/>
                  </a:cubicBezTo>
                  <a:cubicBezTo>
                    <a:pt x="378" y="453"/>
                    <a:pt x="385" y="455"/>
                    <a:pt x="392" y="455"/>
                  </a:cubicBezTo>
                  <a:cubicBezTo>
                    <a:pt x="404" y="458"/>
                    <a:pt x="418" y="455"/>
                    <a:pt x="429" y="447"/>
                  </a:cubicBezTo>
                  <a:cubicBezTo>
                    <a:pt x="589" y="338"/>
                    <a:pt x="589" y="338"/>
                    <a:pt x="589" y="338"/>
                  </a:cubicBezTo>
                  <a:cubicBezTo>
                    <a:pt x="686" y="403"/>
                    <a:pt x="686" y="403"/>
                    <a:pt x="686" y="403"/>
                  </a:cubicBezTo>
                  <a:cubicBezTo>
                    <a:pt x="689" y="402"/>
                    <a:pt x="693" y="401"/>
                    <a:pt x="698" y="401"/>
                  </a:cubicBezTo>
                  <a:cubicBezTo>
                    <a:pt x="715" y="401"/>
                    <a:pt x="741" y="409"/>
                    <a:pt x="752" y="420"/>
                  </a:cubicBezTo>
                  <a:cubicBezTo>
                    <a:pt x="756" y="425"/>
                    <a:pt x="757" y="429"/>
                    <a:pt x="757" y="432"/>
                  </a:cubicBezTo>
                  <a:cubicBezTo>
                    <a:pt x="756" y="438"/>
                    <a:pt x="754" y="443"/>
                    <a:pt x="751" y="447"/>
                  </a:cubicBezTo>
                  <a:cubicBezTo>
                    <a:pt x="757" y="452"/>
                    <a:pt x="757" y="452"/>
                    <a:pt x="757" y="452"/>
                  </a:cubicBezTo>
                  <a:cubicBezTo>
                    <a:pt x="766" y="457"/>
                    <a:pt x="775" y="460"/>
                    <a:pt x="785" y="460"/>
                  </a:cubicBezTo>
                  <a:cubicBezTo>
                    <a:pt x="801" y="460"/>
                    <a:pt x="817" y="452"/>
                    <a:pt x="827" y="438"/>
                  </a:cubicBezTo>
                  <a:cubicBezTo>
                    <a:pt x="827" y="438"/>
                    <a:pt x="827" y="437"/>
                    <a:pt x="827" y="437"/>
                  </a:cubicBezTo>
                  <a:cubicBezTo>
                    <a:pt x="824" y="433"/>
                    <a:pt x="822" y="430"/>
                    <a:pt x="822" y="426"/>
                  </a:cubicBezTo>
                  <a:cubicBezTo>
                    <a:pt x="821" y="422"/>
                    <a:pt x="823" y="418"/>
                    <a:pt x="825" y="415"/>
                  </a:cubicBezTo>
                  <a:cubicBezTo>
                    <a:pt x="828" y="412"/>
                    <a:pt x="831" y="410"/>
                    <a:pt x="835" y="409"/>
                  </a:cubicBezTo>
                  <a:cubicBezTo>
                    <a:pt x="835" y="394"/>
                    <a:pt x="827" y="378"/>
                    <a:pt x="813" y="369"/>
                  </a:cubicBezTo>
                  <a:cubicBezTo>
                    <a:pt x="617" y="236"/>
                    <a:pt x="617" y="236"/>
                    <a:pt x="617" y="236"/>
                  </a:cubicBezTo>
                  <a:cubicBezTo>
                    <a:pt x="600" y="224"/>
                    <a:pt x="578" y="224"/>
                    <a:pt x="561" y="236"/>
                  </a:cubicBezTo>
                  <a:cubicBezTo>
                    <a:pt x="470" y="298"/>
                    <a:pt x="470" y="298"/>
                    <a:pt x="470" y="298"/>
                  </a:cubicBezTo>
                  <a:cubicBezTo>
                    <a:pt x="451" y="289"/>
                    <a:pt x="435" y="276"/>
                    <a:pt x="420" y="261"/>
                  </a:cubicBezTo>
                  <a:cubicBezTo>
                    <a:pt x="385" y="227"/>
                    <a:pt x="361" y="183"/>
                    <a:pt x="349" y="150"/>
                  </a:cubicBezTo>
                  <a:cubicBezTo>
                    <a:pt x="352" y="147"/>
                    <a:pt x="356" y="145"/>
                    <a:pt x="359" y="142"/>
                  </a:cubicBezTo>
                  <a:cubicBezTo>
                    <a:pt x="391" y="117"/>
                    <a:pt x="426" y="84"/>
                    <a:pt x="413" y="47"/>
                  </a:cubicBezTo>
                  <a:cubicBezTo>
                    <a:pt x="400" y="9"/>
                    <a:pt x="349" y="0"/>
                    <a:pt x="232" y="15"/>
                  </a:cubicBezTo>
                  <a:cubicBezTo>
                    <a:pt x="242" y="19"/>
                    <a:pt x="251" y="26"/>
                    <a:pt x="259" y="33"/>
                  </a:cubicBezTo>
                  <a:cubicBezTo>
                    <a:pt x="271" y="45"/>
                    <a:pt x="280" y="58"/>
                    <a:pt x="285"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4" name="Freeform 580"/>
            <p:cNvSpPr>
              <a:spLocks/>
            </p:cNvSpPr>
            <p:nvPr/>
          </p:nvSpPr>
          <p:spPr bwMode="auto">
            <a:xfrm>
              <a:off x="11069638" y="5900738"/>
              <a:ext cx="23813" cy="47625"/>
            </a:xfrm>
            <a:custGeom>
              <a:avLst/>
              <a:gdLst>
                <a:gd name="T0" fmla="*/ 4 w 19"/>
                <a:gd name="T1" fmla="*/ 15 h 37"/>
                <a:gd name="T2" fmla="*/ 0 w 19"/>
                <a:gd name="T3" fmla="*/ 22 h 37"/>
                <a:gd name="T4" fmla="*/ 9 w 19"/>
                <a:gd name="T5" fmla="*/ 30 h 37"/>
                <a:gd name="T6" fmla="*/ 11 w 19"/>
                <a:gd name="T7" fmla="*/ 31 h 37"/>
                <a:gd name="T8" fmla="*/ 19 w 19"/>
                <a:gd name="T9" fmla="*/ 37 h 37"/>
                <a:gd name="T10" fmla="*/ 19 w 19"/>
                <a:gd name="T11" fmla="*/ 0 h 37"/>
                <a:gd name="T12" fmla="*/ 4 w 19"/>
                <a:gd name="T13" fmla="*/ 15 h 37"/>
              </a:gdLst>
              <a:ahLst/>
              <a:cxnLst>
                <a:cxn ang="0">
                  <a:pos x="T0" y="T1"/>
                </a:cxn>
                <a:cxn ang="0">
                  <a:pos x="T2" y="T3"/>
                </a:cxn>
                <a:cxn ang="0">
                  <a:pos x="T4" y="T5"/>
                </a:cxn>
                <a:cxn ang="0">
                  <a:pos x="T6" y="T7"/>
                </a:cxn>
                <a:cxn ang="0">
                  <a:pos x="T8" y="T9"/>
                </a:cxn>
                <a:cxn ang="0">
                  <a:pos x="T10" y="T11"/>
                </a:cxn>
                <a:cxn ang="0">
                  <a:pos x="T12" y="T13"/>
                </a:cxn>
              </a:cxnLst>
              <a:rect l="0" t="0" r="r" b="b"/>
              <a:pathLst>
                <a:path w="19" h="37">
                  <a:moveTo>
                    <a:pt x="4" y="15"/>
                  </a:moveTo>
                  <a:cubicBezTo>
                    <a:pt x="3" y="16"/>
                    <a:pt x="1" y="21"/>
                    <a:pt x="0" y="22"/>
                  </a:cubicBezTo>
                  <a:cubicBezTo>
                    <a:pt x="1" y="24"/>
                    <a:pt x="5" y="27"/>
                    <a:pt x="9" y="30"/>
                  </a:cubicBezTo>
                  <a:cubicBezTo>
                    <a:pt x="11" y="31"/>
                    <a:pt x="11" y="31"/>
                    <a:pt x="11" y="31"/>
                  </a:cubicBezTo>
                  <a:cubicBezTo>
                    <a:pt x="13" y="33"/>
                    <a:pt x="15" y="35"/>
                    <a:pt x="19" y="37"/>
                  </a:cubicBezTo>
                  <a:cubicBezTo>
                    <a:pt x="19" y="0"/>
                    <a:pt x="19" y="0"/>
                    <a:pt x="19" y="0"/>
                  </a:cubicBezTo>
                  <a:cubicBezTo>
                    <a:pt x="11" y="5"/>
                    <a:pt x="6" y="10"/>
                    <a:pt x="4"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5" name="Freeform 581"/>
            <p:cNvSpPr>
              <a:spLocks/>
            </p:cNvSpPr>
            <p:nvPr/>
          </p:nvSpPr>
          <p:spPr bwMode="auto">
            <a:xfrm>
              <a:off x="11085513" y="5681663"/>
              <a:ext cx="579438" cy="515938"/>
            </a:xfrm>
            <a:custGeom>
              <a:avLst/>
              <a:gdLst>
                <a:gd name="T0" fmla="*/ 385 w 450"/>
                <a:gd name="T1" fmla="*/ 385 h 400"/>
                <a:gd name="T2" fmla="*/ 385 w 450"/>
                <a:gd name="T3" fmla="*/ 280 h 400"/>
                <a:gd name="T4" fmla="*/ 406 w 450"/>
                <a:gd name="T5" fmla="*/ 251 h 400"/>
                <a:gd name="T6" fmla="*/ 406 w 450"/>
                <a:gd name="T7" fmla="*/ 48 h 400"/>
                <a:gd name="T8" fmla="*/ 450 w 450"/>
                <a:gd name="T9" fmla="*/ 48 h 400"/>
                <a:gd name="T10" fmla="*/ 450 w 450"/>
                <a:gd name="T11" fmla="*/ 0 h 400"/>
                <a:gd name="T12" fmla="*/ 0 w 450"/>
                <a:gd name="T13" fmla="*/ 0 h 400"/>
                <a:gd name="T14" fmla="*/ 72 w 450"/>
                <a:gd name="T15" fmla="*/ 48 h 400"/>
                <a:gd name="T16" fmla="*/ 370 w 450"/>
                <a:gd name="T17" fmla="*/ 48 h 400"/>
                <a:gd name="T18" fmla="*/ 370 w 450"/>
                <a:gd name="T19" fmla="*/ 400 h 400"/>
                <a:gd name="T20" fmla="*/ 375 w 450"/>
                <a:gd name="T21" fmla="*/ 400 h 400"/>
                <a:gd name="T22" fmla="*/ 379 w 450"/>
                <a:gd name="T23" fmla="*/ 393 h 400"/>
                <a:gd name="T24" fmla="*/ 385 w 450"/>
                <a:gd name="T25" fmla="*/ 385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50" h="400">
                  <a:moveTo>
                    <a:pt x="385" y="385"/>
                  </a:moveTo>
                  <a:cubicBezTo>
                    <a:pt x="380" y="359"/>
                    <a:pt x="372" y="306"/>
                    <a:pt x="385" y="280"/>
                  </a:cubicBezTo>
                  <a:cubicBezTo>
                    <a:pt x="391" y="268"/>
                    <a:pt x="398" y="259"/>
                    <a:pt x="406" y="251"/>
                  </a:cubicBezTo>
                  <a:cubicBezTo>
                    <a:pt x="406" y="48"/>
                    <a:pt x="406" y="48"/>
                    <a:pt x="406" y="48"/>
                  </a:cubicBezTo>
                  <a:cubicBezTo>
                    <a:pt x="450" y="48"/>
                    <a:pt x="450" y="48"/>
                    <a:pt x="450" y="48"/>
                  </a:cubicBezTo>
                  <a:cubicBezTo>
                    <a:pt x="450" y="0"/>
                    <a:pt x="450" y="0"/>
                    <a:pt x="450" y="0"/>
                  </a:cubicBezTo>
                  <a:cubicBezTo>
                    <a:pt x="0" y="0"/>
                    <a:pt x="0" y="0"/>
                    <a:pt x="0" y="0"/>
                  </a:cubicBezTo>
                  <a:cubicBezTo>
                    <a:pt x="72" y="48"/>
                    <a:pt x="72" y="48"/>
                    <a:pt x="72" y="48"/>
                  </a:cubicBezTo>
                  <a:cubicBezTo>
                    <a:pt x="370" y="48"/>
                    <a:pt x="370" y="48"/>
                    <a:pt x="370" y="48"/>
                  </a:cubicBezTo>
                  <a:cubicBezTo>
                    <a:pt x="370" y="400"/>
                    <a:pt x="370" y="400"/>
                    <a:pt x="370" y="400"/>
                  </a:cubicBezTo>
                  <a:cubicBezTo>
                    <a:pt x="375" y="400"/>
                    <a:pt x="375" y="400"/>
                    <a:pt x="375" y="400"/>
                  </a:cubicBezTo>
                  <a:cubicBezTo>
                    <a:pt x="376" y="400"/>
                    <a:pt x="377" y="395"/>
                    <a:pt x="379" y="393"/>
                  </a:cubicBezTo>
                  <a:lnTo>
                    <a:pt x="385" y="3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6" name="Freeform 582"/>
            <p:cNvSpPr>
              <a:spLocks noEditPoints="1"/>
            </p:cNvSpPr>
            <p:nvPr/>
          </p:nvSpPr>
          <p:spPr bwMode="auto">
            <a:xfrm>
              <a:off x="10285413" y="5659438"/>
              <a:ext cx="676275" cy="539750"/>
            </a:xfrm>
            <a:custGeom>
              <a:avLst/>
              <a:gdLst>
                <a:gd name="T0" fmla="*/ 525 w 525"/>
                <a:gd name="T1" fmla="*/ 244 h 419"/>
                <a:gd name="T2" fmla="*/ 434 w 525"/>
                <a:gd name="T3" fmla="*/ 133 h 419"/>
                <a:gd name="T4" fmla="*/ 442 w 525"/>
                <a:gd name="T5" fmla="*/ 128 h 419"/>
                <a:gd name="T6" fmla="*/ 427 w 525"/>
                <a:gd name="T7" fmla="*/ 110 h 419"/>
                <a:gd name="T8" fmla="*/ 332 w 525"/>
                <a:gd name="T9" fmla="*/ 176 h 419"/>
                <a:gd name="T10" fmla="*/ 301 w 525"/>
                <a:gd name="T11" fmla="*/ 186 h 419"/>
                <a:gd name="T12" fmla="*/ 256 w 525"/>
                <a:gd name="T13" fmla="*/ 224 h 419"/>
                <a:gd name="T14" fmla="*/ 167 w 525"/>
                <a:gd name="T15" fmla="*/ 117 h 419"/>
                <a:gd name="T16" fmla="*/ 47 w 525"/>
                <a:gd name="T17" fmla="*/ 0 h 419"/>
                <a:gd name="T18" fmla="*/ 38 w 525"/>
                <a:gd name="T19" fmla="*/ 4 h 419"/>
                <a:gd name="T20" fmla="*/ 0 w 525"/>
                <a:gd name="T21" fmla="*/ 17 h 419"/>
                <a:gd name="T22" fmla="*/ 331 w 525"/>
                <a:gd name="T23" fmla="*/ 419 h 419"/>
                <a:gd name="T24" fmla="*/ 366 w 525"/>
                <a:gd name="T25" fmla="*/ 390 h 419"/>
                <a:gd name="T26" fmla="*/ 337 w 525"/>
                <a:gd name="T27" fmla="*/ 342 h 419"/>
                <a:gd name="T28" fmla="*/ 463 w 525"/>
                <a:gd name="T29" fmla="*/ 238 h 419"/>
                <a:gd name="T30" fmla="*/ 493 w 525"/>
                <a:gd name="T31" fmla="*/ 274 h 419"/>
                <a:gd name="T32" fmla="*/ 525 w 525"/>
                <a:gd name="T33" fmla="*/ 244 h 419"/>
                <a:gd name="T34" fmla="*/ 324 w 525"/>
                <a:gd name="T35" fmla="*/ 321 h 419"/>
                <a:gd name="T36" fmla="*/ 282 w 525"/>
                <a:gd name="T37" fmla="*/ 259 h 419"/>
                <a:gd name="T38" fmla="*/ 400 w 525"/>
                <a:gd name="T39" fmla="*/ 161 h 419"/>
                <a:gd name="T40" fmla="*/ 448 w 525"/>
                <a:gd name="T41" fmla="*/ 219 h 419"/>
                <a:gd name="T42" fmla="*/ 324 w 525"/>
                <a:gd name="T43" fmla="*/ 321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25" h="419">
                  <a:moveTo>
                    <a:pt x="525" y="244"/>
                  </a:moveTo>
                  <a:cubicBezTo>
                    <a:pt x="434" y="133"/>
                    <a:pt x="434" y="133"/>
                    <a:pt x="434" y="133"/>
                  </a:cubicBezTo>
                  <a:cubicBezTo>
                    <a:pt x="442" y="128"/>
                    <a:pt x="442" y="128"/>
                    <a:pt x="442" y="128"/>
                  </a:cubicBezTo>
                  <a:cubicBezTo>
                    <a:pt x="427" y="110"/>
                    <a:pt x="427" y="110"/>
                    <a:pt x="427" y="110"/>
                  </a:cubicBezTo>
                  <a:cubicBezTo>
                    <a:pt x="332" y="176"/>
                    <a:pt x="332" y="176"/>
                    <a:pt x="332" y="176"/>
                  </a:cubicBezTo>
                  <a:cubicBezTo>
                    <a:pt x="323" y="182"/>
                    <a:pt x="312" y="186"/>
                    <a:pt x="301" y="186"/>
                  </a:cubicBezTo>
                  <a:cubicBezTo>
                    <a:pt x="256" y="224"/>
                    <a:pt x="256" y="224"/>
                    <a:pt x="256" y="224"/>
                  </a:cubicBezTo>
                  <a:cubicBezTo>
                    <a:pt x="228" y="187"/>
                    <a:pt x="198" y="151"/>
                    <a:pt x="167" y="117"/>
                  </a:cubicBezTo>
                  <a:cubicBezTo>
                    <a:pt x="123" y="85"/>
                    <a:pt x="84" y="50"/>
                    <a:pt x="47" y="0"/>
                  </a:cubicBezTo>
                  <a:cubicBezTo>
                    <a:pt x="44" y="1"/>
                    <a:pt x="41" y="2"/>
                    <a:pt x="38" y="4"/>
                  </a:cubicBezTo>
                  <a:cubicBezTo>
                    <a:pt x="28" y="8"/>
                    <a:pt x="14" y="13"/>
                    <a:pt x="0" y="17"/>
                  </a:cubicBezTo>
                  <a:cubicBezTo>
                    <a:pt x="133" y="130"/>
                    <a:pt x="246" y="266"/>
                    <a:pt x="331" y="419"/>
                  </a:cubicBezTo>
                  <a:cubicBezTo>
                    <a:pt x="366" y="390"/>
                    <a:pt x="366" y="390"/>
                    <a:pt x="366" y="390"/>
                  </a:cubicBezTo>
                  <a:cubicBezTo>
                    <a:pt x="356" y="374"/>
                    <a:pt x="347" y="358"/>
                    <a:pt x="337" y="342"/>
                  </a:cubicBezTo>
                  <a:cubicBezTo>
                    <a:pt x="463" y="238"/>
                    <a:pt x="463" y="238"/>
                    <a:pt x="463" y="238"/>
                  </a:cubicBezTo>
                  <a:cubicBezTo>
                    <a:pt x="493" y="274"/>
                    <a:pt x="493" y="274"/>
                    <a:pt x="493" y="274"/>
                  </a:cubicBezTo>
                  <a:cubicBezTo>
                    <a:pt x="503" y="262"/>
                    <a:pt x="514" y="252"/>
                    <a:pt x="525" y="244"/>
                  </a:cubicBezTo>
                  <a:close/>
                  <a:moveTo>
                    <a:pt x="324" y="321"/>
                  </a:moveTo>
                  <a:cubicBezTo>
                    <a:pt x="310" y="300"/>
                    <a:pt x="296" y="279"/>
                    <a:pt x="282" y="259"/>
                  </a:cubicBezTo>
                  <a:cubicBezTo>
                    <a:pt x="400" y="161"/>
                    <a:pt x="400" y="161"/>
                    <a:pt x="400" y="161"/>
                  </a:cubicBezTo>
                  <a:cubicBezTo>
                    <a:pt x="448" y="219"/>
                    <a:pt x="448" y="219"/>
                    <a:pt x="448" y="219"/>
                  </a:cubicBezTo>
                  <a:lnTo>
                    <a:pt x="324" y="3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7" name="Freeform 583"/>
            <p:cNvSpPr>
              <a:spLocks/>
            </p:cNvSpPr>
            <p:nvPr/>
          </p:nvSpPr>
          <p:spPr bwMode="auto">
            <a:xfrm>
              <a:off x="10747375" y="5526088"/>
              <a:ext cx="568325" cy="144463"/>
            </a:xfrm>
            <a:custGeom>
              <a:avLst/>
              <a:gdLst>
                <a:gd name="T0" fmla="*/ 95 w 441"/>
                <a:gd name="T1" fmla="*/ 52 h 112"/>
                <a:gd name="T2" fmla="*/ 128 w 441"/>
                <a:gd name="T3" fmla="*/ 42 h 112"/>
                <a:gd name="T4" fmla="*/ 161 w 441"/>
                <a:gd name="T5" fmla="*/ 52 h 112"/>
                <a:gd name="T6" fmla="*/ 238 w 441"/>
                <a:gd name="T7" fmla="*/ 104 h 112"/>
                <a:gd name="T8" fmla="*/ 392 w 441"/>
                <a:gd name="T9" fmla="*/ 99 h 112"/>
                <a:gd name="T10" fmla="*/ 440 w 441"/>
                <a:gd name="T11" fmla="*/ 48 h 112"/>
                <a:gd name="T12" fmla="*/ 391 w 441"/>
                <a:gd name="T13" fmla="*/ 0 h 112"/>
                <a:gd name="T14" fmla="*/ 389 w 441"/>
                <a:gd name="T15" fmla="*/ 0 h 112"/>
                <a:gd name="T16" fmla="*/ 128 w 441"/>
                <a:gd name="T17" fmla="*/ 7 h 112"/>
                <a:gd name="T18" fmla="*/ 95 w 441"/>
                <a:gd name="T19" fmla="*/ 20 h 112"/>
                <a:gd name="T20" fmla="*/ 0 w 441"/>
                <a:gd name="T21" fmla="*/ 107 h 112"/>
                <a:gd name="T22" fmla="*/ 8 w 441"/>
                <a:gd name="T23" fmla="*/ 112 h 112"/>
                <a:gd name="T24" fmla="*/ 95 w 441"/>
                <a:gd name="T25" fmla="*/ 5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1" h="112">
                  <a:moveTo>
                    <a:pt x="95" y="52"/>
                  </a:moveTo>
                  <a:cubicBezTo>
                    <a:pt x="105" y="46"/>
                    <a:pt x="116" y="42"/>
                    <a:pt x="128" y="42"/>
                  </a:cubicBezTo>
                  <a:cubicBezTo>
                    <a:pt x="140" y="42"/>
                    <a:pt x="152" y="45"/>
                    <a:pt x="161" y="52"/>
                  </a:cubicBezTo>
                  <a:cubicBezTo>
                    <a:pt x="238" y="104"/>
                    <a:pt x="238" y="104"/>
                    <a:pt x="238" y="104"/>
                  </a:cubicBezTo>
                  <a:cubicBezTo>
                    <a:pt x="392" y="99"/>
                    <a:pt x="392" y="99"/>
                    <a:pt x="392" y="99"/>
                  </a:cubicBezTo>
                  <a:cubicBezTo>
                    <a:pt x="420" y="99"/>
                    <a:pt x="441" y="76"/>
                    <a:pt x="440" y="48"/>
                  </a:cubicBezTo>
                  <a:cubicBezTo>
                    <a:pt x="440" y="21"/>
                    <a:pt x="417" y="0"/>
                    <a:pt x="391" y="0"/>
                  </a:cubicBezTo>
                  <a:cubicBezTo>
                    <a:pt x="390" y="0"/>
                    <a:pt x="390" y="0"/>
                    <a:pt x="389" y="0"/>
                  </a:cubicBezTo>
                  <a:cubicBezTo>
                    <a:pt x="128" y="7"/>
                    <a:pt x="128" y="7"/>
                    <a:pt x="128" y="7"/>
                  </a:cubicBezTo>
                  <a:cubicBezTo>
                    <a:pt x="116" y="7"/>
                    <a:pt x="104" y="12"/>
                    <a:pt x="95" y="20"/>
                  </a:cubicBezTo>
                  <a:cubicBezTo>
                    <a:pt x="0" y="107"/>
                    <a:pt x="0" y="107"/>
                    <a:pt x="0" y="107"/>
                  </a:cubicBezTo>
                  <a:cubicBezTo>
                    <a:pt x="8" y="112"/>
                    <a:pt x="8" y="112"/>
                    <a:pt x="8" y="112"/>
                  </a:cubicBezTo>
                  <a:lnTo>
                    <a:pt x="95" y="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8" name="Freeform 584"/>
            <p:cNvSpPr>
              <a:spLocks noEditPoints="1"/>
            </p:cNvSpPr>
            <p:nvPr/>
          </p:nvSpPr>
          <p:spPr bwMode="auto">
            <a:xfrm>
              <a:off x="10175875" y="5811838"/>
              <a:ext cx="315913" cy="417513"/>
            </a:xfrm>
            <a:custGeom>
              <a:avLst/>
              <a:gdLst>
                <a:gd name="T0" fmla="*/ 26 w 245"/>
                <a:gd name="T1" fmla="*/ 316 h 325"/>
                <a:gd name="T2" fmla="*/ 35 w 245"/>
                <a:gd name="T3" fmla="*/ 305 h 325"/>
                <a:gd name="T4" fmla="*/ 121 w 245"/>
                <a:gd name="T5" fmla="*/ 324 h 325"/>
                <a:gd name="T6" fmla="*/ 195 w 245"/>
                <a:gd name="T7" fmla="*/ 307 h 325"/>
                <a:gd name="T8" fmla="*/ 205 w 245"/>
                <a:gd name="T9" fmla="*/ 318 h 325"/>
                <a:gd name="T10" fmla="*/ 224 w 245"/>
                <a:gd name="T11" fmla="*/ 320 h 325"/>
                <a:gd name="T12" fmla="*/ 226 w 245"/>
                <a:gd name="T13" fmla="*/ 301 h 325"/>
                <a:gd name="T14" fmla="*/ 215 w 245"/>
                <a:gd name="T15" fmla="*/ 288 h 325"/>
                <a:gd name="T16" fmla="*/ 222 w 245"/>
                <a:gd name="T17" fmla="*/ 177 h 325"/>
                <a:gd name="T18" fmla="*/ 141 w 245"/>
                <a:gd name="T19" fmla="*/ 109 h 325"/>
                <a:gd name="T20" fmla="*/ 132 w 245"/>
                <a:gd name="T21" fmla="*/ 80 h 325"/>
                <a:gd name="T22" fmla="*/ 173 w 245"/>
                <a:gd name="T23" fmla="*/ 35 h 325"/>
                <a:gd name="T24" fmla="*/ 114 w 245"/>
                <a:gd name="T25" fmla="*/ 24 h 325"/>
                <a:gd name="T26" fmla="*/ 50 w 245"/>
                <a:gd name="T27" fmla="*/ 24 h 325"/>
                <a:gd name="T28" fmla="*/ 107 w 245"/>
                <a:gd name="T29" fmla="*/ 82 h 325"/>
                <a:gd name="T30" fmla="*/ 74 w 245"/>
                <a:gd name="T31" fmla="*/ 121 h 325"/>
                <a:gd name="T32" fmla="*/ 14 w 245"/>
                <a:gd name="T33" fmla="*/ 184 h 325"/>
                <a:gd name="T34" fmla="*/ 15 w 245"/>
                <a:gd name="T35" fmla="*/ 288 h 325"/>
                <a:gd name="T36" fmla="*/ 6 w 245"/>
                <a:gd name="T37" fmla="*/ 299 h 325"/>
                <a:gd name="T38" fmla="*/ 7 w 245"/>
                <a:gd name="T39" fmla="*/ 318 h 325"/>
                <a:gd name="T40" fmla="*/ 7 w 245"/>
                <a:gd name="T41" fmla="*/ 318 h 325"/>
                <a:gd name="T42" fmla="*/ 26 w 245"/>
                <a:gd name="T43" fmla="*/ 316 h 325"/>
                <a:gd name="T44" fmla="*/ 128 w 245"/>
                <a:gd name="T45" fmla="*/ 228 h 325"/>
                <a:gd name="T46" fmla="*/ 111 w 245"/>
                <a:gd name="T47" fmla="*/ 218 h 325"/>
                <a:gd name="T48" fmla="*/ 84 w 245"/>
                <a:gd name="T49" fmla="*/ 190 h 325"/>
                <a:gd name="T50" fmla="*/ 112 w 245"/>
                <a:gd name="T51" fmla="*/ 166 h 325"/>
                <a:gd name="T52" fmla="*/ 112 w 245"/>
                <a:gd name="T53" fmla="*/ 160 h 325"/>
                <a:gd name="T54" fmla="*/ 124 w 245"/>
                <a:gd name="T55" fmla="*/ 160 h 325"/>
                <a:gd name="T56" fmla="*/ 124 w 245"/>
                <a:gd name="T57" fmla="*/ 166 h 325"/>
                <a:gd name="T58" fmla="*/ 151 w 245"/>
                <a:gd name="T59" fmla="*/ 176 h 325"/>
                <a:gd name="T60" fmla="*/ 137 w 245"/>
                <a:gd name="T61" fmla="*/ 186 h 325"/>
                <a:gd name="T62" fmla="*/ 119 w 245"/>
                <a:gd name="T63" fmla="*/ 179 h 325"/>
                <a:gd name="T64" fmla="*/ 104 w 245"/>
                <a:gd name="T65" fmla="*/ 189 h 325"/>
                <a:gd name="T66" fmla="*/ 109 w 245"/>
                <a:gd name="T67" fmla="*/ 199 h 325"/>
                <a:gd name="T68" fmla="*/ 125 w 245"/>
                <a:gd name="T69" fmla="*/ 207 h 325"/>
                <a:gd name="T70" fmla="*/ 153 w 245"/>
                <a:gd name="T71" fmla="*/ 237 h 325"/>
                <a:gd name="T72" fmla="*/ 124 w 245"/>
                <a:gd name="T73" fmla="*/ 261 h 325"/>
                <a:gd name="T74" fmla="*/ 124 w 245"/>
                <a:gd name="T75" fmla="*/ 272 h 325"/>
                <a:gd name="T76" fmla="*/ 112 w 245"/>
                <a:gd name="T77" fmla="*/ 272 h 325"/>
                <a:gd name="T78" fmla="*/ 112 w 245"/>
                <a:gd name="T79" fmla="*/ 261 h 325"/>
                <a:gd name="T80" fmla="*/ 83 w 245"/>
                <a:gd name="T81" fmla="*/ 248 h 325"/>
                <a:gd name="T82" fmla="*/ 97 w 245"/>
                <a:gd name="T83" fmla="*/ 239 h 325"/>
                <a:gd name="T84" fmla="*/ 119 w 245"/>
                <a:gd name="T85" fmla="*/ 249 h 325"/>
                <a:gd name="T86" fmla="*/ 133 w 245"/>
                <a:gd name="T87" fmla="*/ 238 h 325"/>
                <a:gd name="T88" fmla="*/ 128 w 245"/>
                <a:gd name="T89" fmla="*/ 228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45" h="325">
                  <a:moveTo>
                    <a:pt x="26" y="316"/>
                  </a:moveTo>
                  <a:cubicBezTo>
                    <a:pt x="35" y="305"/>
                    <a:pt x="35" y="305"/>
                    <a:pt x="35" y="305"/>
                  </a:cubicBezTo>
                  <a:cubicBezTo>
                    <a:pt x="52" y="315"/>
                    <a:pt x="80" y="325"/>
                    <a:pt x="121" y="324"/>
                  </a:cubicBezTo>
                  <a:cubicBezTo>
                    <a:pt x="158" y="323"/>
                    <a:pt x="181" y="314"/>
                    <a:pt x="195" y="307"/>
                  </a:cubicBezTo>
                  <a:cubicBezTo>
                    <a:pt x="205" y="318"/>
                    <a:pt x="205" y="318"/>
                    <a:pt x="205" y="318"/>
                  </a:cubicBezTo>
                  <a:cubicBezTo>
                    <a:pt x="210" y="324"/>
                    <a:pt x="218" y="325"/>
                    <a:pt x="224" y="320"/>
                  </a:cubicBezTo>
                  <a:cubicBezTo>
                    <a:pt x="230" y="315"/>
                    <a:pt x="230" y="307"/>
                    <a:pt x="226" y="301"/>
                  </a:cubicBezTo>
                  <a:cubicBezTo>
                    <a:pt x="215" y="288"/>
                    <a:pt x="215" y="288"/>
                    <a:pt x="215" y="288"/>
                  </a:cubicBezTo>
                  <a:cubicBezTo>
                    <a:pt x="222" y="272"/>
                    <a:pt x="245" y="216"/>
                    <a:pt x="222" y="177"/>
                  </a:cubicBezTo>
                  <a:cubicBezTo>
                    <a:pt x="195" y="132"/>
                    <a:pt x="157" y="121"/>
                    <a:pt x="141" y="109"/>
                  </a:cubicBezTo>
                  <a:cubicBezTo>
                    <a:pt x="126" y="96"/>
                    <a:pt x="124" y="95"/>
                    <a:pt x="132" y="80"/>
                  </a:cubicBezTo>
                  <a:cubicBezTo>
                    <a:pt x="140" y="65"/>
                    <a:pt x="173" y="50"/>
                    <a:pt x="173" y="35"/>
                  </a:cubicBezTo>
                  <a:cubicBezTo>
                    <a:pt x="174" y="20"/>
                    <a:pt x="101" y="0"/>
                    <a:pt x="114" y="24"/>
                  </a:cubicBezTo>
                  <a:cubicBezTo>
                    <a:pt x="128" y="48"/>
                    <a:pt x="61" y="11"/>
                    <a:pt x="50" y="24"/>
                  </a:cubicBezTo>
                  <a:cubicBezTo>
                    <a:pt x="40" y="36"/>
                    <a:pt x="98" y="63"/>
                    <a:pt x="107" y="82"/>
                  </a:cubicBezTo>
                  <a:cubicBezTo>
                    <a:pt x="115" y="101"/>
                    <a:pt x="94" y="104"/>
                    <a:pt x="74" y="121"/>
                  </a:cubicBezTo>
                  <a:cubicBezTo>
                    <a:pt x="54" y="138"/>
                    <a:pt x="29" y="154"/>
                    <a:pt x="14" y="184"/>
                  </a:cubicBezTo>
                  <a:cubicBezTo>
                    <a:pt x="0" y="210"/>
                    <a:pt x="12" y="272"/>
                    <a:pt x="15" y="288"/>
                  </a:cubicBezTo>
                  <a:cubicBezTo>
                    <a:pt x="6" y="299"/>
                    <a:pt x="6" y="299"/>
                    <a:pt x="6" y="299"/>
                  </a:cubicBezTo>
                  <a:cubicBezTo>
                    <a:pt x="1" y="305"/>
                    <a:pt x="2" y="313"/>
                    <a:pt x="7" y="318"/>
                  </a:cubicBezTo>
                  <a:cubicBezTo>
                    <a:pt x="7" y="318"/>
                    <a:pt x="7" y="318"/>
                    <a:pt x="7" y="318"/>
                  </a:cubicBezTo>
                  <a:cubicBezTo>
                    <a:pt x="13" y="323"/>
                    <a:pt x="22" y="322"/>
                    <a:pt x="26" y="316"/>
                  </a:cubicBezTo>
                  <a:close/>
                  <a:moveTo>
                    <a:pt x="128" y="228"/>
                  </a:moveTo>
                  <a:cubicBezTo>
                    <a:pt x="124" y="225"/>
                    <a:pt x="122" y="224"/>
                    <a:pt x="111" y="218"/>
                  </a:cubicBezTo>
                  <a:cubicBezTo>
                    <a:pt x="91" y="208"/>
                    <a:pt x="84" y="202"/>
                    <a:pt x="84" y="190"/>
                  </a:cubicBezTo>
                  <a:cubicBezTo>
                    <a:pt x="84" y="177"/>
                    <a:pt x="96" y="168"/>
                    <a:pt x="112" y="166"/>
                  </a:cubicBezTo>
                  <a:cubicBezTo>
                    <a:pt x="112" y="160"/>
                    <a:pt x="112" y="160"/>
                    <a:pt x="112" y="160"/>
                  </a:cubicBezTo>
                  <a:cubicBezTo>
                    <a:pt x="124" y="160"/>
                    <a:pt x="124" y="160"/>
                    <a:pt x="124" y="160"/>
                  </a:cubicBezTo>
                  <a:cubicBezTo>
                    <a:pt x="124" y="166"/>
                    <a:pt x="124" y="166"/>
                    <a:pt x="124" y="166"/>
                  </a:cubicBezTo>
                  <a:cubicBezTo>
                    <a:pt x="132" y="167"/>
                    <a:pt x="143" y="170"/>
                    <a:pt x="151" y="176"/>
                  </a:cubicBezTo>
                  <a:cubicBezTo>
                    <a:pt x="137" y="186"/>
                    <a:pt x="137" y="186"/>
                    <a:pt x="137" y="186"/>
                  </a:cubicBezTo>
                  <a:cubicBezTo>
                    <a:pt x="131" y="181"/>
                    <a:pt x="126" y="179"/>
                    <a:pt x="119" y="179"/>
                  </a:cubicBezTo>
                  <a:cubicBezTo>
                    <a:pt x="110" y="179"/>
                    <a:pt x="104" y="183"/>
                    <a:pt x="104" y="189"/>
                  </a:cubicBezTo>
                  <a:cubicBezTo>
                    <a:pt x="104" y="193"/>
                    <a:pt x="106" y="196"/>
                    <a:pt x="109" y="199"/>
                  </a:cubicBezTo>
                  <a:cubicBezTo>
                    <a:pt x="112" y="201"/>
                    <a:pt x="114" y="202"/>
                    <a:pt x="125" y="207"/>
                  </a:cubicBezTo>
                  <a:cubicBezTo>
                    <a:pt x="146" y="218"/>
                    <a:pt x="153" y="225"/>
                    <a:pt x="153" y="237"/>
                  </a:cubicBezTo>
                  <a:cubicBezTo>
                    <a:pt x="153" y="251"/>
                    <a:pt x="144" y="260"/>
                    <a:pt x="124" y="261"/>
                  </a:cubicBezTo>
                  <a:cubicBezTo>
                    <a:pt x="124" y="272"/>
                    <a:pt x="124" y="272"/>
                    <a:pt x="124" y="272"/>
                  </a:cubicBezTo>
                  <a:cubicBezTo>
                    <a:pt x="112" y="272"/>
                    <a:pt x="112" y="272"/>
                    <a:pt x="112" y="272"/>
                  </a:cubicBezTo>
                  <a:cubicBezTo>
                    <a:pt x="112" y="261"/>
                    <a:pt x="112" y="261"/>
                    <a:pt x="112" y="261"/>
                  </a:cubicBezTo>
                  <a:cubicBezTo>
                    <a:pt x="100" y="261"/>
                    <a:pt x="91" y="256"/>
                    <a:pt x="83" y="248"/>
                  </a:cubicBezTo>
                  <a:cubicBezTo>
                    <a:pt x="97" y="239"/>
                    <a:pt x="97" y="239"/>
                    <a:pt x="97" y="239"/>
                  </a:cubicBezTo>
                  <a:cubicBezTo>
                    <a:pt x="105" y="247"/>
                    <a:pt x="111" y="249"/>
                    <a:pt x="119" y="249"/>
                  </a:cubicBezTo>
                  <a:cubicBezTo>
                    <a:pt x="128" y="249"/>
                    <a:pt x="133" y="245"/>
                    <a:pt x="133" y="238"/>
                  </a:cubicBezTo>
                  <a:cubicBezTo>
                    <a:pt x="133" y="234"/>
                    <a:pt x="131" y="230"/>
                    <a:pt x="128" y="2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9" name="Freeform 585"/>
            <p:cNvSpPr>
              <a:spLocks noEditPoints="1"/>
            </p:cNvSpPr>
            <p:nvPr/>
          </p:nvSpPr>
          <p:spPr bwMode="auto">
            <a:xfrm>
              <a:off x="10891838" y="5811838"/>
              <a:ext cx="280988" cy="417513"/>
            </a:xfrm>
            <a:custGeom>
              <a:avLst/>
              <a:gdLst>
                <a:gd name="T0" fmla="*/ 201 w 218"/>
                <a:gd name="T1" fmla="*/ 310 h 325"/>
                <a:gd name="T2" fmla="*/ 207 w 218"/>
                <a:gd name="T3" fmla="*/ 293 h 325"/>
                <a:gd name="T4" fmla="*/ 213 w 218"/>
                <a:gd name="T5" fmla="*/ 285 h 325"/>
                <a:gd name="T6" fmla="*/ 213 w 218"/>
                <a:gd name="T7" fmla="*/ 180 h 325"/>
                <a:gd name="T8" fmla="*/ 218 w 218"/>
                <a:gd name="T9" fmla="*/ 171 h 325"/>
                <a:gd name="T10" fmla="*/ 141 w 218"/>
                <a:gd name="T11" fmla="*/ 109 h 325"/>
                <a:gd name="T12" fmla="*/ 132 w 218"/>
                <a:gd name="T13" fmla="*/ 80 h 325"/>
                <a:gd name="T14" fmla="*/ 173 w 218"/>
                <a:gd name="T15" fmla="*/ 35 h 325"/>
                <a:gd name="T16" fmla="*/ 114 w 218"/>
                <a:gd name="T17" fmla="*/ 24 h 325"/>
                <a:gd name="T18" fmla="*/ 50 w 218"/>
                <a:gd name="T19" fmla="*/ 24 h 325"/>
                <a:gd name="T20" fmla="*/ 107 w 218"/>
                <a:gd name="T21" fmla="*/ 82 h 325"/>
                <a:gd name="T22" fmla="*/ 74 w 218"/>
                <a:gd name="T23" fmla="*/ 121 h 325"/>
                <a:gd name="T24" fmla="*/ 14 w 218"/>
                <a:gd name="T25" fmla="*/ 184 h 325"/>
                <a:gd name="T26" fmla="*/ 15 w 218"/>
                <a:gd name="T27" fmla="*/ 288 h 325"/>
                <a:gd name="T28" fmla="*/ 6 w 218"/>
                <a:gd name="T29" fmla="*/ 299 h 325"/>
                <a:gd name="T30" fmla="*/ 7 w 218"/>
                <a:gd name="T31" fmla="*/ 318 h 325"/>
                <a:gd name="T32" fmla="*/ 26 w 218"/>
                <a:gd name="T33" fmla="*/ 316 h 325"/>
                <a:gd name="T34" fmla="*/ 35 w 218"/>
                <a:gd name="T35" fmla="*/ 305 h 325"/>
                <a:gd name="T36" fmla="*/ 121 w 218"/>
                <a:gd name="T37" fmla="*/ 324 h 325"/>
                <a:gd name="T38" fmla="*/ 195 w 218"/>
                <a:gd name="T39" fmla="*/ 307 h 325"/>
                <a:gd name="T40" fmla="*/ 203 w 218"/>
                <a:gd name="T41" fmla="*/ 316 h 325"/>
                <a:gd name="T42" fmla="*/ 201 w 218"/>
                <a:gd name="T43" fmla="*/ 310 h 325"/>
                <a:gd name="T44" fmla="*/ 112 w 218"/>
                <a:gd name="T45" fmla="*/ 272 h 325"/>
                <a:gd name="T46" fmla="*/ 112 w 218"/>
                <a:gd name="T47" fmla="*/ 261 h 325"/>
                <a:gd name="T48" fmla="*/ 83 w 218"/>
                <a:gd name="T49" fmla="*/ 248 h 325"/>
                <a:gd name="T50" fmla="*/ 97 w 218"/>
                <a:gd name="T51" fmla="*/ 239 h 325"/>
                <a:gd name="T52" fmla="*/ 119 w 218"/>
                <a:gd name="T53" fmla="*/ 249 h 325"/>
                <a:gd name="T54" fmla="*/ 133 w 218"/>
                <a:gd name="T55" fmla="*/ 238 h 325"/>
                <a:gd name="T56" fmla="*/ 128 w 218"/>
                <a:gd name="T57" fmla="*/ 228 h 325"/>
                <a:gd name="T58" fmla="*/ 111 w 218"/>
                <a:gd name="T59" fmla="*/ 218 h 325"/>
                <a:gd name="T60" fmla="*/ 84 w 218"/>
                <a:gd name="T61" fmla="*/ 190 h 325"/>
                <a:gd name="T62" fmla="*/ 112 w 218"/>
                <a:gd name="T63" fmla="*/ 166 h 325"/>
                <a:gd name="T64" fmla="*/ 112 w 218"/>
                <a:gd name="T65" fmla="*/ 160 h 325"/>
                <a:gd name="T66" fmla="*/ 124 w 218"/>
                <a:gd name="T67" fmla="*/ 160 h 325"/>
                <a:gd name="T68" fmla="*/ 124 w 218"/>
                <a:gd name="T69" fmla="*/ 166 h 325"/>
                <a:gd name="T70" fmla="*/ 151 w 218"/>
                <a:gd name="T71" fmla="*/ 176 h 325"/>
                <a:gd name="T72" fmla="*/ 137 w 218"/>
                <a:gd name="T73" fmla="*/ 186 h 325"/>
                <a:gd name="T74" fmla="*/ 119 w 218"/>
                <a:gd name="T75" fmla="*/ 179 h 325"/>
                <a:gd name="T76" fmla="*/ 104 w 218"/>
                <a:gd name="T77" fmla="*/ 189 h 325"/>
                <a:gd name="T78" fmla="*/ 109 w 218"/>
                <a:gd name="T79" fmla="*/ 199 h 325"/>
                <a:gd name="T80" fmla="*/ 125 w 218"/>
                <a:gd name="T81" fmla="*/ 207 h 325"/>
                <a:gd name="T82" fmla="*/ 153 w 218"/>
                <a:gd name="T83" fmla="*/ 237 h 325"/>
                <a:gd name="T84" fmla="*/ 124 w 218"/>
                <a:gd name="T85" fmla="*/ 261 h 325"/>
                <a:gd name="T86" fmla="*/ 124 w 218"/>
                <a:gd name="T87" fmla="*/ 272 h 325"/>
                <a:gd name="T88" fmla="*/ 112 w 218"/>
                <a:gd name="T89" fmla="*/ 272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18" h="325">
                  <a:moveTo>
                    <a:pt x="201" y="310"/>
                  </a:moveTo>
                  <a:cubicBezTo>
                    <a:pt x="201" y="303"/>
                    <a:pt x="203" y="298"/>
                    <a:pt x="207" y="293"/>
                  </a:cubicBezTo>
                  <a:cubicBezTo>
                    <a:pt x="213" y="285"/>
                    <a:pt x="213" y="285"/>
                    <a:pt x="213" y="285"/>
                  </a:cubicBezTo>
                  <a:cubicBezTo>
                    <a:pt x="208" y="259"/>
                    <a:pt x="200" y="206"/>
                    <a:pt x="213" y="180"/>
                  </a:cubicBezTo>
                  <a:cubicBezTo>
                    <a:pt x="215" y="177"/>
                    <a:pt x="217" y="174"/>
                    <a:pt x="218" y="171"/>
                  </a:cubicBezTo>
                  <a:cubicBezTo>
                    <a:pt x="191" y="131"/>
                    <a:pt x="156" y="121"/>
                    <a:pt x="141" y="109"/>
                  </a:cubicBezTo>
                  <a:cubicBezTo>
                    <a:pt x="126" y="96"/>
                    <a:pt x="124" y="95"/>
                    <a:pt x="132" y="80"/>
                  </a:cubicBezTo>
                  <a:cubicBezTo>
                    <a:pt x="140" y="65"/>
                    <a:pt x="173" y="50"/>
                    <a:pt x="173" y="35"/>
                  </a:cubicBezTo>
                  <a:cubicBezTo>
                    <a:pt x="174" y="20"/>
                    <a:pt x="101" y="0"/>
                    <a:pt x="114" y="24"/>
                  </a:cubicBezTo>
                  <a:cubicBezTo>
                    <a:pt x="128" y="48"/>
                    <a:pt x="61" y="11"/>
                    <a:pt x="50" y="24"/>
                  </a:cubicBezTo>
                  <a:cubicBezTo>
                    <a:pt x="40" y="36"/>
                    <a:pt x="98" y="63"/>
                    <a:pt x="107" y="82"/>
                  </a:cubicBezTo>
                  <a:cubicBezTo>
                    <a:pt x="115" y="101"/>
                    <a:pt x="94" y="104"/>
                    <a:pt x="74" y="121"/>
                  </a:cubicBezTo>
                  <a:cubicBezTo>
                    <a:pt x="54" y="138"/>
                    <a:pt x="29" y="154"/>
                    <a:pt x="14" y="184"/>
                  </a:cubicBezTo>
                  <a:cubicBezTo>
                    <a:pt x="0" y="210"/>
                    <a:pt x="12" y="272"/>
                    <a:pt x="15" y="288"/>
                  </a:cubicBezTo>
                  <a:cubicBezTo>
                    <a:pt x="6" y="299"/>
                    <a:pt x="6" y="299"/>
                    <a:pt x="6" y="299"/>
                  </a:cubicBezTo>
                  <a:cubicBezTo>
                    <a:pt x="1" y="305"/>
                    <a:pt x="2" y="313"/>
                    <a:pt x="7" y="318"/>
                  </a:cubicBezTo>
                  <a:cubicBezTo>
                    <a:pt x="13" y="323"/>
                    <a:pt x="22" y="322"/>
                    <a:pt x="26" y="316"/>
                  </a:cubicBezTo>
                  <a:cubicBezTo>
                    <a:pt x="35" y="305"/>
                    <a:pt x="35" y="305"/>
                    <a:pt x="35" y="305"/>
                  </a:cubicBezTo>
                  <a:cubicBezTo>
                    <a:pt x="52" y="315"/>
                    <a:pt x="80" y="325"/>
                    <a:pt x="121" y="324"/>
                  </a:cubicBezTo>
                  <a:cubicBezTo>
                    <a:pt x="158" y="323"/>
                    <a:pt x="181" y="314"/>
                    <a:pt x="195" y="307"/>
                  </a:cubicBezTo>
                  <a:cubicBezTo>
                    <a:pt x="203" y="316"/>
                    <a:pt x="203" y="316"/>
                    <a:pt x="203" y="316"/>
                  </a:cubicBezTo>
                  <a:cubicBezTo>
                    <a:pt x="202" y="314"/>
                    <a:pt x="202" y="312"/>
                    <a:pt x="201" y="310"/>
                  </a:cubicBezTo>
                  <a:close/>
                  <a:moveTo>
                    <a:pt x="112" y="272"/>
                  </a:moveTo>
                  <a:cubicBezTo>
                    <a:pt x="112" y="261"/>
                    <a:pt x="112" y="261"/>
                    <a:pt x="112" y="261"/>
                  </a:cubicBezTo>
                  <a:cubicBezTo>
                    <a:pt x="100" y="261"/>
                    <a:pt x="91" y="256"/>
                    <a:pt x="83" y="248"/>
                  </a:cubicBezTo>
                  <a:cubicBezTo>
                    <a:pt x="97" y="239"/>
                    <a:pt x="97" y="239"/>
                    <a:pt x="97" y="239"/>
                  </a:cubicBezTo>
                  <a:cubicBezTo>
                    <a:pt x="105" y="247"/>
                    <a:pt x="111" y="249"/>
                    <a:pt x="119" y="249"/>
                  </a:cubicBezTo>
                  <a:cubicBezTo>
                    <a:pt x="128" y="249"/>
                    <a:pt x="133" y="245"/>
                    <a:pt x="133" y="238"/>
                  </a:cubicBezTo>
                  <a:cubicBezTo>
                    <a:pt x="133" y="234"/>
                    <a:pt x="131" y="230"/>
                    <a:pt x="128" y="228"/>
                  </a:cubicBezTo>
                  <a:cubicBezTo>
                    <a:pt x="124" y="225"/>
                    <a:pt x="122" y="224"/>
                    <a:pt x="111" y="218"/>
                  </a:cubicBezTo>
                  <a:cubicBezTo>
                    <a:pt x="91" y="208"/>
                    <a:pt x="84" y="202"/>
                    <a:pt x="84" y="190"/>
                  </a:cubicBezTo>
                  <a:cubicBezTo>
                    <a:pt x="84" y="177"/>
                    <a:pt x="96" y="168"/>
                    <a:pt x="112" y="166"/>
                  </a:cubicBezTo>
                  <a:cubicBezTo>
                    <a:pt x="112" y="160"/>
                    <a:pt x="112" y="160"/>
                    <a:pt x="112" y="160"/>
                  </a:cubicBezTo>
                  <a:cubicBezTo>
                    <a:pt x="124" y="160"/>
                    <a:pt x="124" y="160"/>
                    <a:pt x="124" y="160"/>
                  </a:cubicBezTo>
                  <a:cubicBezTo>
                    <a:pt x="124" y="166"/>
                    <a:pt x="124" y="166"/>
                    <a:pt x="124" y="166"/>
                  </a:cubicBezTo>
                  <a:cubicBezTo>
                    <a:pt x="132" y="167"/>
                    <a:pt x="143" y="170"/>
                    <a:pt x="151" y="176"/>
                  </a:cubicBezTo>
                  <a:cubicBezTo>
                    <a:pt x="137" y="186"/>
                    <a:pt x="137" y="186"/>
                    <a:pt x="137" y="186"/>
                  </a:cubicBezTo>
                  <a:cubicBezTo>
                    <a:pt x="131" y="181"/>
                    <a:pt x="126" y="179"/>
                    <a:pt x="119" y="179"/>
                  </a:cubicBezTo>
                  <a:cubicBezTo>
                    <a:pt x="110" y="179"/>
                    <a:pt x="104" y="183"/>
                    <a:pt x="104" y="189"/>
                  </a:cubicBezTo>
                  <a:cubicBezTo>
                    <a:pt x="104" y="193"/>
                    <a:pt x="106" y="196"/>
                    <a:pt x="109" y="199"/>
                  </a:cubicBezTo>
                  <a:cubicBezTo>
                    <a:pt x="112" y="201"/>
                    <a:pt x="114" y="202"/>
                    <a:pt x="125" y="207"/>
                  </a:cubicBezTo>
                  <a:cubicBezTo>
                    <a:pt x="146" y="218"/>
                    <a:pt x="153" y="225"/>
                    <a:pt x="153" y="237"/>
                  </a:cubicBezTo>
                  <a:cubicBezTo>
                    <a:pt x="153" y="251"/>
                    <a:pt x="144" y="260"/>
                    <a:pt x="124" y="261"/>
                  </a:cubicBezTo>
                  <a:cubicBezTo>
                    <a:pt x="124" y="272"/>
                    <a:pt x="124" y="272"/>
                    <a:pt x="124" y="272"/>
                  </a:cubicBezTo>
                  <a:lnTo>
                    <a:pt x="112" y="2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0" name="Freeform 586"/>
            <p:cNvSpPr>
              <a:spLocks noEditPoints="1"/>
            </p:cNvSpPr>
            <p:nvPr/>
          </p:nvSpPr>
          <p:spPr bwMode="auto">
            <a:xfrm>
              <a:off x="11160125" y="5811838"/>
              <a:ext cx="315913" cy="417513"/>
            </a:xfrm>
            <a:custGeom>
              <a:avLst/>
              <a:gdLst>
                <a:gd name="T0" fmla="*/ 50 w 245"/>
                <a:gd name="T1" fmla="*/ 24 h 325"/>
                <a:gd name="T2" fmla="*/ 107 w 245"/>
                <a:gd name="T3" fmla="*/ 82 h 325"/>
                <a:gd name="T4" fmla="*/ 74 w 245"/>
                <a:gd name="T5" fmla="*/ 121 h 325"/>
                <a:gd name="T6" fmla="*/ 14 w 245"/>
                <a:gd name="T7" fmla="*/ 184 h 325"/>
                <a:gd name="T8" fmla="*/ 15 w 245"/>
                <a:gd name="T9" fmla="*/ 288 h 325"/>
                <a:gd name="T10" fmla="*/ 6 w 245"/>
                <a:gd name="T11" fmla="*/ 299 h 325"/>
                <a:gd name="T12" fmla="*/ 7 w 245"/>
                <a:gd name="T13" fmla="*/ 318 h 325"/>
                <a:gd name="T14" fmla="*/ 26 w 245"/>
                <a:gd name="T15" fmla="*/ 316 h 325"/>
                <a:gd name="T16" fmla="*/ 35 w 245"/>
                <a:gd name="T17" fmla="*/ 305 h 325"/>
                <a:gd name="T18" fmla="*/ 121 w 245"/>
                <a:gd name="T19" fmla="*/ 324 h 325"/>
                <a:gd name="T20" fmla="*/ 195 w 245"/>
                <a:gd name="T21" fmla="*/ 307 h 325"/>
                <a:gd name="T22" fmla="*/ 205 w 245"/>
                <a:gd name="T23" fmla="*/ 318 h 325"/>
                <a:gd name="T24" fmla="*/ 224 w 245"/>
                <a:gd name="T25" fmla="*/ 320 h 325"/>
                <a:gd name="T26" fmla="*/ 226 w 245"/>
                <a:gd name="T27" fmla="*/ 301 h 325"/>
                <a:gd name="T28" fmla="*/ 215 w 245"/>
                <a:gd name="T29" fmla="*/ 288 h 325"/>
                <a:gd name="T30" fmla="*/ 222 w 245"/>
                <a:gd name="T31" fmla="*/ 177 h 325"/>
                <a:gd name="T32" fmla="*/ 141 w 245"/>
                <a:gd name="T33" fmla="*/ 109 h 325"/>
                <a:gd name="T34" fmla="*/ 132 w 245"/>
                <a:gd name="T35" fmla="*/ 80 h 325"/>
                <a:gd name="T36" fmla="*/ 173 w 245"/>
                <a:gd name="T37" fmla="*/ 35 h 325"/>
                <a:gd name="T38" fmla="*/ 114 w 245"/>
                <a:gd name="T39" fmla="*/ 24 h 325"/>
                <a:gd name="T40" fmla="*/ 50 w 245"/>
                <a:gd name="T41" fmla="*/ 24 h 325"/>
                <a:gd name="T42" fmla="*/ 112 w 245"/>
                <a:gd name="T43" fmla="*/ 166 h 325"/>
                <a:gd name="T44" fmla="*/ 112 w 245"/>
                <a:gd name="T45" fmla="*/ 160 h 325"/>
                <a:gd name="T46" fmla="*/ 124 w 245"/>
                <a:gd name="T47" fmla="*/ 160 h 325"/>
                <a:gd name="T48" fmla="*/ 124 w 245"/>
                <a:gd name="T49" fmla="*/ 166 h 325"/>
                <a:gd name="T50" fmla="*/ 151 w 245"/>
                <a:gd name="T51" fmla="*/ 176 h 325"/>
                <a:gd name="T52" fmla="*/ 137 w 245"/>
                <a:gd name="T53" fmla="*/ 186 h 325"/>
                <a:gd name="T54" fmla="*/ 119 w 245"/>
                <a:gd name="T55" fmla="*/ 179 h 325"/>
                <a:gd name="T56" fmla="*/ 104 w 245"/>
                <a:gd name="T57" fmla="*/ 189 h 325"/>
                <a:gd name="T58" fmla="*/ 109 w 245"/>
                <a:gd name="T59" fmla="*/ 199 h 325"/>
                <a:gd name="T60" fmla="*/ 125 w 245"/>
                <a:gd name="T61" fmla="*/ 207 h 325"/>
                <a:gd name="T62" fmla="*/ 153 w 245"/>
                <a:gd name="T63" fmla="*/ 237 h 325"/>
                <a:gd name="T64" fmla="*/ 124 w 245"/>
                <a:gd name="T65" fmla="*/ 261 h 325"/>
                <a:gd name="T66" fmla="*/ 124 w 245"/>
                <a:gd name="T67" fmla="*/ 272 h 325"/>
                <a:gd name="T68" fmla="*/ 112 w 245"/>
                <a:gd name="T69" fmla="*/ 272 h 325"/>
                <a:gd name="T70" fmla="*/ 112 w 245"/>
                <a:gd name="T71" fmla="*/ 261 h 325"/>
                <a:gd name="T72" fmla="*/ 83 w 245"/>
                <a:gd name="T73" fmla="*/ 248 h 325"/>
                <a:gd name="T74" fmla="*/ 97 w 245"/>
                <a:gd name="T75" fmla="*/ 239 h 325"/>
                <a:gd name="T76" fmla="*/ 119 w 245"/>
                <a:gd name="T77" fmla="*/ 249 h 325"/>
                <a:gd name="T78" fmla="*/ 133 w 245"/>
                <a:gd name="T79" fmla="*/ 238 h 325"/>
                <a:gd name="T80" fmla="*/ 128 w 245"/>
                <a:gd name="T81" fmla="*/ 228 h 325"/>
                <a:gd name="T82" fmla="*/ 111 w 245"/>
                <a:gd name="T83" fmla="*/ 218 h 325"/>
                <a:gd name="T84" fmla="*/ 84 w 245"/>
                <a:gd name="T85" fmla="*/ 190 h 325"/>
                <a:gd name="T86" fmla="*/ 112 w 245"/>
                <a:gd name="T87" fmla="*/ 166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5" h="325">
                  <a:moveTo>
                    <a:pt x="50" y="24"/>
                  </a:moveTo>
                  <a:cubicBezTo>
                    <a:pt x="40" y="36"/>
                    <a:pt x="98" y="63"/>
                    <a:pt x="107" y="82"/>
                  </a:cubicBezTo>
                  <a:cubicBezTo>
                    <a:pt x="115" y="101"/>
                    <a:pt x="94" y="104"/>
                    <a:pt x="74" y="121"/>
                  </a:cubicBezTo>
                  <a:cubicBezTo>
                    <a:pt x="54" y="138"/>
                    <a:pt x="29" y="154"/>
                    <a:pt x="14" y="184"/>
                  </a:cubicBezTo>
                  <a:cubicBezTo>
                    <a:pt x="0" y="210"/>
                    <a:pt x="12" y="272"/>
                    <a:pt x="15" y="288"/>
                  </a:cubicBezTo>
                  <a:cubicBezTo>
                    <a:pt x="6" y="299"/>
                    <a:pt x="6" y="299"/>
                    <a:pt x="6" y="299"/>
                  </a:cubicBezTo>
                  <a:cubicBezTo>
                    <a:pt x="1" y="305"/>
                    <a:pt x="2" y="313"/>
                    <a:pt x="7" y="318"/>
                  </a:cubicBezTo>
                  <a:cubicBezTo>
                    <a:pt x="13" y="323"/>
                    <a:pt x="22" y="322"/>
                    <a:pt x="26" y="316"/>
                  </a:cubicBezTo>
                  <a:cubicBezTo>
                    <a:pt x="35" y="305"/>
                    <a:pt x="35" y="305"/>
                    <a:pt x="35" y="305"/>
                  </a:cubicBezTo>
                  <a:cubicBezTo>
                    <a:pt x="52" y="315"/>
                    <a:pt x="80" y="325"/>
                    <a:pt x="121" y="324"/>
                  </a:cubicBezTo>
                  <a:cubicBezTo>
                    <a:pt x="158" y="323"/>
                    <a:pt x="181" y="314"/>
                    <a:pt x="195" y="307"/>
                  </a:cubicBezTo>
                  <a:cubicBezTo>
                    <a:pt x="205" y="318"/>
                    <a:pt x="205" y="318"/>
                    <a:pt x="205" y="318"/>
                  </a:cubicBezTo>
                  <a:cubicBezTo>
                    <a:pt x="210" y="324"/>
                    <a:pt x="218" y="325"/>
                    <a:pt x="224" y="320"/>
                  </a:cubicBezTo>
                  <a:cubicBezTo>
                    <a:pt x="230" y="315"/>
                    <a:pt x="230" y="307"/>
                    <a:pt x="226" y="301"/>
                  </a:cubicBezTo>
                  <a:cubicBezTo>
                    <a:pt x="215" y="288"/>
                    <a:pt x="215" y="288"/>
                    <a:pt x="215" y="288"/>
                  </a:cubicBezTo>
                  <a:cubicBezTo>
                    <a:pt x="222" y="272"/>
                    <a:pt x="245" y="216"/>
                    <a:pt x="222" y="177"/>
                  </a:cubicBezTo>
                  <a:cubicBezTo>
                    <a:pt x="195" y="132"/>
                    <a:pt x="157" y="121"/>
                    <a:pt x="141" y="109"/>
                  </a:cubicBezTo>
                  <a:cubicBezTo>
                    <a:pt x="126" y="96"/>
                    <a:pt x="124" y="95"/>
                    <a:pt x="132" y="80"/>
                  </a:cubicBezTo>
                  <a:cubicBezTo>
                    <a:pt x="140" y="65"/>
                    <a:pt x="173" y="50"/>
                    <a:pt x="173" y="35"/>
                  </a:cubicBezTo>
                  <a:cubicBezTo>
                    <a:pt x="174" y="20"/>
                    <a:pt x="101" y="0"/>
                    <a:pt x="114" y="24"/>
                  </a:cubicBezTo>
                  <a:cubicBezTo>
                    <a:pt x="128" y="48"/>
                    <a:pt x="61" y="11"/>
                    <a:pt x="50" y="24"/>
                  </a:cubicBezTo>
                  <a:close/>
                  <a:moveTo>
                    <a:pt x="112" y="166"/>
                  </a:moveTo>
                  <a:cubicBezTo>
                    <a:pt x="112" y="160"/>
                    <a:pt x="112" y="160"/>
                    <a:pt x="112" y="160"/>
                  </a:cubicBezTo>
                  <a:cubicBezTo>
                    <a:pt x="124" y="160"/>
                    <a:pt x="124" y="160"/>
                    <a:pt x="124" y="160"/>
                  </a:cubicBezTo>
                  <a:cubicBezTo>
                    <a:pt x="124" y="166"/>
                    <a:pt x="124" y="166"/>
                    <a:pt x="124" y="166"/>
                  </a:cubicBezTo>
                  <a:cubicBezTo>
                    <a:pt x="132" y="167"/>
                    <a:pt x="143" y="170"/>
                    <a:pt x="151" y="176"/>
                  </a:cubicBezTo>
                  <a:cubicBezTo>
                    <a:pt x="137" y="186"/>
                    <a:pt x="137" y="186"/>
                    <a:pt x="137" y="186"/>
                  </a:cubicBezTo>
                  <a:cubicBezTo>
                    <a:pt x="131" y="181"/>
                    <a:pt x="126" y="179"/>
                    <a:pt x="119" y="179"/>
                  </a:cubicBezTo>
                  <a:cubicBezTo>
                    <a:pt x="110" y="179"/>
                    <a:pt x="104" y="183"/>
                    <a:pt x="104" y="189"/>
                  </a:cubicBezTo>
                  <a:cubicBezTo>
                    <a:pt x="104" y="193"/>
                    <a:pt x="106" y="196"/>
                    <a:pt x="109" y="199"/>
                  </a:cubicBezTo>
                  <a:cubicBezTo>
                    <a:pt x="112" y="201"/>
                    <a:pt x="114" y="202"/>
                    <a:pt x="125" y="207"/>
                  </a:cubicBezTo>
                  <a:cubicBezTo>
                    <a:pt x="146" y="218"/>
                    <a:pt x="153" y="225"/>
                    <a:pt x="153" y="237"/>
                  </a:cubicBezTo>
                  <a:cubicBezTo>
                    <a:pt x="153" y="251"/>
                    <a:pt x="144" y="260"/>
                    <a:pt x="124" y="261"/>
                  </a:cubicBezTo>
                  <a:cubicBezTo>
                    <a:pt x="124" y="272"/>
                    <a:pt x="124" y="272"/>
                    <a:pt x="124" y="272"/>
                  </a:cubicBezTo>
                  <a:cubicBezTo>
                    <a:pt x="112" y="272"/>
                    <a:pt x="112" y="272"/>
                    <a:pt x="112" y="272"/>
                  </a:cubicBezTo>
                  <a:cubicBezTo>
                    <a:pt x="112" y="261"/>
                    <a:pt x="112" y="261"/>
                    <a:pt x="112" y="261"/>
                  </a:cubicBezTo>
                  <a:cubicBezTo>
                    <a:pt x="100" y="261"/>
                    <a:pt x="91" y="256"/>
                    <a:pt x="83" y="248"/>
                  </a:cubicBezTo>
                  <a:cubicBezTo>
                    <a:pt x="97" y="239"/>
                    <a:pt x="97" y="239"/>
                    <a:pt x="97" y="239"/>
                  </a:cubicBezTo>
                  <a:cubicBezTo>
                    <a:pt x="105" y="247"/>
                    <a:pt x="111" y="249"/>
                    <a:pt x="119" y="249"/>
                  </a:cubicBezTo>
                  <a:cubicBezTo>
                    <a:pt x="128" y="249"/>
                    <a:pt x="133" y="245"/>
                    <a:pt x="133" y="238"/>
                  </a:cubicBezTo>
                  <a:cubicBezTo>
                    <a:pt x="133" y="234"/>
                    <a:pt x="131" y="230"/>
                    <a:pt x="128" y="228"/>
                  </a:cubicBezTo>
                  <a:cubicBezTo>
                    <a:pt x="124" y="225"/>
                    <a:pt x="122" y="224"/>
                    <a:pt x="111" y="218"/>
                  </a:cubicBezTo>
                  <a:cubicBezTo>
                    <a:pt x="91" y="208"/>
                    <a:pt x="84" y="202"/>
                    <a:pt x="84" y="190"/>
                  </a:cubicBezTo>
                  <a:cubicBezTo>
                    <a:pt x="84" y="177"/>
                    <a:pt x="96" y="168"/>
                    <a:pt x="112" y="1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1" name="Freeform 587"/>
            <p:cNvSpPr>
              <a:spLocks noEditPoints="1"/>
            </p:cNvSpPr>
            <p:nvPr/>
          </p:nvSpPr>
          <p:spPr bwMode="auto">
            <a:xfrm>
              <a:off x="11574463" y="5811838"/>
              <a:ext cx="315913" cy="417513"/>
            </a:xfrm>
            <a:custGeom>
              <a:avLst/>
              <a:gdLst>
                <a:gd name="T0" fmla="*/ 222 w 245"/>
                <a:gd name="T1" fmla="*/ 177 h 325"/>
                <a:gd name="T2" fmla="*/ 141 w 245"/>
                <a:gd name="T3" fmla="*/ 109 h 325"/>
                <a:gd name="T4" fmla="*/ 132 w 245"/>
                <a:gd name="T5" fmla="*/ 80 h 325"/>
                <a:gd name="T6" fmla="*/ 173 w 245"/>
                <a:gd name="T7" fmla="*/ 35 h 325"/>
                <a:gd name="T8" fmla="*/ 114 w 245"/>
                <a:gd name="T9" fmla="*/ 24 h 325"/>
                <a:gd name="T10" fmla="*/ 50 w 245"/>
                <a:gd name="T11" fmla="*/ 24 h 325"/>
                <a:gd name="T12" fmla="*/ 107 w 245"/>
                <a:gd name="T13" fmla="*/ 82 h 325"/>
                <a:gd name="T14" fmla="*/ 74 w 245"/>
                <a:gd name="T15" fmla="*/ 121 h 325"/>
                <a:gd name="T16" fmla="*/ 14 w 245"/>
                <a:gd name="T17" fmla="*/ 184 h 325"/>
                <a:gd name="T18" fmla="*/ 15 w 245"/>
                <a:gd name="T19" fmla="*/ 288 h 325"/>
                <a:gd name="T20" fmla="*/ 6 w 245"/>
                <a:gd name="T21" fmla="*/ 299 h 325"/>
                <a:gd name="T22" fmla="*/ 7 w 245"/>
                <a:gd name="T23" fmla="*/ 318 h 325"/>
                <a:gd name="T24" fmla="*/ 26 w 245"/>
                <a:gd name="T25" fmla="*/ 316 h 325"/>
                <a:gd name="T26" fmla="*/ 35 w 245"/>
                <a:gd name="T27" fmla="*/ 305 h 325"/>
                <a:gd name="T28" fmla="*/ 121 w 245"/>
                <a:gd name="T29" fmla="*/ 324 h 325"/>
                <a:gd name="T30" fmla="*/ 195 w 245"/>
                <a:gd name="T31" fmla="*/ 307 h 325"/>
                <a:gd name="T32" fmla="*/ 205 w 245"/>
                <a:gd name="T33" fmla="*/ 318 h 325"/>
                <a:gd name="T34" fmla="*/ 224 w 245"/>
                <a:gd name="T35" fmla="*/ 320 h 325"/>
                <a:gd name="T36" fmla="*/ 226 w 245"/>
                <a:gd name="T37" fmla="*/ 301 h 325"/>
                <a:gd name="T38" fmla="*/ 215 w 245"/>
                <a:gd name="T39" fmla="*/ 288 h 325"/>
                <a:gd name="T40" fmla="*/ 222 w 245"/>
                <a:gd name="T41" fmla="*/ 177 h 325"/>
                <a:gd name="T42" fmla="*/ 122 w 245"/>
                <a:gd name="T43" fmla="*/ 261 h 325"/>
                <a:gd name="T44" fmla="*/ 122 w 245"/>
                <a:gd name="T45" fmla="*/ 272 h 325"/>
                <a:gd name="T46" fmla="*/ 114 w 245"/>
                <a:gd name="T47" fmla="*/ 272 h 325"/>
                <a:gd name="T48" fmla="*/ 114 w 245"/>
                <a:gd name="T49" fmla="*/ 261 h 325"/>
                <a:gd name="T50" fmla="*/ 84 w 245"/>
                <a:gd name="T51" fmla="*/ 248 h 325"/>
                <a:gd name="T52" fmla="*/ 97 w 245"/>
                <a:gd name="T53" fmla="*/ 239 h 325"/>
                <a:gd name="T54" fmla="*/ 119 w 245"/>
                <a:gd name="T55" fmla="*/ 249 h 325"/>
                <a:gd name="T56" fmla="*/ 133 w 245"/>
                <a:gd name="T57" fmla="*/ 238 h 325"/>
                <a:gd name="T58" fmla="*/ 128 w 245"/>
                <a:gd name="T59" fmla="*/ 228 h 325"/>
                <a:gd name="T60" fmla="*/ 111 w 245"/>
                <a:gd name="T61" fmla="*/ 218 h 325"/>
                <a:gd name="T62" fmla="*/ 85 w 245"/>
                <a:gd name="T63" fmla="*/ 190 h 325"/>
                <a:gd name="T64" fmla="*/ 114 w 245"/>
                <a:gd name="T65" fmla="*/ 166 h 325"/>
                <a:gd name="T66" fmla="*/ 114 w 245"/>
                <a:gd name="T67" fmla="*/ 160 h 325"/>
                <a:gd name="T68" fmla="*/ 122 w 245"/>
                <a:gd name="T69" fmla="*/ 160 h 325"/>
                <a:gd name="T70" fmla="*/ 122 w 245"/>
                <a:gd name="T71" fmla="*/ 166 h 325"/>
                <a:gd name="T72" fmla="*/ 150 w 245"/>
                <a:gd name="T73" fmla="*/ 176 h 325"/>
                <a:gd name="T74" fmla="*/ 136 w 245"/>
                <a:gd name="T75" fmla="*/ 186 h 325"/>
                <a:gd name="T76" fmla="*/ 119 w 245"/>
                <a:gd name="T77" fmla="*/ 179 h 325"/>
                <a:gd name="T78" fmla="*/ 104 w 245"/>
                <a:gd name="T79" fmla="*/ 189 h 325"/>
                <a:gd name="T80" fmla="*/ 109 w 245"/>
                <a:gd name="T81" fmla="*/ 199 h 325"/>
                <a:gd name="T82" fmla="*/ 125 w 245"/>
                <a:gd name="T83" fmla="*/ 207 h 325"/>
                <a:gd name="T84" fmla="*/ 152 w 245"/>
                <a:gd name="T85" fmla="*/ 237 h 325"/>
                <a:gd name="T86" fmla="*/ 122 w 245"/>
                <a:gd name="T87" fmla="*/ 261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5" h="325">
                  <a:moveTo>
                    <a:pt x="222" y="177"/>
                  </a:moveTo>
                  <a:cubicBezTo>
                    <a:pt x="195" y="132"/>
                    <a:pt x="157" y="121"/>
                    <a:pt x="141" y="109"/>
                  </a:cubicBezTo>
                  <a:cubicBezTo>
                    <a:pt x="126" y="96"/>
                    <a:pt x="124" y="95"/>
                    <a:pt x="132" y="80"/>
                  </a:cubicBezTo>
                  <a:cubicBezTo>
                    <a:pt x="140" y="65"/>
                    <a:pt x="173" y="50"/>
                    <a:pt x="173" y="35"/>
                  </a:cubicBezTo>
                  <a:cubicBezTo>
                    <a:pt x="174" y="20"/>
                    <a:pt x="101" y="0"/>
                    <a:pt x="114" y="24"/>
                  </a:cubicBezTo>
                  <a:cubicBezTo>
                    <a:pt x="128" y="48"/>
                    <a:pt x="61" y="11"/>
                    <a:pt x="50" y="24"/>
                  </a:cubicBezTo>
                  <a:cubicBezTo>
                    <a:pt x="40" y="36"/>
                    <a:pt x="98" y="63"/>
                    <a:pt x="107" y="82"/>
                  </a:cubicBezTo>
                  <a:cubicBezTo>
                    <a:pt x="115" y="101"/>
                    <a:pt x="94" y="104"/>
                    <a:pt x="74" y="121"/>
                  </a:cubicBezTo>
                  <a:cubicBezTo>
                    <a:pt x="54" y="138"/>
                    <a:pt x="29" y="154"/>
                    <a:pt x="14" y="184"/>
                  </a:cubicBezTo>
                  <a:cubicBezTo>
                    <a:pt x="0" y="210"/>
                    <a:pt x="12" y="272"/>
                    <a:pt x="15" y="288"/>
                  </a:cubicBezTo>
                  <a:cubicBezTo>
                    <a:pt x="6" y="299"/>
                    <a:pt x="6" y="299"/>
                    <a:pt x="6" y="299"/>
                  </a:cubicBezTo>
                  <a:cubicBezTo>
                    <a:pt x="1" y="305"/>
                    <a:pt x="2" y="313"/>
                    <a:pt x="7" y="318"/>
                  </a:cubicBezTo>
                  <a:cubicBezTo>
                    <a:pt x="13" y="323"/>
                    <a:pt x="22" y="322"/>
                    <a:pt x="26" y="316"/>
                  </a:cubicBezTo>
                  <a:cubicBezTo>
                    <a:pt x="35" y="305"/>
                    <a:pt x="35" y="305"/>
                    <a:pt x="35" y="305"/>
                  </a:cubicBezTo>
                  <a:cubicBezTo>
                    <a:pt x="52" y="315"/>
                    <a:pt x="80" y="325"/>
                    <a:pt x="121" y="324"/>
                  </a:cubicBezTo>
                  <a:cubicBezTo>
                    <a:pt x="158" y="323"/>
                    <a:pt x="181" y="314"/>
                    <a:pt x="195" y="307"/>
                  </a:cubicBezTo>
                  <a:cubicBezTo>
                    <a:pt x="205" y="318"/>
                    <a:pt x="205" y="318"/>
                    <a:pt x="205" y="318"/>
                  </a:cubicBezTo>
                  <a:cubicBezTo>
                    <a:pt x="210" y="324"/>
                    <a:pt x="218" y="325"/>
                    <a:pt x="224" y="320"/>
                  </a:cubicBezTo>
                  <a:cubicBezTo>
                    <a:pt x="230" y="315"/>
                    <a:pt x="230" y="307"/>
                    <a:pt x="226" y="301"/>
                  </a:cubicBezTo>
                  <a:cubicBezTo>
                    <a:pt x="215" y="288"/>
                    <a:pt x="215" y="288"/>
                    <a:pt x="215" y="288"/>
                  </a:cubicBezTo>
                  <a:cubicBezTo>
                    <a:pt x="222" y="272"/>
                    <a:pt x="245" y="216"/>
                    <a:pt x="222" y="177"/>
                  </a:cubicBezTo>
                  <a:close/>
                  <a:moveTo>
                    <a:pt x="122" y="261"/>
                  </a:moveTo>
                  <a:cubicBezTo>
                    <a:pt x="122" y="272"/>
                    <a:pt x="122" y="272"/>
                    <a:pt x="122" y="272"/>
                  </a:cubicBezTo>
                  <a:cubicBezTo>
                    <a:pt x="114" y="272"/>
                    <a:pt x="114" y="272"/>
                    <a:pt x="114" y="272"/>
                  </a:cubicBezTo>
                  <a:cubicBezTo>
                    <a:pt x="114" y="261"/>
                    <a:pt x="114" y="261"/>
                    <a:pt x="114" y="261"/>
                  </a:cubicBezTo>
                  <a:cubicBezTo>
                    <a:pt x="102" y="261"/>
                    <a:pt x="92" y="256"/>
                    <a:pt x="84" y="248"/>
                  </a:cubicBezTo>
                  <a:cubicBezTo>
                    <a:pt x="97" y="239"/>
                    <a:pt x="97" y="239"/>
                    <a:pt x="97" y="239"/>
                  </a:cubicBezTo>
                  <a:cubicBezTo>
                    <a:pt x="106" y="247"/>
                    <a:pt x="111" y="249"/>
                    <a:pt x="119" y="249"/>
                  </a:cubicBezTo>
                  <a:cubicBezTo>
                    <a:pt x="128" y="249"/>
                    <a:pt x="133" y="245"/>
                    <a:pt x="133" y="238"/>
                  </a:cubicBezTo>
                  <a:cubicBezTo>
                    <a:pt x="133" y="234"/>
                    <a:pt x="131" y="230"/>
                    <a:pt x="128" y="228"/>
                  </a:cubicBezTo>
                  <a:cubicBezTo>
                    <a:pt x="124" y="225"/>
                    <a:pt x="122" y="224"/>
                    <a:pt x="111" y="218"/>
                  </a:cubicBezTo>
                  <a:cubicBezTo>
                    <a:pt x="91" y="208"/>
                    <a:pt x="85" y="202"/>
                    <a:pt x="85" y="190"/>
                  </a:cubicBezTo>
                  <a:cubicBezTo>
                    <a:pt x="85" y="177"/>
                    <a:pt x="94" y="168"/>
                    <a:pt x="114" y="166"/>
                  </a:cubicBezTo>
                  <a:cubicBezTo>
                    <a:pt x="114" y="160"/>
                    <a:pt x="114" y="160"/>
                    <a:pt x="114" y="160"/>
                  </a:cubicBezTo>
                  <a:cubicBezTo>
                    <a:pt x="122" y="160"/>
                    <a:pt x="122" y="160"/>
                    <a:pt x="122" y="160"/>
                  </a:cubicBezTo>
                  <a:cubicBezTo>
                    <a:pt x="122" y="166"/>
                    <a:pt x="122" y="166"/>
                    <a:pt x="122" y="166"/>
                  </a:cubicBezTo>
                  <a:cubicBezTo>
                    <a:pt x="134" y="167"/>
                    <a:pt x="142" y="170"/>
                    <a:pt x="150" y="176"/>
                  </a:cubicBezTo>
                  <a:cubicBezTo>
                    <a:pt x="136" y="186"/>
                    <a:pt x="136" y="186"/>
                    <a:pt x="136" y="186"/>
                  </a:cubicBezTo>
                  <a:cubicBezTo>
                    <a:pt x="131" y="181"/>
                    <a:pt x="126" y="179"/>
                    <a:pt x="119" y="179"/>
                  </a:cubicBezTo>
                  <a:cubicBezTo>
                    <a:pt x="110" y="179"/>
                    <a:pt x="104" y="183"/>
                    <a:pt x="104" y="189"/>
                  </a:cubicBezTo>
                  <a:cubicBezTo>
                    <a:pt x="104" y="193"/>
                    <a:pt x="106" y="196"/>
                    <a:pt x="109" y="199"/>
                  </a:cubicBezTo>
                  <a:cubicBezTo>
                    <a:pt x="112" y="201"/>
                    <a:pt x="114" y="202"/>
                    <a:pt x="125" y="207"/>
                  </a:cubicBezTo>
                  <a:cubicBezTo>
                    <a:pt x="146" y="218"/>
                    <a:pt x="152" y="225"/>
                    <a:pt x="152" y="237"/>
                  </a:cubicBezTo>
                  <a:cubicBezTo>
                    <a:pt x="152" y="251"/>
                    <a:pt x="142" y="260"/>
                    <a:pt x="122" y="2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2" name="Freeform 588"/>
            <p:cNvSpPr>
              <a:spLocks noEditPoints="1"/>
            </p:cNvSpPr>
            <p:nvPr/>
          </p:nvSpPr>
          <p:spPr bwMode="auto">
            <a:xfrm>
              <a:off x="10271125" y="5307013"/>
              <a:ext cx="255588" cy="255588"/>
            </a:xfrm>
            <a:custGeom>
              <a:avLst/>
              <a:gdLst>
                <a:gd name="T0" fmla="*/ 35 w 199"/>
                <a:gd name="T1" fmla="*/ 37 h 199"/>
                <a:gd name="T2" fmla="*/ 37 w 199"/>
                <a:gd name="T3" fmla="*/ 165 h 199"/>
                <a:gd name="T4" fmla="*/ 164 w 199"/>
                <a:gd name="T5" fmla="*/ 162 h 199"/>
                <a:gd name="T6" fmla="*/ 162 w 199"/>
                <a:gd name="T7" fmla="*/ 35 h 199"/>
                <a:gd name="T8" fmla="*/ 35 w 199"/>
                <a:gd name="T9" fmla="*/ 37 h 199"/>
                <a:gd name="T10" fmla="*/ 170 w 199"/>
                <a:gd name="T11" fmla="*/ 95 h 199"/>
                <a:gd name="T12" fmla="*/ 142 w 199"/>
                <a:gd name="T13" fmla="*/ 153 h 199"/>
                <a:gd name="T14" fmla="*/ 79 w 199"/>
                <a:gd name="T15" fmla="*/ 160 h 199"/>
                <a:gd name="T16" fmla="*/ 170 w 199"/>
                <a:gd name="T17" fmla="*/ 95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9" h="199">
                  <a:moveTo>
                    <a:pt x="35" y="37"/>
                  </a:moveTo>
                  <a:cubicBezTo>
                    <a:pt x="0" y="73"/>
                    <a:pt x="1" y="130"/>
                    <a:pt x="37" y="165"/>
                  </a:cubicBezTo>
                  <a:cubicBezTo>
                    <a:pt x="73" y="199"/>
                    <a:pt x="130" y="198"/>
                    <a:pt x="164" y="162"/>
                  </a:cubicBezTo>
                  <a:cubicBezTo>
                    <a:pt x="199" y="126"/>
                    <a:pt x="198" y="69"/>
                    <a:pt x="162" y="35"/>
                  </a:cubicBezTo>
                  <a:cubicBezTo>
                    <a:pt x="126" y="0"/>
                    <a:pt x="69" y="2"/>
                    <a:pt x="35" y="37"/>
                  </a:cubicBezTo>
                  <a:close/>
                  <a:moveTo>
                    <a:pt x="170" y="95"/>
                  </a:moveTo>
                  <a:cubicBezTo>
                    <a:pt x="171" y="117"/>
                    <a:pt x="162" y="139"/>
                    <a:pt x="142" y="153"/>
                  </a:cubicBezTo>
                  <a:cubicBezTo>
                    <a:pt x="123" y="167"/>
                    <a:pt x="99" y="169"/>
                    <a:pt x="79" y="160"/>
                  </a:cubicBezTo>
                  <a:lnTo>
                    <a:pt x="170" y="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3" name="Freeform 589"/>
            <p:cNvSpPr>
              <a:spLocks/>
            </p:cNvSpPr>
            <p:nvPr/>
          </p:nvSpPr>
          <p:spPr bwMode="auto">
            <a:xfrm>
              <a:off x="11361738" y="5397500"/>
              <a:ext cx="304800" cy="254000"/>
            </a:xfrm>
            <a:custGeom>
              <a:avLst/>
              <a:gdLst>
                <a:gd name="T0" fmla="*/ 192 w 192"/>
                <a:gd name="T1" fmla="*/ 4 h 160"/>
                <a:gd name="T2" fmla="*/ 173 w 192"/>
                <a:gd name="T3" fmla="*/ 0 h 160"/>
                <a:gd name="T4" fmla="*/ 137 w 192"/>
                <a:gd name="T5" fmla="*/ 141 h 160"/>
                <a:gd name="T6" fmla="*/ 0 w 192"/>
                <a:gd name="T7" fmla="*/ 141 h 160"/>
                <a:gd name="T8" fmla="*/ 0 w 192"/>
                <a:gd name="T9" fmla="*/ 160 h 160"/>
                <a:gd name="T10" fmla="*/ 152 w 192"/>
                <a:gd name="T11" fmla="*/ 160 h 160"/>
                <a:gd name="T12" fmla="*/ 192 w 192"/>
                <a:gd name="T13" fmla="*/ 4 h 160"/>
              </a:gdLst>
              <a:ahLst/>
              <a:cxnLst>
                <a:cxn ang="0">
                  <a:pos x="T0" y="T1"/>
                </a:cxn>
                <a:cxn ang="0">
                  <a:pos x="T2" y="T3"/>
                </a:cxn>
                <a:cxn ang="0">
                  <a:pos x="T4" y="T5"/>
                </a:cxn>
                <a:cxn ang="0">
                  <a:pos x="T6" y="T7"/>
                </a:cxn>
                <a:cxn ang="0">
                  <a:pos x="T8" y="T9"/>
                </a:cxn>
                <a:cxn ang="0">
                  <a:pos x="T10" y="T11"/>
                </a:cxn>
                <a:cxn ang="0">
                  <a:pos x="T12" y="T13"/>
                </a:cxn>
              </a:cxnLst>
              <a:rect l="0" t="0" r="r" b="b"/>
              <a:pathLst>
                <a:path w="192" h="160">
                  <a:moveTo>
                    <a:pt x="192" y="4"/>
                  </a:moveTo>
                  <a:lnTo>
                    <a:pt x="173" y="0"/>
                  </a:lnTo>
                  <a:lnTo>
                    <a:pt x="137" y="141"/>
                  </a:lnTo>
                  <a:lnTo>
                    <a:pt x="0" y="141"/>
                  </a:lnTo>
                  <a:lnTo>
                    <a:pt x="0" y="160"/>
                  </a:lnTo>
                  <a:lnTo>
                    <a:pt x="152" y="160"/>
                  </a:lnTo>
                  <a:lnTo>
                    <a:pt x="192"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2558442569"/>
      </p:ext>
    </p:extLst>
  </p:cSld>
  <p:clrMapOvr>
    <a:masterClrMapping/>
  </p:clrMapOvr>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342900" y="569913"/>
            <a:ext cx="1636713" cy="1744663"/>
            <a:chOff x="342900" y="569913"/>
            <a:chExt cx="1636713" cy="1744663"/>
          </a:xfrm>
          <a:solidFill>
            <a:schemeClr val="tx1">
              <a:lumMod val="65000"/>
              <a:lumOff val="35000"/>
            </a:schemeClr>
          </a:solidFill>
        </p:grpSpPr>
        <p:sp>
          <p:nvSpPr>
            <p:cNvPr id="3" name="Freeform 5"/>
            <p:cNvSpPr>
              <a:spLocks/>
            </p:cNvSpPr>
            <p:nvPr/>
          </p:nvSpPr>
          <p:spPr bwMode="auto">
            <a:xfrm>
              <a:off x="800100" y="569913"/>
              <a:ext cx="1179513" cy="1290638"/>
            </a:xfrm>
            <a:custGeom>
              <a:avLst/>
              <a:gdLst>
                <a:gd name="T0" fmla="*/ 339 w 750"/>
                <a:gd name="T1" fmla="*/ 0 h 822"/>
                <a:gd name="T2" fmla="*/ 0 w 750"/>
                <a:gd name="T3" fmla="*/ 180 h 822"/>
                <a:gd name="T4" fmla="*/ 22 w 750"/>
                <a:gd name="T5" fmla="*/ 219 h 822"/>
                <a:gd name="T6" fmla="*/ 339 w 750"/>
                <a:gd name="T7" fmla="*/ 40 h 822"/>
                <a:gd name="T8" fmla="*/ 710 w 750"/>
                <a:gd name="T9" fmla="*/ 411 h 822"/>
                <a:gd name="T10" fmla="*/ 339 w 750"/>
                <a:gd name="T11" fmla="*/ 782 h 822"/>
                <a:gd name="T12" fmla="*/ 134 w 750"/>
                <a:gd name="T13" fmla="*/ 721 h 822"/>
                <a:gd name="T14" fmla="*/ 116 w 750"/>
                <a:gd name="T15" fmla="*/ 756 h 822"/>
                <a:gd name="T16" fmla="*/ 339 w 750"/>
                <a:gd name="T17" fmla="*/ 822 h 822"/>
                <a:gd name="T18" fmla="*/ 750 w 750"/>
                <a:gd name="T19" fmla="*/ 411 h 822"/>
                <a:gd name="T20" fmla="*/ 339 w 750"/>
                <a:gd name="T21" fmla="*/ 0 h 8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50" h="822">
                  <a:moveTo>
                    <a:pt x="339" y="0"/>
                  </a:moveTo>
                  <a:cubicBezTo>
                    <a:pt x="198" y="0"/>
                    <a:pt x="74" y="72"/>
                    <a:pt x="0" y="180"/>
                  </a:cubicBezTo>
                  <a:cubicBezTo>
                    <a:pt x="10" y="191"/>
                    <a:pt x="17" y="205"/>
                    <a:pt x="22" y="219"/>
                  </a:cubicBezTo>
                  <a:cubicBezTo>
                    <a:pt x="87" y="112"/>
                    <a:pt x="205" y="40"/>
                    <a:pt x="339" y="40"/>
                  </a:cubicBezTo>
                  <a:cubicBezTo>
                    <a:pt x="544" y="40"/>
                    <a:pt x="710" y="207"/>
                    <a:pt x="710" y="411"/>
                  </a:cubicBezTo>
                  <a:cubicBezTo>
                    <a:pt x="710" y="616"/>
                    <a:pt x="544" y="782"/>
                    <a:pt x="339" y="782"/>
                  </a:cubicBezTo>
                  <a:cubicBezTo>
                    <a:pt x="264" y="782"/>
                    <a:pt x="193" y="760"/>
                    <a:pt x="134" y="721"/>
                  </a:cubicBezTo>
                  <a:cubicBezTo>
                    <a:pt x="133" y="735"/>
                    <a:pt x="126" y="748"/>
                    <a:pt x="116" y="756"/>
                  </a:cubicBezTo>
                  <a:cubicBezTo>
                    <a:pt x="180" y="798"/>
                    <a:pt x="257" y="822"/>
                    <a:pt x="339" y="822"/>
                  </a:cubicBezTo>
                  <a:cubicBezTo>
                    <a:pt x="566" y="822"/>
                    <a:pt x="750" y="638"/>
                    <a:pt x="750" y="411"/>
                  </a:cubicBezTo>
                  <a:cubicBezTo>
                    <a:pt x="750" y="184"/>
                    <a:pt x="566" y="0"/>
                    <a:pt x="33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Freeform 6"/>
            <p:cNvSpPr>
              <a:spLocks/>
            </p:cNvSpPr>
            <p:nvPr/>
          </p:nvSpPr>
          <p:spPr bwMode="auto">
            <a:xfrm>
              <a:off x="342900" y="1144588"/>
              <a:ext cx="652463" cy="1169988"/>
            </a:xfrm>
            <a:custGeom>
              <a:avLst/>
              <a:gdLst>
                <a:gd name="T0" fmla="*/ 190 w 415"/>
                <a:gd name="T1" fmla="*/ 693 h 745"/>
                <a:gd name="T2" fmla="*/ 200 w 415"/>
                <a:gd name="T3" fmla="*/ 682 h 745"/>
                <a:gd name="T4" fmla="*/ 200 w 415"/>
                <a:gd name="T5" fmla="*/ 667 h 745"/>
                <a:gd name="T6" fmla="*/ 200 w 415"/>
                <a:gd name="T7" fmla="*/ 522 h 745"/>
                <a:gd name="T8" fmla="*/ 200 w 415"/>
                <a:gd name="T9" fmla="*/ 354 h 745"/>
                <a:gd name="T10" fmla="*/ 200 w 415"/>
                <a:gd name="T11" fmla="*/ 336 h 745"/>
                <a:gd name="T12" fmla="*/ 216 w 415"/>
                <a:gd name="T13" fmla="*/ 336 h 745"/>
                <a:gd name="T14" fmla="*/ 216 w 415"/>
                <a:gd name="T15" fmla="*/ 354 h 745"/>
                <a:gd name="T16" fmla="*/ 216 w 415"/>
                <a:gd name="T17" fmla="*/ 491 h 745"/>
                <a:gd name="T18" fmla="*/ 277 w 415"/>
                <a:gd name="T19" fmla="*/ 433 h 745"/>
                <a:gd name="T20" fmla="*/ 296 w 415"/>
                <a:gd name="T21" fmla="*/ 418 h 745"/>
                <a:gd name="T22" fmla="*/ 316 w 415"/>
                <a:gd name="T23" fmla="*/ 403 h 745"/>
                <a:gd name="T24" fmla="*/ 316 w 415"/>
                <a:gd name="T25" fmla="*/ 344 h 745"/>
                <a:gd name="T26" fmla="*/ 316 w 415"/>
                <a:gd name="T27" fmla="*/ 341 h 745"/>
                <a:gd name="T28" fmla="*/ 301 w 415"/>
                <a:gd name="T29" fmla="*/ 330 h 745"/>
                <a:gd name="T30" fmla="*/ 254 w 415"/>
                <a:gd name="T31" fmla="*/ 282 h 745"/>
                <a:gd name="T32" fmla="*/ 258 w 415"/>
                <a:gd name="T33" fmla="*/ 268 h 745"/>
                <a:gd name="T34" fmla="*/ 279 w 415"/>
                <a:gd name="T35" fmla="*/ 260 h 745"/>
                <a:gd name="T36" fmla="*/ 316 w 415"/>
                <a:gd name="T37" fmla="*/ 267 h 745"/>
                <a:gd name="T38" fmla="*/ 316 w 415"/>
                <a:gd name="T39" fmla="*/ 228 h 745"/>
                <a:gd name="T40" fmla="*/ 316 w 415"/>
                <a:gd name="T41" fmla="*/ 95 h 745"/>
                <a:gd name="T42" fmla="*/ 342 w 415"/>
                <a:gd name="T43" fmla="*/ 348 h 745"/>
                <a:gd name="T44" fmla="*/ 372 w 415"/>
                <a:gd name="T45" fmla="*/ 382 h 745"/>
                <a:gd name="T46" fmla="*/ 374 w 415"/>
                <a:gd name="T47" fmla="*/ 382 h 745"/>
                <a:gd name="T48" fmla="*/ 406 w 415"/>
                <a:gd name="T49" fmla="*/ 352 h 745"/>
                <a:gd name="T50" fmla="*/ 343 w 415"/>
                <a:gd name="T51" fmla="*/ 24 h 745"/>
                <a:gd name="T52" fmla="*/ 287 w 415"/>
                <a:gd name="T53" fmla="*/ 0 h 745"/>
                <a:gd name="T54" fmla="*/ 285 w 415"/>
                <a:gd name="T55" fmla="*/ 0 h 745"/>
                <a:gd name="T56" fmla="*/ 131 w 415"/>
                <a:gd name="T57" fmla="*/ 0 h 745"/>
                <a:gd name="T58" fmla="*/ 129 w 415"/>
                <a:gd name="T59" fmla="*/ 0 h 745"/>
                <a:gd name="T60" fmla="*/ 81 w 415"/>
                <a:gd name="T61" fmla="*/ 17 h 745"/>
                <a:gd name="T62" fmla="*/ 73 w 415"/>
                <a:gd name="T63" fmla="*/ 24 h 745"/>
                <a:gd name="T64" fmla="*/ 10 w 415"/>
                <a:gd name="T65" fmla="*/ 352 h 745"/>
                <a:gd name="T66" fmla="*/ 42 w 415"/>
                <a:gd name="T67" fmla="*/ 382 h 745"/>
                <a:gd name="T68" fmla="*/ 44 w 415"/>
                <a:gd name="T69" fmla="*/ 382 h 745"/>
                <a:gd name="T70" fmla="*/ 74 w 415"/>
                <a:gd name="T71" fmla="*/ 348 h 745"/>
                <a:gd name="T72" fmla="*/ 80 w 415"/>
                <a:gd name="T73" fmla="*/ 165 h 745"/>
                <a:gd name="T74" fmla="*/ 100 w 415"/>
                <a:gd name="T75" fmla="*/ 95 h 745"/>
                <a:gd name="T76" fmla="*/ 100 w 415"/>
                <a:gd name="T77" fmla="*/ 228 h 745"/>
                <a:gd name="T78" fmla="*/ 100 w 415"/>
                <a:gd name="T79" fmla="*/ 304 h 745"/>
                <a:gd name="T80" fmla="*/ 100 w 415"/>
                <a:gd name="T81" fmla="*/ 344 h 745"/>
                <a:gd name="T82" fmla="*/ 100 w 415"/>
                <a:gd name="T83" fmla="*/ 696 h 745"/>
                <a:gd name="T84" fmla="*/ 149 w 415"/>
                <a:gd name="T85" fmla="*/ 745 h 745"/>
                <a:gd name="T86" fmla="*/ 187 w 415"/>
                <a:gd name="T87" fmla="*/ 728 h 745"/>
                <a:gd name="T88" fmla="*/ 190 w 415"/>
                <a:gd name="T89" fmla="*/ 693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15" h="745">
                  <a:moveTo>
                    <a:pt x="190" y="693"/>
                  </a:moveTo>
                  <a:cubicBezTo>
                    <a:pt x="200" y="682"/>
                    <a:pt x="200" y="682"/>
                    <a:pt x="200" y="682"/>
                  </a:cubicBezTo>
                  <a:cubicBezTo>
                    <a:pt x="200" y="667"/>
                    <a:pt x="200" y="667"/>
                    <a:pt x="200" y="667"/>
                  </a:cubicBezTo>
                  <a:cubicBezTo>
                    <a:pt x="192" y="629"/>
                    <a:pt x="184" y="559"/>
                    <a:pt x="200" y="522"/>
                  </a:cubicBezTo>
                  <a:cubicBezTo>
                    <a:pt x="200" y="354"/>
                    <a:pt x="200" y="354"/>
                    <a:pt x="200" y="354"/>
                  </a:cubicBezTo>
                  <a:cubicBezTo>
                    <a:pt x="200" y="336"/>
                    <a:pt x="200" y="336"/>
                    <a:pt x="200" y="336"/>
                  </a:cubicBezTo>
                  <a:cubicBezTo>
                    <a:pt x="216" y="336"/>
                    <a:pt x="216" y="336"/>
                    <a:pt x="216" y="336"/>
                  </a:cubicBezTo>
                  <a:cubicBezTo>
                    <a:pt x="216" y="354"/>
                    <a:pt x="216" y="354"/>
                    <a:pt x="216" y="354"/>
                  </a:cubicBezTo>
                  <a:cubicBezTo>
                    <a:pt x="216" y="491"/>
                    <a:pt x="216" y="491"/>
                    <a:pt x="216" y="491"/>
                  </a:cubicBezTo>
                  <a:cubicBezTo>
                    <a:pt x="236" y="467"/>
                    <a:pt x="257" y="449"/>
                    <a:pt x="277" y="433"/>
                  </a:cubicBezTo>
                  <a:cubicBezTo>
                    <a:pt x="283" y="428"/>
                    <a:pt x="290" y="423"/>
                    <a:pt x="296" y="418"/>
                  </a:cubicBezTo>
                  <a:cubicBezTo>
                    <a:pt x="303" y="412"/>
                    <a:pt x="308" y="407"/>
                    <a:pt x="316" y="403"/>
                  </a:cubicBezTo>
                  <a:cubicBezTo>
                    <a:pt x="316" y="344"/>
                    <a:pt x="316" y="344"/>
                    <a:pt x="316" y="344"/>
                  </a:cubicBezTo>
                  <a:cubicBezTo>
                    <a:pt x="316" y="341"/>
                    <a:pt x="316" y="341"/>
                    <a:pt x="316" y="341"/>
                  </a:cubicBezTo>
                  <a:cubicBezTo>
                    <a:pt x="312" y="337"/>
                    <a:pt x="306" y="333"/>
                    <a:pt x="301" y="330"/>
                  </a:cubicBezTo>
                  <a:cubicBezTo>
                    <a:pt x="273" y="310"/>
                    <a:pt x="256" y="297"/>
                    <a:pt x="254" y="282"/>
                  </a:cubicBezTo>
                  <a:cubicBezTo>
                    <a:pt x="254" y="277"/>
                    <a:pt x="255" y="272"/>
                    <a:pt x="258" y="268"/>
                  </a:cubicBezTo>
                  <a:cubicBezTo>
                    <a:pt x="263" y="263"/>
                    <a:pt x="270" y="260"/>
                    <a:pt x="279" y="260"/>
                  </a:cubicBezTo>
                  <a:cubicBezTo>
                    <a:pt x="289" y="260"/>
                    <a:pt x="304" y="264"/>
                    <a:pt x="316" y="267"/>
                  </a:cubicBezTo>
                  <a:cubicBezTo>
                    <a:pt x="316" y="228"/>
                    <a:pt x="316" y="228"/>
                    <a:pt x="316" y="228"/>
                  </a:cubicBezTo>
                  <a:cubicBezTo>
                    <a:pt x="316" y="95"/>
                    <a:pt x="316" y="95"/>
                    <a:pt x="316" y="95"/>
                  </a:cubicBezTo>
                  <a:cubicBezTo>
                    <a:pt x="336" y="133"/>
                    <a:pt x="350" y="208"/>
                    <a:pt x="342" y="348"/>
                  </a:cubicBezTo>
                  <a:cubicBezTo>
                    <a:pt x="341" y="366"/>
                    <a:pt x="354" y="381"/>
                    <a:pt x="372" y="382"/>
                  </a:cubicBezTo>
                  <a:cubicBezTo>
                    <a:pt x="372" y="382"/>
                    <a:pt x="373" y="382"/>
                    <a:pt x="374" y="382"/>
                  </a:cubicBezTo>
                  <a:cubicBezTo>
                    <a:pt x="390" y="382"/>
                    <a:pt x="405" y="369"/>
                    <a:pt x="406" y="352"/>
                  </a:cubicBezTo>
                  <a:cubicBezTo>
                    <a:pt x="415" y="183"/>
                    <a:pt x="394" y="73"/>
                    <a:pt x="343" y="24"/>
                  </a:cubicBezTo>
                  <a:cubicBezTo>
                    <a:pt x="320" y="3"/>
                    <a:pt x="298" y="0"/>
                    <a:pt x="287" y="0"/>
                  </a:cubicBezTo>
                  <a:cubicBezTo>
                    <a:pt x="286" y="0"/>
                    <a:pt x="286" y="0"/>
                    <a:pt x="285" y="0"/>
                  </a:cubicBezTo>
                  <a:cubicBezTo>
                    <a:pt x="131" y="0"/>
                    <a:pt x="131" y="0"/>
                    <a:pt x="131" y="0"/>
                  </a:cubicBezTo>
                  <a:cubicBezTo>
                    <a:pt x="130" y="0"/>
                    <a:pt x="129" y="0"/>
                    <a:pt x="129" y="0"/>
                  </a:cubicBezTo>
                  <a:cubicBezTo>
                    <a:pt x="119" y="0"/>
                    <a:pt x="101" y="2"/>
                    <a:pt x="81" y="17"/>
                  </a:cubicBezTo>
                  <a:cubicBezTo>
                    <a:pt x="79" y="19"/>
                    <a:pt x="76" y="22"/>
                    <a:pt x="73" y="24"/>
                  </a:cubicBezTo>
                  <a:cubicBezTo>
                    <a:pt x="22" y="73"/>
                    <a:pt x="0" y="183"/>
                    <a:pt x="10" y="352"/>
                  </a:cubicBezTo>
                  <a:cubicBezTo>
                    <a:pt x="11" y="369"/>
                    <a:pt x="25" y="382"/>
                    <a:pt x="42" y="382"/>
                  </a:cubicBezTo>
                  <a:cubicBezTo>
                    <a:pt x="43" y="382"/>
                    <a:pt x="43" y="382"/>
                    <a:pt x="44" y="382"/>
                  </a:cubicBezTo>
                  <a:cubicBezTo>
                    <a:pt x="62" y="381"/>
                    <a:pt x="75" y="366"/>
                    <a:pt x="74" y="348"/>
                  </a:cubicBezTo>
                  <a:cubicBezTo>
                    <a:pt x="69" y="267"/>
                    <a:pt x="73" y="208"/>
                    <a:pt x="80" y="165"/>
                  </a:cubicBezTo>
                  <a:cubicBezTo>
                    <a:pt x="85" y="134"/>
                    <a:pt x="92" y="111"/>
                    <a:pt x="100" y="95"/>
                  </a:cubicBezTo>
                  <a:cubicBezTo>
                    <a:pt x="100" y="228"/>
                    <a:pt x="100" y="228"/>
                    <a:pt x="100" y="228"/>
                  </a:cubicBezTo>
                  <a:cubicBezTo>
                    <a:pt x="100" y="304"/>
                    <a:pt x="100" y="304"/>
                    <a:pt x="100" y="304"/>
                  </a:cubicBezTo>
                  <a:cubicBezTo>
                    <a:pt x="100" y="344"/>
                    <a:pt x="100" y="344"/>
                    <a:pt x="100" y="344"/>
                  </a:cubicBezTo>
                  <a:cubicBezTo>
                    <a:pt x="100" y="696"/>
                    <a:pt x="100" y="696"/>
                    <a:pt x="100" y="696"/>
                  </a:cubicBezTo>
                  <a:cubicBezTo>
                    <a:pt x="100" y="723"/>
                    <a:pt x="122" y="745"/>
                    <a:pt x="149" y="745"/>
                  </a:cubicBezTo>
                  <a:cubicBezTo>
                    <a:pt x="164" y="745"/>
                    <a:pt x="178" y="738"/>
                    <a:pt x="187" y="728"/>
                  </a:cubicBezTo>
                  <a:cubicBezTo>
                    <a:pt x="181" y="717"/>
                    <a:pt x="182" y="703"/>
                    <a:pt x="190" y="6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 name="Freeform 7"/>
            <p:cNvSpPr>
              <a:spLocks/>
            </p:cNvSpPr>
            <p:nvPr/>
          </p:nvSpPr>
          <p:spPr bwMode="auto">
            <a:xfrm>
              <a:off x="714375" y="2279650"/>
              <a:ext cx="84138" cy="34925"/>
            </a:xfrm>
            <a:custGeom>
              <a:avLst/>
              <a:gdLst>
                <a:gd name="T0" fmla="*/ 1 w 54"/>
                <a:gd name="T1" fmla="*/ 11 h 23"/>
                <a:gd name="T2" fmla="*/ 0 w 54"/>
                <a:gd name="T3" fmla="*/ 12 h 23"/>
                <a:gd name="T4" fmla="*/ 31 w 54"/>
                <a:gd name="T5" fmla="*/ 23 h 23"/>
                <a:gd name="T6" fmla="*/ 54 w 54"/>
                <a:gd name="T7" fmla="*/ 17 h 23"/>
                <a:gd name="T8" fmla="*/ 10 w 54"/>
                <a:gd name="T9" fmla="*/ 0 h 23"/>
                <a:gd name="T10" fmla="*/ 1 w 54"/>
                <a:gd name="T11" fmla="*/ 11 h 23"/>
              </a:gdLst>
              <a:ahLst/>
              <a:cxnLst>
                <a:cxn ang="0">
                  <a:pos x="T0" y="T1"/>
                </a:cxn>
                <a:cxn ang="0">
                  <a:pos x="T2" y="T3"/>
                </a:cxn>
                <a:cxn ang="0">
                  <a:pos x="T4" y="T5"/>
                </a:cxn>
                <a:cxn ang="0">
                  <a:pos x="T6" y="T7"/>
                </a:cxn>
                <a:cxn ang="0">
                  <a:pos x="T8" y="T9"/>
                </a:cxn>
                <a:cxn ang="0">
                  <a:pos x="T10" y="T11"/>
                </a:cxn>
              </a:cxnLst>
              <a:rect l="0" t="0" r="r" b="b"/>
              <a:pathLst>
                <a:path w="54" h="23">
                  <a:moveTo>
                    <a:pt x="1" y="11"/>
                  </a:moveTo>
                  <a:cubicBezTo>
                    <a:pt x="1" y="11"/>
                    <a:pt x="0" y="12"/>
                    <a:pt x="0" y="12"/>
                  </a:cubicBezTo>
                  <a:cubicBezTo>
                    <a:pt x="8" y="19"/>
                    <a:pt x="19" y="23"/>
                    <a:pt x="31" y="23"/>
                  </a:cubicBezTo>
                  <a:cubicBezTo>
                    <a:pt x="39" y="23"/>
                    <a:pt x="47" y="21"/>
                    <a:pt x="54" y="17"/>
                  </a:cubicBezTo>
                  <a:cubicBezTo>
                    <a:pt x="36" y="12"/>
                    <a:pt x="21" y="6"/>
                    <a:pt x="10" y="0"/>
                  </a:cubicBezTo>
                  <a:lnTo>
                    <a:pt x="1"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Oval 8"/>
            <p:cNvSpPr>
              <a:spLocks noChangeArrowheads="1"/>
            </p:cNvSpPr>
            <p:nvPr/>
          </p:nvSpPr>
          <p:spPr bwMode="auto">
            <a:xfrm>
              <a:off x="528638" y="823913"/>
              <a:ext cx="282575" cy="2825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9"/>
            <p:cNvSpPr>
              <a:spLocks noEditPoints="1"/>
            </p:cNvSpPr>
            <p:nvPr/>
          </p:nvSpPr>
          <p:spPr bwMode="auto">
            <a:xfrm>
              <a:off x="639763" y="1751013"/>
              <a:ext cx="595313" cy="557213"/>
            </a:xfrm>
            <a:custGeom>
              <a:avLst/>
              <a:gdLst>
                <a:gd name="T0" fmla="*/ 199 w 379"/>
                <a:gd name="T1" fmla="*/ 3 h 354"/>
                <a:gd name="T2" fmla="*/ 185 w 379"/>
                <a:gd name="T3" fmla="*/ 5 h 354"/>
                <a:gd name="T4" fmla="*/ 182 w 379"/>
                <a:gd name="T5" fmla="*/ 5 h 354"/>
                <a:gd name="T6" fmla="*/ 165 w 379"/>
                <a:gd name="T7" fmla="*/ 0 h 354"/>
                <a:gd name="T8" fmla="*/ 114 w 379"/>
                <a:gd name="T9" fmla="*/ 40 h 354"/>
                <a:gd name="T10" fmla="*/ 21 w 379"/>
                <a:gd name="T11" fmla="*/ 136 h 354"/>
                <a:gd name="T12" fmla="*/ 23 w 379"/>
                <a:gd name="T13" fmla="*/ 296 h 354"/>
                <a:gd name="T14" fmla="*/ 8 w 379"/>
                <a:gd name="T15" fmla="*/ 314 h 354"/>
                <a:gd name="T16" fmla="*/ 11 w 379"/>
                <a:gd name="T17" fmla="*/ 343 h 354"/>
                <a:gd name="T18" fmla="*/ 40 w 379"/>
                <a:gd name="T19" fmla="*/ 340 h 354"/>
                <a:gd name="T20" fmla="*/ 54 w 379"/>
                <a:gd name="T21" fmla="*/ 324 h 354"/>
                <a:gd name="T22" fmla="*/ 186 w 379"/>
                <a:gd name="T23" fmla="*/ 352 h 354"/>
                <a:gd name="T24" fmla="*/ 301 w 379"/>
                <a:gd name="T25" fmla="*/ 326 h 354"/>
                <a:gd name="T26" fmla="*/ 316 w 379"/>
                <a:gd name="T27" fmla="*/ 344 h 354"/>
                <a:gd name="T28" fmla="*/ 345 w 379"/>
                <a:gd name="T29" fmla="*/ 346 h 354"/>
                <a:gd name="T30" fmla="*/ 348 w 379"/>
                <a:gd name="T31" fmla="*/ 317 h 354"/>
                <a:gd name="T32" fmla="*/ 331 w 379"/>
                <a:gd name="T33" fmla="*/ 297 h 354"/>
                <a:gd name="T34" fmla="*/ 343 w 379"/>
                <a:gd name="T35" fmla="*/ 126 h 354"/>
                <a:gd name="T36" fmla="*/ 218 w 379"/>
                <a:gd name="T37" fmla="*/ 20 h 354"/>
                <a:gd name="T38" fmla="*/ 199 w 379"/>
                <a:gd name="T39" fmla="*/ 3 h 354"/>
                <a:gd name="T40" fmla="*/ 232 w 379"/>
                <a:gd name="T41" fmla="*/ 125 h 354"/>
                <a:gd name="T42" fmla="*/ 211 w 379"/>
                <a:gd name="T43" fmla="*/ 139 h 354"/>
                <a:gd name="T44" fmla="*/ 183 w 379"/>
                <a:gd name="T45" fmla="*/ 128 h 354"/>
                <a:gd name="T46" fmla="*/ 160 w 379"/>
                <a:gd name="T47" fmla="*/ 144 h 354"/>
                <a:gd name="T48" fmla="*/ 168 w 379"/>
                <a:gd name="T49" fmla="*/ 159 h 354"/>
                <a:gd name="T50" fmla="*/ 193 w 379"/>
                <a:gd name="T51" fmla="*/ 172 h 354"/>
                <a:gd name="T52" fmla="*/ 236 w 379"/>
                <a:gd name="T53" fmla="*/ 218 h 354"/>
                <a:gd name="T54" fmla="*/ 191 w 379"/>
                <a:gd name="T55" fmla="*/ 256 h 354"/>
                <a:gd name="T56" fmla="*/ 191 w 379"/>
                <a:gd name="T57" fmla="*/ 274 h 354"/>
                <a:gd name="T58" fmla="*/ 175 w 379"/>
                <a:gd name="T59" fmla="*/ 274 h 354"/>
                <a:gd name="T60" fmla="*/ 175 w 379"/>
                <a:gd name="T61" fmla="*/ 256 h 354"/>
                <a:gd name="T62" fmla="*/ 128 w 379"/>
                <a:gd name="T63" fmla="*/ 235 h 354"/>
                <a:gd name="T64" fmla="*/ 149 w 379"/>
                <a:gd name="T65" fmla="*/ 221 h 354"/>
                <a:gd name="T66" fmla="*/ 184 w 379"/>
                <a:gd name="T67" fmla="*/ 237 h 354"/>
                <a:gd name="T68" fmla="*/ 205 w 379"/>
                <a:gd name="T69" fmla="*/ 219 h 354"/>
                <a:gd name="T70" fmla="*/ 197 w 379"/>
                <a:gd name="T71" fmla="*/ 204 h 354"/>
                <a:gd name="T72" fmla="*/ 170 w 379"/>
                <a:gd name="T73" fmla="*/ 189 h 354"/>
                <a:gd name="T74" fmla="*/ 131 w 379"/>
                <a:gd name="T75" fmla="*/ 146 h 354"/>
                <a:gd name="T76" fmla="*/ 175 w 379"/>
                <a:gd name="T77" fmla="*/ 109 h 354"/>
                <a:gd name="T78" fmla="*/ 175 w 379"/>
                <a:gd name="T79" fmla="*/ 94 h 354"/>
                <a:gd name="T80" fmla="*/ 191 w 379"/>
                <a:gd name="T81" fmla="*/ 94 h 354"/>
                <a:gd name="T82" fmla="*/ 191 w 379"/>
                <a:gd name="T83" fmla="*/ 109 h 354"/>
                <a:gd name="T84" fmla="*/ 232 w 379"/>
                <a:gd name="T85" fmla="*/ 125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79" h="354">
                  <a:moveTo>
                    <a:pt x="199" y="3"/>
                  </a:moveTo>
                  <a:cubicBezTo>
                    <a:pt x="194" y="4"/>
                    <a:pt x="190" y="5"/>
                    <a:pt x="185" y="5"/>
                  </a:cubicBezTo>
                  <a:cubicBezTo>
                    <a:pt x="184" y="5"/>
                    <a:pt x="183" y="5"/>
                    <a:pt x="182" y="5"/>
                  </a:cubicBezTo>
                  <a:cubicBezTo>
                    <a:pt x="176" y="5"/>
                    <a:pt x="170" y="3"/>
                    <a:pt x="165" y="0"/>
                  </a:cubicBezTo>
                  <a:cubicBezTo>
                    <a:pt x="157" y="13"/>
                    <a:pt x="135" y="21"/>
                    <a:pt x="114" y="40"/>
                  </a:cubicBezTo>
                  <a:cubicBezTo>
                    <a:pt x="83" y="66"/>
                    <a:pt x="45" y="90"/>
                    <a:pt x="21" y="136"/>
                  </a:cubicBezTo>
                  <a:cubicBezTo>
                    <a:pt x="0" y="177"/>
                    <a:pt x="18" y="272"/>
                    <a:pt x="23" y="296"/>
                  </a:cubicBezTo>
                  <a:cubicBezTo>
                    <a:pt x="8" y="314"/>
                    <a:pt x="8" y="314"/>
                    <a:pt x="8" y="314"/>
                  </a:cubicBezTo>
                  <a:cubicBezTo>
                    <a:pt x="1" y="322"/>
                    <a:pt x="2" y="336"/>
                    <a:pt x="11" y="343"/>
                  </a:cubicBezTo>
                  <a:cubicBezTo>
                    <a:pt x="20" y="350"/>
                    <a:pt x="33" y="349"/>
                    <a:pt x="40" y="340"/>
                  </a:cubicBezTo>
                  <a:cubicBezTo>
                    <a:pt x="54" y="324"/>
                    <a:pt x="54" y="324"/>
                    <a:pt x="54" y="324"/>
                  </a:cubicBezTo>
                  <a:cubicBezTo>
                    <a:pt x="80" y="338"/>
                    <a:pt x="123" y="354"/>
                    <a:pt x="186" y="352"/>
                  </a:cubicBezTo>
                  <a:cubicBezTo>
                    <a:pt x="244" y="350"/>
                    <a:pt x="280" y="338"/>
                    <a:pt x="301" y="326"/>
                  </a:cubicBezTo>
                  <a:cubicBezTo>
                    <a:pt x="316" y="344"/>
                    <a:pt x="316" y="344"/>
                    <a:pt x="316" y="344"/>
                  </a:cubicBezTo>
                  <a:cubicBezTo>
                    <a:pt x="323" y="352"/>
                    <a:pt x="337" y="353"/>
                    <a:pt x="345" y="346"/>
                  </a:cubicBezTo>
                  <a:cubicBezTo>
                    <a:pt x="354" y="339"/>
                    <a:pt x="355" y="326"/>
                    <a:pt x="348" y="317"/>
                  </a:cubicBezTo>
                  <a:cubicBezTo>
                    <a:pt x="331" y="297"/>
                    <a:pt x="331" y="297"/>
                    <a:pt x="331" y="297"/>
                  </a:cubicBezTo>
                  <a:cubicBezTo>
                    <a:pt x="343" y="272"/>
                    <a:pt x="379" y="185"/>
                    <a:pt x="343" y="126"/>
                  </a:cubicBezTo>
                  <a:cubicBezTo>
                    <a:pt x="300" y="56"/>
                    <a:pt x="242" y="40"/>
                    <a:pt x="218" y="20"/>
                  </a:cubicBezTo>
                  <a:cubicBezTo>
                    <a:pt x="208" y="12"/>
                    <a:pt x="202" y="7"/>
                    <a:pt x="199" y="3"/>
                  </a:cubicBezTo>
                  <a:close/>
                  <a:moveTo>
                    <a:pt x="232" y="125"/>
                  </a:moveTo>
                  <a:cubicBezTo>
                    <a:pt x="211" y="139"/>
                    <a:pt x="211" y="139"/>
                    <a:pt x="211" y="139"/>
                  </a:cubicBezTo>
                  <a:cubicBezTo>
                    <a:pt x="202" y="131"/>
                    <a:pt x="194" y="128"/>
                    <a:pt x="183" y="128"/>
                  </a:cubicBezTo>
                  <a:cubicBezTo>
                    <a:pt x="169" y="128"/>
                    <a:pt x="160" y="134"/>
                    <a:pt x="160" y="144"/>
                  </a:cubicBezTo>
                  <a:cubicBezTo>
                    <a:pt x="160" y="150"/>
                    <a:pt x="163" y="155"/>
                    <a:pt x="168" y="159"/>
                  </a:cubicBezTo>
                  <a:cubicBezTo>
                    <a:pt x="173" y="163"/>
                    <a:pt x="175" y="164"/>
                    <a:pt x="193" y="172"/>
                  </a:cubicBezTo>
                  <a:cubicBezTo>
                    <a:pt x="226" y="188"/>
                    <a:pt x="236" y="199"/>
                    <a:pt x="236" y="218"/>
                  </a:cubicBezTo>
                  <a:cubicBezTo>
                    <a:pt x="236" y="240"/>
                    <a:pt x="219" y="253"/>
                    <a:pt x="191" y="256"/>
                  </a:cubicBezTo>
                  <a:cubicBezTo>
                    <a:pt x="191" y="274"/>
                    <a:pt x="191" y="274"/>
                    <a:pt x="191" y="274"/>
                  </a:cubicBezTo>
                  <a:cubicBezTo>
                    <a:pt x="175" y="274"/>
                    <a:pt x="175" y="274"/>
                    <a:pt x="175" y="274"/>
                  </a:cubicBezTo>
                  <a:cubicBezTo>
                    <a:pt x="175" y="256"/>
                    <a:pt x="175" y="256"/>
                    <a:pt x="175" y="256"/>
                  </a:cubicBezTo>
                  <a:cubicBezTo>
                    <a:pt x="155" y="254"/>
                    <a:pt x="141" y="247"/>
                    <a:pt x="128" y="235"/>
                  </a:cubicBezTo>
                  <a:cubicBezTo>
                    <a:pt x="149" y="221"/>
                    <a:pt x="149" y="221"/>
                    <a:pt x="149" y="221"/>
                  </a:cubicBezTo>
                  <a:cubicBezTo>
                    <a:pt x="163" y="233"/>
                    <a:pt x="171" y="237"/>
                    <a:pt x="184" y="237"/>
                  </a:cubicBezTo>
                  <a:cubicBezTo>
                    <a:pt x="197" y="237"/>
                    <a:pt x="205" y="230"/>
                    <a:pt x="205" y="219"/>
                  </a:cubicBezTo>
                  <a:cubicBezTo>
                    <a:pt x="205" y="214"/>
                    <a:pt x="202" y="208"/>
                    <a:pt x="197" y="204"/>
                  </a:cubicBezTo>
                  <a:cubicBezTo>
                    <a:pt x="192" y="200"/>
                    <a:pt x="188" y="198"/>
                    <a:pt x="170" y="189"/>
                  </a:cubicBezTo>
                  <a:cubicBezTo>
                    <a:pt x="140" y="174"/>
                    <a:pt x="131" y="163"/>
                    <a:pt x="131" y="146"/>
                  </a:cubicBezTo>
                  <a:cubicBezTo>
                    <a:pt x="131" y="126"/>
                    <a:pt x="147" y="112"/>
                    <a:pt x="175" y="109"/>
                  </a:cubicBezTo>
                  <a:cubicBezTo>
                    <a:pt x="175" y="94"/>
                    <a:pt x="175" y="94"/>
                    <a:pt x="175" y="94"/>
                  </a:cubicBezTo>
                  <a:cubicBezTo>
                    <a:pt x="191" y="94"/>
                    <a:pt x="191" y="94"/>
                    <a:pt x="191" y="94"/>
                  </a:cubicBezTo>
                  <a:cubicBezTo>
                    <a:pt x="191" y="109"/>
                    <a:pt x="191" y="109"/>
                    <a:pt x="191" y="109"/>
                  </a:cubicBezTo>
                  <a:cubicBezTo>
                    <a:pt x="207" y="110"/>
                    <a:pt x="220" y="115"/>
                    <a:pt x="232" y="1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10"/>
            <p:cNvSpPr>
              <a:spLocks/>
            </p:cNvSpPr>
            <p:nvPr/>
          </p:nvSpPr>
          <p:spPr bwMode="auto">
            <a:xfrm>
              <a:off x="996950" y="1560513"/>
              <a:ext cx="63500" cy="115888"/>
            </a:xfrm>
            <a:custGeom>
              <a:avLst/>
              <a:gdLst>
                <a:gd name="T0" fmla="*/ 0 w 41"/>
                <a:gd name="T1" fmla="*/ 73 h 73"/>
                <a:gd name="T2" fmla="*/ 40 w 41"/>
                <a:gd name="T3" fmla="*/ 27 h 73"/>
                <a:gd name="T4" fmla="*/ 1 w 41"/>
                <a:gd name="T5" fmla="*/ 0 h 73"/>
                <a:gd name="T6" fmla="*/ 0 w 41"/>
                <a:gd name="T7" fmla="*/ 73 h 73"/>
              </a:gdLst>
              <a:ahLst/>
              <a:cxnLst>
                <a:cxn ang="0">
                  <a:pos x="T0" y="T1"/>
                </a:cxn>
                <a:cxn ang="0">
                  <a:pos x="T2" y="T3"/>
                </a:cxn>
                <a:cxn ang="0">
                  <a:pos x="T4" y="T5"/>
                </a:cxn>
                <a:cxn ang="0">
                  <a:pos x="T6" y="T7"/>
                </a:cxn>
              </a:cxnLst>
              <a:rect l="0" t="0" r="r" b="b"/>
              <a:pathLst>
                <a:path w="41" h="73">
                  <a:moveTo>
                    <a:pt x="0" y="73"/>
                  </a:moveTo>
                  <a:cubicBezTo>
                    <a:pt x="18" y="58"/>
                    <a:pt x="39" y="43"/>
                    <a:pt x="40" y="27"/>
                  </a:cubicBezTo>
                  <a:cubicBezTo>
                    <a:pt x="41" y="17"/>
                    <a:pt x="22" y="7"/>
                    <a:pt x="1" y="0"/>
                  </a:cubicBezTo>
                  <a:cubicBezTo>
                    <a:pt x="1" y="23"/>
                    <a:pt x="1" y="47"/>
                    <a:pt x="0"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11"/>
            <p:cNvSpPr>
              <a:spLocks/>
            </p:cNvSpPr>
            <p:nvPr/>
          </p:nvSpPr>
          <p:spPr bwMode="auto">
            <a:xfrm>
              <a:off x="742950" y="1558925"/>
              <a:ext cx="127000" cy="122238"/>
            </a:xfrm>
            <a:custGeom>
              <a:avLst/>
              <a:gdLst>
                <a:gd name="T0" fmla="*/ 79 w 81"/>
                <a:gd name="T1" fmla="*/ 77 h 77"/>
                <a:gd name="T2" fmla="*/ 81 w 81"/>
                <a:gd name="T3" fmla="*/ 19 h 77"/>
                <a:gd name="T4" fmla="*/ 12 w 81"/>
                <a:gd name="T5" fmla="*/ 11 h 77"/>
                <a:gd name="T6" fmla="*/ 79 w 81"/>
                <a:gd name="T7" fmla="*/ 77 h 77"/>
              </a:gdLst>
              <a:ahLst/>
              <a:cxnLst>
                <a:cxn ang="0">
                  <a:pos x="T0" y="T1"/>
                </a:cxn>
                <a:cxn ang="0">
                  <a:pos x="T2" y="T3"/>
                </a:cxn>
                <a:cxn ang="0">
                  <a:pos x="T4" y="T5"/>
                </a:cxn>
                <a:cxn ang="0">
                  <a:pos x="T6" y="T7"/>
                </a:cxn>
              </a:cxnLst>
              <a:rect l="0" t="0" r="r" b="b"/>
              <a:pathLst>
                <a:path w="81" h="77">
                  <a:moveTo>
                    <a:pt x="79" y="77"/>
                  </a:moveTo>
                  <a:cubicBezTo>
                    <a:pt x="80" y="56"/>
                    <a:pt x="81" y="37"/>
                    <a:pt x="81" y="19"/>
                  </a:cubicBezTo>
                  <a:cubicBezTo>
                    <a:pt x="55" y="12"/>
                    <a:pt x="21" y="0"/>
                    <a:pt x="12" y="11"/>
                  </a:cubicBezTo>
                  <a:cubicBezTo>
                    <a:pt x="0" y="26"/>
                    <a:pt x="49" y="52"/>
                    <a:pt x="79"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12"/>
            <p:cNvSpPr>
              <a:spLocks/>
            </p:cNvSpPr>
            <p:nvPr/>
          </p:nvSpPr>
          <p:spPr bwMode="auto">
            <a:xfrm>
              <a:off x="1290638" y="1963738"/>
              <a:ext cx="76200" cy="98425"/>
            </a:xfrm>
            <a:custGeom>
              <a:avLst/>
              <a:gdLst>
                <a:gd name="T0" fmla="*/ 1 w 49"/>
                <a:gd name="T1" fmla="*/ 50 h 63"/>
                <a:gd name="T2" fmla="*/ 0 w 49"/>
                <a:gd name="T3" fmla="*/ 53 h 63"/>
                <a:gd name="T4" fmla="*/ 6 w 49"/>
                <a:gd name="T5" fmla="*/ 60 h 63"/>
                <a:gd name="T6" fmla="*/ 9 w 49"/>
                <a:gd name="T7" fmla="*/ 59 h 63"/>
                <a:gd name="T8" fmla="*/ 11 w 49"/>
                <a:gd name="T9" fmla="*/ 54 h 63"/>
                <a:gd name="T10" fmla="*/ 11 w 49"/>
                <a:gd name="T11" fmla="*/ 49 h 63"/>
                <a:gd name="T12" fmla="*/ 14 w 49"/>
                <a:gd name="T13" fmla="*/ 30 h 63"/>
                <a:gd name="T14" fmla="*/ 17 w 49"/>
                <a:gd name="T15" fmla="*/ 12 h 63"/>
                <a:gd name="T16" fmla="*/ 22 w 49"/>
                <a:gd name="T17" fmla="*/ 9 h 63"/>
                <a:gd name="T18" fmla="*/ 33 w 49"/>
                <a:gd name="T19" fmla="*/ 8 h 63"/>
                <a:gd name="T20" fmla="*/ 38 w 49"/>
                <a:gd name="T21" fmla="*/ 12 h 63"/>
                <a:gd name="T22" fmla="*/ 34 w 49"/>
                <a:gd name="T23" fmla="*/ 19 h 63"/>
                <a:gd name="T24" fmla="*/ 25 w 49"/>
                <a:gd name="T25" fmla="*/ 25 h 63"/>
                <a:gd name="T26" fmla="*/ 17 w 49"/>
                <a:gd name="T27" fmla="*/ 30 h 63"/>
                <a:gd name="T28" fmla="*/ 18 w 49"/>
                <a:gd name="T29" fmla="*/ 34 h 63"/>
                <a:gd name="T30" fmla="*/ 23 w 49"/>
                <a:gd name="T31" fmla="*/ 35 h 63"/>
                <a:gd name="T32" fmla="*/ 27 w 49"/>
                <a:gd name="T33" fmla="*/ 34 h 63"/>
                <a:gd name="T34" fmla="*/ 30 w 49"/>
                <a:gd name="T35" fmla="*/ 33 h 63"/>
                <a:gd name="T36" fmla="*/ 36 w 49"/>
                <a:gd name="T37" fmla="*/ 35 h 63"/>
                <a:gd name="T38" fmla="*/ 39 w 49"/>
                <a:gd name="T39" fmla="*/ 40 h 63"/>
                <a:gd name="T40" fmla="*/ 33 w 49"/>
                <a:gd name="T41" fmla="*/ 50 h 63"/>
                <a:gd name="T42" fmla="*/ 23 w 49"/>
                <a:gd name="T43" fmla="*/ 55 h 63"/>
                <a:gd name="T44" fmla="*/ 21 w 49"/>
                <a:gd name="T45" fmla="*/ 55 h 63"/>
                <a:gd name="T46" fmla="*/ 13 w 49"/>
                <a:gd name="T47" fmla="*/ 60 h 63"/>
                <a:gd name="T48" fmla="*/ 19 w 49"/>
                <a:gd name="T49" fmla="*/ 63 h 63"/>
                <a:gd name="T50" fmla="*/ 39 w 49"/>
                <a:gd name="T51" fmla="*/ 55 h 63"/>
                <a:gd name="T52" fmla="*/ 49 w 49"/>
                <a:gd name="T53" fmla="*/ 39 h 63"/>
                <a:gd name="T54" fmla="*/ 46 w 49"/>
                <a:gd name="T55" fmla="*/ 32 h 63"/>
                <a:gd name="T56" fmla="*/ 37 w 49"/>
                <a:gd name="T57" fmla="*/ 26 h 63"/>
                <a:gd name="T58" fmla="*/ 46 w 49"/>
                <a:gd name="T59" fmla="*/ 17 h 63"/>
                <a:gd name="T60" fmla="*/ 49 w 49"/>
                <a:gd name="T61" fmla="*/ 11 h 63"/>
                <a:gd name="T62" fmla="*/ 45 w 49"/>
                <a:gd name="T63" fmla="*/ 3 h 63"/>
                <a:gd name="T64" fmla="*/ 34 w 49"/>
                <a:gd name="T65" fmla="*/ 0 h 63"/>
                <a:gd name="T66" fmla="*/ 11 w 49"/>
                <a:gd name="T67" fmla="*/ 3 h 63"/>
                <a:gd name="T68" fmla="*/ 1 w 49"/>
                <a:gd name="T69" fmla="*/ 11 h 63"/>
                <a:gd name="T70" fmla="*/ 1 w 49"/>
                <a:gd name="T71" fmla="*/ 12 h 63"/>
                <a:gd name="T72" fmla="*/ 2 w 49"/>
                <a:gd name="T73" fmla="*/ 13 h 63"/>
                <a:gd name="T74" fmla="*/ 4 w 49"/>
                <a:gd name="T75" fmla="*/ 14 h 63"/>
                <a:gd name="T76" fmla="*/ 5 w 49"/>
                <a:gd name="T77" fmla="*/ 14 h 63"/>
                <a:gd name="T78" fmla="*/ 6 w 49"/>
                <a:gd name="T79" fmla="*/ 16 h 63"/>
                <a:gd name="T80" fmla="*/ 4 w 49"/>
                <a:gd name="T81" fmla="*/ 30 h 63"/>
                <a:gd name="T82" fmla="*/ 1 w 49"/>
                <a:gd name="T83" fmla="*/ 5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9" h="63">
                  <a:moveTo>
                    <a:pt x="1" y="50"/>
                  </a:moveTo>
                  <a:cubicBezTo>
                    <a:pt x="0" y="51"/>
                    <a:pt x="0" y="53"/>
                    <a:pt x="0" y="53"/>
                  </a:cubicBezTo>
                  <a:cubicBezTo>
                    <a:pt x="0" y="58"/>
                    <a:pt x="2" y="60"/>
                    <a:pt x="6" y="60"/>
                  </a:cubicBezTo>
                  <a:cubicBezTo>
                    <a:pt x="7" y="60"/>
                    <a:pt x="8" y="60"/>
                    <a:pt x="9" y="59"/>
                  </a:cubicBezTo>
                  <a:cubicBezTo>
                    <a:pt x="10" y="58"/>
                    <a:pt x="11" y="57"/>
                    <a:pt x="11" y="54"/>
                  </a:cubicBezTo>
                  <a:cubicBezTo>
                    <a:pt x="11" y="49"/>
                    <a:pt x="11" y="49"/>
                    <a:pt x="11" y="49"/>
                  </a:cubicBezTo>
                  <a:cubicBezTo>
                    <a:pt x="11" y="47"/>
                    <a:pt x="12" y="41"/>
                    <a:pt x="14" y="30"/>
                  </a:cubicBezTo>
                  <a:cubicBezTo>
                    <a:pt x="15" y="19"/>
                    <a:pt x="16" y="13"/>
                    <a:pt x="17" y="12"/>
                  </a:cubicBezTo>
                  <a:cubicBezTo>
                    <a:pt x="17" y="11"/>
                    <a:pt x="19" y="10"/>
                    <a:pt x="22" y="9"/>
                  </a:cubicBezTo>
                  <a:cubicBezTo>
                    <a:pt x="26" y="8"/>
                    <a:pt x="29" y="8"/>
                    <a:pt x="33" y="8"/>
                  </a:cubicBezTo>
                  <a:cubicBezTo>
                    <a:pt x="36" y="8"/>
                    <a:pt x="38" y="9"/>
                    <a:pt x="38" y="12"/>
                  </a:cubicBezTo>
                  <a:cubicBezTo>
                    <a:pt x="38" y="14"/>
                    <a:pt x="37" y="16"/>
                    <a:pt x="34" y="19"/>
                  </a:cubicBezTo>
                  <a:cubicBezTo>
                    <a:pt x="31" y="22"/>
                    <a:pt x="28" y="24"/>
                    <a:pt x="25" y="25"/>
                  </a:cubicBezTo>
                  <a:cubicBezTo>
                    <a:pt x="19" y="27"/>
                    <a:pt x="17" y="29"/>
                    <a:pt x="17" y="30"/>
                  </a:cubicBezTo>
                  <a:cubicBezTo>
                    <a:pt x="17" y="32"/>
                    <a:pt x="17" y="33"/>
                    <a:pt x="18" y="34"/>
                  </a:cubicBezTo>
                  <a:cubicBezTo>
                    <a:pt x="18" y="35"/>
                    <a:pt x="20" y="35"/>
                    <a:pt x="23" y="35"/>
                  </a:cubicBezTo>
                  <a:cubicBezTo>
                    <a:pt x="23" y="35"/>
                    <a:pt x="25" y="35"/>
                    <a:pt x="27" y="34"/>
                  </a:cubicBezTo>
                  <a:cubicBezTo>
                    <a:pt x="29" y="33"/>
                    <a:pt x="30" y="33"/>
                    <a:pt x="30" y="33"/>
                  </a:cubicBezTo>
                  <a:cubicBezTo>
                    <a:pt x="32" y="33"/>
                    <a:pt x="35" y="33"/>
                    <a:pt x="36" y="35"/>
                  </a:cubicBezTo>
                  <a:cubicBezTo>
                    <a:pt x="38" y="36"/>
                    <a:pt x="39" y="38"/>
                    <a:pt x="39" y="40"/>
                  </a:cubicBezTo>
                  <a:cubicBezTo>
                    <a:pt x="39" y="43"/>
                    <a:pt x="37" y="47"/>
                    <a:pt x="33" y="50"/>
                  </a:cubicBezTo>
                  <a:cubicBezTo>
                    <a:pt x="29" y="53"/>
                    <a:pt x="26" y="55"/>
                    <a:pt x="23" y="55"/>
                  </a:cubicBezTo>
                  <a:cubicBezTo>
                    <a:pt x="21" y="55"/>
                    <a:pt x="21" y="55"/>
                    <a:pt x="21" y="55"/>
                  </a:cubicBezTo>
                  <a:cubicBezTo>
                    <a:pt x="16" y="55"/>
                    <a:pt x="13" y="56"/>
                    <a:pt x="13" y="60"/>
                  </a:cubicBezTo>
                  <a:cubicBezTo>
                    <a:pt x="13" y="62"/>
                    <a:pt x="15" y="63"/>
                    <a:pt x="19" y="63"/>
                  </a:cubicBezTo>
                  <a:cubicBezTo>
                    <a:pt x="26" y="63"/>
                    <a:pt x="33" y="60"/>
                    <a:pt x="39" y="55"/>
                  </a:cubicBezTo>
                  <a:cubicBezTo>
                    <a:pt x="45" y="50"/>
                    <a:pt x="49" y="44"/>
                    <a:pt x="49" y="39"/>
                  </a:cubicBezTo>
                  <a:cubicBezTo>
                    <a:pt x="49" y="37"/>
                    <a:pt x="48" y="35"/>
                    <a:pt x="46" y="32"/>
                  </a:cubicBezTo>
                  <a:cubicBezTo>
                    <a:pt x="45" y="30"/>
                    <a:pt x="42" y="28"/>
                    <a:pt x="37" y="26"/>
                  </a:cubicBezTo>
                  <a:cubicBezTo>
                    <a:pt x="41" y="23"/>
                    <a:pt x="45" y="20"/>
                    <a:pt x="46" y="17"/>
                  </a:cubicBezTo>
                  <a:cubicBezTo>
                    <a:pt x="48" y="15"/>
                    <a:pt x="49" y="13"/>
                    <a:pt x="49" y="11"/>
                  </a:cubicBezTo>
                  <a:cubicBezTo>
                    <a:pt x="49" y="8"/>
                    <a:pt x="48" y="5"/>
                    <a:pt x="45" y="3"/>
                  </a:cubicBezTo>
                  <a:cubicBezTo>
                    <a:pt x="42" y="1"/>
                    <a:pt x="39" y="0"/>
                    <a:pt x="34" y="0"/>
                  </a:cubicBezTo>
                  <a:cubicBezTo>
                    <a:pt x="26" y="0"/>
                    <a:pt x="19" y="1"/>
                    <a:pt x="11" y="3"/>
                  </a:cubicBezTo>
                  <a:cubicBezTo>
                    <a:pt x="4" y="5"/>
                    <a:pt x="1" y="8"/>
                    <a:pt x="1" y="11"/>
                  </a:cubicBezTo>
                  <a:cubicBezTo>
                    <a:pt x="1" y="11"/>
                    <a:pt x="1" y="11"/>
                    <a:pt x="1" y="12"/>
                  </a:cubicBezTo>
                  <a:cubicBezTo>
                    <a:pt x="1" y="12"/>
                    <a:pt x="1" y="13"/>
                    <a:pt x="2" y="13"/>
                  </a:cubicBezTo>
                  <a:cubicBezTo>
                    <a:pt x="3" y="14"/>
                    <a:pt x="3" y="14"/>
                    <a:pt x="4" y="14"/>
                  </a:cubicBezTo>
                  <a:cubicBezTo>
                    <a:pt x="5" y="14"/>
                    <a:pt x="5" y="14"/>
                    <a:pt x="5" y="14"/>
                  </a:cubicBezTo>
                  <a:cubicBezTo>
                    <a:pt x="6" y="14"/>
                    <a:pt x="6" y="15"/>
                    <a:pt x="6" y="16"/>
                  </a:cubicBezTo>
                  <a:cubicBezTo>
                    <a:pt x="6" y="17"/>
                    <a:pt x="5" y="21"/>
                    <a:pt x="4" y="30"/>
                  </a:cubicBezTo>
                  <a:cubicBezTo>
                    <a:pt x="3" y="38"/>
                    <a:pt x="2" y="45"/>
                    <a:pt x="1"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3"/>
            <p:cNvSpPr>
              <a:spLocks/>
            </p:cNvSpPr>
            <p:nvPr/>
          </p:nvSpPr>
          <p:spPr bwMode="auto">
            <a:xfrm>
              <a:off x="1381125" y="1949450"/>
              <a:ext cx="28575" cy="109538"/>
            </a:xfrm>
            <a:custGeom>
              <a:avLst/>
              <a:gdLst>
                <a:gd name="T0" fmla="*/ 14 w 18"/>
                <a:gd name="T1" fmla="*/ 22 h 70"/>
                <a:gd name="T2" fmla="*/ 17 w 18"/>
                <a:gd name="T3" fmla="*/ 10 h 70"/>
                <a:gd name="T4" fmla="*/ 18 w 18"/>
                <a:gd name="T5" fmla="*/ 5 h 70"/>
                <a:gd name="T6" fmla="*/ 14 w 18"/>
                <a:gd name="T7" fmla="*/ 0 h 70"/>
                <a:gd name="T8" fmla="*/ 9 w 18"/>
                <a:gd name="T9" fmla="*/ 4 h 70"/>
                <a:gd name="T10" fmla="*/ 4 w 18"/>
                <a:gd name="T11" fmla="*/ 26 h 70"/>
                <a:gd name="T12" fmla="*/ 0 w 18"/>
                <a:gd name="T13" fmla="*/ 58 h 70"/>
                <a:gd name="T14" fmla="*/ 2 w 18"/>
                <a:gd name="T15" fmla="*/ 67 h 70"/>
                <a:gd name="T16" fmla="*/ 6 w 18"/>
                <a:gd name="T17" fmla="*/ 70 h 70"/>
                <a:gd name="T18" fmla="*/ 9 w 18"/>
                <a:gd name="T19" fmla="*/ 68 h 70"/>
                <a:gd name="T20" fmla="*/ 11 w 18"/>
                <a:gd name="T21" fmla="*/ 64 h 70"/>
                <a:gd name="T22" fmla="*/ 11 w 18"/>
                <a:gd name="T23" fmla="*/ 62 h 70"/>
                <a:gd name="T24" fmla="*/ 10 w 18"/>
                <a:gd name="T25" fmla="*/ 50 h 70"/>
                <a:gd name="T26" fmla="*/ 11 w 18"/>
                <a:gd name="T27" fmla="*/ 37 h 70"/>
                <a:gd name="T28" fmla="*/ 14 w 18"/>
                <a:gd name="T29" fmla="*/ 2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70">
                  <a:moveTo>
                    <a:pt x="14" y="22"/>
                  </a:moveTo>
                  <a:cubicBezTo>
                    <a:pt x="16" y="15"/>
                    <a:pt x="17" y="11"/>
                    <a:pt x="17" y="10"/>
                  </a:cubicBezTo>
                  <a:cubicBezTo>
                    <a:pt x="18" y="8"/>
                    <a:pt x="18" y="6"/>
                    <a:pt x="18" y="5"/>
                  </a:cubicBezTo>
                  <a:cubicBezTo>
                    <a:pt x="18" y="2"/>
                    <a:pt x="16" y="0"/>
                    <a:pt x="14" y="0"/>
                  </a:cubicBezTo>
                  <a:cubicBezTo>
                    <a:pt x="12" y="0"/>
                    <a:pt x="10" y="1"/>
                    <a:pt x="9" y="4"/>
                  </a:cubicBezTo>
                  <a:cubicBezTo>
                    <a:pt x="8" y="6"/>
                    <a:pt x="6" y="13"/>
                    <a:pt x="4" y="26"/>
                  </a:cubicBezTo>
                  <a:cubicBezTo>
                    <a:pt x="2" y="38"/>
                    <a:pt x="0" y="49"/>
                    <a:pt x="0" y="58"/>
                  </a:cubicBezTo>
                  <a:cubicBezTo>
                    <a:pt x="0" y="63"/>
                    <a:pt x="1" y="66"/>
                    <a:pt x="2" y="67"/>
                  </a:cubicBezTo>
                  <a:cubicBezTo>
                    <a:pt x="2" y="69"/>
                    <a:pt x="4" y="70"/>
                    <a:pt x="6" y="70"/>
                  </a:cubicBezTo>
                  <a:cubicBezTo>
                    <a:pt x="7" y="70"/>
                    <a:pt x="8" y="70"/>
                    <a:pt x="9" y="68"/>
                  </a:cubicBezTo>
                  <a:cubicBezTo>
                    <a:pt x="10" y="67"/>
                    <a:pt x="11" y="66"/>
                    <a:pt x="11" y="64"/>
                  </a:cubicBezTo>
                  <a:cubicBezTo>
                    <a:pt x="11" y="64"/>
                    <a:pt x="11" y="63"/>
                    <a:pt x="11" y="62"/>
                  </a:cubicBezTo>
                  <a:cubicBezTo>
                    <a:pt x="10" y="57"/>
                    <a:pt x="10" y="53"/>
                    <a:pt x="10" y="50"/>
                  </a:cubicBezTo>
                  <a:cubicBezTo>
                    <a:pt x="10" y="47"/>
                    <a:pt x="10" y="43"/>
                    <a:pt x="11" y="37"/>
                  </a:cubicBezTo>
                  <a:cubicBezTo>
                    <a:pt x="12" y="32"/>
                    <a:pt x="13" y="26"/>
                    <a:pt x="14"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14"/>
            <p:cNvSpPr>
              <a:spLocks noEditPoints="1"/>
            </p:cNvSpPr>
            <p:nvPr/>
          </p:nvSpPr>
          <p:spPr bwMode="auto">
            <a:xfrm>
              <a:off x="1412875" y="1987550"/>
              <a:ext cx="66675" cy="69850"/>
            </a:xfrm>
            <a:custGeom>
              <a:avLst/>
              <a:gdLst>
                <a:gd name="T0" fmla="*/ 39 w 42"/>
                <a:gd name="T1" fmla="*/ 8 h 45"/>
                <a:gd name="T2" fmla="*/ 35 w 42"/>
                <a:gd name="T3" fmla="*/ 4 h 45"/>
                <a:gd name="T4" fmla="*/ 28 w 42"/>
                <a:gd name="T5" fmla="*/ 0 h 45"/>
                <a:gd name="T6" fmla="*/ 10 w 42"/>
                <a:gd name="T7" fmla="*/ 11 h 45"/>
                <a:gd name="T8" fmla="*/ 0 w 42"/>
                <a:gd name="T9" fmla="*/ 34 h 45"/>
                <a:gd name="T10" fmla="*/ 3 w 42"/>
                <a:gd name="T11" fmla="*/ 41 h 45"/>
                <a:gd name="T12" fmla="*/ 9 w 42"/>
                <a:gd name="T13" fmla="*/ 43 h 45"/>
                <a:gd name="T14" fmla="*/ 29 w 42"/>
                <a:gd name="T15" fmla="*/ 30 h 45"/>
                <a:gd name="T16" fmla="*/ 36 w 42"/>
                <a:gd name="T17" fmla="*/ 45 h 45"/>
                <a:gd name="T18" fmla="*/ 40 w 42"/>
                <a:gd name="T19" fmla="*/ 43 h 45"/>
                <a:gd name="T20" fmla="*/ 42 w 42"/>
                <a:gd name="T21" fmla="*/ 40 h 45"/>
                <a:gd name="T22" fmla="*/ 40 w 42"/>
                <a:gd name="T23" fmla="*/ 38 h 45"/>
                <a:gd name="T24" fmla="*/ 38 w 42"/>
                <a:gd name="T25" fmla="*/ 37 h 45"/>
                <a:gd name="T26" fmla="*/ 37 w 42"/>
                <a:gd name="T27" fmla="*/ 34 h 45"/>
                <a:gd name="T28" fmla="*/ 37 w 42"/>
                <a:gd name="T29" fmla="*/ 27 h 45"/>
                <a:gd name="T30" fmla="*/ 38 w 42"/>
                <a:gd name="T31" fmla="*/ 14 h 45"/>
                <a:gd name="T32" fmla="*/ 39 w 42"/>
                <a:gd name="T33" fmla="*/ 8 h 45"/>
                <a:gd name="T34" fmla="*/ 23 w 42"/>
                <a:gd name="T35" fmla="*/ 27 h 45"/>
                <a:gd name="T36" fmla="*/ 11 w 42"/>
                <a:gd name="T37" fmla="*/ 35 h 45"/>
                <a:gd name="T38" fmla="*/ 10 w 42"/>
                <a:gd name="T39" fmla="*/ 32 h 45"/>
                <a:gd name="T40" fmla="*/ 16 w 42"/>
                <a:gd name="T41" fmla="*/ 17 h 45"/>
                <a:gd name="T42" fmla="*/ 27 w 42"/>
                <a:gd name="T43" fmla="*/ 8 h 45"/>
                <a:gd name="T44" fmla="*/ 29 w 42"/>
                <a:gd name="T45" fmla="*/ 9 h 45"/>
                <a:gd name="T46" fmla="*/ 30 w 42"/>
                <a:gd name="T47" fmla="*/ 12 h 45"/>
                <a:gd name="T48" fmla="*/ 23 w 42"/>
                <a:gd name="T49"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 h="45">
                  <a:moveTo>
                    <a:pt x="39" y="8"/>
                  </a:moveTo>
                  <a:cubicBezTo>
                    <a:pt x="39" y="6"/>
                    <a:pt x="38" y="4"/>
                    <a:pt x="35" y="4"/>
                  </a:cubicBezTo>
                  <a:cubicBezTo>
                    <a:pt x="34" y="1"/>
                    <a:pt x="32" y="0"/>
                    <a:pt x="28" y="0"/>
                  </a:cubicBezTo>
                  <a:cubicBezTo>
                    <a:pt x="22" y="0"/>
                    <a:pt x="16" y="3"/>
                    <a:pt x="10" y="11"/>
                  </a:cubicBezTo>
                  <a:cubicBezTo>
                    <a:pt x="3" y="19"/>
                    <a:pt x="0" y="27"/>
                    <a:pt x="0" y="34"/>
                  </a:cubicBezTo>
                  <a:cubicBezTo>
                    <a:pt x="0" y="36"/>
                    <a:pt x="1" y="39"/>
                    <a:pt x="3" y="41"/>
                  </a:cubicBezTo>
                  <a:cubicBezTo>
                    <a:pt x="5" y="43"/>
                    <a:pt x="7" y="43"/>
                    <a:pt x="9" y="43"/>
                  </a:cubicBezTo>
                  <a:cubicBezTo>
                    <a:pt x="15" y="43"/>
                    <a:pt x="22" y="39"/>
                    <a:pt x="29" y="30"/>
                  </a:cubicBezTo>
                  <a:cubicBezTo>
                    <a:pt x="29" y="40"/>
                    <a:pt x="31" y="45"/>
                    <a:pt x="36" y="45"/>
                  </a:cubicBezTo>
                  <a:cubicBezTo>
                    <a:pt x="37" y="45"/>
                    <a:pt x="39" y="44"/>
                    <a:pt x="40" y="43"/>
                  </a:cubicBezTo>
                  <a:cubicBezTo>
                    <a:pt x="41" y="42"/>
                    <a:pt x="42" y="41"/>
                    <a:pt x="42" y="40"/>
                  </a:cubicBezTo>
                  <a:cubicBezTo>
                    <a:pt x="42" y="39"/>
                    <a:pt x="41" y="38"/>
                    <a:pt x="40" y="38"/>
                  </a:cubicBezTo>
                  <a:cubicBezTo>
                    <a:pt x="39" y="37"/>
                    <a:pt x="39" y="37"/>
                    <a:pt x="38" y="37"/>
                  </a:cubicBezTo>
                  <a:cubicBezTo>
                    <a:pt x="38" y="36"/>
                    <a:pt x="38" y="35"/>
                    <a:pt x="37" y="34"/>
                  </a:cubicBezTo>
                  <a:cubicBezTo>
                    <a:pt x="37" y="32"/>
                    <a:pt x="37" y="30"/>
                    <a:pt x="37" y="27"/>
                  </a:cubicBezTo>
                  <a:cubicBezTo>
                    <a:pt x="37" y="24"/>
                    <a:pt x="37" y="19"/>
                    <a:pt x="38" y="14"/>
                  </a:cubicBezTo>
                  <a:cubicBezTo>
                    <a:pt x="39" y="11"/>
                    <a:pt x="39" y="9"/>
                    <a:pt x="39" y="8"/>
                  </a:cubicBezTo>
                  <a:close/>
                  <a:moveTo>
                    <a:pt x="23" y="27"/>
                  </a:moveTo>
                  <a:cubicBezTo>
                    <a:pt x="18" y="32"/>
                    <a:pt x="14" y="35"/>
                    <a:pt x="11" y="35"/>
                  </a:cubicBezTo>
                  <a:cubicBezTo>
                    <a:pt x="10" y="35"/>
                    <a:pt x="10" y="34"/>
                    <a:pt x="10" y="32"/>
                  </a:cubicBezTo>
                  <a:cubicBezTo>
                    <a:pt x="10" y="28"/>
                    <a:pt x="12" y="23"/>
                    <a:pt x="16" y="17"/>
                  </a:cubicBezTo>
                  <a:cubicBezTo>
                    <a:pt x="21" y="11"/>
                    <a:pt x="24" y="8"/>
                    <a:pt x="27" y="8"/>
                  </a:cubicBezTo>
                  <a:cubicBezTo>
                    <a:pt x="27" y="8"/>
                    <a:pt x="28" y="8"/>
                    <a:pt x="29" y="9"/>
                  </a:cubicBezTo>
                  <a:cubicBezTo>
                    <a:pt x="29" y="10"/>
                    <a:pt x="30" y="11"/>
                    <a:pt x="30" y="12"/>
                  </a:cubicBezTo>
                  <a:cubicBezTo>
                    <a:pt x="30" y="16"/>
                    <a:pt x="27" y="21"/>
                    <a:pt x="23"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5"/>
            <p:cNvSpPr>
              <a:spLocks/>
            </p:cNvSpPr>
            <p:nvPr/>
          </p:nvSpPr>
          <p:spPr bwMode="auto">
            <a:xfrm>
              <a:off x="1489075" y="1992313"/>
              <a:ext cx="77788" cy="61913"/>
            </a:xfrm>
            <a:custGeom>
              <a:avLst/>
              <a:gdLst>
                <a:gd name="T0" fmla="*/ 11 w 50"/>
                <a:gd name="T1" fmla="*/ 1 h 40"/>
                <a:gd name="T2" fmla="*/ 8 w 50"/>
                <a:gd name="T3" fmla="*/ 0 h 40"/>
                <a:gd name="T4" fmla="*/ 4 w 50"/>
                <a:gd name="T5" fmla="*/ 2 h 40"/>
                <a:gd name="T6" fmla="*/ 3 w 50"/>
                <a:gd name="T7" fmla="*/ 6 h 40"/>
                <a:gd name="T8" fmla="*/ 1 w 50"/>
                <a:gd name="T9" fmla="*/ 26 h 40"/>
                <a:gd name="T10" fmla="*/ 0 w 50"/>
                <a:gd name="T11" fmla="*/ 35 h 40"/>
                <a:gd name="T12" fmla="*/ 6 w 50"/>
                <a:gd name="T13" fmla="*/ 40 h 40"/>
                <a:gd name="T14" fmla="*/ 8 w 50"/>
                <a:gd name="T15" fmla="*/ 39 h 40"/>
                <a:gd name="T16" fmla="*/ 9 w 50"/>
                <a:gd name="T17" fmla="*/ 37 h 40"/>
                <a:gd name="T18" fmla="*/ 18 w 50"/>
                <a:gd name="T19" fmla="*/ 21 h 40"/>
                <a:gd name="T20" fmla="*/ 28 w 50"/>
                <a:gd name="T21" fmla="*/ 11 h 40"/>
                <a:gd name="T22" fmla="*/ 32 w 50"/>
                <a:gd name="T23" fmla="*/ 20 h 40"/>
                <a:gd name="T24" fmla="*/ 34 w 50"/>
                <a:gd name="T25" fmla="*/ 33 h 40"/>
                <a:gd name="T26" fmla="*/ 34 w 50"/>
                <a:gd name="T27" fmla="*/ 33 h 40"/>
                <a:gd name="T28" fmla="*/ 41 w 50"/>
                <a:gd name="T29" fmla="*/ 38 h 40"/>
                <a:gd name="T30" fmla="*/ 47 w 50"/>
                <a:gd name="T31" fmla="*/ 36 h 40"/>
                <a:gd name="T32" fmla="*/ 50 w 50"/>
                <a:gd name="T33" fmla="*/ 32 h 40"/>
                <a:gd name="T34" fmla="*/ 48 w 50"/>
                <a:gd name="T35" fmla="*/ 29 h 40"/>
                <a:gd name="T36" fmla="*/ 46 w 50"/>
                <a:gd name="T37" fmla="*/ 30 h 40"/>
                <a:gd name="T38" fmla="*/ 44 w 50"/>
                <a:gd name="T39" fmla="*/ 30 h 40"/>
                <a:gd name="T40" fmla="*/ 40 w 50"/>
                <a:gd name="T41" fmla="*/ 16 h 40"/>
                <a:gd name="T42" fmla="*/ 29 w 50"/>
                <a:gd name="T43" fmla="*/ 1 h 40"/>
                <a:gd name="T44" fmla="*/ 10 w 50"/>
                <a:gd name="T45" fmla="*/ 21 h 40"/>
                <a:gd name="T46" fmla="*/ 13 w 50"/>
                <a:gd name="T47" fmla="*/ 7 h 40"/>
                <a:gd name="T48" fmla="*/ 11 w 50"/>
                <a:gd name="T49" fmla="*/ 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0" h="40">
                  <a:moveTo>
                    <a:pt x="11" y="1"/>
                  </a:moveTo>
                  <a:cubicBezTo>
                    <a:pt x="11" y="0"/>
                    <a:pt x="9" y="0"/>
                    <a:pt x="8" y="0"/>
                  </a:cubicBezTo>
                  <a:cubicBezTo>
                    <a:pt x="7" y="0"/>
                    <a:pt x="5" y="0"/>
                    <a:pt x="4" y="2"/>
                  </a:cubicBezTo>
                  <a:cubicBezTo>
                    <a:pt x="3" y="3"/>
                    <a:pt x="3" y="4"/>
                    <a:pt x="3" y="6"/>
                  </a:cubicBezTo>
                  <a:cubicBezTo>
                    <a:pt x="3" y="14"/>
                    <a:pt x="2" y="21"/>
                    <a:pt x="1" y="26"/>
                  </a:cubicBezTo>
                  <a:cubicBezTo>
                    <a:pt x="0" y="31"/>
                    <a:pt x="0" y="34"/>
                    <a:pt x="0" y="35"/>
                  </a:cubicBezTo>
                  <a:cubicBezTo>
                    <a:pt x="0" y="39"/>
                    <a:pt x="2" y="40"/>
                    <a:pt x="6" y="40"/>
                  </a:cubicBezTo>
                  <a:cubicBezTo>
                    <a:pt x="7" y="40"/>
                    <a:pt x="7" y="40"/>
                    <a:pt x="8" y="39"/>
                  </a:cubicBezTo>
                  <a:cubicBezTo>
                    <a:pt x="9" y="39"/>
                    <a:pt x="9" y="38"/>
                    <a:pt x="9" y="37"/>
                  </a:cubicBezTo>
                  <a:cubicBezTo>
                    <a:pt x="10" y="34"/>
                    <a:pt x="13" y="28"/>
                    <a:pt x="18" y="21"/>
                  </a:cubicBezTo>
                  <a:cubicBezTo>
                    <a:pt x="23" y="14"/>
                    <a:pt x="26" y="11"/>
                    <a:pt x="28" y="11"/>
                  </a:cubicBezTo>
                  <a:cubicBezTo>
                    <a:pt x="30" y="11"/>
                    <a:pt x="31" y="14"/>
                    <a:pt x="32" y="20"/>
                  </a:cubicBezTo>
                  <a:cubicBezTo>
                    <a:pt x="32" y="27"/>
                    <a:pt x="33" y="33"/>
                    <a:pt x="34" y="33"/>
                  </a:cubicBezTo>
                  <a:cubicBezTo>
                    <a:pt x="34" y="33"/>
                    <a:pt x="34" y="33"/>
                    <a:pt x="34" y="33"/>
                  </a:cubicBezTo>
                  <a:cubicBezTo>
                    <a:pt x="36" y="37"/>
                    <a:pt x="38" y="38"/>
                    <a:pt x="41" y="38"/>
                  </a:cubicBezTo>
                  <a:cubicBezTo>
                    <a:pt x="43" y="38"/>
                    <a:pt x="46" y="37"/>
                    <a:pt x="47" y="36"/>
                  </a:cubicBezTo>
                  <a:cubicBezTo>
                    <a:pt x="49" y="34"/>
                    <a:pt x="50" y="33"/>
                    <a:pt x="50" y="32"/>
                  </a:cubicBezTo>
                  <a:cubicBezTo>
                    <a:pt x="50" y="30"/>
                    <a:pt x="49" y="29"/>
                    <a:pt x="48" y="29"/>
                  </a:cubicBezTo>
                  <a:cubicBezTo>
                    <a:pt x="47" y="29"/>
                    <a:pt x="47" y="30"/>
                    <a:pt x="46" y="30"/>
                  </a:cubicBezTo>
                  <a:cubicBezTo>
                    <a:pt x="45" y="30"/>
                    <a:pt x="44" y="30"/>
                    <a:pt x="44" y="30"/>
                  </a:cubicBezTo>
                  <a:cubicBezTo>
                    <a:pt x="42" y="30"/>
                    <a:pt x="41" y="25"/>
                    <a:pt x="40" y="16"/>
                  </a:cubicBezTo>
                  <a:cubicBezTo>
                    <a:pt x="39" y="6"/>
                    <a:pt x="35" y="1"/>
                    <a:pt x="29" y="1"/>
                  </a:cubicBezTo>
                  <a:cubicBezTo>
                    <a:pt x="22" y="1"/>
                    <a:pt x="16" y="8"/>
                    <a:pt x="10" y="21"/>
                  </a:cubicBezTo>
                  <a:cubicBezTo>
                    <a:pt x="12" y="14"/>
                    <a:pt x="13" y="9"/>
                    <a:pt x="13" y="7"/>
                  </a:cubicBezTo>
                  <a:cubicBezTo>
                    <a:pt x="13" y="4"/>
                    <a:pt x="12" y="2"/>
                    <a:pt x="1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6"/>
            <p:cNvSpPr>
              <a:spLocks/>
            </p:cNvSpPr>
            <p:nvPr/>
          </p:nvSpPr>
          <p:spPr bwMode="auto">
            <a:xfrm>
              <a:off x="1573213" y="1951038"/>
              <a:ext cx="68263" cy="106363"/>
            </a:xfrm>
            <a:custGeom>
              <a:avLst/>
              <a:gdLst>
                <a:gd name="T0" fmla="*/ 17 w 43"/>
                <a:gd name="T1" fmla="*/ 5 h 68"/>
                <a:gd name="T2" fmla="*/ 16 w 43"/>
                <a:gd name="T3" fmla="*/ 2 h 68"/>
                <a:gd name="T4" fmla="*/ 13 w 43"/>
                <a:gd name="T5" fmla="*/ 0 h 68"/>
                <a:gd name="T6" fmla="*/ 10 w 43"/>
                <a:gd name="T7" fmla="*/ 2 h 68"/>
                <a:gd name="T8" fmla="*/ 8 w 43"/>
                <a:gd name="T9" fmla="*/ 5 h 68"/>
                <a:gd name="T10" fmla="*/ 6 w 43"/>
                <a:gd name="T11" fmla="*/ 14 h 68"/>
                <a:gd name="T12" fmla="*/ 4 w 43"/>
                <a:gd name="T13" fmla="*/ 33 h 68"/>
                <a:gd name="T14" fmla="*/ 1 w 43"/>
                <a:gd name="T15" fmla="*/ 58 h 68"/>
                <a:gd name="T16" fmla="*/ 0 w 43"/>
                <a:gd name="T17" fmla="*/ 64 h 68"/>
                <a:gd name="T18" fmla="*/ 1 w 43"/>
                <a:gd name="T19" fmla="*/ 67 h 68"/>
                <a:gd name="T20" fmla="*/ 5 w 43"/>
                <a:gd name="T21" fmla="*/ 68 h 68"/>
                <a:gd name="T22" fmla="*/ 8 w 43"/>
                <a:gd name="T23" fmla="*/ 67 h 68"/>
                <a:gd name="T24" fmla="*/ 9 w 43"/>
                <a:gd name="T25" fmla="*/ 62 h 68"/>
                <a:gd name="T26" fmla="*/ 9 w 43"/>
                <a:gd name="T27" fmla="*/ 54 h 68"/>
                <a:gd name="T28" fmla="*/ 9 w 43"/>
                <a:gd name="T29" fmla="*/ 54 h 68"/>
                <a:gd name="T30" fmla="*/ 12 w 43"/>
                <a:gd name="T31" fmla="*/ 52 h 68"/>
                <a:gd name="T32" fmla="*/ 14 w 43"/>
                <a:gd name="T33" fmla="*/ 50 h 68"/>
                <a:gd name="T34" fmla="*/ 19 w 43"/>
                <a:gd name="T35" fmla="*/ 56 h 68"/>
                <a:gd name="T36" fmla="*/ 28 w 43"/>
                <a:gd name="T37" fmla="*/ 66 h 68"/>
                <a:gd name="T38" fmla="*/ 34 w 43"/>
                <a:gd name="T39" fmla="*/ 68 h 68"/>
                <a:gd name="T40" fmla="*/ 41 w 43"/>
                <a:gd name="T41" fmla="*/ 66 h 68"/>
                <a:gd name="T42" fmla="*/ 43 w 43"/>
                <a:gd name="T43" fmla="*/ 62 h 68"/>
                <a:gd name="T44" fmla="*/ 43 w 43"/>
                <a:gd name="T45" fmla="*/ 60 h 68"/>
                <a:gd name="T46" fmla="*/ 41 w 43"/>
                <a:gd name="T47" fmla="*/ 60 h 68"/>
                <a:gd name="T48" fmla="*/ 39 w 43"/>
                <a:gd name="T49" fmla="*/ 60 h 68"/>
                <a:gd name="T50" fmla="*/ 34 w 43"/>
                <a:gd name="T51" fmla="*/ 58 h 68"/>
                <a:gd name="T52" fmla="*/ 27 w 43"/>
                <a:gd name="T53" fmla="*/ 51 h 68"/>
                <a:gd name="T54" fmla="*/ 22 w 43"/>
                <a:gd name="T55" fmla="*/ 45 h 68"/>
                <a:gd name="T56" fmla="*/ 23 w 43"/>
                <a:gd name="T57" fmla="*/ 43 h 68"/>
                <a:gd name="T58" fmla="*/ 28 w 43"/>
                <a:gd name="T59" fmla="*/ 39 h 68"/>
                <a:gd name="T60" fmla="*/ 33 w 43"/>
                <a:gd name="T61" fmla="*/ 35 h 68"/>
                <a:gd name="T62" fmla="*/ 37 w 43"/>
                <a:gd name="T63" fmla="*/ 34 h 68"/>
                <a:gd name="T64" fmla="*/ 37 w 43"/>
                <a:gd name="T65" fmla="*/ 35 h 68"/>
                <a:gd name="T66" fmla="*/ 37 w 43"/>
                <a:gd name="T67" fmla="*/ 35 h 68"/>
                <a:gd name="T68" fmla="*/ 41 w 43"/>
                <a:gd name="T69" fmla="*/ 28 h 68"/>
                <a:gd name="T70" fmla="*/ 37 w 43"/>
                <a:gd name="T71" fmla="*/ 24 h 68"/>
                <a:gd name="T72" fmla="*/ 23 w 43"/>
                <a:gd name="T73" fmla="*/ 33 h 68"/>
                <a:gd name="T74" fmla="*/ 11 w 43"/>
                <a:gd name="T75" fmla="*/ 44 h 68"/>
                <a:gd name="T76" fmla="*/ 13 w 43"/>
                <a:gd name="T77" fmla="*/ 31 h 68"/>
                <a:gd name="T78" fmla="*/ 13 w 43"/>
                <a:gd name="T79" fmla="*/ 31 h 68"/>
                <a:gd name="T80" fmla="*/ 14 w 43"/>
                <a:gd name="T81" fmla="*/ 26 h 68"/>
                <a:gd name="T82" fmla="*/ 17 w 43"/>
                <a:gd name="T83" fmla="*/ 5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3" h="68">
                  <a:moveTo>
                    <a:pt x="17" y="5"/>
                  </a:moveTo>
                  <a:cubicBezTo>
                    <a:pt x="17" y="4"/>
                    <a:pt x="17" y="3"/>
                    <a:pt x="16" y="2"/>
                  </a:cubicBezTo>
                  <a:cubicBezTo>
                    <a:pt x="16" y="1"/>
                    <a:pt x="15" y="0"/>
                    <a:pt x="13" y="0"/>
                  </a:cubicBezTo>
                  <a:cubicBezTo>
                    <a:pt x="12" y="0"/>
                    <a:pt x="11" y="1"/>
                    <a:pt x="10" y="2"/>
                  </a:cubicBezTo>
                  <a:cubicBezTo>
                    <a:pt x="9" y="3"/>
                    <a:pt x="8" y="4"/>
                    <a:pt x="8" y="5"/>
                  </a:cubicBezTo>
                  <a:cubicBezTo>
                    <a:pt x="7" y="7"/>
                    <a:pt x="7" y="10"/>
                    <a:pt x="6" y="14"/>
                  </a:cubicBezTo>
                  <a:cubicBezTo>
                    <a:pt x="5" y="19"/>
                    <a:pt x="5" y="25"/>
                    <a:pt x="4" y="33"/>
                  </a:cubicBezTo>
                  <a:cubicBezTo>
                    <a:pt x="3" y="44"/>
                    <a:pt x="2" y="52"/>
                    <a:pt x="1" y="58"/>
                  </a:cubicBezTo>
                  <a:cubicBezTo>
                    <a:pt x="0" y="61"/>
                    <a:pt x="0" y="63"/>
                    <a:pt x="0" y="64"/>
                  </a:cubicBezTo>
                  <a:cubicBezTo>
                    <a:pt x="0" y="65"/>
                    <a:pt x="0" y="66"/>
                    <a:pt x="1" y="67"/>
                  </a:cubicBezTo>
                  <a:cubicBezTo>
                    <a:pt x="2" y="68"/>
                    <a:pt x="3" y="68"/>
                    <a:pt x="5" y="68"/>
                  </a:cubicBezTo>
                  <a:cubicBezTo>
                    <a:pt x="6" y="68"/>
                    <a:pt x="7" y="68"/>
                    <a:pt x="8" y="67"/>
                  </a:cubicBezTo>
                  <a:cubicBezTo>
                    <a:pt x="9" y="66"/>
                    <a:pt x="9" y="64"/>
                    <a:pt x="9" y="62"/>
                  </a:cubicBezTo>
                  <a:cubicBezTo>
                    <a:pt x="9" y="59"/>
                    <a:pt x="9" y="56"/>
                    <a:pt x="9" y="54"/>
                  </a:cubicBezTo>
                  <a:cubicBezTo>
                    <a:pt x="9" y="54"/>
                    <a:pt x="9" y="54"/>
                    <a:pt x="9" y="54"/>
                  </a:cubicBezTo>
                  <a:cubicBezTo>
                    <a:pt x="9" y="53"/>
                    <a:pt x="11" y="53"/>
                    <a:pt x="12" y="52"/>
                  </a:cubicBezTo>
                  <a:cubicBezTo>
                    <a:pt x="13" y="51"/>
                    <a:pt x="13" y="50"/>
                    <a:pt x="14" y="50"/>
                  </a:cubicBezTo>
                  <a:cubicBezTo>
                    <a:pt x="14" y="50"/>
                    <a:pt x="16" y="52"/>
                    <a:pt x="19" y="56"/>
                  </a:cubicBezTo>
                  <a:cubicBezTo>
                    <a:pt x="23" y="61"/>
                    <a:pt x="26" y="64"/>
                    <a:pt x="28" y="66"/>
                  </a:cubicBezTo>
                  <a:cubicBezTo>
                    <a:pt x="30" y="67"/>
                    <a:pt x="32" y="68"/>
                    <a:pt x="34" y="68"/>
                  </a:cubicBezTo>
                  <a:cubicBezTo>
                    <a:pt x="37" y="68"/>
                    <a:pt x="40" y="67"/>
                    <a:pt x="41" y="66"/>
                  </a:cubicBezTo>
                  <a:cubicBezTo>
                    <a:pt x="42" y="64"/>
                    <a:pt x="43" y="63"/>
                    <a:pt x="43" y="62"/>
                  </a:cubicBezTo>
                  <a:cubicBezTo>
                    <a:pt x="43" y="61"/>
                    <a:pt x="43" y="61"/>
                    <a:pt x="43" y="60"/>
                  </a:cubicBezTo>
                  <a:cubicBezTo>
                    <a:pt x="42" y="60"/>
                    <a:pt x="42" y="60"/>
                    <a:pt x="41" y="60"/>
                  </a:cubicBezTo>
                  <a:cubicBezTo>
                    <a:pt x="39" y="60"/>
                    <a:pt x="39" y="60"/>
                    <a:pt x="39" y="60"/>
                  </a:cubicBezTo>
                  <a:cubicBezTo>
                    <a:pt x="38" y="60"/>
                    <a:pt x="36" y="59"/>
                    <a:pt x="34" y="58"/>
                  </a:cubicBezTo>
                  <a:cubicBezTo>
                    <a:pt x="32" y="56"/>
                    <a:pt x="30" y="54"/>
                    <a:pt x="27" y="51"/>
                  </a:cubicBezTo>
                  <a:cubicBezTo>
                    <a:pt x="24" y="47"/>
                    <a:pt x="22" y="46"/>
                    <a:pt x="22" y="45"/>
                  </a:cubicBezTo>
                  <a:cubicBezTo>
                    <a:pt x="22" y="45"/>
                    <a:pt x="23" y="44"/>
                    <a:pt x="23" y="43"/>
                  </a:cubicBezTo>
                  <a:cubicBezTo>
                    <a:pt x="24" y="42"/>
                    <a:pt x="26" y="41"/>
                    <a:pt x="28" y="39"/>
                  </a:cubicBezTo>
                  <a:cubicBezTo>
                    <a:pt x="30" y="38"/>
                    <a:pt x="32" y="37"/>
                    <a:pt x="33" y="35"/>
                  </a:cubicBezTo>
                  <a:cubicBezTo>
                    <a:pt x="34" y="35"/>
                    <a:pt x="35" y="35"/>
                    <a:pt x="37" y="34"/>
                  </a:cubicBezTo>
                  <a:cubicBezTo>
                    <a:pt x="37" y="35"/>
                    <a:pt x="37" y="35"/>
                    <a:pt x="37" y="35"/>
                  </a:cubicBezTo>
                  <a:cubicBezTo>
                    <a:pt x="37" y="35"/>
                    <a:pt x="37" y="35"/>
                    <a:pt x="37" y="35"/>
                  </a:cubicBezTo>
                  <a:cubicBezTo>
                    <a:pt x="40" y="31"/>
                    <a:pt x="41" y="31"/>
                    <a:pt x="41" y="28"/>
                  </a:cubicBezTo>
                  <a:cubicBezTo>
                    <a:pt x="41" y="26"/>
                    <a:pt x="40" y="24"/>
                    <a:pt x="37" y="24"/>
                  </a:cubicBezTo>
                  <a:cubicBezTo>
                    <a:pt x="34" y="24"/>
                    <a:pt x="30" y="27"/>
                    <a:pt x="23" y="33"/>
                  </a:cubicBezTo>
                  <a:cubicBezTo>
                    <a:pt x="11" y="44"/>
                    <a:pt x="11" y="44"/>
                    <a:pt x="11" y="44"/>
                  </a:cubicBezTo>
                  <a:cubicBezTo>
                    <a:pt x="11" y="43"/>
                    <a:pt x="12" y="39"/>
                    <a:pt x="13" y="31"/>
                  </a:cubicBezTo>
                  <a:cubicBezTo>
                    <a:pt x="13" y="31"/>
                    <a:pt x="13" y="31"/>
                    <a:pt x="13" y="31"/>
                  </a:cubicBezTo>
                  <a:cubicBezTo>
                    <a:pt x="14" y="26"/>
                    <a:pt x="14" y="26"/>
                    <a:pt x="14" y="26"/>
                  </a:cubicBezTo>
                  <a:cubicBezTo>
                    <a:pt x="16" y="14"/>
                    <a:pt x="17" y="7"/>
                    <a:pt x="17"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7"/>
            <p:cNvSpPr>
              <a:spLocks/>
            </p:cNvSpPr>
            <p:nvPr/>
          </p:nvSpPr>
          <p:spPr bwMode="auto">
            <a:xfrm>
              <a:off x="1281113" y="2117725"/>
              <a:ext cx="96838" cy="90488"/>
            </a:xfrm>
            <a:custGeom>
              <a:avLst/>
              <a:gdLst>
                <a:gd name="T0" fmla="*/ 0 w 62"/>
                <a:gd name="T1" fmla="*/ 8 h 58"/>
                <a:gd name="T2" fmla="*/ 2 w 62"/>
                <a:gd name="T3" fmla="*/ 11 h 58"/>
                <a:gd name="T4" fmla="*/ 8 w 62"/>
                <a:gd name="T5" fmla="*/ 12 h 58"/>
                <a:gd name="T6" fmla="*/ 17 w 62"/>
                <a:gd name="T7" fmla="*/ 11 h 58"/>
                <a:gd name="T8" fmla="*/ 26 w 62"/>
                <a:gd name="T9" fmla="*/ 11 h 58"/>
                <a:gd name="T10" fmla="*/ 24 w 62"/>
                <a:gd name="T11" fmla="*/ 24 h 58"/>
                <a:gd name="T12" fmla="*/ 22 w 62"/>
                <a:gd name="T13" fmla="*/ 44 h 58"/>
                <a:gd name="T14" fmla="*/ 22 w 62"/>
                <a:gd name="T15" fmla="*/ 52 h 58"/>
                <a:gd name="T16" fmla="*/ 25 w 62"/>
                <a:gd name="T17" fmla="*/ 57 h 58"/>
                <a:gd name="T18" fmla="*/ 28 w 62"/>
                <a:gd name="T19" fmla="*/ 58 h 58"/>
                <a:gd name="T20" fmla="*/ 31 w 62"/>
                <a:gd name="T21" fmla="*/ 56 h 58"/>
                <a:gd name="T22" fmla="*/ 33 w 62"/>
                <a:gd name="T23" fmla="*/ 53 h 58"/>
                <a:gd name="T24" fmla="*/ 32 w 62"/>
                <a:gd name="T25" fmla="*/ 51 h 58"/>
                <a:gd name="T26" fmla="*/ 32 w 62"/>
                <a:gd name="T27" fmla="*/ 45 h 58"/>
                <a:gd name="T28" fmla="*/ 33 w 62"/>
                <a:gd name="T29" fmla="*/ 25 h 58"/>
                <a:gd name="T30" fmla="*/ 35 w 62"/>
                <a:gd name="T31" fmla="*/ 12 h 58"/>
                <a:gd name="T32" fmla="*/ 35 w 62"/>
                <a:gd name="T33" fmla="*/ 10 h 58"/>
                <a:gd name="T34" fmla="*/ 49 w 62"/>
                <a:gd name="T35" fmla="*/ 9 h 58"/>
                <a:gd name="T36" fmla="*/ 55 w 62"/>
                <a:gd name="T37" fmla="*/ 9 h 58"/>
                <a:gd name="T38" fmla="*/ 58 w 62"/>
                <a:gd name="T39" fmla="*/ 9 h 58"/>
                <a:gd name="T40" fmla="*/ 62 w 62"/>
                <a:gd name="T41" fmla="*/ 5 h 58"/>
                <a:gd name="T42" fmla="*/ 60 w 62"/>
                <a:gd name="T43" fmla="*/ 2 h 58"/>
                <a:gd name="T44" fmla="*/ 51 w 62"/>
                <a:gd name="T45" fmla="*/ 0 h 58"/>
                <a:gd name="T46" fmla="*/ 33 w 62"/>
                <a:gd name="T47" fmla="*/ 2 h 58"/>
                <a:gd name="T48" fmla="*/ 11 w 62"/>
                <a:gd name="T49" fmla="*/ 4 h 58"/>
                <a:gd name="T50" fmla="*/ 2 w 62"/>
                <a:gd name="T51" fmla="*/ 5 h 58"/>
                <a:gd name="T52" fmla="*/ 0 w 62"/>
                <a:gd name="T53" fmla="*/ 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2" h="58">
                  <a:moveTo>
                    <a:pt x="0" y="8"/>
                  </a:moveTo>
                  <a:cubicBezTo>
                    <a:pt x="0" y="9"/>
                    <a:pt x="1" y="10"/>
                    <a:pt x="2" y="11"/>
                  </a:cubicBezTo>
                  <a:cubicBezTo>
                    <a:pt x="3" y="12"/>
                    <a:pt x="5" y="12"/>
                    <a:pt x="8" y="12"/>
                  </a:cubicBezTo>
                  <a:cubicBezTo>
                    <a:pt x="9" y="12"/>
                    <a:pt x="12" y="12"/>
                    <a:pt x="17" y="11"/>
                  </a:cubicBezTo>
                  <a:cubicBezTo>
                    <a:pt x="22" y="11"/>
                    <a:pt x="25" y="11"/>
                    <a:pt x="26" y="11"/>
                  </a:cubicBezTo>
                  <a:cubicBezTo>
                    <a:pt x="25" y="11"/>
                    <a:pt x="25" y="16"/>
                    <a:pt x="24" y="24"/>
                  </a:cubicBezTo>
                  <a:cubicBezTo>
                    <a:pt x="23" y="33"/>
                    <a:pt x="22" y="40"/>
                    <a:pt x="22" y="44"/>
                  </a:cubicBezTo>
                  <a:cubicBezTo>
                    <a:pt x="22" y="48"/>
                    <a:pt x="22" y="50"/>
                    <a:pt x="22" y="52"/>
                  </a:cubicBezTo>
                  <a:cubicBezTo>
                    <a:pt x="23" y="55"/>
                    <a:pt x="23" y="56"/>
                    <a:pt x="25" y="57"/>
                  </a:cubicBezTo>
                  <a:cubicBezTo>
                    <a:pt x="26" y="58"/>
                    <a:pt x="27" y="58"/>
                    <a:pt x="28" y="58"/>
                  </a:cubicBezTo>
                  <a:cubicBezTo>
                    <a:pt x="29" y="58"/>
                    <a:pt x="30" y="58"/>
                    <a:pt x="31" y="56"/>
                  </a:cubicBezTo>
                  <a:cubicBezTo>
                    <a:pt x="32" y="55"/>
                    <a:pt x="33" y="54"/>
                    <a:pt x="33" y="53"/>
                  </a:cubicBezTo>
                  <a:cubicBezTo>
                    <a:pt x="33" y="52"/>
                    <a:pt x="32" y="52"/>
                    <a:pt x="32" y="51"/>
                  </a:cubicBezTo>
                  <a:cubicBezTo>
                    <a:pt x="32" y="49"/>
                    <a:pt x="32" y="47"/>
                    <a:pt x="32" y="45"/>
                  </a:cubicBezTo>
                  <a:cubicBezTo>
                    <a:pt x="32" y="40"/>
                    <a:pt x="32" y="33"/>
                    <a:pt x="33" y="25"/>
                  </a:cubicBezTo>
                  <a:cubicBezTo>
                    <a:pt x="34" y="17"/>
                    <a:pt x="34" y="13"/>
                    <a:pt x="35" y="12"/>
                  </a:cubicBezTo>
                  <a:cubicBezTo>
                    <a:pt x="35" y="11"/>
                    <a:pt x="35" y="10"/>
                    <a:pt x="35" y="10"/>
                  </a:cubicBezTo>
                  <a:cubicBezTo>
                    <a:pt x="38" y="9"/>
                    <a:pt x="42" y="9"/>
                    <a:pt x="49" y="9"/>
                  </a:cubicBezTo>
                  <a:cubicBezTo>
                    <a:pt x="51" y="9"/>
                    <a:pt x="53" y="9"/>
                    <a:pt x="55" y="9"/>
                  </a:cubicBezTo>
                  <a:cubicBezTo>
                    <a:pt x="56" y="9"/>
                    <a:pt x="58" y="9"/>
                    <a:pt x="58" y="9"/>
                  </a:cubicBezTo>
                  <a:cubicBezTo>
                    <a:pt x="61" y="9"/>
                    <a:pt x="62" y="8"/>
                    <a:pt x="62" y="5"/>
                  </a:cubicBezTo>
                  <a:cubicBezTo>
                    <a:pt x="62" y="4"/>
                    <a:pt x="61" y="3"/>
                    <a:pt x="60" y="2"/>
                  </a:cubicBezTo>
                  <a:cubicBezTo>
                    <a:pt x="59" y="1"/>
                    <a:pt x="56" y="0"/>
                    <a:pt x="51" y="0"/>
                  </a:cubicBezTo>
                  <a:cubicBezTo>
                    <a:pt x="47" y="0"/>
                    <a:pt x="41" y="1"/>
                    <a:pt x="33" y="2"/>
                  </a:cubicBezTo>
                  <a:cubicBezTo>
                    <a:pt x="26" y="3"/>
                    <a:pt x="18" y="4"/>
                    <a:pt x="11" y="4"/>
                  </a:cubicBezTo>
                  <a:cubicBezTo>
                    <a:pt x="6" y="4"/>
                    <a:pt x="3" y="4"/>
                    <a:pt x="2" y="5"/>
                  </a:cubicBezTo>
                  <a:cubicBezTo>
                    <a:pt x="1" y="5"/>
                    <a:pt x="0" y="6"/>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8"/>
            <p:cNvSpPr>
              <a:spLocks noEditPoints="1"/>
            </p:cNvSpPr>
            <p:nvPr/>
          </p:nvSpPr>
          <p:spPr bwMode="auto">
            <a:xfrm>
              <a:off x="1363663" y="2136775"/>
              <a:ext cx="57150" cy="73025"/>
            </a:xfrm>
            <a:custGeom>
              <a:avLst/>
              <a:gdLst>
                <a:gd name="T0" fmla="*/ 8 w 37"/>
                <a:gd name="T1" fmla="*/ 10 h 47"/>
                <a:gd name="T2" fmla="*/ 0 w 37"/>
                <a:gd name="T3" fmla="*/ 31 h 47"/>
                <a:gd name="T4" fmla="*/ 4 w 37"/>
                <a:gd name="T5" fmla="*/ 42 h 47"/>
                <a:gd name="T6" fmla="*/ 14 w 37"/>
                <a:gd name="T7" fmla="*/ 47 h 47"/>
                <a:gd name="T8" fmla="*/ 30 w 37"/>
                <a:gd name="T9" fmla="*/ 41 h 47"/>
                <a:gd name="T10" fmla="*/ 37 w 37"/>
                <a:gd name="T11" fmla="*/ 31 h 47"/>
                <a:gd name="T12" fmla="*/ 34 w 37"/>
                <a:gd name="T13" fmla="*/ 29 h 47"/>
                <a:gd name="T14" fmla="*/ 31 w 37"/>
                <a:gd name="T15" fmla="*/ 30 h 47"/>
                <a:gd name="T16" fmla="*/ 16 w 37"/>
                <a:gd name="T17" fmla="*/ 38 h 47"/>
                <a:gd name="T18" fmla="*/ 11 w 37"/>
                <a:gd name="T19" fmla="*/ 37 h 47"/>
                <a:gd name="T20" fmla="*/ 10 w 37"/>
                <a:gd name="T21" fmla="*/ 33 h 47"/>
                <a:gd name="T22" fmla="*/ 11 w 37"/>
                <a:gd name="T23" fmla="*/ 32 h 47"/>
                <a:gd name="T24" fmla="*/ 28 w 37"/>
                <a:gd name="T25" fmla="*/ 23 h 47"/>
                <a:gd name="T26" fmla="*/ 34 w 37"/>
                <a:gd name="T27" fmla="*/ 10 h 47"/>
                <a:gd name="T28" fmla="*/ 31 w 37"/>
                <a:gd name="T29" fmla="*/ 3 h 47"/>
                <a:gd name="T30" fmla="*/ 24 w 37"/>
                <a:gd name="T31" fmla="*/ 0 h 47"/>
                <a:gd name="T32" fmla="*/ 8 w 37"/>
                <a:gd name="T33" fmla="*/ 10 h 47"/>
                <a:gd name="T34" fmla="*/ 16 w 37"/>
                <a:gd name="T35" fmla="*/ 13 h 47"/>
                <a:gd name="T36" fmla="*/ 23 w 37"/>
                <a:gd name="T37" fmla="*/ 8 h 47"/>
                <a:gd name="T38" fmla="*/ 25 w 37"/>
                <a:gd name="T39" fmla="*/ 9 h 47"/>
                <a:gd name="T40" fmla="*/ 26 w 37"/>
                <a:gd name="T41" fmla="*/ 12 h 47"/>
                <a:gd name="T42" fmla="*/ 21 w 37"/>
                <a:gd name="T43" fmla="*/ 19 h 47"/>
                <a:gd name="T44" fmla="*/ 10 w 37"/>
                <a:gd name="T45" fmla="*/ 24 h 47"/>
                <a:gd name="T46" fmla="*/ 16 w 37"/>
                <a:gd name="T47" fmla="*/ 13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 h="47">
                  <a:moveTo>
                    <a:pt x="8" y="10"/>
                  </a:moveTo>
                  <a:cubicBezTo>
                    <a:pt x="3" y="17"/>
                    <a:pt x="0" y="23"/>
                    <a:pt x="0" y="31"/>
                  </a:cubicBezTo>
                  <a:cubicBezTo>
                    <a:pt x="0" y="36"/>
                    <a:pt x="1" y="40"/>
                    <a:pt x="4" y="42"/>
                  </a:cubicBezTo>
                  <a:cubicBezTo>
                    <a:pt x="6" y="45"/>
                    <a:pt x="10" y="47"/>
                    <a:pt x="14" y="47"/>
                  </a:cubicBezTo>
                  <a:cubicBezTo>
                    <a:pt x="20" y="47"/>
                    <a:pt x="25" y="45"/>
                    <a:pt x="30" y="41"/>
                  </a:cubicBezTo>
                  <a:cubicBezTo>
                    <a:pt x="34" y="37"/>
                    <a:pt x="37" y="34"/>
                    <a:pt x="37" y="31"/>
                  </a:cubicBezTo>
                  <a:cubicBezTo>
                    <a:pt x="37" y="29"/>
                    <a:pt x="36" y="29"/>
                    <a:pt x="34" y="29"/>
                  </a:cubicBezTo>
                  <a:cubicBezTo>
                    <a:pt x="33" y="29"/>
                    <a:pt x="32" y="29"/>
                    <a:pt x="31" y="30"/>
                  </a:cubicBezTo>
                  <a:cubicBezTo>
                    <a:pt x="26" y="36"/>
                    <a:pt x="21" y="38"/>
                    <a:pt x="16" y="38"/>
                  </a:cubicBezTo>
                  <a:cubicBezTo>
                    <a:pt x="14" y="38"/>
                    <a:pt x="12" y="38"/>
                    <a:pt x="11" y="37"/>
                  </a:cubicBezTo>
                  <a:cubicBezTo>
                    <a:pt x="10" y="35"/>
                    <a:pt x="10" y="34"/>
                    <a:pt x="10" y="33"/>
                  </a:cubicBezTo>
                  <a:cubicBezTo>
                    <a:pt x="10" y="32"/>
                    <a:pt x="10" y="32"/>
                    <a:pt x="11" y="32"/>
                  </a:cubicBezTo>
                  <a:cubicBezTo>
                    <a:pt x="18" y="30"/>
                    <a:pt x="23" y="27"/>
                    <a:pt x="28" y="23"/>
                  </a:cubicBezTo>
                  <a:cubicBezTo>
                    <a:pt x="32" y="19"/>
                    <a:pt x="34" y="14"/>
                    <a:pt x="34" y="10"/>
                  </a:cubicBezTo>
                  <a:cubicBezTo>
                    <a:pt x="34" y="7"/>
                    <a:pt x="33" y="5"/>
                    <a:pt x="31" y="3"/>
                  </a:cubicBezTo>
                  <a:cubicBezTo>
                    <a:pt x="30" y="1"/>
                    <a:pt x="27" y="0"/>
                    <a:pt x="24" y="0"/>
                  </a:cubicBezTo>
                  <a:cubicBezTo>
                    <a:pt x="18" y="0"/>
                    <a:pt x="13" y="4"/>
                    <a:pt x="8" y="10"/>
                  </a:cubicBezTo>
                  <a:close/>
                  <a:moveTo>
                    <a:pt x="16" y="13"/>
                  </a:moveTo>
                  <a:cubicBezTo>
                    <a:pt x="19" y="10"/>
                    <a:pt x="21" y="8"/>
                    <a:pt x="23" y="8"/>
                  </a:cubicBezTo>
                  <a:cubicBezTo>
                    <a:pt x="24" y="8"/>
                    <a:pt x="25" y="9"/>
                    <a:pt x="25" y="9"/>
                  </a:cubicBezTo>
                  <a:cubicBezTo>
                    <a:pt x="26" y="10"/>
                    <a:pt x="26" y="11"/>
                    <a:pt x="26" y="12"/>
                  </a:cubicBezTo>
                  <a:cubicBezTo>
                    <a:pt x="26" y="14"/>
                    <a:pt x="24" y="16"/>
                    <a:pt x="21" y="19"/>
                  </a:cubicBezTo>
                  <a:cubicBezTo>
                    <a:pt x="18" y="22"/>
                    <a:pt x="14" y="23"/>
                    <a:pt x="10" y="24"/>
                  </a:cubicBezTo>
                  <a:cubicBezTo>
                    <a:pt x="11" y="20"/>
                    <a:pt x="13" y="17"/>
                    <a:pt x="1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9"/>
            <p:cNvSpPr>
              <a:spLocks/>
            </p:cNvSpPr>
            <p:nvPr/>
          </p:nvSpPr>
          <p:spPr bwMode="auto">
            <a:xfrm>
              <a:off x="1431925" y="2139950"/>
              <a:ext cx="115888" cy="68263"/>
            </a:xfrm>
            <a:custGeom>
              <a:avLst/>
              <a:gdLst>
                <a:gd name="T0" fmla="*/ 29 w 74"/>
                <a:gd name="T1" fmla="*/ 2 h 44"/>
                <a:gd name="T2" fmla="*/ 9 w 74"/>
                <a:gd name="T3" fmla="*/ 27 h 44"/>
                <a:gd name="T4" fmla="*/ 10 w 74"/>
                <a:gd name="T5" fmla="*/ 19 h 44"/>
                <a:gd name="T6" fmla="*/ 12 w 74"/>
                <a:gd name="T7" fmla="*/ 7 h 44"/>
                <a:gd name="T8" fmla="*/ 6 w 74"/>
                <a:gd name="T9" fmla="*/ 0 h 44"/>
                <a:gd name="T10" fmla="*/ 3 w 74"/>
                <a:gd name="T11" fmla="*/ 1 h 44"/>
                <a:gd name="T12" fmla="*/ 2 w 74"/>
                <a:gd name="T13" fmla="*/ 3 h 44"/>
                <a:gd name="T14" fmla="*/ 1 w 74"/>
                <a:gd name="T15" fmla="*/ 16 h 44"/>
                <a:gd name="T16" fmla="*/ 0 w 74"/>
                <a:gd name="T17" fmla="*/ 37 h 44"/>
                <a:gd name="T18" fmla="*/ 5 w 74"/>
                <a:gd name="T19" fmla="*/ 44 h 44"/>
                <a:gd name="T20" fmla="*/ 10 w 74"/>
                <a:gd name="T21" fmla="*/ 40 h 44"/>
                <a:gd name="T22" fmla="*/ 19 w 74"/>
                <a:gd name="T23" fmla="*/ 23 h 44"/>
                <a:gd name="T24" fmla="*/ 27 w 74"/>
                <a:gd name="T25" fmla="*/ 13 h 44"/>
                <a:gd name="T26" fmla="*/ 28 w 74"/>
                <a:gd name="T27" fmla="*/ 24 h 44"/>
                <a:gd name="T28" fmla="*/ 31 w 74"/>
                <a:gd name="T29" fmla="*/ 38 h 44"/>
                <a:gd name="T30" fmla="*/ 36 w 74"/>
                <a:gd name="T31" fmla="*/ 40 h 44"/>
                <a:gd name="T32" fmla="*/ 41 w 74"/>
                <a:gd name="T33" fmla="*/ 37 h 44"/>
                <a:gd name="T34" fmla="*/ 47 w 74"/>
                <a:gd name="T35" fmla="*/ 27 h 44"/>
                <a:gd name="T36" fmla="*/ 53 w 74"/>
                <a:gd name="T37" fmla="*/ 16 h 44"/>
                <a:gd name="T38" fmla="*/ 55 w 74"/>
                <a:gd name="T39" fmla="*/ 13 h 44"/>
                <a:gd name="T40" fmla="*/ 57 w 74"/>
                <a:gd name="T41" fmla="*/ 15 h 44"/>
                <a:gd name="T42" fmla="*/ 58 w 74"/>
                <a:gd name="T43" fmla="*/ 22 h 44"/>
                <a:gd name="T44" fmla="*/ 61 w 74"/>
                <a:gd name="T45" fmla="*/ 38 h 44"/>
                <a:gd name="T46" fmla="*/ 67 w 74"/>
                <a:gd name="T47" fmla="*/ 42 h 44"/>
                <a:gd name="T48" fmla="*/ 72 w 74"/>
                <a:gd name="T49" fmla="*/ 40 h 44"/>
                <a:gd name="T50" fmla="*/ 74 w 74"/>
                <a:gd name="T51" fmla="*/ 37 h 44"/>
                <a:gd name="T52" fmla="*/ 72 w 74"/>
                <a:gd name="T53" fmla="*/ 34 h 44"/>
                <a:gd name="T54" fmla="*/ 69 w 74"/>
                <a:gd name="T55" fmla="*/ 29 h 44"/>
                <a:gd name="T56" fmla="*/ 67 w 74"/>
                <a:gd name="T57" fmla="*/ 19 h 44"/>
                <a:gd name="T58" fmla="*/ 64 w 74"/>
                <a:gd name="T59" fmla="*/ 6 h 44"/>
                <a:gd name="T60" fmla="*/ 58 w 74"/>
                <a:gd name="T61" fmla="*/ 2 h 44"/>
                <a:gd name="T62" fmla="*/ 51 w 74"/>
                <a:gd name="T63" fmla="*/ 5 h 44"/>
                <a:gd name="T64" fmla="*/ 43 w 74"/>
                <a:gd name="T65" fmla="*/ 18 h 44"/>
                <a:gd name="T66" fmla="*/ 38 w 74"/>
                <a:gd name="T67" fmla="*/ 27 h 44"/>
                <a:gd name="T68" fmla="*/ 37 w 74"/>
                <a:gd name="T69" fmla="*/ 18 h 44"/>
                <a:gd name="T70" fmla="*/ 35 w 74"/>
                <a:gd name="T71" fmla="*/ 5 h 44"/>
                <a:gd name="T72" fmla="*/ 29 w 74"/>
                <a:gd name="T73"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4" h="44">
                  <a:moveTo>
                    <a:pt x="29" y="2"/>
                  </a:moveTo>
                  <a:cubicBezTo>
                    <a:pt x="23" y="2"/>
                    <a:pt x="16" y="10"/>
                    <a:pt x="9" y="27"/>
                  </a:cubicBezTo>
                  <a:cubicBezTo>
                    <a:pt x="9" y="25"/>
                    <a:pt x="9" y="23"/>
                    <a:pt x="10" y="19"/>
                  </a:cubicBezTo>
                  <a:cubicBezTo>
                    <a:pt x="11" y="12"/>
                    <a:pt x="12" y="8"/>
                    <a:pt x="12" y="7"/>
                  </a:cubicBezTo>
                  <a:cubicBezTo>
                    <a:pt x="12" y="2"/>
                    <a:pt x="10" y="0"/>
                    <a:pt x="6" y="0"/>
                  </a:cubicBezTo>
                  <a:cubicBezTo>
                    <a:pt x="5" y="0"/>
                    <a:pt x="4" y="0"/>
                    <a:pt x="3" y="1"/>
                  </a:cubicBezTo>
                  <a:cubicBezTo>
                    <a:pt x="3" y="1"/>
                    <a:pt x="2" y="2"/>
                    <a:pt x="2" y="3"/>
                  </a:cubicBezTo>
                  <a:cubicBezTo>
                    <a:pt x="2" y="8"/>
                    <a:pt x="2" y="12"/>
                    <a:pt x="1" y="16"/>
                  </a:cubicBezTo>
                  <a:cubicBezTo>
                    <a:pt x="0" y="22"/>
                    <a:pt x="0" y="29"/>
                    <a:pt x="0" y="37"/>
                  </a:cubicBezTo>
                  <a:cubicBezTo>
                    <a:pt x="0" y="42"/>
                    <a:pt x="2" y="44"/>
                    <a:pt x="5" y="44"/>
                  </a:cubicBezTo>
                  <a:cubicBezTo>
                    <a:pt x="8" y="44"/>
                    <a:pt x="9" y="43"/>
                    <a:pt x="10" y="40"/>
                  </a:cubicBezTo>
                  <a:cubicBezTo>
                    <a:pt x="12" y="35"/>
                    <a:pt x="15" y="29"/>
                    <a:pt x="19" y="23"/>
                  </a:cubicBezTo>
                  <a:cubicBezTo>
                    <a:pt x="23" y="16"/>
                    <a:pt x="26" y="13"/>
                    <a:pt x="27" y="13"/>
                  </a:cubicBezTo>
                  <a:cubicBezTo>
                    <a:pt x="28" y="13"/>
                    <a:pt x="28" y="17"/>
                    <a:pt x="28" y="24"/>
                  </a:cubicBezTo>
                  <a:cubicBezTo>
                    <a:pt x="29" y="32"/>
                    <a:pt x="29" y="37"/>
                    <a:pt x="31" y="38"/>
                  </a:cubicBezTo>
                  <a:cubicBezTo>
                    <a:pt x="32" y="40"/>
                    <a:pt x="34" y="40"/>
                    <a:pt x="36" y="40"/>
                  </a:cubicBezTo>
                  <a:cubicBezTo>
                    <a:pt x="37" y="40"/>
                    <a:pt x="39" y="39"/>
                    <a:pt x="41" y="37"/>
                  </a:cubicBezTo>
                  <a:cubicBezTo>
                    <a:pt x="43" y="35"/>
                    <a:pt x="45" y="32"/>
                    <a:pt x="47" y="27"/>
                  </a:cubicBezTo>
                  <a:cubicBezTo>
                    <a:pt x="50" y="21"/>
                    <a:pt x="52" y="18"/>
                    <a:pt x="53" y="16"/>
                  </a:cubicBezTo>
                  <a:cubicBezTo>
                    <a:pt x="54" y="14"/>
                    <a:pt x="55" y="13"/>
                    <a:pt x="55" y="13"/>
                  </a:cubicBezTo>
                  <a:cubicBezTo>
                    <a:pt x="56" y="13"/>
                    <a:pt x="57" y="13"/>
                    <a:pt x="57" y="15"/>
                  </a:cubicBezTo>
                  <a:cubicBezTo>
                    <a:pt x="57" y="16"/>
                    <a:pt x="58" y="18"/>
                    <a:pt x="58" y="22"/>
                  </a:cubicBezTo>
                  <a:cubicBezTo>
                    <a:pt x="58" y="30"/>
                    <a:pt x="59" y="36"/>
                    <a:pt x="61" y="38"/>
                  </a:cubicBezTo>
                  <a:cubicBezTo>
                    <a:pt x="62" y="41"/>
                    <a:pt x="64" y="42"/>
                    <a:pt x="67" y="42"/>
                  </a:cubicBezTo>
                  <a:cubicBezTo>
                    <a:pt x="69" y="42"/>
                    <a:pt x="70" y="42"/>
                    <a:pt x="72" y="40"/>
                  </a:cubicBezTo>
                  <a:cubicBezTo>
                    <a:pt x="73" y="39"/>
                    <a:pt x="74" y="38"/>
                    <a:pt x="74" y="37"/>
                  </a:cubicBezTo>
                  <a:cubicBezTo>
                    <a:pt x="74" y="36"/>
                    <a:pt x="73" y="35"/>
                    <a:pt x="72" y="34"/>
                  </a:cubicBezTo>
                  <a:cubicBezTo>
                    <a:pt x="70" y="33"/>
                    <a:pt x="69" y="32"/>
                    <a:pt x="69" y="29"/>
                  </a:cubicBezTo>
                  <a:cubicBezTo>
                    <a:pt x="68" y="27"/>
                    <a:pt x="67" y="23"/>
                    <a:pt x="67" y="19"/>
                  </a:cubicBezTo>
                  <a:cubicBezTo>
                    <a:pt x="66" y="13"/>
                    <a:pt x="66" y="9"/>
                    <a:pt x="64" y="6"/>
                  </a:cubicBezTo>
                  <a:cubicBezTo>
                    <a:pt x="63" y="3"/>
                    <a:pt x="61" y="2"/>
                    <a:pt x="58" y="2"/>
                  </a:cubicBezTo>
                  <a:cubicBezTo>
                    <a:pt x="55" y="2"/>
                    <a:pt x="53" y="3"/>
                    <a:pt x="51" y="5"/>
                  </a:cubicBezTo>
                  <a:cubicBezTo>
                    <a:pt x="49" y="7"/>
                    <a:pt x="46" y="12"/>
                    <a:pt x="43" y="18"/>
                  </a:cubicBezTo>
                  <a:cubicBezTo>
                    <a:pt x="40" y="24"/>
                    <a:pt x="38" y="27"/>
                    <a:pt x="38" y="27"/>
                  </a:cubicBezTo>
                  <a:cubicBezTo>
                    <a:pt x="37" y="27"/>
                    <a:pt x="37" y="24"/>
                    <a:pt x="37" y="18"/>
                  </a:cubicBezTo>
                  <a:cubicBezTo>
                    <a:pt x="37" y="11"/>
                    <a:pt x="36" y="7"/>
                    <a:pt x="35" y="5"/>
                  </a:cubicBezTo>
                  <a:cubicBezTo>
                    <a:pt x="33" y="3"/>
                    <a:pt x="31" y="2"/>
                    <a:pt x="2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20"/>
            <p:cNvSpPr>
              <a:spLocks noEditPoints="1"/>
            </p:cNvSpPr>
            <p:nvPr/>
          </p:nvSpPr>
          <p:spPr bwMode="auto">
            <a:xfrm>
              <a:off x="1550988" y="2136775"/>
              <a:ext cx="76200" cy="112713"/>
            </a:xfrm>
            <a:custGeom>
              <a:avLst/>
              <a:gdLst>
                <a:gd name="T0" fmla="*/ 9 w 48"/>
                <a:gd name="T1" fmla="*/ 1 h 72"/>
                <a:gd name="T2" fmla="*/ 7 w 48"/>
                <a:gd name="T3" fmla="*/ 4 h 72"/>
                <a:gd name="T4" fmla="*/ 7 w 48"/>
                <a:gd name="T5" fmla="*/ 11 h 72"/>
                <a:gd name="T6" fmla="*/ 7 w 48"/>
                <a:gd name="T7" fmla="*/ 12 h 72"/>
                <a:gd name="T8" fmla="*/ 1 w 48"/>
                <a:gd name="T9" fmla="*/ 61 h 72"/>
                <a:gd name="T10" fmla="*/ 0 w 48"/>
                <a:gd name="T11" fmla="*/ 68 h 72"/>
                <a:gd name="T12" fmla="*/ 1 w 48"/>
                <a:gd name="T13" fmla="*/ 71 h 72"/>
                <a:gd name="T14" fmla="*/ 5 w 48"/>
                <a:gd name="T15" fmla="*/ 72 h 72"/>
                <a:gd name="T16" fmla="*/ 8 w 48"/>
                <a:gd name="T17" fmla="*/ 71 h 72"/>
                <a:gd name="T18" fmla="*/ 10 w 48"/>
                <a:gd name="T19" fmla="*/ 66 h 72"/>
                <a:gd name="T20" fmla="*/ 12 w 48"/>
                <a:gd name="T21" fmla="*/ 50 h 72"/>
                <a:gd name="T22" fmla="*/ 13 w 48"/>
                <a:gd name="T23" fmla="*/ 42 h 72"/>
                <a:gd name="T24" fmla="*/ 19 w 48"/>
                <a:gd name="T25" fmla="*/ 46 h 72"/>
                <a:gd name="T26" fmla="*/ 38 w 48"/>
                <a:gd name="T27" fmla="*/ 35 h 72"/>
                <a:gd name="T28" fmla="*/ 48 w 48"/>
                <a:gd name="T29" fmla="*/ 12 h 72"/>
                <a:gd name="T30" fmla="*/ 45 w 48"/>
                <a:gd name="T31" fmla="*/ 4 h 72"/>
                <a:gd name="T32" fmla="*/ 38 w 48"/>
                <a:gd name="T33" fmla="*/ 1 h 72"/>
                <a:gd name="T34" fmla="*/ 26 w 48"/>
                <a:gd name="T35" fmla="*/ 6 h 72"/>
                <a:gd name="T36" fmla="*/ 16 w 48"/>
                <a:gd name="T37" fmla="*/ 18 h 72"/>
                <a:gd name="T38" fmla="*/ 16 w 48"/>
                <a:gd name="T39" fmla="*/ 16 h 72"/>
                <a:gd name="T40" fmla="*/ 17 w 48"/>
                <a:gd name="T41" fmla="*/ 7 h 72"/>
                <a:gd name="T42" fmla="*/ 13 w 48"/>
                <a:gd name="T43" fmla="*/ 0 h 72"/>
                <a:gd name="T44" fmla="*/ 9 w 48"/>
                <a:gd name="T45" fmla="*/ 1 h 72"/>
                <a:gd name="T46" fmla="*/ 24 w 48"/>
                <a:gd name="T47" fmla="*/ 19 h 72"/>
                <a:gd name="T48" fmla="*/ 36 w 48"/>
                <a:gd name="T49" fmla="*/ 10 h 72"/>
                <a:gd name="T50" fmla="*/ 38 w 48"/>
                <a:gd name="T51" fmla="*/ 11 h 72"/>
                <a:gd name="T52" fmla="*/ 38 w 48"/>
                <a:gd name="T53" fmla="*/ 15 h 72"/>
                <a:gd name="T54" fmla="*/ 32 w 48"/>
                <a:gd name="T55" fmla="*/ 30 h 72"/>
                <a:gd name="T56" fmla="*/ 20 w 48"/>
                <a:gd name="T57" fmla="*/ 38 h 72"/>
                <a:gd name="T58" fmla="*/ 17 w 48"/>
                <a:gd name="T59" fmla="*/ 36 h 72"/>
                <a:gd name="T60" fmla="*/ 16 w 48"/>
                <a:gd name="T61" fmla="*/ 34 h 72"/>
                <a:gd name="T62" fmla="*/ 24 w 48"/>
                <a:gd name="T63" fmla="*/ 1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 h="72">
                  <a:moveTo>
                    <a:pt x="9" y="1"/>
                  </a:moveTo>
                  <a:cubicBezTo>
                    <a:pt x="8" y="2"/>
                    <a:pt x="7" y="3"/>
                    <a:pt x="7" y="4"/>
                  </a:cubicBezTo>
                  <a:cubicBezTo>
                    <a:pt x="7" y="6"/>
                    <a:pt x="7" y="8"/>
                    <a:pt x="7" y="11"/>
                  </a:cubicBezTo>
                  <a:cubicBezTo>
                    <a:pt x="7" y="12"/>
                    <a:pt x="7" y="12"/>
                    <a:pt x="7" y="12"/>
                  </a:cubicBezTo>
                  <a:cubicBezTo>
                    <a:pt x="7" y="29"/>
                    <a:pt x="4" y="45"/>
                    <a:pt x="1" y="61"/>
                  </a:cubicBezTo>
                  <a:cubicBezTo>
                    <a:pt x="0" y="64"/>
                    <a:pt x="0" y="66"/>
                    <a:pt x="0" y="68"/>
                  </a:cubicBezTo>
                  <a:cubicBezTo>
                    <a:pt x="0" y="69"/>
                    <a:pt x="0" y="70"/>
                    <a:pt x="1" y="71"/>
                  </a:cubicBezTo>
                  <a:cubicBezTo>
                    <a:pt x="2" y="72"/>
                    <a:pt x="3" y="72"/>
                    <a:pt x="5" y="72"/>
                  </a:cubicBezTo>
                  <a:cubicBezTo>
                    <a:pt x="6" y="72"/>
                    <a:pt x="7" y="72"/>
                    <a:pt x="8" y="71"/>
                  </a:cubicBezTo>
                  <a:cubicBezTo>
                    <a:pt x="9" y="70"/>
                    <a:pt x="9" y="68"/>
                    <a:pt x="10" y="66"/>
                  </a:cubicBezTo>
                  <a:cubicBezTo>
                    <a:pt x="12" y="50"/>
                    <a:pt x="12" y="50"/>
                    <a:pt x="12" y="50"/>
                  </a:cubicBezTo>
                  <a:cubicBezTo>
                    <a:pt x="12" y="47"/>
                    <a:pt x="12" y="44"/>
                    <a:pt x="13" y="42"/>
                  </a:cubicBezTo>
                  <a:cubicBezTo>
                    <a:pt x="14" y="44"/>
                    <a:pt x="16" y="46"/>
                    <a:pt x="19" y="46"/>
                  </a:cubicBezTo>
                  <a:cubicBezTo>
                    <a:pt x="25" y="46"/>
                    <a:pt x="32" y="42"/>
                    <a:pt x="38" y="35"/>
                  </a:cubicBezTo>
                  <a:cubicBezTo>
                    <a:pt x="45" y="28"/>
                    <a:pt x="48" y="21"/>
                    <a:pt x="48" y="12"/>
                  </a:cubicBezTo>
                  <a:cubicBezTo>
                    <a:pt x="48" y="9"/>
                    <a:pt x="47" y="6"/>
                    <a:pt x="45" y="4"/>
                  </a:cubicBezTo>
                  <a:cubicBezTo>
                    <a:pt x="43" y="2"/>
                    <a:pt x="40" y="1"/>
                    <a:pt x="38" y="1"/>
                  </a:cubicBezTo>
                  <a:cubicBezTo>
                    <a:pt x="34" y="1"/>
                    <a:pt x="31" y="3"/>
                    <a:pt x="26" y="6"/>
                  </a:cubicBezTo>
                  <a:cubicBezTo>
                    <a:pt x="22" y="9"/>
                    <a:pt x="19" y="13"/>
                    <a:pt x="16" y="18"/>
                  </a:cubicBezTo>
                  <a:cubicBezTo>
                    <a:pt x="16" y="16"/>
                    <a:pt x="16" y="16"/>
                    <a:pt x="16" y="16"/>
                  </a:cubicBezTo>
                  <a:cubicBezTo>
                    <a:pt x="17" y="11"/>
                    <a:pt x="17" y="8"/>
                    <a:pt x="17" y="7"/>
                  </a:cubicBezTo>
                  <a:cubicBezTo>
                    <a:pt x="17" y="2"/>
                    <a:pt x="16" y="0"/>
                    <a:pt x="13" y="0"/>
                  </a:cubicBezTo>
                  <a:cubicBezTo>
                    <a:pt x="11" y="0"/>
                    <a:pt x="10" y="0"/>
                    <a:pt x="9" y="1"/>
                  </a:cubicBezTo>
                  <a:close/>
                  <a:moveTo>
                    <a:pt x="24" y="19"/>
                  </a:moveTo>
                  <a:cubicBezTo>
                    <a:pt x="29" y="13"/>
                    <a:pt x="33" y="10"/>
                    <a:pt x="36" y="10"/>
                  </a:cubicBezTo>
                  <a:cubicBezTo>
                    <a:pt x="37" y="10"/>
                    <a:pt x="37" y="10"/>
                    <a:pt x="38" y="11"/>
                  </a:cubicBezTo>
                  <a:cubicBezTo>
                    <a:pt x="38" y="12"/>
                    <a:pt x="38" y="13"/>
                    <a:pt x="38" y="15"/>
                  </a:cubicBezTo>
                  <a:cubicBezTo>
                    <a:pt x="38" y="19"/>
                    <a:pt x="36" y="24"/>
                    <a:pt x="32" y="30"/>
                  </a:cubicBezTo>
                  <a:cubicBezTo>
                    <a:pt x="28" y="35"/>
                    <a:pt x="24" y="38"/>
                    <a:pt x="20" y="38"/>
                  </a:cubicBezTo>
                  <a:cubicBezTo>
                    <a:pt x="19" y="38"/>
                    <a:pt x="18" y="37"/>
                    <a:pt x="17" y="36"/>
                  </a:cubicBezTo>
                  <a:cubicBezTo>
                    <a:pt x="16" y="36"/>
                    <a:pt x="16" y="35"/>
                    <a:pt x="16" y="34"/>
                  </a:cubicBezTo>
                  <a:cubicBezTo>
                    <a:pt x="16" y="30"/>
                    <a:pt x="18" y="26"/>
                    <a:pt x="24"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21"/>
            <p:cNvSpPr>
              <a:spLocks/>
            </p:cNvSpPr>
            <p:nvPr/>
          </p:nvSpPr>
          <p:spPr bwMode="auto">
            <a:xfrm>
              <a:off x="1641475" y="2101850"/>
              <a:ext cx="26988" cy="109538"/>
            </a:xfrm>
            <a:custGeom>
              <a:avLst/>
              <a:gdLst>
                <a:gd name="T0" fmla="*/ 14 w 17"/>
                <a:gd name="T1" fmla="*/ 21 h 70"/>
                <a:gd name="T2" fmla="*/ 17 w 17"/>
                <a:gd name="T3" fmla="*/ 9 h 70"/>
                <a:gd name="T4" fmla="*/ 17 w 17"/>
                <a:gd name="T5" fmla="*/ 5 h 70"/>
                <a:gd name="T6" fmla="*/ 13 w 17"/>
                <a:gd name="T7" fmla="*/ 0 h 70"/>
                <a:gd name="T8" fmla="*/ 9 w 17"/>
                <a:gd name="T9" fmla="*/ 3 h 70"/>
                <a:gd name="T10" fmla="*/ 3 w 17"/>
                <a:gd name="T11" fmla="*/ 26 h 70"/>
                <a:gd name="T12" fmla="*/ 0 w 17"/>
                <a:gd name="T13" fmla="*/ 58 h 70"/>
                <a:gd name="T14" fmla="*/ 1 w 17"/>
                <a:gd name="T15" fmla="*/ 67 h 70"/>
                <a:gd name="T16" fmla="*/ 5 w 17"/>
                <a:gd name="T17" fmla="*/ 70 h 70"/>
                <a:gd name="T18" fmla="*/ 9 w 17"/>
                <a:gd name="T19" fmla="*/ 68 h 70"/>
                <a:gd name="T20" fmla="*/ 11 w 17"/>
                <a:gd name="T21" fmla="*/ 64 h 70"/>
                <a:gd name="T22" fmla="*/ 10 w 17"/>
                <a:gd name="T23" fmla="*/ 62 h 70"/>
                <a:gd name="T24" fmla="*/ 10 w 17"/>
                <a:gd name="T25" fmla="*/ 50 h 70"/>
                <a:gd name="T26" fmla="*/ 11 w 17"/>
                <a:gd name="T27" fmla="*/ 37 h 70"/>
                <a:gd name="T28" fmla="*/ 14 w 17"/>
                <a:gd name="T29" fmla="*/ 2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70">
                  <a:moveTo>
                    <a:pt x="14" y="21"/>
                  </a:moveTo>
                  <a:cubicBezTo>
                    <a:pt x="15" y="15"/>
                    <a:pt x="16" y="11"/>
                    <a:pt x="17" y="9"/>
                  </a:cubicBezTo>
                  <a:cubicBezTo>
                    <a:pt x="17" y="8"/>
                    <a:pt x="17" y="6"/>
                    <a:pt x="17" y="5"/>
                  </a:cubicBezTo>
                  <a:cubicBezTo>
                    <a:pt x="17" y="2"/>
                    <a:pt x="16" y="0"/>
                    <a:pt x="13" y="0"/>
                  </a:cubicBezTo>
                  <a:cubicBezTo>
                    <a:pt x="11" y="0"/>
                    <a:pt x="10" y="1"/>
                    <a:pt x="9" y="3"/>
                  </a:cubicBezTo>
                  <a:cubicBezTo>
                    <a:pt x="7" y="6"/>
                    <a:pt x="5" y="13"/>
                    <a:pt x="3" y="26"/>
                  </a:cubicBezTo>
                  <a:cubicBezTo>
                    <a:pt x="1" y="38"/>
                    <a:pt x="0" y="49"/>
                    <a:pt x="0" y="58"/>
                  </a:cubicBezTo>
                  <a:cubicBezTo>
                    <a:pt x="0" y="62"/>
                    <a:pt x="0" y="65"/>
                    <a:pt x="1" y="67"/>
                  </a:cubicBezTo>
                  <a:cubicBezTo>
                    <a:pt x="2" y="69"/>
                    <a:pt x="3" y="70"/>
                    <a:pt x="5" y="70"/>
                  </a:cubicBezTo>
                  <a:cubicBezTo>
                    <a:pt x="6" y="70"/>
                    <a:pt x="8" y="69"/>
                    <a:pt x="9" y="68"/>
                  </a:cubicBezTo>
                  <a:cubicBezTo>
                    <a:pt x="10" y="67"/>
                    <a:pt x="11" y="66"/>
                    <a:pt x="11" y="64"/>
                  </a:cubicBezTo>
                  <a:cubicBezTo>
                    <a:pt x="11" y="64"/>
                    <a:pt x="11" y="63"/>
                    <a:pt x="10" y="62"/>
                  </a:cubicBezTo>
                  <a:cubicBezTo>
                    <a:pt x="10" y="57"/>
                    <a:pt x="10" y="53"/>
                    <a:pt x="10" y="50"/>
                  </a:cubicBezTo>
                  <a:cubicBezTo>
                    <a:pt x="10" y="47"/>
                    <a:pt x="10" y="42"/>
                    <a:pt x="11" y="37"/>
                  </a:cubicBezTo>
                  <a:cubicBezTo>
                    <a:pt x="11" y="31"/>
                    <a:pt x="12" y="26"/>
                    <a:pt x="14"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22"/>
            <p:cNvSpPr>
              <a:spLocks noEditPoints="1"/>
            </p:cNvSpPr>
            <p:nvPr/>
          </p:nvSpPr>
          <p:spPr bwMode="auto">
            <a:xfrm>
              <a:off x="1673225" y="2138363"/>
              <a:ext cx="65088" cy="69850"/>
            </a:xfrm>
            <a:custGeom>
              <a:avLst/>
              <a:gdLst>
                <a:gd name="T0" fmla="*/ 39 w 42"/>
                <a:gd name="T1" fmla="*/ 9 h 45"/>
                <a:gd name="T2" fmla="*/ 34 w 42"/>
                <a:gd name="T3" fmla="*/ 5 h 45"/>
                <a:gd name="T4" fmla="*/ 28 w 42"/>
                <a:gd name="T5" fmla="*/ 0 h 45"/>
                <a:gd name="T6" fmla="*/ 9 w 42"/>
                <a:gd name="T7" fmla="*/ 12 h 45"/>
                <a:gd name="T8" fmla="*/ 0 w 42"/>
                <a:gd name="T9" fmla="*/ 34 h 45"/>
                <a:gd name="T10" fmla="*/ 3 w 42"/>
                <a:gd name="T11" fmla="*/ 41 h 45"/>
                <a:gd name="T12" fmla="*/ 9 w 42"/>
                <a:gd name="T13" fmla="*/ 44 h 45"/>
                <a:gd name="T14" fmla="*/ 29 w 42"/>
                <a:gd name="T15" fmla="*/ 31 h 45"/>
                <a:gd name="T16" fmla="*/ 35 w 42"/>
                <a:gd name="T17" fmla="*/ 45 h 45"/>
                <a:gd name="T18" fmla="*/ 39 w 42"/>
                <a:gd name="T19" fmla="*/ 44 h 45"/>
                <a:gd name="T20" fmla="*/ 42 w 42"/>
                <a:gd name="T21" fmla="*/ 41 h 45"/>
                <a:gd name="T22" fmla="*/ 40 w 42"/>
                <a:gd name="T23" fmla="*/ 39 h 45"/>
                <a:gd name="T24" fmla="*/ 38 w 42"/>
                <a:gd name="T25" fmla="*/ 37 h 45"/>
                <a:gd name="T26" fmla="*/ 37 w 42"/>
                <a:gd name="T27" fmla="*/ 35 h 45"/>
                <a:gd name="T28" fmla="*/ 36 w 42"/>
                <a:gd name="T29" fmla="*/ 27 h 45"/>
                <a:gd name="T30" fmla="*/ 38 w 42"/>
                <a:gd name="T31" fmla="*/ 15 h 45"/>
                <a:gd name="T32" fmla="*/ 39 w 42"/>
                <a:gd name="T33" fmla="*/ 9 h 45"/>
                <a:gd name="T34" fmla="*/ 22 w 42"/>
                <a:gd name="T35" fmla="*/ 27 h 45"/>
                <a:gd name="T36" fmla="*/ 11 w 42"/>
                <a:gd name="T37" fmla="*/ 36 h 45"/>
                <a:gd name="T38" fmla="*/ 10 w 42"/>
                <a:gd name="T39" fmla="*/ 32 h 45"/>
                <a:gd name="T40" fmla="*/ 16 w 42"/>
                <a:gd name="T41" fmla="*/ 17 h 45"/>
                <a:gd name="T42" fmla="*/ 26 w 42"/>
                <a:gd name="T43" fmla="*/ 9 h 45"/>
                <a:gd name="T44" fmla="*/ 28 w 42"/>
                <a:gd name="T45" fmla="*/ 10 h 45"/>
                <a:gd name="T46" fmla="*/ 29 w 42"/>
                <a:gd name="T47" fmla="*/ 13 h 45"/>
                <a:gd name="T48" fmla="*/ 22 w 42"/>
                <a:gd name="T49"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 h="45">
                  <a:moveTo>
                    <a:pt x="39" y="9"/>
                  </a:moveTo>
                  <a:cubicBezTo>
                    <a:pt x="39" y="6"/>
                    <a:pt x="37" y="5"/>
                    <a:pt x="34" y="5"/>
                  </a:cubicBezTo>
                  <a:cubicBezTo>
                    <a:pt x="33" y="2"/>
                    <a:pt x="31" y="0"/>
                    <a:pt x="28" y="0"/>
                  </a:cubicBezTo>
                  <a:cubicBezTo>
                    <a:pt x="22" y="0"/>
                    <a:pt x="15" y="4"/>
                    <a:pt x="9" y="12"/>
                  </a:cubicBezTo>
                  <a:cubicBezTo>
                    <a:pt x="3" y="20"/>
                    <a:pt x="0" y="27"/>
                    <a:pt x="0" y="34"/>
                  </a:cubicBezTo>
                  <a:cubicBezTo>
                    <a:pt x="0" y="37"/>
                    <a:pt x="1" y="40"/>
                    <a:pt x="3" y="41"/>
                  </a:cubicBezTo>
                  <a:cubicBezTo>
                    <a:pt x="4" y="43"/>
                    <a:pt x="6" y="44"/>
                    <a:pt x="9" y="44"/>
                  </a:cubicBezTo>
                  <a:cubicBezTo>
                    <a:pt x="15" y="44"/>
                    <a:pt x="22" y="40"/>
                    <a:pt x="29" y="31"/>
                  </a:cubicBezTo>
                  <a:cubicBezTo>
                    <a:pt x="28" y="40"/>
                    <a:pt x="30" y="45"/>
                    <a:pt x="35" y="45"/>
                  </a:cubicBezTo>
                  <a:cubicBezTo>
                    <a:pt x="37" y="45"/>
                    <a:pt x="38" y="45"/>
                    <a:pt x="39" y="44"/>
                  </a:cubicBezTo>
                  <a:cubicBezTo>
                    <a:pt x="41" y="43"/>
                    <a:pt x="42" y="42"/>
                    <a:pt x="42" y="41"/>
                  </a:cubicBezTo>
                  <a:cubicBezTo>
                    <a:pt x="42" y="40"/>
                    <a:pt x="41" y="39"/>
                    <a:pt x="40" y="39"/>
                  </a:cubicBezTo>
                  <a:cubicBezTo>
                    <a:pt x="39" y="38"/>
                    <a:pt x="38" y="38"/>
                    <a:pt x="38" y="37"/>
                  </a:cubicBezTo>
                  <a:cubicBezTo>
                    <a:pt x="38" y="37"/>
                    <a:pt x="37" y="36"/>
                    <a:pt x="37" y="35"/>
                  </a:cubicBezTo>
                  <a:cubicBezTo>
                    <a:pt x="37" y="33"/>
                    <a:pt x="36" y="31"/>
                    <a:pt x="36" y="27"/>
                  </a:cubicBezTo>
                  <a:cubicBezTo>
                    <a:pt x="36" y="24"/>
                    <a:pt x="37" y="20"/>
                    <a:pt x="38" y="15"/>
                  </a:cubicBezTo>
                  <a:cubicBezTo>
                    <a:pt x="39" y="12"/>
                    <a:pt x="39" y="10"/>
                    <a:pt x="39" y="9"/>
                  </a:cubicBezTo>
                  <a:close/>
                  <a:moveTo>
                    <a:pt x="22" y="27"/>
                  </a:moveTo>
                  <a:cubicBezTo>
                    <a:pt x="18" y="33"/>
                    <a:pt x="14" y="36"/>
                    <a:pt x="11" y="36"/>
                  </a:cubicBezTo>
                  <a:cubicBezTo>
                    <a:pt x="10" y="36"/>
                    <a:pt x="10" y="35"/>
                    <a:pt x="10" y="32"/>
                  </a:cubicBezTo>
                  <a:cubicBezTo>
                    <a:pt x="10" y="28"/>
                    <a:pt x="12" y="23"/>
                    <a:pt x="16" y="17"/>
                  </a:cubicBezTo>
                  <a:cubicBezTo>
                    <a:pt x="20" y="12"/>
                    <a:pt x="24" y="9"/>
                    <a:pt x="26" y="9"/>
                  </a:cubicBezTo>
                  <a:cubicBezTo>
                    <a:pt x="27" y="9"/>
                    <a:pt x="28" y="9"/>
                    <a:pt x="28" y="10"/>
                  </a:cubicBezTo>
                  <a:cubicBezTo>
                    <a:pt x="29" y="11"/>
                    <a:pt x="29" y="12"/>
                    <a:pt x="29" y="13"/>
                  </a:cubicBezTo>
                  <a:cubicBezTo>
                    <a:pt x="29" y="17"/>
                    <a:pt x="27" y="22"/>
                    <a:pt x="22"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23"/>
            <p:cNvSpPr>
              <a:spLocks/>
            </p:cNvSpPr>
            <p:nvPr/>
          </p:nvSpPr>
          <p:spPr bwMode="auto">
            <a:xfrm>
              <a:off x="1743075" y="2117725"/>
              <a:ext cx="61913" cy="90488"/>
            </a:xfrm>
            <a:custGeom>
              <a:avLst/>
              <a:gdLst>
                <a:gd name="T0" fmla="*/ 24 w 39"/>
                <a:gd name="T1" fmla="*/ 1 h 58"/>
                <a:gd name="T2" fmla="*/ 21 w 39"/>
                <a:gd name="T3" fmla="*/ 0 h 58"/>
                <a:gd name="T4" fmla="*/ 16 w 39"/>
                <a:gd name="T5" fmla="*/ 5 h 58"/>
                <a:gd name="T6" fmla="*/ 12 w 39"/>
                <a:gd name="T7" fmla="*/ 17 h 58"/>
                <a:gd name="T8" fmla="*/ 4 w 39"/>
                <a:gd name="T9" fmla="*/ 17 h 58"/>
                <a:gd name="T10" fmla="*/ 0 w 39"/>
                <a:gd name="T11" fmla="*/ 21 h 58"/>
                <a:gd name="T12" fmla="*/ 2 w 39"/>
                <a:gd name="T13" fmla="*/ 24 h 58"/>
                <a:gd name="T14" fmla="*/ 6 w 39"/>
                <a:gd name="T15" fmla="*/ 25 h 58"/>
                <a:gd name="T16" fmla="*/ 7 w 39"/>
                <a:gd name="T17" fmla="*/ 25 h 58"/>
                <a:gd name="T18" fmla="*/ 10 w 39"/>
                <a:gd name="T19" fmla="*/ 25 h 58"/>
                <a:gd name="T20" fmla="*/ 6 w 39"/>
                <a:gd name="T21" fmla="*/ 46 h 58"/>
                <a:gd name="T22" fmla="*/ 9 w 39"/>
                <a:gd name="T23" fmla="*/ 55 h 58"/>
                <a:gd name="T24" fmla="*/ 17 w 39"/>
                <a:gd name="T25" fmla="*/ 58 h 58"/>
                <a:gd name="T26" fmla="*/ 29 w 39"/>
                <a:gd name="T27" fmla="*/ 54 h 58"/>
                <a:gd name="T28" fmla="*/ 34 w 39"/>
                <a:gd name="T29" fmla="*/ 46 h 58"/>
                <a:gd name="T30" fmla="*/ 34 w 39"/>
                <a:gd name="T31" fmla="*/ 45 h 58"/>
                <a:gd name="T32" fmla="*/ 32 w 39"/>
                <a:gd name="T33" fmla="*/ 44 h 58"/>
                <a:gd name="T34" fmla="*/ 28 w 39"/>
                <a:gd name="T35" fmla="*/ 46 h 58"/>
                <a:gd name="T36" fmla="*/ 23 w 39"/>
                <a:gd name="T37" fmla="*/ 49 h 58"/>
                <a:gd name="T38" fmla="*/ 19 w 39"/>
                <a:gd name="T39" fmla="*/ 50 h 58"/>
                <a:gd name="T40" fmla="*/ 16 w 39"/>
                <a:gd name="T41" fmla="*/ 49 h 58"/>
                <a:gd name="T42" fmla="*/ 16 w 39"/>
                <a:gd name="T43" fmla="*/ 44 h 58"/>
                <a:gd name="T44" fmla="*/ 18 w 39"/>
                <a:gd name="T45" fmla="*/ 34 h 58"/>
                <a:gd name="T46" fmla="*/ 20 w 39"/>
                <a:gd name="T47" fmla="*/ 25 h 58"/>
                <a:gd name="T48" fmla="*/ 33 w 39"/>
                <a:gd name="T49" fmla="*/ 22 h 58"/>
                <a:gd name="T50" fmla="*/ 39 w 39"/>
                <a:gd name="T51" fmla="*/ 18 h 58"/>
                <a:gd name="T52" fmla="*/ 39 w 39"/>
                <a:gd name="T53" fmla="*/ 16 h 58"/>
                <a:gd name="T54" fmla="*/ 36 w 39"/>
                <a:gd name="T55" fmla="*/ 15 h 58"/>
                <a:gd name="T56" fmla="*/ 22 w 39"/>
                <a:gd name="T57" fmla="*/ 16 h 58"/>
                <a:gd name="T58" fmla="*/ 26 w 39"/>
                <a:gd name="T59" fmla="*/ 4 h 58"/>
                <a:gd name="T60" fmla="*/ 24 w 39"/>
                <a:gd name="T61" fmla="*/ 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9" h="58">
                  <a:moveTo>
                    <a:pt x="24" y="1"/>
                  </a:moveTo>
                  <a:cubicBezTo>
                    <a:pt x="24" y="0"/>
                    <a:pt x="22" y="0"/>
                    <a:pt x="21" y="0"/>
                  </a:cubicBezTo>
                  <a:cubicBezTo>
                    <a:pt x="18" y="0"/>
                    <a:pt x="17" y="1"/>
                    <a:pt x="16" y="5"/>
                  </a:cubicBezTo>
                  <a:cubicBezTo>
                    <a:pt x="15" y="10"/>
                    <a:pt x="14" y="14"/>
                    <a:pt x="12" y="17"/>
                  </a:cubicBezTo>
                  <a:cubicBezTo>
                    <a:pt x="4" y="17"/>
                    <a:pt x="4" y="17"/>
                    <a:pt x="4" y="17"/>
                  </a:cubicBezTo>
                  <a:cubicBezTo>
                    <a:pt x="2" y="17"/>
                    <a:pt x="0" y="18"/>
                    <a:pt x="0" y="21"/>
                  </a:cubicBezTo>
                  <a:cubicBezTo>
                    <a:pt x="0" y="22"/>
                    <a:pt x="1" y="23"/>
                    <a:pt x="2" y="24"/>
                  </a:cubicBezTo>
                  <a:cubicBezTo>
                    <a:pt x="3" y="25"/>
                    <a:pt x="5" y="25"/>
                    <a:pt x="6" y="25"/>
                  </a:cubicBezTo>
                  <a:cubicBezTo>
                    <a:pt x="7" y="25"/>
                    <a:pt x="7" y="25"/>
                    <a:pt x="7" y="25"/>
                  </a:cubicBezTo>
                  <a:cubicBezTo>
                    <a:pt x="7" y="25"/>
                    <a:pt x="8" y="25"/>
                    <a:pt x="10" y="25"/>
                  </a:cubicBezTo>
                  <a:cubicBezTo>
                    <a:pt x="8" y="36"/>
                    <a:pt x="6" y="43"/>
                    <a:pt x="6" y="46"/>
                  </a:cubicBezTo>
                  <a:cubicBezTo>
                    <a:pt x="6" y="50"/>
                    <a:pt x="7" y="53"/>
                    <a:pt x="9" y="55"/>
                  </a:cubicBezTo>
                  <a:cubicBezTo>
                    <a:pt x="11" y="57"/>
                    <a:pt x="13" y="58"/>
                    <a:pt x="17" y="58"/>
                  </a:cubicBezTo>
                  <a:cubicBezTo>
                    <a:pt x="21" y="58"/>
                    <a:pt x="25" y="57"/>
                    <a:pt x="29" y="54"/>
                  </a:cubicBezTo>
                  <a:cubicBezTo>
                    <a:pt x="32" y="51"/>
                    <a:pt x="34" y="48"/>
                    <a:pt x="34" y="46"/>
                  </a:cubicBezTo>
                  <a:cubicBezTo>
                    <a:pt x="34" y="46"/>
                    <a:pt x="34" y="45"/>
                    <a:pt x="34" y="45"/>
                  </a:cubicBezTo>
                  <a:cubicBezTo>
                    <a:pt x="33" y="44"/>
                    <a:pt x="32" y="44"/>
                    <a:pt x="32" y="44"/>
                  </a:cubicBezTo>
                  <a:cubicBezTo>
                    <a:pt x="31" y="44"/>
                    <a:pt x="30" y="45"/>
                    <a:pt x="28" y="46"/>
                  </a:cubicBezTo>
                  <a:cubicBezTo>
                    <a:pt x="26" y="48"/>
                    <a:pt x="24" y="49"/>
                    <a:pt x="23" y="49"/>
                  </a:cubicBezTo>
                  <a:cubicBezTo>
                    <a:pt x="22" y="50"/>
                    <a:pt x="20" y="50"/>
                    <a:pt x="19" y="50"/>
                  </a:cubicBezTo>
                  <a:cubicBezTo>
                    <a:pt x="18" y="50"/>
                    <a:pt x="17" y="50"/>
                    <a:pt x="16" y="49"/>
                  </a:cubicBezTo>
                  <a:cubicBezTo>
                    <a:pt x="16" y="48"/>
                    <a:pt x="16" y="46"/>
                    <a:pt x="16" y="44"/>
                  </a:cubicBezTo>
                  <a:cubicBezTo>
                    <a:pt x="16" y="43"/>
                    <a:pt x="16" y="39"/>
                    <a:pt x="18" y="34"/>
                  </a:cubicBezTo>
                  <a:cubicBezTo>
                    <a:pt x="19" y="28"/>
                    <a:pt x="20" y="25"/>
                    <a:pt x="20" y="25"/>
                  </a:cubicBezTo>
                  <a:cubicBezTo>
                    <a:pt x="33" y="22"/>
                    <a:pt x="33" y="22"/>
                    <a:pt x="33" y="22"/>
                  </a:cubicBezTo>
                  <a:cubicBezTo>
                    <a:pt x="37" y="22"/>
                    <a:pt x="39" y="20"/>
                    <a:pt x="39" y="18"/>
                  </a:cubicBezTo>
                  <a:cubicBezTo>
                    <a:pt x="39" y="17"/>
                    <a:pt x="39" y="16"/>
                    <a:pt x="39" y="16"/>
                  </a:cubicBezTo>
                  <a:cubicBezTo>
                    <a:pt x="38" y="15"/>
                    <a:pt x="37" y="15"/>
                    <a:pt x="36" y="15"/>
                  </a:cubicBezTo>
                  <a:cubicBezTo>
                    <a:pt x="35" y="15"/>
                    <a:pt x="31" y="15"/>
                    <a:pt x="22" y="16"/>
                  </a:cubicBezTo>
                  <a:cubicBezTo>
                    <a:pt x="24" y="8"/>
                    <a:pt x="26" y="4"/>
                    <a:pt x="26" y="4"/>
                  </a:cubicBezTo>
                  <a:cubicBezTo>
                    <a:pt x="26" y="3"/>
                    <a:pt x="25" y="2"/>
                    <a:pt x="2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24"/>
            <p:cNvSpPr>
              <a:spLocks noEditPoints="1"/>
            </p:cNvSpPr>
            <p:nvPr/>
          </p:nvSpPr>
          <p:spPr bwMode="auto">
            <a:xfrm>
              <a:off x="1806575" y="2136775"/>
              <a:ext cx="57150" cy="73025"/>
            </a:xfrm>
            <a:custGeom>
              <a:avLst/>
              <a:gdLst>
                <a:gd name="T0" fmla="*/ 11 w 37"/>
                <a:gd name="T1" fmla="*/ 32 h 47"/>
                <a:gd name="T2" fmla="*/ 28 w 37"/>
                <a:gd name="T3" fmla="*/ 23 h 47"/>
                <a:gd name="T4" fmla="*/ 34 w 37"/>
                <a:gd name="T5" fmla="*/ 10 h 47"/>
                <a:gd name="T6" fmla="*/ 31 w 37"/>
                <a:gd name="T7" fmla="*/ 3 h 47"/>
                <a:gd name="T8" fmla="*/ 24 w 37"/>
                <a:gd name="T9" fmla="*/ 0 h 47"/>
                <a:gd name="T10" fmla="*/ 8 w 37"/>
                <a:gd name="T11" fmla="*/ 10 h 47"/>
                <a:gd name="T12" fmla="*/ 0 w 37"/>
                <a:gd name="T13" fmla="*/ 31 h 47"/>
                <a:gd name="T14" fmla="*/ 4 w 37"/>
                <a:gd name="T15" fmla="*/ 42 h 47"/>
                <a:gd name="T16" fmla="*/ 14 w 37"/>
                <a:gd name="T17" fmla="*/ 47 h 47"/>
                <a:gd name="T18" fmla="*/ 30 w 37"/>
                <a:gd name="T19" fmla="*/ 41 h 47"/>
                <a:gd name="T20" fmla="*/ 37 w 37"/>
                <a:gd name="T21" fmla="*/ 31 h 47"/>
                <a:gd name="T22" fmla="*/ 34 w 37"/>
                <a:gd name="T23" fmla="*/ 29 h 47"/>
                <a:gd name="T24" fmla="*/ 31 w 37"/>
                <a:gd name="T25" fmla="*/ 30 h 47"/>
                <a:gd name="T26" fmla="*/ 16 w 37"/>
                <a:gd name="T27" fmla="*/ 38 h 47"/>
                <a:gd name="T28" fmla="*/ 11 w 37"/>
                <a:gd name="T29" fmla="*/ 37 h 47"/>
                <a:gd name="T30" fmla="*/ 10 w 37"/>
                <a:gd name="T31" fmla="*/ 33 h 47"/>
                <a:gd name="T32" fmla="*/ 11 w 37"/>
                <a:gd name="T33" fmla="*/ 32 h 47"/>
                <a:gd name="T34" fmla="*/ 16 w 37"/>
                <a:gd name="T35" fmla="*/ 13 h 47"/>
                <a:gd name="T36" fmla="*/ 23 w 37"/>
                <a:gd name="T37" fmla="*/ 8 h 47"/>
                <a:gd name="T38" fmla="*/ 25 w 37"/>
                <a:gd name="T39" fmla="*/ 9 h 47"/>
                <a:gd name="T40" fmla="*/ 26 w 37"/>
                <a:gd name="T41" fmla="*/ 12 h 47"/>
                <a:gd name="T42" fmla="*/ 21 w 37"/>
                <a:gd name="T43" fmla="*/ 19 h 47"/>
                <a:gd name="T44" fmla="*/ 10 w 37"/>
                <a:gd name="T45" fmla="*/ 24 h 47"/>
                <a:gd name="T46" fmla="*/ 16 w 37"/>
                <a:gd name="T47" fmla="*/ 13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 h="47">
                  <a:moveTo>
                    <a:pt x="11" y="32"/>
                  </a:moveTo>
                  <a:cubicBezTo>
                    <a:pt x="18" y="30"/>
                    <a:pt x="23" y="27"/>
                    <a:pt x="28" y="23"/>
                  </a:cubicBezTo>
                  <a:cubicBezTo>
                    <a:pt x="32" y="19"/>
                    <a:pt x="34" y="14"/>
                    <a:pt x="34" y="10"/>
                  </a:cubicBezTo>
                  <a:cubicBezTo>
                    <a:pt x="34" y="7"/>
                    <a:pt x="33" y="5"/>
                    <a:pt x="31" y="3"/>
                  </a:cubicBezTo>
                  <a:cubicBezTo>
                    <a:pt x="30" y="1"/>
                    <a:pt x="27" y="0"/>
                    <a:pt x="24" y="0"/>
                  </a:cubicBezTo>
                  <a:cubicBezTo>
                    <a:pt x="18" y="0"/>
                    <a:pt x="13" y="4"/>
                    <a:pt x="8" y="10"/>
                  </a:cubicBezTo>
                  <a:cubicBezTo>
                    <a:pt x="3" y="17"/>
                    <a:pt x="0" y="23"/>
                    <a:pt x="0" y="31"/>
                  </a:cubicBezTo>
                  <a:cubicBezTo>
                    <a:pt x="0" y="36"/>
                    <a:pt x="1" y="40"/>
                    <a:pt x="4" y="42"/>
                  </a:cubicBezTo>
                  <a:cubicBezTo>
                    <a:pt x="6" y="45"/>
                    <a:pt x="10" y="47"/>
                    <a:pt x="14" y="47"/>
                  </a:cubicBezTo>
                  <a:cubicBezTo>
                    <a:pt x="20" y="47"/>
                    <a:pt x="25" y="45"/>
                    <a:pt x="30" y="41"/>
                  </a:cubicBezTo>
                  <a:cubicBezTo>
                    <a:pt x="34" y="37"/>
                    <a:pt x="37" y="34"/>
                    <a:pt x="37" y="31"/>
                  </a:cubicBezTo>
                  <a:cubicBezTo>
                    <a:pt x="37" y="29"/>
                    <a:pt x="36" y="29"/>
                    <a:pt x="34" y="29"/>
                  </a:cubicBezTo>
                  <a:cubicBezTo>
                    <a:pt x="33" y="29"/>
                    <a:pt x="32" y="29"/>
                    <a:pt x="31" y="30"/>
                  </a:cubicBezTo>
                  <a:cubicBezTo>
                    <a:pt x="26" y="36"/>
                    <a:pt x="21" y="38"/>
                    <a:pt x="16" y="38"/>
                  </a:cubicBezTo>
                  <a:cubicBezTo>
                    <a:pt x="14" y="38"/>
                    <a:pt x="12" y="38"/>
                    <a:pt x="11" y="37"/>
                  </a:cubicBezTo>
                  <a:cubicBezTo>
                    <a:pt x="10" y="35"/>
                    <a:pt x="10" y="34"/>
                    <a:pt x="10" y="33"/>
                  </a:cubicBezTo>
                  <a:cubicBezTo>
                    <a:pt x="10" y="32"/>
                    <a:pt x="10" y="32"/>
                    <a:pt x="11" y="32"/>
                  </a:cubicBezTo>
                  <a:close/>
                  <a:moveTo>
                    <a:pt x="16" y="13"/>
                  </a:moveTo>
                  <a:cubicBezTo>
                    <a:pt x="19" y="10"/>
                    <a:pt x="21" y="8"/>
                    <a:pt x="23" y="8"/>
                  </a:cubicBezTo>
                  <a:cubicBezTo>
                    <a:pt x="24" y="8"/>
                    <a:pt x="25" y="9"/>
                    <a:pt x="25" y="9"/>
                  </a:cubicBezTo>
                  <a:cubicBezTo>
                    <a:pt x="26" y="10"/>
                    <a:pt x="26" y="11"/>
                    <a:pt x="26" y="12"/>
                  </a:cubicBezTo>
                  <a:cubicBezTo>
                    <a:pt x="26" y="14"/>
                    <a:pt x="24" y="16"/>
                    <a:pt x="21" y="19"/>
                  </a:cubicBezTo>
                  <a:cubicBezTo>
                    <a:pt x="18" y="22"/>
                    <a:pt x="14" y="23"/>
                    <a:pt x="10" y="24"/>
                  </a:cubicBezTo>
                  <a:cubicBezTo>
                    <a:pt x="11" y="20"/>
                    <a:pt x="13" y="17"/>
                    <a:pt x="1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3" name="组合 22"/>
          <p:cNvGrpSpPr/>
          <p:nvPr/>
        </p:nvGrpSpPr>
        <p:grpSpPr>
          <a:xfrm>
            <a:off x="342900" y="4584700"/>
            <a:ext cx="1636713" cy="1744663"/>
            <a:chOff x="342900" y="4584700"/>
            <a:chExt cx="1636713" cy="1744663"/>
          </a:xfrm>
          <a:solidFill>
            <a:schemeClr val="tx1">
              <a:lumMod val="65000"/>
              <a:lumOff val="35000"/>
            </a:schemeClr>
          </a:solidFill>
        </p:grpSpPr>
        <p:sp>
          <p:nvSpPr>
            <p:cNvPr id="24" name="Freeform 25"/>
            <p:cNvSpPr>
              <a:spLocks noEditPoints="1"/>
            </p:cNvSpPr>
            <p:nvPr/>
          </p:nvSpPr>
          <p:spPr bwMode="auto">
            <a:xfrm>
              <a:off x="800100" y="4584700"/>
              <a:ext cx="1179513" cy="1290638"/>
            </a:xfrm>
            <a:custGeom>
              <a:avLst/>
              <a:gdLst>
                <a:gd name="T0" fmla="*/ 0 w 750"/>
                <a:gd name="T1" fmla="*/ 180 h 822"/>
                <a:gd name="T2" fmla="*/ 339 w 750"/>
                <a:gd name="T3" fmla="*/ 40 h 822"/>
                <a:gd name="T4" fmla="*/ 642 w 750"/>
                <a:gd name="T5" fmla="*/ 627 h 822"/>
                <a:gd name="T6" fmla="*/ 593 w 750"/>
                <a:gd name="T7" fmla="*/ 611 h 822"/>
                <a:gd name="T8" fmla="*/ 565 w 750"/>
                <a:gd name="T9" fmla="*/ 599 h 822"/>
                <a:gd name="T10" fmla="*/ 545 w 750"/>
                <a:gd name="T11" fmla="*/ 367 h 822"/>
                <a:gd name="T12" fmla="*/ 565 w 750"/>
                <a:gd name="T13" fmla="*/ 355 h 822"/>
                <a:gd name="T14" fmla="*/ 593 w 750"/>
                <a:gd name="T15" fmla="*/ 339 h 822"/>
                <a:gd name="T16" fmla="*/ 85 w 750"/>
                <a:gd name="T17" fmla="*/ 355 h 822"/>
                <a:gd name="T18" fmla="*/ 113 w 750"/>
                <a:gd name="T19" fmla="*/ 367 h 822"/>
                <a:gd name="T20" fmla="*/ 133 w 750"/>
                <a:gd name="T21" fmla="*/ 575 h 822"/>
                <a:gd name="T22" fmla="*/ 168 w 750"/>
                <a:gd name="T23" fmla="*/ 642 h 822"/>
                <a:gd name="T24" fmla="*/ 138 w 750"/>
                <a:gd name="T25" fmla="*/ 705 h 822"/>
                <a:gd name="T26" fmla="*/ 135 w 750"/>
                <a:gd name="T27" fmla="*/ 719 h 822"/>
                <a:gd name="T28" fmla="*/ 339 w 750"/>
                <a:gd name="T29" fmla="*/ 822 h 822"/>
                <a:gd name="T30" fmla="*/ 339 w 750"/>
                <a:gd name="T31" fmla="*/ 0 h 822"/>
                <a:gd name="T32" fmla="*/ 301 w 750"/>
                <a:gd name="T33" fmla="*/ 367 h 822"/>
                <a:gd name="T34" fmla="*/ 321 w 750"/>
                <a:gd name="T35" fmla="*/ 355 h 822"/>
                <a:gd name="T36" fmla="*/ 357 w 750"/>
                <a:gd name="T37" fmla="*/ 367 h 822"/>
                <a:gd name="T38" fmla="*/ 377 w 750"/>
                <a:gd name="T39" fmla="*/ 599 h 822"/>
                <a:gd name="T40" fmla="*/ 357 w 750"/>
                <a:gd name="T41" fmla="*/ 611 h 822"/>
                <a:gd name="T42" fmla="*/ 321 w 750"/>
                <a:gd name="T43" fmla="*/ 599 h 822"/>
                <a:gd name="T44" fmla="*/ 501 w 750"/>
                <a:gd name="T45" fmla="*/ 367 h 822"/>
                <a:gd name="T46" fmla="*/ 477 w 750"/>
                <a:gd name="T47" fmla="*/ 599 h 822"/>
                <a:gd name="T48" fmla="*/ 445 w 750"/>
                <a:gd name="T49" fmla="*/ 611 h 822"/>
                <a:gd name="T50" fmla="*/ 421 w 750"/>
                <a:gd name="T51" fmla="*/ 599 h 822"/>
                <a:gd name="T52" fmla="*/ 445 w 750"/>
                <a:gd name="T53" fmla="*/ 367 h 822"/>
                <a:gd name="T54" fmla="*/ 477 w 750"/>
                <a:gd name="T55" fmla="*/ 355 h 822"/>
                <a:gd name="T56" fmla="*/ 501 w 750"/>
                <a:gd name="T57" fmla="*/ 367 h 822"/>
                <a:gd name="T58" fmla="*/ 181 w 750"/>
                <a:gd name="T59" fmla="*/ 367 h 822"/>
                <a:gd name="T60" fmla="*/ 201 w 750"/>
                <a:gd name="T61" fmla="*/ 355 h 822"/>
                <a:gd name="T62" fmla="*/ 233 w 750"/>
                <a:gd name="T63" fmla="*/ 367 h 822"/>
                <a:gd name="T64" fmla="*/ 257 w 750"/>
                <a:gd name="T65" fmla="*/ 599 h 822"/>
                <a:gd name="T66" fmla="*/ 233 w 750"/>
                <a:gd name="T67" fmla="*/ 611 h 822"/>
                <a:gd name="T68" fmla="*/ 201 w 750"/>
                <a:gd name="T69" fmla="*/ 599 h 8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0" h="822">
                  <a:moveTo>
                    <a:pt x="339" y="0"/>
                  </a:moveTo>
                  <a:cubicBezTo>
                    <a:pt x="198" y="0"/>
                    <a:pt x="74" y="71"/>
                    <a:pt x="0" y="180"/>
                  </a:cubicBezTo>
                  <a:cubicBezTo>
                    <a:pt x="10" y="191"/>
                    <a:pt x="17" y="204"/>
                    <a:pt x="22" y="219"/>
                  </a:cubicBezTo>
                  <a:cubicBezTo>
                    <a:pt x="87" y="112"/>
                    <a:pt x="205" y="40"/>
                    <a:pt x="339" y="40"/>
                  </a:cubicBezTo>
                  <a:cubicBezTo>
                    <a:pt x="544" y="40"/>
                    <a:pt x="710" y="207"/>
                    <a:pt x="710" y="412"/>
                  </a:cubicBezTo>
                  <a:cubicBezTo>
                    <a:pt x="710" y="492"/>
                    <a:pt x="685" y="563"/>
                    <a:pt x="642" y="627"/>
                  </a:cubicBezTo>
                  <a:cubicBezTo>
                    <a:pt x="593" y="627"/>
                    <a:pt x="593" y="627"/>
                    <a:pt x="593" y="627"/>
                  </a:cubicBezTo>
                  <a:cubicBezTo>
                    <a:pt x="593" y="611"/>
                    <a:pt x="593" y="611"/>
                    <a:pt x="593" y="611"/>
                  </a:cubicBezTo>
                  <a:cubicBezTo>
                    <a:pt x="565" y="611"/>
                    <a:pt x="565" y="611"/>
                    <a:pt x="565" y="611"/>
                  </a:cubicBezTo>
                  <a:cubicBezTo>
                    <a:pt x="565" y="599"/>
                    <a:pt x="565" y="599"/>
                    <a:pt x="565" y="599"/>
                  </a:cubicBezTo>
                  <a:cubicBezTo>
                    <a:pt x="545" y="599"/>
                    <a:pt x="545" y="599"/>
                    <a:pt x="545" y="599"/>
                  </a:cubicBezTo>
                  <a:cubicBezTo>
                    <a:pt x="545" y="367"/>
                    <a:pt x="545" y="367"/>
                    <a:pt x="545" y="367"/>
                  </a:cubicBezTo>
                  <a:cubicBezTo>
                    <a:pt x="565" y="367"/>
                    <a:pt x="565" y="367"/>
                    <a:pt x="565" y="367"/>
                  </a:cubicBezTo>
                  <a:cubicBezTo>
                    <a:pt x="565" y="355"/>
                    <a:pt x="565" y="355"/>
                    <a:pt x="565" y="355"/>
                  </a:cubicBezTo>
                  <a:cubicBezTo>
                    <a:pt x="593" y="355"/>
                    <a:pt x="593" y="355"/>
                    <a:pt x="593" y="355"/>
                  </a:cubicBezTo>
                  <a:cubicBezTo>
                    <a:pt x="593" y="339"/>
                    <a:pt x="593" y="339"/>
                    <a:pt x="593" y="339"/>
                  </a:cubicBezTo>
                  <a:cubicBezTo>
                    <a:pt x="85" y="339"/>
                    <a:pt x="85" y="339"/>
                    <a:pt x="85" y="339"/>
                  </a:cubicBezTo>
                  <a:cubicBezTo>
                    <a:pt x="85" y="355"/>
                    <a:pt x="85" y="355"/>
                    <a:pt x="85" y="355"/>
                  </a:cubicBezTo>
                  <a:cubicBezTo>
                    <a:pt x="113" y="355"/>
                    <a:pt x="113" y="355"/>
                    <a:pt x="113" y="355"/>
                  </a:cubicBezTo>
                  <a:cubicBezTo>
                    <a:pt x="113" y="367"/>
                    <a:pt x="113" y="367"/>
                    <a:pt x="113" y="367"/>
                  </a:cubicBezTo>
                  <a:cubicBezTo>
                    <a:pt x="133" y="367"/>
                    <a:pt x="133" y="367"/>
                    <a:pt x="133" y="367"/>
                  </a:cubicBezTo>
                  <a:cubicBezTo>
                    <a:pt x="133" y="575"/>
                    <a:pt x="133" y="575"/>
                    <a:pt x="133" y="575"/>
                  </a:cubicBezTo>
                  <a:cubicBezTo>
                    <a:pt x="137" y="590"/>
                    <a:pt x="136" y="607"/>
                    <a:pt x="136" y="624"/>
                  </a:cubicBezTo>
                  <a:cubicBezTo>
                    <a:pt x="149" y="629"/>
                    <a:pt x="162" y="635"/>
                    <a:pt x="168" y="642"/>
                  </a:cubicBezTo>
                  <a:cubicBezTo>
                    <a:pt x="173" y="647"/>
                    <a:pt x="176" y="653"/>
                    <a:pt x="175" y="659"/>
                  </a:cubicBezTo>
                  <a:cubicBezTo>
                    <a:pt x="174" y="676"/>
                    <a:pt x="156" y="691"/>
                    <a:pt x="138" y="705"/>
                  </a:cubicBezTo>
                  <a:cubicBezTo>
                    <a:pt x="137" y="706"/>
                    <a:pt x="136" y="707"/>
                    <a:pt x="135" y="708"/>
                  </a:cubicBezTo>
                  <a:cubicBezTo>
                    <a:pt x="135" y="712"/>
                    <a:pt x="135" y="715"/>
                    <a:pt x="135" y="719"/>
                  </a:cubicBezTo>
                  <a:cubicBezTo>
                    <a:pt x="134" y="734"/>
                    <a:pt x="126" y="747"/>
                    <a:pt x="116" y="756"/>
                  </a:cubicBezTo>
                  <a:cubicBezTo>
                    <a:pt x="180" y="798"/>
                    <a:pt x="257" y="822"/>
                    <a:pt x="339" y="822"/>
                  </a:cubicBezTo>
                  <a:cubicBezTo>
                    <a:pt x="566" y="822"/>
                    <a:pt x="750" y="638"/>
                    <a:pt x="750" y="411"/>
                  </a:cubicBezTo>
                  <a:cubicBezTo>
                    <a:pt x="750" y="184"/>
                    <a:pt x="566" y="0"/>
                    <a:pt x="339" y="0"/>
                  </a:cubicBezTo>
                  <a:close/>
                  <a:moveTo>
                    <a:pt x="301" y="599"/>
                  </a:moveTo>
                  <a:cubicBezTo>
                    <a:pt x="301" y="367"/>
                    <a:pt x="301" y="367"/>
                    <a:pt x="301" y="367"/>
                  </a:cubicBezTo>
                  <a:cubicBezTo>
                    <a:pt x="321" y="367"/>
                    <a:pt x="321" y="367"/>
                    <a:pt x="321" y="367"/>
                  </a:cubicBezTo>
                  <a:cubicBezTo>
                    <a:pt x="321" y="355"/>
                    <a:pt x="321" y="355"/>
                    <a:pt x="321" y="355"/>
                  </a:cubicBezTo>
                  <a:cubicBezTo>
                    <a:pt x="357" y="355"/>
                    <a:pt x="357" y="355"/>
                    <a:pt x="357" y="355"/>
                  </a:cubicBezTo>
                  <a:cubicBezTo>
                    <a:pt x="357" y="367"/>
                    <a:pt x="357" y="367"/>
                    <a:pt x="357" y="367"/>
                  </a:cubicBezTo>
                  <a:cubicBezTo>
                    <a:pt x="377" y="367"/>
                    <a:pt x="377" y="367"/>
                    <a:pt x="377" y="367"/>
                  </a:cubicBezTo>
                  <a:cubicBezTo>
                    <a:pt x="377" y="599"/>
                    <a:pt x="377" y="599"/>
                    <a:pt x="377" y="599"/>
                  </a:cubicBezTo>
                  <a:cubicBezTo>
                    <a:pt x="357" y="599"/>
                    <a:pt x="357" y="599"/>
                    <a:pt x="357" y="599"/>
                  </a:cubicBezTo>
                  <a:cubicBezTo>
                    <a:pt x="357" y="611"/>
                    <a:pt x="357" y="611"/>
                    <a:pt x="357" y="611"/>
                  </a:cubicBezTo>
                  <a:cubicBezTo>
                    <a:pt x="321" y="611"/>
                    <a:pt x="321" y="611"/>
                    <a:pt x="321" y="611"/>
                  </a:cubicBezTo>
                  <a:cubicBezTo>
                    <a:pt x="321" y="599"/>
                    <a:pt x="321" y="599"/>
                    <a:pt x="321" y="599"/>
                  </a:cubicBezTo>
                  <a:lnTo>
                    <a:pt x="301" y="599"/>
                  </a:lnTo>
                  <a:close/>
                  <a:moveTo>
                    <a:pt x="501" y="367"/>
                  </a:moveTo>
                  <a:cubicBezTo>
                    <a:pt x="501" y="599"/>
                    <a:pt x="501" y="599"/>
                    <a:pt x="501" y="599"/>
                  </a:cubicBezTo>
                  <a:cubicBezTo>
                    <a:pt x="477" y="599"/>
                    <a:pt x="477" y="599"/>
                    <a:pt x="477" y="599"/>
                  </a:cubicBezTo>
                  <a:cubicBezTo>
                    <a:pt x="477" y="611"/>
                    <a:pt x="477" y="611"/>
                    <a:pt x="477" y="611"/>
                  </a:cubicBezTo>
                  <a:cubicBezTo>
                    <a:pt x="445" y="611"/>
                    <a:pt x="445" y="611"/>
                    <a:pt x="445" y="611"/>
                  </a:cubicBezTo>
                  <a:cubicBezTo>
                    <a:pt x="445" y="599"/>
                    <a:pt x="445" y="599"/>
                    <a:pt x="445" y="599"/>
                  </a:cubicBezTo>
                  <a:cubicBezTo>
                    <a:pt x="421" y="599"/>
                    <a:pt x="421" y="599"/>
                    <a:pt x="421" y="599"/>
                  </a:cubicBezTo>
                  <a:cubicBezTo>
                    <a:pt x="421" y="367"/>
                    <a:pt x="421" y="367"/>
                    <a:pt x="421" y="367"/>
                  </a:cubicBezTo>
                  <a:cubicBezTo>
                    <a:pt x="445" y="367"/>
                    <a:pt x="445" y="367"/>
                    <a:pt x="445" y="367"/>
                  </a:cubicBezTo>
                  <a:cubicBezTo>
                    <a:pt x="445" y="355"/>
                    <a:pt x="445" y="355"/>
                    <a:pt x="445" y="355"/>
                  </a:cubicBezTo>
                  <a:cubicBezTo>
                    <a:pt x="477" y="355"/>
                    <a:pt x="477" y="355"/>
                    <a:pt x="477" y="355"/>
                  </a:cubicBezTo>
                  <a:cubicBezTo>
                    <a:pt x="477" y="367"/>
                    <a:pt x="477" y="367"/>
                    <a:pt x="477" y="367"/>
                  </a:cubicBezTo>
                  <a:lnTo>
                    <a:pt x="501" y="367"/>
                  </a:lnTo>
                  <a:close/>
                  <a:moveTo>
                    <a:pt x="181" y="599"/>
                  </a:moveTo>
                  <a:cubicBezTo>
                    <a:pt x="181" y="367"/>
                    <a:pt x="181" y="367"/>
                    <a:pt x="181" y="367"/>
                  </a:cubicBezTo>
                  <a:cubicBezTo>
                    <a:pt x="201" y="367"/>
                    <a:pt x="201" y="367"/>
                    <a:pt x="201" y="367"/>
                  </a:cubicBezTo>
                  <a:cubicBezTo>
                    <a:pt x="201" y="355"/>
                    <a:pt x="201" y="355"/>
                    <a:pt x="201" y="355"/>
                  </a:cubicBezTo>
                  <a:cubicBezTo>
                    <a:pt x="233" y="355"/>
                    <a:pt x="233" y="355"/>
                    <a:pt x="233" y="355"/>
                  </a:cubicBezTo>
                  <a:cubicBezTo>
                    <a:pt x="233" y="367"/>
                    <a:pt x="233" y="367"/>
                    <a:pt x="233" y="367"/>
                  </a:cubicBezTo>
                  <a:cubicBezTo>
                    <a:pt x="257" y="367"/>
                    <a:pt x="257" y="367"/>
                    <a:pt x="257" y="367"/>
                  </a:cubicBezTo>
                  <a:cubicBezTo>
                    <a:pt x="257" y="599"/>
                    <a:pt x="257" y="599"/>
                    <a:pt x="257" y="599"/>
                  </a:cubicBezTo>
                  <a:cubicBezTo>
                    <a:pt x="233" y="599"/>
                    <a:pt x="233" y="599"/>
                    <a:pt x="233" y="599"/>
                  </a:cubicBezTo>
                  <a:cubicBezTo>
                    <a:pt x="233" y="611"/>
                    <a:pt x="233" y="611"/>
                    <a:pt x="233" y="611"/>
                  </a:cubicBezTo>
                  <a:cubicBezTo>
                    <a:pt x="201" y="611"/>
                    <a:pt x="201" y="611"/>
                    <a:pt x="201" y="611"/>
                  </a:cubicBezTo>
                  <a:cubicBezTo>
                    <a:pt x="201" y="599"/>
                    <a:pt x="201" y="599"/>
                    <a:pt x="201" y="599"/>
                  </a:cubicBezTo>
                  <a:lnTo>
                    <a:pt x="181" y="59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26"/>
            <p:cNvSpPr>
              <a:spLocks noEditPoints="1"/>
            </p:cNvSpPr>
            <p:nvPr/>
          </p:nvSpPr>
          <p:spPr bwMode="auto">
            <a:xfrm>
              <a:off x="927100" y="4810125"/>
              <a:ext cx="812800" cy="268288"/>
            </a:xfrm>
            <a:custGeom>
              <a:avLst/>
              <a:gdLst>
                <a:gd name="T0" fmla="*/ 258 w 517"/>
                <a:gd name="T1" fmla="*/ 0 h 171"/>
                <a:gd name="T2" fmla="*/ 0 w 517"/>
                <a:gd name="T3" fmla="*/ 171 h 171"/>
                <a:gd name="T4" fmla="*/ 517 w 517"/>
                <a:gd name="T5" fmla="*/ 171 h 171"/>
                <a:gd name="T6" fmla="*/ 258 w 517"/>
                <a:gd name="T7" fmla="*/ 0 h 171"/>
                <a:gd name="T8" fmla="*/ 258 w 517"/>
                <a:gd name="T9" fmla="*/ 131 h 171"/>
                <a:gd name="T10" fmla="*/ 230 w 517"/>
                <a:gd name="T11" fmla="*/ 101 h 171"/>
                <a:gd name="T12" fmla="*/ 258 w 517"/>
                <a:gd name="T13" fmla="*/ 70 h 171"/>
                <a:gd name="T14" fmla="*/ 286 w 517"/>
                <a:gd name="T15" fmla="*/ 101 h 171"/>
                <a:gd name="T16" fmla="*/ 258 w 517"/>
                <a:gd name="T17" fmla="*/ 13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7" h="171">
                  <a:moveTo>
                    <a:pt x="258" y="0"/>
                  </a:moveTo>
                  <a:cubicBezTo>
                    <a:pt x="0" y="171"/>
                    <a:pt x="0" y="171"/>
                    <a:pt x="0" y="171"/>
                  </a:cubicBezTo>
                  <a:cubicBezTo>
                    <a:pt x="517" y="171"/>
                    <a:pt x="517" y="171"/>
                    <a:pt x="517" y="171"/>
                  </a:cubicBezTo>
                  <a:lnTo>
                    <a:pt x="258" y="0"/>
                  </a:lnTo>
                  <a:close/>
                  <a:moveTo>
                    <a:pt x="258" y="131"/>
                  </a:moveTo>
                  <a:cubicBezTo>
                    <a:pt x="243" y="131"/>
                    <a:pt x="230" y="118"/>
                    <a:pt x="230" y="101"/>
                  </a:cubicBezTo>
                  <a:cubicBezTo>
                    <a:pt x="230" y="84"/>
                    <a:pt x="243" y="70"/>
                    <a:pt x="258" y="70"/>
                  </a:cubicBezTo>
                  <a:cubicBezTo>
                    <a:pt x="274" y="70"/>
                    <a:pt x="286" y="84"/>
                    <a:pt x="286" y="101"/>
                  </a:cubicBezTo>
                  <a:cubicBezTo>
                    <a:pt x="286" y="118"/>
                    <a:pt x="274" y="131"/>
                    <a:pt x="258" y="1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27"/>
            <p:cNvSpPr>
              <a:spLocks/>
            </p:cNvSpPr>
            <p:nvPr/>
          </p:nvSpPr>
          <p:spPr bwMode="auto">
            <a:xfrm>
              <a:off x="342900" y="5154613"/>
              <a:ext cx="652463" cy="1174750"/>
            </a:xfrm>
            <a:custGeom>
              <a:avLst/>
              <a:gdLst>
                <a:gd name="T0" fmla="*/ 190 w 415"/>
                <a:gd name="T1" fmla="*/ 696 h 748"/>
                <a:gd name="T2" fmla="*/ 200 w 415"/>
                <a:gd name="T3" fmla="*/ 685 h 748"/>
                <a:gd name="T4" fmla="*/ 200 w 415"/>
                <a:gd name="T5" fmla="*/ 670 h 748"/>
                <a:gd name="T6" fmla="*/ 200 w 415"/>
                <a:gd name="T7" fmla="*/ 525 h 748"/>
                <a:gd name="T8" fmla="*/ 200 w 415"/>
                <a:gd name="T9" fmla="*/ 357 h 748"/>
                <a:gd name="T10" fmla="*/ 200 w 415"/>
                <a:gd name="T11" fmla="*/ 336 h 748"/>
                <a:gd name="T12" fmla="*/ 216 w 415"/>
                <a:gd name="T13" fmla="*/ 336 h 748"/>
                <a:gd name="T14" fmla="*/ 216 w 415"/>
                <a:gd name="T15" fmla="*/ 357 h 748"/>
                <a:gd name="T16" fmla="*/ 216 w 415"/>
                <a:gd name="T17" fmla="*/ 494 h 748"/>
                <a:gd name="T18" fmla="*/ 277 w 415"/>
                <a:gd name="T19" fmla="*/ 436 h 748"/>
                <a:gd name="T20" fmla="*/ 296 w 415"/>
                <a:gd name="T21" fmla="*/ 421 h 748"/>
                <a:gd name="T22" fmla="*/ 316 w 415"/>
                <a:gd name="T23" fmla="*/ 406 h 748"/>
                <a:gd name="T24" fmla="*/ 316 w 415"/>
                <a:gd name="T25" fmla="*/ 347 h 748"/>
                <a:gd name="T26" fmla="*/ 316 w 415"/>
                <a:gd name="T27" fmla="*/ 344 h 748"/>
                <a:gd name="T28" fmla="*/ 301 w 415"/>
                <a:gd name="T29" fmla="*/ 332 h 748"/>
                <a:gd name="T30" fmla="*/ 254 w 415"/>
                <a:gd name="T31" fmla="*/ 285 h 748"/>
                <a:gd name="T32" fmla="*/ 258 w 415"/>
                <a:gd name="T33" fmla="*/ 271 h 748"/>
                <a:gd name="T34" fmla="*/ 279 w 415"/>
                <a:gd name="T35" fmla="*/ 263 h 748"/>
                <a:gd name="T36" fmla="*/ 316 w 415"/>
                <a:gd name="T37" fmla="*/ 270 h 748"/>
                <a:gd name="T38" fmla="*/ 316 w 415"/>
                <a:gd name="T39" fmla="*/ 231 h 748"/>
                <a:gd name="T40" fmla="*/ 316 w 415"/>
                <a:gd name="T41" fmla="*/ 98 h 748"/>
                <a:gd name="T42" fmla="*/ 342 w 415"/>
                <a:gd name="T43" fmla="*/ 351 h 748"/>
                <a:gd name="T44" fmla="*/ 372 w 415"/>
                <a:gd name="T45" fmla="*/ 385 h 748"/>
                <a:gd name="T46" fmla="*/ 374 w 415"/>
                <a:gd name="T47" fmla="*/ 385 h 748"/>
                <a:gd name="T48" fmla="*/ 406 w 415"/>
                <a:gd name="T49" fmla="*/ 355 h 748"/>
                <a:gd name="T50" fmla="*/ 343 w 415"/>
                <a:gd name="T51" fmla="*/ 27 h 748"/>
                <a:gd name="T52" fmla="*/ 287 w 415"/>
                <a:gd name="T53" fmla="*/ 1 h 748"/>
                <a:gd name="T54" fmla="*/ 285 w 415"/>
                <a:gd name="T55" fmla="*/ 0 h 748"/>
                <a:gd name="T56" fmla="*/ 131 w 415"/>
                <a:gd name="T57" fmla="*/ 0 h 748"/>
                <a:gd name="T58" fmla="*/ 129 w 415"/>
                <a:gd name="T59" fmla="*/ 1 h 748"/>
                <a:gd name="T60" fmla="*/ 81 w 415"/>
                <a:gd name="T61" fmla="*/ 19 h 748"/>
                <a:gd name="T62" fmla="*/ 73 w 415"/>
                <a:gd name="T63" fmla="*/ 27 h 748"/>
                <a:gd name="T64" fmla="*/ 10 w 415"/>
                <a:gd name="T65" fmla="*/ 354 h 748"/>
                <a:gd name="T66" fmla="*/ 42 w 415"/>
                <a:gd name="T67" fmla="*/ 385 h 748"/>
                <a:gd name="T68" fmla="*/ 44 w 415"/>
                <a:gd name="T69" fmla="*/ 385 h 748"/>
                <a:gd name="T70" fmla="*/ 74 w 415"/>
                <a:gd name="T71" fmla="*/ 351 h 748"/>
                <a:gd name="T72" fmla="*/ 80 w 415"/>
                <a:gd name="T73" fmla="*/ 168 h 748"/>
                <a:gd name="T74" fmla="*/ 100 w 415"/>
                <a:gd name="T75" fmla="*/ 98 h 748"/>
                <a:gd name="T76" fmla="*/ 100 w 415"/>
                <a:gd name="T77" fmla="*/ 231 h 748"/>
                <a:gd name="T78" fmla="*/ 100 w 415"/>
                <a:gd name="T79" fmla="*/ 306 h 748"/>
                <a:gd name="T80" fmla="*/ 100 w 415"/>
                <a:gd name="T81" fmla="*/ 347 h 748"/>
                <a:gd name="T82" fmla="*/ 100 w 415"/>
                <a:gd name="T83" fmla="*/ 698 h 748"/>
                <a:gd name="T84" fmla="*/ 149 w 415"/>
                <a:gd name="T85" fmla="*/ 748 h 748"/>
                <a:gd name="T86" fmla="*/ 187 w 415"/>
                <a:gd name="T87" fmla="*/ 731 h 748"/>
                <a:gd name="T88" fmla="*/ 190 w 415"/>
                <a:gd name="T89" fmla="*/ 696 h 7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15" h="748">
                  <a:moveTo>
                    <a:pt x="190" y="696"/>
                  </a:moveTo>
                  <a:cubicBezTo>
                    <a:pt x="200" y="685"/>
                    <a:pt x="200" y="685"/>
                    <a:pt x="200" y="685"/>
                  </a:cubicBezTo>
                  <a:cubicBezTo>
                    <a:pt x="200" y="670"/>
                    <a:pt x="200" y="670"/>
                    <a:pt x="200" y="670"/>
                  </a:cubicBezTo>
                  <a:cubicBezTo>
                    <a:pt x="192" y="632"/>
                    <a:pt x="184" y="562"/>
                    <a:pt x="200" y="525"/>
                  </a:cubicBezTo>
                  <a:cubicBezTo>
                    <a:pt x="200" y="357"/>
                    <a:pt x="200" y="357"/>
                    <a:pt x="200" y="357"/>
                  </a:cubicBezTo>
                  <a:cubicBezTo>
                    <a:pt x="200" y="336"/>
                    <a:pt x="200" y="336"/>
                    <a:pt x="200" y="336"/>
                  </a:cubicBezTo>
                  <a:cubicBezTo>
                    <a:pt x="216" y="336"/>
                    <a:pt x="216" y="336"/>
                    <a:pt x="216" y="336"/>
                  </a:cubicBezTo>
                  <a:cubicBezTo>
                    <a:pt x="216" y="357"/>
                    <a:pt x="216" y="357"/>
                    <a:pt x="216" y="357"/>
                  </a:cubicBezTo>
                  <a:cubicBezTo>
                    <a:pt x="216" y="494"/>
                    <a:pt x="216" y="494"/>
                    <a:pt x="216" y="494"/>
                  </a:cubicBezTo>
                  <a:cubicBezTo>
                    <a:pt x="236" y="470"/>
                    <a:pt x="257" y="452"/>
                    <a:pt x="277" y="436"/>
                  </a:cubicBezTo>
                  <a:cubicBezTo>
                    <a:pt x="283" y="431"/>
                    <a:pt x="290" y="426"/>
                    <a:pt x="296" y="421"/>
                  </a:cubicBezTo>
                  <a:cubicBezTo>
                    <a:pt x="303" y="415"/>
                    <a:pt x="308" y="410"/>
                    <a:pt x="316" y="406"/>
                  </a:cubicBezTo>
                  <a:cubicBezTo>
                    <a:pt x="316" y="347"/>
                    <a:pt x="316" y="347"/>
                    <a:pt x="316" y="347"/>
                  </a:cubicBezTo>
                  <a:cubicBezTo>
                    <a:pt x="316" y="344"/>
                    <a:pt x="316" y="344"/>
                    <a:pt x="316" y="344"/>
                  </a:cubicBezTo>
                  <a:cubicBezTo>
                    <a:pt x="312" y="340"/>
                    <a:pt x="306" y="336"/>
                    <a:pt x="301" y="332"/>
                  </a:cubicBezTo>
                  <a:cubicBezTo>
                    <a:pt x="273" y="312"/>
                    <a:pt x="256" y="299"/>
                    <a:pt x="254" y="285"/>
                  </a:cubicBezTo>
                  <a:cubicBezTo>
                    <a:pt x="254" y="280"/>
                    <a:pt x="255" y="275"/>
                    <a:pt x="258" y="271"/>
                  </a:cubicBezTo>
                  <a:cubicBezTo>
                    <a:pt x="263" y="266"/>
                    <a:pt x="270" y="263"/>
                    <a:pt x="279" y="263"/>
                  </a:cubicBezTo>
                  <a:cubicBezTo>
                    <a:pt x="289" y="263"/>
                    <a:pt x="304" y="266"/>
                    <a:pt x="316" y="270"/>
                  </a:cubicBezTo>
                  <a:cubicBezTo>
                    <a:pt x="316" y="231"/>
                    <a:pt x="316" y="231"/>
                    <a:pt x="316" y="231"/>
                  </a:cubicBezTo>
                  <a:cubicBezTo>
                    <a:pt x="316" y="98"/>
                    <a:pt x="316" y="98"/>
                    <a:pt x="316" y="98"/>
                  </a:cubicBezTo>
                  <a:cubicBezTo>
                    <a:pt x="336" y="135"/>
                    <a:pt x="350" y="210"/>
                    <a:pt x="342" y="351"/>
                  </a:cubicBezTo>
                  <a:cubicBezTo>
                    <a:pt x="341" y="368"/>
                    <a:pt x="354" y="384"/>
                    <a:pt x="372" y="385"/>
                  </a:cubicBezTo>
                  <a:cubicBezTo>
                    <a:pt x="372" y="385"/>
                    <a:pt x="373" y="385"/>
                    <a:pt x="374" y="385"/>
                  </a:cubicBezTo>
                  <a:cubicBezTo>
                    <a:pt x="390" y="385"/>
                    <a:pt x="405" y="372"/>
                    <a:pt x="406" y="355"/>
                  </a:cubicBezTo>
                  <a:cubicBezTo>
                    <a:pt x="415" y="186"/>
                    <a:pt x="394" y="75"/>
                    <a:pt x="343" y="27"/>
                  </a:cubicBezTo>
                  <a:cubicBezTo>
                    <a:pt x="320" y="6"/>
                    <a:pt x="298" y="1"/>
                    <a:pt x="287" y="1"/>
                  </a:cubicBezTo>
                  <a:cubicBezTo>
                    <a:pt x="286" y="1"/>
                    <a:pt x="286" y="0"/>
                    <a:pt x="285" y="0"/>
                  </a:cubicBezTo>
                  <a:cubicBezTo>
                    <a:pt x="131" y="0"/>
                    <a:pt x="131" y="0"/>
                    <a:pt x="131" y="0"/>
                  </a:cubicBezTo>
                  <a:cubicBezTo>
                    <a:pt x="130" y="0"/>
                    <a:pt x="129" y="1"/>
                    <a:pt x="129" y="1"/>
                  </a:cubicBezTo>
                  <a:cubicBezTo>
                    <a:pt x="119" y="1"/>
                    <a:pt x="101" y="5"/>
                    <a:pt x="81" y="19"/>
                  </a:cubicBezTo>
                  <a:cubicBezTo>
                    <a:pt x="79" y="21"/>
                    <a:pt x="76" y="24"/>
                    <a:pt x="73" y="27"/>
                  </a:cubicBezTo>
                  <a:cubicBezTo>
                    <a:pt x="22" y="75"/>
                    <a:pt x="0" y="185"/>
                    <a:pt x="10" y="354"/>
                  </a:cubicBezTo>
                  <a:cubicBezTo>
                    <a:pt x="11" y="371"/>
                    <a:pt x="25" y="385"/>
                    <a:pt x="42" y="385"/>
                  </a:cubicBezTo>
                  <a:cubicBezTo>
                    <a:pt x="43" y="385"/>
                    <a:pt x="43" y="385"/>
                    <a:pt x="44" y="385"/>
                  </a:cubicBezTo>
                  <a:cubicBezTo>
                    <a:pt x="62" y="384"/>
                    <a:pt x="75" y="368"/>
                    <a:pt x="74" y="351"/>
                  </a:cubicBezTo>
                  <a:cubicBezTo>
                    <a:pt x="69" y="270"/>
                    <a:pt x="73" y="211"/>
                    <a:pt x="80" y="168"/>
                  </a:cubicBezTo>
                  <a:cubicBezTo>
                    <a:pt x="85" y="136"/>
                    <a:pt x="92" y="114"/>
                    <a:pt x="100" y="98"/>
                  </a:cubicBezTo>
                  <a:cubicBezTo>
                    <a:pt x="100" y="231"/>
                    <a:pt x="100" y="231"/>
                    <a:pt x="100" y="231"/>
                  </a:cubicBezTo>
                  <a:cubicBezTo>
                    <a:pt x="100" y="306"/>
                    <a:pt x="100" y="306"/>
                    <a:pt x="100" y="306"/>
                  </a:cubicBezTo>
                  <a:cubicBezTo>
                    <a:pt x="100" y="347"/>
                    <a:pt x="100" y="347"/>
                    <a:pt x="100" y="347"/>
                  </a:cubicBezTo>
                  <a:cubicBezTo>
                    <a:pt x="100" y="698"/>
                    <a:pt x="100" y="698"/>
                    <a:pt x="100" y="698"/>
                  </a:cubicBezTo>
                  <a:cubicBezTo>
                    <a:pt x="100" y="726"/>
                    <a:pt x="122" y="748"/>
                    <a:pt x="149" y="748"/>
                  </a:cubicBezTo>
                  <a:cubicBezTo>
                    <a:pt x="164" y="748"/>
                    <a:pt x="178" y="741"/>
                    <a:pt x="187" y="731"/>
                  </a:cubicBezTo>
                  <a:cubicBezTo>
                    <a:pt x="181" y="720"/>
                    <a:pt x="182" y="706"/>
                    <a:pt x="190" y="6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28"/>
            <p:cNvSpPr>
              <a:spLocks/>
            </p:cNvSpPr>
            <p:nvPr/>
          </p:nvSpPr>
          <p:spPr bwMode="auto">
            <a:xfrm>
              <a:off x="714375" y="6292850"/>
              <a:ext cx="84138" cy="36513"/>
            </a:xfrm>
            <a:custGeom>
              <a:avLst/>
              <a:gdLst>
                <a:gd name="T0" fmla="*/ 1 w 54"/>
                <a:gd name="T1" fmla="*/ 10 h 23"/>
                <a:gd name="T2" fmla="*/ 0 w 54"/>
                <a:gd name="T3" fmla="*/ 12 h 23"/>
                <a:gd name="T4" fmla="*/ 31 w 54"/>
                <a:gd name="T5" fmla="*/ 23 h 23"/>
                <a:gd name="T6" fmla="*/ 54 w 54"/>
                <a:gd name="T7" fmla="*/ 17 h 23"/>
                <a:gd name="T8" fmla="*/ 10 w 54"/>
                <a:gd name="T9" fmla="*/ 0 h 23"/>
                <a:gd name="T10" fmla="*/ 1 w 54"/>
                <a:gd name="T11" fmla="*/ 10 h 23"/>
              </a:gdLst>
              <a:ahLst/>
              <a:cxnLst>
                <a:cxn ang="0">
                  <a:pos x="T0" y="T1"/>
                </a:cxn>
                <a:cxn ang="0">
                  <a:pos x="T2" y="T3"/>
                </a:cxn>
                <a:cxn ang="0">
                  <a:pos x="T4" y="T5"/>
                </a:cxn>
                <a:cxn ang="0">
                  <a:pos x="T6" y="T7"/>
                </a:cxn>
                <a:cxn ang="0">
                  <a:pos x="T8" y="T9"/>
                </a:cxn>
                <a:cxn ang="0">
                  <a:pos x="T10" y="T11"/>
                </a:cxn>
              </a:cxnLst>
              <a:rect l="0" t="0" r="r" b="b"/>
              <a:pathLst>
                <a:path w="54" h="23">
                  <a:moveTo>
                    <a:pt x="1" y="10"/>
                  </a:moveTo>
                  <a:cubicBezTo>
                    <a:pt x="1" y="11"/>
                    <a:pt x="0" y="11"/>
                    <a:pt x="0" y="12"/>
                  </a:cubicBezTo>
                  <a:cubicBezTo>
                    <a:pt x="8" y="19"/>
                    <a:pt x="19" y="23"/>
                    <a:pt x="31" y="23"/>
                  </a:cubicBezTo>
                  <a:cubicBezTo>
                    <a:pt x="39" y="23"/>
                    <a:pt x="47" y="21"/>
                    <a:pt x="54" y="17"/>
                  </a:cubicBezTo>
                  <a:cubicBezTo>
                    <a:pt x="36" y="12"/>
                    <a:pt x="21" y="6"/>
                    <a:pt x="10" y="0"/>
                  </a:cubicBezTo>
                  <a:lnTo>
                    <a:pt x="1"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Oval 29"/>
            <p:cNvSpPr>
              <a:spLocks noChangeArrowheads="1"/>
            </p:cNvSpPr>
            <p:nvPr/>
          </p:nvSpPr>
          <p:spPr bwMode="auto">
            <a:xfrm>
              <a:off x="528638" y="4838700"/>
              <a:ext cx="282575" cy="2825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30"/>
            <p:cNvSpPr>
              <a:spLocks noEditPoints="1"/>
            </p:cNvSpPr>
            <p:nvPr/>
          </p:nvSpPr>
          <p:spPr bwMode="auto">
            <a:xfrm>
              <a:off x="639763" y="5765800"/>
              <a:ext cx="595313" cy="555625"/>
            </a:xfrm>
            <a:custGeom>
              <a:avLst/>
              <a:gdLst>
                <a:gd name="T0" fmla="*/ 199 w 379"/>
                <a:gd name="T1" fmla="*/ 2 h 354"/>
                <a:gd name="T2" fmla="*/ 185 w 379"/>
                <a:gd name="T3" fmla="*/ 5 h 354"/>
                <a:gd name="T4" fmla="*/ 182 w 379"/>
                <a:gd name="T5" fmla="*/ 5 h 354"/>
                <a:gd name="T6" fmla="*/ 165 w 379"/>
                <a:gd name="T7" fmla="*/ 0 h 354"/>
                <a:gd name="T8" fmla="*/ 114 w 379"/>
                <a:gd name="T9" fmla="*/ 39 h 354"/>
                <a:gd name="T10" fmla="*/ 21 w 379"/>
                <a:gd name="T11" fmla="*/ 136 h 354"/>
                <a:gd name="T12" fmla="*/ 23 w 379"/>
                <a:gd name="T13" fmla="*/ 296 h 354"/>
                <a:gd name="T14" fmla="*/ 8 w 379"/>
                <a:gd name="T15" fmla="*/ 313 h 354"/>
                <a:gd name="T16" fmla="*/ 11 w 379"/>
                <a:gd name="T17" fmla="*/ 343 h 354"/>
                <a:gd name="T18" fmla="*/ 40 w 379"/>
                <a:gd name="T19" fmla="*/ 340 h 354"/>
                <a:gd name="T20" fmla="*/ 54 w 379"/>
                <a:gd name="T21" fmla="*/ 323 h 354"/>
                <a:gd name="T22" fmla="*/ 186 w 379"/>
                <a:gd name="T23" fmla="*/ 352 h 354"/>
                <a:gd name="T24" fmla="*/ 301 w 379"/>
                <a:gd name="T25" fmla="*/ 325 h 354"/>
                <a:gd name="T26" fmla="*/ 316 w 379"/>
                <a:gd name="T27" fmla="*/ 343 h 354"/>
                <a:gd name="T28" fmla="*/ 345 w 379"/>
                <a:gd name="T29" fmla="*/ 346 h 354"/>
                <a:gd name="T30" fmla="*/ 348 w 379"/>
                <a:gd name="T31" fmla="*/ 317 h 354"/>
                <a:gd name="T32" fmla="*/ 331 w 379"/>
                <a:gd name="T33" fmla="*/ 297 h 354"/>
                <a:gd name="T34" fmla="*/ 343 w 379"/>
                <a:gd name="T35" fmla="*/ 125 h 354"/>
                <a:gd name="T36" fmla="*/ 218 w 379"/>
                <a:gd name="T37" fmla="*/ 20 h 354"/>
                <a:gd name="T38" fmla="*/ 199 w 379"/>
                <a:gd name="T39" fmla="*/ 2 h 354"/>
                <a:gd name="T40" fmla="*/ 232 w 379"/>
                <a:gd name="T41" fmla="*/ 124 h 354"/>
                <a:gd name="T42" fmla="*/ 211 w 379"/>
                <a:gd name="T43" fmla="*/ 139 h 354"/>
                <a:gd name="T44" fmla="*/ 183 w 379"/>
                <a:gd name="T45" fmla="*/ 128 h 354"/>
                <a:gd name="T46" fmla="*/ 160 w 379"/>
                <a:gd name="T47" fmla="*/ 144 h 354"/>
                <a:gd name="T48" fmla="*/ 168 w 379"/>
                <a:gd name="T49" fmla="*/ 159 h 354"/>
                <a:gd name="T50" fmla="*/ 193 w 379"/>
                <a:gd name="T51" fmla="*/ 172 h 354"/>
                <a:gd name="T52" fmla="*/ 236 w 379"/>
                <a:gd name="T53" fmla="*/ 218 h 354"/>
                <a:gd name="T54" fmla="*/ 191 w 379"/>
                <a:gd name="T55" fmla="*/ 256 h 354"/>
                <a:gd name="T56" fmla="*/ 191 w 379"/>
                <a:gd name="T57" fmla="*/ 271 h 354"/>
                <a:gd name="T58" fmla="*/ 175 w 379"/>
                <a:gd name="T59" fmla="*/ 271 h 354"/>
                <a:gd name="T60" fmla="*/ 175 w 379"/>
                <a:gd name="T61" fmla="*/ 256 h 354"/>
                <a:gd name="T62" fmla="*/ 128 w 379"/>
                <a:gd name="T63" fmla="*/ 235 h 354"/>
                <a:gd name="T64" fmla="*/ 149 w 379"/>
                <a:gd name="T65" fmla="*/ 221 h 354"/>
                <a:gd name="T66" fmla="*/ 184 w 379"/>
                <a:gd name="T67" fmla="*/ 236 h 354"/>
                <a:gd name="T68" fmla="*/ 205 w 379"/>
                <a:gd name="T69" fmla="*/ 219 h 354"/>
                <a:gd name="T70" fmla="*/ 197 w 379"/>
                <a:gd name="T71" fmla="*/ 203 h 354"/>
                <a:gd name="T72" fmla="*/ 170 w 379"/>
                <a:gd name="T73" fmla="*/ 189 h 354"/>
                <a:gd name="T74" fmla="*/ 131 w 379"/>
                <a:gd name="T75" fmla="*/ 146 h 354"/>
                <a:gd name="T76" fmla="*/ 175 w 379"/>
                <a:gd name="T77" fmla="*/ 109 h 354"/>
                <a:gd name="T78" fmla="*/ 175 w 379"/>
                <a:gd name="T79" fmla="*/ 95 h 354"/>
                <a:gd name="T80" fmla="*/ 191 w 379"/>
                <a:gd name="T81" fmla="*/ 95 h 354"/>
                <a:gd name="T82" fmla="*/ 191 w 379"/>
                <a:gd name="T83" fmla="*/ 109 h 354"/>
                <a:gd name="T84" fmla="*/ 232 w 379"/>
                <a:gd name="T85" fmla="*/ 124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79" h="354">
                  <a:moveTo>
                    <a:pt x="199" y="2"/>
                  </a:moveTo>
                  <a:cubicBezTo>
                    <a:pt x="194" y="4"/>
                    <a:pt x="190" y="5"/>
                    <a:pt x="185" y="5"/>
                  </a:cubicBezTo>
                  <a:cubicBezTo>
                    <a:pt x="184" y="5"/>
                    <a:pt x="183" y="5"/>
                    <a:pt x="182" y="5"/>
                  </a:cubicBezTo>
                  <a:cubicBezTo>
                    <a:pt x="176" y="4"/>
                    <a:pt x="170" y="3"/>
                    <a:pt x="165" y="0"/>
                  </a:cubicBezTo>
                  <a:cubicBezTo>
                    <a:pt x="157" y="13"/>
                    <a:pt x="135" y="21"/>
                    <a:pt x="114" y="39"/>
                  </a:cubicBezTo>
                  <a:cubicBezTo>
                    <a:pt x="83" y="66"/>
                    <a:pt x="45" y="90"/>
                    <a:pt x="21" y="136"/>
                  </a:cubicBezTo>
                  <a:cubicBezTo>
                    <a:pt x="0" y="177"/>
                    <a:pt x="18" y="272"/>
                    <a:pt x="23" y="296"/>
                  </a:cubicBezTo>
                  <a:cubicBezTo>
                    <a:pt x="8" y="313"/>
                    <a:pt x="8" y="313"/>
                    <a:pt x="8" y="313"/>
                  </a:cubicBezTo>
                  <a:cubicBezTo>
                    <a:pt x="1" y="322"/>
                    <a:pt x="2" y="335"/>
                    <a:pt x="11" y="343"/>
                  </a:cubicBezTo>
                  <a:cubicBezTo>
                    <a:pt x="20" y="350"/>
                    <a:pt x="33" y="349"/>
                    <a:pt x="40" y="340"/>
                  </a:cubicBezTo>
                  <a:cubicBezTo>
                    <a:pt x="54" y="323"/>
                    <a:pt x="54" y="323"/>
                    <a:pt x="54" y="323"/>
                  </a:cubicBezTo>
                  <a:cubicBezTo>
                    <a:pt x="80" y="338"/>
                    <a:pt x="123" y="354"/>
                    <a:pt x="186" y="352"/>
                  </a:cubicBezTo>
                  <a:cubicBezTo>
                    <a:pt x="244" y="350"/>
                    <a:pt x="280" y="337"/>
                    <a:pt x="301" y="325"/>
                  </a:cubicBezTo>
                  <a:cubicBezTo>
                    <a:pt x="316" y="343"/>
                    <a:pt x="316" y="343"/>
                    <a:pt x="316" y="343"/>
                  </a:cubicBezTo>
                  <a:cubicBezTo>
                    <a:pt x="323" y="352"/>
                    <a:pt x="337" y="353"/>
                    <a:pt x="345" y="346"/>
                  </a:cubicBezTo>
                  <a:cubicBezTo>
                    <a:pt x="354" y="339"/>
                    <a:pt x="355" y="325"/>
                    <a:pt x="348" y="317"/>
                  </a:cubicBezTo>
                  <a:cubicBezTo>
                    <a:pt x="331" y="297"/>
                    <a:pt x="331" y="297"/>
                    <a:pt x="331" y="297"/>
                  </a:cubicBezTo>
                  <a:cubicBezTo>
                    <a:pt x="343" y="272"/>
                    <a:pt x="379" y="185"/>
                    <a:pt x="343" y="125"/>
                  </a:cubicBezTo>
                  <a:cubicBezTo>
                    <a:pt x="300" y="55"/>
                    <a:pt x="242" y="39"/>
                    <a:pt x="218" y="20"/>
                  </a:cubicBezTo>
                  <a:cubicBezTo>
                    <a:pt x="208" y="12"/>
                    <a:pt x="202" y="7"/>
                    <a:pt x="199" y="2"/>
                  </a:cubicBezTo>
                  <a:close/>
                  <a:moveTo>
                    <a:pt x="232" y="124"/>
                  </a:moveTo>
                  <a:cubicBezTo>
                    <a:pt x="211" y="139"/>
                    <a:pt x="211" y="139"/>
                    <a:pt x="211" y="139"/>
                  </a:cubicBezTo>
                  <a:cubicBezTo>
                    <a:pt x="202" y="131"/>
                    <a:pt x="194" y="128"/>
                    <a:pt x="183" y="128"/>
                  </a:cubicBezTo>
                  <a:cubicBezTo>
                    <a:pt x="169" y="128"/>
                    <a:pt x="160" y="134"/>
                    <a:pt x="160" y="144"/>
                  </a:cubicBezTo>
                  <a:cubicBezTo>
                    <a:pt x="160" y="150"/>
                    <a:pt x="163" y="155"/>
                    <a:pt x="168" y="159"/>
                  </a:cubicBezTo>
                  <a:cubicBezTo>
                    <a:pt x="173" y="162"/>
                    <a:pt x="175" y="163"/>
                    <a:pt x="193" y="172"/>
                  </a:cubicBezTo>
                  <a:cubicBezTo>
                    <a:pt x="226" y="188"/>
                    <a:pt x="236" y="199"/>
                    <a:pt x="236" y="218"/>
                  </a:cubicBezTo>
                  <a:cubicBezTo>
                    <a:pt x="236" y="239"/>
                    <a:pt x="219" y="253"/>
                    <a:pt x="191" y="256"/>
                  </a:cubicBezTo>
                  <a:cubicBezTo>
                    <a:pt x="191" y="271"/>
                    <a:pt x="191" y="271"/>
                    <a:pt x="191" y="271"/>
                  </a:cubicBezTo>
                  <a:cubicBezTo>
                    <a:pt x="175" y="271"/>
                    <a:pt x="175" y="271"/>
                    <a:pt x="175" y="271"/>
                  </a:cubicBezTo>
                  <a:cubicBezTo>
                    <a:pt x="175" y="256"/>
                    <a:pt x="175" y="256"/>
                    <a:pt x="175" y="256"/>
                  </a:cubicBezTo>
                  <a:cubicBezTo>
                    <a:pt x="155" y="254"/>
                    <a:pt x="141" y="247"/>
                    <a:pt x="128" y="235"/>
                  </a:cubicBezTo>
                  <a:cubicBezTo>
                    <a:pt x="149" y="221"/>
                    <a:pt x="149" y="221"/>
                    <a:pt x="149" y="221"/>
                  </a:cubicBezTo>
                  <a:cubicBezTo>
                    <a:pt x="163" y="233"/>
                    <a:pt x="171" y="236"/>
                    <a:pt x="184" y="236"/>
                  </a:cubicBezTo>
                  <a:cubicBezTo>
                    <a:pt x="197" y="236"/>
                    <a:pt x="205" y="230"/>
                    <a:pt x="205" y="219"/>
                  </a:cubicBezTo>
                  <a:cubicBezTo>
                    <a:pt x="205" y="213"/>
                    <a:pt x="202" y="208"/>
                    <a:pt x="197" y="203"/>
                  </a:cubicBezTo>
                  <a:cubicBezTo>
                    <a:pt x="192" y="199"/>
                    <a:pt x="188" y="198"/>
                    <a:pt x="170" y="189"/>
                  </a:cubicBezTo>
                  <a:cubicBezTo>
                    <a:pt x="140" y="173"/>
                    <a:pt x="131" y="163"/>
                    <a:pt x="131" y="146"/>
                  </a:cubicBezTo>
                  <a:cubicBezTo>
                    <a:pt x="131" y="126"/>
                    <a:pt x="147" y="111"/>
                    <a:pt x="175" y="109"/>
                  </a:cubicBezTo>
                  <a:cubicBezTo>
                    <a:pt x="175" y="95"/>
                    <a:pt x="175" y="95"/>
                    <a:pt x="175" y="95"/>
                  </a:cubicBezTo>
                  <a:cubicBezTo>
                    <a:pt x="191" y="95"/>
                    <a:pt x="191" y="95"/>
                    <a:pt x="191" y="95"/>
                  </a:cubicBezTo>
                  <a:cubicBezTo>
                    <a:pt x="191" y="109"/>
                    <a:pt x="191" y="109"/>
                    <a:pt x="191" y="109"/>
                  </a:cubicBezTo>
                  <a:cubicBezTo>
                    <a:pt x="207" y="110"/>
                    <a:pt x="220" y="115"/>
                    <a:pt x="232" y="1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31"/>
            <p:cNvSpPr>
              <a:spLocks/>
            </p:cNvSpPr>
            <p:nvPr/>
          </p:nvSpPr>
          <p:spPr bwMode="auto">
            <a:xfrm>
              <a:off x="996950" y="5575300"/>
              <a:ext cx="63500" cy="114300"/>
            </a:xfrm>
            <a:custGeom>
              <a:avLst/>
              <a:gdLst>
                <a:gd name="T0" fmla="*/ 1 w 41"/>
                <a:gd name="T1" fmla="*/ 0 h 73"/>
                <a:gd name="T2" fmla="*/ 0 w 41"/>
                <a:gd name="T3" fmla="*/ 73 h 73"/>
                <a:gd name="T4" fmla="*/ 40 w 41"/>
                <a:gd name="T5" fmla="*/ 27 h 73"/>
                <a:gd name="T6" fmla="*/ 1 w 41"/>
                <a:gd name="T7" fmla="*/ 0 h 73"/>
              </a:gdLst>
              <a:ahLst/>
              <a:cxnLst>
                <a:cxn ang="0">
                  <a:pos x="T0" y="T1"/>
                </a:cxn>
                <a:cxn ang="0">
                  <a:pos x="T2" y="T3"/>
                </a:cxn>
                <a:cxn ang="0">
                  <a:pos x="T4" y="T5"/>
                </a:cxn>
                <a:cxn ang="0">
                  <a:pos x="T6" y="T7"/>
                </a:cxn>
              </a:cxnLst>
              <a:rect l="0" t="0" r="r" b="b"/>
              <a:pathLst>
                <a:path w="41" h="73">
                  <a:moveTo>
                    <a:pt x="1" y="0"/>
                  </a:moveTo>
                  <a:cubicBezTo>
                    <a:pt x="1" y="23"/>
                    <a:pt x="1" y="47"/>
                    <a:pt x="0" y="73"/>
                  </a:cubicBezTo>
                  <a:cubicBezTo>
                    <a:pt x="18" y="58"/>
                    <a:pt x="39" y="42"/>
                    <a:pt x="40" y="27"/>
                  </a:cubicBezTo>
                  <a:cubicBezTo>
                    <a:pt x="41" y="17"/>
                    <a:pt x="22" y="6"/>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32"/>
            <p:cNvSpPr>
              <a:spLocks/>
            </p:cNvSpPr>
            <p:nvPr/>
          </p:nvSpPr>
          <p:spPr bwMode="auto">
            <a:xfrm>
              <a:off x="742950" y="5573713"/>
              <a:ext cx="127000" cy="120650"/>
            </a:xfrm>
            <a:custGeom>
              <a:avLst/>
              <a:gdLst>
                <a:gd name="T0" fmla="*/ 79 w 81"/>
                <a:gd name="T1" fmla="*/ 77 h 77"/>
                <a:gd name="T2" fmla="*/ 81 w 81"/>
                <a:gd name="T3" fmla="*/ 19 h 77"/>
                <a:gd name="T4" fmla="*/ 12 w 81"/>
                <a:gd name="T5" fmla="*/ 10 h 77"/>
                <a:gd name="T6" fmla="*/ 79 w 81"/>
                <a:gd name="T7" fmla="*/ 77 h 77"/>
              </a:gdLst>
              <a:ahLst/>
              <a:cxnLst>
                <a:cxn ang="0">
                  <a:pos x="T0" y="T1"/>
                </a:cxn>
                <a:cxn ang="0">
                  <a:pos x="T2" y="T3"/>
                </a:cxn>
                <a:cxn ang="0">
                  <a:pos x="T4" y="T5"/>
                </a:cxn>
                <a:cxn ang="0">
                  <a:pos x="T6" y="T7"/>
                </a:cxn>
              </a:cxnLst>
              <a:rect l="0" t="0" r="r" b="b"/>
              <a:pathLst>
                <a:path w="81" h="77">
                  <a:moveTo>
                    <a:pt x="79" y="77"/>
                  </a:moveTo>
                  <a:cubicBezTo>
                    <a:pt x="80" y="56"/>
                    <a:pt x="81" y="37"/>
                    <a:pt x="81" y="19"/>
                  </a:cubicBezTo>
                  <a:cubicBezTo>
                    <a:pt x="55" y="12"/>
                    <a:pt x="21" y="0"/>
                    <a:pt x="12" y="10"/>
                  </a:cubicBezTo>
                  <a:cubicBezTo>
                    <a:pt x="0" y="25"/>
                    <a:pt x="49" y="52"/>
                    <a:pt x="79"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33"/>
            <p:cNvSpPr>
              <a:spLocks/>
            </p:cNvSpPr>
            <p:nvPr/>
          </p:nvSpPr>
          <p:spPr bwMode="auto">
            <a:xfrm>
              <a:off x="1290638" y="5988050"/>
              <a:ext cx="71438" cy="96838"/>
            </a:xfrm>
            <a:custGeom>
              <a:avLst/>
              <a:gdLst>
                <a:gd name="T0" fmla="*/ 0 w 45"/>
                <a:gd name="T1" fmla="*/ 55 h 61"/>
                <a:gd name="T2" fmla="*/ 2 w 45"/>
                <a:gd name="T3" fmla="*/ 60 h 61"/>
                <a:gd name="T4" fmla="*/ 6 w 45"/>
                <a:gd name="T5" fmla="*/ 61 h 61"/>
                <a:gd name="T6" fmla="*/ 10 w 45"/>
                <a:gd name="T7" fmla="*/ 57 h 61"/>
                <a:gd name="T8" fmla="*/ 10 w 45"/>
                <a:gd name="T9" fmla="*/ 52 h 61"/>
                <a:gd name="T10" fmla="*/ 11 w 45"/>
                <a:gd name="T11" fmla="*/ 44 h 61"/>
                <a:gd name="T12" fmla="*/ 11 w 45"/>
                <a:gd name="T13" fmla="*/ 39 h 61"/>
                <a:gd name="T14" fmla="*/ 12 w 45"/>
                <a:gd name="T15" fmla="*/ 38 h 61"/>
                <a:gd name="T16" fmla="*/ 21 w 45"/>
                <a:gd name="T17" fmla="*/ 37 h 61"/>
                <a:gd name="T18" fmla="*/ 31 w 45"/>
                <a:gd name="T19" fmla="*/ 35 h 61"/>
                <a:gd name="T20" fmla="*/ 36 w 45"/>
                <a:gd name="T21" fmla="*/ 34 h 61"/>
                <a:gd name="T22" fmla="*/ 39 w 45"/>
                <a:gd name="T23" fmla="*/ 33 h 61"/>
                <a:gd name="T24" fmla="*/ 40 w 45"/>
                <a:gd name="T25" fmla="*/ 31 h 61"/>
                <a:gd name="T26" fmla="*/ 34 w 45"/>
                <a:gd name="T27" fmla="*/ 26 h 61"/>
                <a:gd name="T28" fmla="*/ 27 w 45"/>
                <a:gd name="T29" fmla="*/ 27 h 61"/>
                <a:gd name="T30" fmla="*/ 15 w 45"/>
                <a:gd name="T31" fmla="*/ 29 h 61"/>
                <a:gd name="T32" fmla="*/ 12 w 45"/>
                <a:gd name="T33" fmla="*/ 29 h 61"/>
                <a:gd name="T34" fmla="*/ 15 w 45"/>
                <a:gd name="T35" fmla="*/ 11 h 61"/>
                <a:gd name="T36" fmla="*/ 24 w 45"/>
                <a:gd name="T37" fmla="*/ 10 h 61"/>
                <a:gd name="T38" fmla="*/ 35 w 45"/>
                <a:gd name="T39" fmla="*/ 9 h 61"/>
                <a:gd name="T40" fmla="*/ 38 w 45"/>
                <a:gd name="T41" fmla="*/ 9 h 61"/>
                <a:gd name="T42" fmla="*/ 39 w 45"/>
                <a:gd name="T43" fmla="*/ 9 h 61"/>
                <a:gd name="T44" fmla="*/ 41 w 45"/>
                <a:gd name="T45" fmla="*/ 9 h 61"/>
                <a:gd name="T46" fmla="*/ 41 w 45"/>
                <a:gd name="T47" fmla="*/ 9 h 61"/>
                <a:gd name="T48" fmla="*/ 45 w 45"/>
                <a:gd name="T49" fmla="*/ 4 h 61"/>
                <a:gd name="T50" fmla="*/ 43 w 45"/>
                <a:gd name="T51" fmla="*/ 2 h 61"/>
                <a:gd name="T52" fmla="*/ 37 w 45"/>
                <a:gd name="T53" fmla="*/ 0 h 61"/>
                <a:gd name="T54" fmla="*/ 26 w 45"/>
                <a:gd name="T55" fmla="*/ 1 h 61"/>
                <a:gd name="T56" fmla="*/ 14 w 45"/>
                <a:gd name="T57" fmla="*/ 2 h 61"/>
                <a:gd name="T58" fmla="*/ 11 w 45"/>
                <a:gd name="T59" fmla="*/ 2 h 61"/>
                <a:gd name="T60" fmla="*/ 9 w 45"/>
                <a:gd name="T61" fmla="*/ 2 h 61"/>
                <a:gd name="T62" fmla="*/ 6 w 45"/>
                <a:gd name="T63" fmla="*/ 3 h 61"/>
                <a:gd name="T64" fmla="*/ 4 w 45"/>
                <a:gd name="T65" fmla="*/ 6 h 61"/>
                <a:gd name="T66" fmla="*/ 5 w 45"/>
                <a:gd name="T67" fmla="*/ 9 h 61"/>
                <a:gd name="T68" fmla="*/ 5 w 45"/>
                <a:gd name="T69" fmla="*/ 11 h 61"/>
                <a:gd name="T70" fmla="*/ 1 w 45"/>
                <a:gd name="T71" fmla="*/ 41 h 61"/>
                <a:gd name="T72" fmla="*/ 0 w 45"/>
                <a:gd name="T73" fmla="*/ 5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5" h="61">
                  <a:moveTo>
                    <a:pt x="0" y="55"/>
                  </a:moveTo>
                  <a:cubicBezTo>
                    <a:pt x="0" y="57"/>
                    <a:pt x="1" y="59"/>
                    <a:pt x="2" y="60"/>
                  </a:cubicBezTo>
                  <a:cubicBezTo>
                    <a:pt x="3" y="61"/>
                    <a:pt x="5" y="61"/>
                    <a:pt x="6" y="61"/>
                  </a:cubicBezTo>
                  <a:cubicBezTo>
                    <a:pt x="9" y="61"/>
                    <a:pt x="10" y="60"/>
                    <a:pt x="10" y="57"/>
                  </a:cubicBezTo>
                  <a:cubicBezTo>
                    <a:pt x="10" y="52"/>
                    <a:pt x="10" y="52"/>
                    <a:pt x="10" y="52"/>
                  </a:cubicBezTo>
                  <a:cubicBezTo>
                    <a:pt x="10" y="49"/>
                    <a:pt x="10" y="47"/>
                    <a:pt x="11" y="44"/>
                  </a:cubicBezTo>
                  <a:cubicBezTo>
                    <a:pt x="11" y="41"/>
                    <a:pt x="11" y="39"/>
                    <a:pt x="11" y="39"/>
                  </a:cubicBezTo>
                  <a:cubicBezTo>
                    <a:pt x="11" y="39"/>
                    <a:pt x="11" y="38"/>
                    <a:pt x="12" y="38"/>
                  </a:cubicBezTo>
                  <a:cubicBezTo>
                    <a:pt x="14" y="38"/>
                    <a:pt x="17" y="37"/>
                    <a:pt x="21" y="37"/>
                  </a:cubicBezTo>
                  <a:cubicBezTo>
                    <a:pt x="31" y="35"/>
                    <a:pt x="31" y="35"/>
                    <a:pt x="31" y="35"/>
                  </a:cubicBezTo>
                  <a:cubicBezTo>
                    <a:pt x="34" y="35"/>
                    <a:pt x="35" y="35"/>
                    <a:pt x="36" y="34"/>
                  </a:cubicBezTo>
                  <a:cubicBezTo>
                    <a:pt x="37" y="34"/>
                    <a:pt x="38" y="33"/>
                    <a:pt x="39" y="33"/>
                  </a:cubicBezTo>
                  <a:cubicBezTo>
                    <a:pt x="40" y="32"/>
                    <a:pt x="40" y="31"/>
                    <a:pt x="40" y="31"/>
                  </a:cubicBezTo>
                  <a:cubicBezTo>
                    <a:pt x="40" y="28"/>
                    <a:pt x="38" y="26"/>
                    <a:pt x="34" y="26"/>
                  </a:cubicBezTo>
                  <a:cubicBezTo>
                    <a:pt x="32" y="26"/>
                    <a:pt x="30" y="27"/>
                    <a:pt x="27" y="27"/>
                  </a:cubicBezTo>
                  <a:cubicBezTo>
                    <a:pt x="23" y="28"/>
                    <a:pt x="20" y="28"/>
                    <a:pt x="15" y="29"/>
                  </a:cubicBezTo>
                  <a:cubicBezTo>
                    <a:pt x="14" y="29"/>
                    <a:pt x="13" y="29"/>
                    <a:pt x="12" y="29"/>
                  </a:cubicBezTo>
                  <a:cubicBezTo>
                    <a:pt x="13" y="22"/>
                    <a:pt x="14" y="16"/>
                    <a:pt x="15" y="11"/>
                  </a:cubicBezTo>
                  <a:cubicBezTo>
                    <a:pt x="17" y="11"/>
                    <a:pt x="20" y="10"/>
                    <a:pt x="24" y="10"/>
                  </a:cubicBezTo>
                  <a:cubicBezTo>
                    <a:pt x="28" y="9"/>
                    <a:pt x="32" y="9"/>
                    <a:pt x="35" y="9"/>
                  </a:cubicBezTo>
                  <a:cubicBezTo>
                    <a:pt x="37" y="9"/>
                    <a:pt x="38" y="9"/>
                    <a:pt x="38" y="9"/>
                  </a:cubicBezTo>
                  <a:cubicBezTo>
                    <a:pt x="39" y="9"/>
                    <a:pt x="39" y="9"/>
                    <a:pt x="39" y="9"/>
                  </a:cubicBezTo>
                  <a:cubicBezTo>
                    <a:pt x="40" y="9"/>
                    <a:pt x="41" y="9"/>
                    <a:pt x="41" y="9"/>
                  </a:cubicBezTo>
                  <a:cubicBezTo>
                    <a:pt x="41" y="9"/>
                    <a:pt x="41" y="9"/>
                    <a:pt x="41" y="9"/>
                  </a:cubicBezTo>
                  <a:cubicBezTo>
                    <a:pt x="45" y="8"/>
                    <a:pt x="45" y="6"/>
                    <a:pt x="45" y="4"/>
                  </a:cubicBezTo>
                  <a:cubicBezTo>
                    <a:pt x="45" y="3"/>
                    <a:pt x="44" y="2"/>
                    <a:pt x="43" y="2"/>
                  </a:cubicBezTo>
                  <a:cubicBezTo>
                    <a:pt x="41" y="1"/>
                    <a:pt x="40" y="0"/>
                    <a:pt x="37" y="0"/>
                  </a:cubicBezTo>
                  <a:cubicBezTo>
                    <a:pt x="35" y="0"/>
                    <a:pt x="31" y="1"/>
                    <a:pt x="26" y="1"/>
                  </a:cubicBezTo>
                  <a:cubicBezTo>
                    <a:pt x="19" y="2"/>
                    <a:pt x="15" y="2"/>
                    <a:pt x="14" y="2"/>
                  </a:cubicBezTo>
                  <a:cubicBezTo>
                    <a:pt x="13" y="2"/>
                    <a:pt x="12" y="2"/>
                    <a:pt x="11" y="2"/>
                  </a:cubicBezTo>
                  <a:cubicBezTo>
                    <a:pt x="10" y="2"/>
                    <a:pt x="10" y="2"/>
                    <a:pt x="9" y="2"/>
                  </a:cubicBezTo>
                  <a:cubicBezTo>
                    <a:pt x="8" y="2"/>
                    <a:pt x="7" y="2"/>
                    <a:pt x="6" y="3"/>
                  </a:cubicBezTo>
                  <a:cubicBezTo>
                    <a:pt x="5" y="5"/>
                    <a:pt x="4" y="6"/>
                    <a:pt x="4" y="6"/>
                  </a:cubicBezTo>
                  <a:cubicBezTo>
                    <a:pt x="4" y="7"/>
                    <a:pt x="4" y="8"/>
                    <a:pt x="5" y="9"/>
                  </a:cubicBezTo>
                  <a:cubicBezTo>
                    <a:pt x="5" y="10"/>
                    <a:pt x="5" y="11"/>
                    <a:pt x="5" y="11"/>
                  </a:cubicBezTo>
                  <a:cubicBezTo>
                    <a:pt x="2" y="31"/>
                    <a:pt x="1" y="40"/>
                    <a:pt x="1" y="41"/>
                  </a:cubicBezTo>
                  <a:cubicBezTo>
                    <a:pt x="0" y="47"/>
                    <a:pt x="0" y="52"/>
                    <a:pt x="0" y="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34"/>
            <p:cNvSpPr>
              <a:spLocks/>
            </p:cNvSpPr>
            <p:nvPr/>
          </p:nvSpPr>
          <p:spPr bwMode="auto">
            <a:xfrm>
              <a:off x="1363663" y="6015038"/>
              <a:ext cx="20638" cy="68263"/>
            </a:xfrm>
            <a:custGeom>
              <a:avLst/>
              <a:gdLst>
                <a:gd name="T0" fmla="*/ 9 w 14"/>
                <a:gd name="T1" fmla="*/ 0 h 43"/>
                <a:gd name="T2" fmla="*/ 5 w 14"/>
                <a:gd name="T3" fmla="*/ 2 h 43"/>
                <a:gd name="T4" fmla="*/ 4 w 14"/>
                <a:gd name="T5" fmla="*/ 7 h 43"/>
                <a:gd name="T6" fmla="*/ 3 w 14"/>
                <a:gd name="T7" fmla="*/ 15 h 43"/>
                <a:gd name="T8" fmla="*/ 3 w 14"/>
                <a:gd name="T9" fmla="*/ 15 h 43"/>
                <a:gd name="T10" fmla="*/ 2 w 14"/>
                <a:gd name="T11" fmla="*/ 19 h 43"/>
                <a:gd name="T12" fmla="*/ 0 w 14"/>
                <a:gd name="T13" fmla="*/ 35 h 43"/>
                <a:gd name="T14" fmla="*/ 5 w 14"/>
                <a:gd name="T15" fmla="*/ 43 h 43"/>
                <a:gd name="T16" fmla="*/ 9 w 14"/>
                <a:gd name="T17" fmla="*/ 41 h 43"/>
                <a:gd name="T18" fmla="*/ 11 w 14"/>
                <a:gd name="T19" fmla="*/ 39 h 43"/>
                <a:gd name="T20" fmla="*/ 10 w 14"/>
                <a:gd name="T21" fmla="*/ 38 h 43"/>
                <a:gd name="T22" fmla="*/ 10 w 14"/>
                <a:gd name="T23" fmla="*/ 31 h 43"/>
                <a:gd name="T24" fmla="*/ 10 w 14"/>
                <a:gd name="T25" fmla="*/ 24 h 43"/>
                <a:gd name="T26" fmla="*/ 13 w 14"/>
                <a:gd name="T27" fmla="*/ 11 h 43"/>
                <a:gd name="T28" fmla="*/ 13 w 14"/>
                <a:gd name="T29" fmla="*/ 10 h 43"/>
                <a:gd name="T30" fmla="*/ 14 w 14"/>
                <a:gd name="T31" fmla="*/ 4 h 43"/>
                <a:gd name="T32" fmla="*/ 13 w 14"/>
                <a:gd name="T33" fmla="*/ 1 h 43"/>
                <a:gd name="T34" fmla="*/ 9 w 14"/>
                <a:gd name="T35"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43">
                  <a:moveTo>
                    <a:pt x="9" y="0"/>
                  </a:moveTo>
                  <a:cubicBezTo>
                    <a:pt x="7" y="0"/>
                    <a:pt x="6" y="0"/>
                    <a:pt x="5" y="2"/>
                  </a:cubicBezTo>
                  <a:cubicBezTo>
                    <a:pt x="4" y="3"/>
                    <a:pt x="4" y="5"/>
                    <a:pt x="4" y="7"/>
                  </a:cubicBezTo>
                  <a:cubicBezTo>
                    <a:pt x="4" y="7"/>
                    <a:pt x="3" y="10"/>
                    <a:pt x="3" y="15"/>
                  </a:cubicBezTo>
                  <a:cubicBezTo>
                    <a:pt x="3" y="15"/>
                    <a:pt x="3" y="15"/>
                    <a:pt x="3" y="15"/>
                  </a:cubicBezTo>
                  <a:cubicBezTo>
                    <a:pt x="3" y="16"/>
                    <a:pt x="2" y="17"/>
                    <a:pt x="2" y="19"/>
                  </a:cubicBezTo>
                  <a:cubicBezTo>
                    <a:pt x="1" y="25"/>
                    <a:pt x="0" y="31"/>
                    <a:pt x="0" y="35"/>
                  </a:cubicBezTo>
                  <a:cubicBezTo>
                    <a:pt x="0" y="40"/>
                    <a:pt x="2" y="43"/>
                    <a:pt x="5" y="43"/>
                  </a:cubicBezTo>
                  <a:cubicBezTo>
                    <a:pt x="7" y="43"/>
                    <a:pt x="8" y="42"/>
                    <a:pt x="9" y="41"/>
                  </a:cubicBezTo>
                  <a:cubicBezTo>
                    <a:pt x="10" y="40"/>
                    <a:pt x="11" y="40"/>
                    <a:pt x="11" y="39"/>
                  </a:cubicBezTo>
                  <a:cubicBezTo>
                    <a:pt x="11" y="39"/>
                    <a:pt x="11" y="38"/>
                    <a:pt x="10" y="38"/>
                  </a:cubicBezTo>
                  <a:cubicBezTo>
                    <a:pt x="10" y="35"/>
                    <a:pt x="10" y="33"/>
                    <a:pt x="10" y="31"/>
                  </a:cubicBezTo>
                  <a:cubicBezTo>
                    <a:pt x="10" y="29"/>
                    <a:pt x="10" y="27"/>
                    <a:pt x="10" y="24"/>
                  </a:cubicBezTo>
                  <a:cubicBezTo>
                    <a:pt x="10" y="20"/>
                    <a:pt x="11" y="16"/>
                    <a:pt x="13" y="11"/>
                  </a:cubicBezTo>
                  <a:cubicBezTo>
                    <a:pt x="13" y="10"/>
                    <a:pt x="13" y="10"/>
                    <a:pt x="13" y="10"/>
                  </a:cubicBezTo>
                  <a:cubicBezTo>
                    <a:pt x="14" y="7"/>
                    <a:pt x="14" y="5"/>
                    <a:pt x="14" y="4"/>
                  </a:cubicBezTo>
                  <a:cubicBezTo>
                    <a:pt x="14" y="3"/>
                    <a:pt x="14" y="2"/>
                    <a:pt x="13" y="1"/>
                  </a:cubicBezTo>
                  <a:cubicBezTo>
                    <a:pt x="12" y="0"/>
                    <a:pt x="10"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35"/>
            <p:cNvSpPr>
              <a:spLocks/>
            </p:cNvSpPr>
            <p:nvPr/>
          </p:nvSpPr>
          <p:spPr bwMode="auto">
            <a:xfrm>
              <a:off x="1376363" y="5978525"/>
              <a:ext cx="20638" cy="19050"/>
            </a:xfrm>
            <a:custGeom>
              <a:avLst/>
              <a:gdLst>
                <a:gd name="T0" fmla="*/ 10 w 13"/>
                <a:gd name="T1" fmla="*/ 10 h 12"/>
                <a:gd name="T2" fmla="*/ 13 w 13"/>
                <a:gd name="T3" fmla="*/ 5 h 12"/>
                <a:gd name="T4" fmla="*/ 11 w 13"/>
                <a:gd name="T5" fmla="*/ 2 h 12"/>
                <a:gd name="T6" fmla="*/ 7 w 13"/>
                <a:gd name="T7" fmla="*/ 0 h 12"/>
                <a:gd name="T8" fmla="*/ 1 w 13"/>
                <a:gd name="T9" fmla="*/ 2 h 12"/>
                <a:gd name="T10" fmla="*/ 0 w 13"/>
                <a:gd name="T11" fmla="*/ 6 h 12"/>
                <a:gd name="T12" fmla="*/ 1 w 13"/>
                <a:gd name="T13" fmla="*/ 10 h 12"/>
                <a:gd name="T14" fmla="*/ 6 w 13"/>
                <a:gd name="T15" fmla="*/ 12 h 12"/>
                <a:gd name="T16" fmla="*/ 10 w 13"/>
                <a:gd name="T17"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2">
                  <a:moveTo>
                    <a:pt x="10" y="10"/>
                  </a:moveTo>
                  <a:cubicBezTo>
                    <a:pt x="12" y="9"/>
                    <a:pt x="13" y="7"/>
                    <a:pt x="13" y="5"/>
                  </a:cubicBezTo>
                  <a:cubicBezTo>
                    <a:pt x="13" y="4"/>
                    <a:pt x="12" y="3"/>
                    <a:pt x="11" y="2"/>
                  </a:cubicBezTo>
                  <a:cubicBezTo>
                    <a:pt x="10" y="1"/>
                    <a:pt x="8" y="0"/>
                    <a:pt x="7" y="0"/>
                  </a:cubicBezTo>
                  <a:cubicBezTo>
                    <a:pt x="4" y="0"/>
                    <a:pt x="3" y="1"/>
                    <a:pt x="1" y="2"/>
                  </a:cubicBezTo>
                  <a:cubicBezTo>
                    <a:pt x="0" y="3"/>
                    <a:pt x="0" y="5"/>
                    <a:pt x="0" y="6"/>
                  </a:cubicBezTo>
                  <a:cubicBezTo>
                    <a:pt x="0" y="8"/>
                    <a:pt x="0" y="9"/>
                    <a:pt x="1" y="10"/>
                  </a:cubicBezTo>
                  <a:cubicBezTo>
                    <a:pt x="3" y="12"/>
                    <a:pt x="4" y="12"/>
                    <a:pt x="6" y="12"/>
                  </a:cubicBezTo>
                  <a:cubicBezTo>
                    <a:pt x="7" y="12"/>
                    <a:pt x="8" y="12"/>
                    <a:pt x="10"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36"/>
            <p:cNvSpPr>
              <a:spLocks/>
            </p:cNvSpPr>
            <p:nvPr/>
          </p:nvSpPr>
          <p:spPr bwMode="auto">
            <a:xfrm>
              <a:off x="1390650" y="6008688"/>
              <a:ext cx="69850" cy="77788"/>
            </a:xfrm>
            <a:custGeom>
              <a:avLst/>
              <a:gdLst>
                <a:gd name="T0" fmla="*/ 41 w 44"/>
                <a:gd name="T1" fmla="*/ 40 h 49"/>
                <a:gd name="T2" fmla="*/ 41 w 44"/>
                <a:gd name="T3" fmla="*/ 39 h 49"/>
                <a:gd name="T4" fmla="*/ 39 w 44"/>
                <a:gd name="T5" fmla="*/ 38 h 49"/>
                <a:gd name="T6" fmla="*/ 26 w 44"/>
                <a:gd name="T7" fmla="*/ 26 h 49"/>
                <a:gd name="T8" fmla="*/ 44 w 44"/>
                <a:gd name="T9" fmla="*/ 5 h 49"/>
                <a:gd name="T10" fmla="*/ 43 w 44"/>
                <a:gd name="T11" fmla="*/ 2 h 49"/>
                <a:gd name="T12" fmla="*/ 39 w 44"/>
                <a:gd name="T13" fmla="*/ 0 h 49"/>
                <a:gd name="T14" fmla="*/ 36 w 44"/>
                <a:gd name="T15" fmla="*/ 1 h 49"/>
                <a:gd name="T16" fmla="*/ 34 w 44"/>
                <a:gd name="T17" fmla="*/ 4 h 49"/>
                <a:gd name="T18" fmla="*/ 27 w 44"/>
                <a:gd name="T19" fmla="*/ 14 h 49"/>
                <a:gd name="T20" fmla="*/ 26 w 44"/>
                <a:gd name="T21" fmla="*/ 15 h 49"/>
                <a:gd name="T22" fmla="*/ 21 w 44"/>
                <a:gd name="T23" fmla="*/ 19 h 49"/>
                <a:gd name="T24" fmla="*/ 17 w 44"/>
                <a:gd name="T25" fmla="*/ 7 h 49"/>
                <a:gd name="T26" fmla="*/ 13 w 44"/>
                <a:gd name="T27" fmla="*/ 1 h 49"/>
                <a:gd name="T28" fmla="*/ 7 w 44"/>
                <a:gd name="T29" fmla="*/ 8 h 49"/>
                <a:gd name="T30" fmla="*/ 14 w 44"/>
                <a:gd name="T31" fmla="*/ 25 h 49"/>
                <a:gd name="T32" fmla="*/ 12 w 44"/>
                <a:gd name="T33" fmla="*/ 27 h 49"/>
                <a:gd name="T34" fmla="*/ 2 w 44"/>
                <a:gd name="T35" fmla="*/ 38 h 49"/>
                <a:gd name="T36" fmla="*/ 0 w 44"/>
                <a:gd name="T37" fmla="*/ 44 h 49"/>
                <a:gd name="T38" fmla="*/ 1 w 44"/>
                <a:gd name="T39" fmla="*/ 48 h 49"/>
                <a:gd name="T40" fmla="*/ 6 w 44"/>
                <a:gd name="T41" fmla="*/ 49 h 49"/>
                <a:gd name="T42" fmla="*/ 9 w 44"/>
                <a:gd name="T43" fmla="*/ 45 h 49"/>
                <a:gd name="T44" fmla="*/ 19 w 44"/>
                <a:gd name="T45" fmla="*/ 31 h 49"/>
                <a:gd name="T46" fmla="*/ 35 w 44"/>
                <a:gd name="T47" fmla="*/ 45 h 49"/>
                <a:gd name="T48" fmla="*/ 39 w 44"/>
                <a:gd name="T49" fmla="*/ 44 h 49"/>
                <a:gd name="T50" fmla="*/ 41 w 44"/>
                <a:gd name="T51" fmla="*/ 4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4" h="49">
                  <a:moveTo>
                    <a:pt x="41" y="40"/>
                  </a:moveTo>
                  <a:cubicBezTo>
                    <a:pt x="41" y="40"/>
                    <a:pt x="41" y="39"/>
                    <a:pt x="41" y="39"/>
                  </a:cubicBezTo>
                  <a:cubicBezTo>
                    <a:pt x="40" y="38"/>
                    <a:pt x="40" y="38"/>
                    <a:pt x="39" y="38"/>
                  </a:cubicBezTo>
                  <a:cubicBezTo>
                    <a:pt x="34" y="35"/>
                    <a:pt x="30" y="31"/>
                    <a:pt x="26" y="26"/>
                  </a:cubicBezTo>
                  <a:cubicBezTo>
                    <a:pt x="38" y="15"/>
                    <a:pt x="44" y="8"/>
                    <a:pt x="44" y="5"/>
                  </a:cubicBezTo>
                  <a:cubicBezTo>
                    <a:pt x="44" y="4"/>
                    <a:pt x="44" y="3"/>
                    <a:pt x="43" y="2"/>
                  </a:cubicBezTo>
                  <a:cubicBezTo>
                    <a:pt x="42" y="1"/>
                    <a:pt x="40" y="0"/>
                    <a:pt x="39" y="0"/>
                  </a:cubicBezTo>
                  <a:cubicBezTo>
                    <a:pt x="38" y="0"/>
                    <a:pt x="37" y="1"/>
                    <a:pt x="36" y="1"/>
                  </a:cubicBezTo>
                  <a:cubicBezTo>
                    <a:pt x="36" y="2"/>
                    <a:pt x="35" y="3"/>
                    <a:pt x="34" y="4"/>
                  </a:cubicBezTo>
                  <a:cubicBezTo>
                    <a:pt x="33" y="7"/>
                    <a:pt x="30" y="10"/>
                    <a:pt x="27" y="14"/>
                  </a:cubicBezTo>
                  <a:cubicBezTo>
                    <a:pt x="27" y="14"/>
                    <a:pt x="26" y="14"/>
                    <a:pt x="26" y="15"/>
                  </a:cubicBezTo>
                  <a:cubicBezTo>
                    <a:pt x="24" y="17"/>
                    <a:pt x="23" y="18"/>
                    <a:pt x="21" y="19"/>
                  </a:cubicBezTo>
                  <a:cubicBezTo>
                    <a:pt x="18" y="15"/>
                    <a:pt x="17" y="11"/>
                    <a:pt x="17" y="7"/>
                  </a:cubicBezTo>
                  <a:cubicBezTo>
                    <a:pt x="17" y="3"/>
                    <a:pt x="15" y="1"/>
                    <a:pt x="13" y="1"/>
                  </a:cubicBezTo>
                  <a:cubicBezTo>
                    <a:pt x="9" y="1"/>
                    <a:pt x="7" y="3"/>
                    <a:pt x="7" y="8"/>
                  </a:cubicBezTo>
                  <a:cubicBezTo>
                    <a:pt x="7" y="12"/>
                    <a:pt x="9" y="17"/>
                    <a:pt x="14" y="25"/>
                  </a:cubicBezTo>
                  <a:cubicBezTo>
                    <a:pt x="14" y="25"/>
                    <a:pt x="13" y="26"/>
                    <a:pt x="12" y="27"/>
                  </a:cubicBezTo>
                  <a:cubicBezTo>
                    <a:pt x="7" y="32"/>
                    <a:pt x="3" y="36"/>
                    <a:pt x="2" y="38"/>
                  </a:cubicBezTo>
                  <a:cubicBezTo>
                    <a:pt x="0" y="40"/>
                    <a:pt x="0" y="43"/>
                    <a:pt x="0" y="44"/>
                  </a:cubicBezTo>
                  <a:cubicBezTo>
                    <a:pt x="0" y="46"/>
                    <a:pt x="0" y="47"/>
                    <a:pt x="1" y="48"/>
                  </a:cubicBezTo>
                  <a:cubicBezTo>
                    <a:pt x="2" y="49"/>
                    <a:pt x="4" y="49"/>
                    <a:pt x="6" y="49"/>
                  </a:cubicBezTo>
                  <a:cubicBezTo>
                    <a:pt x="7" y="48"/>
                    <a:pt x="8" y="47"/>
                    <a:pt x="9" y="45"/>
                  </a:cubicBezTo>
                  <a:cubicBezTo>
                    <a:pt x="11" y="40"/>
                    <a:pt x="14" y="36"/>
                    <a:pt x="19" y="31"/>
                  </a:cubicBezTo>
                  <a:cubicBezTo>
                    <a:pt x="26" y="41"/>
                    <a:pt x="32" y="45"/>
                    <a:pt x="35" y="45"/>
                  </a:cubicBezTo>
                  <a:cubicBezTo>
                    <a:pt x="37" y="45"/>
                    <a:pt x="38" y="45"/>
                    <a:pt x="39" y="44"/>
                  </a:cubicBezTo>
                  <a:cubicBezTo>
                    <a:pt x="40" y="43"/>
                    <a:pt x="41" y="42"/>
                    <a:pt x="41"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37"/>
            <p:cNvSpPr>
              <a:spLocks noEditPoints="1"/>
            </p:cNvSpPr>
            <p:nvPr/>
          </p:nvSpPr>
          <p:spPr bwMode="auto">
            <a:xfrm>
              <a:off x="1290638" y="6140450"/>
              <a:ext cx="85725" cy="96838"/>
            </a:xfrm>
            <a:custGeom>
              <a:avLst/>
              <a:gdLst>
                <a:gd name="T0" fmla="*/ 31 w 55"/>
                <a:gd name="T1" fmla="*/ 0 h 61"/>
                <a:gd name="T2" fmla="*/ 22 w 55"/>
                <a:gd name="T3" fmla="*/ 1 h 61"/>
                <a:gd name="T4" fmla="*/ 12 w 55"/>
                <a:gd name="T5" fmla="*/ 1 h 61"/>
                <a:gd name="T6" fmla="*/ 6 w 55"/>
                <a:gd name="T7" fmla="*/ 1 h 61"/>
                <a:gd name="T8" fmla="*/ 3 w 55"/>
                <a:gd name="T9" fmla="*/ 3 h 61"/>
                <a:gd name="T10" fmla="*/ 1 w 55"/>
                <a:gd name="T11" fmla="*/ 6 h 61"/>
                <a:gd name="T12" fmla="*/ 5 w 55"/>
                <a:gd name="T13" fmla="*/ 10 h 61"/>
                <a:gd name="T14" fmla="*/ 6 w 55"/>
                <a:gd name="T15" fmla="*/ 11 h 61"/>
                <a:gd name="T16" fmla="*/ 5 w 55"/>
                <a:gd name="T17" fmla="*/ 16 h 61"/>
                <a:gd name="T18" fmla="*/ 2 w 55"/>
                <a:gd name="T19" fmla="*/ 44 h 61"/>
                <a:gd name="T20" fmla="*/ 1 w 55"/>
                <a:gd name="T21" fmla="*/ 51 h 61"/>
                <a:gd name="T22" fmla="*/ 0 w 55"/>
                <a:gd name="T23" fmla="*/ 54 h 61"/>
                <a:gd name="T24" fmla="*/ 0 w 55"/>
                <a:gd name="T25" fmla="*/ 56 h 61"/>
                <a:gd name="T26" fmla="*/ 1 w 55"/>
                <a:gd name="T27" fmla="*/ 59 h 61"/>
                <a:gd name="T28" fmla="*/ 5 w 55"/>
                <a:gd name="T29" fmla="*/ 61 h 61"/>
                <a:gd name="T30" fmla="*/ 10 w 55"/>
                <a:gd name="T31" fmla="*/ 59 h 61"/>
                <a:gd name="T32" fmla="*/ 14 w 55"/>
                <a:gd name="T33" fmla="*/ 57 h 61"/>
                <a:gd name="T34" fmla="*/ 19 w 55"/>
                <a:gd name="T35" fmla="*/ 56 h 61"/>
                <a:gd name="T36" fmla="*/ 45 w 55"/>
                <a:gd name="T37" fmla="*/ 43 h 61"/>
                <a:gd name="T38" fmla="*/ 55 w 55"/>
                <a:gd name="T39" fmla="*/ 23 h 61"/>
                <a:gd name="T40" fmla="*/ 48 w 55"/>
                <a:gd name="T41" fmla="*/ 6 h 61"/>
                <a:gd name="T42" fmla="*/ 31 w 55"/>
                <a:gd name="T43" fmla="*/ 0 h 61"/>
                <a:gd name="T44" fmla="*/ 39 w 55"/>
                <a:gd name="T45" fmla="*/ 37 h 61"/>
                <a:gd name="T46" fmla="*/ 23 w 55"/>
                <a:gd name="T47" fmla="*/ 46 h 61"/>
                <a:gd name="T48" fmla="*/ 12 w 55"/>
                <a:gd name="T49" fmla="*/ 49 h 61"/>
                <a:gd name="T50" fmla="*/ 11 w 55"/>
                <a:gd name="T51" fmla="*/ 46 h 61"/>
                <a:gd name="T52" fmla="*/ 16 w 55"/>
                <a:gd name="T53" fmla="*/ 9 h 61"/>
                <a:gd name="T54" fmla="*/ 17 w 55"/>
                <a:gd name="T55" fmla="*/ 9 h 61"/>
                <a:gd name="T56" fmla="*/ 29 w 55"/>
                <a:gd name="T57" fmla="*/ 8 h 61"/>
                <a:gd name="T58" fmla="*/ 41 w 55"/>
                <a:gd name="T59" fmla="*/ 12 h 61"/>
                <a:gd name="T60" fmla="*/ 46 w 55"/>
                <a:gd name="T61" fmla="*/ 22 h 61"/>
                <a:gd name="T62" fmla="*/ 39 w 55"/>
                <a:gd name="T63" fmla="*/ 3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5" h="61">
                  <a:moveTo>
                    <a:pt x="31" y="0"/>
                  </a:moveTo>
                  <a:cubicBezTo>
                    <a:pt x="28" y="0"/>
                    <a:pt x="25" y="0"/>
                    <a:pt x="22" y="1"/>
                  </a:cubicBezTo>
                  <a:cubicBezTo>
                    <a:pt x="18" y="1"/>
                    <a:pt x="14" y="1"/>
                    <a:pt x="12" y="1"/>
                  </a:cubicBezTo>
                  <a:cubicBezTo>
                    <a:pt x="6" y="1"/>
                    <a:pt x="6" y="1"/>
                    <a:pt x="6" y="1"/>
                  </a:cubicBezTo>
                  <a:cubicBezTo>
                    <a:pt x="5" y="1"/>
                    <a:pt x="4" y="2"/>
                    <a:pt x="3" y="3"/>
                  </a:cubicBezTo>
                  <a:cubicBezTo>
                    <a:pt x="2" y="4"/>
                    <a:pt x="1" y="5"/>
                    <a:pt x="1" y="6"/>
                  </a:cubicBezTo>
                  <a:cubicBezTo>
                    <a:pt x="1" y="8"/>
                    <a:pt x="3" y="9"/>
                    <a:pt x="5" y="10"/>
                  </a:cubicBezTo>
                  <a:cubicBezTo>
                    <a:pt x="6" y="10"/>
                    <a:pt x="6" y="10"/>
                    <a:pt x="6" y="11"/>
                  </a:cubicBezTo>
                  <a:cubicBezTo>
                    <a:pt x="6" y="12"/>
                    <a:pt x="6" y="14"/>
                    <a:pt x="5" y="16"/>
                  </a:cubicBezTo>
                  <a:cubicBezTo>
                    <a:pt x="4" y="26"/>
                    <a:pt x="3" y="35"/>
                    <a:pt x="2" y="44"/>
                  </a:cubicBezTo>
                  <a:cubicBezTo>
                    <a:pt x="2" y="48"/>
                    <a:pt x="2" y="50"/>
                    <a:pt x="1" y="51"/>
                  </a:cubicBezTo>
                  <a:cubicBezTo>
                    <a:pt x="0" y="54"/>
                    <a:pt x="0" y="54"/>
                    <a:pt x="0" y="54"/>
                  </a:cubicBezTo>
                  <a:cubicBezTo>
                    <a:pt x="0" y="55"/>
                    <a:pt x="0" y="55"/>
                    <a:pt x="0" y="56"/>
                  </a:cubicBezTo>
                  <a:cubicBezTo>
                    <a:pt x="0" y="57"/>
                    <a:pt x="0" y="58"/>
                    <a:pt x="1" y="59"/>
                  </a:cubicBezTo>
                  <a:cubicBezTo>
                    <a:pt x="2" y="60"/>
                    <a:pt x="3" y="61"/>
                    <a:pt x="5" y="61"/>
                  </a:cubicBezTo>
                  <a:cubicBezTo>
                    <a:pt x="6" y="61"/>
                    <a:pt x="8" y="60"/>
                    <a:pt x="10" y="59"/>
                  </a:cubicBezTo>
                  <a:cubicBezTo>
                    <a:pt x="11" y="58"/>
                    <a:pt x="13" y="58"/>
                    <a:pt x="14" y="57"/>
                  </a:cubicBezTo>
                  <a:cubicBezTo>
                    <a:pt x="15" y="57"/>
                    <a:pt x="17" y="56"/>
                    <a:pt x="19" y="56"/>
                  </a:cubicBezTo>
                  <a:cubicBezTo>
                    <a:pt x="29" y="53"/>
                    <a:pt x="38" y="49"/>
                    <a:pt x="45" y="43"/>
                  </a:cubicBezTo>
                  <a:cubicBezTo>
                    <a:pt x="52" y="37"/>
                    <a:pt x="55" y="30"/>
                    <a:pt x="55" y="23"/>
                  </a:cubicBezTo>
                  <a:cubicBezTo>
                    <a:pt x="55" y="16"/>
                    <a:pt x="53" y="11"/>
                    <a:pt x="48" y="6"/>
                  </a:cubicBezTo>
                  <a:cubicBezTo>
                    <a:pt x="44" y="2"/>
                    <a:pt x="38" y="0"/>
                    <a:pt x="31" y="0"/>
                  </a:cubicBezTo>
                  <a:close/>
                  <a:moveTo>
                    <a:pt x="39" y="37"/>
                  </a:moveTo>
                  <a:cubicBezTo>
                    <a:pt x="35" y="41"/>
                    <a:pt x="30" y="44"/>
                    <a:pt x="23" y="46"/>
                  </a:cubicBezTo>
                  <a:cubicBezTo>
                    <a:pt x="17" y="48"/>
                    <a:pt x="13" y="49"/>
                    <a:pt x="12" y="49"/>
                  </a:cubicBezTo>
                  <a:cubicBezTo>
                    <a:pt x="11" y="49"/>
                    <a:pt x="11" y="48"/>
                    <a:pt x="11" y="46"/>
                  </a:cubicBezTo>
                  <a:cubicBezTo>
                    <a:pt x="11" y="39"/>
                    <a:pt x="13" y="27"/>
                    <a:pt x="16" y="9"/>
                  </a:cubicBezTo>
                  <a:cubicBezTo>
                    <a:pt x="16" y="9"/>
                    <a:pt x="16" y="9"/>
                    <a:pt x="17" y="9"/>
                  </a:cubicBezTo>
                  <a:cubicBezTo>
                    <a:pt x="22" y="9"/>
                    <a:pt x="26" y="8"/>
                    <a:pt x="29" y="8"/>
                  </a:cubicBezTo>
                  <a:cubicBezTo>
                    <a:pt x="34" y="8"/>
                    <a:pt x="38" y="9"/>
                    <a:pt x="41" y="12"/>
                  </a:cubicBezTo>
                  <a:cubicBezTo>
                    <a:pt x="44" y="15"/>
                    <a:pt x="46" y="18"/>
                    <a:pt x="46" y="22"/>
                  </a:cubicBezTo>
                  <a:cubicBezTo>
                    <a:pt x="46" y="28"/>
                    <a:pt x="44" y="33"/>
                    <a:pt x="39"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38"/>
            <p:cNvSpPr>
              <a:spLocks noEditPoints="1"/>
            </p:cNvSpPr>
            <p:nvPr/>
          </p:nvSpPr>
          <p:spPr bwMode="auto">
            <a:xfrm>
              <a:off x="1385888" y="6161088"/>
              <a:ext cx="57150" cy="73025"/>
            </a:xfrm>
            <a:custGeom>
              <a:avLst/>
              <a:gdLst>
                <a:gd name="T0" fmla="*/ 34 w 36"/>
                <a:gd name="T1" fmla="*/ 28 h 46"/>
                <a:gd name="T2" fmla="*/ 31 w 36"/>
                <a:gd name="T3" fmla="*/ 30 h 46"/>
                <a:gd name="T4" fmla="*/ 15 w 36"/>
                <a:gd name="T5" fmla="*/ 38 h 46"/>
                <a:gd name="T6" fmla="*/ 11 w 36"/>
                <a:gd name="T7" fmla="*/ 36 h 46"/>
                <a:gd name="T8" fmla="*/ 9 w 36"/>
                <a:gd name="T9" fmla="*/ 33 h 46"/>
                <a:gd name="T10" fmla="*/ 10 w 36"/>
                <a:gd name="T11" fmla="*/ 31 h 46"/>
                <a:gd name="T12" fmla="*/ 27 w 36"/>
                <a:gd name="T13" fmla="*/ 23 h 46"/>
                <a:gd name="T14" fmla="*/ 34 w 36"/>
                <a:gd name="T15" fmla="*/ 10 h 46"/>
                <a:gd name="T16" fmla="*/ 31 w 36"/>
                <a:gd name="T17" fmla="*/ 3 h 46"/>
                <a:gd name="T18" fmla="*/ 24 w 36"/>
                <a:gd name="T19" fmla="*/ 0 h 46"/>
                <a:gd name="T20" fmla="*/ 7 w 36"/>
                <a:gd name="T21" fmla="*/ 10 h 46"/>
                <a:gd name="T22" fmla="*/ 0 w 36"/>
                <a:gd name="T23" fmla="*/ 31 h 46"/>
                <a:gd name="T24" fmla="*/ 3 w 36"/>
                <a:gd name="T25" fmla="*/ 42 h 46"/>
                <a:gd name="T26" fmla="*/ 14 w 36"/>
                <a:gd name="T27" fmla="*/ 46 h 46"/>
                <a:gd name="T28" fmla="*/ 29 w 36"/>
                <a:gd name="T29" fmla="*/ 41 h 46"/>
                <a:gd name="T30" fmla="*/ 36 w 36"/>
                <a:gd name="T31" fmla="*/ 31 h 46"/>
                <a:gd name="T32" fmla="*/ 34 w 36"/>
                <a:gd name="T33" fmla="*/ 28 h 46"/>
                <a:gd name="T34" fmla="*/ 15 w 36"/>
                <a:gd name="T35" fmla="*/ 13 h 46"/>
                <a:gd name="T36" fmla="*/ 23 w 36"/>
                <a:gd name="T37" fmla="*/ 8 h 46"/>
                <a:gd name="T38" fmla="*/ 25 w 36"/>
                <a:gd name="T39" fmla="*/ 9 h 46"/>
                <a:gd name="T40" fmla="*/ 26 w 36"/>
                <a:gd name="T41" fmla="*/ 11 h 46"/>
                <a:gd name="T42" fmla="*/ 21 w 36"/>
                <a:gd name="T43" fmla="*/ 19 h 46"/>
                <a:gd name="T44" fmla="*/ 10 w 36"/>
                <a:gd name="T45" fmla="*/ 24 h 46"/>
                <a:gd name="T46" fmla="*/ 15 w 36"/>
                <a:gd name="T47"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6" h="46">
                  <a:moveTo>
                    <a:pt x="34" y="28"/>
                  </a:moveTo>
                  <a:cubicBezTo>
                    <a:pt x="33" y="28"/>
                    <a:pt x="32" y="29"/>
                    <a:pt x="31" y="30"/>
                  </a:cubicBezTo>
                  <a:cubicBezTo>
                    <a:pt x="26" y="35"/>
                    <a:pt x="21" y="38"/>
                    <a:pt x="15" y="38"/>
                  </a:cubicBezTo>
                  <a:cubicBezTo>
                    <a:pt x="13" y="38"/>
                    <a:pt x="12" y="38"/>
                    <a:pt x="11" y="36"/>
                  </a:cubicBezTo>
                  <a:cubicBezTo>
                    <a:pt x="10" y="35"/>
                    <a:pt x="9" y="34"/>
                    <a:pt x="9" y="33"/>
                  </a:cubicBezTo>
                  <a:cubicBezTo>
                    <a:pt x="9" y="32"/>
                    <a:pt x="10" y="32"/>
                    <a:pt x="10" y="31"/>
                  </a:cubicBezTo>
                  <a:cubicBezTo>
                    <a:pt x="17" y="30"/>
                    <a:pt x="23" y="27"/>
                    <a:pt x="27" y="23"/>
                  </a:cubicBezTo>
                  <a:cubicBezTo>
                    <a:pt x="32" y="19"/>
                    <a:pt x="34" y="14"/>
                    <a:pt x="34" y="10"/>
                  </a:cubicBezTo>
                  <a:cubicBezTo>
                    <a:pt x="34" y="7"/>
                    <a:pt x="33" y="5"/>
                    <a:pt x="31" y="3"/>
                  </a:cubicBezTo>
                  <a:cubicBezTo>
                    <a:pt x="29" y="1"/>
                    <a:pt x="27" y="0"/>
                    <a:pt x="24" y="0"/>
                  </a:cubicBezTo>
                  <a:cubicBezTo>
                    <a:pt x="18" y="0"/>
                    <a:pt x="13" y="4"/>
                    <a:pt x="7" y="10"/>
                  </a:cubicBezTo>
                  <a:cubicBezTo>
                    <a:pt x="2" y="16"/>
                    <a:pt x="0" y="23"/>
                    <a:pt x="0" y="31"/>
                  </a:cubicBezTo>
                  <a:cubicBezTo>
                    <a:pt x="0" y="36"/>
                    <a:pt x="1" y="40"/>
                    <a:pt x="3" y="42"/>
                  </a:cubicBezTo>
                  <a:cubicBezTo>
                    <a:pt x="6" y="45"/>
                    <a:pt x="9" y="46"/>
                    <a:pt x="14" y="46"/>
                  </a:cubicBezTo>
                  <a:cubicBezTo>
                    <a:pt x="20" y="46"/>
                    <a:pt x="25" y="45"/>
                    <a:pt x="29" y="41"/>
                  </a:cubicBezTo>
                  <a:cubicBezTo>
                    <a:pt x="34" y="37"/>
                    <a:pt x="36" y="34"/>
                    <a:pt x="36" y="31"/>
                  </a:cubicBezTo>
                  <a:cubicBezTo>
                    <a:pt x="36" y="29"/>
                    <a:pt x="35" y="28"/>
                    <a:pt x="34" y="28"/>
                  </a:cubicBezTo>
                  <a:close/>
                  <a:moveTo>
                    <a:pt x="15" y="13"/>
                  </a:moveTo>
                  <a:cubicBezTo>
                    <a:pt x="18" y="10"/>
                    <a:pt x="21" y="8"/>
                    <a:pt x="23" y="8"/>
                  </a:cubicBezTo>
                  <a:cubicBezTo>
                    <a:pt x="24" y="8"/>
                    <a:pt x="24" y="9"/>
                    <a:pt x="25" y="9"/>
                  </a:cubicBezTo>
                  <a:cubicBezTo>
                    <a:pt x="25" y="10"/>
                    <a:pt x="26" y="11"/>
                    <a:pt x="26" y="11"/>
                  </a:cubicBezTo>
                  <a:cubicBezTo>
                    <a:pt x="26" y="14"/>
                    <a:pt x="24" y="16"/>
                    <a:pt x="21" y="19"/>
                  </a:cubicBezTo>
                  <a:cubicBezTo>
                    <a:pt x="18" y="21"/>
                    <a:pt x="14" y="23"/>
                    <a:pt x="10" y="24"/>
                  </a:cubicBezTo>
                  <a:cubicBezTo>
                    <a:pt x="11" y="20"/>
                    <a:pt x="13" y="17"/>
                    <a:pt x="15"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39"/>
            <p:cNvSpPr>
              <a:spLocks noEditPoints="1"/>
            </p:cNvSpPr>
            <p:nvPr/>
          </p:nvSpPr>
          <p:spPr bwMode="auto">
            <a:xfrm>
              <a:off x="1446213" y="6161088"/>
              <a:ext cx="76200" cy="112713"/>
            </a:xfrm>
            <a:custGeom>
              <a:avLst/>
              <a:gdLst>
                <a:gd name="T0" fmla="*/ 39 w 49"/>
                <a:gd name="T1" fmla="*/ 1 h 72"/>
                <a:gd name="T2" fmla="*/ 27 w 49"/>
                <a:gd name="T3" fmla="*/ 6 h 72"/>
                <a:gd name="T4" fmla="*/ 17 w 49"/>
                <a:gd name="T5" fmla="*/ 18 h 72"/>
                <a:gd name="T6" fmla="*/ 17 w 49"/>
                <a:gd name="T7" fmla="*/ 15 h 72"/>
                <a:gd name="T8" fmla="*/ 18 w 49"/>
                <a:gd name="T9" fmla="*/ 6 h 72"/>
                <a:gd name="T10" fmla="*/ 14 w 49"/>
                <a:gd name="T11" fmla="*/ 0 h 72"/>
                <a:gd name="T12" fmla="*/ 10 w 49"/>
                <a:gd name="T13" fmla="*/ 1 h 72"/>
                <a:gd name="T14" fmla="*/ 7 w 49"/>
                <a:gd name="T15" fmla="*/ 4 h 72"/>
                <a:gd name="T16" fmla="*/ 6 w 49"/>
                <a:gd name="T17" fmla="*/ 11 h 72"/>
                <a:gd name="T18" fmla="*/ 6 w 49"/>
                <a:gd name="T19" fmla="*/ 12 h 72"/>
                <a:gd name="T20" fmla="*/ 1 w 49"/>
                <a:gd name="T21" fmla="*/ 61 h 72"/>
                <a:gd name="T22" fmla="*/ 0 w 49"/>
                <a:gd name="T23" fmla="*/ 68 h 72"/>
                <a:gd name="T24" fmla="*/ 2 w 49"/>
                <a:gd name="T25" fmla="*/ 71 h 72"/>
                <a:gd name="T26" fmla="*/ 5 w 49"/>
                <a:gd name="T27" fmla="*/ 72 h 72"/>
                <a:gd name="T28" fmla="*/ 9 w 49"/>
                <a:gd name="T29" fmla="*/ 71 h 72"/>
                <a:gd name="T30" fmla="*/ 11 w 49"/>
                <a:gd name="T31" fmla="*/ 66 h 72"/>
                <a:gd name="T32" fmla="*/ 13 w 49"/>
                <a:gd name="T33" fmla="*/ 50 h 72"/>
                <a:gd name="T34" fmla="*/ 14 w 49"/>
                <a:gd name="T35" fmla="*/ 42 h 72"/>
                <a:gd name="T36" fmla="*/ 20 w 49"/>
                <a:gd name="T37" fmla="*/ 45 h 72"/>
                <a:gd name="T38" fmla="*/ 39 w 49"/>
                <a:gd name="T39" fmla="*/ 35 h 72"/>
                <a:gd name="T40" fmla="*/ 49 w 49"/>
                <a:gd name="T41" fmla="*/ 12 h 72"/>
                <a:gd name="T42" fmla="*/ 46 w 49"/>
                <a:gd name="T43" fmla="*/ 4 h 72"/>
                <a:gd name="T44" fmla="*/ 39 w 49"/>
                <a:gd name="T45" fmla="*/ 1 h 72"/>
                <a:gd name="T46" fmla="*/ 33 w 49"/>
                <a:gd name="T47" fmla="*/ 30 h 72"/>
                <a:gd name="T48" fmla="*/ 21 w 49"/>
                <a:gd name="T49" fmla="*/ 37 h 72"/>
                <a:gd name="T50" fmla="*/ 18 w 49"/>
                <a:gd name="T51" fmla="*/ 36 h 72"/>
                <a:gd name="T52" fmla="*/ 17 w 49"/>
                <a:gd name="T53" fmla="*/ 34 h 72"/>
                <a:gd name="T54" fmla="*/ 25 w 49"/>
                <a:gd name="T55" fmla="*/ 19 h 72"/>
                <a:gd name="T56" fmla="*/ 37 w 49"/>
                <a:gd name="T57" fmla="*/ 10 h 72"/>
                <a:gd name="T58" fmla="*/ 39 w 49"/>
                <a:gd name="T59" fmla="*/ 11 h 72"/>
                <a:gd name="T60" fmla="*/ 39 w 49"/>
                <a:gd name="T61" fmla="*/ 14 h 72"/>
                <a:gd name="T62" fmla="*/ 33 w 49"/>
                <a:gd name="T63" fmla="*/ 3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9" h="72">
                  <a:moveTo>
                    <a:pt x="39" y="1"/>
                  </a:moveTo>
                  <a:cubicBezTo>
                    <a:pt x="35" y="1"/>
                    <a:pt x="32" y="2"/>
                    <a:pt x="27" y="6"/>
                  </a:cubicBezTo>
                  <a:cubicBezTo>
                    <a:pt x="23" y="9"/>
                    <a:pt x="20" y="13"/>
                    <a:pt x="17" y="18"/>
                  </a:cubicBezTo>
                  <a:cubicBezTo>
                    <a:pt x="17" y="15"/>
                    <a:pt x="17" y="15"/>
                    <a:pt x="17" y="15"/>
                  </a:cubicBezTo>
                  <a:cubicBezTo>
                    <a:pt x="18" y="11"/>
                    <a:pt x="18" y="8"/>
                    <a:pt x="18" y="6"/>
                  </a:cubicBezTo>
                  <a:cubicBezTo>
                    <a:pt x="18" y="2"/>
                    <a:pt x="17" y="0"/>
                    <a:pt x="14" y="0"/>
                  </a:cubicBezTo>
                  <a:cubicBezTo>
                    <a:pt x="12" y="0"/>
                    <a:pt x="11" y="0"/>
                    <a:pt x="10" y="1"/>
                  </a:cubicBezTo>
                  <a:cubicBezTo>
                    <a:pt x="9" y="2"/>
                    <a:pt x="7" y="3"/>
                    <a:pt x="7" y="4"/>
                  </a:cubicBezTo>
                  <a:cubicBezTo>
                    <a:pt x="7" y="5"/>
                    <a:pt x="6" y="8"/>
                    <a:pt x="6" y="11"/>
                  </a:cubicBezTo>
                  <a:cubicBezTo>
                    <a:pt x="6" y="12"/>
                    <a:pt x="6" y="12"/>
                    <a:pt x="6" y="12"/>
                  </a:cubicBezTo>
                  <a:cubicBezTo>
                    <a:pt x="6" y="29"/>
                    <a:pt x="4" y="45"/>
                    <a:pt x="1" y="61"/>
                  </a:cubicBezTo>
                  <a:cubicBezTo>
                    <a:pt x="0" y="63"/>
                    <a:pt x="0" y="66"/>
                    <a:pt x="0" y="68"/>
                  </a:cubicBezTo>
                  <a:cubicBezTo>
                    <a:pt x="0" y="69"/>
                    <a:pt x="1" y="70"/>
                    <a:pt x="2" y="71"/>
                  </a:cubicBezTo>
                  <a:cubicBezTo>
                    <a:pt x="3" y="72"/>
                    <a:pt x="4" y="72"/>
                    <a:pt x="5" y="72"/>
                  </a:cubicBezTo>
                  <a:cubicBezTo>
                    <a:pt x="7" y="72"/>
                    <a:pt x="8" y="72"/>
                    <a:pt x="9" y="71"/>
                  </a:cubicBezTo>
                  <a:cubicBezTo>
                    <a:pt x="10" y="70"/>
                    <a:pt x="10" y="68"/>
                    <a:pt x="11" y="66"/>
                  </a:cubicBezTo>
                  <a:cubicBezTo>
                    <a:pt x="13" y="50"/>
                    <a:pt x="13" y="50"/>
                    <a:pt x="13" y="50"/>
                  </a:cubicBezTo>
                  <a:cubicBezTo>
                    <a:pt x="13" y="46"/>
                    <a:pt x="13" y="44"/>
                    <a:pt x="14" y="42"/>
                  </a:cubicBezTo>
                  <a:cubicBezTo>
                    <a:pt x="15" y="44"/>
                    <a:pt x="17" y="45"/>
                    <a:pt x="20" y="45"/>
                  </a:cubicBezTo>
                  <a:cubicBezTo>
                    <a:pt x="26" y="45"/>
                    <a:pt x="33" y="42"/>
                    <a:pt x="39" y="35"/>
                  </a:cubicBezTo>
                  <a:cubicBezTo>
                    <a:pt x="46" y="28"/>
                    <a:pt x="49" y="20"/>
                    <a:pt x="49" y="12"/>
                  </a:cubicBezTo>
                  <a:cubicBezTo>
                    <a:pt x="49" y="9"/>
                    <a:pt x="48" y="6"/>
                    <a:pt x="46" y="4"/>
                  </a:cubicBezTo>
                  <a:cubicBezTo>
                    <a:pt x="44" y="2"/>
                    <a:pt x="41" y="1"/>
                    <a:pt x="39" y="1"/>
                  </a:cubicBezTo>
                  <a:close/>
                  <a:moveTo>
                    <a:pt x="33" y="30"/>
                  </a:moveTo>
                  <a:cubicBezTo>
                    <a:pt x="29" y="35"/>
                    <a:pt x="25" y="37"/>
                    <a:pt x="21" y="37"/>
                  </a:cubicBezTo>
                  <a:cubicBezTo>
                    <a:pt x="20" y="37"/>
                    <a:pt x="19" y="37"/>
                    <a:pt x="18" y="36"/>
                  </a:cubicBezTo>
                  <a:cubicBezTo>
                    <a:pt x="17" y="36"/>
                    <a:pt x="17" y="35"/>
                    <a:pt x="17" y="34"/>
                  </a:cubicBezTo>
                  <a:cubicBezTo>
                    <a:pt x="17" y="30"/>
                    <a:pt x="19" y="25"/>
                    <a:pt x="25" y="19"/>
                  </a:cubicBezTo>
                  <a:cubicBezTo>
                    <a:pt x="30" y="13"/>
                    <a:pt x="34" y="10"/>
                    <a:pt x="37" y="10"/>
                  </a:cubicBezTo>
                  <a:cubicBezTo>
                    <a:pt x="38" y="10"/>
                    <a:pt x="38" y="10"/>
                    <a:pt x="39" y="11"/>
                  </a:cubicBezTo>
                  <a:cubicBezTo>
                    <a:pt x="39" y="12"/>
                    <a:pt x="39" y="13"/>
                    <a:pt x="39" y="14"/>
                  </a:cubicBezTo>
                  <a:cubicBezTo>
                    <a:pt x="39" y="19"/>
                    <a:pt x="37" y="24"/>
                    <a:pt x="33"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40"/>
            <p:cNvSpPr>
              <a:spLocks noEditPoints="1"/>
            </p:cNvSpPr>
            <p:nvPr/>
          </p:nvSpPr>
          <p:spPr bwMode="auto">
            <a:xfrm>
              <a:off x="1533525" y="6164263"/>
              <a:ext cx="61913" cy="69850"/>
            </a:xfrm>
            <a:custGeom>
              <a:avLst/>
              <a:gdLst>
                <a:gd name="T0" fmla="*/ 24 w 39"/>
                <a:gd name="T1" fmla="*/ 0 h 44"/>
                <a:gd name="T2" fmla="*/ 7 w 39"/>
                <a:gd name="T3" fmla="*/ 10 h 44"/>
                <a:gd name="T4" fmla="*/ 0 w 39"/>
                <a:gd name="T5" fmla="*/ 30 h 44"/>
                <a:gd name="T6" fmla="*/ 4 w 39"/>
                <a:gd name="T7" fmla="*/ 40 h 44"/>
                <a:gd name="T8" fmla="*/ 13 w 39"/>
                <a:gd name="T9" fmla="*/ 44 h 44"/>
                <a:gd name="T10" fmla="*/ 28 w 39"/>
                <a:gd name="T11" fmla="*/ 38 h 44"/>
                <a:gd name="T12" fmla="*/ 38 w 39"/>
                <a:gd name="T13" fmla="*/ 23 h 44"/>
                <a:gd name="T14" fmla="*/ 38 w 39"/>
                <a:gd name="T15" fmla="*/ 23 h 44"/>
                <a:gd name="T16" fmla="*/ 39 w 39"/>
                <a:gd name="T17" fmla="*/ 17 h 44"/>
                <a:gd name="T18" fmla="*/ 34 w 39"/>
                <a:gd name="T19" fmla="*/ 5 h 44"/>
                <a:gd name="T20" fmla="*/ 24 w 39"/>
                <a:gd name="T21" fmla="*/ 0 h 44"/>
                <a:gd name="T22" fmla="*/ 24 w 39"/>
                <a:gd name="T23" fmla="*/ 30 h 44"/>
                <a:gd name="T24" fmla="*/ 14 w 39"/>
                <a:gd name="T25" fmla="*/ 36 h 44"/>
                <a:gd name="T26" fmla="*/ 11 w 39"/>
                <a:gd name="T27" fmla="*/ 34 h 44"/>
                <a:gd name="T28" fmla="*/ 9 w 39"/>
                <a:gd name="T29" fmla="*/ 29 h 44"/>
                <a:gd name="T30" fmla="*/ 12 w 39"/>
                <a:gd name="T31" fmla="*/ 17 h 44"/>
                <a:gd name="T32" fmla="*/ 17 w 39"/>
                <a:gd name="T33" fmla="*/ 9 h 44"/>
                <a:gd name="T34" fmla="*/ 17 w 39"/>
                <a:gd name="T35" fmla="*/ 9 h 44"/>
                <a:gd name="T36" fmla="*/ 23 w 39"/>
                <a:gd name="T37" fmla="*/ 8 h 44"/>
                <a:gd name="T38" fmla="*/ 28 w 39"/>
                <a:gd name="T39" fmla="*/ 10 h 44"/>
                <a:gd name="T40" fmla="*/ 29 w 39"/>
                <a:gd name="T41" fmla="*/ 17 h 44"/>
                <a:gd name="T42" fmla="*/ 24 w 39"/>
                <a:gd name="T43" fmla="*/ 3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9" h="44">
                  <a:moveTo>
                    <a:pt x="24" y="0"/>
                  </a:moveTo>
                  <a:cubicBezTo>
                    <a:pt x="17" y="0"/>
                    <a:pt x="11" y="3"/>
                    <a:pt x="7" y="10"/>
                  </a:cubicBezTo>
                  <a:cubicBezTo>
                    <a:pt x="2" y="16"/>
                    <a:pt x="0" y="23"/>
                    <a:pt x="0" y="30"/>
                  </a:cubicBezTo>
                  <a:cubicBezTo>
                    <a:pt x="0" y="34"/>
                    <a:pt x="1" y="37"/>
                    <a:pt x="4" y="40"/>
                  </a:cubicBezTo>
                  <a:cubicBezTo>
                    <a:pt x="6" y="43"/>
                    <a:pt x="9" y="44"/>
                    <a:pt x="13" y="44"/>
                  </a:cubicBezTo>
                  <a:cubicBezTo>
                    <a:pt x="18" y="44"/>
                    <a:pt x="23" y="42"/>
                    <a:pt x="28" y="38"/>
                  </a:cubicBezTo>
                  <a:cubicBezTo>
                    <a:pt x="33" y="34"/>
                    <a:pt x="38" y="29"/>
                    <a:pt x="38" y="23"/>
                  </a:cubicBezTo>
                  <a:cubicBezTo>
                    <a:pt x="38" y="23"/>
                    <a:pt x="38" y="23"/>
                    <a:pt x="38" y="23"/>
                  </a:cubicBezTo>
                  <a:cubicBezTo>
                    <a:pt x="38" y="21"/>
                    <a:pt x="39" y="19"/>
                    <a:pt x="39" y="17"/>
                  </a:cubicBezTo>
                  <a:cubicBezTo>
                    <a:pt x="39" y="12"/>
                    <a:pt x="37" y="8"/>
                    <a:pt x="34" y="5"/>
                  </a:cubicBezTo>
                  <a:cubicBezTo>
                    <a:pt x="32" y="2"/>
                    <a:pt x="28" y="0"/>
                    <a:pt x="24" y="0"/>
                  </a:cubicBezTo>
                  <a:close/>
                  <a:moveTo>
                    <a:pt x="24" y="30"/>
                  </a:moveTo>
                  <a:cubicBezTo>
                    <a:pt x="20" y="34"/>
                    <a:pt x="17" y="36"/>
                    <a:pt x="14" y="36"/>
                  </a:cubicBezTo>
                  <a:cubicBezTo>
                    <a:pt x="12" y="36"/>
                    <a:pt x="11" y="36"/>
                    <a:pt x="11" y="34"/>
                  </a:cubicBezTo>
                  <a:cubicBezTo>
                    <a:pt x="10" y="33"/>
                    <a:pt x="9" y="31"/>
                    <a:pt x="9" y="29"/>
                  </a:cubicBezTo>
                  <a:cubicBezTo>
                    <a:pt x="9" y="25"/>
                    <a:pt x="10" y="21"/>
                    <a:pt x="12" y="17"/>
                  </a:cubicBezTo>
                  <a:cubicBezTo>
                    <a:pt x="14" y="14"/>
                    <a:pt x="16" y="13"/>
                    <a:pt x="17" y="9"/>
                  </a:cubicBezTo>
                  <a:cubicBezTo>
                    <a:pt x="17" y="9"/>
                    <a:pt x="17" y="9"/>
                    <a:pt x="17" y="9"/>
                  </a:cubicBezTo>
                  <a:cubicBezTo>
                    <a:pt x="19" y="9"/>
                    <a:pt x="21" y="8"/>
                    <a:pt x="23" y="8"/>
                  </a:cubicBezTo>
                  <a:cubicBezTo>
                    <a:pt x="25" y="8"/>
                    <a:pt x="26" y="9"/>
                    <a:pt x="28" y="10"/>
                  </a:cubicBezTo>
                  <a:cubicBezTo>
                    <a:pt x="29" y="12"/>
                    <a:pt x="29" y="15"/>
                    <a:pt x="29" y="17"/>
                  </a:cubicBezTo>
                  <a:cubicBezTo>
                    <a:pt x="29" y="22"/>
                    <a:pt x="27" y="27"/>
                    <a:pt x="24"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41"/>
            <p:cNvSpPr>
              <a:spLocks/>
            </p:cNvSpPr>
            <p:nvPr/>
          </p:nvSpPr>
          <p:spPr bwMode="auto">
            <a:xfrm>
              <a:off x="1600200" y="6159500"/>
              <a:ext cx="50800" cy="76200"/>
            </a:xfrm>
            <a:custGeom>
              <a:avLst/>
              <a:gdLst>
                <a:gd name="T0" fmla="*/ 17 w 32"/>
                <a:gd name="T1" fmla="*/ 11 h 48"/>
                <a:gd name="T2" fmla="*/ 25 w 32"/>
                <a:gd name="T3" fmla="*/ 9 h 48"/>
                <a:gd name="T4" fmla="*/ 27 w 32"/>
                <a:gd name="T5" fmla="*/ 9 h 48"/>
                <a:gd name="T6" fmla="*/ 28 w 32"/>
                <a:gd name="T7" fmla="*/ 10 h 48"/>
                <a:gd name="T8" fmla="*/ 31 w 32"/>
                <a:gd name="T9" fmla="*/ 9 h 48"/>
                <a:gd name="T10" fmla="*/ 32 w 32"/>
                <a:gd name="T11" fmla="*/ 6 h 48"/>
                <a:gd name="T12" fmla="*/ 26 w 32"/>
                <a:gd name="T13" fmla="*/ 0 h 48"/>
                <a:gd name="T14" fmla="*/ 11 w 32"/>
                <a:gd name="T15" fmla="*/ 5 h 48"/>
                <a:gd name="T16" fmla="*/ 3 w 32"/>
                <a:gd name="T17" fmla="*/ 18 h 48"/>
                <a:gd name="T18" fmla="*/ 6 w 32"/>
                <a:gd name="T19" fmla="*/ 24 h 48"/>
                <a:gd name="T20" fmla="*/ 16 w 32"/>
                <a:gd name="T21" fmla="*/ 30 h 48"/>
                <a:gd name="T22" fmla="*/ 23 w 32"/>
                <a:gd name="T23" fmla="*/ 36 h 48"/>
                <a:gd name="T24" fmla="*/ 17 w 32"/>
                <a:gd name="T25" fmla="*/ 38 h 48"/>
                <a:gd name="T26" fmla="*/ 10 w 32"/>
                <a:gd name="T27" fmla="*/ 40 h 48"/>
                <a:gd name="T28" fmla="*/ 7 w 32"/>
                <a:gd name="T29" fmla="*/ 39 h 48"/>
                <a:gd name="T30" fmla="*/ 4 w 32"/>
                <a:gd name="T31" fmla="*/ 39 h 48"/>
                <a:gd name="T32" fmla="*/ 1 w 32"/>
                <a:gd name="T33" fmla="*/ 40 h 48"/>
                <a:gd name="T34" fmla="*/ 0 w 32"/>
                <a:gd name="T35" fmla="*/ 43 h 48"/>
                <a:gd name="T36" fmla="*/ 7 w 32"/>
                <a:gd name="T37" fmla="*/ 48 h 48"/>
                <a:gd name="T38" fmla="*/ 24 w 32"/>
                <a:gd name="T39" fmla="*/ 44 h 48"/>
                <a:gd name="T40" fmla="*/ 32 w 32"/>
                <a:gd name="T41" fmla="*/ 35 h 48"/>
                <a:gd name="T42" fmla="*/ 30 w 32"/>
                <a:gd name="T43" fmla="*/ 29 h 48"/>
                <a:gd name="T44" fmla="*/ 21 w 32"/>
                <a:gd name="T45" fmla="*/ 23 h 48"/>
                <a:gd name="T46" fmla="*/ 15 w 32"/>
                <a:gd name="T47" fmla="*/ 20 h 48"/>
                <a:gd name="T48" fmla="*/ 13 w 32"/>
                <a:gd name="T49" fmla="*/ 17 h 48"/>
                <a:gd name="T50" fmla="*/ 17 w 32"/>
                <a:gd name="T51"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2" h="48">
                  <a:moveTo>
                    <a:pt x="17" y="11"/>
                  </a:moveTo>
                  <a:cubicBezTo>
                    <a:pt x="20" y="10"/>
                    <a:pt x="23" y="9"/>
                    <a:pt x="25" y="9"/>
                  </a:cubicBezTo>
                  <a:cubicBezTo>
                    <a:pt x="25" y="9"/>
                    <a:pt x="26" y="9"/>
                    <a:pt x="27" y="9"/>
                  </a:cubicBezTo>
                  <a:cubicBezTo>
                    <a:pt x="27" y="10"/>
                    <a:pt x="28" y="10"/>
                    <a:pt x="28" y="10"/>
                  </a:cubicBezTo>
                  <a:cubicBezTo>
                    <a:pt x="29" y="10"/>
                    <a:pt x="30" y="10"/>
                    <a:pt x="31" y="9"/>
                  </a:cubicBezTo>
                  <a:cubicBezTo>
                    <a:pt x="32" y="8"/>
                    <a:pt x="32" y="7"/>
                    <a:pt x="32" y="6"/>
                  </a:cubicBezTo>
                  <a:cubicBezTo>
                    <a:pt x="32" y="2"/>
                    <a:pt x="30" y="0"/>
                    <a:pt x="26" y="0"/>
                  </a:cubicBezTo>
                  <a:cubicBezTo>
                    <a:pt x="21" y="0"/>
                    <a:pt x="16" y="2"/>
                    <a:pt x="11" y="5"/>
                  </a:cubicBezTo>
                  <a:cubicBezTo>
                    <a:pt x="6" y="9"/>
                    <a:pt x="3" y="13"/>
                    <a:pt x="3" y="18"/>
                  </a:cubicBezTo>
                  <a:cubicBezTo>
                    <a:pt x="3" y="20"/>
                    <a:pt x="4" y="22"/>
                    <a:pt x="6" y="24"/>
                  </a:cubicBezTo>
                  <a:cubicBezTo>
                    <a:pt x="7" y="26"/>
                    <a:pt x="11" y="28"/>
                    <a:pt x="16" y="30"/>
                  </a:cubicBezTo>
                  <a:cubicBezTo>
                    <a:pt x="20" y="32"/>
                    <a:pt x="23" y="34"/>
                    <a:pt x="23" y="36"/>
                  </a:cubicBezTo>
                  <a:cubicBezTo>
                    <a:pt x="22" y="37"/>
                    <a:pt x="20" y="38"/>
                    <a:pt x="17" y="38"/>
                  </a:cubicBezTo>
                  <a:cubicBezTo>
                    <a:pt x="15" y="39"/>
                    <a:pt x="12" y="40"/>
                    <a:pt x="10" y="40"/>
                  </a:cubicBezTo>
                  <a:cubicBezTo>
                    <a:pt x="9" y="40"/>
                    <a:pt x="8" y="39"/>
                    <a:pt x="7" y="39"/>
                  </a:cubicBezTo>
                  <a:cubicBezTo>
                    <a:pt x="6" y="39"/>
                    <a:pt x="5" y="39"/>
                    <a:pt x="4" y="39"/>
                  </a:cubicBezTo>
                  <a:cubicBezTo>
                    <a:pt x="3" y="39"/>
                    <a:pt x="2" y="39"/>
                    <a:pt x="1" y="40"/>
                  </a:cubicBezTo>
                  <a:cubicBezTo>
                    <a:pt x="0" y="41"/>
                    <a:pt x="0" y="42"/>
                    <a:pt x="0" y="43"/>
                  </a:cubicBezTo>
                  <a:cubicBezTo>
                    <a:pt x="0" y="47"/>
                    <a:pt x="2" y="48"/>
                    <a:pt x="7" y="48"/>
                  </a:cubicBezTo>
                  <a:cubicBezTo>
                    <a:pt x="13" y="48"/>
                    <a:pt x="19" y="47"/>
                    <a:pt x="24" y="44"/>
                  </a:cubicBezTo>
                  <a:cubicBezTo>
                    <a:pt x="29" y="42"/>
                    <a:pt x="32" y="39"/>
                    <a:pt x="32" y="35"/>
                  </a:cubicBezTo>
                  <a:cubicBezTo>
                    <a:pt x="32" y="33"/>
                    <a:pt x="31" y="31"/>
                    <a:pt x="30" y="29"/>
                  </a:cubicBezTo>
                  <a:cubicBezTo>
                    <a:pt x="28" y="27"/>
                    <a:pt x="25" y="25"/>
                    <a:pt x="21" y="23"/>
                  </a:cubicBezTo>
                  <a:cubicBezTo>
                    <a:pt x="18" y="22"/>
                    <a:pt x="16" y="21"/>
                    <a:pt x="15" y="20"/>
                  </a:cubicBezTo>
                  <a:cubicBezTo>
                    <a:pt x="14" y="19"/>
                    <a:pt x="13" y="18"/>
                    <a:pt x="13" y="17"/>
                  </a:cubicBezTo>
                  <a:cubicBezTo>
                    <a:pt x="13" y="15"/>
                    <a:pt x="15" y="13"/>
                    <a:pt x="17"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42"/>
            <p:cNvSpPr>
              <a:spLocks/>
            </p:cNvSpPr>
            <p:nvPr/>
          </p:nvSpPr>
          <p:spPr bwMode="auto">
            <a:xfrm>
              <a:off x="1660525" y="6165850"/>
              <a:ext cx="22225" cy="69850"/>
            </a:xfrm>
            <a:custGeom>
              <a:avLst/>
              <a:gdLst>
                <a:gd name="T0" fmla="*/ 9 w 15"/>
                <a:gd name="T1" fmla="*/ 0 h 44"/>
                <a:gd name="T2" fmla="*/ 6 w 15"/>
                <a:gd name="T3" fmla="*/ 2 h 44"/>
                <a:gd name="T4" fmla="*/ 4 w 15"/>
                <a:gd name="T5" fmla="*/ 7 h 44"/>
                <a:gd name="T6" fmla="*/ 2 w 15"/>
                <a:gd name="T7" fmla="*/ 15 h 44"/>
                <a:gd name="T8" fmla="*/ 2 w 15"/>
                <a:gd name="T9" fmla="*/ 15 h 44"/>
                <a:gd name="T10" fmla="*/ 2 w 15"/>
                <a:gd name="T11" fmla="*/ 19 h 44"/>
                <a:gd name="T12" fmla="*/ 0 w 15"/>
                <a:gd name="T13" fmla="*/ 36 h 44"/>
                <a:gd name="T14" fmla="*/ 5 w 15"/>
                <a:gd name="T15" fmla="*/ 44 h 44"/>
                <a:gd name="T16" fmla="*/ 9 w 15"/>
                <a:gd name="T17" fmla="*/ 42 h 44"/>
                <a:gd name="T18" fmla="*/ 11 w 15"/>
                <a:gd name="T19" fmla="*/ 40 h 44"/>
                <a:gd name="T20" fmla="*/ 11 w 15"/>
                <a:gd name="T21" fmla="*/ 38 h 44"/>
                <a:gd name="T22" fmla="*/ 10 w 15"/>
                <a:gd name="T23" fmla="*/ 32 h 44"/>
                <a:gd name="T24" fmla="*/ 10 w 15"/>
                <a:gd name="T25" fmla="*/ 24 h 44"/>
                <a:gd name="T26" fmla="*/ 13 w 15"/>
                <a:gd name="T27" fmla="*/ 12 h 44"/>
                <a:gd name="T28" fmla="*/ 13 w 15"/>
                <a:gd name="T29" fmla="*/ 11 h 44"/>
                <a:gd name="T30" fmla="*/ 15 w 15"/>
                <a:gd name="T31" fmla="*/ 5 h 44"/>
                <a:gd name="T32" fmla="*/ 13 w 15"/>
                <a:gd name="T33" fmla="*/ 2 h 44"/>
                <a:gd name="T34" fmla="*/ 9 w 15"/>
                <a:gd name="T35"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44">
                  <a:moveTo>
                    <a:pt x="9" y="0"/>
                  </a:moveTo>
                  <a:cubicBezTo>
                    <a:pt x="8" y="0"/>
                    <a:pt x="6" y="1"/>
                    <a:pt x="6" y="2"/>
                  </a:cubicBezTo>
                  <a:cubicBezTo>
                    <a:pt x="5" y="4"/>
                    <a:pt x="4" y="5"/>
                    <a:pt x="4" y="7"/>
                  </a:cubicBezTo>
                  <a:cubicBezTo>
                    <a:pt x="4" y="8"/>
                    <a:pt x="2" y="11"/>
                    <a:pt x="2" y="15"/>
                  </a:cubicBezTo>
                  <a:cubicBezTo>
                    <a:pt x="2" y="15"/>
                    <a:pt x="2" y="15"/>
                    <a:pt x="2" y="15"/>
                  </a:cubicBezTo>
                  <a:cubicBezTo>
                    <a:pt x="2" y="17"/>
                    <a:pt x="2" y="18"/>
                    <a:pt x="2" y="19"/>
                  </a:cubicBezTo>
                  <a:cubicBezTo>
                    <a:pt x="1" y="26"/>
                    <a:pt x="0" y="31"/>
                    <a:pt x="0" y="36"/>
                  </a:cubicBezTo>
                  <a:cubicBezTo>
                    <a:pt x="0" y="41"/>
                    <a:pt x="2" y="44"/>
                    <a:pt x="5" y="44"/>
                  </a:cubicBezTo>
                  <a:cubicBezTo>
                    <a:pt x="7" y="44"/>
                    <a:pt x="8" y="43"/>
                    <a:pt x="9" y="42"/>
                  </a:cubicBezTo>
                  <a:cubicBezTo>
                    <a:pt x="10" y="41"/>
                    <a:pt x="11" y="40"/>
                    <a:pt x="11" y="40"/>
                  </a:cubicBezTo>
                  <a:cubicBezTo>
                    <a:pt x="11" y="39"/>
                    <a:pt x="11" y="39"/>
                    <a:pt x="11" y="38"/>
                  </a:cubicBezTo>
                  <a:cubicBezTo>
                    <a:pt x="10" y="36"/>
                    <a:pt x="10" y="34"/>
                    <a:pt x="10" y="32"/>
                  </a:cubicBezTo>
                  <a:cubicBezTo>
                    <a:pt x="10" y="30"/>
                    <a:pt x="10" y="27"/>
                    <a:pt x="10" y="24"/>
                  </a:cubicBezTo>
                  <a:cubicBezTo>
                    <a:pt x="11" y="21"/>
                    <a:pt x="12" y="17"/>
                    <a:pt x="13" y="12"/>
                  </a:cubicBezTo>
                  <a:cubicBezTo>
                    <a:pt x="13" y="11"/>
                    <a:pt x="13" y="11"/>
                    <a:pt x="13" y="11"/>
                  </a:cubicBezTo>
                  <a:cubicBezTo>
                    <a:pt x="14" y="8"/>
                    <a:pt x="15" y="6"/>
                    <a:pt x="15" y="5"/>
                  </a:cubicBezTo>
                  <a:cubicBezTo>
                    <a:pt x="15" y="3"/>
                    <a:pt x="14" y="3"/>
                    <a:pt x="13" y="2"/>
                  </a:cubicBezTo>
                  <a:cubicBezTo>
                    <a:pt x="12" y="1"/>
                    <a:pt x="11"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43"/>
            <p:cNvSpPr>
              <a:spLocks/>
            </p:cNvSpPr>
            <p:nvPr/>
          </p:nvSpPr>
          <p:spPr bwMode="auto">
            <a:xfrm>
              <a:off x="1673225" y="6130925"/>
              <a:ext cx="20638" cy="19050"/>
            </a:xfrm>
            <a:custGeom>
              <a:avLst/>
              <a:gdLst>
                <a:gd name="T0" fmla="*/ 13 w 13"/>
                <a:gd name="T1" fmla="*/ 5 h 12"/>
                <a:gd name="T2" fmla="*/ 11 w 13"/>
                <a:gd name="T3" fmla="*/ 1 h 12"/>
                <a:gd name="T4" fmla="*/ 7 w 13"/>
                <a:gd name="T5" fmla="*/ 0 h 12"/>
                <a:gd name="T6" fmla="*/ 2 w 13"/>
                <a:gd name="T7" fmla="*/ 2 h 12"/>
                <a:gd name="T8" fmla="*/ 0 w 13"/>
                <a:gd name="T9" fmla="*/ 6 h 12"/>
                <a:gd name="T10" fmla="*/ 2 w 13"/>
                <a:gd name="T11" fmla="*/ 10 h 12"/>
                <a:gd name="T12" fmla="*/ 6 w 13"/>
                <a:gd name="T13" fmla="*/ 12 h 12"/>
                <a:gd name="T14" fmla="*/ 10 w 13"/>
                <a:gd name="T15" fmla="*/ 10 h 12"/>
                <a:gd name="T16" fmla="*/ 13 w 13"/>
                <a:gd name="T17"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2">
                  <a:moveTo>
                    <a:pt x="13" y="5"/>
                  </a:moveTo>
                  <a:cubicBezTo>
                    <a:pt x="13" y="4"/>
                    <a:pt x="12" y="2"/>
                    <a:pt x="11" y="1"/>
                  </a:cubicBezTo>
                  <a:cubicBezTo>
                    <a:pt x="10" y="0"/>
                    <a:pt x="9" y="0"/>
                    <a:pt x="7" y="0"/>
                  </a:cubicBezTo>
                  <a:cubicBezTo>
                    <a:pt x="5" y="0"/>
                    <a:pt x="3" y="0"/>
                    <a:pt x="2" y="2"/>
                  </a:cubicBezTo>
                  <a:cubicBezTo>
                    <a:pt x="1" y="3"/>
                    <a:pt x="0" y="4"/>
                    <a:pt x="0" y="6"/>
                  </a:cubicBezTo>
                  <a:cubicBezTo>
                    <a:pt x="0" y="8"/>
                    <a:pt x="1" y="9"/>
                    <a:pt x="2" y="10"/>
                  </a:cubicBezTo>
                  <a:cubicBezTo>
                    <a:pt x="3" y="11"/>
                    <a:pt x="5" y="12"/>
                    <a:pt x="6" y="12"/>
                  </a:cubicBezTo>
                  <a:cubicBezTo>
                    <a:pt x="7" y="12"/>
                    <a:pt x="9" y="11"/>
                    <a:pt x="10" y="10"/>
                  </a:cubicBezTo>
                  <a:cubicBezTo>
                    <a:pt x="12" y="9"/>
                    <a:pt x="13" y="7"/>
                    <a:pt x="1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44"/>
            <p:cNvSpPr>
              <a:spLocks/>
            </p:cNvSpPr>
            <p:nvPr/>
          </p:nvSpPr>
          <p:spPr bwMode="auto">
            <a:xfrm>
              <a:off x="1690688" y="6142038"/>
              <a:ext cx="61913" cy="92075"/>
            </a:xfrm>
            <a:custGeom>
              <a:avLst/>
              <a:gdLst>
                <a:gd name="T0" fmla="*/ 35 w 39"/>
                <a:gd name="T1" fmla="*/ 15 h 58"/>
                <a:gd name="T2" fmla="*/ 22 w 39"/>
                <a:gd name="T3" fmla="*/ 16 h 58"/>
                <a:gd name="T4" fmla="*/ 25 w 39"/>
                <a:gd name="T5" fmla="*/ 4 h 58"/>
                <a:gd name="T6" fmla="*/ 24 w 39"/>
                <a:gd name="T7" fmla="*/ 1 h 58"/>
                <a:gd name="T8" fmla="*/ 20 w 39"/>
                <a:gd name="T9" fmla="*/ 0 h 58"/>
                <a:gd name="T10" fmla="*/ 15 w 39"/>
                <a:gd name="T11" fmla="*/ 4 h 58"/>
                <a:gd name="T12" fmla="*/ 12 w 39"/>
                <a:gd name="T13" fmla="*/ 17 h 58"/>
                <a:gd name="T14" fmla="*/ 4 w 39"/>
                <a:gd name="T15" fmla="*/ 17 h 58"/>
                <a:gd name="T16" fmla="*/ 0 w 39"/>
                <a:gd name="T17" fmla="*/ 21 h 58"/>
                <a:gd name="T18" fmla="*/ 2 w 39"/>
                <a:gd name="T19" fmla="*/ 25 h 58"/>
                <a:gd name="T20" fmla="*/ 5 w 39"/>
                <a:gd name="T21" fmla="*/ 27 h 58"/>
                <a:gd name="T22" fmla="*/ 6 w 39"/>
                <a:gd name="T23" fmla="*/ 27 h 58"/>
                <a:gd name="T24" fmla="*/ 10 w 39"/>
                <a:gd name="T25" fmla="*/ 26 h 58"/>
                <a:gd name="T26" fmla="*/ 6 w 39"/>
                <a:gd name="T27" fmla="*/ 47 h 58"/>
                <a:gd name="T28" fmla="*/ 8 w 39"/>
                <a:gd name="T29" fmla="*/ 55 h 58"/>
                <a:gd name="T30" fmla="*/ 16 w 39"/>
                <a:gd name="T31" fmla="*/ 58 h 58"/>
                <a:gd name="T32" fmla="*/ 28 w 39"/>
                <a:gd name="T33" fmla="*/ 54 h 58"/>
                <a:gd name="T34" fmla="*/ 34 w 39"/>
                <a:gd name="T35" fmla="*/ 46 h 58"/>
                <a:gd name="T36" fmla="*/ 33 w 39"/>
                <a:gd name="T37" fmla="*/ 45 h 58"/>
                <a:gd name="T38" fmla="*/ 31 w 39"/>
                <a:gd name="T39" fmla="*/ 44 h 58"/>
                <a:gd name="T40" fmla="*/ 28 w 39"/>
                <a:gd name="T41" fmla="*/ 46 h 58"/>
                <a:gd name="T42" fmla="*/ 22 w 39"/>
                <a:gd name="T43" fmla="*/ 49 h 58"/>
                <a:gd name="T44" fmla="*/ 18 w 39"/>
                <a:gd name="T45" fmla="*/ 50 h 58"/>
                <a:gd name="T46" fmla="*/ 16 w 39"/>
                <a:gd name="T47" fmla="*/ 49 h 58"/>
                <a:gd name="T48" fmla="*/ 15 w 39"/>
                <a:gd name="T49" fmla="*/ 44 h 58"/>
                <a:gd name="T50" fmla="*/ 17 w 39"/>
                <a:gd name="T51" fmla="*/ 33 h 58"/>
                <a:gd name="T52" fmla="*/ 19 w 39"/>
                <a:gd name="T53" fmla="*/ 25 h 58"/>
                <a:gd name="T54" fmla="*/ 33 w 39"/>
                <a:gd name="T55" fmla="*/ 22 h 58"/>
                <a:gd name="T56" fmla="*/ 39 w 39"/>
                <a:gd name="T57" fmla="*/ 18 h 58"/>
                <a:gd name="T58" fmla="*/ 38 w 39"/>
                <a:gd name="T59" fmla="*/ 16 h 58"/>
                <a:gd name="T60" fmla="*/ 35 w 39"/>
                <a:gd name="T61" fmla="*/ 1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9" h="58">
                  <a:moveTo>
                    <a:pt x="35" y="15"/>
                  </a:moveTo>
                  <a:cubicBezTo>
                    <a:pt x="35" y="15"/>
                    <a:pt x="30" y="15"/>
                    <a:pt x="22" y="16"/>
                  </a:cubicBezTo>
                  <a:cubicBezTo>
                    <a:pt x="24" y="8"/>
                    <a:pt x="25" y="4"/>
                    <a:pt x="25" y="4"/>
                  </a:cubicBezTo>
                  <a:cubicBezTo>
                    <a:pt x="25" y="3"/>
                    <a:pt x="25" y="2"/>
                    <a:pt x="24" y="1"/>
                  </a:cubicBezTo>
                  <a:cubicBezTo>
                    <a:pt x="23" y="0"/>
                    <a:pt x="22" y="0"/>
                    <a:pt x="20" y="0"/>
                  </a:cubicBezTo>
                  <a:cubicBezTo>
                    <a:pt x="18" y="0"/>
                    <a:pt x="16" y="1"/>
                    <a:pt x="15" y="4"/>
                  </a:cubicBezTo>
                  <a:cubicBezTo>
                    <a:pt x="14" y="10"/>
                    <a:pt x="13" y="14"/>
                    <a:pt x="12" y="17"/>
                  </a:cubicBezTo>
                  <a:cubicBezTo>
                    <a:pt x="4" y="17"/>
                    <a:pt x="4" y="17"/>
                    <a:pt x="4" y="17"/>
                  </a:cubicBezTo>
                  <a:cubicBezTo>
                    <a:pt x="1" y="17"/>
                    <a:pt x="0" y="18"/>
                    <a:pt x="0" y="21"/>
                  </a:cubicBezTo>
                  <a:cubicBezTo>
                    <a:pt x="0" y="22"/>
                    <a:pt x="0" y="24"/>
                    <a:pt x="2" y="25"/>
                  </a:cubicBezTo>
                  <a:cubicBezTo>
                    <a:pt x="3" y="26"/>
                    <a:pt x="4" y="27"/>
                    <a:pt x="5" y="27"/>
                  </a:cubicBezTo>
                  <a:cubicBezTo>
                    <a:pt x="6" y="27"/>
                    <a:pt x="6" y="27"/>
                    <a:pt x="6" y="27"/>
                  </a:cubicBezTo>
                  <a:cubicBezTo>
                    <a:pt x="7" y="27"/>
                    <a:pt x="8" y="26"/>
                    <a:pt x="10" y="26"/>
                  </a:cubicBezTo>
                  <a:cubicBezTo>
                    <a:pt x="7" y="37"/>
                    <a:pt x="6" y="43"/>
                    <a:pt x="6" y="47"/>
                  </a:cubicBezTo>
                  <a:cubicBezTo>
                    <a:pt x="6" y="51"/>
                    <a:pt x="7" y="53"/>
                    <a:pt x="8" y="55"/>
                  </a:cubicBezTo>
                  <a:cubicBezTo>
                    <a:pt x="10" y="57"/>
                    <a:pt x="13" y="58"/>
                    <a:pt x="16" y="58"/>
                  </a:cubicBezTo>
                  <a:cubicBezTo>
                    <a:pt x="21" y="58"/>
                    <a:pt x="24" y="57"/>
                    <a:pt x="28" y="54"/>
                  </a:cubicBezTo>
                  <a:cubicBezTo>
                    <a:pt x="32" y="51"/>
                    <a:pt x="34" y="48"/>
                    <a:pt x="34" y="46"/>
                  </a:cubicBezTo>
                  <a:cubicBezTo>
                    <a:pt x="34" y="46"/>
                    <a:pt x="34" y="45"/>
                    <a:pt x="33" y="45"/>
                  </a:cubicBezTo>
                  <a:cubicBezTo>
                    <a:pt x="33" y="44"/>
                    <a:pt x="32" y="44"/>
                    <a:pt x="31" y="44"/>
                  </a:cubicBezTo>
                  <a:cubicBezTo>
                    <a:pt x="30" y="44"/>
                    <a:pt x="29" y="44"/>
                    <a:pt x="28" y="46"/>
                  </a:cubicBezTo>
                  <a:cubicBezTo>
                    <a:pt x="26" y="47"/>
                    <a:pt x="24" y="49"/>
                    <a:pt x="22" y="49"/>
                  </a:cubicBezTo>
                  <a:cubicBezTo>
                    <a:pt x="21" y="50"/>
                    <a:pt x="20" y="50"/>
                    <a:pt x="18" y="50"/>
                  </a:cubicBezTo>
                  <a:cubicBezTo>
                    <a:pt x="17" y="50"/>
                    <a:pt x="16" y="49"/>
                    <a:pt x="16" y="49"/>
                  </a:cubicBezTo>
                  <a:cubicBezTo>
                    <a:pt x="16" y="48"/>
                    <a:pt x="15" y="46"/>
                    <a:pt x="15" y="44"/>
                  </a:cubicBezTo>
                  <a:cubicBezTo>
                    <a:pt x="15" y="43"/>
                    <a:pt x="16" y="39"/>
                    <a:pt x="17" y="33"/>
                  </a:cubicBezTo>
                  <a:cubicBezTo>
                    <a:pt x="18" y="28"/>
                    <a:pt x="19" y="25"/>
                    <a:pt x="19" y="25"/>
                  </a:cubicBezTo>
                  <a:cubicBezTo>
                    <a:pt x="33" y="22"/>
                    <a:pt x="33" y="22"/>
                    <a:pt x="33" y="22"/>
                  </a:cubicBezTo>
                  <a:cubicBezTo>
                    <a:pt x="37" y="22"/>
                    <a:pt x="39" y="20"/>
                    <a:pt x="39" y="18"/>
                  </a:cubicBezTo>
                  <a:cubicBezTo>
                    <a:pt x="39" y="17"/>
                    <a:pt x="39" y="16"/>
                    <a:pt x="38" y="16"/>
                  </a:cubicBezTo>
                  <a:cubicBezTo>
                    <a:pt x="38" y="15"/>
                    <a:pt x="37" y="15"/>
                    <a:pt x="35"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4" name="组合 43"/>
          <p:cNvGrpSpPr/>
          <p:nvPr/>
        </p:nvGrpSpPr>
        <p:grpSpPr>
          <a:xfrm>
            <a:off x="2222500" y="4584700"/>
            <a:ext cx="1635125" cy="1744663"/>
            <a:chOff x="2222500" y="4584700"/>
            <a:chExt cx="1635125" cy="1744663"/>
          </a:xfrm>
          <a:solidFill>
            <a:schemeClr val="tx1">
              <a:lumMod val="65000"/>
              <a:lumOff val="35000"/>
            </a:schemeClr>
          </a:solidFill>
        </p:grpSpPr>
        <p:sp>
          <p:nvSpPr>
            <p:cNvPr id="45" name="Freeform 45"/>
            <p:cNvSpPr>
              <a:spLocks/>
            </p:cNvSpPr>
            <p:nvPr/>
          </p:nvSpPr>
          <p:spPr bwMode="auto">
            <a:xfrm>
              <a:off x="2679700" y="4584700"/>
              <a:ext cx="1177925" cy="1290638"/>
            </a:xfrm>
            <a:custGeom>
              <a:avLst/>
              <a:gdLst>
                <a:gd name="T0" fmla="*/ 339 w 750"/>
                <a:gd name="T1" fmla="*/ 0 h 822"/>
                <a:gd name="T2" fmla="*/ 0 w 750"/>
                <a:gd name="T3" fmla="*/ 180 h 822"/>
                <a:gd name="T4" fmla="*/ 22 w 750"/>
                <a:gd name="T5" fmla="*/ 219 h 822"/>
                <a:gd name="T6" fmla="*/ 339 w 750"/>
                <a:gd name="T7" fmla="*/ 40 h 822"/>
                <a:gd name="T8" fmla="*/ 710 w 750"/>
                <a:gd name="T9" fmla="*/ 411 h 822"/>
                <a:gd name="T10" fmla="*/ 339 w 750"/>
                <a:gd name="T11" fmla="*/ 782 h 822"/>
                <a:gd name="T12" fmla="*/ 134 w 750"/>
                <a:gd name="T13" fmla="*/ 720 h 822"/>
                <a:gd name="T14" fmla="*/ 116 w 750"/>
                <a:gd name="T15" fmla="*/ 756 h 822"/>
                <a:gd name="T16" fmla="*/ 339 w 750"/>
                <a:gd name="T17" fmla="*/ 822 h 822"/>
                <a:gd name="T18" fmla="*/ 750 w 750"/>
                <a:gd name="T19" fmla="*/ 411 h 822"/>
                <a:gd name="T20" fmla="*/ 339 w 750"/>
                <a:gd name="T21" fmla="*/ 0 h 8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50" h="822">
                  <a:moveTo>
                    <a:pt x="339" y="0"/>
                  </a:moveTo>
                  <a:cubicBezTo>
                    <a:pt x="198" y="0"/>
                    <a:pt x="74" y="71"/>
                    <a:pt x="0" y="180"/>
                  </a:cubicBezTo>
                  <a:cubicBezTo>
                    <a:pt x="10" y="191"/>
                    <a:pt x="17" y="204"/>
                    <a:pt x="22" y="219"/>
                  </a:cubicBezTo>
                  <a:cubicBezTo>
                    <a:pt x="87" y="112"/>
                    <a:pt x="205" y="40"/>
                    <a:pt x="339" y="40"/>
                  </a:cubicBezTo>
                  <a:cubicBezTo>
                    <a:pt x="544" y="40"/>
                    <a:pt x="710" y="207"/>
                    <a:pt x="710" y="411"/>
                  </a:cubicBezTo>
                  <a:cubicBezTo>
                    <a:pt x="710" y="616"/>
                    <a:pt x="544" y="782"/>
                    <a:pt x="339" y="782"/>
                  </a:cubicBezTo>
                  <a:cubicBezTo>
                    <a:pt x="264" y="782"/>
                    <a:pt x="193" y="759"/>
                    <a:pt x="134" y="720"/>
                  </a:cubicBezTo>
                  <a:cubicBezTo>
                    <a:pt x="133" y="735"/>
                    <a:pt x="126" y="747"/>
                    <a:pt x="116" y="756"/>
                  </a:cubicBezTo>
                  <a:cubicBezTo>
                    <a:pt x="180" y="798"/>
                    <a:pt x="257" y="822"/>
                    <a:pt x="339" y="822"/>
                  </a:cubicBezTo>
                  <a:cubicBezTo>
                    <a:pt x="566" y="822"/>
                    <a:pt x="750" y="638"/>
                    <a:pt x="750" y="411"/>
                  </a:cubicBezTo>
                  <a:cubicBezTo>
                    <a:pt x="750" y="184"/>
                    <a:pt x="566" y="0"/>
                    <a:pt x="33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46"/>
            <p:cNvSpPr>
              <a:spLocks/>
            </p:cNvSpPr>
            <p:nvPr/>
          </p:nvSpPr>
          <p:spPr bwMode="auto">
            <a:xfrm>
              <a:off x="2222500" y="5154613"/>
              <a:ext cx="654050" cy="1174750"/>
            </a:xfrm>
            <a:custGeom>
              <a:avLst/>
              <a:gdLst>
                <a:gd name="T0" fmla="*/ 190 w 416"/>
                <a:gd name="T1" fmla="*/ 696 h 748"/>
                <a:gd name="T2" fmla="*/ 200 w 416"/>
                <a:gd name="T3" fmla="*/ 685 h 748"/>
                <a:gd name="T4" fmla="*/ 200 w 416"/>
                <a:gd name="T5" fmla="*/ 670 h 748"/>
                <a:gd name="T6" fmla="*/ 200 w 416"/>
                <a:gd name="T7" fmla="*/ 525 h 748"/>
                <a:gd name="T8" fmla="*/ 200 w 416"/>
                <a:gd name="T9" fmla="*/ 357 h 748"/>
                <a:gd name="T10" fmla="*/ 200 w 416"/>
                <a:gd name="T11" fmla="*/ 336 h 748"/>
                <a:gd name="T12" fmla="*/ 216 w 416"/>
                <a:gd name="T13" fmla="*/ 336 h 748"/>
                <a:gd name="T14" fmla="*/ 216 w 416"/>
                <a:gd name="T15" fmla="*/ 357 h 748"/>
                <a:gd name="T16" fmla="*/ 216 w 416"/>
                <a:gd name="T17" fmla="*/ 494 h 748"/>
                <a:gd name="T18" fmla="*/ 277 w 416"/>
                <a:gd name="T19" fmla="*/ 436 h 748"/>
                <a:gd name="T20" fmla="*/ 296 w 416"/>
                <a:gd name="T21" fmla="*/ 421 h 748"/>
                <a:gd name="T22" fmla="*/ 316 w 416"/>
                <a:gd name="T23" fmla="*/ 406 h 748"/>
                <a:gd name="T24" fmla="*/ 316 w 416"/>
                <a:gd name="T25" fmla="*/ 347 h 748"/>
                <a:gd name="T26" fmla="*/ 316 w 416"/>
                <a:gd name="T27" fmla="*/ 344 h 748"/>
                <a:gd name="T28" fmla="*/ 301 w 416"/>
                <a:gd name="T29" fmla="*/ 332 h 748"/>
                <a:gd name="T30" fmla="*/ 254 w 416"/>
                <a:gd name="T31" fmla="*/ 285 h 748"/>
                <a:gd name="T32" fmla="*/ 258 w 416"/>
                <a:gd name="T33" fmla="*/ 271 h 748"/>
                <a:gd name="T34" fmla="*/ 279 w 416"/>
                <a:gd name="T35" fmla="*/ 263 h 748"/>
                <a:gd name="T36" fmla="*/ 316 w 416"/>
                <a:gd name="T37" fmla="*/ 270 h 748"/>
                <a:gd name="T38" fmla="*/ 316 w 416"/>
                <a:gd name="T39" fmla="*/ 231 h 748"/>
                <a:gd name="T40" fmla="*/ 316 w 416"/>
                <a:gd name="T41" fmla="*/ 98 h 748"/>
                <a:gd name="T42" fmla="*/ 342 w 416"/>
                <a:gd name="T43" fmla="*/ 351 h 748"/>
                <a:gd name="T44" fmla="*/ 372 w 416"/>
                <a:gd name="T45" fmla="*/ 385 h 748"/>
                <a:gd name="T46" fmla="*/ 374 w 416"/>
                <a:gd name="T47" fmla="*/ 385 h 748"/>
                <a:gd name="T48" fmla="*/ 406 w 416"/>
                <a:gd name="T49" fmla="*/ 355 h 748"/>
                <a:gd name="T50" fmla="*/ 343 w 416"/>
                <a:gd name="T51" fmla="*/ 27 h 748"/>
                <a:gd name="T52" fmla="*/ 287 w 416"/>
                <a:gd name="T53" fmla="*/ 1 h 748"/>
                <a:gd name="T54" fmla="*/ 285 w 416"/>
                <a:gd name="T55" fmla="*/ 0 h 748"/>
                <a:gd name="T56" fmla="*/ 131 w 416"/>
                <a:gd name="T57" fmla="*/ 0 h 748"/>
                <a:gd name="T58" fmla="*/ 129 w 416"/>
                <a:gd name="T59" fmla="*/ 1 h 748"/>
                <a:gd name="T60" fmla="*/ 82 w 416"/>
                <a:gd name="T61" fmla="*/ 19 h 748"/>
                <a:gd name="T62" fmla="*/ 73 w 416"/>
                <a:gd name="T63" fmla="*/ 27 h 748"/>
                <a:gd name="T64" fmla="*/ 10 w 416"/>
                <a:gd name="T65" fmla="*/ 354 h 748"/>
                <a:gd name="T66" fmla="*/ 42 w 416"/>
                <a:gd name="T67" fmla="*/ 385 h 748"/>
                <a:gd name="T68" fmla="*/ 44 w 416"/>
                <a:gd name="T69" fmla="*/ 385 h 748"/>
                <a:gd name="T70" fmla="*/ 74 w 416"/>
                <a:gd name="T71" fmla="*/ 351 h 748"/>
                <a:gd name="T72" fmla="*/ 80 w 416"/>
                <a:gd name="T73" fmla="*/ 168 h 748"/>
                <a:gd name="T74" fmla="*/ 100 w 416"/>
                <a:gd name="T75" fmla="*/ 98 h 748"/>
                <a:gd name="T76" fmla="*/ 100 w 416"/>
                <a:gd name="T77" fmla="*/ 231 h 748"/>
                <a:gd name="T78" fmla="*/ 100 w 416"/>
                <a:gd name="T79" fmla="*/ 306 h 748"/>
                <a:gd name="T80" fmla="*/ 100 w 416"/>
                <a:gd name="T81" fmla="*/ 347 h 748"/>
                <a:gd name="T82" fmla="*/ 100 w 416"/>
                <a:gd name="T83" fmla="*/ 698 h 748"/>
                <a:gd name="T84" fmla="*/ 149 w 416"/>
                <a:gd name="T85" fmla="*/ 748 h 748"/>
                <a:gd name="T86" fmla="*/ 187 w 416"/>
                <a:gd name="T87" fmla="*/ 731 h 748"/>
                <a:gd name="T88" fmla="*/ 190 w 416"/>
                <a:gd name="T89" fmla="*/ 696 h 7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16" h="748">
                  <a:moveTo>
                    <a:pt x="190" y="696"/>
                  </a:moveTo>
                  <a:cubicBezTo>
                    <a:pt x="200" y="685"/>
                    <a:pt x="200" y="685"/>
                    <a:pt x="200" y="685"/>
                  </a:cubicBezTo>
                  <a:cubicBezTo>
                    <a:pt x="200" y="670"/>
                    <a:pt x="200" y="670"/>
                    <a:pt x="200" y="670"/>
                  </a:cubicBezTo>
                  <a:cubicBezTo>
                    <a:pt x="192" y="632"/>
                    <a:pt x="184" y="562"/>
                    <a:pt x="200" y="525"/>
                  </a:cubicBezTo>
                  <a:cubicBezTo>
                    <a:pt x="200" y="357"/>
                    <a:pt x="200" y="357"/>
                    <a:pt x="200" y="357"/>
                  </a:cubicBezTo>
                  <a:cubicBezTo>
                    <a:pt x="200" y="336"/>
                    <a:pt x="200" y="336"/>
                    <a:pt x="200" y="336"/>
                  </a:cubicBezTo>
                  <a:cubicBezTo>
                    <a:pt x="216" y="336"/>
                    <a:pt x="216" y="336"/>
                    <a:pt x="216" y="336"/>
                  </a:cubicBezTo>
                  <a:cubicBezTo>
                    <a:pt x="216" y="357"/>
                    <a:pt x="216" y="357"/>
                    <a:pt x="216" y="357"/>
                  </a:cubicBezTo>
                  <a:cubicBezTo>
                    <a:pt x="216" y="494"/>
                    <a:pt x="216" y="494"/>
                    <a:pt x="216" y="494"/>
                  </a:cubicBezTo>
                  <a:cubicBezTo>
                    <a:pt x="236" y="470"/>
                    <a:pt x="257" y="452"/>
                    <a:pt x="277" y="436"/>
                  </a:cubicBezTo>
                  <a:cubicBezTo>
                    <a:pt x="283" y="431"/>
                    <a:pt x="290" y="426"/>
                    <a:pt x="296" y="421"/>
                  </a:cubicBezTo>
                  <a:cubicBezTo>
                    <a:pt x="303" y="415"/>
                    <a:pt x="308" y="410"/>
                    <a:pt x="316" y="406"/>
                  </a:cubicBezTo>
                  <a:cubicBezTo>
                    <a:pt x="316" y="347"/>
                    <a:pt x="316" y="347"/>
                    <a:pt x="316" y="347"/>
                  </a:cubicBezTo>
                  <a:cubicBezTo>
                    <a:pt x="316" y="344"/>
                    <a:pt x="316" y="344"/>
                    <a:pt x="316" y="344"/>
                  </a:cubicBezTo>
                  <a:cubicBezTo>
                    <a:pt x="312" y="340"/>
                    <a:pt x="306" y="336"/>
                    <a:pt x="301" y="332"/>
                  </a:cubicBezTo>
                  <a:cubicBezTo>
                    <a:pt x="273" y="312"/>
                    <a:pt x="256" y="299"/>
                    <a:pt x="254" y="285"/>
                  </a:cubicBezTo>
                  <a:cubicBezTo>
                    <a:pt x="254" y="280"/>
                    <a:pt x="255" y="275"/>
                    <a:pt x="258" y="271"/>
                  </a:cubicBezTo>
                  <a:cubicBezTo>
                    <a:pt x="263" y="266"/>
                    <a:pt x="270" y="263"/>
                    <a:pt x="279" y="263"/>
                  </a:cubicBezTo>
                  <a:cubicBezTo>
                    <a:pt x="289" y="263"/>
                    <a:pt x="304" y="266"/>
                    <a:pt x="316" y="270"/>
                  </a:cubicBezTo>
                  <a:cubicBezTo>
                    <a:pt x="316" y="231"/>
                    <a:pt x="316" y="231"/>
                    <a:pt x="316" y="231"/>
                  </a:cubicBezTo>
                  <a:cubicBezTo>
                    <a:pt x="316" y="98"/>
                    <a:pt x="316" y="98"/>
                    <a:pt x="316" y="98"/>
                  </a:cubicBezTo>
                  <a:cubicBezTo>
                    <a:pt x="336" y="135"/>
                    <a:pt x="350" y="210"/>
                    <a:pt x="342" y="351"/>
                  </a:cubicBezTo>
                  <a:cubicBezTo>
                    <a:pt x="341" y="368"/>
                    <a:pt x="354" y="384"/>
                    <a:pt x="372" y="385"/>
                  </a:cubicBezTo>
                  <a:cubicBezTo>
                    <a:pt x="372" y="385"/>
                    <a:pt x="373" y="385"/>
                    <a:pt x="374" y="385"/>
                  </a:cubicBezTo>
                  <a:cubicBezTo>
                    <a:pt x="391" y="385"/>
                    <a:pt x="405" y="372"/>
                    <a:pt x="406" y="355"/>
                  </a:cubicBezTo>
                  <a:cubicBezTo>
                    <a:pt x="416" y="186"/>
                    <a:pt x="394" y="75"/>
                    <a:pt x="343" y="27"/>
                  </a:cubicBezTo>
                  <a:cubicBezTo>
                    <a:pt x="320" y="6"/>
                    <a:pt x="298" y="1"/>
                    <a:pt x="287" y="1"/>
                  </a:cubicBezTo>
                  <a:cubicBezTo>
                    <a:pt x="287" y="1"/>
                    <a:pt x="286" y="0"/>
                    <a:pt x="285" y="0"/>
                  </a:cubicBezTo>
                  <a:cubicBezTo>
                    <a:pt x="131" y="0"/>
                    <a:pt x="131" y="0"/>
                    <a:pt x="131" y="0"/>
                  </a:cubicBezTo>
                  <a:cubicBezTo>
                    <a:pt x="130" y="0"/>
                    <a:pt x="129" y="1"/>
                    <a:pt x="129" y="1"/>
                  </a:cubicBezTo>
                  <a:cubicBezTo>
                    <a:pt x="119" y="1"/>
                    <a:pt x="101" y="5"/>
                    <a:pt x="82" y="19"/>
                  </a:cubicBezTo>
                  <a:cubicBezTo>
                    <a:pt x="79" y="21"/>
                    <a:pt x="76" y="24"/>
                    <a:pt x="73" y="27"/>
                  </a:cubicBezTo>
                  <a:cubicBezTo>
                    <a:pt x="22" y="75"/>
                    <a:pt x="0" y="185"/>
                    <a:pt x="10" y="354"/>
                  </a:cubicBezTo>
                  <a:cubicBezTo>
                    <a:pt x="11" y="371"/>
                    <a:pt x="25" y="385"/>
                    <a:pt x="42" y="385"/>
                  </a:cubicBezTo>
                  <a:cubicBezTo>
                    <a:pt x="43" y="385"/>
                    <a:pt x="44" y="385"/>
                    <a:pt x="44" y="385"/>
                  </a:cubicBezTo>
                  <a:cubicBezTo>
                    <a:pt x="62" y="384"/>
                    <a:pt x="75" y="368"/>
                    <a:pt x="74" y="351"/>
                  </a:cubicBezTo>
                  <a:cubicBezTo>
                    <a:pt x="69" y="270"/>
                    <a:pt x="73" y="211"/>
                    <a:pt x="80" y="168"/>
                  </a:cubicBezTo>
                  <a:cubicBezTo>
                    <a:pt x="85" y="136"/>
                    <a:pt x="92" y="114"/>
                    <a:pt x="100" y="98"/>
                  </a:cubicBezTo>
                  <a:cubicBezTo>
                    <a:pt x="100" y="231"/>
                    <a:pt x="100" y="231"/>
                    <a:pt x="100" y="231"/>
                  </a:cubicBezTo>
                  <a:cubicBezTo>
                    <a:pt x="100" y="306"/>
                    <a:pt x="100" y="306"/>
                    <a:pt x="100" y="306"/>
                  </a:cubicBezTo>
                  <a:cubicBezTo>
                    <a:pt x="100" y="347"/>
                    <a:pt x="100" y="347"/>
                    <a:pt x="100" y="347"/>
                  </a:cubicBezTo>
                  <a:cubicBezTo>
                    <a:pt x="100" y="698"/>
                    <a:pt x="100" y="698"/>
                    <a:pt x="100" y="698"/>
                  </a:cubicBezTo>
                  <a:cubicBezTo>
                    <a:pt x="100" y="726"/>
                    <a:pt x="122" y="748"/>
                    <a:pt x="149" y="748"/>
                  </a:cubicBezTo>
                  <a:cubicBezTo>
                    <a:pt x="164" y="748"/>
                    <a:pt x="178" y="741"/>
                    <a:pt x="187" y="731"/>
                  </a:cubicBezTo>
                  <a:cubicBezTo>
                    <a:pt x="181" y="720"/>
                    <a:pt x="182" y="706"/>
                    <a:pt x="190" y="6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47"/>
            <p:cNvSpPr>
              <a:spLocks/>
            </p:cNvSpPr>
            <p:nvPr/>
          </p:nvSpPr>
          <p:spPr bwMode="auto">
            <a:xfrm>
              <a:off x="2593975" y="6292850"/>
              <a:ext cx="84138" cy="36513"/>
            </a:xfrm>
            <a:custGeom>
              <a:avLst/>
              <a:gdLst>
                <a:gd name="T0" fmla="*/ 1 w 54"/>
                <a:gd name="T1" fmla="*/ 10 h 23"/>
                <a:gd name="T2" fmla="*/ 0 w 54"/>
                <a:gd name="T3" fmla="*/ 12 h 23"/>
                <a:gd name="T4" fmla="*/ 31 w 54"/>
                <a:gd name="T5" fmla="*/ 23 h 23"/>
                <a:gd name="T6" fmla="*/ 54 w 54"/>
                <a:gd name="T7" fmla="*/ 17 h 23"/>
                <a:gd name="T8" fmla="*/ 10 w 54"/>
                <a:gd name="T9" fmla="*/ 0 h 23"/>
                <a:gd name="T10" fmla="*/ 1 w 54"/>
                <a:gd name="T11" fmla="*/ 10 h 23"/>
              </a:gdLst>
              <a:ahLst/>
              <a:cxnLst>
                <a:cxn ang="0">
                  <a:pos x="T0" y="T1"/>
                </a:cxn>
                <a:cxn ang="0">
                  <a:pos x="T2" y="T3"/>
                </a:cxn>
                <a:cxn ang="0">
                  <a:pos x="T4" y="T5"/>
                </a:cxn>
                <a:cxn ang="0">
                  <a:pos x="T6" y="T7"/>
                </a:cxn>
                <a:cxn ang="0">
                  <a:pos x="T8" y="T9"/>
                </a:cxn>
                <a:cxn ang="0">
                  <a:pos x="T10" y="T11"/>
                </a:cxn>
              </a:cxnLst>
              <a:rect l="0" t="0" r="r" b="b"/>
              <a:pathLst>
                <a:path w="54" h="23">
                  <a:moveTo>
                    <a:pt x="1" y="10"/>
                  </a:moveTo>
                  <a:cubicBezTo>
                    <a:pt x="1" y="11"/>
                    <a:pt x="0" y="11"/>
                    <a:pt x="0" y="12"/>
                  </a:cubicBezTo>
                  <a:cubicBezTo>
                    <a:pt x="8" y="19"/>
                    <a:pt x="19" y="23"/>
                    <a:pt x="31" y="23"/>
                  </a:cubicBezTo>
                  <a:cubicBezTo>
                    <a:pt x="39" y="23"/>
                    <a:pt x="47" y="21"/>
                    <a:pt x="54" y="17"/>
                  </a:cubicBezTo>
                  <a:cubicBezTo>
                    <a:pt x="36" y="12"/>
                    <a:pt x="21" y="6"/>
                    <a:pt x="10" y="0"/>
                  </a:cubicBezTo>
                  <a:lnTo>
                    <a:pt x="1"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Oval 48"/>
            <p:cNvSpPr>
              <a:spLocks noChangeArrowheads="1"/>
            </p:cNvSpPr>
            <p:nvPr/>
          </p:nvSpPr>
          <p:spPr bwMode="auto">
            <a:xfrm>
              <a:off x="2408238" y="4838700"/>
              <a:ext cx="282575" cy="2825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49"/>
            <p:cNvSpPr>
              <a:spLocks noEditPoints="1"/>
            </p:cNvSpPr>
            <p:nvPr/>
          </p:nvSpPr>
          <p:spPr bwMode="auto">
            <a:xfrm>
              <a:off x="2519363" y="5765800"/>
              <a:ext cx="595313" cy="555625"/>
            </a:xfrm>
            <a:custGeom>
              <a:avLst/>
              <a:gdLst>
                <a:gd name="T0" fmla="*/ 199 w 379"/>
                <a:gd name="T1" fmla="*/ 2 h 354"/>
                <a:gd name="T2" fmla="*/ 185 w 379"/>
                <a:gd name="T3" fmla="*/ 5 h 354"/>
                <a:gd name="T4" fmla="*/ 182 w 379"/>
                <a:gd name="T5" fmla="*/ 5 h 354"/>
                <a:gd name="T6" fmla="*/ 165 w 379"/>
                <a:gd name="T7" fmla="*/ 0 h 354"/>
                <a:gd name="T8" fmla="*/ 114 w 379"/>
                <a:gd name="T9" fmla="*/ 39 h 354"/>
                <a:gd name="T10" fmla="*/ 21 w 379"/>
                <a:gd name="T11" fmla="*/ 136 h 354"/>
                <a:gd name="T12" fmla="*/ 23 w 379"/>
                <a:gd name="T13" fmla="*/ 296 h 354"/>
                <a:gd name="T14" fmla="*/ 8 w 379"/>
                <a:gd name="T15" fmla="*/ 313 h 354"/>
                <a:gd name="T16" fmla="*/ 11 w 379"/>
                <a:gd name="T17" fmla="*/ 343 h 354"/>
                <a:gd name="T18" fmla="*/ 40 w 379"/>
                <a:gd name="T19" fmla="*/ 340 h 354"/>
                <a:gd name="T20" fmla="*/ 54 w 379"/>
                <a:gd name="T21" fmla="*/ 323 h 354"/>
                <a:gd name="T22" fmla="*/ 186 w 379"/>
                <a:gd name="T23" fmla="*/ 352 h 354"/>
                <a:gd name="T24" fmla="*/ 301 w 379"/>
                <a:gd name="T25" fmla="*/ 325 h 354"/>
                <a:gd name="T26" fmla="*/ 316 w 379"/>
                <a:gd name="T27" fmla="*/ 343 h 354"/>
                <a:gd name="T28" fmla="*/ 345 w 379"/>
                <a:gd name="T29" fmla="*/ 346 h 354"/>
                <a:gd name="T30" fmla="*/ 348 w 379"/>
                <a:gd name="T31" fmla="*/ 317 h 354"/>
                <a:gd name="T32" fmla="*/ 331 w 379"/>
                <a:gd name="T33" fmla="*/ 297 h 354"/>
                <a:gd name="T34" fmla="*/ 343 w 379"/>
                <a:gd name="T35" fmla="*/ 125 h 354"/>
                <a:gd name="T36" fmla="*/ 218 w 379"/>
                <a:gd name="T37" fmla="*/ 20 h 354"/>
                <a:gd name="T38" fmla="*/ 199 w 379"/>
                <a:gd name="T39" fmla="*/ 2 h 354"/>
                <a:gd name="T40" fmla="*/ 232 w 379"/>
                <a:gd name="T41" fmla="*/ 124 h 354"/>
                <a:gd name="T42" fmla="*/ 211 w 379"/>
                <a:gd name="T43" fmla="*/ 139 h 354"/>
                <a:gd name="T44" fmla="*/ 183 w 379"/>
                <a:gd name="T45" fmla="*/ 128 h 354"/>
                <a:gd name="T46" fmla="*/ 160 w 379"/>
                <a:gd name="T47" fmla="*/ 144 h 354"/>
                <a:gd name="T48" fmla="*/ 168 w 379"/>
                <a:gd name="T49" fmla="*/ 159 h 354"/>
                <a:gd name="T50" fmla="*/ 193 w 379"/>
                <a:gd name="T51" fmla="*/ 172 h 354"/>
                <a:gd name="T52" fmla="*/ 236 w 379"/>
                <a:gd name="T53" fmla="*/ 218 h 354"/>
                <a:gd name="T54" fmla="*/ 191 w 379"/>
                <a:gd name="T55" fmla="*/ 256 h 354"/>
                <a:gd name="T56" fmla="*/ 191 w 379"/>
                <a:gd name="T57" fmla="*/ 271 h 354"/>
                <a:gd name="T58" fmla="*/ 175 w 379"/>
                <a:gd name="T59" fmla="*/ 271 h 354"/>
                <a:gd name="T60" fmla="*/ 175 w 379"/>
                <a:gd name="T61" fmla="*/ 256 h 354"/>
                <a:gd name="T62" fmla="*/ 128 w 379"/>
                <a:gd name="T63" fmla="*/ 235 h 354"/>
                <a:gd name="T64" fmla="*/ 149 w 379"/>
                <a:gd name="T65" fmla="*/ 221 h 354"/>
                <a:gd name="T66" fmla="*/ 184 w 379"/>
                <a:gd name="T67" fmla="*/ 236 h 354"/>
                <a:gd name="T68" fmla="*/ 205 w 379"/>
                <a:gd name="T69" fmla="*/ 219 h 354"/>
                <a:gd name="T70" fmla="*/ 197 w 379"/>
                <a:gd name="T71" fmla="*/ 203 h 354"/>
                <a:gd name="T72" fmla="*/ 170 w 379"/>
                <a:gd name="T73" fmla="*/ 189 h 354"/>
                <a:gd name="T74" fmla="*/ 131 w 379"/>
                <a:gd name="T75" fmla="*/ 146 h 354"/>
                <a:gd name="T76" fmla="*/ 175 w 379"/>
                <a:gd name="T77" fmla="*/ 109 h 354"/>
                <a:gd name="T78" fmla="*/ 175 w 379"/>
                <a:gd name="T79" fmla="*/ 95 h 354"/>
                <a:gd name="T80" fmla="*/ 191 w 379"/>
                <a:gd name="T81" fmla="*/ 95 h 354"/>
                <a:gd name="T82" fmla="*/ 191 w 379"/>
                <a:gd name="T83" fmla="*/ 109 h 354"/>
                <a:gd name="T84" fmla="*/ 232 w 379"/>
                <a:gd name="T85" fmla="*/ 124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79" h="354">
                  <a:moveTo>
                    <a:pt x="199" y="2"/>
                  </a:moveTo>
                  <a:cubicBezTo>
                    <a:pt x="194" y="4"/>
                    <a:pt x="190" y="5"/>
                    <a:pt x="185" y="5"/>
                  </a:cubicBezTo>
                  <a:cubicBezTo>
                    <a:pt x="184" y="5"/>
                    <a:pt x="183" y="5"/>
                    <a:pt x="182" y="5"/>
                  </a:cubicBezTo>
                  <a:cubicBezTo>
                    <a:pt x="176" y="4"/>
                    <a:pt x="170" y="3"/>
                    <a:pt x="165" y="0"/>
                  </a:cubicBezTo>
                  <a:cubicBezTo>
                    <a:pt x="157" y="13"/>
                    <a:pt x="135" y="21"/>
                    <a:pt x="114" y="39"/>
                  </a:cubicBezTo>
                  <a:cubicBezTo>
                    <a:pt x="83" y="66"/>
                    <a:pt x="45" y="90"/>
                    <a:pt x="21" y="136"/>
                  </a:cubicBezTo>
                  <a:cubicBezTo>
                    <a:pt x="0" y="177"/>
                    <a:pt x="18" y="272"/>
                    <a:pt x="23" y="296"/>
                  </a:cubicBezTo>
                  <a:cubicBezTo>
                    <a:pt x="8" y="313"/>
                    <a:pt x="8" y="313"/>
                    <a:pt x="8" y="313"/>
                  </a:cubicBezTo>
                  <a:cubicBezTo>
                    <a:pt x="1" y="322"/>
                    <a:pt x="2" y="335"/>
                    <a:pt x="11" y="343"/>
                  </a:cubicBezTo>
                  <a:cubicBezTo>
                    <a:pt x="20" y="350"/>
                    <a:pt x="33" y="349"/>
                    <a:pt x="40" y="340"/>
                  </a:cubicBezTo>
                  <a:cubicBezTo>
                    <a:pt x="54" y="323"/>
                    <a:pt x="54" y="323"/>
                    <a:pt x="54" y="323"/>
                  </a:cubicBezTo>
                  <a:cubicBezTo>
                    <a:pt x="80" y="338"/>
                    <a:pt x="123" y="354"/>
                    <a:pt x="186" y="352"/>
                  </a:cubicBezTo>
                  <a:cubicBezTo>
                    <a:pt x="244" y="350"/>
                    <a:pt x="280" y="337"/>
                    <a:pt x="301" y="325"/>
                  </a:cubicBezTo>
                  <a:cubicBezTo>
                    <a:pt x="316" y="343"/>
                    <a:pt x="316" y="343"/>
                    <a:pt x="316" y="343"/>
                  </a:cubicBezTo>
                  <a:cubicBezTo>
                    <a:pt x="323" y="352"/>
                    <a:pt x="337" y="353"/>
                    <a:pt x="345" y="346"/>
                  </a:cubicBezTo>
                  <a:cubicBezTo>
                    <a:pt x="354" y="339"/>
                    <a:pt x="355" y="325"/>
                    <a:pt x="348" y="317"/>
                  </a:cubicBezTo>
                  <a:cubicBezTo>
                    <a:pt x="331" y="297"/>
                    <a:pt x="331" y="297"/>
                    <a:pt x="331" y="297"/>
                  </a:cubicBezTo>
                  <a:cubicBezTo>
                    <a:pt x="343" y="272"/>
                    <a:pt x="379" y="185"/>
                    <a:pt x="343" y="125"/>
                  </a:cubicBezTo>
                  <a:cubicBezTo>
                    <a:pt x="300" y="55"/>
                    <a:pt x="242" y="39"/>
                    <a:pt x="218" y="20"/>
                  </a:cubicBezTo>
                  <a:cubicBezTo>
                    <a:pt x="208" y="12"/>
                    <a:pt x="202" y="7"/>
                    <a:pt x="199" y="2"/>
                  </a:cubicBezTo>
                  <a:close/>
                  <a:moveTo>
                    <a:pt x="232" y="124"/>
                  </a:moveTo>
                  <a:cubicBezTo>
                    <a:pt x="211" y="139"/>
                    <a:pt x="211" y="139"/>
                    <a:pt x="211" y="139"/>
                  </a:cubicBezTo>
                  <a:cubicBezTo>
                    <a:pt x="202" y="131"/>
                    <a:pt x="194" y="128"/>
                    <a:pt x="183" y="128"/>
                  </a:cubicBezTo>
                  <a:cubicBezTo>
                    <a:pt x="169" y="128"/>
                    <a:pt x="160" y="134"/>
                    <a:pt x="160" y="144"/>
                  </a:cubicBezTo>
                  <a:cubicBezTo>
                    <a:pt x="160" y="150"/>
                    <a:pt x="163" y="155"/>
                    <a:pt x="168" y="159"/>
                  </a:cubicBezTo>
                  <a:cubicBezTo>
                    <a:pt x="173" y="162"/>
                    <a:pt x="175" y="163"/>
                    <a:pt x="193" y="172"/>
                  </a:cubicBezTo>
                  <a:cubicBezTo>
                    <a:pt x="226" y="188"/>
                    <a:pt x="236" y="199"/>
                    <a:pt x="236" y="218"/>
                  </a:cubicBezTo>
                  <a:cubicBezTo>
                    <a:pt x="236" y="239"/>
                    <a:pt x="219" y="253"/>
                    <a:pt x="191" y="256"/>
                  </a:cubicBezTo>
                  <a:cubicBezTo>
                    <a:pt x="191" y="271"/>
                    <a:pt x="191" y="271"/>
                    <a:pt x="191" y="271"/>
                  </a:cubicBezTo>
                  <a:cubicBezTo>
                    <a:pt x="175" y="271"/>
                    <a:pt x="175" y="271"/>
                    <a:pt x="175" y="271"/>
                  </a:cubicBezTo>
                  <a:cubicBezTo>
                    <a:pt x="175" y="256"/>
                    <a:pt x="175" y="256"/>
                    <a:pt x="175" y="256"/>
                  </a:cubicBezTo>
                  <a:cubicBezTo>
                    <a:pt x="155" y="254"/>
                    <a:pt x="141" y="247"/>
                    <a:pt x="128" y="235"/>
                  </a:cubicBezTo>
                  <a:cubicBezTo>
                    <a:pt x="149" y="221"/>
                    <a:pt x="149" y="221"/>
                    <a:pt x="149" y="221"/>
                  </a:cubicBezTo>
                  <a:cubicBezTo>
                    <a:pt x="163" y="233"/>
                    <a:pt x="171" y="236"/>
                    <a:pt x="184" y="236"/>
                  </a:cubicBezTo>
                  <a:cubicBezTo>
                    <a:pt x="197" y="236"/>
                    <a:pt x="205" y="230"/>
                    <a:pt x="205" y="219"/>
                  </a:cubicBezTo>
                  <a:cubicBezTo>
                    <a:pt x="205" y="213"/>
                    <a:pt x="202" y="208"/>
                    <a:pt x="197" y="203"/>
                  </a:cubicBezTo>
                  <a:cubicBezTo>
                    <a:pt x="192" y="199"/>
                    <a:pt x="188" y="198"/>
                    <a:pt x="170" y="189"/>
                  </a:cubicBezTo>
                  <a:cubicBezTo>
                    <a:pt x="140" y="173"/>
                    <a:pt x="131" y="163"/>
                    <a:pt x="131" y="146"/>
                  </a:cubicBezTo>
                  <a:cubicBezTo>
                    <a:pt x="131" y="126"/>
                    <a:pt x="147" y="111"/>
                    <a:pt x="175" y="109"/>
                  </a:cubicBezTo>
                  <a:cubicBezTo>
                    <a:pt x="175" y="95"/>
                    <a:pt x="175" y="95"/>
                    <a:pt x="175" y="95"/>
                  </a:cubicBezTo>
                  <a:cubicBezTo>
                    <a:pt x="191" y="95"/>
                    <a:pt x="191" y="95"/>
                    <a:pt x="191" y="95"/>
                  </a:cubicBezTo>
                  <a:cubicBezTo>
                    <a:pt x="191" y="109"/>
                    <a:pt x="191" y="109"/>
                    <a:pt x="191" y="109"/>
                  </a:cubicBezTo>
                  <a:cubicBezTo>
                    <a:pt x="207" y="110"/>
                    <a:pt x="220" y="115"/>
                    <a:pt x="232" y="1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50"/>
            <p:cNvSpPr>
              <a:spLocks/>
            </p:cNvSpPr>
            <p:nvPr/>
          </p:nvSpPr>
          <p:spPr bwMode="auto">
            <a:xfrm>
              <a:off x="2876550" y="5575300"/>
              <a:ext cx="63500" cy="114300"/>
            </a:xfrm>
            <a:custGeom>
              <a:avLst/>
              <a:gdLst>
                <a:gd name="T0" fmla="*/ 0 w 41"/>
                <a:gd name="T1" fmla="*/ 73 h 73"/>
                <a:gd name="T2" fmla="*/ 40 w 41"/>
                <a:gd name="T3" fmla="*/ 27 h 73"/>
                <a:gd name="T4" fmla="*/ 1 w 41"/>
                <a:gd name="T5" fmla="*/ 0 h 73"/>
                <a:gd name="T6" fmla="*/ 0 w 41"/>
                <a:gd name="T7" fmla="*/ 73 h 73"/>
              </a:gdLst>
              <a:ahLst/>
              <a:cxnLst>
                <a:cxn ang="0">
                  <a:pos x="T0" y="T1"/>
                </a:cxn>
                <a:cxn ang="0">
                  <a:pos x="T2" y="T3"/>
                </a:cxn>
                <a:cxn ang="0">
                  <a:pos x="T4" y="T5"/>
                </a:cxn>
                <a:cxn ang="0">
                  <a:pos x="T6" y="T7"/>
                </a:cxn>
              </a:cxnLst>
              <a:rect l="0" t="0" r="r" b="b"/>
              <a:pathLst>
                <a:path w="41" h="73">
                  <a:moveTo>
                    <a:pt x="0" y="73"/>
                  </a:moveTo>
                  <a:cubicBezTo>
                    <a:pt x="18" y="58"/>
                    <a:pt x="39" y="42"/>
                    <a:pt x="40" y="27"/>
                  </a:cubicBezTo>
                  <a:cubicBezTo>
                    <a:pt x="41" y="17"/>
                    <a:pt x="22" y="6"/>
                    <a:pt x="1" y="0"/>
                  </a:cubicBezTo>
                  <a:cubicBezTo>
                    <a:pt x="1" y="23"/>
                    <a:pt x="1" y="47"/>
                    <a:pt x="0"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51"/>
            <p:cNvSpPr>
              <a:spLocks/>
            </p:cNvSpPr>
            <p:nvPr/>
          </p:nvSpPr>
          <p:spPr bwMode="auto">
            <a:xfrm>
              <a:off x="2620963" y="5573713"/>
              <a:ext cx="128588" cy="120650"/>
            </a:xfrm>
            <a:custGeom>
              <a:avLst/>
              <a:gdLst>
                <a:gd name="T0" fmla="*/ 79 w 81"/>
                <a:gd name="T1" fmla="*/ 77 h 77"/>
                <a:gd name="T2" fmla="*/ 81 w 81"/>
                <a:gd name="T3" fmla="*/ 19 h 77"/>
                <a:gd name="T4" fmla="*/ 12 w 81"/>
                <a:gd name="T5" fmla="*/ 10 h 77"/>
                <a:gd name="T6" fmla="*/ 79 w 81"/>
                <a:gd name="T7" fmla="*/ 77 h 77"/>
              </a:gdLst>
              <a:ahLst/>
              <a:cxnLst>
                <a:cxn ang="0">
                  <a:pos x="T0" y="T1"/>
                </a:cxn>
                <a:cxn ang="0">
                  <a:pos x="T2" y="T3"/>
                </a:cxn>
                <a:cxn ang="0">
                  <a:pos x="T4" y="T5"/>
                </a:cxn>
                <a:cxn ang="0">
                  <a:pos x="T6" y="T7"/>
                </a:cxn>
              </a:cxnLst>
              <a:rect l="0" t="0" r="r" b="b"/>
              <a:pathLst>
                <a:path w="81" h="77">
                  <a:moveTo>
                    <a:pt x="79" y="77"/>
                  </a:moveTo>
                  <a:cubicBezTo>
                    <a:pt x="80" y="56"/>
                    <a:pt x="81" y="37"/>
                    <a:pt x="81" y="19"/>
                  </a:cubicBezTo>
                  <a:cubicBezTo>
                    <a:pt x="55" y="12"/>
                    <a:pt x="21" y="0"/>
                    <a:pt x="12" y="10"/>
                  </a:cubicBezTo>
                  <a:cubicBezTo>
                    <a:pt x="0" y="25"/>
                    <a:pt x="49" y="52"/>
                    <a:pt x="79"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52"/>
            <p:cNvSpPr>
              <a:spLocks noEditPoints="1"/>
            </p:cNvSpPr>
            <p:nvPr/>
          </p:nvSpPr>
          <p:spPr bwMode="auto">
            <a:xfrm>
              <a:off x="2870200" y="4889500"/>
              <a:ext cx="684213" cy="679450"/>
            </a:xfrm>
            <a:custGeom>
              <a:avLst/>
              <a:gdLst>
                <a:gd name="T0" fmla="*/ 53 w 436"/>
                <a:gd name="T1" fmla="*/ 278 h 432"/>
                <a:gd name="T2" fmla="*/ 15 w 436"/>
                <a:gd name="T3" fmla="*/ 299 h 432"/>
                <a:gd name="T4" fmla="*/ 45 w 436"/>
                <a:gd name="T5" fmla="*/ 351 h 432"/>
                <a:gd name="T6" fmla="*/ 83 w 436"/>
                <a:gd name="T7" fmla="*/ 329 h 432"/>
                <a:gd name="T8" fmla="*/ 106 w 436"/>
                <a:gd name="T9" fmla="*/ 351 h 432"/>
                <a:gd name="T10" fmla="*/ 84 w 436"/>
                <a:gd name="T11" fmla="*/ 390 h 432"/>
                <a:gd name="T12" fmla="*/ 136 w 436"/>
                <a:gd name="T13" fmla="*/ 420 h 432"/>
                <a:gd name="T14" fmla="*/ 157 w 436"/>
                <a:gd name="T15" fmla="*/ 381 h 432"/>
                <a:gd name="T16" fmla="*/ 188 w 436"/>
                <a:gd name="T17" fmla="*/ 390 h 432"/>
                <a:gd name="T18" fmla="*/ 188 w 436"/>
                <a:gd name="T19" fmla="*/ 432 h 432"/>
                <a:gd name="T20" fmla="*/ 248 w 436"/>
                <a:gd name="T21" fmla="*/ 432 h 432"/>
                <a:gd name="T22" fmla="*/ 248 w 436"/>
                <a:gd name="T23" fmla="*/ 390 h 432"/>
                <a:gd name="T24" fmla="*/ 279 w 436"/>
                <a:gd name="T25" fmla="*/ 381 h 432"/>
                <a:gd name="T26" fmla="*/ 301 w 436"/>
                <a:gd name="T27" fmla="*/ 420 h 432"/>
                <a:gd name="T28" fmla="*/ 353 w 436"/>
                <a:gd name="T29" fmla="*/ 390 h 432"/>
                <a:gd name="T30" fmla="*/ 331 w 436"/>
                <a:gd name="T31" fmla="*/ 351 h 432"/>
                <a:gd name="T32" fmla="*/ 353 w 436"/>
                <a:gd name="T33" fmla="*/ 329 h 432"/>
                <a:gd name="T34" fmla="*/ 392 w 436"/>
                <a:gd name="T35" fmla="*/ 351 h 432"/>
                <a:gd name="T36" fmla="*/ 422 w 436"/>
                <a:gd name="T37" fmla="*/ 299 h 432"/>
                <a:gd name="T38" fmla="*/ 384 w 436"/>
                <a:gd name="T39" fmla="*/ 278 h 432"/>
                <a:gd name="T40" fmla="*/ 392 w 436"/>
                <a:gd name="T41" fmla="*/ 248 h 432"/>
                <a:gd name="T42" fmla="*/ 436 w 436"/>
                <a:gd name="T43" fmla="*/ 248 h 432"/>
                <a:gd name="T44" fmla="*/ 436 w 436"/>
                <a:gd name="T45" fmla="*/ 188 h 432"/>
                <a:gd name="T46" fmla="*/ 392 w 436"/>
                <a:gd name="T47" fmla="*/ 188 h 432"/>
                <a:gd name="T48" fmla="*/ 384 w 436"/>
                <a:gd name="T49" fmla="*/ 156 h 432"/>
                <a:gd name="T50" fmla="*/ 422 w 436"/>
                <a:gd name="T51" fmla="*/ 134 h 432"/>
                <a:gd name="T52" fmla="*/ 392 w 436"/>
                <a:gd name="T53" fmla="*/ 82 h 432"/>
                <a:gd name="T54" fmla="*/ 353 w 436"/>
                <a:gd name="T55" fmla="*/ 104 h 432"/>
                <a:gd name="T56" fmla="*/ 331 w 436"/>
                <a:gd name="T57" fmla="*/ 81 h 432"/>
                <a:gd name="T58" fmla="*/ 353 w 436"/>
                <a:gd name="T59" fmla="*/ 43 h 432"/>
                <a:gd name="T60" fmla="*/ 301 w 436"/>
                <a:gd name="T61" fmla="*/ 13 h 432"/>
                <a:gd name="T62" fmla="*/ 279 w 436"/>
                <a:gd name="T63" fmla="*/ 51 h 432"/>
                <a:gd name="T64" fmla="*/ 248 w 436"/>
                <a:gd name="T65" fmla="*/ 43 h 432"/>
                <a:gd name="T66" fmla="*/ 248 w 436"/>
                <a:gd name="T67" fmla="*/ 0 h 432"/>
                <a:gd name="T68" fmla="*/ 188 w 436"/>
                <a:gd name="T69" fmla="*/ 0 h 432"/>
                <a:gd name="T70" fmla="*/ 188 w 436"/>
                <a:gd name="T71" fmla="*/ 43 h 432"/>
                <a:gd name="T72" fmla="*/ 157 w 436"/>
                <a:gd name="T73" fmla="*/ 51 h 432"/>
                <a:gd name="T74" fmla="*/ 135 w 436"/>
                <a:gd name="T75" fmla="*/ 13 h 432"/>
                <a:gd name="T76" fmla="*/ 83 w 436"/>
                <a:gd name="T77" fmla="*/ 43 h 432"/>
                <a:gd name="T78" fmla="*/ 106 w 436"/>
                <a:gd name="T79" fmla="*/ 81 h 432"/>
                <a:gd name="T80" fmla="*/ 83 w 436"/>
                <a:gd name="T81" fmla="*/ 103 h 432"/>
                <a:gd name="T82" fmla="*/ 45 w 436"/>
                <a:gd name="T83" fmla="*/ 81 h 432"/>
                <a:gd name="T84" fmla="*/ 15 w 436"/>
                <a:gd name="T85" fmla="*/ 133 h 432"/>
                <a:gd name="T86" fmla="*/ 53 w 436"/>
                <a:gd name="T87" fmla="*/ 156 h 432"/>
                <a:gd name="T88" fmla="*/ 45 w 436"/>
                <a:gd name="T89" fmla="*/ 188 h 432"/>
                <a:gd name="T90" fmla="*/ 0 w 436"/>
                <a:gd name="T91" fmla="*/ 188 h 432"/>
                <a:gd name="T92" fmla="*/ 0 w 436"/>
                <a:gd name="T93" fmla="*/ 248 h 432"/>
                <a:gd name="T94" fmla="*/ 45 w 436"/>
                <a:gd name="T95" fmla="*/ 248 h 432"/>
                <a:gd name="T96" fmla="*/ 53 w 436"/>
                <a:gd name="T97" fmla="*/ 278 h 432"/>
                <a:gd name="T98" fmla="*/ 218 w 436"/>
                <a:gd name="T99" fmla="*/ 87 h 432"/>
                <a:gd name="T100" fmla="*/ 347 w 436"/>
                <a:gd name="T101" fmla="*/ 216 h 432"/>
                <a:gd name="T102" fmla="*/ 218 w 436"/>
                <a:gd name="T103" fmla="*/ 345 h 432"/>
                <a:gd name="T104" fmla="*/ 89 w 436"/>
                <a:gd name="T105" fmla="*/ 216 h 432"/>
                <a:gd name="T106" fmla="*/ 218 w 436"/>
                <a:gd name="T107" fmla="*/ 87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36" h="432">
                  <a:moveTo>
                    <a:pt x="53" y="278"/>
                  </a:moveTo>
                  <a:cubicBezTo>
                    <a:pt x="15" y="299"/>
                    <a:pt x="15" y="299"/>
                    <a:pt x="15" y="299"/>
                  </a:cubicBezTo>
                  <a:cubicBezTo>
                    <a:pt x="45" y="351"/>
                    <a:pt x="45" y="351"/>
                    <a:pt x="45" y="351"/>
                  </a:cubicBezTo>
                  <a:cubicBezTo>
                    <a:pt x="83" y="329"/>
                    <a:pt x="83" y="329"/>
                    <a:pt x="83" y="329"/>
                  </a:cubicBezTo>
                  <a:cubicBezTo>
                    <a:pt x="90" y="337"/>
                    <a:pt x="98" y="345"/>
                    <a:pt x="106" y="351"/>
                  </a:cubicBezTo>
                  <a:cubicBezTo>
                    <a:pt x="84" y="390"/>
                    <a:pt x="84" y="390"/>
                    <a:pt x="84" y="390"/>
                  </a:cubicBezTo>
                  <a:cubicBezTo>
                    <a:pt x="136" y="420"/>
                    <a:pt x="136" y="420"/>
                    <a:pt x="136" y="420"/>
                  </a:cubicBezTo>
                  <a:cubicBezTo>
                    <a:pt x="157" y="381"/>
                    <a:pt x="157" y="381"/>
                    <a:pt x="157" y="381"/>
                  </a:cubicBezTo>
                  <a:cubicBezTo>
                    <a:pt x="167" y="385"/>
                    <a:pt x="176" y="388"/>
                    <a:pt x="188" y="390"/>
                  </a:cubicBezTo>
                  <a:cubicBezTo>
                    <a:pt x="188" y="432"/>
                    <a:pt x="188" y="432"/>
                    <a:pt x="188" y="432"/>
                  </a:cubicBezTo>
                  <a:cubicBezTo>
                    <a:pt x="248" y="432"/>
                    <a:pt x="248" y="432"/>
                    <a:pt x="248" y="432"/>
                  </a:cubicBezTo>
                  <a:cubicBezTo>
                    <a:pt x="248" y="390"/>
                    <a:pt x="248" y="390"/>
                    <a:pt x="248" y="390"/>
                  </a:cubicBezTo>
                  <a:cubicBezTo>
                    <a:pt x="260" y="388"/>
                    <a:pt x="269" y="385"/>
                    <a:pt x="279" y="381"/>
                  </a:cubicBezTo>
                  <a:cubicBezTo>
                    <a:pt x="301" y="420"/>
                    <a:pt x="301" y="420"/>
                    <a:pt x="301" y="420"/>
                  </a:cubicBezTo>
                  <a:cubicBezTo>
                    <a:pt x="353" y="390"/>
                    <a:pt x="353" y="390"/>
                    <a:pt x="353" y="390"/>
                  </a:cubicBezTo>
                  <a:cubicBezTo>
                    <a:pt x="331" y="351"/>
                    <a:pt x="331" y="351"/>
                    <a:pt x="331" y="351"/>
                  </a:cubicBezTo>
                  <a:cubicBezTo>
                    <a:pt x="339" y="345"/>
                    <a:pt x="347" y="337"/>
                    <a:pt x="353" y="329"/>
                  </a:cubicBezTo>
                  <a:cubicBezTo>
                    <a:pt x="392" y="351"/>
                    <a:pt x="392" y="351"/>
                    <a:pt x="392" y="351"/>
                  </a:cubicBezTo>
                  <a:cubicBezTo>
                    <a:pt x="422" y="299"/>
                    <a:pt x="422" y="299"/>
                    <a:pt x="422" y="299"/>
                  </a:cubicBezTo>
                  <a:cubicBezTo>
                    <a:pt x="384" y="278"/>
                    <a:pt x="384" y="278"/>
                    <a:pt x="384" y="278"/>
                  </a:cubicBezTo>
                  <a:cubicBezTo>
                    <a:pt x="387" y="268"/>
                    <a:pt x="390" y="256"/>
                    <a:pt x="392" y="248"/>
                  </a:cubicBezTo>
                  <a:cubicBezTo>
                    <a:pt x="436" y="248"/>
                    <a:pt x="436" y="248"/>
                    <a:pt x="436" y="248"/>
                  </a:cubicBezTo>
                  <a:cubicBezTo>
                    <a:pt x="436" y="188"/>
                    <a:pt x="436" y="188"/>
                    <a:pt x="436" y="188"/>
                  </a:cubicBezTo>
                  <a:cubicBezTo>
                    <a:pt x="392" y="188"/>
                    <a:pt x="392" y="188"/>
                    <a:pt x="392" y="188"/>
                  </a:cubicBezTo>
                  <a:cubicBezTo>
                    <a:pt x="390" y="176"/>
                    <a:pt x="387" y="166"/>
                    <a:pt x="384" y="156"/>
                  </a:cubicBezTo>
                  <a:cubicBezTo>
                    <a:pt x="422" y="134"/>
                    <a:pt x="422" y="134"/>
                    <a:pt x="422" y="134"/>
                  </a:cubicBezTo>
                  <a:cubicBezTo>
                    <a:pt x="392" y="82"/>
                    <a:pt x="392" y="82"/>
                    <a:pt x="392" y="82"/>
                  </a:cubicBezTo>
                  <a:cubicBezTo>
                    <a:pt x="353" y="104"/>
                    <a:pt x="353" y="104"/>
                    <a:pt x="353" y="104"/>
                  </a:cubicBezTo>
                  <a:cubicBezTo>
                    <a:pt x="347" y="95"/>
                    <a:pt x="339" y="88"/>
                    <a:pt x="331" y="81"/>
                  </a:cubicBezTo>
                  <a:cubicBezTo>
                    <a:pt x="353" y="43"/>
                    <a:pt x="353" y="43"/>
                    <a:pt x="353" y="43"/>
                  </a:cubicBezTo>
                  <a:cubicBezTo>
                    <a:pt x="301" y="13"/>
                    <a:pt x="301" y="13"/>
                    <a:pt x="301" y="13"/>
                  </a:cubicBezTo>
                  <a:cubicBezTo>
                    <a:pt x="279" y="51"/>
                    <a:pt x="279" y="51"/>
                    <a:pt x="279" y="51"/>
                  </a:cubicBezTo>
                  <a:cubicBezTo>
                    <a:pt x="269" y="47"/>
                    <a:pt x="260" y="45"/>
                    <a:pt x="248" y="43"/>
                  </a:cubicBezTo>
                  <a:cubicBezTo>
                    <a:pt x="248" y="0"/>
                    <a:pt x="248" y="0"/>
                    <a:pt x="248" y="0"/>
                  </a:cubicBezTo>
                  <a:cubicBezTo>
                    <a:pt x="188" y="0"/>
                    <a:pt x="188" y="0"/>
                    <a:pt x="188" y="0"/>
                  </a:cubicBezTo>
                  <a:cubicBezTo>
                    <a:pt x="188" y="43"/>
                    <a:pt x="188" y="43"/>
                    <a:pt x="188" y="43"/>
                  </a:cubicBezTo>
                  <a:cubicBezTo>
                    <a:pt x="176" y="45"/>
                    <a:pt x="167" y="47"/>
                    <a:pt x="157" y="51"/>
                  </a:cubicBezTo>
                  <a:cubicBezTo>
                    <a:pt x="135" y="13"/>
                    <a:pt x="135" y="13"/>
                    <a:pt x="135" y="13"/>
                  </a:cubicBezTo>
                  <a:cubicBezTo>
                    <a:pt x="83" y="43"/>
                    <a:pt x="83" y="43"/>
                    <a:pt x="83" y="43"/>
                  </a:cubicBezTo>
                  <a:cubicBezTo>
                    <a:pt x="106" y="81"/>
                    <a:pt x="106" y="81"/>
                    <a:pt x="106" y="81"/>
                  </a:cubicBezTo>
                  <a:cubicBezTo>
                    <a:pt x="97" y="88"/>
                    <a:pt x="90" y="95"/>
                    <a:pt x="83" y="103"/>
                  </a:cubicBezTo>
                  <a:cubicBezTo>
                    <a:pt x="45" y="81"/>
                    <a:pt x="45" y="81"/>
                    <a:pt x="45" y="81"/>
                  </a:cubicBezTo>
                  <a:cubicBezTo>
                    <a:pt x="15" y="133"/>
                    <a:pt x="15" y="133"/>
                    <a:pt x="15" y="133"/>
                  </a:cubicBezTo>
                  <a:cubicBezTo>
                    <a:pt x="53" y="156"/>
                    <a:pt x="53" y="156"/>
                    <a:pt x="53" y="156"/>
                  </a:cubicBezTo>
                  <a:cubicBezTo>
                    <a:pt x="50" y="166"/>
                    <a:pt x="47" y="176"/>
                    <a:pt x="45" y="188"/>
                  </a:cubicBezTo>
                  <a:cubicBezTo>
                    <a:pt x="0" y="188"/>
                    <a:pt x="0" y="188"/>
                    <a:pt x="0" y="188"/>
                  </a:cubicBezTo>
                  <a:cubicBezTo>
                    <a:pt x="0" y="248"/>
                    <a:pt x="0" y="248"/>
                    <a:pt x="0" y="248"/>
                  </a:cubicBezTo>
                  <a:cubicBezTo>
                    <a:pt x="45" y="248"/>
                    <a:pt x="45" y="248"/>
                    <a:pt x="45" y="248"/>
                  </a:cubicBezTo>
                  <a:cubicBezTo>
                    <a:pt x="47" y="256"/>
                    <a:pt x="50" y="268"/>
                    <a:pt x="53" y="278"/>
                  </a:cubicBezTo>
                  <a:close/>
                  <a:moveTo>
                    <a:pt x="218" y="87"/>
                  </a:moveTo>
                  <a:cubicBezTo>
                    <a:pt x="290" y="87"/>
                    <a:pt x="347" y="145"/>
                    <a:pt x="347" y="216"/>
                  </a:cubicBezTo>
                  <a:cubicBezTo>
                    <a:pt x="347" y="287"/>
                    <a:pt x="290" y="345"/>
                    <a:pt x="218" y="345"/>
                  </a:cubicBezTo>
                  <a:cubicBezTo>
                    <a:pt x="147" y="345"/>
                    <a:pt x="89" y="287"/>
                    <a:pt x="89" y="216"/>
                  </a:cubicBezTo>
                  <a:cubicBezTo>
                    <a:pt x="89" y="145"/>
                    <a:pt x="147" y="87"/>
                    <a:pt x="218"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Oval 53"/>
            <p:cNvSpPr>
              <a:spLocks noChangeArrowheads="1"/>
            </p:cNvSpPr>
            <p:nvPr/>
          </p:nvSpPr>
          <p:spPr bwMode="auto">
            <a:xfrm>
              <a:off x="3122613" y="5140325"/>
              <a:ext cx="179388" cy="1793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54"/>
            <p:cNvSpPr>
              <a:spLocks/>
            </p:cNvSpPr>
            <p:nvPr/>
          </p:nvSpPr>
          <p:spPr bwMode="auto">
            <a:xfrm>
              <a:off x="3176588" y="5986463"/>
              <a:ext cx="76200" cy="101600"/>
            </a:xfrm>
            <a:custGeom>
              <a:avLst/>
              <a:gdLst>
                <a:gd name="T0" fmla="*/ 49 w 49"/>
                <a:gd name="T1" fmla="*/ 40 h 64"/>
                <a:gd name="T2" fmla="*/ 46 w 49"/>
                <a:gd name="T3" fmla="*/ 33 h 64"/>
                <a:gd name="T4" fmla="*/ 37 w 49"/>
                <a:gd name="T5" fmla="*/ 27 h 64"/>
                <a:gd name="T6" fmla="*/ 46 w 49"/>
                <a:gd name="T7" fmla="*/ 18 h 64"/>
                <a:gd name="T8" fmla="*/ 49 w 49"/>
                <a:gd name="T9" fmla="*/ 12 h 64"/>
                <a:gd name="T10" fmla="*/ 45 w 49"/>
                <a:gd name="T11" fmla="*/ 4 h 64"/>
                <a:gd name="T12" fmla="*/ 34 w 49"/>
                <a:gd name="T13" fmla="*/ 0 h 64"/>
                <a:gd name="T14" fmla="*/ 11 w 49"/>
                <a:gd name="T15" fmla="*/ 4 h 64"/>
                <a:gd name="T16" fmla="*/ 1 w 49"/>
                <a:gd name="T17" fmla="*/ 11 h 64"/>
                <a:gd name="T18" fmla="*/ 1 w 49"/>
                <a:gd name="T19" fmla="*/ 13 h 64"/>
                <a:gd name="T20" fmla="*/ 2 w 49"/>
                <a:gd name="T21" fmla="*/ 14 h 64"/>
                <a:gd name="T22" fmla="*/ 4 w 49"/>
                <a:gd name="T23" fmla="*/ 15 h 64"/>
                <a:gd name="T24" fmla="*/ 5 w 49"/>
                <a:gd name="T25" fmla="*/ 15 h 64"/>
                <a:gd name="T26" fmla="*/ 6 w 49"/>
                <a:gd name="T27" fmla="*/ 17 h 64"/>
                <a:gd name="T28" fmla="*/ 4 w 49"/>
                <a:gd name="T29" fmla="*/ 31 h 64"/>
                <a:gd name="T30" fmla="*/ 1 w 49"/>
                <a:gd name="T31" fmla="*/ 51 h 64"/>
                <a:gd name="T32" fmla="*/ 0 w 49"/>
                <a:gd name="T33" fmla="*/ 54 h 64"/>
                <a:gd name="T34" fmla="*/ 6 w 49"/>
                <a:gd name="T35" fmla="*/ 61 h 64"/>
                <a:gd name="T36" fmla="*/ 9 w 49"/>
                <a:gd name="T37" fmla="*/ 60 h 64"/>
                <a:gd name="T38" fmla="*/ 11 w 49"/>
                <a:gd name="T39" fmla="*/ 55 h 64"/>
                <a:gd name="T40" fmla="*/ 11 w 49"/>
                <a:gd name="T41" fmla="*/ 49 h 64"/>
                <a:gd name="T42" fmla="*/ 14 w 49"/>
                <a:gd name="T43" fmla="*/ 31 h 64"/>
                <a:gd name="T44" fmla="*/ 17 w 49"/>
                <a:gd name="T45" fmla="*/ 13 h 64"/>
                <a:gd name="T46" fmla="*/ 22 w 49"/>
                <a:gd name="T47" fmla="*/ 10 h 64"/>
                <a:gd name="T48" fmla="*/ 33 w 49"/>
                <a:gd name="T49" fmla="*/ 9 h 64"/>
                <a:gd name="T50" fmla="*/ 38 w 49"/>
                <a:gd name="T51" fmla="*/ 12 h 64"/>
                <a:gd name="T52" fmla="*/ 34 w 49"/>
                <a:gd name="T53" fmla="*/ 20 h 64"/>
                <a:gd name="T54" fmla="*/ 25 w 49"/>
                <a:gd name="T55" fmla="*/ 26 h 64"/>
                <a:gd name="T56" fmla="*/ 17 w 49"/>
                <a:gd name="T57" fmla="*/ 31 h 64"/>
                <a:gd name="T58" fmla="*/ 18 w 49"/>
                <a:gd name="T59" fmla="*/ 35 h 64"/>
                <a:gd name="T60" fmla="*/ 23 w 49"/>
                <a:gd name="T61" fmla="*/ 36 h 64"/>
                <a:gd name="T62" fmla="*/ 27 w 49"/>
                <a:gd name="T63" fmla="*/ 35 h 64"/>
                <a:gd name="T64" fmla="*/ 30 w 49"/>
                <a:gd name="T65" fmla="*/ 33 h 64"/>
                <a:gd name="T66" fmla="*/ 36 w 49"/>
                <a:gd name="T67" fmla="*/ 36 h 64"/>
                <a:gd name="T68" fmla="*/ 39 w 49"/>
                <a:gd name="T69" fmla="*/ 41 h 64"/>
                <a:gd name="T70" fmla="*/ 33 w 49"/>
                <a:gd name="T71" fmla="*/ 50 h 64"/>
                <a:gd name="T72" fmla="*/ 23 w 49"/>
                <a:gd name="T73" fmla="*/ 54 h 64"/>
                <a:gd name="T74" fmla="*/ 21 w 49"/>
                <a:gd name="T75" fmla="*/ 54 h 64"/>
                <a:gd name="T76" fmla="*/ 13 w 49"/>
                <a:gd name="T77" fmla="*/ 60 h 64"/>
                <a:gd name="T78" fmla="*/ 19 w 49"/>
                <a:gd name="T79" fmla="*/ 64 h 64"/>
                <a:gd name="T80" fmla="*/ 39 w 49"/>
                <a:gd name="T81" fmla="*/ 56 h 64"/>
                <a:gd name="T82" fmla="*/ 49 w 49"/>
                <a:gd name="T83" fmla="*/ 4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9" h="64">
                  <a:moveTo>
                    <a:pt x="49" y="40"/>
                  </a:moveTo>
                  <a:cubicBezTo>
                    <a:pt x="49" y="38"/>
                    <a:pt x="48" y="35"/>
                    <a:pt x="46" y="33"/>
                  </a:cubicBezTo>
                  <a:cubicBezTo>
                    <a:pt x="45" y="31"/>
                    <a:pt x="42" y="29"/>
                    <a:pt x="37" y="27"/>
                  </a:cubicBezTo>
                  <a:cubicBezTo>
                    <a:pt x="41" y="23"/>
                    <a:pt x="45" y="21"/>
                    <a:pt x="46" y="18"/>
                  </a:cubicBezTo>
                  <a:cubicBezTo>
                    <a:pt x="48" y="16"/>
                    <a:pt x="49" y="14"/>
                    <a:pt x="49" y="12"/>
                  </a:cubicBezTo>
                  <a:cubicBezTo>
                    <a:pt x="49" y="9"/>
                    <a:pt x="48" y="6"/>
                    <a:pt x="45" y="4"/>
                  </a:cubicBezTo>
                  <a:cubicBezTo>
                    <a:pt x="42" y="2"/>
                    <a:pt x="39" y="0"/>
                    <a:pt x="34" y="0"/>
                  </a:cubicBezTo>
                  <a:cubicBezTo>
                    <a:pt x="26" y="0"/>
                    <a:pt x="19" y="2"/>
                    <a:pt x="11" y="4"/>
                  </a:cubicBezTo>
                  <a:cubicBezTo>
                    <a:pt x="4" y="6"/>
                    <a:pt x="1" y="9"/>
                    <a:pt x="1" y="11"/>
                  </a:cubicBezTo>
                  <a:cubicBezTo>
                    <a:pt x="1" y="12"/>
                    <a:pt x="1" y="12"/>
                    <a:pt x="1" y="13"/>
                  </a:cubicBezTo>
                  <a:cubicBezTo>
                    <a:pt x="1" y="13"/>
                    <a:pt x="1" y="14"/>
                    <a:pt x="2" y="14"/>
                  </a:cubicBezTo>
                  <a:cubicBezTo>
                    <a:pt x="3" y="15"/>
                    <a:pt x="3" y="15"/>
                    <a:pt x="4" y="15"/>
                  </a:cubicBezTo>
                  <a:cubicBezTo>
                    <a:pt x="5" y="15"/>
                    <a:pt x="5" y="15"/>
                    <a:pt x="5" y="15"/>
                  </a:cubicBezTo>
                  <a:cubicBezTo>
                    <a:pt x="6" y="15"/>
                    <a:pt x="6" y="16"/>
                    <a:pt x="6" y="17"/>
                  </a:cubicBezTo>
                  <a:cubicBezTo>
                    <a:pt x="6" y="18"/>
                    <a:pt x="5" y="22"/>
                    <a:pt x="4" y="31"/>
                  </a:cubicBezTo>
                  <a:cubicBezTo>
                    <a:pt x="3" y="39"/>
                    <a:pt x="2" y="46"/>
                    <a:pt x="1" y="51"/>
                  </a:cubicBezTo>
                  <a:cubicBezTo>
                    <a:pt x="0" y="52"/>
                    <a:pt x="0" y="54"/>
                    <a:pt x="0" y="54"/>
                  </a:cubicBezTo>
                  <a:cubicBezTo>
                    <a:pt x="0" y="59"/>
                    <a:pt x="2" y="61"/>
                    <a:pt x="6" y="61"/>
                  </a:cubicBezTo>
                  <a:cubicBezTo>
                    <a:pt x="7" y="61"/>
                    <a:pt x="8" y="61"/>
                    <a:pt x="9" y="60"/>
                  </a:cubicBezTo>
                  <a:cubicBezTo>
                    <a:pt x="10" y="59"/>
                    <a:pt x="11" y="57"/>
                    <a:pt x="11" y="55"/>
                  </a:cubicBezTo>
                  <a:cubicBezTo>
                    <a:pt x="11" y="49"/>
                    <a:pt x="11" y="49"/>
                    <a:pt x="11" y="49"/>
                  </a:cubicBezTo>
                  <a:cubicBezTo>
                    <a:pt x="11" y="48"/>
                    <a:pt x="12" y="42"/>
                    <a:pt x="14" y="31"/>
                  </a:cubicBezTo>
                  <a:cubicBezTo>
                    <a:pt x="15" y="20"/>
                    <a:pt x="16" y="14"/>
                    <a:pt x="17" y="13"/>
                  </a:cubicBezTo>
                  <a:cubicBezTo>
                    <a:pt x="17" y="11"/>
                    <a:pt x="19" y="11"/>
                    <a:pt x="22" y="10"/>
                  </a:cubicBezTo>
                  <a:cubicBezTo>
                    <a:pt x="26" y="9"/>
                    <a:pt x="29" y="9"/>
                    <a:pt x="33" y="9"/>
                  </a:cubicBezTo>
                  <a:cubicBezTo>
                    <a:pt x="36" y="9"/>
                    <a:pt x="38" y="10"/>
                    <a:pt x="38" y="12"/>
                  </a:cubicBezTo>
                  <a:cubicBezTo>
                    <a:pt x="38" y="14"/>
                    <a:pt x="37" y="17"/>
                    <a:pt x="34" y="20"/>
                  </a:cubicBezTo>
                  <a:cubicBezTo>
                    <a:pt x="31" y="23"/>
                    <a:pt x="28" y="25"/>
                    <a:pt x="25" y="26"/>
                  </a:cubicBezTo>
                  <a:cubicBezTo>
                    <a:pt x="19" y="28"/>
                    <a:pt x="17" y="30"/>
                    <a:pt x="17" y="31"/>
                  </a:cubicBezTo>
                  <a:cubicBezTo>
                    <a:pt x="17" y="33"/>
                    <a:pt x="17" y="34"/>
                    <a:pt x="18" y="35"/>
                  </a:cubicBezTo>
                  <a:cubicBezTo>
                    <a:pt x="18" y="36"/>
                    <a:pt x="20" y="36"/>
                    <a:pt x="23" y="36"/>
                  </a:cubicBezTo>
                  <a:cubicBezTo>
                    <a:pt x="23" y="36"/>
                    <a:pt x="25" y="35"/>
                    <a:pt x="27" y="35"/>
                  </a:cubicBezTo>
                  <a:cubicBezTo>
                    <a:pt x="29" y="34"/>
                    <a:pt x="30" y="33"/>
                    <a:pt x="30" y="33"/>
                  </a:cubicBezTo>
                  <a:cubicBezTo>
                    <a:pt x="32" y="33"/>
                    <a:pt x="35" y="34"/>
                    <a:pt x="36" y="36"/>
                  </a:cubicBezTo>
                  <a:cubicBezTo>
                    <a:pt x="38" y="37"/>
                    <a:pt x="39" y="39"/>
                    <a:pt x="39" y="41"/>
                  </a:cubicBezTo>
                  <a:cubicBezTo>
                    <a:pt x="39" y="44"/>
                    <a:pt x="37" y="47"/>
                    <a:pt x="33" y="50"/>
                  </a:cubicBezTo>
                  <a:cubicBezTo>
                    <a:pt x="29" y="53"/>
                    <a:pt x="26" y="54"/>
                    <a:pt x="23" y="54"/>
                  </a:cubicBezTo>
                  <a:cubicBezTo>
                    <a:pt x="21" y="54"/>
                    <a:pt x="21" y="54"/>
                    <a:pt x="21" y="54"/>
                  </a:cubicBezTo>
                  <a:cubicBezTo>
                    <a:pt x="16" y="54"/>
                    <a:pt x="13" y="56"/>
                    <a:pt x="13" y="60"/>
                  </a:cubicBezTo>
                  <a:cubicBezTo>
                    <a:pt x="13" y="62"/>
                    <a:pt x="15" y="64"/>
                    <a:pt x="19" y="64"/>
                  </a:cubicBezTo>
                  <a:cubicBezTo>
                    <a:pt x="26" y="64"/>
                    <a:pt x="33" y="61"/>
                    <a:pt x="39" y="56"/>
                  </a:cubicBezTo>
                  <a:cubicBezTo>
                    <a:pt x="45" y="50"/>
                    <a:pt x="49" y="45"/>
                    <a:pt x="49"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55"/>
            <p:cNvSpPr>
              <a:spLocks/>
            </p:cNvSpPr>
            <p:nvPr/>
          </p:nvSpPr>
          <p:spPr bwMode="auto">
            <a:xfrm>
              <a:off x="3265488" y="6013450"/>
              <a:ext cx="63500" cy="69850"/>
            </a:xfrm>
            <a:custGeom>
              <a:avLst/>
              <a:gdLst>
                <a:gd name="T0" fmla="*/ 12 w 40"/>
                <a:gd name="T1" fmla="*/ 13 h 44"/>
                <a:gd name="T2" fmla="*/ 14 w 40"/>
                <a:gd name="T3" fmla="*/ 5 h 44"/>
                <a:gd name="T4" fmla="*/ 13 w 40"/>
                <a:gd name="T5" fmla="*/ 2 h 44"/>
                <a:gd name="T6" fmla="*/ 9 w 40"/>
                <a:gd name="T7" fmla="*/ 0 h 44"/>
                <a:gd name="T8" fmla="*/ 4 w 40"/>
                <a:gd name="T9" fmla="*/ 3 h 44"/>
                <a:gd name="T10" fmla="*/ 2 w 40"/>
                <a:gd name="T11" fmla="*/ 15 h 44"/>
                <a:gd name="T12" fmla="*/ 0 w 40"/>
                <a:gd name="T13" fmla="*/ 29 h 44"/>
                <a:gd name="T14" fmla="*/ 3 w 40"/>
                <a:gd name="T15" fmla="*/ 39 h 44"/>
                <a:gd name="T16" fmla="*/ 9 w 40"/>
                <a:gd name="T17" fmla="*/ 42 h 44"/>
                <a:gd name="T18" fmla="*/ 19 w 40"/>
                <a:gd name="T19" fmla="*/ 38 h 44"/>
                <a:gd name="T20" fmla="*/ 28 w 40"/>
                <a:gd name="T21" fmla="*/ 27 h 44"/>
                <a:gd name="T22" fmla="*/ 30 w 40"/>
                <a:gd name="T23" fmla="*/ 39 h 44"/>
                <a:gd name="T24" fmla="*/ 34 w 40"/>
                <a:gd name="T25" fmla="*/ 44 h 44"/>
                <a:gd name="T26" fmla="*/ 38 w 40"/>
                <a:gd name="T27" fmla="*/ 42 h 44"/>
                <a:gd name="T28" fmla="*/ 40 w 40"/>
                <a:gd name="T29" fmla="*/ 40 h 44"/>
                <a:gd name="T30" fmla="*/ 39 w 40"/>
                <a:gd name="T31" fmla="*/ 38 h 44"/>
                <a:gd name="T32" fmla="*/ 36 w 40"/>
                <a:gd name="T33" fmla="*/ 26 h 44"/>
                <a:gd name="T34" fmla="*/ 38 w 40"/>
                <a:gd name="T35" fmla="*/ 10 h 44"/>
                <a:gd name="T36" fmla="*/ 39 w 40"/>
                <a:gd name="T37" fmla="*/ 7 h 44"/>
                <a:gd name="T38" fmla="*/ 34 w 40"/>
                <a:gd name="T39" fmla="*/ 3 h 44"/>
                <a:gd name="T40" fmla="*/ 31 w 40"/>
                <a:gd name="T41" fmla="*/ 5 h 44"/>
                <a:gd name="T42" fmla="*/ 27 w 40"/>
                <a:gd name="T43" fmla="*/ 14 h 44"/>
                <a:gd name="T44" fmla="*/ 20 w 40"/>
                <a:gd name="T45" fmla="*/ 27 h 44"/>
                <a:gd name="T46" fmla="*/ 11 w 40"/>
                <a:gd name="T47" fmla="*/ 34 h 44"/>
                <a:gd name="T48" fmla="*/ 8 w 40"/>
                <a:gd name="T49" fmla="*/ 29 h 44"/>
                <a:gd name="T50" fmla="*/ 10 w 40"/>
                <a:gd name="T51" fmla="*/ 21 h 44"/>
                <a:gd name="T52" fmla="*/ 12 w 40"/>
                <a:gd name="T53" fmla="*/ 1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0" h="44">
                  <a:moveTo>
                    <a:pt x="12" y="13"/>
                  </a:moveTo>
                  <a:cubicBezTo>
                    <a:pt x="13" y="9"/>
                    <a:pt x="14" y="7"/>
                    <a:pt x="14" y="5"/>
                  </a:cubicBezTo>
                  <a:cubicBezTo>
                    <a:pt x="14" y="4"/>
                    <a:pt x="14" y="3"/>
                    <a:pt x="13" y="2"/>
                  </a:cubicBezTo>
                  <a:cubicBezTo>
                    <a:pt x="12" y="1"/>
                    <a:pt x="11" y="0"/>
                    <a:pt x="9" y="0"/>
                  </a:cubicBezTo>
                  <a:cubicBezTo>
                    <a:pt x="7" y="0"/>
                    <a:pt x="5" y="1"/>
                    <a:pt x="4" y="3"/>
                  </a:cubicBezTo>
                  <a:cubicBezTo>
                    <a:pt x="4" y="6"/>
                    <a:pt x="4" y="10"/>
                    <a:pt x="2" y="15"/>
                  </a:cubicBezTo>
                  <a:cubicBezTo>
                    <a:pt x="1" y="22"/>
                    <a:pt x="0" y="26"/>
                    <a:pt x="0" y="29"/>
                  </a:cubicBezTo>
                  <a:cubicBezTo>
                    <a:pt x="0" y="34"/>
                    <a:pt x="1" y="37"/>
                    <a:pt x="3" y="39"/>
                  </a:cubicBezTo>
                  <a:cubicBezTo>
                    <a:pt x="5" y="41"/>
                    <a:pt x="7" y="42"/>
                    <a:pt x="9" y="42"/>
                  </a:cubicBezTo>
                  <a:cubicBezTo>
                    <a:pt x="12" y="42"/>
                    <a:pt x="16" y="41"/>
                    <a:pt x="19" y="38"/>
                  </a:cubicBezTo>
                  <a:cubicBezTo>
                    <a:pt x="22" y="36"/>
                    <a:pt x="25" y="32"/>
                    <a:pt x="28" y="27"/>
                  </a:cubicBezTo>
                  <a:cubicBezTo>
                    <a:pt x="28" y="32"/>
                    <a:pt x="28" y="36"/>
                    <a:pt x="30" y="39"/>
                  </a:cubicBezTo>
                  <a:cubicBezTo>
                    <a:pt x="31" y="42"/>
                    <a:pt x="32" y="44"/>
                    <a:pt x="34" y="44"/>
                  </a:cubicBezTo>
                  <a:cubicBezTo>
                    <a:pt x="36" y="44"/>
                    <a:pt x="37" y="43"/>
                    <a:pt x="38" y="42"/>
                  </a:cubicBezTo>
                  <a:cubicBezTo>
                    <a:pt x="39" y="42"/>
                    <a:pt x="40" y="41"/>
                    <a:pt x="40" y="40"/>
                  </a:cubicBezTo>
                  <a:cubicBezTo>
                    <a:pt x="40" y="39"/>
                    <a:pt x="40" y="38"/>
                    <a:pt x="39" y="38"/>
                  </a:cubicBezTo>
                  <a:cubicBezTo>
                    <a:pt x="37" y="37"/>
                    <a:pt x="36" y="33"/>
                    <a:pt x="36" y="26"/>
                  </a:cubicBezTo>
                  <a:cubicBezTo>
                    <a:pt x="36" y="20"/>
                    <a:pt x="36" y="15"/>
                    <a:pt x="38" y="10"/>
                  </a:cubicBezTo>
                  <a:cubicBezTo>
                    <a:pt x="38" y="9"/>
                    <a:pt x="39" y="8"/>
                    <a:pt x="39" y="7"/>
                  </a:cubicBezTo>
                  <a:cubicBezTo>
                    <a:pt x="39" y="4"/>
                    <a:pt x="37" y="3"/>
                    <a:pt x="34" y="3"/>
                  </a:cubicBezTo>
                  <a:cubicBezTo>
                    <a:pt x="33" y="3"/>
                    <a:pt x="31" y="4"/>
                    <a:pt x="31" y="5"/>
                  </a:cubicBezTo>
                  <a:cubicBezTo>
                    <a:pt x="30" y="6"/>
                    <a:pt x="29" y="9"/>
                    <a:pt x="27" y="14"/>
                  </a:cubicBezTo>
                  <a:cubicBezTo>
                    <a:pt x="26" y="18"/>
                    <a:pt x="24" y="23"/>
                    <a:pt x="20" y="27"/>
                  </a:cubicBezTo>
                  <a:cubicBezTo>
                    <a:pt x="16" y="32"/>
                    <a:pt x="13" y="34"/>
                    <a:pt x="11" y="34"/>
                  </a:cubicBezTo>
                  <a:cubicBezTo>
                    <a:pt x="9" y="34"/>
                    <a:pt x="8" y="32"/>
                    <a:pt x="8" y="29"/>
                  </a:cubicBezTo>
                  <a:cubicBezTo>
                    <a:pt x="8" y="27"/>
                    <a:pt x="9" y="25"/>
                    <a:pt x="10" y="21"/>
                  </a:cubicBezTo>
                  <a:cubicBezTo>
                    <a:pt x="11" y="18"/>
                    <a:pt x="11" y="15"/>
                    <a:pt x="12"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56"/>
            <p:cNvSpPr>
              <a:spLocks/>
            </p:cNvSpPr>
            <p:nvPr/>
          </p:nvSpPr>
          <p:spPr bwMode="auto">
            <a:xfrm>
              <a:off x="3336925" y="6007100"/>
              <a:ext cx="49213" cy="77788"/>
            </a:xfrm>
            <a:custGeom>
              <a:avLst/>
              <a:gdLst>
                <a:gd name="T0" fmla="*/ 17 w 32"/>
                <a:gd name="T1" fmla="*/ 39 h 49"/>
                <a:gd name="T2" fmla="*/ 10 w 32"/>
                <a:gd name="T3" fmla="*/ 40 h 49"/>
                <a:gd name="T4" fmla="*/ 7 w 32"/>
                <a:gd name="T5" fmla="*/ 39 h 49"/>
                <a:gd name="T6" fmla="*/ 4 w 32"/>
                <a:gd name="T7" fmla="*/ 39 h 49"/>
                <a:gd name="T8" fmla="*/ 1 w 32"/>
                <a:gd name="T9" fmla="*/ 40 h 49"/>
                <a:gd name="T10" fmla="*/ 0 w 32"/>
                <a:gd name="T11" fmla="*/ 43 h 49"/>
                <a:gd name="T12" fmla="*/ 7 w 32"/>
                <a:gd name="T13" fmla="*/ 49 h 49"/>
                <a:gd name="T14" fmla="*/ 24 w 32"/>
                <a:gd name="T15" fmla="*/ 45 h 49"/>
                <a:gd name="T16" fmla="*/ 32 w 32"/>
                <a:gd name="T17" fmla="*/ 35 h 49"/>
                <a:gd name="T18" fmla="*/ 30 w 32"/>
                <a:gd name="T19" fmla="*/ 29 h 49"/>
                <a:gd name="T20" fmla="*/ 21 w 32"/>
                <a:gd name="T21" fmla="*/ 24 h 49"/>
                <a:gd name="T22" fmla="*/ 15 w 32"/>
                <a:gd name="T23" fmla="*/ 20 h 49"/>
                <a:gd name="T24" fmla="*/ 13 w 32"/>
                <a:gd name="T25" fmla="*/ 17 h 49"/>
                <a:gd name="T26" fmla="*/ 17 w 32"/>
                <a:gd name="T27" fmla="*/ 11 h 49"/>
                <a:gd name="T28" fmla="*/ 25 w 32"/>
                <a:gd name="T29" fmla="*/ 9 h 49"/>
                <a:gd name="T30" fmla="*/ 27 w 32"/>
                <a:gd name="T31" fmla="*/ 10 h 49"/>
                <a:gd name="T32" fmla="*/ 28 w 32"/>
                <a:gd name="T33" fmla="*/ 10 h 49"/>
                <a:gd name="T34" fmla="*/ 31 w 32"/>
                <a:gd name="T35" fmla="*/ 9 h 49"/>
                <a:gd name="T36" fmla="*/ 32 w 32"/>
                <a:gd name="T37" fmla="*/ 6 h 49"/>
                <a:gd name="T38" fmla="*/ 26 w 32"/>
                <a:gd name="T39" fmla="*/ 0 h 49"/>
                <a:gd name="T40" fmla="*/ 11 w 32"/>
                <a:gd name="T41" fmla="*/ 6 h 49"/>
                <a:gd name="T42" fmla="*/ 3 w 32"/>
                <a:gd name="T43" fmla="*/ 18 h 49"/>
                <a:gd name="T44" fmla="*/ 6 w 32"/>
                <a:gd name="T45" fmla="*/ 24 h 49"/>
                <a:gd name="T46" fmla="*/ 16 w 32"/>
                <a:gd name="T47" fmla="*/ 31 h 49"/>
                <a:gd name="T48" fmla="*/ 23 w 32"/>
                <a:gd name="T49" fmla="*/ 36 h 49"/>
                <a:gd name="T50" fmla="*/ 17 w 32"/>
                <a:gd name="T51" fmla="*/ 3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2" h="49">
                  <a:moveTo>
                    <a:pt x="17" y="39"/>
                  </a:moveTo>
                  <a:cubicBezTo>
                    <a:pt x="15" y="40"/>
                    <a:pt x="12" y="40"/>
                    <a:pt x="10" y="40"/>
                  </a:cubicBezTo>
                  <a:cubicBezTo>
                    <a:pt x="9" y="40"/>
                    <a:pt x="8" y="40"/>
                    <a:pt x="7" y="39"/>
                  </a:cubicBezTo>
                  <a:cubicBezTo>
                    <a:pt x="6" y="39"/>
                    <a:pt x="5" y="39"/>
                    <a:pt x="4" y="39"/>
                  </a:cubicBezTo>
                  <a:cubicBezTo>
                    <a:pt x="3" y="39"/>
                    <a:pt x="2" y="39"/>
                    <a:pt x="1" y="40"/>
                  </a:cubicBezTo>
                  <a:cubicBezTo>
                    <a:pt x="0" y="41"/>
                    <a:pt x="0" y="42"/>
                    <a:pt x="0" y="43"/>
                  </a:cubicBezTo>
                  <a:cubicBezTo>
                    <a:pt x="0" y="47"/>
                    <a:pt x="2" y="49"/>
                    <a:pt x="7" y="49"/>
                  </a:cubicBezTo>
                  <a:cubicBezTo>
                    <a:pt x="13" y="49"/>
                    <a:pt x="19" y="47"/>
                    <a:pt x="24" y="45"/>
                  </a:cubicBezTo>
                  <a:cubicBezTo>
                    <a:pt x="29" y="42"/>
                    <a:pt x="32" y="39"/>
                    <a:pt x="32" y="35"/>
                  </a:cubicBezTo>
                  <a:cubicBezTo>
                    <a:pt x="32" y="33"/>
                    <a:pt x="31" y="31"/>
                    <a:pt x="30" y="29"/>
                  </a:cubicBezTo>
                  <a:cubicBezTo>
                    <a:pt x="28" y="28"/>
                    <a:pt x="25" y="26"/>
                    <a:pt x="21" y="24"/>
                  </a:cubicBezTo>
                  <a:cubicBezTo>
                    <a:pt x="18" y="22"/>
                    <a:pt x="16" y="21"/>
                    <a:pt x="15" y="20"/>
                  </a:cubicBezTo>
                  <a:cubicBezTo>
                    <a:pt x="14" y="19"/>
                    <a:pt x="13" y="18"/>
                    <a:pt x="13" y="17"/>
                  </a:cubicBezTo>
                  <a:cubicBezTo>
                    <a:pt x="13" y="15"/>
                    <a:pt x="15" y="13"/>
                    <a:pt x="17" y="11"/>
                  </a:cubicBezTo>
                  <a:cubicBezTo>
                    <a:pt x="20" y="10"/>
                    <a:pt x="23" y="9"/>
                    <a:pt x="25" y="9"/>
                  </a:cubicBezTo>
                  <a:cubicBezTo>
                    <a:pt x="25" y="9"/>
                    <a:pt x="26" y="9"/>
                    <a:pt x="27" y="10"/>
                  </a:cubicBezTo>
                  <a:cubicBezTo>
                    <a:pt x="28" y="10"/>
                    <a:pt x="28" y="10"/>
                    <a:pt x="28" y="10"/>
                  </a:cubicBezTo>
                  <a:cubicBezTo>
                    <a:pt x="29" y="10"/>
                    <a:pt x="30" y="10"/>
                    <a:pt x="31" y="9"/>
                  </a:cubicBezTo>
                  <a:cubicBezTo>
                    <a:pt x="32" y="8"/>
                    <a:pt x="32" y="7"/>
                    <a:pt x="32" y="6"/>
                  </a:cubicBezTo>
                  <a:cubicBezTo>
                    <a:pt x="32" y="2"/>
                    <a:pt x="30" y="0"/>
                    <a:pt x="26" y="0"/>
                  </a:cubicBezTo>
                  <a:cubicBezTo>
                    <a:pt x="21" y="0"/>
                    <a:pt x="16" y="2"/>
                    <a:pt x="11" y="6"/>
                  </a:cubicBezTo>
                  <a:cubicBezTo>
                    <a:pt x="6" y="9"/>
                    <a:pt x="3" y="13"/>
                    <a:pt x="3" y="18"/>
                  </a:cubicBezTo>
                  <a:cubicBezTo>
                    <a:pt x="3" y="20"/>
                    <a:pt x="4" y="22"/>
                    <a:pt x="6" y="24"/>
                  </a:cubicBezTo>
                  <a:cubicBezTo>
                    <a:pt x="7" y="26"/>
                    <a:pt x="11" y="28"/>
                    <a:pt x="16" y="31"/>
                  </a:cubicBezTo>
                  <a:cubicBezTo>
                    <a:pt x="20" y="33"/>
                    <a:pt x="23" y="34"/>
                    <a:pt x="23" y="36"/>
                  </a:cubicBezTo>
                  <a:cubicBezTo>
                    <a:pt x="22" y="37"/>
                    <a:pt x="20" y="38"/>
                    <a:pt x="17"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57"/>
            <p:cNvSpPr>
              <a:spLocks/>
            </p:cNvSpPr>
            <p:nvPr/>
          </p:nvSpPr>
          <p:spPr bwMode="auto">
            <a:xfrm>
              <a:off x="3409950" y="5978525"/>
              <a:ext cx="20638" cy="19050"/>
            </a:xfrm>
            <a:custGeom>
              <a:avLst/>
              <a:gdLst>
                <a:gd name="T0" fmla="*/ 11 w 13"/>
                <a:gd name="T1" fmla="*/ 2 h 12"/>
                <a:gd name="T2" fmla="*/ 7 w 13"/>
                <a:gd name="T3" fmla="*/ 0 h 12"/>
                <a:gd name="T4" fmla="*/ 2 w 13"/>
                <a:gd name="T5" fmla="*/ 2 h 12"/>
                <a:gd name="T6" fmla="*/ 0 w 13"/>
                <a:gd name="T7" fmla="*/ 6 h 12"/>
                <a:gd name="T8" fmla="*/ 2 w 13"/>
                <a:gd name="T9" fmla="*/ 10 h 12"/>
                <a:gd name="T10" fmla="*/ 6 w 13"/>
                <a:gd name="T11" fmla="*/ 12 h 12"/>
                <a:gd name="T12" fmla="*/ 11 w 13"/>
                <a:gd name="T13" fmla="*/ 10 h 12"/>
                <a:gd name="T14" fmla="*/ 13 w 13"/>
                <a:gd name="T15" fmla="*/ 5 h 12"/>
                <a:gd name="T16" fmla="*/ 11 w 13"/>
                <a:gd name="T17"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2">
                  <a:moveTo>
                    <a:pt x="11" y="2"/>
                  </a:moveTo>
                  <a:cubicBezTo>
                    <a:pt x="10" y="1"/>
                    <a:pt x="9" y="0"/>
                    <a:pt x="7" y="0"/>
                  </a:cubicBezTo>
                  <a:cubicBezTo>
                    <a:pt x="5" y="0"/>
                    <a:pt x="3" y="1"/>
                    <a:pt x="2" y="2"/>
                  </a:cubicBezTo>
                  <a:cubicBezTo>
                    <a:pt x="1" y="3"/>
                    <a:pt x="0" y="5"/>
                    <a:pt x="0" y="6"/>
                  </a:cubicBezTo>
                  <a:cubicBezTo>
                    <a:pt x="0" y="8"/>
                    <a:pt x="1" y="9"/>
                    <a:pt x="2" y="10"/>
                  </a:cubicBezTo>
                  <a:cubicBezTo>
                    <a:pt x="3" y="12"/>
                    <a:pt x="5" y="12"/>
                    <a:pt x="6" y="12"/>
                  </a:cubicBezTo>
                  <a:cubicBezTo>
                    <a:pt x="7" y="12"/>
                    <a:pt x="9" y="12"/>
                    <a:pt x="11" y="10"/>
                  </a:cubicBezTo>
                  <a:cubicBezTo>
                    <a:pt x="12" y="9"/>
                    <a:pt x="13" y="7"/>
                    <a:pt x="13" y="5"/>
                  </a:cubicBezTo>
                  <a:cubicBezTo>
                    <a:pt x="13" y="4"/>
                    <a:pt x="12" y="3"/>
                    <a:pt x="1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58"/>
            <p:cNvSpPr>
              <a:spLocks/>
            </p:cNvSpPr>
            <p:nvPr/>
          </p:nvSpPr>
          <p:spPr bwMode="auto">
            <a:xfrm>
              <a:off x="3397250" y="6015038"/>
              <a:ext cx="22225" cy="68263"/>
            </a:xfrm>
            <a:custGeom>
              <a:avLst/>
              <a:gdLst>
                <a:gd name="T0" fmla="*/ 2 w 14"/>
                <a:gd name="T1" fmla="*/ 19 h 43"/>
                <a:gd name="T2" fmla="*/ 0 w 14"/>
                <a:gd name="T3" fmla="*/ 35 h 43"/>
                <a:gd name="T4" fmla="*/ 5 w 14"/>
                <a:gd name="T5" fmla="*/ 43 h 43"/>
                <a:gd name="T6" fmla="*/ 8 w 14"/>
                <a:gd name="T7" fmla="*/ 41 h 43"/>
                <a:gd name="T8" fmla="*/ 10 w 14"/>
                <a:gd name="T9" fmla="*/ 39 h 43"/>
                <a:gd name="T10" fmla="*/ 10 w 14"/>
                <a:gd name="T11" fmla="*/ 38 h 43"/>
                <a:gd name="T12" fmla="*/ 9 w 14"/>
                <a:gd name="T13" fmla="*/ 31 h 43"/>
                <a:gd name="T14" fmla="*/ 10 w 14"/>
                <a:gd name="T15" fmla="*/ 24 h 43"/>
                <a:gd name="T16" fmla="*/ 12 w 14"/>
                <a:gd name="T17" fmla="*/ 11 h 43"/>
                <a:gd name="T18" fmla="*/ 12 w 14"/>
                <a:gd name="T19" fmla="*/ 10 h 43"/>
                <a:gd name="T20" fmla="*/ 14 w 14"/>
                <a:gd name="T21" fmla="*/ 4 h 43"/>
                <a:gd name="T22" fmla="*/ 12 w 14"/>
                <a:gd name="T23" fmla="*/ 1 h 43"/>
                <a:gd name="T24" fmla="*/ 8 w 14"/>
                <a:gd name="T25" fmla="*/ 0 h 43"/>
                <a:gd name="T26" fmla="*/ 5 w 14"/>
                <a:gd name="T27" fmla="*/ 2 h 43"/>
                <a:gd name="T28" fmla="*/ 4 w 14"/>
                <a:gd name="T29" fmla="*/ 7 h 43"/>
                <a:gd name="T30" fmla="*/ 4 w 14"/>
                <a:gd name="T31" fmla="*/ 15 h 43"/>
                <a:gd name="T32" fmla="*/ 4 w 14"/>
                <a:gd name="T33" fmla="*/ 15 h 43"/>
                <a:gd name="T34" fmla="*/ 2 w 14"/>
                <a:gd name="T35" fmla="*/ 1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43">
                  <a:moveTo>
                    <a:pt x="2" y="19"/>
                  </a:moveTo>
                  <a:cubicBezTo>
                    <a:pt x="1" y="25"/>
                    <a:pt x="0" y="31"/>
                    <a:pt x="0" y="35"/>
                  </a:cubicBezTo>
                  <a:cubicBezTo>
                    <a:pt x="0" y="40"/>
                    <a:pt x="1" y="43"/>
                    <a:pt x="5" y="43"/>
                  </a:cubicBezTo>
                  <a:cubicBezTo>
                    <a:pt x="6" y="43"/>
                    <a:pt x="7" y="42"/>
                    <a:pt x="8" y="41"/>
                  </a:cubicBezTo>
                  <a:cubicBezTo>
                    <a:pt x="10" y="40"/>
                    <a:pt x="10" y="40"/>
                    <a:pt x="10" y="39"/>
                  </a:cubicBezTo>
                  <a:cubicBezTo>
                    <a:pt x="10" y="39"/>
                    <a:pt x="10" y="38"/>
                    <a:pt x="10" y="38"/>
                  </a:cubicBezTo>
                  <a:cubicBezTo>
                    <a:pt x="9" y="35"/>
                    <a:pt x="9" y="33"/>
                    <a:pt x="9" y="31"/>
                  </a:cubicBezTo>
                  <a:cubicBezTo>
                    <a:pt x="9" y="29"/>
                    <a:pt x="9" y="27"/>
                    <a:pt x="10" y="24"/>
                  </a:cubicBezTo>
                  <a:cubicBezTo>
                    <a:pt x="10" y="20"/>
                    <a:pt x="11" y="16"/>
                    <a:pt x="12" y="11"/>
                  </a:cubicBezTo>
                  <a:cubicBezTo>
                    <a:pt x="12" y="10"/>
                    <a:pt x="12" y="10"/>
                    <a:pt x="12" y="10"/>
                  </a:cubicBezTo>
                  <a:cubicBezTo>
                    <a:pt x="13" y="7"/>
                    <a:pt x="14" y="5"/>
                    <a:pt x="14" y="4"/>
                  </a:cubicBezTo>
                  <a:cubicBezTo>
                    <a:pt x="14" y="3"/>
                    <a:pt x="13" y="2"/>
                    <a:pt x="12" y="1"/>
                  </a:cubicBezTo>
                  <a:cubicBezTo>
                    <a:pt x="11" y="0"/>
                    <a:pt x="10" y="0"/>
                    <a:pt x="8" y="0"/>
                  </a:cubicBezTo>
                  <a:cubicBezTo>
                    <a:pt x="7" y="0"/>
                    <a:pt x="5" y="0"/>
                    <a:pt x="5" y="2"/>
                  </a:cubicBezTo>
                  <a:cubicBezTo>
                    <a:pt x="4" y="3"/>
                    <a:pt x="4" y="5"/>
                    <a:pt x="4" y="7"/>
                  </a:cubicBezTo>
                  <a:cubicBezTo>
                    <a:pt x="4" y="7"/>
                    <a:pt x="4" y="10"/>
                    <a:pt x="4" y="15"/>
                  </a:cubicBezTo>
                  <a:cubicBezTo>
                    <a:pt x="4" y="15"/>
                    <a:pt x="4" y="15"/>
                    <a:pt x="4" y="15"/>
                  </a:cubicBezTo>
                  <a:cubicBezTo>
                    <a:pt x="0" y="16"/>
                    <a:pt x="3" y="17"/>
                    <a:pt x="2"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59"/>
            <p:cNvSpPr>
              <a:spLocks/>
            </p:cNvSpPr>
            <p:nvPr/>
          </p:nvSpPr>
          <p:spPr bwMode="auto">
            <a:xfrm>
              <a:off x="3430588" y="6016625"/>
              <a:ext cx="79375" cy="63500"/>
            </a:xfrm>
            <a:custGeom>
              <a:avLst/>
              <a:gdLst>
                <a:gd name="T0" fmla="*/ 48 w 50"/>
                <a:gd name="T1" fmla="*/ 29 h 40"/>
                <a:gd name="T2" fmla="*/ 46 w 50"/>
                <a:gd name="T3" fmla="*/ 30 h 40"/>
                <a:gd name="T4" fmla="*/ 44 w 50"/>
                <a:gd name="T5" fmla="*/ 30 h 40"/>
                <a:gd name="T6" fmla="*/ 40 w 50"/>
                <a:gd name="T7" fmla="*/ 16 h 40"/>
                <a:gd name="T8" fmla="*/ 30 w 50"/>
                <a:gd name="T9" fmla="*/ 1 h 40"/>
                <a:gd name="T10" fmla="*/ 10 w 50"/>
                <a:gd name="T11" fmla="*/ 21 h 40"/>
                <a:gd name="T12" fmla="*/ 13 w 50"/>
                <a:gd name="T13" fmla="*/ 7 h 40"/>
                <a:gd name="T14" fmla="*/ 11 w 50"/>
                <a:gd name="T15" fmla="*/ 1 h 40"/>
                <a:gd name="T16" fmla="*/ 8 w 50"/>
                <a:gd name="T17" fmla="*/ 0 h 40"/>
                <a:gd name="T18" fmla="*/ 5 w 50"/>
                <a:gd name="T19" fmla="*/ 2 h 40"/>
                <a:gd name="T20" fmla="*/ 3 w 50"/>
                <a:gd name="T21" fmla="*/ 6 h 40"/>
                <a:gd name="T22" fmla="*/ 1 w 50"/>
                <a:gd name="T23" fmla="*/ 26 h 40"/>
                <a:gd name="T24" fmla="*/ 0 w 50"/>
                <a:gd name="T25" fmla="*/ 35 h 40"/>
                <a:gd name="T26" fmla="*/ 6 w 50"/>
                <a:gd name="T27" fmla="*/ 40 h 40"/>
                <a:gd name="T28" fmla="*/ 8 w 50"/>
                <a:gd name="T29" fmla="*/ 39 h 40"/>
                <a:gd name="T30" fmla="*/ 9 w 50"/>
                <a:gd name="T31" fmla="*/ 37 h 40"/>
                <a:gd name="T32" fmla="*/ 18 w 50"/>
                <a:gd name="T33" fmla="*/ 21 h 40"/>
                <a:gd name="T34" fmla="*/ 28 w 50"/>
                <a:gd name="T35" fmla="*/ 11 h 40"/>
                <a:gd name="T36" fmla="*/ 32 w 50"/>
                <a:gd name="T37" fmla="*/ 21 h 40"/>
                <a:gd name="T38" fmla="*/ 34 w 50"/>
                <a:gd name="T39" fmla="*/ 35 h 40"/>
                <a:gd name="T40" fmla="*/ 34 w 50"/>
                <a:gd name="T41" fmla="*/ 35 h 40"/>
                <a:gd name="T42" fmla="*/ 41 w 50"/>
                <a:gd name="T43" fmla="*/ 39 h 40"/>
                <a:gd name="T44" fmla="*/ 47 w 50"/>
                <a:gd name="T45" fmla="*/ 36 h 40"/>
                <a:gd name="T46" fmla="*/ 50 w 50"/>
                <a:gd name="T47" fmla="*/ 32 h 40"/>
                <a:gd name="T48" fmla="*/ 48 w 50"/>
                <a:gd name="T49" fmla="*/ 2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0" h="40">
                  <a:moveTo>
                    <a:pt x="48" y="29"/>
                  </a:moveTo>
                  <a:cubicBezTo>
                    <a:pt x="48" y="29"/>
                    <a:pt x="47" y="29"/>
                    <a:pt x="46" y="30"/>
                  </a:cubicBezTo>
                  <a:cubicBezTo>
                    <a:pt x="45" y="30"/>
                    <a:pt x="44" y="30"/>
                    <a:pt x="44" y="30"/>
                  </a:cubicBezTo>
                  <a:cubicBezTo>
                    <a:pt x="42" y="30"/>
                    <a:pt x="41" y="25"/>
                    <a:pt x="40" y="16"/>
                  </a:cubicBezTo>
                  <a:cubicBezTo>
                    <a:pt x="39" y="6"/>
                    <a:pt x="36" y="1"/>
                    <a:pt x="30" y="1"/>
                  </a:cubicBezTo>
                  <a:cubicBezTo>
                    <a:pt x="22" y="1"/>
                    <a:pt x="16" y="8"/>
                    <a:pt x="10" y="21"/>
                  </a:cubicBezTo>
                  <a:cubicBezTo>
                    <a:pt x="12" y="14"/>
                    <a:pt x="13" y="9"/>
                    <a:pt x="13" y="7"/>
                  </a:cubicBezTo>
                  <a:cubicBezTo>
                    <a:pt x="13" y="3"/>
                    <a:pt x="12" y="1"/>
                    <a:pt x="11" y="1"/>
                  </a:cubicBezTo>
                  <a:cubicBezTo>
                    <a:pt x="11" y="0"/>
                    <a:pt x="9" y="0"/>
                    <a:pt x="8" y="0"/>
                  </a:cubicBezTo>
                  <a:cubicBezTo>
                    <a:pt x="7" y="0"/>
                    <a:pt x="6" y="0"/>
                    <a:pt x="5" y="2"/>
                  </a:cubicBezTo>
                  <a:cubicBezTo>
                    <a:pt x="3" y="3"/>
                    <a:pt x="3" y="4"/>
                    <a:pt x="3" y="6"/>
                  </a:cubicBezTo>
                  <a:cubicBezTo>
                    <a:pt x="3" y="14"/>
                    <a:pt x="2" y="21"/>
                    <a:pt x="1" y="26"/>
                  </a:cubicBezTo>
                  <a:cubicBezTo>
                    <a:pt x="1" y="31"/>
                    <a:pt x="0" y="34"/>
                    <a:pt x="0" y="35"/>
                  </a:cubicBezTo>
                  <a:cubicBezTo>
                    <a:pt x="0" y="38"/>
                    <a:pt x="2" y="40"/>
                    <a:pt x="6" y="40"/>
                  </a:cubicBezTo>
                  <a:cubicBezTo>
                    <a:pt x="7" y="40"/>
                    <a:pt x="7" y="40"/>
                    <a:pt x="8" y="39"/>
                  </a:cubicBezTo>
                  <a:cubicBezTo>
                    <a:pt x="9" y="39"/>
                    <a:pt x="9" y="38"/>
                    <a:pt x="9" y="37"/>
                  </a:cubicBezTo>
                  <a:cubicBezTo>
                    <a:pt x="11" y="33"/>
                    <a:pt x="13" y="28"/>
                    <a:pt x="18" y="21"/>
                  </a:cubicBezTo>
                  <a:cubicBezTo>
                    <a:pt x="23" y="14"/>
                    <a:pt x="26" y="11"/>
                    <a:pt x="28" y="11"/>
                  </a:cubicBezTo>
                  <a:cubicBezTo>
                    <a:pt x="30" y="11"/>
                    <a:pt x="31" y="15"/>
                    <a:pt x="32" y="21"/>
                  </a:cubicBezTo>
                  <a:cubicBezTo>
                    <a:pt x="32" y="28"/>
                    <a:pt x="33" y="31"/>
                    <a:pt x="34" y="35"/>
                  </a:cubicBezTo>
                  <a:cubicBezTo>
                    <a:pt x="34" y="35"/>
                    <a:pt x="34" y="35"/>
                    <a:pt x="34" y="35"/>
                  </a:cubicBezTo>
                  <a:cubicBezTo>
                    <a:pt x="36" y="35"/>
                    <a:pt x="38" y="39"/>
                    <a:pt x="41" y="39"/>
                  </a:cubicBezTo>
                  <a:cubicBezTo>
                    <a:pt x="44" y="39"/>
                    <a:pt x="46" y="38"/>
                    <a:pt x="47" y="36"/>
                  </a:cubicBezTo>
                  <a:cubicBezTo>
                    <a:pt x="49" y="35"/>
                    <a:pt x="50" y="33"/>
                    <a:pt x="50" y="32"/>
                  </a:cubicBezTo>
                  <a:cubicBezTo>
                    <a:pt x="50" y="30"/>
                    <a:pt x="49" y="29"/>
                    <a:pt x="48"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60"/>
            <p:cNvSpPr>
              <a:spLocks noEditPoints="1"/>
            </p:cNvSpPr>
            <p:nvPr/>
          </p:nvSpPr>
          <p:spPr bwMode="auto">
            <a:xfrm>
              <a:off x="3514725" y="6010275"/>
              <a:ext cx="57150" cy="73025"/>
            </a:xfrm>
            <a:custGeom>
              <a:avLst/>
              <a:gdLst>
                <a:gd name="T0" fmla="*/ 35 w 37"/>
                <a:gd name="T1" fmla="*/ 28 h 46"/>
                <a:gd name="T2" fmla="*/ 32 w 37"/>
                <a:gd name="T3" fmla="*/ 29 h 46"/>
                <a:gd name="T4" fmla="*/ 16 w 37"/>
                <a:gd name="T5" fmla="*/ 37 h 46"/>
                <a:gd name="T6" fmla="*/ 11 w 37"/>
                <a:gd name="T7" fmla="*/ 36 h 46"/>
                <a:gd name="T8" fmla="*/ 10 w 37"/>
                <a:gd name="T9" fmla="*/ 32 h 46"/>
                <a:gd name="T10" fmla="*/ 11 w 37"/>
                <a:gd name="T11" fmla="*/ 31 h 46"/>
                <a:gd name="T12" fmla="*/ 28 w 37"/>
                <a:gd name="T13" fmla="*/ 22 h 46"/>
                <a:gd name="T14" fmla="*/ 34 w 37"/>
                <a:gd name="T15" fmla="*/ 9 h 46"/>
                <a:gd name="T16" fmla="*/ 32 w 37"/>
                <a:gd name="T17" fmla="*/ 2 h 46"/>
                <a:gd name="T18" fmla="*/ 25 w 37"/>
                <a:gd name="T19" fmla="*/ 0 h 46"/>
                <a:gd name="T20" fmla="*/ 8 w 37"/>
                <a:gd name="T21" fmla="*/ 9 h 46"/>
                <a:gd name="T22" fmla="*/ 0 w 37"/>
                <a:gd name="T23" fmla="*/ 30 h 46"/>
                <a:gd name="T24" fmla="*/ 4 w 37"/>
                <a:gd name="T25" fmla="*/ 42 h 46"/>
                <a:gd name="T26" fmla="*/ 14 w 37"/>
                <a:gd name="T27" fmla="*/ 46 h 46"/>
                <a:gd name="T28" fmla="*/ 30 w 37"/>
                <a:gd name="T29" fmla="*/ 40 h 46"/>
                <a:gd name="T30" fmla="*/ 37 w 37"/>
                <a:gd name="T31" fmla="*/ 30 h 46"/>
                <a:gd name="T32" fmla="*/ 35 w 37"/>
                <a:gd name="T33" fmla="*/ 28 h 46"/>
                <a:gd name="T34" fmla="*/ 16 w 37"/>
                <a:gd name="T35" fmla="*/ 13 h 46"/>
                <a:gd name="T36" fmla="*/ 24 w 37"/>
                <a:gd name="T37" fmla="*/ 8 h 46"/>
                <a:gd name="T38" fmla="*/ 25 w 37"/>
                <a:gd name="T39" fmla="*/ 8 h 46"/>
                <a:gd name="T40" fmla="*/ 26 w 37"/>
                <a:gd name="T41" fmla="*/ 11 h 46"/>
                <a:gd name="T42" fmla="*/ 21 w 37"/>
                <a:gd name="T43" fmla="*/ 18 h 46"/>
                <a:gd name="T44" fmla="*/ 10 w 37"/>
                <a:gd name="T45" fmla="*/ 23 h 46"/>
                <a:gd name="T46" fmla="*/ 16 w 37"/>
                <a:gd name="T47"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 h="46">
                  <a:moveTo>
                    <a:pt x="35" y="28"/>
                  </a:moveTo>
                  <a:cubicBezTo>
                    <a:pt x="34" y="28"/>
                    <a:pt x="33" y="28"/>
                    <a:pt x="32" y="29"/>
                  </a:cubicBezTo>
                  <a:cubicBezTo>
                    <a:pt x="26" y="35"/>
                    <a:pt x="21" y="37"/>
                    <a:pt x="16" y="37"/>
                  </a:cubicBezTo>
                  <a:cubicBezTo>
                    <a:pt x="14" y="37"/>
                    <a:pt x="13" y="37"/>
                    <a:pt x="11" y="36"/>
                  </a:cubicBezTo>
                  <a:cubicBezTo>
                    <a:pt x="10" y="35"/>
                    <a:pt x="10" y="33"/>
                    <a:pt x="10" y="32"/>
                  </a:cubicBezTo>
                  <a:cubicBezTo>
                    <a:pt x="10" y="31"/>
                    <a:pt x="10" y="31"/>
                    <a:pt x="11" y="31"/>
                  </a:cubicBezTo>
                  <a:cubicBezTo>
                    <a:pt x="18" y="29"/>
                    <a:pt x="23" y="26"/>
                    <a:pt x="28" y="22"/>
                  </a:cubicBezTo>
                  <a:cubicBezTo>
                    <a:pt x="32" y="18"/>
                    <a:pt x="34" y="14"/>
                    <a:pt x="34" y="9"/>
                  </a:cubicBezTo>
                  <a:cubicBezTo>
                    <a:pt x="34" y="6"/>
                    <a:pt x="33" y="4"/>
                    <a:pt x="32" y="2"/>
                  </a:cubicBezTo>
                  <a:cubicBezTo>
                    <a:pt x="30" y="1"/>
                    <a:pt x="28" y="0"/>
                    <a:pt x="25" y="0"/>
                  </a:cubicBezTo>
                  <a:cubicBezTo>
                    <a:pt x="19" y="0"/>
                    <a:pt x="13" y="3"/>
                    <a:pt x="8" y="9"/>
                  </a:cubicBezTo>
                  <a:cubicBezTo>
                    <a:pt x="3" y="16"/>
                    <a:pt x="0" y="23"/>
                    <a:pt x="0" y="30"/>
                  </a:cubicBezTo>
                  <a:cubicBezTo>
                    <a:pt x="0" y="35"/>
                    <a:pt x="1" y="39"/>
                    <a:pt x="4" y="42"/>
                  </a:cubicBezTo>
                  <a:cubicBezTo>
                    <a:pt x="7" y="44"/>
                    <a:pt x="10" y="46"/>
                    <a:pt x="14" y="46"/>
                  </a:cubicBezTo>
                  <a:cubicBezTo>
                    <a:pt x="20" y="46"/>
                    <a:pt x="25" y="44"/>
                    <a:pt x="30" y="40"/>
                  </a:cubicBezTo>
                  <a:cubicBezTo>
                    <a:pt x="35" y="36"/>
                    <a:pt x="37" y="33"/>
                    <a:pt x="37" y="30"/>
                  </a:cubicBezTo>
                  <a:cubicBezTo>
                    <a:pt x="37" y="29"/>
                    <a:pt x="36" y="28"/>
                    <a:pt x="35" y="28"/>
                  </a:cubicBezTo>
                  <a:close/>
                  <a:moveTo>
                    <a:pt x="16" y="13"/>
                  </a:moveTo>
                  <a:cubicBezTo>
                    <a:pt x="19" y="9"/>
                    <a:pt x="21" y="8"/>
                    <a:pt x="24" y="8"/>
                  </a:cubicBezTo>
                  <a:cubicBezTo>
                    <a:pt x="24" y="8"/>
                    <a:pt x="25" y="8"/>
                    <a:pt x="25" y="8"/>
                  </a:cubicBezTo>
                  <a:cubicBezTo>
                    <a:pt x="26" y="9"/>
                    <a:pt x="26" y="10"/>
                    <a:pt x="26" y="11"/>
                  </a:cubicBezTo>
                  <a:cubicBezTo>
                    <a:pt x="26" y="13"/>
                    <a:pt x="25" y="15"/>
                    <a:pt x="21" y="18"/>
                  </a:cubicBezTo>
                  <a:cubicBezTo>
                    <a:pt x="18" y="21"/>
                    <a:pt x="15" y="23"/>
                    <a:pt x="10" y="23"/>
                  </a:cubicBezTo>
                  <a:cubicBezTo>
                    <a:pt x="11" y="20"/>
                    <a:pt x="13" y="16"/>
                    <a:pt x="1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61"/>
            <p:cNvSpPr>
              <a:spLocks/>
            </p:cNvSpPr>
            <p:nvPr/>
          </p:nvSpPr>
          <p:spPr bwMode="auto">
            <a:xfrm>
              <a:off x="3575050" y="6007100"/>
              <a:ext cx="52388" cy="77788"/>
            </a:xfrm>
            <a:custGeom>
              <a:avLst/>
              <a:gdLst>
                <a:gd name="T0" fmla="*/ 18 w 33"/>
                <a:gd name="T1" fmla="*/ 11 h 49"/>
                <a:gd name="T2" fmla="*/ 25 w 33"/>
                <a:gd name="T3" fmla="*/ 9 h 49"/>
                <a:gd name="T4" fmla="*/ 27 w 33"/>
                <a:gd name="T5" fmla="*/ 10 h 49"/>
                <a:gd name="T6" fmla="*/ 29 w 33"/>
                <a:gd name="T7" fmla="*/ 10 h 49"/>
                <a:gd name="T8" fmla="*/ 31 w 33"/>
                <a:gd name="T9" fmla="*/ 9 h 49"/>
                <a:gd name="T10" fmla="*/ 33 w 33"/>
                <a:gd name="T11" fmla="*/ 6 h 49"/>
                <a:gd name="T12" fmla="*/ 26 w 33"/>
                <a:gd name="T13" fmla="*/ 0 h 49"/>
                <a:gd name="T14" fmla="*/ 11 w 33"/>
                <a:gd name="T15" fmla="*/ 6 h 49"/>
                <a:gd name="T16" fmla="*/ 4 w 33"/>
                <a:gd name="T17" fmla="*/ 18 h 49"/>
                <a:gd name="T18" fmla="*/ 6 w 33"/>
                <a:gd name="T19" fmla="*/ 24 h 49"/>
                <a:gd name="T20" fmla="*/ 16 w 33"/>
                <a:gd name="T21" fmla="*/ 31 h 49"/>
                <a:gd name="T22" fmla="*/ 23 w 33"/>
                <a:gd name="T23" fmla="*/ 36 h 49"/>
                <a:gd name="T24" fmla="*/ 18 w 33"/>
                <a:gd name="T25" fmla="*/ 39 h 49"/>
                <a:gd name="T26" fmla="*/ 10 w 33"/>
                <a:gd name="T27" fmla="*/ 40 h 49"/>
                <a:gd name="T28" fmla="*/ 7 w 33"/>
                <a:gd name="T29" fmla="*/ 39 h 49"/>
                <a:gd name="T30" fmla="*/ 5 w 33"/>
                <a:gd name="T31" fmla="*/ 39 h 49"/>
                <a:gd name="T32" fmla="*/ 1 w 33"/>
                <a:gd name="T33" fmla="*/ 40 h 49"/>
                <a:gd name="T34" fmla="*/ 0 w 33"/>
                <a:gd name="T35" fmla="*/ 43 h 49"/>
                <a:gd name="T36" fmla="*/ 7 w 33"/>
                <a:gd name="T37" fmla="*/ 49 h 49"/>
                <a:gd name="T38" fmla="*/ 24 w 33"/>
                <a:gd name="T39" fmla="*/ 45 h 49"/>
                <a:gd name="T40" fmla="*/ 32 w 33"/>
                <a:gd name="T41" fmla="*/ 35 h 49"/>
                <a:gd name="T42" fmla="*/ 30 w 33"/>
                <a:gd name="T43" fmla="*/ 29 h 49"/>
                <a:gd name="T44" fmla="*/ 21 w 33"/>
                <a:gd name="T45" fmla="*/ 24 h 49"/>
                <a:gd name="T46" fmla="*/ 15 w 33"/>
                <a:gd name="T47" fmla="*/ 20 h 49"/>
                <a:gd name="T48" fmla="*/ 13 w 33"/>
                <a:gd name="T49" fmla="*/ 17 h 49"/>
                <a:gd name="T50" fmla="*/ 18 w 33"/>
                <a:gd name="T51"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3" h="49">
                  <a:moveTo>
                    <a:pt x="18" y="11"/>
                  </a:moveTo>
                  <a:cubicBezTo>
                    <a:pt x="20" y="10"/>
                    <a:pt x="23" y="9"/>
                    <a:pt x="25" y="9"/>
                  </a:cubicBezTo>
                  <a:cubicBezTo>
                    <a:pt x="26" y="9"/>
                    <a:pt x="26" y="9"/>
                    <a:pt x="27" y="10"/>
                  </a:cubicBezTo>
                  <a:cubicBezTo>
                    <a:pt x="28" y="10"/>
                    <a:pt x="28" y="10"/>
                    <a:pt x="29" y="10"/>
                  </a:cubicBezTo>
                  <a:cubicBezTo>
                    <a:pt x="29" y="10"/>
                    <a:pt x="30" y="10"/>
                    <a:pt x="31" y="9"/>
                  </a:cubicBezTo>
                  <a:cubicBezTo>
                    <a:pt x="32" y="8"/>
                    <a:pt x="33" y="7"/>
                    <a:pt x="33" y="6"/>
                  </a:cubicBezTo>
                  <a:cubicBezTo>
                    <a:pt x="33" y="2"/>
                    <a:pt x="30" y="0"/>
                    <a:pt x="26" y="0"/>
                  </a:cubicBezTo>
                  <a:cubicBezTo>
                    <a:pt x="21" y="0"/>
                    <a:pt x="17" y="2"/>
                    <a:pt x="11" y="6"/>
                  </a:cubicBezTo>
                  <a:cubicBezTo>
                    <a:pt x="6" y="9"/>
                    <a:pt x="4" y="13"/>
                    <a:pt x="4" y="18"/>
                  </a:cubicBezTo>
                  <a:cubicBezTo>
                    <a:pt x="4" y="20"/>
                    <a:pt x="4" y="22"/>
                    <a:pt x="6" y="24"/>
                  </a:cubicBezTo>
                  <a:cubicBezTo>
                    <a:pt x="7" y="26"/>
                    <a:pt x="11" y="28"/>
                    <a:pt x="16" y="31"/>
                  </a:cubicBezTo>
                  <a:cubicBezTo>
                    <a:pt x="21" y="33"/>
                    <a:pt x="23" y="34"/>
                    <a:pt x="23" y="36"/>
                  </a:cubicBezTo>
                  <a:cubicBezTo>
                    <a:pt x="22" y="37"/>
                    <a:pt x="20" y="38"/>
                    <a:pt x="18" y="39"/>
                  </a:cubicBezTo>
                  <a:cubicBezTo>
                    <a:pt x="15" y="40"/>
                    <a:pt x="12" y="40"/>
                    <a:pt x="10" y="40"/>
                  </a:cubicBezTo>
                  <a:cubicBezTo>
                    <a:pt x="9" y="40"/>
                    <a:pt x="8" y="40"/>
                    <a:pt x="7" y="39"/>
                  </a:cubicBezTo>
                  <a:cubicBezTo>
                    <a:pt x="6" y="39"/>
                    <a:pt x="5" y="39"/>
                    <a:pt x="5" y="39"/>
                  </a:cubicBezTo>
                  <a:cubicBezTo>
                    <a:pt x="3" y="39"/>
                    <a:pt x="2" y="39"/>
                    <a:pt x="1" y="40"/>
                  </a:cubicBezTo>
                  <a:cubicBezTo>
                    <a:pt x="0" y="41"/>
                    <a:pt x="0" y="42"/>
                    <a:pt x="0" y="43"/>
                  </a:cubicBezTo>
                  <a:cubicBezTo>
                    <a:pt x="0" y="47"/>
                    <a:pt x="2" y="49"/>
                    <a:pt x="7" y="49"/>
                  </a:cubicBezTo>
                  <a:cubicBezTo>
                    <a:pt x="13" y="49"/>
                    <a:pt x="19" y="47"/>
                    <a:pt x="24" y="45"/>
                  </a:cubicBezTo>
                  <a:cubicBezTo>
                    <a:pt x="30" y="42"/>
                    <a:pt x="32" y="39"/>
                    <a:pt x="32" y="35"/>
                  </a:cubicBezTo>
                  <a:cubicBezTo>
                    <a:pt x="32" y="33"/>
                    <a:pt x="31" y="31"/>
                    <a:pt x="30" y="29"/>
                  </a:cubicBezTo>
                  <a:cubicBezTo>
                    <a:pt x="29" y="28"/>
                    <a:pt x="26" y="26"/>
                    <a:pt x="21" y="24"/>
                  </a:cubicBezTo>
                  <a:cubicBezTo>
                    <a:pt x="18" y="22"/>
                    <a:pt x="16" y="21"/>
                    <a:pt x="15" y="20"/>
                  </a:cubicBezTo>
                  <a:cubicBezTo>
                    <a:pt x="14" y="19"/>
                    <a:pt x="13" y="18"/>
                    <a:pt x="13" y="17"/>
                  </a:cubicBezTo>
                  <a:cubicBezTo>
                    <a:pt x="13" y="15"/>
                    <a:pt x="15" y="13"/>
                    <a:pt x="1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62"/>
            <p:cNvSpPr>
              <a:spLocks/>
            </p:cNvSpPr>
            <p:nvPr/>
          </p:nvSpPr>
          <p:spPr bwMode="auto">
            <a:xfrm>
              <a:off x="3629025" y="6007100"/>
              <a:ext cx="52388" cy="77788"/>
            </a:xfrm>
            <a:custGeom>
              <a:avLst/>
              <a:gdLst>
                <a:gd name="T0" fmla="*/ 18 w 33"/>
                <a:gd name="T1" fmla="*/ 11 h 49"/>
                <a:gd name="T2" fmla="*/ 25 w 33"/>
                <a:gd name="T3" fmla="*/ 9 h 49"/>
                <a:gd name="T4" fmla="*/ 27 w 33"/>
                <a:gd name="T5" fmla="*/ 10 h 49"/>
                <a:gd name="T6" fmla="*/ 29 w 33"/>
                <a:gd name="T7" fmla="*/ 10 h 49"/>
                <a:gd name="T8" fmla="*/ 31 w 33"/>
                <a:gd name="T9" fmla="*/ 9 h 49"/>
                <a:gd name="T10" fmla="*/ 33 w 33"/>
                <a:gd name="T11" fmla="*/ 6 h 49"/>
                <a:gd name="T12" fmla="*/ 26 w 33"/>
                <a:gd name="T13" fmla="*/ 0 h 49"/>
                <a:gd name="T14" fmla="*/ 11 w 33"/>
                <a:gd name="T15" fmla="*/ 6 h 49"/>
                <a:gd name="T16" fmla="*/ 4 w 33"/>
                <a:gd name="T17" fmla="*/ 18 h 49"/>
                <a:gd name="T18" fmla="*/ 6 w 33"/>
                <a:gd name="T19" fmla="*/ 24 h 49"/>
                <a:gd name="T20" fmla="*/ 16 w 33"/>
                <a:gd name="T21" fmla="*/ 31 h 49"/>
                <a:gd name="T22" fmla="*/ 23 w 33"/>
                <a:gd name="T23" fmla="*/ 36 h 49"/>
                <a:gd name="T24" fmla="*/ 18 w 33"/>
                <a:gd name="T25" fmla="*/ 39 h 49"/>
                <a:gd name="T26" fmla="*/ 10 w 33"/>
                <a:gd name="T27" fmla="*/ 40 h 49"/>
                <a:gd name="T28" fmla="*/ 7 w 33"/>
                <a:gd name="T29" fmla="*/ 39 h 49"/>
                <a:gd name="T30" fmla="*/ 5 w 33"/>
                <a:gd name="T31" fmla="*/ 39 h 49"/>
                <a:gd name="T32" fmla="*/ 1 w 33"/>
                <a:gd name="T33" fmla="*/ 40 h 49"/>
                <a:gd name="T34" fmla="*/ 0 w 33"/>
                <a:gd name="T35" fmla="*/ 43 h 49"/>
                <a:gd name="T36" fmla="*/ 7 w 33"/>
                <a:gd name="T37" fmla="*/ 49 h 49"/>
                <a:gd name="T38" fmla="*/ 24 w 33"/>
                <a:gd name="T39" fmla="*/ 45 h 49"/>
                <a:gd name="T40" fmla="*/ 32 w 33"/>
                <a:gd name="T41" fmla="*/ 35 h 49"/>
                <a:gd name="T42" fmla="*/ 30 w 33"/>
                <a:gd name="T43" fmla="*/ 29 h 49"/>
                <a:gd name="T44" fmla="*/ 21 w 33"/>
                <a:gd name="T45" fmla="*/ 24 h 49"/>
                <a:gd name="T46" fmla="*/ 15 w 33"/>
                <a:gd name="T47" fmla="*/ 20 h 49"/>
                <a:gd name="T48" fmla="*/ 13 w 33"/>
                <a:gd name="T49" fmla="*/ 17 h 49"/>
                <a:gd name="T50" fmla="*/ 18 w 33"/>
                <a:gd name="T51"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3" h="49">
                  <a:moveTo>
                    <a:pt x="18" y="11"/>
                  </a:moveTo>
                  <a:cubicBezTo>
                    <a:pt x="20" y="10"/>
                    <a:pt x="23" y="9"/>
                    <a:pt x="25" y="9"/>
                  </a:cubicBezTo>
                  <a:cubicBezTo>
                    <a:pt x="26" y="9"/>
                    <a:pt x="26" y="9"/>
                    <a:pt x="27" y="10"/>
                  </a:cubicBezTo>
                  <a:cubicBezTo>
                    <a:pt x="28" y="10"/>
                    <a:pt x="28" y="10"/>
                    <a:pt x="29" y="10"/>
                  </a:cubicBezTo>
                  <a:cubicBezTo>
                    <a:pt x="29" y="10"/>
                    <a:pt x="30" y="10"/>
                    <a:pt x="31" y="9"/>
                  </a:cubicBezTo>
                  <a:cubicBezTo>
                    <a:pt x="32" y="8"/>
                    <a:pt x="33" y="7"/>
                    <a:pt x="33" y="6"/>
                  </a:cubicBezTo>
                  <a:cubicBezTo>
                    <a:pt x="33" y="2"/>
                    <a:pt x="30" y="0"/>
                    <a:pt x="26" y="0"/>
                  </a:cubicBezTo>
                  <a:cubicBezTo>
                    <a:pt x="22" y="0"/>
                    <a:pt x="17" y="2"/>
                    <a:pt x="11" y="6"/>
                  </a:cubicBezTo>
                  <a:cubicBezTo>
                    <a:pt x="6" y="9"/>
                    <a:pt x="4" y="13"/>
                    <a:pt x="4" y="18"/>
                  </a:cubicBezTo>
                  <a:cubicBezTo>
                    <a:pt x="4" y="20"/>
                    <a:pt x="4" y="22"/>
                    <a:pt x="6" y="24"/>
                  </a:cubicBezTo>
                  <a:cubicBezTo>
                    <a:pt x="7" y="26"/>
                    <a:pt x="11" y="28"/>
                    <a:pt x="16" y="31"/>
                  </a:cubicBezTo>
                  <a:cubicBezTo>
                    <a:pt x="21" y="33"/>
                    <a:pt x="23" y="34"/>
                    <a:pt x="23" y="36"/>
                  </a:cubicBezTo>
                  <a:cubicBezTo>
                    <a:pt x="22" y="37"/>
                    <a:pt x="20" y="38"/>
                    <a:pt x="18" y="39"/>
                  </a:cubicBezTo>
                  <a:cubicBezTo>
                    <a:pt x="15" y="40"/>
                    <a:pt x="12" y="40"/>
                    <a:pt x="10" y="40"/>
                  </a:cubicBezTo>
                  <a:cubicBezTo>
                    <a:pt x="9" y="40"/>
                    <a:pt x="8" y="40"/>
                    <a:pt x="7" y="39"/>
                  </a:cubicBezTo>
                  <a:cubicBezTo>
                    <a:pt x="6" y="39"/>
                    <a:pt x="5" y="39"/>
                    <a:pt x="5" y="39"/>
                  </a:cubicBezTo>
                  <a:cubicBezTo>
                    <a:pt x="3" y="39"/>
                    <a:pt x="2" y="39"/>
                    <a:pt x="1" y="40"/>
                  </a:cubicBezTo>
                  <a:cubicBezTo>
                    <a:pt x="0" y="41"/>
                    <a:pt x="0" y="42"/>
                    <a:pt x="0" y="43"/>
                  </a:cubicBezTo>
                  <a:cubicBezTo>
                    <a:pt x="0" y="47"/>
                    <a:pt x="2" y="49"/>
                    <a:pt x="7" y="49"/>
                  </a:cubicBezTo>
                  <a:cubicBezTo>
                    <a:pt x="13" y="49"/>
                    <a:pt x="19" y="47"/>
                    <a:pt x="24" y="45"/>
                  </a:cubicBezTo>
                  <a:cubicBezTo>
                    <a:pt x="30" y="42"/>
                    <a:pt x="32" y="39"/>
                    <a:pt x="32" y="35"/>
                  </a:cubicBezTo>
                  <a:cubicBezTo>
                    <a:pt x="32" y="33"/>
                    <a:pt x="31" y="31"/>
                    <a:pt x="30" y="29"/>
                  </a:cubicBezTo>
                  <a:cubicBezTo>
                    <a:pt x="29" y="28"/>
                    <a:pt x="26" y="26"/>
                    <a:pt x="21" y="24"/>
                  </a:cubicBezTo>
                  <a:cubicBezTo>
                    <a:pt x="18" y="22"/>
                    <a:pt x="16" y="21"/>
                    <a:pt x="15" y="20"/>
                  </a:cubicBezTo>
                  <a:cubicBezTo>
                    <a:pt x="14" y="19"/>
                    <a:pt x="13" y="18"/>
                    <a:pt x="13" y="17"/>
                  </a:cubicBezTo>
                  <a:cubicBezTo>
                    <a:pt x="13" y="15"/>
                    <a:pt x="15" y="13"/>
                    <a:pt x="1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63"/>
            <p:cNvSpPr>
              <a:spLocks/>
            </p:cNvSpPr>
            <p:nvPr/>
          </p:nvSpPr>
          <p:spPr bwMode="auto">
            <a:xfrm>
              <a:off x="3176588" y="6140450"/>
              <a:ext cx="25400" cy="93663"/>
            </a:xfrm>
            <a:custGeom>
              <a:avLst/>
              <a:gdLst>
                <a:gd name="T0" fmla="*/ 11 w 16"/>
                <a:gd name="T1" fmla="*/ 0 h 59"/>
                <a:gd name="T2" fmla="*/ 9 w 16"/>
                <a:gd name="T3" fmla="*/ 1 h 59"/>
                <a:gd name="T4" fmla="*/ 6 w 16"/>
                <a:gd name="T5" fmla="*/ 3 h 59"/>
                <a:gd name="T6" fmla="*/ 5 w 16"/>
                <a:gd name="T7" fmla="*/ 9 h 59"/>
                <a:gd name="T8" fmla="*/ 4 w 16"/>
                <a:gd name="T9" fmla="*/ 15 h 59"/>
                <a:gd name="T10" fmla="*/ 2 w 16"/>
                <a:gd name="T11" fmla="*/ 30 h 59"/>
                <a:gd name="T12" fmla="*/ 0 w 16"/>
                <a:gd name="T13" fmla="*/ 48 h 59"/>
                <a:gd name="T14" fmla="*/ 1 w 16"/>
                <a:gd name="T15" fmla="*/ 56 h 59"/>
                <a:gd name="T16" fmla="*/ 5 w 16"/>
                <a:gd name="T17" fmla="*/ 59 h 59"/>
                <a:gd name="T18" fmla="*/ 9 w 16"/>
                <a:gd name="T19" fmla="*/ 57 h 59"/>
                <a:gd name="T20" fmla="*/ 11 w 16"/>
                <a:gd name="T21" fmla="*/ 52 h 59"/>
                <a:gd name="T22" fmla="*/ 10 w 16"/>
                <a:gd name="T23" fmla="*/ 42 h 59"/>
                <a:gd name="T24" fmla="*/ 11 w 16"/>
                <a:gd name="T25" fmla="*/ 30 h 59"/>
                <a:gd name="T26" fmla="*/ 12 w 16"/>
                <a:gd name="T27" fmla="*/ 24 h 59"/>
                <a:gd name="T28" fmla="*/ 13 w 16"/>
                <a:gd name="T29" fmla="*/ 19 h 59"/>
                <a:gd name="T30" fmla="*/ 16 w 16"/>
                <a:gd name="T31" fmla="*/ 7 h 59"/>
                <a:gd name="T32" fmla="*/ 15 w 16"/>
                <a:gd name="T33" fmla="*/ 2 h 59"/>
                <a:gd name="T34" fmla="*/ 11 w 16"/>
                <a:gd name="T35"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59">
                  <a:moveTo>
                    <a:pt x="11" y="0"/>
                  </a:moveTo>
                  <a:cubicBezTo>
                    <a:pt x="11" y="0"/>
                    <a:pt x="10" y="1"/>
                    <a:pt x="9" y="1"/>
                  </a:cubicBezTo>
                  <a:cubicBezTo>
                    <a:pt x="7" y="2"/>
                    <a:pt x="7" y="3"/>
                    <a:pt x="6" y="3"/>
                  </a:cubicBezTo>
                  <a:cubicBezTo>
                    <a:pt x="6" y="4"/>
                    <a:pt x="5" y="6"/>
                    <a:pt x="5" y="9"/>
                  </a:cubicBezTo>
                  <a:cubicBezTo>
                    <a:pt x="5" y="11"/>
                    <a:pt x="4" y="13"/>
                    <a:pt x="4" y="15"/>
                  </a:cubicBezTo>
                  <a:cubicBezTo>
                    <a:pt x="2" y="30"/>
                    <a:pt x="2" y="30"/>
                    <a:pt x="2" y="30"/>
                  </a:cubicBezTo>
                  <a:cubicBezTo>
                    <a:pt x="1" y="40"/>
                    <a:pt x="0" y="46"/>
                    <a:pt x="0" y="48"/>
                  </a:cubicBezTo>
                  <a:cubicBezTo>
                    <a:pt x="0" y="52"/>
                    <a:pt x="0" y="55"/>
                    <a:pt x="1" y="56"/>
                  </a:cubicBezTo>
                  <a:cubicBezTo>
                    <a:pt x="2" y="58"/>
                    <a:pt x="3" y="59"/>
                    <a:pt x="5" y="59"/>
                  </a:cubicBezTo>
                  <a:cubicBezTo>
                    <a:pt x="6" y="59"/>
                    <a:pt x="8" y="58"/>
                    <a:pt x="9" y="57"/>
                  </a:cubicBezTo>
                  <a:cubicBezTo>
                    <a:pt x="10" y="56"/>
                    <a:pt x="11" y="54"/>
                    <a:pt x="11" y="52"/>
                  </a:cubicBezTo>
                  <a:cubicBezTo>
                    <a:pt x="10" y="48"/>
                    <a:pt x="10" y="45"/>
                    <a:pt x="10" y="42"/>
                  </a:cubicBezTo>
                  <a:cubicBezTo>
                    <a:pt x="10" y="40"/>
                    <a:pt x="10" y="36"/>
                    <a:pt x="11" y="30"/>
                  </a:cubicBezTo>
                  <a:cubicBezTo>
                    <a:pt x="12" y="27"/>
                    <a:pt x="12" y="25"/>
                    <a:pt x="12" y="24"/>
                  </a:cubicBezTo>
                  <a:cubicBezTo>
                    <a:pt x="12" y="23"/>
                    <a:pt x="13" y="21"/>
                    <a:pt x="13" y="19"/>
                  </a:cubicBezTo>
                  <a:cubicBezTo>
                    <a:pt x="16" y="7"/>
                    <a:pt x="16" y="7"/>
                    <a:pt x="16" y="7"/>
                  </a:cubicBezTo>
                  <a:cubicBezTo>
                    <a:pt x="16" y="5"/>
                    <a:pt x="16" y="3"/>
                    <a:pt x="15" y="2"/>
                  </a:cubicBezTo>
                  <a:cubicBezTo>
                    <a:pt x="14" y="1"/>
                    <a:pt x="13" y="0"/>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64"/>
            <p:cNvSpPr>
              <a:spLocks noEditPoints="1"/>
            </p:cNvSpPr>
            <p:nvPr/>
          </p:nvSpPr>
          <p:spPr bwMode="auto">
            <a:xfrm>
              <a:off x="3211513" y="6126163"/>
              <a:ext cx="74613" cy="107950"/>
            </a:xfrm>
            <a:custGeom>
              <a:avLst/>
              <a:gdLst>
                <a:gd name="T0" fmla="*/ 46 w 48"/>
                <a:gd name="T1" fmla="*/ 57 h 68"/>
                <a:gd name="T2" fmla="*/ 44 w 48"/>
                <a:gd name="T3" fmla="*/ 58 h 68"/>
                <a:gd name="T4" fmla="*/ 40 w 48"/>
                <a:gd name="T5" fmla="*/ 59 h 68"/>
                <a:gd name="T6" fmla="*/ 37 w 48"/>
                <a:gd name="T7" fmla="*/ 52 h 68"/>
                <a:gd name="T8" fmla="*/ 40 w 48"/>
                <a:gd name="T9" fmla="*/ 33 h 68"/>
                <a:gd name="T10" fmla="*/ 45 w 48"/>
                <a:gd name="T11" fmla="*/ 12 h 68"/>
                <a:gd name="T12" fmla="*/ 47 w 48"/>
                <a:gd name="T13" fmla="*/ 6 h 68"/>
                <a:gd name="T14" fmla="*/ 46 w 48"/>
                <a:gd name="T15" fmla="*/ 2 h 68"/>
                <a:gd name="T16" fmla="*/ 43 w 48"/>
                <a:gd name="T17" fmla="*/ 0 h 68"/>
                <a:gd name="T18" fmla="*/ 40 w 48"/>
                <a:gd name="T19" fmla="*/ 1 h 68"/>
                <a:gd name="T20" fmla="*/ 38 w 48"/>
                <a:gd name="T21" fmla="*/ 4 h 68"/>
                <a:gd name="T22" fmla="*/ 36 w 48"/>
                <a:gd name="T23" fmla="*/ 12 h 68"/>
                <a:gd name="T24" fmla="*/ 32 w 48"/>
                <a:gd name="T25" fmla="*/ 28 h 68"/>
                <a:gd name="T26" fmla="*/ 25 w 48"/>
                <a:gd name="T27" fmla="*/ 26 h 68"/>
                <a:gd name="T28" fmla="*/ 8 w 48"/>
                <a:gd name="T29" fmla="*/ 36 h 68"/>
                <a:gd name="T30" fmla="*/ 0 w 48"/>
                <a:gd name="T31" fmla="*/ 56 h 68"/>
                <a:gd name="T32" fmla="*/ 2 w 48"/>
                <a:gd name="T33" fmla="*/ 65 h 68"/>
                <a:gd name="T34" fmla="*/ 9 w 48"/>
                <a:gd name="T35" fmla="*/ 68 h 68"/>
                <a:gd name="T36" fmla="*/ 29 w 48"/>
                <a:gd name="T37" fmla="*/ 53 h 68"/>
                <a:gd name="T38" fmla="*/ 31 w 48"/>
                <a:gd name="T39" fmla="*/ 63 h 68"/>
                <a:gd name="T40" fmla="*/ 37 w 48"/>
                <a:gd name="T41" fmla="*/ 67 h 68"/>
                <a:gd name="T42" fmla="*/ 44 w 48"/>
                <a:gd name="T43" fmla="*/ 65 h 68"/>
                <a:gd name="T44" fmla="*/ 48 w 48"/>
                <a:gd name="T45" fmla="*/ 59 h 68"/>
                <a:gd name="T46" fmla="*/ 46 w 48"/>
                <a:gd name="T47" fmla="*/ 57 h 68"/>
                <a:gd name="T48" fmla="*/ 23 w 48"/>
                <a:gd name="T49" fmla="*/ 51 h 68"/>
                <a:gd name="T50" fmla="*/ 11 w 48"/>
                <a:gd name="T51" fmla="*/ 59 h 68"/>
                <a:gd name="T52" fmla="*/ 9 w 48"/>
                <a:gd name="T53" fmla="*/ 56 h 68"/>
                <a:gd name="T54" fmla="*/ 14 w 48"/>
                <a:gd name="T55" fmla="*/ 41 h 68"/>
                <a:gd name="T56" fmla="*/ 25 w 48"/>
                <a:gd name="T57" fmla="*/ 33 h 68"/>
                <a:gd name="T58" fmla="*/ 28 w 48"/>
                <a:gd name="T59" fmla="*/ 35 h 68"/>
                <a:gd name="T60" fmla="*/ 30 w 48"/>
                <a:gd name="T61" fmla="*/ 37 h 68"/>
                <a:gd name="T62" fmla="*/ 23 w 48"/>
                <a:gd name="T63" fmla="*/ 5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 h="68">
                  <a:moveTo>
                    <a:pt x="46" y="57"/>
                  </a:moveTo>
                  <a:cubicBezTo>
                    <a:pt x="46" y="57"/>
                    <a:pt x="45" y="57"/>
                    <a:pt x="44" y="58"/>
                  </a:cubicBezTo>
                  <a:cubicBezTo>
                    <a:pt x="43" y="58"/>
                    <a:pt x="41" y="59"/>
                    <a:pt x="40" y="59"/>
                  </a:cubicBezTo>
                  <a:cubicBezTo>
                    <a:pt x="38" y="59"/>
                    <a:pt x="37" y="56"/>
                    <a:pt x="37" y="52"/>
                  </a:cubicBezTo>
                  <a:cubicBezTo>
                    <a:pt x="37" y="47"/>
                    <a:pt x="38" y="41"/>
                    <a:pt x="40" y="33"/>
                  </a:cubicBezTo>
                  <a:cubicBezTo>
                    <a:pt x="41" y="25"/>
                    <a:pt x="43" y="18"/>
                    <a:pt x="45" y="12"/>
                  </a:cubicBezTo>
                  <a:cubicBezTo>
                    <a:pt x="46" y="9"/>
                    <a:pt x="47" y="7"/>
                    <a:pt x="47" y="6"/>
                  </a:cubicBezTo>
                  <a:cubicBezTo>
                    <a:pt x="47" y="4"/>
                    <a:pt x="46" y="3"/>
                    <a:pt x="46" y="2"/>
                  </a:cubicBezTo>
                  <a:cubicBezTo>
                    <a:pt x="45" y="1"/>
                    <a:pt x="44" y="0"/>
                    <a:pt x="43" y="0"/>
                  </a:cubicBezTo>
                  <a:cubicBezTo>
                    <a:pt x="42" y="0"/>
                    <a:pt x="41" y="0"/>
                    <a:pt x="40" y="1"/>
                  </a:cubicBezTo>
                  <a:cubicBezTo>
                    <a:pt x="39" y="2"/>
                    <a:pt x="38" y="3"/>
                    <a:pt x="38" y="4"/>
                  </a:cubicBezTo>
                  <a:cubicBezTo>
                    <a:pt x="37" y="5"/>
                    <a:pt x="36" y="8"/>
                    <a:pt x="36" y="12"/>
                  </a:cubicBezTo>
                  <a:cubicBezTo>
                    <a:pt x="35" y="14"/>
                    <a:pt x="34" y="20"/>
                    <a:pt x="32" y="28"/>
                  </a:cubicBezTo>
                  <a:cubicBezTo>
                    <a:pt x="31" y="27"/>
                    <a:pt x="28" y="26"/>
                    <a:pt x="25" y="26"/>
                  </a:cubicBezTo>
                  <a:cubicBezTo>
                    <a:pt x="19" y="26"/>
                    <a:pt x="14" y="29"/>
                    <a:pt x="8" y="36"/>
                  </a:cubicBezTo>
                  <a:cubicBezTo>
                    <a:pt x="2" y="43"/>
                    <a:pt x="0" y="49"/>
                    <a:pt x="0" y="56"/>
                  </a:cubicBezTo>
                  <a:cubicBezTo>
                    <a:pt x="0" y="60"/>
                    <a:pt x="0" y="62"/>
                    <a:pt x="2" y="65"/>
                  </a:cubicBezTo>
                  <a:cubicBezTo>
                    <a:pt x="4" y="67"/>
                    <a:pt x="6" y="68"/>
                    <a:pt x="9" y="68"/>
                  </a:cubicBezTo>
                  <a:cubicBezTo>
                    <a:pt x="16" y="68"/>
                    <a:pt x="23" y="63"/>
                    <a:pt x="29" y="53"/>
                  </a:cubicBezTo>
                  <a:cubicBezTo>
                    <a:pt x="29" y="57"/>
                    <a:pt x="30" y="61"/>
                    <a:pt x="31" y="63"/>
                  </a:cubicBezTo>
                  <a:cubicBezTo>
                    <a:pt x="32" y="66"/>
                    <a:pt x="34" y="67"/>
                    <a:pt x="37" y="67"/>
                  </a:cubicBezTo>
                  <a:cubicBezTo>
                    <a:pt x="39" y="67"/>
                    <a:pt x="42" y="67"/>
                    <a:pt x="44" y="65"/>
                  </a:cubicBezTo>
                  <a:cubicBezTo>
                    <a:pt x="47" y="63"/>
                    <a:pt x="48" y="61"/>
                    <a:pt x="48" y="59"/>
                  </a:cubicBezTo>
                  <a:cubicBezTo>
                    <a:pt x="48" y="58"/>
                    <a:pt x="47" y="57"/>
                    <a:pt x="46" y="57"/>
                  </a:cubicBezTo>
                  <a:close/>
                  <a:moveTo>
                    <a:pt x="23" y="51"/>
                  </a:moveTo>
                  <a:cubicBezTo>
                    <a:pt x="18" y="56"/>
                    <a:pt x="15" y="59"/>
                    <a:pt x="11" y="59"/>
                  </a:cubicBezTo>
                  <a:cubicBezTo>
                    <a:pt x="10" y="59"/>
                    <a:pt x="9" y="58"/>
                    <a:pt x="9" y="56"/>
                  </a:cubicBezTo>
                  <a:cubicBezTo>
                    <a:pt x="9" y="51"/>
                    <a:pt x="10" y="46"/>
                    <a:pt x="14" y="41"/>
                  </a:cubicBezTo>
                  <a:cubicBezTo>
                    <a:pt x="18" y="36"/>
                    <a:pt x="22" y="33"/>
                    <a:pt x="25" y="33"/>
                  </a:cubicBezTo>
                  <a:cubicBezTo>
                    <a:pt x="26" y="33"/>
                    <a:pt x="27" y="34"/>
                    <a:pt x="28" y="35"/>
                  </a:cubicBezTo>
                  <a:cubicBezTo>
                    <a:pt x="29" y="35"/>
                    <a:pt x="30" y="36"/>
                    <a:pt x="30" y="37"/>
                  </a:cubicBezTo>
                  <a:cubicBezTo>
                    <a:pt x="30" y="41"/>
                    <a:pt x="27" y="45"/>
                    <a:pt x="23"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65"/>
            <p:cNvSpPr>
              <a:spLocks noEditPoints="1"/>
            </p:cNvSpPr>
            <p:nvPr/>
          </p:nvSpPr>
          <p:spPr bwMode="auto">
            <a:xfrm>
              <a:off x="3294063" y="6161088"/>
              <a:ext cx="58738" cy="73025"/>
            </a:xfrm>
            <a:custGeom>
              <a:avLst/>
              <a:gdLst>
                <a:gd name="T0" fmla="*/ 35 w 37"/>
                <a:gd name="T1" fmla="*/ 28 h 46"/>
                <a:gd name="T2" fmla="*/ 32 w 37"/>
                <a:gd name="T3" fmla="*/ 30 h 46"/>
                <a:gd name="T4" fmla="*/ 16 w 37"/>
                <a:gd name="T5" fmla="*/ 38 h 46"/>
                <a:gd name="T6" fmla="*/ 11 w 37"/>
                <a:gd name="T7" fmla="*/ 36 h 46"/>
                <a:gd name="T8" fmla="*/ 10 w 37"/>
                <a:gd name="T9" fmla="*/ 33 h 46"/>
                <a:gd name="T10" fmla="*/ 11 w 37"/>
                <a:gd name="T11" fmla="*/ 31 h 46"/>
                <a:gd name="T12" fmla="*/ 28 w 37"/>
                <a:gd name="T13" fmla="*/ 23 h 46"/>
                <a:gd name="T14" fmla="*/ 34 w 37"/>
                <a:gd name="T15" fmla="*/ 10 h 46"/>
                <a:gd name="T16" fmla="*/ 32 w 37"/>
                <a:gd name="T17" fmla="*/ 3 h 46"/>
                <a:gd name="T18" fmla="*/ 25 w 37"/>
                <a:gd name="T19" fmla="*/ 0 h 46"/>
                <a:gd name="T20" fmla="*/ 8 w 37"/>
                <a:gd name="T21" fmla="*/ 10 h 46"/>
                <a:gd name="T22" fmla="*/ 0 w 37"/>
                <a:gd name="T23" fmla="*/ 31 h 46"/>
                <a:gd name="T24" fmla="*/ 4 w 37"/>
                <a:gd name="T25" fmla="*/ 42 h 46"/>
                <a:gd name="T26" fmla="*/ 14 w 37"/>
                <a:gd name="T27" fmla="*/ 46 h 46"/>
                <a:gd name="T28" fmla="*/ 30 w 37"/>
                <a:gd name="T29" fmla="*/ 41 h 46"/>
                <a:gd name="T30" fmla="*/ 37 w 37"/>
                <a:gd name="T31" fmla="*/ 31 h 46"/>
                <a:gd name="T32" fmla="*/ 35 w 37"/>
                <a:gd name="T33" fmla="*/ 28 h 46"/>
                <a:gd name="T34" fmla="*/ 16 w 37"/>
                <a:gd name="T35" fmla="*/ 13 h 46"/>
                <a:gd name="T36" fmla="*/ 24 w 37"/>
                <a:gd name="T37" fmla="*/ 8 h 46"/>
                <a:gd name="T38" fmla="*/ 25 w 37"/>
                <a:gd name="T39" fmla="*/ 9 h 46"/>
                <a:gd name="T40" fmla="*/ 26 w 37"/>
                <a:gd name="T41" fmla="*/ 11 h 46"/>
                <a:gd name="T42" fmla="*/ 21 w 37"/>
                <a:gd name="T43" fmla="*/ 19 h 46"/>
                <a:gd name="T44" fmla="*/ 10 w 37"/>
                <a:gd name="T45" fmla="*/ 24 h 46"/>
                <a:gd name="T46" fmla="*/ 16 w 37"/>
                <a:gd name="T47"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 h="46">
                  <a:moveTo>
                    <a:pt x="35" y="28"/>
                  </a:moveTo>
                  <a:cubicBezTo>
                    <a:pt x="34" y="28"/>
                    <a:pt x="33" y="29"/>
                    <a:pt x="32" y="30"/>
                  </a:cubicBezTo>
                  <a:cubicBezTo>
                    <a:pt x="26" y="35"/>
                    <a:pt x="21" y="38"/>
                    <a:pt x="16" y="38"/>
                  </a:cubicBezTo>
                  <a:cubicBezTo>
                    <a:pt x="14" y="38"/>
                    <a:pt x="13" y="38"/>
                    <a:pt x="11" y="36"/>
                  </a:cubicBezTo>
                  <a:cubicBezTo>
                    <a:pt x="10" y="35"/>
                    <a:pt x="10" y="34"/>
                    <a:pt x="10" y="33"/>
                  </a:cubicBezTo>
                  <a:cubicBezTo>
                    <a:pt x="10" y="32"/>
                    <a:pt x="10" y="32"/>
                    <a:pt x="11" y="31"/>
                  </a:cubicBezTo>
                  <a:cubicBezTo>
                    <a:pt x="18" y="30"/>
                    <a:pt x="23" y="27"/>
                    <a:pt x="28" y="23"/>
                  </a:cubicBezTo>
                  <a:cubicBezTo>
                    <a:pt x="32" y="19"/>
                    <a:pt x="34" y="14"/>
                    <a:pt x="34" y="10"/>
                  </a:cubicBezTo>
                  <a:cubicBezTo>
                    <a:pt x="34" y="7"/>
                    <a:pt x="33" y="5"/>
                    <a:pt x="32" y="3"/>
                  </a:cubicBezTo>
                  <a:cubicBezTo>
                    <a:pt x="30" y="1"/>
                    <a:pt x="28" y="0"/>
                    <a:pt x="25" y="0"/>
                  </a:cubicBezTo>
                  <a:cubicBezTo>
                    <a:pt x="19" y="0"/>
                    <a:pt x="13" y="4"/>
                    <a:pt x="8" y="10"/>
                  </a:cubicBezTo>
                  <a:cubicBezTo>
                    <a:pt x="3" y="16"/>
                    <a:pt x="0" y="23"/>
                    <a:pt x="0" y="31"/>
                  </a:cubicBezTo>
                  <a:cubicBezTo>
                    <a:pt x="0" y="36"/>
                    <a:pt x="1" y="40"/>
                    <a:pt x="4" y="42"/>
                  </a:cubicBezTo>
                  <a:cubicBezTo>
                    <a:pt x="7" y="45"/>
                    <a:pt x="10" y="46"/>
                    <a:pt x="14" y="46"/>
                  </a:cubicBezTo>
                  <a:cubicBezTo>
                    <a:pt x="20" y="46"/>
                    <a:pt x="25" y="45"/>
                    <a:pt x="30" y="41"/>
                  </a:cubicBezTo>
                  <a:cubicBezTo>
                    <a:pt x="35" y="37"/>
                    <a:pt x="37" y="34"/>
                    <a:pt x="37" y="31"/>
                  </a:cubicBezTo>
                  <a:cubicBezTo>
                    <a:pt x="37" y="29"/>
                    <a:pt x="36" y="28"/>
                    <a:pt x="35" y="28"/>
                  </a:cubicBezTo>
                  <a:close/>
                  <a:moveTo>
                    <a:pt x="16" y="13"/>
                  </a:moveTo>
                  <a:cubicBezTo>
                    <a:pt x="19" y="10"/>
                    <a:pt x="21" y="8"/>
                    <a:pt x="24" y="8"/>
                  </a:cubicBezTo>
                  <a:cubicBezTo>
                    <a:pt x="24" y="8"/>
                    <a:pt x="25" y="9"/>
                    <a:pt x="25" y="9"/>
                  </a:cubicBezTo>
                  <a:cubicBezTo>
                    <a:pt x="26" y="10"/>
                    <a:pt x="26" y="11"/>
                    <a:pt x="26" y="11"/>
                  </a:cubicBezTo>
                  <a:cubicBezTo>
                    <a:pt x="26" y="14"/>
                    <a:pt x="25" y="16"/>
                    <a:pt x="21" y="19"/>
                  </a:cubicBezTo>
                  <a:cubicBezTo>
                    <a:pt x="18" y="21"/>
                    <a:pt x="15" y="23"/>
                    <a:pt x="10" y="24"/>
                  </a:cubicBezTo>
                  <a:cubicBezTo>
                    <a:pt x="11" y="20"/>
                    <a:pt x="13" y="17"/>
                    <a:pt x="1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66"/>
            <p:cNvSpPr>
              <a:spLocks noEditPoints="1"/>
            </p:cNvSpPr>
            <p:nvPr/>
          </p:nvSpPr>
          <p:spPr bwMode="auto">
            <a:xfrm>
              <a:off x="3360738" y="6162675"/>
              <a:ext cx="63500" cy="71438"/>
            </a:xfrm>
            <a:custGeom>
              <a:avLst/>
              <a:gdLst>
                <a:gd name="T0" fmla="*/ 40 w 41"/>
                <a:gd name="T1" fmla="*/ 38 h 45"/>
                <a:gd name="T2" fmla="*/ 38 w 41"/>
                <a:gd name="T3" fmla="*/ 37 h 45"/>
                <a:gd name="T4" fmla="*/ 37 w 41"/>
                <a:gd name="T5" fmla="*/ 34 h 45"/>
                <a:gd name="T6" fmla="*/ 36 w 41"/>
                <a:gd name="T7" fmla="*/ 27 h 45"/>
                <a:gd name="T8" fmla="*/ 38 w 41"/>
                <a:gd name="T9" fmla="*/ 14 h 45"/>
                <a:gd name="T10" fmla="*/ 39 w 41"/>
                <a:gd name="T11" fmla="*/ 8 h 45"/>
                <a:gd name="T12" fmla="*/ 34 w 41"/>
                <a:gd name="T13" fmla="*/ 5 h 45"/>
                <a:gd name="T14" fmla="*/ 28 w 41"/>
                <a:gd name="T15" fmla="*/ 0 h 45"/>
                <a:gd name="T16" fmla="*/ 9 w 41"/>
                <a:gd name="T17" fmla="*/ 12 h 45"/>
                <a:gd name="T18" fmla="*/ 0 w 41"/>
                <a:gd name="T19" fmla="*/ 34 h 45"/>
                <a:gd name="T20" fmla="*/ 2 w 41"/>
                <a:gd name="T21" fmla="*/ 41 h 45"/>
                <a:gd name="T22" fmla="*/ 8 w 41"/>
                <a:gd name="T23" fmla="*/ 44 h 45"/>
                <a:gd name="T24" fmla="*/ 28 w 41"/>
                <a:gd name="T25" fmla="*/ 30 h 45"/>
                <a:gd name="T26" fmla="*/ 35 w 41"/>
                <a:gd name="T27" fmla="*/ 45 h 45"/>
                <a:gd name="T28" fmla="*/ 39 w 41"/>
                <a:gd name="T29" fmla="*/ 44 h 45"/>
                <a:gd name="T30" fmla="*/ 41 w 41"/>
                <a:gd name="T31" fmla="*/ 41 h 45"/>
                <a:gd name="T32" fmla="*/ 40 w 41"/>
                <a:gd name="T33" fmla="*/ 38 h 45"/>
                <a:gd name="T34" fmla="*/ 22 w 41"/>
                <a:gd name="T35" fmla="*/ 27 h 45"/>
                <a:gd name="T36" fmla="*/ 11 w 41"/>
                <a:gd name="T37" fmla="*/ 36 h 45"/>
                <a:gd name="T38" fmla="*/ 9 w 41"/>
                <a:gd name="T39" fmla="*/ 32 h 45"/>
                <a:gd name="T40" fmla="*/ 16 w 41"/>
                <a:gd name="T41" fmla="*/ 17 h 45"/>
                <a:gd name="T42" fmla="*/ 26 w 41"/>
                <a:gd name="T43" fmla="*/ 9 h 45"/>
                <a:gd name="T44" fmla="*/ 28 w 41"/>
                <a:gd name="T45" fmla="*/ 10 h 45"/>
                <a:gd name="T46" fmla="*/ 29 w 41"/>
                <a:gd name="T47" fmla="*/ 13 h 45"/>
                <a:gd name="T48" fmla="*/ 22 w 41"/>
                <a:gd name="T49"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 h="45">
                  <a:moveTo>
                    <a:pt x="40" y="38"/>
                  </a:moveTo>
                  <a:cubicBezTo>
                    <a:pt x="39" y="38"/>
                    <a:pt x="38" y="38"/>
                    <a:pt x="38" y="37"/>
                  </a:cubicBezTo>
                  <a:cubicBezTo>
                    <a:pt x="38" y="37"/>
                    <a:pt x="37" y="36"/>
                    <a:pt x="37" y="34"/>
                  </a:cubicBezTo>
                  <a:cubicBezTo>
                    <a:pt x="36" y="33"/>
                    <a:pt x="36" y="31"/>
                    <a:pt x="36" y="27"/>
                  </a:cubicBezTo>
                  <a:cubicBezTo>
                    <a:pt x="36" y="24"/>
                    <a:pt x="37" y="20"/>
                    <a:pt x="38" y="14"/>
                  </a:cubicBezTo>
                  <a:cubicBezTo>
                    <a:pt x="38" y="12"/>
                    <a:pt x="39" y="10"/>
                    <a:pt x="39" y="8"/>
                  </a:cubicBezTo>
                  <a:cubicBezTo>
                    <a:pt x="39" y="6"/>
                    <a:pt x="37" y="5"/>
                    <a:pt x="34" y="5"/>
                  </a:cubicBezTo>
                  <a:cubicBezTo>
                    <a:pt x="33" y="2"/>
                    <a:pt x="31" y="0"/>
                    <a:pt x="28" y="0"/>
                  </a:cubicBezTo>
                  <a:cubicBezTo>
                    <a:pt x="21" y="0"/>
                    <a:pt x="15" y="4"/>
                    <a:pt x="9" y="12"/>
                  </a:cubicBezTo>
                  <a:cubicBezTo>
                    <a:pt x="3" y="20"/>
                    <a:pt x="0" y="27"/>
                    <a:pt x="0" y="34"/>
                  </a:cubicBezTo>
                  <a:cubicBezTo>
                    <a:pt x="0" y="37"/>
                    <a:pt x="1" y="39"/>
                    <a:pt x="2" y="41"/>
                  </a:cubicBezTo>
                  <a:cubicBezTo>
                    <a:pt x="4" y="43"/>
                    <a:pt x="6" y="44"/>
                    <a:pt x="8" y="44"/>
                  </a:cubicBezTo>
                  <a:cubicBezTo>
                    <a:pt x="15" y="44"/>
                    <a:pt x="21" y="39"/>
                    <a:pt x="28" y="30"/>
                  </a:cubicBezTo>
                  <a:cubicBezTo>
                    <a:pt x="28" y="40"/>
                    <a:pt x="30" y="45"/>
                    <a:pt x="35" y="45"/>
                  </a:cubicBezTo>
                  <a:cubicBezTo>
                    <a:pt x="36" y="45"/>
                    <a:pt x="38" y="45"/>
                    <a:pt x="39" y="44"/>
                  </a:cubicBezTo>
                  <a:cubicBezTo>
                    <a:pt x="41" y="43"/>
                    <a:pt x="41" y="42"/>
                    <a:pt x="41" y="41"/>
                  </a:cubicBezTo>
                  <a:cubicBezTo>
                    <a:pt x="41" y="40"/>
                    <a:pt x="41" y="39"/>
                    <a:pt x="40" y="38"/>
                  </a:cubicBezTo>
                  <a:close/>
                  <a:moveTo>
                    <a:pt x="22" y="27"/>
                  </a:moveTo>
                  <a:cubicBezTo>
                    <a:pt x="18" y="33"/>
                    <a:pt x="14" y="36"/>
                    <a:pt x="11" y="36"/>
                  </a:cubicBezTo>
                  <a:cubicBezTo>
                    <a:pt x="10" y="36"/>
                    <a:pt x="9" y="34"/>
                    <a:pt x="9" y="32"/>
                  </a:cubicBezTo>
                  <a:cubicBezTo>
                    <a:pt x="9" y="28"/>
                    <a:pt x="11" y="23"/>
                    <a:pt x="16" y="17"/>
                  </a:cubicBezTo>
                  <a:cubicBezTo>
                    <a:pt x="20" y="11"/>
                    <a:pt x="23" y="9"/>
                    <a:pt x="26" y="9"/>
                  </a:cubicBezTo>
                  <a:cubicBezTo>
                    <a:pt x="27" y="9"/>
                    <a:pt x="27" y="9"/>
                    <a:pt x="28" y="10"/>
                  </a:cubicBezTo>
                  <a:cubicBezTo>
                    <a:pt x="29" y="10"/>
                    <a:pt x="29" y="12"/>
                    <a:pt x="29" y="13"/>
                  </a:cubicBezTo>
                  <a:cubicBezTo>
                    <a:pt x="29" y="17"/>
                    <a:pt x="27" y="22"/>
                    <a:pt x="22"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67"/>
            <p:cNvSpPr>
              <a:spLocks/>
            </p:cNvSpPr>
            <p:nvPr/>
          </p:nvSpPr>
          <p:spPr bwMode="auto">
            <a:xfrm>
              <a:off x="3429000" y="6159500"/>
              <a:ext cx="52388" cy="76200"/>
            </a:xfrm>
            <a:custGeom>
              <a:avLst/>
              <a:gdLst>
                <a:gd name="T0" fmla="*/ 18 w 33"/>
                <a:gd name="T1" fmla="*/ 11 h 48"/>
                <a:gd name="T2" fmla="*/ 25 w 33"/>
                <a:gd name="T3" fmla="*/ 9 h 48"/>
                <a:gd name="T4" fmla="*/ 27 w 33"/>
                <a:gd name="T5" fmla="*/ 9 h 48"/>
                <a:gd name="T6" fmla="*/ 29 w 33"/>
                <a:gd name="T7" fmla="*/ 10 h 48"/>
                <a:gd name="T8" fmla="*/ 31 w 33"/>
                <a:gd name="T9" fmla="*/ 9 h 48"/>
                <a:gd name="T10" fmla="*/ 33 w 33"/>
                <a:gd name="T11" fmla="*/ 6 h 48"/>
                <a:gd name="T12" fmla="*/ 26 w 33"/>
                <a:gd name="T13" fmla="*/ 0 h 48"/>
                <a:gd name="T14" fmla="*/ 12 w 33"/>
                <a:gd name="T15" fmla="*/ 5 h 48"/>
                <a:gd name="T16" fmla="*/ 4 w 33"/>
                <a:gd name="T17" fmla="*/ 18 h 48"/>
                <a:gd name="T18" fmla="*/ 6 w 33"/>
                <a:gd name="T19" fmla="*/ 24 h 48"/>
                <a:gd name="T20" fmla="*/ 16 w 33"/>
                <a:gd name="T21" fmla="*/ 30 h 48"/>
                <a:gd name="T22" fmla="*/ 23 w 33"/>
                <a:gd name="T23" fmla="*/ 36 h 48"/>
                <a:gd name="T24" fmla="*/ 18 w 33"/>
                <a:gd name="T25" fmla="*/ 38 h 48"/>
                <a:gd name="T26" fmla="*/ 10 w 33"/>
                <a:gd name="T27" fmla="*/ 40 h 48"/>
                <a:gd name="T28" fmla="*/ 7 w 33"/>
                <a:gd name="T29" fmla="*/ 39 h 48"/>
                <a:gd name="T30" fmla="*/ 5 w 33"/>
                <a:gd name="T31" fmla="*/ 39 h 48"/>
                <a:gd name="T32" fmla="*/ 1 w 33"/>
                <a:gd name="T33" fmla="*/ 40 h 48"/>
                <a:gd name="T34" fmla="*/ 0 w 33"/>
                <a:gd name="T35" fmla="*/ 43 h 48"/>
                <a:gd name="T36" fmla="*/ 7 w 33"/>
                <a:gd name="T37" fmla="*/ 48 h 48"/>
                <a:gd name="T38" fmla="*/ 25 w 33"/>
                <a:gd name="T39" fmla="*/ 44 h 48"/>
                <a:gd name="T40" fmla="*/ 32 w 33"/>
                <a:gd name="T41" fmla="*/ 35 h 48"/>
                <a:gd name="T42" fmla="*/ 30 w 33"/>
                <a:gd name="T43" fmla="*/ 29 h 48"/>
                <a:gd name="T44" fmla="*/ 21 w 33"/>
                <a:gd name="T45" fmla="*/ 23 h 48"/>
                <a:gd name="T46" fmla="*/ 15 w 33"/>
                <a:gd name="T47" fmla="*/ 20 h 48"/>
                <a:gd name="T48" fmla="*/ 14 w 33"/>
                <a:gd name="T49" fmla="*/ 17 h 48"/>
                <a:gd name="T50" fmla="*/ 18 w 33"/>
                <a:gd name="T51"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3" h="48">
                  <a:moveTo>
                    <a:pt x="18" y="11"/>
                  </a:moveTo>
                  <a:cubicBezTo>
                    <a:pt x="21" y="10"/>
                    <a:pt x="23" y="9"/>
                    <a:pt x="25" y="9"/>
                  </a:cubicBezTo>
                  <a:cubicBezTo>
                    <a:pt x="26" y="9"/>
                    <a:pt x="26" y="9"/>
                    <a:pt x="27" y="9"/>
                  </a:cubicBezTo>
                  <a:cubicBezTo>
                    <a:pt x="28" y="10"/>
                    <a:pt x="28" y="10"/>
                    <a:pt x="29" y="10"/>
                  </a:cubicBezTo>
                  <a:cubicBezTo>
                    <a:pt x="29" y="10"/>
                    <a:pt x="30" y="10"/>
                    <a:pt x="31" y="9"/>
                  </a:cubicBezTo>
                  <a:cubicBezTo>
                    <a:pt x="32" y="8"/>
                    <a:pt x="33" y="7"/>
                    <a:pt x="33" y="6"/>
                  </a:cubicBezTo>
                  <a:cubicBezTo>
                    <a:pt x="33" y="2"/>
                    <a:pt x="31" y="0"/>
                    <a:pt x="26" y="0"/>
                  </a:cubicBezTo>
                  <a:cubicBezTo>
                    <a:pt x="22" y="0"/>
                    <a:pt x="17" y="2"/>
                    <a:pt x="12" y="5"/>
                  </a:cubicBezTo>
                  <a:cubicBezTo>
                    <a:pt x="6" y="9"/>
                    <a:pt x="4" y="13"/>
                    <a:pt x="4" y="18"/>
                  </a:cubicBezTo>
                  <a:cubicBezTo>
                    <a:pt x="4" y="20"/>
                    <a:pt x="4" y="22"/>
                    <a:pt x="6" y="24"/>
                  </a:cubicBezTo>
                  <a:cubicBezTo>
                    <a:pt x="7" y="26"/>
                    <a:pt x="11" y="28"/>
                    <a:pt x="16" y="30"/>
                  </a:cubicBezTo>
                  <a:cubicBezTo>
                    <a:pt x="21" y="32"/>
                    <a:pt x="23" y="34"/>
                    <a:pt x="23" y="36"/>
                  </a:cubicBezTo>
                  <a:cubicBezTo>
                    <a:pt x="22" y="37"/>
                    <a:pt x="20" y="38"/>
                    <a:pt x="18" y="38"/>
                  </a:cubicBezTo>
                  <a:cubicBezTo>
                    <a:pt x="15" y="39"/>
                    <a:pt x="12" y="40"/>
                    <a:pt x="10" y="40"/>
                  </a:cubicBezTo>
                  <a:cubicBezTo>
                    <a:pt x="9" y="40"/>
                    <a:pt x="8" y="39"/>
                    <a:pt x="7" y="39"/>
                  </a:cubicBezTo>
                  <a:cubicBezTo>
                    <a:pt x="6" y="39"/>
                    <a:pt x="5" y="39"/>
                    <a:pt x="5" y="39"/>
                  </a:cubicBezTo>
                  <a:cubicBezTo>
                    <a:pt x="4" y="39"/>
                    <a:pt x="2" y="39"/>
                    <a:pt x="1" y="40"/>
                  </a:cubicBezTo>
                  <a:cubicBezTo>
                    <a:pt x="0" y="41"/>
                    <a:pt x="0" y="42"/>
                    <a:pt x="0" y="43"/>
                  </a:cubicBezTo>
                  <a:cubicBezTo>
                    <a:pt x="0" y="47"/>
                    <a:pt x="2" y="48"/>
                    <a:pt x="7" y="48"/>
                  </a:cubicBezTo>
                  <a:cubicBezTo>
                    <a:pt x="14" y="48"/>
                    <a:pt x="19" y="47"/>
                    <a:pt x="25" y="44"/>
                  </a:cubicBezTo>
                  <a:cubicBezTo>
                    <a:pt x="30" y="42"/>
                    <a:pt x="32" y="39"/>
                    <a:pt x="32" y="35"/>
                  </a:cubicBezTo>
                  <a:cubicBezTo>
                    <a:pt x="32" y="33"/>
                    <a:pt x="32" y="31"/>
                    <a:pt x="30" y="29"/>
                  </a:cubicBezTo>
                  <a:cubicBezTo>
                    <a:pt x="29" y="27"/>
                    <a:pt x="26" y="25"/>
                    <a:pt x="21" y="23"/>
                  </a:cubicBezTo>
                  <a:cubicBezTo>
                    <a:pt x="18" y="22"/>
                    <a:pt x="16" y="21"/>
                    <a:pt x="15" y="20"/>
                  </a:cubicBezTo>
                  <a:cubicBezTo>
                    <a:pt x="14" y="19"/>
                    <a:pt x="14" y="18"/>
                    <a:pt x="14" y="17"/>
                  </a:cubicBezTo>
                  <a:cubicBezTo>
                    <a:pt x="14" y="15"/>
                    <a:pt x="15" y="13"/>
                    <a:pt x="1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8" name="组合 67"/>
          <p:cNvGrpSpPr/>
          <p:nvPr/>
        </p:nvGrpSpPr>
        <p:grpSpPr>
          <a:xfrm>
            <a:off x="4140200" y="4584700"/>
            <a:ext cx="1635125" cy="1744663"/>
            <a:chOff x="4140200" y="4584700"/>
            <a:chExt cx="1635125" cy="1744663"/>
          </a:xfrm>
          <a:solidFill>
            <a:schemeClr val="tx1">
              <a:lumMod val="65000"/>
              <a:lumOff val="35000"/>
            </a:schemeClr>
          </a:solidFill>
        </p:grpSpPr>
        <p:sp>
          <p:nvSpPr>
            <p:cNvPr id="69" name="Freeform 68"/>
            <p:cNvSpPr>
              <a:spLocks/>
            </p:cNvSpPr>
            <p:nvPr/>
          </p:nvSpPr>
          <p:spPr bwMode="auto">
            <a:xfrm>
              <a:off x="4597400" y="4584700"/>
              <a:ext cx="1177925" cy="1290638"/>
            </a:xfrm>
            <a:custGeom>
              <a:avLst/>
              <a:gdLst>
                <a:gd name="T0" fmla="*/ 339 w 750"/>
                <a:gd name="T1" fmla="*/ 40 h 822"/>
                <a:gd name="T2" fmla="*/ 710 w 750"/>
                <a:gd name="T3" fmla="*/ 411 h 822"/>
                <a:gd name="T4" fmla="*/ 339 w 750"/>
                <a:gd name="T5" fmla="*/ 782 h 822"/>
                <a:gd name="T6" fmla="*/ 134 w 750"/>
                <a:gd name="T7" fmla="*/ 720 h 822"/>
                <a:gd name="T8" fmla="*/ 116 w 750"/>
                <a:gd name="T9" fmla="*/ 756 h 822"/>
                <a:gd name="T10" fmla="*/ 339 w 750"/>
                <a:gd name="T11" fmla="*/ 822 h 822"/>
                <a:gd name="T12" fmla="*/ 750 w 750"/>
                <a:gd name="T13" fmla="*/ 411 h 822"/>
                <a:gd name="T14" fmla="*/ 339 w 750"/>
                <a:gd name="T15" fmla="*/ 0 h 822"/>
                <a:gd name="T16" fmla="*/ 0 w 750"/>
                <a:gd name="T17" fmla="*/ 180 h 822"/>
                <a:gd name="T18" fmla="*/ 22 w 750"/>
                <a:gd name="T19" fmla="*/ 219 h 822"/>
                <a:gd name="T20" fmla="*/ 339 w 750"/>
                <a:gd name="T21" fmla="*/ 40 h 8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50" h="822">
                  <a:moveTo>
                    <a:pt x="339" y="40"/>
                  </a:moveTo>
                  <a:cubicBezTo>
                    <a:pt x="544" y="40"/>
                    <a:pt x="710" y="207"/>
                    <a:pt x="710" y="411"/>
                  </a:cubicBezTo>
                  <a:cubicBezTo>
                    <a:pt x="710" y="616"/>
                    <a:pt x="544" y="782"/>
                    <a:pt x="339" y="782"/>
                  </a:cubicBezTo>
                  <a:cubicBezTo>
                    <a:pt x="264" y="782"/>
                    <a:pt x="193" y="759"/>
                    <a:pt x="134" y="720"/>
                  </a:cubicBezTo>
                  <a:cubicBezTo>
                    <a:pt x="133" y="735"/>
                    <a:pt x="126" y="747"/>
                    <a:pt x="116" y="756"/>
                  </a:cubicBezTo>
                  <a:cubicBezTo>
                    <a:pt x="180" y="798"/>
                    <a:pt x="257" y="822"/>
                    <a:pt x="339" y="822"/>
                  </a:cubicBezTo>
                  <a:cubicBezTo>
                    <a:pt x="566" y="822"/>
                    <a:pt x="750" y="638"/>
                    <a:pt x="750" y="411"/>
                  </a:cubicBezTo>
                  <a:cubicBezTo>
                    <a:pt x="750" y="184"/>
                    <a:pt x="566" y="0"/>
                    <a:pt x="339" y="0"/>
                  </a:cubicBezTo>
                  <a:cubicBezTo>
                    <a:pt x="198" y="0"/>
                    <a:pt x="74" y="71"/>
                    <a:pt x="0" y="180"/>
                  </a:cubicBezTo>
                  <a:cubicBezTo>
                    <a:pt x="10" y="191"/>
                    <a:pt x="17" y="204"/>
                    <a:pt x="22" y="219"/>
                  </a:cubicBezTo>
                  <a:cubicBezTo>
                    <a:pt x="87" y="112"/>
                    <a:pt x="205" y="40"/>
                    <a:pt x="339"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69"/>
            <p:cNvSpPr>
              <a:spLocks/>
            </p:cNvSpPr>
            <p:nvPr/>
          </p:nvSpPr>
          <p:spPr bwMode="auto">
            <a:xfrm>
              <a:off x="4140200" y="5154613"/>
              <a:ext cx="652463" cy="1174750"/>
            </a:xfrm>
            <a:custGeom>
              <a:avLst/>
              <a:gdLst>
                <a:gd name="T0" fmla="*/ 190 w 416"/>
                <a:gd name="T1" fmla="*/ 696 h 748"/>
                <a:gd name="T2" fmla="*/ 200 w 416"/>
                <a:gd name="T3" fmla="*/ 685 h 748"/>
                <a:gd name="T4" fmla="*/ 200 w 416"/>
                <a:gd name="T5" fmla="*/ 670 h 748"/>
                <a:gd name="T6" fmla="*/ 200 w 416"/>
                <a:gd name="T7" fmla="*/ 525 h 748"/>
                <a:gd name="T8" fmla="*/ 200 w 416"/>
                <a:gd name="T9" fmla="*/ 357 h 748"/>
                <a:gd name="T10" fmla="*/ 200 w 416"/>
                <a:gd name="T11" fmla="*/ 336 h 748"/>
                <a:gd name="T12" fmla="*/ 216 w 416"/>
                <a:gd name="T13" fmla="*/ 336 h 748"/>
                <a:gd name="T14" fmla="*/ 216 w 416"/>
                <a:gd name="T15" fmla="*/ 357 h 748"/>
                <a:gd name="T16" fmla="*/ 216 w 416"/>
                <a:gd name="T17" fmla="*/ 494 h 748"/>
                <a:gd name="T18" fmla="*/ 277 w 416"/>
                <a:gd name="T19" fmla="*/ 436 h 748"/>
                <a:gd name="T20" fmla="*/ 296 w 416"/>
                <a:gd name="T21" fmla="*/ 421 h 748"/>
                <a:gd name="T22" fmla="*/ 316 w 416"/>
                <a:gd name="T23" fmla="*/ 406 h 748"/>
                <a:gd name="T24" fmla="*/ 316 w 416"/>
                <a:gd name="T25" fmla="*/ 347 h 748"/>
                <a:gd name="T26" fmla="*/ 316 w 416"/>
                <a:gd name="T27" fmla="*/ 344 h 748"/>
                <a:gd name="T28" fmla="*/ 301 w 416"/>
                <a:gd name="T29" fmla="*/ 332 h 748"/>
                <a:gd name="T30" fmla="*/ 254 w 416"/>
                <a:gd name="T31" fmla="*/ 285 h 748"/>
                <a:gd name="T32" fmla="*/ 258 w 416"/>
                <a:gd name="T33" fmla="*/ 271 h 748"/>
                <a:gd name="T34" fmla="*/ 279 w 416"/>
                <a:gd name="T35" fmla="*/ 263 h 748"/>
                <a:gd name="T36" fmla="*/ 316 w 416"/>
                <a:gd name="T37" fmla="*/ 270 h 748"/>
                <a:gd name="T38" fmla="*/ 316 w 416"/>
                <a:gd name="T39" fmla="*/ 231 h 748"/>
                <a:gd name="T40" fmla="*/ 316 w 416"/>
                <a:gd name="T41" fmla="*/ 98 h 748"/>
                <a:gd name="T42" fmla="*/ 342 w 416"/>
                <a:gd name="T43" fmla="*/ 351 h 748"/>
                <a:gd name="T44" fmla="*/ 372 w 416"/>
                <a:gd name="T45" fmla="*/ 385 h 748"/>
                <a:gd name="T46" fmla="*/ 374 w 416"/>
                <a:gd name="T47" fmla="*/ 385 h 748"/>
                <a:gd name="T48" fmla="*/ 406 w 416"/>
                <a:gd name="T49" fmla="*/ 355 h 748"/>
                <a:gd name="T50" fmla="*/ 343 w 416"/>
                <a:gd name="T51" fmla="*/ 27 h 748"/>
                <a:gd name="T52" fmla="*/ 287 w 416"/>
                <a:gd name="T53" fmla="*/ 1 h 748"/>
                <a:gd name="T54" fmla="*/ 285 w 416"/>
                <a:gd name="T55" fmla="*/ 0 h 748"/>
                <a:gd name="T56" fmla="*/ 131 w 416"/>
                <a:gd name="T57" fmla="*/ 0 h 748"/>
                <a:gd name="T58" fmla="*/ 129 w 416"/>
                <a:gd name="T59" fmla="*/ 1 h 748"/>
                <a:gd name="T60" fmla="*/ 82 w 416"/>
                <a:gd name="T61" fmla="*/ 19 h 748"/>
                <a:gd name="T62" fmla="*/ 73 w 416"/>
                <a:gd name="T63" fmla="*/ 27 h 748"/>
                <a:gd name="T64" fmla="*/ 10 w 416"/>
                <a:gd name="T65" fmla="*/ 354 h 748"/>
                <a:gd name="T66" fmla="*/ 42 w 416"/>
                <a:gd name="T67" fmla="*/ 385 h 748"/>
                <a:gd name="T68" fmla="*/ 44 w 416"/>
                <a:gd name="T69" fmla="*/ 385 h 748"/>
                <a:gd name="T70" fmla="*/ 74 w 416"/>
                <a:gd name="T71" fmla="*/ 351 h 748"/>
                <a:gd name="T72" fmla="*/ 80 w 416"/>
                <a:gd name="T73" fmla="*/ 168 h 748"/>
                <a:gd name="T74" fmla="*/ 100 w 416"/>
                <a:gd name="T75" fmla="*/ 98 h 748"/>
                <a:gd name="T76" fmla="*/ 100 w 416"/>
                <a:gd name="T77" fmla="*/ 231 h 748"/>
                <a:gd name="T78" fmla="*/ 100 w 416"/>
                <a:gd name="T79" fmla="*/ 306 h 748"/>
                <a:gd name="T80" fmla="*/ 100 w 416"/>
                <a:gd name="T81" fmla="*/ 347 h 748"/>
                <a:gd name="T82" fmla="*/ 100 w 416"/>
                <a:gd name="T83" fmla="*/ 698 h 748"/>
                <a:gd name="T84" fmla="*/ 149 w 416"/>
                <a:gd name="T85" fmla="*/ 748 h 748"/>
                <a:gd name="T86" fmla="*/ 187 w 416"/>
                <a:gd name="T87" fmla="*/ 731 h 748"/>
                <a:gd name="T88" fmla="*/ 190 w 416"/>
                <a:gd name="T89" fmla="*/ 696 h 7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16" h="748">
                  <a:moveTo>
                    <a:pt x="190" y="696"/>
                  </a:moveTo>
                  <a:cubicBezTo>
                    <a:pt x="200" y="685"/>
                    <a:pt x="200" y="685"/>
                    <a:pt x="200" y="685"/>
                  </a:cubicBezTo>
                  <a:cubicBezTo>
                    <a:pt x="200" y="670"/>
                    <a:pt x="200" y="670"/>
                    <a:pt x="200" y="670"/>
                  </a:cubicBezTo>
                  <a:cubicBezTo>
                    <a:pt x="192" y="632"/>
                    <a:pt x="184" y="562"/>
                    <a:pt x="200" y="525"/>
                  </a:cubicBezTo>
                  <a:cubicBezTo>
                    <a:pt x="200" y="357"/>
                    <a:pt x="200" y="357"/>
                    <a:pt x="200" y="357"/>
                  </a:cubicBezTo>
                  <a:cubicBezTo>
                    <a:pt x="200" y="336"/>
                    <a:pt x="200" y="336"/>
                    <a:pt x="200" y="336"/>
                  </a:cubicBezTo>
                  <a:cubicBezTo>
                    <a:pt x="216" y="336"/>
                    <a:pt x="216" y="336"/>
                    <a:pt x="216" y="336"/>
                  </a:cubicBezTo>
                  <a:cubicBezTo>
                    <a:pt x="216" y="357"/>
                    <a:pt x="216" y="357"/>
                    <a:pt x="216" y="357"/>
                  </a:cubicBezTo>
                  <a:cubicBezTo>
                    <a:pt x="216" y="494"/>
                    <a:pt x="216" y="494"/>
                    <a:pt x="216" y="494"/>
                  </a:cubicBezTo>
                  <a:cubicBezTo>
                    <a:pt x="236" y="470"/>
                    <a:pt x="257" y="452"/>
                    <a:pt x="277" y="436"/>
                  </a:cubicBezTo>
                  <a:cubicBezTo>
                    <a:pt x="283" y="431"/>
                    <a:pt x="290" y="426"/>
                    <a:pt x="296" y="421"/>
                  </a:cubicBezTo>
                  <a:cubicBezTo>
                    <a:pt x="303" y="415"/>
                    <a:pt x="308" y="410"/>
                    <a:pt x="316" y="406"/>
                  </a:cubicBezTo>
                  <a:cubicBezTo>
                    <a:pt x="316" y="347"/>
                    <a:pt x="316" y="347"/>
                    <a:pt x="316" y="347"/>
                  </a:cubicBezTo>
                  <a:cubicBezTo>
                    <a:pt x="316" y="344"/>
                    <a:pt x="316" y="344"/>
                    <a:pt x="316" y="344"/>
                  </a:cubicBezTo>
                  <a:cubicBezTo>
                    <a:pt x="312" y="340"/>
                    <a:pt x="306" y="336"/>
                    <a:pt x="301" y="332"/>
                  </a:cubicBezTo>
                  <a:cubicBezTo>
                    <a:pt x="273" y="312"/>
                    <a:pt x="256" y="299"/>
                    <a:pt x="254" y="285"/>
                  </a:cubicBezTo>
                  <a:cubicBezTo>
                    <a:pt x="254" y="280"/>
                    <a:pt x="255" y="275"/>
                    <a:pt x="258" y="271"/>
                  </a:cubicBezTo>
                  <a:cubicBezTo>
                    <a:pt x="263" y="266"/>
                    <a:pt x="270" y="263"/>
                    <a:pt x="279" y="263"/>
                  </a:cubicBezTo>
                  <a:cubicBezTo>
                    <a:pt x="289" y="263"/>
                    <a:pt x="304" y="266"/>
                    <a:pt x="316" y="270"/>
                  </a:cubicBezTo>
                  <a:cubicBezTo>
                    <a:pt x="316" y="231"/>
                    <a:pt x="316" y="231"/>
                    <a:pt x="316" y="231"/>
                  </a:cubicBezTo>
                  <a:cubicBezTo>
                    <a:pt x="316" y="98"/>
                    <a:pt x="316" y="98"/>
                    <a:pt x="316" y="98"/>
                  </a:cubicBezTo>
                  <a:cubicBezTo>
                    <a:pt x="336" y="135"/>
                    <a:pt x="350" y="210"/>
                    <a:pt x="342" y="351"/>
                  </a:cubicBezTo>
                  <a:cubicBezTo>
                    <a:pt x="341" y="368"/>
                    <a:pt x="354" y="384"/>
                    <a:pt x="372" y="385"/>
                  </a:cubicBezTo>
                  <a:cubicBezTo>
                    <a:pt x="372" y="385"/>
                    <a:pt x="373" y="385"/>
                    <a:pt x="374" y="385"/>
                  </a:cubicBezTo>
                  <a:cubicBezTo>
                    <a:pt x="391" y="385"/>
                    <a:pt x="405" y="372"/>
                    <a:pt x="406" y="355"/>
                  </a:cubicBezTo>
                  <a:cubicBezTo>
                    <a:pt x="416" y="186"/>
                    <a:pt x="394" y="75"/>
                    <a:pt x="343" y="27"/>
                  </a:cubicBezTo>
                  <a:cubicBezTo>
                    <a:pt x="320" y="6"/>
                    <a:pt x="298" y="1"/>
                    <a:pt x="287" y="1"/>
                  </a:cubicBezTo>
                  <a:cubicBezTo>
                    <a:pt x="287" y="1"/>
                    <a:pt x="286" y="0"/>
                    <a:pt x="285" y="0"/>
                  </a:cubicBezTo>
                  <a:cubicBezTo>
                    <a:pt x="131" y="0"/>
                    <a:pt x="131" y="0"/>
                    <a:pt x="131" y="0"/>
                  </a:cubicBezTo>
                  <a:cubicBezTo>
                    <a:pt x="130" y="0"/>
                    <a:pt x="129" y="1"/>
                    <a:pt x="129" y="1"/>
                  </a:cubicBezTo>
                  <a:cubicBezTo>
                    <a:pt x="119" y="1"/>
                    <a:pt x="101" y="5"/>
                    <a:pt x="82" y="19"/>
                  </a:cubicBezTo>
                  <a:cubicBezTo>
                    <a:pt x="79" y="21"/>
                    <a:pt x="76" y="24"/>
                    <a:pt x="73" y="27"/>
                  </a:cubicBezTo>
                  <a:cubicBezTo>
                    <a:pt x="22" y="75"/>
                    <a:pt x="0" y="185"/>
                    <a:pt x="10" y="354"/>
                  </a:cubicBezTo>
                  <a:cubicBezTo>
                    <a:pt x="11" y="371"/>
                    <a:pt x="25" y="385"/>
                    <a:pt x="42" y="385"/>
                  </a:cubicBezTo>
                  <a:cubicBezTo>
                    <a:pt x="43" y="385"/>
                    <a:pt x="44" y="385"/>
                    <a:pt x="44" y="385"/>
                  </a:cubicBezTo>
                  <a:cubicBezTo>
                    <a:pt x="62" y="384"/>
                    <a:pt x="75" y="368"/>
                    <a:pt x="74" y="351"/>
                  </a:cubicBezTo>
                  <a:cubicBezTo>
                    <a:pt x="69" y="270"/>
                    <a:pt x="73" y="211"/>
                    <a:pt x="80" y="168"/>
                  </a:cubicBezTo>
                  <a:cubicBezTo>
                    <a:pt x="85" y="136"/>
                    <a:pt x="92" y="114"/>
                    <a:pt x="100" y="98"/>
                  </a:cubicBezTo>
                  <a:cubicBezTo>
                    <a:pt x="100" y="231"/>
                    <a:pt x="100" y="231"/>
                    <a:pt x="100" y="231"/>
                  </a:cubicBezTo>
                  <a:cubicBezTo>
                    <a:pt x="100" y="306"/>
                    <a:pt x="100" y="306"/>
                    <a:pt x="100" y="306"/>
                  </a:cubicBezTo>
                  <a:cubicBezTo>
                    <a:pt x="100" y="347"/>
                    <a:pt x="100" y="347"/>
                    <a:pt x="100" y="347"/>
                  </a:cubicBezTo>
                  <a:cubicBezTo>
                    <a:pt x="100" y="698"/>
                    <a:pt x="100" y="698"/>
                    <a:pt x="100" y="698"/>
                  </a:cubicBezTo>
                  <a:cubicBezTo>
                    <a:pt x="100" y="726"/>
                    <a:pt x="122" y="748"/>
                    <a:pt x="149" y="748"/>
                  </a:cubicBezTo>
                  <a:cubicBezTo>
                    <a:pt x="164" y="748"/>
                    <a:pt x="178" y="741"/>
                    <a:pt x="187" y="731"/>
                  </a:cubicBezTo>
                  <a:cubicBezTo>
                    <a:pt x="181" y="720"/>
                    <a:pt x="182" y="706"/>
                    <a:pt x="190" y="6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70"/>
            <p:cNvSpPr>
              <a:spLocks/>
            </p:cNvSpPr>
            <p:nvPr/>
          </p:nvSpPr>
          <p:spPr bwMode="auto">
            <a:xfrm>
              <a:off x="4510088" y="6292850"/>
              <a:ext cx="85725" cy="36513"/>
            </a:xfrm>
            <a:custGeom>
              <a:avLst/>
              <a:gdLst>
                <a:gd name="T0" fmla="*/ 1 w 54"/>
                <a:gd name="T1" fmla="*/ 10 h 23"/>
                <a:gd name="T2" fmla="*/ 0 w 54"/>
                <a:gd name="T3" fmla="*/ 12 h 23"/>
                <a:gd name="T4" fmla="*/ 31 w 54"/>
                <a:gd name="T5" fmla="*/ 23 h 23"/>
                <a:gd name="T6" fmla="*/ 54 w 54"/>
                <a:gd name="T7" fmla="*/ 17 h 23"/>
                <a:gd name="T8" fmla="*/ 10 w 54"/>
                <a:gd name="T9" fmla="*/ 0 h 23"/>
                <a:gd name="T10" fmla="*/ 1 w 54"/>
                <a:gd name="T11" fmla="*/ 10 h 23"/>
              </a:gdLst>
              <a:ahLst/>
              <a:cxnLst>
                <a:cxn ang="0">
                  <a:pos x="T0" y="T1"/>
                </a:cxn>
                <a:cxn ang="0">
                  <a:pos x="T2" y="T3"/>
                </a:cxn>
                <a:cxn ang="0">
                  <a:pos x="T4" y="T5"/>
                </a:cxn>
                <a:cxn ang="0">
                  <a:pos x="T6" y="T7"/>
                </a:cxn>
                <a:cxn ang="0">
                  <a:pos x="T8" y="T9"/>
                </a:cxn>
                <a:cxn ang="0">
                  <a:pos x="T10" y="T11"/>
                </a:cxn>
              </a:cxnLst>
              <a:rect l="0" t="0" r="r" b="b"/>
              <a:pathLst>
                <a:path w="54" h="23">
                  <a:moveTo>
                    <a:pt x="1" y="10"/>
                  </a:moveTo>
                  <a:cubicBezTo>
                    <a:pt x="1" y="11"/>
                    <a:pt x="0" y="11"/>
                    <a:pt x="0" y="12"/>
                  </a:cubicBezTo>
                  <a:cubicBezTo>
                    <a:pt x="8" y="19"/>
                    <a:pt x="19" y="23"/>
                    <a:pt x="31" y="23"/>
                  </a:cubicBezTo>
                  <a:cubicBezTo>
                    <a:pt x="39" y="23"/>
                    <a:pt x="47" y="21"/>
                    <a:pt x="54" y="17"/>
                  </a:cubicBezTo>
                  <a:cubicBezTo>
                    <a:pt x="36" y="12"/>
                    <a:pt x="21" y="6"/>
                    <a:pt x="10" y="0"/>
                  </a:cubicBezTo>
                  <a:lnTo>
                    <a:pt x="1"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Oval 71"/>
            <p:cNvSpPr>
              <a:spLocks noChangeArrowheads="1"/>
            </p:cNvSpPr>
            <p:nvPr/>
          </p:nvSpPr>
          <p:spPr bwMode="auto">
            <a:xfrm>
              <a:off x="4324350" y="4838700"/>
              <a:ext cx="284163" cy="2825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72"/>
            <p:cNvSpPr>
              <a:spLocks noEditPoints="1"/>
            </p:cNvSpPr>
            <p:nvPr/>
          </p:nvSpPr>
          <p:spPr bwMode="auto">
            <a:xfrm>
              <a:off x="4437063" y="5765800"/>
              <a:ext cx="595313" cy="555625"/>
            </a:xfrm>
            <a:custGeom>
              <a:avLst/>
              <a:gdLst>
                <a:gd name="T0" fmla="*/ 343 w 379"/>
                <a:gd name="T1" fmla="*/ 125 h 354"/>
                <a:gd name="T2" fmla="*/ 218 w 379"/>
                <a:gd name="T3" fmla="*/ 20 h 354"/>
                <a:gd name="T4" fmla="*/ 199 w 379"/>
                <a:gd name="T5" fmla="*/ 2 h 354"/>
                <a:gd name="T6" fmla="*/ 185 w 379"/>
                <a:gd name="T7" fmla="*/ 5 h 354"/>
                <a:gd name="T8" fmla="*/ 182 w 379"/>
                <a:gd name="T9" fmla="*/ 5 h 354"/>
                <a:gd name="T10" fmla="*/ 165 w 379"/>
                <a:gd name="T11" fmla="*/ 0 h 354"/>
                <a:gd name="T12" fmla="*/ 114 w 379"/>
                <a:gd name="T13" fmla="*/ 39 h 354"/>
                <a:gd name="T14" fmla="*/ 21 w 379"/>
                <a:gd name="T15" fmla="*/ 136 h 354"/>
                <a:gd name="T16" fmla="*/ 23 w 379"/>
                <a:gd name="T17" fmla="*/ 296 h 354"/>
                <a:gd name="T18" fmla="*/ 8 w 379"/>
                <a:gd name="T19" fmla="*/ 313 h 354"/>
                <a:gd name="T20" fmla="*/ 11 w 379"/>
                <a:gd name="T21" fmla="*/ 343 h 354"/>
                <a:gd name="T22" fmla="*/ 40 w 379"/>
                <a:gd name="T23" fmla="*/ 340 h 354"/>
                <a:gd name="T24" fmla="*/ 54 w 379"/>
                <a:gd name="T25" fmla="*/ 323 h 354"/>
                <a:gd name="T26" fmla="*/ 186 w 379"/>
                <a:gd name="T27" fmla="*/ 352 h 354"/>
                <a:gd name="T28" fmla="*/ 301 w 379"/>
                <a:gd name="T29" fmla="*/ 325 h 354"/>
                <a:gd name="T30" fmla="*/ 316 w 379"/>
                <a:gd name="T31" fmla="*/ 343 h 354"/>
                <a:gd name="T32" fmla="*/ 345 w 379"/>
                <a:gd name="T33" fmla="*/ 346 h 354"/>
                <a:gd name="T34" fmla="*/ 348 w 379"/>
                <a:gd name="T35" fmla="*/ 317 h 354"/>
                <a:gd name="T36" fmla="*/ 331 w 379"/>
                <a:gd name="T37" fmla="*/ 297 h 354"/>
                <a:gd name="T38" fmla="*/ 343 w 379"/>
                <a:gd name="T39" fmla="*/ 125 h 354"/>
                <a:gd name="T40" fmla="*/ 191 w 379"/>
                <a:gd name="T41" fmla="*/ 256 h 354"/>
                <a:gd name="T42" fmla="*/ 191 w 379"/>
                <a:gd name="T43" fmla="*/ 271 h 354"/>
                <a:gd name="T44" fmla="*/ 175 w 379"/>
                <a:gd name="T45" fmla="*/ 271 h 354"/>
                <a:gd name="T46" fmla="*/ 175 w 379"/>
                <a:gd name="T47" fmla="*/ 256 h 354"/>
                <a:gd name="T48" fmla="*/ 128 w 379"/>
                <a:gd name="T49" fmla="*/ 235 h 354"/>
                <a:gd name="T50" fmla="*/ 149 w 379"/>
                <a:gd name="T51" fmla="*/ 221 h 354"/>
                <a:gd name="T52" fmla="*/ 184 w 379"/>
                <a:gd name="T53" fmla="*/ 236 h 354"/>
                <a:gd name="T54" fmla="*/ 205 w 379"/>
                <a:gd name="T55" fmla="*/ 219 h 354"/>
                <a:gd name="T56" fmla="*/ 197 w 379"/>
                <a:gd name="T57" fmla="*/ 203 h 354"/>
                <a:gd name="T58" fmla="*/ 170 w 379"/>
                <a:gd name="T59" fmla="*/ 189 h 354"/>
                <a:gd name="T60" fmla="*/ 131 w 379"/>
                <a:gd name="T61" fmla="*/ 146 h 354"/>
                <a:gd name="T62" fmla="*/ 175 w 379"/>
                <a:gd name="T63" fmla="*/ 109 h 354"/>
                <a:gd name="T64" fmla="*/ 175 w 379"/>
                <a:gd name="T65" fmla="*/ 95 h 354"/>
                <a:gd name="T66" fmla="*/ 191 w 379"/>
                <a:gd name="T67" fmla="*/ 95 h 354"/>
                <a:gd name="T68" fmla="*/ 191 w 379"/>
                <a:gd name="T69" fmla="*/ 109 h 354"/>
                <a:gd name="T70" fmla="*/ 232 w 379"/>
                <a:gd name="T71" fmla="*/ 124 h 354"/>
                <a:gd name="T72" fmla="*/ 211 w 379"/>
                <a:gd name="T73" fmla="*/ 139 h 354"/>
                <a:gd name="T74" fmla="*/ 183 w 379"/>
                <a:gd name="T75" fmla="*/ 128 h 354"/>
                <a:gd name="T76" fmla="*/ 160 w 379"/>
                <a:gd name="T77" fmla="*/ 144 h 354"/>
                <a:gd name="T78" fmla="*/ 168 w 379"/>
                <a:gd name="T79" fmla="*/ 159 h 354"/>
                <a:gd name="T80" fmla="*/ 193 w 379"/>
                <a:gd name="T81" fmla="*/ 172 h 354"/>
                <a:gd name="T82" fmla="*/ 236 w 379"/>
                <a:gd name="T83" fmla="*/ 218 h 354"/>
                <a:gd name="T84" fmla="*/ 191 w 379"/>
                <a:gd name="T85" fmla="*/ 256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79" h="354">
                  <a:moveTo>
                    <a:pt x="343" y="125"/>
                  </a:moveTo>
                  <a:cubicBezTo>
                    <a:pt x="300" y="55"/>
                    <a:pt x="242" y="39"/>
                    <a:pt x="218" y="20"/>
                  </a:cubicBezTo>
                  <a:cubicBezTo>
                    <a:pt x="208" y="12"/>
                    <a:pt x="202" y="7"/>
                    <a:pt x="199" y="2"/>
                  </a:cubicBezTo>
                  <a:cubicBezTo>
                    <a:pt x="194" y="4"/>
                    <a:pt x="190" y="5"/>
                    <a:pt x="185" y="5"/>
                  </a:cubicBezTo>
                  <a:cubicBezTo>
                    <a:pt x="184" y="5"/>
                    <a:pt x="183" y="5"/>
                    <a:pt x="182" y="5"/>
                  </a:cubicBezTo>
                  <a:cubicBezTo>
                    <a:pt x="176" y="4"/>
                    <a:pt x="170" y="3"/>
                    <a:pt x="165" y="0"/>
                  </a:cubicBezTo>
                  <a:cubicBezTo>
                    <a:pt x="157" y="13"/>
                    <a:pt x="135" y="21"/>
                    <a:pt x="114" y="39"/>
                  </a:cubicBezTo>
                  <a:cubicBezTo>
                    <a:pt x="83" y="66"/>
                    <a:pt x="45" y="90"/>
                    <a:pt x="21" y="136"/>
                  </a:cubicBezTo>
                  <a:cubicBezTo>
                    <a:pt x="0" y="177"/>
                    <a:pt x="18" y="272"/>
                    <a:pt x="23" y="296"/>
                  </a:cubicBezTo>
                  <a:cubicBezTo>
                    <a:pt x="8" y="313"/>
                    <a:pt x="8" y="313"/>
                    <a:pt x="8" y="313"/>
                  </a:cubicBezTo>
                  <a:cubicBezTo>
                    <a:pt x="1" y="322"/>
                    <a:pt x="2" y="335"/>
                    <a:pt x="11" y="343"/>
                  </a:cubicBezTo>
                  <a:cubicBezTo>
                    <a:pt x="20" y="350"/>
                    <a:pt x="33" y="349"/>
                    <a:pt x="40" y="340"/>
                  </a:cubicBezTo>
                  <a:cubicBezTo>
                    <a:pt x="54" y="323"/>
                    <a:pt x="54" y="323"/>
                    <a:pt x="54" y="323"/>
                  </a:cubicBezTo>
                  <a:cubicBezTo>
                    <a:pt x="80" y="338"/>
                    <a:pt x="123" y="354"/>
                    <a:pt x="186" y="352"/>
                  </a:cubicBezTo>
                  <a:cubicBezTo>
                    <a:pt x="244" y="350"/>
                    <a:pt x="280" y="337"/>
                    <a:pt x="301" y="325"/>
                  </a:cubicBezTo>
                  <a:cubicBezTo>
                    <a:pt x="316" y="343"/>
                    <a:pt x="316" y="343"/>
                    <a:pt x="316" y="343"/>
                  </a:cubicBezTo>
                  <a:cubicBezTo>
                    <a:pt x="323" y="352"/>
                    <a:pt x="337" y="353"/>
                    <a:pt x="345" y="346"/>
                  </a:cubicBezTo>
                  <a:cubicBezTo>
                    <a:pt x="354" y="339"/>
                    <a:pt x="355" y="325"/>
                    <a:pt x="348" y="317"/>
                  </a:cubicBezTo>
                  <a:cubicBezTo>
                    <a:pt x="331" y="297"/>
                    <a:pt x="331" y="297"/>
                    <a:pt x="331" y="297"/>
                  </a:cubicBezTo>
                  <a:cubicBezTo>
                    <a:pt x="343" y="272"/>
                    <a:pt x="379" y="185"/>
                    <a:pt x="343" y="125"/>
                  </a:cubicBezTo>
                  <a:close/>
                  <a:moveTo>
                    <a:pt x="191" y="256"/>
                  </a:moveTo>
                  <a:cubicBezTo>
                    <a:pt x="191" y="271"/>
                    <a:pt x="191" y="271"/>
                    <a:pt x="191" y="271"/>
                  </a:cubicBezTo>
                  <a:cubicBezTo>
                    <a:pt x="175" y="271"/>
                    <a:pt x="175" y="271"/>
                    <a:pt x="175" y="271"/>
                  </a:cubicBezTo>
                  <a:cubicBezTo>
                    <a:pt x="175" y="256"/>
                    <a:pt x="175" y="256"/>
                    <a:pt x="175" y="256"/>
                  </a:cubicBezTo>
                  <a:cubicBezTo>
                    <a:pt x="155" y="254"/>
                    <a:pt x="141" y="247"/>
                    <a:pt x="128" y="235"/>
                  </a:cubicBezTo>
                  <a:cubicBezTo>
                    <a:pt x="149" y="221"/>
                    <a:pt x="149" y="221"/>
                    <a:pt x="149" y="221"/>
                  </a:cubicBezTo>
                  <a:cubicBezTo>
                    <a:pt x="163" y="233"/>
                    <a:pt x="171" y="236"/>
                    <a:pt x="184" y="236"/>
                  </a:cubicBezTo>
                  <a:cubicBezTo>
                    <a:pt x="197" y="236"/>
                    <a:pt x="205" y="230"/>
                    <a:pt x="205" y="219"/>
                  </a:cubicBezTo>
                  <a:cubicBezTo>
                    <a:pt x="205" y="213"/>
                    <a:pt x="202" y="208"/>
                    <a:pt x="197" y="203"/>
                  </a:cubicBezTo>
                  <a:cubicBezTo>
                    <a:pt x="192" y="199"/>
                    <a:pt x="188" y="198"/>
                    <a:pt x="170" y="189"/>
                  </a:cubicBezTo>
                  <a:cubicBezTo>
                    <a:pt x="140" y="173"/>
                    <a:pt x="131" y="163"/>
                    <a:pt x="131" y="146"/>
                  </a:cubicBezTo>
                  <a:cubicBezTo>
                    <a:pt x="131" y="126"/>
                    <a:pt x="147" y="111"/>
                    <a:pt x="175" y="109"/>
                  </a:cubicBezTo>
                  <a:cubicBezTo>
                    <a:pt x="175" y="95"/>
                    <a:pt x="175" y="95"/>
                    <a:pt x="175" y="95"/>
                  </a:cubicBezTo>
                  <a:cubicBezTo>
                    <a:pt x="191" y="95"/>
                    <a:pt x="191" y="95"/>
                    <a:pt x="191" y="95"/>
                  </a:cubicBezTo>
                  <a:cubicBezTo>
                    <a:pt x="191" y="109"/>
                    <a:pt x="191" y="109"/>
                    <a:pt x="191" y="109"/>
                  </a:cubicBezTo>
                  <a:cubicBezTo>
                    <a:pt x="207" y="110"/>
                    <a:pt x="220" y="115"/>
                    <a:pt x="232" y="124"/>
                  </a:cubicBezTo>
                  <a:cubicBezTo>
                    <a:pt x="211" y="139"/>
                    <a:pt x="211" y="139"/>
                    <a:pt x="211" y="139"/>
                  </a:cubicBezTo>
                  <a:cubicBezTo>
                    <a:pt x="202" y="131"/>
                    <a:pt x="194" y="128"/>
                    <a:pt x="183" y="128"/>
                  </a:cubicBezTo>
                  <a:cubicBezTo>
                    <a:pt x="169" y="128"/>
                    <a:pt x="160" y="134"/>
                    <a:pt x="160" y="144"/>
                  </a:cubicBezTo>
                  <a:cubicBezTo>
                    <a:pt x="160" y="150"/>
                    <a:pt x="163" y="155"/>
                    <a:pt x="168" y="159"/>
                  </a:cubicBezTo>
                  <a:cubicBezTo>
                    <a:pt x="173" y="162"/>
                    <a:pt x="175" y="163"/>
                    <a:pt x="193" y="172"/>
                  </a:cubicBezTo>
                  <a:cubicBezTo>
                    <a:pt x="226" y="188"/>
                    <a:pt x="236" y="199"/>
                    <a:pt x="236" y="218"/>
                  </a:cubicBezTo>
                  <a:cubicBezTo>
                    <a:pt x="236" y="239"/>
                    <a:pt x="219" y="253"/>
                    <a:pt x="191" y="2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73"/>
            <p:cNvSpPr>
              <a:spLocks/>
            </p:cNvSpPr>
            <p:nvPr/>
          </p:nvSpPr>
          <p:spPr bwMode="auto">
            <a:xfrm>
              <a:off x="4792663" y="5575300"/>
              <a:ext cx="65088" cy="114300"/>
            </a:xfrm>
            <a:custGeom>
              <a:avLst/>
              <a:gdLst>
                <a:gd name="T0" fmla="*/ 0 w 41"/>
                <a:gd name="T1" fmla="*/ 73 h 73"/>
                <a:gd name="T2" fmla="*/ 40 w 41"/>
                <a:gd name="T3" fmla="*/ 27 h 73"/>
                <a:gd name="T4" fmla="*/ 1 w 41"/>
                <a:gd name="T5" fmla="*/ 0 h 73"/>
                <a:gd name="T6" fmla="*/ 0 w 41"/>
                <a:gd name="T7" fmla="*/ 73 h 73"/>
              </a:gdLst>
              <a:ahLst/>
              <a:cxnLst>
                <a:cxn ang="0">
                  <a:pos x="T0" y="T1"/>
                </a:cxn>
                <a:cxn ang="0">
                  <a:pos x="T2" y="T3"/>
                </a:cxn>
                <a:cxn ang="0">
                  <a:pos x="T4" y="T5"/>
                </a:cxn>
                <a:cxn ang="0">
                  <a:pos x="T6" y="T7"/>
                </a:cxn>
              </a:cxnLst>
              <a:rect l="0" t="0" r="r" b="b"/>
              <a:pathLst>
                <a:path w="41" h="73">
                  <a:moveTo>
                    <a:pt x="0" y="73"/>
                  </a:moveTo>
                  <a:cubicBezTo>
                    <a:pt x="18" y="58"/>
                    <a:pt x="39" y="42"/>
                    <a:pt x="40" y="27"/>
                  </a:cubicBezTo>
                  <a:cubicBezTo>
                    <a:pt x="41" y="17"/>
                    <a:pt x="22" y="6"/>
                    <a:pt x="1" y="0"/>
                  </a:cubicBezTo>
                  <a:cubicBezTo>
                    <a:pt x="1" y="23"/>
                    <a:pt x="1" y="47"/>
                    <a:pt x="0"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74"/>
            <p:cNvSpPr>
              <a:spLocks/>
            </p:cNvSpPr>
            <p:nvPr/>
          </p:nvSpPr>
          <p:spPr bwMode="auto">
            <a:xfrm>
              <a:off x="4538663" y="5573713"/>
              <a:ext cx="127000" cy="120650"/>
            </a:xfrm>
            <a:custGeom>
              <a:avLst/>
              <a:gdLst>
                <a:gd name="T0" fmla="*/ 79 w 81"/>
                <a:gd name="T1" fmla="*/ 77 h 77"/>
                <a:gd name="T2" fmla="*/ 81 w 81"/>
                <a:gd name="T3" fmla="*/ 19 h 77"/>
                <a:gd name="T4" fmla="*/ 12 w 81"/>
                <a:gd name="T5" fmla="*/ 10 h 77"/>
                <a:gd name="T6" fmla="*/ 79 w 81"/>
                <a:gd name="T7" fmla="*/ 77 h 77"/>
              </a:gdLst>
              <a:ahLst/>
              <a:cxnLst>
                <a:cxn ang="0">
                  <a:pos x="T0" y="T1"/>
                </a:cxn>
                <a:cxn ang="0">
                  <a:pos x="T2" y="T3"/>
                </a:cxn>
                <a:cxn ang="0">
                  <a:pos x="T4" y="T5"/>
                </a:cxn>
                <a:cxn ang="0">
                  <a:pos x="T6" y="T7"/>
                </a:cxn>
              </a:cxnLst>
              <a:rect l="0" t="0" r="r" b="b"/>
              <a:pathLst>
                <a:path w="81" h="77">
                  <a:moveTo>
                    <a:pt x="79" y="77"/>
                  </a:moveTo>
                  <a:cubicBezTo>
                    <a:pt x="80" y="56"/>
                    <a:pt x="81" y="37"/>
                    <a:pt x="81" y="19"/>
                  </a:cubicBezTo>
                  <a:cubicBezTo>
                    <a:pt x="55" y="12"/>
                    <a:pt x="21" y="0"/>
                    <a:pt x="12" y="10"/>
                  </a:cubicBezTo>
                  <a:cubicBezTo>
                    <a:pt x="0" y="25"/>
                    <a:pt x="49" y="52"/>
                    <a:pt x="79"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75"/>
            <p:cNvSpPr>
              <a:spLocks/>
            </p:cNvSpPr>
            <p:nvPr/>
          </p:nvSpPr>
          <p:spPr bwMode="auto">
            <a:xfrm>
              <a:off x="5037138" y="4897438"/>
              <a:ext cx="187325" cy="173038"/>
            </a:xfrm>
            <a:custGeom>
              <a:avLst/>
              <a:gdLst>
                <a:gd name="T0" fmla="*/ 59 w 119"/>
                <a:gd name="T1" fmla="*/ 110 h 110"/>
                <a:gd name="T2" fmla="*/ 119 w 119"/>
                <a:gd name="T3" fmla="*/ 51 h 110"/>
                <a:gd name="T4" fmla="*/ 104 w 119"/>
                <a:gd name="T5" fmla="*/ 12 h 110"/>
                <a:gd name="T6" fmla="*/ 59 w 119"/>
                <a:gd name="T7" fmla="*/ 0 h 110"/>
                <a:gd name="T8" fmla="*/ 15 w 119"/>
                <a:gd name="T9" fmla="*/ 12 h 110"/>
                <a:gd name="T10" fmla="*/ 0 w 119"/>
                <a:gd name="T11" fmla="*/ 51 h 110"/>
                <a:gd name="T12" fmla="*/ 59 w 119"/>
                <a:gd name="T13" fmla="*/ 110 h 110"/>
              </a:gdLst>
              <a:ahLst/>
              <a:cxnLst>
                <a:cxn ang="0">
                  <a:pos x="T0" y="T1"/>
                </a:cxn>
                <a:cxn ang="0">
                  <a:pos x="T2" y="T3"/>
                </a:cxn>
                <a:cxn ang="0">
                  <a:pos x="T4" y="T5"/>
                </a:cxn>
                <a:cxn ang="0">
                  <a:pos x="T6" y="T7"/>
                </a:cxn>
                <a:cxn ang="0">
                  <a:pos x="T8" y="T9"/>
                </a:cxn>
                <a:cxn ang="0">
                  <a:pos x="T10" y="T11"/>
                </a:cxn>
                <a:cxn ang="0">
                  <a:pos x="T12" y="T13"/>
                </a:cxn>
              </a:cxnLst>
              <a:rect l="0" t="0" r="r" b="b"/>
              <a:pathLst>
                <a:path w="119" h="110">
                  <a:moveTo>
                    <a:pt x="59" y="110"/>
                  </a:moveTo>
                  <a:cubicBezTo>
                    <a:pt x="92" y="110"/>
                    <a:pt x="119" y="84"/>
                    <a:pt x="119" y="51"/>
                  </a:cubicBezTo>
                  <a:cubicBezTo>
                    <a:pt x="119" y="36"/>
                    <a:pt x="113" y="22"/>
                    <a:pt x="104" y="12"/>
                  </a:cubicBezTo>
                  <a:cubicBezTo>
                    <a:pt x="96" y="6"/>
                    <a:pt x="82" y="0"/>
                    <a:pt x="59" y="0"/>
                  </a:cubicBezTo>
                  <a:cubicBezTo>
                    <a:pt x="37" y="0"/>
                    <a:pt x="23" y="6"/>
                    <a:pt x="15" y="12"/>
                  </a:cubicBezTo>
                  <a:cubicBezTo>
                    <a:pt x="5" y="22"/>
                    <a:pt x="0" y="36"/>
                    <a:pt x="0" y="51"/>
                  </a:cubicBezTo>
                  <a:cubicBezTo>
                    <a:pt x="0" y="84"/>
                    <a:pt x="27" y="110"/>
                    <a:pt x="59" y="1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76"/>
            <p:cNvSpPr>
              <a:spLocks/>
            </p:cNvSpPr>
            <p:nvPr/>
          </p:nvSpPr>
          <p:spPr bwMode="auto">
            <a:xfrm>
              <a:off x="5030788" y="5686425"/>
              <a:ext cx="85725" cy="34925"/>
            </a:xfrm>
            <a:custGeom>
              <a:avLst/>
              <a:gdLst>
                <a:gd name="T0" fmla="*/ 55 w 55"/>
                <a:gd name="T1" fmla="*/ 4 h 22"/>
                <a:gd name="T2" fmla="*/ 0 w 55"/>
                <a:gd name="T3" fmla="*/ 0 h 22"/>
                <a:gd name="T4" fmla="*/ 28 w 55"/>
                <a:gd name="T5" fmla="*/ 22 h 22"/>
                <a:gd name="T6" fmla="*/ 55 w 55"/>
                <a:gd name="T7" fmla="*/ 4 h 22"/>
              </a:gdLst>
              <a:ahLst/>
              <a:cxnLst>
                <a:cxn ang="0">
                  <a:pos x="T0" y="T1"/>
                </a:cxn>
                <a:cxn ang="0">
                  <a:pos x="T2" y="T3"/>
                </a:cxn>
                <a:cxn ang="0">
                  <a:pos x="T4" y="T5"/>
                </a:cxn>
                <a:cxn ang="0">
                  <a:pos x="T6" y="T7"/>
                </a:cxn>
              </a:cxnLst>
              <a:rect l="0" t="0" r="r" b="b"/>
              <a:pathLst>
                <a:path w="55" h="22">
                  <a:moveTo>
                    <a:pt x="55" y="4"/>
                  </a:moveTo>
                  <a:cubicBezTo>
                    <a:pt x="36" y="4"/>
                    <a:pt x="17" y="2"/>
                    <a:pt x="0" y="0"/>
                  </a:cubicBezTo>
                  <a:cubicBezTo>
                    <a:pt x="3" y="13"/>
                    <a:pt x="15" y="22"/>
                    <a:pt x="28" y="22"/>
                  </a:cubicBezTo>
                  <a:cubicBezTo>
                    <a:pt x="40" y="22"/>
                    <a:pt x="50" y="15"/>
                    <a:pt x="55"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77"/>
            <p:cNvSpPr>
              <a:spLocks/>
            </p:cNvSpPr>
            <p:nvPr/>
          </p:nvSpPr>
          <p:spPr bwMode="auto">
            <a:xfrm>
              <a:off x="5143500" y="5686425"/>
              <a:ext cx="87313" cy="34925"/>
            </a:xfrm>
            <a:custGeom>
              <a:avLst/>
              <a:gdLst>
                <a:gd name="T0" fmla="*/ 55 w 55"/>
                <a:gd name="T1" fmla="*/ 0 h 22"/>
                <a:gd name="T2" fmla="*/ 0 w 55"/>
                <a:gd name="T3" fmla="*/ 4 h 22"/>
                <a:gd name="T4" fmla="*/ 27 w 55"/>
                <a:gd name="T5" fmla="*/ 22 h 22"/>
                <a:gd name="T6" fmla="*/ 55 w 55"/>
                <a:gd name="T7" fmla="*/ 0 h 22"/>
              </a:gdLst>
              <a:ahLst/>
              <a:cxnLst>
                <a:cxn ang="0">
                  <a:pos x="T0" y="T1"/>
                </a:cxn>
                <a:cxn ang="0">
                  <a:pos x="T2" y="T3"/>
                </a:cxn>
                <a:cxn ang="0">
                  <a:pos x="T4" y="T5"/>
                </a:cxn>
                <a:cxn ang="0">
                  <a:pos x="T6" y="T7"/>
                </a:cxn>
              </a:cxnLst>
              <a:rect l="0" t="0" r="r" b="b"/>
              <a:pathLst>
                <a:path w="55" h="22">
                  <a:moveTo>
                    <a:pt x="55" y="0"/>
                  </a:moveTo>
                  <a:cubicBezTo>
                    <a:pt x="38" y="2"/>
                    <a:pt x="19" y="4"/>
                    <a:pt x="0" y="4"/>
                  </a:cubicBezTo>
                  <a:cubicBezTo>
                    <a:pt x="5" y="15"/>
                    <a:pt x="15" y="22"/>
                    <a:pt x="27" y="22"/>
                  </a:cubicBezTo>
                  <a:cubicBezTo>
                    <a:pt x="40" y="22"/>
                    <a:pt x="51" y="13"/>
                    <a:pt x="5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78"/>
            <p:cNvSpPr>
              <a:spLocks/>
            </p:cNvSpPr>
            <p:nvPr/>
          </p:nvSpPr>
          <p:spPr bwMode="auto">
            <a:xfrm>
              <a:off x="4930775" y="5408613"/>
              <a:ext cx="63500" cy="42863"/>
            </a:xfrm>
            <a:custGeom>
              <a:avLst/>
              <a:gdLst>
                <a:gd name="T0" fmla="*/ 0 w 40"/>
                <a:gd name="T1" fmla="*/ 2 h 27"/>
                <a:gd name="T2" fmla="*/ 0 w 40"/>
                <a:gd name="T3" fmla="*/ 6 h 27"/>
                <a:gd name="T4" fmla="*/ 0 w 40"/>
                <a:gd name="T5" fmla="*/ 7 h 27"/>
                <a:gd name="T6" fmla="*/ 20 w 40"/>
                <a:gd name="T7" fmla="*/ 27 h 27"/>
                <a:gd name="T8" fmla="*/ 20 w 40"/>
                <a:gd name="T9" fmla="*/ 27 h 27"/>
                <a:gd name="T10" fmla="*/ 40 w 40"/>
                <a:gd name="T11" fmla="*/ 6 h 27"/>
                <a:gd name="T12" fmla="*/ 40 w 40"/>
                <a:gd name="T13" fmla="*/ 6 h 27"/>
                <a:gd name="T14" fmla="*/ 40 w 40"/>
                <a:gd name="T15" fmla="*/ 2 h 27"/>
                <a:gd name="T16" fmla="*/ 0 w 40"/>
                <a:gd name="T17"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27">
                  <a:moveTo>
                    <a:pt x="0" y="2"/>
                  </a:moveTo>
                  <a:cubicBezTo>
                    <a:pt x="0" y="4"/>
                    <a:pt x="0" y="5"/>
                    <a:pt x="0" y="6"/>
                  </a:cubicBezTo>
                  <a:cubicBezTo>
                    <a:pt x="0" y="6"/>
                    <a:pt x="0" y="7"/>
                    <a:pt x="0" y="7"/>
                  </a:cubicBezTo>
                  <a:cubicBezTo>
                    <a:pt x="0" y="18"/>
                    <a:pt x="9" y="27"/>
                    <a:pt x="20" y="27"/>
                  </a:cubicBezTo>
                  <a:cubicBezTo>
                    <a:pt x="20" y="27"/>
                    <a:pt x="20" y="27"/>
                    <a:pt x="20" y="27"/>
                  </a:cubicBezTo>
                  <a:cubicBezTo>
                    <a:pt x="31" y="26"/>
                    <a:pt x="40" y="17"/>
                    <a:pt x="40" y="6"/>
                  </a:cubicBezTo>
                  <a:cubicBezTo>
                    <a:pt x="40" y="6"/>
                    <a:pt x="40" y="6"/>
                    <a:pt x="40" y="6"/>
                  </a:cubicBezTo>
                  <a:cubicBezTo>
                    <a:pt x="40" y="5"/>
                    <a:pt x="40" y="3"/>
                    <a:pt x="40" y="2"/>
                  </a:cubicBezTo>
                  <a:cubicBezTo>
                    <a:pt x="30" y="1"/>
                    <a:pt x="15"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79"/>
            <p:cNvSpPr>
              <a:spLocks/>
            </p:cNvSpPr>
            <p:nvPr/>
          </p:nvSpPr>
          <p:spPr bwMode="auto">
            <a:xfrm>
              <a:off x="5264150" y="5408613"/>
              <a:ext cx="63500" cy="41275"/>
            </a:xfrm>
            <a:custGeom>
              <a:avLst/>
              <a:gdLst>
                <a:gd name="T0" fmla="*/ 1 w 40"/>
                <a:gd name="T1" fmla="*/ 2 h 26"/>
                <a:gd name="T2" fmla="*/ 0 w 40"/>
                <a:gd name="T3" fmla="*/ 6 h 26"/>
                <a:gd name="T4" fmla="*/ 0 w 40"/>
                <a:gd name="T5" fmla="*/ 7 h 26"/>
                <a:gd name="T6" fmla="*/ 21 w 40"/>
                <a:gd name="T7" fmla="*/ 26 h 26"/>
                <a:gd name="T8" fmla="*/ 21 w 40"/>
                <a:gd name="T9" fmla="*/ 26 h 26"/>
                <a:gd name="T10" fmla="*/ 40 w 40"/>
                <a:gd name="T11" fmla="*/ 7 h 26"/>
                <a:gd name="T12" fmla="*/ 40 w 40"/>
                <a:gd name="T13" fmla="*/ 6 h 26"/>
                <a:gd name="T14" fmla="*/ 40 w 40"/>
                <a:gd name="T15" fmla="*/ 2 h 26"/>
                <a:gd name="T16" fmla="*/ 1 w 40"/>
                <a:gd name="T17"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26">
                  <a:moveTo>
                    <a:pt x="1" y="2"/>
                  </a:moveTo>
                  <a:cubicBezTo>
                    <a:pt x="1" y="3"/>
                    <a:pt x="0" y="5"/>
                    <a:pt x="0" y="6"/>
                  </a:cubicBezTo>
                  <a:cubicBezTo>
                    <a:pt x="0" y="6"/>
                    <a:pt x="0" y="7"/>
                    <a:pt x="0" y="7"/>
                  </a:cubicBezTo>
                  <a:cubicBezTo>
                    <a:pt x="0" y="18"/>
                    <a:pt x="10" y="26"/>
                    <a:pt x="21" y="26"/>
                  </a:cubicBezTo>
                  <a:cubicBezTo>
                    <a:pt x="21" y="26"/>
                    <a:pt x="21" y="26"/>
                    <a:pt x="21" y="26"/>
                  </a:cubicBezTo>
                  <a:cubicBezTo>
                    <a:pt x="32" y="26"/>
                    <a:pt x="40" y="18"/>
                    <a:pt x="40" y="7"/>
                  </a:cubicBezTo>
                  <a:cubicBezTo>
                    <a:pt x="40" y="6"/>
                    <a:pt x="40" y="6"/>
                    <a:pt x="40" y="6"/>
                  </a:cubicBezTo>
                  <a:cubicBezTo>
                    <a:pt x="40" y="5"/>
                    <a:pt x="40" y="4"/>
                    <a:pt x="40" y="2"/>
                  </a:cubicBezTo>
                  <a:cubicBezTo>
                    <a:pt x="25" y="0"/>
                    <a:pt x="1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80"/>
            <p:cNvSpPr>
              <a:spLocks/>
            </p:cNvSpPr>
            <p:nvPr/>
          </p:nvSpPr>
          <p:spPr bwMode="auto">
            <a:xfrm>
              <a:off x="4951413" y="4751388"/>
              <a:ext cx="357188" cy="242888"/>
            </a:xfrm>
            <a:custGeom>
              <a:avLst/>
              <a:gdLst>
                <a:gd name="T0" fmla="*/ 17 w 227"/>
                <a:gd name="T1" fmla="*/ 63 h 154"/>
                <a:gd name="T2" fmla="*/ 11 w 227"/>
                <a:gd name="T3" fmla="*/ 153 h 154"/>
                <a:gd name="T4" fmla="*/ 22 w 227"/>
                <a:gd name="T5" fmla="*/ 154 h 154"/>
                <a:gd name="T6" fmla="*/ 22 w 227"/>
                <a:gd name="T7" fmla="*/ 66 h 154"/>
                <a:gd name="T8" fmla="*/ 58 w 227"/>
                <a:gd name="T9" fmla="*/ 79 h 154"/>
                <a:gd name="T10" fmla="*/ 54 w 227"/>
                <a:gd name="T11" fmla="*/ 112 h 154"/>
                <a:gd name="T12" fmla="*/ 113 w 227"/>
                <a:gd name="T13" fmla="*/ 88 h 154"/>
                <a:gd name="T14" fmla="*/ 113 w 227"/>
                <a:gd name="T15" fmla="*/ 88 h 154"/>
                <a:gd name="T16" fmla="*/ 172 w 227"/>
                <a:gd name="T17" fmla="*/ 112 h 154"/>
                <a:gd name="T18" fmla="*/ 169 w 227"/>
                <a:gd name="T19" fmla="*/ 79 h 154"/>
                <a:gd name="T20" fmla="*/ 227 w 227"/>
                <a:gd name="T21" fmla="*/ 57 h 154"/>
                <a:gd name="T22" fmla="*/ 113 w 227"/>
                <a:gd name="T23" fmla="*/ 0 h 154"/>
                <a:gd name="T24" fmla="*/ 113 w 227"/>
                <a:gd name="T25" fmla="*/ 0 h 154"/>
                <a:gd name="T26" fmla="*/ 0 w 227"/>
                <a:gd name="T27" fmla="*/ 57 h 154"/>
                <a:gd name="T28" fmla="*/ 17 w 227"/>
                <a:gd name="T29" fmla="*/ 63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7" h="154">
                  <a:moveTo>
                    <a:pt x="17" y="63"/>
                  </a:moveTo>
                  <a:cubicBezTo>
                    <a:pt x="17" y="73"/>
                    <a:pt x="16" y="114"/>
                    <a:pt x="11" y="153"/>
                  </a:cubicBezTo>
                  <a:cubicBezTo>
                    <a:pt x="18" y="149"/>
                    <a:pt x="22" y="154"/>
                    <a:pt x="22" y="154"/>
                  </a:cubicBezTo>
                  <a:cubicBezTo>
                    <a:pt x="22" y="66"/>
                    <a:pt x="22" y="66"/>
                    <a:pt x="22" y="66"/>
                  </a:cubicBezTo>
                  <a:cubicBezTo>
                    <a:pt x="58" y="79"/>
                    <a:pt x="58" y="79"/>
                    <a:pt x="58" y="79"/>
                  </a:cubicBezTo>
                  <a:cubicBezTo>
                    <a:pt x="54" y="112"/>
                    <a:pt x="54" y="112"/>
                    <a:pt x="54" y="112"/>
                  </a:cubicBezTo>
                  <a:cubicBezTo>
                    <a:pt x="54" y="112"/>
                    <a:pt x="68" y="88"/>
                    <a:pt x="113" y="88"/>
                  </a:cubicBezTo>
                  <a:cubicBezTo>
                    <a:pt x="113" y="88"/>
                    <a:pt x="113" y="88"/>
                    <a:pt x="113" y="88"/>
                  </a:cubicBezTo>
                  <a:cubicBezTo>
                    <a:pt x="159" y="88"/>
                    <a:pt x="172" y="112"/>
                    <a:pt x="172" y="112"/>
                  </a:cubicBezTo>
                  <a:cubicBezTo>
                    <a:pt x="169" y="79"/>
                    <a:pt x="169" y="79"/>
                    <a:pt x="169" y="79"/>
                  </a:cubicBezTo>
                  <a:cubicBezTo>
                    <a:pt x="227" y="57"/>
                    <a:pt x="227" y="57"/>
                    <a:pt x="227" y="57"/>
                  </a:cubicBezTo>
                  <a:cubicBezTo>
                    <a:pt x="144" y="40"/>
                    <a:pt x="113" y="0"/>
                    <a:pt x="113" y="0"/>
                  </a:cubicBezTo>
                  <a:cubicBezTo>
                    <a:pt x="113" y="0"/>
                    <a:pt x="113" y="0"/>
                    <a:pt x="113" y="0"/>
                  </a:cubicBezTo>
                  <a:cubicBezTo>
                    <a:pt x="113" y="0"/>
                    <a:pt x="82" y="40"/>
                    <a:pt x="0" y="57"/>
                  </a:cubicBezTo>
                  <a:lnTo>
                    <a:pt x="17" y="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81"/>
            <p:cNvSpPr>
              <a:spLocks noEditPoints="1"/>
            </p:cNvSpPr>
            <p:nvPr/>
          </p:nvSpPr>
          <p:spPr bwMode="auto">
            <a:xfrm>
              <a:off x="4908550" y="5084763"/>
              <a:ext cx="444500" cy="600075"/>
            </a:xfrm>
            <a:custGeom>
              <a:avLst/>
              <a:gdLst>
                <a:gd name="T0" fmla="*/ 186 w 283"/>
                <a:gd name="T1" fmla="*/ 1 h 382"/>
                <a:gd name="T2" fmla="*/ 155 w 283"/>
                <a:gd name="T3" fmla="*/ 32 h 382"/>
                <a:gd name="T4" fmla="*/ 146 w 283"/>
                <a:gd name="T5" fmla="*/ 18 h 382"/>
                <a:gd name="T6" fmla="*/ 165 w 283"/>
                <a:gd name="T7" fmla="*/ 0 h 382"/>
                <a:gd name="T8" fmla="*/ 118 w 283"/>
                <a:gd name="T9" fmla="*/ 0 h 382"/>
                <a:gd name="T10" fmla="*/ 137 w 283"/>
                <a:gd name="T11" fmla="*/ 18 h 382"/>
                <a:gd name="T12" fmla="*/ 128 w 283"/>
                <a:gd name="T13" fmla="*/ 32 h 382"/>
                <a:gd name="T14" fmla="*/ 97 w 283"/>
                <a:gd name="T15" fmla="*/ 1 h 382"/>
                <a:gd name="T16" fmla="*/ 0 w 283"/>
                <a:gd name="T17" fmla="*/ 206 h 382"/>
                <a:gd name="T18" fmla="*/ 67 w 283"/>
                <a:gd name="T19" fmla="*/ 204 h 382"/>
                <a:gd name="T20" fmla="*/ 53 w 283"/>
                <a:gd name="T21" fmla="*/ 342 h 382"/>
                <a:gd name="T22" fmla="*/ 20 w 283"/>
                <a:gd name="T23" fmla="*/ 369 h 382"/>
                <a:gd name="T24" fmla="*/ 141 w 283"/>
                <a:gd name="T25" fmla="*/ 382 h 382"/>
                <a:gd name="T26" fmla="*/ 263 w 283"/>
                <a:gd name="T27" fmla="*/ 369 h 382"/>
                <a:gd name="T28" fmla="*/ 229 w 283"/>
                <a:gd name="T29" fmla="*/ 342 h 382"/>
                <a:gd name="T30" fmla="*/ 215 w 283"/>
                <a:gd name="T31" fmla="*/ 204 h 382"/>
                <a:gd name="T32" fmla="*/ 283 w 283"/>
                <a:gd name="T33" fmla="*/ 206 h 382"/>
                <a:gd name="T34" fmla="*/ 186 w 283"/>
                <a:gd name="T35" fmla="*/ 1 h 382"/>
                <a:gd name="T36" fmla="*/ 215 w 283"/>
                <a:gd name="T37" fmla="*/ 169 h 382"/>
                <a:gd name="T38" fmla="*/ 215 w 283"/>
                <a:gd name="T39" fmla="*/ 117 h 382"/>
                <a:gd name="T40" fmla="*/ 215 w 283"/>
                <a:gd name="T41" fmla="*/ 169 h 382"/>
                <a:gd name="T42" fmla="*/ 67 w 283"/>
                <a:gd name="T43" fmla="*/ 117 h 382"/>
                <a:gd name="T44" fmla="*/ 68 w 283"/>
                <a:gd name="T45" fmla="*/ 169 h 382"/>
                <a:gd name="T46" fmla="*/ 67 w 283"/>
                <a:gd name="T47" fmla="*/ 117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3" h="382">
                  <a:moveTo>
                    <a:pt x="186" y="1"/>
                  </a:moveTo>
                  <a:cubicBezTo>
                    <a:pt x="155" y="32"/>
                    <a:pt x="155" y="32"/>
                    <a:pt x="155" y="32"/>
                  </a:cubicBezTo>
                  <a:cubicBezTo>
                    <a:pt x="146" y="18"/>
                    <a:pt x="146" y="18"/>
                    <a:pt x="146" y="18"/>
                  </a:cubicBezTo>
                  <a:cubicBezTo>
                    <a:pt x="165" y="0"/>
                    <a:pt x="165" y="0"/>
                    <a:pt x="165" y="0"/>
                  </a:cubicBezTo>
                  <a:cubicBezTo>
                    <a:pt x="118" y="0"/>
                    <a:pt x="118" y="0"/>
                    <a:pt x="118" y="0"/>
                  </a:cubicBezTo>
                  <a:cubicBezTo>
                    <a:pt x="137" y="18"/>
                    <a:pt x="137" y="18"/>
                    <a:pt x="137" y="18"/>
                  </a:cubicBezTo>
                  <a:cubicBezTo>
                    <a:pt x="128" y="32"/>
                    <a:pt x="128" y="32"/>
                    <a:pt x="128" y="32"/>
                  </a:cubicBezTo>
                  <a:cubicBezTo>
                    <a:pt x="97" y="1"/>
                    <a:pt x="97" y="1"/>
                    <a:pt x="97" y="1"/>
                  </a:cubicBezTo>
                  <a:cubicBezTo>
                    <a:pt x="13" y="5"/>
                    <a:pt x="19" y="160"/>
                    <a:pt x="0" y="206"/>
                  </a:cubicBezTo>
                  <a:cubicBezTo>
                    <a:pt x="30" y="198"/>
                    <a:pt x="58" y="203"/>
                    <a:pt x="67" y="204"/>
                  </a:cubicBezTo>
                  <a:cubicBezTo>
                    <a:pt x="66" y="262"/>
                    <a:pt x="63" y="330"/>
                    <a:pt x="53" y="342"/>
                  </a:cubicBezTo>
                  <a:cubicBezTo>
                    <a:pt x="36" y="363"/>
                    <a:pt x="20" y="369"/>
                    <a:pt x="20" y="369"/>
                  </a:cubicBezTo>
                  <a:cubicBezTo>
                    <a:pt x="20" y="369"/>
                    <a:pt x="84" y="382"/>
                    <a:pt x="141" y="382"/>
                  </a:cubicBezTo>
                  <a:cubicBezTo>
                    <a:pt x="198" y="382"/>
                    <a:pt x="263" y="369"/>
                    <a:pt x="263" y="369"/>
                  </a:cubicBezTo>
                  <a:cubicBezTo>
                    <a:pt x="263" y="369"/>
                    <a:pt x="247" y="363"/>
                    <a:pt x="229" y="342"/>
                  </a:cubicBezTo>
                  <a:cubicBezTo>
                    <a:pt x="219" y="330"/>
                    <a:pt x="216" y="262"/>
                    <a:pt x="215" y="204"/>
                  </a:cubicBezTo>
                  <a:cubicBezTo>
                    <a:pt x="224" y="203"/>
                    <a:pt x="252" y="198"/>
                    <a:pt x="283" y="206"/>
                  </a:cubicBezTo>
                  <a:cubicBezTo>
                    <a:pt x="263" y="160"/>
                    <a:pt x="270" y="5"/>
                    <a:pt x="186" y="1"/>
                  </a:cubicBezTo>
                  <a:close/>
                  <a:moveTo>
                    <a:pt x="215" y="169"/>
                  </a:moveTo>
                  <a:cubicBezTo>
                    <a:pt x="215" y="138"/>
                    <a:pt x="215" y="117"/>
                    <a:pt x="215" y="117"/>
                  </a:cubicBezTo>
                  <a:cubicBezTo>
                    <a:pt x="215" y="117"/>
                    <a:pt x="215" y="144"/>
                    <a:pt x="215" y="169"/>
                  </a:cubicBezTo>
                  <a:close/>
                  <a:moveTo>
                    <a:pt x="67" y="117"/>
                  </a:moveTo>
                  <a:cubicBezTo>
                    <a:pt x="67" y="117"/>
                    <a:pt x="68" y="138"/>
                    <a:pt x="68" y="169"/>
                  </a:cubicBezTo>
                  <a:cubicBezTo>
                    <a:pt x="67" y="144"/>
                    <a:pt x="67" y="117"/>
                    <a:pt x="67" y="1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82"/>
            <p:cNvSpPr>
              <a:spLocks/>
            </p:cNvSpPr>
            <p:nvPr/>
          </p:nvSpPr>
          <p:spPr bwMode="auto">
            <a:xfrm>
              <a:off x="5114925" y="5984875"/>
              <a:ext cx="80963" cy="100013"/>
            </a:xfrm>
            <a:custGeom>
              <a:avLst/>
              <a:gdLst>
                <a:gd name="T0" fmla="*/ 40 w 51"/>
                <a:gd name="T1" fmla="*/ 0 h 63"/>
                <a:gd name="T2" fmla="*/ 21 w 51"/>
                <a:gd name="T3" fmla="*/ 7 h 63"/>
                <a:gd name="T4" fmla="*/ 6 w 51"/>
                <a:gd name="T5" fmla="*/ 25 h 63"/>
                <a:gd name="T6" fmla="*/ 0 w 51"/>
                <a:gd name="T7" fmla="*/ 45 h 63"/>
                <a:gd name="T8" fmla="*/ 6 w 51"/>
                <a:gd name="T9" fmla="*/ 59 h 63"/>
                <a:gd name="T10" fmla="*/ 19 w 51"/>
                <a:gd name="T11" fmla="*/ 63 h 63"/>
                <a:gd name="T12" fmla="*/ 36 w 51"/>
                <a:gd name="T13" fmla="*/ 58 h 63"/>
                <a:gd name="T14" fmla="*/ 44 w 51"/>
                <a:gd name="T15" fmla="*/ 49 h 63"/>
                <a:gd name="T16" fmla="*/ 41 w 51"/>
                <a:gd name="T17" fmla="*/ 46 h 63"/>
                <a:gd name="T18" fmla="*/ 36 w 51"/>
                <a:gd name="T19" fmla="*/ 49 h 63"/>
                <a:gd name="T20" fmla="*/ 28 w 51"/>
                <a:gd name="T21" fmla="*/ 53 h 63"/>
                <a:gd name="T22" fmla="*/ 20 w 51"/>
                <a:gd name="T23" fmla="*/ 55 h 63"/>
                <a:gd name="T24" fmla="*/ 12 w 51"/>
                <a:gd name="T25" fmla="*/ 52 h 63"/>
                <a:gd name="T26" fmla="*/ 10 w 51"/>
                <a:gd name="T27" fmla="*/ 44 h 63"/>
                <a:gd name="T28" fmla="*/ 15 w 51"/>
                <a:gd name="T29" fmla="*/ 28 h 63"/>
                <a:gd name="T30" fmla="*/ 27 w 51"/>
                <a:gd name="T31" fmla="*/ 13 h 63"/>
                <a:gd name="T32" fmla="*/ 39 w 51"/>
                <a:gd name="T33" fmla="*/ 7 h 63"/>
                <a:gd name="T34" fmla="*/ 41 w 51"/>
                <a:gd name="T35" fmla="*/ 10 h 63"/>
                <a:gd name="T36" fmla="*/ 41 w 51"/>
                <a:gd name="T37" fmla="*/ 14 h 63"/>
                <a:gd name="T38" fmla="*/ 40 w 51"/>
                <a:gd name="T39" fmla="*/ 17 h 63"/>
                <a:gd name="T40" fmla="*/ 41 w 51"/>
                <a:gd name="T41" fmla="*/ 20 h 63"/>
                <a:gd name="T42" fmla="*/ 44 w 51"/>
                <a:gd name="T43" fmla="*/ 21 h 63"/>
                <a:gd name="T44" fmla="*/ 47 w 51"/>
                <a:gd name="T45" fmla="*/ 20 h 63"/>
                <a:gd name="T46" fmla="*/ 50 w 51"/>
                <a:gd name="T47" fmla="*/ 17 h 63"/>
                <a:gd name="T48" fmla="*/ 51 w 51"/>
                <a:gd name="T49" fmla="*/ 10 h 63"/>
                <a:gd name="T50" fmla="*/ 48 w 51"/>
                <a:gd name="T51" fmla="*/ 3 h 63"/>
                <a:gd name="T52" fmla="*/ 40 w 51"/>
                <a:gd name="T5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1" h="63">
                  <a:moveTo>
                    <a:pt x="40" y="0"/>
                  </a:moveTo>
                  <a:cubicBezTo>
                    <a:pt x="34" y="0"/>
                    <a:pt x="28" y="2"/>
                    <a:pt x="21" y="7"/>
                  </a:cubicBezTo>
                  <a:cubicBezTo>
                    <a:pt x="15" y="11"/>
                    <a:pt x="10" y="17"/>
                    <a:pt x="6" y="25"/>
                  </a:cubicBezTo>
                  <a:cubicBezTo>
                    <a:pt x="2" y="32"/>
                    <a:pt x="0" y="39"/>
                    <a:pt x="0" y="45"/>
                  </a:cubicBezTo>
                  <a:cubicBezTo>
                    <a:pt x="0" y="51"/>
                    <a:pt x="2" y="56"/>
                    <a:pt x="6" y="59"/>
                  </a:cubicBezTo>
                  <a:cubicBezTo>
                    <a:pt x="10" y="62"/>
                    <a:pt x="14" y="63"/>
                    <a:pt x="19" y="63"/>
                  </a:cubicBezTo>
                  <a:cubicBezTo>
                    <a:pt x="24" y="63"/>
                    <a:pt x="30" y="62"/>
                    <a:pt x="36" y="58"/>
                  </a:cubicBezTo>
                  <a:cubicBezTo>
                    <a:pt x="41" y="54"/>
                    <a:pt x="44" y="52"/>
                    <a:pt x="44" y="49"/>
                  </a:cubicBezTo>
                  <a:cubicBezTo>
                    <a:pt x="44" y="47"/>
                    <a:pt x="43" y="46"/>
                    <a:pt x="41" y="46"/>
                  </a:cubicBezTo>
                  <a:cubicBezTo>
                    <a:pt x="40" y="46"/>
                    <a:pt x="39" y="47"/>
                    <a:pt x="36" y="49"/>
                  </a:cubicBezTo>
                  <a:cubicBezTo>
                    <a:pt x="33" y="51"/>
                    <a:pt x="31" y="52"/>
                    <a:pt x="28" y="53"/>
                  </a:cubicBezTo>
                  <a:cubicBezTo>
                    <a:pt x="24" y="54"/>
                    <a:pt x="22" y="55"/>
                    <a:pt x="20" y="55"/>
                  </a:cubicBezTo>
                  <a:cubicBezTo>
                    <a:pt x="17" y="55"/>
                    <a:pt x="14" y="54"/>
                    <a:pt x="12" y="52"/>
                  </a:cubicBezTo>
                  <a:cubicBezTo>
                    <a:pt x="11" y="50"/>
                    <a:pt x="10" y="47"/>
                    <a:pt x="10" y="44"/>
                  </a:cubicBezTo>
                  <a:cubicBezTo>
                    <a:pt x="10" y="40"/>
                    <a:pt x="11" y="34"/>
                    <a:pt x="15" y="28"/>
                  </a:cubicBezTo>
                  <a:cubicBezTo>
                    <a:pt x="18" y="22"/>
                    <a:pt x="22" y="17"/>
                    <a:pt x="27" y="13"/>
                  </a:cubicBezTo>
                  <a:cubicBezTo>
                    <a:pt x="31" y="9"/>
                    <a:pt x="36" y="7"/>
                    <a:pt x="39" y="7"/>
                  </a:cubicBezTo>
                  <a:cubicBezTo>
                    <a:pt x="41" y="7"/>
                    <a:pt x="41" y="8"/>
                    <a:pt x="41" y="10"/>
                  </a:cubicBezTo>
                  <a:cubicBezTo>
                    <a:pt x="41" y="11"/>
                    <a:pt x="41" y="12"/>
                    <a:pt x="41" y="14"/>
                  </a:cubicBezTo>
                  <a:cubicBezTo>
                    <a:pt x="40" y="15"/>
                    <a:pt x="40" y="17"/>
                    <a:pt x="40" y="17"/>
                  </a:cubicBezTo>
                  <a:cubicBezTo>
                    <a:pt x="40" y="19"/>
                    <a:pt x="40" y="20"/>
                    <a:pt x="41" y="20"/>
                  </a:cubicBezTo>
                  <a:cubicBezTo>
                    <a:pt x="42" y="21"/>
                    <a:pt x="43" y="21"/>
                    <a:pt x="44" y="21"/>
                  </a:cubicBezTo>
                  <a:cubicBezTo>
                    <a:pt x="45" y="21"/>
                    <a:pt x="46" y="21"/>
                    <a:pt x="47" y="20"/>
                  </a:cubicBezTo>
                  <a:cubicBezTo>
                    <a:pt x="49" y="19"/>
                    <a:pt x="50" y="18"/>
                    <a:pt x="50" y="17"/>
                  </a:cubicBezTo>
                  <a:cubicBezTo>
                    <a:pt x="51" y="15"/>
                    <a:pt x="51" y="13"/>
                    <a:pt x="51" y="10"/>
                  </a:cubicBezTo>
                  <a:cubicBezTo>
                    <a:pt x="51" y="7"/>
                    <a:pt x="50" y="5"/>
                    <a:pt x="48" y="3"/>
                  </a:cubicBezTo>
                  <a:cubicBezTo>
                    <a:pt x="46" y="1"/>
                    <a:pt x="43" y="0"/>
                    <a:pt x="4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83"/>
            <p:cNvSpPr>
              <a:spLocks/>
            </p:cNvSpPr>
            <p:nvPr/>
          </p:nvSpPr>
          <p:spPr bwMode="auto">
            <a:xfrm>
              <a:off x="5200650" y="5976938"/>
              <a:ext cx="73025" cy="104775"/>
            </a:xfrm>
            <a:custGeom>
              <a:avLst/>
              <a:gdLst>
                <a:gd name="T0" fmla="*/ 18 w 47"/>
                <a:gd name="T1" fmla="*/ 16 h 66"/>
                <a:gd name="T2" fmla="*/ 19 w 47"/>
                <a:gd name="T3" fmla="*/ 6 h 66"/>
                <a:gd name="T4" fmla="*/ 17 w 47"/>
                <a:gd name="T5" fmla="*/ 2 h 66"/>
                <a:gd name="T6" fmla="*/ 14 w 47"/>
                <a:gd name="T7" fmla="*/ 0 h 66"/>
                <a:gd name="T8" fmla="*/ 10 w 47"/>
                <a:gd name="T9" fmla="*/ 2 h 66"/>
                <a:gd name="T10" fmla="*/ 8 w 47"/>
                <a:gd name="T11" fmla="*/ 10 h 66"/>
                <a:gd name="T12" fmla="*/ 1 w 47"/>
                <a:gd name="T13" fmla="*/ 55 h 66"/>
                <a:gd name="T14" fmla="*/ 0 w 47"/>
                <a:gd name="T15" fmla="*/ 62 h 66"/>
                <a:gd name="T16" fmla="*/ 2 w 47"/>
                <a:gd name="T17" fmla="*/ 65 h 66"/>
                <a:gd name="T18" fmla="*/ 6 w 47"/>
                <a:gd name="T19" fmla="*/ 66 h 66"/>
                <a:gd name="T20" fmla="*/ 8 w 47"/>
                <a:gd name="T21" fmla="*/ 65 h 66"/>
                <a:gd name="T22" fmla="*/ 11 w 47"/>
                <a:gd name="T23" fmla="*/ 60 h 66"/>
                <a:gd name="T24" fmla="*/ 20 w 47"/>
                <a:gd name="T25" fmla="*/ 45 h 66"/>
                <a:gd name="T26" fmla="*/ 29 w 47"/>
                <a:gd name="T27" fmla="*/ 36 h 66"/>
                <a:gd name="T28" fmla="*/ 32 w 47"/>
                <a:gd name="T29" fmla="*/ 38 h 66"/>
                <a:gd name="T30" fmla="*/ 33 w 47"/>
                <a:gd name="T31" fmla="*/ 49 h 66"/>
                <a:gd name="T32" fmla="*/ 36 w 47"/>
                <a:gd name="T33" fmla="*/ 59 h 66"/>
                <a:gd name="T34" fmla="*/ 43 w 47"/>
                <a:gd name="T35" fmla="*/ 63 h 66"/>
                <a:gd name="T36" fmla="*/ 46 w 47"/>
                <a:gd name="T37" fmla="*/ 62 h 66"/>
                <a:gd name="T38" fmla="*/ 47 w 47"/>
                <a:gd name="T39" fmla="*/ 59 h 66"/>
                <a:gd name="T40" fmla="*/ 46 w 47"/>
                <a:gd name="T41" fmla="*/ 56 h 66"/>
                <a:gd name="T42" fmla="*/ 43 w 47"/>
                <a:gd name="T43" fmla="*/ 52 h 66"/>
                <a:gd name="T44" fmla="*/ 42 w 47"/>
                <a:gd name="T45" fmla="*/ 47 h 66"/>
                <a:gd name="T46" fmla="*/ 41 w 47"/>
                <a:gd name="T47" fmla="*/ 40 h 66"/>
                <a:gd name="T48" fmla="*/ 38 w 47"/>
                <a:gd name="T49" fmla="*/ 28 h 66"/>
                <a:gd name="T50" fmla="*/ 32 w 47"/>
                <a:gd name="T51" fmla="*/ 26 h 66"/>
                <a:gd name="T52" fmla="*/ 22 w 47"/>
                <a:gd name="T53" fmla="*/ 30 h 66"/>
                <a:gd name="T54" fmla="*/ 11 w 47"/>
                <a:gd name="T55" fmla="*/ 47 h 66"/>
                <a:gd name="T56" fmla="*/ 14 w 47"/>
                <a:gd name="T57" fmla="*/ 35 h 66"/>
                <a:gd name="T58" fmla="*/ 18 w 47"/>
                <a:gd name="T59" fmla="*/ 1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7" h="66">
                  <a:moveTo>
                    <a:pt x="18" y="16"/>
                  </a:moveTo>
                  <a:cubicBezTo>
                    <a:pt x="18" y="12"/>
                    <a:pt x="19" y="9"/>
                    <a:pt x="19" y="6"/>
                  </a:cubicBezTo>
                  <a:cubicBezTo>
                    <a:pt x="19" y="4"/>
                    <a:pt x="18" y="3"/>
                    <a:pt x="17" y="2"/>
                  </a:cubicBezTo>
                  <a:cubicBezTo>
                    <a:pt x="16" y="1"/>
                    <a:pt x="15" y="0"/>
                    <a:pt x="14" y="0"/>
                  </a:cubicBezTo>
                  <a:cubicBezTo>
                    <a:pt x="13" y="0"/>
                    <a:pt x="12" y="1"/>
                    <a:pt x="10" y="2"/>
                  </a:cubicBezTo>
                  <a:cubicBezTo>
                    <a:pt x="9" y="4"/>
                    <a:pt x="8" y="6"/>
                    <a:pt x="8" y="10"/>
                  </a:cubicBezTo>
                  <a:cubicBezTo>
                    <a:pt x="6" y="26"/>
                    <a:pt x="4" y="41"/>
                    <a:pt x="1" y="55"/>
                  </a:cubicBezTo>
                  <a:cubicBezTo>
                    <a:pt x="1" y="59"/>
                    <a:pt x="0" y="61"/>
                    <a:pt x="0" y="62"/>
                  </a:cubicBezTo>
                  <a:cubicBezTo>
                    <a:pt x="0" y="63"/>
                    <a:pt x="1" y="64"/>
                    <a:pt x="2" y="65"/>
                  </a:cubicBezTo>
                  <a:cubicBezTo>
                    <a:pt x="3" y="66"/>
                    <a:pt x="4" y="66"/>
                    <a:pt x="6" y="66"/>
                  </a:cubicBezTo>
                  <a:cubicBezTo>
                    <a:pt x="7" y="66"/>
                    <a:pt x="7" y="66"/>
                    <a:pt x="8" y="65"/>
                  </a:cubicBezTo>
                  <a:cubicBezTo>
                    <a:pt x="9" y="64"/>
                    <a:pt x="10" y="62"/>
                    <a:pt x="11" y="60"/>
                  </a:cubicBezTo>
                  <a:cubicBezTo>
                    <a:pt x="13" y="56"/>
                    <a:pt x="16" y="51"/>
                    <a:pt x="20" y="45"/>
                  </a:cubicBezTo>
                  <a:cubicBezTo>
                    <a:pt x="25" y="39"/>
                    <a:pt x="28" y="36"/>
                    <a:pt x="29" y="36"/>
                  </a:cubicBezTo>
                  <a:cubicBezTo>
                    <a:pt x="30" y="36"/>
                    <a:pt x="31" y="37"/>
                    <a:pt x="32" y="38"/>
                  </a:cubicBezTo>
                  <a:cubicBezTo>
                    <a:pt x="32" y="40"/>
                    <a:pt x="33" y="43"/>
                    <a:pt x="33" y="49"/>
                  </a:cubicBezTo>
                  <a:cubicBezTo>
                    <a:pt x="33" y="53"/>
                    <a:pt x="35" y="57"/>
                    <a:pt x="36" y="59"/>
                  </a:cubicBezTo>
                  <a:cubicBezTo>
                    <a:pt x="38" y="62"/>
                    <a:pt x="40" y="63"/>
                    <a:pt x="43" y="63"/>
                  </a:cubicBezTo>
                  <a:cubicBezTo>
                    <a:pt x="44" y="63"/>
                    <a:pt x="45" y="63"/>
                    <a:pt x="46" y="62"/>
                  </a:cubicBezTo>
                  <a:cubicBezTo>
                    <a:pt x="47" y="61"/>
                    <a:pt x="47" y="60"/>
                    <a:pt x="47" y="59"/>
                  </a:cubicBezTo>
                  <a:cubicBezTo>
                    <a:pt x="47" y="58"/>
                    <a:pt x="47" y="57"/>
                    <a:pt x="46" y="56"/>
                  </a:cubicBezTo>
                  <a:cubicBezTo>
                    <a:pt x="45" y="55"/>
                    <a:pt x="44" y="54"/>
                    <a:pt x="43" y="52"/>
                  </a:cubicBezTo>
                  <a:cubicBezTo>
                    <a:pt x="43" y="51"/>
                    <a:pt x="42" y="49"/>
                    <a:pt x="42" y="47"/>
                  </a:cubicBezTo>
                  <a:cubicBezTo>
                    <a:pt x="42" y="45"/>
                    <a:pt x="41" y="43"/>
                    <a:pt x="41" y="40"/>
                  </a:cubicBezTo>
                  <a:cubicBezTo>
                    <a:pt x="40" y="33"/>
                    <a:pt x="39" y="29"/>
                    <a:pt x="38" y="28"/>
                  </a:cubicBezTo>
                  <a:cubicBezTo>
                    <a:pt x="36" y="26"/>
                    <a:pt x="34" y="26"/>
                    <a:pt x="32" y="26"/>
                  </a:cubicBezTo>
                  <a:cubicBezTo>
                    <a:pt x="29" y="26"/>
                    <a:pt x="26" y="27"/>
                    <a:pt x="22" y="30"/>
                  </a:cubicBezTo>
                  <a:cubicBezTo>
                    <a:pt x="19" y="33"/>
                    <a:pt x="16" y="39"/>
                    <a:pt x="11" y="47"/>
                  </a:cubicBezTo>
                  <a:cubicBezTo>
                    <a:pt x="12" y="44"/>
                    <a:pt x="13" y="40"/>
                    <a:pt x="14" y="35"/>
                  </a:cubicBezTo>
                  <a:cubicBezTo>
                    <a:pt x="16" y="26"/>
                    <a:pt x="17" y="20"/>
                    <a:pt x="1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84"/>
            <p:cNvSpPr>
              <a:spLocks/>
            </p:cNvSpPr>
            <p:nvPr/>
          </p:nvSpPr>
          <p:spPr bwMode="auto">
            <a:xfrm>
              <a:off x="5283200" y="6015038"/>
              <a:ext cx="22225" cy="68263"/>
            </a:xfrm>
            <a:custGeom>
              <a:avLst/>
              <a:gdLst>
                <a:gd name="T0" fmla="*/ 5 w 14"/>
                <a:gd name="T1" fmla="*/ 43 h 43"/>
                <a:gd name="T2" fmla="*/ 9 w 14"/>
                <a:gd name="T3" fmla="*/ 41 h 43"/>
                <a:gd name="T4" fmla="*/ 10 w 14"/>
                <a:gd name="T5" fmla="*/ 39 h 43"/>
                <a:gd name="T6" fmla="*/ 10 w 14"/>
                <a:gd name="T7" fmla="*/ 38 h 43"/>
                <a:gd name="T8" fmla="*/ 9 w 14"/>
                <a:gd name="T9" fmla="*/ 31 h 43"/>
                <a:gd name="T10" fmla="*/ 10 w 14"/>
                <a:gd name="T11" fmla="*/ 24 h 43"/>
                <a:gd name="T12" fmla="*/ 12 w 14"/>
                <a:gd name="T13" fmla="*/ 11 h 43"/>
                <a:gd name="T14" fmla="*/ 13 w 14"/>
                <a:gd name="T15" fmla="*/ 10 h 43"/>
                <a:gd name="T16" fmla="*/ 14 w 14"/>
                <a:gd name="T17" fmla="*/ 4 h 43"/>
                <a:gd name="T18" fmla="*/ 13 w 14"/>
                <a:gd name="T19" fmla="*/ 1 h 43"/>
                <a:gd name="T20" fmla="*/ 8 w 14"/>
                <a:gd name="T21" fmla="*/ 0 h 43"/>
                <a:gd name="T22" fmla="*/ 5 w 14"/>
                <a:gd name="T23" fmla="*/ 2 h 43"/>
                <a:gd name="T24" fmla="*/ 4 w 14"/>
                <a:gd name="T25" fmla="*/ 7 h 43"/>
                <a:gd name="T26" fmla="*/ 4 w 14"/>
                <a:gd name="T27" fmla="*/ 15 h 43"/>
                <a:gd name="T28" fmla="*/ 4 w 14"/>
                <a:gd name="T29" fmla="*/ 15 h 43"/>
                <a:gd name="T30" fmla="*/ 2 w 14"/>
                <a:gd name="T31" fmla="*/ 19 h 43"/>
                <a:gd name="T32" fmla="*/ 0 w 14"/>
                <a:gd name="T33" fmla="*/ 35 h 43"/>
                <a:gd name="T34" fmla="*/ 5 w 14"/>
                <a:gd name="T35"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43">
                  <a:moveTo>
                    <a:pt x="5" y="43"/>
                  </a:moveTo>
                  <a:cubicBezTo>
                    <a:pt x="6" y="43"/>
                    <a:pt x="8" y="42"/>
                    <a:pt x="9" y="41"/>
                  </a:cubicBezTo>
                  <a:cubicBezTo>
                    <a:pt x="10" y="40"/>
                    <a:pt x="10" y="40"/>
                    <a:pt x="10" y="39"/>
                  </a:cubicBezTo>
                  <a:cubicBezTo>
                    <a:pt x="10" y="39"/>
                    <a:pt x="10" y="38"/>
                    <a:pt x="10" y="38"/>
                  </a:cubicBezTo>
                  <a:cubicBezTo>
                    <a:pt x="10" y="35"/>
                    <a:pt x="9" y="33"/>
                    <a:pt x="9" y="31"/>
                  </a:cubicBezTo>
                  <a:cubicBezTo>
                    <a:pt x="9" y="29"/>
                    <a:pt x="10" y="27"/>
                    <a:pt x="10" y="24"/>
                  </a:cubicBezTo>
                  <a:cubicBezTo>
                    <a:pt x="10" y="20"/>
                    <a:pt x="11" y="16"/>
                    <a:pt x="12" y="11"/>
                  </a:cubicBezTo>
                  <a:cubicBezTo>
                    <a:pt x="13" y="10"/>
                    <a:pt x="13" y="10"/>
                    <a:pt x="13" y="10"/>
                  </a:cubicBezTo>
                  <a:cubicBezTo>
                    <a:pt x="14" y="7"/>
                    <a:pt x="14" y="5"/>
                    <a:pt x="14" y="4"/>
                  </a:cubicBezTo>
                  <a:cubicBezTo>
                    <a:pt x="14" y="3"/>
                    <a:pt x="14" y="2"/>
                    <a:pt x="13" y="1"/>
                  </a:cubicBezTo>
                  <a:cubicBezTo>
                    <a:pt x="12" y="0"/>
                    <a:pt x="10" y="0"/>
                    <a:pt x="8" y="0"/>
                  </a:cubicBezTo>
                  <a:cubicBezTo>
                    <a:pt x="7" y="0"/>
                    <a:pt x="6" y="0"/>
                    <a:pt x="5" y="2"/>
                  </a:cubicBezTo>
                  <a:cubicBezTo>
                    <a:pt x="4" y="3"/>
                    <a:pt x="4" y="5"/>
                    <a:pt x="4" y="7"/>
                  </a:cubicBezTo>
                  <a:cubicBezTo>
                    <a:pt x="4" y="7"/>
                    <a:pt x="4" y="10"/>
                    <a:pt x="4" y="15"/>
                  </a:cubicBezTo>
                  <a:cubicBezTo>
                    <a:pt x="4" y="15"/>
                    <a:pt x="4" y="15"/>
                    <a:pt x="4" y="15"/>
                  </a:cubicBezTo>
                  <a:cubicBezTo>
                    <a:pt x="4" y="16"/>
                    <a:pt x="3" y="17"/>
                    <a:pt x="2" y="19"/>
                  </a:cubicBezTo>
                  <a:cubicBezTo>
                    <a:pt x="1" y="25"/>
                    <a:pt x="0" y="31"/>
                    <a:pt x="0" y="35"/>
                  </a:cubicBezTo>
                  <a:cubicBezTo>
                    <a:pt x="0" y="40"/>
                    <a:pt x="2" y="43"/>
                    <a:pt x="5"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85"/>
            <p:cNvSpPr>
              <a:spLocks/>
            </p:cNvSpPr>
            <p:nvPr/>
          </p:nvSpPr>
          <p:spPr bwMode="auto">
            <a:xfrm>
              <a:off x="5295900" y="5978525"/>
              <a:ext cx="20638" cy="19050"/>
            </a:xfrm>
            <a:custGeom>
              <a:avLst/>
              <a:gdLst>
                <a:gd name="T0" fmla="*/ 2 w 13"/>
                <a:gd name="T1" fmla="*/ 2 h 12"/>
                <a:gd name="T2" fmla="*/ 0 w 13"/>
                <a:gd name="T3" fmla="*/ 6 h 12"/>
                <a:gd name="T4" fmla="*/ 2 w 13"/>
                <a:gd name="T5" fmla="*/ 10 h 12"/>
                <a:gd name="T6" fmla="*/ 6 w 13"/>
                <a:gd name="T7" fmla="*/ 12 h 12"/>
                <a:gd name="T8" fmla="*/ 11 w 13"/>
                <a:gd name="T9" fmla="*/ 10 h 12"/>
                <a:gd name="T10" fmla="*/ 13 w 13"/>
                <a:gd name="T11" fmla="*/ 5 h 12"/>
                <a:gd name="T12" fmla="*/ 12 w 13"/>
                <a:gd name="T13" fmla="*/ 2 h 12"/>
                <a:gd name="T14" fmla="*/ 7 w 13"/>
                <a:gd name="T15" fmla="*/ 0 h 12"/>
                <a:gd name="T16" fmla="*/ 2 w 13"/>
                <a:gd name="T17"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2">
                  <a:moveTo>
                    <a:pt x="2" y="2"/>
                  </a:moveTo>
                  <a:cubicBezTo>
                    <a:pt x="1" y="3"/>
                    <a:pt x="0" y="5"/>
                    <a:pt x="0" y="6"/>
                  </a:cubicBezTo>
                  <a:cubicBezTo>
                    <a:pt x="0" y="8"/>
                    <a:pt x="1" y="9"/>
                    <a:pt x="2" y="10"/>
                  </a:cubicBezTo>
                  <a:cubicBezTo>
                    <a:pt x="4" y="12"/>
                    <a:pt x="5" y="12"/>
                    <a:pt x="6" y="12"/>
                  </a:cubicBezTo>
                  <a:cubicBezTo>
                    <a:pt x="8" y="12"/>
                    <a:pt x="9" y="12"/>
                    <a:pt x="11" y="10"/>
                  </a:cubicBezTo>
                  <a:cubicBezTo>
                    <a:pt x="13" y="9"/>
                    <a:pt x="13" y="7"/>
                    <a:pt x="13" y="5"/>
                  </a:cubicBezTo>
                  <a:cubicBezTo>
                    <a:pt x="13" y="4"/>
                    <a:pt x="13" y="3"/>
                    <a:pt x="12" y="2"/>
                  </a:cubicBezTo>
                  <a:cubicBezTo>
                    <a:pt x="11" y="1"/>
                    <a:pt x="9" y="0"/>
                    <a:pt x="7" y="0"/>
                  </a:cubicBezTo>
                  <a:cubicBezTo>
                    <a:pt x="5" y="0"/>
                    <a:pt x="3"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86"/>
            <p:cNvSpPr>
              <a:spLocks/>
            </p:cNvSpPr>
            <p:nvPr/>
          </p:nvSpPr>
          <p:spPr bwMode="auto">
            <a:xfrm>
              <a:off x="5321300" y="5973763"/>
              <a:ext cx="26988" cy="111125"/>
            </a:xfrm>
            <a:custGeom>
              <a:avLst/>
              <a:gdLst>
                <a:gd name="T0" fmla="*/ 13 w 17"/>
                <a:gd name="T1" fmla="*/ 0 h 70"/>
                <a:gd name="T2" fmla="*/ 9 w 17"/>
                <a:gd name="T3" fmla="*/ 4 h 70"/>
                <a:gd name="T4" fmla="*/ 3 w 17"/>
                <a:gd name="T5" fmla="*/ 26 h 70"/>
                <a:gd name="T6" fmla="*/ 0 w 17"/>
                <a:gd name="T7" fmla="*/ 58 h 70"/>
                <a:gd name="T8" fmla="*/ 1 w 17"/>
                <a:gd name="T9" fmla="*/ 67 h 70"/>
                <a:gd name="T10" fmla="*/ 5 w 17"/>
                <a:gd name="T11" fmla="*/ 70 h 70"/>
                <a:gd name="T12" fmla="*/ 9 w 17"/>
                <a:gd name="T13" fmla="*/ 68 h 70"/>
                <a:gd name="T14" fmla="*/ 11 w 17"/>
                <a:gd name="T15" fmla="*/ 64 h 70"/>
                <a:gd name="T16" fmla="*/ 10 w 17"/>
                <a:gd name="T17" fmla="*/ 62 h 70"/>
                <a:gd name="T18" fmla="*/ 10 w 17"/>
                <a:gd name="T19" fmla="*/ 50 h 70"/>
                <a:gd name="T20" fmla="*/ 11 w 17"/>
                <a:gd name="T21" fmla="*/ 37 h 70"/>
                <a:gd name="T22" fmla="*/ 14 w 17"/>
                <a:gd name="T23" fmla="*/ 22 h 70"/>
                <a:gd name="T24" fmla="*/ 17 w 17"/>
                <a:gd name="T25" fmla="*/ 9 h 70"/>
                <a:gd name="T26" fmla="*/ 17 w 17"/>
                <a:gd name="T27" fmla="*/ 5 h 70"/>
                <a:gd name="T28" fmla="*/ 13 w 17"/>
                <a:gd name="T29"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70">
                  <a:moveTo>
                    <a:pt x="13" y="0"/>
                  </a:moveTo>
                  <a:cubicBezTo>
                    <a:pt x="11" y="0"/>
                    <a:pt x="10" y="1"/>
                    <a:pt x="9" y="4"/>
                  </a:cubicBezTo>
                  <a:cubicBezTo>
                    <a:pt x="7" y="6"/>
                    <a:pt x="5" y="13"/>
                    <a:pt x="3" y="26"/>
                  </a:cubicBezTo>
                  <a:cubicBezTo>
                    <a:pt x="1" y="38"/>
                    <a:pt x="0" y="49"/>
                    <a:pt x="0" y="58"/>
                  </a:cubicBezTo>
                  <a:cubicBezTo>
                    <a:pt x="0" y="63"/>
                    <a:pt x="0" y="66"/>
                    <a:pt x="1" y="67"/>
                  </a:cubicBezTo>
                  <a:cubicBezTo>
                    <a:pt x="2" y="69"/>
                    <a:pt x="3" y="70"/>
                    <a:pt x="5" y="70"/>
                  </a:cubicBezTo>
                  <a:cubicBezTo>
                    <a:pt x="6" y="70"/>
                    <a:pt x="8" y="69"/>
                    <a:pt x="9" y="68"/>
                  </a:cubicBezTo>
                  <a:cubicBezTo>
                    <a:pt x="10" y="67"/>
                    <a:pt x="11" y="66"/>
                    <a:pt x="11" y="64"/>
                  </a:cubicBezTo>
                  <a:cubicBezTo>
                    <a:pt x="11" y="64"/>
                    <a:pt x="11" y="63"/>
                    <a:pt x="10" y="62"/>
                  </a:cubicBezTo>
                  <a:cubicBezTo>
                    <a:pt x="10" y="57"/>
                    <a:pt x="10" y="53"/>
                    <a:pt x="10" y="50"/>
                  </a:cubicBezTo>
                  <a:cubicBezTo>
                    <a:pt x="10" y="47"/>
                    <a:pt x="10" y="43"/>
                    <a:pt x="11" y="37"/>
                  </a:cubicBezTo>
                  <a:cubicBezTo>
                    <a:pt x="11" y="31"/>
                    <a:pt x="12" y="26"/>
                    <a:pt x="14" y="22"/>
                  </a:cubicBezTo>
                  <a:cubicBezTo>
                    <a:pt x="15" y="15"/>
                    <a:pt x="16" y="11"/>
                    <a:pt x="17" y="9"/>
                  </a:cubicBezTo>
                  <a:cubicBezTo>
                    <a:pt x="17" y="8"/>
                    <a:pt x="17" y="6"/>
                    <a:pt x="17" y="5"/>
                  </a:cubicBezTo>
                  <a:cubicBezTo>
                    <a:pt x="17" y="2"/>
                    <a:pt x="16" y="0"/>
                    <a:pt x="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87"/>
            <p:cNvSpPr>
              <a:spLocks noEditPoints="1"/>
            </p:cNvSpPr>
            <p:nvPr/>
          </p:nvSpPr>
          <p:spPr bwMode="auto">
            <a:xfrm>
              <a:off x="5353050" y="5973763"/>
              <a:ext cx="74613" cy="107950"/>
            </a:xfrm>
            <a:custGeom>
              <a:avLst/>
              <a:gdLst>
                <a:gd name="T0" fmla="*/ 48 w 48"/>
                <a:gd name="T1" fmla="*/ 60 h 68"/>
                <a:gd name="T2" fmla="*/ 46 w 48"/>
                <a:gd name="T3" fmla="*/ 57 h 68"/>
                <a:gd name="T4" fmla="*/ 44 w 48"/>
                <a:gd name="T5" fmla="*/ 58 h 68"/>
                <a:gd name="T6" fmla="*/ 41 w 48"/>
                <a:gd name="T7" fmla="*/ 59 h 68"/>
                <a:gd name="T8" fmla="*/ 38 w 48"/>
                <a:gd name="T9" fmla="*/ 52 h 68"/>
                <a:gd name="T10" fmla="*/ 40 w 48"/>
                <a:gd name="T11" fmla="*/ 33 h 68"/>
                <a:gd name="T12" fmla="*/ 45 w 48"/>
                <a:gd name="T13" fmla="*/ 12 h 68"/>
                <a:gd name="T14" fmla="*/ 47 w 48"/>
                <a:gd name="T15" fmla="*/ 6 h 68"/>
                <a:gd name="T16" fmla="*/ 46 w 48"/>
                <a:gd name="T17" fmla="*/ 2 h 68"/>
                <a:gd name="T18" fmla="*/ 43 w 48"/>
                <a:gd name="T19" fmla="*/ 0 h 68"/>
                <a:gd name="T20" fmla="*/ 40 w 48"/>
                <a:gd name="T21" fmla="*/ 1 h 68"/>
                <a:gd name="T22" fmla="*/ 38 w 48"/>
                <a:gd name="T23" fmla="*/ 4 h 68"/>
                <a:gd name="T24" fmla="*/ 36 w 48"/>
                <a:gd name="T25" fmla="*/ 12 h 68"/>
                <a:gd name="T26" fmla="*/ 32 w 48"/>
                <a:gd name="T27" fmla="*/ 29 h 68"/>
                <a:gd name="T28" fmla="*/ 25 w 48"/>
                <a:gd name="T29" fmla="*/ 26 h 68"/>
                <a:gd name="T30" fmla="*/ 8 w 48"/>
                <a:gd name="T31" fmla="*/ 36 h 68"/>
                <a:gd name="T32" fmla="*/ 0 w 48"/>
                <a:gd name="T33" fmla="*/ 56 h 68"/>
                <a:gd name="T34" fmla="*/ 2 w 48"/>
                <a:gd name="T35" fmla="*/ 65 h 68"/>
                <a:gd name="T36" fmla="*/ 9 w 48"/>
                <a:gd name="T37" fmla="*/ 68 h 68"/>
                <a:gd name="T38" fmla="*/ 29 w 48"/>
                <a:gd name="T39" fmla="*/ 54 h 68"/>
                <a:gd name="T40" fmla="*/ 31 w 48"/>
                <a:gd name="T41" fmla="*/ 64 h 68"/>
                <a:gd name="T42" fmla="*/ 37 w 48"/>
                <a:gd name="T43" fmla="*/ 68 h 68"/>
                <a:gd name="T44" fmla="*/ 44 w 48"/>
                <a:gd name="T45" fmla="*/ 65 h 68"/>
                <a:gd name="T46" fmla="*/ 48 w 48"/>
                <a:gd name="T47" fmla="*/ 60 h 68"/>
                <a:gd name="T48" fmla="*/ 23 w 48"/>
                <a:gd name="T49" fmla="*/ 51 h 68"/>
                <a:gd name="T50" fmla="*/ 12 w 48"/>
                <a:gd name="T51" fmla="*/ 60 h 68"/>
                <a:gd name="T52" fmla="*/ 9 w 48"/>
                <a:gd name="T53" fmla="*/ 56 h 68"/>
                <a:gd name="T54" fmla="*/ 14 w 48"/>
                <a:gd name="T55" fmla="*/ 41 h 68"/>
                <a:gd name="T56" fmla="*/ 25 w 48"/>
                <a:gd name="T57" fmla="*/ 34 h 68"/>
                <a:gd name="T58" fmla="*/ 28 w 48"/>
                <a:gd name="T59" fmla="*/ 35 h 68"/>
                <a:gd name="T60" fmla="*/ 30 w 48"/>
                <a:gd name="T61" fmla="*/ 38 h 68"/>
                <a:gd name="T62" fmla="*/ 23 w 48"/>
                <a:gd name="T63" fmla="*/ 5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 h="68">
                  <a:moveTo>
                    <a:pt x="48" y="60"/>
                  </a:moveTo>
                  <a:cubicBezTo>
                    <a:pt x="48" y="58"/>
                    <a:pt x="48" y="57"/>
                    <a:pt x="46" y="57"/>
                  </a:cubicBezTo>
                  <a:cubicBezTo>
                    <a:pt x="46" y="57"/>
                    <a:pt x="45" y="58"/>
                    <a:pt x="44" y="58"/>
                  </a:cubicBezTo>
                  <a:cubicBezTo>
                    <a:pt x="43" y="59"/>
                    <a:pt x="42" y="59"/>
                    <a:pt x="41" y="59"/>
                  </a:cubicBezTo>
                  <a:cubicBezTo>
                    <a:pt x="39" y="59"/>
                    <a:pt x="38" y="57"/>
                    <a:pt x="38" y="52"/>
                  </a:cubicBezTo>
                  <a:cubicBezTo>
                    <a:pt x="38" y="47"/>
                    <a:pt x="38" y="41"/>
                    <a:pt x="40" y="33"/>
                  </a:cubicBezTo>
                  <a:cubicBezTo>
                    <a:pt x="42" y="25"/>
                    <a:pt x="43" y="18"/>
                    <a:pt x="45" y="12"/>
                  </a:cubicBezTo>
                  <a:cubicBezTo>
                    <a:pt x="46" y="9"/>
                    <a:pt x="47" y="7"/>
                    <a:pt x="47" y="6"/>
                  </a:cubicBezTo>
                  <a:cubicBezTo>
                    <a:pt x="47" y="4"/>
                    <a:pt x="47" y="3"/>
                    <a:pt x="46" y="2"/>
                  </a:cubicBezTo>
                  <a:cubicBezTo>
                    <a:pt x="45" y="1"/>
                    <a:pt x="44" y="0"/>
                    <a:pt x="43" y="0"/>
                  </a:cubicBezTo>
                  <a:cubicBezTo>
                    <a:pt x="42" y="0"/>
                    <a:pt x="41" y="1"/>
                    <a:pt x="40" y="1"/>
                  </a:cubicBezTo>
                  <a:cubicBezTo>
                    <a:pt x="39" y="2"/>
                    <a:pt x="38" y="3"/>
                    <a:pt x="38" y="4"/>
                  </a:cubicBezTo>
                  <a:cubicBezTo>
                    <a:pt x="37" y="6"/>
                    <a:pt x="36" y="8"/>
                    <a:pt x="36" y="12"/>
                  </a:cubicBezTo>
                  <a:cubicBezTo>
                    <a:pt x="35" y="15"/>
                    <a:pt x="34" y="20"/>
                    <a:pt x="32" y="29"/>
                  </a:cubicBezTo>
                  <a:cubicBezTo>
                    <a:pt x="31" y="27"/>
                    <a:pt x="28" y="26"/>
                    <a:pt x="25" y="26"/>
                  </a:cubicBezTo>
                  <a:cubicBezTo>
                    <a:pt x="19" y="26"/>
                    <a:pt x="14" y="29"/>
                    <a:pt x="8" y="36"/>
                  </a:cubicBezTo>
                  <a:cubicBezTo>
                    <a:pt x="2" y="43"/>
                    <a:pt x="0" y="50"/>
                    <a:pt x="0" y="56"/>
                  </a:cubicBezTo>
                  <a:cubicBezTo>
                    <a:pt x="0" y="60"/>
                    <a:pt x="1" y="63"/>
                    <a:pt x="2" y="65"/>
                  </a:cubicBezTo>
                  <a:cubicBezTo>
                    <a:pt x="4" y="67"/>
                    <a:pt x="6" y="68"/>
                    <a:pt x="9" y="68"/>
                  </a:cubicBezTo>
                  <a:cubicBezTo>
                    <a:pt x="16" y="68"/>
                    <a:pt x="23" y="63"/>
                    <a:pt x="29" y="54"/>
                  </a:cubicBezTo>
                  <a:cubicBezTo>
                    <a:pt x="29" y="58"/>
                    <a:pt x="30" y="61"/>
                    <a:pt x="31" y="64"/>
                  </a:cubicBezTo>
                  <a:cubicBezTo>
                    <a:pt x="32" y="66"/>
                    <a:pt x="34" y="68"/>
                    <a:pt x="37" y="68"/>
                  </a:cubicBezTo>
                  <a:cubicBezTo>
                    <a:pt x="39" y="68"/>
                    <a:pt x="42" y="67"/>
                    <a:pt x="44" y="65"/>
                  </a:cubicBezTo>
                  <a:cubicBezTo>
                    <a:pt x="47" y="63"/>
                    <a:pt x="48" y="61"/>
                    <a:pt x="48" y="60"/>
                  </a:cubicBezTo>
                  <a:close/>
                  <a:moveTo>
                    <a:pt x="23" y="51"/>
                  </a:moveTo>
                  <a:cubicBezTo>
                    <a:pt x="19" y="57"/>
                    <a:pt x="15" y="60"/>
                    <a:pt x="12" y="60"/>
                  </a:cubicBezTo>
                  <a:cubicBezTo>
                    <a:pt x="10" y="60"/>
                    <a:pt x="9" y="58"/>
                    <a:pt x="9" y="56"/>
                  </a:cubicBezTo>
                  <a:cubicBezTo>
                    <a:pt x="9" y="51"/>
                    <a:pt x="11" y="47"/>
                    <a:pt x="14" y="41"/>
                  </a:cubicBezTo>
                  <a:cubicBezTo>
                    <a:pt x="18" y="36"/>
                    <a:pt x="22" y="34"/>
                    <a:pt x="25" y="34"/>
                  </a:cubicBezTo>
                  <a:cubicBezTo>
                    <a:pt x="26" y="34"/>
                    <a:pt x="28" y="34"/>
                    <a:pt x="28" y="35"/>
                  </a:cubicBezTo>
                  <a:cubicBezTo>
                    <a:pt x="29" y="36"/>
                    <a:pt x="30" y="37"/>
                    <a:pt x="30" y="38"/>
                  </a:cubicBezTo>
                  <a:cubicBezTo>
                    <a:pt x="30" y="41"/>
                    <a:pt x="27" y="45"/>
                    <a:pt x="23"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88"/>
            <p:cNvSpPr>
              <a:spLocks/>
            </p:cNvSpPr>
            <p:nvPr/>
          </p:nvSpPr>
          <p:spPr bwMode="auto">
            <a:xfrm>
              <a:off x="5116513" y="6140450"/>
              <a:ext cx="77788" cy="96838"/>
            </a:xfrm>
            <a:custGeom>
              <a:avLst/>
              <a:gdLst>
                <a:gd name="T0" fmla="*/ 42 w 49"/>
                <a:gd name="T1" fmla="*/ 0 h 61"/>
                <a:gd name="T2" fmla="*/ 41 w 49"/>
                <a:gd name="T3" fmla="*/ 0 h 61"/>
                <a:gd name="T4" fmla="*/ 35 w 49"/>
                <a:gd name="T5" fmla="*/ 1 h 61"/>
                <a:gd name="T6" fmla="*/ 14 w 49"/>
                <a:gd name="T7" fmla="*/ 3 h 61"/>
                <a:gd name="T8" fmla="*/ 10 w 49"/>
                <a:gd name="T9" fmla="*/ 3 h 61"/>
                <a:gd name="T10" fmla="*/ 7 w 49"/>
                <a:gd name="T11" fmla="*/ 4 h 61"/>
                <a:gd name="T12" fmla="*/ 5 w 49"/>
                <a:gd name="T13" fmla="*/ 6 h 61"/>
                <a:gd name="T14" fmla="*/ 5 w 49"/>
                <a:gd name="T15" fmla="*/ 7 h 61"/>
                <a:gd name="T16" fmla="*/ 6 w 49"/>
                <a:gd name="T17" fmla="*/ 9 h 61"/>
                <a:gd name="T18" fmla="*/ 7 w 49"/>
                <a:gd name="T19" fmla="*/ 11 h 61"/>
                <a:gd name="T20" fmla="*/ 7 w 49"/>
                <a:gd name="T21" fmla="*/ 11 h 61"/>
                <a:gd name="T22" fmla="*/ 5 w 49"/>
                <a:gd name="T23" fmla="*/ 30 h 61"/>
                <a:gd name="T24" fmla="*/ 1 w 49"/>
                <a:gd name="T25" fmla="*/ 51 h 61"/>
                <a:gd name="T26" fmla="*/ 0 w 49"/>
                <a:gd name="T27" fmla="*/ 54 h 61"/>
                <a:gd name="T28" fmla="*/ 0 w 49"/>
                <a:gd name="T29" fmla="*/ 55 h 61"/>
                <a:gd name="T30" fmla="*/ 2 w 49"/>
                <a:gd name="T31" fmla="*/ 59 h 61"/>
                <a:gd name="T32" fmla="*/ 7 w 49"/>
                <a:gd name="T33" fmla="*/ 61 h 61"/>
                <a:gd name="T34" fmla="*/ 19 w 49"/>
                <a:gd name="T35" fmla="*/ 59 h 61"/>
                <a:gd name="T36" fmla="*/ 32 w 49"/>
                <a:gd name="T37" fmla="*/ 58 h 61"/>
                <a:gd name="T38" fmla="*/ 43 w 49"/>
                <a:gd name="T39" fmla="*/ 56 h 61"/>
                <a:gd name="T40" fmla="*/ 45 w 49"/>
                <a:gd name="T41" fmla="*/ 53 h 61"/>
                <a:gd name="T42" fmla="*/ 40 w 49"/>
                <a:gd name="T43" fmla="*/ 48 h 61"/>
                <a:gd name="T44" fmla="*/ 33 w 49"/>
                <a:gd name="T45" fmla="*/ 49 h 61"/>
                <a:gd name="T46" fmla="*/ 23 w 49"/>
                <a:gd name="T47" fmla="*/ 51 h 61"/>
                <a:gd name="T48" fmla="*/ 13 w 49"/>
                <a:gd name="T49" fmla="*/ 52 h 61"/>
                <a:gd name="T50" fmla="*/ 11 w 49"/>
                <a:gd name="T51" fmla="*/ 50 h 61"/>
                <a:gd name="T52" fmla="*/ 12 w 49"/>
                <a:gd name="T53" fmla="*/ 43 h 61"/>
                <a:gd name="T54" fmla="*/ 13 w 49"/>
                <a:gd name="T55" fmla="*/ 37 h 61"/>
                <a:gd name="T56" fmla="*/ 14 w 49"/>
                <a:gd name="T57" fmla="*/ 36 h 61"/>
                <a:gd name="T58" fmla="*/ 14 w 49"/>
                <a:gd name="T59" fmla="*/ 36 h 61"/>
                <a:gd name="T60" fmla="*/ 27 w 49"/>
                <a:gd name="T61" fmla="*/ 34 h 61"/>
                <a:gd name="T62" fmla="*/ 31 w 49"/>
                <a:gd name="T63" fmla="*/ 34 h 61"/>
                <a:gd name="T64" fmla="*/ 36 w 49"/>
                <a:gd name="T65" fmla="*/ 33 h 61"/>
                <a:gd name="T66" fmla="*/ 41 w 49"/>
                <a:gd name="T67" fmla="*/ 32 h 61"/>
                <a:gd name="T68" fmla="*/ 43 w 49"/>
                <a:gd name="T69" fmla="*/ 28 h 61"/>
                <a:gd name="T70" fmla="*/ 37 w 49"/>
                <a:gd name="T71" fmla="*/ 24 h 61"/>
                <a:gd name="T72" fmla="*/ 28 w 49"/>
                <a:gd name="T73" fmla="*/ 26 h 61"/>
                <a:gd name="T74" fmla="*/ 21 w 49"/>
                <a:gd name="T75" fmla="*/ 27 h 61"/>
                <a:gd name="T76" fmla="*/ 14 w 49"/>
                <a:gd name="T77" fmla="*/ 27 h 61"/>
                <a:gd name="T78" fmla="*/ 15 w 49"/>
                <a:gd name="T79" fmla="*/ 21 h 61"/>
                <a:gd name="T80" fmla="*/ 16 w 49"/>
                <a:gd name="T81" fmla="*/ 14 h 61"/>
                <a:gd name="T82" fmla="*/ 17 w 49"/>
                <a:gd name="T83" fmla="*/ 12 h 61"/>
                <a:gd name="T84" fmla="*/ 22 w 49"/>
                <a:gd name="T85" fmla="*/ 11 h 61"/>
                <a:gd name="T86" fmla="*/ 33 w 49"/>
                <a:gd name="T87" fmla="*/ 9 h 61"/>
                <a:gd name="T88" fmla="*/ 45 w 49"/>
                <a:gd name="T89" fmla="*/ 9 h 61"/>
                <a:gd name="T90" fmla="*/ 47 w 49"/>
                <a:gd name="T91" fmla="*/ 7 h 61"/>
                <a:gd name="T92" fmla="*/ 49 w 49"/>
                <a:gd name="T93" fmla="*/ 5 h 61"/>
                <a:gd name="T94" fmla="*/ 42 w 49"/>
                <a:gd name="T95"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9" h="61">
                  <a:moveTo>
                    <a:pt x="42" y="0"/>
                  </a:moveTo>
                  <a:cubicBezTo>
                    <a:pt x="41" y="0"/>
                    <a:pt x="41" y="0"/>
                    <a:pt x="41" y="0"/>
                  </a:cubicBezTo>
                  <a:cubicBezTo>
                    <a:pt x="41" y="0"/>
                    <a:pt x="39" y="0"/>
                    <a:pt x="35" y="1"/>
                  </a:cubicBezTo>
                  <a:cubicBezTo>
                    <a:pt x="23" y="3"/>
                    <a:pt x="16" y="3"/>
                    <a:pt x="14" y="3"/>
                  </a:cubicBezTo>
                  <a:cubicBezTo>
                    <a:pt x="12" y="3"/>
                    <a:pt x="11" y="3"/>
                    <a:pt x="10" y="3"/>
                  </a:cubicBezTo>
                  <a:cubicBezTo>
                    <a:pt x="9" y="3"/>
                    <a:pt x="8" y="3"/>
                    <a:pt x="7" y="4"/>
                  </a:cubicBezTo>
                  <a:cubicBezTo>
                    <a:pt x="6" y="4"/>
                    <a:pt x="5" y="5"/>
                    <a:pt x="5" y="6"/>
                  </a:cubicBezTo>
                  <a:cubicBezTo>
                    <a:pt x="5" y="6"/>
                    <a:pt x="5" y="6"/>
                    <a:pt x="5" y="7"/>
                  </a:cubicBezTo>
                  <a:cubicBezTo>
                    <a:pt x="5" y="8"/>
                    <a:pt x="5" y="8"/>
                    <a:pt x="6" y="9"/>
                  </a:cubicBezTo>
                  <a:cubicBezTo>
                    <a:pt x="6" y="10"/>
                    <a:pt x="6" y="11"/>
                    <a:pt x="7" y="11"/>
                  </a:cubicBezTo>
                  <a:cubicBezTo>
                    <a:pt x="7" y="11"/>
                    <a:pt x="7" y="11"/>
                    <a:pt x="7" y="11"/>
                  </a:cubicBezTo>
                  <a:cubicBezTo>
                    <a:pt x="7" y="12"/>
                    <a:pt x="6" y="19"/>
                    <a:pt x="5" y="30"/>
                  </a:cubicBezTo>
                  <a:cubicBezTo>
                    <a:pt x="3" y="41"/>
                    <a:pt x="2" y="48"/>
                    <a:pt x="1" y="51"/>
                  </a:cubicBezTo>
                  <a:cubicBezTo>
                    <a:pt x="0" y="53"/>
                    <a:pt x="0" y="53"/>
                    <a:pt x="0" y="54"/>
                  </a:cubicBezTo>
                  <a:cubicBezTo>
                    <a:pt x="0" y="55"/>
                    <a:pt x="0" y="55"/>
                    <a:pt x="0" y="55"/>
                  </a:cubicBezTo>
                  <a:cubicBezTo>
                    <a:pt x="0" y="57"/>
                    <a:pt x="1" y="58"/>
                    <a:pt x="2" y="59"/>
                  </a:cubicBezTo>
                  <a:cubicBezTo>
                    <a:pt x="3" y="60"/>
                    <a:pt x="4" y="61"/>
                    <a:pt x="7" y="61"/>
                  </a:cubicBezTo>
                  <a:cubicBezTo>
                    <a:pt x="11" y="61"/>
                    <a:pt x="15" y="60"/>
                    <a:pt x="19" y="59"/>
                  </a:cubicBezTo>
                  <a:cubicBezTo>
                    <a:pt x="25" y="58"/>
                    <a:pt x="29" y="58"/>
                    <a:pt x="32" y="58"/>
                  </a:cubicBezTo>
                  <a:cubicBezTo>
                    <a:pt x="37" y="57"/>
                    <a:pt x="41" y="57"/>
                    <a:pt x="43" y="56"/>
                  </a:cubicBezTo>
                  <a:cubicBezTo>
                    <a:pt x="44" y="55"/>
                    <a:pt x="45" y="54"/>
                    <a:pt x="45" y="53"/>
                  </a:cubicBezTo>
                  <a:cubicBezTo>
                    <a:pt x="45" y="50"/>
                    <a:pt x="43" y="49"/>
                    <a:pt x="40" y="48"/>
                  </a:cubicBezTo>
                  <a:cubicBezTo>
                    <a:pt x="38" y="48"/>
                    <a:pt x="36" y="49"/>
                    <a:pt x="33" y="49"/>
                  </a:cubicBezTo>
                  <a:cubicBezTo>
                    <a:pt x="31" y="50"/>
                    <a:pt x="28" y="50"/>
                    <a:pt x="23" y="51"/>
                  </a:cubicBezTo>
                  <a:cubicBezTo>
                    <a:pt x="17" y="51"/>
                    <a:pt x="14" y="52"/>
                    <a:pt x="13" y="52"/>
                  </a:cubicBezTo>
                  <a:cubicBezTo>
                    <a:pt x="12" y="52"/>
                    <a:pt x="11" y="51"/>
                    <a:pt x="11" y="50"/>
                  </a:cubicBezTo>
                  <a:cubicBezTo>
                    <a:pt x="11" y="49"/>
                    <a:pt x="11" y="47"/>
                    <a:pt x="12" y="43"/>
                  </a:cubicBezTo>
                  <a:cubicBezTo>
                    <a:pt x="12" y="40"/>
                    <a:pt x="13" y="38"/>
                    <a:pt x="13" y="37"/>
                  </a:cubicBezTo>
                  <a:cubicBezTo>
                    <a:pt x="13" y="37"/>
                    <a:pt x="13" y="36"/>
                    <a:pt x="14" y="36"/>
                  </a:cubicBezTo>
                  <a:cubicBezTo>
                    <a:pt x="14" y="36"/>
                    <a:pt x="14" y="36"/>
                    <a:pt x="14" y="36"/>
                  </a:cubicBezTo>
                  <a:cubicBezTo>
                    <a:pt x="15" y="36"/>
                    <a:pt x="20" y="35"/>
                    <a:pt x="27" y="34"/>
                  </a:cubicBezTo>
                  <a:cubicBezTo>
                    <a:pt x="28" y="34"/>
                    <a:pt x="30" y="34"/>
                    <a:pt x="31" y="34"/>
                  </a:cubicBezTo>
                  <a:cubicBezTo>
                    <a:pt x="32" y="34"/>
                    <a:pt x="34" y="33"/>
                    <a:pt x="36" y="33"/>
                  </a:cubicBezTo>
                  <a:cubicBezTo>
                    <a:pt x="38" y="33"/>
                    <a:pt x="40" y="32"/>
                    <a:pt x="41" y="32"/>
                  </a:cubicBezTo>
                  <a:cubicBezTo>
                    <a:pt x="42" y="31"/>
                    <a:pt x="43" y="30"/>
                    <a:pt x="43" y="28"/>
                  </a:cubicBezTo>
                  <a:cubicBezTo>
                    <a:pt x="43" y="26"/>
                    <a:pt x="41" y="24"/>
                    <a:pt x="37" y="24"/>
                  </a:cubicBezTo>
                  <a:cubicBezTo>
                    <a:pt x="35" y="24"/>
                    <a:pt x="32" y="25"/>
                    <a:pt x="28" y="26"/>
                  </a:cubicBezTo>
                  <a:cubicBezTo>
                    <a:pt x="26" y="26"/>
                    <a:pt x="24" y="26"/>
                    <a:pt x="21" y="27"/>
                  </a:cubicBezTo>
                  <a:cubicBezTo>
                    <a:pt x="18" y="27"/>
                    <a:pt x="16" y="27"/>
                    <a:pt x="14" y="27"/>
                  </a:cubicBezTo>
                  <a:cubicBezTo>
                    <a:pt x="14" y="26"/>
                    <a:pt x="14" y="24"/>
                    <a:pt x="15" y="21"/>
                  </a:cubicBezTo>
                  <a:cubicBezTo>
                    <a:pt x="16" y="18"/>
                    <a:pt x="16" y="15"/>
                    <a:pt x="16" y="14"/>
                  </a:cubicBezTo>
                  <a:cubicBezTo>
                    <a:pt x="17" y="13"/>
                    <a:pt x="17" y="12"/>
                    <a:pt x="17" y="12"/>
                  </a:cubicBezTo>
                  <a:cubicBezTo>
                    <a:pt x="17" y="11"/>
                    <a:pt x="19" y="11"/>
                    <a:pt x="22" y="11"/>
                  </a:cubicBezTo>
                  <a:cubicBezTo>
                    <a:pt x="25" y="10"/>
                    <a:pt x="29" y="10"/>
                    <a:pt x="33" y="9"/>
                  </a:cubicBezTo>
                  <a:cubicBezTo>
                    <a:pt x="45" y="9"/>
                    <a:pt x="45" y="9"/>
                    <a:pt x="45" y="9"/>
                  </a:cubicBezTo>
                  <a:cubicBezTo>
                    <a:pt x="46" y="9"/>
                    <a:pt x="47" y="8"/>
                    <a:pt x="47" y="7"/>
                  </a:cubicBezTo>
                  <a:cubicBezTo>
                    <a:pt x="48" y="6"/>
                    <a:pt x="49" y="5"/>
                    <a:pt x="49" y="5"/>
                  </a:cubicBezTo>
                  <a:cubicBezTo>
                    <a:pt x="49" y="1"/>
                    <a:pt x="46" y="0"/>
                    <a:pt x="4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89"/>
            <p:cNvSpPr>
              <a:spLocks noEditPoints="1"/>
            </p:cNvSpPr>
            <p:nvPr/>
          </p:nvSpPr>
          <p:spPr bwMode="auto">
            <a:xfrm>
              <a:off x="5199063" y="6126163"/>
              <a:ext cx="76200" cy="107950"/>
            </a:xfrm>
            <a:custGeom>
              <a:avLst/>
              <a:gdLst>
                <a:gd name="T0" fmla="*/ 47 w 49"/>
                <a:gd name="T1" fmla="*/ 57 h 68"/>
                <a:gd name="T2" fmla="*/ 44 w 49"/>
                <a:gd name="T3" fmla="*/ 58 h 68"/>
                <a:gd name="T4" fmla="*/ 41 w 49"/>
                <a:gd name="T5" fmla="*/ 59 h 68"/>
                <a:gd name="T6" fmla="*/ 38 w 49"/>
                <a:gd name="T7" fmla="*/ 52 h 68"/>
                <a:gd name="T8" fmla="*/ 40 w 49"/>
                <a:gd name="T9" fmla="*/ 33 h 68"/>
                <a:gd name="T10" fmla="*/ 46 w 49"/>
                <a:gd name="T11" fmla="*/ 12 h 68"/>
                <a:gd name="T12" fmla="*/ 47 w 49"/>
                <a:gd name="T13" fmla="*/ 6 h 68"/>
                <a:gd name="T14" fmla="*/ 46 w 49"/>
                <a:gd name="T15" fmla="*/ 2 h 68"/>
                <a:gd name="T16" fmla="*/ 43 w 49"/>
                <a:gd name="T17" fmla="*/ 0 h 68"/>
                <a:gd name="T18" fmla="*/ 40 w 49"/>
                <a:gd name="T19" fmla="*/ 1 h 68"/>
                <a:gd name="T20" fmla="*/ 38 w 49"/>
                <a:gd name="T21" fmla="*/ 4 h 68"/>
                <a:gd name="T22" fmla="*/ 36 w 49"/>
                <a:gd name="T23" fmla="*/ 12 h 68"/>
                <a:gd name="T24" fmla="*/ 33 w 49"/>
                <a:gd name="T25" fmla="*/ 28 h 68"/>
                <a:gd name="T26" fmla="*/ 26 w 49"/>
                <a:gd name="T27" fmla="*/ 26 h 68"/>
                <a:gd name="T28" fmla="*/ 8 w 49"/>
                <a:gd name="T29" fmla="*/ 36 h 68"/>
                <a:gd name="T30" fmla="*/ 0 w 49"/>
                <a:gd name="T31" fmla="*/ 56 h 68"/>
                <a:gd name="T32" fmla="*/ 3 w 49"/>
                <a:gd name="T33" fmla="*/ 65 h 68"/>
                <a:gd name="T34" fmla="*/ 9 w 49"/>
                <a:gd name="T35" fmla="*/ 68 h 68"/>
                <a:gd name="T36" fmla="*/ 30 w 49"/>
                <a:gd name="T37" fmla="*/ 53 h 68"/>
                <a:gd name="T38" fmla="*/ 31 w 49"/>
                <a:gd name="T39" fmla="*/ 63 h 68"/>
                <a:gd name="T40" fmla="*/ 37 w 49"/>
                <a:gd name="T41" fmla="*/ 67 h 68"/>
                <a:gd name="T42" fmla="*/ 45 w 49"/>
                <a:gd name="T43" fmla="*/ 65 h 68"/>
                <a:gd name="T44" fmla="*/ 49 w 49"/>
                <a:gd name="T45" fmla="*/ 59 h 68"/>
                <a:gd name="T46" fmla="*/ 47 w 49"/>
                <a:gd name="T47" fmla="*/ 57 h 68"/>
                <a:gd name="T48" fmla="*/ 23 w 49"/>
                <a:gd name="T49" fmla="*/ 51 h 68"/>
                <a:gd name="T50" fmla="*/ 12 w 49"/>
                <a:gd name="T51" fmla="*/ 59 h 68"/>
                <a:gd name="T52" fmla="*/ 9 w 49"/>
                <a:gd name="T53" fmla="*/ 56 h 68"/>
                <a:gd name="T54" fmla="*/ 15 w 49"/>
                <a:gd name="T55" fmla="*/ 41 h 68"/>
                <a:gd name="T56" fmla="*/ 26 w 49"/>
                <a:gd name="T57" fmla="*/ 33 h 68"/>
                <a:gd name="T58" fmla="*/ 29 w 49"/>
                <a:gd name="T59" fmla="*/ 35 h 68"/>
                <a:gd name="T60" fmla="*/ 30 w 49"/>
                <a:gd name="T61" fmla="*/ 37 h 68"/>
                <a:gd name="T62" fmla="*/ 23 w 49"/>
                <a:gd name="T63" fmla="*/ 5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9" h="68">
                  <a:moveTo>
                    <a:pt x="47" y="57"/>
                  </a:moveTo>
                  <a:cubicBezTo>
                    <a:pt x="46" y="57"/>
                    <a:pt x="45" y="57"/>
                    <a:pt x="44" y="58"/>
                  </a:cubicBezTo>
                  <a:cubicBezTo>
                    <a:pt x="43" y="58"/>
                    <a:pt x="42" y="59"/>
                    <a:pt x="41" y="59"/>
                  </a:cubicBezTo>
                  <a:cubicBezTo>
                    <a:pt x="39" y="59"/>
                    <a:pt x="38" y="56"/>
                    <a:pt x="38" y="52"/>
                  </a:cubicBezTo>
                  <a:cubicBezTo>
                    <a:pt x="38" y="47"/>
                    <a:pt x="39" y="41"/>
                    <a:pt x="40" y="33"/>
                  </a:cubicBezTo>
                  <a:cubicBezTo>
                    <a:pt x="42" y="25"/>
                    <a:pt x="44" y="18"/>
                    <a:pt x="46" y="12"/>
                  </a:cubicBezTo>
                  <a:cubicBezTo>
                    <a:pt x="47" y="9"/>
                    <a:pt x="47" y="7"/>
                    <a:pt x="47" y="6"/>
                  </a:cubicBezTo>
                  <a:cubicBezTo>
                    <a:pt x="47" y="4"/>
                    <a:pt x="47" y="3"/>
                    <a:pt x="46" y="2"/>
                  </a:cubicBezTo>
                  <a:cubicBezTo>
                    <a:pt x="46" y="1"/>
                    <a:pt x="45" y="0"/>
                    <a:pt x="43" y="0"/>
                  </a:cubicBezTo>
                  <a:cubicBezTo>
                    <a:pt x="42" y="0"/>
                    <a:pt x="42" y="0"/>
                    <a:pt x="40" y="1"/>
                  </a:cubicBezTo>
                  <a:cubicBezTo>
                    <a:pt x="39" y="2"/>
                    <a:pt x="39" y="3"/>
                    <a:pt x="38" y="4"/>
                  </a:cubicBezTo>
                  <a:cubicBezTo>
                    <a:pt x="38" y="5"/>
                    <a:pt x="37" y="8"/>
                    <a:pt x="36" y="12"/>
                  </a:cubicBezTo>
                  <a:cubicBezTo>
                    <a:pt x="36" y="14"/>
                    <a:pt x="35" y="20"/>
                    <a:pt x="33" y="28"/>
                  </a:cubicBezTo>
                  <a:cubicBezTo>
                    <a:pt x="31" y="27"/>
                    <a:pt x="29" y="26"/>
                    <a:pt x="26" y="26"/>
                  </a:cubicBezTo>
                  <a:cubicBezTo>
                    <a:pt x="20" y="26"/>
                    <a:pt x="14" y="29"/>
                    <a:pt x="8" y="36"/>
                  </a:cubicBezTo>
                  <a:cubicBezTo>
                    <a:pt x="3" y="43"/>
                    <a:pt x="0" y="49"/>
                    <a:pt x="0" y="56"/>
                  </a:cubicBezTo>
                  <a:cubicBezTo>
                    <a:pt x="0" y="60"/>
                    <a:pt x="1" y="62"/>
                    <a:pt x="3" y="65"/>
                  </a:cubicBezTo>
                  <a:cubicBezTo>
                    <a:pt x="4" y="67"/>
                    <a:pt x="7" y="68"/>
                    <a:pt x="9" y="68"/>
                  </a:cubicBezTo>
                  <a:cubicBezTo>
                    <a:pt x="16" y="68"/>
                    <a:pt x="23" y="63"/>
                    <a:pt x="30" y="53"/>
                  </a:cubicBezTo>
                  <a:cubicBezTo>
                    <a:pt x="30" y="57"/>
                    <a:pt x="30" y="61"/>
                    <a:pt x="31" y="63"/>
                  </a:cubicBezTo>
                  <a:cubicBezTo>
                    <a:pt x="33" y="66"/>
                    <a:pt x="35" y="67"/>
                    <a:pt x="37" y="67"/>
                  </a:cubicBezTo>
                  <a:cubicBezTo>
                    <a:pt x="40" y="67"/>
                    <a:pt x="42" y="67"/>
                    <a:pt x="45" y="65"/>
                  </a:cubicBezTo>
                  <a:cubicBezTo>
                    <a:pt x="47" y="63"/>
                    <a:pt x="49" y="61"/>
                    <a:pt x="49" y="59"/>
                  </a:cubicBezTo>
                  <a:cubicBezTo>
                    <a:pt x="49" y="58"/>
                    <a:pt x="48" y="57"/>
                    <a:pt x="47" y="57"/>
                  </a:cubicBezTo>
                  <a:close/>
                  <a:moveTo>
                    <a:pt x="23" y="51"/>
                  </a:moveTo>
                  <a:cubicBezTo>
                    <a:pt x="19" y="56"/>
                    <a:pt x="15" y="59"/>
                    <a:pt x="12" y="59"/>
                  </a:cubicBezTo>
                  <a:cubicBezTo>
                    <a:pt x="10" y="59"/>
                    <a:pt x="9" y="58"/>
                    <a:pt x="9" y="56"/>
                  </a:cubicBezTo>
                  <a:cubicBezTo>
                    <a:pt x="9" y="51"/>
                    <a:pt x="11" y="46"/>
                    <a:pt x="15" y="41"/>
                  </a:cubicBezTo>
                  <a:cubicBezTo>
                    <a:pt x="18" y="36"/>
                    <a:pt x="22" y="33"/>
                    <a:pt x="26" y="33"/>
                  </a:cubicBezTo>
                  <a:cubicBezTo>
                    <a:pt x="27" y="33"/>
                    <a:pt x="28" y="34"/>
                    <a:pt x="29" y="35"/>
                  </a:cubicBezTo>
                  <a:cubicBezTo>
                    <a:pt x="30" y="35"/>
                    <a:pt x="30" y="36"/>
                    <a:pt x="30" y="37"/>
                  </a:cubicBezTo>
                  <a:cubicBezTo>
                    <a:pt x="30" y="41"/>
                    <a:pt x="28" y="45"/>
                    <a:pt x="23"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90"/>
            <p:cNvSpPr>
              <a:spLocks/>
            </p:cNvSpPr>
            <p:nvPr/>
          </p:nvSpPr>
          <p:spPr bwMode="auto">
            <a:xfrm>
              <a:off x="5284788" y="6165850"/>
              <a:ext cx="63500" cy="68263"/>
            </a:xfrm>
            <a:custGeom>
              <a:avLst/>
              <a:gdLst>
                <a:gd name="T0" fmla="*/ 39 w 40"/>
                <a:gd name="T1" fmla="*/ 38 h 43"/>
                <a:gd name="T2" fmla="*/ 36 w 40"/>
                <a:gd name="T3" fmla="*/ 26 h 43"/>
                <a:gd name="T4" fmla="*/ 38 w 40"/>
                <a:gd name="T5" fmla="*/ 10 h 43"/>
                <a:gd name="T6" fmla="*/ 39 w 40"/>
                <a:gd name="T7" fmla="*/ 7 h 43"/>
                <a:gd name="T8" fmla="*/ 34 w 40"/>
                <a:gd name="T9" fmla="*/ 3 h 43"/>
                <a:gd name="T10" fmla="*/ 31 w 40"/>
                <a:gd name="T11" fmla="*/ 5 h 43"/>
                <a:gd name="T12" fmla="*/ 27 w 40"/>
                <a:gd name="T13" fmla="*/ 13 h 43"/>
                <a:gd name="T14" fmla="*/ 20 w 40"/>
                <a:gd name="T15" fmla="*/ 27 h 43"/>
                <a:gd name="T16" fmla="*/ 11 w 40"/>
                <a:gd name="T17" fmla="*/ 34 h 43"/>
                <a:gd name="T18" fmla="*/ 8 w 40"/>
                <a:gd name="T19" fmla="*/ 28 h 43"/>
                <a:gd name="T20" fmla="*/ 10 w 40"/>
                <a:gd name="T21" fmla="*/ 21 h 43"/>
                <a:gd name="T22" fmla="*/ 12 w 40"/>
                <a:gd name="T23" fmla="*/ 12 h 43"/>
                <a:gd name="T24" fmla="*/ 14 w 40"/>
                <a:gd name="T25" fmla="*/ 4 h 43"/>
                <a:gd name="T26" fmla="*/ 13 w 40"/>
                <a:gd name="T27" fmla="*/ 1 h 43"/>
                <a:gd name="T28" fmla="*/ 9 w 40"/>
                <a:gd name="T29" fmla="*/ 0 h 43"/>
                <a:gd name="T30" fmla="*/ 4 w 40"/>
                <a:gd name="T31" fmla="*/ 3 h 43"/>
                <a:gd name="T32" fmla="*/ 2 w 40"/>
                <a:gd name="T33" fmla="*/ 15 h 43"/>
                <a:gd name="T34" fmla="*/ 0 w 40"/>
                <a:gd name="T35" fmla="*/ 29 h 43"/>
                <a:gd name="T36" fmla="*/ 3 w 40"/>
                <a:gd name="T37" fmla="*/ 39 h 43"/>
                <a:gd name="T38" fmla="*/ 9 w 40"/>
                <a:gd name="T39" fmla="*/ 42 h 43"/>
                <a:gd name="T40" fmla="*/ 19 w 40"/>
                <a:gd name="T41" fmla="*/ 38 h 43"/>
                <a:gd name="T42" fmla="*/ 28 w 40"/>
                <a:gd name="T43" fmla="*/ 27 h 43"/>
                <a:gd name="T44" fmla="*/ 30 w 40"/>
                <a:gd name="T45" fmla="*/ 39 h 43"/>
                <a:gd name="T46" fmla="*/ 34 w 40"/>
                <a:gd name="T47" fmla="*/ 43 h 43"/>
                <a:gd name="T48" fmla="*/ 38 w 40"/>
                <a:gd name="T49" fmla="*/ 42 h 43"/>
                <a:gd name="T50" fmla="*/ 40 w 40"/>
                <a:gd name="T51" fmla="*/ 39 h 43"/>
                <a:gd name="T52" fmla="*/ 39 w 40"/>
                <a:gd name="T53" fmla="*/ 3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0" h="43">
                  <a:moveTo>
                    <a:pt x="39" y="38"/>
                  </a:moveTo>
                  <a:cubicBezTo>
                    <a:pt x="37" y="36"/>
                    <a:pt x="36" y="32"/>
                    <a:pt x="36" y="26"/>
                  </a:cubicBezTo>
                  <a:cubicBezTo>
                    <a:pt x="36" y="20"/>
                    <a:pt x="36" y="14"/>
                    <a:pt x="38" y="10"/>
                  </a:cubicBezTo>
                  <a:cubicBezTo>
                    <a:pt x="38" y="8"/>
                    <a:pt x="39" y="8"/>
                    <a:pt x="39" y="7"/>
                  </a:cubicBezTo>
                  <a:cubicBezTo>
                    <a:pt x="39" y="4"/>
                    <a:pt x="37" y="3"/>
                    <a:pt x="34" y="3"/>
                  </a:cubicBezTo>
                  <a:cubicBezTo>
                    <a:pt x="33" y="3"/>
                    <a:pt x="31" y="3"/>
                    <a:pt x="31" y="5"/>
                  </a:cubicBezTo>
                  <a:cubicBezTo>
                    <a:pt x="30" y="6"/>
                    <a:pt x="29" y="9"/>
                    <a:pt x="27" y="13"/>
                  </a:cubicBezTo>
                  <a:cubicBezTo>
                    <a:pt x="26" y="18"/>
                    <a:pt x="24" y="23"/>
                    <a:pt x="20" y="27"/>
                  </a:cubicBezTo>
                  <a:cubicBezTo>
                    <a:pt x="16" y="31"/>
                    <a:pt x="13" y="34"/>
                    <a:pt x="11" y="34"/>
                  </a:cubicBezTo>
                  <a:cubicBezTo>
                    <a:pt x="9" y="34"/>
                    <a:pt x="8" y="32"/>
                    <a:pt x="8" y="28"/>
                  </a:cubicBezTo>
                  <a:cubicBezTo>
                    <a:pt x="8" y="27"/>
                    <a:pt x="9" y="25"/>
                    <a:pt x="10" y="21"/>
                  </a:cubicBezTo>
                  <a:cubicBezTo>
                    <a:pt x="11" y="17"/>
                    <a:pt x="11" y="14"/>
                    <a:pt x="12" y="12"/>
                  </a:cubicBezTo>
                  <a:cubicBezTo>
                    <a:pt x="14" y="9"/>
                    <a:pt x="14" y="6"/>
                    <a:pt x="14" y="4"/>
                  </a:cubicBezTo>
                  <a:cubicBezTo>
                    <a:pt x="14" y="3"/>
                    <a:pt x="14" y="2"/>
                    <a:pt x="13" y="1"/>
                  </a:cubicBezTo>
                  <a:cubicBezTo>
                    <a:pt x="12" y="0"/>
                    <a:pt x="11" y="0"/>
                    <a:pt x="9" y="0"/>
                  </a:cubicBezTo>
                  <a:cubicBezTo>
                    <a:pt x="7" y="0"/>
                    <a:pt x="5" y="1"/>
                    <a:pt x="4" y="3"/>
                  </a:cubicBezTo>
                  <a:cubicBezTo>
                    <a:pt x="4" y="6"/>
                    <a:pt x="4" y="10"/>
                    <a:pt x="2" y="15"/>
                  </a:cubicBezTo>
                  <a:cubicBezTo>
                    <a:pt x="1" y="21"/>
                    <a:pt x="0" y="26"/>
                    <a:pt x="0" y="29"/>
                  </a:cubicBezTo>
                  <a:cubicBezTo>
                    <a:pt x="0" y="34"/>
                    <a:pt x="1" y="37"/>
                    <a:pt x="3" y="39"/>
                  </a:cubicBezTo>
                  <a:cubicBezTo>
                    <a:pt x="5" y="41"/>
                    <a:pt x="7" y="42"/>
                    <a:pt x="9" y="42"/>
                  </a:cubicBezTo>
                  <a:cubicBezTo>
                    <a:pt x="12" y="42"/>
                    <a:pt x="16" y="41"/>
                    <a:pt x="19" y="38"/>
                  </a:cubicBezTo>
                  <a:cubicBezTo>
                    <a:pt x="22" y="35"/>
                    <a:pt x="25" y="32"/>
                    <a:pt x="28" y="27"/>
                  </a:cubicBezTo>
                  <a:cubicBezTo>
                    <a:pt x="28" y="32"/>
                    <a:pt x="28" y="36"/>
                    <a:pt x="30" y="39"/>
                  </a:cubicBezTo>
                  <a:cubicBezTo>
                    <a:pt x="31" y="42"/>
                    <a:pt x="32" y="43"/>
                    <a:pt x="34" y="43"/>
                  </a:cubicBezTo>
                  <a:cubicBezTo>
                    <a:pt x="36" y="43"/>
                    <a:pt x="37" y="43"/>
                    <a:pt x="38" y="42"/>
                  </a:cubicBezTo>
                  <a:cubicBezTo>
                    <a:pt x="40" y="41"/>
                    <a:pt x="40" y="40"/>
                    <a:pt x="40" y="39"/>
                  </a:cubicBezTo>
                  <a:cubicBezTo>
                    <a:pt x="40" y="39"/>
                    <a:pt x="40" y="38"/>
                    <a:pt x="39"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91"/>
            <p:cNvSpPr>
              <a:spLocks/>
            </p:cNvSpPr>
            <p:nvPr/>
          </p:nvSpPr>
          <p:spPr bwMode="auto">
            <a:xfrm>
              <a:off x="5360988" y="6161088"/>
              <a:ext cx="52388" cy="74613"/>
            </a:xfrm>
            <a:custGeom>
              <a:avLst/>
              <a:gdLst>
                <a:gd name="T0" fmla="*/ 32 w 34"/>
                <a:gd name="T1" fmla="*/ 32 h 47"/>
                <a:gd name="T2" fmla="*/ 27 w 34"/>
                <a:gd name="T3" fmla="*/ 34 h 47"/>
                <a:gd name="T4" fmla="*/ 15 w 34"/>
                <a:gd name="T5" fmla="*/ 38 h 47"/>
                <a:gd name="T6" fmla="*/ 9 w 34"/>
                <a:gd name="T7" fmla="*/ 33 h 47"/>
                <a:gd name="T8" fmla="*/ 14 w 34"/>
                <a:gd name="T9" fmla="*/ 18 h 47"/>
                <a:gd name="T10" fmla="*/ 22 w 34"/>
                <a:gd name="T11" fmla="*/ 9 h 47"/>
                <a:gd name="T12" fmla="*/ 24 w 34"/>
                <a:gd name="T13" fmla="*/ 13 h 47"/>
                <a:gd name="T14" fmla="*/ 28 w 34"/>
                <a:gd name="T15" fmla="*/ 18 h 47"/>
                <a:gd name="T16" fmla="*/ 31 w 34"/>
                <a:gd name="T17" fmla="*/ 17 h 47"/>
                <a:gd name="T18" fmla="*/ 32 w 34"/>
                <a:gd name="T19" fmla="*/ 12 h 47"/>
                <a:gd name="T20" fmla="*/ 30 w 34"/>
                <a:gd name="T21" fmla="*/ 4 h 47"/>
                <a:gd name="T22" fmla="*/ 23 w 34"/>
                <a:gd name="T23" fmla="*/ 0 h 47"/>
                <a:gd name="T24" fmla="*/ 8 w 34"/>
                <a:gd name="T25" fmla="*/ 12 h 47"/>
                <a:gd name="T26" fmla="*/ 0 w 34"/>
                <a:gd name="T27" fmla="*/ 33 h 47"/>
                <a:gd name="T28" fmla="*/ 3 w 34"/>
                <a:gd name="T29" fmla="*/ 43 h 47"/>
                <a:gd name="T30" fmla="*/ 13 w 34"/>
                <a:gd name="T31" fmla="*/ 47 h 47"/>
                <a:gd name="T32" fmla="*/ 27 w 34"/>
                <a:gd name="T33" fmla="*/ 42 h 47"/>
                <a:gd name="T34" fmla="*/ 34 w 34"/>
                <a:gd name="T35" fmla="*/ 34 h 47"/>
                <a:gd name="T36" fmla="*/ 32 w 34"/>
                <a:gd name="T37" fmla="*/ 3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 h="47">
                  <a:moveTo>
                    <a:pt x="32" y="32"/>
                  </a:moveTo>
                  <a:cubicBezTo>
                    <a:pt x="31" y="32"/>
                    <a:pt x="29" y="33"/>
                    <a:pt x="27" y="34"/>
                  </a:cubicBezTo>
                  <a:cubicBezTo>
                    <a:pt x="23" y="37"/>
                    <a:pt x="19" y="38"/>
                    <a:pt x="15" y="38"/>
                  </a:cubicBezTo>
                  <a:cubicBezTo>
                    <a:pt x="11" y="38"/>
                    <a:pt x="9" y="37"/>
                    <a:pt x="9" y="33"/>
                  </a:cubicBezTo>
                  <a:cubicBezTo>
                    <a:pt x="9" y="29"/>
                    <a:pt x="11" y="24"/>
                    <a:pt x="14" y="18"/>
                  </a:cubicBezTo>
                  <a:cubicBezTo>
                    <a:pt x="17" y="12"/>
                    <a:pt x="20" y="9"/>
                    <a:pt x="22" y="9"/>
                  </a:cubicBezTo>
                  <a:cubicBezTo>
                    <a:pt x="23" y="9"/>
                    <a:pt x="24" y="10"/>
                    <a:pt x="24" y="13"/>
                  </a:cubicBezTo>
                  <a:cubicBezTo>
                    <a:pt x="24" y="16"/>
                    <a:pt x="26" y="18"/>
                    <a:pt x="28" y="18"/>
                  </a:cubicBezTo>
                  <a:cubicBezTo>
                    <a:pt x="29" y="18"/>
                    <a:pt x="30" y="18"/>
                    <a:pt x="31" y="17"/>
                  </a:cubicBezTo>
                  <a:cubicBezTo>
                    <a:pt x="32" y="16"/>
                    <a:pt x="32" y="14"/>
                    <a:pt x="32" y="12"/>
                  </a:cubicBezTo>
                  <a:cubicBezTo>
                    <a:pt x="32" y="9"/>
                    <a:pt x="32" y="7"/>
                    <a:pt x="30" y="4"/>
                  </a:cubicBezTo>
                  <a:cubicBezTo>
                    <a:pt x="28" y="2"/>
                    <a:pt x="26" y="0"/>
                    <a:pt x="23" y="0"/>
                  </a:cubicBezTo>
                  <a:cubicBezTo>
                    <a:pt x="18" y="0"/>
                    <a:pt x="13" y="4"/>
                    <a:pt x="8" y="12"/>
                  </a:cubicBezTo>
                  <a:cubicBezTo>
                    <a:pt x="2" y="20"/>
                    <a:pt x="0" y="27"/>
                    <a:pt x="0" y="33"/>
                  </a:cubicBezTo>
                  <a:cubicBezTo>
                    <a:pt x="0" y="38"/>
                    <a:pt x="1" y="41"/>
                    <a:pt x="3" y="43"/>
                  </a:cubicBezTo>
                  <a:cubicBezTo>
                    <a:pt x="5" y="46"/>
                    <a:pt x="8" y="47"/>
                    <a:pt x="13" y="47"/>
                  </a:cubicBezTo>
                  <a:cubicBezTo>
                    <a:pt x="18" y="47"/>
                    <a:pt x="23" y="45"/>
                    <a:pt x="27" y="42"/>
                  </a:cubicBezTo>
                  <a:cubicBezTo>
                    <a:pt x="32" y="39"/>
                    <a:pt x="34" y="36"/>
                    <a:pt x="34" y="34"/>
                  </a:cubicBezTo>
                  <a:cubicBezTo>
                    <a:pt x="34" y="33"/>
                    <a:pt x="34" y="32"/>
                    <a:pt x="32"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92"/>
            <p:cNvSpPr>
              <a:spLocks noEditPoints="1"/>
            </p:cNvSpPr>
            <p:nvPr/>
          </p:nvSpPr>
          <p:spPr bwMode="auto">
            <a:xfrm>
              <a:off x="5422900" y="6162675"/>
              <a:ext cx="66675" cy="71438"/>
            </a:xfrm>
            <a:custGeom>
              <a:avLst/>
              <a:gdLst>
                <a:gd name="T0" fmla="*/ 40 w 42"/>
                <a:gd name="T1" fmla="*/ 38 h 45"/>
                <a:gd name="T2" fmla="*/ 38 w 42"/>
                <a:gd name="T3" fmla="*/ 37 h 45"/>
                <a:gd name="T4" fmla="*/ 37 w 42"/>
                <a:gd name="T5" fmla="*/ 34 h 45"/>
                <a:gd name="T6" fmla="*/ 37 w 42"/>
                <a:gd name="T7" fmla="*/ 27 h 45"/>
                <a:gd name="T8" fmla="*/ 38 w 42"/>
                <a:gd name="T9" fmla="*/ 14 h 45"/>
                <a:gd name="T10" fmla="*/ 39 w 42"/>
                <a:gd name="T11" fmla="*/ 8 h 45"/>
                <a:gd name="T12" fmla="*/ 35 w 42"/>
                <a:gd name="T13" fmla="*/ 5 h 45"/>
                <a:gd name="T14" fmla="*/ 28 w 42"/>
                <a:gd name="T15" fmla="*/ 0 h 45"/>
                <a:gd name="T16" fmla="*/ 9 w 42"/>
                <a:gd name="T17" fmla="*/ 12 h 45"/>
                <a:gd name="T18" fmla="*/ 0 w 42"/>
                <a:gd name="T19" fmla="*/ 34 h 45"/>
                <a:gd name="T20" fmla="*/ 3 w 42"/>
                <a:gd name="T21" fmla="*/ 41 h 45"/>
                <a:gd name="T22" fmla="*/ 9 w 42"/>
                <a:gd name="T23" fmla="*/ 44 h 45"/>
                <a:gd name="T24" fmla="*/ 29 w 42"/>
                <a:gd name="T25" fmla="*/ 30 h 45"/>
                <a:gd name="T26" fmla="*/ 36 w 42"/>
                <a:gd name="T27" fmla="*/ 45 h 45"/>
                <a:gd name="T28" fmla="*/ 40 w 42"/>
                <a:gd name="T29" fmla="*/ 44 h 45"/>
                <a:gd name="T30" fmla="*/ 42 w 42"/>
                <a:gd name="T31" fmla="*/ 41 h 45"/>
                <a:gd name="T32" fmla="*/ 40 w 42"/>
                <a:gd name="T33" fmla="*/ 38 h 45"/>
                <a:gd name="T34" fmla="*/ 23 w 42"/>
                <a:gd name="T35" fmla="*/ 27 h 45"/>
                <a:gd name="T36" fmla="*/ 11 w 42"/>
                <a:gd name="T37" fmla="*/ 36 h 45"/>
                <a:gd name="T38" fmla="*/ 10 w 42"/>
                <a:gd name="T39" fmla="*/ 32 h 45"/>
                <a:gd name="T40" fmla="*/ 16 w 42"/>
                <a:gd name="T41" fmla="*/ 17 h 45"/>
                <a:gd name="T42" fmla="*/ 26 w 42"/>
                <a:gd name="T43" fmla="*/ 9 h 45"/>
                <a:gd name="T44" fmla="*/ 28 w 42"/>
                <a:gd name="T45" fmla="*/ 10 h 45"/>
                <a:gd name="T46" fmla="*/ 29 w 42"/>
                <a:gd name="T47" fmla="*/ 13 h 45"/>
                <a:gd name="T48" fmla="*/ 23 w 42"/>
                <a:gd name="T49"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 h="45">
                  <a:moveTo>
                    <a:pt x="40" y="38"/>
                  </a:moveTo>
                  <a:cubicBezTo>
                    <a:pt x="39" y="38"/>
                    <a:pt x="39" y="38"/>
                    <a:pt x="38" y="37"/>
                  </a:cubicBezTo>
                  <a:cubicBezTo>
                    <a:pt x="38" y="37"/>
                    <a:pt x="38" y="36"/>
                    <a:pt x="37" y="34"/>
                  </a:cubicBezTo>
                  <a:cubicBezTo>
                    <a:pt x="37" y="33"/>
                    <a:pt x="37" y="31"/>
                    <a:pt x="37" y="27"/>
                  </a:cubicBezTo>
                  <a:cubicBezTo>
                    <a:pt x="37" y="24"/>
                    <a:pt x="37" y="20"/>
                    <a:pt x="38" y="14"/>
                  </a:cubicBezTo>
                  <a:cubicBezTo>
                    <a:pt x="39" y="12"/>
                    <a:pt x="39" y="10"/>
                    <a:pt x="39" y="8"/>
                  </a:cubicBezTo>
                  <a:cubicBezTo>
                    <a:pt x="39" y="6"/>
                    <a:pt x="38" y="5"/>
                    <a:pt x="35" y="5"/>
                  </a:cubicBezTo>
                  <a:cubicBezTo>
                    <a:pt x="34" y="2"/>
                    <a:pt x="31" y="0"/>
                    <a:pt x="28" y="0"/>
                  </a:cubicBezTo>
                  <a:cubicBezTo>
                    <a:pt x="22" y="0"/>
                    <a:pt x="16" y="4"/>
                    <a:pt x="9" y="12"/>
                  </a:cubicBezTo>
                  <a:cubicBezTo>
                    <a:pt x="3" y="20"/>
                    <a:pt x="0" y="27"/>
                    <a:pt x="0" y="34"/>
                  </a:cubicBezTo>
                  <a:cubicBezTo>
                    <a:pt x="0" y="37"/>
                    <a:pt x="1" y="39"/>
                    <a:pt x="3" y="41"/>
                  </a:cubicBezTo>
                  <a:cubicBezTo>
                    <a:pt x="4" y="43"/>
                    <a:pt x="6" y="44"/>
                    <a:pt x="9" y="44"/>
                  </a:cubicBezTo>
                  <a:cubicBezTo>
                    <a:pt x="15" y="44"/>
                    <a:pt x="22" y="39"/>
                    <a:pt x="29" y="30"/>
                  </a:cubicBezTo>
                  <a:cubicBezTo>
                    <a:pt x="28" y="40"/>
                    <a:pt x="31" y="45"/>
                    <a:pt x="36" y="45"/>
                  </a:cubicBezTo>
                  <a:cubicBezTo>
                    <a:pt x="37" y="45"/>
                    <a:pt x="38" y="45"/>
                    <a:pt x="40" y="44"/>
                  </a:cubicBezTo>
                  <a:cubicBezTo>
                    <a:pt x="41" y="43"/>
                    <a:pt x="42" y="42"/>
                    <a:pt x="42" y="41"/>
                  </a:cubicBezTo>
                  <a:cubicBezTo>
                    <a:pt x="42" y="40"/>
                    <a:pt x="41" y="39"/>
                    <a:pt x="40" y="38"/>
                  </a:cubicBezTo>
                  <a:close/>
                  <a:moveTo>
                    <a:pt x="23" y="27"/>
                  </a:moveTo>
                  <a:cubicBezTo>
                    <a:pt x="18" y="33"/>
                    <a:pt x="14" y="36"/>
                    <a:pt x="11" y="36"/>
                  </a:cubicBezTo>
                  <a:cubicBezTo>
                    <a:pt x="10" y="36"/>
                    <a:pt x="10" y="34"/>
                    <a:pt x="10" y="32"/>
                  </a:cubicBezTo>
                  <a:cubicBezTo>
                    <a:pt x="10" y="28"/>
                    <a:pt x="12" y="23"/>
                    <a:pt x="16" y="17"/>
                  </a:cubicBezTo>
                  <a:cubicBezTo>
                    <a:pt x="20" y="11"/>
                    <a:pt x="24" y="9"/>
                    <a:pt x="26" y="9"/>
                  </a:cubicBezTo>
                  <a:cubicBezTo>
                    <a:pt x="27" y="9"/>
                    <a:pt x="28" y="9"/>
                    <a:pt x="28" y="10"/>
                  </a:cubicBezTo>
                  <a:cubicBezTo>
                    <a:pt x="29" y="10"/>
                    <a:pt x="29" y="12"/>
                    <a:pt x="29" y="13"/>
                  </a:cubicBezTo>
                  <a:cubicBezTo>
                    <a:pt x="29" y="17"/>
                    <a:pt x="27" y="22"/>
                    <a:pt x="23"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93"/>
            <p:cNvSpPr>
              <a:spLocks/>
            </p:cNvSpPr>
            <p:nvPr/>
          </p:nvSpPr>
          <p:spPr bwMode="auto">
            <a:xfrm>
              <a:off x="5495925" y="6142038"/>
              <a:ext cx="60325" cy="92075"/>
            </a:xfrm>
            <a:custGeom>
              <a:avLst/>
              <a:gdLst>
                <a:gd name="T0" fmla="*/ 35 w 39"/>
                <a:gd name="T1" fmla="*/ 15 h 58"/>
                <a:gd name="T2" fmla="*/ 21 w 39"/>
                <a:gd name="T3" fmla="*/ 16 h 58"/>
                <a:gd name="T4" fmla="*/ 25 w 39"/>
                <a:gd name="T5" fmla="*/ 4 h 58"/>
                <a:gd name="T6" fmla="*/ 24 w 39"/>
                <a:gd name="T7" fmla="*/ 1 h 58"/>
                <a:gd name="T8" fmla="*/ 20 w 39"/>
                <a:gd name="T9" fmla="*/ 0 h 58"/>
                <a:gd name="T10" fmla="*/ 15 w 39"/>
                <a:gd name="T11" fmla="*/ 4 h 58"/>
                <a:gd name="T12" fmla="*/ 12 w 39"/>
                <a:gd name="T13" fmla="*/ 17 h 58"/>
                <a:gd name="T14" fmla="*/ 3 w 39"/>
                <a:gd name="T15" fmla="*/ 17 h 58"/>
                <a:gd name="T16" fmla="*/ 0 w 39"/>
                <a:gd name="T17" fmla="*/ 21 h 58"/>
                <a:gd name="T18" fmla="*/ 1 w 39"/>
                <a:gd name="T19" fmla="*/ 25 h 58"/>
                <a:gd name="T20" fmla="*/ 5 w 39"/>
                <a:gd name="T21" fmla="*/ 27 h 58"/>
                <a:gd name="T22" fmla="*/ 6 w 39"/>
                <a:gd name="T23" fmla="*/ 27 h 58"/>
                <a:gd name="T24" fmla="*/ 9 w 39"/>
                <a:gd name="T25" fmla="*/ 26 h 58"/>
                <a:gd name="T26" fmla="*/ 5 w 39"/>
                <a:gd name="T27" fmla="*/ 47 h 58"/>
                <a:gd name="T28" fmla="*/ 8 w 39"/>
                <a:gd name="T29" fmla="*/ 55 h 58"/>
                <a:gd name="T30" fmla="*/ 16 w 39"/>
                <a:gd name="T31" fmla="*/ 58 h 58"/>
                <a:gd name="T32" fmla="*/ 28 w 39"/>
                <a:gd name="T33" fmla="*/ 54 h 58"/>
                <a:gd name="T34" fmla="*/ 34 w 39"/>
                <a:gd name="T35" fmla="*/ 46 h 58"/>
                <a:gd name="T36" fmla="*/ 33 w 39"/>
                <a:gd name="T37" fmla="*/ 45 h 58"/>
                <a:gd name="T38" fmla="*/ 31 w 39"/>
                <a:gd name="T39" fmla="*/ 44 h 58"/>
                <a:gd name="T40" fmla="*/ 28 w 39"/>
                <a:gd name="T41" fmla="*/ 46 h 58"/>
                <a:gd name="T42" fmla="*/ 22 w 39"/>
                <a:gd name="T43" fmla="*/ 49 h 58"/>
                <a:gd name="T44" fmla="*/ 18 w 39"/>
                <a:gd name="T45" fmla="*/ 50 h 58"/>
                <a:gd name="T46" fmla="*/ 16 w 39"/>
                <a:gd name="T47" fmla="*/ 49 h 58"/>
                <a:gd name="T48" fmla="*/ 15 w 39"/>
                <a:gd name="T49" fmla="*/ 44 h 58"/>
                <a:gd name="T50" fmla="*/ 17 w 39"/>
                <a:gd name="T51" fmla="*/ 33 h 58"/>
                <a:gd name="T52" fmla="*/ 19 w 39"/>
                <a:gd name="T53" fmla="*/ 25 h 58"/>
                <a:gd name="T54" fmla="*/ 33 w 39"/>
                <a:gd name="T55" fmla="*/ 22 h 58"/>
                <a:gd name="T56" fmla="*/ 39 w 39"/>
                <a:gd name="T57" fmla="*/ 18 h 58"/>
                <a:gd name="T58" fmla="*/ 38 w 39"/>
                <a:gd name="T59" fmla="*/ 16 h 58"/>
                <a:gd name="T60" fmla="*/ 35 w 39"/>
                <a:gd name="T61" fmla="*/ 1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9" h="58">
                  <a:moveTo>
                    <a:pt x="35" y="15"/>
                  </a:moveTo>
                  <a:cubicBezTo>
                    <a:pt x="34" y="15"/>
                    <a:pt x="30" y="15"/>
                    <a:pt x="21" y="16"/>
                  </a:cubicBezTo>
                  <a:cubicBezTo>
                    <a:pt x="24" y="8"/>
                    <a:pt x="25" y="4"/>
                    <a:pt x="25" y="4"/>
                  </a:cubicBezTo>
                  <a:cubicBezTo>
                    <a:pt x="25" y="3"/>
                    <a:pt x="24" y="2"/>
                    <a:pt x="24" y="1"/>
                  </a:cubicBezTo>
                  <a:cubicBezTo>
                    <a:pt x="23" y="0"/>
                    <a:pt x="22" y="0"/>
                    <a:pt x="20" y="0"/>
                  </a:cubicBezTo>
                  <a:cubicBezTo>
                    <a:pt x="18" y="0"/>
                    <a:pt x="16" y="1"/>
                    <a:pt x="15" y="4"/>
                  </a:cubicBezTo>
                  <a:cubicBezTo>
                    <a:pt x="14" y="10"/>
                    <a:pt x="13" y="14"/>
                    <a:pt x="12" y="17"/>
                  </a:cubicBezTo>
                  <a:cubicBezTo>
                    <a:pt x="3" y="17"/>
                    <a:pt x="3" y="17"/>
                    <a:pt x="3" y="17"/>
                  </a:cubicBezTo>
                  <a:cubicBezTo>
                    <a:pt x="1" y="17"/>
                    <a:pt x="0" y="18"/>
                    <a:pt x="0" y="21"/>
                  </a:cubicBezTo>
                  <a:cubicBezTo>
                    <a:pt x="0" y="22"/>
                    <a:pt x="0" y="24"/>
                    <a:pt x="1" y="25"/>
                  </a:cubicBezTo>
                  <a:cubicBezTo>
                    <a:pt x="3" y="26"/>
                    <a:pt x="4" y="27"/>
                    <a:pt x="5" y="27"/>
                  </a:cubicBezTo>
                  <a:cubicBezTo>
                    <a:pt x="6" y="27"/>
                    <a:pt x="6" y="27"/>
                    <a:pt x="6" y="27"/>
                  </a:cubicBezTo>
                  <a:cubicBezTo>
                    <a:pt x="7" y="27"/>
                    <a:pt x="8" y="26"/>
                    <a:pt x="9" y="26"/>
                  </a:cubicBezTo>
                  <a:cubicBezTo>
                    <a:pt x="7" y="37"/>
                    <a:pt x="5" y="43"/>
                    <a:pt x="5" y="47"/>
                  </a:cubicBezTo>
                  <a:cubicBezTo>
                    <a:pt x="5" y="51"/>
                    <a:pt x="6" y="53"/>
                    <a:pt x="8" y="55"/>
                  </a:cubicBezTo>
                  <a:cubicBezTo>
                    <a:pt x="10" y="57"/>
                    <a:pt x="13" y="58"/>
                    <a:pt x="16" y="58"/>
                  </a:cubicBezTo>
                  <a:cubicBezTo>
                    <a:pt x="20" y="58"/>
                    <a:pt x="24" y="57"/>
                    <a:pt x="28" y="54"/>
                  </a:cubicBezTo>
                  <a:cubicBezTo>
                    <a:pt x="32" y="51"/>
                    <a:pt x="34" y="48"/>
                    <a:pt x="34" y="46"/>
                  </a:cubicBezTo>
                  <a:cubicBezTo>
                    <a:pt x="34" y="46"/>
                    <a:pt x="33" y="45"/>
                    <a:pt x="33" y="45"/>
                  </a:cubicBezTo>
                  <a:cubicBezTo>
                    <a:pt x="32" y="44"/>
                    <a:pt x="32" y="44"/>
                    <a:pt x="31" y="44"/>
                  </a:cubicBezTo>
                  <a:cubicBezTo>
                    <a:pt x="30" y="44"/>
                    <a:pt x="29" y="44"/>
                    <a:pt x="28" y="46"/>
                  </a:cubicBezTo>
                  <a:cubicBezTo>
                    <a:pt x="25" y="47"/>
                    <a:pt x="24" y="49"/>
                    <a:pt x="22" y="49"/>
                  </a:cubicBezTo>
                  <a:cubicBezTo>
                    <a:pt x="21" y="50"/>
                    <a:pt x="19" y="50"/>
                    <a:pt x="18" y="50"/>
                  </a:cubicBezTo>
                  <a:cubicBezTo>
                    <a:pt x="17" y="50"/>
                    <a:pt x="16" y="49"/>
                    <a:pt x="16" y="49"/>
                  </a:cubicBezTo>
                  <a:cubicBezTo>
                    <a:pt x="15" y="48"/>
                    <a:pt x="15" y="46"/>
                    <a:pt x="15" y="44"/>
                  </a:cubicBezTo>
                  <a:cubicBezTo>
                    <a:pt x="15" y="43"/>
                    <a:pt x="16" y="39"/>
                    <a:pt x="17" y="33"/>
                  </a:cubicBezTo>
                  <a:cubicBezTo>
                    <a:pt x="18" y="28"/>
                    <a:pt x="19" y="25"/>
                    <a:pt x="19" y="25"/>
                  </a:cubicBezTo>
                  <a:cubicBezTo>
                    <a:pt x="33" y="22"/>
                    <a:pt x="33" y="22"/>
                    <a:pt x="33" y="22"/>
                  </a:cubicBezTo>
                  <a:cubicBezTo>
                    <a:pt x="37" y="22"/>
                    <a:pt x="39" y="20"/>
                    <a:pt x="39" y="18"/>
                  </a:cubicBezTo>
                  <a:cubicBezTo>
                    <a:pt x="39" y="17"/>
                    <a:pt x="38" y="16"/>
                    <a:pt x="38" y="16"/>
                  </a:cubicBezTo>
                  <a:cubicBezTo>
                    <a:pt x="38" y="15"/>
                    <a:pt x="37" y="15"/>
                    <a:pt x="35"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94"/>
            <p:cNvSpPr>
              <a:spLocks/>
            </p:cNvSpPr>
            <p:nvPr/>
          </p:nvSpPr>
          <p:spPr bwMode="auto">
            <a:xfrm>
              <a:off x="5559425" y="6165850"/>
              <a:ext cx="22225" cy="69850"/>
            </a:xfrm>
            <a:custGeom>
              <a:avLst/>
              <a:gdLst>
                <a:gd name="T0" fmla="*/ 9 w 14"/>
                <a:gd name="T1" fmla="*/ 0 h 44"/>
                <a:gd name="T2" fmla="*/ 5 w 14"/>
                <a:gd name="T3" fmla="*/ 2 h 44"/>
                <a:gd name="T4" fmla="*/ 4 w 14"/>
                <a:gd name="T5" fmla="*/ 7 h 44"/>
                <a:gd name="T6" fmla="*/ 4 w 14"/>
                <a:gd name="T7" fmla="*/ 15 h 44"/>
                <a:gd name="T8" fmla="*/ 4 w 14"/>
                <a:gd name="T9" fmla="*/ 15 h 44"/>
                <a:gd name="T10" fmla="*/ 3 w 14"/>
                <a:gd name="T11" fmla="*/ 19 h 44"/>
                <a:gd name="T12" fmla="*/ 0 w 14"/>
                <a:gd name="T13" fmla="*/ 36 h 44"/>
                <a:gd name="T14" fmla="*/ 5 w 14"/>
                <a:gd name="T15" fmla="*/ 44 h 44"/>
                <a:gd name="T16" fmla="*/ 9 w 14"/>
                <a:gd name="T17" fmla="*/ 42 h 44"/>
                <a:gd name="T18" fmla="*/ 10 w 14"/>
                <a:gd name="T19" fmla="*/ 40 h 44"/>
                <a:gd name="T20" fmla="*/ 10 w 14"/>
                <a:gd name="T21" fmla="*/ 38 h 44"/>
                <a:gd name="T22" fmla="*/ 10 w 14"/>
                <a:gd name="T23" fmla="*/ 32 h 44"/>
                <a:gd name="T24" fmla="*/ 10 w 14"/>
                <a:gd name="T25" fmla="*/ 24 h 44"/>
                <a:gd name="T26" fmla="*/ 13 w 14"/>
                <a:gd name="T27" fmla="*/ 12 h 44"/>
                <a:gd name="T28" fmla="*/ 13 w 14"/>
                <a:gd name="T29" fmla="*/ 11 h 44"/>
                <a:gd name="T30" fmla="*/ 14 w 14"/>
                <a:gd name="T31" fmla="*/ 5 h 44"/>
                <a:gd name="T32" fmla="*/ 13 w 14"/>
                <a:gd name="T33" fmla="*/ 2 h 44"/>
                <a:gd name="T34" fmla="*/ 9 w 14"/>
                <a:gd name="T35"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44">
                  <a:moveTo>
                    <a:pt x="9" y="0"/>
                  </a:moveTo>
                  <a:cubicBezTo>
                    <a:pt x="7" y="0"/>
                    <a:pt x="6" y="1"/>
                    <a:pt x="5" y="2"/>
                  </a:cubicBezTo>
                  <a:cubicBezTo>
                    <a:pt x="4" y="4"/>
                    <a:pt x="4" y="5"/>
                    <a:pt x="4" y="7"/>
                  </a:cubicBezTo>
                  <a:cubicBezTo>
                    <a:pt x="4" y="8"/>
                    <a:pt x="4" y="11"/>
                    <a:pt x="4" y="15"/>
                  </a:cubicBezTo>
                  <a:cubicBezTo>
                    <a:pt x="4" y="15"/>
                    <a:pt x="4" y="15"/>
                    <a:pt x="4" y="15"/>
                  </a:cubicBezTo>
                  <a:cubicBezTo>
                    <a:pt x="4" y="17"/>
                    <a:pt x="3" y="18"/>
                    <a:pt x="3" y="19"/>
                  </a:cubicBezTo>
                  <a:cubicBezTo>
                    <a:pt x="1" y="26"/>
                    <a:pt x="0" y="31"/>
                    <a:pt x="0" y="36"/>
                  </a:cubicBezTo>
                  <a:cubicBezTo>
                    <a:pt x="0" y="41"/>
                    <a:pt x="2" y="44"/>
                    <a:pt x="5" y="44"/>
                  </a:cubicBezTo>
                  <a:cubicBezTo>
                    <a:pt x="7" y="44"/>
                    <a:pt x="8" y="43"/>
                    <a:pt x="9" y="42"/>
                  </a:cubicBezTo>
                  <a:cubicBezTo>
                    <a:pt x="10" y="41"/>
                    <a:pt x="10" y="40"/>
                    <a:pt x="10" y="40"/>
                  </a:cubicBezTo>
                  <a:cubicBezTo>
                    <a:pt x="10" y="39"/>
                    <a:pt x="10" y="39"/>
                    <a:pt x="10" y="38"/>
                  </a:cubicBezTo>
                  <a:cubicBezTo>
                    <a:pt x="10" y="36"/>
                    <a:pt x="10" y="34"/>
                    <a:pt x="10" y="32"/>
                  </a:cubicBezTo>
                  <a:cubicBezTo>
                    <a:pt x="10" y="30"/>
                    <a:pt x="10" y="27"/>
                    <a:pt x="10" y="24"/>
                  </a:cubicBezTo>
                  <a:cubicBezTo>
                    <a:pt x="10" y="21"/>
                    <a:pt x="11" y="17"/>
                    <a:pt x="13" y="12"/>
                  </a:cubicBezTo>
                  <a:cubicBezTo>
                    <a:pt x="13" y="11"/>
                    <a:pt x="13" y="11"/>
                    <a:pt x="13" y="11"/>
                  </a:cubicBezTo>
                  <a:cubicBezTo>
                    <a:pt x="14" y="8"/>
                    <a:pt x="14" y="6"/>
                    <a:pt x="14" y="5"/>
                  </a:cubicBezTo>
                  <a:cubicBezTo>
                    <a:pt x="14" y="3"/>
                    <a:pt x="14" y="3"/>
                    <a:pt x="13" y="2"/>
                  </a:cubicBezTo>
                  <a:cubicBezTo>
                    <a:pt x="12" y="1"/>
                    <a:pt x="10"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95"/>
            <p:cNvSpPr>
              <a:spLocks/>
            </p:cNvSpPr>
            <p:nvPr/>
          </p:nvSpPr>
          <p:spPr bwMode="auto">
            <a:xfrm>
              <a:off x="5573713" y="6130925"/>
              <a:ext cx="19050" cy="19050"/>
            </a:xfrm>
            <a:custGeom>
              <a:avLst/>
              <a:gdLst>
                <a:gd name="T0" fmla="*/ 7 w 12"/>
                <a:gd name="T1" fmla="*/ 0 h 12"/>
                <a:gd name="T2" fmla="*/ 1 w 12"/>
                <a:gd name="T3" fmla="*/ 2 h 12"/>
                <a:gd name="T4" fmla="*/ 0 w 12"/>
                <a:gd name="T5" fmla="*/ 6 h 12"/>
                <a:gd name="T6" fmla="*/ 1 w 12"/>
                <a:gd name="T7" fmla="*/ 10 h 12"/>
                <a:gd name="T8" fmla="*/ 6 w 12"/>
                <a:gd name="T9" fmla="*/ 12 h 12"/>
                <a:gd name="T10" fmla="*/ 10 w 12"/>
                <a:gd name="T11" fmla="*/ 10 h 12"/>
                <a:gd name="T12" fmla="*/ 12 w 12"/>
                <a:gd name="T13" fmla="*/ 5 h 12"/>
                <a:gd name="T14" fmla="*/ 11 w 12"/>
                <a:gd name="T15" fmla="*/ 1 h 12"/>
                <a:gd name="T16" fmla="*/ 7 w 12"/>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2">
                  <a:moveTo>
                    <a:pt x="7" y="0"/>
                  </a:moveTo>
                  <a:cubicBezTo>
                    <a:pt x="4" y="0"/>
                    <a:pt x="3" y="0"/>
                    <a:pt x="1" y="2"/>
                  </a:cubicBezTo>
                  <a:cubicBezTo>
                    <a:pt x="0" y="3"/>
                    <a:pt x="0" y="4"/>
                    <a:pt x="0" y="6"/>
                  </a:cubicBezTo>
                  <a:cubicBezTo>
                    <a:pt x="0" y="8"/>
                    <a:pt x="0" y="9"/>
                    <a:pt x="1" y="10"/>
                  </a:cubicBezTo>
                  <a:cubicBezTo>
                    <a:pt x="3" y="11"/>
                    <a:pt x="4" y="12"/>
                    <a:pt x="6" y="12"/>
                  </a:cubicBezTo>
                  <a:cubicBezTo>
                    <a:pt x="7" y="12"/>
                    <a:pt x="8" y="11"/>
                    <a:pt x="10" y="10"/>
                  </a:cubicBezTo>
                  <a:cubicBezTo>
                    <a:pt x="12" y="9"/>
                    <a:pt x="12" y="7"/>
                    <a:pt x="12" y="5"/>
                  </a:cubicBezTo>
                  <a:cubicBezTo>
                    <a:pt x="12" y="4"/>
                    <a:pt x="12" y="2"/>
                    <a:pt x="11" y="1"/>
                  </a:cubicBezTo>
                  <a:cubicBezTo>
                    <a:pt x="10" y="0"/>
                    <a:pt x="8"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96"/>
            <p:cNvSpPr>
              <a:spLocks noEditPoints="1"/>
            </p:cNvSpPr>
            <p:nvPr/>
          </p:nvSpPr>
          <p:spPr bwMode="auto">
            <a:xfrm>
              <a:off x="5594350" y="6164263"/>
              <a:ext cx="61913" cy="69850"/>
            </a:xfrm>
            <a:custGeom>
              <a:avLst/>
              <a:gdLst>
                <a:gd name="T0" fmla="*/ 24 w 39"/>
                <a:gd name="T1" fmla="*/ 0 h 44"/>
                <a:gd name="T2" fmla="*/ 7 w 39"/>
                <a:gd name="T3" fmla="*/ 10 h 44"/>
                <a:gd name="T4" fmla="*/ 0 w 39"/>
                <a:gd name="T5" fmla="*/ 30 h 44"/>
                <a:gd name="T6" fmla="*/ 4 w 39"/>
                <a:gd name="T7" fmla="*/ 40 h 44"/>
                <a:gd name="T8" fmla="*/ 13 w 39"/>
                <a:gd name="T9" fmla="*/ 44 h 44"/>
                <a:gd name="T10" fmla="*/ 28 w 39"/>
                <a:gd name="T11" fmla="*/ 38 h 44"/>
                <a:gd name="T12" fmla="*/ 38 w 39"/>
                <a:gd name="T13" fmla="*/ 23 h 44"/>
                <a:gd name="T14" fmla="*/ 38 w 39"/>
                <a:gd name="T15" fmla="*/ 23 h 44"/>
                <a:gd name="T16" fmla="*/ 39 w 39"/>
                <a:gd name="T17" fmla="*/ 17 h 44"/>
                <a:gd name="T18" fmla="*/ 34 w 39"/>
                <a:gd name="T19" fmla="*/ 5 h 44"/>
                <a:gd name="T20" fmla="*/ 24 w 39"/>
                <a:gd name="T21" fmla="*/ 0 h 44"/>
                <a:gd name="T22" fmla="*/ 24 w 39"/>
                <a:gd name="T23" fmla="*/ 30 h 44"/>
                <a:gd name="T24" fmla="*/ 14 w 39"/>
                <a:gd name="T25" fmla="*/ 36 h 44"/>
                <a:gd name="T26" fmla="*/ 11 w 39"/>
                <a:gd name="T27" fmla="*/ 34 h 44"/>
                <a:gd name="T28" fmla="*/ 10 w 39"/>
                <a:gd name="T29" fmla="*/ 29 h 44"/>
                <a:gd name="T30" fmla="*/ 12 w 39"/>
                <a:gd name="T31" fmla="*/ 17 h 44"/>
                <a:gd name="T32" fmla="*/ 18 w 39"/>
                <a:gd name="T33" fmla="*/ 9 h 44"/>
                <a:gd name="T34" fmla="*/ 18 w 39"/>
                <a:gd name="T35" fmla="*/ 9 h 44"/>
                <a:gd name="T36" fmla="*/ 23 w 39"/>
                <a:gd name="T37" fmla="*/ 8 h 44"/>
                <a:gd name="T38" fmla="*/ 28 w 39"/>
                <a:gd name="T39" fmla="*/ 10 h 44"/>
                <a:gd name="T40" fmla="*/ 29 w 39"/>
                <a:gd name="T41" fmla="*/ 17 h 44"/>
                <a:gd name="T42" fmla="*/ 24 w 39"/>
                <a:gd name="T43" fmla="*/ 3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9" h="44">
                  <a:moveTo>
                    <a:pt x="24" y="0"/>
                  </a:moveTo>
                  <a:cubicBezTo>
                    <a:pt x="17" y="0"/>
                    <a:pt x="11" y="3"/>
                    <a:pt x="7" y="10"/>
                  </a:cubicBezTo>
                  <a:cubicBezTo>
                    <a:pt x="2" y="16"/>
                    <a:pt x="0" y="23"/>
                    <a:pt x="0" y="30"/>
                  </a:cubicBezTo>
                  <a:cubicBezTo>
                    <a:pt x="0" y="34"/>
                    <a:pt x="1" y="37"/>
                    <a:pt x="4" y="40"/>
                  </a:cubicBezTo>
                  <a:cubicBezTo>
                    <a:pt x="6" y="43"/>
                    <a:pt x="9" y="44"/>
                    <a:pt x="13" y="44"/>
                  </a:cubicBezTo>
                  <a:cubicBezTo>
                    <a:pt x="18" y="44"/>
                    <a:pt x="23" y="42"/>
                    <a:pt x="28" y="38"/>
                  </a:cubicBezTo>
                  <a:cubicBezTo>
                    <a:pt x="33" y="34"/>
                    <a:pt x="36" y="29"/>
                    <a:pt x="38" y="23"/>
                  </a:cubicBezTo>
                  <a:cubicBezTo>
                    <a:pt x="38" y="23"/>
                    <a:pt x="38" y="23"/>
                    <a:pt x="38" y="23"/>
                  </a:cubicBezTo>
                  <a:cubicBezTo>
                    <a:pt x="38" y="21"/>
                    <a:pt x="39" y="19"/>
                    <a:pt x="39" y="17"/>
                  </a:cubicBezTo>
                  <a:cubicBezTo>
                    <a:pt x="39" y="12"/>
                    <a:pt x="37" y="8"/>
                    <a:pt x="34" y="5"/>
                  </a:cubicBezTo>
                  <a:cubicBezTo>
                    <a:pt x="32" y="2"/>
                    <a:pt x="28" y="0"/>
                    <a:pt x="24" y="0"/>
                  </a:cubicBezTo>
                  <a:close/>
                  <a:moveTo>
                    <a:pt x="24" y="30"/>
                  </a:moveTo>
                  <a:cubicBezTo>
                    <a:pt x="21" y="34"/>
                    <a:pt x="17" y="36"/>
                    <a:pt x="14" y="36"/>
                  </a:cubicBezTo>
                  <a:cubicBezTo>
                    <a:pt x="13" y="36"/>
                    <a:pt x="12" y="36"/>
                    <a:pt x="11" y="34"/>
                  </a:cubicBezTo>
                  <a:cubicBezTo>
                    <a:pt x="10" y="33"/>
                    <a:pt x="10" y="31"/>
                    <a:pt x="10" y="29"/>
                  </a:cubicBezTo>
                  <a:cubicBezTo>
                    <a:pt x="10" y="25"/>
                    <a:pt x="10" y="21"/>
                    <a:pt x="12" y="17"/>
                  </a:cubicBezTo>
                  <a:cubicBezTo>
                    <a:pt x="14" y="14"/>
                    <a:pt x="16" y="13"/>
                    <a:pt x="18" y="9"/>
                  </a:cubicBezTo>
                  <a:cubicBezTo>
                    <a:pt x="18" y="9"/>
                    <a:pt x="18" y="9"/>
                    <a:pt x="18" y="9"/>
                  </a:cubicBezTo>
                  <a:cubicBezTo>
                    <a:pt x="19" y="9"/>
                    <a:pt x="21" y="8"/>
                    <a:pt x="23" y="8"/>
                  </a:cubicBezTo>
                  <a:cubicBezTo>
                    <a:pt x="25" y="8"/>
                    <a:pt x="26" y="9"/>
                    <a:pt x="28" y="10"/>
                  </a:cubicBezTo>
                  <a:cubicBezTo>
                    <a:pt x="29" y="12"/>
                    <a:pt x="29" y="15"/>
                    <a:pt x="29" y="17"/>
                  </a:cubicBezTo>
                  <a:cubicBezTo>
                    <a:pt x="29" y="22"/>
                    <a:pt x="28" y="27"/>
                    <a:pt x="24"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97"/>
            <p:cNvSpPr>
              <a:spLocks/>
            </p:cNvSpPr>
            <p:nvPr/>
          </p:nvSpPr>
          <p:spPr bwMode="auto">
            <a:xfrm>
              <a:off x="5665788" y="6167438"/>
              <a:ext cx="77788" cy="65088"/>
            </a:xfrm>
            <a:custGeom>
              <a:avLst/>
              <a:gdLst>
                <a:gd name="T0" fmla="*/ 48 w 50"/>
                <a:gd name="T1" fmla="*/ 30 h 41"/>
                <a:gd name="T2" fmla="*/ 46 w 50"/>
                <a:gd name="T3" fmla="*/ 31 h 41"/>
                <a:gd name="T4" fmla="*/ 44 w 50"/>
                <a:gd name="T5" fmla="*/ 31 h 41"/>
                <a:gd name="T6" fmla="*/ 40 w 50"/>
                <a:gd name="T7" fmla="*/ 16 h 41"/>
                <a:gd name="T8" fmla="*/ 29 w 50"/>
                <a:gd name="T9" fmla="*/ 2 h 41"/>
                <a:gd name="T10" fmla="*/ 10 w 50"/>
                <a:gd name="T11" fmla="*/ 22 h 41"/>
                <a:gd name="T12" fmla="*/ 13 w 50"/>
                <a:gd name="T13" fmla="*/ 7 h 41"/>
                <a:gd name="T14" fmla="*/ 11 w 50"/>
                <a:gd name="T15" fmla="*/ 1 h 41"/>
                <a:gd name="T16" fmla="*/ 8 w 50"/>
                <a:gd name="T17" fmla="*/ 0 h 41"/>
                <a:gd name="T18" fmla="*/ 4 w 50"/>
                <a:gd name="T19" fmla="*/ 2 h 41"/>
                <a:gd name="T20" fmla="*/ 3 w 50"/>
                <a:gd name="T21" fmla="*/ 6 h 41"/>
                <a:gd name="T22" fmla="*/ 1 w 50"/>
                <a:gd name="T23" fmla="*/ 27 h 41"/>
                <a:gd name="T24" fmla="*/ 0 w 50"/>
                <a:gd name="T25" fmla="*/ 35 h 41"/>
                <a:gd name="T26" fmla="*/ 6 w 50"/>
                <a:gd name="T27" fmla="*/ 41 h 41"/>
                <a:gd name="T28" fmla="*/ 8 w 50"/>
                <a:gd name="T29" fmla="*/ 40 h 41"/>
                <a:gd name="T30" fmla="*/ 9 w 50"/>
                <a:gd name="T31" fmla="*/ 38 h 41"/>
                <a:gd name="T32" fmla="*/ 18 w 50"/>
                <a:gd name="T33" fmla="*/ 22 h 41"/>
                <a:gd name="T34" fmla="*/ 28 w 50"/>
                <a:gd name="T35" fmla="*/ 12 h 41"/>
                <a:gd name="T36" fmla="*/ 32 w 50"/>
                <a:gd name="T37" fmla="*/ 22 h 41"/>
                <a:gd name="T38" fmla="*/ 34 w 50"/>
                <a:gd name="T39" fmla="*/ 35 h 41"/>
                <a:gd name="T40" fmla="*/ 34 w 50"/>
                <a:gd name="T41" fmla="*/ 35 h 41"/>
                <a:gd name="T42" fmla="*/ 41 w 50"/>
                <a:gd name="T43" fmla="*/ 39 h 41"/>
                <a:gd name="T44" fmla="*/ 47 w 50"/>
                <a:gd name="T45" fmla="*/ 37 h 41"/>
                <a:gd name="T46" fmla="*/ 50 w 50"/>
                <a:gd name="T47" fmla="*/ 32 h 41"/>
                <a:gd name="T48" fmla="*/ 48 w 50"/>
                <a:gd name="T49" fmla="*/ 3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0" h="41">
                  <a:moveTo>
                    <a:pt x="48" y="30"/>
                  </a:moveTo>
                  <a:cubicBezTo>
                    <a:pt x="47" y="30"/>
                    <a:pt x="47" y="30"/>
                    <a:pt x="46" y="31"/>
                  </a:cubicBezTo>
                  <a:cubicBezTo>
                    <a:pt x="45" y="31"/>
                    <a:pt x="44" y="31"/>
                    <a:pt x="44" y="31"/>
                  </a:cubicBezTo>
                  <a:cubicBezTo>
                    <a:pt x="42" y="31"/>
                    <a:pt x="41" y="26"/>
                    <a:pt x="40" y="16"/>
                  </a:cubicBezTo>
                  <a:cubicBezTo>
                    <a:pt x="39" y="7"/>
                    <a:pt x="35" y="2"/>
                    <a:pt x="29" y="2"/>
                  </a:cubicBezTo>
                  <a:cubicBezTo>
                    <a:pt x="22" y="2"/>
                    <a:pt x="16" y="9"/>
                    <a:pt x="10" y="22"/>
                  </a:cubicBezTo>
                  <a:cubicBezTo>
                    <a:pt x="12" y="15"/>
                    <a:pt x="13" y="10"/>
                    <a:pt x="13" y="7"/>
                  </a:cubicBezTo>
                  <a:cubicBezTo>
                    <a:pt x="13" y="4"/>
                    <a:pt x="12" y="2"/>
                    <a:pt x="11" y="1"/>
                  </a:cubicBezTo>
                  <a:cubicBezTo>
                    <a:pt x="11" y="1"/>
                    <a:pt x="9" y="0"/>
                    <a:pt x="8" y="0"/>
                  </a:cubicBezTo>
                  <a:cubicBezTo>
                    <a:pt x="7" y="0"/>
                    <a:pt x="5" y="1"/>
                    <a:pt x="4" y="2"/>
                  </a:cubicBezTo>
                  <a:cubicBezTo>
                    <a:pt x="3" y="4"/>
                    <a:pt x="3" y="5"/>
                    <a:pt x="3" y="6"/>
                  </a:cubicBezTo>
                  <a:cubicBezTo>
                    <a:pt x="3" y="14"/>
                    <a:pt x="2" y="21"/>
                    <a:pt x="1" y="27"/>
                  </a:cubicBezTo>
                  <a:cubicBezTo>
                    <a:pt x="0" y="31"/>
                    <a:pt x="0" y="34"/>
                    <a:pt x="0" y="35"/>
                  </a:cubicBezTo>
                  <a:cubicBezTo>
                    <a:pt x="0" y="39"/>
                    <a:pt x="2" y="41"/>
                    <a:pt x="6" y="41"/>
                  </a:cubicBezTo>
                  <a:cubicBezTo>
                    <a:pt x="7" y="41"/>
                    <a:pt x="7" y="41"/>
                    <a:pt x="8" y="40"/>
                  </a:cubicBezTo>
                  <a:cubicBezTo>
                    <a:pt x="9" y="39"/>
                    <a:pt x="9" y="38"/>
                    <a:pt x="9" y="38"/>
                  </a:cubicBezTo>
                  <a:cubicBezTo>
                    <a:pt x="10" y="34"/>
                    <a:pt x="13" y="29"/>
                    <a:pt x="18" y="22"/>
                  </a:cubicBezTo>
                  <a:cubicBezTo>
                    <a:pt x="23" y="15"/>
                    <a:pt x="26" y="12"/>
                    <a:pt x="28" y="12"/>
                  </a:cubicBezTo>
                  <a:cubicBezTo>
                    <a:pt x="30" y="12"/>
                    <a:pt x="31" y="15"/>
                    <a:pt x="32" y="22"/>
                  </a:cubicBezTo>
                  <a:cubicBezTo>
                    <a:pt x="32" y="28"/>
                    <a:pt x="33" y="31"/>
                    <a:pt x="34" y="35"/>
                  </a:cubicBezTo>
                  <a:cubicBezTo>
                    <a:pt x="34" y="35"/>
                    <a:pt x="34" y="35"/>
                    <a:pt x="34" y="35"/>
                  </a:cubicBezTo>
                  <a:cubicBezTo>
                    <a:pt x="36" y="39"/>
                    <a:pt x="38" y="39"/>
                    <a:pt x="41" y="39"/>
                  </a:cubicBezTo>
                  <a:cubicBezTo>
                    <a:pt x="43" y="39"/>
                    <a:pt x="46" y="38"/>
                    <a:pt x="47" y="37"/>
                  </a:cubicBezTo>
                  <a:cubicBezTo>
                    <a:pt x="49" y="35"/>
                    <a:pt x="50" y="34"/>
                    <a:pt x="50" y="32"/>
                  </a:cubicBezTo>
                  <a:cubicBezTo>
                    <a:pt x="50" y="31"/>
                    <a:pt x="49" y="30"/>
                    <a:pt x="48"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9" name="组合 98"/>
          <p:cNvGrpSpPr/>
          <p:nvPr/>
        </p:nvGrpSpPr>
        <p:grpSpPr>
          <a:xfrm>
            <a:off x="342900" y="2543175"/>
            <a:ext cx="1636713" cy="1744663"/>
            <a:chOff x="342900" y="2543175"/>
            <a:chExt cx="1636713" cy="1744663"/>
          </a:xfrm>
          <a:solidFill>
            <a:schemeClr val="tx1">
              <a:lumMod val="65000"/>
              <a:lumOff val="35000"/>
            </a:schemeClr>
          </a:solidFill>
        </p:grpSpPr>
        <p:sp>
          <p:nvSpPr>
            <p:cNvPr id="100" name="Freeform 98"/>
            <p:cNvSpPr>
              <a:spLocks/>
            </p:cNvSpPr>
            <p:nvPr/>
          </p:nvSpPr>
          <p:spPr bwMode="auto">
            <a:xfrm>
              <a:off x="800100" y="2543175"/>
              <a:ext cx="1179513" cy="1290638"/>
            </a:xfrm>
            <a:custGeom>
              <a:avLst/>
              <a:gdLst>
                <a:gd name="T0" fmla="*/ 339 w 750"/>
                <a:gd name="T1" fmla="*/ 0 h 822"/>
                <a:gd name="T2" fmla="*/ 0 w 750"/>
                <a:gd name="T3" fmla="*/ 180 h 822"/>
                <a:gd name="T4" fmla="*/ 22 w 750"/>
                <a:gd name="T5" fmla="*/ 219 h 822"/>
                <a:gd name="T6" fmla="*/ 339 w 750"/>
                <a:gd name="T7" fmla="*/ 40 h 822"/>
                <a:gd name="T8" fmla="*/ 710 w 750"/>
                <a:gd name="T9" fmla="*/ 411 h 822"/>
                <a:gd name="T10" fmla="*/ 670 w 750"/>
                <a:gd name="T11" fmla="*/ 578 h 822"/>
                <a:gd name="T12" fmla="*/ 135 w 750"/>
                <a:gd name="T13" fmla="*/ 578 h 822"/>
                <a:gd name="T14" fmla="*/ 137 w 750"/>
                <a:gd name="T15" fmla="*/ 624 h 822"/>
                <a:gd name="T16" fmla="*/ 169 w 750"/>
                <a:gd name="T17" fmla="*/ 642 h 822"/>
                <a:gd name="T18" fmla="*/ 175 w 750"/>
                <a:gd name="T19" fmla="*/ 659 h 822"/>
                <a:gd name="T20" fmla="*/ 139 w 750"/>
                <a:gd name="T21" fmla="*/ 706 h 822"/>
                <a:gd name="T22" fmla="*/ 135 w 750"/>
                <a:gd name="T23" fmla="*/ 708 h 822"/>
                <a:gd name="T24" fmla="*/ 135 w 750"/>
                <a:gd name="T25" fmla="*/ 719 h 822"/>
                <a:gd name="T26" fmla="*/ 116 w 750"/>
                <a:gd name="T27" fmla="*/ 756 h 822"/>
                <a:gd name="T28" fmla="*/ 339 w 750"/>
                <a:gd name="T29" fmla="*/ 822 h 822"/>
                <a:gd name="T30" fmla="*/ 750 w 750"/>
                <a:gd name="T31" fmla="*/ 411 h 822"/>
                <a:gd name="T32" fmla="*/ 339 w 750"/>
                <a:gd name="T33" fmla="*/ 0 h 8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50" h="822">
                  <a:moveTo>
                    <a:pt x="339" y="0"/>
                  </a:moveTo>
                  <a:cubicBezTo>
                    <a:pt x="198" y="0"/>
                    <a:pt x="74" y="72"/>
                    <a:pt x="0" y="180"/>
                  </a:cubicBezTo>
                  <a:cubicBezTo>
                    <a:pt x="10" y="191"/>
                    <a:pt x="17" y="205"/>
                    <a:pt x="22" y="219"/>
                  </a:cubicBezTo>
                  <a:cubicBezTo>
                    <a:pt x="87" y="112"/>
                    <a:pt x="205" y="40"/>
                    <a:pt x="339" y="40"/>
                  </a:cubicBezTo>
                  <a:cubicBezTo>
                    <a:pt x="544" y="40"/>
                    <a:pt x="710" y="206"/>
                    <a:pt x="710" y="411"/>
                  </a:cubicBezTo>
                  <a:cubicBezTo>
                    <a:pt x="710" y="471"/>
                    <a:pt x="696" y="530"/>
                    <a:pt x="670" y="578"/>
                  </a:cubicBezTo>
                  <a:cubicBezTo>
                    <a:pt x="135" y="578"/>
                    <a:pt x="135" y="578"/>
                    <a:pt x="135" y="578"/>
                  </a:cubicBezTo>
                  <a:cubicBezTo>
                    <a:pt x="136" y="594"/>
                    <a:pt x="137" y="608"/>
                    <a:pt x="137" y="624"/>
                  </a:cubicBezTo>
                  <a:cubicBezTo>
                    <a:pt x="150" y="628"/>
                    <a:pt x="162" y="635"/>
                    <a:pt x="169" y="642"/>
                  </a:cubicBezTo>
                  <a:cubicBezTo>
                    <a:pt x="174" y="647"/>
                    <a:pt x="176" y="653"/>
                    <a:pt x="175" y="659"/>
                  </a:cubicBezTo>
                  <a:cubicBezTo>
                    <a:pt x="174" y="676"/>
                    <a:pt x="156" y="691"/>
                    <a:pt x="139" y="706"/>
                  </a:cubicBezTo>
                  <a:cubicBezTo>
                    <a:pt x="137" y="707"/>
                    <a:pt x="136" y="707"/>
                    <a:pt x="135" y="708"/>
                  </a:cubicBezTo>
                  <a:cubicBezTo>
                    <a:pt x="135" y="712"/>
                    <a:pt x="135" y="715"/>
                    <a:pt x="135" y="719"/>
                  </a:cubicBezTo>
                  <a:cubicBezTo>
                    <a:pt x="134" y="734"/>
                    <a:pt x="126" y="747"/>
                    <a:pt x="116" y="756"/>
                  </a:cubicBezTo>
                  <a:cubicBezTo>
                    <a:pt x="180" y="798"/>
                    <a:pt x="257" y="822"/>
                    <a:pt x="339" y="822"/>
                  </a:cubicBezTo>
                  <a:cubicBezTo>
                    <a:pt x="566" y="822"/>
                    <a:pt x="750" y="638"/>
                    <a:pt x="750" y="411"/>
                  </a:cubicBezTo>
                  <a:cubicBezTo>
                    <a:pt x="750" y="184"/>
                    <a:pt x="566" y="0"/>
                    <a:pt x="33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99"/>
            <p:cNvSpPr>
              <a:spLocks noEditPoints="1"/>
            </p:cNvSpPr>
            <p:nvPr/>
          </p:nvSpPr>
          <p:spPr bwMode="auto">
            <a:xfrm>
              <a:off x="1196975" y="2892425"/>
              <a:ext cx="274638" cy="150813"/>
            </a:xfrm>
            <a:custGeom>
              <a:avLst/>
              <a:gdLst>
                <a:gd name="T0" fmla="*/ 133 w 173"/>
                <a:gd name="T1" fmla="*/ 0 h 95"/>
                <a:gd name="T2" fmla="*/ 38 w 173"/>
                <a:gd name="T3" fmla="*/ 0 h 95"/>
                <a:gd name="T4" fmla="*/ 0 w 173"/>
                <a:gd name="T5" fmla="*/ 95 h 95"/>
                <a:gd name="T6" fmla="*/ 173 w 173"/>
                <a:gd name="T7" fmla="*/ 95 h 95"/>
                <a:gd name="T8" fmla="*/ 133 w 173"/>
                <a:gd name="T9" fmla="*/ 0 h 95"/>
                <a:gd name="T10" fmla="*/ 51 w 173"/>
                <a:gd name="T11" fmla="*/ 17 h 95"/>
                <a:gd name="T12" fmla="*/ 26 w 173"/>
                <a:gd name="T13" fmla="*/ 52 h 95"/>
                <a:gd name="T14" fmla="*/ 46 w 173"/>
                <a:gd name="T15" fmla="*/ 8 h 95"/>
                <a:gd name="T16" fmla="*/ 98 w 173"/>
                <a:gd name="T17" fmla="*/ 8 h 95"/>
                <a:gd name="T18" fmla="*/ 51 w 173"/>
                <a:gd name="T19" fmla="*/ 17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3" h="95">
                  <a:moveTo>
                    <a:pt x="133" y="0"/>
                  </a:moveTo>
                  <a:lnTo>
                    <a:pt x="38" y="0"/>
                  </a:lnTo>
                  <a:lnTo>
                    <a:pt x="0" y="95"/>
                  </a:lnTo>
                  <a:lnTo>
                    <a:pt x="173" y="95"/>
                  </a:lnTo>
                  <a:lnTo>
                    <a:pt x="133" y="0"/>
                  </a:lnTo>
                  <a:close/>
                  <a:moveTo>
                    <a:pt x="51" y="17"/>
                  </a:moveTo>
                  <a:lnTo>
                    <a:pt x="26" y="52"/>
                  </a:lnTo>
                  <a:lnTo>
                    <a:pt x="46" y="8"/>
                  </a:lnTo>
                  <a:lnTo>
                    <a:pt x="98" y="8"/>
                  </a:lnTo>
                  <a:lnTo>
                    <a:pt x="51"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100"/>
            <p:cNvSpPr>
              <a:spLocks noEditPoints="1"/>
            </p:cNvSpPr>
            <p:nvPr/>
          </p:nvSpPr>
          <p:spPr bwMode="auto">
            <a:xfrm>
              <a:off x="1044575" y="3073400"/>
              <a:ext cx="274638" cy="150813"/>
            </a:xfrm>
            <a:custGeom>
              <a:avLst/>
              <a:gdLst>
                <a:gd name="T0" fmla="*/ 134 w 173"/>
                <a:gd name="T1" fmla="*/ 0 h 95"/>
                <a:gd name="T2" fmla="*/ 39 w 173"/>
                <a:gd name="T3" fmla="*/ 0 h 95"/>
                <a:gd name="T4" fmla="*/ 0 w 173"/>
                <a:gd name="T5" fmla="*/ 95 h 95"/>
                <a:gd name="T6" fmla="*/ 173 w 173"/>
                <a:gd name="T7" fmla="*/ 95 h 95"/>
                <a:gd name="T8" fmla="*/ 134 w 173"/>
                <a:gd name="T9" fmla="*/ 0 h 95"/>
                <a:gd name="T10" fmla="*/ 51 w 173"/>
                <a:gd name="T11" fmla="*/ 18 h 95"/>
                <a:gd name="T12" fmla="*/ 27 w 173"/>
                <a:gd name="T13" fmla="*/ 53 h 95"/>
                <a:gd name="T14" fmla="*/ 46 w 173"/>
                <a:gd name="T15" fmla="*/ 8 h 95"/>
                <a:gd name="T16" fmla="*/ 98 w 173"/>
                <a:gd name="T17" fmla="*/ 8 h 95"/>
                <a:gd name="T18" fmla="*/ 51 w 173"/>
                <a:gd name="T19" fmla="*/ 1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3" h="95">
                  <a:moveTo>
                    <a:pt x="134" y="0"/>
                  </a:moveTo>
                  <a:lnTo>
                    <a:pt x="39" y="0"/>
                  </a:lnTo>
                  <a:lnTo>
                    <a:pt x="0" y="95"/>
                  </a:lnTo>
                  <a:lnTo>
                    <a:pt x="173" y="95"/>
                  </a:lnTo>
                  <a:lnTo>
                    <a:pt x="134" y="0"/>
                  </a:lnTo>
                  <a:close/>
                  <a:moveTo>
                    <a:pt x="51" y="18"/>
                  </a:moveTo>
                  <a:lnTo>
                    <a:pt x="27" y="53"/>
                  </a:lnTo>
                  <a:lnTo>
                    <a:pt x="46" y="8"/>
                  </a:lnTo>
                  <a:lnTo>
                    <a:pt x="98" y="8"/>
                  </a:lnTo>
                  <a:lnTo>
                    <a:pt x="51"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101"/>
            <p:cNvSpPr>
              <a:spLocks noEditPoints="1"/>
            </p:cNvSpPr>
            <p:nvPr/>
          </p:nvSpPr>
          <p:spPr bwMode="auto">
            <a:xfrm>
              <a:off x="1347788" y="3073400"/>
              <a:ext cx="276225" cy="150813"/>
            </a:xfrm>
            <a:custGeom>
              <a:avLst/>
              <a:gdLst>
                <a:gd name="T0" fmla="*/ 39 w 174"/>
                <a:gd name="T1" fmla="*/ 0 h 95"/>
                <a:gd name="T2" fmla="*/ 0 w 174"/>
                <a:gd name="T3" fmla="*/ 95 h 95"/>
                <a:gd name="T4" fmla="*/ 174 w 174"/>
                <a:gd name="T5" fmla="*/ 95 h 95"/>
                <a:gd name="T6" fmla="*/ 134 w 174"/>
                <a:gd name="T7" fmla="*/ 0 h 95"/>
                <a:gd name="T8" fmla="*/ 39 w 174"/>
                <a:gd name="T9" fmla="*/ 0 h 95"/>
                <a:gd name="T10" fmla="*/ 51 w 174"/>
                <a:gd name="T11" fmla="*/ 18 h 95"/>
                <a:gd name="T12" fmla="*/ 27 w 174"/>
                <a:gd name="T13" fmla="*/ 53 h 95"/>
                <a:gd name="T14" fmla="*/ 46 w 174"/>
                <a:gd name="T15" fmla="*/ 8 h 95"/>
                <a:gd name="T16" fmla="*/ 98 w 174"/>
                <a:gd name="T17" fmla="*/ 8 h 95"/>
                <a:gd name="T18" fmla="*/ 51 w 174"/>
                <a:gd name="T19" fmla="*/ 1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4" h="95">
                  <a:moveTo>
                    <a:pt x="39" y="0"/>
                  </a:moveTo>
                  <a:lnTo>
                    <a:pt x="0" y="95"/>
                  </a:lnTo>
                  <a:lnTo>
                    <a:pt x="174" y="95"/>
                  </a:lnTo>
                  <a:lnTo>
                    <a:pt x="134" y="0"/>
                  </a:lnTo>
                  <a:lnTo>
                    <a:pt x="39" y="0"/>
                  </a:lnTo>
                  <a:close/>
                  <a:moveTo>
                    <a:pt x="51" y="18"/>
                  </a:moveTo>
                  <a:lnTo>
                    <a:pt x="27" y="53"/>
                  </a:lnTo>
                  <a:lnTo>
                    <a:pt x="46" y="8"/>
                  </a:lnTo>
                  <a:lnTo>
                    <a:pt x="98" y="8"/>
                  </a:lnTo>
                  <a:lnTo>
                    <a:pt x="51"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102"/>
            <p:cNvSpPr>
              <a:spLocks/>
            </p:cNvSpPr>
            <p:nvPr/>
          </p:nvSpPr>
          <p:spPr bwMode="auto">
            <a:xfrm>
              <a:off x="982663" y="3275013"/>
              <a:ext cx="192088" cy="150813"/>
            </a:xfrm>
            <a:custGeom>
              <a:avLst/>
              <a:gdLst>
                <a:gd name="T0" fmla="*/ 82 w 122"/>
                <a:gd name="T1" fmla="*/ 0 h 96"/>
                <a:gd name="T2" fmla="*/ 0 w 122"/>
                <a:gd name="T3" fmla="*/ 0 h 96"/>
                <a:gd name="T4" fmla="*/ 3 w 122"/>
                <a:gd name="T5" fmla="*/ 8 h 96"/>
                <a:gd name="T6" fmla="*/ 45 w 122"/>
                <a:gd name="T7" fmla="*/ 8 h 96"/>
                <a:gd name="T8" fmla="*/ 5 w 122"/>
                <a:gd name="T9" fmla="*/ 17 h 96"/>
                <a:gd name="T10" fmla="*/ 18 w 122"/>
                <a:gd name="T11" fmla="*/ 96 h 96"/>
                <a:gd name="T12" fmla="*/ 122 w 122"/>
                <a:gd name="T13" fmla="*/ 96 h 96"/>
                <a:gd name="T14" fmla="*/ 82 w 122"/>
                <a:gd name="T15" fmla="*/ 0 h 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96">
                  <a:moveTo>
                    <a:pt x="82" y="0"/>
                  </a:moveTo>
                  <a:cubicBezTo>
                    <a:pt x="0" y="0"/>
                    <a:pt x="0" y="0"/>
                    <a:pt x="0" y="0"/>
                  </a:cubicBezTo>
                  <a:cubicBezTo>
                    <a:pt x="1" y="0"/>
                    <a:pt x="2" y="4"/>
                    <a:pt x="3" y="8"/>
                  </a:cubicBezTo>
                  <a:cubicBezTo>
                    <a:pt x="45" y="8"/>
                    <a:pt x="45" y="8"/>
                    <a:pt x="45" y="8"/>
                  </a:cubicBezTo>
                  <a:cubicBezTo>
                    <a:pt x="5" y="17"/>
                    <a:pt x="5" y="17"/>
                    <a:pt x="5" y="17"/>
                  </a:cubicBezTo>
                  <a:cubicBezTo>
                    <a:pt x="11" y="40"/>
                    <a:pt x="15" y="64"/>
                    <a:pt x="18" y="96"/>
                  </a:cubicBezTo>
                  <a:cubicBezTo>
                    <a:pt x="122" y="96"/>
                    <a:pt x="122" y="96"/>
                    <a:pt x="122" y="96"/>
                  </a:cubicBezTo>
                  <a:lnTo>
                    <a:pt x="8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103"/>
            <p:cNvSpPr>
              <a:spLocks noEditPoints="1"/>
            </p:cNvSpPr>
            <p:nvPr/>
          </p:nvSpPr>
          <p:spPr bwMode="auto">
            <a:xfrm>
              <a:off x="1196975" y="3275013"/>
              <a:ext cx="274638" cy="150813"/>
            </a:xfrm>
            <a:custGeom>
              <a:avLst/>
              <a:gdLst>
                <a:gd name="T0" fmla="*/ 38 w 173"/>
                <a:gd name="T1" fmla="*/ 0 h 95"/>
                <a:gd name="T2" fmla="*/ 0 w 173"/>
                <a:gd name="T3" fmla="*/ 95 h 95"/>
                <a:gd name="T4" fmla="*/ 173 w 173"/>
                <a:gd name="T5" fmla="*/ 95 h 95"/>
                <a:gd name="T6" fmla="*/ 133 w 173"/>
                <a:gd name="T7" fmla="*/ 0 h 95"/>
                <a:gd name="T8" fmla="*/ 38 w 173"/>
                <a:gd name="T9" fmla="*/ 0 h 95"/>
                <a:gd name="T10" fmla="*/ 51 w 173"/>
                <a:gd name="T11" fmla="*/ 18 h 95"/>
                <a:gd name="T12" fmla="*/ 26 w 173"/>
                <a:gd name="T13" fmla="*/ 53 h 95"/>
                <a:gd name="T14" fmla="*/ 46 w 173"/>
                <a:gd name="T15" fmla="*/ 8 h 95"/>
                <a:gd name="T16" fmla="*/ 98 w 173"/>
                <a:gd name="T17" fmla="*/ 8 h 95"/>
                <a:gd name="T18" fmla="*/ 51 w 173"/>
                <a:gd name="T19" fmla="*/ 1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3" h="95">
                  <a:moveTo>
                    <a:pt x="38" y="0"/>
                  </a:moveTo>
                  <a:lnTo>
                    <a:pt x="0" y="95"/>
                  </a:lnTo>
                  <a:lnTo>
                    <a:pt x="173" y="95"/>
                  </a:lnTo>
                  <a:lnTo>
                    <a:pt x="133" y="0"/>
                  </a:lnTo>
                  <a:lnTo>
                    <a:pt x="38" y="0"/>
                  </a:lnTo>
                  <a:close/>
                  <a:moveTo>
                    <a:pt x="51" y="18"/>
                  </a:moveTo>
                  <a:lnTo>
                    <a:pt x="26" y="53"/>
                  </a:lnTo>
                  <a:lnTo>
                    <a:pt x="46" y="8"/>
                  </a:lnTo>
                  <a:lnTo>
                    <a:pt x="98" y="8"/>
                  </a:lnTo>
                  <a:lnTo>
                    <a:pt x="51"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104"/>
            <p:cNvSpPr>
              <a:spLocks noEditPoints="1"/>
            </p:cNvSpPr>
            <p:nvPr/>
          </p:nvSpPr>
          <p:spPr bwMode="auto">
            <a:xfrm>
              <a:off x="1493838" y="3275013"/>
              <a:ext cx="274638" cy="150813"/>
            </a:xfrm>
            <a:custGeom>
              <a:avLst/>
              <a:gdLst>
                <a:gd name="T0" fmla="*/ 39 w 173"/>
                <a:gd name="T1" fmla="*/ 0 h 95"/>
                <a:gd name="T2" fmla="*/ 0 w 173"/>
                <a:gd name="T3" fmla="*/ 95 h 95"/>
                <a:gd name="T4" fmla="*/ 173 w 173"/>
                <a:gd name="T5" fmla="*/ 95 h 95"/>
                <a:gd name="T6" fmla="*/ 133 w 173"/>
                <a:gd name="T7" fmla="*/ 0 h 95"/>
                <a:gd name="T8" fmla="*/ 39 w 173"/>
                <a:gd name="T9" fmla="*/ 0 h 95"/>
                <a:gd name="T10" fmla="*/ 51 w 173"/>
                <a:gd name="T11" fmla="*/ 18 h 95"/>
                <a:gd name="T12" fmla="*/ 26 w 173"/>
                <a:gd name="T13" fmla="*/ 53 h 95"/>
                <a:gd name="T14" fmla="*/ 46 w 173"/>
                <a:gd name="T15" fmla="*/ 8 h 95"/>
                <a:gd name="T16" fmla="*/ 98 w 173"/>
                <a:gd name="T17" fmla="*/ 8 h 95"/>
                <a:gd name="T18" fmla="*/ 51 w 173"/>
                <a:gd name="T19" fmla="*/ 1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3" h="95">
                  <a:moveTo>
                    <a:pt x="39" y="0"/>
                  </a:moveTo>
                  <a:lnTo>
                    <a:pt x="0" y="95"/>
                  </a:lnTo>
                  <a:lnTo>
                    <a:pt x="173" y="95"/>
                  </a:lnTo>
                  <a:lnTo>
                    <a:pt x="133" y="0"/>
                  </a:lnTo>
                  <a:lnTo>
                    <a:pt x="39" y="0"/>
                  </a:lnTo>
                  <a:close/>
                  <a:moveTo>
                    <a:pt x="51" y="18"/>
                  </a:moveTo>
                  <a:lnTo>
                    <a:pt x="26" y="53"/>
                  </a:lnTo>
                  <a:lnTo>
                    <a:pt x="46" y="8"/>
                  </a:lnTo>
                  <a:lnTo>
                    <a:pt x="98" y="8"/>
                  </a:lnTo>
                  <a:lnTo>
                    <a:pt x="51"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105"/>
            <p:cNvSpPr>
              <a:spLocks/>
            </p:cNvSpPr>
            <p:nvPr/>
          </p:nvSpPr>
          <p:spPr bwMode="auto">
            <a:xfrm>
              <a:off x="920750" y="2847975"/>
              <a:ext cx="214313" cy="214313"/>
            </a:xfrm>
            <a:custGeom>
              <a:avLst/>
              <a:gdLst>
                <a:gd name="T0" fmla="*/ 66 w 136"/>
                <a:gd name="T1" fmla="*/ 136 h 136"/>
                <a:gd name="T2" fmla="*/ 68 w 136"/>
                <a:gd name="T3" fmla="*/ 136 h 136"/>
                <a:gd name="T4" fmla="*/ 136 w 136"/>
                <a:gd name="T5" fmla="*/ 68 h 136"/>
                <a:gd name="T6" fmla="*/ 136 w 136"/>
                <a:gd name="T7" fmla="*/ 66 h 136"/>
                <a:gd name="T8" fmla="*/ 68 w 136"/>
                <a:gd name="T9" fmla="*/ 0 h 136"/>
                <a:gd name="T10" fmla="*/ 66 w 136"/>
                <a:gd name="T11" fmla="*/ 0 h 136"/>
                <a:gd name="T12" fmla="*/ 0 w 136"/>
                <a:gd name="T13" fmla="*/ 66 h 136"/>
                <a:gd name="T14" fmla="*/ 0 w 136"/>
                <a:gd name="T15" fmla="*/ 68 h 136"/>
                <a:gd name="T16" fmla="*/ 66 w 136"/>
                <a:gd name="T17" fmla="*/ 13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136">
                  <a:moveTo>
                    <a:pt x="66" y="136"/>
                  </a:moveTo>
                  <a:cubicBezTo>
                    <a:pt x="68" y="136"/>
                    <a:pt x="68" y="136"/>
                    <a:pt x="68" y="136"/>
                  </a:cubicBezTo>
                  <a:cubicBezTo>
                    <a:pt x="72" y="88"/>
                    <a:pt x="88" y="72"/>
                    <a:pt x="136" y="68"/>
                  </a:cubicBezTo>
                  <a:cubicBezTo>
                    <a:pt x="136" y="66"/>
                    <a:pt x="136" y="66"/>
                    <a:pt x="136" y="66"/>
                  </a:cubicBezTo>
                  <a:cubicBezTo>
                    <a:pt x="88" y="62"/>
                    <a:pt x="72" y="48"/>
                    <a:pt x="68" y="0"/>
                  </a:cubicBezTo>
                  <a:cubicBezTo>
                    <a:pt x="66" y="0"/>
                    <a:pt x="66" y="0"/>
                    <a:pt x="66" y="0"/>
                  </a:cubicBezTo>
                  <a:cubicBezTo>
                    <a:pt x="62" y="48"/>
                    <a:pt x="48" y="62"/>
                    <a:pt x="0" y="66"/>
                  </a:cubicBezTo>
                  <a:cubicBezTo>
                    <a:pt x="0" y="68"/>
                    <a:pt x="0" y="68"/>
                    <a:pt x="0" y="68"/>
                  </a:cubicBezTo>
                  <a:cubicBezTo>
                    <a:pt x="48" y="72"/>
                    <a:pt x="62" y="88"/>
                    <a:pt x="66" y="1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106"/>
            <p:cNvSpPr>
              <a:spLocks/>
            </p:cNvSpPr>
            <p:nvPr/>
          </p:nvSpPr>
          <p:spPr bwMode="auto">
            <a:xfrm>
              <a:off x="1644650" y="2967038"/>
              <a:ext cx="212725" cy="214313"/>
            </a:xfrm>
            <a:custGeom>
              <a:avLst/>
              <a:gdLst>
                <a:gd name="T0" fmla="*/ 69 w 136"/>
                <a:gd name="T1" fmla="*/ 136 h 136"/>
                <a:gd name="T2" fmla="*/ 71 w 136"/>
                <a:gd name="T3" fmla="*/ 136 h 136"/>
                <a:gd name="T4" fmla="*/ 136 w 136"/>
                <a:gd name="T5" fmla="*/ 71 h 136"/>
                <a:gd name="T6" fmla="*/ 136 w 136"/>
                <a:gd name="T7" fmla="*/ 69 h 136"/>
                <a:gd name="T8" fmla="*/ 71 w 136"/>
                <a:gd name="T9" fmla="*/ 0 h 136"/>
                <a:gd name="T10" fmla="*/ 69 w 136"/>
                <a:gd name="T11" fmla="*/ 0 h 136"/>
                <a:gd name="T12" fmla="*/ 0 w 136"/>
                <a:gd name="T13" fmla="*/ 69 h 136"/>
                <a:gd name="T14" fmla="*/ 0 w 136"/>
                <a:gd name="T15" fmla="*/ 71 h 136"/>
                <a:gd name="T16" fmla="*/ 69 w 136"/>
                <a:gd name="T17" fmla="*/ 13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136">
                  <a:moveTo>
                    <a:pt x="69" y="136"/>
                  </a:moveTo>
                  <a:cubicBezTo>
                    <a:pt x="71" y="136"/>
                    <a:pt x="71" y="136"/>
                    <a:pt x="71" y="136"/>
                  </a:cubicBezTo>
                  <a:cubicBezTo>
                    <a:pt x="75" y="88"/>
                    <a:pt x="88" y="75"/>
                    <a:pt x="136" y="71"/>
                  </a:cubicBezTo>
                  <a:cubicBezTo>
                    <a:pt x="136" y="69"/>
                    <a:pt x="136" y="69"/>
                    <a:pt x="136" y="69"/>
                  </a:cubicBezTo>
                  <a:cubicBezTo>
                    <a:pt x="88" y="65"/>
                    <a:pt x="75" y="52"/>
                    <a:pt x="71" y="0"/>
                  </a:cubicBezTo>
                  <a:cubicBezTo>
                    <a:pt x="69" y="0"/>
                    <a:pt x="69" y="0"/>
                    <a:pt x="69" y="0"/>
                  </a:cubicBezTo>
                  <a:cubicBezTo>
                    <a:pt x="65" y="52"/>
                    <a:pt x="52" y="65"/>
                    <a:pt x="0" y="69"/>
                  </a:cubicBezTo>
                  <a:cubicBezTo>
                    <a:pt x="0" y="71"/>
                    <a:pt x="0" y="71"/>
                    <a:pt x="0" y="71"/>
                  </a:cubicBezTo>
                  <a:cubicBezTo>
                    <a:pt x="52" y="75"/>
                    <a:pt x="65" y="88"/>
                    <a:pt x="69" y="1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107"/>
            <p:cNvSpPr>
              <a:spLocks/>
            </p:cNvSpPr>
            <p:nvPr/>
          </p:nvSpPr>
          <p:spPr bwMode="auto">
            <a:xfrm>
              <a:off x="1362075" y="2678113"/>
              <a:ext cx="212725" cy="214313"/>
            </a:xfrm>
            <a:custGeom>
              <a:avLst/>
              <a:gdLst>
                <a:gd name="T0" fmla="*/ 69 w 136"/>
                <a:gd name="T1" fmla="*/ 136 h 136"/>
                <a:gd name="T2" fmla="*/ 71 w 136"/>
                <a:gd name="T3" fmla="*/ 136 h 136"/>
                <a:gd name="T4" fmla="*/ 136 w 136"/>
                <a:gd name="T5" fmla="*/ 71 h 136"/>
                <a:gd name="T6" fmla="*/ 136 w 136"/>
                <a:gd name="T7" fmla="*/ 68 h 136"/>
                <a:gd name="T8" fmla="*/ 71 w 136"/>
                <a:gd name="T9" fmla="*/ 0 h 136"/>
                <a:gd name="T10" fmla="*/ 69 w 136"/>
                <a:gd name="T11" fmla="*/ 0 h 136"/>
                <a:gd name="T12" fmla="*/ 0 w 136"/>
                <a:gd name="T13" fmla="*/ 68 h 136"/>
                <a:gd name="T14" fmla="*/ 0 w 136"/>
                <a:gd name="T15" fmla="*/ 71 h 136"/>
                <a:gd name="T16" fmla="*/ 69 w 136"/>
                <a:gd name="T17" fmla="*/ 13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136">
                  <a:moveTo>
                    <a:pt x="69" y="136"/>
                  </a:moveTo>
                  <a:cubicBezTo>
                    <a:pt x="71" y="136"/>
                    <a:pt x="71" y="136"/>
                    <a:pt x="71" y="136"/>
                  </a:cubicBezTo>
                  <a:cubicBezTo>
                    <a:pt x="75" y="88"/>
                    <a:pt x="88" y="75"/>
                    <a:pt x="136" y="71"/>
                  </a:cubicBezTo>
                  <a:cubicBezTo>
                    <a:pt x="136" y="68"/>
                    <a:pt x="136" y="68"/>
                    <a:pt x="136" y="68"/>
                  </a:cubicBezTo>
                  <a:cubicBezTo>
                    <a:pt x="88" y="64"/>
                    <a:pt x="75" y="48"/>
                    <a:pt x="71" y="0"/>
                  </a:cubicBezTo>
                  <a:cubicBezTo>
                    <a:pt x="69" y="0"/>
                    <a:pt x="69" y="0"/>
                    <a:pt x="69" y="0"/>
                  </a:cubicBezTo>
                  <a:cubicBezTo>
                    <a:pt x="65" y="48"/>
                    <a:pt x="52" y="64"/>
                    <a:pt x="0" y="68"/>
                  </a:cubicBezTo>
                  <a:cubicBezTo>
                    <a:pt x="0" y="71"/>
                    <a:pt x="0" y="71"/>
                    <a:pt x="0" y="71"/>
                  </a:cubicBezTo>
                  <a:cubicBezTo>
                    <a:pt x="52" y="75"/>
                    <a:pt x="65" y="88"/>
                    <a:pt x="69" y="1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108"/>
            <p:cNvSpPr>
              <a:spLocks/>
            </p:cNvSpPr>
            <p:nvPr/>
          </p:nvSpPr>
          <p:spPr bwMode="auto">
            <a:xfrm>
              <a:off x="342900" y="3117850"/>
              <a:ext cx="652463" cy="1169988"/>
            </a:xfrm>
            <a:custGeom>
              <a:avLst/>
              <a:gdLst>
                <a:gd name="T0" fmla="*/ 190 w 415"/>
                <a:gd name="T1" fmla="*/ 693 h 745"/>
                <a:gd name="T2" fmla="*/ 200 w 415"/>
                <a:gd name="T3" fmla="*/ 682 h 745"/>
                <a:gd name="T4" fmla="*/ 200 w 415"/>
                <a:gd name="T5" fmla="*/ 667 h 745"/>
                <a:gd name="T6" fmla="*/ 200 w 415"/>
                <a:gd name="T7" fmla="*/ 522 h 745"/>
                <a:gd name="T8" fmla="*/ 200 w 415"/>
                <a:gd name="T9" fmla="*/ 354 h 745"/>
                <a:gd name="T10" fmla="*/ 200 w 415"/>
                <a:gd name="T11" fmla="*/ 336 h 745"/>
                <a:gd name="T12" fmla="*/ 216 w 415"/>
                <a:gd name="T13" fmla="*/ 336 h 745"/>
                <a:gd name="T14" fmla="*/ 216 w 415"/>
                <a:gd name="T15" fmla="*/ 354 h 745"/>
                <a:gd name="T16" fmla="*/ 216 w 415"/>
                <a:gd name="T17" fmla="*/ 491 h 745"/>
                <a:gd name="T18" fmla="*/ 277 w 415"/>
                <a:gd name="T19" fmla="*/ 433 h 745"/>
                <a:gd name="T20" fmla="*/ 296 w 415"/>
                <a:gd name="T21" fmla="*/ 418 h 745"/>
                <a:gd name="T22" fmla="*/ 316 w 415"/>
                <a:gd name="T23" fmla="*/ 403 h 745"/>
                <a:gd name="T24" fmla="*/ 316 w 415"/>
                <a:gd name="T25" fmla="*/ 344 h 745"/>
                <a:gd name="T26" fmla="*/ 316 w 415"/>
                <a:gd name="T27" fmla="*/ 341 h 745"/>
                <a:gd name="T28" fmla="*/ 301 w 415"/>
                <a:gd name="T29" fmla="*/ 330 h 745"/>
                <a:gd name="T30" fmla="*/ 254 w 415"/>
                <a:gd name="T31" fmla="*/ 282 h 745"/>
                <a:gd name="T32" fmla="*/ 258 w 415"/>
                <a:gd name="T33" fmla="*/ 268 h 745"/>
                <a:gd name="T34" fmla="*/ 279 w 415"/>
                <a:gd name="T35" fmla="*/ 260 h 745"/>
                <a:gd name="T36" fmla="*/ 316 w 415"/>
                <a:gd name="T37" fmla="*/ 267 h 745"/>
                <a:gd name="T38" fmla="*/ 316 w 415"/>
                <a:gd name="T39" fmla="*/ 228 h 745"/>
                <a:gd name="T40" fmla="*/ 316 w 415"/>
                <a:gd name="T41" fmla="*/ 95 h 745"/>
                <a:gd name="T42" fmla="*/ 342 w 415"/>
                <a:gd name="T43" fmla="*/ 348 h 745"/>
                <a:gd name="T44" fmla="*/ 372 w 415"/>
                <a:gd name="T45" fmla="*/ 382 h 745"/>
                <a:gd name="T46" fmla="*/ 374 w 415"/>
                <a:gd name="T47" fmla="*/ 382 h 745"/>
                <a:gd name="T48" fmla="*/ 406 w 415"/>
                <a:gd name="T49" fmla="*/ 352 h 745"/>
                <a:gd name="T50" fmla="*/ 343 w 415"/>
                <a:gd name="T51" fmla="*/ 24 h 745"/>
                <a:gd name="T52" fmla="*/ 287 w 415"/>
                <a:gd name="T53" fmla="*/ 0 h 745"/>
                <a:gd name="T54" fmla="*/ 285 w 415"/>
                <a:gd name="T55" fmla="*/ 0 h 745"/>
                <a:gd name="T56" fmla="*/ 131 w 415"/>
                <a:gd name="T57" fmla="*/ 0 h 745"/>
                <a:gd name="T58" fmla="*/ 129 w 415"/>
                <a:gd name="T59" fmla="*/ 0 h 745"/>
                <a:gd name="T60" fmla="*/ 81 w 415"/>
                <a:gd name="T61" fmla="*/ 17 h 745"/>
                <a:gd name="T62" fmla="*/ 73 w 415"/>
                <a:gd name="T63" fmla="*/ 24 h 745"/>
                <a:gd name="T64" fmla="*/ 10 w 415"/>
                <a:gd name="T65" fmla="*/ 352 h 745"/>
                <a:gd name="T66" fmla="*/ 42 w 415"/>
                <a:gd name="T67" fmla="*/ 382 h 745"/>
                <a:gd name="T68" fmla="*/ 44 w 415"/>
                <a:gd name="T69" fmla="*/ 382 h 745"/>
                <a:gd name="T70" fmla="*/ 74 w 415"/>
                <a:gd name="T71" fmla="*/ 348 h 745"/>
                <a:gd name="T72" fmla="*/ 80 w 415"/>
                <a:gd name="T73" fmla="*/ 165 h 745"/>
                <a:gd name="T74" fmla="*/ 100 w 415"/>
                <a:gd name="T75" fmla="*/ 95 h 745"/>
                <a:gd name="T76" fmla="*/ 100 w 415"/>
                <a:gd name="T77" fmla="*/ 228 h 745"/>
                <a:gd name="T78" fmla="*/ 100 w 415"/>
                <a:gd name="T79" fmla="*/ 304 h 745"/>
                <a:gd name="T80" fmla="*/ 100 w 415"/>
                <a:gd name="T81" fmla="*/ 344 h 745"/>
                <a:gd name="T82" fmla="*/ 100 w 415"/>
                <a:gd name="T83" fmla="*/ 696 h 745"/>
                <a:gd name="T84" fmla="*/ 149 w 415"/>
                <a:gd name="T85" fmla="*/ 745 h 745"/>
                <a:gd name="T86" fmla="*/ 187 w 415"/>
                <a:gd name="T87" fmla="*/ 728 h 745"/>
                <a:gd name="T88" fmla="*/ 190 w 415"/>
                <a:gd name="T89" fmla="*/ 693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15" h="745">
                  <a:moveTo>
                    <a:pt x="190" y="693"/>
                  </a:moveTo>
                  <a:cubicBezTo>
                    <a:pt x="200" y="682"/>
                    <a:pt x="200" y="682"/>
                    <a:pt x="200" y="682"/>
                  </a:cubicBezTo>
                  <a:cubicBezTo>
                    <a:pt x="200" y="667"/>
                    <a:pt x="200" y="667"/>
                    <a:pt x="200" y="667"/>
                  </a:cubicBezTo>
                  <a:cubicBezTo>
                    <a:pt x="192" y="629"/>
                    <a:pt x="184" y="559"/>
                    <a:pt x="200" y="522"/>
                  </a:cubicBezTo>
                  <a:cubicBezTo>
                    <a:pt x="200" y="354"/>
                    <a:pt x="200" y="354"/>
                    <a:pt x="200" y="354"/>
                  </a:cubicBezTo>
                  <a:cubicBezTo>
                    <a:pt x="200" y="336"/>
                    <a:pt x="200" y="336"/>
                    <a:pt x="200" y="336"/>
                  </a:cubicBezTo>
                  <a:cubicBezTo>
                    <a:pt x="216" y="336"/>
                    <a:pt x="216" y="336"/>
                    <a:pt x="216" y="336"/>
                  </a:cubicBezTo>
                  <a:cubicBezTo>
                    <a:pt x="216" y="354"/>
                    <a:pt x="216" y="354"/>
                    <a:pt x="216" y="354"/>
                  </a:cubicBezTo>
                  <a:cubicBezTo>
                    <a:pt x="216" y="491"/>
                    <a:pt x="216" y="491"/>
                    <a:pt x="216" y="491"/>
                  </a:cubicBezTo>
                  <a:cubicBezTo>
                    <a:pt x="236" y="467"/>
                    <a:pt x="257" y="449"/>
                    <a:pt x="277" y="433"/>
                  </a:cubicBezTo>
                  <a:cubicBezTo>
                    <a:pt x="283" y="428"/>
                    <a:pt x="290" y="423"/>
                    <a:pt x="296" y="418"/>
                  </a:cubicBezTo>
                  <a:cubicBezTo>
                    <a:pt x="303" y="412"/>
                    <a:pt x="308" y="407"/>
                    <a:pt x="316" y="403"/>
                  </a:cubicBezTo>
                  <a:cubicBezTo>
                    <a:pt x="316" y="344"/>
                    <a:pt x="316" y="344"/>
                    <a:pt x="316" y="344"/>
                  </a:cubicBezTo>
                  <a:cubicBezTo>
                    <a:pt x="316" y="341"/>
                    <a:pt x="316" y="341"/>
                    <a:pt x="316" y="341"/>
                  </a:cubicBezTo>
                  <a:cubicBezTo>
                    <a:pt x="312" y="337"/>
                    <a:pt x="306" y="333"/>
                    <a:pt x="301" y="330"/>
                  </a:cubicBezTo>
                  <a:cubicBezTo>
                    <a:pt x="273" y="310"/>
                    <a:pt x="256" y="297"/>
                    <a:pt x="254" y="282"/>
                  </a:cubicBezTo>
                  <a:cubicBezTo>
                    <a:pt x="254" y="277"/>
                    <a:pt x="255" y="272"/>
                    <a:pt x="258" y="268"/>
                  </a:cubicBezTo>
                  <a:cubicBezTo>
                    <a:pt x="263" y="263"/>
                    <a:pt x="270" y="260"/>
                    <a:pt x="279" y="260"/>
                  </a:cubicBezTo>
                  <a:cubicBezTo>
                    <a:pt x="289" y="260"/>
                    <a:pt x="304" y="264"/>
                    <a:pt x="316" y="267"/>
                  </a:cubicBezTo>
                  <a:cubicBezTo>
                    <a:pt x="316" y="228"/>
                    <a:pt x="316" y="228"/>
                    <a:pt x="316" y="228"/>
                  </a:cubicBezTo>
                  <a:cubicBezTo>
                    <a:pt x="316" y="95"/>
                    <a:pt x="316" y="95"/>
                    <a:pt x="316" y="95"/>
                  </a:cubicBezTo>
                  <a:cubicBezTo>
                    <a:pt x="336" y="133"/>
                    <a:pt x="350" y="208"/>
                    <a:pt x="342" y="348"/>
                  </a:cubicBezTo>
                  <a:cubicBezTo>
                    <a:pt x="341" y="366"/>
                    <a:pt x="354" y="381"/>
                    <a:pt x="372" y="382"/>
                  </a:cubicBezTo>
                  <a:cubicBezTo>
                    <a:pt x="372" y="382"/>
                    <a:pt x="373" y="382"/>
                    <a:pt x="374" y="382"/>
                  </a:cubicBezTo>
                  <a:cubicBezTo>
                    <a:pt x="390" y="382"/>
                    <a:pt x="405" y="369"/>
                    <a:pt x="406" y="352"/>
                  </a:cubicBezTo>
                  <a:cubicBezTo>
                    <a:pt x="415" y="183"/>
                    <a:pt x="394" y="73"/>
                    <a:pt x="343" y="24"/>
                  </a:cubicBezTo>
                  <a:cubicBezTo>
                    <a:pt x="320" y="3"/>
                    <a:pt x="298" y="0"/>
                    <a:pt x="287" y="0"/>
                  </a:cubicBezTo>
                  <a:cubicBezTo>
                    <a:pt x="286" y="0"/>
                    <a:pt x="286" y="0"/>
                    <a:pt x="285" y="0"/>
                  </a:cubicBezTo>
                  <a:cubicBezTo>
                    <a:pt x="131" y="0"/>
                    <a:pt x="131" y="0"/>
                    <a:pt x="131" y="0"/>
                  </a:cubicBezTo>
                  <a:cubicBezTo>
                    <a:pt x="130" y="0"/>
                    <a:pt x="129" y="0"/>
                    <a:pt x="129" y="0"/>
                  </a:cubicBezTo>
                  <a:cubicBezTo>
                    <a:pt x="119" y="0"/>
                    <a:pt x="101" y="2"/>
                    <a:pt x="81" y="17"/>
                  </a:cubicBezTo>
                  <a:cubicBezTo>
                    <a:pt x="79" y="19"/>
                    <a:pt x="76" y="22"/>
                    <a:pt x="73" y="24"/>
                  </a:cubicBezTo>
                  <a:cubicBezTo>
                    <a:pt x="22" y="73"/>
                    <a:pt x="0" y="183"/>
                    <a:pt x="10" y="352"/>
                  </a:cubicBezTo>
                  <a:cubicBezTo>
                    <a:pt x="11" y="369"/>
                    <a:pt x="25" y="382"/>
                    <a:pt x="42" y="382"/>
                  </a:cubicBezTo>
                  <a:cubicBezTo>
                    <a:pt x="43" y="382"/>
                    <a:pt x="43" y="382"/>
                    <a:pt x="44" y="382"/>
                  </a:cubicBezTo>
                  <a:cubicBezTo>
                    <a:pt x="62" y="381"/>
                    <a:pt x="75" y="366"/>
                    <a:pt x="74" y="348"/>
                  </a:cubicBezTo>
                  <a:cubicBezTo>
                    <a:pt x="69" y="267"/>
                    <a:pt x="73" y="208"/>
                    <a:pt x="80" y="165"/>
                  </a:cubicBezTo>
                  <a:cubicBezTo>
                    <a:pt x="85" y="134"/>
                    <a:pt x="92" y="111"/>
                    <a:pt x="100" y="95"/>
                  </a:cubicBezTo>
                  <a:cubicBezTo>
                    <a:pt x="100" y="228"/>
                    <a:pt x="100" y="228"/>
                    <a:pt x="100" y="228"/>
                  </a:cubicBezTo>
                  <a:cubicBezTo>
                    <a:pt x="100" y="304"/>
                    <a:pt x="100" y="304"/>
                    <a:pt x="100" y="304"/>
                  </a:cubicBezTo>
                  <a:cubicBezTo>
                    <a:pt x="100" y="344"/>
                    <a:pt x="100" y="344"/>
                    <a:pt x="100" y="344"/>
                  </a:cubicBezTo>
                  <a:cubicBezTo>
                    <a:pt x="100" y="696"/>
                    <a:pt x="100" y="696"/>
                    <a:pt x="100" y="696"/>
                  </a:cubicBezTo>
                  <a:cubicBezTo>
                    <a:pt x="100" y="723"/>
                    <a:pt x="122" y="745"/>
                    <a:pt x="149" y="745"/>
                  </a:cubicBezTo>
                  <a:cubicBezTo>
                    <a:pt x="164" y="745"/>
                    <a:pt x="178" y="738"/>
                    <a:pt x="187" y="728"/>
                  </a:cubicBezTo>
                  <a:cubicBezTo>
                    <a:pt x="181" y="717"/>
                    <a:pt x="182" y="703"/>
                    <a:pt x="190" y="6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109"/>
            <p:cNvSpPr>
              <a:spLocks/>
            </p:cNvSpPr>
            <p:nvPr/>
          </p:nvSpPr>
          <p:spPr bwMode="auto">
            <a:xfrm>
              <a:off x="714375" y="4252913"/>
              <a:ext cx="84138" cy="34925"/>
            </a:xfrm>
            <a:custGeom>
              <a:avLst/>
              <a:gdLst>
                <a:gd name="T0" fmla="*/ 1 w 54"/>
                <a:gd name="T1" fmla="*/ 11 h 23"/>
                <a:gd name="T2" fmla="*/ 0 w 54"/>
                <a:gd name="T3" fmla="*/ 12 h 23"/>
                <a:gd name="T4" fmla="*/ 31 w 54"/>
                <a:gd name="T5" fmla="*/ 23 h 23"/>
                <a:gd name="T6" fmla="*/ 54 w 54"/>
                <a:gd name="T7" fmla="*/ 17 h 23"/>
                <a:gd name="T8" fmla="*/ 10 w 54"/>
                <a:gd name="T9" fmla="*/ 0 h 23"/>
                <a:gd name="T10" fmla="*/ 1 w 54"/>
                <a:gd name="T11" fmla="*/ 11 h 23"/>
              </a:gdLst>
              <a:ahLst/>
              <a:cxnLst>
                <a:cxn ang="0">
                  <a:pos x="T0" y="T1"/>
                </a:cxn>
                <a:cxn ang="0">
                  <a:pos x="T2" y="T3"/>
                </a:cxn>
                <a:cxn ang="0">
                  <a:pos x="T4" y="T5"/>
                </a:cxn>
                <a:cxn ang="0">
                  <a:pos x="T6" y="T7"/>
                </a:cxn>
                <a:cxn ang="0">
                  <a:pos x="T8" y="T9"/>
                </a:cxn>
                <a:cxn ang="0">
                  <a:pos x="T10" y="T11"/>
                </a:cxn>
              </a:cxnLst>
              <a:rect l="0" t="0" r="r" b="b"/>
              <a:pathLst>
                <a:path w="54" h="23">
                  <a:moveTo>
                    <a:pt x="1" y="11"/>
                  </a:moveTo>
                  <a:cubicBezTo>
                    <a:pt x="1" y="11"/>
                    <a:pt x="0" y="12"/>
                    <a:pt x="0" y="12"/>
                  </a:cubicBezTo>
                  <a:cubicBezTo>
                    <a:pt x="8" y="19"/>
                    <a:pt x="19" y="23"/>
                    <a:pt x="31" y="23"/>
                  </a:cubicBezTo>
                  <a:cubicBezTo>
                    <a:pt x="39" y="23"/>
                    <a:pt x="47" y="21"/>
                    <a:pt x="54" y="17"/>
                  </a:cubicBezTo>
                  <a:cubicBezTo>
                    <a:pt x="36" y="12"/>
                    <a:pt x="21" y="6"/>
                    <a:pt x="10" y="0"/>
                  </a:cubicBezTo>
                  <a:lnTo>
                    <a:pt x="1"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Oval 110"/>
            <p:cNvSpPr>
              <a:spLocks noChangeArrowheads="1"/>
            </p:cNvSpPr>
            <p:nvPr/>
          </p:nvSpPr>
          <p:spPr bwMode="auto">
            <a:xfrm>
              <a:off x="528638" y="2797175"/>
              <a:ext cx="282575" cy="2825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111"/>
            <p:cNvSpPr>
              <a:spLocks noEditPoints="1"/>
            </p:cNvSpPr>
            <p:nvPr/>
          </p:nvSpPr>
          <p:spPr bwMode="auto">
            <a:xfrm>
              <a:off x="639763" y="3724275"/>
              <a:ext cx="595313" cy="557213"/>
            </a:xfrm>
            <a:custGeom>
              <a:avLst/>
              <a:gdLst>
                <a:gd name="T0" fmla="*/ 199 w 379"/>
                <a:gd name="T1" fmla="*/ 3 h 354"/>
                <a:gd name="T2" fmla="*/ 185 w 379"/>
                <a:gd name="T3" fmla="*/ 5 h 354"/>
                <a:gd name="T4" fmla="*/ 182 w 379"/>
                <a:gd name="T5" fmla="*/ 5 h 354"/>
                <a:gd name="T6" fmla="*/ 165 w 379"/>
                <a:gd name="T7" fmla="*/ 0 h 354"/>
                <a:gd name="T8" fmla="*/ 114 w 379"/>
                <a:gd name="T9" fmla="*/ 40 h 354"/>
                <a:gd name="T10" fmla="*/ 21 w 379"/>
                <a:gd name="T11" fmla="*/ 136 h 354"/>
                <a:gd name="T12" fmla="*/ 23 w 379"/>
                <a:gd name="T13" fmla="*/ 296 h 354"/>
                <a:gd name="T14" fmla="*/ 8 w 379"/>
                <a:gd name="T15" fmla="*/ 314 h 354"/>
                <a:gd name="T16" fmla="*/ 11 w 379"/>
                <a:gd name="T17" fmla="*/ 343 h 354"/>
                <a:gd name="T18" fmla="*/ 40 w 379"/>
                <a:gd name="T19" fmla="*/ 340 h 354"/>
                <a:gd name="T20" fmla="*/ 54 w 379"/>
                <a:gd name="T21" fmla="*/ 324 h 354"/>
                <a:gd name="T22" fmla="*/ 186 w 379"/>
                <a:gd name="T23" fmla="*/ 352 h 354"/>
                <a:gd name="T24" fmla="*/ 301 w 379"/>
                <a:gd name="T25" fmla="*/ 326 h 354"/>
                <a:gd name="T26" fmla="*/ 316 w 379"/>
                <a:gd name="T27" fmla="*/ 344 h 354"/>
                <a:gd name="T28" fmla="*/ 345 w 379"/>
                <a:gd name="T29" fmla="*/ 346 h 354"/>
                <a:gd name="T30" fmla="*/ 348 w 379"/>
                <a:gd name="T31" fmla="*/ 317 h 354"/>
                <a:gd name="T32" fmla="*/ 331 w 379"/>
                <a:gd name="T33" fmla="*/ 297 h 354"/>
                <a:gd name="T34" fmla="*/ 343 w 379"/>
                <a:gd name="T35" fmla="*/ 126 h 354"/>
                <a:gd name="T36" fmla="*/ 218 w 379"/>
                <a:gd name="T37" fmla="*/ 20 h 354"/>
                <a:gd name="T38" fmla="*/ 199 w 379"/>
                <a:gd name="T39" fmla="*/ 3 h 354"/>
                <a:gd name="T40" fmla="*/ 232 w 379"/>
                <a:gd name="T41" fmla="*/ 125 h 354"/>
                <a:gd name="T42" fmla="*/ 211 w 379"/>
                <a:gd name="T43" fmla="*/ 139 h 354"/>
                <a:gd name="T44" fmla="*/ 183 w 379"/>
                <a:gd name="T45" fmla="*/ 128 h 354"/>
                <a:gd name="T46" fmla="*/ 160 w 379"/>
                <a:gd name="T47" fmla="*/ 144 h 354"/>
                <a:gd name="T48" fmla="*/ 168 w 379"/>
                <a:gd name="T49" fmla="*/ 159 h 354"/>
                <a:gd name="T50" fmla="*/ 193 w 379"/>
                <a:gd name="T51" fmla="*/ 172 h 354"/>
                <a:gd name="T52" fmla="*/ 236 w 379"/>
                <a:gd name="T53" fmla="*/ 218 h 354"/>
                <a:gd name="T54" fmla="*/ 191 w 379"/>
                <a:gd name="T55" fmla="*/ 256 h 354"/>
                <a:gd name="T56" fmla="*/ 191 w 379"/>
                <a:gd name="T57" fmla="*/ 274 h 354"/>
                <a:gd name="T58" fmla="*/ 175 w 379"/>
                <a:gd name="T59" fmla="*/ 274 h 354"/>
                <a:gd name="T60" fmla="*/ 175 w 379"/>
                <a:gd name="T61" fmla="*/ 256 h 354"/>
                <a:gd name="T62" fmla="*/ 128 w 379"/>
                <a:gd name="T63" fmla="*/ 235 h 354"/>
                <a:gd name="T64" fmla="*/ 149 w 379"/>
                <a:gd name="T65" fmla="*/ 221 h 354"/>
                <a:gd name="T66" fmla="*/ 184 w 379"/>
                <a:gd name="T67" fmla="*/ 237 h 354"/>
                <a:gd name="T68" fmla="*/ 205 w 379"/>
                <a:gd name="T69" fmla="*/ 219 h 354"/>
                <a:gd name="T70" fmla="*/ 197 w 379"/>
                <a:gd name="T71" fmla="*/ 204 h 354"/>
                <a:gd name="T72" fmla="*/ 170 w 379"/>
                <a:gd name="T73" fmla="*/ 189 h 354"/>
                <a:gd name="T74" fmla="*/ 131 w 379"/>
                <a:gd name="T75" fmla="*/ 146 h 354"/>
                <a:gd name="T76" fmla="*/ 175 w 379"/>
                <a:gd name="T77" fmla="*/ 109 h 354"/>
                <a:gd name="T78" fmla="*/ 175 w 379"/>
                <a:gd name="T79" fmla="*/ 94 h 354"/>
                <a:gd name="T80" fmla="*/ 191 w 379"/>
                <a:gd name="T81" fmla="*/ 94 h 354"/>
                <a:gd name="T82" fmla="*/ 191 w 379"/>
                <a:gd name="T83" fmla="*/ 109 h 354"/>
                <a:gd name="T84" fmla="*/ 232 w 379"/>
                <a:gd name="T85" fmla="*/ 125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79" h="354">
                  <a:moveTo>
                    <a:pt x="199" y="3"/>
                  </a:moveTo>
                  <a:cubicBezTo>
                    <a:pt x="194" y="4"/>
                    <a:pt x="190" y="5"/>
                    <a:pt x="185" y="5"/>
                  </a:cubicBezTo>
                  <a:cubicBezTo>
                    <a:pt x="184" y="5"/>
                    <a:pt x="183" y="5"/>
                    <a:pt x="182" y="5"/>
                  </a:cubicBezTo>
                  <a:cubicBezTo>
                    <a:pt x="176" y="5"/>
                    <a:pt x="170" y="3"/>
                    <a:pt x="165" y="0"/>
                  </a:cubicBezTo>
                  <a:cubicBezTo>
                    <a:pt x="157" y="13"/>
                    <a:pt x="135" y="21"/>
                    <a:pt x="114" y="40"/>
                  </a:cubicBezTo>
                  <a:cubicBezTo>
                    <a:pt x="83" y="66"/>
                    <a:pt x="45" y="90"/>
                    <a:pt x="21" y="136"/>
                  </a:cubicBezTo>
                  <a:cubicBezTo>
                    <a:pt x="0" y="177"/>
                    <a:pt x="18" y="272"/>
                    <a:pt x="23" y="296"/>
                  </a:cubicBezTo>
                  <a:cubicBezTo>
                    <a:pt x="8" y="314"/>
                    <a:pt x="8" y="314"/>
                    <a:pt x="8" y="314"/>
                  </a:cubicBezTo>
                  <a:cubicBezTo>
                    <a:pt x="1" y="322"/>
                    <a:pt x="2" y="336"/>
                    <a:pt x="11" y="343"/>
                  </a:cubicBezTo>
                  <a:cubicBezTo>
                    <a:pt x="20" y="350"/>
                    <a:pt x="33" y="349"/>
                    <a:pt x="40" y="340"/>
                  </a:cubicBezTo>
                  <a:cubicBezTo>
                    <a:pt x="54" y="324"/>
                    <a:pt x="54" y="324"/>
                    <a:pt x="54" y="324"/>
                  </a:cubicBezTo>
                  <a:cubicBezTo>
                    <a:pt x="80" y="338"/>
                    <a:pt x="123" y="354"/>
                    <a:pt x="186" y="352"/>
                  </a:cubicBezTo>
                  <a:cubicBezTo>
                    <a:pt x="244" y="350"/>
                    <a:pt x="280" y="338"/>
                    <a:pt x="301" y="326"/>
                  </a:cubicBezTo>
                  <a:cubicBezTo>
                    <a:pt x="316" y="344"/>
                    <a:pt x="316" y="344"/>
                    <a:pt x="316" y="344"/>
                  </a:cubicBezTo>
                  <a:cubicBezTo>
                    <a:pt x="323" y="352"/>
                    <a:pt x="337" y="353"/>
                    <a:pt x="345" y="346"/>
                  </a:cubicBezTo>
                  <a:cubicBezTo>
                    <a:pt x="354" y="339"/>
                    <a:pt x="355" y="326"/>
                    <a:pt x="348" y="317"/>
                  </a:cubicBezTo>
                  <a:cubicBezTo>
                    <a:pt x="331" y="297"/>
                    <a:pt x="331" y="297"/>
                    <a:pt x="331" y="297"/>
                  </a:cubicBezTo>
                  <a:cubicBezTo>
                    <a:pt x="343" y="272"/>
                    <a:pt x="379" y="185"/>
                    <a:pt x="343" y="126"/>
                  </a:cubicBezTo>
                  <a:cubicBezTo>
                    <a:pt x="300" y="56"/>
                    <a:pt x="242" y="40"/>
                    <a:pt x="218" y="20"/>
                  </a:cubicBezTo>
                  <a:cubicBezTo>
                    <a:pt x="208" y="12"/>
                    <a:pt x="202" y="7"/>
                    <a:pt x="199" y="3"/>
                  </a:cubicBezTo>
                  <a:close/>
                  <a:moveTo>
                    <a:pt x="232" y="125"/>
                  </a:moveTo>
                  <a:cubicBezTo>
                    <a:pt x="211" y="139"/>
                    <a:pt x="211" y="139"/>
                    <a:pt x="211" y="139"/>
                  </a:cubicBezTo>
                  <a:cubicBezTo>
                    <a:pt x="202" y="131"/>
                    <a:pt x="194" y="128"/>
                    <a:pt x="183" y="128"/>
                  </a:cubicBezTo>
                  <a:cubicBezTo>
                    <a:pt x="169" y="128"/>
                    <a:pt x="160" y="134"/>
                    <a:pt x="160" y="144"/>
                  </a:cubicBezTo>
                  <a:cubicBezTo>
                    <a:pt x="160" y="150"/>
                    <a:pt x="163" y="155"/>
                    <a:pt x="168" y="159"/>
                  </a:cubicBezTo>
                  <a:cubicBezTo>
                    <a:pt x="173" y="163"/>
                    <a:pt x="175" y="164"/>
                    <a:pt x="193" y="172"/>
                  </a:cubicBezTo>
                  <a:cubicBezTo>
                    <a:pt x="226" y="188"/>
                    <a:pt x="236" y="199"/>
                    <a:pt x="236" y="218"/>
                  </a:cubicBezTo>
                  <a:cubicBezTo>
                    <a:pt x="236" y="240"/>
                    <a:pt x="219" y="253"/>
                    <a:pt x="191" y="256"/>
                  </a:cubicBezTo>
                  <a:cubicBezTo>
                    <a:pt x="191" y="274"/>
                    <a:pt x="191" y="274"/>
                    <a:pt x="191" y="274"/>
                  </a:cubicBezTo>
                  <a:cubicBezTo>
                    <a:pt x="175" y="274"/>
                    <a:pt x="175" y="274"/>
                    <a:pt x="175" y="274"/>
                  </a:cubicBezTo>
                  <a:cubicBezTo>
                    <a:pt x="175" y="256"/>
                    <a:pt x="175" y="256"/>
                    <a:pt x="175" y="256"/>
                  </a:cubicBezTo>
                  <a:cubicBezTo>
                    <a:pt x="155" y="254"/>
                    <a:pt x="141" y="247"/>
                    <a:pt x="128" y="235"/>
                  </a:cubicBezTo>
                  <a:cubicBezTo>
                    <a:pt x="149" y="221"/>
                    <a:pt x="149" y="221"/>
                    <a:pt x="149" y="221"/>
                  </a:cubicBezTo>
                  <a:cubicBezTo>
                    <a:pt x="163" y="233"/>
                    <a:pt x="171" y="237"/>
                    <a:pt x="184" y="237"/>
                  </a:cubicBezTo>
                  <a:cubicBezTo>
                    <a:pt x="197" y="237"/>
                    <a:pt x="205" y="230"/>
                    <a:pt x="205" y="219"/>
                  </a:cubicBezTo>
                  <a:cubicBezTo>
                    <a:pt x="205" y="214"/>
                    <a:pt x="202" y="208"/>
                    <a:pt x="197" y="204"/>
                  </a:cubicBezTo>
                  <a:cubicBezTo>
                    <a:pt x="192" y="200"/>
                    <a:pt x="188" y="198"/>
                    <a:pt x="170" y="189"/>
                  </a:cubicBezTo>
                  <a:cubicBezTo>
                    <a:pt x="140" y="174"/>
                    <a:pt x="131" y="163"/>
                    <a:pt x="131" y="146"/>
                  </a:cubicBezTo>
                  <a:cubicBezTo>
                    <a:pt x="131" y="126"/>
                    <a:pt x="147" y="112"/>
                    <a:pt x="175" y="109"/>
                  </a:cubicBezTo>
                  <a:cubicBezTo>
                    <a:pt x="175" y="94"/>
                    <a:pt x="175" y="94"/>
                    <a:pt x="175" y="94"/>
                  </a:cubicBezTo>
                  <a:cubicBezTo>
                    <a:pt x="191" y="94"/>
                    <a:pt x="191" y="94"/>
                    <a:pt x="191" y="94"/>
                  </a:cubicBezTo>
                  <a:cubicBezTo>
                    <a:pt x="191" y="109"/>
                    <a:pt x="191" y="109"/>
                    <a:pt x="191" y="109"/>
                  </a:cubicBezTo>
                  <a:cubicBezTo>
                    <a:pt x="207" y="110"/>
                    <a:pt x="220" y="115"/>
                    <a:pt x="232" y="1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112"/>
            <p:cNvSpPr>
              <a:spLocks/>
            </p:cNvSpPr>
            <p:nvPr/>
          </p:nvSpPr>
          <p:spPr bwMode="auto">
            <a:xfrm>
              <a:off x="996950" y="3533775"/>
              <a:ext cx="63500" cy="115888"/>
            </a:xfrm>
            <a:custGeom>
              <a:avLst/>
              <a:gdLst>
                <a:gd name="T0" fmla="*/ 0 w 41"/>
                <a:gd name="T1" fmla="*/ 73 h 73"/>
                <a:gd name="T2" fmla="*/ 40 w 41"/>
                <a:gd name="T3" fmla="*/ 27 h 73"/>
                <a:gd name="T4" fmla="*/ 1 w 41"/>
                <a:gd name="T5" fmla="*/ 0 h 73"/>
                <a:gd name="T6" fmla="*/ 0 w 41"/>
                <a:gd name="T7" fmla="*/ 73 h 73"/>
              </a:gdLst>
              <a:ahLst/>
              <a:cxnLst>
                <a:cxn ang="0">
                  <a:pos x="T0" y="T1"/>
                </a:cxn>
                <a:cxn ang="0">
                  <a:pos x="T2" y="T3"/>
                </a:cxn>
                <a:cxn ang="0">
                  <a:pos x="T4" y="T5"/>
                </a:cxn>
                <a:cxn ang="0">
                  <a:pos x="T6" y="T7"/>
                </a:cxn>
              </a:cxnLst>
              <a:rect l="0" t="0" r="r" b="b"/>
              <a:pathLst>
                <a:path w="41" h="73">
                  <a:moveTo>
                    <a:pt x="0" y="73"/>
                  </a:moveTo>
                  <a:cubicBezTo>
                    <a:pt x="18" y="58"/>
                    <a:pt x="39" y="43"/>
                    <a:pt x="40" y="27"/>
                  </a:cubicBezTo>
                  <a:cubicBezTo>
                    <a:pt x="41" y="17"/>
                    <a:pt x="22" y="7"/>
                    <a:pt x="1" y="0"/>
                  </a:cubicBezTo>
                  <a:cubicBezTo>
                    <a:pt x="1" y="23"/>
                    <a:pt x="1" y="47"/>
                    <a:pt x="0"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113"/>
            <p:cNvSpPr>
              <a:spLocks/>
            </p:cNvSpPr>
            <p:nvPr/>
          </p:nvSpPr>
          <p:spPr bwMode="auto">
            <a:xfrm>
              <a:off x="742950" y="3532188"/>
              <a:ext cx="127000" cy="122238"/>
            </a:xfrm>
            <a:custGeom>
              <a:avLst/>
              <a:gdLst>
                <a:gd name="T0" fmla="*/ 79 w 81"/>
                <a:gd name="T1" fmla="*/ 77 h 77"/>
                <a:gd name="T2" fmla="*/ 81 w 81"/>
                <a:gd name="T3" fmla="*/ 19 h 77"/>
                <a:gd name="T4" fmla="*/ 12 w 81"/>
                <a:gd name="T5" fmla="*/ 11 h 77"/>
                <a:gd name="T6" fmla="*/ 79 w 81"/>
                <a:gd name="T7" fmla="*/ 77 h 77"/>
              </a:gdLst>
              <a:ahLst/>
              <a:cxnLst>
                <a:cxn ang="0">
                  <a:pos x="T0" y="T1"/>
                </a:cxn>
                <a:cxn ang="0">
                  <a:pos x="T2" y="T3"/>
                </a:cxn>
                <a:cxn ang="0">
                  <a:pos x="T4" y="T5"/>
                </a:cxn>
                <a:cxn ang="0">
                  <a:pos x="T6" y="T7"/>
                </a:cxn>
              </a:cxnLst>
              <a:rect l="0" t="0" r="r" b="b"/>
              <a:pathLst>
                <a:path w="81" h="77">
                  <a:moveTo>
                    <a:pt x="79" y="77"/>
                  </a:moveTo>
                  <a:cubicBezTo>
                    <a:pt x="80" y="56"/>
                    <a:pt x="81" y="37"/>
                    <a:pt x="81" y="19"/>
                  </a:cubicBezTo>
                  <a:cubicBezTo>
                    <a:pt x="55" y="12"/>
                    <a:pt x="21" y="0"/>
                    <a:pt x="12" y="11"/>
                  </a:cubicBezTo>
                  <a:cubicBezTo>
                    <a:pt x="0" y="26"/>
                    <a:pt x="49" y="52"/>
                    <a:pt x="79"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114"/>
            <p:cNvSpPr>
              <a:spLocks/>
            </p:cNvSpPr>
            <p:nvPr/>
          </p:nvSpPr>
          <p:spPr bwMode="auto">
            <a:xfrm>
              <a:off x="1287463" y="4030663"/>
              <a:ext cx="84138" cy="107950"/>
            </a:xfrm>
            <a:custGeom>
              <a:avLst/>
              <a:gdLst>
                <a:gd name="T0" fmla="*/ 0 w 54"/>
                <a:gd name="T1" fmla="*/ 45 h 69"/>
                <a:gd name="T2" fmla="*/ 4 w 54"/>
                <a:gd name="T3" fmla="*/ 56 h 69"/>
                <a:gd name="T4" fmla="*/ 15 w 54"/>
                <a:gd name="T5" fmla="*/ 60 h 69"/>
                <a:gd name="T6" fmla="*/ 39 w 54"/>
                <a:gd name="T7" fmla="*/ 51 h 69"/>
                <a:gd name="T8" fmla="*/ 37 w 54"/>
                <a:gd name="T9" fmla="*/ 58 h 69"/>
                <a:gd name="T10" fmla="*/ 36 w 54"/>
                <a:gd name="T11" fmla="*/ 64 h 69"/>
                <a:gd name="T12" fmla="*/ 38 w 54"/>
                <a:gd name="T13" fmla="*/ 68 h 69"/>
                <a:gd name="T14" fmla="*/ 42 w 54"/>
                <a:gd name="T15" fmla="*/ 69 h 69"/>
                <a:gd name="T16" fmla="*/ 44 w 54"/>
                <a:gd name="T17" fmla="*/ 69 h 69"/>
                <a:gd name="T18" fmla="*/ 46 w 54"/>
                <a:gd name="T19" fmla="*/ 67 h 69"/>
                <a:gd name="T20" fmla="*/ 47 w 54"/>
                <a:gd name="T21" fmla="*/ 64 h 69"/>
                <a:gd name="T22" fmla="*/ 47 w 54"/>
                <a:gd name="T23" fmla="*/ 58 h 69"/>
                <a:gd name="T24" fmla="*/ 48 w 54"/>
                <a:gd name="T25" fmla="*/ 51 h 69"/>
                <a:gd name="T26" fmla="*/ 50 w 54"/>
                <a:gd name="T27" fmla="*/ 43 h 69"/>
                <a:gd name="T28" fmla="*/ 50 w 54"/>
                <a:gd name="T29" fmla="*/ 43 h 69"/>
                <a:gd name="T30" fmla="*/ 52 w 54"/>
                <a:gd name="T31" fmla="*/ 36 h 69"/>
                <a:gd name="T32" fmla="*/ 53 w 54"/>
                <a:gd name="T33" fmla="*/ 31 h 69"/>
                <a:gd name="T34" fmla="*/ 48 w 54"/>
                <a:gd name="T35" fmla="*/ 28 h 69"/>
                <a:gd name="T36" fmla="*/ 44 w 54"/>
                <a:gd name="T37" fmla="*/ 28 h 69"/>
                <a:gd name="T38" fmla="*/ 43 w 54"/>
                <a:gd name="T39" fmla="*/ 31 h 69"/>
                <a:gd name="T40" fmla="*/ 41 w 54"/>
                <a:gd name="T41" fmla="*/ 38 h 69"/>
                <a:gd name="T42" fmla="*/ 34 w 54"/>
                <a:gd name="T43" fmla="*/ 45 h 69"/>
                <a:gd name="T44" fmla="*/ 24 w 54"/>
                <a:gd name="T45" fmla="*/ 50 h 69"/>
                <a:gd name="T46" fmla="*/ 16 w 54"/>
                <a:gd name="T47" fmla="*/ 52 h 69"/>
                <a:gd name="T48" fmla="*/ 9 w 54"/>
                <a:gd name="T49" fmla="*/ 45 h 69"/>
                <a:gd name="T50" fmla="*/ 14 w 54"/>
                <a:gd name="T51" fmla="*/ 29 h 69"/>
                <a:gd name="T52" fmla="*/ 27 w 54"/>
                <a:gd name="T53" fmla="*/ 15 h 69"/>
                <a:gd name="T54" fmla="*/ 40 w 54"/>
                <a:gd name="T55" fmla="*/ 9 h 69"/>
                <a:gd name="T56" fmla="*/ 43 w 54"/>
                <a:gd name="T57" fmla="*/ 10 h 69"/>
                <a:gd name="T58" fmla="*/ 45 w 54"/>
                <a:gd name="T59" fmla="*/ 13 h 69"/>
                <a:gd name="T60" fmla="*/ 46 w 54"/>
                <a:gd name="T61" fmla="*/ 15 h 69"/>
                <a:gd name="T62" fmla="*/ 48 w 54"/>
                <a:gd name="T63" fmla="*/ 15 h 69"/>
                <a:gd name="T64" fmla="*/ 52 w 54"/>
                <a:gd name="T65" fmla="*/ 12 h 69"/>
                <a:gd name="T66" fmla="*/ 54 w 54"/>
                <a:gd name="T67" fmla="*/ 7 h 69"/>
                <a:gd name="T68" fmla="*/ 51 w 54"/>
                <a:gd name="T69" fmla="*/ 2 h 69"/>
                <a:gd name="T70" fmla="*/ 43 w 54"/>
                <a:gd name="T71" fmla="*/ 0 h 69"/>
                <a:gd name="T72" fmla="*/ 24 w 54"/>
                <a:gd name="T73" fmla="*/ 7 h 69"/>
                <a:gd name="T74" fmla="*/ 7 w 54"/>
                <a:gd name="T75" fmla="*/ 24 h 69"/>
                <a:gd name="T76" fmla="*/ 7 w 54"/>
                <a:gd name="T77" fmla="*/ 24 h 69"/>
                <a:gd name="T78" fmla="*/ 0 w 54"/>
                <a:gd name="T79" fmla="*/ 4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4" h="69">
                  <a:moveTo>
                    <a:pt x="0" y="45"/>
                  </a:moveTo>
                  <a:cubicBezTo>
                    <a:pt x="0" y="50"/>
                    <a:pt x="1" y="54"/>
                    <a:pt x="4" y="56"/>
                  </a:cubicBezTo>
                  <a:cubicBezTo>
                    <a:pt x="7" y="59"/>
                    <a:pt x="11" y="60"/>
                    <a:pt x="15" y="60"/>
                  </a:cubicBezTo>
                  <a:cubicBezTo>
                    <a:pt x="22" y="60"/>
                    <a:pt x="30" y="57"/>
                    <a:pt x="39" y="51"/>
                  </a:cubicBezTo>
                  <a:cubicBezTo>
                    <a:pt x="38" y="53"/>
                    <a:pt x="38" y="55"/>
                    <a:pt x="37" y="58"/>
                  </a:cubicBezTo>
                  <a:cubicBezTo>
                    <a:pt x="37" y="62"/>
                    <a:pt x="36" y="64"/>
                    <a:pt x="36" y="64"/>
                  </a:cubicBezTo>
                  <a:cubicBezTo>
                    <a:pt x="36" y="66"/>
                    <a:pt x="37" y="67"/>
                    <a:pt x="38" y="68"/>
                  </a:cubicBezTo>
                  <a:cubicBezTo>
                    <a:pt x="39" y="69"/>
                    <a:pt x="40" y="69"/>
                    <a:pt x="42" y="69"/>
                  </a:cubicBezTo>
                  <a:cubicBezTo>
                    <a:pt x="43" y="69"/>
                    <a:pt x="44" y="69"/>
                    <a:pt x="44" y="69"/>
                  </a:cubicBezTo>
                  <a:cubicBezTo>
                    <a:pt x="45" y="68"/>
                    <a:pt x="46" y="68"/>
                    <a:pt x="46" y="67"/>
                  </a:cubicBezTo>
                  <a:cubicBezTo>
                    <a:pt x="46" y="66"/>
                    <a:pt x="47" y="65"/>
                    <a:pt x="47" y="64"/>
                  </a:cubicBezTo>
                  <a:cubicBezTo>
                    <a:pt x="47" y="63"/>
                    <a:pt x="47" y="61"/>
                    <a:pt x="47" y="58"/>
                  </a:cubicBezTo>
                  <a:cubicBezTo>
                    <a:pt x="47" y="56"/>
                    <a:pt x="47" y="54"/>
                    <a:pt x="48" y="51"/>
                  </a:cubicBezTo>
                  <a:cubicBezTo>
                    <a:pt x="48" y="47"/>
                    <a:pt x="49" y="43"/>
                    <a:pt x="50" y="43"/>
                  </a:cubicBezTo>
                  <a:cubicBezTo>
                    <a:pt x="50" y="43"/>
                    <a:pt x="50" y="43"/>
                    <a:pt x="50" y="43"/>
                  </a:cubicBezTo>
                  <a:cubicBezTo>
                    <a:pt x="50" y="39"/>
                    <a:pt x="51" y="38"/>
                    <a:pt x="52" y="36"/>
                  </a:cubicBezTo>
                  <a:cubicBezTo>
                    <a:pt x="52" y="34"/>
                    <a:pt x="53" y="32"/>
                    <a:pt x="53" y="31"/>
                  </a:cubicBezTo>
                  <a:cubicBezTo>
                    <a:pt x="53" y="29"/>
                    <a:pt x="51" y="28"/>
                    <a:pt x="48" y="28"/>
                  </a:cubicBezTo>
                  <a:cubicBezTo>
                    <a:pt x="46" y="28"/>
                    <a:pt x="45" y="28"/>
                    <a:pt x="44" y="28"/>
                  </a:cubicBezTo>
                  <a:cubicBezTo>
                    <a:pt x="43" y="29"/>
                    <a:pt x="43" y="30"/>
                    <a:pt x="43" y="31"/>
                  </a:cubicBezTo>
                  <a:cubicBezTo>
                    <a:pt x="42" y="34"/>
                    <a:pt x="42" y="36"/>
                    <a:pt x="41" y="38"/>
                  </a:cubicBezTo>
                  <a:cubicBezTo>
                    <a:pt x="40" y="40"/>
                    <a:pt x="38" y="42"/>
                    <a:pt x="34" y="45"/>
                  </a:cubicBezTo>
                  <a:cubicBezTo>
                    <a:pt x="31" y="47"/>
                    <a:pt x="27" y="49"/>
                    <a:pt x="24" y="50"/>
                  </a:cubicBezTo>
                  <a:cubicBezTo>
                    <a:pt x="21" y="52"/>
                    <a:pt x="18" y="52"/>
                    <a:pt x="16" y="52"/>
                  </a:cubicBezTo>
                  <a:cubicBezTo>
                    <a:pt x="12" y="52"/>
                    <a:pt x="9" y="50"/>
                    <a:pt x="9" y="45"/>
                  </a:cubicBezTo>
                  <a:cubicBezTo>
                    <a:pt x="9" y="40"/>
                    <a:pt x="11" y="35"/>
                    <a:pt x="14" y="29"/>
                  </a:cubicBezTo>
                  <a:cubicBezTo>
                    <a:pt x="17" y="24"/>
                    <a:pt x="22" y="19"/>
                    <a:pt x="27" y="15"/>
                  </a:cubicBezTo>
                  <a:cubicBezTo>
                    <a:pt x="32" y="11"/>
                    <a:pt x="36" y="9"/>
                    <a:pt x="40" y="9"/>
                  </a:cubicBezTo>
                  <a:cubicBezTo>
                    <a:pt x="42" y="9"/>
                    <a:pt x="43" y="10"/>
                    <a:pt x="43" y="10"/>
                  </a:cubicBezTo>
                  <a:cubicBezTo>
                    <a:pt x="44" y="11"/>
                    <a:pt x="44" y="11"/>
                    <a:pt x="45" y="13"/>
                  </a:cubicBezTo>
                  <a:cubicBezTo>
                    <a:pt x="45" y="14"/>
                    <a:pt x="46" y="14"/>
                    <a:pt x="46" y="15"/>
                  </a:cubicBezTo>
                  <a:cubicBezTo>
                    <a:pt x="47" y="15"/>
                    <a:pt x="47" y="15"/>
                    <a:pt x="48" y="15"/>
                  </a:cubicBezTo>
                  <a:cubicBezTo>
                    <a:pt x="50" y="15"/>
                    <a:pt x="51" y="14"/>
                    <a:pt x="52" y="12"/>
                  </a:cubicBezTo>
                  <a:cubicBezTo>
                    <a:pt x="54" y="10"/>
                    <a:pt x="54" y="9"/>
                    <a:pt x="54" y="7"/>
                  </a:cubicBezTo>
                  <a:cubicBezTo>
                    <a:pt x="54" y="5"/>
                    <a:pt x="53" y="3"/>
                    <a:pt x="51" y="2"/>
                  </a:cubicBezTo>
                  <a:cubicBezTo>
                    <a:pt x="49" y="1"/>
                    <a:pt x="47" y="0"/>
                    <a:pt x="43" y="0"/>
                  </a:cubicBezTo>
                  <a:cubicBezTo>
                    <a:pt x="37" y="0"/>
                    <a:pt x="30" y="2"/>
                    <a:pt x="24" y="7"/>
                  </a:cubicBezTo>
                  <a:cubicBezTo>
                    <a:pt x="17" y="11"/>
                    <a:pt x="11" y="16"/>
                    <a:pt x="7" y="24"/>
                  </a:cubicBezTo>
                  <a:cubicBezTo>
                    <a:pt x="7" y="24"/>
                    <a:pt x="7" y="24"/>
                    <a:pt x="7" y="24"/>
                  </a:cubicBezTo>
                  <a:cubicBezTo>
                    <a:pt x="3" y="30"/>
                    <a:pt x="0" y="38"/>
                    <a:pt x="0"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115"/>
            <p:cNvSpPr>
              <a:spLocks noEditPoints="1"/>
            </p:cNvSpPr>
            <p:nvPr/>
          </p:nvSpPr>
          <p:spPr bwMode="auto">
            <a:xfrm>
              <a:off x="1384300" y="4059238"/>
              <a:ext cx="60325" cy="71438"/>
            </a:xfrm>
            <a:custGeom>
              <a:avLst/>
              <a:gdLst>
                <a:gd name="T0" fmla="*/ 27 w 38"/>
                <a:gd name="T1" fmla="*/ 38 h 45"/>
                <a:gd name="T2" fmla="*/ 37 w 38"/>
                <a:gd name="T3" fmla="*/ 23 h 45"/>
                <a:gd name="T4" fmla="*/ 37 w 38"/>
                <a:gd name="T5" fmla="*/ 23 h 45"/>
                <a:gd name="T6" fmla="*/ 38 w 38"/>
                <a:gd name="T7" fmla="*/ 17 h 45"/>
                <a:gd name="T8" fmla="*/ 34 w 38"/>
                <a:gd name="T9" fmla="*/ 5 h 45"/>
                <a:gd name="T10" fmla="*/ 23 w 38"/>
                <a:gd name="T11" fmla="*/ 0 h 45"/>
                <a:gd name="T12" fmla="*/ 6 w 38"/>
                <a:gd name="T13" fmla="*/ 10 h 45"/>
                <a:gd name="T14" fmla="*/ 0 w 38"/>
                <a:gd name="T15" fmla="*/ 30 h 45"/>
                <a:gd name="T16" fmla="*/ 3 w 38"/>
                <a:gd name="T17" fmla="*/ 40 h 45"/>
                <a:gd name="T18" fmla="*/ 13 w 38"/>
                <a:gd name="T19" fmla="*/ 45 h 45"/>
                <a:gd name="T20" fmla="*/ 27 w 38"/>
                <a:gd name="T21" fmla="*/ 38 h 45"/>
                <a:gd name="T22" fmla="*/ 10 w 38"/>
                <a:gd name="T23" fmla="*/ 34 h 45"/>
                <a:gd name="T24" fmla="*/ 9 w 38"/>
                <a:gd name="T25" fmla="*/ 29 h 45"/>
                <a:gd name="T26" fmla="*/ 12 w 38"/>
                <a:gd name="T27" fmla="*/ 17 h 45"/>
                <a:gd name="T28" fmla="*/ 17 w 38"/>
                <a:gd name="T29" fmla="*/ 9 h 45"/>
                <a:gd name="T30" fmla="*/ 17 w 38"/>
                <a:gd name="T31" fmla="*/ 9 h 45"/>
                <a:gd name="T32" fmla="*/ 23 w 38"/>
                <a:gd name="T33" fmla="*/ 8 h 45"/>
                <a:gd name="T34" fmla="*/ 27 w 38"/>
                <a:gd name="T35" fmla="*/ 11 h 45"/>
                <a:gd name="T36" fmla="*/ 29 w 38"/>
                <a:gd name="T37" fmla="*/ 17 h 45"/>
                <a:gd name="T38" fmla="*/ 24 w 38"/>
                <a:gd name="T39" fmla="*/ 30 h 45"/>
                <a:gd name="T40" fmla="*/ 14 w 38"/>
                <a:gd name="T41" fmla="*/ 36 h 45"/>
                <a:gd name="T42" fmla="*/ 10 w 38"/>
                <a:gd name="T43" fmla="*/ 34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 h="45">
                  <a:moveTo>
                    <a:pt x="27" y="38"/>
                  </a:moveTo>
                  <a:cubicBezTo>
                    <a:pt x="32" y="34"/>
                    <a:pt x="37" y="29"/>
                    <a:pt x="37" y="23"/>
                  </a:cubicBezTo>
                  <a:cubicBezTo>
                    <a:pt x="37" y="23"/>
                    <a:pt x="37" y="23"/>
                    <a:pt x="37" y="23"/>
                  </a:cubicBezTo>
                  <a:cubicBezTo>
                    <a:pt x="37" y="21"/>
                    <a:pt x="38" y="19"/>
                    <a:pt x="38" y="17"/>
                  </a:cubicBezTo>
                  <a:cubicBezTo>
                    <a:pt x="38" y="12"/>
                    <a:pt x="37" y="8"/>
                    <a:pt x="34" y="5"/>
                  </a:cubicBezTo>
                  <a:cubicBezTo>
                    <a:pt x="31" y="2"/>
                    <a:pt x="28" y="0"/>
                    <a:pt x="23" y="0"/>
                  </a:cubicBezTo>
                  <a:cubicBezTo>
                    <a:pt x="17" y="0"/>
                    <a:pt x="11" y="3"/>
                    <a:pt x="6" y="10"/>
                  </a:cubicBezTo>
                  <a:cubicBezTo>
                    <a:pt x="2" y="16"/>
                    <a:pt x="0" y="23"/>
                    <a:pt x="0" y="30"/>
                  </a:cubicBezTo>
                  <a:cubicBezTo>
                    <a:pt x="0" y="34"/>
                    <a:pt x="1" y="37"/>
                    <a:pt x="3" y="40"/>
                  </a:cubicBezTo>
                  <a:cubicBezTo>
                    <a:pt x="6" y="43"/>
                    <a:pt x="9" y="45"/>
                    <a:pt x="13" y="45"/>
                  </a:cubicBezTo>
                  <a:cubicBezTo>
                    <a:pt x="18" y="45"/>
                    <a:pt x="22" y="42"/>
                    <a:pt x="27" y="38"/>
                  </a:cubicBezTo>
                  <a:close/>
                  <a:moveTo>
                    <a:pt x="10" y="34"/>
                  </a:moveTo>
                  <a:cubicBezTo>
                    <a:pt x="10" y="33"/>
                    <a:pt x="9" y="31"/>
                    <a:pt x="9" y="29"/>
                  </a:cubicBezTo>
                  <a:cubicBezTo>
                    <a:pt x="9" y="25"/>
                    <a:pt x="10" y="21"/>
                    <a:pt x="12" y="17"/>
                  </a:cubicBezTo>
                  <a:cubicBezTo>
                    <a:pt x="14" y="14"/>
                    <a:pt x="15" y="13"/>
                    <a:pt x="17" y="9"/>
                  </a:cubicBezTo>
                  <a:cubicBezTo>
                    <a:pt x="17" y="9"/>
                    <a:pt x="17" y="9"/>
                    <a:pt x="17" y="9"/>
                  </a:cubicBezTo>
                  <a:cubicBezTo>
                    <a:pt x="19" y="9"/>
                    <a:pt x="21" y="8"/>
                    <a:pt x="23" y="8"/>
                  </a:cubicBezTo>
                  <a:cubicBezTo>
                    <a:pt x="25" y="8"/>
                    <a:pt x="26" y="9"/>
                    <a:pt x="27" y="11"/>
                  </a:cubicBezTo>
                  <a:cubicBezTo>
                    <a:pt x="28" y="12"/>
                    <a:pt x="29" y="15"/>
                    <a:pt x="29" y="17"/>
                  </a:cubicBezTo>
                  <a:cubicBezTo>
                    <a:pt x="29" y="22"/>
                    <a:pt x="27" y="27"/>
                    <a:pt x="24" y="30"/>
                  </a:cubicBezTo>
                  <a:cubicBezTo>
                    <a:pt x="20" y="34"/>
                    <a:pt x="17" y="36"/>
                    <a:pt x="14" y="36"/>
                  </a:cubicBezTo>
                  <a:cubicBezTo>
                    <a:pt x="12" y="36"/>
                    <a:pt x="11" y="36"/>
                    <a:pt x="10"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116"/>
            <p:cNvSpPr>
              <a:spLocks/>
            </p:cNvSpPr>
            <p:nvPr/>
          </p:nvSpPr>
          <p:spPr bwMode="auto">
            <a:xfrm>
              <a:off x="1458913" y="4021138"/>
              <a:ext cx="28575" cy="109538"/>
            </a:xfrm>
            <a:custGeom>
              <a:avLst/>
              <a:gdLst>
                <a:gd name="T0" fmla="*/ 14 w 18"/>
                <a:gd name="T1" fmla="*/ 21 h 70"/>
                <a:gd name="T2" fmla="*/ 17 w 18"/>
                <a:gd name="T3" fmla="*/ 9 h 70"/>
                <a:gd name="T4" fmla="*/ 18 w 18"/>
                <a:gd name="T5" fmla="*/ 5 h 70"/>
                <a:gd name="T6" fmla="*/ 13 w 18"/>
                <a:gd name="T7" fmla="*/ 0 h 70"/>
                <a:gd name="T8" fmla="*/ 9 w 18"/>
                <a:gd name="T9" fmla="*/ 3 h 70"/>
                <a:gd name="T10" fmla="*/ 3 w 18"/>
                <a:gd name="T11" fmla="*/ 26 h 70"/>
                <a:gd name="T12" fmla="*/ 0 w 18"/>
                <a:gd name="T13" fmla="*/ 58 h 70"/>
                <a:gd name="T14" fmla="*/ 1 w 18"/>
                <a:gd name="T15" fmla="*/ 67 h 70"/>
                <a:gd name="T16" fmla="*/ 5 w 18"/>
                <a:gd name="T17" fmla="*/ 70 h 70"/>
                <a:gd name="T18" fmla="*/ 9 w 18"/>
                <a:gd name="T19" fmla="*/ 68 h 70"/>
                <a:gd name="T20" fmla="*/ 11 w 18"/>
                <a:gd name="T21" fmla="*/ 64 h 70"/>
                <a:gd name="T22" fmla="*/ 11 w 18"/>
                <a:gd name="T23" fmla="*/ 62 h 70"/>
                <a:gd name="T24" fmla="*/ 10 w 18"/>
                <a:gd name="T25" fmla="*/ 50 h 70"/>
                <a:gd name="T26" fmla="*/ 11 w 18"/>
                <a:gd name="T27" fmla="*/ 37 h 70"/>
                <a:gd name="T28" fmla="*/ 14 w 18"/>
                <a:gd name="T29" fmla="*/ 2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70">
                  <a:moveTo>
                    <a:pt x="14" y="21"/>
                  </a:moveTo>
                  <a:cubicBezTo>
                    <a:pt x="16" y="15"/>
                    <a:pt x="17" y="11"/>
                    <a:pt x="17" y="9"/>
                  </a:cubicBezTo>
                  <a:cubicBezTo>
                    <a:pt x="17" y="8"/>
                    <a:pt x="18" y="6"/>
                    <a:pt x="18" y="5"/>
                  </a:cubicBezTo>
                  <a:cubicBezTo>
                    <a:pt x="18" y="2"/>
                    <a:pt x="16" y="0"/>
                    <a:pt x="13" y="0"/>
                  </a:cubicBezTo>
                  <a:cubicBezTo>
                    <a:pt x="12" y="0"/>
                    <a:pt x="10" y="1"/>
                    <a:pt x="9" y="3"/>
                  </a:cubicBezTo>
                  <a:cubicBezTo>
                    <a:pt x="7" y="6"/>
                    <a:pt x="6" y="13"/>
                    <a:pt x="3" y="26"/>
                  </a:cubicBezTo>
                  <a:cubicBezTo>
                    <a:pt x="1" y="38"/>
                    <a:pt x="0" y="49"/>
                    <a:pt x="0" y="58"/>
                  </a:cubicBezTo>
                  <a:cubicBezTo>
                    <a:pt x="0" y="62"/>
                    <a:pt x="1" y="65"/>
                    <a:pt x="1" y="67"/>
                  </a:cubicBezTo>
                  <a:cubicBezTo>
                    <a:pt x="2" y="69"/>
                    <a:pt x="3" y="70"/>
                    <a:pt x="5" y="70"/>
                  </a:cubicBezTo>
                  <a:cubicBezTo>
                    <a:pt x="7" y="70"/>
                    <a:pt x="8" y="69"/>
                    <a:pt x="9" y="68"/>
                  </a:cubicBezTo>
                  <a:cubicBezTo>
                    <a:pt x="10" y="67"/>
                    <a:pt x="11" y="66"/>
                    <a:pt x="11" y="64"/>
                  </a:cubicBezTo>
                  <a:cubicBezTo>
                    <a:pt x="11" y="64"/>
                    <a:pt x="11" y="63"/>
                    <a:pt x="11" y="62"/>
                  </a:cubicBezTo>
                  <a:cubicBezTo>
                    <a:pt x="10" y="57"/>
                    <a:pt x="10" y="53"/>
                    <a:pt x="10" y="50"/>
                  </a:cubicBezTo>
                  <a:cubicBezTo>
                    <a:pt x="10" y="47"/>
                    <a:pt x="10" y="42"/>
                    <a:pt x="11" y="37"/>
                  </a:cubicBezTo>
                  <a:cubicBezTo>
                    <a:pt x="12" y="31"/>
                    <a:pt x="12" y="26"/>
                    <a:pt x="14"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117"/>
            <p:cNvSpPr>
              <a:spLocks noEditPoints="1"/>
            </p:cNvSpPr>
            <p:nvPr/>
          </p:nvSpPr>
          <p:spPr bwMode="auto">
            <a:xfrm>
              <a:off x="1490663" y="4021138"/>
              <a:ext cx="74613" cy="107950"/>
            </a:xfrm>
            <a:custGeom>
              <a:avLst/>
              <a:gdLst>
                <a:gd name="T0" fmla="*/ 45 w 48"/>
                <a:gd name="T1" fmla="*/ 12 h 68"/>
                <a:gd name="T2" fmla="*/ 47 w 48"/>
                <a:gd name="T3" fmla="*/ 6 h 68"/>
                <a:gd name="T4" fmla="*/ 46 w 48"/>
                <a:gd name="T5" fmla="*/ 2 h 68"/>
                <a:gd name="T6" fmla="*/ 43 w 48"/>
                <a:gd name="T7" fmla="*/ 0 h 68"/>
                <a:gd name="T8" fmla="*/ 40 w 48"/>
                <a:gd name="T9" fmla="*/ 1 h 68"/>
                <a:gd name="T10" fmla="*/ 38 w 48"/>
                <a:gd name="T11" fmla="*/ 4 h 68"/>
                <a:gd name="T12" fmla="*/ 36 w 48"/>
                <a:gd name="T13" fmla="*/ 12 h 68"/>
                <a:gd name="T14" fmla="*/ 32 w 48"/>
                <a:gd name="T15" fmla="*/ 28 h 68"/>
                <a:gd name="T16" fmla="*/ 25 w 48"/>
                <a:gd name="T17" fmla="*/ 26 h 68"/>
                <a:gd name="T18" fmla="*/ 8 w 48"/>
                <a:gd name="T19" fmla="*/ 36 h 68"/>
                <a:gd name="T20" fmla="*/ 0 w 48"/>
                <a:gd name="T21" fmla="*/ 56 h 68"/>
                <a:gd name="T22" fmla="*/ 2 w 48"/>
                <a:gd name="T23" fmla="*/ 65 h 68"/>
                <a:gd name="T24" fmla="*/ 9 w 48"/>
                <a:gd name="T25" fmla="*/ 68 h 68"/>
                <a:gd name="T26" fmla="*/ 30 w 48"/>
                <a:gd name="T27" fmla="*/ 53 h 68"/>
                <a:gd name="T28" fmla="*/ 31 w 48"/>
                <a:gd name="T29" fmla="*/ 63 h 68"/>
                <a:gd name="T30" fmla="*/ 37 w 48"/>
                <a:gd name="T31" fmla="*/ 68 h 68"/>
                <a:gd name="T32" fmla="*/ 44 w 48"/>
                <a:gd name="T33" fmla="*/ 65 h 68"/>
                <a:gd name="T34" fmla="*/ 48 w 48"/>
                <a:gd name="T35" fmla="*/ 59 h 68"/>
                <a:gd name="T36" fmla="*/ 46 w 48"/>
                <a:gd name="T37" fmla="*/ 57 h 68"/>
                <a:gd name="T38" fmla="*/ 44 w 48"/>
                <a:gd name="T39" fmla="*/ 58 h 68"/>
                <a:gd name="T40" fmla="*/ 41 w 48"/>
                <a:gd name="T41" fmla="*/ 59 h 68"/>
                <a:gd name="T42" fmla="*/ 38 w 48"/>
                <a:gd name="T43" fmla="*/ 52 h 68"/>
                <a:gd name="T44" fmla="*/ 40 w 48"/>
                <a:gd name="T45" fmla="*/ 33 h 68"/>
                <a:gd name="T46" fmla="*/ 45 w 48"/>
                <a:gd name="T47" fmla="*/ 12 h 68"/>
                <a:gd name="T48" fmla="*/ 23 w 48"/>
                <a:gd name="T49" fmla="*/ 51 h 68"/>
                <a:gd name="T50" fmla="*/ 12 w 48"/>
                <a:gd name="T51" fmla="*/ 59 h 68"/>
                <a:gd name="T52" fmla="*/ 9 w 48"/>
                <a:gd name="T53" fmla="*/ 56 h 68"/>
                <a:gd name="T54" fmla="*/ 15 w 48"/>
                <a:gd name="T55" fmla="*/ 41 h 68"/>
                <a:gd name="T56" fmla="*/ 25 w 48"/>
                <a:gd name="T57" fmla="*/ 33 h 68"/>
                <a:gd name="T58" fmla="*/ 29 w 48"/>
                <a:gd name="T59" fmla="*/ 35 h 68"/>
                <a:gd name="T60" fmla="*/ 30 w 48"/>
                <a:gd name="T61" fmla="*/ 37 h 68"/>
                <a:gd name="T62" fmla="*/ 23 w 48"/>
                <a:gd name="T63" fmla="*/ 5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 h="68">
                  <a:moveTo>
                    <a:pt x="45" y="12"/>
                  </a:moveTo>
                  <a:cubicBezTo>
                    <a:pt x="47" y="9"/>
                    <a:pt x="47" y="7"/>
                    <a:pt x="47" y="6"/>
                  </a:cubicBezTo>
                  <a:cubicBezTo>
                    <a:pt x="47" y="4"/>
                    <a:pt x="47" y="3"/>
                    <a:pt x="46" y="2"/>
                  </a:cubicBezTo>
                  <a:cubicBezTo>
                    <a:pt x="45" y="1"/>
                    <a:pt x="44" y="0"/>
                    <a:pt x="43" y="0"/>
                  </a:cubicBezTo>
                  <a:cubicBezTo>
                    <a:pt x="42" y="0"/>
                    <a:pt x="41" y="0"/>
                    <a:pt x="40" y="1"/>
                  </a:cubicBezTo>
                  <a:cubicBezTo>
                    <a:pt x="39" y="2"/>
                    <a:pt x="38" y="3"/>
                    <a:pt x="38" y="4"/>
                  </a:cubicBezTo>
                  <a:cubicBezTo>
                    <a:pt x="37" y="6"/>
                    <a:pt x="37" y="8"/>
                    <a:pt x="36" y="12"/>
                  </a:cubicBezTo>
                  <a:cubicBezTo>
                    <a:pt x="35" y="14"/>
                    <a:pt x="34" y="20"/>
                    <a:pt x="32" y="28"/>
                  </a:cubicBezTo>
                  <a:cubicBezTo>
                    <a:pt x="31" y="27"/>
                    <a:pt x="29" y="26"/>
                    <a:pt x="25" y="26"/>
                  </a:cubicBezTo>
                  <a:cubicBezTo>
                    <a:pt x="20" y="26"/>
                    <a:pt x="14" y="29"/>
                    <a:pt x="8" y="36"/>
                  </a:cubicBezTo>
                  <a:cubicBezTo>
                    <a:pt x="3" y="43"/>
                    <a:pt x="0" y="49"/>
                    <a:pt x="0" y="56"/>
                  </a:cubicBezTo>
                  <a:cubicBezTo>
                    <a:pt x="0" y="60"/>
                    <a:pt x="1" y="62"/>
                    <a:pt x="2" y="65"/>
                  </a:cubicBezTo>
                  <a:cubicBezTo>
                    <a:pt x="4" y="67"/>
                    <a:pt x="6" y="68"/>
                    <a:pt x="9" y="68"/>
                  </a:cubicBezTo>
                  <a:cubicBezTo>
                    <a:pt x="16" y="68"/>
                    <a:pt x="23" y="63"/>
                    <a:pt x="30" y="53"/>
                  </a:cubicBezTo>
                  <a:cubicBezTo>
                    <a:pt x="29" y="57"/>
                    <a:pt x="30" y="61"/>
                    <a:pt x="31" y="63"/>
                  </a:cubicBezTo>
                  <a:cubicBezTo>
                    <a:pt x="33" y="66"/>
                    <a:pt x="35" y="68"/>
                    <a:pt x="37" y="68"/>
                  </a:cubicBezTo>
                  <a:cubicBezTo>
                    <a:pt x="39" y="68"/>
                    <a:pt x="42" y="67"/>
                    <a:pt x="44" y="65"/>
                  </a:cubicBezTo>
                  <a:cubicBezTo>
                    <a:pt x="47" y="63"/>
                    <a:pt x="48" y="61"/>
                    <a:pt x="48" y="59"/>
                  </a:cubicBezTo>
                  <a:cubicBezTo>
                    <a:pt x="48" y="58"/>
                    <a:pt x="48" y="57"/>
                    <a:pt x="46" y="57"/>
                  </a:cubicBezTo>
                  <a:cubicBezTo>
                    <a:pt x="46" y="57"/>
                    <a:pt x="45" y="57"/>
                    <a:pt x="44" y="58"/>
                  </a:cubicBezTo>
                  <a:cubicBezTo>
                    <a:pt x="43" y="58"/>
                    <a:pt x="42" y="59"/>
                    <a:pt x="41" y="59"/>
                  </a:cubicBezTo>
                  <a:cubicBezTo>
                    <a:pt x="39" y="59"/>
                    <a:pt x="38" y="57"/>
                    <a:pt x="38" y="52"/>
                  </a:cubicBezTo>
                  <a:cubicBezTo>
                    <a:pt x="38" y="47"/>
                    <a:pt x="39" y="41"/>
                    <a:pt x="40" y="33"/>
                  </a:cubicBezTo>
                  <a:cubicBezTo>
                    <a:pt x="42" y="25"/>
                    <a:pt x="44" y="18"/>
                    <a:pt x="45" y="12"/>
                  </a:cubicBezTo>
                  <a:close/>
                  <a:moveTo>
                    <a:pt x="23" y="51"/>
                  </a:moveTo>
                  <a:cubicBezTo>
                    <a:pt x="19" y="57"/>
                    <a:pt x="15" y="59"/>
                    <a:pt x="12" y="59"/>
                  </a:cubicBezTo>
                  <a:cubicBezTo>
                    <a:pt x="10" y="59"/>
                    <a:pt x="9" y="58"/>
                    <a:pt x="9" y="56"/>
                  </a:cubicBezTo>
                  <a:cubicBezTo>
                    <a:pt x="9" y="51"/>
                    <a:pt x="11" y="46"/>
                    <a:pt x="15" y="41"/>
                  </a:cubicBezTo>
                  <a:cubicBezTo>
                    <a:pt x="18" y="36"/>
                    <a:pt x="22" y="33"/>
                    <a:pt x="25" y="33"/>
                  </a:cubicBezTo>
                  <a:cubicBezTo>
                    <a:pt x="27" y="33"/>
                    <a:pt x="28" y="34"/>
                    <a:pt x="29" y="35"/>
                  </a:cubicBezTo>
                  <a:cubicBezTo>
                    <a:pt x="29" y="35"/>
                    <a:pt x="30" y="36"/>
                    <a:pt x="30" y="37"/>
                  </a:cubicBezTo>
                  <a:cubicBezTo>
                    <a:pt x="30" y="41"/>
                    <a:pt x="28" y="45"/>
                    <a:pt x="23"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20" name="组合 119"/>
          <p:cNvGrpSpPr/>
          <p:nvPr/>
        </p:nvGrpSpPr>
        <p:grpSpPr>
          <a:xfrm>
            <a:off x="4140200" y="2543175"/>
            <a:ext cx="1635125" cy="1744663"/>
            <a:chOff x="4140200" y="2543175"/>
            <a:chExt cx="1635125" cy="1744663"/>
          </a:xfrm>
          <a:solidFill>
            <a:schemeClr val="tx1">
              <a:lumMod val="65000"/>
              <a:lumOff val="35000"/>
            </a:schemeClr>
          </a:solidFill>
        </p:grpSpPr>
        <p:sp>
          <p:nvSpPr>
            <p:cNvPr id="121" name="Freeform 118"/>
            <p:cNvSpPr>
              <a:spLocks noEditPoints="1"/>
            </p:cNvSpPr>
            <p:nvPr/>
          </p:nvSpPr>
          <p:spPr bwMode="auto">
            <a:xfrm>
              <a:off x="4597400" y="2543175"/>
              <a:ext cx="1177925" cy="1290638"/>
            </a:xfrm>
            <a:custGeom>
              <a:avLst/>
              <a:gdLst>
                <a:gd name="T0" fmla="*/ 750 w 750"/>
                <a:gd name="T1" fmla="*/ 411 h 822"/>
                <a:gd name="T2" fmla="*/ 339 w 750"/>
                <a:gd name="T3" fmla="*/ 0 h 822"/>
                <a:gd name="T4" fmla="*/ 0 w 750"/>
                <a:gd name="T5" fmla="*/ 180 h 822"/>
                <a:gd name="T6" fmla="*/ 22 w 750"/>
                <a:gd name="T7" fmla="*/ 219 h 822"/>
                <a:gd name="T8" fmla="*/ 339 w 750"/>
                <a:gd name="T9" fmla="*/ 40 h 822"/>
                <a:gd name="T10" fmla="*/ 710 w 750"/>
                <a:gd name="T11" fmla="*/ 412 h 822"/>
                <a:gd name="T12" fmla="*/ 710 w 750"/>
                <a:gd name="T13" fmla="*/ 422 h 822"/>
                <a:gd name="T14" fmla="*/ 99 w 750"/>
                <a:gd name="T15" fmla="*/ 422 h 822"/>
                <a:gd name="T16" fmla="*/ 137 w 750"/>
                <a:gd name="T17" fmla="*/ 625 h 822"/>
                <a:gd name="T18" fmla="*/ 169 w 750"/>
                <a:gd name="T19" fmla="*/ 643 h 822"/>
                <a:gd name="T20" fmla="*/ 175 w 750"/>
                <a:gd name="T21" fmla="*/ 659 h 822"/>
                <a:gd name="T22" fmla="*/ 139 w 750"/>
                <a:gd name="T23" fmla="*/ 706 h 822"/>
                <a:gd name="T24" fmla="*/ 135 w 750"/>
                <a:gd name="T25" fmla="*/ 708 h 822"/>
                <a:gd name="T26" fmla="*/ 135 w 750"/>
                <a:gd name="T27" fmla="*/ 719 h 822"/>
                <a:gd name="T28" fmla="*/ 116 w 750"/>
                <a:gd name="T29" fmla="*/ 756 h 822"/>
                <a:gd name="T30" fmla="*/ 339 w 750"/>
                <a:gd name="T31" fmla="*/ 822 h 822"/>
                <a:gd name="T32" fmla="*/ 750 w 750"/>
                <a:gd name="T33" fmla="*/ 411 h 822"/>
                <a:gd name="T34" fmla="*/ 274 w 750"/>
                <a:gd name="T35" fmla="*/ 662 h 822"/>
                <a:gd name="T36" fmla="*/ 329 w 750"/>
                <a:gd name="T37" fmla="*/ 679 h 822"/>
                <a:gd name="T38" fmla="*/ 365 w 750"/>
                <a:gd name="T39" fmla="*/ 655 h 822"/>
                <a:gd name="T40" fmla="*/ 336 w 750"/>
                <a:gd name="T41" fmla="*/ 625 h 822"/>
                <a:gd name="T42" fmla="*/ 285 w 750"/>
                <a:gd name="T43" fmla="*/ 565 h 822"/>
                <a:gd name="T44" fmla="*/ 355 w 750"/>
                <a:gd name="T45" fmla="*/ 498 h 822"/>
                <a:gd name="T46" fmla="*/ 361 w 750"/>
                <a:gd name="T47" fmla="*/ 466 h 822"/>
                <a:gd name="T48" fmla="*/ 394 w 750"/>
                <a:gd name="T49" fmla="*/ 466 h 822"/>
                <a:gd name="T50" fmla="*/ 389 w 750"/>
                <a:gd name="T51" fmla="*/ 497 h 822"/>
                <a:gd name="T52" fmla="*/ 433 w 750"/>
                <a:gd name="T53" fmla="*/ 511 h 822"/>
                <a:gd name="T54" fmla="*/ 417 w 750"/>
                <a:gd name="T55" fmla="*/ 548 h 822"/>
                <a:gd name="T56" fmla="*/ 370 w 750"/>
                <a:gd name="T57" fmla="*/ 536 h 822"/>
                <a:gd name="T58" fmla="*/ 339 w 750"/>
                <a:gd name="T59" fmla="*/ 558 h 822"/>
                <a:gd name="T60" fmla="*/ 374 w 750"/>
                <a:gd name="T61" fmla="*/ 588 h 822"/>
                <a:gd name="T62" fmla="*/ 419 w 750"/>
                <a:gd name="T63" fmla="*/ 648 h 822"/>
                <a:gd name="T64" fmla="*/ 345 w 750"/>
                <a:gd name="T65" fmla="*/ 717 h 822"/>
                <a:gd name="T66" fmla="*/ 339 w 750"/>
                <a:gd name="T67" fmla="*/ 750 h 822"/>
                <a:gd name="T68" fmla="*/ 306 w 750"/>
                <a:gd name="T69" fmla="*/ 750 h 822"/>
                <a:gd name="T70" fmla="*/ 313 w 750"/>
                <a:gd name="T71" fmla="*/ 718 h 822"/>
                <a:gd name="T72" fmla="*/ 258 w 750"/>
                <a:gd name="T73" fmla="*/ 700 h 822"/>
                <a:gd name="T74" fmla="*/ 274 w 750"/>
                <a:gd name="T75" fmla="*/ 662 h 8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50" h="822">
                  <a:moveTo>
                    <a:pt x="750" y="411"/>
                  </a:moveTo>
                  <a:cubicBezTo>
                    <a:pt x="750" y="184"/>
                    <a:pt x="566" y="0"/>
                    <a:pt x="339" y="0"/>
                  </a:cubicBezTo>
                  <a:cubicBezTo>
                    <a:pt x="198" y="0"/>
                    <a:pt x="74" y="72"/>
                    <a:pt x="0" y="180"/>
                  </a:cubicBezTo>
                  <a:cubicBezTo>
                    <a:pt x="10" y="191"/>
                    <a:pt x="17" y="205"/>
                    <a:pt x="22" y="219"/>
                  </a:cubicBezTo>
                  <a:cubicBezTo>
                    <a:pt x="87" y="112"/>
                    <a:pt x="205" y="40"/>
                    <a:pt x="339" y="40"/>
                  </a:cubicBezTo>
                  <a:cubicBezTo>
                    <a:pt x="544" y="40"/>
                    <a:pt x="710" y="207"/>
                    <a:pt x="710" y="412"/>
                  </a:cubicBezTo>
                  <a:cubicBezTo>
                    <a:pt x="710" y="415"/>
                    <a:pt x="710" y="418"/>
                    <a:pt x="710" y="422"/>
                  </a:cubicBezTo>
                  <a:cubicBezTo>
                    <a:pt x="99" y="422"/>
                    <a:pt x="99" y="422"/>
                    <a:pt x="99" y="422"/>
                  </a:cubicBezTo>
                  <a:cubicBezTo>
                    <a:pt x="123" y="466"/>
                    <a:pt x="136" y="536"/>
                    <a:pt x="137" y="625"/>
                  </a:cubicBezTo>
                  <a:cubicBezTo>
                    <a:pt x="150" y="629"/>
                    <a:pt x="162" y="636"/>
                    <a:pt x="169" y="643"/>
                  </a:cubicBezTo>
                  <a:cubicBezTo>
                    <a:pt x="174" y="648"/>
                    <a:pt x="176" y="653"/>
                    <a:pt x="175" y="659"/>
                  </a:cubicBezTo>
                  <a:cubicBezTo>
                    <a:pt x="174" y="677"/>
                    <a:pt x="156" y="691"/>
                    <a:pt x="139" y="706"/>
                  </a:cubicBezTo>
                  <a:cubicBezTo>
                    <a:pt x="137" y="707"/>
                    <a:pt x="136" y="708"/>
                    <a:pt x="135" y="708"/>
                  </a:cubicBezTo>
                  <a:cubicBezTo>
                    <a:pt x="135" y="712"/>
                    <a:pt x="135" y="715"/>
                    <a:pt x="135" y="719"/>
                  </a:cubicBezTo>
                  <a:cubicBezTo>
                    <a:pt x="134" y="734"/>
                    <a:pt x="126" y="747"/>
                    <a:pt x="116" y="756"/>
                  </a:cubicBezTo>
                  <a:cubicBezTo>
                    <a:pt x="180" y="798"/>
                    <a:pt x="257" y="822"/>
                    <a:pt x="339" y="822"/>
                  </a:cubicBezTo>
                  <a:cubicBezTo>
                    <a:pt x="566" y="822"/>
                    <a:pt x="750" y="638"/>
                    <a:pt x="750" y="411"/>
                  </a:cubicBezTo>
                  <a:close/>
                  <a:moveTo>
                    <a:pt x="274" y="662"/>
                  </a:moveTo>
                  <a:cubicBezTo>
                    <a:pt x="287" y="672"/>
                    <a:pt x="305" y="679"/>
                    <a:pt x="329" y="679"/>
                  </a:cubicBezTo>
                  <a:cubicBezTo>
                    <a:pt x="350" y="679"/>
                    <a:pt x="365" y="670"/>
                    <a:pt x="365" y="655"/>
                  </a:cubicBezTo>
                  <a:cubicBezTo>
                    <a:pt x="365" y="643"/>
                    <a:pt x="357" y="635"/>
                    <a:pt x="336" y="625"/>
                  </a:cubicBezTo>
                  <a:cubicBezTo>
                    <a:pt x="309" y="611"/>
                    <a:pt x="285" y="593"/>
                    <a:pt x="285" y="565"/>
                  </a:cubicBezTo>
                  <a:cubicBezTo>
                    <a:pt x="285" y="530"/>
                    <a:pt x="313" y="502"/>
                    <a:pt x="355" y="498"/>
                  </a:cubicBezTo>
                  <a:cubicBezTo>
                    <a:pt x="361" y="466"/>
                    <a:pt x="361" y="466"/>
                    <a:pt x="361" y="466"/>
                  </a:cubicBezTo>
                  <a:cubicBezTo>
                    <a:pt x="394" y="466"/>
                    <a:pt x="394" y="466"/>
                    <a:pt x="394" y="466"/>
                  </a:cubicBezTo>
                  <a:cubicBezTo>
                    <a:pt x="389" y="497"/>
                    <a:pt x="389" y="497"/>
                    <a:pt x="389" y="497"/>
                  </a:cubicBezTo>
                  <a:cubicBezTo>
                    <a:pt x="408" y="498"/>
                    <a:pt x="424" y="505"/>
                    <a:pt x="433" y="511"/>
                  </a:cubicBezTo>
                  <a:cubicBezTo>
                    <a:pt x="417" y="548"/>
                    <a:pt x="417" y="548"/>
                    <a:pt x="417" y="548"/>
                  </a:cubicBezTo>
                  <a:cubicBezTo>
                    <a:pt x="409" y="543"/>
                    <a:pt x="393" y="536"/>
                    <a:pt x="370" y="536"/>
                  </a:cubicBezTo>
                  <a:cubicBezTo>
                    <a:pt x="350" y="536"/>
                    <a:pt x="339" y="546"/>
                    <a:pt x="339" y="558"/>
                  </a:cubicBezTo>
                  <a:cubicBezTo>
                    <a:pt x="339" y="568"/>
                    <a:pt x="349" y="576"/>
                    <a:pt x="374" y="588"/>
                  </a:cubicBezTo>
                  <a:cubicBezTo>
                    <a:pt x="401" y="602"/>
                    <a:pt x="419" y="620"/>
                    <a:pt x="419" y="648"/>
                  </a:cubicBezTo>
                  <a:cubicBezTo>
                    <a:pt x="419" y="690"/>
                    <a:pt x="385" y="713"/>
                    <a:pt x="345" y="717"/>
                  </a:cubicBezTo>
                  <a:cubicBezTo>
                    <a:pt x="339" y="750"/>
                    <a:pt x="339" y="750"/>
                    <a:pt x="339" y="750"/>
                  </a:cubicBezTo>
                  <a:cubicBezTo>
                    <a:pt x="306" y="750"/>
                    <a:pt x="306" y="750"/>
                    <a:pt x="306" y="750"/>
                  </a:cubicBezTo>
                  <a:cubicBezTo>
                    <a:pt x="313" y="718"/>
                    <a:pt x="313" y="718"/>
                    <a:pt x="313" y="718"/>
                  </a:cubicBezTo>
                  <a:cubicBezTo>
                    <a:pt x="291" y="717"/>
                    <a:pt x="269" y="708"/>
                    <a:pt x="258" y="700"/>
                  </a:cubicBezTo>
                  <a:lnTo>
                    <a:pt x="274" y="6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119"/>
            <p:cNvSpPr>
              <a:spLocks noEditPoints="1"/>
            </p:cNvSpPr>
            <p:nvPr/>
          </p:nvSpPr>
          <p:spPr bwMode="auto">
            <a:xfrm>
              <a:off x="4781550" y="2879725"/>
              <a:ext cx="166688" cy="182563"/>
            </a:xfrm>
            <a:custGeom>
              <a:avLst/>
              <a:gdLst>
                <a:gd name="T0" fmla="*/ 89 w 106"/>
                <a:gd name="T1" fmla="*/ 108 h 116"/>
                <a:gd name="T2" fmla="*/ 101 w 106"/>
                <a:gd name="T3" fmla="*/ 83 h 116"/>
                <a:gd name="T4" fmla="*/ 94 w 106"/>
                <a:gd name="T5" fmla="*/ 64 h 116"/>
                <a:gd name="T6" fmla="*/ 82 w 106"/>
                <a:gd name="T7" fmla="*/ 57 h 116"/>
                <a:gd name="T8" fmla="*/ 106 w 106"/>
                <a:gd name="T9" fmla="*/ 30 h 116"/>
                <a:gd name="T10" fmla="*/ 91 w 106"/>
                <a:gd name="T11" fmla="*/ 5 h 116"/>
                <a:gd name="T12" fmla="*/ 66 w 106"/>
                <a:gd name="T13" fmla="*/ 0 h 116"/>
                <a:gd name="T14" fmla="*/ 19 w 106"/>
                <a:gd name="T15" fmla="*/ 0 h 116"/>
                <a:gd name="T16" fmla="*/ 0 w 106"/>
                <a:gd name="T17" fmla="*/ 116 h 116"/>
                <a:gd name="T18" fmla="*/ 62 w 106"/>
                <a:gd name="T19" fmla="*/ 116 h 116"/>
                <a:gd name="T20" fmla="*/ 89 w 106"/>
                <a:gd name="T21" fmla="*/ 108 h 116"/>
                <a:gd name="T22" fmla="*/ 48 w 106"/>
                <a:gd name="T23" fmla="*/ 24 h 116"/>
                <a:gd name="T24" fmla="*/ 61 w 106"/>
                <a:gd name="T25" fmla="*/ 24 h 116"/>
                <a:gd name="T26" fmla="*/ 73 w 106"/>
                <a:gd name="T27" fmla="*/ 34 h 116"/>
                <a:gd name="T28" fmla="*/ 67 w 106"/>
                <a:gd name="T29" fmla="*/ 43 h 116"/>
                <a:gd name="T30" fmla="*/ 58 w 106"/>
                <a:gd name="T31" fmla="*/ 44 h 116"/>
                <a:gd name="T32" fmla="*/ 45 w 106"/>
                <a:gd name="T33" fmla="*/ 44 h 116"/>
                <a:gd name="T34" fmla="*/ 48 w 106"/>
                <a:gd name="T35" fmla="*/ 24 h 116"/>
                <a:gd name="T36" fmla="*/ 37 w 106"/>
                <a:gd name="T37" fmla="*/ 88 h 116"/>
                <a:gd name="T38" fmla="*/ 41 w 106"/>
                <a:gd name="T39" fmla="*/ 68 h 116"/>
                <a:gd name="T40" fmla="*/ 55 w 106"/>
                <a:gd name="T41" fmla="*/ 68 h 116"/>
                <a:gd name="T42" fmla="*/ 68 w 106"/>
                <a:gd name="T43" fmla="*/ 78 h 116"/>
                <a:gd name="T44" fmla="*/ 54 w 106"/>
                <a:gd name="T45" fmla="*/ 88 h 116"/>
                <a:gd name="T46" fmla="*/ 37 w 106"/>
                <a:gd name="T47" fmla="*/ 88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6" h="116">
                  <a:moveTo>
                    <a:pt x="89" y="108"/>
                  </a:moveTo>
                  <a:cubicBezTo>
                    <a:pt x="96" y="103"/>
                    <a:pt x="101" y="92"/>
                    <a:pt x="101" y="83"/>
                  </a:cubicBezTo>
                  <a:cubicBezTo>
                    <a:pt x="101" y="75"/>
                    <a:pt x="98" y="69"/>
                    <a:pt x="94" y="64"/>
                  </a:cubicBezTo>
                  <a:cubicBezTo>
                    <a:pt x="91" y="61"/>
                    <a:pt x="88" y="59"/>
                    <a:pt x="82" y="57"/>
                  </a:cubicBezTo>
                  <a:cubicBezTo>
                    <a:pt x="98" y="53"/>
                    <a:pt x="106" y="43"/>
                    <a:pt x="106" y="30"/>
                  </a:cubicBezTo>
                  <a:cubicBezTo>
                    <a:pt x="106" y="19"/>
                    <a:pt x="101" y="9"/>
                    <a:pt x="91" y="5"/>
                  </a:cubicBezTo>
                  <a:cubicBezTo>
                    <a:pt x="85" y="2"/>
                    <a:pt x="78" y="0"/>
                    <a:pt x="66" y="0"/>
                  </a:cubicBezTo>
                  <a:cubicBezTo>
                    <a:pt x="19" y="0"/>
                    <a:pt x="19" y="0"/>
                    <a:pt x="19" y="0"/>
                  </a:cubicBezTo>
                  <a:cubicBezTo>
                    <a:pt x="0" y="116"/>
                    <a:pt x="0" y="116"/>
                    <a:pt x="0" y="116"/>
                  </a:cubicBezTo>
                  <a:cubicBezTo>
                    <a:pt x="62" y="116"/>
                    <a:pt x="62" y="116"/>
                    <a:pt x="62" y="116"/>
                  </a:cubicBezTo>
                  <a:cubicBezTo>
                    <a:pt x="74" y="116"/>
                    <a:pt x="82" y="113"/>
                    <a:pt x="89" y="108"/>
                  </a:cubicBezTo>
                  <a:close/>
                  <a:moveTo>
                    <a:pt x="48" y="24"/>
                  </a:moveTo>
                  <a:cubicBezTo>
                    <a:pt x="61" y="24"/>
                    <a:pt x="61" y="24"/>
                    <a:pt x="61" y="24"/>
                  </a:cubicBezTo>
                  <a:cubicBezTo>
                    <a:pt x="69" y="24"/>
                    <a:pt x="73" y="28"/>
                    <a:pt x="73" y="34"/>
                  </a:cubicBezTo>
                  <a:cubicBezTo>
                    <a:pt x="73" y="38"/>
                    <a:pt x="71" y="41"/>
                    <a:pt x="67" y="43"/>
                  </a:cubicBezTo>
                  <a:cubicBezTo>
                    <a:pt x="65" y="44"/>
                    <a:pt x="63" y="44"/>
                    <a:pt x="58" y="44"/>
                  </a:cubicBezTo>
                  <a:cubicBezTo>
                    <a:pt x="45" y="44"/>
                    <a:pt x="45" y="44"/>
                    <a:pt x="45" y="44"/>
                  </a:cubicBezTo>
                  <a:lnTo>
                    <a:pt x="48" y="24"/>
                  </a:lnTo>
                  <a:close/>
                  <a:moveTo>
                    <a:pt x="37" y="88"/>
                  </a:moveTo>
                  <a:cubicBezTo>
                    <a:pt x="41" y="68"/>
                    <a:pt x="41" y="68"/>
                    <a:pt x="41" y="68"/>
                  </a:cubicBezTo>
                  <a:cubicBezTo>
                    <a:pt x="55" y="68"/>
                    <a:pt x="55" y="68"/>
                    <a:pt x="55" y="68"/>
                  </a:cubicBezTo>
                  <a:cubicBezTo>
                    <a:pt x="63" y="68"/>
                    <a:pt x="68" y="71"/>
                    <a:pt x="68" y="78"/>
                  </a:cubicBezTo>
                  <a:cubicBezTo>
                    <a:pt x="68" y="85"/>
                    <a:pt x="63" y="88"/>
                    <a:pt x="54" y="88"/>
                  </a:cubicBezTo>
                  <a:lnTo>
                    <a:pt x="37" y="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20"/>
            <p:cNvSpPr>
              <a:spLocks noEditPoints="1"/>
            </p:cNvSpPr>
            <p:nvPr/>
          </p:nvSpPr>
          <p:spPr bwMode="auto">
            <a:xfrm>
              <a:off x="4960938" y="2876550"/>
              <a:ext cx="171450" cy="188913"/>
            </a:xfrm>
            <a:custGeom>
              <a:avLst/>
              <a:gdLst>
                <a:gd name="T0" fmla="*/ 50 w 109"/>
                <a:gd name="T1" fmla="*/ 120 h 120"/>
                <a:gd name="T2" fmla="*/ 95 w 109"/>
                <a:gd name="T3" fmla="*/ 96 h 120"/>
                <a:gd name="T4" fmla="*/ 109 w 109"/>
                <a:gd name="T5" fmla="*/ 53 h 120"/>
                <a:gd name="T6" fmla="*/ 60 w 109"/>
                <a:gd name="T7" fmla="*/ 0 h 120"/>
                <a:gd name="T8" fmla="*/ 18 w 109"/>
                <a:gd name="T9" fmla="*/ 18 h 120"/>
                <a:gd name="T10" fmla="*/ 0 w 109"/>
                <a:gd name="T11" fmla="*/ 69 h 120"/>
                <a:gd name="T12" fmla="*/ 50 w 109"/>
                <a:gd name="T13" fmla="*/ 120 h 120"/>
                <a:gd name="T14" fmla="*/ 41 w 109"/>
                <a:gd name="T15" fmla="*/ 44 h 120"/>
                <a:gd name="T16" fmla="*/ 59 w 109"/>
                <a:gd name="T17" fmla="*/ 27 h 120"/>
                <a:gd name="T18" fmla="*/ 73 w 109"/>
                <a:gd name="T19" fmla="*/ 45 h 120"/>
                <a:gd name="T20" fmla="*/ 68 w 109"/>
                <a:gd name="T21" fmla="*/ 74 h 120"/>
                <a:gd name="T22" fmla="*/ 50 w 109"/>
                <a:gd name="T23" fmla="*/ 93 h 120"/>
                <a:gd name="T24" fmla="*/ 36 w 109"/>
                <a:gd name="T25" fmla="*/ 76 h 120"/>
                <a:gd name="T26" fmla="*/ 41 w 109"/>
                <a:gd name="T27" fmla="*/ 44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9" h="120">
                  <a:moveTo>
                    <a:pt x="50" y="120"/>
                  </a:moveTo>
                  <a:cubicBezTo>
                    <a:pt x="69" y="120"/>
                    <a:pt x="85" y="111"/>
                    <a:pt x="95" y="96"/>
                  </a:cubicBezTo>
                  <a:cubicBezTo>
                    <a:pt x="104" y="84"/>
                    <a:pt x="109" y="67"/>
                    <a:pt x="109" y="53"/>
                  </a:cubicBezTo>
                  <a:cubicBezTo>
                    <a:pt x="109" y="21"/>
                    <a:pt x="89" y="0"/>
                    <a:pt x="60" y="0"/>
                  </a:cubicBezTo>
                  <a:cubicBezTo>
                    <a:pt x="44" y="0"/>
                    <a:pt x="28" y="7"/>
                    <a:pt x="18" y="18"/>
                  </a:cubicBezTo>
                  <a:cubicBezTo>
                    <a:pt x="7" y="31"/>
                    <a:pt x="0" y="50"/>
                    <a:pt x="0" y="69"/>
                  </a:cubicBezTo>
                  <a:cubicBezTo>
                    <a:pt x="0" y="99"/>
                    <a:pt x="20" y="120"/>
                    <a:pt x="50" y="120"/>
                  </a:cubicBezTo>
                  <a:close/>
                  <a:moveTo>
                    <a:pt x="41" y="44"/>
                  </a:moveTo>
                  <a:cubicBezTo>
                    <a:pt x="44" y="33"/>
                    <a:pt x="50" y="27"/>
                    <a:pt x="59" y="27"/>
                  </a:cubicBezTo>
                  <a:cubicBezTo>
                    <a:pt x="68" y="27"/>
                    <a:pt x="73" y="33"/>
                    <a:pt x="73" y="45"/>
                  </a:cubicBezTo>
                  <a:cubicBezTo>
                    <a:pt x="73" y="50"/>
                    <a:pt x="71" y="64"/>
                    <a:pt x="68" y="74"/>
                  </a:cubicBezTo>
                  <a:cubicBezTo>
                    <a:pt x="65" y="87"/>
                    <a:pt x="59" y="93"/>
                    <a:pt x="50" y="93"/>
                  </a:cubicBezTo>
                  <a:cubicBezTo>
                    <a:pt x="40" y="93"/>
                    <a:pt x="36" y="88"/>
                    <a:pt x="36" y="76"/>
                  </a:cubicBezTo>
                  <a:cubicBezTo>
                    <a:pt x="36" y="68"/>
                    <a:pt x="38" y="54"/>
                    <a:pt x="41"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121"/>
            <p:cNvSpPr>
              <a:spLocks/>
            </p:cNvSpPr>
            <p:nvPr/>
          </p:nvSpPr>
          <p:spPr bwMode="auto">
            <a:xfrm>
              <a:off x="5138738" y="2879725"/>
              <a:ext cx="182563" cy="182563"/>
            </a:xfrm>
            <a:custGeom>
              <a:avLst/>
              <a:gdLst>
                <a:gd name="T0" fmla="*/ 37 w 116"/>
                <a:gd name="T1" fmla="*/ 60 h 116"/>
                <a:gd name="T2" fmla="*/ 39 w 116"/>
                <a:gd name="T3" fmla="*/ 48 h 116"/>
                <a:gd name="T4" fmla="*/ 39 w 116"/>
                <a:gd name="T5" fmla="*/ 43 h 116"/>
                <a:gd name="T6" fmla="*/ 50 w 116"/>
                <a:gd name="T7" fmla="*/ 72 h 116"/>
                <a:gd name="T8" fmla="*/ 71 w 116"/>
                <a:gd name="T9" fmla="*/ 116 h 116"/>
                <a:gd name="T10" fmla="*/ 97 w 116"/>
                <a:gd name="T11" fmla="*/ 116 h 116"/>
                <a:gd name="T12" fmla="*/ 116 w 116"/>
                <a:gd name="T13" fmla="*/ 0 h 116"/>
                <a:gd name="T14" fmla="*/ 89 w 116"/>
                <a:gd name="T15" fmla="*/ 0 h 116"/>
                <a:gd name="T16" fmla="*/ 81 w 116"/>
                <a:gd name="T17" fmla="*/ 44 h 116"/>
                <a:gd name="T18" fmla="*/ 79 w 116"/>
                <a:gd name="T19" fmla="*/ 62 h 116"/>
                <a:gd name="T20" fmla="*/ 79 w 116"/>
                <a:gd name="T21" fmla="*/ 68 h 116"/>
                <a:gd name="T22" fmla="*/ 62 w 116"/>
                <a:gd name="T23" fmla="*/ 27 h 116"/>
                <a:gd name="T24" fmla="*/ 50 w 116"/>
                <a:gd name="T25" fmla="*/ 0 h 116"/>
                <a:gd name="T26" fmla="*/ 19 w 116"/>
                <a:gd name="T27" fmla="*/ 0 h 116"/>
                <a:gd name="T28" fmla="*/ 0 w 116"/>
                <a:gd name="T29" fmla="*/ 116 h 116"/>
                <a:gd name="T30" fmla="*/ 28 w 116"/>
                <a:gd name="T31" fmla="*/ 116 h 116"/>
                <a:gd name="T32" fmla="*/ 37 w 116"/>
                <a:gd name="T33" fmla="*/ 6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6" h="116">
                  <a:moveTo>
                    <a:pt x="37" y="60"/>
                  </a:moveTo>
                  <a:cubicBezTo>
                    <a:pt x="38" y="55"/>
                    <a:pt x="39" y="50"/>
                    <a:pt x="39" y="48"/>
                  </a:cubicBezTo>
                  <a:cubicBezTo>
                    <a:pt x="39" y="43"/>
                    <a:pt x="39" y="43"/>
                    <a:pt x="39" y="43"/>
                  </a:cubicBezTo>
                  <a:cubicBezTo>
                    <a:pt x="40" y="50"/>
                    <a:pt x="44" y="60"/>
                    <a:pt x="50" y="72"/>
                  </a:cubicBezTo>
                  <a:cubicBezTo>
                    <a:pt x="71" y="116"/>
                    <a:pt x="71" y="116"/>
                    <a:pt x="71" y="116"/>
                  </a:cubicBezTo>
                  <a:cubicBezTo>
                    <a:pt x="97" y="116"/>
                    <a:pt x="97" y="116"/>
                    <a:pt x="97" y="116"/>
                  </a:cubicBezTo>
                  <a:cubicBezTo>
                    <a:pt x="116" y="0"/>
                    <a:pt x="116" y="0"/>
                    <a:pt x="116" y="0"/>
                  </a:cubicBezTo>
                  <a:cubicBezTo>
                    <a:pt x="89" y="0"/>
                    <a:pt x="89" y="0"/>
                    <a:pt x="89" y="0"/>
                  </a:cubicBezTo>
                  <a:cubicBezTo>
                    <a:pt x="81" y="44"/>
                    <a:pt x="81" y="44"/>
                    <a:pt x="81" y="44"/>
                  </a:cubicBezTo>
                  <a:cubicBezTo>
                    <a:pt x="80" y="51"/>
                    <a:pt x="79" y="60"/>
                    <a:pt x="79" y="62"/>
                  </a:cubicBezTo>
                  <a:cubicBezTo>
                    <a:pt x="79" y="64"/>
                    <a:pt x="79" y="66"/>
                    <a:pt x="79" y="68"/>
                  </a:cubicBezTo>
                  <a:cubicBezTo>
                    <a:pt x="77" y="60"/>
                    <a:pt x="71" y="45"/>
                    <a:pt x="62" y="27"/>
                  </a:cubicBezTo>
                  <a:cubicBezTo>
                    <a:pt x="50" y="0"/>
                    <a:pt x="50" y="0"/>
                    <a:pt x="50" y="0"/>
                  </a:cubicBezTo>
                  <a:cubicBezTo>
                    <a:pt x="19" y="0"/>
                    <a:pt x="19" y="0"/>
                    <a:pt x="19" y="0"/>
                  </a:cubicBezTo>
                  <a:cubicBezTo>
                    <a:pt x="0" y="116"/>
                    <a:pt x="0" y="116"/>
                    <a:pt x="0" y="116"/>
                  </a:cubicBezTo>
                  <a:cubicBezTo>
                    <a:pt x="28" y="116"/>
                    <a:pt x="28" y="116"/>
                    <a:pt x="28" y="116"/>
                  </a:cubicBezTo>
                  <a:lnTo>
                    <a:pt x="37"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122"/>
            <p:cNvSpPr>
              <a:spLocks noEditPoints="1"/>
            </p:cNvSpPr>
            <p:nvPr/>
          </p:nvSpPr>
          <p:spPr bwMode="auto">
            <a:xfrm>
              <a:off x="5321300" y="2879725"/>
              <a:ext cx="176213" cy="182563"/>
            </a:xfrm>
            <a:custGeom>
              <a:avLst/>
              <a:gdLst>
                <a:gd name="T0" fmla="*/ 86 w 112"/>
                <a:gd name="T1" fmla="*/ 107 h 116"/>
                <a:gd name="T2" fmla="*/ 112 w 112"/>
                <a:gd name="T3" fmla="*/ 52 h 116"/>
                <a:gd name="T4" fmla="*/ 98 w 112"/>
                <a:gd name="T5" fmla="*/ 13 h 116"/>
                <a:gd name="T6" fmla="*/ 57 w 112"/>
                <a:gd name="T7" fmla="*/ 0 h 116"/>
                <a:gd name="T8" fmla="*/ 20 w 112"/>
                <a:gd name="T9" fmla="*/ 0 h 116"/>
                <a:gd name="T10" fmla="*/ 0 w 112"/>
                <a:gd name="T11" fmla="*/ 116 h 116"/>
                <a:gd name="T12" fmla="*/ 42 w 112"/>
                <a:gd name="T13" fmla="*/ 116 h 116"/>
                <a:gd name="T14" fmla="*/ 86 w 112"/>
                <a:gd name="T15" fmla="*/ 107 h 116"/>
                <a:gd name="T16" fmla="*/ 49 w 112"/>
                <a:gd name="T17" fmla="*/ 24 h 116"/>
                <a:gd name="T18" fmla="*/ 59 w 112"/>
                <a:gd name="T19" fmla="*/ 24 h 116"/>
                <a:gd name="T20" fmla="*/ 78 w 112"/>
                <a:gd name="T21" fmla="*/ 50 h 116"/>
                <a:gd name="T22" fmla="*/ 68 w 112"/>
                <a:gd name="T23" fmla="*/ 82 h 116"/>
                <a:gd name="T24" fmla="*/ 46 w 112"/>
                <a:gd name="T25" fmla="*/ 88 h 116"/>
                <a:gd name="T26" fmla="*/ 39 w 112"/>
                <a:gd name="T27" fmla="*/ 88 h 116"/>
                <a:gd name="T28" fmla="*/ 49 w 112"/>
                <a:gd name="T29" fmla="*/ 24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2" h="116">
                  <a:moveTo>
                    <a:pt x="86" y="107"/>
                  </a:moveTo>
                  <a:cubicBezTo>
                    <a:pt x="103" y="96"/>
                    <a:pt x="112" y="76"/>
                    <a:pt x="112" y="52"/>
                  </a:cubicBezTo>
                  <a:cubicBezTo>
                    <a:pt x="112" y="36"/>
                    <a:pt x="107" y="22"/>
                    <a:pt x="98" y="13"/>
                  </a:cubicBezTo>
                  <a:cubicBezTo>
                    <a:pt x="88" y="4"/>
                    <a:pt x="78" y="0"/>
                    <a:pt x="57" y="0"/>
                  </a:cubicBezTo>
                  <a:cubicBezTo>
                    <a:pt x="20" y="0"/>
                    <a:pt x="20" y="0"/>
                    <a:pt x="20" y="0"/>
                  </a:cubicBezTo>
                  <a:cubicBezTo>
                    <a:pt x="0" y="116"/>
                    <a:pt x="0" y="116"/>
                    <a:pt x="0" y="116"/>
                  </a:cubicBezTo>
                  <a:cubicBezTo>
                    <a:pt x="42" y="116"/>
                    <a:pt x="42" y="116"/>
                    <a:pt x="42" y="116"/>
                  </a:cubicBezTo>
                  <a:cubicBezTo>
                    <a:pt x="67" y="116"/>
                    <a:pt x="75" y="114"/>
                    <a:pt x="86" y="107"/>
                  </a:cubicBezTo>
                  <a:close/>
                  <a:moveTo>
                    <a:pt x="49" y="24"/>
                  </a:moveTo>
                  <a:cubicBezTo>
                    <a:pt x="59" y="24"/>
                    <a:pt x="59" y="24"/>
                    <a:pt x="59" y="24"/>
                  </a:cubicBezTo>
                  <a:cubicBezTo>
                    <a:pt x="72" y="24"/>
                    <a:pt x="78" y="34"/>
                    <a:pt x="78" y="50"/>
                  </a:cubicBezTo>
                  <a:cubicBezTo>
                    <a:pt x="78" y="63"/>
                    <a:pt x="74" y="75"/>
                    <a:pt x="68" y="82"/>
                  </a:cubicBezTo>
                  <a:cubicBezTo>
                    <a:pt x="63" y="86"/>
                    <a:pt x="57" y="88"/>
                    <a:pt x="46" y="88"/>
                  </a:cubicBezTo>
                  <a:cubicBezTo>
                    <a:pt x="39" y="88"/>
                    <a:pt x="39" y="88"/>
                    <a:pt x="39" y="88"/>
                  </a:cubicBezTo>
                  <a:lnTo>
                    <a:pt x="49"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123"/>
            <p:cNvSpPr>
              <a:spLocks/>
            </p:cNvSpPr>
            <p:nvPr/>
          </p:nvSpPr>
          <p:spPr bwMode="auto">
            <a:xfrm>
              <a:off x="4140200" y="3117850"/>
              <a:ext cx="652463" cy="1169988"/>
            </a:xfrm>
            <a:custGeom>
              <a:avLst/>
              <a:gdLst>
                <a:gd name="T0" fmla="*/ 190 w 416"/>
                <a:gd name="T1" fmla="*/ 693 h 745"/>
                <a:gd name="T2" fmla="*/ 200 w 416"/>
                <a:gd name="T3" fmla="*/ 682 h 745"/>
                <a:gd name="T4" fmla="*/ 200 w 416"/>
                <a:gd name="T5" fmla="*/ 667 h 745"/>
                <a:gd name="T6" fmla="*/ 200 w 416"/>
                <a:gd name="T7" fmla="*/ 522 h 745"/>
                <a:gd name="T8" fmla="*/ 200 w 416"/>
                <a:gd name="T9" fmla="*/ 354 h 745"/>
                <a:gd name="T10" fmla="*/ 200 w 416"/>
                <a:gd name="T11" fmla="*/ 336 h 745"/>
                <a:gd name="T12" fmla="*/ 216 w 416"/>
                <a:gd name="T13" fmla="*/ 336 h 745"/>
                <a:gd name="T14" fmla="*/ 216 w 416"/>
                <a:gd name="T15" fmla="*/ 354 h 745"/>
                <a:gd name="T16" fmla="*/ 216 w 416"/>
                <a:gd name="T17" fmla="*/ 491 h 745"/>
                <a:gd name="T18" fmla="*/ 277 w 416"/>
                <a:gd name="T19" fmla="*/ 433 h 745"/>
                <a:gd name="T20" fmla="*/ 296 w 416"/>
                <a:gd name="T21" fmla="*/ 418 h 745"/>
                <a:gd name="T22" fmla="*/ 316 w 416"/>
                <a:gd name="T23" fmla="*/ 403 h 745"/>
                <a:gd name="T24" fmla="*/ 316 w 416"/>
                <a:gd name="T25" fmla="*/ 344 h 745"/>
                <a:gd name="T26" fmla="*/ 316 w 416"/>
                <a:gd name="T27" fmla="*/ 341 h 745"/>
                <a:gd name="T28" fmla="*/ 301 w 416"/>
                <a:gd name="T29" fmla="*/ 330 h 745"/>
                <a:gd name="T30" fmla="*/ 254 w 416"/>
                <a:gd name="T31" fmla="*/ 282 h 745"/>
                <a:gd name="T32" fmla="*/ 258 w 416"/>
                <a:gd name="T33" fmla="*/ 268 h 745"/>
                <a:gd name="T34" fmla="*/ 279 w 416"/>
                <a:gd name="T35" fmla="*/ 260 h 745"/>
                <a:gd name="T36" fmla="*/ 316 w 416"/>
                <a:gd name="T37" fmla="*/ 267 h 745"/>
                <a:gd name="T38" fmla="*/ 316 w 416"/>
                <a:gd name="T39" fmla="*/ 228 h 745"/>
                <a:gd name="T40" fmla="*/ 316 w 416"/>
                <a:gd name="T41" fmla="*/ 95 h 745"/>
                <a:gd name="T42" fmla="*/ 342 w 416"/>
                <a:gd name="T43" fmla="*/ 348 h 745"/>
                <a:gd name="T44" fmla="*/ 372 w 416"/>
                <a:gd name="T45" fmla="*/ 382 h 745"/>
                <a:gd name="T46" fmla="*/ 374 w 416"/>
                <a:gd name="T47" fmla="*/ 382 h 745"/>
                <a:gd name="T48" fmla="*/ 406 w 416"/>
                <a:gd name="T49" fmla="*/ 352 h 745"/>
                <a:gd name="T50" fmla="*/ 343 w 416"/>
                <a:gd name="T51" fmla="*/ 24 h 745"/>
                <a:gd name="T52" fmla="*/ 287 w 416"/>
                <a:gd name="T53" fmla="*/ 0 h 745"/>
                <a:gd name="T54" fmla="*/ 285 w 416"/>
                <a:gd name="T55" fmla="*/ 0 h 745"/>
                <a:gd name="T56" fmla="*/ 131 w 416"/>
                <a:gd name="T57" fmla="*/ 0 h 745"/>
                <a:gd name="T58" fmla="*/ 129 w 416"/>
                <a:gd name="T59" fmla="*/ 0 h 745"/>
                <a:gd name="T60" fmla="*/ 82 w 416"/>
                <a:gd name="T61" fmla="*/ 17 h 745"/>
                <a:gd name="T62" fmla="*/ 73 w 416"/>
                <a:gd name="T63" fmla="*/ 24 h 745"/>
                <a:gd name="T64" fmla="*/ 10 w 416"/>
                <a:gd name="T65" fmla="*/ 352 h 745"/>
                <a:gd name="T66" fmla="*/ 42 w 416"/>
                <a:gd name="T67" fmla="*/ 382 h 745"/>
                <a:gd name="T68" fmla="*/ 44 w 416"/>
                <a:gd name="T69" fmla="*/ 382 h 745"/>
                <a:gd name="T70" fmla="*/ 74 w 416"/>
                <a:gd name="T71" fmla="*/ 348 h 745"/>
                <a:gd name="T72" fmla="*/ 80 w 416"/>
                <a:gd name="T73" fmla="*/ 165 h 745"/>
                <a:gd name="T74" fmla="*/ 100 w 416"/>
                <a:gd name="T75" fmla="*/ 95 h 745"/>
                <a:gd name="T76" fmla="*/ 100 w 416"/>
                <a:gd name="T77" fmla="*/ 228 h 745"/>
                <a:gd name="T78" fmla="*/ 100 w 416"/>
                <a:gd name="T79" fmla="*/ 304 h 745"/>
                <a:gd name="T80" fmla="*/ 100 w 416"/>
                <a:gd name="T81" fmla="*/ 344 h 745"/>
                <a:gd name="T82" fmla="*/ 100 w 416"/>
                <a:gd name="T83" fmla="*/ 696 h 745"/>
                <a:gd name="T84" fmla="*/ 149 w 416"/>
                <a:gd name="T85" fmla="*/ 745 h 745"/>
                <a:gd name="T86" fmla="*/ 187 w 416"/>
                <a:gd name="T87" fmla="*/ 728 h 745"/>
                <a:gd name="T88" fmla="*/ 190 w 416"/>
                <a:gd name="T89" fmla="*/ 693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16" h="745">
                  <a:moveTo>
                    <a:pt x="190" y="693"/>
                  </a:moveTo>
                  <a:cubicBezTo>
                    <a:pt x="200" y="682"/>
                    <a:pt x="200" y="682"/>
                    <a:pt x="200" y="682"/>
                  </a:cubicBezTo>
                  <a:cubicBezTo>
                    <a:pt x="200" y="667"/>
                    <a:pt x="200" y="667"/>
                    <a:pt x="200" y="667"/>
                  </a:cubicBezTo>
                  <a:cubicBezTo>
                    <a:pt x="192" y="629"/>
                    <a:pt x="184" y="559"/>
                    <a:pt x="200" y="522"/>
                  </a:cubicBezTo>
                  <a:cubicBezTo>
                    <a:pt x="200" y="354"/>
                    <a:pt x="200" y="354"/>
                    <a:pt x="200" y="354"/>
                  </a:cubicBezTo>
                  <a:cubicBezTo>
                    <a:pt x="200" y="336"/>
                    <a:pt x="200" y="336"/>
                    <a:pt x="200" y="336"/>
                  </a:cubicBezTo>
                  <a:cubicBezTo>
                    <a:pt x="216" y="336"/>
                    <a:pt x="216" y="336"/>
                    <a:pt x="216" y="336"/>
                  </a:cubicBezTo>
                  <a:cubicBezTo>
                    <a:pt x="216" y="354"/>
                    <a:pt x="216" y="354"/>
                    <a:pt x="216" y="354"/>
                  </a:cubicBezTo>
                  <a:cubicBezTo>
                    <a:pt x="216" y="491"/>
                    <a:pt x="216" y="491"/>
                    <a:pt x="216" y="491"/>
                  </a:cubicBezTo>
                  <a:cubicBezTo>
                    <a:pt x="236" y="467"/>
                    <a:pt x="257" y="449"/>
                    <a:pt x="277" y="433"/>
                  </a:cubicBezTo>
                  <a:cubicBezTo>
                    <a:pt x="283" y="428"/>
                    <a:pt x="290" y="423"/>
                    <a:pt x="296" y="418"/>
                  </a:cubicBezTo>
                  <a:cubicBezTo>
                    <a:pt x="303" y="412"/>
                    <a:pt x="308" y="407"/>
                    <a:pt x="316" y="403"/>
                  </a:cubicBezTo>
                  <a:cubicBezTo>
                    <a:pt x="316" y="344"/>
                    <a:pt x="316" y="344"/>
                    <a:pt x="316" y="344"/>
                  </a:cubicBezTo>
                  <a:cubicBezTo>
                    <a:pt x="316" y="341"/>
                    <a:pt x="316" y="341"/>
                    <a:pt x="316" y="341"/>
                  </a:cubicBezTo>
                  <a:cubicBezTo>
                    <a:pt x="312" y="337"/>
                    <a:pt x="306" y="333"/>
                    <a:pt x="301" y="330"/>
                  </a:cubicBezTo>
                  <a:cubicBezTo>
                    <a:pt x="273" y="310"/>
                    <a:pt x="256" y="297"/>
                    <a:pt x="254" y="282"/>
                  </a:cubicBezTo>
                  <a:cubicBezTo>
                    <a:pt x="254" y="277"/>
                    <a:pt x="255" y="272"/>
                    <a:pt x="258" y="268"/>
                  </a:cubicBezTo>
                  <a:cubicBezTo>
                    <a:pt x="263" y="263"/>
                    <a:pt x="270" y="260"/>
                    <a:pt x="279" y="260"/>
                  </a:cubicBezTo>
                  <a:cubicBezTo>
                    <a:pt x="289" y="260"/>
                    <a:pt x="304" y="264"/>
                    <a:pt x="316" y="267"/>
                  </a:cubicBezTo>
                  <a:cubicBezTo>
                    <a:pt x="316" y="228"/>
                    <a:pt x="316" y="228"/>
                    <a:pt x="316" y="228"/>
                  </a:cubicBezTo>
                  <a:cubicBezTo>
                    <a:pt x="316" y="95"/>
                    <a:pt x="316" y="95"/>
                    <a:pt x="316" y="95"/>
                  </a:cubicBezTo>
                  <a:cubicBezTo>
                    <a:pt x="336" y="133"/>
                    <a:pt x="350" y="208"/>
                    <a:pt x="342" y="348"/>
                  </a:cubicBezTo>
                  <a:cubicBezTo>
                    <a:pt x="341" y="366"/>
                    <a:pt x="354" y="381"/>
                    <a:pt x="372" y="382"/>
                  </a:cubicBezTo>
                  <a:cubicBezTo>
                    <a:pt x="372" y="382"/>
                    <a:pt x="373" y="382"/>
                    <a:pt x="374" y="382"/>
                  </a:cubicBezTo>
                  <a:cubicBezTo>
                    <a:pt x="391" y="382"/>
                    <a:pt x="405" y="369"/>
                    <a:pt x="406" y="352"/>
                  </a:cubicBezTo>
                  <a:cubicBezTo>
                    <a:pt x="416" y="183"/>
                    <a:pt x="394" y="73"/>
                    <a:pt x="343" y="24"/>
                  </a:cubicBezTo>
                  <a:cubicBezTo>
                    <a:pt x="320" y="3"/>
                    <a:pt x="298" y="0"/>
                    <a:pt x="287" y="0"/>
                  </a:cubicBezTo>
                  <a:cubicBezTo>
                    <a:pt x="287" y="0"/>
                    <a:pt x="286" y="0"/>
                    <a:pt x="285" y="0"/>
                  </a:cubicBezTo>
                  <a:cubicBezTo>
                    <a:pt x="131" y="0"/>
                    <a:pt x="131" y="0"/>
                    <a:pt x="131" y="0"/>
                  </a:cubicBezTo>
                  <a:cubicBezTo>
                    <a:pt x="130" y="0"/>
                    <a:pt x="129" y="0"/>
                    <a:pt x="129" y="0"/>
                  </a:cubicBezTo>
                  <a:cubicBezTo>
                    <a:pt x="119" y="0"/>
                    <a:pt x="101" y="2"/>
                    <a:pt x="82" y="17"/>
                  </a:cubicBezTo>
                  <a:cubicBezTo>
                    <a:pt x="79" y="19"/>
                    <a:pt x="76" y="22"/>
                    <a:pt x="73" y="24"/>
                  </a:cubicBezTo>
                  <a:cubicBezTo>
                    <a:pt x="22" y="73"/>
                    <a:pt x="0" y="183"/>
                    <a:pt x="10" y="352"/>
                  </a:cubicBezTo>
                  <a:cubicBezTo>
                    <a:pt x="11" y="369"/>
                    <a:pt x="25" y="382"/>
                    <a:pt x="42" y="382"/>
                  </a:cubicBezTo>
                  <a:cubicBezTo>
                    <a:pt x="43" y="382"/>
                    <a:pt x="44" y="382"/>
                    <a:pt x="44" y="382"/>
                  </a:cubicBezTo>
                  <a:cubicBezTo>
                    <a:pt x="62" y="381"/>
                    <a:pt x="75" y="366"/>
                    <a:pt x="74" y="348"/>
                  </a:cubicBezTo>
                  <a:cubicBezTo>
                    <a:pt x="69" y="267"/>
                    <a:pt x="73" y="208"/>
                    <a:pt x="80" y="165"/>
                  </a:cubicBezTo>
                  <a:cubicBezTo>
                    <a:pt x="85" y="134"/>
                    <a:pt x="92" y="111"/>
                    <a:pt x="100" y="95"/>
                  </a:cubicBezTo>
                  <a:cubicBezTo>
                    <a:pt x="100" y="228"/>
                    <a:pt x="100" y="228"/>
                    <a:pt x="100" y="228"/>
                  </a:cubicBezTo>
                  <a:cubicBezTo>
                    <a:pt x="100" y="304"/>
                    <a:pt x="100" y="304"/>
                    <a:pt x="100" y="304"/>
                  </a:cubicBezTo>
                  <a:cubicBezTo>
                    <a:pt x="100" y="344"/>
                    <a:pt x="100" y="344"/>
                    <a:pt x="100" y="344"/>
                  </a:cubicBezTo>
                  <a:cubicBezTo>
                    <a:pt x="100" y="696"/>
                    <a:pt x="100" y="696"/>
                    <a:pt x="100" y="696"/>
                  </a:cubicBezTo>
                  <a:cubicBezTo>
                    <a:pt x="100" y="723"/>
                    <a:pt x="122" y="745"/>
                    <a:pt x="149" y="745"/>
                  </a:cubicBezTo>
                  <a:cubicBezTo>
                    <a:pt x="164" y="745"/>
                    <a:pt x="178" y="738"/>
                    <a:pt x="187" y="728"/>
                  </a:cubicBezTo>
                  <a:cubicBezTo>
                    <a:pt x="181" y="717"/>
                    <a:pt x="182" y="703"/>
                    <a:pt x="190" y="6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124"/>
            <p:cNvSpPr>
              <a:spLocks/>
            </p:cNvSpPr>
            <p:nvPr/>
          </p:nvSpPr>
          <p:spPr bwMode="auto">
            <a:xfrm>
              <a:off x="4510088" y="4252913"/>
              <a:ext cx="85725" cy="34925"/>
            </a:xfrm>
            <a:custGeom>
              <a:avLst/>
              <a:gdLst>
                <a:gd name="T0" fmla="*/ 1 w 54"/>
                <a:gd name="T1" fmla="*/ 11 h 23"/>
                <a:gd name="T2" fmla="*/ 0 w 54"/>
                <a:gd name="T3" fmla="*/ 12 h 23"/>
                <a:gd name="T4" fmla="*/ 31 w 54"/>
                <a:gd name="T5" fmla="*/ 23 h 23"/>
                <a:gd name="T6" fmla="*/ 54 w 54"/>
                <a:gd name="T7" fmla="*/ 17 h 23"/>
                <a:gd name="T8" fmla="*/ 10 w 54"/>
                <a:gd name="T9" fmla="*/ 0 h 23"/>
                <a:gd name="T10" fmla="*/ 1 w 54"/>
                <a:gd name="T11" fmla="*/ 11 h 23"/>
              </a:gdLst>
              <a:ahLst/>
              <a:cxnLst>
                <a:cxn ang="0">
                  <a:pos x="T0" y="T1"/>
                </a:cxn>
                <a:cxn ang="0">
                  <a:pos x="T2" y="T3"/>
                </a:cxn>
                <a:cxn ang="0">
                  <a:pos x="T4" y="T5"/>
                </a:cxn>
                <a:cxn ang="0">
                  <a:pos x="T6" y="T7"/>
                </a:cxn>
                <a:cxn ang="0">
                  <a:pos x="T8" y="T9"/>
                </a:cxn>
                <a:cxn ang="0">
                  <a:pos x="T10" y="T11"/>
                </a:cxn>
              </a:cxnLst>
              <a:rect l="0" t="0" r="r" b="b"/>
              <a:pathLst>
                <a:path w="54" h="23">
                  <a:moveTo>
                    <a:pt x="1" y="11"/>
                  </a:moveTo>
                  <a:cubicBezTo>
                    <a:pt x="1" y="11"/>
                    <a:pt x="0" y="12"/>
                    <a:pt x="0" y="12"/>
                  </a:cubicBezTo>
                  <a:cubicBezTo>
                    <a:pt x="8" y="19"/>
                    <a:pt x="19" y="23"/>
                    <a:pt x="31" y="23"/>
                  </a:cubicBezTo>
                  <a:cubicBezTo>
                    <a:pt x="39" y="23"/>
                    <a:pt x="47" y="21"/>
                    <a:pt x="54" y="17"/>
                  </a:cubicBezTo>
                  <a:cubicBezTo>
                    <a:pt x="36" y="12"/>
                    <a:pt x="21" y="6"/>
                    <a:pt x="10" y="0"/>
                  </a:cubicBezTo>
                  <a:lnTo>
                    <a:pt x="1"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Oval 125"/>
            <p:cNvSpPr>
              <a:spLocks noChangeArrowheads="1"/>
            </p:cNvSpPr>
            <p:nvPr/>
          </p:nvSpPr>
          <p:spPr bwMode="auto">
            <a:xfrm>
              <a:off x="4324350" y="2797175"/>
              <a:ext cx="284163" cy="2825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126"/>
            <p:cNvSpPr>
              <a:spLocks noEditPoints="1"/>
            </p:cNvSpPr>
            <p:nvPr/>
          </p:nvSpPr>
          <p:spPr bwMode="auto">
            <a:xfrm>
              <a:off x="4437063" y="3724275"/>
              <a:ext cx="595313" cy="557213"/>
            </a:xfrm>
            <a:custGeom>
              <a:avLst/>
              <a:gdLst>
                <a:gd name="T0" fmla="*/ 199 w 379"/>
                <a:gd name="T1" fmla="*/ 3 h 354"/>
                <a:gd name="T2" fmla="*/ 185 w 379"/>
                <a:gd name="T3" fmla="*/ 5 h 354"/>
                <a:gd name="T4" fmla="*/ 182 w 379"/>
                <a:gd name="T5" fmla="*/ 5 h 354"/>
                <a:gd name="T6" fmla="*/ 165 w 379"/>
                <a:gd name="T7" fmla="*/ 0 h 354"/>
                <a:gd name="T8" fmla="*/ 114 w 379"/>
                <a:gd name="T9" fmla="*/ 40 h 354"/>
                <a:gd name="T10" fmla="*/ 21 w 379"/>
                <a:gd name="T11" fmla="*/ 136 h 354"/>
                <a:gd name="T12" fmla="*/ 23 w 379"/>
                <a:gd name="T13" fmla="*/ 296 h 354"/>
                <a:gd name="T14" fmla="*/ 8 w 379"/>
                <a:gd name="T15" fmla="*/ 314 h 354"/>
                <a:gd name="T16" fmla="*/ 11 w 379"/>
                <a:gd name="T17" fmla="*/ 343 h 354"/>
                <a:gd name="T18" fmla="*/ 40 w 379"/>
                <a:gd name="T19" fmla="*/ 340 h 354"/>
                <a:gd name="T20" fmla="*/ 54 w 379"/>
                <a:gd name="T21" fmla="*/ 324 h 354"/>
                <a:gd name="T22" fmla="*/ 186 w 379"/>
                <a:gd name="T23" fmla="*/ 352 h 354"/>
                <a:gd name="T24" fmla="*/ 301 w 379"/>
                <a:gd name="T25" fmla="*/ 326 h 354"/>
                <a:gd name="T26" fmla="*/ 316 w 379"/>
                <a:gd name="T27" fmla="*/ 344 h 354"/>
                <a:gd name="T28" fmla="*/ 345 w 379"/>
                <a:gd name="T29" fmla="*/ 346 h 354"/>
                <a:gd name="T30" fmla="*/ 348 w 379"/>
                <a:gd name="T31" fmla="*/ 317 h 354"/>
                <a:gd name="T32" fmla="*/ 331 w 379"/>
                <a:gd name="T33" fmla="*/ 297 h 354"/>
                <a:gd name="T34" fmla="*/ 343 w 379"/>
                <a:gd name="T35" fmla="*/ 126 h 354"/>
                <a:gd name="T36" fmla="*/ 218 w 379"/>
                <a:gd name="T37" fmla="*/ 20 h 354"/>
                <a:gd name="T38" fmla="*/ 199 w 379"/>
                <a:gd name="T39" fmla="*/ 3 h 354"/>
                <a:gd name="T40" fmla="*/ 232 w 379"/>
                <a:gd name="T41" fmla="*/ 125 h 354"/>
                <a:gd name="T42" fmla="*/ 211 w 379"/>
                <a:gd name="T43" fmla="*/ 139 h 354"/>
                <a:gd name="T44" fmla="*/ 183 w 379"/>
                <a:gd name="T45" fmla="*/ 128 h 354"/>
                <a:gd name="T46" fmla="*/ 160 w 379"/>
                <a:gd name="T47" fmla="*/ 144 h 354"/>
                <a:gd name="T48" fmla="*/ 168 w 379"/>
                <a:gd name="T49" fmla="*/ 159 h 354"/>
                <a:gd name="T50" fmla="*/ 193 w 379"/>
                <a:gd name="T51" fmla="*/ 172 h 354"/>
                <a:gd name="T52" fmla="*/ 236 w 379"/>
                <a:gd name="T53" fmla="*/ 218 h 354"/>
                <a:gd name="T54" fmla="*/ 191 w 379"/>
                <a:gd name="T55" fmla="*/ 256 h 354"/>
                <a:gd name="T56" fmla="*/ 191 w 379"/>
                <a:gd name="T57" fmla="*/ 274 h 354"/>
                <a:gd name="T58" fmla="*/ 175 w 379"/>
                <a:gd name="T59" fmla="*/ 274 h 354"/>
                <a:gd name="T60" fmla="*/ 175 w 379"/>
                <a:gd name="T61" fmla="*/ 256 h 354"/>
                <a:gd name="T62" fmla="*/ 128 w 379"/>
                <a:gd name="T63" fmla="*/ 235 h 354"/>
                <a:gd name="T64" fmla="*/ 149 w 379"/>
                <a:gd name="T65" fmla="*/ 221 h 354"/>
                <a:gd name="T66" fmla="*/ 184 w 379"/>
                <a:gd name="T67" fmla="*/ 237 h 354"/>
                <a:gd name="T68" fmla="*/ 205 w 379"/>
                <a:gd name="T69" fmla="*/ 219 h 354"/>
                <a:gd name="T70" fmla="*/ 197 w 379"/>
                <a:gd name="T71" fmla="*/ 204 h 354"/>
                <a:gd name="T72" fmla="*/ 170 w 379"/>
                <a:gd name="T73" fmla="*/ 189 h 354"/>
                <a:gd name="T74" fmla="*/ 131 w 379"/>
                <a:gd name="T75" fmla="*/ 146 h 354"/>
                <a:gd name="T76" fmla="*/ 175 w 379"/>
                <a:gd name="T77" fmla="*/ 109 h 354"/>
                <a:gd name="T78" fmla="*/ 175 w 379"/>
                <a:gd name="T79" fmla="*/ 94 h 354"/>
                <a:gd name="T80" fmla="*/ 191 w 379"/>
                <a:gd name="T81" fmla="*/ 94 h 354"/>
                <a:gd name="T82" fmla="*/ 191 w 379"/>
                <a:gd name="T83" fmla="*/ 109 h 354"/>
                <a:gd name="T84" fmla="*/ 232 w 379"/>
                <a:gd name="T85" fmla="*/ 125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79" h="354">
                  <a:moveTo>
                    <a:pt x="199" y="3"/>
                  </a:moveTo>
                  <a:cubicBezTo>
                    <a:pt x="194" y="4"/>
                    <a:pt x="190" y="5"/>
                    <a:pt x="185" y="5"/>
                  </a:cubicBezTo>
                  <a:cubicBezTo>
                    <a:pt x="184" y="5"/>
                    <a:pt x="183" y="5"/>
                    <a:pt x="182" y="5"/>
                  </a:cubicBezTo>
                  <a:cubicBezTo>
                    <a:pt x="176" y="5"/>
                    <a:pt x="170" y="3"/>
                    <a:pt x="165" y="0"/>
                  </a:cubicBezTo>
                  <a:cubicBezTo>
                    <a:pt x="157" y="13"/>
                    <a:pt x="135" y="21"/>
                    <a:pt x="114" y="40"/>
                  </a:cubicBezTo>
                  <a:cubicBezTo>
                    <a:pt x="83" y="66"/>
                    <a:pt x="45" y="90"/>
                    <a:pt x="21" y="136"/>
                  </a:cubicBezTo>
                  <a:cubicBezTo>
                    <a:pt x="0" y="177"/>
                    <a:pt x="18" y="272"/>
                    <a:pt x="23" y="296"/>
                  </a:cubicBezTo>
                  <a:cubicBezTo>
                    <a:pt x="8" y="314"/>
                    <a:pt x="8" y="314"/>
                    <a:pt x="8" y="314"/>
                  </a:cubicBezTo>
                  <a:cubicBezTo>
                    <a:pt x="1" y="322"/>
                    <a:pt x="2" y="336"/>
                    <a:pt x="11" y="343"/>
                  </a:cubicBezTo>
                  <a:cubicBezTo>
                    <a:pt x="20" y="350"/>
                    <a:pt x="33" y="349"/>
                    <a:pt x="40" y="340"/>
                  </a:cubicBezTo>
                  <a:cubicBezTo>
                    <a:pt x="54" y="324"/>
                    <a:pt x="54" y="324"/>
                    <a:pt x="54" y="324"/>
                  </a:cubicBezTo>
                  <a:cubicBezTo>
                    <a:pt x="80" y="338"/>
                    <a:pt x="123" y="354"/>
                    <a:pt x="186" y="352"/>
                  </a:cubicBezTo>
                  <a:cubicBezTo>
                    <a:pt x="244" y="350"/>
                    <a:pt x="280" y="338"/>
                    <a:pt x="301" y="326"/>
                  </a:cubicBezTo>
                  <a:cubicBezTo>
                    <a:pt x="316" y="344"/>
                    <a:pt x="316" y="344"/>
                    <a:pt x="316" y="344"/>
                  </a:cubicBezTo>
                  <a:cubicBezTo>
                    <a:pt x="323" y="352"/>
                    <a:pt x="337" y="353"/>
                    <a:pt x="345" y="346"/>
                  </a:cubicBezTo>
                  <a:cubicBezTo>
                    <a:pt x="354" y="339"/>
                    <a:pt x="355" y="326"/>
                    <a:pt x="348" y="317"/>
                  </a:cubicBezTo>
                  <a:cubicBezTo>
                    <a:pt x="331" y="297"/>
                    <a:pt x="331" y="297"/>
                    <a:pt x="331" y="297"/>
                  </a:cubicBezTo>
                  <a:cubicBezTo>
                    <a:pt x="343" y="272"/>
                    <a:pt x="379" y="185"/>
                    <a:pt x="343" y="126"/>
                  </a:cubicBezTo>
                  <a:cubicBezTo>
                    <a:pt x="300" y="56"/>
                    <a:pt x="242" y="40"/>
                    <a:pt x="218" y="20"/>
                  </a:cubicBezTo>
                  <a:cubicBezTo>
                    <a:pt x="208" y="12"/>
                    <a:pt x="202" y="7"/>
                    <a:pt x="199" y="3"/>
                  </a:cubicBezTo>
                  <a:close/>
                  <a:moveTo>
                    <a:pt x="232" y="125"/>
                  </a:moveTo>
                  <a:cubicBezTo>
                    <a:pt x="211" y="139"/>
                    <a:pt x="211" y="139"/>
                    <a:pt x="211" y="139"/>
                  </a:cubicBezTo>
                  <a:cubicBezTo>
                    <a:pt x="202" y="131"/>
                    <a:pt x="194" y="128"/>
                    <a:pt x="183" y="128"/>
                  </a:cubicBezTo>
                  <a:cubicBezTo>
                    <a:pt x="169" y="128"/>
                    <a:pt x="160" y="134"/>
                    <a:pt x="160" y="144"/>
                  </a:cubicBezTo>
                  <a:cubicBezTo>
                    <a:pt x="160" y="150"/>
                    <a:pt x="163" y="155"/>
                    <a:pt x="168" y="159"/>
                  </a:cubicBezTo>
                  <a:cubicBezTo>
                    <a:pt x="173" y="163"/>
                    <a:pt x="175" y="164"/>
                    <a:pt x="193" y="172"/>
                  </a:cubicBezTo>
                  <a:cubicBezTo>
                    <a:pt x="226" y="188"/>
                    <a:pt x="236" y="199"/>
                    <a:pt x="236" y="218"/>
                  </a:cubicBezTo>
                  <a:cubicBezTo>
                    <a:pt x="236" y="240"/>
                    <a:pt x="219" y="253"/>
                    <a:pt x="191" y="256"/>
                  </a:cubicBezTo>
                  <a:cubicBezTo>
                    <a:pt x="191" y="274"/>
                    <a:pt x="191" y="274"/>
                    <a:pt x="191" y="274"/>
                  </a:cubicBezTo>
                  <a:cubicBezTo>
                    <a:pt x="175" y="274"/>
                    <a:pt x="175" y="274"/>
                    <a:pt x="175" y="274"/>
                  </a:cubicBezTo>
                  <a:cubicBezTo>
                    <a:pt x="175" y="256"/>
                    <a:pt x="175" y="256"/>
                    <a:pt x="175" y="256"/>
                  </a:cubicBezTo>
                  <a:cubicBezTo>
                    <a:pt x="155" y="254"/>
                    <a:pt x="141" y="247"/>
                    <a:pt x="128" y="235"/>
                  </a:cubicBezTo>
                  <a:cubicBezTo>
                    <a:pt x="149" y="221"/>
                    <a:pt x="149" y="221"/>
                    <a:pt x="149" y="221"/>
                  </a:cubicBezTo>
                  <a:cubicBezTo>
                    <a:pt x="163" y="233"/>
                    <a:pt x="171" y="237"/>
                    <a:pt x="184" y="237"/>
                  </a:cubicBezTo>
                  <a:cubicBezTo>
                    <a:pt x="197" y="237"/>
                    <a:pt x="205" y="230"/>
                    <a:pt x="205" y="219"/>
                  </a:cubicBezTo>
                  <a:cubicBezTo>
                    <a:pt x="205" y="214"/>
                    <a:pt x="202" y="208"/>
                    <a:pt x="197" y="204"/>
                  </a:cubicBezTo>
                  <a:cubicBezTo>
                    <a:pt x="192" y="200"/>
                    <a:pt x="188" y="198"/>
                    <a:pt x="170" y="189"/>
                  </a:cubicBezTo>
                  <a:cubicBezTo>
                    <a:pt x="140" y="174"/>
                    <a:pt x="131" y="163"/>
                    <a:pt x="131" y="146"/>
                  </a:cubicBezTo>
                  <a:cubicBezTo>
                    <a:pt x="131" y="126"/>
                    <a:pt x="147" y="112"/>
                    <a:pt x="175" y="109"/>
                  </a:cubicBezTo>
                  <a:cubicBezTo>
                    <a:pt x="175" y="94"/>
                    <a:pt x="175" y="94"/>
                    <a:pt x="175" y="94"/>
                  </a:cubicBezTo>
                  <a:cubicBezTo>
                    <a:pt x="191" y="94"/>
                    <a:pt x="191" y="94"/>
                    <a:pt x="191" y="94"/>
                  </a:cubicBezTo>
                  <a:cubicBezTo>
                    <a:pt x="191" y="109"/>
                    <a:pt x="191" y="109"/>
                    <a:pt x="191" y="109"/>
                  </a:cubicBezTo>
                  <a:cubicBezTo>
                    <a:pt x="207" y="110"/>
                    <a:pt x="220" y="115"/>
                    <a:pt x="232" y="1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127"/>
            <p:cNvSpPr>
              <a:spLocks/>
            </p:cNvSpPr>
            <p:nvPr/>
          </p:nvSpPr>
          <p:spPr bwMode="auto">
            <a:xfrm>
              <a:off x="4792663" y="3533775"/>
              <a:ext cx="65088" cy="115888"/>
            </a:xfrm>
            <a:custGeom>
              <a:avLst/>
              <a:gdLst>
                <a:gd name="T0" fmla="*/ 0 w 41"/>
                <a:gd name="T1" fmla="*/ 73 h 73"/>
                <a:gd name="T2" fmla="*/ 40 w 41"/>
                <a:gd name="T3" fmla="*/ 27 h 73"/>
                <a:gd name="T4" fmla="*/ 1 w 41"/>
                <a:gd name="T5" fmla="*/ 0 h 73"/>
                <a:gd name="T6" fmla="*/ 0 w 41"/>
                <a:gd name="T7" fmla="*/ 73 h 73"/>
              </a:gdLst>
              <a:ahLst/>
              <a:cxnLst>
                <a:cxn ang="0">
                  <a:pos x="T0" y="T1"/>
                </a:cxn>
                <a:cxn ang="0">
                  <a:pos x="T2" y="T3"/>
                </a:cxn>
                <a:cxn ang="0">
                  <a:pos x="T4" y="T5"/>
                </a:cxn>
                <a:cxn ang="0">
                  <a:pos x="T6" y="T7"/>
                </a:cxn>
              </a:cxnLst>
              <a:rect l="0" t="0" r="r" b="b"/>
              <a:pathLst>
                <a:path w="41" h="73">
                  <a:moveTo>
                    <a:pt x="0" y="73"/>
                  </a:moveTo>
                  <a:cubicBezTo>
                    <a:pt x="18" y="58"/>
                    <a:pt x="39" y="43"/>
                    <a:pt x="40" y="27"/>
                  </a:cubicBezTo>
                  <a:cubicBezTo>
                    <a:pt x="41" y="17"/>
                    <a:pt x="22" y="7"/>
                    <a:pt x="1" y="0"/>
                  </a:cubicBezTo>
                  <a:cubicBezTo>
                    <a:pt x="1" y="23"/>
                    <a:pt x="1" y="47"/>
                    <a:pt x="0"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128"/>
            <p:cNvSpPr>
              <a:spLocks/>
            </p:cNvSpPr>
            <p:nvPr/>
          </p:nvSpPr>
          <p:spPr bwMode="auto">
            <a:xfrm>
              <a:off x="4538663" y="3532188"/>
              <a:ext cx="127000" cy="122238"/>
            </a:xfrm>
            <a:custGeom>
              <a:avLst/>
              <a:gdLst>
                <a:gd name="T0" fmla="*/ 79 w 81"/>
                <a:gd name="T1" fmla="*/ 77 h 77"/>
                <a:gd name="T2" fmla="*/ 81 w 81"/>
                <a:gd name="T3" fmla="*/ 19 h 77"/>
                <a:gd name="T4" fmla="*/ 12 w 81"/>
                <a:gd name="T5" fmla="*/ 11 h 77"/>
                <a:gd name="T6" fmla="*/ 79 w 81"/>
                <a:gd name="T7" fmla="*/ 77 h 77"/>
              </a:gdLst>
              <a:ahLst/>
              <a:cxnLst>
                <a:cxn ang="0">
                  <a:pos x="T0" y="T1"/>
                </a:cxn>
                <a:cxn ang="0">
                  <a:pos x="T2" y="T3"/>
                </a:cxn>
                <a:cxn ang="0">
                  <a:pos x="T4" y="T5"/>
                </a:cxn>
                <a:cxn ang="0">
                  <a:pos x="T6" y="T7"/>
                </a:cxn>
              </a:cxnLst>
              <a:rect l="0" t="0" r="r" b="b"/>
              <a:pathLst>
                <a:path w="81" h="77">
                  <a:moveTo>
                    <a:pt x="79" y="77"/>
                  </a:moveTo>
                  <a:cubicBezTo>
                    <a:pt x="80" y="56"/>
                    <a:pt x="81" y="37"/>
                    <a:pt x="81" y="19"/>
                  </a:cubicBezTo>
                  <a:cubicBezTo>
                    <a:pt x="55" y="12"/>
                    <a:pt x="21" y="0"/>
                    <a:pt x="12" y="11"/>
                  </a:cubicBezTo>
                  <a:cubicBezTo>
                    <a:pt x="0" y="26"/>
                    <a:pt x="49" y="52"/>
                    <a:pt x="79"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129"/>
            <p:cNvSpPr>
              <a:spLocks/>
            </p:cNvSpPr>
            <p:nvPr/>
          </p:nvSpPr>
          <p:spPr bwMode="auto">
            <a:xfrm>
              <a:off x="5105400" y="4033838"/>
              <a:ext cx="77788" cy="98425"/>
            </a:xfrm>
            <a:custGeom>
              <a:avLst/>
              <a:gdLst>
                <a:gd name="T0" fmla="*/ 46 w 49"/>
                <a:gd name="T1" fmla="*/ 18 h 63"/>
                <a:gd name="T2" fmla="*/ 49 w 49"/>
                <a:gd name="T3" fmla="*/ 12 h 63"/>
                <a:gd name="T4" fmla="*/ 45 w 49"/>
                <a:gd name="T5" fmla="*/ 4 h 63"/>
                <a:gd name="T6" fmla="*/ 34 w 49"/>
                <a:gd name="T7" fmla="*/ 0 h 63"/>
                <a:gd name="T8" fmla="*/ 11 w 49"/>
                <a:gd name="T9" fmla="*/ 4 h 63"/>
                <a:gd name="T10" fmla="*/ 1 w 49"/>
                <a:gd name="T11" fmla="*/ 11 h 63"/>
                <a:gd name="T12" fmla="*/ 1 w 49"/>
                <a:gd name="T13" fmla="*/ 13 h 63"/>
                <a:gd name="T14" fmla="*/ 2 w 49"/>
                <a:gd name="T15" fmla="*/ 14 h 63"/>
                <a:gd name="T16" fmla="*/ 4 w 49"/>
                <a:gd name="T17" fmla="*/ 15 h 63"/>
                <a:gd name="T18" fmla="*/ 5 w 49"/>
                <a:gd name="T19" fmla="*/ 15 h 63"/>
                <a:gd name="T20" fmla="*/ 6 w 49"/>
                <a:gd name="T21" fmla="*/ 17 h 63"/>
                <a:gd name="T22" fmla="*/ 4 w 49"/>
                <a:gd name="T23" fmla="*/ 30 h 63"/>
                <a:gd name="T24" fmla="*/ 1 w 49"/>
                <a:gd name="T25" fmla="*/ 50 h 63"/>
                <a:gd name="T26" fmla="*/ 0 w 49"/>
                <a:gd name="T27" fmla="*/ 54 h 63"/>
                <a:gd name="T28" fmla="*/ 6 w 49"/>
                <a:gd name="T29" fmla="*/ 61 h 63"/>
                <a:gd name="T30" fmla="*/ 9 w 49"/>
                <a:gd name="T31" fmla="*/ 60 h 63"/>
                <a:gd name="T32" fmla="*/ 11 w 49"/>
                <a:gd name="T33" fmla="*/ 55 h 63"/>
                <a:gd name="T34" fmla="*/ 11 w 49"/>
                <a:gd name="T35" fmla="*/ 49 h 63"/>
                <a:gd name="T36" fmla="*/ 14 w 49"/>
                <a:gd name="T37" fmla="*/ 30 h 63"/>
                <a:gd name="T38" fmla="*/ 17 w 49"/>
                <a:gd name="T39" fmla="*/ 12 h 63"/>
                <a:gd name="T40" fmla="*/ 22 w 49"/>
                <a:gd name="T41" fmla="*/ 10 h 63"/>
                <a:gd name="T42" fmla="*/ 33 w 49"/>
                <a:gd name="T43" fmla="*/ 8 h 63"/>
                <a:gd name="T44" fmla="*/ 38 w 49"/>
                <a:gd name="T45" fmla="*/ 12 h 63"/>
                <a:gd name="T46" fmla="*/ 34 w 49"/>
                <a:gd name="T47" fmla="*/ 20 h 63"/>
                <a:gd name="T48" fmla="*/ 25 w 49"/>
                <a:gd name="T49" fmla="*/ 26 h 63"/>
                <a:gd name="T50" fmla="*/ 17 w 49"/>
                <a:gd name="T51" fmla="*/ 31 h 63"/>
                <a:gd name="T52" fmla="*/ 18 w 49"/>
                <a:gd name="T53" fmla="*/ 35 h 63"/>
                <a:gd name="T54" fmla="*/ 23 w 49"/>
                <a:gd name="T55" fmla="*/ 36 h 63"/>
                <a:gd name="T56" fmla="*/ 27 w 49"/>
                <a:gd name="T57" fmla="*/ 34 h 63"/>
                <a:gd name="T58" fmla="*/ 30 w 49"/>
                <a:gd name="T59" fmla="*/ 33 h 63"/>
                <a:gd name="T60" fmla="*/ 36 w 49"/>
                <a:gd name="T61" fmla="*/ 35 h 63"/>
                <a:gd name="T62" fmla="*/ 39 w 49"/>
                <a:gd name="T63" fmla="*/ 40 h 63"/>
                <a:gd name="T64" fmla="*/ 33 w 49"/>
                <a:gd name="T65" fmla="*/ 49 h 63"/>
                <a:gd name="T66" fmla="*/ 23 w 49"/>
                <a:gd name="T67" fmla="*/ 53 h 63"/>
                <a:gd name="T68" fmla="*/ 21 w 49"/>
                <a:gd name="T69" fmla="*/ 53 h 63"/>
                <a:gd name="T70" fmla="*/ 13 w 49"/>
                <a:gd name="T71" fmla="*/ 59 h 63"/>
                <a:gd name="T72" fmla="*/ 19 w 49"/>
                <a:gd name="T73" fmla="*/ 63 h 63"/>
                <a:gd name="T74" fmla="*/ 39 w 49"/>
                <a:gd name="T75" fmla="*/ 55 h 63"/>
                <a:gd name="T76" fmla="*/ 49 w 49"/>
                <a:gd name="T77" fmla="*/ 40 h 63"/>
                <a:gd name="T78" fmla="*/ 46 w 49"/>
                <a:gd name="T79" fmla="*/ 33 h 63"/>
                <a:gd name="T80" fmla="*/ 37 w 49"/>
                <a:gd name="T81" fmla="*/ 27 h 63"/>
                <a:gd name="T82" fmla="*/ 46 w 49"/>
                <a:gd name="T83" fmla="*/ 1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9" h="63">
                  <a:moveTo>
                    <a:pt x="46" y="18"/>
                  </a:moveTo>
                  <a:cubicBezTo>
                    <a:pt x="48" y="16"/>
                    <a:pt x="49" y="14"/>
                    <a:pt x="49" y="12"/>
                  </a:cubicBezTo>
                  <a:cubicBezTo>
                    <a:pt x="49" y="9"/>
                    <a:pt x="48" y="6"/>
                    <a:pt x="45" y="4"/>
                  </a:cubicBezTo>
                  <a:cubicBezTo>
                    <a:pt x="42" y="1"/>
                    <a:pt x="39" y="0"/>
                    <a:pt x="34" y="0"/>
                  </a:cubicBezTo>
                  <a:cubicBezTo>
                    <a:pt x="26" y="0"/>
                    <a:pt x="19" y="1"/>
                    <a:pt x="11" y="4"/>
                  </a:cubicBezTo>
                  <a:cubicBezTo>
                    <a:pt x="4" y="6"/>
                    <a:pt x="1" y="9"/>
                    <a:pt x="1" y="11"/>
                  </a:cubicBezTo>
                  <a:cubicBezTo>
                    <a:pt x="1" y="12"/>
                    <a:pt x="1" y="12"/>
                    <a:pt x="1" y="13"/>
                  </a:cubicBezTo>
                  <a:cubicBezTo>
                    <a:pt x="1" y="13"/>
                    <a:pt x="1" y="14"/>
                    <a:pt x="2" y="14"/>
                  </a:cubicBezTo>
                  <a:cubicBezTo>
                    <a:pt x="3" y="15"/>
                    <a:pt x="3" y="15"/>
                    <a:pt x="4" y="15"/>
                  </a:cubicBezTo>
                  <a:cubicBezTo>
                    <a:pt x="5" y="15"/>
                    <a:pt x="5" y="15"/>
                    <a:pt x="5" y="15"/>
                  </a:cubicBezTo>
                  <a:cubicBezTo>
                    <a:pt x="6" y="15"/>
                    <a:pt x="6" y="15"/>
                    <a:pt x="6" y="17"/>
                  </a:cubicBezTo>
                  <a:cubicBezTo>
                    <a:pt x="6" y="17"/>
                    <a:pt x="5" y="22"/>
                    <a:pt x="4" y="30"/>
                  </a:cubicBezTo>
                  <a:cubicBezTo>
                    <a:pt x="3" y="39"/>
                    <a:pt x="2" y="46"/>
                    <a:pt x="1" y="50"/>
                  </a:cubicBezTo>
                  <a:cubicBezTo>
                    <a:pt x="0" y="52"/>
                    <a:pt x="0" y="53"/>
                    <a:pt x="0" y="54"/>
                  </a:cubicBezTo>
                  <a:cubicBezTo>
                    <a:pt x="0" y="59"/>
                    <a:pt x="2" y="61"/>
                    <a:pt x="6" y="61"/>
                  </a:cubicBezTo>
                  <a:cubicBezTo>
                    <a:pt x="7" y="61"/>
                    <a:pt x="8" y="61"/>
                    <a:pt x="9" y="60"/>
                  </a:cubicBezTo>
                  <a:cubicBezTo>
                    <a:pt x="10" y="59"/>
                    <a:pt x="11" y="57"/>
                    <a:pt x="11" y="55"/>
                  </a:cubicBezTo>
                  <a:cubicBezTo>
                    <a:pt x="11" y="49"/>
                    <a:pt x="11" y="49"/>
                    <a:pt x="11" y="49"/>
                  </a:cubicBezTo>
                  <a:cubicBezTo>
                    <a:pt x="11" y="48"/>
                    <a:pt x="12" y="41"/>
                    <a:pt x="14" y="30"/>
                  </a:cubicBezTo>
                  <a:cubicBezTo>
                    <a:pt x="15" y="20"/>
                    <a:pt x="16" y="14"/>
                    <a:pt x="17" y="12"/>
                  </a:cubicBezTo>
                  <a:cubicBezTo>
                    <a:pt x="17" y="11"/>
                    <a:pt x="19" y="10"/>
                    <a:pt x="22" y="10"/>
                  </a:cubicBezTo>
                  <a:cubicBezTo>
                    <a:pt x="26" y="9"/>
                    <a:pt x="29" y="8"/>
                    <a:pt x="33" y="8"/>
                  </a:cubicBezTo>
                  <a:cubicBezTo>
                    <a:pt x="36" y="8"/>
                    <a:pt x="38" y="10"/>
                    <a:pt x="38" y="12"/>
                  </a:cubicBezTo>
                  <a:cubicBezTo>
                    <a:pt x="38" y="14"/>
                    <a:pt x="37" y="17"/>
                    <a:pt x="34" y="20"/>
                  </a:cubicBezTo>
                  <a:cubicBezTo>
                    <a:pt x="31" y="23"/>
                    <a:pt x="28" y="25"/>
                    <a:pt x="25" y="26"/>
                  </a:cubicBezTo>
                  <a:cubicBezTo>
                    <a:pt x="19" y="28"/>
                    <a:pt x="17" y="30"/>
                    <a:pt x="17" y="31"/>
                  </a:cubicBezTo>
                  <a:cubicBezTo>
                    <a:pt x="17" y="33"/>
                    <a:pt x="17" y="34"/>
                    <a:pt x="18" y="35"/>
                  </a:cubicBezTo>
                  <a:cubicBezTo>
                    <a:pt x="18" y="35"/>
                    <a:pt x="20" y="36"/>
                    <a:pt x="23" y="36"/>
                  </a:cubicBezTo>
                  <a:cubicBezTo>
                    <a:pt x="23" y="36"/>
                    <a:pt x="25" y="35"/>
                    <a:pt x="27" y="34"/>
                  </a:cubicBezTo>
                  <a:cubicBezTo>
                    <a:pt x="29" y="34"/>
                    <a:pt x="30" y="33"/>
                    <a:pt x="30" y="33"/>
                  </a:cubicBezTo>
                  <a:cubicBezTo>
                    <a:pt x="32" y="33"/>
                    <a:pt x="35" y="34"/>
                    <a:pt x="36" y="35"/>
                  </a:cubicBezTo>
                  <a:cubicBezTo>
                    <a:pt x="38" y="37"/>
                    <a:pt x="39" y="38"/>
                    <a:pt x="39" y="40"/>
                  </a:cubicBezTo>
                  <a:cubicBezTo>
                    <a:pt x="39" y="43"/>
                    <a:pt x="37" y="46"/>
                    <a:pt x="33" y="49"/>
                  </a:cubicBezTo>
                  <a:cubicBezTo>
                    <a:pt x="29" y="52"/>
                    <a:pt x="26" y="53"/>
                    <a:pt x="23" y="53"/>
                  </a:cubicBezTo>
                  <a:cubicBezTo>
                    <a:pt x="21" y="53"/>
                    <a:pt x="21" y="53"/>
                    <a:pt x="21" y="53"/>
                  </a:cubicBezTo>
                  <a:cubicBezTo>
                    <a:pt x="16" y="53"/>
                    <a:pt x="13" y="55"/>
                    <a:pt x="13" y="59"/>
                  </a:cubicBezTo>
                  <a:cubicBezTo>
                    <a:pt x="13" y="62"/>
                    <a:pt x="15" y="63"/>
                    <a:pt x="19" y="63"/>
                  </a:cubicBezTo>
                  <a:cubicBezTo>
                    <a:pt x="26" y="63"/>
                    <a:pt x="33" y="61"/>
                    <a:pt x="39" y="55"/>
                  </a:cubicBezTo>
                  <a:cubicBezTo>
                    <a:pt x="45" y="50"/>
                    <a:pt x="49" y="45"/>
                    <a:pt x="49" y="40"/>
                  </a:cubicBezTo>
                  <a:cubicBezTo>
                    <a:pt x="49" y="38"/>
                    <a:pt x="48" y="35"/>
                    <a:pt x="46" y="33"/>
                  </a:cubicBezTo>
                  <a:cubicBezTo>
                    <a:pt x="45" y="30"/>
                    <a:pt x="42" y="28"/>
                    <a:pt x="37" y="27"/>
                  </a:cubicBezTo>
                  <a:cubicBezTo>
                    <a:pt x="41" y="23"/>
                    <a:pt x="45" y="20"/>
                    <a:pt x="46"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130"/>
            <p:cNvSpPr>
              <a:spLocks noEditPoints="1"/>
            </p:cNvSpPr>
            <p:nvPr/>
          </p:nvSpPr>
          <p:spPr bwMode="auto">
            <a:xfrm>
              <a:off x="5194300" y="4059238"/>
              <a:ext cx="58738" cy="71438"/>
            </a:xfrm>
            <a:custGeom>
              <a:avLst/>
              <a:gdLst>
                <a:gd name="T0" fmla="*/ 7 w 38"/>
                <a:gd name="T1" fmla="*/ 10 h 45"/>
                <a:gd name="T2" fmla="*/ 0 w 38"/>
                <a:gd name="T3" fmla="*/ 30 h 45"/>
                <a:gd name="T4" fmla="*/ 4 w 38"/>
                <a:gd name="T5" fmla="*/ 40 h 45"/>
                <a:gd name="T6" fmla="*/ 14 w 38"/>
                <a:gd name="T7" fmla="*/ 45 h 45"/>
                <a:gd name="T8" fmla="*/ 28 w 38"/>
                <a:gd name="T9" fmla="*/ 38 h 45"/>
                <a:gd name="T10" fmla="*/ 37 w 38"/>
                <a:gd name="T11" fmla="*/ 23 h 45"/>
                <a:gd name="T12" fmla="*/ 37 w 38"/>
                <a:gd name="T13" fmla="*/ 23 h 45"/>
                <a:gd name="T14" fmla="*/ 38 w 38"/>
                <a:gd name="T15" fmla="*/ 17 h 45"/>
                <a:gd name="T16" fmla="*/ 35 w 38"/>
                <a:gd name="T17" fmla="*/ 5 h 45"/>
                <a:gd name="T18" fmla="*/ 24 w 38"/>
                <a:gd name="T19" fmla="*/ 0 h 45"/>
                <a:gd name="T20" fmla="*/ 7 w 38"/>
                <a:gd name="T21" fmla="*/ 10 h 45"/>
                <a:gd name="T22" fmla="*/ 28 w 38"/>
                <a:gd name="T23" fmla="*/ 11 h 45"/>
                <a:gd name="T24" fmla="*/ 30 w 38"/>
                <a:gd name="T25" fmla="*/ 18 h 45"/>
                <a:gd name="T26" fmla="*/ 24 w 38"/>
                <a:gd name="T27" fmla="*/ 31 h 45"/>
                <a:gd name="T28" fmla="*/ 14 w 38"/>
                <a:gd name="T29" fmla="*/ 36 h 45"/>
                <a:gd name="T30" fmla="*/ 11 w 38"/>
                <a:gd name="T31" fmla="*/ 34 h 45"/>
                <a:gd name="T32" fmla="*/ 10 w 38"/>
                <a:gd name="T33" fmla="*/ 29 h 45"/>
                <a:gd name="T34" fmla="*/ 13 w 38"/>
                <a:gd name="T35" fmla="*/ 17 h 45"/>
                <a:gd name="T36" fmla="*/ 18 w 38"/>
                <a:gd name="T37" fmla="*/ 9 h 45"/>
                <a:gd name="T38" fmla="*/ 18 w 38"/>
                <a:gd name="T39" fmla="*/ 9 h 45"/>
                <a:gd name="T40" fmla="*/ 23 w 38"/>
                <a:gd name="T41" fmla="*/ 8 h 45"/>
                <a:gd name="T42" fmla="*/ 28 w 38"/>
                <a:gd name="T43" fmla="*/ 1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 h="45">
                  <a:moveTo>
                    <a:pt x="7" y="10"/>
                  </a:moveTo>
                  <a:cubicBezTo>
                    <a:pt x="3" y="16"/>
                    <a:pt x="0" y="23"/>
                    <a:pt x="0" y="30"/>
                  </a:cubicBezTo>
                  <a:cubicBezTo>
                    <a:pt x="0" y="34"/>
                    <a:pt x="1" y="37"/>
                    <a:pt x="4" y="40"/>
                  </a:cubicBezTo>
                  <a:cubicBezTo>
                    <a:pt x="7" y="43"/>
                    <a:pt x="10" y="45"/>
                    <a:pt x="14" y="45"/>
                  </a:cubicBezTo>
                  <a:cubicBezTo>
                    <a:pt x="19" y="45"/>
                    <a:pt x="23" y="42"/>
                    <a:pt x="28" y="38"/>
                  </a:cubicBezTo>
                  <a:cubicBezTo>
                    <a:pt x="33" y="34"/>
                    <a:pt x="37" y="29"/>
                    <a:pt x="37" y="23"/>
                  </a:cubicBezTo>
                  <a:cubicBezTo>
                    <a:pt x="37" y="23"/>
                    <a:pt x="37" y="23"/>
                    <a:pt x="37" y="23"/>
                  </a:cubicBezTo>
                  <a:cubicBezTo>
                    <a:pt x="37" y="21"/>
                    <a:pt x="38" y="19"/>
                    <a:pt x="38" y="17"/>
                  </a:cubicBezTo>
                  <a:cubicBezTo>
                    <a:pt x="38" y="12"/>
                    <a:pt x="37" y="8"/>
                    <a:pt x="35" y="5"/>
                  </a:cubicBezTo>
                  <a:cubicBezTo>
                    <a:pt x="32" y="2"/>
                    <a:pt x="28" y="0"/>
                    <a:pt x="24" y="0"/>
                  </a:cubicBezTo>
                  <a:cubicBezTo>
                    <a:pt x="17" y="0"/>
                    <a:pt x="12" y="3"/>
                    <a:pt x="7" y="10"/>
                  </a:cubicBezTo>
                  <a:close/>
                  <a:moveTo>
                    <a:pt x="28" y="11"/>
                  </a:moveTo>
                  <a:cubicBezTo>
                    <a:pt x="29" y="13"/>
                    <a:pt x="30" y="15"/>
                    <a:pt x="30" y="18"/>
                  </a:cubicBezTo>
                  <a:cubicBezTo>
                    <a:pt x="30" y="22"/>
                    <a:pt x="28" y="27"/>
                    <a:pt x="24" y="31"/>
                  </a:cubicBezTo>
                  <a:cubicBezTo>
                    <a:pt x="21" y="34"/>
                    <a:pt x="17" y="36"/>
                    <a:pt x="14" y="36"/>
                  </a:cubicBezTo>
                  <a:cubicBezTo>
                    <a:pt x="13" y="36"/>
                    <a:pt x="12" y="36"/>
                    <a:pt x="11" y="34"/>
                  </a:cubicBezTo>
                  <a:cubicBezTo>
                    <a:pt x="10" y="33"/>
                    <a:pt x="10" y="31"/>
                    <a:pt x="10" y="29"/>
                  </a:cubicBezTo>
                  <a:cubicBezTo>
                    <a:pt x="10" y="25"/>
                    <a:pt x="11" y="21"/>
                    <a:pt x="13" y="17"/>
                  </a:cubicBezTo>
                  <a:cubicBezTo>
                    <a:pt x="14" y="14"/>
                    <a:pt x="16" y="13"/>
                    <a:pt x="18" y="9"/>
                  </a:cubicBezTo>
                  <a:cubicBezTo>
                    <a:pt x="18" y="9"/>
                    <a:pt x="18" y="9"/>
                    <a:pt x="18" y="9"/>
                  </a:cubicBezTo>
                  <a:cubicBezTo>
                    <a:pt x="19" y="9"/>
                    <a:pt x="21" y="8"/>
                    <a:pt x="23" y="8"/>
                  </a:cubicBezTo>
                  <a:cubicBezTo>
                    <a:pt x="25" y="8"/>
                    <a:pt x="27" y="9"/>
                    <a:pt x="2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131"/>
            <p:cNvSpPr>
              <a:spLocks/>
            </p:cNvSpPr>
            <p:nvPr/>
          </p:nvSpPr>
          <p:spPr bwMode="auto">
            <a:xfrm>
              <a:off x="5264150" y="4062413"/>
              <a:ext cx="79375" cy="65088"/>
            </a:xfrm>
            <a:custGeom>
              <a:avLst/>
              <a:gdLst>
                <a:gd name="T0" fmla="*/ 41 w 50"/>
                <a:gd name="T1" fmla="*/ 39 h 41"/>
                <a:gd name="T2" fmla="*/ 48 w 50"/>
                <a:gd name="T3" fmla="*/ 37 h 41"/>
                <a:gd name="T4" fmla="*/ 50 w 50"/>
                <a:gd name="T5" fmla="*/ 32 h 41"/>
                <a:gd name="T6" fmla="*/ 48 w 50"/>
                <a:gd name="T7" fmla="*/ 30 h 41"/>
                <a:gd name="T8" fmla="*/ 46 w 50"/>
                <a:gd name="T9" fmla="*/ 31 h 41"/>
                <a:gd name="T10" fmla="*/ 44 w 50"/>
                <a:gd name="T11" fmla="*/ 31 h 41"/>
                <a:gd name="T12" fmla="*/ 40 w 50"/>
                <a:gd name="T13" fmla="*/ 16 h 41"/>
                <a:gd name="T14" fmla="*/ 30 w 50"/>
                <a:gd name="T15" fmla="*/ 2 h 41"/>
                <a:gd name="T16" fmla="*/ 11 w 50"/>
                <a:gd name="T17" fmla="*/ 22 h 41"/>
                <a:gd name="T18" fmla="*/ 13 w 50"/>
                <a:gd name="T19" fmla="*/ 8 h 41"/>
                <a:gd name="T20" fmla="*/ 12 w 50"/>
                <a:gd name="T21" fmla="*/ 1 h 41"/>
                <a:gd name="T22" fmla="*/ 8 w 50"/>
                <a:gd name="T23" fmla="*/ 0 h 41"/>
                <a:gd name="T24" fmla="*/ 5 w 50"/>
                <a:gd name="T25" fmla="*/ 2 h 41"/>
                <a:gd name="T26" fmla="*/ 3 w 50"/>
                <a:gd name="T27" fmla="*/ 6 h 41"/>
                <a:gd name="T28" fmla="*/ 2 w 50"/>
                <a:gd name="T29" fmla="*/ 27 h 41"/>
                <a:gd name="T30" fmla="*/ 0 w 50"/>
                <a:gd name="T31" fmla="*/ 36 h 41"/>
                <a:gd name="T32" fmla="*/ 6 w 50"/>
                <a:gd name="T33" fmla="*/ 41 h 41"/>
                <a:gd name="T34" fmla="*/ 8 w 50"/>
                <a:gd name="T35" fmla="*/ 40 h 41"/>
                <a:gd name="T36" fmla="*/ 10 w 50"/>
                <a:gd name="T37" fmla="*/ 38 h 41"/>
                <a:gd name="T38" fmla="*/ 18 w 50"/>
                <a:gd name="T39" fmla="*/ 22 h 41"/>
                <a:gd name="T40" fmla="*/ 28 w 50"/>
                <a:gd name="T41" fmla="*/ 12 h 41"/>
                <a:gd name="T42" fmla="*/ 32 w 50"/>
                <a:gd name="T43" fmla="*/ 22 h 41"/>
                <a:gd name="T44" fmla="*/ 35 w 50"/>
                <a:gd name="T45" fmla="*/ 35 h 41"/>
                <a:gd name="T46" fmla="*/ 35 w 50"/>
                <a:gd name="T47" fmla="*/ 35 h 41"/>
                <a:gd name="T48" fmla="*/ 41 w 50"/>
                <a:gd name="T49" fmla="*/ 3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0" h="41">
                  <a:moveTo>
                    <a:pt x="41" y="39"/>
                  </a:moveTo>
                  <a:cubicBezTo>
                    <a:pt x="44" y="39"/>
                    <a:pt x="46" y="38"/>
                    <a:pt x="48" y="37"/>
                  </a:cubicBezTo>
                  <a:cubicBezTo>
                    <a:pt x="49" y="35"/>
                    <a:pt x="50" y="34"/>
                    <a:pt x="50" y="32"/>
                  </a:cubicBezTo>
                  <a:cubicBezTo>
                    <a:pt x="50" y="31"/>
                    <a:pt x="50" y="30"/>
                    <a:pt x="48" y="30"/>
                  </a:cubicBezTo>
                  <a:cubicBezTo>
                    <a:pt x="48" y="30"/>
                    <a:pt x="47" y="30"/>
                    <a:pt x="46" y="31"/>
                  </a:cubicBezTo>
                  <a:cubicBezTo>
                    <a:pt x="45" y="31"/>
                    <a:pt x="45" y="31"/>
                    <a:pt x="44" y="31"/>
                  </a:cubicBezTo>
                  <a:cubicBezTo>
                    <a:pt x="43" y="31"/>
                    <a:pt x="41" y="26"/>
                    <a:pt x="40" y="16"/>
                  </a:cubicBezTo>
                  <a:cubicBezTo>
                    <a:pt x="39" y="7"/>
                    <a:pt x="36" y="2"/>
                    <a:pt x="30" y="2"/>
                  </a:cubicBezTo>
                  <a:cubicBezTo>
                    <a:pt x="23" y="2"/>
                    <a:pt x="16" y="9"/>
                    <a:pt x="11" y="22"/>
                  </a:cubicBezTo>
                  <a:cubicBezTo>
                    <a:pt x="12" y="15"/>
                    <a:pt x="13" y="10"/>
                    <a:pt x="13" y="8"/>
                  </a:cubicBezTo>
                  <a:cubicBezTo>
                    <a:pt x="13" y="4"/>
                    <a:pt x="13" y="2"/>
                    <a:pt x="12" y="1"/>
                  </a:cubicBezTo>
                  <a:cubicBezTo>
                    <a:pt x="11" y="1"/>
                    <a:pt x="10" y="0"/>
                    <a:pt x="8" y="0"/>
                  </a:cubicBezTo>
                  <a:cubicBezTo>
                    <a:pt x="7" y="0"/>
                    <a:pt x="6" y="1"/>
                    <a:pt x="5" y="2"/>
                  </a:cubicBezTo>
                  <a:cubicBezTo>
                    <a:pt x="4" y="4"/>
                    <a:pt x="3" y="5"/>
                    <a:pt x="3" y="6"/>
                  </a:cubicBezTo>
                  <a:cubicBezTo>
                    <a:pt x="3" y="15"/>
                    <a:pt x="3" y="21"/>
                    <a:pt x="2" y="27"/>
                  </a:cubicBezTo>
                  <a:cubicBezTo>
                    <a:pt x="1" y="32"/>
                    <a:pt x="0" y="34"/>
                    <a:pt x="0" y="36"/>
                  </a:cubicBezTo>
                  <a:cubicBezTo>
                    <a:pt x="0" y="39"/>
                    <a:pt x="2" y="41"/>
                    <a:pt x="6" y="41"/>
                  </a:cubicBezTo>
                  <a:cubicBezTo>
                    <a:pt x="7" y="41"/>
                    <a:pt x="8" y="41"/>
                    <a:pt x="8" y="40"/>
                  </a:cubicBezTo>
                  <a:cubicBezTo>
                    <a:pt x="9" y="39"/>
                    <a:pt x="9" y="39"/>
                    <a:pt x="10" y="38"/>
                  </a:cubicBezTo>
                  <a:cubicBezTo>
                    <a:pt x="11" y="34"/>
                    <a:pt x="14" y="29"/>
                    <a:pt x="18" y="22"/>
                  </a:cubicBezTo>
                  <a:cubicBezTo>
                    <a:pt x="23" y="15"/>
                    <a:pt x="26" y="12"/>
                    <a:pt x="28" y="12"/>
                  </a:cubicBezTo>
                  <a:cubicBezTo>
                    <a:pt x="30" y="12"/>
                    <a:pt x="31" y="15"/>
                    <a:pt x="32" y="22"/>
                  </a:cubicBezTo>
                  <a:cubicBezTo>
                    <a:pt x="32" y="28"/>
                    <a:pt x="33" y="31"/>
                    <a:pt x="35" y="35"/>
                  </a:cubicBezTo>
                  <a:cubicBezTo>
                    <a:pt x="35" y="35"/>
                    <a:pt x="35" y="35"/>
                    <a:pt x="35" y="35"/>
                  </a:cubicBezTo>
                  <a:cubicBezTo>
                    <a:pt x="36" y="39"/>
                    <a:pt x="38" y="39"/>
                    <a:pt x="41"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132"/>
            <p:cNvSpPr>
              <a:spLocks noEditPoints="1"/>
            </p:cNvSpPr>
            <p:nvPr/>
          </p:nvSpPr>
          <p:spPr bwMode="auto">
            <a:xfrm>
              <a:off x="5348288" y="4021138"/>
              <a:ext cx="74613" cy="107950"/>
            </a:xfrm>
            <a:custGeom>
              <a:avLst/>
              <a:gdLst>
                <a:gd name="T0" fmla="*/ 31 w 48"/>
                <a:gd name="T1" fmla="*/ 63 h 68"/>
                <a:gd name="T2" fmla="*/ 37 w 48"/>
                <a:gd name="T3" fmla="*/ 68 h 68"/>
                <a:gd name="T4" fmla="*/ 44 w 48"/>
                <a:gd name="T5" fmla="*/ 65 h 68"/>
                <a:gd name="T6" fmla="*/ 48 w 48"/>
                <a:gd name="T7" fmla="*/ 59 h 68"/>
                <a:gd name="T8" fmla="*/ 46 w 48"/>
                <a:gd name="T9" fmla="*/ 57 h 68"/>
                <a:gd name="T10" fmla="*/ 44 w 48"/>
                <a:gd name="T11" fmla="*/ 58 h 68"/>
                <a:gd name="T12" fmla="*/ 41 w 48"/>
                <a:gd name="T13" fmla="*/ 59 h 68"/>
                <a:gd name="T14" fmla="*/ 38 w 48"/>
                <a:gd name="T15" fmla="*/ 52 h 68"/>
                <a:gd name="T16" fmla="*/ 40 w 48"/>
                <a:gd name="T17" fmla="*/ 33 h 68"/>
                <a:gd name="T18" fmla="*/ 45 w 48"/>
                <a:gd name="T19" fmla="*/ 12 h 68"/>
                <a:gd name="T20" fmla="*/ 47 w 48"/>
                <a:gd name="T21" fmla="*/ 6 h 68"/>
                <a:gd name="T22" fmla="*/ 46 w 48"/>
                <a:gd name="T23" fmla="*/ 2 h 68"/>
                <a:gd name="T24" fmla="*/ 43 w 48"/>
                <a:gd name="T25" fmla="*/ 0 h 68"/>
                <a:gd name="T26" fmla="*/ 40 w 48"/>
                <a:gd name="T27" fmla="*/ 1 h 68"/>
                <a:gd name="T28" fmla="*/ 38 w 48"/>
                <a:gd name="T29" fmla="*/ 4 h 68"/>
                <a:gd name="T30" fmla="*/ 36 w 48"/>
                <a:gd name="T31" fmla="*/ 12 h 68"/>
                <a:gd name="T32" fmla="*/ 32 w 48"/>
                <a:gd name="T33" fmla="*/ 28 h 68"/>
                <a:gd name="T34" fmla="*/ 25 w 48"/>
                <a:gd name="T35" fmla="*/ 26 h 68"/>
                <a:gd name="T36" fmla="*/ 8 w 48"/>
                <a:gd name="T37" fmla="*/ 36 h 68"/>
                <a:gd name="T38" fmla="*/ 0 w 48"/>
                <a:gd name="T39" fmla="*/ 56 h 68"/>
                <a:gd name="T40" fmla="*/ 2 w 48"/>
                <a:gd name="T41" fmla="*/ 65 h 68"/>
                <a:gd name="T42" fmla="*/ 9 w 48"/>
                <a:gd name="T43" fmla="*/ 68 h 68"/>
                <a:gd name="T44" fmla="*/ 30 w 48"/>
                <a:gd name="T45" fmla="*/ 53 h 68"/>
                <a:gd name="T46" fmla="*/ 31 w 48"/>
                <a:gd name="T47" fmla="*/ 63 h 68"/>
                <a:gd name="T48" fmla="*/ 23 w 48"/>
                <a:gd name="T49" fmla="*/ 51 h 68"/>
                <a:gd name="T50" fmla="*/ 12 w 48"/>
                <a:gd name="T51" fmla="*/ 59 h 68"/>
                <a:gd name="T52" fmla="*/ 9 w 48"/>
                <a:gd name="T53" fmla="*/ 56 h 68"/>
                <a:gd name="T54" fmla="*/ 15 w 48"/>
                <a:gd name="T55" fmla="*/ 41 h 68"/>
                <a:gd name="T56" fmla="*/ 25 w 48"/>
                <a:gd name="T57" fmla="*/ 33 h 68"/>
                <a:gd name="T58" fmla="*/ 29 w 48"/>
                <a:gd name="T59" fmla="*/ 35 h 68"/>
                <a:gd name="T60" fmla="*/ 30 w 48"/>
                <a:gd name="T61" fmla="*/ 37 h 68"/>
                <a:gd name="T62" fmla="*/ 23 w 48"/>
                <a:gd name="T63" fmla="*/ 5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 h="68">
                  <a:moveTo>
                    <a:pt x="31" y="63"/>
                  </a:moveTo>
                  <a:cubicBezTo>
                    <a:pt x="33" y="66"/>
                    <a:pt x="35" y="68"/>
                    <a:pt x="37" y="68"/>
                  </a:cubicBezTo>
                  <a:cubicBezTo>
                    <a:pt x="39" y="68"/>
                    <a:pt x="42" y="67"/>
                    <a:pt x="44" y="65"/>
                  </a:cubicBezTo>
                  <a:cubicBezTo>
                    <a:pt x="47" y="63"/>
                    <a:pt x="48" y="61"/>
                    <a:pt x="48" y="59"/>
                  </a:cubicBezTo>
                  <a:cubicBezTo>
                    <a:pt x="48" y="58"/>
                    <a:pt x="48" y="57"/>
                    <a:pt x="46" y="57"/>
                  </a:cubicBezTo>
                  <a:cubicBezTo>
                    <a:pt x="46" y="57"/>
                    <a:pt x="45" y="57"/>
                    <a:pt x="44" y="58"/>
                  </a:cubicBezTo>
                  <a:cubicBezTo>
                    <a:pt x="43" y="58"/>
                    <a:pt x="42" y="59"/>
                    <a:pt x="41" y="59"/>
                  </a:cubicBezTo>
                  <a:cubicBezTo>
                    <a:pt x="39" y="59"/>
                    <a:pt x="38" y="57"/>
                    <a:pt x="38" y="52"/>
                  </a:cubicBezTo>
                  <a:cubicBezTo>
                    <a:pt x="38" y="47"/>
                    <a:pt x="39" y="41"/>
                    <a:pt x="40" y="33"/>
                  </a:cubicBezTo>
                  <a:cubicBezTo>
                    <a:pt x="42" y="25"/>
                    <a:pt x="44" y="18"/>
                    <a:pt x="45" y="12"/>
                  </a:cubicBezTo>
                  <a:cubicBezTo>
                    <a:pt x="47" y="9"/>
                    <a:pt x="47" y="7"/>
                    <a:pt x="47" y="6"/>
                  </a:cubicBezTo>
                  <a:cubicBezTo>
                    <a:pt x="47" y="4"/>
                    <a:pt x="47" y="3"/>
                    <a:pt x="46" y="2"/>
                  </a:cubicBezTo>
                  <a:cubicBezTo>
                    <a:pt x="45" y="1"/>
                    <a:pt x="44" y="0"/>
                    <a:pt x="43" y="0"/>
                  </a:cubicBezTo>
                  <a:cubicBezTo>
                    <a:pt x="42" y="0"/>
                    <a:pt x="41" y="0"/>
                    <a:pt x="40" y="1"/>
                  </a:cubicBezTo>
                  <a:cubicBezTo>
                    <a:pt x="39" y="2"/>
                    <a:pt x="38" y="3"/>
                    <a:pt x="38" y="4"/>
                  </a:cubicBezTo>
                  <a:cubicBezTo>
                    <a:pt x="37" y="6"/>
                    <a:pt x="37" y="8"/>
                    <a:pt x="36" y="12"/>
                  </a:cubicBezTo>
                  <a:cubicBezTo>
                    <a:pt x="36" y="14"/>
                    <a:pt x="34" y="20"/>
                    <a:pt x="32" y="28"/>
                  </a:cubicBezTo>
                  <a:cubicBezTo>
                    <a:pt x="31" y="27"/>
                    <a:pt x="29" y="26"/>
                    <a:pt x="25" y="26"/>
                  </a:cubicBezTo>
                  <a:cubicBezTo>
                    <a:pt x="20" y="26"/>
                    <a:pt x="14" y="29"/>
                    <a:pt x="8" y="36"/>
                  </a:cubicBezTo>
                  <a:cubicBezTo>
                    <a:pt x="3" y="43"/>
                    <a:pt x="0" y="49"/>
                    <a:pt x="0" y="56"/>
                  </a:cubicBezTo>
                  <a:cubicBezTo>
                    <a:pt x="0" y="60"/>
                    <a:pt x="1" y="62"/>
                    <a:pt x="2" y="65"/>
                  </a:cubicBezTo>
                  <a:cubicBezTo>
                    <a:pt x="4" y="67"/>
                    <a:pt x="6" y="68"/>
                    <a:pt x="9" y="68"/>
                  </a:cubicBezTo>
                  <a:cubicBezTo>
                    <a:pt x="16" y="68"/>
                    <a:pt x="23" y="63"/>
                    <a:pt x="30" y="53"/>
                  </a:cubicBezTo>
                  <a:cubicBezTo>
                    <a:pt x="29" y="57"/>
                    <a:pt x="30" y="61"/>
                    <a:pt x="31" y="63"/>
                  </a:cubicBezTo>
                  <a:close/>
                  <a:moveTo>
                    <a:pt x="23" y="51"/>
                  </a:moveTo>
                  <a:cubicBezTo>
                    <a:pt x="19" y="57"/>
                    <a:pt x="15" y="59"/>
                    <a:pt x="12" y="59"/>
                  </a:cubicBezTo>
                  <a:cubicBezTo>
                    <a:pt x="10" y="59"/>
                    <a:pt x="9" y="58"/>
                    <a:pt x="9" y="56"/>
                  </a:cubicBezTo>
                  <a:cubicBezTo>
                    <a:pt x="9" y="51"/>
                    <a:pt x="11" y="46"/>
                    <a:pt x="15" y="41"/>
                  </a:cubicBezTo>
                  <a:cubicBezTo>
                    <a:pt x="18" y="36"/>
                    <a:pt x="22" y="33"/>
                    <a:pt x="25" y="33"/>
                  </a:cubicBezTo>
                  <a:cubicBezTo>
                    <a:pt x="27" y="33"/>
                    <a:pt x="28" y="34"/>
                    <a:pt x="29" y="35"/>
                  </a:cubicBezTo>
                  <a:cubicBezTo>
                    <a:pt x="29" y="35"/>
                    <a:pt x="30" y="36"/>
                    <a:pt x="30" y="37"/>
                  </a:cubicBezTo>
                  <a:cubicBezTo>
                    <a:pt x="30" y="41"/>
                    <a:pt x="28" y="45"/>
                    <a:pt x="23"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36" name="组合 135"/>
          <p:cNvGrpSpPr/>
          <p:nvPr/>
        </p:nvGrpSpPr>
        <p:grpSpPr>
          <a:xfrm>
            <a:off x="2238375" y="569913"/>
            <a:ext cx="1635126" cy="1744663"/>
            <a:chOff x="2238375" y="569913"/>
            <a:chExt cx="1635126" cy="1744663"/>
          </a:xfrm>
          <a:solidFill>
            <a:schemeClr val="tx1">
              <a:lumMod val="65000"/>
              <a:lumOff val="35000"/>
            </a:schemeClr>
          </a:solidFill>
        </p:grpSpPr>
        <p:sp>
          <p:nvSpPr>
            <p:cNvPr id="137" name="Freeform 133"/>
            <p:cNvSpPr>
              <a:spLocks noEditPoints="1"/>
            </p:cNvSpPr>
            <p:nvPr/>
          </p:nvSpPr>
          <p:spPr bwMode="auto">
            <a:xfrm>
              <a:off x="2693988" y="569913"/>
              <a:ext cx="1179513" cy="1290638"/>
            </a:xfrm>
            <a:custGeom>
              <a:avLst/>
              <a:gdLst>
                <a:gd name="T0" fmla="*/ 0 w 751"/>
                <a:gd name="T1" fmla="*/ 180 h 822"/>
                <a:gd name="T2" fmla="*/ 340 w 751"/>
                <a:gd name="T3" fmla="*/ 40 h 822"/>
                <a:gd name="T4" fmla="*/ 670 w 751"/>
                <a:gd name="T5" fmla="*/ 578 h 822"/>
                <a:gd name="T6" fmla="*/ 536 w 751"/>
                <a:gd name="T7" fmla="*/ 270 h 822"/>
                <a:gd name="T8" fmla="*/ 548 w 751"/>
                <a:gd name="T9" fmla="*/ 250 h 822"/>
                <a:gd name="T10" fmla="*/ 360 w 751"/>
                <a:gd name="T11" fmla="*/ 270 h 822"/>
                <a:gd name="T12" fmla="*/ 372 w 751"/>
                <a:gd name="T13" fmla="*/ 578 h 822"/>
                <a:gd name="T14" fmla="*/ 137 w 751"/>
                <a:gd name="T15" fmla="*/ 624 h 822"/>
                <a:gd name="T16" fmla="*/ 176 w 751"/>
                <a:gd name="T17" fmla="*/ 659 h 822"/>
                <a:gd name="T18" fmla="*/ 135 w 751"/>
                <a:gd name="T19" fmla="*/ 708 h 822"/>
                <a:gd name="T20" fmla="*/ 116 w 751"/>
                <a:gd name="T21" fmla="*/ 756 h 822"/>
                <a:gd name="T22" fmla="*/ 751 w 751"/>
                <a:gd name="T23" fmla="*/ 411 h 822"/>
                <a:gd name="T24" fmla="*/ 444 w 751"/>
                <a:gd name="T25" fmla="*/ 366 h 822"/>
                <a:gd name="T26" fmla="*/ 400 w 751"/>
                <a:gd name="T27" fmla="*/ 406 h 822"/>
                <a:gd name="T28" fmla="*/ 444 w 751"/>
                <a:gd name="T29" fmla="*/ 366 h 822"/>
                <a:gd name="T30" fmla="*/ 400 w 751"/>
                <a:gd name="T31" fmla="*/ 302 h 822"/>
                <a:gd name="T32" fmla="*/ 444 w 751"/>
                <a:gd name="T33" fmla="*/ 342 h 822"/>
                <a:gd name="T34" fmla="*/ 444 w 751"/>
                <a:gd name="T35" fmla="*/ 430 h 822"/>
                <a:gd name="T36" fmla="*/ 400 w 751"/>
                <a:gd name="T37" fmla="*/ 474 h 822"/>
                <a:gd name="T38" fmla="*/ 444 w 751"/>
                <a:gd name="T39" fmla="*/ 430 h 822"/>
                <a:gd name="T40" fmla="*/ 444 w 751"/>
                <a:gd name="T41" fmla="*/ 538 h 822"/>
                <a:gd name="T42" fmla="*/ 400 w 751"/>
                <a:gd name="T43" fmla="*/ 494 h 822"/>
                <a:gd name="T44" fmla="*/ 508 w 751"/>
                <a:gd name="T45" fmla="*/ 366 h 822"/>
                <a:gd name="T46" fmla="*/ 464 w 751"/>
                <a:gd name="T47" fmla="*/ 406 h 822"/>
                <a:gd name="T48" fmla="*/ 508 w 751"/>
                <a:gd name="T49" fmla="*/ 366 h 822"/>
                <a:gd name="T50" fmla="*/ 464 w 751"/>
                <a:gd name="T51" fmla="*/ 302 h 822"/>
                <a:gd name="T52" fmla="*/ 508 w 751"/>
                <a:gd name="T53" fmla="*/ 342 h 822"/>
                <a:gd name="T54" fmla="*/ 508 w 751"/>
                <a:gd name="T55" fmla="*/ 430 h 822"/>
                <a:gd name="T56" fmla="*/ 464 w 751"/>
                <a:gd name="T57" fmla="*/ 474 h 822"/>
                <a:gd name="T58" fmla="*/ 508 w 751"/>
                <a:gd name="T59" fmla="*/ 430 h 822"/>
                <a:gd name="T60" fmla="*/ 508 w 751"/>
                <a:gd name="T61" fmla="*/ 538 h 822"/>
                <a:gd name="T62" fmla="*/ 464 w 751"/>
                <a:gd name="T63" fmla="*/ 494 h 8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51" h="822">
                  <a:moveTo>
                    <a:pt x="340" y="0"/>
                  </a:moveTo>
                  <a:cubicBezTo>
                    <a:pt x="198" y="0"/>
                    <a:pt x="74" y="72"/>
                    <a:pt x="0" y="180"/>
                  </a:cubicBezTo>
                  <a:cubicBezTo>
                    <a:pt x="10" y="191"/>
                    <a:pt x="18" y="205"/>
                    <a:pt x="22" y="219"/>
                  </a:cubicBezTo>
                  <a:cubicBezTo>
                    <a:pt x="87" y="112"/>
                    <a:pt x="205" y="40"/>
                    <a:pt x="340" y="40"/>
                  </a:cubicBezTo>
                  <a:cubicBezTo>
                    <a:pt x="544" y="40"/>
                    <a:pt x="711" y="206"/>
                    <a:pt x="711" y="411"/>
                  </a:cubicBezTo>
                  <a:cubicBezTo>
                    <a:pt x="711" y="471"/>
                    <a:pt x="696" y="530"/>
                    <a:pt x="670" y="578"/>
                  </a:cubicBezTo>
                  <a:cubicBezTo>
                    <a:pt x="536" y="578"/>
                    <a:pt x="536" y="578"/>
                    <a:pt x="536" y="578"/>
                  </a:cubicBezTo>
                  <a:cubicBezTo>
                    <a:pt x="536" y="270"/>
                    <a:pt x="536" y="270"/>
                    <a:pt x="536" y="270"/>
                  </a:cubicBezTo>
                  <a:cubicBezTo>
                    <a:pt x="548" y="270"/>
                    <a:pt x="548" y="270"/>
                    <a:pt x="548" y="270"/>
                  </a:cubicBezTo>
                  <a:cubicBezTo>
                    <a:pt x="548" y="250"/>
                    <a:pt x="548" y="250"/>
                    <a:pt x="548" y="250"/>
                  </a:cubicBezTo>
                  <a:cubicBezTo>
                    <a:pt x="360" y="250"/>
                    <a:pt x="360" y="250"/>
                    <a:pt x="360" y="250"/>
                  </a:cubicBezTo>
                  <a:cubicBezTo>
                    <a:pt x="360" y="270"/>
                    <a:pt x="360" y="270"/>
                    <a:pt x="360" y="270"/>
                  </a:cubicBezTo>
                  <a:cubicBezTo>
                    <a:pt x="372" y="270"/>
                    <a:pt x="372" y="270"/>
                    <a:pt x="372" y="270"/>
                  </a:cubicBezTo>
                  <a:cubicBezTo>
                    <a:pt x="372" y="578"/>
                    <a:pt x="372" y="578"/>
                    <a:pt x="372" y="578"/>
                  </a:cubicBezTo>
                  <a:cubicBezTo>
                    <a:pt x="135" y="578"/>
                    <a:pt x="135" y="578"/>
                    <a:pt x="135" y="578"/>
                  </a:cubicBezTo>
                  <a:cubicBezTo>
                    <a:pt x="136" y="594"/>
                    <a:pt x="137" y="608"/>
                    <a:pt x="137" y="624"/>
                  </a:cubicBezTo>
                  <a:cubicBezTo>
                    <a:pt x="150" y="628"/>
                    <a:pt x="162" y="635"/>
                    <a:pt x="169" y="642"/>
                  </a:cubicBezTo>
                  <a:cubicBezTo>
                    <a:pt x="174" y="647"/>
                    <a:pt x="176" y="653"/>
                    <a:pt x="176" y="659"/>
                  </a:cubicBezTo>
                  <a:cubicBezTo>
                    <a:pt x="175" y="676"/>
                    <a:pt x="156" y="691"/>
                    <a:pt x="139" y="706"/>
                  </a:cubicBezTo>
                  <a:cubicBezTo>
                    <a:pt x="138" y="707"/>
                    <a:pt x="136" y="707"/>
                    <a:pt x="135" y="708"/>
                  </a:cubicBezTo>
                  <a:cubicBezTo>
                    <a:pt x="135" y="712"/>
                    <a:pt x="135" y="715"/>
                    <a:pt x="135" y="719"/>
                  </a:cubicBezTo>
                  <a:cubicBezTo>
                    <a:pt x="134" y="734"/>
                    <a:pt x="127" y="747"/>
                    <a:pt x="116" y="756"/>
                  </a:cubicBezTo>
                  <a:cubicBezTo>
                    <a:pt x="180" y="798"/>
                    <a:pt x="257" y="822"/>
                    <a:pt x="340" y="822"/>
                  </a:cubicBezTo>
                  <a:cubicBezTo>
                    <a:pt x="567" y="822"/>
                    <a:pt x="751" y="638"/>
                    <a:pt x="751" y="411"/>
                  </a:cubicBezTo>
                  <a:cubicBezTo>
                    <a:pt x="751" y="184"/>
                    <a:pt x="567" y="0"/>
                    <a:pt x="340" y="0"/>
                  </a:cubicBezTo>
                  <a:close/>
                  <a:moveTo>
                    <a:pt x="444" y="366"/>
                  </a:moveTo>
                  <a:cubicBezTo>
                    <a:pt x="444" y="406"/>
                    <a:pt x="444" y="406"/>
                    <a:pt x="444" y="406"/>
                  </a:cubicBezTo>
                  <a:cubicBezTo>
                    <a:pt x="400" y="406"/>
                    <a:pt x="400" y="406"/>
                    <a:pt x="400" y="406"/>
                  </a:cubicBezTo>
                  <a:cubicBezTo>
                    <a:pt x="400" y="366"/>
                    <a:pt x="400" y="366"/>
                    <a:pt x="400" y="366"/>
                  </a:cubicBezTo>
                  <a:lnTo>
                    <a:pt x="444" y="366"/>
                  </a:lnTo>
                  <a:close/>
                  <a:moveTo>
                    <a:pt x="400" y="342"/>
                  </a:moveTo>
                  <a:cubicBezTo>
                    <a:pt x="400" y="302"/>
                    <a:pt x="400" y="302"/>
                    <a:pt x="400" y="302"/>
                  </a:cubicBezTo>
                  <a:cubicBezTo>
                    <a:pt x="444" y="302"/>
                    <a:pt x="444" y="302"/>
                    <a:pt x="444" y="302"/>
                  </a:cubicBezTo>
                  <a:cubicBezTo>
                    <a:pt x="444" y="342"/>
                    <a:pt x="444" y="342"/>
                    <a:pt x="444" y="342"/>
                  </a:cubicBezTo>
                  <a:lnTo>
                    <a:pt x="400" y="342"/>
                  </a:lnTo>
                  <a:close/>
                  <a:moveTo>
                    <a:pt x="444" y="430"/>
                  </a:moveTo>
                  <a:cubicBezTo>
                    <a:pt x="444" y="474"/>
                    <a:pt x="444" y="474"/>
                    <a:pt x="444" y="474"/>
                  </a:cubicBezTo>
                  <a:cubicBezTo>
                    <a:pt x="400" y="474"/>
                    <a:pt x="400" y="474"/>
                    <a:pt x="400" y="474"/>
                  </a:cubicBezTo>
                  <a:cubicBezTo>
                    <a:pt x="400" y="430"/>
                    <a:pt x="400" y="430"/>
                    <a:pt x="400" y="430"/>
                  </a:cubicBezTo>
                  <a:lnTo>
                    <a:pt x="444" y="430"/>
                  </a:lnTo>
                  <a:close/>
                  <a:moveTo>
                    <a:pt x="444" y="494"/>
                  </a:moveTo>
                  <a:cubicBezTo>
                    <a:pt x="444" y="538"/>
                    <a:pt x="444" y="538"/>
                    <a:pt x="444" y="538"/>
                  </a:cubicBezTo>
                  <a:cubicBezTo>
                    <a:pt x="400" y="538"/>
                    <a:pt x="400" y="538"/>
                    <a:pt x="400" y="538"/>
                  </a:cubicBezTo>
                  <a:cubicBezTo>
                    <a:pt x="400" y="494"/>
                    <a:pt x="400" y="494"/>
                    <a:pt x="400" y="494"/>
                  </a:cubicBezTo>
                  <a:lnTo>
                    <a:pt x="444" y="494"/>
                  </a:lnTo>
                  <a:close/>
                  <a:moveTo>
                    <a:pt x="508" y="366"/>
                  </a:moveTo>
                  <a:cubicBezTo>
                    <a:pt x="508" y="406"/>
                    <a:pt x="508" y="406"/>
                    <a:pt x="508" y="406"/>
                  </a:cubicBezTo>
                  <a:cubicBezTo>
                    <a:pt x="464" y="406"/>
                    <a:pt x="464" y="406"/>
                    <a:pt x="464" y="406"/>
                  </a:cubicBezTo>
                  <a:cubicBezTo>
                    <a:pt x="464" y="366"/>
                    <a:pt x="464" y="366"/>
                    <a:pt x="464" y="366"/>
                  </a:cubicBezTo>
                  <a:lnTo>
                    <a:pt x="508" y="366"/>
                  </a:lnTo>
                  <a:close/>
                  <a:moveTo>
                    <a:pt x="464" y="342"/>
                  </a:moveTo>
                  <a:cubicBezTo>
                    <a:pt x="464" y="302"/>
                    <a:pt x="464" y="302"/>
                    <a:pt x="464" y="302"/>
                  </a:cubicBezTo>
                  <a:cubicBezTo>
                    <a:pt x="508" y="302"/>
                    <a:pt x="508" y="302"/>
                    <a:pt x="508" y="302"/>
                  </a:cubicBezTo>
                  <a:cubicBezTo>
                    <a:pt x="508" y="342"/>
                    <a:pt x="508" y="342"/>
                    <a:pt x="508" y="342"/>
                  </a:cubicBezTo>
                  <a:lnTo>
                    <a:pt x="464" y="342"/>
                  </a:lnTo>
                  <a:close/>
                  <a:moveTo>
                    <a:pt x="508" y="430"/>
                  </a:moveTo>
                  <a:cubicBezTo>
                    <a:pt x="508" y="474"/>
                    <a:pt x="508" y="474"/>
                    <a:pt x="508" y="474"/>
                  </a:cubicBezTo>
                  <a:cubicBezTo>
                    <a:pt x="464" y="474"/>
                    <a:pt x="464" y="474"/>
                    <a:pt x="464" y="474"/>
                  </a:cubicBezTo>
                  <a:cubicBezTo>
                    <a:pt x="464" y="430"/>
                    <a:pt x="464" y="430"/>
                    <a:pt x="464" y="430"/>
                  </a:cubicBezTo>
                  <a:lnTo>
                    <a:pt x="508" y="430"/>
                  </a:lnTo>
                  <a:close/>
                  <a:moveTo>
                    <a:pt x="508" y="494"/>
                  </a:moveTo>
                  <a:cubicBezTo>
                    <a:pt x="508" y="538"/>
                    <a:pt x="508" y="538"/>
                    <a:pt x="508" y="538"/>
                  </a:cubicBezTo>
                  <a:cubicBezTo>
                    <a:pt x="464" y="538"/>
                    <a:pt x="464" y="538"/>
                    <a:pt x="464" y="538"/>
                  </a:cubicBezTo>
                  <a:cubicBezTo>
                    <a:pt x="464" y="494"/>
                    <a:pt x="464" y="494"/>
                    <a:pt x="464" y="494"/>
                  </a:cubicBezTo>
                  <a:lnTo>
                    <a:pt x="508" y="49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Rectangle 134"/>
            <p:cNvSpPr>
              <a:spLocks noChangeArrowheads="1"/>
            </p:cNvSpPr>
            <p:nvPr/>
          </p:nvSpPr>
          <p:spPr bwMode="auto">
            <a:xfrm>
              <a:off x="3089275" y="1150938"/>
              <a:ext cx="157163" cy="3016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135"/>
            <p:cNvSpPr>
              <a:spLocks/>
            </p:cNvSpPr>
            <p:nvPr/>
          </p:nvSpPr>
          <p:spPr bwMode="auto">
            <a:xfrm>
              <a:off x="2895600" y="1257300"/>
              <a:ext cx="157163" cy="195263"/>
            </a:xfrm>
            <a:custGeom>
              <a:avLst/>
              <a:gdLst>
                <a:gd name="T0" fmla="*/ 6 w 100"/>
                <a:gd name="T1" fmla="*/ 124 h 124"/>
                <a:gd name="T2" fmla="*/ 100 w 100"/>
                <a:gd name="T3" fmla="*/ 124 h 124"/>
                <a:gd name="T4" fmla="*/ 100 w 100"/>
                <a:gd name="T5" fmla="*/ 0 h 124"/>
                <a:gd name="T6" fmla="*/ 0 w 100"/>
                <a:gd name="T7" fmla="*/ 0 h 124"/>
                <a:gd name="T8" fmla="*/ 0 w 100"/>
                <a:gd name="T9" fmla="*/ 72 h 124"/>
                <a:gd name="T10" fmla="*/ 6 w 100"/>
                <a:gd name="T11" fmla="*/ 124 h 124"/>
              </a:gdLst>
              <a:ahLst/>
              <a:cxnLst>
                <a:cxn ang="0">
                  <a:pos x="T0" y="T1"/>
                </a:cxn>
                <a:cxn ang="0">
                  <a:pos x="T2" y="T3"/>
                </a:cxn>
                <a:cxn ang="0">
                  <a:pos x="T4" y="T5"/>
                </a:cxn>
                <a:cxn ang="0">
                  <a:pos x="T6" y="T7"/>
                </a:cxn>
                <a:cxn ang="0">
                  <a:pos x="T8" y="T9"/>
                </a:cxn>
                <a:cxn ang="0">
                  <a:pos x="T10" y="T11"/>
                </a:cxn>
              </a:cxnLst>
              <a:rect l="0" t="0" r="r" b="b"/>
              <a:pathLst>
                <a:path w="100" h="124">
                  <a:moveTo>
                    <a:pt x="6" y="124"/>
                  </a:moveTo>
                  <a:cubicBezTo>
                    <a:pt x="100" y="124"/>
                    <a:pt x="100" y="124"/>
                    <a:pt x="100" y="124"/>
                  </a:cubicBezTo>
                  <a:cubicBezTo>
                    <a:pt x="100" y="0"/>
                    <a:pt x="100" y="0"/>
                    <a:pt x="100" y="0"/>
                  </a:cubicBezTo>
                  <a:cubicBezTo>
                    <a:pt x="0" y="0"/>
                    <a:pt x="0" y="0"/>
                    <a:pt x="0" y="0"/>
                  </a:cubicBezTo>
                  <a:cubicBezTo>
                    <a:pt x="0" y="72"/>
                    <a:pt x="0" y="72"/>
                    <a:pt x="0" y="72"/>
                  </a:cubicBezTo>
                  <a:cubicBezTo>
                    <a:pt x="4" y="88"/>
                    <a:pt x="4" y="104"/>
                    <a:pt x="6" y="1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Rectangle 136"/>
            <p:cNvSpPr>
              <a:spLocks noChangeArrowheads="1"/>
            </p:cNvSpPr>
            <p:nvPr/>
          </p:nvSpPr>
          <p:spPr bwMode="auto">
            <a:xfrm>
              <a:off x="3560763" y="1257300"/>
              <a:ext cx="157163" cy="1952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137"/>
            <p:cNvSpPr>
              <a:spLocks/>
            </p:cNvSpPr>
            <p:nvPr/>
          </p:nvSpPr>
          <p:spPr bwMode="auto">
            <a:xfrm>
              <a:off x="2238375" y="1144588"/>
              <a:ext cx="652463" cy="1169988"/>
            </a:xfrm>
            <a:custGeom>
              <a:avLst/>
              <a:gdLst>
                <a:gd name="T0" fmla="*/ 189 w 415"/>
                <a:gd name="T1" fmla="*/ 693 h 745"/>
                <a:gd name="T2" fmla="*/ 198 w 415"/>
                <a:gd name="T3" fmla="*/ 682 h 745"/>
                <a:gd name="T4" fmla="*/ 198 w 415"/>
                <a:gd name="T5" fmla="*/ 667 h 745"/>
                <a:gd name="T6" fmla="*/ 198 w 415"/>
                <a:gd name="T7" fmla="*/ 522 h 745"/>
                <a:gd name="T8" fmla="*/ 198 w 415"/>
                <a:gd name="T9" fmla="*/ 354 h 745"/>
                <a:gd name="T10" fmla="*/ 198 w 415"/>
                <a:gd name="T11" fmla="*/ 336 h 745"/>
                <a:gd name="T12" fmla="*/ 218 w 415"/>
                <a:gd name="T13" fmla="*/ 336 h 745"/>
                <a:gd name="T14" fmla="*/ 218 w 415"/>
                <a:gd name="T15" fmla="*/ 354 h 745"/>
                <a:gd name="T16" fmla="*/ 218 w 415"/>
                <a:gd name="T17" fmla="*/ 491 h 745"/>
                <a:gd name="T18" fmla="*/ 277 w 415"/>
                <a:gd name="T19" fmla="*/ 433 h 745"/>
                <a:gd name="T20" fmla="*/ 295 w 415"/>
                <a:gd name="T21" fmla="*/ 418 h 745"/>
                <a:gd name="T22" fmla="*/ 314 w 415"/>
                <a:gd name="T23" fmla="*/ 403 h 745"/>
                <a:gd name="T24" fmla="*/ 314 w 415"/>
                <a:gd name="T25" fmla="*/ 344 h 745"/>
                <a:gd name="T26" fmla="*/ 314 w 415"/>
                <a:gd name="T27" fmla="*/ 341 h 745"/>
                <a:gd name="T28" fmla="*/ 299 w 415"/>
                <a:gd name="T29" fmla="*/ 330 h 745"/>
                <a:gd name="T30" fmla="*/ 253 w 415"/>
                <a:gd name="T31" fmla="*/ 282 h 745"/>
                <a:gd name="T32" fmla="*/ 257 w 415"/>
                <a:gd name="T33" fmla="*/ 268 h 745"/>
                <a:gd name="T34" fmla="*/ 277 w 415"/>
                <a:gd name="T35" fmla="*/ 260 h 745"/>
                <a:gd name="T36" fmla="*/ 314 w 415"/>
                <a:gd name="T37" fmla="*/ 267 h 745"/>
                <a:gd name="T38" fmla="*/ 314 w 415"/>
                <a:gd name="T39" fmla="*/ 228 h 745"/>
                <a:gd name="T40" fmla="*/ 314 w 415"/>
                <a:gd name="T41" fmla="*/ 95 h 745"/>
                <a:gd name="T42" fmla="*/ 340 w 415"/>
                <a:gd name="T43" fmla="*/ 348 h 745"/>
                <a:gd name="T44" fmla="*/ 371 w 415"/>
                <a:gd name="T45" fmla="*/ 382 h 745"/>
                <a:gd name="T46" fmla="*/ 373 w 415"/>
                <a:gd name="T47" fmla="*/ 382 h 745"/>
                <a:gd name="T48" fmla="*/ 405 w 415"/>
                <a:gd name="T49" fmla="*/ 352 h 745"/>
                <a:gd name="T50" fmla="*/ 342 w 415"/>
                <a:gd name="T51" fmla="*/ 24 h 745"/>
                <a:gd name="T52" fmla="*/ 286 w 415"/>
                <a:gd name="T53" fmla="*/ 0 h 745"/>
                <a:gd name="T54" fmla="*/ 284 w 415"/>
                <a:gd name="T55" fmla="*/ 0 h 745"/>
                <a:gd name="T56" fmla="*/ 130 w 415"/>
                <a:gd name="T57" fmla="*/ 0 h 745"/>
                <a:gd name="T58" fmla="*/ 128 w 415"/>
                <a:gd name="T59" fmla="*/ 0 h 745"/>
                <a:gd name="T60" fmla="*/ 81 w 415"/>
                <a:gd name="T61" fmla="*/ 17 h 745"/>
                <a:gd name="T62" fmla="*/ 72 w 415"/>
                <a:gd name="T63" fmla="*/ 24 h 745"/>
                <a:gd name="T64" fmla="*/ 9 w 415"/>
                <a:gd name="T65" fmla="*/ 352 h 745"/>
                <a:gd name="T66" fmla="*/ 41 w 415"/>
                <a:gd name="T67" fmla="*/ 382 h 745"/>
                <a:gd name="T68" fmla="*/ 43 w 415"/>
                <a:gd name="T69" fmla="*/ 382 h 745"/>
                <a:gd name="T70" fmla="*/ 73 w 415"/>
                <a:gd name="T71" fmla="*/ 348 h 745"/>
                <a:gd name="T72" fmla="*/ 78 w 415"/>
                <a:gd name="T73" fmla="*/ 165 h 745"/>
                <a:gd name="T74" fmla="*/ 98 w 415"/>
                <a:gd name="T75" fmla="*/ 95 h 745"/>
                <a:gd name="T76" fmla="*/ 98 w 415"/>
                <a:gd name="T77" fmla="*/ 228 h 745"/>
                <a:gd name="T78" fmla="*/ 98 w 415"/>
                <a:gd name="T79" fmla="*/ 304 h 745"/>
                <a:gd name="T80" fmla="*/ 98 w 415"/>
                <a:gd name="T81" fmla="*/ 344 h 745"/>
                <a:gd name="T82" fmla="*/ 98 w 415"/>
                <a:gd name="T83" fmla="*/ 696 h 745"/>
                <a:gd name="T84" fmla="*/ 148 w 415"/>
                <a:gd name="T85" fmla="*/ 745 h 745"/>
                <a:gd name="T86" fmla="*/ 185 w 415"/>
                <a:gd name="T87" fmla="*/ 728 h 745"/>
                <a:gd name="T88" fmla="*/ 189 w 415"/>
                <a:gd name="T89" fmla="*/ 693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15" h="745">
                  <a:moveTo>
                    <a:pt x="189" y="693"/>
                  </a:moveTo>
                  <a:cubicBezTo>
                    <a:pt x="198" y="682"/>
                    <a:pt x="198" y="682"/>
                    <a:pt x="198" y="682"/>
                  </a:cubicBezTo>
                  <a:cubicBezTo>
                    <a:pt x="198" y="667"/>
                    <a:pt x="198" y="667"/>
                    <a:pt x="198" y="667"/>
                  </a:cubicBezTo>
                  <a:cubicBezTo>
                    <a:pt x="190" y="629"/>
                    <a:pt x="182" y="559"/>
                    <a:pt x="198" y="522"/>
                  </a:cubicBezTo>
                  <a:cubicBezTo>
                    <a:pt x="198" y="354"/>
                    <a:pt x="198" y="354"/>
                    <a:pt x="198" y="354"/>
                  </a:cubicBezTo>
                  <a:cubicBezTo>
                    <a:pt x="198" y="336"/>
                    <a:pt x="198" y="336"/>
                    <a:pt x="198" y="336"/>
                  </a:cubicBezTo>
                  <a:cubicBezTo>
                    <a:pt x="218" y="336"/>
                    <a:pt x="218" y="336"/>
                    <a:pt x="218" y="336"/>
                  </a:cubicBezTo>
                  <a:cubicBezTo>
                    <a:pt x="218" y="354"/>
                    <a:pt x="218" y="354"/>
                    <a:pt x="218" y="354"/>
                  </a:cubicBezTo>
                  <a:cubicBezTo>
                    <a:pt x="218" y="491"/>
                    <a:pt x="218" y="491"/>
                    <a:pt x="218" y="491"/>
                  </a:cubicBezTo>
                  <a:cubicBezTo>
                    <a:pt x="234" y="467"/>
                    <a:pt x="257" y="449"/>
                    <a:pt x="277" y="433"/>
                  </a:cubicBezTo>
                  <a:cubicBezTo>
                    <a:pt x="284" y="428"/>
                    <a:pt x="289" y="423"/>
                    <a:pt x="295" y="418"/>
                  </a:cubicBezTo>
                  <a:cubicBezTo>
                    <a:pt x="302" y="412"/>
                    <a:pt x="310" y="407"/>
                    <a:pt x="314" y="403"/>
                  </a:cubicBezTo>
                  <a:cubicBezTo>
                    <a:pt x="314" y="344"/>
                    <a:pt x="314" y="344"/>
                    <a:pt x="314" y="344"/>
                  </a:cubicBezTo>
                  <a:cubicBezTo>
                    <a:pt x="314" y="341"/>
                    <a:pt x="314" y="341"/>
                    <a:pt x="314" y="341"/>
                  </a:cubicBezTo>
                  <a:cubicBezTo>
                    <a:pt x="310" y="337"/>
                    <a:pt x="304" y="333"/>
                    <a:pt x="299" y="330"/>
                  </a:cubicBezTo>
                  <a:cubicBezTo>
                    <a:pt x="272" y="310"/>
                    <a:pt x="255" y="297"/>
                    <a:pt x="253" y="282"/>
                  </a:cubicBezTo>
                  <a:cubicBezTo>
                    <a:pt x="253" y="277"/>
                    <a:pt x="254" y="272"/>
                    <a:pt x="257" y="268"/>
                  </a:cubicBezTo>
                  <a:cubicBezTo>
                    <a:pt x="262" y="263"/>
                    <a:pt x="268" y="260"/>
                    <a:pt x="277" y="260"/>
                  </a:cubicBezTo>
                  <a:cubicBezTo>
                    <a:pt x="288" y="260"/>
                    <a:pt x="302" y="264"/>
                    <a:pt x="314" y="267"/>
                  </a:cubicBezTo>
                  <a:cubicBezTo>
                    <a:pt x="314" y="228"/>
                    <a:pt x="314" y="228"/>
                    <a:pt x="314" y="228"/>
                  </a:cubicBezTo>
                  <a:cubicBezTo>
                    <a:pt x="314" y="95"/>
                    <a:pt x="314" y="95"/>
                    <a:pt x="314" y="95"/>
                  </a:cubicBezTo>
                  <a:cubicBezTo>
                    <a:pt x="334" y="133"/>
                    <a:pt x="348" y="208"/>
                    <a:pt x="340" y="348"/>
                  </a:cubicBezTo>
                  <a:cubicBezTo>
                    <a:pt x="339" y="366"/>
                    <a:pt x="353" y="381"/>
                    <a:pt x="371" y="382"/>
                  </a:cubicBezTo>
                  <a:cubicBezTo>
                    <a:pt x="371" y="382"/>
                    <a:pt x="372" y="382"/>
                    <a:pt x="373" y="382"/>
                  </a:cubicBezTo>
                  <a:cubicBezTo>
                    <a:pt x="390" y="382"/>
                    <a:pt x="404" y="369"/>
                    <a:pt x="405" y="352"/>
                  </a:cubicBezTo>
                  <a:cubicBezTo>
                    <a:pt x="415" y="183"/>
                    <a:pt x="394" y="73"/>
                    <a:pt x="342" y="24"/>
                  </a:cubicBezTo>
                  <a:cubicBezTo>
                    <a:pt x="319" y="3"/>
                    <a:pt x="298" y="0"/>
                    <a:pt x="286" y="0"/>
                  </a:cubicBezTo>
                  <a:cubicBezTo>
                    <a:pt x="286" y="0"/>
                    <a:pt x="285" y="0"/>
                    <a:pt x="284" y="0"/>
                  </a:cubicBezTo>
                  <a:cubicBezTo>
                    <a:pt x="130" y="0"/>
                    <a:pt x="130" y="0"/>
                    <a:pt x="130" y="0"/>
                  </a:cubicBezTo>
                  <a:cubicBezTo>
                    <a:pt x="129" y="0"/>
                    <a:pt x="129" y="0"/>
                    <a:pt x="128" y="0"/>
                  </a:cubicBezTo>
                  <a:cubicBezTo>
                    <a:pt x="118" y="0"/>
                    <a:pt x="100" y="2"/>
                    <a:pt x="81" y="17"/>
                  </a:cubicBezTo>
                  <a:cubicBezTo>
                    <a:pt x="78" y="19"/>
                    <a:pt x="75" y="22"/>
                    <a:pt x="72" y="24"/>
                  </a:cubicBezTo>
                  <a:cubicBezTo>
                    <a:pt x="21" y="73"/>
                    <a:pt x="0" y="183"/>
                    <a:pt x="9" y="352"/>
                  </a:cubicBezTo>
                  <a:cubicBezTo>
                    <a:pt x="10" y="369"/>
                    <a:pt x="25" y="382"/>
                    <a:pt x="41" y="382"/>
                  </a:cubicBezTo>
                  <a:cubicBezTo>
                    <a:pt x="42" y="382"/>
                    <a:pt x="43" y="382"/>
                    <a:pt x="43" y="382"/>
                  </a:cubicBezTo>
                  <a:cubicBezTo>
                    <a:pt x="61" y="381"/>
                    <a:pt x="74" y="366"/>
                    <a:pt x="73" y="348"/>
                  </a:cubicBezTo>
                  <a:cubicBezTo>
                    <a:pt x="69" y="267"/>
                    <a:pt x="71" y="208"/>
                    <a:pt x="78" y="165"/>
                  </a:cubicBezTo>
                  <a:cubicBezTo>
                    <a:pt x="84" y="134"/>
                    <a:pt x="90" y="111"/>
                    <a:pt x="98" y="95"/>
                  </a:cubicBezTo>
                  <a:cubicBezTo>
                    <a:pt x="98" y="228"/>
                    <a:pt x="98" y="228"/>
                    <a:pt x="98" y="228"/>
                  </a:cubicBezTo>
                  <a:cubicBezTo>
                    <a:pt x="98" y="304"/>
                    <a:pt x="98" y="304"/>
                    <a:pt x="98" y="304"/>
                  </a:cubicBezTo>
                  <a:cubicBezTo>
                    <a:pt x="98" y="344"/>
                    <a:pt x="98" y="344"/>
                    <a:pt x="98" y="344"/>
                  </a:cubicBezTo>
                  <a:cubicBezTo>
                    <a:pt x="98" y="696"/>
                    <a:pt x="98" y="696"/>
                    <a:pt x="98" y="696"/>
                  </a:cubicBezTo>
                  <a:cubicBezTo>
                    <a:pt x="98" y="723"/>
                    <a:pt x="121" y="745"/>
                    <a:pt x="148" y="745"/>
                  </a:cubicBezTo>
                  <a:cubicBezTo>
                    <a:pt x="163" y="745"/>
                    <a:pt x="176" y="738"/>
                    <a:pt x="185" y="728"/>
                  </a:cubicBezTo>
                  <a:cubicBezTo>
                    <a:pt x="179" y="717"/>
                    <a:pt x="181" y="703"/>
                    <a:pt x="189" y="6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138"/>
            <p:cNvSpPr>
              <a:spLocks/>
            </p:cNvSpPr>
            <p:nvPr/>
          </p:nvSpPr>
          <p:spPr bwMode="auto">
            <a:xfrm>
              <a:off x="2606675" y="2279650"/>
              <a:ext cx="85725" cy="34925"/>
            </a:xfrm>
            <a:custGeom>
              <a:avLst/>
              <a:gdLst>
                <a:gd name="T0" fmla="*/ 1 w 54"/>
                <a:gd name="T1" fmla="*/ 11 h 23"/>
                <a:gd name="T2" fmla="*/ 0 w 54"/>
                <a:gd name="T3" fmla="*/ 12 h 23"/>
                <a:gd name="T4" fmla="*/ 31 w 54"/>
                <a:gd name="T5" fmla="*/ 23 h 23"/>
                <a:gd name="T6" fmla="*/ 54 w 54"/>
                <a:gd name="T7" fmla="*/ 17 h 23"/>
                <a:gd name="T8" fmla="*/ 10 w 54"/>
                <a:gd name="T9" fmla="*/ 0 h 23"/>
                <a:gd name="T10" fmla="*/ 1 w 54"/>
                <a:gd name="T11" fmla="*/ 11 h 23"/>
              </a:gdLst>
              <a:ahLst/>
              <a:cxnLst>
                <a:cxn ang="0">
                  <a:pos x="T0" y="T1"/>
                </a:cxn>
                <a:cxn ang="0">
                  <a:pos x="T2" y="T3"/>
                </a:cxn>
                <a:cxn ang="0">
                  <a:pos x="T4" y="T5"/>
                </a:cxn>
                <a:cxn ang="0">
                  <a:pos x="T6" y="T7"/>
                </a:cxn>
                <a:cxn ang="0">
                  <a:pos x="T8" y="T9"/>
                </a:cxn>
                <a:cxn ang="0">
                  <a:pos x="T10" y="T11"/>
                </a:cxn>
              </a:cxnLst>
              <a:rect l="0" t="0" r="r" b="b"/>
              <a:pathLst>
                <a:path w="54" h="23">
                  <a:moveTo>
                    <a:pt x="1" y="11"/>
                  </a:moveTo>
                  <a:cubicBezTo>
                    <a:pt x="1" y="11"/>
                    <a:pt x="0" y="12"/>
                    <a:pt x="0" y="12"/>
                  </a:cubicBezTo>
                  <a:cubicBezTo>
                    <a:pt x="8" y="19"/>
                    <a:pt x="19" y="23"/>
                    <a:pt x="31" y="23"/>
                  </a:cubicBezTo>
                  <a:cubicBezTo>
                    <a:pt x="39" y="23"/>
                    <a:pt x="47" y="21"/>
                    <a:pt x="54" y="17"/>
                  </a:cubicBezTo>
                  <a:cubicBezTo>
                    <a:pt x="36" y="12"/>
                    <a:pt x="22" y="6"/>
                    <a:pt x="10" y="0"/>
                  </a:cubicBezTo>
                  <a:lnTo>
                    <a:pt x="1"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Oval 139"/>
            <p:cNvSpPr>
              <a:spLocks noChangeArrowheads="1"/>
            </p:cNvSpPr>
            <p:nvPr/>
          </p:nvSpPr>
          <p:spPr bwMode="auto">
            <a:xfrm>
              <a:off x="2422525" y="823913"/>
              <a:ext cx="282575" cy="2825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140"/>
            <p:cNvSpPr>
              <a:spLocks noEditPoints="1"/>
            </p:cNvSpPr>
            <p:nvPr/>
          </p:nvSpPr>
          <p:spPr bwMode="auto">
            <a:xfrm>
              <a:off x="2533650" y="1751013"/>
              <a:ext cx="595313" cy="557213"/>
            </a:xfrm>
            <a:custGeom>
              <a:avLst/>
              <a:gdLst>
                <a:gd name="T0" fmla="*/ 199 w 379"/>
                <a:gd name="T1" fmla="*/ 3 h 354"/>
                <a:gd name="T2" fmla="*/ 185 w 379"/>
                <a:gd name="T3" fmla="*/ 5 h 354"/>
                <a:gd name="T4" fmla="*/ 182 w 379"/>
                <a:gd name="T5" fmla="*/ 5 h 354"/>
                <a:gd name="T6" fmla="*/ 165 w 379"/>
                <a:gd name="T7" fmla="*/ 0 h 354"/>
                <a:gd name="T8" fmla="*/ 114 w 379"/>
                <a:gd name="T9" fmla="*/ 40 h 354"/>
                <a:gd name="T10" fmla="*/ 21 w 379"/>
                <a:gd name="T11" fmla="*/ 136 h 354"/>
                <a:gd name="T12" fmla="*/ 23 w 379"/>
                <a:gd name="T13" fmla="*/ 296 h 354"/>
                <a:gd name="T14" fmla="*/ 9 w 379"/>
                <a:gd name="T15" fmla="*/ 314 h 354"/>
                <a:gd name="T16" fmla="*/ 11 w 379"/>
                <a:gd name="T17" fmla="*/ 343 h 354"/>
                <a:gd name="T18" fmla="*/ 40 w 379"/>
                <a:gd name="T19" fmla="*/ 340 h 354"/>
                <a:gd name="T20" fmla="*/ 54 w 379"/>
                <a:gd name="T21" fmla="*/ 324 h 354"/>
                <a:gd name="T22" fmla="*/ 186 w 379"/>
                <a:gd name="T23" fmla="*/ 352 h 354"/>
                <a:gd name="T24" fmla="*/ 301 w 379"/>
                <a:gd name="T25" fmla="*/ 326 h 354"/>
                <a:gd name="T26" fmla="*/ 316 w 379"/>
                <a:gd name="T27" fmla="*/ 344 h 354"/>
                <a:gd name="T28" fmla="*/ 345 w 379"/>
                <a:gd name="T29" fmla="*/ 346 h 354"/>
                <a:gd name="T30" fmla="*/ 348 w 379"/>
                <a:gd name="T31" fmla="*/ 317 h 354"/>
                <a:gd name="T32" fmla="*/ 332 w 379"/>
                <a:gd name="T33" fmla="*/ 297 h 354"/>
                <a:gd name="T34" fmla="*/ 343 w 379"/>
                <a:gd name="T35" fmla="*/ 126 h 354"/>
                <a:gd name="T36" fmla="*/ 218 w 379"/>
                <a:gd name="T37" fmla="*/ 20 h 354"/>
                <a:gd name="T38" fmla="*/ 199 w 379"/>
                <a:gd name="T39" fmla="*/ 3 h 354"/>
                <a:gd name="T40" fmla="*/ 232 w 379"/>
                <a:gd name="T41" fmla="*/ 125 h 354"/>
                <a:gd name="T42" fmla="*/ 211 w 379"/>
                <a:gd name="T43" fmla="*/ 139 h 354"/>
                <a:gd name="T44" fmla="*/ 183 w 379"/>
                <a:gd name="T45" fmla="*/ 128 h 354"/>
                <a:gd name="T46" fmla="*/ 161 w 379"/>
                <a:gd name="T47" fmla="*/ 144 h 354"/>
                <a:gd name="T48" fmla="*/ 169 w 379"/>
                <a:gd name="T49" fmla="*/ 159 h 354"/>
                <a:gd name="T50" fmla="*/ 193 w 379"/>
                <a:gd name="T51" fmla="*/ 172 h 354"/>
                <a:gd name="T52" fmla="*/ 236 w 379"/>
                <a:gd name="T53" fmla="*/ 218 h 354"/>
                <a:gd name="T54" fmla="*/ 190 w 379"/>
                <a:gd name="T55" fmla="*/ 256 h 354"/>
                <a:gd name="T56" fmla="*/ 190 w 379"/>
                <a:gd name="T57" fmla="*/ 274 h 354"/>
                <a:gd name="T58" fmla="*/ 174 w 379"/>
                <a:gd name="T59" fmla="*/ 274 h 354"/>
                <a:gd name="T60" fmla="*/ 174 w 379"/>
                <a:gd name="T61" fmla="*/ 256 h 354"/>
                <a:gd name="T62" fmla="*/ 128 w 379"/>
                <a:gd name="T63" fmla="*/ 235 h 354"/>
                <a:gd name="T64" fmla="*/ 149 w 379"/>
                <a:gd name="T65" fmla="*/ 221 h 354"/>
                <a:gd name="T66" fmla="*/ 184 w 379"/>
                <a:gd name="T67" fmla="*/ 237 h 354"/>
                <a:gd name="T68" fmla="*/ 205 w 379"/>
                <a:gd name="T69" fmla="*/ 219 h 354"/>
                <a:gd name="T70" fmla="*/ 197 w 379"/>
                <a:gd name="T71" fmla="*/ 204 h 354"/>
                <a:gd name="T72" fmla="*/ 170 w 379"/>
                <a:gd name="T73" fmla="*/ 189 h 354"/>
                <a:gd name="T74" fmla="*/ 131 w 379"/>
                <a:gd name="T75" fmla="*/ 146 h 354"/>
                <a:gd name="T76" fmla="*/ 174 w 379"/>
                <a:gd name="T77" fmla="*/ 109 h 354"/>
                <a:gd name="T78" fmla="*/ 174 w 379"/>
                <a:gd name="T79" fmla="*/ 94 h 354"/>
                <a:gd name="T80" fmla="*/ 190 w 379"/>
                <a:gd name="T81" fmla="*/ 94 h 354"/>
                <a:gd name="T82" fmla="*/ 190 w 379"/>
                <a:gd name="T83" fmla="*/ 109 h 354"/>
                <a:gd name="T84" fmla="*/ 232 w 379"/>
                <a:gd name="T85" fmla="*/ 125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79" h="354">
                  <a:moveTo>
                    <a:pt x="199" y="3"/>
                  </a:moveTo>
                  <a:cubicBezTo>
                    <a:pt x="195" y="4"/>
                    <a:pt x="190" y="5"/>
                    <a:pt x="185" y="5"/>
                  </a:cubicBezTo>
                  <a:cubicBezTo>
                    <a:pt x="184" y="5"/>
                    <a:pt x="183" y="5"/>
                    <a:pt x="182" y="5"/>
                  </a:cubicBezTo>
                  <a:cubicBezTo>
                    <a:pt x="176" y="5"/>
                    <a:pt x="170" y="3"/>
                    <a:pt x="165" y="0"/>
                  </a:cubicBezTo>
                  <a:cubicBezTo>
                    <a:pt x="158" y="13"/>
                    <a:pt x="135" y="21"/>
                    <a:pt x="114" y="40"/>
                  </a:cubicBezTo>
                  <a:cubicBezTo>
                    <a:pt x="83" y="66"/>
                    <a:pt x="45" y="90"/>
                    <a:pt x="21" y="136"/>
                  </a:cubicBezTo>
                  <a:cubicBezTo>
                    <a:pt x="0" y="177"/>
                    <a:pt x="18" y="272"/>
                    <a:pt x="23" y="296"/>
                  </a:cubicBezTo>
                  <a:cubicBezTo>
                    <a:pt x="9" y="314"/>
                    <a:pt x="9" y="314"/>
                    <a:pt x="9" y="314"/>
                  </a:cubicBezTo>
                  <a:cubicBezTo>
                    <a:pt x="1" y="322"/>
                    <a:pt x="2" y="336"/>
                    <a:pt x="11" y="343"/>
                  </a:cubicBezTo>
                  <a:cubicBezTo>
                    <a:pt x="20" y="350"/>
                    <a:pt x="33" y="349"/>
                    <a:pt x="40" y="340"/>
                  </a:cubicBezTo>
                  <a:cubicBezTo>
                    <a:pt x="54" y="324"/>
                    <a:pt x="54" y="324"/>
                    <a:pt x="54" y="324"/>
                  </a:cubicBezTo>
                  <a:cubicBezTo>
                    <a:pt x="80" y="338"/>
                    <a:pt x="124" y="354"/>
                    <a:pt x="186" y="352"/>
                  </a:cubicBezTo>
                  <a:cubicBezTo>
                    <a:pt x="244" y="350"/>
                    <a:pt x="280" y="338"/>
                    <a:pt x="301" y="326"/>
                  </a:cubicBezTo>
                  <a:cubicBezTo>
                    <a:pt x="316" y="344"/>
                    <a:pt x="316" y="344"/>
                    <a:pt x="316" y="344"/>
                  </a:cubicBezTo>
                  <a:cubicBezTo>
                    <a:pt x="324" y="352"/>
                    <a:pt x="337" y="353"/>
                    <a:pt x="345" y="346"/>
                  </a:cubicBezTo>
                  <a:cubicBezTo>
                    <a:pt x="354" y="339"/>
                    <a:pt x="355" y="326"/>
                    <a:pt x="348" y="317"/>
                  </a:cubicBezTo>
                  <a:cubicBezTo>
                    <a:pt x="332" y="297"/>
                    <a:pt x="332" y="297"/>
                    <a:pt x="332" y="297"/>
                  </a:cubicBezTo>
                  <a:cubicBezTo>
                    <a:pt x="343" y="272"/>
                    <a:pt x="379" y="185"/>
                    <a:pt x="343" y="126"/>
                  </a:cubicBezTo>
                  <a:cubicBezTo>
                    <a:pt x="301" y="56"/>
                    <a:pt x="242" y="40"/>
                    <a:pt x="218" y="20"/>
                  </a:cubicBezTo>
                  <a:cubicBezTo>
                    <a:pt x="208" y="12"/>
                    <a:pt x="202" y="7"/>
                    <a:pt x="199" y="3"/>
                  </a:cubicBezTo>
                  <a:close/>
                  <a:moveTo>
                    <a:pt x="232" y="125"/>
                  </a:moveTo>
                  <a:cubicBezTo>
                    <a:pt x="211" y="139"/>
                    <a:pt x="211" y="139"/>
                    <a:pt x="211" y="139"/>
                  </a:cubicBezTo>
                  <a:cubicBezTo>
                    <a:pt x="202" y="131"/>
                    <a:pt x="194" y="128"/>
                    <a:pt x="183" y="128"/>
                  </a:cubicBezTo>
                  <a:cubicBezTo>
                    <a:pt x="169" y="128"/>
                    <a:pt x="161" y="134"/>
                    <a:pt x="161" y="144"/>
                  </a:cubicBezTo>
                  <a:cubicBezTo>
                    <a:pt x="161" y="150"/>
                    <a:pt x="163" y="155"/>
                    <a:pt x="169" y="159"/>
                  </a:cubicBezTo>
                  <a:cubicBezTo>
                    <a:pt x="173" y="163"/>
                    <a:pt x="175" y="164"/>
                    <a:pt x="193" y="172"/>
                  </a:cubicBezTo>
                  <a:cubicBezTo>
                    <a:pt x="226" y="188"/>
                    <a:pt x="236" y="199"/>
                    <a:pt x="236" y="218"/>
                  </a:cubicBezTo>
                  <a:cubicBezTo>
                    <a:pt x="236" y="240"/>
                    <a:pt x="218" y="253"/>
                    <a:pt x="190" y="256"/>
                  </a:cubicBezTo>
                  <a:cubicBezTo>
                    <a:pt x="190" y="274"/>
                    <a:pt x="190" y="274"/>
                    <a:pt x="190" y="274"/>
                  </a:cubicBezTo>
                  <a:cubicBezTo>
                    <a:pt x="174" y="274"/>
                    <a:pt x="174" y="274"/>
                    <a:pt x="174" y="274"/>
                  </a:cubicBezTo>
                  <a:cubicBezTo>
                    <a:pt x="174" y="256"/>
                    <a:pt x="174" y="256"/>
                    <a:pt x="174" y="256"/>
                  </a:cubicBezTo>
                  <a:cubicBezTo>
                    <a:pt x="158" y="254"/>
                    <a:pt x="141" y="247"/>
                    <a:pt x="128" y="235"/>
                  </a:cubicBezTo>
                  <a:cubicBezTo>
                    <a:pt x="149" y="221"/>
                    <a:pt x="149" y="221"/>
                    <a:pt x="149" y="221"/>
                  </a:cubicBezTo>
                  <a:cubicBezTo>
                    <a:pt x="162" y="233"/>
                    <a:pt x="171" y="237"/>
                    <a:pt x="184" y="237"/>
                  </a:cubicBezTo>
                  <a:cubicBezTo>
                    <a:pt x="197" y="237"/>
                    <a:pt x="205" y="230"/>
                    <a:pt x="205" y="219"/>
                  </a:cubicBezTo>
                  <a:cubicBezTo>
                    <a:pt x="205" y="214"/>
                    <a:pt x="202" y="208"/>
                    <a:pt x="197" y="204"/>
                  </a:cubicBezTo>
                  <a:cubicBezTo>
                    <a:pt x="192" y="200"/>
                    <a:pt x="189" y="198"/>
                    <a:pt x="170" y="189"/>
                  </a:cubicBezTo>
                  <a:cubicBezTo>
                    <a:pt x="140" y="174"/>
                    <a:pt x="131" y="163"/>
                    <a:pt x="131" y="146"/>
                  </a:cubicBezTo>
                  <a:cubicBezTo>
                    <a:pt x="131" y="126"/>
                    <a:pt x="146" y="112"/>
                    <a:pt x="174" y="109"/>
                  </a:cubicBezTo>
                  <a:cubicBezTo>
                    <a:pt x="174" y="94"/>
                    <a:pt x="174" y="94"/>
                    <a:pt x="174" y="94"/>
                  </a:cubicBezTo>
                  <a:cubicBezTo>
                    <a:pt x="190" y="94"/>
                    <a:pt x="190" y="94"/>
                    <a:pt x="190" y="94"/>
                  </a:cubicBezTo>
                  <a:cubicBezTo>
                    <a:pt x="190" y="109"/>
                    <a:pt x="190" y="109"/>
                    <a:pt x="190" y="109"/>
                  </a:cubicBezTo>
                  <a:cubicBezTo>
                    <a:pt x="206" y="110"/>
                    <a:pt x="220" y="115"/>
                    <a:pt x="232" y="1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141"/>
            <p:cNvSpPr>
              <a:spLocks/>
            </p:cNvSpPr>
            <p:nvPr/>
          </p:nvSpPr>
          <p:spPr bwMode="auto">
            <a:xfrm>
              <a:off x="2890838" y="1560513"/>
              <a:ext cx="63500" cy="115888"/>
            </a:xfrm>
            <a:custGeom>
              <a:avLst/>
              <a:gdLst>
                <a:gd name="T0" fmla="*/ 0 w 41"/>
                <a:gd name="T1" fmla="*/ 73 h 73"/>
                <a:gd name="T2" fmla="*/ 41 w 41"/>
                <a:gd name="T3" fmla="*/ 27 h 73"/>
                <a:gd name="T4" fmla="*/ 1 w 41"/>
                <a:gd name="T5" fmla="*/ 0 h 73"/>
                <a:gd name="T6" fmla="*/ 0 w 41"/>
                <a:gd name="T7" fmla="*/ 73 h 73"/>
              </a:gdLst>
              <a:ahLst/>
              <a:cxnLst>
                <a:cxn ang="0">
                  <a:pos x="T0" y="T1"/>
                </a:cxn>
                <a:cxn ang="0">
                  <a:pos x="T2" y="T3"/>
                </a:cxn>
                <a:cxn ang="0">
                  <a:pos x="T4" y="T5"/>
                </a:cxn>
                <a:cxn ang="0">
                  <a:pos x="T6" y="T7"/>
                </a:cxn>
              </a:cxnLst>
              <a:rect l="0" t="0" r="r" b="b"/>
              <a:pathLst>
                <a:path w="41" h="73">
                  <a:moveTo>
                    <a:pt x="0" y="73"/>
                  </a:moveTo>
                  <a:cubicBezTo>
                    <a:pt x="18" y="58"/>
                    <a:pt x="40" y="43"/>
                    <a:pt x="41" y="27"/>
                  </a:cubicBezTo>
                  <a:cubicBezTo>
                    <a:pt x="41" y="17"/>
                    <a:pt x="22" y="7"/>
                    <a:pt x="1" y="0"/>
                  </a:cubicBezTo>
                  <a:cubicBezTo>
                    <a:pt x="2" y="23"/>
                    <a:pt x="1" y="47"/>
                    <a:pt x="0"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142"/>
            <p:cNvSpPr>
              <a:spLocks/>
            </p:cNvSpPr>
            <p:nvPr/>
          </p:nvSpPr>
          <p:spPr bwMode="auto">
            <a:xfrm>
              <a:off x="2635250" y="1558925"/>
              <a:ext cx="127000" cy="122238"/>
            </a:xfrm>
            <a:custGeom>
              <a:avLst/>
              <a:gdLst>
                <a:gd name="T0" fmla="*/ 79 w 81"/>
                <a:gd name="T1" fmla="*/ 77 h 77"/>
                <a:gd name="T2" fmla="*/ 81 w 81"/>
                <a:gd name="T3" fmla="*/ 19 h 77"/>
                <a:gd name="T4" fmla="*/ 12 w 81"/>
                <a:gd name="T5" fmla="*/ 11 h 77"/>
                <a:gd name="T6" fmla="*/ 79 w 81"/>
                <a:gd name="T7" fmla="*/ 77 h 77"/>
              </a:gdLst>
              <a:ahLst/>
              <a:cxnLst>
                <a:cxn ang="0">
                  <a:pos x="T0" y="T1"/>
                </a:cxn>
                <a:cxn ang="0">
                  <a:pos x="T2" y="T3"/>
                </a:cxn>
                <a:cxn ang="0">
                  <a:pos x="T4" y="T5"/>
                </a:cxn>
                <a:cxn ang="0">
                  <a:pos x="T6" y="T7"/>
                </a:cxn>
              </a:cxnLst>
              <a:rect l="0" t="0" r="r" b="b"/>
              <a:pathLst>
                <a:path w="81" h="77">
                  <a:moveTo>
                    <a:pt x="79" y="77"/>
                  </a:moveTo>
                  <a:cubicBezTo>
                    <a:pt x="80" y="56"/>
                    <a:pt x="81" y="37"/>
                    <a:pt x="81" y="19"/>
                  </a:cubicBezTo>
                  <a:cubicBezTo>
                    <a:pt x="55" y="12"/>
                    <a:pt x="21" y="0"/>
                    <a:pt x="12" y="11"/>
                  </a:cubicBezTo>
                  <a:cubicBezTo>
                    <a:pt x="0" y="26"/>
                    <a:pt x="49" y="52"/>
                    <a:pt x="79"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143"/>
            <p:cNvSpPr>
              <a:spLocks/>
            </p:cNvSpPr>
            <p:nvPr/>
          </p:nvSpPr>
          <p:spPr bwMode="auto">
            <a:xfrm>
              <a:off x="3206750" y="1960563"/>
              <a:ext cx="87313" cy="98425"/>
            </a:xfrm>
            <a:custGeom>
              <a:avLst/>
              <a:gdLst>
                <a:gd name="T0" fmla="*/ 17 w 56"/>
                <a:gd name="T1" fmla="*/ 9 h 63"/>
                <a:gd name="T2" fmla="*/ 12 w 56"/>
                <a:gd name="T3" fmla="*/ 3 h 63"/>
                <a:gd name="T4" fmla="*/ 9 w 56"/>
                <a:gd name="T5" fmla="*/ 4 h 63"/>
                <a:gd name="T6" fmla="*/ 7 w 56"/>
                <a:gd name="T7" fmla="*/ 6 h 63"/>
                <a:gd name="T8" fmla="*/ 1 w 56"/>
                <a:gd name="T9" fmla="*/ 50 h 63"/>
                <a:gd name="T10" fmla="*/ 0 w 56"/>
                <a:gd name="T11" fmla="*/ 57 h 63"/>
                <a:gd name="T12" fmla="*/ 2 w 56"/>
                <a:gd name="T13" fmla="*/ 61 h 63"/>
                <a:gd name="T14" fmla="*/ 6 w 56"/>
                <a:gd name="T15" fmla="*/ 63 h 63"/>
                <a:gd name="T16" fmla="*/ 10 w 56"/>
                <a:gd name="T17" fmla="*/ 59 h 63"/>
                <a:gd name="T18" fmla="*/ 11 w 56"/>
                <a:gd name="T19" fmla="*/ 50 h 63"/>
                <a:gd name="T20" fmla="*/ 13 w 56"/>
                <a:gd name="T21" fmla="*/ 38 h 63"/>
                <a:gd name="T22" fmla="*/ 19 w 56"/>
                <a:gd name="T23" fmla="*/ 37 h 63"/>
                <a:gd name="T24" fmla="*/ 27 w 56"/>
                <a:gd name="T25" fmla="*/ 37 h 63"/>
                <a:gd name="T26" fmla="*/ 34 w 56"/>
                <a:gd name="T27" fmla="*/ 36 h 63"/>
                <a:gd name="T28" fmla="*/ 42 w 56"/>
                <a:gd name="T29" fmla="*/ 36 h 63"/>
                <a:gd name="T30" fmla="*/ 42 w 56"/>
                <a:gd name="T31" fmla="*/ 38 h 63"/>
                <a:gd name="T32" fmla="*/ 41 w 56"/>
                <a:gd name="T33" fmla="*/ 48 h 63"/>
                <a:gd name="T34" fmla="*/ 40 w 56"/>
                <a:gd name="T35" fmla="*/ 58 h 63"/>
                <a:gd name="T36" fmla="*/ 42 w 56"/>
                <a:gd name="T37" fmla="*/ 61 h 63"/>
                <a:gd name="T38" fmla="*/ 45 w 56"/>
                <a:gd name="T39" fmla="*/ 62 h 63"/>
                <a:gd name="T40" fmla="*/ 49 w 56"/>
                <a:gd name="T41" fmla="*/ 60 h 63"/>
                <a:gd name="T42" fmla="*/ 51 w 56"/>
                <a:gd name="T43" fmla="*/ 56 h 63"/>
                <a:gd name="T44" fmla="*/ 52 w 56"/>
                <a:gd name="T45" fmla="*/ 38 h 63"/>
                <a:gd name="T46" fmla="*/ 55 w 56"/>
                <a:gd name="T47" fmla="*/ 15 h 63"/>
                <a:gd name="T48" fmla="*/ 56 w 56"/>
                <a:gd name="T49" fmla="*/ 5 h 63"/>
                <a:gd name="T50" fmla="*/ 55 w 56"/>
                <a:gd name="T51" fmla="*/ 1 h 63"/>
                <a:gd name="T52" fmla="*/ 51 w 56"/>
                <a:gd name="T53" fmla="*/ 0 h 63"/>
                <a:gd name="T54" fmla="*/ 48 w 56"/>
                <a:gd name="T55" fmla="*/ 2 h 63"/>
                <a:gd name="T56" fmla="*/ 46 w 56"/>
                <a:gd name="T57" fmla="*/ 4 h 63"/>
                <a:gd name="T58" fmla="*/ 45 w 56"/>
                <a:gd name="T59" fmla="*/ 18 h 63"/>
                <a:gd name="T60" fmla="*/ 44 w 56"/>
                <a:gd name="T61" fmla="*/ 26 h 63"/>
                <a:gd name="T62" fmla="*/ 33 w 56"/>
                <a:gd name="T63" fmla="*/ 28 h 63"/>
                <a:gd name="T64" fmla="*/ 17 w 56"/>
                <a:gd name="T65" fmla="*/ 29 h 63"/>
                <a:gd name="T66" fmla="*/ 14 w 56"/>
                <a:gd name="T67" fmla="*/ 29 h 63"/>
                <a:gd name="T68" fmla="*/ 16 w 56"/>
                <a:gd name="T69" fmla="*/ 18 h 63"/>
                <a:gd name="T70" fmla="*/ 17 w 56"/>
                <a:gd name="T71" fmla="*/ 9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6" h="63">
                  <a:moveTo>
                    <a:pt x="17" y="9"/>
                  </a:moveTo>
                  <a:cubicBezTo>
                    <a:pt x="17" y="5"/>
                    <a:pt x="15" y="3"/>
                    <a:pt x="12" y="3"/>
                  </a:cubicBezTo>
                  <a:cubicBezTo>
                    <a:pt x="11" y="3"/>
                    <a:pt x="10" y="3"/>
                    <a:pt x="9" y="4"/>
                  </a:cubicBezTo>
                  <a:cubicBezTo>
                    <a:pt x="8" y="5"/>
                    <a:pt x="7" y="5"/>
                    <a:pt x="7" y="6"/>
                  </a:cubicBezTo>
                  <a:cubicBezTo>
                    <a:pt x="5" y="28"/>
                    <a:pt x="3" y="43"/>
                    <a:pt x="1" y="50"/>
                  </a:cubicBezTo>
                  <a:cubicBezTo>
                    <a:pt x="1" y="53"/>
                    <a:pt x="0" y="55"/>
                    <a:pt x="0" y="57"/>
                  </a:cubicBezTo>
                  <a:cubicBezTo>
                    <a:pt x="0" y="59"/>
                    <a:pt x="1" y="60"/>
                    <a:pt x="2" y="61"/>
                  </a:cubicBezTo>
                  <a:cubicBezTo>
                    <a:pt x="3" y="62"/>
                    <a:pt x="4" y="63"/>
                    <a:pt x="6" y="63"/>
                  </a:cubicBezTo>
                  <a:cubicBezTo>
                    <a:pt x="8" y="63"/>
                    <a:pt x="9" y="62"/>
                    <a:pt x="10" y="59"/>
                  </a:cubicBezTo>
                  <a:cubicBezTo>
                    <a:pt x="11" y="56"/>
                    <a:pt x="11" y="53"/>
                    <a:pt x="11" y="50"/>
                  </a:cubicBezTo>
                  <a:cubicBezTo>
                    <a:pt x="12" y="43"/>
                    <a:pt x="12" y="39"/>
                    <a:pt x="13" y="38"/>
                  </a:cubicBezTo>
                  <a:cubicBezTo>
                    <a:pt x="13" y="38"/>
                    <a:pt x="15" y="37"/>
                    <a:pt x="19" y="37"/>
                  </a:cubicBezTo>
                  <a:cubicBezTo>
                    <a:pt x="23" y="37"/>
                    <a:pt x="26" y="37"/>
                    <a:pt x="27" y="37"/>
                  </a:cubicBezTo>
                  <a:cubicBezTo>
                    <a:pt x="28" y="37"/>
                    <a:pt x="31" y="37"/>
                    <a:pt x="34" y="36"/>
                  </a:cubicBezTo>
                  <a:cubicBezTo>
                    <a:pt x="38" y="36"/>
                    <a:pt x="40" y="36"/>
                    <a:pt x="42" y="36"/>
                  </a:cubicBezTo>
                  <a:cubicBezTo>
                    <a:pt x="42" y="36"/>
                    <a:pt x="42" y="36"/>
                    <a:pt x="42" y="38"/>
                  </a:cubicBezTo>
                  <a:cubicBezTo>
                    <a:pt x="42" y="40"/>
                    <a:pt x="42" y="43"/>
                    <a:pt x="41" y="48"/>
                  </a:cubicBezTo>
                  <a:cubicBezTo>
                    <a:pt x="41" y="54"/>
                    <a:pt x="40" y="57"/>
                    <a:pt x="40" y="58"/>
                  </a:cubicBezTo>
                  <a:cubicBezTo>
                    <a:pt x="40" y="59"/>
                    <a:pt x="41" y="60"/>
                    <a:pt x="42" y="61"/>
                  </a:cubicBezTo>
                  <a:cubicBezTo>
                    <a:pt x="43" y="62"/>
                    <a:pt x="44" y="62"/>
                    <a:pt x="45" y="62"/>
                  </a:cubicBezTo>
                  <a:cubicBezTo>
                    <a:pt x="46" y="62"/>
                    <a:pt x="48" y="61"/>
                    <a:pt x="49" y="60"/>
                  </a:cubicBezTo>
                  <a:cubicBezTo>
                    <a:pt x="50" y="59"/>
                    <a:pt x="51" y="57"/>
                    <a:pt x="51" y="56"/>
                  </a:cubicBezTo>
                  <a:cubicBezTo>
                    <a:pt x="51" y="53"/>
                    <a:pt x="51" y="47"/>
                    <a:pt x="52" y="38"/>
                  </a:cubicBezTo>
                  <a:cubicBezTo>
                    <a:pt x="53" y="29"/>
                    <a:pt x="54" y="21"/>
                    <a:pt x="55" y="15"/>
                  </a:cubicBezTo>
                  <a:cubicBezTo>
                    <a:pt x="56" y="10"/>
                    <a:pt x="56" y="7"/>
                    <a:pt x="56" y="5"/>
                  </a:cubicBezTo>
                  <a:cubicBezTo>
                    <a:pt x="56" y="3"/>
                    <a:pt x="56" y="2"/>
                    <a:pt x="55" y="1"/>
                  </a:cubicBezTo>
                  <a:cubicBezTo>
                    <a:pt x="54" y="0"/>
                    <a:pt x="53" y="0"/>
                    <a:pt x="51" y="0"/>
                  </a:cubicBezTo>
                  <a:cubicBezTo>
                    <a:pt x="50" y="0"/>
                    <a:pt x="49" y="0"/>
                    <a:pt x="48" y="2"/>
                  </a:cubicBezTo>
                  <a:cubicBezTo>
                    <a:pt x="47" y="3"/>
                    <a:pt x="46" y="3"/>
                    <a:pt x="46" y="4"/>
                  </a:cubicBezTo>
                  <a:cubicBezTo>
                    <a:pt x="46" y="9"/>
                    <a:pt x="46" y="14"/>
                    <a:pt x="45" y="18"/>
                  </a:cubicBezTo>
                  <a:cubicBezTo>
                    <a:pt x="45" y="23"/>
                    <a:pt x="44" y="25"/>
                    <a:pt x="44" y="26"/>
                  </a:cubicBezTo>
                  <a:cubicBezTo>
                    <a:pt x="43" y="27"/>
                    <a:pt x="39" y="28"/>
                    <a:pt x="33" y="28"/>
                  </a:cubicBezTo>
                  <a:cubicBezTo>
                    <a:pt x="26" y="29"/>
                    <a:pt x="21" y="29"/>
                    <a:pt x="17" y="29"/>
                  </a:cubicBezTo>
                  <a:cubicBezTo>
                    <a:pt x="15" y="29"/>
                    <a:pt x="15" y="29"/>
                    <a:pt x="14" y="29"/>
                  </a:cubicBezTo>
                  <a:cubicBezTo>
                    <a:pt x="14" y="27"/>
                    <a:pt x="15" y="23"/>
                    <a:pt x="16" y="18"/>
                  </a:cubicBezTo>
                  <a:cubicBezTo>
                    <a:pt x="16" y="14"/>
                    <a:pt x="17" y="11"/>
                    <a:pt x="17"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144"/>
            <p:cNvSpPr>
              <a:spLocks noEditPoints="1"/>
            </p:cNvSpPr>
            <p:nvPr/>
          </p:nvSpPr>
          <p:spPr bwMode="auto">
            <a:xfrm>
              <a:off x="3305175" y="1987550"/>
              <a:ext cx="61913" cy="69850"/>
            </a:xfrm>
            <a:custGeom>
              <a:avLst/>
              <a:gdLst>
                <a:gd name="T0" fmla="*/ 24 w 39"/>
                <a:gd name="T1" fmla="*/ 0 h 45"/>
                <a:gd name="T2" fmla="*/ 7 w 39"/>
                <a:gd name="T3" fmla="*/ 10 h 45"/>
                <a:gd name="T4" fmla="*/ 0 w 39"/>
                <a:gd name="T5" fmla="*/ 30 h 45"/>
                <a:gd name="T6" fmla="*/ 4 w 39"/>
                <a:gd name="T7" fmla="*/ 41 h 45"/>
                <a:gd name="T8" fmla="*/ 13 w 39"/>
                <a:gd name="T9" fmla="*/ 45 h 45"/>
                <a:gd name="T10" fmla="*/ 29 w 39"/>
                <a:gd name="T11" fmla="*/ 39 h 45"/>
                <a:gd name="T12" fmla="*/ 39 w 39"/>
                <a:gd name="T13" fmla="*/ 23 h 45"/>
                <a:gd name="T14" fmla="*/ 39 w 39"/>
                <a:gd name="T15" fmla="*/ 23 h 45"/>
                <a:gd name="T16" fmla="*/ 39 w 39"/>
                <a:gd name="T17" fmla="*/ 17 h 45"/>
                <a:gd name="T18" fmla="*/ 35 w 39"/>
                <a:gd name="T19" fmla="*/ 5 h 45"/>
                <a:gd name="T20" fmla="*/ 24 w 39"/>
                <a:gd name="T21" fmla="*/ 0 h 45"/>
                <a:gd name="T22" fmla="*/ 24 w 39"/>
                <a:gd name="T23" fmla="*/ 31 h 45"/>
                <a:gd name="T24" fmla="*/ 14 w 39"/>
                <a:gd name="T25" fmla="*/ 37 h 45"/>
                <a:gd name="T26" fmla="*/ 11 w 39"/>
                <a:gd name="T27" fmla="*/ 35 h 45"/>
                <a:gd name="T28" fmla="*/ 10 w 39"/>
                <a:gd name="T29" fmla="*/ 29 h 45"/>
                <a:gd name="T30" fmla="*/ 12 w 39"/>
                <a:gd name="T31" fmla="*/ 19 h 45"/>
                <a:gd name="T32" fmla="*/ 18 w 39"/>
                <a:gd name="T33" fmla="*/ 12 h 45"/>
                <a:gd name="T34" fmla="*/ 18 w 39"/>
                <a:gd name="T35" fmla="*/ 12 h 45"/>
                <a:gd name="T36" fmla="*/ 23 w 39"/>
                <a:gd name="T37" fmla="*/ 9 h 45"/>
                <a:gd name="T38" fmla="*/ 28 w 39"/>
                <a:gd name="T39" fmla="*/ 12 h 45"/>
                <a:gd name="T40" fmla="*/ 29 w 39"/>
                <a:gd name="T41" fmla="*/ 18 h 45"/>
                <a:gd name="T42" fmla="*/ 24 w 39"/>
                <a:gd name="T43" fmla="*/ 3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9" h="45">
                  <a:moveTo>
                    <a:pt x="24" y="0"/>
                  </a:moveTo>
                  <a:cubicBezTo>
                    <a:pt x="17" y="0"/>
                    <a:pt x="12" y="4"/>
                    <a:pt x="7" y="10"/>
                  </a:cubicBezTo>
                  <a:cubicBezTo>
                    <a:pt x="2" y="17"/>
                    <a:pt x="0" y="23"/>
                    <a:pt x="0" y="30"/>
                  </a:cubicBezTo>
                  <a:cubicBezTo>
                    <a:pt x="0" y="34"/>
                    <a:pt x="1" y="38"/>
                    <a:pt x="4" y="41"/>
                  </a:cubicBezTo>
                  <a:cubicBezTo>
                    <a:pt x="6" y="43"/>
                    <a:pt x="9" y="45"/>
                    <a:pt x="13" y="45"/>
                  </a:cubicBezTo>
                  <a:cubicBezTo>
                    <a:pt x="18" y="45"/>
                    <a:pt x="24" y="43"/>
                    <a:pt x="29" y="39"/>
                  </a:cubicBezTo>
                  <a:cubicBezTo>
                    <a:pt x="33" y="34"/>
                    <a:pt x="35" y="29"/>
                    <a:pt x="39" y="23"/>
                  </a:cubicBezTo>
                  <a:cubicBezTo>
                    <a:pt x="39" y="23"/>
                    <a:pt x="39" y="23"/>
                    <a:pt x="39" y="23"/>
                  </a:cubicBezTo>
                  <a:cubicBezTo>
                    <a:pt x="39" y="21"/>
                    <a:pt x="39" y="19"/>
                    <a:pt x="39" y="17"/>
                  </a:cubicBezTo>
                  <a:cubicBezTo>
                    <a:pt x="39" y="13"/>
                    <a:pt x="38" y="9"/>
                    <a:pt x="35" y="5"/>
                  </a:cubicBezTo>
                  <a:cubicBezTo>
                    <a:pt x="32" y="2"/>
                    <a:pt x="28" y="0"/>
                    <a:pt x="24" y="0"/>
                  </a:cubicBezTo>
                  <a:close/>
                  <a:moveTo>
                    <a:pt x="24" y="31"/>
                  </a:moveTo>
                  <a:cubicBezTo>
                    <a:pt x="21" y="35"/>
                    <a:pt x="17" y="37"/>
                    <a:pt x="14" y="37"/>
                  </a:cubicBezTo>
                  <a:cubicBezTo>
                    <a:pt x="13" y="37"/>
                    <a:pt x="12" y="36"/>
                    <a:pt x="11" y="35"/>
                  </a:cubicBezTo>
                  <a:cubicBezTo>
                    <a:pt x="10" y="33"/>
                    <a:pt x="10" y="31"/>
                    <a:pt x="10" y="29"/>
                  </a:cubicBezTo>
                  <a:cubicBezTo>
                    <a:pt x="10" y="26"/>
                    <a:pt x="10" y="23"/>
                    <a:pt x="12" y="19"/>
                  </a:cubicBezTo>
                  <a:cubicBezTo>
                    <a:pt x="14" y="16"/>
                    <a:pt x="16" y="12"/>
                    <a:pt x="18" y="12"/>
                  </a:cubicBezTo>
                  <a:cubicBezTo>
                    <a:pt x="18" y="12"/>
                    <a:pt x="18" y="12"/>
                    <a:pt x="18" y="12"/>
                  </a:cubicBezTo>
                  <a:cubicBezTo>
                    <a:pt x="19" y="8"/>
                    <a:pt x="21" y="9"/>
                    <a:pt x="23" y="9"/>
                  </a:cubicBezTo>
                  <a:cubicBezTo>
                    <a:pt x="25" y="9"/>
                    <a:pt x="27" y="10"/>
                    <a:pt x="28" y="12"/>
                  </a:cubicBezTo>
                  <a:cubicBezTo>
                    <a:pt x="29" y="13"/>
                    <a:pt x="29" y="15"/>
                    <a:pt x="29" y="18"/>
                  </a:cubicBezTo>
                  <a:cubicBezTo>
                    <a:pt x="29" y="23"/>
                    <a:pt x="28" y="27"/>
                    <a:pt x="24"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145"/>
            <p:cNvSpPr>
              <a:spLocks/>
            </p:cNvSpPr>
            <p:nvPr/>
          </p:nvSpPr>
          <p:spPr bwMode="auto">
            <a:xfrm>
              <a:off x="3376613" y="1989138"/>
              <a:ext cx="63500" cy="68263"/>
            </a:xfrm>
            <a:custGeom>
              <a:avLst/>
              <a:gdLst>
                <a:gd name="T0" fmla="*/ 12 w 40"/>
                <a:gd name="T1" fmla="*/ 13 h 44"/>
                <a:gd name="T2" fmla="*/ 14 w 40"/>
                <a:gd name="T3" fmla="*/ 5 h 44"/>
                <a:gd name="T4" fmla="*/ 13 w 40"/>
                <a:gd name="T5" fmla="*/ 2 h 44"/>
                <a:gd name="T6" fmla="*/ 9 w 40"/>
                <a:gd name="T7" fmla="*/ 0 h 44"/>
                <a:gd name="T8" fmla="*/ 4 w 40"/>
                <a:gd name="T9" fmla="*/ 4 h 44"/>
                <a:gd name="T10" fmla="*/ 2 w 40"/>
                <a:gd name="T11" fmla="*/ 15 h 44"/>
                <a:gd name="T12" fmla="*/ 0 w 40"/>
                <a:gd name="T13" fmla="*/ 30 h 44"/>
                <a:gd name="T14" fmla="*/ 3 w 40"/>
                <a:gd name="T15" fmla="*/ 39 h 44"/>
                <a:gd name="T16" fmla="*/ 9 w 40"/>
                <a:gd name="T17" fmla="*/ 43 h 44"/>
                <a:gd name="T18" fmla="*/ 19 w 40"/>
                <a:gd name="T19" fmla="*/ 39 h 44"/>
                <a:gd name="T20" fmla="*/ 28 w 40"/>
                <a:gd name="T21" fmla="*/ 28 h 44"/>
                <a:gd name="T22" fmla="*/ 30 w 40"/>
                <a:gd name="T23" fmla="*/ 39 h 44"/>
                <a:gd name="T24" fmla="*/ 35 w 40"/>
                <a:gd name="T25" fmla="*/ 44 h 44"/>
                <a:gd name="T26" fmla="*/ 38 w 40"/>
                <a:gd name="T27" fmla="*/ 42 h 44"/>
                <a:gd name="T28" fmla="*/ 40 w 40"/>
                <a:gd name="T29" fmla="*/ 40 h 44"/>
                <a:gd name="T30" fmla="*/ 39 w 40"/>
                <a:gd name="T31" fmla="*/ 38 h 44"/>
                <a:gd name="T32" fmla="*/ 36 w 40"/>
                <a:gd name="T33" fmla="*/ 26 h 44"/>
                <a:gd name="T34" fmla="*/ 38 w 40"/>
                <a:gd name="T35" fmla="*/ 10 h 44"/>
                <a:gd name="T36" fmla="*/ 39 w 40"/>
                <a:gd name="T37" fmla="*/ 8 h 44"/>
                <a:gd name="T38" fmla="*/ 35 w 40"/>
                <a:gd name="T39" fmla="*/ 3 h 44"/>
                <a:gd name="T40" fmla="*/ 31 w 40"/>
                <a:gd name="T41" fmla="*/ 5 h 44"/>
                <a:gd name="T42" fmla="*/ 28 w 40"/>
                <a:gd name="T43" fmla="*/ 14 h 44"/>
                <a:gd name="T44" fmla="*/ 20 w 40"/>
                <a:gd name="T45" fmla="*/ 27 h 44"/>
                <a:gd name="T46" fmla="*/ 11 w 40"/>
                <a:gd name="T47" fmla="*/ 34 h 44"/>
                <a:gd name="T48" fmla="*/ 9 w 40"/>
                <a:gd name="T49" fmla="*/ 29 h 44"/>
                <a:gd name="T50" fmla="*/ 10 w 40"/>
                <a:gd name="T51" fmla="*/ 21 h 44"/>
                <a:gd name="T52" fmla="*/ 12 w 40"/>
                <a:gd name="T53" fmla="*/ 1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0" h="44">
                  <a:moveTo>
                    <a:pt x="12" y="13"/>
                  </a:moveTo>
                  <a:cubicBezTo>
                    <a:pt x="14" y="9"/>
                    <a:pt x="14" y="7"/>
                    <a:pt x="14" y="5"/>
                  </a:cubicBezTo>
                  <a:cubicBezTo>
                    <a:pt x="14" y="4"/>
                    <a:pt x="14" y="3"/>
                    <a:pt x="13" y="2"/>
                  </a:cubicBezTo>
                  <a:cubicBezTo>
                    <a:pt x="12" y="1"/>
                    <a:pt x="11" y="0"/>
                    <a:pt x="9" y="0"/>
                  </a:cubicBezTo>
                  <a:cubicBezTo>
                    <a:pt x="7" y="0"/>
                    <a:pt x="5" y="1"/>
                    <a:pt x="4" y="4"/>
                  </a:cubicBezTo>
                  <a:cubicBezTo>
                    <a:pt x="4" y="6"/>
                    <a:pt x="4" y="10"/>
                    <a:pt x="2" y="15"/>
                  </a:cubicBezTo>
                  <a:cubicBezTo>
                    <a:pt x="1" y="22"/>
                    <a:pt x="0" y="26"/>
                    <a:pt x="0" y="30"/>
                  </a:cubicBezTo>
                  <a:cubicBezTo>
                    <a:pt x="0" y="34"/>
                    <a:pt x="1" y="37"/>
                    <a:pt x="3" y="39"/>
                  </a:cubicBezTo>
                  <a:cubicBezTo>
                    <a:pt x="5" y="42"/>
                    <a:pt x="7" y="43"/>
                    <a:pt x="9" y="43"/>
                  </a:cubicBezTo>
                  <a:cubicBezTo>
                    <a:pt x="13" y="43"/>
                    <a:pt x="16" y="41"/>
                    <a:pt x="19" y="39"/>
                  </a:cubicBezTo>
                  <a:cubicBezTo>
                    <a:pt x="23" y="36"/>
                    <a:pt x="26" y="32"/>
                    <a:pt x="28" y="28"/>
                  </a:cubicBezTo>
                  <a:cubicBezTo>
                    <a:pt x="28" y="33"/>
                    <a:pt x="29" y="36"/>
                    <a:pt x="30" y="39"/>
                  </a:cubicBezTo>
                  <a:cubicBezTo>
                    <a:pt x="31" y="42"/>
                    <a:pt x="32" y="44"/>
                    <a:pt x="35" y="44"/>
                  </a:cubicBezTo>
                  <a:cubicBezTo>
                    <a:pt x="36" y="44"/>
                    <a:pt x="37" y="43"/>
                    <a:pt x="38" y="42"/>
                  </a:cubicBezTo>
                  <a:cubicBezTo>
                    <a:pt x="40" y="42"/>
                    <a:pt x="40" y="41"/>
                    <a:pt x="40" y="40"/>
                  </a:cubicBezTo>
                  <a:cubicBezTo>
                    <a:pt x="40" y="39"/>
                    <a:pt x="40" y="39"/>
                    <a:pt x="39" y="38"/>
                  </a:cubicBezTo>
                  <a:cubicBezTo>
                    <a:pt x="37" y="37"/>
                    <a:pt x="36" y="33"/>
                    <a:pt x="36" y="26"/>
                  </a:cubicBezTo>
                  <a:cubicBezTo>
                    <a:pt x="36" y="20"/>
                    <a:pt x="37" y="15"/>
                    <a:pt x="38" y="10"/>
                  </a:cubicBezTo>
                  <a:cubicBezTo>
                    <a:pt x="38" y="9"/>
                    <a:pt x="39" y="8"/>
                    <a:pt x="39" y="8"/>
                  </a:cubicBezTo>
                  <a:cubicBezTo>
                    <a:pt x="39" y="4"/>
                    <a:pt x="37" y="3"/>
                    <a:pt x="35" y="3"/>
                  </a:cubicBezTo>
                  <a:cubicBezTo>
                    <a:pt x="33" y="3"/>
                    <a:pt x="32" y="4"/>
                    <a:pt x="31" y="5"/>
                  </a:cubicBezTo>
                  <a:cubicBezTo>
                    <a:pt x="30" y="6"/>
                    <a:pt x="29" y="9"/>
                    <a:pt x="28" y="14"/>
                  </a:cubicBezTo>
                  <a:cubicBezTo>
                    <a:pt x="26" y="18"/>
                    <a:pt x="24" y="23"/>
                    <a:pt x="20" y="27"/>
                  </a:cubicBezTo>
                  <a:cubicBezTo>
                    <a:pt x="16" y="32"/>
                    <a:pt x="13" y="34"/>
                    <a:pt x="11" y="34"/>
                  </a:cubicBezTo>
                  <a:cubicBezTo>
                    <a:pt x="9" y="34"/>
                    <a:pt x="9" y="32"/>
                    <a:pt x="9" y="29"/>
                  </a:cubicBezTo>
                  <a:cubicBezTo>
                    <a:pt x="9" y="28"/>
                    <a:pt x="9" y="25"/>
                    <a:pt x="10" y="21"/>
                  </a:cubicBezTo>
                  <a:cubicBezTo>
                    <a:pt x="11" y="18"/>
                    <a:pt x="12" y="15"/>
                    <a:pt x="12"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146"/>
            <p:cNvSpPr>
              <a:spLocks/>
            </p:cNvSpPr>
            <p:nvPr/>
          </p:nvSpPr>
          <p:spPr bwMode="auto">
            <a:xfrm>
              <a:off x="3448050" y="1984375"/>
              <a:ext cx="52388" cy="74613"/>
            </a:xfrm>
            <a:custGeom>
              <a:avLst/>
              <a:gdLst>
                <a:gd name="T0" fmla="*/ 18 w 33"/>
                <a:gd name="T1" fmla="*/ 38 h 48"/>
                <a:gd name="T2" fmla="*/ 10 w 33"/>
                <a:gd name="T3" fmla="*/ 39 h 48"/>
                <a:gd name="T4" fmla="*/ 7 w 33"/>
                <a:gd name="T5" fmla="*/ 38 h 48"/>
                <a:gd name="T6" fmla="*/ 5 w 33"/>
                <a:gd name="T7" fmla="*/ 38 h 48"/>
                <a:gd name="T8" fmla="*/ 1 w 33"/>
                <a:gd name="T9" fmla="*/ 39 h 48"/>
                <a:gd name="T10" fmla="*/ 0 w 33"/>
                <a:gd name="T11" fmla="*/ 42 h 48"/>
                <a:gd name="T12" fmla="*/ 7 w 33"/>
                <a:gd name="T13" fmla="*/ 48 h 48"/>
                <a:gd name="T14" fmla="*/ 24 w 33"/>
                <a:gd name="T15" fmla="*/ 44 h 48"/>
                <a:gd name="T16" fmla="*/ 32 w 33"/>
                <a:gd name="T17" fmla="*/ 34 h 48"/>
                <a:gd name="T18" fmla="*/ 30 w 33"/>
                <a:gd name="T19" fmla="*/ 28 h 48"/>
                <a:gd name="T20" fmla="*/ 21 w 33"/>
                <a:gd name="T21" fmla="*/ 23 h 48"/>
                <a:gd name="T22" fmla="*/ 15 w 33"/>
                <a:gd name="T23" fmla="*/ 19 h 48"/>
                <a:gd name="T24" fmla="*/ 13 w 33"/>
                <a:gd name="T25" fmla="*/ 16 h 48"/>
                <a:gd name="T26" fmla="*/ 18 w 33"/>
                <a:gd name="T27" fmla="*/ 11 h 48"/>
                <a:gd name="T28" fmla="*/ 25 w 33"/>
                <a:gd name="T29" fmla="*/ 8 h 48"/>
                <a:gd name="T30" fmla="*/ 27 w 33"/>
                <a:gd name="T31" fmla="*/ 9 h 48"/>
                <a:gd name="T32" fmla="*/ 28 w 33"/>
                <a:gd name="T33" fmla="*/ 9 h 48"/>
                <a:gd name="T34" fmla="*/ 31 w 33"/>
                <a:gd name="T35" fmla="*/ 8 h 48"/>
                <a:gd name="T36" fmla="*/ 33 w 33"/>
                <a:gd name="T37" fmla="*/ 5 h 48"/>
                <a:gd name="T38" fmla="*/ 26 w 33"/>
                <a:gd name="T39" fmla="*/ 0 h 48"/>
                <a:gd name="T40" fmla="*/ 11 w 33"/>
                <a:gd name="T41" fmla="*/ 5 h 48"/>
                <a:gd name="T42" fmla="*/ 4 w 33"/>
                <a:gd name="T43" fmla="*/ 17 h 48"/>
                <a:gd name="T44" fmla="*/ 6 w 33"/>
                <a:gd name="T45" fmla="*/ 23 h 48"/>
                <a:gd name="T46" fmla="*/ 16 w 33"/>
                <a:gd name="T47" fmla="*/ 30 h 48"/>
                <a:gd name="T48" fmla="*/ 23 w 33"/>
                <a:gd name="T49" fmla="*/ 35 h 48"/>
                <a:gd name="T50" fmla="*/ 18 w 33"/>
                <a:gd name="T51" fmla="*/ 3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3" h="48">
                  <a:moveTo>
                    <a:pt x="18" y="38"/>
                  </a:moveTo>
                  <a:cubicBezTo>
                    <a:pt x="15" y="39"/>
                    <a:pt x="12" y="39"/>
                    <a:pt x="10" y="39"/>
                  </a:cubicBezTo>
                  <a:cubicBezTo>
                    <a:pt x="9" y="39"/>
                    <a:pt x="8" y="39"/>
                    <a:pt x="7" y="38"/>
                  </a:cubicBezTo>
                  <a:cubicBezTo>
                    <a:pt x="6" y="38"/>
                    <a:pt x="5" y="38"/>
                    <a:pt x="5" y="38"/>
                  </a:cubicBezTo>
                  <a:cubicBezTo>
                    <a:pt x="3" y="38"/>
                    <a:pt x="2" y="38"/>
                    <a:pt x="1" y="39"/>
                  </a:cubicBezTo>
                  <a:cubicBezTo>
                    <a:pt x="0" y="40"/>
                    <a:pt x="0" y="41"/>
                    <a:pt x="0" y="42"/>
                  </a:cubicBezTo>
                  <a:cubicBezTo>
                    <a:pt x="0" y="46"/>
                    <a:pt x="2" y="48"/>
                    <a:pt x="7" y="48"/>
                  </a:cubicBezTo>
                  <a:cubicBezTo>
                    <a:pt x="13" y="48"/>
                    <a:pt x="19" y="46"/>
                    <a:pt x="24" y="44"/>
                  </a:cubicBezTo>
                  <a:cubicBezTo>
                    <a:pt x="29" y="41"/>
                    <a:pt x="32" y="38"/>
                    <a:pt x="32" y="34"/>
                  </a:cubicBezTo>
                  <a:cubicBezTo>
                    <a:pt x="32" y="32"/>
                    <a:pt x="31" y="30"/>
                    <a:pt x="30" y="28"/>
                  </a:cubicBezTo>
                  <a:cubicBezTo>
                    <a:pt x="28" y="27"/>
                    <a:pt x="25" y="25"/>
                    <a:pt x="21" y="23"/>
                  </a:cubicBezTo>
                  <a:cubicBezTo>
                    <a:pt x="18" y="21"/>
                    <a:pt x="16" y="20"/>
                    <a:pt x="15" y="19"/>
                  </a:cubicBezTo>
                  <a:cubicBezTo>
                    <a:pt x="14" y="18"/>
                    <a:pt x="13" y="17"/>
                    <a:pt x="13" y="16"/>
                  </a:cubicBezTo>
                  <a:cubicBezTo>
                    <a:pt x="13" y="14"/>
                    <a:pt x="15" y="12"/>
                    <a:pt x="18" y="11"/>
                  </a:cubicBezTo>
                  <a:cubicBezTo>
                    <a:pt x="20" y="9"/>
                    <a:pt x="23" y="8"/>
                    <a:pt x="25" y="8"/>
                  </a:cubicBezTo>
                  <a:cubicBezTo>
                    <a:pt x="26" y="8"/>
                    <a:pt x="26" y="8"/>
                    <a:pt x="27" y="9"/>
                  </a:cubicBezTo>
                  <a:cubicBezTo>
                    <a:pt x="28" y="9"/>
                    <a:pt x="28" y="9"/>
                    <a:pt x="28" y="9"/>
                  </a:cubicBezTo>
                  <a:cubicBezTo>
                    <a:pt x="29" y="9"/>
                    <a:pt x="30" y="9"/>
                    <a:pt x="31" y="8"/>
                  </a:cubicBezTo>
                  <a:cubicBezTo>
                    <a:pt x="32" y="7"/>
                    <a:pt x="33" y="6"/>
                    <a:pt x="33" y="5"/>
                  </a:cubicBezTo>
                  <a:cubicBezTo>
                    <a:pt x="33" y="1"/>
                    <a:pt x="30" y="0"/>
                    <a:pt x="26" y="0"/>
                  </a:cubicBezTo>
                  <a:cubicBezTo>
                    <a:pt x="21" y="0"/>
                    <a:pt x="17" y="1"/>
                    <a:pt x="11" y="5"/>
                  </a:cubicBezTo>
                  <a:cubicBezTo>
                    <a:pt x="6" y="8"/>
                    <a:pt x="4" y="12"/>
                    <a:pt x="4" y="17"/>
                  </a:cubicBezTo>
                  <a:cubicBezTo>
                    <a:pt x="4" y="19"/>
                    <a:pt x="4" y="21"/>
                    <a:pt x="6" y="23"/>
                  </a:cubicBezTo>
                  <a:cubicBezTo>
                    <a:pt x="7" y="25"/>
                    <a:pt x="11" y="27"/>
                    <a:pt x="16" y="30"/>
                  </a:cubicBezTo>
                  <a:cubicBezTo>
                    <a:pt x="21" y="32"/>
                    <a:pt x="23" y="34"/>
                    <a:pt x="23" y="35"/>
                  </a:cubicBezTo>
                  <a:cubicBezTo>
                    <a:pt x="22" y="36"/>
                    <a:pt x="20" y="37"/>
                    <a:pt x="18"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147"/>
            <p:cNvSpPr>
              <a:spLocks/>
            </p:cNvSpPr>
            <p:nvPr/>
          </p:nvSpPr>
          <p:spPr bwMode="auto">
            <a:xfrm>
              <a:off x="3508375" y="1990725"/>
              <a:ext cx="22225" cy="66675"/>
            </a:xfrm>
            <a:custGeom>
              <a:avLst/>
              <a:gdLst>
                <a:gd name="T0" fmla="*/ 2 w 15"/>
                <a:gd name="T1" fmla="*/ 19 h 43"/>
                <a:gd name="T2" fmla="*/ 0 w 15"/>
                <a:gd name="T3" fmla="*/ 35 h 43"/>
                <a:gd name="T4" fmla="*/ 6 w 15"/>
                <a:gd name="T5" fmla="*/ 43 h 43"/>
                <a:gd name="T6" fmla="*/ 9 w 15"/>
                <a:gd name="T7" fmla="*/ 41 h 43"/>
                <a:gd name="T8" fmla="*/ 11 w 15"/>
                <a:gd name="T9" fmla="*/ 39 h 43"/>
                <a:gd name="T10" fmla="*/ 11 w 15"/>
                <a:gd name="T11" fmla="*/ 38 h 43"/>
                <a:gd name="T12" fmla="*/ 10 w 15"/>
                <a:gd name="T13" fmla="*/ 31 h 43"/>
                <a:gd name="T14" fmla="*/ 11 w 15"/>
                <a:gd name="T15" fmla="*/ 24 h 43"/>
                <a:gd name="T16" fmla="*/ 13 w 15"/>
                <a:gd name="T17" fmla="*/ 11 h 43"/>
                <a:gd name="T18" fmla="*/ 13 w 15"/>
                <a:gd name="T19" fmla="*/ 10 h 43"/>
                <a:gd name="T20" fmla="*/ 15 w 15"/>
                <a:gd name="T21" fmla="*/ 4 h 43"/>
                <a:gd name="T22" fmla="*/ 13 w 15"/>
                <a:gd name="T23" fmla="*/ 1 h 43"/>
                <a:gd name="T24" fmla="*/ 9 w 15"/>
                <a:gd name="T25" fmla="*/ 0 h 43"/>
                <a:gd name="T26" fmla="*/ 6 w 15"/>
                <a:gd name="T27" fmla="*/ 2 h 43"/>
                <a:gd name="T28" fmla="*/ 4 w 15"/>
                <a:gd name="T29" fmla="*/ 7 h 43"/>
                <a:gd name="T30" fmla="*/ 2 w 15"/>
                <a:gd name="T31" fmla="*/ 15 h 43"/>
                <a:gd name="T32" fmla="*/ 2 w 15"/>
                <a:gd name="T33" fmla="*/ 15 h 43"/>
                <a:gd name="T34" fmla="*/ 2 w 15"/>
                <a:gd name="T35" fmla="*/ 1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43">
                  <a:moveTo>
                    <a:pt x="2" y="19"/>
                  </a:moveTo>
                  <a:cubicBezTo>
                    <a:pt x="1" y="25"/>
                    <a:pt x="0" y="31"/>
                    <a:pt x="0" y="35"/>
                  </a:cubicBezTo>
                  <a:cubicBezTo>
                    <a:pt x="0" y="40"/>
                    <a:pt x="2" y="43"/>
                    <a:pt x="6" y="43"/>
                  </a:cubicBezTo>
                  <a:cubicBezTo>
                    <a:pt x="7" y="43"/>
                    <a:pt x="8" y="43"/>
                    <a:pt x="9" y="41"/>
                  </a:cubicBezTo>
                  <a:cubicBezTo>
                    <a:pt x="11" y="40"/>
                    <a:pt x="11" y="40"/>
                    <a:pt x="11" y="39"/>
                  </a:cubicBezTo>
                  <a:cubicBezTo>
                    <a:pt x="11" y="39"/>
                    <a:pt x="11" y="38"/>
                    <a:pt x="11" y="38"/>
                  </a:cubicBezTo>
                  <a:cubicBezTo>
                    <a:pt x="10" y="35"/>
                    <a:pt x="10" y="33"/>
                    <a:pt x="10" y="31"/>
                  </a:cubicBezTo>
                  <a:cubicBezTo>
                    <a:pt x="10" y="29"/>
                    <a:pt x="10" y="27"/>
                    <a:pt x="11" y="24"/>
                  </a:cubicBezTo>
                  <a:cubicBezTo>
                    <a:pt x="11" y="20"/>
                    <a:pt x="12" y="16"/>
                    <a:pt x="13" y="11"/>
                  </a:cubicBezTo>
                  <a:cubicBezTo>
                    <a:pt x="13" y="10"/>
                    <a:pt x="13" y="10"/>
                    <a:pt x="13" y="10"/>
                  </a:cubicBezTo>
                  <a:cubicBezTo>
                    <a:pt x="14" y="7"/>
                    <a:pt x="15" y="5"/>
                    <a:pt x="15" y="4"/>
                  </a:cubicBezTo>
                  <a:cubicBezTo>
                    <a:pt x="15" y="3"/>
                    <a:pt x="14" y="2"/>
                    <a:pt x="13" y="1"/>
                  </a:cubicBezTo>
                  <a:cubicBezTo>
                    <a:pt x="12" y="0"/>
                    <a:pt x="11" y="0"/>
                    <a:pt x="9" y="0"/>
                  </a:cubicBezTo>
                  <a:cubicBezTo>
                    <a:pt x="8" y="0"/>
                    <a:pt x="7" y="1"/>
                    <a:pt x="6" y="2"/>
                  </a:cubicBezTo>
                  <a:cubicBezTo>
                    <a:pt x="5" y="3"/>
                    <a:pt x="4" y="5"/>
                    <a:pt x="4" y="7"/>
                  </a:cubicBezTo>
                  <a:cubicBezTo>
                    <a:pt x="4" y="7"/>
                    <a:pt x="6" y="10"/>
                    <a:pt x="2" y="15"/>
                  </a:cubicBezTo>
                  <a:cubicBezTo>
                    <a:pt x="2" y="15"/>
                    <a:pt x="2" y="15"/>
                    <a:pt x="2" y="15"/>
                  </a:cubicBezTo>
                  <a:cubicBezTo>
                    <a:pt x="2" y="16"/>
                    <a:pt x="2" y="17"/>
                    <a:pt x="2"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148"/>
            <p:cNvSpPr>
              <a:spLocks/>
            </p:cNvSpPr>
            <p:nvPr/>
          </p:nvSpPr>
          <p:spPr bwMode="auto">
            <a:xfrm>
              <a:off x="3522663" y="1954213"/>
              <a:ext cx="19050" cy="19050"/>
            </a:xfrm>
            <a:custGeom>
              <a:avLst/>
              <a:gdLst>
                <a:gd name="T0" fmla="*/ 11 w 13"/>
                <a:gd name="T1" fmla="*/ 10 h 12"/>
                <a:gd name="T2" fmla="*/ 13 w 13"/>
                <a:gd name="T3" fmla="*/ 5 h 12"/>
                <a:gd name="T4" fmla="*/ 12 w 13"/>
                <a:gd name="T5" fmla="*/ 2 h 12"/>
                <a:gd name="T6" fmla="*/ 7 w 13"/>
                <a:gd name="T7" fmla="*/ 0 h 12"/>
                <a:gd name="T8" fmla="*/ 2 w 13"/>
                <a:gd name="T9" fmla="*/ 2 h 12"/>
                <a:gd name="T10" fmla="*/ 0 w 13"/>
                <a:gd name="T11" fmla="*/ 7 h 12"/>
                <a:gd name="T12" fmla="*/ 2 w 13"/>
                <a:gd name="T13" fmla="*/ 11 h 12"/>
                <a:gd name="T14" fmla="*/ 6 w 13"/>
                <a:gd name="T15" fmla="*/ 12 h 12"/>
                <a:gd name="T16" fmla="*/ 11 w 13"/>
                <a:gd name="T17"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2">
                  <a:moveTo>
                    <a:pt x="11" y="10"/>
                  </a:moveTo>
                  <a:cubicBezTo>
                    <a:pt x="12" y="9"/>
                    <a:pt x="13" y="7"/>
                    <a:pt x="13" y="5"/>
                  </a:cubicBezTo>
                  <a:cubicBezTo>
                    <a:pt x="13" y="4"/>
                    <a:pt x="13" y="3"/>
                    <a:pt x="12" y="2"/>
                  </a:cubicBezTo>
                  <a:cubicBezTo>
                    <a:pt x="10" y="1"/>
                    <a:pt x="9" y="0"/>
                    <a:pt x="7" y="0"/>
                  </a:cubicBezTo>
                  <a:cubicBezTo>
                    <a:pt x="5" y="0"/>
                    <a:pt x="3" y="1"/>
                    <a:pt x="2" y="2"/>
                  </a:cubicBezTo>
                  <a:cubicBezTo>
                    <a:pt x="1" y="3"/>
                    <a:pt x="0" y="5"/>
                    <a:pt x="0" y="7"/>
                  </a:cubicBezTo>
                  <a:cubicBezTo>
                    <a:pt x="0" y="8"/>
                    <a:pt x="1" y="9"/>
                    <a:pt x="2" y="11"/>
                  </a:cubicBezTo>
                  <a:cubicBezTo>
                    <a:pt x="3" y="12"/>
                    <a:pt x="5" y="12"/>
                    <a:pt x="6" y="12"/>
                  </a:cubicBezTo>
                  <a:cubicBezTo>
                    <a:pt x="8" y="12"/>
                    <a:pt x="9" y="12"/>
                    <a:pt x="1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149"/>
            <p:cNvSpPr>
              <a:spLocks/>
            </p:cNvSpPr>
            <p:nvPr/>
          </p:nvSpPr>
          <p:spPr bwMode="auto">
            <a:xfrm>
              <a:off x="3541713" y="1992313"/>
              <a:ext cx="79375" cy="61913"/>
            </a:xfrm>
            <a:custGeom>
              <a:avLst/>
              <a:gdLst>
                <a:gd name="T0" fmla="*/ 12 w 50"/>
                <a:gd name="T1" fmla="*/ 1 h 40"/>
                <a:gd name="T2" fmla="*/ 8 w 50"/>
                <a:gd name="T3" fmla="*/ 0 h 40"/>
                <a:gd name="T4" fmla="*/ 5 w 50"/>
                <a:gd name="T5" fmla="*/ 2 h 40"/>
                <a:gd name="T6" fmla="*/ 3 w 50"/>
                <a:gd name="T7" fmla="*/ 6 h 40"/>
                <a:gd name="T8" fmla="*/ 2 w 50"/>
                <a:gd name="T9" fmla="*/ 26 h 40"/>
                <a:gd name="T10" fmla="*/ 0 w 50"/>
                <a:gd name="T11" fmla="*/ 35 h 40"/>
                <a:gd name="T12" fmla="*/ 6 w 50"/>
                <a:gd name="T13" fmla="*/ 40 h 40"/>
                <a:gd name="T14" fmla="*/ 8 w 50"/>
                <a:gd name="T15" fmla="*/ 39 h 40"/>
                <a:gd name="T16" fmla="*/ 10 w 50"/>
                <a:gd name="T17" fmla="*/ 37 h 40"/>
                <a:gd name="T18" fmla="*/ 18 w 50"/>
                <a:gd name="T19" fmla="*/ 21 h 40"/>
                <a:gd name="T20" fmla="*/ 28 w 50"/>
                <a:gd name="T21" fmla="*/ 11 h 40"/>
                <a:gd name="T22" fmla="*/ 32 w 50"/>
                <a:gd name="T23" fmla="*/ 20 h 40"/>
                <a:gd name="T24" fmla="*/ 35 w 50"/>
                <a:gd name="T25" fmla="*/ 33 h 40"/>
                <a:gd name="T26" fmla="*/ 35 w 50"/>
                <a:gd name="T27" fmla="*/ 33 h 40"/>
                <a:gd name="T28" fmla="*/ 41 w 50"/>
                <a:gd name="T29" fmla="*/ 38 h 40"/>
                <a:gd name="T30" fmla="*/ 48 w 50"/>
                <a:gd name="T31" fmla="*/ 36 h 40"/>
                <a:gd name="T32" fmla="*/ 50 w 50"/>
                <a:gd name="T33" fmla="*/ 32 h 40"/>
                <a:gd name="T34" fmla="*/ 48 w 50"/>
                <a:gd name="T35" fmla="*/ 29 h 40"/>
                <a:gd name="T36" fmla="*/ 46 w 50"/>
                <a:gd name="T37" fmla="*/ 30 h 40"/>
                <a:gd name="T38" fmla="*/ 44 w 50"/>
                <a:gd name="T39" fmla="*/ 30 h 40"/>
                <a:gd name="T40" fmla="*/ 40 w 50"/>
                <a:gd name="T41" fmla="*/ 16 h 40"/>
                <a:gd name="T42" fmla="*/ 30 w 50"/>
                <a:gd name="T43" fmla="*/ 1 h 40"/>
                <a:gd name="T44" fmla="*/ 11 w 50"/>
                <a:gd name="T45" fmla="*/ 21 h 40"/>
                <a:gd name="T46" fmla="*/ 13 w 50"/>
                <a:gd name="T47" fmla="*/ 7 h 40"/>
                <a:gd name="T48" fmla="*/ 12 w 50"/>
                <a:gd name="T49" fmla="*/ 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0" h="40">
                  <a:moveTo>
                    <a:pt x="12" y="1"/>
                  </a:moveTo>
                  <a:cubicBezTo>
                    <a:pt x="11" y="0"/>
                    <a:pt x="10" y="0"/>
                    <a:pt x="8" y="0"/>
                  </a:cubicBezTo>
                  <a:cubicBezTo>
                    <a:pt x="7" y="0"/>
                    <a:pt x="6" y="0"/>
                    <a:pt x="5" y="2"/>
                  </a:cubicBezTo>
                  <a:cubicBezTo>
                    <a:pt x="4" y="3"/>
                    <a:pt x="3" y="4"/>
                    <a:pt x="3" y="6"/>
                  </a:cubicBezTo>
                  <a:cubicBezTo>
                    <a:pt x="3" y="14"/>
                    <a:pt x="3" y="21"/>
                    <a:pt x="2" y="26"/>
                  </a:cubicBezTo>
                  <a:cubicBezTo>
                    <a:pt x="1" y="31"/>
                    <a:pt x="0" y="34"/>
                    <a:pt x="0" y="35"/>
                  </a:cubicBezTo>
                  <a:cubicBezTo>
                    <a:pt x="0" y="39"/>
                    <a:pt x="2" y="40"/>
                    <a:pt x="6" y="40"/>
                  </a:cubicBezTo>
                  <a:cubicBezTo>
                    <a:pt x="7" y="40"/>
                    <a:pt x="8" y="40"/>
                    <a:pt x="8" y="39"/>
                  </a:cubicBezTo>
                  <a:cubicBezTo>
                    <a:pt x="9" y="39"/>
                    <a:pt x="9" y="38"/>
                    <a:pt x="10" y="37"/>
                  </a:cubicBezTo>
                  <a:cubicBezTo>
                    <a:pt x="11" y="34"/>
                    <a:pt x="14" y="28"/>
                    <a:pt x="18" y="21"/>
                  </a:cubicBezTo>
                  <a:cubicBezTo>
                    <a:pt x="23" y="14"/>
                    <a:pt x="26" y="11"/>
                    <a:pt x="28" y="11"/>
                  </a:cubicBezTo>
                  <a:cubicBezTo>
                    <a:pt x="30" y="11"/>
                    <a:pt x="31" y="14"/>
                    <a:pt x="32" y="20"/>
                  </a:cubicBezTo>
                  <a:cubicBezTo>
                    <a:pt x="32" y="27"/>
                    <a:pt x="33" y="33"/>
                    <a:pt x="35" y="33"/>
                  </a:cubicBezTo>
                  <a:cubicBezTo>
                    <a:pt x="35" y="33"/>
                    <a:pt x="35" y="33"/>
                    <a:pt x="35" y="33"/>
                  </a:cubicBezTo>
                  <a:cubicBezTo>
                    <a:pt x="36" y="37"/>
                    <a:pt x="38" y="38"/>
                    <a:pt x="41" y="38"/>
                  </a:cubicBezTo>
                  <a:cubicBezTo>
                    <a:pt x="44" y="38"/>
                    <a:pt x="46" y="37"/>
                    <a:pt x="48" y="36"/>
                  </a:cubicBezTo>
                  <a:cubicBezTo>
                    <a:pt x="49" y="34"/>
                    <a:pt x="50" y="33"/>
                    <a:pt x="50" y="32"/>
                  </a:cubicBezTo>
                  <a:cubicBezTo>
                    <a:pt x="50" y="30"/>
                    <a:pt x="50" y="29"/>
                    <a:pt x="48" y="29"/>
                  </a:cubicBezTo>
                  <a:cubicBezTo>
                    <a:pt x="48" y="29"/>
                    <a:pt x="47" y="30"/>
                    <a:pt x="46" y="30"/>
                  </a:cubicBezTo>
                  <a:cubicBezTo>
                    <a:pt x="45" y="30"/>
                    <a:pt x="45" y="30"/>
                    <a:pt x="44" y="30"/>
                  </a:cubicBezTo>
                  <a:cubicBezTo>
                    <a:pt x="43" y="30"/>
                    <a:pt x="41" y="25"/>
                    <a:pt x="40" y="16"/>
                  </a:cubicBezTo>
                  <a:cubicBezTo>
                    <a:pt x="39" y="6"/>
                    <a:pt x="36" y="1"/>
                    <a:pt x="30" y="1"/>
                  </a:cubicBezTo>
                  <a:cubicBezTo>
                    <a:pt x="23" y="1"/>
                    <a:pt x="16" y="8"/>
                    <a:pt x="11" y="21"/>
                  </a:cubicBezTo>
                  <a:cubicBezTo>
                    <a:pt x="12" y="14"/>
                    <a:pt x="13" y="9"/>
                    <a:pt x="13" y="7"/>
                  </a:cubicBezTo>
                  <a:cubicBezTo>
                    <a:pt x="13" y="4"/>
                    <a:pt x="12" y="2"/>
                    <a:pt x="1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150"/>
            <p:cNvSpPr>
              <a:spLocks noEditPoints="1"/>
            </p:cNvSpPr>
            <p:nvPr/>
          </p:nvSpPr>
          <p:spPr bwMode="auto">
            <a:xfrm>
              <a:off x="3613150" y="1989138"/>
              <a:ext cx="77788" cy="104775"/>
            </a:xfrm>
            <a:custGeom>
              <a:avLst/>
              <a:gdLst>
                <a:gd name="T0" fmla="*/ 23 w 50"/>
                <a:gd name="T1" fmla="*/ 58 h 67"/>
                <a:gd name="T2" fmla="*/ 8 w 50"/>
                <a:gd name="T3" fmla="*/ 53 h 67"/>
                <a:gd name="T4" fmla="*/ 3 w 50"/>
                <a:gd name="T5" fmla="*/ 50 h 67"/>
                <a:gd name="T6" fmla="*/ 0 w 50"/>
                <a:gd name="T7" fmla="*/ 53 h 67"/>
                <a:gd name="T8" fmla="*/ 8 w 50"/>
                <a:gd name="T9" fmla="*/ 62 h 67"/>
                <a:gd name="T10" fmla="*/ 23 w 50"/>
                <a:gd name="T11" fmla="*/ 67 h 67"/>
                <a:gd name="T12" fmla="*/ 36 w 50"/>
                <a:gd name="T13" fmla="*/ 61 h 67"/>
                <a:gd name="T14" fmla="*/ 44 w 50"/>
                <a:gd name="T15" fmla="*/ 41 h 67"/>
                <a:gd name="T16" fmla="*/ 46 w 50"/>
                <a:gd name="T17" fmla="*/ 21 h 67"/>
                <a:gd name="T18" fmla="*/ 48 w 50"/>
                <a:gd name="T19" fmla="*/ 13 h 67"/>
                <a:gd name="T20" fmla="*/ 50 w 50"/>
                <a:gd name="T21" fmla="*/ 8 h 67"/>
                <a:gd name="T22" fmla="*/ 49 w 50"/>
                <a:gd name="T23" fmla="*/ 5 h 67"/>
                <a:gd name="T24" fmla="*/ 47 w 50"/>
                <a:gd name="T25" fmla="*/ 3 h 67"/>
                <a:gd name="T26" fmla="*/ 46 w 50"/>
                <a:gd name="T27" fmla="*/ 2 h 67"/>
                <a:gd name="T28" fmla="*/ 40 w 50"/>
                <a:gd name="T29" fmla="*/ 0 h 67"/>
                <a:gd name="T30" fmla="*/ 25 w 50"/>
                <a:gd name="T31" fmla="*/ 5 h 67"/>
                <a:gd name="T32" fmla="*/ 12 w 50"/>
                <a:gd name="T33" fmla="*/ 18 h 67"/>
                <a:gd name="T34" fmla="*/ 8 w 50"/>
                <a:gd name="T35" fmla="*/ 32 h 67"/>
                <a:gd name="T36" fmla="*/ 10 w 50"/>
                <a:gd name="T37" fmla="*/ 39 h 67"/>
                <a:gd name="T38" fmla="*/ 17 w 50"/>
                <a:gd name="T39" fmla="*/ 41 h 67"/>
                <a:gd name="T40" fmla="*/ 27 w 50"/>
                <a:gd name="T41" fmla="*/ 38 h 67"/>
                <a:gd name="T42" fmla="*/ 37 w 50"/>
                <a:gd name="T43" fmla="*/ 30 h 67"/>
                <a:gd name="T44" fmla="*/ 32 w 50"/>
                <a:gd name="T45" fmla="*/ 52 h 67"/>
                <a:gd name="T46" fmla="*/ 23 w 50"/>
                <a:gd name="T47" fmla="*/ 58 h 67"/>
                <a:gd name="T48" fmla="*/ 29 w 50"/>
                <a:gd name="T49" fmla="*/ 29 h 67"/>
                <a:gd name="T50" fmla="*/ 19 w 50"/>
                <a:gd name="T51" fmla="*/ 33 h 67"/>
                <a:gd name="T52" fmla="*/ 17 w 50"/>
                <a:gd name="T53" fmla="*/ 31 h 67"/>
                <a:gd name="T54" fmla="*/ 21 w 50"/>
                <a:gd name="T55" fmla="*/ 21 h 67"/>
                <a:gd name="T56" fmla="*/ 30 w 50"/>
                <a:gd name="T57" fmla="*/ 12 h 67"/>
                <a:gd name="T58" fmla="*/ 38 w 50"/>
                <a:gd name="T59" fmla="*/ 8 h 67"/>
                <a:gd name="T60" fmla="*/ 39 w 50"/>
                <a:gd name="T61" fmla="*/ 9 h 67"/>
                <a:gd name="T62" fmla="*/ 40 w 50"/>
                <a:gd name="T63" fmla="*/ 11 h 67"/>
                <a:gd name="T64" fmla="*/ 37 w 50"/>
                <a:gd name="T65" fmla="*/ 19 h 67"/>
                <a:gd name="T66" fmla="*/ 29 w 50"/>
                <a:gd name="T67" fmla="*/ 2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0" h="67">
                  <a:moveTo>
                    <a:pt x="23" y="58"/>
                  </a:moveTo>
                  <a:cubicBezTo>
                    <a:pt x="19" y="58"/>
                    <a:pt x="14" y="56"/>
                    <a:pt x="8" y="53"/>
                  </a:cubicBezTo>
                  <a:cubicBezTo>
                    <a:pt x="6" y="51"/>
                    <a:pt x="4" y="50"/>
                    <a:pt x="3" y="50"/>
                  </a:cubicBezTo>
                  <a:cubicBezTo>
                    <a:pt x="1" y="50"/>
                    <a:pt x="0" y="51"/>
                    <a:pt x="0" y="53"/>
                  </a:cubicBezTo>
                  <a:cubicBezTo>
                    <a:pt x="0" y="56"/>
                    <a:pt x="3" y="58"/>
                    <a:pt x="8" y="62"/>
                  </a:cubicBezTo>
                  <a:cubicBezTo>
                    <a:pt x="13" y="65"/>
                    <a:pt x="18" y="67"/>
                    <a:pt x="23" y="67"/>
                  </a:cubicBezTo>
                  <a:cubicBezTo>
                    <a:pt x="28" y="67"/>
                    <a:pt x="32" y="65"/>
                    <a:pt x="36" y="61"/>
                  </a:cubicBezTo>
                  <a:cubicBezTo>
                    <a:pt x="40" y="57"/>
                    <a:pt x="43" y="50"/>
                    <a:pt x="44" y="41"/>
                  </a:cubicBezTo>
                  <a:cubicBezTo>
                    <a:pt x="45" y="30"/>
                    <a:pt x="46" y="24"/>
                    <a:pt x="46" y="21"/>
                  </a:cubicBezTo>
                  <a:cubicBezTo>
                    <a:pt x="47" y="18"/>
                    <a:pt x="47" y="16"/>
                    <a:pt x="48" y="13"/>
                  </a:cubicBezTo>
                  <a:cubicBezTo>
                    <a:pt x="49" y="10"/>
                    <a:pt x="50" y="8"/>
                    <a:pt x="50" y="8"/>
                  </a:cubicBezTo>
                  <a:cubicBezTo>
                    <a:pt x="50" y="7"/>
                    <a:pt x="50" y="6"/>
                    <a:pt x="49" y="5"/>
                  </a:cubicBezTo>
                  <a:cubicBezTo>
                    <a:pt x="49" y="4"/>
                    <a:pt x="48" y="3"/>
                    <a:pt x="47" y="3"/>
                  </a:cubicBezTo>
                  <a:cubicBezTo>
                    <a:pt x="47" y="2"/>
                    <a:pt x="47" y="2"/>
                    <a:pt x="46" y="2"/>
                  </a:cubicBezTo>
                  <a:cubicBezTo>
                    <a:pt x="45" y="1"/>
                    <a:pt x="42" y="0"/>
                    <a:pt x="40" y="0"/>
                  </a:cubicBezTo>
                  <a:cubicBezTo>
                    <a:pt x="36" y="0"/>
                    <a:pt x="31" y="2"/>
                    <a:pt x="25" y="5"/>
                  </a:cubicBezTo>
                  <a:cubicBezTo>
                    <a:pt x="20" y="9"/>
                    <a:pt x="16" y="13"/>
                    <a:pt x="12" y="18"/>
                  </a:cubicBezTo>
                  <a:cubicBezTo>
                    <a:pt x="9" y="23"/>
                    <a:pt x="8" y="28"/>
                    <a:pt x="8" y="32"/>
                  </a:cubicBezTo>
                  <a:cubicBezTo>
                    <a:pt x="8" y="35"/>
                    <a:pt x="9" y="37"/>
                    <a:pt x="10" y="39"/>
                  </a:cubicBezTo>
                  <a:cubicBezTo>
                    <a:pt x="12" y="40"/>
                    <a:pt x="14" y="41"/>
                    <a:pt x="17" y="41"/>
                  </a:cubicBezTo>
                  <a:cubicBezTo>
                    <a:pt x="19" y="41"/>
                    <a:pt x="23" y="40"/>
                    <a:pt x="27" y="38"/>
                  </a:cubicBezTo>
                  <a:cubicBezTo>
                    <a:pt x="30" y="36"/>
                    <a:pt x="34" y="33"/>
                    <a:pt x="37" y="30"/>
                  </a:cubicBezTo>
                  <a:cubicBezTo>
                    <a:pt x="35" y="41"/>
                    <a:pt x="34" y="48"/>
                    <a:pt x="32" y="52"/>
                  </a:cubicBezTo>
                  <a:cubicBezTo>
                    <a:pt x="29" y="56"/>
                    <a:pt x="27" y="58"/>
                    <a:pt x="23" y="58"/>
                  </a:cubicBezTo>
                  <a:close/>
                  <a:moveTo>
                    <a:pt x="29" y="29"/>
                  </a:moveTo>
                  <a:cubicBezTo>
                    <a:pt x="26" y="31"/>
                    <a:pt x="22" y="33"/>
                    <a:pt x="19" y="33"/>
                  </a:cubicBezTo>
                  <a:cubicBezTo>
                    <a:pt x="18" y="33"/>
                    <a:pt x="17" y="32"/>
                    <a:pt x="17" y="31"/>
                  </a:cubicBezTo>
                  <a:cubicBezTo>
                    <a:pt x="17" y="28"/>
                    <a:pt x="19" y="25"/>
                    <a:pt x="21" y="21"/>
                  </a:cubicBezTo>
                  <a:cubicBezTo>
                    <a:pt x="24" y="17"/>
                    <a:pt x="27" y="14"/>
                    <a:pt x="30" y="12"/>
                  </a:cubicBezTo>
                  <a:cubicBezTo>
                    <a:pt x="33" y="9"/>
                    <a:pt x="36" y="8"/>
                    <a:pt x="38" y="8"/>
                  </a:cubicBezTo>
                  <a:cubicBezTo>
                    <a:pt x="38" y="8"/>
                    <a:pt x="39" y="8"/>
                    <a:pt x="39" y="9"/>
                  </a:cubicBezTo>
                  <a:cubicBezTo>
                    <a:pt x="40" y="9"/>
                    <a:pt x="40" y="10"/>
                    <a:pt x="40" y="11"/>
                  </a:cubicBezTo>
                  <a:cubicBezTo>
                    <a:pt x="40" y="13"/>
                    <a:pt x="39" y="16"/>
                    <a:pt x="37" y="19"/>
                  </a:cubicBezTo>
                  <a:cubicBezTo>
                    <a:pt x="35" y="23"/>
                    <a:pt x="32" y="26"/>
                    <a:pt x="29"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151"/>
            <p:cNvSpPr>
              <a:spLocks noEditPoints="1"/>
            </p:cNvSpPr>
            <p:nvPr/>
          </p:nvSpPr>
          <p:spPr bwMode="auto">
            <a:xfrm>
              <a:off x="3209925" y="2116138"/>
              <a:ext cx="77788" cy="93663"/>
            </a:xfrm>
            <a:custGeom>
              <a:avLst/>
              <a:gdLst>
                <a:gd name="T0" fmla="*/ 0 w 50"/>
                <a:gd name="T1" fmla="*/ 54 h 60"/>
                <a:gd name="T2" fmla="*/ 5 w 50"/>
                <a:gd name="T3" fmla="*/ 60 h 60"/>
                <a:gd name="T4" fmla="*/ 8 w 50"/>
                <a:gd name="T5" fmla="*/ 58 h 60"/>
                <a:gd name="T6" fmla="*/ 10 w 50"/>
                <a:gd name="T7" fmla="*/ 55 h 60"/>
                <a:gd name="T8" fmla="*/ 11 w 50"/>
                <a:gd name="T9" fmla="*/ 40 h 60"/>
                <a:gd name="T10" fmla="*/ 17 w 50"/>
                <a:gd name="T11" fmla="*/ 39 h 60"/>
                <a:gd name="T12" fmla="*/ 40 w 50"/>
                <a:gd name="T13" fmla="*/ 29 h 60"/>
                <a:gd name="T14" fmla="*/ 50 w 50"/>
                <a:gd name="T15" fmla="*/ 13 h 60"/>
                <a:gd name="T16" fmla="*/ 44 w 50"/>
                <a:gd name="T17" fmla="*/ 3 h 60"/>
                <a:gd name="T18" fmla="*/ 30 w 50"/>
                <a:gd name="T19" fmla="*/ 0 h 60"/>
                <a:gd name="T20" fmla="*/ 12 w 50"/>
                <a:gd name="T21" fmla="*/ 2 h 60"/>
                <a:gd name="T22" fmla="*/ 1 w 50"/>
                <a:gd name="T23" fmla="*/ 8 h 60"/>
                <a:gd name="T24" fmla="*/ 4 w 50"/>
                <a:gd name="T25" fmla="*/ 13 h 60"/>
                <a:gd name="T26" fmla="*/ 4 w 50"/>
                <a:gd name="T27" fmla="*/ 16 h 60"/>
                <a:gd name="T28" fmla="*/ 2 w 50"/>
                <a:gd name="T29" fmla="*/ 33 h 60"/>
                <a:gd name="T30" fmla="*/ 0 w 50"/>
                <a:gd name="T31" fmla="*/ 54 h 60"/>
                <a:gd name="T32" fmla="*/ 14 w 50"/>
                <a:gd name="T33" fmla="*/ 10 h 60"/>
                <a:gd name="T34" fmla="*/ 30 w 50"/>
                <a:gd name="T35" fmla="*/ 7 h 60"/>
                <a:gd name="T36" fmla="*/ 40 w 50"/>
                <a:gd name="T37" fmla="*/ 14 h 60"/>
                <a:gd name="T38" fmla="*/ 32 w 50"/>
                <a:gd name="T39" fmla="*/ 24 h 60"/>
                <a:gd name="T40" fmla="*/ 12 w 50"/>
                <a:gd name="T41" fmla="*/ 31 h 60"/>
                <a:gd name="T42" fmla="*/ 14 w 50"/>
                <a:gd name="T43" fmla="*/ 1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 h="60">
                  <a:moveTo>
                    <a:pt x="0" y="54"/>
                  </a:moveTo>
                  <a:cubicBezTo>
                    <a:pt x="0" y="58"/>
                    <a:pt x="2" y="60"/>
                    <a:pt x="5" y="60"/>
                  </a:cubicBezTo>
                  <a:cubicBezTo>
                    <a:pt x="6" y="60"/>
                    <a:pt x="8" y="59"/>
                    <a:pt x="8" y="58"/>
                  </a:cubicBezTo>
                  <a:cubicBezTo>
                    <a:pt x="9" y="57"/>
                    <a:pt x="10" y="56"/>
                    <a:pt x="10" y="55"/>
                  </a:cubicBezTo>
                  <a:cubicBezTo>
                    <a:pt x="10" y="51"/>
                    <a:pt x="10" y="46"/>
                    <a:pt x="11" y="40"/>
                  </a:cubicBezTo>
                  <a:cubicBezTo>
                    <a:pt x="11" y="40"/>
                    <a:pt x="13" y="39"/>
                    <a:pt x="17" y="39"/>
                  </a:cubicBezTo>
                  <a:cubicBezTo>
                    <a:pt x="26" y="37"/>
                    <a:pt x="34" y="33"/>
                    <a:pt x="40" y="29"/>
                  </a:cubicBezTo>
                  <a:cubicBezTo>
                    <a:pt x="46" y="24"/>
                    <a:pt x="50" y="19"/>
                    <a:pt x="50" y="13"/>
                  </a:cubicBezTo>
                  <a:cubicBezTo>
                    <a:pt x="50" y="9"/>
                    <a:pt x="48" y="6"/>
                    <a:pt x="44" y="3"/>
                  </a:cubicBezTo>
                  <a:cubicBezTo>
                    <a:pt x="41" y="1"/>
                    <a:pt x="36" y="0"/>
                    <a:pt x="30" y="0"/>
                  </a:cubicBezTo>
                  <a:cubicBezTo>
                    <a:pt x="25" y="0"/>
                    <a:pt x="19" y="0"/>
                    <a:pt x="12" y="2"/>
                  </a:cubicBezTo>
                  <a:cubicBezTo>
                    <a:pt x="5" y="4"/>
                    <a:pt x="1" y="6"/>
                    <a:pt x="1" y="8"/>
                  </a:cubicBezTo>
                  <a:cubicBezTo>
                    <a:pt x="1" y="10"/>
                    <a:pt x="2" y="12"/>
                    <a:pt x="4" y="13"/>
                  </a:cubicBezTo>
                  <a:cubicBezTo>
                    <a:pt x="4" y="13"/>
                    <a:pt x="4" y="14"/>
                    <a:pt x="4" y="16"/>
                  </a:cubicBezTo>
                  <a:cubicBezTo>
                    <a:pt x="4" y="18"/>
                    <a:pt x="4" y="24"/>
                    <a:pt x="2" y="33"/>
                  </a:cubicBezTo>
                  <a:cubicBezTo>
                    <a:pt x="1" y="45"/>
                    <a:pt x="0" y="52"/>
                    <a:pt x="0" y="54"/>
                  </a:cubicBezTo>
                  <a:close/>
                  <a:moveTo>
                    <a:pt x="14" y="10"/>
                  </a:moveTo>
                  <a:cubicBezTo>
                    <a:pt x="20" y="8"/>
                    <a:pt x="25" y="7"/>
                    <a:pt x="30" y="7"/>
                  </a:cubicBezTo>
                  <a:cubicBezTo>
                    <a:pt x="37" y="7"/>
                    <a:pt x="40" y="10"/>
                    <a:pt x="40" y="14"/>
                  </a:cubicBezTo>
                  <a:cubicBezTo>
                    <a:pt x="40" y="18"/>
                    <a:pt x="38" y="21"/>
                    <a:pt x="32" y="24"/>
                  </a:cubicBezTo>
                  <a:cubicBezTo>
                    <a:pt x="26" y="28"/>
                    <a:pt x="19" y="30"/>
                    <a:pt x="12" y="31"/>
                  </a:cubicBezTo>
                  <a:lnTo>
                    <a:pt x="14"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152"/>
            <p:cNvSpPr>
              <a:spLocks/>
            </p:cNvSpPr>
            <p:nvPr/>
          </p:nvSpPr>
          <p:spPr bwMode="auto">
            <a:xfrm>
              <a:off x="3292475" y="2139950"/>
              <a:ext cx="61913" cy="69850"/>
            </a:xfrm>
            <a:custGeom>
              <a:avLst/>
              <a:gdLst>
                <a:gd name="T0" fmla="*/ 4 w 39"/>
                <a:gd name="T1" fmla="*/ 2 h 45"/>
                <a:gd name="T2" fmla="*/ 2 w 39"/>
                <a:gd name="T3" fmla="*/ 5 h 45"/>
                <a:gd name="T4" fmla="*/ 1 w 39"/>
                <a:gd name="T5" fmla="*/ 10 h 45"/>
                <a:gd name="T6" fmla="*/ 1 w 39"/>
                <a:gd name="T7" fmla="*/ 13 h 45"/>
                <a:gd name="T8" fmla="*/ 0 w 39"/>
                <a:gd name="T9" fmla="*/ 24 h 45"/>
                <a:gd name="T10" fmla="*/ 0 w 39"/>
                <a:gd name="T11" fmla="*/ 32 h 45"/>
                <a:gd name="T12" fmla="*/ 1 w 39"/>
                <a:gd name="T13" fmla="*/ 42 h 45"/>
                <a:gd name="T14" fmla="*/ 5 w 39"/>
                <a:gd name="T15" fmla="*/ 45 h 45"/>
                <a:gd name="T16" fmla="*/ 9 w 39"/>
                <a:gd name="T17" fmla="*/ 44 h 45"/>
                <a:gd name="T18" fmla="*/ 11 w 39"/>
                <a:gd name="T19" fmla="*/ 39 h 45"/>
                <a:gd name="T20" fmla="*/ 19 w 39"/>
                <a:gd name="T21" fmla="*/ 18 h 45"/>
                <a:gd name="T22" fmla="*/ 29 w 39"/>
                <a:gd name="T23" fmla="*/ 9 h 45"/>
                <a:gd name="T24" fmla="*/ 31 w 39"/>
                <a:gd name="T25" fmla="*/ 10 h 45"/>
                <a:gd name="T26" fmla="*/ 36 w 39"/>
                <a:gd name="T27" fmla="*/ 12 h 45"/>
                <a:gd name="T28" fmla="*/ 38 w 39"/>
                <a:gd name="T29" fmla="*/ 11 h 45"/>
                <a:gd name="T30" fmla="*/ 39 w 39"/>
                <a:gd name="T31" fmla="*/ 8 h 45"/>
                <a:gd name="T32" fmla="*/ 37 w 39"/>
                <a:gd name="T33" fmla="*/ 3 h 45"/>
                <a:gd name="T34" fmla="*/ 30 w 39"/>
                <a:gd name="T35" fmla="*/ 0 h 45"/>
                <a:gd name="T36" fmla="*/ 19 w 39"/>
                <a:gd name="T37" fmla="*/ 6 h 45"/>
                <a:gd name="T38" fmla="*/ 9 w 39"/>
                <a:gd name="T39" fmla="*/ 22 h 45"/>
                <a:gd name="T40" fmla="*/ 8 w 39"/>
                <a:gd name="T41" fmla="*/ 23 h 45"/>
                <a:gd name="T42" fmla="*/ 9 w 39"/>
                <a:gd name="T43" fmla="*/ 17 h 45"/>
                <a:gd name="T44" fmla="*/ 10 w 39"/>
                <a:gd name="T45" fmla="*/ 12 h 45"/>
                <a:gd name="T46" fmla="*/ 12 w 39"/>
                <a:gd name="T47" fmla="*/ 5 h 45"/>
                <a:gd name="T48" fmla="*/ 11 w 39"/>
                <a:gd name="T49" fmla="*/ 2 h 45"/>
                <a:gd name="T50" fmla="*/ 8 w 39"/>
                <a:gd name="T51" fmla="*/ 1 h 45"/>
                <a:gd name="T52" fmla="*/ 4 w 39"/>
                <a:gd name="T53" fmla="*/ 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9" h="45">
                  <a:moveTo>
                    <a:pt x="4" y="2"/>
                  </a:moveTo>
                  <a:cubicBezTo>
                    <a:pt x="3" y="3"/>
                    <a:pt x="2" y="4"/>
                    <a:pt x="2" y="5"/>
                  </a:cubicBezTo>
                  <a:cubicBezTo>
                    <a:pt x="2" y="6"/>
                    <a:pt x="2" y="7"/>
                    <a:pt x="1" y="10"/>
                  </a:cubicBezTo>
                  <a:cubicBezTo>
                    <a:pt x="1" y="11"/>
                    <a:pt x="1" y="12"/>
                    <a:pt x="1" y="13"/>
                  </a:cubicBezTo>
                  <a:cubicBezTo>
                    <a:pt x="1" y="17"/>
                    <a:pt x="0" y="21"/>
                    <a:pt x="0" y="24"/>
                  </a:cubicBezTo>
                  <a:cubicBezTo>
                    <a:pt x="0" y="27"/>
                    <a:pt x="0" y="30"/>
                    <a:pt x="0" y="32"/>
                  </a:cubicBezTo>
                  <a:cubicBezTo>
                    <a:pt x="0" y="36"/>
                    <a:pt x="0" y="40"/>
                    <a:pt x="1" y="42"/>
                  </a:cubicBezTo>
                  <a:cubicBezTo>
                    <a:pt x="2" y="44"/>
                    <a:pt x="3" y="45"/>
                    <a:pt x="5" y="45"/>
                  </a:cubicBezTo>
                  <a:cubicBezTo>
                    <a:pt x="7" y="45"/>
                    <a:pt x="8" y="44"/>
                    <a:pt x="9" y="44"/>
                  </a:cubicBezTo>
                  <a:cubicBezTo>
                    <a:pt x="10" y="43"/>
                    <a:pt x="11" y="41"/>
                    <a:pt x="11" y="39"/>
                  </a:cubicBezTo>
                  <a:cubicBezTo>
                    <a:pt x="12" y="31"/>
                    <a:pt x="15" y="24"/>
                    <a:pt x="19" y="18"/>
                  </a:cubicBezTo>
                  <a:cubicBezTo>
                    <a:pt x="24" y="12"/>
                    <a:pt x="27" y="9"/>
                    <a:pt x="29" y="9"/>
                  </a:cubicBezTo>
                  <a:cubicBezTo>
                    <a:pt x="30" y="9"/>
                    <a:pt x="30" y="10"/>
                    <a:pt x="31" y="10"/>
                  </a:cubicBezTo>
                  <a:cubicBezTo>
                    <a:pt x="33" y="12"/>
                    <a:pt x="34" y="12"/>
                    <a:pt x="36" y="12"/>
                  </a:cubicBezTo>
                  <a:cubicBezTo>
                    <a:pt x="37" y="12"/>
                    <a:pt x="38" y="12"/>
                    <a:pt x="38" y="11"/>
                  </a:cubicBezTo>
                  <a:cubicBezTo>
                    <a:pt x="39" y="10"/>
                    <a:pt x="39" y="9"/>
                    <a:pt x="39" y="8"/>
                  </a:cubicBezTo>
                  <a:cubicBezTo>
                    <a:pt x="39" y="6"/>
                    <a:pt x="38" y="4"/>
                    <a:pt x="37" y="3"/>
                  </a:cubicBezTo>
                  <a:cubicBezTo>
                    <a:pt x="35" y="1"/>
                    <a:pt x="33" y="0"/>
                    <a:pt x="30" y="0"/>
                  </a:cubicBezTo>
                  <a:cubicBezTo>
                    <a:pt x="27" y="0"/>
                    <a:pt x="23" y="2"/>
                    <a:pt x="19" y="6"/>
                  </a:cubicBezTo>
                  <a:cubicBezTo>
                    <a:pt x="16" y="10"/>
                    <a:pt x="12" y="16"/>
                    <a:pt x="9" y="22"/>
                  </a:cubicBezTo>
                  <a:cubicBezTo>
                    <a:pt x="8" y="23"/>
                    <a:pt x="8" y="23"/>
                    <a:pt x="8" y="23"/>
                  </a:cubicBezTo>
                  <a:cubicBezTo>
                    <a:pt x="9" y="17"/>
                    <a:pt x="9" y="17"/>
                    <a:pt x="9" y="17"/>
                  </a:cubicBezTo>
                  <a:cubicBezTo>
                    <a:pt x="10" y="15"/>
                    <a:pt x="10" y="14"/>
                    <a:pt x="10" y="12"/>
                  </a:cubicBezTo>
                  <a:cubicBezTo>
                    <a:pt x="12" y="8"/>
                    <a:pt x="12" y="6"/>
                    <a:pt x="12" y="5"/>
                  </a:cubicBezTo>
                  <a:cubicBezTo>
                    <a:pt x="12" y="4"/>
                    <a:pt x="12" y="3"/>
                    <a:pt x="11" y="2"/>
                  </a:cubicBezTo>
                  <a:cubicBezTo>
                    <a:pt x="10" y="1"/>
                    <a:pt x="9" y="1"/>
                    <a:pt x="8" y="1"/>
                  </a:cubicBezTo>
                  <a:cubicBezTo>
                    <a:pt x="7" y="1"/>
                    <a:pt x="5" y="1"/>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153"/>
            <p:cNvSpPr>
              <a:spLocks noEditPoints="1"/>
            </p:cNvSpPr>
            <p:nvPr/>
          </p:nvSpPr>
          <p:spPr bwMode="auto">
            <a:xfrm>
              <a:off x="3354388" y="2139950"/>
              <a:ext cx="61913" cy="69850"/>
            </a:xfrm>
            <a:custGeom>
              <a:avLst/>
              <a:gdLst>
                <a:gd name="T0" fmla="*/ 6 w 40"/>
                <a:gd name="T1" fmla="*/ 10 h 45"/>
                <a:gd name="T2" fmla="*/ 0 w 40"/>
                <a:gd name="T3" fmla="*/ 30 h 45"/>
                <a:gd name="T4" fmla="*/ 3 w 40"/>
                <a:gd name="T5" fmla="*/ 40 h 45"/>
                <a:gd name="T6" fmla="*/ 13 w 40"/>
                <a:gd name="T7" fmla="*/ 45 h 45"/>
                <a:gd name="T8" fmla="*/ 27 w 40"/>
                <a:gd name="T9" fmla="*/ 38 h 45"/>
                <a:gd name="T10" fmla="*/ 36 w 40"/>
                <a:gd name="T11" fmla="*/ 23 h 45"/>
                <a:gd name="T12" fmla="*/ 36 w 40"/>
                <a:gd name="T13" fmla="*/ 23 h 45"/>
                <a:gd name="T14" fmla="*/ 37 w 40"/>
                <a:gd name="T15" fmla="*/ 17 h 45"/>
                <a:gd name="T16" fmla="*/ 34 w 40"/>
                <a:gd name="T17" fmla="*/ 5 h 45"/>
                <a:gd name="T18" fmla="*/ 23 w 40"/>
                <a:gd name="T19" fmla="*/ 0 h 45"/>
                <a:gd name="T20" fmla="*/ 6 w 40"/>
                <a:gd name="T21" fmla="*/ 10 h 45"/>
                <a:gd name="T22" fmla="*/ 17 w 40"/>
                <a:gd name="T23" fmla="*/ 11 h 45"/>
                <a:gd name="T24" fmla="*/ 17 w 40"/>
                <a:gd name="T25" fmla="*/ 11 h 45"/>
                <a:gd name="T26" fmla="*/ 22 w 40"/>
                <a:gd name="T27" fmla="*/ 9 h 45"/>
                <a:gd name="T28" fmla="*/ 27 w 40"/>
                <a:gd name="T29" fmla="*/ 11 h 45"/>
                <a:gd name="T30" fmla="*/ 29 w 40"/>
                <a:gd name="T31" fmla="*/ 18 h 45"/>
                <a:gd name="T32" fmla="*/ 24 w 40"/>
                <a:gd name="T33" fmla="*/ 31 h 45"/>
                <a:gd name="T34" fmla="*/ 14 w 40"/>
                <a:gd name="T35" fmla="*/ 36 h 45"/>
                <a:gd name="T36" fmla="*/ 10 w 40"/>
                <a:gd name="T37" fmla="*/ 34 h 45"/>
                <a:gd name="T38" fmla="*/ 9 w 40"/>
                <a:gd name="T39" fmla="*/ 29 h 45"/>
                <a:gd name="T40" fmla="*/ 12 w 40"/>
                <a:gd name="T41" fmla="*/ 18 h 45"/>
                <a:gd name="T42" fmla="*/ 17 w 40"/>
                <a:gd name="T43" fmla="*/ 1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0" h="45">
                  <a:moveTo>
                    <a:pt x="6" y="10"/>
                  </a:moveTo>
                  <a:cubicBezTo>
                    <a:pt x="2" y="16"/>
                    <a:pt x="0" y="23"/>
                    <a:pt x="0" y="30"/>
                  </a:cubicBezTo>
                  <a:cubicBezTo>
                    <a:pt x="0" y="34"/>
                    <a:pt x="1" y="37"/>
                    <a:pt x="3" y="40"/>
                  </a:cubicBezTo>
                  <a:cubicBezTo>
                    <a:pt x="6" y="43"/>
                    <a:pt x="9" y="45"/>
                    <a:pt x="13" y="45"/>
                  </a:cubicBezTo>
                  <a:cubicBezTo>
                    <a:pt x="18" y="45"/>
                    <a:pt x="22" y="42"/>
                    <a:pt x="27" y="38"/>
                  </a:cubicBezTo>
                  <a:cubicBezTo>
                    <a:pt x="32" y="34"/>
                    <a:pt x="36" y="29"/>
                    <a:pt x="36" y="23"/>
                  </a:cubicBezTo>
                  <a:cubicBezTo>
                    <a:pt x="36" y="23"/>
                    <a:pt x="36" y="23"/>
                    <a:pt x="36" y="23"/>
                  </a:cubicBezTo>
                  <a:cubicBezTo>
                    <a:pt x="40" y="21"/>
                    <a:pt x="37" y="19"/>
                    <a:pt x="37" y="17"/>
                  </a:cubicBezTo>
                  <a:cubicBezTo>
                    <a:pt x="37" y="12"/>
                    <a:pt x="37" y="8"/>
                    <a:pt x="34" y="5"/>
                  </a:cubicBezTo>
                  <a:cubicBezTo>
                    <a:pt x="31" y="2"/>
                    <a:pt x="28" y="0"/>
                    <a:pt x="23" y="0"/>
                  </a:cubicBezTo>
                  <a:cubicBezTo>
                    <a:pt x="16" y="0"/>
                    <a:pt x="11" y="3"/>
                    <a:pt x="6" y="10"/>
                  </a:cubicBezTo>
                  <a:close/>
                  <a:moveTo>
                    <a:pt x="17" y="11"/>
                  </a:moveTo>
                  <a:cubicBezTo>
                    <a:pt x="17" y="11"/>
                    <a:pt x="17" y="11"/>
                    <a:pt x="17" y="11"/>
                  </a:cubicBezTo>
                  <a:cubicBezTo>
                    <a:pt x="19" y="7"/>
                    <a:pt x="21" y="9"/>
                    <a:pt x="22" y="9"/>
                  </a:cubicBezTo>
                  <a:cubicBezTo>
                    <a:pt x="25" y="9"/>
                    <a:pt x="26" y="9"/>
                    <a:pt x="27" y="11"/>
                  </a:cubicBezTo>
                  <a:cubicBezTo>
                    <a:pt x="28" y="13"/>
                    <a:pt x="29" y="15"/>
                    <a:pt x="29" y="18"/>
                  </a:cubicBezTo>
                  <a:cubicBezTo>
                    <a:pt x="29" y="22"/>
                    <a:pt x="27" y="27"/>
                    <a:pt x="24" y="31"/>
                  </a:cubicBezTo>
                  <a:cubicBezTo>
                    <a:pt x="20" y="34"/>
                    <a:pt x="17" y="36"/>
                    <a:pt x="14" y="36"/>
                  </a:cubicBezTo>
                  <a:cubicBezTo>
                    <a:pt x="12" y="36"/>
                    <a:pt x="11" y="36"/>
                    <a:pt x="10" y="34"/>
                  </a:cubicBezTo>
                  <a:cubicBezTo>
                    <a:pt x="10" y="33"/>
                    <a:pt x="9" y="31"/>
                    <a:pt x="9" y="29"/>
                  </a:cubicBezTo>
                  <a:cubicBezTo>
                    <a:pt x="9" y="25"/>
                    <a:pt x="10" y="22"/>
                    <a:pt x="12" y="18"/>
                  </a:cubicBezTo>
                  <a:cubicBezTo>
                    <a:pt x="14" y="15"/>
                    <a:pt x="15" y="11"/>
                    <a:pt x="17"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154"/>
            <p:cNvSpPr>
              <a:spLocks noEditPoints="1"/>
            </p:cNvSpPr>
            <p:nvPr/>
          </p:nvSpPr>
          <p:spPr bwMode="auto">
            <a:xfrm>
              <a:off x="3417888" y="2136775"/>
              <a:ext cx="77788" cy="112713"/>
            </a:xfrm>
            <a:custGeom>
              <a:avLst/>
              <a:gdLst>
                <a:gd name="T0" fmla="*/ 18 w 49"/>
                <a:gd name="T1" fmla="*/ 7 h 72"/>
                <a:gd name="T2" fmla="*/ 14 w 49"/>
                <a:gd name="T3" fmla="*/ 0 h 72"/>
                <a:gd name="T4" fmla="*/ 10 w 49"/>
                <a:gd name="T5" fmla="*/ 1 h 72"/>
                <a:gd name="T6" fmla="*/ 8 w 49"/>
                <a:gd name="T7" fmla="*/ 4 h 72"/>
                <a:gd name="T8" fmla="*/ 7 w 49"/>
                <a:gd name="T9" fmla="*/ 11 h 72"/>
                <a:gd name="T10" fmla="*/ 7 w 49"/>
                <a:gd name="T11" fmla="*/ 12 h 72"/>
                <a:gd name="T12" fmla="*/ 1 w 49"/>
                <a:gd name="T13" fmla="*/ 61 h 72"/>
                <a:gd name="T14" fmla="*/ 0 w 49"/>
                <a:gd name="T15" fmla="*/ 68 h 72"/>
                <a:gd name="T16" fmla="*/ 2 w 49"/>
                <a:gd name="T17" fmla="*/ 71 h 72"/>
                <a:gd name="T18" fmla="*/ 6 w 49"/>
                <a:gd name="T19" fmla="*/ 72 h 72"/>
                <a:gd name="T20" fmla="*/ 9 w 49"/>
                <a:gd name="T21" fmla="*/ 71 h 72"/>
                <a:gd name="T22" fmla="*/ 11 w 49"/>
                <a:gd name="T23" fmla="*/ 66 h 72"/>
                <a:gd name="T24" fmla="*/ 13 w 49"/>
                <a:gd name="T25" fmla="*/ 50 h 72"/>
                <a:gd name="T26" fmla="*/ 14 w 49"/>
                <a:gd name="T27" fmla="*/ 42 h 72"/>
                <a:gd name="T28" fmla="*/ 20 w 49"/>
                <a:gd name="T29" fmla="*/ 46 h 72"/>
                <a:gd name="T30" fmla="*/ 39 w 49"/>
                <a:gd name="T31" fmla="*/ 35 h 72"/>
                <a:gd name="T32" fmla="*/ 49 w 49"/>
                <a:gd name="T33" fmla="*/ 12 h 72"/>
                <a:gd name="T34" fmla="*/ 46 w 49"/>
                <a:gd name="T35" fmla="*/ 4 h 72"/>
                <a:gd name="T36" fmla="*/ 39 w 49"/>
                <a:gd name="T37" fmla="*/ 1 h 72"/>
                <a:gd name="T38" fmla="*/ 28 w 49"/>
                <a:gd name="T39" fmla="*/ 6 h 72"/>
                <a:gd name="T40" fmla="*/ 17 w 49"/>
                <a:gd name="T41" fmla="*/ 18 h 72"/>
                <a:gd name="T42" fmla="*/ 17 w 49"/>
                <a:gd name="T43" fmla="*/ 16 h 72"/>
                <a:gd name="T44" fmla="*/ 18 w 49"/>
                <a:gd name="T45" fmla="*/ 7 h 72"/>
                <a:gd name="T46" fmla="*/ 25 w 49"/>
                <a:gd name="T47" fmla="*/ 19 h 72"/>
                <a:gd name="T48" fmla="*/ 37 w 49"/>
                <a:gd name="T49" fmla="*/ 10 h 72"/>
                <a:gd name="T50" fmla="*/ 39 w 49"/>
                <a:gd name="T51" fmla="*/ 11 h 72"/>
                <a:gd name="T52" fmla="*/ 39 w 49"/>
                <a:gd name="T53" fmla="*/ 15 h 72"/>
                <a:gd name="T54" fmla="*/ 33 w 49"/>
                <a:gd name="T55" fmla="*/ 30 h 72"/>
                <a:gd name="T56" fmla="*/ 22 w 49"/>
                <a:gd name="T57" fmla="*/ 38 h 72"/>
                <a:gd name="T58" fmla="*/ 18 w 49"/>
                <a:gd name="T59" fmla="*/ 36 h 72"/>
                <a:gd name="T60" fmla="*/ 17 w 49"/>
                <a:gd name="T61" fmla="*/ 34 h 72"/>
                <a:gd name="T62" fmla="*/ 25 w 49"/>
                <a:gd name="T63" fmla="*/ 1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9" h="72">
                  <a:moveTo>
                    <a:pt x="18" y="7"/>
                  </a:moveTo>
                  <a:cubicBezTo>
                    <a:pt x="18" y="2"/>
                    <a:pt x="17" y="0"/>
                    <a:pt x="14" y="0"/>
                  </a:cubicBezTo>
                  <a:cubicBezTo>
                    <a:pt x="12" y="0"/>
                    <a:pt x="11" y="0"/>
                    <a:pt x="10" y="1"/>
                  </a:cubicBezTo>
                  <a:cubicBezTo>
                    <a:pt x="9" y="2"/>
                    <a:pt x="8" y="3"/>
                    <a:pt x="8" y="4"/>
                  </a:cubicBezTo>
                  <a:cubicBezTo>
                    <a:pt x="8" y="6"/>
                    <a:pt x="7" y="8"/>
                    <a:pt x="7" y="11"/>
                  </a:cubicBezTo>
                  <a:cubicBezTo>
                    <a:pt x="7" y="12"/>
                    <a:pt x="7" y="12"/>
                    <a:pt x="7" y="12"/>
                  </a:cubicBezTo>
                  <a:cubicBezTo>
                    <a:pt x="7" y="29"/>
                    <a:pt x="5" y="45"/>
                    <a:pt x="1" y="61"/>
                  </a:cubicBezTo>
                  <a:cubicBezTo>
                    <a:pt x="0" y="64"/>
                    <a:pt x="0" y="66"/>
                    <a:pt x="0" y="68"/>
                  </a:cubicBezTo>
                  <a:cubicBezTo>
                    <a:pt x="0" y="69"/>
                    <a:pt x="1" y="70"/>
                    <a:pt x="2" y="71"/>
                  </a:cubicBezTo>
                  <a:cubicBezTo>
                    <a:pt x="3" y="72"/>
                    <a:pt x="4" y="72"/>
                    <a:pt x="6" y="72"/>
                  </a:cubicBezTo>
                  <a:cubicBezTo>
                    <a:pt x="7" y="72"/>
                    <a:pt x="8" y="72"/>
                    <a:pt x="9" y="71"/>
                  </a:cubicBezTo>
                  <a:cubicBezTo>
                    <a:pt x="10" y="70"/>
                    <a:pt x="10" y="68"/>
                    <a:pt x="11" y="66"/>
                  </a:cubicBezTo>
                  <a:cubicBezTo>
                    <a:pt x="13" y="50"/>
                    <a:pt x="13" y="50"/>
                    <a:pt x="13" y="50"/>
                  </a:cubicBezTo>
                  <a:cubicBezTo>
                    <a:pt x="13" y="47"/>
                    <a:pt x="14" y="44"/>
                    <a:pt x="14" y="42"/>
                  </a:cubicBezTo>
                  <a:cubicBezTo>
                    <a:pt x="15" y="44"/>
                    <a:pt x="17" y="46"/>
                    <a:pt x="20" y="46"/>
                  </a:cubicBezTo>
                  <a:cubicBezTo>
                    <a:pt x="26" y="46"/>
                    <a:pt x="33" y="42"/>
                    <a:pt x="39" y="35"/>
                  </a:cubicBezTo>
                  <a:cubicBezTo>
                    <a:pt x="46" y="28"/>
                    <a:pt x="49" y="21"/>
                    <a:pt x="49" y="12"/>
                  </a:cubicBezTo>
                  <a:cubicBezTo>
                    <a:pt x="49" y="9"/>
                    <a:pt x="48" y="6"/>
                    <a:pt x="46" y="4"/>
                  </a:cubicBezTo>
                  <a:cubicBezTo>
                    <a:pt x="44" y="2"/>
                    <a:pt x="42" y="1"/>
                    <a:pt x="39" y="1"/>
                  </a:cubicBezTo>
                  <a:cubicBezTo>
                    <a:pt x="35" y="1"/>
                    <a:pt x="32" y="3"/>
                    <a:pt x="28" y="6"/>
                  </a:cubicBezTo>
                  <a:cubicBezTo>
                    <a:pt x="23" y="9"/>
                    <a:pt x="20" y="13"/>
                    <a:pt x="17" y="18"/>
                  </a:cubicBezTo>
                  <a:cubicBezTo>
                    <a:pt x="17" y="16"/>
                    <a:pt x="17" y="16"/>
                    <a:pt x="17" y="16"/>
                  </a:cubicBezTo>
                  <a:cubicBezTo>
                    <a:pt x="18" y="11"/>
                    <a:pt x="18" y="8"/>
                    <a:pt x="18" y="7"/>
                  </a:cubicBezTo>
                  <a:close/>
                  <a:moveTo>
                    <a:pt x="25" y="19"/>
                  </a:moveTo>
                  <a:cubicBezTo>
                    <a:pt x="30" y="13"/>
                    <a:pt x="34" y="10"/>
                    <a:pt x="37" y="10"/>
                  </a:cubicBezTo>
                  <a:cubicBezTo>
                    <a:pt x="38" y="10"/>
                    <a:pt x="38" y="10"/>
                    <a:pt x="39" y="11"/>
                  </a:cubicBezTo>
                  <a:cubicBezTo>
                    <a:pt x="39" y="12"/>
                    <a:pt x="39" y="13"/>
                    <a:pt x="39" y="15"/>
                  </a:cubicBezTo>
                  <a:cubicBezTo>
                    <a:pt x="39" y="19"/>
                    <a:pt x="37" y="24"/>
                    <a:pt x="33" y="30"/>
                  </a:cubicBezTo>
                  <a:cubicBezTo>
                    <a:pt x="29" y="35"/>
                    <a:pt x="25" y="38"/>
                    <a:pt x="22" y="38"/>
                  </a:cubicBezTo>
                  <a:cubicBezTo>
                    <a:pt x="20" y="38"/>
                    <a:pt x="19" y="37"/>
                    <a:pt x="18" y="36"/>
                  </a:cubicBezTo>
                  <a:cubicBezTo>
                    <a:pt x="17" y="36"/>
                    <a:pt x="17" y="35"/>
                    <a:pt x="17" y="34"/>
                  </a:cubicBezTo>
                  <a:cubicBezTo>
                    <a:pt x="17" y="30"/>
                    <a:pt x="20" y="26"/>
                    <a:pt x="25"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155"/>
            <p:cNvSpPr>
              <a:spLocks noEditPoints="1"/>
            </p:cNvSpPr>
            <p:nvPr/>
          </p:nvSpPr>
          <p:spPr bwMode="auto">
            <a:xfrm>
              <a:off x="3505200" y="2136775"/>
              <a:ext cx="57150" cy="73025"/>
            </a:xfrm>
            <a:custGeom>
              <a:avLst/>
              <a:gdLst>
                <a:gd name="T0" fmla="*/ 4 w 37"/>
                <a:gd name="T1" fmla="*/ 42 h 47"/>
                <a:gd name="T2" fmla="*/ 15 w 37"/>
                <a:gd name="T3" fmla="*/ 47 h 47"/>
                <a:gd name="T4" fmla="*/ 30 w 37"/>
                <a:gd name="T5" fmla="*/ 41 h 47"/>
                <a:gd name="T6" fmla="*/ 37 w 37"/>
                <a:gd name="T7" fmla="*/ 31 h 47"/>
                <a:gd name="T8" fmla="*/ 35 w 37"/>
                <a:gd name="T9" fmla="*/ 29 h 47"/>
                <a:gd name="T10" fmla="*/ 32 w 37"/>
                <a:gd name="T11" fmla="*/ 30 h 47"/>
                <a:gd name="T12" fmla="*/ 16 w 37"/>
                <a:gd name="T13" fmla="*/ 38 h 47"/>
                <a:gd name="T14" fmla="*/ 12 w 37"/>
                <a:gd name="T15" fmla="*/ 37 h 47"/>
                <a:gd name="T16" fmla="*/ 10 w 37"/>
                <a:gd name="T17" fmla="*/ 33 h 47"/>
                <a:gd name="T18" fmla="*/ 11 w 37"/>
                <a:gd name="T19" fmla="*/ 32 h 47"/>
                <a:gd name="T20" fmla="*/ 28 w 37"/>
                <a:gd name="T21" fmla="*/ 23 h 47"/>
                <a:gd name="T22" fmla="*/ 35 w 37"/>
                <a:gd name="T23" fmla="*/ 10 h 47"/>
                <a:gd name="T24" fmla="*/ 32 w 37"/>
                <a:gd name="T25" fmla="*/ 3 h 47"/>
                <a:gd name="T26" fmla="*/ 25 w 37"/>
                <a:gd name="T27" fmla="*/ 0 h 47"/>
                <a:gd name="T28" fmla="*/ 8 w 37"/>
                <a:gd name="T29" fmla="*/ 10 h 47"/>
                <a:gd name="T30" fmla="*/ 0 w 37"/>
                <a:gd name="T31" fmla="*/ 31 h 47"/>
                <a:gd name="T32" fmla="*/ 4 w 37"/>
                <a:gd name="T33" fmla="*/ 42 h 47"/>
                <a:gd name="T34" fmla="*/ 16 w 37"/>
                <a:gd name="T35" fmla="*/ 13 h 47"/>
                <a:gd name="T36" fmla="*/ 24 w 37"/>
                <a:gd name="T37" fmla="*/ 8 h 47"/>
                <a:gd name="T38" fmla="*/ 26 w 37"/>
                <a:gd name="T39" fmla="*/ 9 h 47"/>
                <a:gd name="T40" fmla="*/ 26 w 37"/>
                <a:gd name="T41" fmla="*/ 12 h 47"/>
                <a:gd name="T42" fmla="*/ 22 w 37"/>
                <a:gd name="T43" fmla="*/ 19 h 47"/>
                <a:gd name="T44" fmla="*/ 11 w 37"/>
                <a:gd name="T45" fmla="*/ 24 h 47"/>
                <a:gd name="T46" fmla="*/ 16 w 37"/>
                <a:gd name="T47" fmla="*/ 13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 h="47">
                  <a:moveTo>
                    <a:pt x="4" y="42"/>
                  </a:moveTo>
                  <a:cubicBezTo>
                    <a:pt x="7" y="45"/>
                    <a:pt x="10" y="47"/>
                    <a:pt x="15" y="47"/>
                  </a:cubicBezTo>
                  <a:cubicBezTo>
                    <a:pt x="20" y="47"/>
                    <a:pt x="26" y="45"/>
                    <a:pt x="30" y="41"/>
                  </a:cubicBezTo>
                  <a:cubicBezTo>
                    <a:pt x="35" y="37"/>
                    <a:pt x="37" y="34"/>
                    <a:pt x="37" y="31"/>
                  </a:cubicBezTo>
                  <a:cubicBezTo>
                    <a:pt x="37" y="29"/>
                    <a:pt x="36" y="29"/>
                    <a:pt x="35" y="29"/>
                  </a:cubicBezTo>
                  <a:cubicBezTo>
                    <a:pt x="34" y="29"/>
                    <a:pt x="33" y="29"/>
                    <a:pt x="32" y="30"/>
                  </a:cubicBezTo>
                  <a:cubicBezTo>
                    <a:pt x="27" y="36"/>
                    <a:pt x="21" y="38"/>
                    <a:pt x="16" y="38"/>
                  </a:cubicBezTo>
                  <a:cubicBezTo>
                    <a:pt x="14" y="38"/>
                    <a:pt x="13" y="38"/>
                    <a:pt x="12" y="37"/>
                  </a:cubicBezTo>
                  <a:cubicBezTo>
                    <a:pt x="11" y="35"/>
                    <a:pt x="10" y="34"/>
                    <a:pt x="10" y="33"/>
                  </a:cubicBezTo>
                  <a:cubicBezTo>
                    <a:pt x="10" y="32"/>
                    <a:pt x="10" y="32"/>
                    <a:pt x="11" y="32"/>
                  </a:cubicBezTo>
                  <a:cubicBezTo>
                    <a:pt x="18" y="30"/>
                    <a:pt x="24" y="27"/>
                    <a:pt x="28" y="23"/>
                  </a:cubicBezTo>
                  <a:cubicBezTo>
                    <a:pt x="32" y="19"/>
                    <a:pt x="35" y="14"/>
                    <a:pt x="35" y="10"/>
                  </a:cubicBezTo>
                  <a:cubicBezTo>
                    <a:pt x="35" y="7"/>
                    <a:pt x="34" y="5"/>
                    <a:pt x="32" y="3"/>
                  </a:cubicBezTo>
                  <a:cubicBezTo>
                    <a:pt x="30" y="1"/>
                    <a:pt x="28" y="0"/>
                    <a:pt x="25" y="0"/>
                  </a:cubicBezTo>
                  <a:cubicBezTo>
                    <a:pt x="19" y="0"/>
                    <a:pt x="13" y="4"/>
                    <a:pt x="8" y="10"/>
                  </a:cubicBezTo>
                  <a:cubicBezTo>
                    <a:pt x="3" y="17"/>
                    <a:pt x="0" y="23"/>
                    <a:pt x="0" y="31"/>
                  </a:cubicBezTo>
                  <a:cubicBezTo>
                    <a:pt x="0" y="36"/>
                    <a:pt x="2" y="40"/>
                    <a:pt x="4" y="42"/>
                  </a:cubicBezTo>
                  <a:close/>
                  <a:moveTo>
                    <a:pt x="16" y="13"/>
                  </a:moveTo>
                  <a:cubicBezTo>
                    <a:pt x="19" y="10"/>
                    <a:pt x="21" y="8"/>
                    <a:pt x="24" y="8"/>
                  </a:cubicBezTo>
                  <a:cubicBezTo>
                    <a:pt x="25" y="8"/>
                    <a:pt x="25" y="9"/>
                    <a:pt x="26" y="9"/>
                  </a:cubicBezTo>
                  <a:cubicBezTo>
                    <a:pt x="26" y="10"/>
                    <a:pt x="26" y="11"/>
                    <a:pt x="26" y="12"/>
                  </a:cubicBezTo>
                  <a:cubicBezTo>
                    <a:pt x="26" y="14"/>
                    <a:pt x="25" y="16"/>
                    <a:pt x="22" y="19"/>
                  </a:cubicBezTo>
                  <a:cubicBezTo>
                    <a:pt x="18" y="22"/>
                    <a:pt x="15" y="23"/>
                    <a:pt x="11" y="24"/>
                  </a:cubicBezTo>
                  <a:cubicBezTo>
                    <a:pt x="12" y="20"/>
                    <a:pt x="13" y="17"/>
                    <a:pt x="1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156"/>
            <p:cNvSpPr>
              <a:spLocks/>
            </p:cNvSpPr>
            <p:nvPr/>
          </p:nvSpPr>
          <p:spPr bwMode="auto">
            <a:xfrm>
              <a:off x="3575050" y="2139950"/>
              <a:ext cx="61913" cy="69850"/>
            </a:xfrm>
            <a:custGeom>
              <a:avLst/>
              <a:gdLst>
                <a:gd name="T0" fmla="*/ 10 w 39"/>
                <a:gd name="T1" fmla="*/ 12 h 45"/>
                <a:gd name="T2" fmla="*/ 12 w 39"/>
                <a:gd name="T3" fmla="*/ 5 h 45"/>
                <a:gd name="T4" fmla="*/ 11 w 39"/>
                <a:gd name="T5" fmla="*/ 2 h 45"/>
                <a:gd name="T6" fmla="*/ 8 w 39"/>
                <a:gd name="T7" fmla="*/ 1 h 45"/>
                <a:gd name="T8" fmla="*/ 4 w 39"/>
                <a:gd name="T9" fmla="*/ 2 h 45"/>
                <a:gd name="T10" fmla="*/ 2 w 39"/>
                <a:gd name="T11" fmla="*/ 5 h 45"/>
                <a:gd name="T12" fmla="*/ 1 w 39"/>
                <a:gd name="T13" fmla="*/ 10 h 45"/>
                <a:gd name="T14" fmla="*/ 1 w 39"/>
                <a:gd name="T15" fmla="*/ 13 h 45"/>
                <a:gd name="T16" fmla="*/ 0 w 39"/>
                <a:gd name="T17" fmla="*/ 24 h 45"/>
                <a:gd name="T18" fmla="*/ 0 w 39"/>
                <a:gd name="T19" fmla="*/ 32 h 45"/>
                <a:gd name="T20" fmla="*/ 1 w 39"/>
                <a:gd name="T21" fmla="*/ 42 h 45"/>
                <a:gd name="T22" fmla="*/ 5 w 39"/>
                <a:gd name="T23" fmla="*/ 45 h 45"/>
                <a:gd name="T24" fmla="*/ 9 w 39"/>
                <a:gd name="T25" fmla="*/ 44 h 45"/>
                <a:gd name="T26" fmla="*/ 11 w 39"/>
                <a:gd name="T27" fmla="*/ 39 h 45"/>
                <a:gd name="T28" fmla="*/ 19 w 39"/>
                <a:gd name="T29" fmla="*/ 18 h 45"/>
                <a:gd name="T30" fmla="*/ 29 w 39"/>
                <a:gd name="T31" fmla="*/ 9 h 45"/>
                <a:gd name="T32" fmla="*/ 31 w 39"/>
                <a:gd name="T33" fmla="*/ 10 h 45"/>
                <a:gd name="T34" fmla="*/ 36 w 39"/>
                <a:gd name="T35" fmla="*/ 12 h 45"/>
                <a:gd name="T36" fmla="*/ 38 w 39"/>
                <a:gd name="T37" fmla="*/ 11 h 45"/>
                <a:gd name="T38" fmla="*/ 39 w 39"/>
                <a:gd name="T39" fmla="*/ 8 h 45"/>
                <a:gd name="T40" fmla="*/ 37 w 39"/>
                <a:gd name="T41" fmla="*/ 3 h 45"/>
                <a:gd name="T42" fmla="*/ 30 w 39"/>
                <a:gd name="T43" fmla="*/ 0 h 45"/>
                <a:gd name="T44" fmla="*/ 19 w 39"/>
                <a:gd name="T45" fmla="*/ 6 h 45"/>
                <a:gd name="T46" fmla="*/ 9 w 39"/>
                <a:gd name="T47" fmla="*/ 22 h 45"/>
                <a:gd name="T48" fmla="*/ 8 w 39"/>
                <a:gd name="T49" fmla="*/ 23 h 45"/>
                <a:gd name="T50" fmla="*/ 9 w 39"/>
                <a:gd name="T51" fmla="*/ 17 h 45"/>
                <a:gd name="T52" fmla="*/ 10 w 39"/>
                <a:gd name="T53" fmla="*/ 1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9" h="45">
                  <a:moveTo>
                    <a:pt x="10" y="12"/>
                  </a:moveTo>
                  <a:cubicBezTo>
                    <a:pt x="12" y="8"/>
                    <a:pt x="12" y="6"/>
                    <a:pt x="12" y="5"/>
                  </a:cubicBezTo>
                  <a:cubicBezTo>
                    <a:pt x="12" y="4"/>
                    <a:pt x="12" y="3"/>
                    <a:pt x="11" y="2"/>
                  </a:cubicBezTo>
                  <a:cubicBezTo>
                    <a:pt x="10" y="1"/>
                    <a:pt x="9" y="1"/>
                    <a:pt x="8" y="1"/>
                  </a:cubicBezTo>
                  <a:cubicBezTo>
                    <a:pt x="7" y="1"/>
                    <a:pt x="5" y="1"/>
                    <a:pt x="4" y="2"/>
                  </a:cubicBezTo>
                  <a:cubicBezTo>
                    <a:pt x="3" y="3"/>
                    <a:pt x="2" y="4"/>
                    <a:pt x="2" y="5"/>
                  </a:cubicBezTo>
                  <a:cubicBezTo>
                    <a:pt x="2" y="6"/>
                    <a:pt x="2" y="7"/>
                    <a:pt x="1" y="10"/>
                  </a:cubicBezTo>
                  <a:cubicBezTo>
                    <a:pt x="1" y="11"/>
                    <a:pt x="1" y="12"/>
                    <a:pt x="1" y="13"/>
                  </a:cubicBezTo>
                  <a:cubicBezTo>
                    <a:pt x="1" y="17"/>
                    <a:pt x="0" y="21"/>
                    <a:pt x="0" y="24"/>
                  </a:cubicBezTo>
                  <a:cubicBezTo>
                    <a:pt x="0" y="27"/>
                    <a:pt x="0" y="30"/>
                    <a:pt x="0" y="32"/>
                  </a:cubicBezTo>
                  <a:cubicBezTo>
                    <a:pt x="0" y="36"/>
                    <a:pt x="0" y="40"/>
                    <a:pt x="1" y="42"/>
                  </a:cubicBezTo>
                  <a:cubicBezTo>
                    <a:pt x="2" y="44"/>
                    <a:pt x="3" y="45"/>
                    <a:pt x="5" y="45"/>
                  </a:cubicBezTo>
                  <a:cubicBezTo>
                    <a:pt x="7" y="45"/>
                    <a:pt x="8" y="44"/>
                    <a:pt x="9" y="44"/>
                  </a:cubicBezTo>
                  <a:cubicBezTo>
                    <a:pt x="10" y="43"/>
                    <a:pt x="11" y="41"/>
                    <a:pt x="11" y="39"/>
                  </a:cubicBezTo>
                  <a:cubicBezTo>
                    <a:pt x="12" y="31"/>
                    <a:pt x="15" y="24"/>
                    <a:pt x="19" y="18"/>
                  </a:cubicBezTo>
                  <a:cubicBezTo>
                    <a:pt x="24" y="12"/>
                    <a:pt x="27" y="9"/>
                    <a:pt x="29" y="9"/>
                  </a:cubicBezTo>
                  <a:cubicBezTo>
                    <a:pt x="30" y="9"/>
                    <a:pt x="31" y="10"/>
                    <a:pt x="31" y="10"/>
                  </a:cubicBezTo>
                  <a:cubicBezTo>
                    <a:pt x="33" y="12"/>
                    <a:pt x="34" y="12"/>
                    <a:pt x="36" y="12"/>
                  </a:cubicBezTo>
                  <a:cubicBezTo>
                    <a:pt x="37" y="12"/>
                    <a:pt x="38" y="12"/>
                    <a:pt x="38" y="11"/>
                  </a:cubicBezTo>
                  <a:cubicBezTo>
                    <a:pt x="39" y="10"/>
                    <a:pt x="39" y="9"/>
                    <a:pt x="39" y="8"/>
                  </a:cubicBezTo>
                  <a:cubicBezTo>
                    <a:pt x="39" y="6"/>
                    <a:pt x="38" y="4"/>
                    <a:pt x="37" y="3"/>
                  </a:cubicBezTo>
                  <a:cubicBezTo>
                    <a:pt x="35" y="1"/>
                    <a:pt x="33" y="0"/>
                    <a:pt x="30" y="0"/>
                  </a:cubicBezTo>
                  <a:cubicBezTo>
                    <a:pt x="27" y="0"/>
                    <a:pt x="23" y="2"/>
                    <a:pt x="19" y="6"/>
                  </a:cubicBezTo>
                  <a:cubicBezTo>
                    <a:pt x="16" y="10"/>
                    <a:pt x="12" y="16"/>
                    <a:pt x="9" y="22"/>
                  </a:cubicBezTo>
                  <a:cubicBezTo>
                    <a:pt x="8" y="23"/>
                    <a:pt x="8" y="23"/>
                    <a:pt x="8" y="23"/>
                  </a:cubicBezTo>
                  <a:cubicBezTo>
                    <a:pt x="9" y="17"/>
                    <a:pt x="9" y="17"/>
                    <a:pt x="9" y="17"/>
                  </a:cubicBezTo>
                  <a:cubicBezTo>
                    <a:pt x="10" y="15"/>
                    <a:pt x="10" y="14"/>
                    <a:pt x="1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157"/>
            <p:cNvSpPr>
              <a:spLocks/>
            </p:cNvSpPr>
            <p:nvPr/>
          </p:nvSpPr>
          <p:spPr bwMode="auto">
            <a:xfrm>
              <a:off x="3638550" y="2117725"/>
              <a:ext cx="60325" cy="90488"/>
            </a:xfrm>
            <a:custGeom>
              <a:avLst/>
              <a:gdLst>
                <a:gd name="T0" fmla="*/ 35 w 39"/>
                <a:gd name="T1" fmla="*/ 15 h 58"/>
                <a:gd name="T2" fmla="*/ 21 w 39"/>
                <a:gd name="T3" fmla="*/ 16 h 58"/>
                <a:gd name="T4" fmla="*/ 25 w 39"/>
                <a:gd name="T5" fmla="*/ 4 h 58"/>
                <a:gd name="T6" fmla="*/ 24 w 39"/>
                <a:gd name="T7" fmla="*/ 1 h 58"/>
                <a:gd name="T8" fmla="*/ 20 w 39"/>
                <a:gd name="T9" fmla="*/ 0 h 58"/>
                <a:gd name="T10" fmla="*/ 15 w 39"/>
                <a:gd name="T11" fmla="*/ 5 h 58"/>
                <a:gd name="T12" fmla="*/ 12 w 39"/>
                <a:gd name="T13" fmla="*/ 17 h 58"/>
                <a:gd name="T14" fmla="*/ 3 w 39"/>
                <a:gd name="T15" fmla="*/ 17 h 58"/>
                <a:gd name="T16" fmla="*/ 0 w 39"/>
                <a:gd name="T17" fmla="*/ 21 h 58"/>
                <a:gd name="T18" fmla="*/ 1 w 39"/>
                <a:gd name="T19" fmla="*/ 24 h 58"/>
                <a:gd name="T20" fmla="*/ 5 w 39"/>
                <a:gd name="T21" fmla="*/ 25 h 58"/>
                <a:gd name="T22" fmla="*/ 6 w 39"/>
                <a:gd name="T23" fmla="*/ 25 h 58"/>
                <a:gd name="T24" fmla="*/ 9 w 39"/>
                <a:gd name="T25" fmla="*/ 25 h 58"/>
                <a:gd name="T26" fmla="*/ 5 w 39"/>
                <a:gd name="T27" fmla="*/ 46 h 58"/>
                <a:gd name="T28" fmla="*/ 8 w 39"/>
                <a:gd name="T29" fmla="*/ 55 h 58"/>
                <a:gd name="T30" fmla="*/ 16 w 39"/>
                <a:gd name="T31" fmla="*/ 58 h 58"/>
                <a:gd name="T32" fmla="*/ 28 w 39"/>
                <a:gd name="T33" fmla="*/ 54 h 58"/>
                <a:gd name="T34" fmla="*/ 33 w 39"/>
                <a:gd name="T35" fmla="*/ 46 h 58"/>
                <a:gd name="T36" fmla="*/ 33 w 39"/>
                <a:gd name="T37" fmla="*/ 45 h 58"/>
                <a:gd name="T38" fmla="*/ 31 w 39"/>
                <a:gd name="T39" fmla="*/ 44 h 58"/>
                <a:gd name="T40" fmla="*/ 28 w 39"/>
                <a:gd name="T41" fmla="*/ 46 h 58"/>
                <a:gd name="T42" fmla="*/ 22 w 39"/>
                <a:gd name="T43" fmla="*/ 49 h 58"/>
                <a:gd name="T44" fmla="*/ 18 w 39"/>
                <a:gd name="T45" fmla="*/ 50 h 58"/>
                <a:gd name="T46" fmla="*/ 16 w 39"/>
                <a:gd name="T47" fmla="*/ 49 h 58"/>
                <a:gd name="T48" fmla="*/ 15 w 39"/>
                <a:gd name="T49" fmla="*/ 44 h 58"/>
                <a:gd name="T50" fmla="*/ 17 w 39"/>
                <a:gd name="T51" fmla="*/ 34 h 58"/>
                <a:gd name="T52" fmla="*/ 19 w 39"/>
                <a:gd name="T53" fmla="*/ 25 h 58"/>
                <a:gd name="T54" fmla="*/ 33 w 39"/>
                <a:gd name="T55" fmla="*/ 22 h 58"/>
                <a:gd name="T56" fmla="*/ 39 w 39"/>
                <a:gd name="T57" fmla="*/ 18 h 58"/>
                <a:gd name="T58" fmla="*/ 38 w 39"/>
                <a:gd name="T59" fmla="*/ 16 h 58"/>
                <a:gd name="T60" fmla="*/ 35 w 39"/>
                <a:gd name="T61" fmla="*/ 1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9" h="58">
                  <a:moveTo>
                    <a:pt x="35" y="15"/>
                  </a:moveTo>
                  <a:cubicBezTo>
                    <a:pt x="34" y="15"/>
                    <a:pt x="30" y="15"/>
                    <a:pt x="21" y="16"/>
                  </a:cubicBezTo>
                  <a:cubicBezTo>
                    <a:pt x="24" y="8"/>
                    <a:pt x="25" y="4"/>
                    <a:pt x="25" y="4"/>
                  </a:cubicBezTo>
                  <a:cubicBezTo>
                    <a:pt x="25" y="3"/>
                    <a:pt x="24" y="2"/>
                    <a:pt x="24" y="1"/>
                  </a:cubicBezTo>
                  <a:cubicBezTo>
                    <a:pt x="23" y="0"/>
                    <a:pt x="22" y="0"/>
                    <a:pt x="20" y="0"/>
                  </a:cubicBezTo>
                  <a:cubicBezTo>
                    <a:pt x="18" y="0"/>
                    <a:pt x="16" y="1"/>
                    <a:pt x="15" y="5"/>
                  </a:cubicBezTo>
                  <a:cubicBezTo>
                    <a:pt x="14" y="10"/>
                    <a:pt x="13" y="14"/>
                    <a:pt x="12" y="17"/>
                  </a:cubicBezTo>
                  <a:cubicBezTo>
                    <a:pt x="3" y="17"/>
                    <a:pt x="3" y="17"/>
                    <a:pt x="3" y="17"/>
                  </a:cubicBezTo>
                  <a:cubicBezTo>
                    <a:pt x="1" y="17"/>
                    <a:pt x="0" y="18"/>
                    <a:pt x="0" y="21"/>
                  </a:cubicBezTo>
                  <a:cubicBezTo>
                    <a:pt x="0" y="22"/>
                    <a:pt x="0" y="23"/>
                    <a:pt x="1" y="24"/>
                  </a:cubicBezTo>
                  <a:cubicBezTo>
                    <a:pt x="3" y="25"/>
                    <a:pt x="4" y="25"/>
                    <a:pt x="5" y="25"/>
                  </a:cubicBezTo>
                  <a:cubicBezTo>
                    <a:pt x="6" y="25"/>
                    <a:pt x="6" y="25"/>
                    <a:pt x="6" y="25"/>
                  </a:cubicBezTo>
                  <a:cubicBezTo>
                    <a:pt x="7" y="25"/>
                    <a:pt x="8" y="25"/>
                    <a:pt x="9" y="25"/>
                  </a:cubicBezTo>
                  <a:cubicBezTo>
                    <a:pt x="7" y="36"/>
                    <a:pt x="5" y="43"/>
                    <a:pt x="5" y="46"/>
                  </a:cubicBezTo>
                  <a:cubicBezTo>
                    <a:pt x="5" y="50"/>
                    <a:pt x="6" y="53"/>
                    <a:pt x="8" y="55"/>
                  </a:cubicBezTo>
                  <a:cubicBezTo>
                    <a:pt x="10" y="57"/>
                    <a:pt x="13" y="58"/>
                    <a:pt x="16" y="58"/>
                  </a:cubicBezTo>
                  <a:cubicBezTo>
                    <a:pt x="20" y="58"/>
                    <a:pt x="24" y="57"/>
                    <a:pt x="28" y="54"/>
                  </a:cubicBezTo>
                  <a:cubicBezTo>
                    <a:pt x="32" y="51"/>
                    <a:pt x="33" y="48"/>
                    <a:pt x="33" y="46"/>
                  </a:cubicBezTo>
                  <a:cubicBezTo>
                    <a:pt x="33" y="46"/>
                    <a:pt x="33" y="45"/>
                    <a:pt x="33" y="45"/>
                  </a:cubicBezTo>
                  <a:cubicBezTo>
                    <a:pt x="32" y="44"/>
                    <a:pt x="32" y="44"/>
                    <a:pt x="31" y="44"/>
                  </a:cubicBezTo>
                  <a:cubicBezTo>
                    <a:pt x="30" y="44"/>
                    <a:pt x="29" y="45"/>
                    <a:pt x="28" y="46"/>
                  </a:cubicBezTo>
                  <a:cubicBezTo>
                    <a:pt x="25" y="48"/>
                    <a:pt x="24" y="49"/>
                    <a:pt x="22" y="49"/>
                  </a:cubicBezTo>
                  <a:cubicBezTo>
                    <a:pt x="21" y="50"/>
                    <a:pt x="19" y="50"/>
                    <a:pt x="18" y="50"/>
                  </a:cubicBezTo>
                  <a:cubicBezTo>
                    <a:pt x="17" y="50"/>
                    <a:pt x="16" y="50"/>
                    <a:pt x="16" y="49"/>
                  </a:cubicBezTo>
                  <a:cubicBezTo>
                    <a:pt x="15" y="48"/>
                    <a:pt x="15" y="46"/>
                    <a:pt x="15" y="44"/>
                  </a:cubicBezTo>
                  <a:cubicBezTo>
                    <a:pt x="15" y="43"/>
                    <a:pt x="16" y="39"/>
                    <a:pt x="17" y="34"/>
                  </a:cubicBezTo>
                  <a:cubicBezTo>
                    <a:pt x="18" y="28"/>
                    <a:pt x="19" y="25"/>
                    <a:pt x="19" y="25"/>
                  </a:cubicBezTo>
                  <a:cubicBezTo>
                    <a:pt x="33" y="22"/>
                    <a:pt x="33" y="22"/>
                    <a:pt x="33" y="22"/>
                  </a:cubicBezTo>
                  <a:cubicBezTo>
                    <a:pt x="37" y="22"/>
                    <a:pt x="39" y="20"/>
                    <a:pt x="39" y="18"/>
                  </a:cubicBezTo>
                  <a:cubicBezTo>
                    <a:pt x="39" y="17"/>
                    <a:pt x="38" y="16"/>
                    <a:pt x="38" y="16"/>
                  </a:cubicBezTo>
                  <a:cubicBezTo>
                    <a:pt x="37" y="15"/>
                    <a:pt x="37" y="15"/>
                    <a:pt x="35"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158"/>
            <p:cNvSpPr>
              <a:spLocks/>
            </p:cNvSpPr>
            <p:nvPr/>
          </p:nvSpPr>
          <p:spPr bwMode="auto">
            <a:xfrm>
              <a:off x="3694113" y="2139950"/>
              <a:ext cx="69850" cy="106363"/>
            </a:xfrm>
            <a:custGeom>
              <a:avLst/>
              <a:gdLst>
                <a:gd name="T0" fmla="*/ 20 w 44"/>
                <a:gd name="T1" fmla="*/ 59 h 68"/>
                <a:gd name="T2" fmla="*/ 6 w 44"/>
                <a:gd name="T3" fmla="*/ 53 h 68"/>
                <a:gd name="T4" fmla="*/ 4 w 44"/>
                <a:gd name="T5" fmla="*/ 51 h 68"/>
                <a:gd name="T6" fmla="*/ 1 w 44"/>
                <a:gd name="T7" fmla="*/ 53 h 68"/>
                <a:gd name="T8" fmla="*/ 0 w 44"/>
                <a:gd name="T9" fmla="*/ 55 h 68"/>
                <a:gd name="T10" fmla="*/ 3 w 44"/>
                <a:gd name="T11" fmla="*/ 61 h 68"/>
                <a:gd name="T12" fmla="*/ 11 w 44"/>
                <a:gd name="T13" fmla="*/ 67 h 68"/>
                <a:gd name="T14" fmla="*/ 10 w 44"/>
                <a:gd name="T15" fmla="*/ 67 h 68"/>
                <a:gd name="T16" fmla="*/ 21 w 44"/>
                <a:gd name="T17" fmla="*/ 68 h 68"/>
                <a:gd name="T18" fmla="*/ 29 w 44"/>
                <a:gd name="T19" fmla="*/ 65 h 68"/>
                <a:gd name="T20" fmla="*/ 36 w 44"/>
                <a:gd name="T21" fmla="*/ 55 h 68"/>
                <a:gd name="T22" fmla="*/ 40 w 44"/>
                <a:gd name="T23" fmla="*/ 38 h 68"/>
                <a:gd name="T24" fmla="*/ 43 w 44"/>
                <a:gd name="T25" fmla="*/ 20 h 68"/>
                <a:gd name="T26" fmla="*/ 44 w 44"/>
                <a:gd name="T27" fmla="*/ 7 h 68"/>
                <a:gd name="T28" fmla="*/ 42 w 44"/>
                <a:gd name="T29" fmla="*/ 1 h 68"/>
                <a:gd name="T30" fmla="*/ 39 w 44"/>
                <a:gd name="T31" fmla="*/ 0 h 68"/>
                <a:gd name="T32" fmla="*/ 36 w 44"/>
                <a:gd name="T33" fmla="*/ 1 h 68"/>
                <a:gd name="T34" fmla="*/ 34 w 44"/>
                <a:gd name="T35" fmla="*/ 3 h 68"/>
                <a:gd name="T36" fmla="*/ 34 w 44"/>
                <a:gd name="T37" fmla="*/ 9 h 68"/>
                <a:gd name="T38" fmla="*/ 33 w 44"/>
                <a:gd name="T39" fmla="*/ 19 h 68"/>
                <a:gd name="T40" fmla="*/ 31 w 44"/>
                <a:gd name="T41" fmla="*/ 23 h 68"/>
                <a:gd name="T42" fmla="*/ 26 w 44"/>
                <a:gd name="T43" fmla="*/ 27 h 68"/>
                <a:gd name="T44" fmla="*/ 20 w 44"/>
                <a:gd name="T45" fmla="*/ 31 h 68"/>
                <a:gd name="T46" fmla="*/ 16 w 44"/>
                <a:gd name="T47" fmla="*/ 32 h 68"/>
                <a:gd name="T48" fmla="*/ 14 w 44"/>
                <a:gd name="T49" fmla="*/ 31 h 68"/>
                <a:gd name="T50" fmla="*/ 13 w 44"/>
                <a:gd name="T51" fmla="*/ 27 h 68"/>
                <a:gd name="T52" fmla="*/ 17 w 44"/>
                <a:gd name="T53" fmla="*/ 14 h 68"/>
                <a:gd name="T54" fmla="*/ 19 w 44"/>
                <a:gd name="T55" fmla="*/ 7 h 68"/>
                <a:gd name="T56" fmla="*/ 18 w 44"/>
                <a:gd name="T57" fmla="*/ 4 h 68"/>
                <a:gd name="T58" fmla="*/ 16 w 44"/>
                <a:gd name="T59" fmla="*/ 2 h 68"/>
                <a:gd name="T60" fmla="*/ 10 w 44"/>
                <a:gd name="T61" fmla="*/ 4 h 68"/>
                <a:gd name="T62" fmla="*/ 7 w 44"/>
                <a:gd name="T63" fmla="*/ 16 h 68"/>
                <a:gd name="T64" fmla="*/ 4 w 44"/>
                <a:gd name="T65" fmla="*/ 29 h 68"/>
                <a:gd name="T66" fmla="*/ 7 w 44"/>
                <a:gd name="T67" fmla="*/ 38 h 68"/>
                <a:gd name="T68" fmla="*/ 14 w 44"/>
                <a:gd name="T69" fmla="*/ 41 h 68"/>
                <a:gd name="T70" fmla="*/ 32 w 44"/>
                <a:gd name="T71" fmla="*/ 31 h 68"/>
                <a:gd name="T72" fmla="*/ 28 w 44"/>
                <a:gd name="T73" fmla="*/ 51 h 68"/>
                <a:gd name="T74" fmla="*/ 20 w 44"/>
                <a:gd name="T75" fmla="*/ 5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4" h="68">
                  <a:moveTo>
                    <a:pt x="20" y="59"/>
                  </a:moveTo>
                  <a:cubicBezTo>
                    <a:pt x="14" y="59"/>
                    <a:pt x="9" y="57"/>
                    <a:pt x="6" y="53"/>
                  </a:cubicBezTo>
                  <a:cubicBezTo>
                    <a:pt x="5" y="52"/>
                    <a:pt x="4" y="51"/>
                    <a:pt x="4" y="51"/>
                  </a:cubicBezTo>
                  <a:cubicBezTo>
                    <a:pt x="3" y="51"/>
                    <a:pt x="2" y="52"/>
                    <a:pt x="1" y="53"/>
                  </a:cubicBezTo>
                  <a:cubicBezTo>
                    <a:pt x="0" y="53"/>
                    <a:pt x="0" y="54"/>
                    <a:pt x="0" y="55"/>
                  </a:cubicBezTo>
                  <a:cubicBezTo>
                    <a:pt x="0" y="57"/>
                    <a:pt x="1" y="59"/>
                    <a:pt x="3" y="61"/>
                  </a:cubicBezTo>
                  <a:cubicBezTo>
                    <a:pt x="5" y="63"/>
                    <a:pt x="8" y="63"/>
                    <a:pt x="11" y="67"/>
                  </a:cubicBezTo>
                  <a:cubicBezTo>
                    <a:pt x="10" y="67"/>
                    <a:pt x="10" y="67"/>
                    <a:pt x="10" y="67"/>
                  </a:cubicBezTo>
                  <a:cubicBezTo>
                    <a:pt x="14" y="67"/>
                    <a:pt x="17" y="68"/>
                    <a:pt x="21" y="68"/>
                  </a:cubicBezTo>
                  <a:cubicBezTo>
                    <a:pt x="24" y="68"/>
                    <a:pt x="27" y="67"/>
                    <a:pt x="29" y="65"/>
                  </a:cubicBezTo>
                  <a:cubicBezTo>
                    <a:pt x="31" y="63"/>
                    <a:pt x="34" y="60"/>
                    <a:pt x="36" y="55"/>
                  </a:cubicBezTo>
                  <a:cubicBezTo>
                    <a:pt x="38" y="50"/>
                    <a:pt x="39" y="44"/>
                    <a:pt x="40" y="38"/>
                  </a:cubicBezTo>
                  <a:cubicBezTo>
                    <a:pt x="41" y="32"/>
                    <a:pt x="42" y="26"/>
                    <a:pt x="43" y="20"/>
                  </a:cubicBezTo>
                  <a:cubicBezTo>
                    <a:pt x="44" y="7"/>
                    <a:pt x="44" y="7"/>
                    <a:pt x="44" y="7"/>
                  </a:cubicBezTo>
                  <a:cubicBezTo>
                    <a:pt x="44" y="4"/>
                    <a:pt x="43" y="2"/>
                    <a:pt x="42" y="1"/>
                  </a:cubicBezTo>
                  <a:cubicBezTo>
                    <a:pt x="42" y="1"/>
                    <a:pt x="40" y="0"/>
                    <a:pt x="39" y="0"/>
                  </a:cubicBezTo>
                  <a:cubicBezTo>
                    <a:pt x="37" y="0"/>
                    <a:pt x="36" y="1"/>
                    <a:pt x="36" y="1"/>
                  </a:cubicBezTo>
                  <a:cubicBezTo>
                    <a:pt x="35" y="2"/>
                    <a:pt x="34" y="3"/>
                    <a:pt x="34" y="3"/>
                  </a:cubicBezTo>
                  <a:cubicBezTo>
                    <a:pt x="34" y="4"/>
                    <a:pt x="34" y="6"/>
                    <a:pt x="34" y="9"/>
                  </a:cubicBezTo>
                  <a:cubicBezTo>
                    <a:pt x="34" y="14"/>
                    <a:pt x="33" y="18"/>
                    <a:pt x="33" y="19"/>
                  </a:cubicBezTo>
                  <a:cubicBezTo>
                    <a:pt x="32" y="21"/>
                    <a:pt x="32" y="22"/>
                    <a:pt x="31" y="23"/>
                  </a:cubicBezTo>
                  <a:cubicBezTo>
                    <a:pt x="30" y="24"/>
                    <a:pt x="29" y="25"/>
                    <a:pt x="26" y="27"/>
                  </a:cubicBezTo>
                  <a:cubicBezTo>
                    <a:pt x="24" y="29"/>
                    <a:pt x="22" y="30"/>
                    <a:pt x="20" y="31"/>
                  </a:cubicBezTo>
                  <a:cubicBezTo>
                    <a:pt x="18" y="32"/>
                    <a:pt x="17" y="32"/>
                    <a:pt x="16" y="32"/>
                  </a:cubicBezTo>
                  <a:cubicBezTo>
                    <a:pt x="15" y="32"/>
                    <a:pt x="14" y="32"/>
                    <a:pt x="14" y="31"/>
                  </a:cubicBezTo>
                  <a:cubicBezTo>
                    <a:pt x="13" y="30"/>
                    <a:pt x="13" y="29"/>
                    <a:pt x="13" y="27"/>
                  </a:cubicBezTo>
                  <a:cubicBezTo>
                    <a:pt x="13" y="23"/>
                    <a:pt x="14" y="19"/>
                    <a:pt x="17" y="14"/>
                  </a:cubicBezTo>
                  <a:cubicBezTo>
                    <a:pt x="19" y="10"/>
                    <a:pt x="19" y="8"/>
                    <a:pt x="19" y="7"/>
                  </a:cubicBezTo>
                  <a:cubicBezTo>
                    <a:pt x="19" y="6"/>
                    <a:pt x="19" y="5"/>
                    <a:pt x="18" y="4"/>
                  </a:cubicBezTo>
                  <a:cubicBezTo>
                    <a:pt x="18" y="3"/>
                    <a:pt x="17" y="2"/>
                    <a:pt x="16" y="2"/>
                  </a:cubicBezTo>
                  <a:cubicBezTo>
                    <a:pt x="13" y="2"/>
                    <a:pt x="11" y="3"/>
                    <a:pt x="10" y="4"/>
                  </a:cubicBezTo>
                  <a:cubicBezTo>
                    <a:pt x="9" y="6"/>
                    <a:pt x="8" y="9"/>
                    <a:pt x="7" y="16"/>
                  </a:cubicBezTo>
                  <a:cubicBezTo>
                    <a:pt x="5" y="22"/>
                    <a:pt x="4" y="26"/>
                    <a:pt x="4" y="29"/>
                  </a:cubicBezTo>
                  <a:cubicBezTo>
                    <a:pt x="4" y="33"/>
                    <a:pt x="5" y="35"/>
                    <a:pt x="7" y="38"/>
                  </a:cubicBezTo>
                  <a:cubicBezTo>
                    <a:pt x="9" y="40"/>
                    <a:pt x="11" y="41"/>
                    <a:pt x="14" y="41"/>
                  </a:cubicBezTo>
                  <a:cubicBezTo>
                    <a:pt x="18" y="41"/>
                    <a:pt x="24" y="38"/>
                    <a:pt x="32" y="31"/>
                  </a:cubicBezTo>
                  <a:cubicBezTo>
                    <a:pt x="32" y="39"/>
                    <a:pt x="30" y="45"/>
                    <a:pt x="28" y="51"/>
                  </a:cubicBezTo>
                  <a:cubicBezTo>
                    <a:pt x="25" y="56"/>
                    <a:pt x="23" y="59"/>
                    <a:pt x="20"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63" name="组合 162"/>
          <p:cNvGrpSpPr/>
          <p:nvPr/>
        </p:nvGrpSpPr>
        <p:grpSpPr>
          <a:xfrm>
            <a:off x="2222500" y="2543175"/>
            <a:ext cx="1635125" cy="1744663"/>
            <a:chOff x="2222500" y="2543175"/>
            <a:chExt cx="1635125" cy="1744663"/>
          </a:xfrm>
          <a:solidFill>
            <a:schemeClr val="tx1">
              <a:lumMod val="65000"/>
              <a:lumOff val="35000"/>
            </a:schemeClr>
          </a:solidFill>
        </p:grpSpPr>
        <p:sp>
          <p:nvSpPr>
            <p:cNvPr id="164" name="Freeform 159"/>
            <p:cNvSpPr>
              <a:spLocks/>
            </p:cNvSpPr>
            <p:nvPr/>
          </p:nvSpPr>
          <p:spPr bwMode="auto">
            <a:xfrm>
              <a:off x="2679700" y="2543175"/>
              <a:ext cx="1177925" cy="1290638"/>
            </a:xfrm>
            <a:custGeom>
              <a:avLst/>
              <a:gdLst>
                <a:gd name="T0" fmla="*/ 339 w 750"/>
                <a:gd name="T1" fmla="*/ 40 h 822"/>
                <a:gd name="T2" fmla="*/ 710 w 750"/>
                <a:gd name="T3" fmla="*/ 411 h 822"/>
                <a:gd name="T4" fmla="*/ 339 w 750"/>
                <a:gd name="T5" fmla="*/ 782 h 822"/>
                <a:gd name="T6" fmla="*/ 134 w 750"/>
                <a:gd name="T7" fmla="*/ 721 h 822"/>
                <a:gd name="T8" fmla="*/ 116 w 750"/>
                <a:gd name="T9" fmla="*/ 756 h 822"/>
                <a:gd name="T10" fmla="*/ 339 w 750"/>
                <a:gd name="T11" fmla="*/ 822 h 822"/>
                <a:gd name="T12" fmla="*/ 750 w 750"/>
                <a:gd name="T13" fmla="*/ 411 h 822"/>
                <a:gd name="T14" fmla="*/ 339 w 750"/>
                <a:gd name="T15" fmla="*/ 0 h 822"/>
                <a:gd name="T16" fmla="*/ 0 w 750"/>
                <a:gd name="T17" fmla="*/ 180 h 822"/>
                <a:gd name="T18" fmla="*/ 22 w 750"/>
                <a:gd name="T19" fmla="*/ 219 h 822"/>
                <a:gd name="T20" fmla="*/ 339 w 750"/>
                <a:gd name="T21" fmla="*/ 40 h 8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50" h="822">
                  <a:moveTo>
                    <a:pt x="339" y="40"/>
                  </a:moveTo>
                  <a:cubicBezTo>
                    <a:pt x="544" y="40"/>
                    <a:pt x="710" y="207"/>
                    <a:pt x="710" y="411"/>
                  </a:cubicBezTo>
                  <a:cubicBezTo>
                    <a:pt x="710" y="616"/>
                    <a:pt x="544" y="782"/>
                    <a:pt x="339" y="782"/>
                  </a:cubicBezTo>
                  <a:cubicBezTo>
                    <a:pt x="264" y="782"/>
                    <a:pt x="193" y="760"/>
                    <a:pt x="134" y="721"/>
                  </a:cubicBezTo>
                  <a:cubicBezTo>
                    <a:pt x="133" y="735"/>
                    <a:pt x="126" y="748"/>
                    <a:pt x="116" y="756"/>
                  </a:cubicBezTo>
                  <a:cubicBezTo>
                    <a:pt x="180" y="798"/>
                    <a:pt x="257" y="822"/>
                    <a:pt x="339" y="822"/>
                  </a:cubicBezTo>
                  <a:cubicBezTo>
                    <a:pt x="566" y="822"/>
                    <a:pt x="750" y="638"/>
                    <a:pt x="750" y="411"/>
                  </a:cubicBezTo>
                  <a:cubicBezTo>
                    <a:pt x="750" y="184"/>
                    <a:pt x="566" y="0"/>
                    <a:pt x="339" y="0"/>
                  </a:cubicBezTo>
                  <a:cubicBezTo>
                    <a:pt x="198" y="0"/>
                    <a:pt x="74" y="72"/>
                    <a:pt x="0" y="180"/>
                  </a:cubicBezTo>
                  <a:cubicBezTo>
                    <a:pt x="10" y="191"/>
                    <a:pt x="17" y="205"/>
                    <a:pt x="22" y="219"/>
                  </a:cubicBezTo>
                  <a:cubicBezTo>
                    <a:pt x="87" y="112"/>
                    <a:pt x="205" y="40"/>
                    <a:pt x="339"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160"/>
            <p:cNvSpPr>
              <a:spLocks/>
            </p:cNvSpPr>
            <p:nvPr/>
          </p:nvSpPr>
          <p:spPr bwMode="auto">
            <a:xfrm>
              <a:off x="2884488" y="2862263"/>
              <a:ext cx="731838" cy="593725"/>
            </a:xfrm>
            <a:custGeom>
              <a:avLst/>
              <a:gdLst>
                <a:gd name="T0" fmla="*/ 3 w 466"/>
                <a:gd name="T1" fmla="*/ 355 h 378"/>
                <a:gd name="T2" fmla="*/ 30 w 466"/>
                <a:gd name="T3" fmla="*/ 378 h 378"/>
                <a:gd name="T4" fmla="*/ 134 w 466"/>
                <a:gd name="T5" fmla="*/ 311 h 378"/>
                <a:gd name="T6" fmla="*/ 228 w 466"/>
                <a:gd name="T7" fmla="*/ 186 h 378"/>
                <a:gd name="T8" fmla="*/ 324 w 466"/>
                <a:gd name="T9" fmla="*/ 213 h 378"/>
                <a:gd name="T10" fmla="*/ 423 w 466"/>
                <a:gd name="T11" fmla="*/ 80 h 378"/>
                <a:gd name="T12" fmla="*/ 466 w 466"/>
                <a:gd name="T13" fmla="*/ 107 h 378"/>
                <a:gd name="T14" fmla="*/ 460 w 466"/>
                <a:gd name="T15" fmla="*/ 0 h 378"/>
                <a:gd name="T16" fmla="*/ 364 w 466"/>
                <a:gd name="T17" fmla="*/ 42 h 378"/>
                <a:gd name="T18" fmla="*/ 406 w 466"/>
                <a:gd name="T19" fmla="*/ 69 h 378"/>
                <a:gd name="T20" fmla="*/ 316 w 466"/>
                <a:gd name="T21" fmla="*/ 190 h 378"/>
                <a:gd name="T22" fmla="*/ 220 w 466"/>
                <a:gd name="T23" fmla="*/ 163 h 378"/>
                <a:gd name="T24" fmla="*/ 120 w 466"/>
                <a:gd name="T25" fmla="*/ 296 h 378"/>
                <a:gd name="T26" fmla="*/ 32 w 466"/>
                <a:gd name="T27" fmla="*/ 353 h 378"/>
                <a:gd name="T28" fmla="*/ 0 w 466"/>
                <a:gd name="T29" fmla="*/ 326 h 378"/>
                <a:gd name="T30" fmla="*/ 0 w 466"/>
                <a:gd name="T31" fmla="*/ 326 h 378"/>
                <a:gd name="T32" fmla="*/ 3 w 466"/>
                <a:gd name="T33" fmla="*/ 355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66" h="378">
                  <a:moveTo>
                    <a:pt x="3" y="355"/>
                  </a:moveTo>
                  <a:cubicBezTo>
                    <a:pt x="30" y="378"/>
                    <a:pt x="30" y="378"/>
                    <a:pt x="30" y="378"/>
                  </a:cubicBezTo>
                  <a:cubicBezTo>
                    <a:pt x="134" y="311"/>
                    <a:pt x="134" y="311"/>
                    <a:pt x="134" y="311"/>
                  </a:cubicBezTo>
                  <a:cubicBezTo>
                    <a:pt x="228" y="186"/>
                    <a:pt x="228" y="186"/>
                    <a:pt x="228" y="186"/>
                  </a:cubicBezTo>
                  <a:cubicBezTo>
                    <a:pt x="324" y="213"/>
                    <a:pt x="324" y="213"/>
                    <a:pt x="324" y="213"/>
                  </a:cubicBezTo>
                  <a:cubicBezTo>
                    <a:pt x="423" y="80"/>
                    <a:pt x="423" y="80"/>
                    <a:pt x="423" y="80"/>
                  </a:cubicBezTo>
                  <a:cubicBezTo>
                    <a:pt x="466" y="107"/>
                    <a:pt x="466" y="107"/>
                    <a:pt x="466" y="107"/>
                  </a:cubicBezTo>
                  <a:cubicBezTo>
                    <a:pt x="460" y="0"/>
                    <a:pt x="460" y="0"/>
                    <a:pt x="460" y="0"/>
                  </a:cubicBezTo>
                  <a:cubicBezTo>
                    <a:pt x="364" y="42"/>
                    <a:pt x="364" y="42"/>
                    <a:pt x="364" y="42"/>
                  </a:cubicBezTo>
                  <a:cubicBezTo>
                    <a:pt x="406" y="69"/>
                    <a:pt x="406" y="69"/>
                    <a:pt x="406" y="69"/>
                  </a:cubicBezTo>
                  <a:cubicBezTo>
                    <a:pt x="316" y="190"/>
                    <a:pt x="316" y="190"/>
                    <a:pt x="316" y="190"/>
                  </a:cubicBezTo>
                  <a:cubicBezTo>
                    <a:pt x="220" y="163"/>
                    <a:pt x="220" y="163"/>
                    <a:pt x="220" y="163"/>
                  </a:cubicBezTo>
                  <a:cubicBezTo>
                    <a:pt x="120" y="296"/>
                    <a:pt x="120" y="296"/>
                    <a:pt x="120" y="296"/>
                  </a:cubicBezTo>
                  <a:cubicBezTo>
                    <a:pt x="32" y="353"/>
                    <a:pt x="32" y="353"/>
                    <a:pt x="32" y="353"/>
                  </a:cubicBezTo>
                  <a:cubicBezTo>
                    <a:pt x="0" y="326"/>
                    <a:pt x="0" y="326"/>
                    <a:pt x="0" y="326"/>
                  </a:cubicBezTo>
                  <a:cubicBezTo>
                    <a:pt x="0" y="326"/>
                    <a:pt x="0" y="326"/>
                    <a:pt x="0" y="326"/>
                  </a:cubicBezTo>
                  <a:cubicBezTo>
                    <a:pt x="1" y="335"/>
                    <a:pt x="3" y="345"/>
                    <a:pt x="3" y="3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161"/>
            <p:cNvSpPr>
              <a:spLocks/>
            </p:cNvSpPr>
            <p:nvPr/>
          </p:nvSpPr>
          <p:spPr bwMode="auto">
            <a:xfrm>
              <a:off x="2222500" y="3117850"/>
              <a:ext cx="654050" cy="1169988"/>
            </a:xfrm>
            <a:custGeom>
              <a:avLst/>
              <a:gdLst>
                <a:gd name="T0" fmla="*/ 190 w 416"/>
                <a:gd name="T1" fmla="*/ 693 h 745"/>
                <a:gd name="T2" fmla="*/ 200 w 416"/>
                <a:gd name="T3" fmla="*/ 682 h 745"/>
                <a:gd name="T4" fmla="*/ 200 w 416"/>
                <a:gd name="T5" fmla="*/ 667 h 745"/>
                <a:gd name="T6" fmla="*/ 200 w 416"/>
                <a:gd name="T7" fmla="*/ 522 h 745"/>
                <a:gd name="T8" fmla="*/ 200 w 416"/>
                <a:gd name="T9" fmla="*/ 354 h 745"/>
                <a:gd name="T10" fmla="*/ 200 w 416"/>
                <a:gd name="T11" fmla="*/ 336 h 745"/>
                <a:gd name="T12" fmla="*/ 216 w 416"/>
                <a:gd name="T13" fmla="*/ 336 h 745"/>
                <a:gd name="T14" fmla="*/ 216 w 416"/>
                <a:gd name="T15" fmla="*/ 354 h 745"/>
                <a:gd name="T16" fmla="*/ 216 w 416"/>
                <a:gd name="T17" fmla="*/ 491 h 745"/>
                <a:gd name="T18" fmla="*/ 277 w 416"/>
                <a:gd name="T19" fmla="*/ 433 h 745"/>
                <a:gd name="T20" fmla="*/ 296 w 416"/>
                <a:gd name="T21" fmla="*/ 418 h 745"/>
                <a:gd name="T22" fmla="*/ 316 w 416"/>
                <a:gd name="T23" fmla="*/ 403 h 745"/>
                <a:gd name="T24" fmla="*/ 316 w 416"/>
                <a:gd name="T25" fmla="*/ 344 h 745"/>
                <a:gd name="T26" fmla="*/ 316 w 416"/>
                <a:gd name="T27" fmla="*/ 341 h 745"/>
                <a:gd name="T28" fmla="*/ 301 w 416"/>
                <a:gd name="T29" fmla="*/ 330 h 745"/>
                <a:gd name="T30" fmla="*/ 254 w 416"/>
                <a:gd name="T31" fmla="*/ 282 h 745"/>
                <a:gd name="T32" fmla="*/ 258 w 416"/>
                <a:gd name="T33" fmla="*/ 268 h 745"/>
                <a:gd name="T34" fmla="*/ 279 w 416"/>
                <a:gd name="T35" fmla="*/ 260 h 745"/>
                <a:gd name="T36" fmla="*/ 316 w 416"/>
                <a:gd name="T37" fmla="*/ 267 h 745"/>
                <a:gd name="T38" fmla="*/ 316 w 416"/>
                <a:gd name="T39" fmla="*/ 228 h 745"/>
                <a:gd name="T40" fmla="*/ 316 w 416"/>
                <a:gd name="T41" fmla="*/ 95 h 745"/>
                <a:gd name="T42" fmla="*/ 342 w 416"/>
                <a:gd name="T43" fmla="*/ 348 h 745"/>
                <a:gd name="T44" fmla="*/ 372 w 416"/>
                <a:gd name="T45" fmla="*/ 382 h 745"/>
                <a:gd name="T46" fmla="*/ 374 w 416"/>
                <a:gd name="T47" fmla="*/ 382 h 745"/>
                <a:gd name="T48" fmla="*/ 406 w 416"/>
                <a:gd name="T49" fmla="*/ 352 h 745"/>
                <a:gd name="T50" fmla="*/ 343 w 416"/>
                <a:gd name="T51" fmla="*/ 24 h 745"/>
                <a:gd name="T52" fmla="*/ 287 w 416"/>
                <a:gd name="T53" fmla="*/ 0 h 745"/>
                <a:gd name="T54" fmla="*/ 285 w 416"/>
                <a:gd name="T55" fmla="*/ 0 h 745"/>
                <a:gd name="T56" fmla="*/ 131 w 416"/>
                <a:gd name="T57" fmla="*/ 0 h 745"/>
                <a:gd name="T58" fmla="*/ 129 w 416"/>
                <a:gd name="T59" fmla="*/ 0 h 745"/>
                <a:gd name="T60" fmla="*/ 82 w 416"/>
                <a:gd name="T61" fmla="*/ 17 h 745"/>
                <a:gd name="T62" fmla="*/ 73 w 416"/>
                <a:gd name="T63" fmla="*/ 24 h 745"/>
                <a:gd name="T64" fmla="*/ 10 w 416"/>
                <a:gd name="T65" fmla="*/ 352 h 745"/>
                <a:gd name="T66" fmla="*/ 42 w 416"/>
                <a:gd name="T67" fmla="*/ 382 h 745"/>
                <a:gd name="T68" fmla="*/ 44 w 416"/>
                <a:gd name="T69" fmla="*/ 382 h 745"/>
                <a:gd name="T70" fmla="*/ 74 w 416"/>
                <a:gd name="T71" fmla="*/ 348 h 745"/>
                <a:gd name="T72" fmla="*/ 80 w 416"/>
                <a:gd name="T73" fmla="*/ 165 h 745"/>
                <a:gd name="T74" fmla="*/ 100 w 416"/>
                <a:gd name="T75" fmla="*/ 95 h 745"/>
                <a:gd name="T76" fmla="*/ 100 w 416"/>
                <a:gd name="T77" fmla="*/ 228 h 745"/>
                <a:gd name="T78" fmla="*/ 100 w 416"/>
                <a:gd name="T79" fmla="*/ 304 h 745"/>
                <a:gd name="T80" fmla="*/ 100 w 416"/>
                <a:gd name="T81" fmla="*/ 344 h 745"/>
                <a:gd name="T82" fmla="*/ 100 w 416"/>
                <a:gd name="T83" fmla="*/ 696 h 745"/>
                <a:gd name="T84" fmla="*/ 149 w 416"/>
                <a:gd name="T85" fmla="*/ 745 h 745"/>
                <a:gd name="T86" fmla="*/ 187 w 416"/>
                <a:gd name="T87" fmla="*/ 728 h 745"/>
                <a:gd name="T88" fmla="*/ 190 w 416"/>
                <a:gd name="T89" fmla="*/ 693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16" h="745">
                  <a:moveTo>
                    <a:pt x="190" y="693"/>
                  </a:moveTo>
                  <a:cubicBezTo>
                    <a:pt x="200" y="682"/>
                    <a:pt x="200" y="682"/>
                    <a:pt x="200" y="682"/>
                  </a:cubicBezTo>
                  <a:cubicBezTo>
                    <a:pt x="200" y="667"/>
                    <a:pt x="200" y="667"/>
                    <a:pt x="200" y="667"/>
                  </a:cubicBezTo>
                  <a:cubicBezTo>
                    <a:pt x="192" y="629"/>
                    <a:pt x="184" y="559"/>
                    <a:pt x="200" y="522"/>
                  </a:cubicBezTo>
                  <a:cubicBezTo>
                    <a:pt x="200" y="354"/>
                    <a:pt x="200" y="354"/>
                    <a:pt x="200" y="354"/>
                  </a:cubicBezTo>
                  <a:cubicBezTo>
                    <a:pt x="200" y="336"/>
                    <a:pt x="200" y="336"/>
                    <a:pt x="200" y="336"/>
                  </a:cubicBezTo>
                  <a:cubicBezTo>
                    <a:pt x="216" y="336"/>
                    <a:pt x="216" y="336"/>
                    <a:pt x="216" y="336"/>
                  </a:cubicBezTo>
                  <a:cubicBezTo>
                    <a:pt x="216" y="354"/>
                    <a:pt x="216" y="354"/>
                    <a:pt x="216" y="354"/>
                  </a:cubicBezTo>
                  <a:cubicBezTo>
                    <a:pt x="216" y="491"/>
                    <a:pt x="216" y="491"/>
                    <a:pt x="216" y="491"/>
                  </a:cubicBezTo>
                  <a:cubicBezTo>
                    <a:pt x="236" y="467"/>
                    <a:pt x="257" y="449"/>
                    <a:pt x="277" y="433"/>
                  </a:cubicBezTo>
                  <a:cubicBezTo>
                    <a:pt x="283" y="428"/>
                    <a:pt x="290" y="423"/>
                    <a:pt x="296" y="418"/>
                  </a:cubicBezTo>
                  <a:cubicBezTo>
                    <a:pt x="303" y="412"/>
                    <a:pt x="308" y="407"/>
                    <a:pt x="316" y="403"/>
                  </a:cubicBezTo>
                  <a:cubicBezTo>
                    <a:pt x="316" y="344"/>
                    <a:pt x="316" y="344"/>
                    <a:pt x="316" y="344"/>
                  </a:cubicBezTo>
                  <a:cubicBezTo>
                    <a:pt x="316" y="341"/>
                    <a:pt x="316" y="341"/>
                    <a:pt x="316" y="341"/>
                  </a:cubicBezTo>
                  <a:cubicBezTo>
                    <a:pt x="312" y="337"/>
                    <a:pt x="306" y="333"/>
                    <a:pt x="301" y="330"/>
                  </a:cubicBezTo>
                  <a:cubicBezTo>
                    <a:pt x="273" y="310"/>
                    <a:pt x="256" y="297"/>
                    <a:pt x="254" y="282"/>
                  </a:cubicBezTo>
                  <a:cubicBezTo>
                    <a:pt x="254" y="277"/>
                    <a:pt x="255" y="272"/>
                    <a:pt x="258" y="268"/>
                  </a:cubicBezTo>
                  <a:cubicBezTo>
                    <a:pt x="263" y="263"/>
                    <a:pt x="270" y="260"/>
                    <a:pt x="279" y="260"/>
                  </a:cubicBezTo>
                  <a:cubicBezTo>
                    <a:pt x="289" y="260"/>
                    <a:pt x="304" y="264"/>
                    <a:pt x="316" y="267"/>
                  </a:cubicBezTo>
                  <a:cubicBezTo>
                    <a:pt x="316" y="228"/>
                    <a:pt x="316" y="228"/>
                    <a:pt x="316" y="228"/>
                  </a:cubicBezTo>
                  <a:cubicBezTo>
                    <a:pt x="316" y="95"/>
                    <a:pt x="316" y="95"/>
                    <a:pt x="316" y="95"/>
                  </a:cubicBezTo>
                  <a:cubicBezTo>
                    <a:pt x="336" y="133"/>
                    <a:pt x="350" y="208"/>
                    <a:pt x="342" y="348"/>
                  </a:cubicBezTo>
                  <a:cubicBezTo>
                    <a:pt x="341" y="366"/>
                    <a:pt x="354" y="381"/>
                    <a:pt x="372" y="382"/>
                  </a:cubicBezTo>
                  <a:cubicBezTo>
                    <a:pt x="372" y="382"/>
                    <a:pt x="373" y="382"/>
                    <a:pt x="374" y="382"/>
                  </a:cubicBezTo>
                  <a:cubicBezTo>
                    <a:pt x="391" y="382"/>
                    <a:pt x="405" y="369"/>
                    <a:pt x="406" y="352"/>
                  </a:cubicBezTo>
                  <a:cubicBezTo>
                    <a:pt x="416" y="183"/>
                    <a:pt x="394" y="73"/>
                    <a:pt x="343" y="24"/>
                  </a:cubicBezTo>
                  <a:cubicBezTo>
                    <a:pt x="320" y="3"/>
                    <a:pt x="298" y="0"/>
                    <a:pt x="287" y="0"/>
                  </a:cubicBezTo>
                  <a:cubicBezTo>
                    <a:pt x="287" y="0"/>
                    <a:pt x="286" y="0"/>
                    <a:pt x="285" y="0"/>
                  </a:cubicBezTo>
                  <a:cubicBezTo>
                    <a:pt x="131" y="0"/>
                    <a:pt x="131" y="0"/>
                    <a:pt x="131" y="0"/>
                  </a:cubicBezTo>
                  <a:cubicBezTo>
                    <a:pt x="130" y="0"/>
                    <a:pt x="129" y="0"/>
                    <a:pt x="129" y="0"/>
                  </a:cubicBezTo>
                  <a:cubicBezTo>
                    <a:pt x="119" y="0"/>
                    <a:pt x="101" y="2"/>
                    <a:pt x="82" y="17"/>
                  </a:cubicBezTo>
                  <a:cubicBezTo>
                    <a:pt x="79" y="19"/>
                    <a:pt x="76" y="22"/>
                    <a:pt x="73" y="24"/>
                  </a:cubicBezTo>
                  <a:cubicBezTo>
                    <a:pt x="22" y="73"/>
                    <a:pt x="0" y="183"/>
                    <a:pt x="10" y="352"/>
                  </a:cubicBezTo>
                  <a:cubicBezTo>
                    <a:pt x="11" y="369"/>
                    <a:pt x="25" y="382"/>
                    <a:pt x="42" y="382"/>
                  </a:cubicBezTo>
                  <a:cubicBezTo>
                    <a:pt x="43" y="382"/>
                    <a:pt x="44" y="382"/>
                    <a:pt x="44" y="382"/>
                  </a:cubicBezTo>
                  <a:cubicBezTo>
                    <a:pt x="62" y="381"/>
                    <a:pt x="75" y="366"/>
                    <a:pt x="74" y="348"/>
                  </a:cubicBezTo>
                  <a:cubicBezTo>
                    <a:pt x="69" y="267"/>
                    <a:pt x="73" y="208"/>
                    <a:pt x="80" y="165"/>
                  </a:cubicBezTo>
                  <a:cubicBezTo>
                    <a:pt x="85" y="134"/>
                    <a:pt x="92" y="111"/>
                    <a:pt x="100" y="95"/>
                  </a:cubicBezTo>
                  <a:cubicBezTo>
                    <a:pt x="100" y="228"/>
                    <a:pt x="100" y="228"/>
                    <a:pt x="100" y="228"/>
                  </a:cubicBezTo>
                  <a:cubicBezTo>
                    <a:pt x="100" y="304"/>
                    <a:pt x="100" y="304"/>
                    <a:pt x="100" y="304"/>
                  </a:cubicBezTo>
                  <a:cubicBezTo>
                    <a:pt x="100" y="344"/>
                    <a:pt x="100" y="344"/>
                    <a:pt x="100" y="344"/>
                  </a:cubicBezTo>
                  <a:cubicBezTo>
                    <a:pt x="100" y="696"/>
                    <a:pt x="100" y="696"/>
                    <a:pt x="100" y="696"/>
                  </a:cubicBezTo>
                  <a:cubicBezTo>
                    <a:pt x="100" y="723"/>
                    <a:pt x="122" y="745"/>
                    <a:pt x="149" y="745"/>
                  </a:cubicBezTo>
                  <a:cubicBezTo>
                    <a:pt x="164" y="745"/>
                    <a:pt x="178" y="738"/>
                    <a:pt x="187" y="728"/>
                  </a:cubicBezTo>
                  <a:cubicBezTo>
                    <a:pt x="181" y="717"/>
                    <a:pt x="182" y="703"/>
                    <a:pt x="190" y="6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162"/>
            <p:cNvSpPr>
              <a:spLocks/>
            </p:cNvSpPr>
            <p:nvPr/>
          </p:nvSpPr>
          <p:spPr bwMode="auto">
            <a:xfrm>
              <a:off x="2593975" y="4252913"/>
              <a:ext cx="84138" cy="34925"/>
            </a:xfrm>
            <a:custGeom>
              <a:avLst/>
              <a:gdLst>
                <a:gd name="T0" fmla="*/ 1 w 54"/>
                <a:gd name="T1" fmla="*/ 11 h 23"/>
                <a:gd name="T2" fmla="*/ 0 w 54"/>
                <a:gd name="T3" fmla="*/ 12 h 23"/>
                <a:gd name="T4" fmla="*/ 31 w 54"/>
                <a:gd name="T5" fmla="*/ 23 h 23"/>
                <a:gd name="T6" fmla="*/ 54 w 54"/>
                <a:gd name="T7" fmla="*/ 17 h 23"/>
                <a:gd name="T8" fmla="*/ 10 w 54"/>
                <a:gd name="T9" fmla="*/ 0 h 23"/>
                <a:gd name="T10" fmla="*/ 1 w 54"/>
                <a:gd name="T11" fmla="*/ 11 h 23"/>
              </a:gdLst>
              <a:ahLst/>
              <a:cxnLst>
                <a:cxn ang="0">
                  <a:pos x="T0" y="T1"/>
                </a:cxn>
                <a:cxn ang="0">
                  <a:pos x="T2" y="T3"/>
                </a:cxn>
                <a:cxn ang="0">
                  <a:pos x="T4" y="T5"/>
                </a:cxn>
                <a:cxn ang="0">
                  <a:pos x="T6" y="T7"/>
                </a:cxn>
                <a:cxn ang="0">
                  <a:pos x="T8" y="T9"/>
                </a:cxn>
                <a:cxn ang="0">
                  <a:pos x="T10" y="T11"/>
                </a:cxn>
              </a:cxnLst>
              <a:rect l="0" t="0" r="r" b="b"/>
              <a:pathLst>
                <a:path w="54" h="23">
                  <a:moveTo>
                    <a:pt x="1" y="11"/>
                  </a:moveTo>
                  <a:cubicBezTo>
                    <a:pt x="1" y="11"/>
                    <a:pt x="0" y="12"/>
                    <a:pt x="0" y="12"/>
                  </a:cubicBezTo>
                  <a:cubicBezTo>
                    <a:pt x="8" y="19"/>
                    <a:pt x="19" y="23"/>
                    <a:pt x="31" y="23"/>
                  </a:cubicBezTo>
                  <a:cubicBezTo>
                    <a:pt x="39" y="23"/>
                    <a:pt x="47" y="21"/>
                    <a:pt x="54" y="17"/>
                  </a:cubicBezTo>
                  <a:cubicBezTo>
                    <a:pt x="36" y="12"/>
                    <a:pt x="21" y="6"/>
                    <a:pt x="10" y="0"/>
                  </a:cubicBezTo>
                  <a:lnTo>
                    <a:pt x="1"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Oval 163"/>
            <p:cNvSpPr>
              <a:spLocks noChangeArrowheads="1"/>
            </p:cNvSpPr>
            <p:nvPr/>
          </p:nvSpPr>
          <p:spPr bwMode="auto">
            <a:xfrm>
              <a:off x="2408238" y="2797175"/>
              <a:ext cx="282575" cy="2825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164"/>
            <p:cNvSpPr>
              <a:spLocks noEditPoints="1"/>
            </p:cNvSpPr>
            <p:nvPr/>
          </p:nvSpPr>
          <p:spPr bwMode="auto">
            <a:xfrm>
              <a:off x="2519363" y="3724275"/>
              <a:ext cx="595313" cy="557213"/>
            </a:xfrm>
            <a:custGeom>
              <a:avLst/>
              <a:gdLst>
                <a:gd name="T0" fmla="*/ 199 w 379"/>
                <a:gd name="T1" fmla="*/ 3 h 354"/>
                <a:gd name="T2" fmla="*/ 185 w 379"/>
                <a:gd name="T3" fmla="*/ 5 h 354"/>
                <a:gd name="T4" fmla="*/ 182 w 379"/>
                <a:gd name="T5" fmla="*/ 5 h 354"/>
                <a:gd name="T6" fmla="*/ 165 w 379"/>
                <a:gd name="T7" fmla="*/ 0 h 354"/>
                <a:gd name="T8" fmla="*/ 114 w 379"/>
                <a:gd name="T9" fmla="*/ 40 h 354"/>
                <a:gd name="T10" fmla="*/ 21 w 379"/>
                <a:gd name="T11" fmla="*/ 136 h 354"/>
                <a:gd name="T12" fmla="*/ 23 w 379"/>
                <a:gd name="T13" fmla="*/ 296 h 354"/>
                <a:gd name="T14" fmla="*/ 8 w 379"/>
                <a:gd name="T15" fmla="*/ 314 h 354"/>
                <a:gd name="T16" fmla="*/ 11 w 379"/>
                <a:gd name="T17" fmla="*/ 343 h 354"/>
                <a:gd name="T18" fmla="*/ 40 w 379"/>
                <a:gd name="T19" fmla="*/ 340 h 354"/>
                <a:gd name="T20" fmla="*/ 54 w 379"/>
                <a:gd name="T21" fmla="*/ 324 h 354"/>
                <a:gd name="T22" fmla="*/ 186 w 379"/>
                <a:gd name="T23" fmla="*/ 352 h 354"/>
                <a:gd name="T24" fmla="*/ 301 w 379"/>
                <a:gd name="T25" fmla="*/ 326 h 354"/>
                <a:gd name="T26" fmla="*/ 316 w 379"/>
                <a:gd name="T27" fmla="*/ 344 h 354"/>
                <a:gd name="T28" fmla="*/ 345 w 379"/>
                <a:gd name="T29" fmla="*/ 346 h 354"/>
                <a:gd name="T30" fmla="*/ 348 w 379"/>
                <a:gd name="T31" fmla="*/ 317 h 354"/>
                <a:gd name="T32" fmla="*/ 331 w 379"/>
                <a:gd name="T33" fmla="*/ 297 h 354"/>
                <a:gd name="T34" fmla="*/ 343 w 379"/>
                <a:gd name="T35" fmla="*/ 126 h 354"/>
                <a:gd name="T36" fmla="*/ 218 w 379"/>
                <a:gd name="T37" fmla="*/ 20 h 354"/>
                <a:gd name="T38" fmla="*/ 199 w 379"/>
                <a:gd name="T39" fmla="*/ 3 h 354"/>
                <a:gd name="T40" fmla="*/ 232 w 379"/>
                <a:gd name="T41" fmla="*/ 125 h 354"/>
                <a:gd name="T42" fmla="*/ 211 w 379"/>
                <a:gd name="T43" fmla="*/ 139 h 354"/>
                <a:gd name="T44" fmla="*/ 183 w 379"/>
                <a:gd name="T45" fmla="*/ 128 h 354"/>
                <a:gd name="T46" fmla="*/ 160 w 379"/>
                <a:gd name="T47" fmla="*/ 144 h 354"/>
                <a:gd name="T48" fmla="*/ 168 w 379"/>
                <a:gd name="T49" fmla="*/ 159 h 354"/>
                <a:gd name="T50" fmla="*/ 193 w 379"/>
                <a:gd name="T51" fmla="*/ 172 h 354"/>
                <a:gd name="T52" fmla="*/ 236 w 379"/>
                <a:gd name="T53" fmla="*/ 218 h 354"/>
                <a:gd name="T54" fmla="*/ 191 w 379"/>
                <a:gd name="T55" fmla="*/ 256 h 354"/>
                <a:gd name="T56" fmla="*/ 191 w 379"/>
                <a:gd name="T57" fmla="*/ 274 h 354"/>
                <a:gd name="T58" fmla="*/ 175 w 379"/>
                <a:gd name="T59" fmla="*/ 274 h 354"/>
                <a:gd name="T60" fmla="*/ 175 w 379"/>
                <a:gd name="T61" fmla="*/ 256 h 354"/>
                <a:gd name="T62" fmla="*/ 128 w 379"/>
                <a:gd name="T63" fmla="*/ 235 h 354"/>
                <a:gd name="T64" fmla="*/ 149 w 379"/>
                <a:gd name="T65" fmla="*/ 221 h 354"/>
                <a:gd name="T66" fmla="*/ 184 w 379"/>
                <a:gd name="T67" fmla="*/ 237 h 354"/>
                <a:gd name="T68" fmla="*/ 205 w 379"/>
                <a:gd name="T69" fmla="*/ 219 h 354"/>
                <a:gd name="T70" fmla="*/ 197 w 379"/>
                <a:gd name="T71" fmla="*/ 204 h 354"/>
                <a:gd name="T72" fmla="*/ 170 w 379"/>
                <a:gd name="T73" fmla="*/ 189 h 354"/>
                <a:gd name="T74" fmla="*/ 131 w 379"/>
                <a:gd name="T75" fmla="*/ 146 h 354"/>
                <a:gd name="T76" fmla="*/ 175 w 379"/>
                <a:gd name="T77" fmla="*/ 109 h 354"/>
                <a:gd name="T78" fmla="*/ 175 w 379"/>
                <a:gd name="T79" fmla="*/ 94 h 354"/>
                <a:gd name="T80" fmla="*/ 191 w 379"/>
                <a:gd name="T81" fmla="*/ 94 h 354"/>
                <a:gd name="T82" fmla="*/ 191 w 379"/>
                <a:gd name="T83" fmla="*/ 109 h 354"/>
                <a:gd name="T84" fmla="*/ 232 w 379"/>
                <a:gd name="T85" fmla="*/ 125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79" h="354">
                  <a:moveTo>
                    <a:pt x="199" y="3"/>
                  </a:moveTo>
                  <a:cubicBezTo>
                    <a:pt x="194" y="4"/>
                    <a:pt x="190" y="5"/>
                    <a:pt x="185" y="5"/>
                  </a:cubicBezTo>
                  <a:cubicBezTo>
                    <a:pt x="184" y="5"/>
                    <a:pt x="183" y="5"/>
                    <a:pt x="182" y="5"/>
                  </a:cubicBezTo>
                  <a:cubicBezTo>
                    <a:pt x="176" y="5"/>
                    <a:pt x="170" y="3"/>
                    <a:pt x="165" y="0"/>
                  </a:cubicBezTo>
                  <a:cubicBezTo>
                    <a:pt x="157" y="13"/>
                    <a:pt x="135" y="21"/>
                    <a:pt x="114" y="40"/>
                  </a:cubicBezTo>
                  <a:cubicBezTo>
                    <a:pt x="83" y="66"/>
                    <a:pt x="45" y="90"/>
                    <a:pt x="21" y="136"/>
                  </a:cubicBezTo>
                  <a:cubicBezTo>
                    <a:pt x="0" y="177"/>
                    <a:pt x="18" y="272"/>
                    <a:pt x="23" y="296"/>
                  </a:cubicBezTo>
                  <a:cubicBezTo>
                    <a:pt x="8" y="314"/>
                    <a:pt x="8" y="314"/>
                    <a:pt x="8" y="314"/>
                  </a:cubicBezTo>
                  <a:cubicBezTo>
                    <a:pt x="1" y="322"/>
                    <a:pt x="2" y="336"/>
                    <a:pt x="11" y="343"/>
                  </a:cubicBezTo>
                  <a:cubicBezTo>
                    <a:pt x="20" y="350"/>
                    <a:pt x="33" y="349"/>
                    <a:pt x="40" y="340"/>
                  </a:cubicBezTo>
                  <a:cubicBezTo>
                    <a:pt x="54" y="324"/>
                    <a:pt x="54" y="324"/>
                    <a:pt x="54" y="324"/>
                  </a:cubicBezTo>
                  <a:cubicBezTo>
                    <a:pt x="80" y="338"/>
                    <a:pt x="123" y="354"/>
                    <a:pt x="186" y="352"/>
                  </a:cubicBezTo>
                  <a:cubicBezTo>
                    <a:pt x="244" y="350"/>
                    <a:pt x="280" y="338"/>
                    <a:pt x="301" y="326"/>
                  </a:cubicBezTo>
                  <a:cubicBezTo>
                    <a:pt x="316" y="344"/>
                    <a:pt x="316" y="344"/>
                    <a:pt x="316" y="344"/>
                  </a:cubicBezTo>
                  <a:cubicBezTo>
                    <a:pt x="323" y="352"/>
                    <a:pt x="337" y="353"/>
                    <a:pt x="345" y="346"/>
                  </a:cubicBezTo>
                  <a:cubicBezTo>
                    <a:pt x="354" y="339"/>
                    <a:pt x="355" y="326"/>
                    <a:pt x="348" y="317"/>
                  </a:cubicBezTo>
                  <a:cubicBezTo>
                    <a:pt x="331" y="297"/>
                    <a:pt x="331" y="297"/>
                    <a:pt x="331" y="297"/>
                  </a:cubicBezTo>
                  <a:cubicBezTo>
                    <a:pt x="343" y="272"/>
                    <a:pt x="379" y="185"/>
                    <a:pt x="343" y="126"/>
                  </a:cubicBezTo>
                  <a:cubicBezTo>
                    <a:pt x="300" y="56"/>
                    <a:pt x="242" y="40"/>
                    <a:pt x="218" y="20"/>
                  </a:cubicBezTo>
                  <a:cubicBezTo>
                    <a:pt x="208" y="12"/>
                    <a:pt x="202" y="7"/>
                    <a:pt x="199" y="3"/>
                  </a:cubicBezTo>
                  <a:close/>
                  <a:moveTo>
                    <a:pt x="232" y="125"/>
                  </a:moveTo>
                  <a:cubicBezTo>
                    <a:pt x="211" y="139"/>
                    <a:pt x="211" y="139"/>
                    <a:pt x="211" y="139"/>
                  </a:cubicBezTo>
                  <a:cubicBezTo>
                    <a:pt x="202" y="131"/>
                    <a:pt x="194" y="128"/>
                    <a:pt x="183" y="128"/>
                  </a:cubicBezTo>
                  <a:cubicBezTo>
                    <a:pt x="169" y="128"/>
                    <a:pt x="160" y="134"/>
                    <a:pt x="160" y="144"/>
                  </a:cubicBezTo>
                  <a:cubicBezTo>
                    <a:pt x="160" y="150"/>
                    <a:pt x="163" y="155"/>
                    <a:pt x="168" y="159"/>
                  </a:cubicBezTo>
                  <a:cubicBezTo>
                    <a:pt x="173" y="163"/>
                    <a:pt x="175" y="164"/>
                    <a:pt x="193" y="172"/>
                  </a:cubicBezTo>
                  <a:cubicBezTo>
                    <a:pt x="226" y="188"/>
                    <a:pt x="236" y="199"/>
                    <a:pt x="236" y="218"/>
                  </a:cubicBezTo>
                  <a:cubicBezTo>
                    <a:pt x="236" y="240"/>
                    <a:pt x="219" y="253"/>
                    <a:pt x="191" y="256"/>
                  </a:cubicBezTo>
                  <a:cubicBezTo>
                    <a:pt x="191" y="274"/>
                    <a:pt x="191" y="274"/>
                    <a:pt x="191" y="274"/>
                  </a:cubicBezTo>
                  <a:cubicBezTo>
                    <a:pt x="175" y="274"/>
                    <a:pt x="175" y="274"/>
                    <a:pt x="175" y="274"/>
                  </a:cubicBezTo>
                  <a:cubicBezTo>
                    <a:pt x="175" y="256"/>
                    <a:pt x="175" y="256"/>
                    <a:pt x="175" y="256"/>
                  </a:cubicBezTo>
                  <a:cubicBezTo>
                    <a:pt x="155" y="254"/>
                    <a:pt x="141" y="247"/>
                    <a:pt x="128" y="235"/>
                  </a:cubicBezTo>
                  <a:cubicBezTo>
                    <a:pt x="149" y="221"/>
                    <a:pt x="149" y="221"/>
                    <a:pt x="149" y="221"/>
                  </a:cubicBezTo>
                  <a:cubicBezTo>
                    <a:pt x="163" y="233"/>
                    <a:pt x="171" y="237"/>
                    <a:pt x="184" y="237"/>
                  </a:cubicBezTo>
                  <a:cubicBezTo>
                    <a:pt x="197" y="237"/>
                    <a:pt x="205" y="230"/>
                    <a:pt x="205" y="219"/>
                  </a:cubicBezTo>
                  <a:cubicBezTo>
                    <a:pt x="205" y="214"/>
                    <a:pt x="202" y="208"/>
                    <a:pt x="197" y="204"/>
                  </a:cubicBezTo>
                  <a:cubicBezTo>
                    <a:pt x="192" y="200"/>
                    <a:pt x="188" y="198"/>
                    <a:pt x="170" y="189"/>
                  </a:cubicBezTo>
                  <a:cubicBezTo>
                    <a:pt x="140" y="174"/>
                    <a:pt x="131" y="163"/>
                    <a:pt x="131" y="146"/>
                  </a:cubicBezTo>
                  <a:cubicBezTo>
                    <a:pt x="131" y="126"/>
                    <a:pt x="147" y="112"/>
                    <a:pt x="175" y="109"/>
                  </a:cubicBezTo>
                  <a:cubicBezTo>
                    <a:pt x="175" y="94"/>
                    <a:pt x="175" y="94"/>
                    <a:pt x="175" y="94"/>
                  </a:cubicBezTo>
                  <a:cubicBezTo>
                    <a:pt x="191" y="94"/>
                    <a:pt x="191" y="94"/>
                    <a:pt x="191" y="94"/>
                  </a:cubicBezTo>
                  <a:cubicBezTo>
                    <a:pt x="191" y="109"/>
                    <a:pt x="191" y="109"/>
                    <a:pt x="191" y="109"/>
                  </a:cubicBezTo>
                  <a:cubicBezTo>
                    <a:pt x="207" y="110"/>
                    <a:pt x="220" y="115"/>
                    <a:pt x="232" y="1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165"/>
            <p:cNvSpPr>
              <a:spLocks/>
            </p:cNvSpPr>
            <p:nvPr/>
          </p:nvSpPr>
          <p:spPr bwMode="auto">
            <a:xfrm>
              <a:off x="2876550" y="3533775"/>
              <a:ext cx="63500" cy="115888"/>
            </a:xfrm>
            <a:custGeom>
              <a:avLst/>
              <a:gdLst>
                <a:gd name="T0" fmla="*/ 0 w 41"/>
                <a:gd name="T1" fmla="*/ 73 h 73"/>
                <a:gd name="T2" fmla="*/ 40 w 41"/>
                <a:gd name="T3" fmla="*/ 27 h 73"/>
                <a:gd name="T4" fmla="*/ 1 w 41"/>
                <a:gd name="T5" fmla="*/ 0 h 73"/>
                <a:gd name="T6" fmla="*/ 0 w 41"/>
                <a:gd name="T7" fmla="*/ 73 h 73"/>
              </a:gdLst>
              <a:ahLst/>
              <a:cxnLst>
                <a:cxn ang="0">
                  <a:pos x="T0" y="T1"/>
                </a:cxn>
                <a:cxn ang="0">
                  <a:pos x="T2" y="T3"/>
                </a:cxn>
                <a:cxn ang="0">
                  <a:pos x="T4" y="T5"/>
                </a:cxn>
                <a:cxn ang="0">
                  <a:pos x="T6" y="T7"/>
                </a:cxn>
              </a:cxnLst>
              <a:rect l="0" t="0" r="r" b="b"/>
              <a:pathLst>
                <a:path w="41" h="73">
                  <a:moveTo>
                    <a:pt x="0" y="73"/>
                  </a:moveTo>
                  <a:cubicBezTo>
                    <a:pt x="18" y="58"/>
                    <a:pt x="39" y="43"/>
                    <a:pt x="40" y="27"/>
                  </a:cubicBezTo>
                  <a:cubicBezTo>
                    <a:pt x="41" y="17"/>
                    <a:pt x="22" y="7"/>
                    <a:pt x="1" y="0"/>
                  </a:cubicBezTo>
                  <a:cubicBezTo>
                    <a:pt x="1" y="23"/>
                    <a:pt x="1" y="47"/>
                    <a:pt x="0"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166"/>
            <p:cNvSpPr>
              <a:spLocks/>
            </p:cNvSpPr>
            <p:nvPr/>
          </p:nvSpPr>
          <p:spPr bwMode="auto">
            <a:xfrm>
              <a:off x="2620963" y="3532188"/>
              <a:ext cx="128588" cy="122238"/>
            </a:xfrm>
            <a:custGeom>
              <a:avLst/>
              <a:gdLst>
                <a:gd name="T0" fmla="*/ 79 w 81"/>
                <a:gd name="T1" fmla="*/ 77 h 77"/>
                <a:gd name="T2" fmla="*/ 81 w 81"/>
                <a:gd name="T3" fmla="*/ 19 h 77"/>
                <a:gd name="T4" fmla="*/ 12 w 81"/>
                <a:gd name="T5" fmla="*/ 11 h 77"/>
                <a:gd name="T6" fmla="*/ 79 w 81"/>
                <a:gd name="T7" fmla="*/ 77 h 77"/>
              </a:gdLst>
              <a:ahLst/>
              <a:cxnLst>
                <a:cxn ang="0">
                  <a:pos x="T0" y="T1"/>
                </a:cxn>
                <a:cxn ang="0">
                  <a:pos x="T2" y="T3"/>
                </a:cxn>
                <a:cxn ang="0">
                  <a:pos x="T4" y="T5"/>
                </a:cxn>
                <a:cxn ang="0">
                  <a:pos x="T6" y="T7"/>
                </a:cxn>
              </a:cxnLst>
              <a:rect l="0" t="0" r="r" b="b"/>
              <a:pathLst>
                <a:path w="81" h="77">
                  <a:moveTo>
                    <a:pt x="79" y="77"/>
                  </a:moveTo>
                  <a:cubicBezTo>
                    <a:pt x="80" y="56"/>
                    <a:pt x="81" y="37"/>
                    <a:pt x="81" y="19"/>
                  </a:cubicBezTo>
                  <a:cubicBezTo>
                    <a:pt x="55" y="12"/>
                    <a:pt x="21" y="0"/>
                    <a:pt x="12" y="11"/>
                  </a:cubicBezTo>
                  <a:cubicBezTo>
                    <a:pt x="0" y="26"/>
                    <a:pt x="49" y="52"/>
                    <a:pt x="79"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167"/>
            <p:cNvSpPr>
              <a:spLocks/>
            </p:cNvSpPr>
            <p:nvPr/>
          </p:nvSpPr>
          <p:spPr bwMode="auto">
            <a:xfrm>
              <a:off x="2919413" y="2778125"/>
              <a:ext cx="128588" cy="207963"/>
            </a:xfrm>
            <a:custGeom>
              <a:avLst/>
              <a:gdLst>
                <a:gd name="T0" fmla="*/ 22 w 81"/>
                <a:gd name="T1" fmla="*/ 132 h 132"/>
                <a:gd name="T2" fmla="*/ 37 w 81"/>
                <a:gd name="T3" fmla="*/ 132 h 132"/>
                <a:gd name="T4" fmla="*/ 40 w 81"/>
                <a:gd name="T5" fmla="*/ 117 h 132"/>
                <a:gd name="T6" fmla="*/ 74 w 81"/>
                <a:gd name="T7" fmla="*/ 84 h 132"/>
                <a:gd name="T8" fmla="*/ 53 w 81"/>
                <a:gd name="T9" fmla="*/ 57 h 132"/>
                <a:gd name="T10" fmla="*/ 37 w 81"/>
                <a:gd name="T11" fmla="*/ 42 h 132"/>
                <a:gd name="T12" fmla="*/ 52 w 81"/>
                <a:gd name="T13" fmla="*/ 32 h 132"/>
                <a:gd name="T14" fmla="*/ 73 w 81"/>
                <a:gd name="T15" fmla="*/ 38 h 132"/>
                <a:gd name="T16" fmla="*/ 81 w 81"/>
                <a:gd name="T17" fmla="*/ 21 h 132"/>
                <a:gd name="T18" fmla="*/ 60 w 81"/>
                <a:gd name="T19" fmla="*/ 15 h 132"/>
                <a:gd name="T20" fmla="*/ 63 w 81"/>
                <a:gd name="T21" fmla="*/ 0 h 132"/>
                <a:gd name="T22" fmla="*/ 48 w 81"/>
                <a:gd name="T23" fmla="*/ 0 h 132"/>
                <a:gd name="T24" fmla="*/ 45 w 81"/>
                <a:gd name="T25" fmla="*/ 15 h 132"/>
                <a:gd name="T26" fmla="*/ 12 w 81"/>
                <a:gd name="T27" fmla="*/ 46 h 132"/>
                <a:gd name="T28" fmla="*/ 36 w 81"/>
                <a:gd name="T29" fmla="*/ 73 h 132"/>
                <a:gd name="T30" fmla="*/ 49 w 81"/>
                <a:gd name="T31" fmla="*/ 87 h 132"/>
                <a:gd name="T32" fmla="*/ 33 w 81"/>
                <a:gd name="T33" fmla="*/ 99 h 132"/>
                <a:gd name="T34" fmla="*/ 7 w 81"/>
                <a:gd name="T35" fmla="*/ 91 h 132"/>
                <a:gd name="T36" fmla="*/ 0 w 81"/>
                <a:gd name="T37" fmla="*/ 108 h 132"/>
                <a:gd name="T38" fmla="*/ 25 w 81"/>
                <a:gd name="T39" fmla="*/ 117 h 132"/>
                <a:gd name="T40" fmla="*/ 22 w 81"/>
                <a:gd name="T4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1" h="132">
                  <a:moveTo>
                    <a:pt x="22" y="132"/>
                  </a:moveTo>
                  <a:cubicBezTo>
                    <a:pt x="37" y="132"/>
                    <a:pt x="37" y="132"/>
                    <a:pt x="37" y="132"/>
                  </a:cubicBezTo>
                  <a:cubicBezTo>
                    <a:pt x="40" y="117"/>
                    <a:pt x="40" y="117"/>
                    <a:pt x="40" y="117"/>
                  </a:cubicBezTo>
                  <a:cubicBezTo>
                    <a:pt x="58" y="115"/>
                    <a:pt x="74" y="104"/>
                    <a:pt x="74" y="84"/>
                  </a:cubicBezTo>
                  <a:cubicBezTo>
                    <a:pt x="74" y="71"/>
                    <a:pt x="66" y="63"/>
                    <a:pt x="53" y="57"/>
                  </a:cubicBezTo>
                  <a:cubicBezTo>
                    <a:pt x="42" y="51"/>
                    <a:pt x="37" y="47"/>
                    <a:pt x="37" y="42"/>
                  </a:cubicBezTo>
                  <a:cubicBezTo>
                    <a:pt x="37" y="37"/>
                    <a:pt x="42" y="32"/>
                    <a:pt x="52" y="32"/>
                  </a:cubicBezTo>
                  <a:cubicBezTo>
                    <a:pt x="62" y="32"/>
                    <a:pt x="69" y="36"/>
                    <a:pt x="73" y="38"/>
                  </a:cubicBezTo>
                  <a:cubicBezTo>
                    <a:pt x="81" y="21"/>
                    <a:pt x="81" y="21"/>
                    <a:pt x="81" y="21"/>
                  </a:cubicBezTo>
                  <a:cubicBezTo>
                    <a:pt x="77" y="18"/>
                    <a:pt x="69" y="15"/>
                    <a:pt x="60" y="15"/>
                  </a:cubicBezTo>
                  <a:cubicBezTo>
                    <a:pt x="63" y="0"/>
                    <a:pt x="63" y="0"/>
                    <a:pt x="63" y="0"/>
                  </a:cubicBezTo>
                  <a:cubicBezTo>
                    <a:pt x="48" y="0"/>
                    <a:pt x="48" y="0"/>
                    <a:pt x="48" y="0"/>
                  </a:cubicBezTo>
                  <a:cubicBezTo>
                    <a:pt x="45" y="15"/>
                    <a:pt x="45" y="15"/>
                    <a:pt x="45" y="15"/>
                  </a:cubicBezTo>
                  <a:cubicBezTo>
                    <a:pt x="25" y="17"/>
                    <a:pt x="12" y="30"/>
                    <a:pt x="12" y="46"/>
                  </a:cubicBezTo>
                  <a:cubicBezTo>
                    <a:pt x="12" y="59"/>
                    <a:pt x="23" y="67"/>
                    <a:pt x="36" y="73"/>
                  </a:cubicBezTo>
                  <a:cubicBezTo>
                    <a:pt x="45" y="78"/>
                    <a:pt x="49" y="82"/>
                    <a:pt x="49" y="87"/>
                  </a:cubicBezTo>
                  <a:cubicBezTo>
                    <a:pt x="49" y="94"/>
                    <a:pt x="42" y="99"/>
                    <a:pt x="33" y="99"/>
                  </a:cubicBezTo>
                  <a:cubicBezTo>
                    <a:pt x="21" y="99"/>
                    <a:pt x="13" y="95"/>
                    <a:pt x="7" y="91"/>
                  </a:cubicBezTo>
                  <a:cubicBezTo>
                    <a:pt x="0" y="108"/>
                    <a:pt x="0" y="108"/>
                    <a:pt x="0" y="108"/>
                  </a:cubicBezTo>
                  <a:cubicBezTo>
                    <a:pt x="5" y="112"/>
                    <a:pt x="15" y="116"/>
                    <a:pt x="25" y="117"/>
                  </a:cubicBezTo>
                  <a:lnTo>
                    <a:pt x="22" y="1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168"/>
            <p:cNvSpPr>
              <a:spLocks/>
            </p:cNvSpPr>
            <p:nvPr/>
          </p:nvSpPr>
          <p:spPr bwMode="auto">
            <a:xfrm>
              <a:off x="3057525" y="2778125"/>
              <a:ext cx="127000" cy="207963"/>
            </a:xfrm>
            <a:custGeom>
              <a:avLst/>
              <a:gdLst>
                <a:gd name="T0" fmla="*/ 22 w 81"/>
                <a:gd name="T1" fmla="*/ 132 h 132"/>
                <a:gd name="T2" fmla="*/ 37 w 81"/>
                <a:gd name="T3" fmla="*/ 132 h 132"/>
                <a:gd name="T4" fmla="*/ 40 w 81"/>
                <a:gd name="T5" fmla="*/ 117 h 132"/>
                <a:gd name="T6" fmla="*/ 75 w 81"/>
                <a:gd name="T7" fmla="*/ 84 h 132"/>
                <a:gd name="T8" fmla="*/ 54 w 81"/>
                <a:gd name="T9" fmla="*/ 57 h 132"/>
                <a:gd name="T10" fmla="*/ 37 w 81"/>
                <a:gd name="T11" fmla="*/ 42 h 132"/>
                <a:gd name="T12" fmla="*/ 52 w 81"/>
                <a:gd name="T13" fmla="*/ 32 h 132"/>
                <a:gd name="T14" fmla="*/ 74 w 81"/>
                <a:gd name="T15" fmla="*/ 38 h 132"/>
                <a:gd name="T16" fmla="*/ 81 w 81"/>
                <a:gd name="T17" fmla="*/ 21 h 132"/>
                <a:gd name="T18" fmla="*/ 60 w 81"/>
                <a:gd name="T19" fmla="*/ 15 h 132"/>
                <a:gd name="T20" fmla="*/ 63 w 81"/>
                <a:gd name="T21" fmla="*/ 0 h 132"/>
                <a:gd name="T22" fmla="*/ 48 w 81"/>
                <a:gd name="T23" fmla="*/ 0 h 132"/>
                <a:gd name="T24" fmla="*/ 45 w 81"/>
                <a:gd name="T25" fmla="*/ 15 h 132"/>
                <a:gd name="T26" fmla="*/ 12 w 81"/>
                <a:gd name="T27" fmla="*/ 46 h 132"/>
                <a:gd name="T28" fmla="*/ 36 w 81"/>
                <a:gd name="T29" fmla="*/ 73 h 132"/>
                <a:gd name="T30" fmla="*/ 49 w 81"/>
                <a:gd name="T31" fmla="*/ 87 h 132"/>
                <a:gd name="T32" fmla="*/ 33 w 81"/>
                <a:gd name="T33" fmla="*/ 99 h 132"/>
                <a:gd name="T34" fmla="*/ 7 w 81"/>
                <a:gd name="T35" fmla="*/ 91 h 132"/>
                <a:gd name="T36" fmla="*/ 0 w 81"/>
                <a:gd name="T37" fmla="*/ 108 h 132"/>
                <a:gd name="T38" fmla="*/ 25 w 81"/>
                <a:gd name="T39" fmla="*/ 117 h 132"/>
                <a:gd name="T40" fmla="*/ 22 w 81"/>
                <a:gd name="T4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1" h="132">
                  <a:moveTo>
                    <a:pt x="22" y="132"/>
                  </a:moveTo>
                  <a:cubicBezTo>
                    <a:pt x="37" y="132"/>
                    <a:pt x="37" y="132"/>
                    <a:pt x="37" y="132"/>
                  </a:cubicBezTo>
                  <a:cubicBezTo>
                    <a:pt x="40" y="117"/>
                    <a:pt x="40" y="117"/>
                    <a:pt x="40" y="117"/>
                  </a:cubicBezTo>
                  <a:cubicBezTo>
                    <a:pt x="59" y="115"/>
                    <a:pt x="75" y="104"/>
                    <a:pt x="75" y="84"/>
                  </a:cubicBezTo>
                  <a:cubicBezTo>
                    <a:pt x="75" y="71"/>
                    <a:pt x="66" y="63"/>
                    <a:pt x="54" y="57"/>
                  </a:cubicBezTo>
                  <a:cubicBezTo>
                    <a:pt x="42" y="51"/>
                    <a:pt x="37" y="47"/>
                    <a:pt x="37" y="42"/>
                  </a:cubicBezTo>
                  <a:cubicBezTo>
                    <a:pt x="37" y="37"/>
                    <a:pt x="43" y="32"/>
                    <a:pt x="52" y="32"/>
                  </a:cubicBezTo>
                  <a:cubicBezTo>
                    <a:pt x="62" y="32"/>
                    <a:pt x="70" y="36"/>
                    <a:pt x="74" y="38"/>
                  </a:cubicBezTo>
                  <a:cubicBezTo>
                    <a:pt x="81" y="21"/>
                    <a:pt x="81" y="21"/>
                    <a:pt x="81" y="21"/>
                  </a:cubicBezTo>
                  <a:cubicBezTo>
                    <a:pt x="77" y="18"/>
                    <a:pt x="69" y="15"/>
                    <a:pt x="60" y="15"/>
                  </a:cubicBezTo>
                  <a:cubicBezTo>
                    <a:pt x="63" y="0"/>
                    <a:pt x="63" y="0"/>
                    <a:pt x="63" y="0"/>
                  </a:cubicBezTo>
                  <a:cubicBezTo>
                    <a:pt x="48" y="0"/>
                    <a:pt x="48" y="0"/>
                    <a:pt x="48" y="0"/>
                  </a:cubicBezTo>
                  <a:cubicBezTo>
                    <a:pt x="45" y="15"/>
                    <a:pt x="45" y="15"/>
                    <a:pt x="45" y="15"/>
                  </a:cubicBezTo>
                  <a:cubicBezTo>
                    <a:pt x="25" y="17"/>
                    <a:pt x="12" y="30"/>
                    <a:pt x="12" y="46"/>
                  </a:cubicBezTo>
                  <a:cubicBezTo>
                    <a:pt x="12" y="59"/>
                    <a:pt x="23" y="67"/>
                    <a:pt x="36" y="73"/>
                  </a:cubicBezTo>
                  <a:cubicBezTo>
                    <a:pt x="46" y="78"/>
                    <a:pt x="49" y="82"/>
                    <a:pt x="49" y="87"/>
                  </a:cubicBezTo>
                  <a:cubicBezTo>
                    <a:pt x="49" y="94"/>
                    <a:pt x="42" y="99"/>
                    <a:pt x="33" y="99"/>
                  </a:cubicBezTo>
                  <a:cubicBezTo>
                    <a:pt x="22" y="99"/>
                    <a:pt x="13" y="95"/>
                    <a:pt x="7" y="91"/>
                  </a:cubicBezTo>
                  <a:cubicBezTo>
                    <a:pt x="0" y="108"/>
                    <a:pt x="0" y="108"/>
                    <a:pt x="0" y="108"/>
                  </a:cubicBezTo>
                  <a:cubicBezTo>
                    <a:pt x="5" y="112"/>
                    <a:pt x="15" y="116"/>
                    <a:pt x="25" y="117"/>
                  </a:cubicBezTo>
                  <a:lnTo>
                    <a:pt x="22" y="1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169"/>
            <p:cNvSpPr>
              <a:spLocks/>
            </p:cNvSpPr>
            <p:nvPr/>
          </p:nvSpPr>
          <p:spPr bwMode="auto">
            <a:xfrm>
              <a:off x="3194050" y="2778125"/>
              <a:ext cx="127000" cy="207963"/>
            </a:xfrm>
            <a:custGeom>
              <a:avLst/>
              <a:gdLst>
                <a:gd name="T0" fmla="*/ 22 w 81"/>
                <a:gd name="T1" fmla="*/ 132 h 132"/>
                <a:gd name="T2" fmla="*/ 37 w 81"/>
                <a:gd name="T3" fmla="*/ 132 h 132"/>
                <a:gd name="T4" fmla="*/ 40 w 81"/>
                <a:gd name="T5" fmla="*/ 117 h 132"/>
                <a:gd name="T6" fmla="*/ 75 w 81"/>
                <a:gd name="T7" fmla="*/ 84 h 132"/>
                <a:gd name="T8" fmla="*/ 54 w 81"/>
                <a:gd name="T9" fmla="*/ 57 h 132"/>
                <a:gd name="T10" fmla="*/ 38 w 81"/>
                <a:gd name="T11" fmla="*/ 42 h 132"/>
                <a:gd name="T12" fmla="*/ 52 w 81"/>
                <a:gd name="T13" fmla="*/ 32 h 132"/>
                <a:gd name="T14" fmla="*/ 74 w 81"/>
                <a:gd name="T15" fmla="*/ 38 h 132"/>
                <a:gd name="T16" fmla="*/ 81 w 81"/>
                <a:gd name="T17" fmla="*/ 21 h 132"/>
                <a:gd name="T18" fmla="*/ 60 w 81"/>
                <a:gd name="T19" fmla="*/ 15 h 132"/>
                <a:gd name="T20" fmla="*/ 63 w 81"/>
                <a:gd name="T21" fmla="*/ 0 h 132"/>
                <a:gd name="T22" fmla="*/ 48 w 81"/>
                <a:gd name="T23" fmla="*/ 0 h 132"/>
                <a:gd name="T24" fmla="*/ 45 w 81"/>
                <a:gd name="T25" fmla="*/ 15 h 132"/>
                <a:gd name="T26" fmla="*/ 12 w 81"/>
                <a:gd name="T27" fmla="*/ 46 h 132"/>
                <a:gd name="T28" fmla="*/ 36 w 81"/>
                <a:gd name="T29" fmla="*/ 73 h 132"/>
                <a:gd name="T30" fmla="*/ 49 w 81"/>
                <a:gd name="T31" fmla="*/ 87 h 132"/>
                <a:gd name="T32" fmla="*/ 33 w 81"/>
                <a:gd name="T33" fmla="*/ 99 h 132"/>
                <a:gd name="T34" fmla="*/ 7 w 81"/>
                <a:gd name="T35" fmla="*/ 91 h 132"/>
                <a:gd name="T36" fmla="*/ 0 w 81"/>
                <a:gd name="T37" fmla="*/ 108 h 132"/>
                <a:gd name="T38" fmla="*/ 25 w 81"/>
                <a:gd name="T39" fmla="*/ 117 h 132"/>
                <a:gd name="T40" fmla="*/ 22 w 81"/>
                <a:gd name="T4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1" h="132">
                  <a:moveTo>
                    <a:pt x="22" y="132"/>
                  </a:moveTo>
                  <a:cubicBezTo>
                    <a:pt x="37" y="132"/>
                    <a:pt x="37" y="132"/>
                    <a:pt x="37" y="132"/>
                  </a:cubicBezTo>
                  <a:cubicBezTo>
                    <a:pt x="40" y="117"/>
                    <a:pt x="40" y="117"/>
                    <a:pt x="40" y="117"/>
                  </a:cubicBezTo>
                  <a:cubicBezTo>
                    <a:pt x="59" y="115"/>
                    <a:pt x="75" y="104"/>
                    <a:pt x="75" y="84"/>
                  </a:cubicBezTo>
                  <a:cubicBezTo>
                    <a:pt x="75" y="71"/>
                    <a:pt x="66" y="63"/>
                    <a:pt x="54" y="57"/>
                  </a:cubicBezTo>
                  <a:cubicBezTo>
                    <a:pt x="42" y="51"/>
                    <a:pt x="38" y="47"/>
                    <a:pt x="38" y="42"/>
                  </a:cubicBezTo>
                  <a:cubicBezTo>
                    <a:pt x="38" y="37"/>
                    <a:pt x="43" y="32"/>
                    <a:pt x="52" y="32"/>
                  </a:cubicBezTo>
                  <a:cubicBezTo>
                    <a:pt x="62" y="32"/>
                    <a:pt x="70" y="36"/>
                    <a:pt x="74" y="38"/>
                  </a:cubicBezTo>
                  <a:cubicBezTo>
                    <a:pt x="81" y="21"/>
                    <a:pt x="81" y="21"/>
                    <a:pt x="81" y="21"/>
                  </a:cubicBezTo>
                  <a:cubicBezTo>
                    <a:pt x="77" y="18"/>
                    <a:pt x="69" y="15"/>
                    <a:pt x="60" y="15"/>
                  </a:cubicBezTo>
                  <a:cubicBezTo>
                    <a:pt x="63" y="0"/>
                    <a:pt x="63" y="0"/>
                    <a:pt x="63" y="0"/>
                  </a:cubicBezTo>
                  <a:cubicBezTo>
                    <a:pt x="48" y="0"/>
                    <a:pt x="48" y="0"/>
                    <a:pt x="48" y="0"/>
                  </a:cubicBezTo>
                  <a:cubicBezTo>
                    <a:pt x="45" y="15"/>
                    <a:pt x="45" y="15"/>
                    <a:pt x="45" y="15"/>
                  </a:cubicBezTo>
                  <a:cubicBezTo>
                    <a:pt x="25" y="17"/>
                    <a:pt x="12" y="30"/>
                    <a:pt x="12" y="46"/>
                  </a:cubicBezTo>
                  <a:cubicBezTo>
                    <a:pt x="12" y="59"/>
                    <a:pt x="23" y="67"/>
                    <a:pt x="36" y="73"/>
                  </a:cubicBezTo>
                  <a:cubicBezTo>
                    <a:pt x="46" y="78"/>
                    <a:pt x="49" y="82"/>
                    <a:pt x="49" y="87"/>
                  </a:cubicBezTo>
                  <a:cubicBezTo>
                    <a:pt x="49" y="94"/>
                    <a:pt x="43" y="99"/>
                    <a:pt x="33" y="99"/>
                  </a:cubicBezTo>
                  <a:cubicBezTo>
                    <a:pt x="22" y="99"/>
                    <a:pt x="13" y="95"/>
                    <a:pt x="7" y="91"/>
                  </a:cubicBezTo>
                  <a:cubicBezTo>
                    <a:pt x="0" y="108"/>
                    <a:pt x="0" y="108"/>
                    <a:pt x="0" y="108"/>
                  </a:cubicBezTo>
                  <a:cubicBezTo>
                    <a:pt x="5" y="112"/>
                    <a:pt x="15" y="116"/>
                    <a:pt x="25" y="117"/>
                  </a:cubicBezTo>
                  <a:lnTo>
                    <a:pt x="22" y="1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170"/>
            <p:cNvSpPr>
              <a:spLocks/>
            </p:cNvSpPr>
            <p:nvPr/>
          </p:nvSpPr>
          <p:spPr bwMode="auto">
            <a:xfrm>
              <a:off x="3203575" y="3943350"/>
              <a:ext cx="71438" cy="96838"/>
            </a:xfrm>
            <a:custGeom>
              <a:avLst/>
              <a:gdLst>
                <a:gd name="T0" fmla="*/ 27 w 46"/>
                <a:gd name="T1" fmla="*/ 49 h 62"/>
                <a:gd name="T2" fmla="*/ 13 w 46"/>
                <a:gd name="T3" fmla="*/ 53 h 62"/>
                <a:gd name="T4" fmla="*/ 5 w 46"/>
                <a:gd name="T5" fmla="*/ 51 h 62"/>
                <a:gd name="T6" fmla="*/ 3 w 46"/>
                <a:gd name="T7" fmla="*/ 50 h 62"/>
                <a:gd name="T8" fmla="*/ 1 w 46"/>
                <a:gd name="T9" fmla="*/ 52 h 62"/>
                <a:gd name="T10" fmla="*/ 0 w 46"/>
                <a:gd name="T11" fmla="*/ 56 h 62"/>
                <a:gd name="T12" fmla="*/ 2 w 46"/>
                <a:gd name="T13" fmla="*/ 60 h 62"/>
                <a:gd name="T14" fmla="*/ 9 w 46"/>
                <a:gd name="T15" fmla="*/ 62 h 62"/>
                <a:gd name="T16" fmla="*/ 33 w 46"/>
                <a:gd name="T17" fmla="*/ 55 h 62"/>
                <a:gd name="T18" fmla="*/ 44 w 46"/>
                <a:gd name="T19" fmla="*/ 41 h 62"/>
                <a:gd name="T20" fmla="*/ 40 w 46"/>
                <a:gd name="T21" fmla="*/ 34 h 62"/>
                <a:gd name="T22" fmla="*/ 26 w 46"/>
                <a:gd name="T23" fmla="*/ 28 h 62"/>
                <a:gd name="T24" fmla="*/ 15 w 46"/>
                <a:gd name="T25" fmla="*/ 23 h 62"/>
                <a:gd name="T26" fmla="*/ 12 w 46"/>
                <a:gd name="T27" fmla="*/ 19 h 62"/>
                <a:gd name="T28" fmla="*/ 18 w 46"/>
                <a:gd name="T29" fmla="*/ 12 h 62"/>
                <a:gd name="T30" fmla="*/ 30 w 46"/>
                <a:gd name="T31" fmla="*/ 9 h 62"/>
                <a:gd name="T32" fmla="*/ 36 w 46"/>
                <a:gd name="T33" fmla="*/ 10 h 62"/>
                <a:gd name="T34" fmla="*/ 38 w 46"/>
                <a:gd name="T35" fmla="*/ 16 h 62"/>
                <a:gd name="T36" fmla="*/ 46 w 46"/>
                <a:gd name="T37" fmla="*/ 9 h 62"/>
                <a:gd name="T38" fmla="*/ 42 w 46"/>
                <a:gd name="T39" fmla="*/ 3 h 62"/>
                <a:gd name="T40" fmla="*/ 32 w 46"/>
                <a:gd name="T41" fmla="*/ 0 h 62"/>
                <a:gd name="T42" fmla="*/ 11 w 46"/>
                <a:gd name="T43" fmla="*/ 6 h 62"/>
                <a:gd name="T44" fmla="*/ 3 w 46"/>
                <a:gd name="T45" fmla="*/ 20 h 62"/>
                <a:gd name="T46" fmla="*/ 5 w 46"/>
                <a:gd name="T47" fmla="*/ 27 h 62"/>
                <a:gd name="T48" fmla="*/ 12 w 46"/>
                <a:gd name="T49" fmla="*/ 32 h 62"/>
                <a:gd name="T50" fmla="*/ 25 w 46"/>
                <a:gd name="T51" fmla="*/ 37 h 62"/>
                <a:gd name="T52" fmla="*/ 32 w 46"/>
                <a:gd name="T53" fmla="*/ 40 h 62"/>
                <a:gd name="T54" fmla="*/ 34 w 46"/>
                <a:gd name="T55" fmla="*/ 42 h 62"/>
                <a:gd name="T56" fmla="*/ 27 w 46"/>
                <a:gd name="T57" fmla="*/ 49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6" h="62">
                  <a:moveTo>
                    <a:pt x="27" y="49"/>
                  </a:moveTo>
                  <a:cubicBezTo>
                    <a:pt x="21" y="51"/>
                    <a:pt x="17" y="53"/>
                    <a:pt x="13" y="53"/>
                  </a:cubicBezTo>
                  <a:cubicBezTo>
                    <a:pt x="10" y="53"/>
                    <a:pt x="8" y="52"/>
                    <a:pt x="5" y="51"/>
                  </a:cubicBezTo>
                  <a:cubicBezTo>
                    <a:pt x="5" y="51"/>
                    <a:pt x="4" y="50"/>
                    <a:pt x="3" y="50"/>
                  </a:cubicBezTo>
                  <a:cubicBezTo>
                    <a:pt x="2" y="50"/>
                    <a:pt x="1" y="51"/>
                    <a:pt x="1" y="52"/>
                  </a:cubicBezTo>
                  <a:cubicBezTo>
                    <a:pt x="0" y="53"/>
                    <a:pt x="0" y="55"/>
                    <a:pt x="0" y="56"/>
                  </a:cubicBezTo>
                  <a:cubicBezTo>
                    <a:pt x="0" y="58"/>
                    <a:pt x="0" y="59"/>
                    <a:pt x="2" y="60"/>
                  </a:cubicBezTo>
                  <a:cubicBezTo>
                    <a:pt x="4" y="61"/>
                    <a:pt x="6" y="62"/>
                    <a:pt x="9" y="62"/>
                  </a:cubicBezTo>
                  <a:cubicBezTo>
                    <a:pt x="17" y="62"/>
                    <a:pt x="25" y="60"/>
                    <a:pt x="33" y="55"/>
                  </a:cubicBezTo>
                  <a:cubicBezTo>
                    <a:pt x="40" y="51"/>
                    <a:pt x="44" y="47"/>
                    <a:pt x="44" y="41"/>
                  </a:cubicBezTo>
                  <a:cubicBezTo>
                    <a:pt x="44" y="38"/>
                    <a:pt x="43" y="36"/>
                    <a:pt x="40" y="34"/>
                  </a:cubicBezTo>
                  <a:cubicBezTo>
                    <a:pt x="37" y="32"/>
                    <a:pt x="32" y="30"/>
                    <a:pt x="26" y="28"/>
                  </a:cubicBezTo>
                  <a:cubicBezTo>
                    <a:pt x="20" y="26"/>
                    <a:pt x="16" y="25"/>
                    <a:pt x="15" y="23"/>
                  </a:cubicBezTo>
                  <a:cubicBezTo>
                    <a:pt x="13" y="22"/>
                    <a:pt x="12" y="21"/>
                    <a:pt x="12" y="19"/>
                  </a:cubicBezTo>
                  <a:cubicBezTo>
                    <a:pt x="12" y="17"/>
                    <a:pt x="14" y="14"/>
                    <a:pt x="18" y="12"/>
                  </a:cubicBezTo>
                  <a:cubicBezTo>
                    <a:pt x="22" y="10"/>
                    <a:pt x="26" y="9"/>
                    <a:pt x="30" y="9"/>
                  </a:cubicBezTo>
                  <a:cubicBezTo>
                    <a:pt x="33" y="9"/>
                    <a:pt x="35" y="9"/>
                    <a:pt x="36" y="10"/>
                  </a:cubicBezTo>
                  <a:cubicBezTo>
                    <a:pt x="38" y="11"/>
                    <a:pt x="38" y="13"/>
                    <a:pt x="38" y="16"/>
                  </a:cubicBezTo>
                  <a:cubicBezTo>
                    <a:pt x="43" y="16"/>
                    <a:pt x="46" y="13"/>
                    <a:pt x="46" y="9"/>
                  </a:cubicBezTo>
                  <a:cubicBezTo>
                    <a:pt x="46" y="6"/>
                    <a:pt x="45" y="4"/>
                    <a:pt x="42" y="3"/>
                  </a:cubicBezTo>
                  <a:cubicBezTo>
                    <a:pt x="40" y="1"/>
                    <a:pt x="36" y="0"/>
                    <a:pt x="32" y="0"/>
                  </a:cubicBezTo>
                  <a:cubicBezTo>
                    <a:pt x="24" y="0"/>
                    <a:pt x="17" y="2"/>
                    <a:pt x="11" y="6"/>
                  </a:cubicBezTo>
                  <a:cubicBezTo>
                    <a:pt x="6" y="11"/>
                    <a:pt x="3" y="15"/>
                    <a:pt x="3" y="20"/>
                  </a:cubicBezTo>
                  <a:cubicBezTo>
                    <a:pt x="3" y="23"/>
                    <a:pt x="4" y="25"/>
                    <a:pt x="5" y="27"/>
                  </a:cubicBezTo>
                  <a:cubicBezTo>
                    <a:pt x="7" y="29"/>
                    <a:pt x="9" y="31"/>
                    <a:pt x="12" y="32"/>
                  </a:cubicBezTo>
                  <a:cubicBezTo>
                    <a:pt x="15" y="33"/>
                    <a:pt x="19" y="35"/>
                    <a:pt x="25" y="37"/>
                  </a:cubicBezTo>
                  <a:cubicBezTo>
                    <a:pt x="28" y="38"/>
                    <a:pt x="31" y="39"/>
                    <a:pt x="32" y="40"/>
                  </a:cubicBezTo>
                  <a:cubicBezTo>
                    <a:pt x="34" y="41"/>
                    <a:pt x="34" y="41"/>
                    <a:pt x="34" y="42"/>
                  </a:cubicBezTo>
                  <a:cubicBezTo>
                    <a:pt x="34" y="45"/>
                    <a:pt x="32" y="47"/>
                    <a:pt x="27"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171"/>
            <p:cNvSpPr>
              <a:spLocks/>
            </p:cNvSpPr>
            <p:nvPr/>
          </p:nvSpPr>
          <p:spPr bwMode="auto">
            <a:xfrm>
              <a:off x="3282950" y="3944938"/>
              <a:ext cx="61913" cy="92075"/>
            </a:xfrm>
            <a:custGeom>
              <a:avLst/>
              <a:gdLst>
                <a:gd name="T0" fmla="*/ 34 w 39"/>
                <a:gd name="T1" fmla="*/ 46 h 59"/>
                <a:gd name="T2" fmla="*/ 33 w 39"/>
                <a:gd name="T3" fmla="*/ 45 h 59"/>
                <a:gd name="T4" fmla="*/ 31 w 39"/>
                <a:gd name="T5" fmla="*/ 44 h 59"/>
                <a:gd name="T6" fmla="*/ 28 w 39"/>
                <a:gd name="T7" fmla="*/ 46 h 59"/>
                <a:gd name="T8" fmla="*/ 22 w 39"/>
                <a:gd name="T9" fmla="*/ 49 h 59"/>
                <a:gd name="T10" fmla="*/ 18 w 39"/>
                <a:gd name="T11" fmla="*/ 50 h 59"/>
                <a:gd name="T12" fmla="*/ 16 w 39"/>
                <a:gd name="T13" fmla="*/ 49 h 59"/>
                <a:gd name="T14" fmla="*/ 15 w 39"/>
                <a:gd name="T15" fmla="*/ 44 h 59"/>
                <a:gd name="T16" fmla="*/ 17 w 39"/>
                <a:gd name="T17" fmla="*/ 34 h 59"/>
                <a:gd name="T18" fmla="*/ 19 w 39"/>
                <a:gd name="T19" fmla="*/ 25 h 59"/>
                <a:gd name="T20" fmla="*/ 33 w 39"/>
                <a:gd name="T21" fmla="*/ 23 h 59"/>
                <a:gd name="T22" fmla="*/ 39 w 39"/>
                <a:gd name="T23" fmla="*/ 18 h 59"/>
                <a:gd name="T24" fmla="*/ 38 w 39"/>
                <a:gd name="T25" fmla="*/ 16 h 59"/>
                <a:gd name="T26" fmla="*/ 35 w 39"/>
                <a:gd name="T27" fmla="*/ 15 h 59"/>
                <a:gd name="T28" fmla="*/ 21 w 39"/>
                <a:gd name="T29" fmla="*/ 16 h 59"/>
                <a:gd name="T30" fmla="*/ 25 w 39"/>
                <a:gd name="T31" fmla="*/ 4 h 59"/>
                <a:gd name="T32" fmla="*/ 24 w 39"/>
                <a:gd name="T33" fmla="*/ 1 h 59"/>
                <a:gd name="T34" fmla="*/ 20 w 39"/>
                <a:gd name="T35" fmla="*/ 0 h 59"/>
                <a:gd name="T36" fmla="*/ 15 w 39"/>
                <a:gd name="T37" fmla="*/ 5 h 59"/>
                <a:gd name="T38" fmla="*/ 12 w 39"/>
                <a:gd name="T39" fmla="*/ 17 h 59"/>
                <a:gd name="T40" fmla="*/ 3 w 39"/>
                <a:gd name="T41" fmla="*/ 18 h 59"/>
                <a:gd name="T42" fmla="*/ 0 w 39"/>
                <a:gd name="T43" fmla="*/ 21 h 59"/>
                <a:gd name="T44" fmla="*/ 1 w 39"/>
                <a:gd name="T45" fmla="*/ 25 h 59"/>
                <a:gd name="T46" fmla="*/ 5 w 39"/>
                <a:gd name="T47" fmla="*/ 26 h 59"/>
                <a:gd name="T48" fmla="*/ 6 w 39"/>
                <a:gd name="T49" fmla="*/ 26 h 59"/>
                <a:gd name="T50" fmla="*/ 9 w 39"/>
                <a:gd name="T51" fmla="*/ 26 h 59"/>
                <a:gd name="T52" fmla="*/ 5 w 39"/>
                <a:gd name="T53" fmla="*/ 47 h 59"/>
                <a:gd name="T54" fmla="*/ 8 w 39"/>
                <a:gd name="T55" fmla="*/ 56 h 59"/>
                <a:gd name="T56" fmla="*/ 16 w 39"/>
                <a:gd name="T57" fmla="*/ 59 h 59"/>
                <a:gd name="T58" fmla="*/ 28 w 39"/>
                <a:gd name="T59" fmla="*/ 54 h 59"/>
                <a:gd name="T60" fmla="*/ 34 w 39"/>
                <a:gd name="T61" fmla="*/ 46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9" h="59">
                  <a:moveTo>
                    <a:pt x="34" y="46"/>
                  </a:moveTo>
                  <a:cubicBezTo>
                    <a:pt x="34" y="46"/>
                    <a:pt x="33" y="45"/>
                    <a:pt x="33" y="45"/>
                  </a:cubicBezTo>
                  <a:cubicBezTo>
                    <a:pt x="32" y="45"/>
                    <a:pt x="32" y="44"/>
                    <a:pt x="31" y="44"/>
                  </a:cubicBezTo>
                  <a:cubicBezTo>
                    <a:pt x="30" y="44"/>
                    <a:pt x="29" y="45"/>
                    <a:pt x="28" y="46"/>
                  </a:cubicBezTo>
                  <a:cubicBezTo>
                    <a:pt x="25" y="48"/>
                    <a:pt x="24" y="49"/>
                    <a:pt x="22" y="49"/>
                  </a:cubicBezTo>
                  <a:cubicBezTo>
                    <a:pt x="21" y="50"/>
                    <a:pt x="19" y="50"/>
                    <a:pt x="18" y="50"/>
                  </a:cubicBezTo>
                  <a:cubicBezTo>
                    <a:pt x="17" y="50"/>
                    <a:pt x="16" y="50"/>
                    <a:pt x="16" y="49"/>
                  </a:cubicBezTo>
                  <a:cubicBezTo>
                    <a:pt x="15" y="48"/>
                    <a:pt x="15" y="47"/>
                    <a:pt x="15" y="44"/>
                  </a:cubicBezTo>
                  <a:cubicBezTo>
                    <a:pt x="15" y="43"/>
                    <a:pt x="16" y="40"/>
                    <a:pt x="17" y="34"/>
                  </a:cubicBezTo>
                  <a:cubicBezTo>
                    <a:pt x="18" y="28"/>
                    <a:pt x="19" y="25"/>
                    <a:pt x="19" y="25"/>
                  </a:cubicBezTo>
                  <a:cubicBezTo>
                    <a:pt x="33" y="23"/>
                    <a:pt x="33" y="23"/>
                    <a:pt x="33" y="23"/>
                  </a:cubicBezTo>
                  <a:cubicBezTo>
                    <a:pt x="37" y="22"/>
                    <a:pt x="39" y="21"/>
                    <a:pt x="39" y="18"/>
                  </a:cubicBezTo>
                  <a:cubicBezTo>
                    <a:pt x="39" y="17"/>
                    <a:pt x="38" y="16"/>
                    <a:pt x="38" y="16"/>
                  </a:cubicBezTo>
                  <a:cubicBezTo>
                    <a:pt x="38" y="16"/>
                    <a:pt x="37" y="15"/>
                    <a:pt x="35" y="15"/>
                  </a:cubicBezTo>
                  <a:cubicBezTo>
                    <a:pt x="34" y="15"/>
                    <a:pt x="30" y="16"/>
                    <a:pt x="21" y="16"/>
                  </a:cubicBezTo>
                  <a:cubicBezTo>
                    <a:pt x="24" y="9"/>
                    <a:pt x="25" y="5"/>
                    <a:pt x="25" y="4"/>
                  </a:cubicBezTo>
                  <a:cubicBezTo>
                    <a:pt x="25" y="3"/>
                    <a:pt x="24" y="2"/>
                    <a:pt x="24" y="1"/>
                  </a:cubicBezTo>
                  <a:cubicBezTo>
                    <a:pt x="23" y="0"/>
                    <a:pt x="22" y="0"/>
                    <a:pt x="20" y="0"/>
                  </a:cubicBezTo>
                  <a:cubicBezTo>
                    <a:pt x="18" y="0"/>
                    <a:pt x="16" y="2"/>
                    <a:pt x="15" y="5"/>
                  </a:cubicBezTo>
                  <a:cubicBezTo>
                    <a:pt x="14" y="10"/>
                    <a:pt x="13" y="14"/>
                    <a:pt x="12" y="17"/>
                  </a:cubicBezTo>
                  <a:cubicBezTo>
                    <a:pt x="3" y="18"/>
                    <a:pt x="3" y="18"/>
                    <a:pt x="3" y="18"/>
                  </a:cubicBezTo>
                  <a:cubicBezTo>
                    <a:pt x="1" y="18"/>
                    <a:pt x="0" y="19"/>
                    <a:pt x="0" y="21"/>
                  </a:cubicBezTo>
                  <a:cubicBezTo>
                    <a:pt x="0" y="23"/>
                    <a:pt x="0" y="24"/>
                    <a:pt x="1" y="25"/>
                  </a:cubicBezTo>
                  <a:cubicBezTo>
                    <a:pt x="3" y="26"/>
                    <a:pt x="4" y="26"/>
                    <a:pt x="5" y="26"/>
                  </a:cubicBezTo>
                  <a:cubicBezTo>
                    <a:pt x="6" y="26"/>
                    <a:pt x="6" y="26"/>
                    <a:pt x="6" y="26"/>
                  </a:cubicBezTo>
                  <a:cubicBezTo>
                    <a:pt x="7" y="26"/>
                    <a:pt x="8" y="26"/>
                    <a:pt x="9" y="26"/>
                  </a:cubicBezTo>
                  <a:cubicBezTo>
                    <a:pt x="7" y="36"/>
                    <a:pt x="5" y="43"/>
                    <a:pt x="5" y="47"/>
                  </a:cubicBezTo>
                  <a:cubicBezTo>
                    <a:pt x="5" y="51"/>
                    <a:pt x="6" y="54"/>
                    <a:pt x="8" y="56"/>
                  </a:cubicBezTo>
                  <a:cubicBezTo>
                    <a:pt x="10" y="58"/>
                    <a:pt x="13" y="59"/>
                    <a:pt x="16" y="59"/>
                  </a:cubicBezTo>
                  <a:cubicBezTo>
                    <a:pt x="20" y="59"/>
                    <a:pt x="24" y="57"/>
                    <a:pt x="28" y="54"/>
                  </a:cubicBezTo>
                  <a:cubicBezTo>
                    <a:pt x="32" y="51"/>
                    <a:pt x="34" y="49"/>
                    <a:pt x="34"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172"/>
            <p:cNvSpPr>
              <a:spLocks noEditPoints="1"/>
            </p:cNvSpPr>
            <p:nvPr/>
          </p:nvSpPr>
          <p:spPr bwMode="auto">
            <a:xfrm>
              <a:off x="3346450" y="3967163"/>
              <a:ext cx="58738" cy="69850"/>
            </a:xfrm>
            <a:custGeom>
              <a:avLst/>
              <a:gdLst>
                <a:gd name="T0" fmla="*/ 37 w 38"/>
                <a:gd name="T1" fmla="*/ 23 h 45"/>
                <a:gd name="T2" fmla="*/ 37 w 38"/>
                <a:gd name="T3" fmla="*/ 23 h 45"/>
                <a:gd name="T4" fmla="*/ 38 w 38"/>
                <a:gd name="T5" fmla="*/ 17 h 45"/>
                <a:gd name="T6" fmla="*/ 34 w 38"/>
                <a:gd name="T7" fmla="*/ 5 h 45"/>
                <a:gd name="T8" fmla="*/ 23 w 38"/>
                <a:gd name="T9" fmla="*/ 0 h 45"/>
                <a:gd name="T10" fmla="*/ 7 w 38"/>
                <a:gd name="T11" fmla="*/ 10 h 45"/>
                <a:gd name="T12" fmla="*/ 0 w 38"/>
                <a:gd name="T13" fmla="*/ 30 h 45"/>
                <a:gd name="T14" fmla="*/ 3 w 38"/>
                <a:gd name="T15" fmla="*/ 41 h 45"/>
                <a:gd name="T16" fmla="*/ 13 w 38"/>
                <a:gd name="T17" fmla="*/ 45 h 45"/>
                <a:gd name="T18" fmla="*/ 27 w 38"/>
                <a:gd name="T19" fmla="*/ 39 h 45"/>
                <a:gd name="T20" fmla="*/ 37 w 38"/>
                <a:gd name="T21" fmla="*/ 23 h 45"/>
                <a:gd name="T22" fmla="*/ 14 w 38"/>
                <a:gd name="T23" fmla="*/ 37 h 45"/>
                <a:gd name="T24" fmla="*/ 11 w 38"/>
                <a:gd name="T25" fmla="*/ 35 h 45"/>
                <a:gd name="T26" fmla="*/ 9 w 38"/>
                <a:gd name="T27" fmla="*/ 29 h 45"/>
                <a:gd name="T28" fmla="*/ 12 w 38"/>
                <a:gd name="T29" fmla="*/ 19 h 45"/>
                <a:gd name="T30" fmla="*/ 17 w 38"/>
                <a:gd name="T31" fmla="*/ 12 h 45"/>
                <a:gd name="T32" fmla="*/ 17 w 38"/>
                <a:gd name="T33" fmla="*/ 12 h 45"/>
                <a:gd name="T34" fmla="*/ 23 w 38"/>
                <a:gd name="T35" fmla="*/ 9 h 45"/>
                <a:gd name="T36" fmla="*/ 27 w 38"/>
                <a:gd name="T37" fmla="*/ 12 h 45"/>
                <a:gd name="T38" fmla="*/ 29 w 38"/>
                <a:gd name="T39" fmla="*/ 18 h 45"/>
                <a:gd name="T40" fmla="*/ 24 w 38"/>
                <a:gd name="T41" fmla="*/ 31 h 45"/>
                <a:gd name="T42" fmla="*/ 14 w 38"/>
                <a:gd name="T43" fmla="*/ 3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 h="45">
                  <a:moveTo>
                    <a:pt x="37" y="23"/>
                  </a:moveTo>
                  <a:cubicBezTo>
                    <a:pt x="37" y="23"/>
                    <a:pt x="37" y="23"/>
                    <a:pt x="37" y="23"/>
                  </a:cubicBezTo>
                  <a:cubicBezTo>
                    <a:pt x="37" y="21"/>
                    <a:pt x="38" y="19"/>
                    <a:pt x="38" y="17"/>
                  </a:cubicBezTo>
                  <a:cubicBezTo>
                    <a:pt x="38" y="13"/>
                    <a:pt x="37" y="9"/>
                    <a:pt x="34" y="5"/>
                  </a:cubicBezTo>
                  <a:cubicBezTo>
                    <a:pt x="31" y="2"/>
                    <a:pt x="28" y="0"/>
                    <a:pt x="23" y="0"/>
                  </a:cubicBezTo>
                  <a:cubicBezTo>
                    <a:pt x="17" y="0"/>
                    <a:pt x="11" y="4"/>
                    <a:pt x="7" y="10"/>
                  </a:cubicBezTo>
                  <a:cubicBezTo>
                    <a:pt x="2" y="17"/>
                    <a:pt x="0" y="23"/>
                    <a:pt x="0" y="30"/>
                  </a:cubicBezTo>
                  <a:cubicBezTo>
                    <a:pt x="0" y="34"/>
                    <a:pt x="1" y="38"/>
                    <a:pt x="3" y="41"/>
                  </a:cubicBezTo>
                  <a:cubicBezTo>
                    <a:pt x="6" y="43"/>
                    <a:pt x="9" y="45"/>
                    <a:pt x="13" y="45"/>
                  </a:cubicBezTo>
                  <a:cubicBezTo>
                    <a:pt x="18" y="45"/>
                    <a:pt x="22" y="43"/>
                    <a:pt x="27" y="39"/>
                  </a:cubicBezTo>
                  <a:cubicBezTo>
                    <a:pt x="32" y="34"/>
                    <a:pt x="37" y="29"/>
                    <a:pt x="37" y="23"/>
                  </a:cubicBezTo>
                  <a:close/>
                  <a:moveTo>
                    <a:pt x="14" y="37"/>
                  </a:moveTo>
                  <a:cubicBezTo>
                    <a:pt x="12" y="37"/>
                    <a:pt x="11" y="36"/>
                    <a:pt x="11" y="35"/>
                  </a:cubicBezTo>
                  <a:cubicBezTo>
                    <a:pt x="10" y="33"/>
                    <a:pt x="9" y="31"/>
                    <a:pt x="9" y="29"/>
                  </a:cubicBezTo>
                  <a:cubicBezTo>
                    <a:pt x="9" y="26"/>
                    <a:pt x="10" y="23"/>
                    <a:pt x="12" y="19"/>
                  </a:cubicBezTo>
                  <a:cubicBezTo>
                    <a:pt x="14" y="16"/>
                    <a:pt x="16" y="12"/>
                    <a:pt x="17" y="12"/>
                  </a:cubicBezTo>
                  <a:cubicBezTo>
                    <a:pt x="17" y="12"/>
                    <a:pt x="17" y="12"/>
                    <a:pt x="17" y="12"/>
                  </a:cubicBezTo>
                  <a:cubicBezTo>
                    <a:pt x="19" y="8"/>
                    <a:pt x="21" y="9"/>
                    <a:pt x="23" y="9"/>
                  </a:cubicBezTo>
                  <a:cubicBezTo>
                    <a:pt x="25" y="9"/>
                    <a:pt x="26" y="10"/>
                    <a:pt x="27" y="12"/>
                  </a:cubicBezTo>
                  <a:cubicBezTo>
                    <a:pt x="29" y="13"/>
                    <a:pt x="29" y="15"/>
                    <a:pt x="29" y="18"/>
                  </a:cubicBezTo>
                  <a:cubicBezTo>
                    <a:pt x="29" y="23"/>
                    <a:pt x="27" y="27"/>
                    <a:pt x="24" y="31"/>
                  </a:cubicBezTo>
                  <a:cubicBezTo>
                    <a:pt x="20" y="35"/>
                    <a:pt x="17" y="37"/>
                    <a:pt x="14"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173"/>
            <p:cNvSpPr>
              <a:spLocks/>
            </p:cNvSpPr>
            <p:nvPr/>
          </p:nvSpPr>
          <p:spPr bwMode="auto">
            <a:xfrm>
              <a:off x="3414713" y="3965575"/>
              <a:ext cx="55563" cy="71438"/>
            </a:xfrm>
            <a:custGeom>
              <a:avLst/>
              <a:gdLst>
                <a:gd name="T0" fmla="*/ 35 w 35"/>
                <a:gd name="T1" fmla="*/ 33 h 46"/>
                <a:gd name="T2" fmla="*/ 33 w 35"/>
                <a:gd name="T3" fmla="*/ 31 h 46"/>
                <a:gd name="T4" fmla="*/ 28 w 35"/>
                <a:gd name="T5" fmla="*/ 33 h 46"/>
                <a:gd name="T6" fmla="*/ 15 w 35"/>
                <a:gd name="T7" fmla="*/ 38 h 46"/>
                <a:gd name="T8" fmla="*/ 10 w 35"/>
                <a:gd name="T9" fmla="*/ 33 h 46"/>
                <a:gd name="T10" fmla="*/ 15 w 35"/>
                <a:gd name="T11" fmla="*/ 17 h 46"/>
                <a:gd name="T12" fmla="*/ 23 w 35"/>
                <a:gd name="T13" fmla="*/ 9 h 46"/>
                <a:gd name="T14" fmla="*/ 25 w 35"/>
                <a:gd name="T15" fmla="*/ 12 h 46"/>
                <a:gd name="T16" fmla="*/ 29 w 35"/>
                <a:gd name="T17" fmla="*/ 18 h 46"/>
                <a:gd name="T18" fmla="*/ 32 w 35"/>
                <a:gd name="T19" fmla="*/ 16 h 46"/>
                <a:gd name="T20" fmla="*/ 33 w 35"/>
                <a:gd name="T21" fmla="*/ 11 h 46"/>
                <a:gd name="T22" fmla="*/ 31 w 35"/>
                <a:gd name="T23" fmla="*/ 3 h 46"/>
                <a:gd name="T24" fmla="*/ 24 w 35"/>
                <a:gd name="T25" fmla="*/ 0 h 46"/>
                <a:gd name="T26" fmla="*/ 8 w 35"/>
                <a:gd name="T27" fmla="*/ 11 h 46"/>
                <a:gd name="T28" fmla="*/ 0 w 35"/>
                <a:gd name="T29" fmla="*/ 33 h 46"/>
                <a:gd name="T30" fmla="*/ 4 w 35"/>
                <a:gd name="T31" fmla="*/ 43 h 46"/>
                <a:gd name="T32" fmla="*/ 14 w 35"/>
                <a:gd name="T33" fmla="*/ 46 h 46"/>
                <a:gd name="T34" fmla="*/ 28 w 35"/>
                <a:gd name="T35" fmla="*/ 41 h 46"/>
                <a:gd name="T36" fmla="*/ 35 w 35"/>
                <a:gd name="T37" fmla="*/ 3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 h="46">
                  <a:moveTo>
                    <a:pt x="35" y="33"/>
                  </a:moveTo>
                  <a:cubicBezTo>
                    <a:pt x="35" y="32"/>
                    <a:pt x="34" y="31"/>
                    <a:pt x="33" y="31"/>
                  </a:cubicBezTo>
                  <a:cubicBezTo>
                    <a:pt x="32" y="31"/>
                    <a:pt x="30" y="32"/>
                    <a:pt x="28" y="33"/>
                  </a:cubicBezTo>
                  <a:cubicBezTo>
                    <a:pt x="24" y="36"/>
                    <a:pt x="20" y="38"/>
                    <a:pt x="15" y="38"/>
                  </a:cubicBezTo>
                  <a:cubicBezTo>
                    <a:pt x="12" y="38"/>
                    <a:pt x="10" y="36"/>
                    <a:pt x="10" y="33"/>
                  </a:cubicBezTo>
                  <a:cubicBezTo>
                    <a:pt x="10" y="28"/>
                    <a:pt x="11" y="23"/>
                    <a:pt x="15" y="17"/>
                  </a:cubicBezTo>
                  <a:cubicBezTo>
                    <a:pt x="18" y="11"/>
                    <a:pt x="21" y="9"/>
                    <a:pt x="23" y="9"/>
                  </a:cubicBezTo>
                  <a:cubicBezTo>
                    <a:pt x="24" y="9"/>
                    <a:pt x="24" y="10"/>
                    <a:pt x="25" y="12"/>
                  </a:cubicBezTo>
                  <a:cubicBezTo>
                    <a:pt x="25" y="16"/>
                    <a:pt x="27" y="18"/>
                    <a:pt x="29" y="18"/>
                  </a:cubicBezTo>
                  <a:cubicBezTo>
                    <a:pt x="30" y="18"/>
                    <a:pt x="31" y="17"/>
                    <a:pt x="32" y="16"/>
                  </a:cubicBezTo>
                  <a:cubicBezTo>
                    <a:pt x="33" y="15"/>
                    <a:pt x="33" y="14"/>
                    <a:pt x="33" y="11"/>
                  </a:cubicBezTo>
                  <a:cubicBezTo>
                    <a:pt x="33" y="9"/>
                    <a:pt x="32" y="6"/>
                    <a:pt x="31" y="3"/>
                  </a:cubicBezTo>
                  <a:cubicBezTo>
                    <a:pt x="29" y="1"/>
                    <a:pt x="27" y="0"/>
                    <a:pt x="24" y="0"/>
                  </a:cubicBezTo>
                  <a:cubicBezTo>
                    <a:pt x="19" y="0"/>
                    <a:pt x="14" y="4"/>
                    <a:pt x="8" y="11"/>
                  </a:cubicBezTo>
                  <a:cubicBezTo>
                    <a:pt x="3" y="19"/>
                    <a:pt x="0" y="26"/>
                    <a:pt x="0" y="33"/>
                  </a:cubicBezTo>
                  <a:cubicBezTo>
                    <a:pt x="0" y="37"/>
                    <a:pt x="2" y="40"/>
                    <a:pt x="4" y="43"/>
                  </a:cubicBezTo>
                  <a:cubicBezTo>
                    <a:pt x="6" y="45"/>
                    <a:pt x="9" y="46"/>
                    <a:pt x="14" y="46"/>
                  </a:cubicBezTo>
                  <a:cubicBezTo>
                    <a:pt x="19" y="46"/>
                    <a:pt x="24" y="45"/>
                    <a:pt x="28" y="41"/>
                  </a:cubicBezTo>
                  <a:cubicBezTo>
                    <a:pt x="33" y="38"/>
                    <a:pt x="35" y="35"/>
                    <a:pt x="35"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174"/>
            <p:cNvSpPr>
              <a:spLocks/>
            </p:cNvSpPr>
            <p:nvPr/>
          </p:nvSpPr>
          <p:spPr bwMode="auto">
            <a:xfrm>
              <a:off x="3481388" y="3930650"/>
              <a:ext cx="66675" cy="106363"/>
            </a:xfrm>
            <a:custGeom>
              <a:avLst/>
              <a:gdLst>
                <a:gd name="T0" fmla="*/ 41 w 43"/>
                <a:gd name="T1" fmla="*/ 66 h 68"/>
                <a:gd name="T2" fmla="*/ 43 w 43"/>
                <a:gd name="T3" fmla="*/ 62 h 68"/>
                <a:gd name="T4" fmla="*/ 43 w 43"/>
                <a:gd name="T5" fmla="*/ 60 h 68"/>
                <a:gd name="T6" fmla="*/ 41 w 43"/>
                <a:gd name="T7" fmla="*/ 60 h 68"/>
                <a:gd name="T8" fmla="*/ 40 w 43"/>
                <a:gd name="T9" fmla="*/ 60 h 68"/>
                <a:gd name="T10" fmla="*/ 34 w 43"/>
                <a:gd name="T11" fmla="*/ 58 h 68"/>
                <a:gd name="T12" fmla="*/ 27 w 43"/>
                <a:gd name="T13" fmla="*/ 51 h 68"/>
                <a:gd name="T14" fmla="*/ 22 w 43"/>
                <a:gd name="T15" fmla="*/ 45 h 68"/>
                <a:gd name="T16" fmla="*/ 24 w 43"/>
                <a:gd name="T17" fmla="*/ 43 h 68"/>
                <a:gd name="T18" fmla="*/ 28 w 43"/>
                <a:gd name="T19" fmla="*/ 39 h 68"/>
                <a:gd name="T20" fmla="*/ 34 w 43"/>
                <a:gd name="T21" fmla="*/ 35 h 68"/>
                <a:gd name="T22" fmla="*/ 37 w 43"/>
                <a:gd name="T23" fmla="*/ 34 h 68"/>
                <a:gd name="T24" fmla="*/ 37 w 43"/>
                <a:gd name="T25" fmla="*/ 35 h 68"/>
                <a:gd name="T26" fmla="*/ 37 w 43"/>
                <a:gd name="T27" fmla="*/ 35 h 68"/>
                <a:gd name="T28" fmla="*/ 41 w 43"/>
                <a:gd name="T29" fmla="*/ 28 h 68"/>
                <a:gd name="T30" fmla="*/ 37 w 43"/>
                <a:gd name="T31" fmla="*/ 24 h 68"/>
                <a:gd name="T32" fmla="*/ 24 w 43"/>
                <a:gd name="T33" fmla="*/ 33 h 68"/>
                <a:gd name="T34" fmla="*/ 12 w 43"/>
                <a:gd name="T35" fmla="*/ 44 h 68"/>
                <a:gd name="T36" fmla="*/ 13 w 43"/>
                <a:gd name="T37" fmla="*/ 31 h 68"/>
                <a:gd name="T38" fmla="*/ 13 w 43"/>
                <a:gd name="T39" fmla="*/ 31 h 68"/>
                <a:gd name="T40" fmla="*/ 14 w 43"/>
                <a:gd name="T41" fmla="*/ 26 h 68"/>
                <a:gd name="T42" fmla="*/ 18 w 43"/>
                <a:gd name="T43" fmla="*/ 5 h 68"/>
                <a:gd name="T44" fmla="*/ 16 w 43"/>
                <a:gd name="T45" fmla="*/ 2 h 68"/>
                <a:gd name="T46" fmla="*/ 14 w 43"/>
                <a:gd name="T47" fmla="*/ 0 h 68"/>
                <a:gd name="T48" fmla="*/ 10 w 43"/>
                <a:gd name="T49" fmla="*/ 2 h 68"/>
                <a:gd name="T50" fmla="*/ 8 w 43"/>
                <a:gd name="T51" fmla="*/ 5 h 68"/>
                <a:gd name="T52" fmla="*/ 6 w 43"/>
                <a:gd name="T53" fmla="*/ 14 h 68"/>
                <a:gd name="T54" fmla="*/ 4 w 43"/>
                <a:gd name="T55" fmla="*/ 33 h 68"/>
                <a:gd name="T56" fmla="*/ 1 w 43"/>
                <a:gd name="T57" fmla="*/ 58 h 68"/>
                <a:gd name="T58" fmla="*/ 0 w 43"/>
                <a:gd name="T59" fmla="*/ 64 h 68"/>
                <a:gd name="T60" fmla="*/ 1 w 43"/>
                <a:gd name="T61" fmla="*/ 67 h 68"/>
                <a:gd name="T62" fmla="*/ 5 w 43"/>
                <a:gd name="T63" fmla="*/ 68 h 68"/>
                <a:gd name="T64" fmla="*/ 9 w 43"/>
                <a:gd name="T65" fmla="*/ 67 h 68"/>
                <a:gd name="T66" fmla="*/ 10 w 43"/>
                <a:gd name="T67" fmla="*/ 62 h 68"/>
                <a:gd name="T68" fmla="*/ 11 w 43"/>
                <a:gd name="T69" fmla="*/ 54 h 68"/>
                <a:gd name="T70" fmla="*/ 11 w 43"/>
                <a:gd name="T71" fmla="*/ 54 h 68"/>
                <a:gd name="T72" fmla="*/ 13 w 43"/>
                <a:gd name="T73" fmla="*/ 52 h 68"/>
                <a:gd name="T74" fmla="*/ 14 w 43"/>
                <a:gd name="T75" fmla="*/ 50 h 68"/>
                <a:gd name="T76" fmla="*/ 20 w 43"/>
                <a:gd name="T77" fmla="*/ 56 h 68"/>
                <a:gd name="T78" fmla="*/ 29 w 43"/>
                <a:gd name="T79" fmla="*/ 66 h 68"/>
                <a:gd name="T80" fmla="*/ 35 w 43"/>
                <a:gd name="T81" fmla="*/ 68 h 68"/>
                <a:gd name="T82" fmla="*/ 41 w 43"/>
                <a:gd name="T83" fmla="*/ 66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3" h="68">
                  <a:moveTo>
                    <a:pt x="41" y="66"/>
                  </a:moveTo>
                  <a:cubicBezTo>
                    <a:pt x="43" y="64"/>
                    <a:pt x="43" y="63"/>
                    <a:pt x="43" y="62"/>
                  </a:cubicBezTo>
                  <a:cubicBezTo>
                    <a:pt x="43" y="61"/>
                    <a:pt x="43" y="61"/>
                    <a:pt x="43" y="60"/>
                  </a:cubicBezTo>
                  <a:cubicBezTo>
                    <a:pt x="42" y="60"/>
                    <a:pt x="42" y="60"/>
                    <a:pt x="41" y="60"/>
                  </a:cubicBezTo>
                  <a:cubicBezTo>
                    <a:pt x="40" y="60"/>
                    <a:pt x="40" y="60"/>
                    <a:pt x="40" y="60"/>
                  </a:cubicBezTo>
                  <a:cubicBezTo>
                    <a:pt x="38" y="60"/>
                    <a:pt x="36" y="59"/>
                    <a:pt x="34" y="58"/>
                  </a:cubicBezTo>
                  <a:cubicBezTo>
                    <a:pt x="32" y="56"/>
                    <a:pt x="30" y="54"/>
                    <a:pt x="27" y="51"/>
                  </a:cubicBezTo>
                  <a:cubicBezTo>
                    <a:pt x="24" y="47"/>
                    <a:pt x="22" y="46"/>
                    <a:pt x="22" y="45"/>
                  </a:cubicBezTo>
                  <a:cubicBezTo>
                    <a:pt x="22" y="45"/>
                    <a:pt x="23" y="44"/>
                    <a:pt x="24" y="43"/>
                  </a:cubicBezTo>
                  <a:cubicBezTo>
                    <a:pt x="25" y="42"/>
                    <a:pt x="26" y="41"/>
                    <a:pt x="28" y="39"/>
                  </a:cubicBezTo>
                  <a:cubicBezTo>
                    <a:pt x="30" y="38"/>
                    <a:pt x="32" y="37"/>
                    <a:pt x="34" y="35"/>
                  </a:cubicBezTo>
                  <a:cubicBezTo>
                    <a:pt x="35" y="35"/>
                    <a:pt x="36" y="35"/>
                    <a:pt x="37" y="34"/>
                  </a:cubicBezTo>
                  <a:cubicBezTo>
                    <a:pt x="37" y="35"/>
                    <a:pt x="37" y="35"/>
                    <a:pt x="37" y="35"/>
                  </a:cubicBezTo>
                  <a:cubicBezTo>
                    <a:pt x="37" y="35"/>
                    <a:pt x="37" y="35"/>
                    <a:pt x="37" y="35"/>
                  </a:cubicBezTo>
                  <a:cubicBezTo>
                    <a:pt x="40" y="31"/>
                    <a:pt x="41" y="31"/>
                    <a:pt x="41" y="28"/>
                  </a:cubicBezTo>
                  <a:cubicBezTo>
                    <a:pt x="41" y="26"/>
                    <a:pt x="40" y="24"/>
                    <a:pt x="37" y="24"/>
                  </a:cubicBezTo>
                  <a:cubicBezTo>
                    <a:pt x="34" y="24"/>
                    <a:pt x="30" y="27"/>
                    <a:pt x="24" y="33"/>
                  </a:cubicBezTo>
                  <a:cubicBezTo>
                    <a:pt x="12" y="44"/>
                    <a:pt x="12" y="44"/>
                    <a:pt x="12" y="44"/>
                  </a:cubicBezTo>
                  <a:cubicBezTo>
                    <a:pt x="12" y="43"/>
                    <a:pt x="12" y="39"/>
                    <a:pt x="13" y="31"/>
                  </a:cubicBezTo>
                  <a:cubicBezTo>
                    <a:pt x="13" y="31"/>
                    <a:pt x="13" y="31"/>
                    <a:pt x="13" y="31"/>
                  </a:cubicBezTo>
                  <a:cubicBezTo>
                    <a:pt x="14" y="26"/>
                    <a:pt x="14" y="26"/>
                    <a:pt x="14" y="26"/>
                  </a:cubicBezTo>
                  <a:cubicBezTo>
                    <a:pt x="16" y="14"/>
                    <a:pt x="18" y="7"/>
                    <a:pt x="18" y="5"/>
                  </a:cubicBezTo>
                  <a:cubicBezTo>
                    <a:pt x="18" y="4"/>
                    <a:pt x="17" y="3"/>
                    <a:pt x="16" y="2"/>
                  </a:cubicBezTo>
                  <a:cubicBezTo>
                    <a:pt x="16" y="1"/>
                    <a:pt x="15" y="0"/>
                    <a:pt x="14" y="0"/>
                  </a:cubicBezTo>
                  <a:cubicBezTo>
                    <a:pt x="12" y="0"/>
                    <a:pt x="11" y="1"/>
                    <a:pt x="10" y="2"/>
                  </a:cubicBezTo>
                  <a:cubicBezTo>
                    <a:pt x="9" y="3"/>
                    <a:pt x="8" y="4"/>
                    <a:pt x="8" y="5"/>
                  </a:cubicBezTo>
                  <a:cubicBezTo>
                    <a:pt x="7" y="7"/>
                    <a:pt x="7" y="10"/>
                    <a:pt x="6" y="14"/>
                  </a:cubicBezTo>
                  <a:cubicBezTo>
                    <a:pt x="6" y="19"/>
                    <a:pt x="5" y="25"/>
                    <a:pt x="4" y="33"/>
                  </a:cubicBezTo>
                  <a:cubicBezTo>
                    <a:pt x="3" y="44"/>
                    <a:pt x="2" y="52"/>
                    <a:pt x="1" y="58"/>
                  </a:cubicBezTo>
                  <a:cubicBezTo>
                    <a:pt x="0" y="61"/>
                    <a:pt x="0" y="63"/>
                    <a:pt x="0" y="64"/>
                  </a:cubicBezTo>
                  <a:cubicBezTo>
                    <a:pt x="0" y="65"/>
                    <a:pt x="0" y="66"/>
                    <a:pt x="1" y="67"/>
                  </a:cubicBezTo>
                  <a:cubicBezTo>
                    <a:pt x="2" y="68"/>
                    <a:pt x="3" y="68"/>
                    <a:pt x="5" y="68"/>
                  </a:cubicBezTo>
                  <a:cubicBezTo>
                    <a:pt x="6" y="68"/>
                    <a:pt x="8" y="68"/>
                    <a:pt x="9" y="67"/>
                  </a:cubicBezTo>
                  <a:cubicBezTo>
                    <a:pt x="10" y="66"/>
                    <a:pt x="10" y="64"/>
                    <a:pt x="10" y="62"/>
                  </a:cubicBezTo>
                  <a:cubicBezTo>
                    <a:pt x="10" y="59"/>
                    <a:pt x="11" y="56"/>
                    <a:pt x="11" y="54"/>
                  </a:cubicBezTo>
                  <a:cubicBezTo>
                    <a:pt x="11" y="54"/>
                    <a:pt x="11" y="54"/>
                    <a:pt x="11" y="54"/>
                  </a:cubicBezTo>
                  <a:cubicBezTo>
                    <a:pt x="11" y="53"/>
                    <a:pt x="12" y="53"/>
                    <a:pt x="13" y="52"/>
                  </a:cubicBezTo>
                  <a:cubicBezTo>
                    <a:pt x="14" y="51"/>
                    <a:pt x="14" y="50"/>
                    <a:pt x="14" y="50"/>
                  </a:cubicBezTo>
                  <a:cubicBezTo>
                    <a:pt x="15" y="50"/>
                    <a:pt x="16" y="52"/>
                    <a:pt x="20" y="56"/>
                  </a:cubicBezTo>
                  <a:cubicBezTo>
                    <a:pt x="24" y="61"/>
                    <a:pt x="27" y="64"/>
                    <a:pt x="29" y="66"/>
                  </a:cubicBezTo>
                  <a:cubicBezTo>
                    <a:pt x="31" y="67"/>
                    <a:pt x="33" y="68"/>
                    <a:pt x="35" y="68"/>
                  </a:cubicBezTo>
                  <a:cubicBezTo>
                    <a:pt x="38" y="68"/>
                    <a:pt x="40" y="67"/>
                    <a:pt x="41" y="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175"/>
            <p:cNvSpPr>
              <a:spLocks/>
            </p:cNvSpPr>
            <p:nvPr/>
          </p:nvSpPr>
          <p:spPr bwMode="auto">
            <a:xfrm>
              <a:off x="3205163" y="4095750"/>
              <a:ext cx="104775" cy="93663"/>
            </a:xfrm>
            <a:custGeom>
              <a:avLst/>
              <a:gdLst>
                <a:gd name="T0" fmla="*/ 65 w 67"/>
                <a:gd name="T1" fmla="*/ 16 h 60"/>
                <a:gd name="T2" fmla="*/ 67 w 67"/>
                <a:gd name="T3" fmla="*/ 4 h 60"/>
                <a:gd name="T4" fmla="*/ 64 w 67"/>
                <a:gd name="T5" fmla="*/ 1 h 60"/>
                <a:gd name="T6" fmla="*/ 60 w 67"/>
                <a:gd name="T7" fmla="*/ 0 h 60"/>
                <a:gd name="T8" fmla="*/ 56 w 67"/>
                <a:gd name="T9" fmla="*/ 3 h 60"/>
                <a:gd name="T10" fmla="*/ 44 w 67"/>
                <a:gd name="T11" fmla="*/ 18 h 60"/>
                <a:gd name="T12" fmla="*/ 32 w 67"/>
                <a:gd name="T13" fmla="*/ 34 h 60"/>
                <a:gd name="T14" fmla="*/ 27 w 67"/>
                <a:gd name="T15" fmla="*/ 22 h 60"/>
                <a:gd name="T16" fmla="*/ 22 w 67"/>
                <a:gd name="T17" fmla="*/ 7 h 60"/>
                <a:gd name="T18" fmla="*/ 22 w 67"/>
                <a:gd name="T19" fmla="*/ 7 h 60"/>
                <a:gd name="T20" fmla="*/ 20 w 67"/>
                <a:gd name="T21" fmla="*/ 3 h 60"/>
                <a:gd name="T22" fmla="*/ 16 w 67"/>
                <a:gd name="T23" fmla="*/ 1 h 60"/>
                <a:gd name="T24" fmla="*/ 12 w 67"/>
                <a:gd name="T25" fmla="*/ 2 h 60"/>
                <a:gd name="T26" fmla="*/ 10 w 67"/>
                <a:gd name="T27" fmla="*/ 5 h 60"/>
                <a:gd name="T28" fmla="*/ 9 w 67"/>
                <a:gd name="T29" fmla="*/ 15 h 60"/>
                <a:gd name="T30" fmla="*/ 1 w 67"/>
                <a:gd name="T31" fmla="*/ 45 h 60"/>
                <a:gd name="T32" fmla="*/ 0 w 67"/>
                <a:gd name="T33" fmla="*/ 55 h 60"/>
                <a:gd name="T34" fmla="*/ 1 w 67"/>
                <a:gd name="T35" fmla="*/ 58 h 60"/>
                <a:gd name="T36" fmla="*/ 5 w 67"/>
                <a:gd name="T37" fmla="*/ 60 h 60"/>
                <a:gd name="T38" fmla="*/ 8 w 67"/>
                <a:gd name="T39" fmla="*/ 59 h 60"/>
                <a:gd name="T40" fmla="*/ 10 w 67"/>
                <a:gd name="T41" fmla="*/ 57 h 60"/>
                <a:gd name="T42" fmla="*/ 11 w 67"/>
                <a:gd name="T43" fmla="*/ 48 h 60"/>
                <a:gd name="T44" fmla="*/ 13 w 67"/>
                <a:gd name="T45" fmla="*/ 38 h 60"/>
                <a:gd name="T46" fmla="*/ 15 w 67"/>
                <a:gd name="T47" fmla="*/ 29 h 60"/>
                <a:gd name="T48" fmla="*/ 17 w 67"/>
                <a:gd name="T49" fmla="*/ 19 h 60"/>
                <a:gd name="T50" fmla="*/ 19 w 67"/>
                <a:gd name="T51" fmla="*/ 26 h 60"/>
                <a:gd name="T52" fmla="*/ 22 w 67"/>
                <a:gd name="T53" fmla="*/ 34 h 60"/>
                <a:gd name="T54" fmla="*/ 26 w 67"/>
                <a:gd name="T55" fmla="*/ 42 h 60"/>
                <a:gd name="T56" fmla="*/ 30 w 67"/>
                <a:gd name="T57" fmla="*/ 45 h 60"/>
                <a:gd name="T58" fmla="*/ 44 w 67"/>
                <a:gd name="T59" fmla="*/ 32 h 60"/>
                <a:gd name="T60" fmla="*/ 57 w 67"/>
                <a:gd name="T61" fmla="*/ 14 h 60"/>
                <a:gd name="T62" fmla="*/ 56 w 67"/>
                <a:gd name="T63" fmla="*/ 17 h 60"/>
                <a:gd name="T64" fmla="*/ 54 w 67"/>
                <a:gd name="T65" fmla="*/ 33 h 60"/>
                <a:gd name="T66" fmla="*/ 52 w 67"/>
                <a:gd name="T67" fmla="*/ 51 h 60"/>
                <a:gd name="T68" fmla="*/ 58 w 67"/>
                <a:gd name="T69" fmla="*/ 59 h 60"/>
                <a:gd name="T70" fmla="*/ 62 w 67"/>
                <a:gd name="T71" fmla="*/ 58 h 60"/>
                <a:gd name="T72" fmla="*/ 63 w 67"/>
                <a:gd name="T73" fmla="*/ 52 h 60"/>
                <a:gd name="T74" fmla="*/ 63 w 67"/>
                <a:gd name="T75" fmla="*/ 49 h 60"/>
                <a:gd name="T76" fmla="*/ 62 w 67"/>
                <a:gd name="T77" fmla="*/ 45 h 60"/>
                <a:gd name="T78" fmla="*/ 63 w 67"/>
                <a:gd name="T79" fmla="*/ 33 h 60"/>
                <a:gd name="T80" fmla="*/ 65 w 67"/>
                <a:gd name="T81" fmla="*/ 16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7" h="60">
                  <a:moveTo>
                    <a:pt x="65" y="16"/>
                  </a:moveTo>
                  <a:cubicBezTo>
                    <a:pt x="66" y="9"/>
                    <a:pt x="67" y="5"/>
                    <a:pt x="67" y="4"/>
                  </a:cubicBezTo>
                  <a:cubicBezTo>
                    <a:pt x="67" y="3"/>
                    <a:pt x="66" y="2"/>
                    <a:pt x="64" y="1"/>
                  </a:cubicBezTo>
                  <a:cubicBezTo>
                    <a:pt x="63" y="0"/>
                    <a:pt x="61" y="0"/>
                    <a:pt x="60" y="0"/>
                  </a:cubicBezTo>
                  <a:cubicBezTo>
                    <a:pt x="59" y="0"/>
                    <a:pt x="58" y="1"/>
                    <a:pt x="56" y="3"/>
                  </a:cubicBezTo>
                  <a:cubicBezTo>
                    <a:pt x="54" y="5"/>
                    <a:pt x="50" y="10"/>
                    <a:pt x="44" y="18"/>
                  </a:cubicBezTo>
                  <a:cubicBezTo>
                    <a:pt x="39" y="25"/>
                    <a:pt x="34" y="31"/>
                    <a:pt x="32" y="34"/>
                  </a:cubicBezTo>
                  <a:cubicBezTo>
                    <a:pt x="31" y="32"/>
                    <a:pt x="29" y="28"/>
                    <a:pt x="27" y="22"/>
                  </a:cubicBezTo>
                  <a:cubicBezTo>
                    <a:pt x="22" y="7"/>
                    <a:pt x="22" y="7"/>
                    <a:pt x="22" y="7"/>
                  </a:cubicBezTo>
                  <a:cubicBezTo>
                    <a:pt x="22" y="7"/>
                    <a:pt x="22" y="7"/>
                    <a:pt x="22" y="7"/>
                  </a:cubicBezTo>
                  <a:cubicBezTo>
                    <a:pt x="21" y="6"/>
                    <a:pt x="21" y="4"/>
                    <a:pt x="20" y="3"/>
                  </a:cubicBezTo>
                  <a:cubicBezTo>
                    <a:pt x="19" y="1"/>
                    <a:pt x="17" y="1"/>
                    <a:pt x="16" y="1"/>
                  </a:cubicBezTo>
                  <a:cubicBezTo>
                    <a:pt x="14" y="1"/>
                    <a:pt x="13" y="1"/>
                    <a:pt x="12" y="2"/>
                  </a:cubicBezTo>
                  <a:cubicBezTo>
                    <a:pt x="10" y="3"/>
                    <a:pt x="10" y="4"/>
                    <a:pt x="10" y="5"/>
                  </a:cubicBezTo>
                  <a:cubicBezTo>
                    <a:pt x="10" y="8"/>
                    <a:pt x="9" y="11"/>
                    <a:pt x="9" y="15"/>
                  </a:cubicBezTo>
                  <a:cubicBezTo>
                    <a:pt x="8" y="20"/>
                    <a:pt x="6" y="30"/>
                    <a:pt x="1" y="45"/>
                  </a:cubicBezTo>
                  <a:cubicBezTo>
                    <a:pt x="0" y="49"/>
                    <a:pt x="0" y="53"/>
                    <a:pt x="0" y="55"/>
                  </a:cubicBezTo>
                  <a:cubicBezTo>
                    <a:pt x="0" y="56"/>
                    <a:pt x="0" y="57"/>
                    <a:pt x="1" y="58"/>
                  </a:cubicBezTo>
                  <a:cubicBezTo>
                    <a:pt x="3" y="60"/>
                    <a:pt x="4" y="60"/>
                    <a:pt x="5" y="60"/>
                  </a:cubicBezTo>
                  <a:cubicBezTo>
                    <a:pt x="6" y="60"/>
                    <a:pt x="6" y="60"/>
                    <a:pt x="8" y="59"/>
                  </a:cubicBezTo>
                  <a:cubicBezTo>
                    <a:pt x="9" y="58"/>
                    <a:pt x="9" y="58"/>
                    <a:pt x="10" y="57"/>
                  </a:cubicBezTo>
                  <a:cubicBezTo>
                    <a:pt x="10" y="55"/>
                    <a:pt x="10" y="52"/>
                    <a:pt x="11" y="48"/>
                  </a:cubicBezTo>
                  <a:cubicBezTo>
                    <a:pt x="12" y="44"/>
                    <a:pt x="12" y="41"/>
                    <a:pt x="13" y="38"/>
                  </a:cubicBezTo>
                  <a:cubicBezTo>
                    <a:pt x="14" y="35"/>
                    <a:pt x="14" y="32"/>
                    <a:pt x="15" y="29"/>
                  </a:cubicBezTo>
                  <a:cubicBezTo>
                    <a:pt x="17" y="19"/>
                    <a:pt x="17" y="19"/>
                    <a:pt x="17" y="19"/>
                  </a:cubicBezTo>
                  <a:cubicBezTo>
                    <a:pt x="17" y="19"/>
                    <a:pt x="18" y="22"/>
                    <a:pt x="19" y="26"/>
                  </a:cubicBezTo>
                  <a:cubicBezTo>
                    <a:pt x="20" y="28"/>
                    <a:pt x="21" y="31"/>
                    <a:pt x="22" y="34"/>
                  </a:cubicBezTo>
                  <a:cubicBezTo>
                    <a:pt x="23" y="38"/>
                    <a:pt x="24" y="40"/>
                    <a:pt x="26" y="42"/>
                  </a:cubicBezTo>
                  <a:cubicBezTo>
                    <a:pt x="27" y="44"/>
                    <a:pt x="28" y="45"/>
                    <a:pt x="30" y="45"/>
                  </a:cubicBezTo>
                  <a:cubicBezTo>
                    <a:pt x="33" y="45"/>
                    <a:pt x="38" y="41"/>
                    <a:pt x="44" y="32"/>
                  </a:cubicBezTo>
                  <a:cubicBezTo>
                    <a:pt x="57" y="14"/>
                    <a:pt x="57" y="14"/>
                    <a:pt x="57" y="14"/>
                  </a:cubicBezTo>
                  <a:cubicBezTo>
                    <a:pt x="57" y="15"/>
                    <a:pt x="56" y="16"/>
                    <a:pt x="56" y="17"/>
                  </a:cubicBezTo>
                  <a:cubicBezTo>
                    <a:pt x="55" y="21"/>
                    <a:pt x="55" y="26"/>
                    <a:pt x="54" y="33"/>
                  </a:cubicBezTo>
                  <a:cubicBezTo>
                    <a:pt x="53" y="40"/>
                    <a:pt x="52" y="46"/>
                    <a:pt x="52" y="51"/>
                  </a:cubicBezTo>
                  <a:cubicBezTo>
                    <a:pt x="52" y="56"/>
                    <a:pt x="54" y="59"/>
                    <a:pt x="58" y="59"/>
                  </a:cubicBezTo>
                  <a:cubicBezTo>
                    <a:pt x="59" y="59"/>
                    <a:pt x="61" y="59"/>
                    <a:pt x="62" y="58"/>
                  </a:cubicBezTo>
                  <a:cubicBezTo>
                    <a:pt x="63" y="57"/>
                    <a:pt x="63" y="55"/>
                    <a:pt x="63" y="52"/>
                  </a:cubicBezTo>
                  <a:cubicBezTo>
                    <a:pt x="63" y="51"/>
                    <a:pt x="63" y="50"/>
                    <a:pt x="63" y="49"/>
                  </a:cubicBezTo>
                  <a:cubicBezTo>
                    <a:pt x="62" y="48"/>
                    <a:pt x="62" y="46"/>
                    <a:pt x="62" y="45"/>
                  </a:cubicBezTo>
                  <a:cubicBezTo>
                    <a:pt x="62" y="44"/>
                    <a:pt x="62" y="40"/>
                    <a:pt x="63" y="33"/>
                  </a:cubicBezTo>
                  <a:cubicBezTo>
                    <a:pt x="64" y="27"/>
                    <a:pt x="64" y="21"/>
                    <a:pt x="65"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176"/>
            <p:cNvSpPr>
              <a:spLocks noEditPoints="1"/>
            </p:cNvSpPr>
            <p:nvPr/>
          </p:nvSpPr>
          <p:spPr bwMode="auto">
            <a:xfrm>
              <a:off x="3322638" y="4117975"/>
              <a:ext cx="63500" cy="69850"/>
            </a:xfrm>
            <a:custGeom>
              <a:avLst/>
              <a:gdLst>
                <a:gd name="T0" fmla="*/ 35 w 41"/>
                <a:gd name="T1" fmla="*/ 45 h 45"/>
                <a:gd name="T2" fmla="*/ 39 w 41"/>
                <a:gd name="T3" fmla="*/ 44 h 45"/>
                <a:gd name="T4" fmla="*/ 41 w 41"/>
                <a:gd name="T5" fmla="*/ 41 h 45"/>
                <a:gd name="T6" fmla="*/ 40 w 41"/>
                <a:gd name="T7" fmla="*/ 39 h 45"/>
                <a:gd name="T8" fmla="*/ 38 w 41"/>
                <a:gd name="T9" fmla="*/ 37 h 45"/>
                <a:gd name="T10" fmla="*/ 37 w 41"/>
                <a:gd name="T11" fmla="*/ 35 h 45"/>
                <a:gd name="T12" fmla="*/ 36 w 41"/>
                <a:gd name="T13" fmla="*/ 27 h 45"/>
                <a:gd name="T14" fmla="*/ 38 w 41"/>
                <a:gd name="T15" fmla="*/ 15 h 45"/>
                <a:gd name="T16" fmla="*/ 38 w 41"/>
                <a:gd name="T17" fmla="*/ 9 h 45"/>
                <a:gd name="T18" fmla="*/ 34 w 41"/>
                <a:gd name="T19" fmla="*/ 5 h 45"/>
                <a:gd name="T20" fmla="*/ 28 w 41"/>
                <a:gd name="T21" fmla="*/ 0 h 45"/>
                <a:gd name="T22" fmla="*/ 9 w 41"/>
                <a:gd name="T23" fmla="*/ 12 h 45"/>
                <a:gd name="T24" fmla="*/ 0 w 41"/>
                <a:gd name="T25" fmla="*/ 34 h 45"/>
                <a:gd name="T26" fmla="*/ 2 w 41"/>
                <a:gd name="T27" fmla="*/ 41 h 45"/>
                <a:gd name="T28" fmla="*/ 8 w 41"/>
                <a:gd name="T29" fmla="*/ 44 h 45"/>
                <a:gd name="T30" fmla="*/ 28 w 41"/>
                <a:gd name="T31" fmla="*/ 31 h 45"/>
                <a:gd name="T32" fmla="*/ 35 w 41"/>
                <a:gd name="T33" fmla="*/ 45 h 45"/>
                <a:gd name="T34" fmla="*/ 22 w 41"/>
                <a:gd name="T35" fmla="*/ 27 h 45"/>
                <a:gd name="T36" fmla="*/ 11 w 41"/>
                <a:gd name="T37" fmla="*/ 36 h 45"/>
                <a:gd name="T38" fmla="*/ 9 w 41"/>
                <a:gd name="T39" fmla="*/ 32 h 45"/>
                <a:gd name="T40" fmla="*/ 16 w 41"/>
                <a:gd name="T41" fmla="*/ 17 h 45"/>
                <a:gd name="T42" fmla="*/ 26 w 41"/>
                <a:gd name="T43" fmla="*/ 9 h 45"/>
                <a:gd name="T44" fmla="*/ 28 w 41"/>
                <a:gd name="T45" fmla="*/ 10 h 45"/>
                <a:gd name="T46" fmla="*/ 29 w 41"/>
                <a:gd name="T47" fmla="*/ 13 h 45"/>
                <a:gd name="T48" fmla="*/ 22 w 41"/>
                <a:gd name="T49"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 h="45">
                  <a:moveTo>
                    <a:pt x="35" y="45"/>
                  </a:moveTo>
                  <a:cubicBezTo>
                    <a:pt x="36" y="45"/>
                    <a:pt x="38" y="45"/>
                    <a:pt x="39" y="44"/>
                  </a:cubicBezTo>
                  <a:cubicBezTo>
                    <a:pt x="40" y="43"/>
                    <a:pt x="41" y="42"/>
                    <a:pt x="41" y="41"/>
                  </a:cubicBezTo>
                  <a:cubicBezTo>
                    <a:pt x="41" y="40"/>
                    <a:pt x="41" y="39"/>
                    <a:pt x="40" y="39"/>
                  </a:cubicBezTo>
                  <a:cubicBezTo>
                    <a:pt x="39" y="38"/>
                    <a:pt x="38" y="38"/>
                    <a:pt x="38" y="37"/>
                  </a:cubicBezTo>
                  <a:cubicBezTo>
                    <a:pt x="37" y="37"/>
                    <a:pt x="37" y="36"/>
                    <a:pt x="37" y="35"/>
                  </a:cubicBezTo>
                  <a:cubicBezTo>
                    <a:pt x="36" y="33"/>
                    <a:pt x="36" y="31"/>
                    <a:pt x="36" y="27"/>
                  </a:cubicBezTo>
                  <a:cubicBezTo>
                    <a:pt x="36" y="24"/>
                    <a:pt x="36" y="20"/>
                    <a:pt x="38" y="15"/>
                  </a:cubicBezTo>
                  <a:cubicBezTo>
                    <a:pt x="38" y="12"/>
                    <a:pt x="38" y="10"/>
                    <a:pt x="38" y="9"/>
                  </a:cubicBezTo>
                  <a:cubicBezTo>
                    <a:pt x="38" y="6"/>
                    <a:pt x="37" y="5"/>
                    <a:pt x="34" y="5"/>
                  </a:cubicBezTo>
                  <a:cubicBezTo>
                    <a:pt x="33" y="2"/>
                    <a:pt x="31" y="0"/>
                    <a:pt x="28" y="0"/>
                  </a:cubicBezTo>
                  <a:cubicBezTo>
                    <a:pt x="21" y="0"/>
                    <a:pt x="15" y="4"/>
                    <a:pt x="9" y="12"/>
                  </a:cubicBezTo>
                  <a:cubicBezTo>
                    <a:pt x="3" y="20"/>
                    <a:pt x="0" y="27"/>
                    <a:pt x="0" y="34"/>
                  </a:cubicBezTo>
                  <a:cubicBezTo>
                    <a:pt x="0" y="37"/>
                    <a:pt x="0" y="40"/>
                    <a:pt x="2" y="41"/>
                  </a:cubicBezTo>
                  <a:cubicBezTo>
                    <a:pt x="4" y="43"/>
                    <a:pt x="6" y="44"/>
                    <a:pt x="8" y="44"/>
                  </a:cubicBezTo>
                  <a:cubicBezTo>
                    <a:pt x="15" y="44"/>
                    <a:pt x="21" y="40"/>
                    <a:pt x="28" y="31"/>
                  </a:cubicBezTo>
                  <a:cubicBezTo>
                    <a:pt x="28" y="40"/>
                    <a:pt x="30" y="45"/>
                    <a:pt x="35" y="45"/>
                  </a:cubicBezTo>
                  <a:close/>
                  <a:moveTo>
                    <a:pt x="22" y="27"/>
                  </a:moveTo>
                  <a:cubicBezTo>
                    <a:pt x="17" y="33"/>
                    <a:pt x="14" y="36"/>
                    <a:pt x="11" y="36"/>
                  </a:cubicBezTo>
                  <a:cubicBezTo>
                    <a:pt x="10" y="36"/>
                    <a:pt x="9" y="35"/>
                    <a:pt x="9" y="32"/>
                  </a:cubicBezTo>
                  <a:cubicBezTo>
                    <a:pt x="9" y="28"/>
                    <a:pt x="11" y="23"/>
                    <a:pt x="16" y="17"/>
                  </a:cubicBezTo>
                  <a:cubicBezTo>
                    <a:pt x="20" y="12"/>
                    <a:pt x="23" y="9"/>
                    <a:pt x="26" y="9"/>
                  </a:cubicBezTo>
                  <a:cubicBezTo>
                    <a:pt x="27" y="9"/>
                    <a:pt x="27" y="9"/>
                    <a:pt x="28" y="10"/>
                  </a:cubicBezTo>
                  <a:cubicBezTo>
                    <a:pt x="28" y="11"/>
                    <a:pt x="29" y="12"/>
                    <a:pt x="29" y="13"/>
                  </a:cubicBezTo>
                  <a:cubicBezTo>
                    <a:pt x="29" y="17"/>
                    <a:pt x="26" y="22"/>
                    <a:pt x="22"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177"/>
            <p:cNvSpPr>
              <a:spLocks/>
            </p:cNvSpPr>
            <p:nvPr/>
          </p:nvSpPr>
          <p:spPr bwMode="auto">
            <a:xfrm>
              <a:off x="3400425" y="4119563"/>
              <a:ext cx="61913" cy="69850"/>
            </a:xfrm>
            <a:custGeom>
              <a:avLst/>
              <a:gdLst>
                <a:gd name="T0" fmla="*/ 5 w 39"/>
                <a:gd name="T1" fmla="*/ 45 h 45"/>
                <a:gd name="T2" fmla="*/ 9 w 39"/>
                <a:gd name="T3" fmla="*/ 44 h 45"/>
                <a:gd name="T4" fmla="*/ 11 w 39"/>
                <a:gd name="T5" fmla="*/ 39 h 45"/>
                <a:gd name="T6" fmla="*/ 19 w 39"/>
                <a:gd name="T7" fmla="*/ 18 h 45"/>
                <a:gd name="T8" fmla="*/ 29 w 39"/>
                <a:gd name="T9" fmla="*/ 9 h 45"/>
                <a:gd name="T10" fmla="*/ 31 w 39"/>
                <a:gd name="T11" fmla="*/ 10 h 45"/>
                <a:gd name="T12" fmla="*/ 36 w 39"/>
                <a:gd name="T13" fmla="*/ 12 h 45"/>
                <a:gd name="T14" fmla="*/ 38 w 39"/>
                <a:gd name="T15" fmla="*/ 11 h 45"/>
                <a:gd name="T16" fmla="*/ 39 w 39"/>
                <a:gd name="T17" fmla="*/ 8 h 45"/>
                <a:gd name="T18" fmla="*/ 36 w 39"/>
                <a:gd name="T19" fmla="*/ 3 h 45"/>
                <a:gd name="T20" fmla="*/ 30 w 39"/>
                <a:gd name="T21" fmla="*/ 0 h 45"/>
                <a:gd name="T22" fmla="*/ 19 w 39"/>
                <a:gd name="T23" fmla="*/ 6 h 45"/>
                <a:gd name="T24" fmla="*/ 9 w 39"/>
                <a:gd name="T25" fmla="*/ 22 h 45"/>
                <a:gd name="T26" fmla="*/ 8 w 39"/>
                <a:gd name="T27" fmla="*/ 23 h 45"/>
                <a:gd name="T28" fmla="*/ 9 w 39"/>
                <a:gd name="T29" fmla="*/ 17 h 45"/>
                <a:gd name="T30" fmla="*/ 10 w 39"/>
                <a:gd name="T31" fmla="*/ 12 h 45"/>
                <a:gd name="T32" fmla="*/ 12 w 39"/>
                <a:gd name="T33" fmla="*/ 5 h 45"/>
                <a:gd name="T34" fmla="*/ 11 w 39"/>
                <a:gd name="T35" fmla="*/ 2 h 45"/>
                <a:gd name="T36" fmla="*/ 8 w 39"/>
                <a:gd name="T37" fmla="*/ 1 h 45"/>
                <a:gd name="T38" fmla="*/ 4 w 39"/>
                <a:gd name="T39" fmla="*/ 2 h 45"/>
                <a:gd name="T40" fmla="*/ 2 w 39"/>
                <a:gd name="T41" fmla="*/ 5 h 45"/>
                <a:gd name="T42" fmla="*/ 1 w 39"/>
                <a:gd name="T43" fmla="*/ 10 h 45"/>
                <a:gd name="T44" fmla="*/ 1 w 39"/>
                <a:gd name="T45" fmla="*/ 13 h 45"/>
                <a:gd name="T46" fmla="*/ 0 w 39"/>
                <a:gd name="T47" fmla="*/ 24 h 45"/>
                <a:gd name="T48" fmla="*/ 0 w 39"/>
                <a:gd name="T49" fmla="*/ 32 h 45"/>
                <a:gd name="T50" fmla="*/ 1 w 39"/>
                <a:gd name="T51" fmla="*/ 42 h 45"/>
                <a:gd name="T52" fmla="*/ 5 w 39"/>
                <a:gd name="T53"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9" h="45">
                  <a:moveTo>
                    <a:pt x="5" y="45"/>
                  </a:moveTo>
                  <a:cubicBezTo>
                    <a:pt x="7" y="45"/>
                    <a:pt x="8" y="44"/>
                    <a:pt x="9" y="44"/>
                  </a:cubicBezTo>
                  <a:cubicBezTo>
                    <a:pt x="10" y="43"/>
                    <a:pt x="11" y="41"/>
                    <a:pt x="11" y="39"/>
                  </a:cubicBezTo>
                  <a:cubicBezTo>
                    <a:pt x="12" y="31"/>
                    <a:pt x="15" y="24"/>
                    <a:pt x="19" y="18"/>
                  </a:cubicBezTo>
                  <a:cubicBezTo>
                    <a:pt x="24" y="12"/>
                    <a:pt x="27" y="9"/>
                    <a:pt x="29" y="9"/>
                  </a:cubicBezTo>
                  <a:cubicBezTo>
                    <a:pt x="30" y="9"/>
                    <a:pt x="30" y="10"/>
                    <a:pt x="31" y="10"/>
                  </a:cubicBezTo>
                  <a:cubicBezTo>
                    <a:pt x="33" y="12"/>
                    <a:pt x="34" y="12"/>
                    <a:pt x="36" y="12"/>
                  </a:cubicBezTo>
                  <a:cubicBezTo>
                    <a:pt x="37" y="12"/>
                    <a:pt x="38" y="12"/>
                    <a:pt x="38" y="11"/>
                  </a:cubicBezTo>
                  <a:cubicBezTo>
                    <a:pt x="39" y="10"/>
                    <a:pt x="39" y="9"/>
                    <a:pt x="39" y="8"/>
                  </a:cubicBezTo>
                  <a:cubicBezTo>
                    <a:pt x="39" y="6"/>
                    <a:pt x="38" y="4"/>
                    <a:pt x="36" y="3"/>
                  </a:cubicBezTo>
                  <a:cubicBezTo>
                    <a:pt x="35" y="1"/>
                    <a:pt x="33" y="0"/>
                    <a:pt x="30" y="0"/>
                  </a:cubicBezTo>
                  <a:cubicBezTo>
                    <a:pt x="26" y="0"/>
                    <a:pt x="23" y="2"/>
                    <a:pt x="19" y="6"/>
                  </a:cubicBezTo>
                  <a:cubicBezTo>
                    <a:pt x="16" y="10"/>
                    <a:pt x="12" y="16"/>
                    <a:pt x="9" y="22"/>
                  </a:cubicBezTo>
                  <a:cubicBezTo>
                    <a:pt x="8" y="23"/>
                    <a:pt x="8" y="23"/>
                    <a:pt x="8" y="23"/>
                  </a:cubicBezTo>
                  <a:cubicBezTo>
                    <a:pt x="9" y="17"/>
                    <a:pt x="9" y="17"/>
                    <a:pt x="9" y="17"/>
                  </a:cubicBezTo>
                  <a:cubicBezTo>
                    <a:pt x="10" y="15"/>
                    <a:pt x="10" y="14"/>
                    <a:pt x="10" y="12"/>
                  </a:cubicBezTo>
                  <a:cubicBezTo>
                    <a:pt x="11" y="8"/>
                    <a:pt x="12" y="6"/>
                    <a:pt x="12" y="5"/>
                  </a:cubicBezTo>
                  <a:cubicBezTo>
                    <a:pt x="12" y="4"/>
                    <a:pt x="12" y="3"/>
                    <a:pt x="11" y="2"/>
                  </a:cubicBezTo>
                  <a:cubicBezTo>
                    <a:pt x="10" y="1"/>
                    <a:pt x="9" y="1"/>
                    <a:pt x="8" y="1"/>
                  </a:cubicBezTo>
                  <a:cubicBezTo>
                    <a:pt x="6" y="1"/>
                    <a:pt x="5" y="1"/>
                    <a:pt x="4" y="2"/>
                  </a:cubicBezTo>
                  <a:cubicBezTo>
                    <a:pt x="3" y="3"/>
                    <a:pt x="2" y="4"/>
                    <a:pt x="2" y="5"/>
                  </a:cubicBezTo>
                  <a:cubicBezTo>
                    <a:pt x="2" y="6"/>
                    <a:pt x="1" y="7"/>
                    <a:pt x="1" y="10"/>
                  </a:cubicBezTo>
                  <a:cubicBezTo>
                    <a:pt x="1" y="11"/>
                    <a:pt x="1" y="12"/>
                    <a:pt x="1" y="13"/>
                  </a:cubicBezTo>
                  <a:cubicBezTo>
                    <a:pt x="0" y="17"/>
                    <a:pt x="0" y="21"/>
                    <a:pt x="0" y="24"/>
                  </a:cubicBezTo>
                  <a:cubicBezTo>
                    <a:pt x="0" y="27"/>
                    <a:pt x="0" y="30"/>
                    <a:pt x="0" y="32"/>
                  </a:cubicBezTo>
                  <a:cubicBezTo>
                    <a:pt x="0" y="36"/>
                    <a:pt x="0" y="40"/>
                    <a:pt x="1" y="42"/>
                  </a:cubicBezTo>
                  <a:cubicBezTo>
                    <a:pt x="2" y="44"/>
                    <a:pt x="3" y="45"/>
                    <a:pt x="5"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178"/>
            <p:cNvSpPr>
              <a:spLocks/>
            </p:cNvSpPr>
            <p:nvPr/>
          </p:nvSpPr>
          <p:spPr bwMode="auto">
            <a:xfrm>
              <a:off x="3463925" y="4083050"/>
              <a:ext cx="66675" cy="106363"/>
            </a:xfrm>
            <a:custGeom>
              <a:avLst/>
              <a:gdLst>
                <a:gd name="T0" fmla="*/ 5 w 43"/>
                <a:gd name="T1" fmla="*/ 68 h 68"/>
                <a:gd name="T2" fmla="*/ 8 w 43"/>
                <a:gd name="T3" fmla="*/ 66 h 68"/>
                <a:gd name="T4" fmla="*/ 10 w 43"/>
                <a:gd name="T5" fmla="*/ 62 h 68"/>
                <a:gd name="T6" fmla="*/ 10 w 43"/>
                <a:gd name="T7" fmla="*/ 54 h 68"/>
                <a:gd name="T8" fmla="*/ 10 w 43"/>
                <a:gd name="T9" fmla="*/ 54 h 68"/>
                <a:gd name="T10" fmla="*/ 12 w 43"/>
                <a:gd name="T11" fmla="*/ 51 h 68"/>
                <a:gd name="T12" fmla="*/ 14 w 43"/>
                <a:gd name="T13" fmla="*/ 50 h 68"/>
                <a:gd name="T14" fmla="*/ 19 w 43"/>
                <a:gd name="T15" fmla="*/ 56 h 68"/>
                <a:gd name="T16" fmla="*/ 28 w 43"/>
                <a:gd name="T17" fmla="*/ 65 h 68"/>
                <a:gd name="T18" fmla="*/ 34 w 43"/>
                <a:gd name="T19" fmla="*/ 68 h 68"/>
                <a:gd name="T20" fmla="*/ 41 w 43"/>
                <a:gd name="T21" fmla="*/ 65 h 68"/>
                <a:gd name="T22" fmla="*/ 43 w 43"/>
                <a:gd name="T23" fmla="*/ 62 h 68"/>
                <a:gd name="T24" fmla="*/ 43 w 43"/>
                <a:gd name="T25" fmla="*/ 60 h 68"/>
                <a:gd name="T26" fmla="*/ 41 w 43"/>
                <a:gd name="T27" fmla="*/ 59 h 68"/>
                <a:gd name="T28" fmla="*/ 39 w 43"/>
                <a:gd name="T29" fmla="*/ 59 h 68"/>
                <a:gd name="T30" fmla="*/ 34 w 43"/>
                <a:gd name="T31" fmla="*/ 57 h 68"/>
                <a:gd name="T32" fmla="*/ 27 w 43"/>
                <a:gd name="T33" fmla="*/ 50 h 68"/>
                <a:gd name="T34" fmla="*/ 22 w 43"/>
                <a:gd name="T35" fmla="*/ 45 h 68"/>
                <a:gd name="T36" fmla="*/ 23 w 43"/>
                <a:gd name="T37" fmla="*/ 43 h 68"/>
                <a:gd name="T38" fmla="*/ 28 w 43"/>
                <a:gd name="T39" fmla="*/ 39 h 68"/>
                <a:gd name="T40" fmla="*/ 33 w 43"/>
                <a:gd name="T41" fmla="*/ 35 h 68"/>
                <a:gd name="T42" fmla="*/ 37 w 43"/>
                <a:gd name="T43" fmla="*/ 33 h 68"/>
                <a:gd name="T44" fmla="*/ 37 w 43"/>
                <a:gd name="T45" fmla="*/ 34 h 68"/>
                <a:gd name="T46" fmla="*/ 37 w 43"/>
                <a:gd name="T47" fmla="*/ 34 h 68"/>
                <a:gd name="T48" fmla="*/ 41 w 43"/>
                <a:gd name="T49" fmla="*/ 27 h 68"/>
                <a:gd name="T50" fmla="*/ 37 w 43"/>
                <a:gd name="T51" fmla="*/ 24 h 68"/>
                <a:gd name="T52" fmla="*/ 23 w 43"/>
                <a:gd name="T53" fmla="*/ 33 h 68"/>
                <a:gd name="T54" fmla="*/ 11 w 43"/>
                <a:gd name="T55" fmla="*/ 43 h 68"/>
                <a:gd name="T56" fmla="*/ 13 w 43"/>
                <a:gd name="T57" fmla="*/ 30 h 68"/>
                <a:gd name="T58" fmla="*/ 13 w 43"/>
                <a:gd name="T59" fmla="*/ 30 h 68"/>
                <a:gd name="T60" fmla="*/ 14 w 43"/>
                <a:gd name="T61" fmla="*/ 25 h 68"/>
                <a:gd name="T62" fmla="*/ 17 w 43"/>
                <a:gd name="T63" fmla="*/ 5 h 68"/>
                <a:gd name="T64" fmla="*/ 16 w 43"/>
                <a:gd name="T65" fmla="*/ 2 h 68"/>
                <a:gd name="T66" fmla="*/ 13 w 43"/>
                <a:gd name="T67" fmla="*/ 0 h 68"/>
                <a:gd name="T68" fmla="*/ 10 w 43"/>
                <a:gd name="T69" fmla="*/ 1 h 68"/>
                <a:gd name="T70" fmla="*/ 8 w 43"/>
                <a:gd name="T71" fmla="*/ 5 h 68"/>
                <a:gd name="T72" fmla="*/ 6 w 43"/>
                <a:gd name="T73" fmla="*/ 14 h 68"/>
                <a:gd name="T74" fmla="*/ 4 w 43"/>
                <a:gd name="T75" fmla="*/ 33 h 68"/>
                <a:gd name="T76" fmla="*/ 1 w 43"/>
                <a:gd name="T77" fmla="*/ 58 h 68"/>
                <a:gd name="T78" fmla="*/ 0 w 43"/>
                <a:gd name="T79" fmla="*/ 64 h 68"/>
                <a:gd name="T80" fmla="*/ 1 w 43"/>
                <a:gd name="T81" fmla="*/ 67 h 68"/>
                <a:gd name="T82" fmla="*/ 5 w 43"/>
                <a:gd name="T83"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3" h="68">
                  <a:moveTo>
                    <a:pt x="5" y="68"/>
                  </a:moveTo>
                  <a:cubicBezTo>
                    <a:pt x="6" y="68"/>
                    <a:pt x="7" y="68"/>
                    <a:pt x="8" y="66"/>
                  </a:cubicBezTo>
                  <a:cubicBezTo>
                    <a:pt x="9" y="65"/>
                    <a:pt x="10" y="64"/>
                    <a:pt x="10" y="62"/>
                  </a:cubicBezTo>
                  <a:cubicBezTo>
                    <a:pt x="10" y="59"/>
                    <a:pt x="10" y="56"/>
                    <a:pt x="10" y="54"/>
                  </a:cubicBezTo>
                  <a:cubicBezTo>
                    <a:pt x="10" y="54"/>
                    <a:pt x="10" y="54"/>
                    <a:pt x="10" y="54"/>
                  </a:cubicBezTo>
                  <a:cubicBezTo>
                    <a:pt x="10" y="53"/>
                    <a:pt x="11" y="52"/>
                    <a:pt x="12" y="51"/>
                  </a:cubicBezTo>
                  <a:cubicBezTo>
                    <a:pt x="13" y="50"/>
                    <a:pt x="14" y="50"/>
                    <a:pt x="14" y="50"/>
                  </a:cubicBezTo>
                  <a:cubicBezTo>
                    <a:pt x="14" y="50"/>
                    <a:pt x="16" y="52"/>
                    <a:pt x="19" y="56"/>
                  </a:cubicBezTo>
                  <a:cubicBezTo>
                    <a:pt x="23" y="61"/>
                    <a:pt x="26" y="64"/>
                    <a:pt x="28" y="65"/>
                  </a:cubicBezTo>
                  <a:cubicBezTo>
                    <a:pt x="30" y="67"/>
                    <a:pt x="32" y="68"/>
                    <a:pt x="34" y="68"/>
                  </a:cubicBezTo>
                  <a:cubicBezTo>
                    <a:pt x="37" y="68"/>
                    <a:pt x="40" y="67"/>
                    <a:pt x="41" y="65"/>
                  </a:cubicBezTo>
                  <a:cubicBezTo>
                    <a:pt x="42" y="64"/>
                    <a:pt x="43" y="63"/>
                    <a:pt x="43" y="62"/>
                  </a:cubicBezTo>
                  <a:cubicBezTo>
                    <a:pt x="43" y="61"/>
                    <a:pt x="43" y="60"/>
                    <a:pt x="43" y="60"/>
                  </a:cubicBezTo>
                  <a:cubicBezTo>
                    <a:pt x="42" y="60"/>
                    <a:pt x="42" y="59"/>
                    <a:pt x="41" y="59"/>
                  </a:cubicBezTo>
                  <a:cubicBezTo>
                    <a:pt x="39" y="59"/>
                    <a:pt x="39" y="59"/>
                    <a:pt x="39" y="59"/>
                  </a:cubicBezTo>
                  <a:cubicBezTo>
                    <a:pt x="38" y="59"/>
                    <a:pt x="36" y="59"/>
                    <a:pt x="34" y="57"/>
                  </a:cubicBezTo>
                  <a:cubicBezTo>
                    <a:pt x="32" y="56"/>
                    <a:pt x="30" y="54"/>
                    <a:pt x="27" y="50"/>
                  </a:cubicBezTo>
                  <a:cubicBezTo>
                    <a:pt x="24" y="47"/>
                    <a:pt x="22" y="45"/>
                    <a:pt x="22" y="45"/>
                  </a:cubicBezTo>
                  <a:cubicBezTo>
                    <a:pt x="22" y="44"/>
                    <a:pt x="22" y="44"/>
                    <a:pt x="23" y="43"/>
                  </a:cubicBezTo>
                  <a:cubicBezTo>
                    <a:pt x="24" y="42"/>
                    <a:pt x="26" y="41"/>
                    <a:pt x="28" y="39"/>
                  </a:cubicBezTo>
                  <a:cubicBezTo>
                    <a:pt x="30" y="38"/>
                    <a:pt x="32" y="36"/>
                    <a:pt x="33" y="35"/>
                  </a:cubicBezTo>
                  <a:cubicBezTo>
                    <a:pt x="34" y="34"/>
                    <a:pt x="35" y="34"/>
                    <a:pt x="37" y="33"/>
                  </a:cubicBezTo>
                  <a:cubicBezTo>
                    <a:pt x="37" y="34"/>
                    <a:pt x="37" y="34"/>
                    <a:pt x="37" y="34"/>
                  </a:cubicBezTo>
                  <a:cubicBezTo>
                    <a:pt x="37" y="34"/>
                    <a:pt x="37" y="34"/>
                    <a:pt x="37" y="34"/>
                  </a:cubicBezTo>
                  <a:cubicBezTo>
                    <a:pt x="40" y="30"/>
                    <a:pt x="41" y="30"/>
                    <a:pt x="41" y="27"/>
                  </a:cubicBezTo>
                  <a:cubicBezTo>
                    <a:pt x="41" y="25"/>
                    <a:pt x="40" y="24"/>
                    <a:pt x="37" y="24"/>
                  </a:cubicBezTo>
                  <a:cubicBezTo>
                    <a:pt x="34" y="24"/>
                    <a:pt x="29" y="27"/>
                    <a:pt x="23" y="33"/>
                  </a:cubicBezTo>
                  <a:cubicBezTo>
                    <a:pt x="11" y="43"/>
                    <a:pt x="11" y="43"/>
                    <a:pt x="11" y="43"/>
                  </a:cubicBezTo>
                  <a:cubicBezTo>
                    <a:pt x="11" y="42"/>
                    <a:pt x="12" y="38"/>
                    <a:pt x="13" y="30"/>
                  </a:cubicBezTo>
                  <a:cubicBezTo>
                    <a:pt x="13" y="30"/>
                    <a:pt x="13" y="30"/>
                    <a:pt x="13" y="30"/>
                  </a:cubicBezTo>
                  <a:cubicBezTo>
                    <a:pt x="14" y="25"/>
                    <a:pt x="14" y="25"/>
                    <a:pt x="14" y="25"/>
                  </a:cubicBezTo>
                  <a:cubicBezTo>
                    <a:pt x="16" y="13"/>
                    <a:pt x="17" y="7"/>
                    <a:pt x="17" y="5"/>
                  </a:cubicBezTo>
                  <a:cubicBezTo>
                    <a:pt x="17" y="4"/>
                    <a:pt x="17" y="2"/>
                    <a:pt x="16" y="2"/>
                  </a:cubicBezTo>
                  <a:cubicBezTo>
                    <a:pt x="15" y="1"/>
                    <a:pt x="15" y="0"/>
                    <a:pt x="13" y="0"/>
                  </a:cubicBezTo>
                  <a:cubicBezTo>
                    <a:pt x="12" y="0"/>
                    <a:pt x="11" y="1"/>
                    <a:pt x="10" y="1"/>
                  </a:cubicBezTo>
                  <a:cubicBezTo>
                    <a:pt x="9" y="2"/>
                    <a:pt x="8" y="3"/>
                    <a:pt x="8" y="5"/>
                  </a:cubicBezTo>
                  <a:cubicBezTo>
                    <a:pt x="7" y="6"/>
                    <a:pt x="7" y="9"/>
                    <a:pt x="6" y="14"/>
                  </a:cubicBezTo>
                  <a:cubicBezTo>
                    <a:pt x="5" y="18"/>
                    <a:pt x="5" y="25"/>
                    <a:pt x="4" y="33"/>
                  </a:cubicBezTo>
                  <a:cubicBezTo>
                    <a:pt x="3" y="43"/>
                    <a:pt x="2" y="52"/>
                    <a:pt x="1" y="58"/>
                  </a:cubicBezTo>
                  <a:cubicBezTo>
                    <a:pt x="0" y="61"/>
                    <a:pt x="0" y="63"/>
                    <a:pt x="0" y="64"/>
                  </a:cubicBezTo>
                  <a:cubicBezTo>
                    <a:pt x="0" y="65"/>
                    <a:pt x="0" y="66"/>
                    <a:pt x="1" y="67"/>
                  </a:cubicBezTo>
                  <a:cubicBezTo>
                    <a:pt x="2" y="68"/>
                    <a:pt x="3" y="68"/>
                    <a:pt x="5"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179"/>
            <p:cNvSpPr>
              <a:spLocks noEditPoints="1"/>
            </p:cNvSpPr>
            <p:nvPr/>
          </p:nvSpPr>
          <p:spPr bwMode="auto">
            <a:xfrm>
              <a:off x="3535363" y="4116388"/>
              <a:ext cx="58738" cy="73025"/>
            </a:xfrm>
            <a:custGeom>
              <a:avLst/>
              <a:gdLst>
                <a:gd name="T0" fmla="*/ 15 w 37"/>
                <a:gd name="T1" fmla="*/ 47 h 47"/>
                <a:gd name="T2" fmla="*/ 30 w 37"/>
                <a:gd name="T3" fmla="*/ 41 h 47"/>
                <a:gd name="T4" fmla="*/ 37 w 37"/>
                <a:gd name="T5" fmla="*/ 31 h 47"/>
                <a:gd name="T6" fmla="*/ 35 w 37"/>
                <a:gd name="T7" fmla="*/ 29 h 47"/>
                <a:gd name="T8" fmla="*/ 32 w 37"/>
                <a:gd name="T9" fmla="*/ 30 h 47"/>
                <a:gd name="T10" fmla="*/ 16 w 37"/>
                <a:gd name="T11" fmla="*/ 38 h 47"/>
                <a:gd name="T12" fmla="*/ 12 w 37"/>
                <a:gd name="T13" fmla="*/ 37 h 47"/>
                <a:gd name="T14" fmla="*/ 10 w 37"/>
                <a:gd name="T15" fmla="*/ 33 h 47"/>
                <a:gd name="T16" fmla="*/ 11 w 37"/>
                <a:gd name="T17" fmla="*/ 32 h 47"/>
                <a:gd name="T18" fmla="*/ 28 w 37"/>
                <a:gd name="T19" fmla="*/ 23 h 47"/>
                <a:gd name="T20" fmla="*/ 35 w 37"/>
                <a:gd name="T21" fmla="*/ 10 h 47"/>
                <a:gd name="T22" fmla="*/ 32 w 37"/>
                <a:gd name="T23" fmla="*/ 3 h 47"/>
                <a:gd name="T24" fmla="*/ 25 w 37"/>
                <a:gd name="T25" fmla="*/ 0 h 47"/>
                <a:gd name="T26" fmla="*/ 8 w 37"/>
                <a:gd name="T27" fmla="*/ 10 h 47"/>
                <a:gd name="T28" fmla="*/ 0 w 37"/>
                <a:gd name="T29" fmla="*/ 31 h 47"/>
                <a:gd name="T30" fmla="*/ 4 w 37"/>
                <a:gd name="T31" fmla="*/ 42 h 47"/>
                <a:gd name="T32" fmla="*/ 15 w 37"/>
                <a:gd name="T33" fmla="*/ 47 h 47"/>
                <a:gd name="T34" fmla="*/ 16 w 37"/>
                <a:gd name="T35" fmla="*/ 13 h 47"/>
                <a:gd name="T36" fmla="*/ 24 w 37"/>
                <a:gd name="T37" fmla="*/ 8 h 47"/>
                <a:gd name="T38" fmla="*/ 26 w 37"/>
                <a:gd name="T39" fmla="*/ 9 h 47"/>
                <a:gd name="T40" fmla="*/ 27 w 37"/>
                <a:gd name="T41" fmla="*/ 12 h 47"/>
                <a:gd name="T42" fmla="*/ 22 w 37"/>
                <a:gd name="T43" fmla="*/ 19 h 47"/>
                <a:gd name="T44" fmla="*/ 11 w 37"/>
                <a:gd name="T45" fmla="*/ 24 h 47"/>
                <a:gd name="T46" fmla="*/ 16 w 37"/>
                <a:gd name="T47" fmla="*/ 13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 h="47">
                  <a:moveTo>
                    <a:pt x="15" y="47"/>
                  </a:moveTo>
                  <a:cubicBezTo>
                    <a:pt x="21" y="47"/>
                    <a:pt x="26" y="45"/>
                    <a:pt x="30" y="41"/>
                  </a:cubicBezTo>
                  <a:cubicBezTo>
                    <a:pt x="35" y="37"/>
                    <a:pt x="37" y="34"/>
                    <a:pt x="37" y="31"/>
                  </a:cubicBezTo>
                  <a:cubicBezTo>
                    <a:pt x="37" y="29"/>
                    <a:pt x="36" y="29"/>
                    <a:pt x="35" y="29"/>
                  </a:cubicBezTo>
                  <a:cubicBezTo>
                    <a:pt x="34" y="29"/>
                    <a:pt x="33" y="29"/>
                    <a:pt x="32" y="30"/>
                  </a:cubicBezTo>
                  <a:cubicBezTo>
                    <a:pt x="27" y="36"/>
                    <a:pt x="22" y="38"/>
                    <a:pt x="16" y="38"/>
                  </a:cubicBezTo>
                  <a:cubicBezTo>
                    <a:pt x="14" y="38"/>
                    <a:pt x="13" y="38"/>
                    <a:pt x="12" y="37"/>
                  </a:cubicBezTo>
                  <a:cubicBezTo>
                    <a:pt x="11" y="35"/>
                    <a:pt x="10" y="34"/>
                    <a:pt x="10" y="33"/>
                  </a:cubicBezTo>
                  <a:cubicBezTo>
                    <a:pt x="10" y="32"/>
                    <a:pt x="10" y="32"/>
                    <a:pt x="11" y="32"/>
                  </a:cubicBezTo>
                  <a:cubicBezTo>
                    <a:pt x="18" y="30"/>
                    <a:pt x="24" y="27"/>
                    <a:pt x="28" y="23"/>
                  </a:cubicBezTo>
                  <a:cubicBezTo>
                    <a:pt x="33" y="19"/>
                    <a:pt x="35" y="14"/>
                    <a:pt x="35" y="10"/>
                  </a:cubicBezTo>
                  <a:cubicBezTo>
                    <a:pt x="35" y="7"/>
                    <a:pt x="34" y="5"/>
                    <a:pt x="32" y="3"/>
                  </a:cubicBezTo>
                  <a:cubicBezTo>
                    <a:pt x="30" y="1"/>
                    <a:pt x="28" y="0"/>
                    <a:pt x="25" y="0"/>
                  </a:cubicBezTo>
                  <a:cubicBezTo>
                    <a:pt x="19" y="0"/>
                    <a:pt x="13" y="4"/>
                    <a:pt x="8" y="10"/>
                  </a:cubicBezTo>
                  <a:cubicBezTo>
                    <a:pt x="3" y="17"/>
                    <a:pt x="0" y="23"/>
                    <a:pt x="0" y="31"/>
                  </a:cubicBezTo>
                  <a:cubicBezTo>
                    <a:pt x="0" y="36"/>
                    <a:pt x="2" y="40"/>
                    <a:pt x="4" y="42"/>
                  </a:cubicBezTo>
                  <a:cubicBezTo>
                    <a:pt x="7" y="45"/>
                    <a:pt x="10" y="47"/>
                    <a:pt x="15" y="47"/>
                  </a:cubicBezTo>
                  <a:close/>
                  <a:moveTo>
                    <a:pt x="16" y="13"/>
                  </a:moveTo>
                  <a:cubicBezTo>
                    <a:pt x="19" y="10"/>
                    <a:pt x="22" y="8"/>
                    <a:pt x="24" y="8"/>
                  </a:cubicBezTo>
                  <a:cubicBezTo>
                    <a:pt x="25" y="8"/>
                    <a:pt x="25" y="9"/>
                    <a:pt x="26" y="9"/>
                  </a:cubicBezTo>
                  <a:cubicBezTo>
                    <a:pt x="26" y="10"/>
                    <a:pt x="27" y="11"/>
                    <a:pt x="27" y="12"/>
                  </a:cubicBezTo>
                  <a:cubicBezTo>
                    <a:pt x="27" y="14"/>
                    <a:pt x="25" y="16"/>
                    <a:pt x="22" y="19"/>
                  </a:cubicBezTo>
                  <a:cubicBezTo>
                    <a:pt x="19" y="22"/>
                    <a:pt x="15" y="23"/>
                    <a:pt x="11" y="24"/>
                  </a:cubicBezTo>
                  <a:cubicBezTo>
                    <a:pt x="12" y="20"/>
                    <a:pt x="14" y="17"/>
                    <a:pt x="1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180"/>
            <p:cNvSpPr>
              <a:spLocks/>
            </p:cNvSpPr>
            <p:nvPr/>
          </p:nvSpPr>
          <p:spPr bwMode="auto">
            <a:xfrm>
              <a:off x="3598863" y="4097338"/>
              <a:ext cx="61913" cy="90488"/>
            </a:xfrm>
            <a:custGeom>
              <a:avLst/>
              <a:gdLst>
                <a:gd name="T0" fmla="*/ 20 w 39"/>
                <a:gd name="T1" fmla="*/ 25 h 58"/>
                <a:gd name="T2" fmla="*/ 33 w 39"/>
                <a:gd name="T3" fmla="*/ 22 h 58"/>
                <a:gd name="T4" fmla="*/ 39 w 39"/>
                <a:gd name="T5" fmla="*/ 18 h 58"/>
                <a:gd name="T6" fmla="*/ 39 w 39"/>
                <a:gd name="T7" fmla="*/ 16 h 58"/>
                <a:gd name="T8" fmla="*/ 36 w 39"/>
                <a:gd name="T9" fmla="*/ 15 h 58"/>
                <a:gd name="T10" fmla="*/ 22 w 39"/>
                <a:gd name="T11" fmla="*/ 16 h 58"/>
                <a:gd name="T12" fmla="*/ 26 w 39"/>
                <a:gd name="T13" fmla="*/ 4 h 58"/>
                <a:gd name="T14" fmla="*/ 24 w 39"/>
                <a:gd name="T15" fmla="*/ 1 h 58"/>
                <a:gd name="T16" fmla="*/ 21 w 39"/>
                <a:gd name="T17" fmla="*/ 0 h 58"/>
                <a:gd name="T18" fmla="*/ 16 w 39"/>
                <a:gd name="T19" fmla="*/ 5 h 58"/>
                <a:gd name="T20" fmla="*/ 12 w 39"/>
                <a:gd name="T21" fmla="*/ 17 h 58"/>
                <a:gd name="T22" fmla="*/ 4 w 39"/>
                <a:gd name="T23" fmla="*/ 17 h 58"/>
                <a:gd name="T24" fmla="*/ 0 w 39"/>
                <a:gd name="T25" fmla="*/ 21 h 58"/>
                <a:gd name="T26" fmla="*/ 2 w 39"/>
                <a:gd name="T27" fmla="*/ 24 h 58"/>
                <a:gd name="T28" fmla="*/ 6 w 39"/>
                <a:gd name="T29" fmla="*/ 25 h 58"/>
                <a:gd name="T30" fmla="*/ 7 w 39"/>
                <a:gd name="T31" fmla="*/ 25 h 58"/>
                <a:gd name="T32" fmla="*/ 10 w 39"/>
                <a:gd name="T33" fmla="*/ 25 h 58"/>
                <a:gd name="T34" fmla="*/ 6 w 39"/>
                <a:gd name="T35" fmla="*/ 46 h 58"/>
                <a:gd name="T36" fmla="*/ 9 w 39"/>
                <a:gd name="T37" fmla="*/ 55 h 58"/>
                <a:gd name="T38" fmla="*/ 17 w 39"/>
                <a:gd name="T39" fmla="*/ 58 h 58"/>
                <a:gd name="T40" fmla="*/ 29 w 39"/>
                <a:gd name="T41" fmla="*/ 54 h 58"/>
                <a:gd name="T42" fmla="*/ 34 w 39"/>
                <a:gd name="T43" fmla="*/ 46 h 58"/>
                <a:gd name="T44" fmla="*/ 34 w 39"/>
                <a:gd name="T45" fmla="*/ 45 h 58"/>
                <a:gd name="T46" fmla="*/ 32 w 39"/>
                <a:gd name="T47" fmla="*/ 44 h 58"/>
                <a:gd name="T48" fmla="*/ 28 w 39"/>
                <a:gd name="T49" fmla="*/ 46 h 58"/>
                <a:gd name="T50" fmla="*/ 23 w 39"/>
                <a:gd name="T51" fmla="*/ 49 h 58"/>
                <a:gd name="T52" fmla="*/ 19 w 39"/>
                <a:gd name="T53" fmla="*/ 50 h 58"/>
                <a:gd name="T54" fmla="*/ 16 w 39"/>
                <a:gd name="T55" fmla="*/ 49 h 58"/>
                <a:gd name="T56" fmla="*/ 16 w 39"/>
                <a:gd name="T57" fmla="*/ 44 h 58"/>
                <a:gd name="T58" fmla="*/ 18 w 39"/>
                <a:gd name="T59" fmla="*/ 34 h 58"/>
                <a:gd name="T60" fmla="*/ 20 w 39"/>
                <a:gd name="T61" fmla="*/ 2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9" h="58">
                  <a:moveTo>
                    <a:pt x="20" y="25"/>
                  </a:moveTo>
                  <a:cubicBezTo>
                    <a:pt x="33" y="22"/>
                    <a:pt x="33" y="22"/>
                    <a:pt x="33" y="22"/>
                  </a:cubicBezTo>
                  <a:cubicBezTo>
                    <a:pt x="37" y="22"/>
                    <a:pt x="39" y="20"/>
                    <a:pt x="39" y="18"/>
                  </a:cubicBezTo>
                  <a:cubicBezTo>
                    <a:pt x="39" y="17"/>
                    <a:pt x="39" y="16"/>
                    <a:pt x="39" y="16"/>
                  </a:cubicBezTo>
                  <a:cubicBezTo>
                    <a:pt x="38" y="15"/>
                    <a:pt x="37" y="15"/>
                    <a:pt x="36" y="15"/>
                  </a:cubicBezTo>
                  <a:cubicBezTo>
                    <a:pt x="35" y="15"/>
                    <a:pt x="31" y="15"/>
                    <a:pt x="22" y="16"/>
                  </a:cubicBezTo>
                  <a:cubicBezTo>
                    <a:pt x="24" y="8"/>
                    <a:pt x="26" y="4"/>
                    <a:pt x="26" y="4"/>
                  </a:cubicBezTo>
                  <a:cubicBezTo>
                    <a:pt x="26" y="3"/>
                    <a:pt x="25" y="2"/>
                    <a:pt x="24" y="1"/>
                  </a:cubicBezTo>
                  <a:cubicBezTo>
                    <a:pt x="23" y="0"/>
                    <a:pt x="22" y="0"/>
                    <a:pt x="21" y="0"/>
                  </a:cubicBezTo>
                  <a:cubicBezTo>
                    <a:pt x="18" y="0"/>
                    <a:pt x="17" y="1"/>
                    <a:pt x="16" y="5"/>
                  </a:cubicBezTo>
                  <a:cubicBezTo>
                    <a:pt x="15" y="10"/>
                    <a:pt x="14" y="14"/>
                    <a:pt x="12" y="17"/>
                  </a:cubicBezTo>
                  <a:cubicBezTo>
                    <a:pt x="4" y="17"/>
                    <a:pt x="4" y="17"/>
                    <a:pt x="4" y="17"/>
                  </a:cubicBezTo>
                  <a:cubicBezTo>
                    <a:pt x="1" y="17"/>
                    <a:pt x="0" y="18"/>
                    <a:pt x="0" y="21"/>
                  </a:cubicBezTo>
                  <a:cubicBezTo>
                    <a:pt x="0" y="22"/>
                    <a:pt x="1" y="23"/>
                    <a:pt x="2" y="24"/>
                  </a:cubicBezTo>
                  <a:cubicBezTo>
                    <a:pt x="3" y="25"/>
                    <a:pt x="5" y="25"/>
                    <a:pt x="6" y="25"/>
                  </a:cubicBezTo>
                  <a:cubicBezTo>
                    <a:pt x="7" y="25"/>
                    <a:pt x="7" y="25"/>
                    <a:pt x="7" y="25"/>
                  </a:cubicBezTo>
                  <a:cubicBezTo>
                    <a:pt x="7" y="25"/>
                    <a:pt x="8" y="25"/>
                    <a:pt x="10" y="25"/>
                  </a:cubicBezTo>
                  <a:cubicBezTo>
                    <a:pt x="7" y="36"/>
                    <a:pt x="6" y="43"/>
                    <a:pt x="6" y="46"/>
                  </a:cubicBezTo>
                  <a:cubicBezTo>
                    <a:pt x="6" y="50"/>
                    <a:pt x="7" y="53"/>
                    <a:pt x="9" y="55"/>
                  </a:cubicBezTo>
                  <a:cubicBezTo>
                    <a:pt x="11" y="57"/>
                    <a:pt x="13" y="58"/>
                    <a:pt x="17" y="58"/>
                  </a:cubicBezTo>
                  <a:cubicBezTo>
                    <a:pt x="21" y="58"/>
                    <a:pt x="25" y="57"/>
                    <a:pt x="29" y="54"/>
                  </a:cubicBezTo>
                  <a:cubicBezTo>
                    <a:pt x="32" y="51"/>
                    <a:pt x="34" y="48"/>
                    <a:pt x="34" y="46"/>
                  </a:cubicBezTo>
                  <a:cubicBezTo>
                    <a:pt x="34" y="46"/>
                    <a:pt x="34" y="45"/>
                    <a:pt x="34" y="45"/>
                  </a:cubicBezTo>
                  <a:cubicBezTo>
                    <a:pt x="33" y="44"/>
                    <a:pt x="32" y="44"/>
                    <a:pt x="32" y="44"/>
                  </a:cubicBezTo>
                  <a:cubicBezTo>
                    <a:pt x="31" y="44"/>
                    <a:pt x="30" y="45"/>
                    <a:pt x="28" y="46"/>
                  </a:cubicBezTo>
                  <a:cubicBezTo>
                    <a:pt x="26" y="48"/>
                    <a:pt x="24" y="49"/>
                    <a:pt x="23" y="49"/>
                  </a:cubicBezTo>
                  <a:cubicBezTo>
                    <a:pt x="22" y="50"/>
                    <a:pt x="20" y="50"/>
                    <a:pt x="19" y="50"/>
                  </a:cubicBezTo>
                  <a:cubicBezTo>
                    <a:pt x="18" y="50"/>
                    <a:pt x="17" y="50"/>
                    <a:pt x="16" y="49"/>
                  </a:cubicBezTo>
                  <a:cubicBezTo>
                    <a:pt x="16" y="48"/>
                    <a:pt x="16" y="46"/>
                    <a:pt x="16" y="44"/>
                  </a:cubicBezTo>
                  <a:cubicBezTo>
                    <a:pt x="16" y="43"/>
                    <a:pt x="16" y="39"/>
                    <a:pt x="18" y="34"/>
                  </a:cubicBezTo>
                  <a:cubicBezTo>
                    <a:pt x="19" y="28"/>
                    <a:pt x="20" y="25"/>
                    <a:pt x="20"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86" name="组合 185"/>
          <p:cNvGrpSpPr/>
          <p:nvPr/>
        </p:nvGrpSpPr>
        <p:grpSpPr>
          <a:xfrm>
            <a:off x="4108450" y="569913"/>
            <a:ext cx="1635125" cy="1744663"/>
            <a:chOff x="4108450" y="569913"/>
            <a:chExt cx="1635125" cy="1744663"/>
          </a:xfrm>
          <a:solidFill>
            <a:schemeClr val="tx1">
              <a:lumMod val="65000"/>
              <a:lumOff val="35000"/>
            </a:schemeClr>
          </a:solidFill>
        </p:grpSpPr>
        <p:sp>
          <p:nvSpPr>
            <p:cNvPr id="187" name="Freeform 181"/>
            <p:cNvSpPr>
              <a:spLocks/>
            </p:cNvSpPr>
            <p:nvPr/>
          </p:nvSpPr>
          <p:spPr bwMode="auto">
            <a:xfrm>
              <a:off x="4565650" y="569913"/>
              <a:ext cx="1177925" cy="1290638"/>
            </a:xfrm>
            <a:custGeom>
              <a:avLst/>
              <a:gdLst>
                <a:gd name="T0" fmla="*/ 339 w 750"/>
                <a:gd name="T1" fmla="*/ 40 h 822"/>
                <a:gd name="T2" fmla="*/ 710 w 750"/>
                <a:gd name="T3" fmla="*/ 411 h 822"/>
                <a:gd name="T4" fmla="*/ 703 w 750"/>
                <a:gd name="T5" fmla="*/ 482 h 822"/>
                <a:gd name="T6" fmla="*/ 509 w 750"/>
                <a:gd name="T7" fmla="*/ 482 h 822"/>
                <a:gd name="T8" fmla="*/ 509 w 750"/>
                <a:gd name="T9" fmla="*/ 386 h 822"/>
                <a:gd name="T10" fmla="*/ 539 w 750"/>
                <a:gd name="T11" fmla="*/ 396 h 822"/>
                <a:gd name="T12" fmla="*/ 587 w 750"/>
                <a:gd name="T13" fmla="*/ 348 h 822"/>
                <a:gd name="T14" fmla="*/ 543 w 750"/>
                <a:gd name="T15" fmla="*/ 300 h 822"/>
                <a:gd name="T16" fmla="*/ 545 w 750"/>
                <a:gd name="T17" fmla="*/ 287 h 822"/>
                <a:gd name="T18" fmla="*/ 497 w 750"/>
                <a:gd name="T19" fmla="*/ 239 h 822"/>
                <a:gd name="T20" fmla="*/ 448 w 750"/>
                <a:gd name="T21" fmla="*/ 287 h 822"/>
                <a:gd name="T22" fmla="*/ 450 w 750"/>
                <a:gd name="T23" fmla="*/ 300 h 822"/>
                <a:gd name="T24" fmla="*/ 406 w 750"/>
                <a:gd name="T25" fmla="*/ 348 h 822"/>
                <a:gd name="T26" fmla="*/ 455 w 750"/>
                <a:gd name="T27" fmla="*/ 396 h 822"/>
                <a:gd name="T28" fmla="*/ 485 w 750"/>
                <a:gd name="T29" fmla="*/ 386 h 822"/>
                <a:gd name="T30" fmla="*/ 485 w 750"/>
                <a:gd name="T31" fmla="*/ 482 h 822"/>
                <a:gd name="T32" fmla="*/ 349 w 750"/>
                <a:gd name="T33" fmla="*/ 482 h 822"/>
                <a:gd name="T34" fmla="*/ 349 w 750"/>
                <a:gd name="T35" fmla="*/ 431 h 822"/>
                <a:gd name="T36" fmla="*/ 370 w 750"/>
                <a:gd name="T37" fmla="*/ 438 h 822"/>
                <a:gd name="T38" fmla="*/ 403 w 750"/>
                <a:gd name="T39" fmla="*/ 405 h 822"/>
                <a:gd name="T40" fmla="*/ 373 w 750"/>
                <a:gd name="T41" fmla="*/ 373 h 822"/>
                <a:gd name="T42" fmla="*/ 375 w 750"/>
                <a:gd name="T43" fmla="*/ 364 h 822"/>
                <a:gd name="T44" fmla="*/ 342 w 750"/>
                <a:gd name="T45" fmla="*/ 331 h 822"/>
                <a:gd name="T46" fmla="*/ 309 w 750"/>
                <a:gd name="T47" fmla="*/ 364 h 822"/>
                <a:gd name="T48" fmla="*/ 310 w 750"/>
                <a:gd name="T49" fmla="*/ 373 h 822"/>
                <a:gd name="T50" fmla="*/ 280 w 750"/>
                <a:gd name="T51" fmla="*/ 405 h 822"/>
                <a:gd name="T52" fmla="*/ 313 w 750"/>
                <a:gd name="T53" fmla="*/ 438 h 822"/>
                <a:gd name="T54" fmla="*/ 333 w 750"/>
                <a:gd name="T55" fmla="*/ 431 h 822"/>
                <a:gd name="T56" fmla="*/ 333 w 750"/>
                <a:gd name="T57" fmla="*/ 482 h 822"/>
                <a:gd name="T58" fmla="*/ 121 w 750"/>
                <a:gd name="T59" fmla="*/ 482 h 822"/>
                <a:gd name="T60" fmla="*/ 137 w 750"/>
                <a:gd name="T61" fmla="*/ 623 h 822"/>
                <a:gd name="T62" fmla="*/ 169 w 750"/>
                <a:gd name="T63" fmla="*/ 642 h 822"/>
                <a:gd name="T64" fmla="*/ 175 w 750"/>
                <a:gd name="T65" fmla="*/ 659 h 822"/>
                <a:gd name="T66" fmla="*/ 138 w 750"/>
                <a:gd name="T67" fmla="*/ 706 h 822"/>
                <a:gd name="T68" fmla="*/ 135 w 750"/>
                <a:gd name="T69" fmla="*/ 708 h 822"/>
                <a:gd name="T70" fmla="*/ 134 w 750"/>
                <a:gd name="T71" fmla="*/ 719 h 822"/>
                <a:gd name="T72" fmla="*/ 115 w 750"/>
                <a:gd name="T73" fmla="*/ 756 h 822"/>
                <a:gd name="T74" fmla="*/ 339 w 750"/>
                <a:gd name="T75" fmla="*/ 822 h 822"/>
                <a:gd name="T76" fmla="*/ 750 w 750"/>
                <a:gd name="T77" fmla="*/ 411 h 822"/>
                <a:gd name="T78" fmla="*/ 339 w 750"/>
                <a:gd name="T79" fmla="*/ 0 h 822"/>
                <a:gd name="T80" fmla="*/ 0 w 750"/>
                <a:gd name="T81" fmla="*/ 180 h 822"/>
                <a:gd name="T82" fmla="*/ 22 w 750"/>
                <a:gd name="T83" fmla="*/ 219 h 822"/>
                <a:gd name="T84" fmla="*/ 339 w 750"/>
                <a:gd name="T85" fmla="*/ 40 h 8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50" h="822">
                  <a:moveTo>
                    <a:pt x="339" y="40"/>
                  </a:moveTo>
                  <a:cubicBezTo>
                    <a:pt x="544" y="40"/>
                    <a:pt x="710" y="206"/>
                    <a:pt x="710" y="411"/>
                  </a:cubicBezTo>
                  <a:cubicBezTo>
                    <a:pt x="710" y="435"/>
                    <a:pt x="708" y="462"/>
                    <a:pt x="703" y="482"/>
                  </a:cubicBezTo>
                  <a:cubicBezTo>
                    <a:pt x="509" y="482"/>
                    <a:pt x="509" y="482"/>
                    <a:pt x="509" y="482"/>
                  </a:cubicBezTo>
                  <a:cubicBezTo>
                    <a:pt x="509" y="386"/>
                    <a:pt x="509" y="386"/>
                    <a:pt x="509" y="386"/>
                  </a:cubicBezTo>
                  <a:cubicBezTo>
                    <a:pt x="517" y="392"/>
                    <a:pt x="527" y="396"/>
                    <a:pt x="539" y="396"/>
                  </a:cubicBezTo>
                  <a:cubicBezTo>
                    <a:pt x="565" y="396"/>
                    <a:pt x="587" y="375"/>
                    <a:pt x="587" y="348"/>
                  </a:cubicBezTo>
                  <a:cubicBezTo>
                    <a:pt x="587" y="323"/>
                    <a:pt x="567" y="302"/>
                    <a:pt x="543" y="300"/>
                  </a:cubicBezTo>
                  <a:cubicBezTo>
                    <a:pt x="544" y="296"/>
                    <a:pt x="545" y="292"/>
                    <a:pt x="545" y="287"/>
                  </a:cubicBezTo>
                  <a:cubicBezTo>
                    <a:pt x="545" y="261"/>
                    <a:pt x="523" y="239"/>
                    <a:pt x="497" y="239"/>
                  </a:cubicBezTo>
                  <a:cubicBezTo>
                    <a:pt x="470" y="239"/>
                    <a:pt x="448" y="261"/>
                    <a:pt x="448" y="287"/>
                  </a:cubicBezTo>
                  <a:cubicBezTo>
                    <a:pt x="448" y="292"/>
                    <a:pt x="449" y="296"/>
                    <a:pt x="450" y="300"/>
                  </a:cubicBezTo>
                  <a:cubicBezTo>
                    <a:pt x="426" y="302"/>
                    <a:pt x="406" y="323"/>
                    <a:pt x="406" y="348"/>
                  </a:cubicBezTo>
                  <a:cubicBezTo>
                    <a:pt x="406" y="375"/>
                    <a:pt x="428" y="396"/>
                    <a:pt x="455" y="396"/>
                  </a:cubicBezTo>
                  <a:cubicBezTo>
                    <a:pt x="466" y="396"/>
                    <a:pt x="477" y="392"/>
                    <a:pt x="485" y="386"/>
                  </a:cubicBezTo>
                  <a:cubicBezTo>
                    <a:pt x="485" y="482"/>
                    <a:pt x="485" y="482"/>
                    <a:pt x="485" y="482"/>
                  </a:cubicBezTo>
                  <a:cubicBezTo>
                    <a:pt x="349" y="482"/>
                    <a:pt x="349" y="482"/>
                    <a:pt x="349" y="482"/>
                  </a:cubicBezTo>
                  <a:cubicBezTo>
                    <a:pt x="349" y="431"/>
                    <a:pt x="349" y="431"/>
                    <a:pt x="349" y="431"/>
                  </a:cubicBezTo>
                  <a:cubicBezTo>
                    <a:pt x="357" y="435"/>
                    <a:pt x="362" y="438"/>
                    <a:pt x="370" y="438"/>
                  </a:cubicBezTo>
                  <a:cubicBezTo>
                    <a:pt x="388" y="438"/>
                    <a:pt x="403" y="424"/>
                    <a:pt x="403" y="405"/>
                  </a:cubicBezTo>
                  <a:cubicBezTo>
                    <a:pt x="403" y="388"/>
                    <a:pt x="390" y="374"/>
                    <a:pt x="373" y="373"/>
                  </a:cubicBezTo>
                  <a:cubicBezTo>
                    <a:pt x="374" y="370"/>
                    <a:pt x="375" y="367"/>
                    <a:pt x="375" y="364"/>
                  </a:cubicBezTo>
                  <a:cubicBezTo>
                    <a:pt x="375" y="346"/>
                    <a:pt x="360" y="331"/>
                    <a:pt x="342" y="331"/>
                  </a:cubicBezTo>
                  <a:cubicBezTo>
                    <a:pt x="324" y="331"/>
                    <a:pt x="309" y="346"/>
                    <a:pt x="309" y="364"/>
                  </a:cubicBezTo>
                  <a:cubicBezTo>
                    <a:pt x="309" y="367"/>
                    <a:pt x="310" y="370"/>
                    <a:pt x="310" y="373"/>
                  </a:cubicBezTo>
                  <a:cubicBezTo>
                    <a:pt x="294" y="374"/>
                    <a:pt x="280" y="388"/>
                    <a:pt x="280" y="405"/>
                  </a:cubicBezTo>
                  <a:cubicBezTo>
                    <a:pt x="280" y="424"/>
                    <a:pt x="295" y="438"/>
                    <a:pt x="313" y="438"/>
                  </a:cubicBezTo>
                  <a:cubicBezTo>
                    <a:pt x="321" y="438"/>
                    <a:pt x="329" y="435"/>
                    <a:pt x="333" y="431"/>
                  </a:cubicBezTo>
                  <a:cubicBezTo>
                    <a:pt x="333" y="482"/>
                    <a:pt x="333" y="482"/>
                    <a:pt x="333" y="482"/>
                  </a:cubicBezTo>
                  <a:cubicBezTo>
                    <a:pt x="121" y="482"/>
                    <a:pt x="121" y="482"/>
                    <a:pt x="121" y="482"/>
                  </a:cubicBezTo>
                  <a:cubicBezTo>
                    <a:pt x="131" y="522"/>
                    <a:pt x="136" y="568"/>
                    <a:pt x="137" y="623"/>
                  </a:cubicBezTo>
                  <a:cubicBezTo>
                    <a:pt x="150" y="628"/>
                    <a:pt x="162" y="635"/>
                    <a:pt x="169" y="642"/>
                  </a:cubicBezTo>
                  <a:cubicBezTo>
                    <a:pt x="173" y="647"/>
                    <a:pt x="176" y="653"/>
                    <a:pt x="175" y="659"/>
                  </a:cubicBezTo>
                  <a:cubicBezTo>
                    <a:pt x="174" y="676"/>
                    <a:pt x="156" y="691"/>
                    <a:pt x="138" y="706"/>
                  </a:cubicBezTo>
                  <a:cubicBezTo>
                    <a:pt x="137" y="706"/>
                    <a:pt x="136" y="707"/>
                    <a:pt x="135" y="708"/>
                  </a:cubicBezTo>
                  <a:cubicBezTo>
                    <a:pt x="135" y="712"/>
                    <a:pt x="135" y="715"/>
                    <a:pt x="134" y="719"/>
                  </a:cubicBezTo>
                  <a:cubicBezTo>
                    <a:pt x="134" y="734"/>
                    <a:pt x="126" y="747"/>
                    <a:pt x="115" y="756"/>
                  </a:cubicBezTo>
                  <a:cubicBezTo>
                    <a:pt x="180" y="798"/>
                    <a:pt x="257" y="822"/>
                    <a:pt x="339" y="822"/>
                  </a:cubicBezTo>
                  <a:cubicBezTo>
                    <a:pt x="566" y="822"/>
                    <a:pt x="750" y="638"/>
                    <a:pt x="750" y="411"/>
                  </a:cubicBezTo>
                  <a:cubicBezTo>
                    <a:pt x="750" y="184"/>
                    <a:pt x="566" y="0"/>
                    <a:pt x="339" y="0"/>
                  </a:cubicBezTo>
                  <a:cubicBezTo>
                    <a:pt x="198" y="0"/>
                    <a:pt x="74" y="72"/>
                    <a:pt x="0" y="180"/>
                  </a:cubicBezTo>
                  <a:cubicBezTo>
                    <a:pt x="10" y="191"/>
                    <a:pt x="17" y="205"/>
                    <a:pt x="22" y="219"/>
                  </a:cubicBezTo>
                  <a:cubicBezTo>
                    <a:pt x="87" y="112"/>
                    <a:pt x="205" y="40"/>
                    <a:pt x="339"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182"/>
            <p:cNvSpPr>
              <a:spLocks/>
            </p:cNvSpPr>
            <p:nvPr/>
          </p:nvSpPr>
          <p:spPr bwMode="auto">
            <a:xfrm>
              <a:off x="4108450" y="1144588"/>
              <a:ext cx="652463" cy="1169988"/>
            </a:xfrm>
            <a:custGeom>
              <a:avLst/>
              <a:gdLst>
                <a:gd name="T0" fmla="*/ 44 w 415"/>
                <a:gd name="T1" fmla="*/ 382 h 745"/>
                <a:gd name="T2" fmla="*/ 74 w 415"/>
                <a:gd name="T3" fmla="*/ 348 h 745"/>
                <a:gd name="T4" fmla="*/ 80 w 415"/>
                <a:gd name="T5" fmla="*/ 165 h 745"/>
                <a:gd name="T6" fmla="*/ 100 w 415"/>
                <a:gd name="T7" fmla="*/ 95 h 745"/>
                <a:gd name="T8" fmla="*/ 100 w 415"/>
                <a:gd name="T9" fmla="*/ 228 h 745"/>
                <a:gd name="T10" fmla="*/ 100 w 415"/>
                <a:gd name="T11" fmla="*/ 304 h 745"/>
                <a:gd name="T12" fmla="*/ 100 w 415"/>
                <a:gd name="T13" fmla="*/ 344 h 745"/>
                <a:gd name="T14" fmla="*/ 100 w 415"/>
                <a:gd name="T15" fmla="*/ 696 h 745"/>
                <a:gd name="T16" fmla="*/ 149 w 415"/>
                <a:gd name="T17" fmla="*/ 745 h 745"/>
                <a:gd name="T18" fmla="*/ 186 w 415"/>
                <a:gd name="T19" fmla="*/ 728 h 745"/>
                <a:gd name="T20" fmla="*/ 190 w 415"/>
                <a:gd name="T21" fmla="*/ 693 h 745"/>
                <a:gd name="T22" fmla="*/ 200 w 415"/>
                <a:gd name="T23" fmla="*/ 682 h 745"/>
                <a:gd name="T24" fmla="*/ 200 w 415"/>
                <a:gd name="T25" fmla="*/ 667 h 745"/>
                <a:gd name="T26" fmla="*/ 200 w 415"/>
                <a:gd name="T27" fmla="*/ 522 h 745"/>
                <a:gd name="T28" fmla="*/ 200 w 415"/>
                <a:gd name="T29" fmla="*/ 354 h 745"/>
                <a:gd name="T30" fmla="*/ 200 w 415"/>
                <a:gd name="T31" fmla="*/ 336 h 745"/>
                <a:gd name="T32" fmla="*/ 216 w 415"/>
                <a:gd name="T33" fmla="*/ 336 h 745"/>
                <a:gd name="T34" fmla="*/ 216 w 415"/>
                <a:gd name="T35" fmla="*/ 354 h 745"/>
                <a:gd name="T36" fmla="*/ 216 w 415"/>
                <a:gd name="T37" fmla="*/ 491 h 745"/>
                <a:gd name="T38" fmla="*/ 277 w 415"/>
                <a:gd name="T39" fmla="*/ 433 h 745"/>
                <a:gd name="T40" fmla="*/ 296 w 415"/>
                <a:gd name="T41" fmla="*/ 418 h 745"/>
                <a:gd name="T42" fmla="*/ 316 w 415"/>
                <a:gd name="T43" fmla="*/ 403 h 745"/>
                <a:gd name="T44" fmla="*/ 316 w 415"/>
                <a:gd name="T45" fmla="*/ 344 h 745"/>
                <a:gd name="T46" fmla="*/ 316 w 415"/>
                <a:gd name="T47" fmla="*/ 341 h 745"/>
                <a:gd name="T48" fmla="*/ 300 w 415"/>
                <a:gd name="T49" fmla="*/ 330 h 745"/>
                <a:gd name="T50" fmla="*/ 254 w 415"/>
                <a:gd name="T51" fmla="*/ 282 h 745"/>
                <a:gd name="T52" fmla="*/ 258 w 415"/>
                <a:gd name="T53" fmla="*/ 268 h 745"/>
                <a:gd name="T54" fmla="*/ 279 w 415"/>
                <a:gd name="T55" fmla="*/ 260 h 745"/>
                <a:gd name="T56" fmla="*/ 316 w 415"/>
                <a:gd name="T57" fmla="*/ 267 h 745"/>
                <a:gd name="T58" fmla="*/ 316 w 415"/>
                <a:gd name="T59" fmla="*/ 228 h 745"/>
                <a:gd name="T60" fmla="*/ 316 w 415"/>
                <a:gd name="T61" fmla="*/ 95 h 745"/>
                <a:gd name="T62" fmla="*/ 342 w 415"/>
                <a:gd name="T63" fmla="*/ 348 h 745"/>
                <a:gd name="T64" fmla="*/ 372 w 415"/>
                <a:gd name="T65" fmla="*/ 382 h 745"/>
                <a:gd name="T66" fmla="*/ 374 w 415"/>
                <a:gd name="T67" fmla="*/ 382 h 745"/>
                <a:gd name="T68" fmla="*/ 405 w 415"/>
                <a:gd name="T69" fmla="*/ 352 h 745"/>
                <a:gd name="T70" fmla="*/ 343 w 415"/>
                <a:gd name="T71" fmla="*/ 24 h 745"/>
                <a:gd name="T72" fmla="*/ 287 w 415"/>
                <a:gd name="T73" fmla="*/ 0 h 745"/>
                <a:gd name="T74" fmla="*/ 285 w 415"/>
                <a:gd name="T75" fmla="*/ 0 h 745"/>
                <a:gd name="T76" fmla="*/ 131 w 415"/>
                <a:gd name="T77" fmla="*/ 0 h 745"/>
                <a:gd name="T78" fmla="*/ 129 w 415"/>
                <a:gd name="T79" fmla="*/ 0 h 745"/>
                <a:gd name="T80" fmla="*/ 81 w 415"/>
                <a:gd name="T81" fmla="*/ 17 h 745"/>
                <a:gd name="T82" fmla="*/ 73 w 415"/>
                <a:gd name="T83" fmla="*/ 24 h 745"/>
                <a:gd name="T84" fmla="*/ 10 w 415"/>
                <a:gd name="T85" fmla="*/ 352 h 745"/>
                <a:gd name="T86" fmla="*/ 42 w 415"/>
                <a:gd name="T87" fmla="*/ 382 h 745"/>
                <a:gd name="T88" fmla="*/ 44 w 415"/>
                <a:gd name="T89" fmla="*/ 38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15" h="745">
                  <a:moveTo>
                    <a:pt x="44" y="382"/>
                  </a:moveTo>
                  <a:cubicBezTo>
                    <a:pt x="62" y="381"/>
                    <a:pt x="75" y="366"/>
                    <a:pt x="74" y="348"/>
                  </a:cubicBezTo>
                  <a:cubicBezTo>
                    <a:pt x="69" y="267"/>
                    <a:pt x="73" y="208"/>
                    <a:pt x="80" y="165"/>
                  </a:cubicBezTo>
                  <a:cubicBezTo>
                    <a:pt x="85" y="134"/>
                    <a:pt x="92" y="111"/>
                    <a:pt x="100" y="95"/>
                  </a:cubicBezTo>
                  <a:cubicBezTo>
                    <a:pt x="100" y="228"/>
                    <a:pt x="100" y="228"/>
                    <a:pt x="100" y="228"/>
                  </a:cubicBezTo>
                  <a:cubicBezTo>
                    <a:pt x="100" y="304"/>
                    <a:pt x="100" y="304"/>
                    <a:pt x="100" y="304"/>
                  </a:cubicBezTo>
                  <a:cubicBezTo>
                    <a:pt x="100" y="344"/>
                    <a:pt x="100" y="344"/>
                    <a:pt x="100" y="344"/>
                  </a:cubicBezTo>
                  <a:cubicBezTo>
                    <a:pt x="100" y="696"/>
                    <a:pt x="100" y="696"/>
                    <a:pt x="100" y="696"/>
                  </a:cubicBezTo>
                  <a:cubicBezTo>
                    <a:pt x="100" y="723"/>
                    <a:pt x="122" y="745"/>
                    <a:pt x="149" y="745"/>
                  </a:cubicBezTo>
                  <a:cubicBezTo>
                    <a:pt x="164" y="745"/>
                    <a:pt x="177" y="738"/>
                    <a:pt x="186" y="728"/>
                  </a:cubicBezTo>
                  <a:cubicBezTo>
                    <a:pt x="180" y="717"/>
                    <a:pt x="182" y="703"/>
                    <a:pt x="190" y="693"/>
                  </a:cubicBezTo>
                  <a:cubicBezTo>
                    <a:pt x="200" y="682"/>
                    <a:pt x="200" y="682"/>
                    <a:pt x="200" y="682"/>
                  </a:cubicBezTo>
                  <a:cubicBezTo>
                    <a:pt x="200" y="667"/>
                    <a:pt x="200" y="667"/>
                    <a:pt x="200" y="667"/>
                  </a:cubicBezTo>
                  <a:cubicBezTo>
                    <a:pt x="192" y="629"/>
                    <a:pt x="184" y="559"/>
                    <a:pt x="200" y="522"/>
                  </a:cubicBezTo>
                  <a:cubicBezTo>
                    <a:pt x="200" y="354"/>
                    <a:pt x="200" y="354"/>
                    <a:pt x="200" y="354"/>
                  </a:cubicBezTo>
                  <a:cubicBezTo>
                    <a:pt x="200" y="336"/>
                    <a:pt x="200" y="336"/>
                    <a:pt x="200" y="336"/>
                  </a:cubicBezTo>
                  <a:cubicBezTo>
                    <a:pt x="216" y="336"/>
                    <a:pt x="216" y="336"/>
                    <a:pt x="216" y="336"/>
                  </a:cubicBezTo>
                  <a:cubicBezTo>
                    <a:pt x="216" y="354"/>
                    <a:pt x="216" y="354"/>
                    <a:pt x="216" y="354"/>
                  </a:cubicBezTo>
                  <a:cubicBezTo>
                    <a:pt x="216" y="491"/>
                    <a:pt x="216" y="491"/>
                    <a:pt x="216" y="491"/>
                  </a:cubicBezTo>
                  <a:cubicBezTo>
                    <a:pt x="236" y="467"/>
                    <a:pt x="257" y="449"/>
                    <a:pt x="277" y="433"/>
                  </a:cubicBezTo>
                  <a:cubicBezTo>
                    <a:pt x="283" y="428"/>
                    <a:pt x="290" y="423"/>
                    <a:pt x="296" y="418"/>
                  </a:cubicBezTo>
                  <a:cubicBezTo>
                    <a:pt x="303" y="412"/>
                    <a:pt x="308" y="407"/>
                    <a:pt x="316" y="403"/>
                  </a:cubicBezTo>
                  <a:cubicBezTo>
                    <a:pt x="316" y="344"/>
                    <a:pt x="316" y="344"/>
                    <a:pt x="316" y="344"/>
                  </a:cubicBezTo>
                  <a:cubicBezTo>
                    <a:pt x="316" y="341"/>
                    <a:pt x="316" y="341"/>
                    <a:pt x="316" y="341"/>
                  </a:cubicBezTo>
                  <a:cubicBezTo>
                    <a:pt x="312" y="337"/>
                    <a:pt x="305" y="333"/>
                    <a:pt x="300" y="330"/>
                  </a:cubicBezTo>
                  <a:cubicBezTo>
                    <a:pt x="273" y="310"/>
                    <a:pt x="256" y="297"/>
                    <a:pt x="254" y="282"/>
                  </a:cubicBezTo>
                  <a:cubicBezTo>
                    <a:pt x="254" y="277"/>
                    <a:pt x="255" y="272"/>
                    <a:pt x="258" y="268"/>
                  </a:cubicBezTo>
                  <a:cubicBezTo>
                    <a:pt x="263" y="263"/>
                    <a:pt x="270" y="260"/>
                    <a:pt x="279" y="260"/>
                  </a:cubicBezTo>
                  <a:cubicBezTo>
                    <a:pt x="289" y="260"/>
                    <a:pt x="304" y="264"/>
                    <a:pt x="316" y="267"/>
                  </a:cubicBezTo>
                  <a:cubicBezTo>
                    <a:pt x="316" y="228"/>
                    <a:pt x="316" y="228"/>
                    <a:pt x="316" y="228"/>
                  </a:cubicBezTo>
                  <a:cubicBezTo>
                    <a:pt x="316" y="95"/>
                    <a:pt x="316" y="95"/>
                    <a:pt x="316" y="95"/>
                  </a:cubicBezTo>
                  <a:cubicBezTo>
                    <a:pt x="332" y="133"/>
                    <a:pt x="350" y="208"/>
                    <a:pt x="342" y="348"/>
                  </a:cubicBezTo>
                  <a:cubicBezTo>
                    <a:pt x="341" y="366"/>
                    <a:pt x="354" y="381"/>
                    <a:pt x="372" y="382"/>
                  </a:cubicBezTo>
                  <a:cubicBezTo>
                    <a:pt x="372" y="382"/>
                    <a:pt x="373" y="382"/>
                    <a:pt x="374" y="382"/>
                  </a:cubicBezTo>
                  <a:cubicBezTo>
                    <a:pt x="390" y="382"/>
                    <a:pt x="404" y="369"/>
                    <a:pt x="405" y="352"/>
                  </a:cubicBezTo>
                  <a:cubicBezTo>
                    <a:pt x="415" y="183"/>
                    <a:pt x="394" y="73"/>
                    <a:pt x="343" y="24"/>
                  </a:cubicBezTo>
                  <a:cubicBezTo>
                    <a:pt x="320" y="3"/>
                    <a:pt x="298" y="0"/>
                    <a:pt x="287" y="0"/>
                  </a:cubicBezTo>
                  <a:cubicBezTo>
                    <a:pt x="286" y="0"/>
                    <a:pt x="286" y="0"/>
                    <a:pt x="285" y="0"/>
                  </a:cubicBezTo>
                  <a:cubicBezTo>
                    <a:pt x="131" y="0"/>
                    <a:pt x="131" y="0"/>
                    <a:pt x="131" y="0"/>
                  </a:cubicBezTo>
                  <a:cubicBezTo>
                    <a:pt x="130" y="0"/>
                    <a:pt x="129" y="0"/>
                    <a:pt x="129" y="0"/>
                  </a:cubicBezTo>
                  <a:cubicBezTo>
                    <a:pt x="119" y="0"/>
                    <a:pt x="101" y="2"/>
                    <a:pt x="81" y="17"/>
                  </a:cubicBezTo>
                  <a:cubicBezTo>
                    <a:pt x="79" y="19"/>
                    <a:pt x="76" y="22"/>
                    <a:pt x="73" y="24"/>
                  </a:cubicBezTo>
                  <a:cubicBezTo>
                    <a:pt x="21" y="73"/>
                    <a:pt x="0" y="183"/>
                    <a:pt x="10" y="352"/>
                  </a:cubicBezTo>
                  <a:cubicBezTo>
                    <a:pt x="11" y="369"/>
                    <a:pt x="25" y="382"/>
                    <a:pt x="42" y="382"/>
                  </a:cubicBezTo>
                  <a:cubicBezTo>
                    <a:pt x="43" y="382"/>
                    <a:pt x="43" y="382"/>
                    <a:pt x="44" y="3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183"/>
            <p:cNvSpPr>
              <a:spLocks/>
            </p:cNvSpPr>
            <p:nvPr/>
          </p:nvSpPr>
          <p:spPr bwMode="auto">
            <a:xfrm>
              <a:off x="4478338" y="2279650"/>
              <a:ext cx="85725" cy="34925"/>
            </a:xfrm>
            <a:custGeom>
              <a:avLst/>
              <a:gdLst>
                <a:gd name="T0" fmla="*/ 1 w 54"/>
                <a:gd name="T1" fmla="*/ 11 h 23"/>
                <a:gd name="T2" fmla="*/ 0 w 54"/>
                <a:gd name="T3" fmla="*/ 12 h 23"/>
                <a:gd name="T4" fmla="*/ 31 w 54"/>
                <a:gd name="T5" fmla="*/ 23 h 23"/>
                <a:gd name="T6" fmla="*/ 54 w 54"/>
                <a:gd name="T7" fmla="*/ 17 h 23"/>
                <a:gd name="T8" fmla="*/ 10 w 54"/>
                <a:gd name="T9" fmla="*/ 0 h 23"/>
                <a:gd name="T10" fmla="*/ 1 w 54"/>
                <a:gd name="T11" fmla="*/ 11 h 23"/>
              </a:gdLst>
              <a:ahLst/>
              <a:cxnLst>
                <a:cxn ang="0">
                  <a:pos x="T0" y="T1"/>
                </a:cxn>
                <a:cxn ang="0">
                  <a:pos x="T2" y="T3"/>
                </a:cxn>
                <a:cxn ang="0">
                  <a:pos x="T4" y="T5"/>
                </a:cxn>
                <a:cxn ang="0">
                  <a:pos x="T6" y="T7"/>
                </a:cxn>
                <a:cxn ang="0">
                  <a:pos x="T8" y="T9"/>
                </a:cxn>
                <a:cxn ang="0">
                  <a:pos x="T10" y="T11"/>
                </a:cxn>
              </a:cxnLst>
              <a:rect l="0" t="0" r="r" b="b"/>
              <a:pathLst>
                <a:path w="54" h="23">
                  <a:moveTo>
                    <a:pt x="1" y="11"/>
                  </a:moveTo>
                  <a:cubicBezTo>
                    <a:pt x="0" y="11"/>
                    <a:pt x="0" y="12"/>
                    <a:pt x="0" y="12"/>
                  </a:cubicBezTo>
                  <a:cubicBezTo>
                    <a:pt x="8" y="19"/>
                    <a:pt x="19" y="23"/>
                    <a:pt x="31" y="23"/>
                  </a:cubicBezTo>
                  <a:cubicBezTo>
                    <a:pt x="39" y="23"/>
                    <a:pt x="47" y="21"/>
                    <a:pt x="54" y="17"/>
                  </a:cubicBezTo>
                  <a:cubicBezTo>
                    <a:pt x="36" y="12"/>
                    <a:pt x="21" y="6"/>
                    <a:pt x="10" y="0"/>
                  </a:cubicBezTo>
                  <a:lnTo>
                    <a:pt x="1"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Oval 184"/>
            <p:cNvSpPr>
              <a:spLocks noChangeArrowheads="1"/>
            </p:cNvSpPr>
            <p:nvPr/>
          </p:nvSpPr>
          <p:spPr bwMode="auto">
            <a:xfrm>
              <a:off x="4294188" y="823913"/>
              <a:ext cx="282575" cy="2825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185"/>
            <p:cNvSpPr>
              <a:spLocks noEditPoints="1"/>
            </p:cNvSpPr>
            <p:nvPr/>
          </p:nvSpPr>
          <p:spPr bwMode="auto">
            <a:xfrm>
              <a:off x="4403725" y="1751013"/>
              <a:ext cx="595313" cy="557213"/>
            </a:xfrm>
            <a:custGeom>
              <a:avLst/>
              <a:gdLst>
                <a:gd name="T0" fmla="*/ 200 w 379"/>
                <a:gd name="T1" fmla="*/ 3 h 354"/>
                <a:gd name="T2" fmla="*/ 186 w 379"/>
                <a:gd name="T3" fmla="*/ 5 h 354"/>
                <a:gd name="T4" fmla="*/ 183 w 379"/>
                <a:gd name="T5" fmla="*/ 5 h 354"/>
                <a:gd name="T6" fmla="*/ 166 w 379"/>
                <a:gd name="T7" fmla="*/ 0 h 354"/>
                <a:gd name="T8" fmla="*/ 115 w 379"/>
                <a:gd name="T9" fmla="*/ 40 h 354"/>
                <a:gd name="T10" fmla="*/ 21 w 379"/>
                <a:gd name="T11" fmla="*/ 136 h 354"/>
                <a:gd name="T12" fmla="*/ 24 w 379"/>
                <a:gd name="T13" fmla="*/ 296 h 354"/>
                <a:gd name="T14" fmla="*/ 9 w 379"/>
                <a:gd name="T15" fmla="*/ 314 h 354"/>
                <a:gd name="T16" fmla="*/ 12 w 379"/>
                <a:gd name="T17" fmla="*/ 343 h 354"/>
                <a:gd name="T18" fmla="*/ 41 w 379"/>
                <a:gd name="T19" fmla="*/ 340 h 354"/>
                <a:gd name="T20" fmla="*/ 55 w 379"/>
                <a:gd name="T21" fmla="*/ 324 h 354"/>
                <a:gd name="T22" fmla="*/ 187 w 379"/>
                <a:gd name="T23" fmla="*/ 352 h 354"/>
                <a:gd name="T24" fmla="*/ 302 w 379"/>
                <a:gd name="T25" fmla="*/ 326 h 354"/>
                <a:gd name="T26" fmla="*/ 317 w 379"/>
                <a:gd name="T27" fmla="*/ 344 h 354"/>
                <a:gd name="T28" fmla="*/ 346 w 379"/>
                <a:gd name="T29" fmla="*/ 346 h 354"/>
                <a:gd name="T30" fmla="*/ 349 w 379"/>
                <a:gd name="T31" fmla="*/ 317 h 354"/>
                <a:gd name="T32" fmla="*/ 332 w 379"/>
                <a:gd name="T33" fmla="*/ 297 h 354"/>
                <a:gd name="T34" fmla="*/ 344 w 379"/>
                <a:gd name="T35" fmla="*/ 126 h 354"/>
                <a:gd name="T36" fmla="*/ 219 w 379"/>
                <a:gd name="T37" fmla="*/ 20 h 354"/>
                <a:gd name="T38" fmla="*/ 200 w 379"/>
                <a:gd name="T39" fmla="*/ 3 h 354"/>
                <a:gd name="T40" fmla="*/ 233 w 379"/>
                <a:gd name="T41" fmla="*/ 125 h 354"/>
                <a:gd name="T42" fmla="*/ 212 w 379"/>
                <a:gd name="T43" fmla="*/ 139 h 354"/>
                <a:gd name="T44" fmla="*/ 184 w 379"/>
                <a:gd name="T45" fmla="*/ 128 h 354"/>
                <a:gd name="T46" fmla="*/ 161 w 379"/>
                <a:gd name="T47" fmla="*/ 144 h 354"/>
                <a:gd name="T48" fmla="*/ 169 w 379"/>
                <a:gd name="T49" fmla="*/ 159 h 354"/>
                <a:gd name="T50" fmla="*/ 194 w 379"/>
                <a:gd name="T51" fmla="*/ 172 h 354"/>
                <a:gd name="T52" fmla="*/ 237 w 379"/>
                <a:gd name="T53" fmla="*/ 218 h 354"/>
                <a:gd name="T54" fmla="*/ 192 w 379"/>
                <a:gd name="T55" fmla="*/ 256 h 354"/>
                <a:gd name="T56" fmla="*/ 192 w 379"/>
                <a:gd name="T57" fmla="*/ 274 h 354"/>
                <a:gd name="T58" fmla="*/ 176 w 379"/>
                <a:gd name="T59" fmla="*/ 274 h 354"/>
                <a:gd name="T60" fmla="*/ 176 w 379"/>
                <a:gd name="T61" fmla="*/ 256 h 354"/>
                <a:gd name="T62" fmla="*/ 129 w 379"/>
                <a:gd name="T63" fmla="*/ 235 h 354"/>
                <a:gd name="T64" fmla="*/ 150 w 379"/>
                <a:gd name="T65" fmla="*/ 221 h 354"/>
                <a:gd name="T66" fmla="*/ 185 w 379"/>
                <a:gd name="T67" fmla="*/ 237 h 354"/>
                <a:gd name="T68" fmla="*/ 206 w 379"/>
                <a:gd name="T69" fmla="*/ 219 h 354"/>
                <a:gd name="T70" fmla="*/ 198 w 379"/>
                <a:gd name="T71" fmla="*/ 204 h 354"/>
                <a:gd name="T72" fmla="*/ 171 w 379"/>
                <a:gd name="T73" fmla="*/ 189 h 354"/>
                <a:gd name="T74" fmla="*/ 132 w 379"/>
                <a:gd name="T75" fmla="*/ 146 h 354"/>
                <a:gd name="T76" fmla="*/ 176 w 379"/>
                <a:gd name="T77" fmla="*/ 109 h 354"/>
                <a:gd name="T78" fmla="*/ 176 w 379"/>
                <a:gd name="T79" fmla="*/ 94 h 354"/>
                <a:gd name="T80" fmla="*/ 192 w 379"/>
                <a:gd name="T81" fmla="*/ 94 h 354"/>
                <a:gd name="T82" fmla="*/ 192 w 379"/>
                <a:gd name="T83" fmla="*/ 109 h 354"/>
                <a:gd name="T84" fmla="*/ 233 w 379"/>
                <a:gd name="T85" fmla="*/ 125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79" h="354">
                  <a:moveTo>
                    <a:pt x="200" y="3"/>
                  </a:moveTo>
                  <a:cubicBezTo>
                    <a:pt x="195" y="4"/>
                    <a:pt x="191" y="5"/>
                    <a:pt x="186" y="5"/>
                  </a:cubicBezTo>
                  <a:cubicBezTo>
                    <a:pt x="185" y="5"/>
                    <a:pt x="184" y="5"/>
                    <a:pt x="183" y="5"/>
                  </a:cubicBezTo>
                  <a:cubicBezTo>
                    <a:pt x="177" y="5"/>
                    <a:pt x="171" y="3"/>
                    <a:pt x="166" y="0"/>
                  </a:cubicBezTo>
                  <a:cubicBezTo>
                    <a:pt x="158" y="13"/>
                    <a:pt x="136" y="21"/>
                    <a:pt x="115" y="40"/>
                  </a:cubicBezTo>
                  <a:cubicBezTo>
                    <a:pt x="84" y="66"/>
                    <a:pt x="45" y="90"/>
                    <a:pt x="21" y="136"/>
                  </a:cubicBezTo>
                  <a:cubicBezTo>
                    <a:pt x="0" y="177"/>
                    <a:pt x="19" y="272"/>
                    <a:pt x="24" y="296"/>
                  </a:cubicBezTo>
                  <a:cubicBezTo>
                    <a:pt x="9" y="314"/>
                    <a:pt x="9" y="314"/>
                    <a:pt x="9" y="314"/>
                  </a:cubicBezTo>
                  <a:cubicBezTo>
                    <a:pt x="2" y="322"/>
                    <a:pt x="3" y="336"/>
                    <a:pt x="12" y="343"/>
                  </a:cubicBezTo>
                  <a:cubicBezTo>
                    <a:pt x="21" y="350"/>
                    <a:pt x="34" y="349"/>
                    <a:pt x="41" y="340"/>
                  </a:cubicBezTo>
                  <a:cubicBezTo>
                    <a:pt x="55" y="324"/>
                    <a:pt x="55" y="324"/>
                    <a:pt x="55" y="324"/>
                  </a:cubicBezTo>
                  <a:cubicBezTo>
                    <a:pt x="81" y="338"/>
                    <a:pt x="124" y="354"/>
                    <a:pt x="187" y="352"/>
                  </a:cubicBezTo>
                  <a:cubicBezTo>
                    <a:pt x="245" y="350"/>
                    <a:pt x="281" y="338"/>
                    <a:pt x="302" y="326"/>
                  </a:cubicBezTo>
                  <a:cubicBezTo>
                    <a:pt x="317" y="344"/>
                    <a:pt x="317" y="344"/>
                    <a:pt x="317" y="344"/>
                  </a:cubicBezTo>
                  <a:cubicBezTo>
                    <a:pt x="324" y="352"/>
                    <a:pt x="337" y="353"/>
                    <a:pt x="346" y="346"/>
                  </a:cubicBezTo>
                  <a:cubicBezTo>
                    <a:pt x="355" y="339"/>
                    <a:pt x="356" y="326"/>
                    <a:pt x="349" y="317"/>
                  </a:cubicBezTo>
                  <a:cubicBezTo>
                    <a:pt x="332" y="297"/>
                    <a:pt x="332" y="297"/>
                    <a:pt x="332" y="297"/>
                  </a:cubicBezTo>
                  <a:cubicBezTo>
                    <a:pt x="344" y="272"/>
                    <a:pt x="379" y="185"/>
                    <a:pt x="344" y="126"/>
                  </a:cubicBezTo>
                  <a:cubicBezTo>
                    <a:pt x="301" y="56"/>
                    <a:pt x="243" y="40"/>
                    <a:pt x="219" y="20"/>
                  </a:cubicBezTo>
                  <a:cubicBezTo>
                    <a:pt x="209" y="12"/>
                    <a:pt x="203" y="7"/>
                    <a:pt x="200" y="3"/>
                  </a:cubicBezTo>
                  <a:close/>
                  <a:moveTo>
                    <a:pt x="233" y="125"/>
                  </a:moveTo>
                  <a:cubicBezTo>
                    <a:pt x="212" y="139"/>
                    <a:pt x="212" y="139"/>
                    <a:pt x="212" y="139"/>
                  </a:cubicBezTo>
                  <a:cubicBezTo>
                    <a:pt x="203" y="131"/>
                    <a:pt x="195" y="128"/>
                    <a:pt x="184" y="128"/>
                  </a:cubicBezTo>
                  <a:cubicBezTo>
                    <a:pt x="170" y="128"/>
                    <a:pt x="161" y="134"/>
                    <a:pt x="161" y="144"/>
                  </a:cubicBezTo>
                  <a:cubicBezTo>
                    <a:pt x="161" y="150"/>
                    <a:pt x="164" y="155"/>
                    <a:pt x="169" y="159"/>
                  </a:cubicBezTo>
                  <a:cubicBezTo>
                    <a:pt x="174" y="163"/>
                    <a:pt x="176" y="164"/>
                    <a:pt x="194" y="172"/>
                  </a:cubicBezTo>
                  <a:cubicBezTo>
                    <a:pt x="227" y="188"/>
                    <a:pt x="237" y="199"/>
                    <a:pt x="237" y="218"/>
                  </a:cubicBezTo>
                  <a:cubicBezTo>
                    <a:pt x="237" y="240"/>
                    <a:pt x="220" y="253"/>
                    <a:pt x="192" y="256"/>
                  </a:cubicBezTo>
                  <a:cubicBezTo>
                    <a:pt x="192" y="274"/>
                    <a:pt x="192" y="274"/>
                    <a:pt x="192" y="274"/>
                  </a:cubicBezTo>
                  <a:cubicBezTo>
                    <a:pt x="176" y="274"/>
                    <a:pt x="176" y="274"/>
                    <a:pt x="176" y="274"/>
                  </a:cubicBezTo>
                  <a:cubicBezTo>
                    <a:pt x="176" y="256"/>
                    <a:pt x="176" y="256"/>
                    <a:pt x="176" y="256"/>
                  </a:cubicBezTo>
                  <a:cubicBezTo>
                    <a:pt x="156" y="254"/>
                    <a:pt x="142" y="247"/>
                    <a:pt x="129" y="235"/>
                  </a:cubicBezTo>
                  <a:cubicBezTo>
                    <a:pt x="150" y="221"/>
                    <a:pt x="150" y="221"/>
                    <a:pt x="150" y="221"/>
                  </a:cubicBezTo>
                  <a:cubicBezTo>
                    <a:pt x="163" y="233"/>
                    <a:pt x="172" y="237"/>
                    <a:pt x="185" y="237"/>
                  </a:cubicBezTo>
                  <a:cubicBezTo>
                    <a:pt x="198" y="237"/>
                    <a:pt x="206" y="230"/>
                    <a:pt x="206" y="219"/>
                  </a:cubicBezTo>
                  <a:cubicBezTo>
                    <a:pt x="206" y="214"/>
                    <a:pt x="203" y="208"/>
                    <a:pt x="198" y="204"/>
                  </a:cubicBezTo>
                  <a:cubicBezTo>
                    <a:pt x="192" y="200"/>
                    <a:pt x="189" y="198"/>
                    <a:pt x="171" y="189"/>
                  </a:cubicBezTo>
                  <a:cubicBezTo>
                    <a:pt x="141" y="174"/>
                    <a:pt x="132" y="163"/>
                    <a:pt x="132" y="146"/>
                  </a:cubicBezTo>
                  <a:cubicBezTo>
                    <a:pt x="132" y="126"/>
                    <a:pt x="148" y="112"/>
                    <a:pt x="176" y="109"/>
                  </a:cubicBezTo>
                  <a:cubicBezTo>
                    <a:pt x="176" y="94"/>
                    <a:pt x="176" y="94"/>
                    <a:pt x="176" y="94"/>
                  </a:cubicBezTo>
                  <a:cubicBezTo>
                    <a:pt x="192" y="94"/>
                    <a:pt x="192" y="94"/>
                    <a:pt x="192" y="94"/>
                  </a:cubicBezTo>
                  <a:cubicBezTo>
                    <a:pt x="192" y="109"/>
                    <a:pt x="192" y="109"/>
                    <a:pt x="192" y="109"/>
                  </a:cubicBezTo>
                  <a:cubicBezTo>
                    <a:pt x="208" y="110"/>
                    <a:pt x="221" y="115"/>
                    <a:pt x="233" y="1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186"/>
            <p:cNvSpPr>
              <a:spLocks/>
            </p:cNvSpPr>
            <p:nvPr/>
          </p:nvSpPr>
          <p:spPr bwMode="auto">
            <a:xfrm>
              <a:off x="4760913" y="1560513"/>
              <a:ext cx="65088" cy="115888"/>
            </a:xfrm>
            <a:custGeom>
              <a:avLst/>
              <a:gdLst>
                <a:gd name="T0" fmla="*/ 0 w 42"/>
                <a:gd name="T1" fmla="*/ 73 h 73"/>
                <a:gd name="T2" fmla="*/ 41 w 42"/>
                <a:gd name="T3" fmla="*/ 27 h 73"/>
                <a:gd name="T4" fmla="*/ 2 w 42"/>
                <a:gd name="T5" fmla="*/ 0 h 73"/>
                <a:gd name="T6" fmla="*/ 0 w 42"/>
                <a:gd name="T7" fmla="*/ 73 h 73"/>
              </a:gdLst>
              <a:ahLst/>
              <a:cxnLst>
                <a:cxn ang="0">
                  <a:pos x="T0" y="T1"/>
                </a:cxn>
                <a:cxn ang="0">
                  <a:pos x="T2" y="T3"/>
                </a:cxn>
                <a:cxn ang="0">
                  <a:pos x="T4" y="T5"/>
                </a:cxn>
                <a:cxn ang="0">
                  <a:pos x="T6" y="T7"/>
                </a:cxn>
              </a:cxnLst>
              <a:rect l="0" t="0" r="r" b="b"/>
              <a:pathLst>
                <a:path w="42" h="73">
                  <a:moveTo>
                    <a:pt x="0" y="73"/>
                  </a:moveTo>
                  <a:cubicBezTo>
                    <a:pt x="19" y="58"/>
                    <a:pt x="40" y="43"/>
                    <a:pt x="41" y="27"/>
                  </a:cubicBezTo>
                  <a:cubicBezTo>
                    <a:pt x="42" y="17"/>
                    <a:pt x="23" y="7"/>
                    <a:pt x="2" y="0"/>
                  </a:cubicBezTo>
                  <a:cubicBezTo>
                    <a:pt x="2" y="23"/>
                    <a:pt x="2" y="47"/>
                    <a:pt x="0"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187"/>
            <p:cNvSpPr>
              <a:spLocks/>
            </p:cNvSpPr>
            <p:nvPr/>
          </p:nvSpPr>
          <p:spPr bwMode="auto">
            <a:xfrm>
              <a:off x="4506913" y="1558925"/>
              <a:ext cx="127000" cy="122238"/>
            </a:xfrm>
            <a:custGeom>
              <a:avLst/>
              <a:gdLst>
                <a:gd name="T0" fmla="*/ 79 w 81"/>
                <a:gd name="T1" fmla="*/ 77 h 77"/>
                <a:gd name="T2" fmla="*/ 81 w 81"/>
                <a:gd name="T3" fmla="*/ 19 h 77"/>
                <a:gd name="T4" fmla="*/ 12 w 81"/>
                <a:gd name="T5" fmla="*/ 11 h 77"/>
                <a:gd name="T6" fmla="*/ 79 w 81"/>
                <a:gd name="T7" fmla="*/ 77 h 77"/>
              </a:gdLst>
              <a:ahLst/>
              <a:cxnLst>
                <a:cxn ang="0">
                  <a:pos x="T0" y="T1"/>
                </a:cxn>
                <a:cxn ang="0">
                  <a:pos x="T2" y="T3"/>
                </a:cxn>
                <a:cxn ang="0">
                  <a:pos x="T4" y="T5"/>
                </a:cxn>
                <a:cxn ang="0">
                  <a:pos x="T6" y="T7"/>
                </a:cxn>
              </a:cxnLst>
              <a:rect l="0" t="0" r="r" b="b"/>
              <a:pathLst>
                <a:path w="81" h="77">
                  <a:moveTo>
                    <a:pt x="79" y="77"/>
                  </a:moveTo>
                  <a:cubicBezTo>
                    <a:pt x="80" y="56"/>
                    <a:pt x="80" y="37"/>
                    <a:pt x="81" y="19"/>
                  </a:cubicBezTo>
                  <a:cubicBezTo>
                    <a:pt x="54" y="12"/>
                    <a:pt x="21" y="0"/>
                    <a:pt x="12" y="11"/>
                  </a:cubicBezTo>
                  <a:cubicBezTo>
                    <a:pt x="0" y="26"/>
                    <a:pt x="49" y="52"/>
                    <a:pt x="79"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188"/>
            <p:cNvSpPr>
              <a:spLocks/>
            </p:cNvSpPr>
            <p:nvPr/>
          </p:nvSpPr>
          <p:spPr bwMode="auto">
            <a:xfrm>
              <a:off x="5073650" y="1965325"/>
              <a:ext cx="69850" cy="92075"/>
            </a:xfrm>
            <a:custGeom>
              <a:avLst/>
              <a:gdLst>
                <a:gd name="T0" fmla="*/ 16 w 45"/>
                <a:gd name="T1" fmla="*/ 9 h 59"/>
                <a:gd name="T2" fmla="*/ 16 w 45"/>
                <a:gd name="T3" fmla="*/ 4 h 59"/>
                <a:gd name="T4" fmla="*/ 15 w 45"/>
                <a:gd name="T5" fmla="*/ 1 h 59"/>
                <a:gd name="T6" fmla="*/ 12 w 45"/>
                <a:gd name="T7" fmla="*/ 0 h 59"/>
                <a:gd name="T8" fmla="*/ 8 w 45"/>
                <a:gd name="T9" fmla="*/ 1 h 59"/>
                <a:gd name="T10" fmla="*/ 6 w 45"/>
                <a:gd name="T11" fmla="*/ 3 h 59"/>
                <a:gd name="T12" fmla="*/ 5 w 45"/>
                <a:gd name="T13" fmla="*/ 9 h 59"/>
                <a:gd name="T14" fmla="*/ 2 w 45"/>
                <a:gd name="T15" fmla="*/ 42 h 59"/>
                <a:gd name="T16" fmla="*/ 0 w 45"/>
                <a:gd name="T17" fmla="*/ 50 h 59"/>
                <a:gd name="T18" fmla="*/ 0 w 45"/>
                <a:gd name="T19" fmla="*/ 54 h 59"/>
                <a:gd name="T20" fmla="*/ 1 w 45"/>
                <a:gd name="T21" fmla="*/ 57 h 59"/>
                <a:gd name="T22" fmla="*/ 5 w 45"/>
                <a:gd name="T23" fmla="*/ 59 h 59"/>
                <a:gd name="T24" fmla="*/ 11 w 45"/>
                <a:gd name="T25" fmla="*/ 58 h 59"/>
                <a:gd name="T26" fmla="*/ 32 w 45"/>
                <a:gd name="T27" fmla="*/ 55 h 59"/>
                <a:gd name="T28" fmla="*/ 35 w 45"/>
                <a:gd name="T29" fmla="*/ 55 h 59"/>
                <a:gd name="T30" fmla="*/ 38 w 45"/>
                <a:gd name="T31" fmla="*/ 55 h 59"/>
                <a:gd name="T32" fmla="*/ 43 w 45"/>
                <a:gd name="T33" fmla="*/ 53 h 59"/>
                <a:gd name="T34" fmla="*/ 45 w 45"/>
                <a:gd name="T35" fmla="*/ 49 h 59"/>
                <a:gd name="T36" fmla="*/ 44 w 45"/>
                <a:gd name="T37" fmla="*/ 46 h 59"/>
                <a:gd name="T38" fmla="*/ 41 w 45"/>
                <a:gd name="T39" fmla="*/ 45 h 59"/>
                <a:gd name="T40" fmla="*/ 39 w 45"/>
                <a:gd name="T41" fmla="*/ 45 h 59"/>
                <a:gd name="T42" fmla="*/ 26 w 45"/>
                <a:gd name="T43" fmla="*/ 47 h 59"/>
                <a:gd name="T44" fmla="*/ 20 w 45"/>
                <a:gd name="T45" fmla="*/ 47 h 59"/>
                <a:gd name="T46" fmla="*/ 11 w 45"/>
                <a:gd name="T47" fmla="*/ 48 h 59"/>
                <a:gd name="T48" fmla="*/ 11 w 45"/>
                <a:gd name="T49" fmla="*/ 47 h 59"/>
                <a:gd name="T50" fmla="*/ 13 w 45"/>
                <a:gd name="T51" fmla="*/ 31 h 59"/>
                <a:gd name="T52" fmla="*/ 16 w 45"/>
                <a:gd name="T53" fmla="*/ 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5" h="59">
                  <a:moveTo>
                    <a:pt x="16" y="9"/>
                  </a:moveTo>
                  <a:cubicBezTo>
                    <a:pt x="16" y="7"/>
                    <a:pt x="16" y="5"/>
                    <a:pt x="16" y="4"/>
                  </a:cubicBezTo>
                  <a:cubicBezTo>
                    <a:pt x="16" y="3"/>
                    <a:pt x="16" y="2"/>
                    <a:pt x="15" y="1"/>
                  </a:cubicBezTo>
                  <a:cubicBezTo>
                    <a:pt x="14" y="0"/>
                    <a:pt x="13" y="0"/>
                    <a:pt x="12" y="0"/>
                  </a:cubicBezTo>
                  <a:cubicBezTo>
                    <a:pt x="10" y="0"/>
                    <a:pt x="9" y="0"/>
                    <a:pt x="8" y="1"/>
                  </a:cubicBezTo>
                  <a:cubicBezTo>
                    <a:pt x="7" y="1"/>
                    <a:pt x="6" y="2"/>
                    <a:pt x="6" y="3"/>
                  </a:cubicBezTo>
                  <a:cubicBezTo>
                    <a:pt x="6" y="4"/>
                    <a:pt x="6" y="6"/>
                    <a:pt x="5" y="9"/>
                  </a:cubicBezTo>
                  <a:cubicBezTo>
                    <a:pt x="2" y="42"/>
                    <a:pt x="2" y="42"/>
                    <a:pt x="2" y="42"/>
                  </a:cubicBezTo>
                  <a:cubicBezTo>
                    <a:pt x="1" y="45"/>
                    <a:pt x="1" y="48"/>
                    <a:pt x="0" y="50"/>
                  </a:cubicBezTo>
                  <a:cubicBezTo>
                    <a:pt x="0" y="52"/>
                    <a:pt x="0" y="53"/>
                    <a:pt x="0" y="54"/>
                  </a:cubicBezTo>
                  <a:cubicBezTo>
                    <a:pt x="0" y="55"/>
                    <a:pt x="0" y="56"/>
                    <a:pt x="1" y="57"/>
                  </a:cubicBezTo>
                  <a:cubicBezTo>
                    <a:pt x="2" y="59"/>
                    <a:pt x="3" y="59"/>
                    <a:pt x="5" y="59"/>
                  </a:cubicBezTo>
                  <a:cubicBezTo>
                    <a:pt x="6" y="59"/>
                    <a:pt x="8" y="59"/>
                    <a:pt x="11" y="58"/>
                  </a:cubicBezTo>
                  <a:cubicBezTo>
                    <a:pt x="17" y="56"/>
                    <a:pt x="24" y="55"/>
                    <a:pt x="32" y="55"/>
                  </a:cubicBezTo>
                  <a:cubicBezTo>
                    <a:pt x="32" y="55"/>
                    <a:pt x="33" y="55"/>
                    <a:pt x="35" y="55"/>
                  </a:cubicBezTo>
                  <a:cubicBezTo>
                    <a:pt x="37" y="55"/>
                    <a:pt x="38" y="55"/>
                    <a:pt x="38" y="55"/>
                  </a:cubicBezTo>
                  <a:cubicBezTo>
                    <a:pt x="40" y="55"/>
                    <a:pt x="42" y="55"/>
                    <a:pt x="43" y="53"/>
                  </a:cubicBezTo>
                  <a:cubicBezTo>
                    <a:pt x="44" y="52"/>
                    <a:pt x="45" y="51"/>
                    <a:pt x="45" y="49"/>
                  </a:cubicBezTo>
                  <a:cubicBezTo>
                    <a:pt x="45" y="48"/>
                    <a:pt x="45" y="47"/>
                    <a:pt x="44" y="46"/>
                  </a:cubicBezTo>
                  <a:cubicBezTo>
                    <a:pt x="43" y="45"/>
                    <a:pt x="42" y="45"/>
                    <a:pt x="41" y="45"/>
                  </a:cubicBezTo>
                  <a:cubicBezTo>
                    <a:pt x="40" y="45"/>
                    <a:pt x="40" y="45"/>
                    <a:pt x="39" y="45"/>
                  </a:cubicBezTo>
                  <a:cubicBezTo>
                    <a:pt x="36" y="46"/>
                    <a:pt x="32" y="46"/>
                    <a:pt x="26" y="47"/>
                  </a:cubicBezTo>
                  <a:cubicBezTo>
                    <a:pt x="24" y="47"/>
                    <a:pt x="22" y="47"/>
                    <a:pt x="20" y="47"/>
                  </a:cubicBezTo>
                  <a:cubicBezTo>
                    <a:pt x="15" y="48"/>
                    <a:pt x="12" y="48"/>
                    <a:pt x="11" y="48"/>
                  </a:cubicBezTo>
                  <a:cubicBezTo>
                    <a:pt x="11" y="48"/>
                    <a:pt x="11" y="48"/>
                    <a:pt x="11" y="47"/>
                  </a:cubicBezTo>
                  <a:cubicBezTo>
                    <a:pt x="11" y="47"/>
                    <a:pt x="12" y="41"/>
                    <a:pt x="13" y="31"/>
                  </a:cubicBezTo>
                  <a:cubicBezTo>
                    <a:pt x="14" y="20"/>
                    <a:pt x="15" y="13"/>
                    <a:pt x="16"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189"/>
            <p:cNvSpPr>
              <a:spLocks noEditPoints="1"/>
            </p:cNvSpPr>
            <p:nvPr/>
          </p:nvSpPr>
          <p:spPr bwMode="auto">
            <a:xfrm>
              <a:off x="5151438" y="1987550"/>
              <a:ext cx="65088" cy="69850"/>
            </a:xfrm>
            <a:custGeom>
              <a:avLst/>
              <a:gdLst>
                <a:gd name="T0" fmla="*/ 38 w 41"/>
                <a:gd name="T1" fmla="*/ 8 h 45"/>
                <a:gd name="T2" fmla="*/ 34 w 41"/>
                <a:gd name="T3" fmla="*/ 4 h 45"/>
                <a:gd name="T4" fmla="*/ 28 w 41"/>
                <a:gd name="T5" fmla="*/ 0 h 45"/>
                <a:gd name="T6" fmla="*/ 9 w 41"/>
                <a:gd name="T7" fmla="*/ 11 h 45"/>
                <a:gd name="T8" fmla="*/ 0 w 41"/>
                <a:gd name="T9" fmla="*/ 34 h 45"/>
                <a:gd name="T10" fmla="*/ 2 w 41"/>
                <a:gd name="T11" fmla="*/ 41 h 45"/>
                <a:gd name="T12" fmla="*/ 8 w 41"/>
                <a:gd name="T13" fmla="*/ 43 h 45"/>
                <a:gd name="T14" fmla="*/ 28 w 41"/>
                <a:gd name="T15" fmla="*/ 30 h 45"/>
                <a:gd name="T16" fmla="*/ 35 w 41"/>
                <a:gd name="T17" fmla="*/ 45 h 45"/>
                <a:gd name="T18" fmla="*/ 39 w 41"/>
                <a:gd name="T19" fmla="*/ 43 h 45"/>
                <a:gd name="T20" fmla="*/ 41 w 41"/>
                <a:gd name="T21" fmla="*/ 40 h 45"/>
                <a:gd name="T22" fmla="*/ 40 w 41"/>
                <a:gd name="T23" fmla="*/ 38 h 45"/>
                <a:gd name="T24" fmla="*/ 38 w 41"/>
                <a:gd name="T25" fmla="*/ 37 h 45"/>
                <a:gd name="T26" fmla="*/ 37 w 41"/>
                <a:gd name="T27" fmla="*/ 34 h 45"/>
                <a:gd name="T28" fmla="*/ 36 w 41"/>
                <a:gd name="T29" fmla="*/ 27 h 45"/>
                <a:gd name="T30" fmla="*/ 38 w 41"/>
                <a:gd name="T31" fmla="*/ 14 h 45"/>
                <a:gd name="T32" fmla="*/ 38 w 41"/>
                <a:gd name="T33" fmla="*/ 8 h 45"/>
                <a:gd name="T34" fmla="*/ 22 w 41"/>
                <a:gd name="T35" fmla="*/ 27 h 45"/>
                <a:gd name="T36" fmla="*/ 11 w 41"/>
                <a:gd name="T37" fmla="*/ 35 h 45"/>
                <a:gd name="T38" fmla="*/ 9 w 41"/>
                <a:gd name="T39" fmla="*/ 32 h 45"/>
                <a:gd name="T40" fmla="*/ 16 w 41"/>
                <a:gd name="T41" fmla="*/ 17 h 45"/>
                <a:gd name="T42" fmla="*/ 26 w 41"/>
                <a:gd name="T43" fmla="*/ 8 h 45"/>
                <a:gd name="T44" fmla="*/ 28 w 41"/>
                <a:gd name="T45" fmla="*/ 9 h 45"/>
                <a:gd name="T46" fmla="*/ 29 w 41"/>
                <a:gd name="T47" fmla="*/ 12 h 45"/>
                <a:gd name="T48" fmla="*/ 22 w 41"/>
                <a:gd name="T49"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 h="45">
                  <a:moveTo>
                    <a:pt x="38" y="8"/>
                  </a:moveTo>
                  <a:cubicBezTo>
                    <a:pt x="38" y="6"/>
                    <a:pt x="37" y="4"/>
                    <a:pt x="34" y="4"/>
                  </a:cubicBezTo>
                  <a:cubicBezTo>
                    <a:pt x="33" y="1"/>
                    <a:pt x="31" y="0"/>
                    <a:pt x="28" y="0"/>
                  </a:cubicBezTo>
                  <a:cubicBezTo>
                    <a:pt x="21" y="0"/>
                    <a:pt x="15" y="3"/>
                    <a:pt x="9" y="11"/>
                  </a:cubicBezTo>
                  <a:cubicBezTo>
                    <a:pt x="3" y="19"/>
                    <a:pt x="0" y="27"/>
                    <a:pt x="0" y="34"/>
                  </a:cubicBezTo>
                  <a:cubicBezTo>
                    <a:pt x="0" y="36"/>
                    <a:pt x="0" y="39"/>
                    <a:pt x="2" y="41"/>
                  </a:cubicBezTo>
                  <a:cubicBezTo>
                    <a:pt x="4" y="43"/>
                    <a:pt x="6" y="43"/>
                    <a:pt x="8" y="43"/>
                  </a:cubicBezTo>
                  <a:cubicBezTo>
                    <a:pt x="15" y="43"/>
                    <a:pt x="21" y="39"/>
                    <a:pt x="28" y="30"/>
                  </a:cubicBezTo>
                  <a:cubicBezTo>
                    <a:pt x="28" y="40"/>
                    <a:pt x="30" y="45"/>
                    <a:pt x="35" y="45"/>
                  </a:cubicBezTo>
                  <a:cubicBezTo>
                    <a:pt x="36" y="45"/>
                    <a:pt x="38" y="44"/>
                    <a:pt x="39" y="43"/>
                  </a:cubicBezTo>
                  <a:cubicBezTo>
                    <a:pt x="40" y="42"/>
                    <a:pt x="41" y="41"/>
                    <a:pt x="41" y="40"/>
                  </a:cubicBezTo>
                  <a:cubicBezTo>
                    <a:pt x="41" y="39"/>
                    <a:pt x="41" y="38"/>
                    <a:pt x="40" y="38"/>
                  </a:cubicBezTo>
                  <a:cubicBezTo>
                    <a:pt x="39" y="37"/>
                    <a:pt x="38" y="37"/>
                    <a:pt x="38" y="37"/>
                  </a:cubicBezTo>
                  <a:cubicBezTo>
                    <a:pt x="37" y="36"/>
                    <a:pt x="37" y="35"/>
                    <a:pt x="37" y="34"/>
                  </a:cubicBezTo>
                  <a:cubicBezTo>
                    <a:pt x="36" y="32"/>
                    <a:pt x="36" y="30"/>
                    <a:pt x="36" y="27"/>
                  </a:cubicBezTo>
                  <a:cubicBezTo>
                    <a:pt x="36" y="24"/>
                    <a:pt x="37" y="19"/>
                    <a:pt x="38" y="14"/>
                  </a:cubicBezTo>
                  <a:cubicBezTo>
                    <a:pt x="38" y="11"/>
                    <a:pt x="38" y="9"/>
                    <a:pt x="38" y="8"/>
                  </a:cubicBezTo>
                  <a:close/>
                  <a:moveTo>
                    <a:pt x="22" y="27"/>
                  </a:moveTo>
                  <a:cubicBezTo>
                    <a:pt x="17" y="32"/>
                    <a:pt x="14" y="35"/>
                    <a:pt x="11" y="35"/>
                  </a:cubicBezTo>
                  <a:cubicBezTo>
                    <a:pt x="10" y="35"/>
                    <a:pt x="9" y="34"/>
                    <a:pt x="9" y="32"/>
                  </a:cubicBezTo>
                  <a:cubicBezTo>
                    <a:pt x="9" y="28"/>
                    <a:pt x="11" y="23"/>
                    <a:pt x="16" y="17"/>
                  </a:cubicBezTo>
                  <a:cubicBezTo>
                    <a:pt x="20" y="11"/>
                    <a:pt x="23" y="8"/>
                    <a:pt x="26" y="8"/>
                  </a:cubicBezTo>
                  <a:cubicBezTo>
                    <a:pt x="27" y="8"/>
                    <a:pt x="27" y="8"/>
                    <a:pt x="28" y="9"/>
                  </a:cubicBezTo>
                  <a:cubicBezTo>
                    <a:pt x="28" y="10"/>
                    <a:pt x="29" y="11"/>
                    <a:pt x="29" y="12"/>
                  </a:cubicBezTo>
                  <a:cubicBezTo>
                    <a:pt x="29" y="16"/>
                    <a:pt x="26" y="21"/>
                    <a:pt x="22"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190"/>
            <p:cNvSpPr>
              <a:spLocks/>
            </p:cNvSpPr>
            <p:nvPr/>
          </p:nvSpPr>
          <p:spPr bwMode="auto">
            <a:xfrm>
              <a:off x="5226050" y="1992313"/>
              <a:ext cx="77788" cy="61913"/>
            </a:xfrm>
            <a:custGeom>
              <a:avLst/>
              <a:gdLst>
                <a:gd name="T0" fmla="*/ 12 w 50"/>
                <a:gd name="T1" fmla="*/ 1 h 40"/>
                <a:gd name="T2" fmla="*/ 8 w 50"/>
                <a:gd name="T3" fmla="*/ 0 h 40"/>
                <a:gd name="T4" fmla="*/ 5 w 50"/>
                <a:gd name="T5" fmla="*/ 2 h 40"/>
                <a:gd name="T6" fmla="*/ 3 w 50"/>
                <a:gd name="T7" fmla="*/ 6 h 40"/>
                <a:gd name="T8" fmla="*/ 1 w 50"/>
                <a:gd name="T9" fmla="*/ 26 h 40"/>
                <a:gd name="T10" fmla="*/ 0 w 50"/>
                <a:gd name="T11" fmla="*/ 35 h 40"/>
                <a:gd name="T12" fmla="*/ 6 w 50"/>
                <a:gd name="T13" fmla="*/ 40 h 40"/>
                <a:gd name="T14" fmla="*/ 8 w 50"/>
                <a:gd name="T15" fmla="*/ 39 h 40"/>
                <a:gd name="T16" fmla="*/ 10 w 50"/>
                <a:gd name="T17" fmla="*/ 37 h 40"/>
                <a:gd name="T18" fmla="*/ 18 w 50"/>
                <a:gd name="T19" fmla="*/ 21 h 40"/>
                <a:gd name="T20" fmla="*/ 28 w 50"/>
                <a:gd name="T21" fmla="*/ 11 h 40"/>
                <a:gd name="T22" fmla="*/ 32 w 50"/>
                <a:gd name="T23" fmla="*/ 20 h 40"/>
                <a:gd name="T24" fmla="*/ 35 w 50"/>
                <a:gd name="T25" fmla="*/ 33 h 40"/>
                <a:gd name="T26" fmla="*/ 34 w 50"/>
                <a:gd name="T27" fmla="*/ 33 h 40"/>
                <a:gd name="T28" fmla="*/ 41 w 50"/>
                <a:gd name="T29" fmla="*/ 38 h 40"/>
                <a:gd name="T30" fmla="*/ 48 w 50"/>
                <a:gd name="T31" fmla="*/ 36 h 40"/>
                <a:gd name="T32" fmla="*/ 50 w 50"/>
                <a:gd name="T33" fmla="*/ 32 h 40"/>
                <a:gd name="T34" fmla="*/ 48 w 50"/>
                <a:gd name="T35" fmla="*/ 29 h 40"/>
                <a:gd name="T36" fmla="*/ 46 w 50"/>
                <a:gd name="T37" fmla="*/ 30 h 40"/>
                <a:gd name="T38" fmla="*/ 44 w 50"/>
                <a:gd name="T39" fmla="*/ 30 h 40"/>
                <a:gd name="T40" fmla="*/ 40 w 50"/>
                <a:gd name="T41" fmla="*/ 16 h 40"/>
                <a:gd name="T42" fmla="*/ 30 w 50"/>
                <a:gd name="T43" fmla="*/ 1 h 40"/>
                <a:gd name="T44" fmla="*/ 11 w 50"/>
                <a:gd name="T45" fmla="*/ 21 h 40"/>
                <a:gd name="T46" fmla="*/ 13 w 50"/>
                <a:gd name="T47" fmla="*/ 7 h 40"/>
                <a:gd name="T48" fmla="*/ 12 w 50"/>
                <a:gd name="T49" fmla="*/ 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0" h="40">
                  <a:moveTo>
                    <a:pt x="12" y="1"/>
                  </a:moveTo>
                  <a:cubicBezTo>
                    <a:pt x="11" y="0"/>
                    <a:pt x="10" y="0"/>
                    <a:pt x="8" y="0"/>
                  </a:cubicBezTo>
                  <a:cubicBezTo>
                    <a:pt x="7" y="0"/>
                    <a:pt x="6" y="0"/>
                    <a:pt x="5" y="2"/>
                  </a:cubicBezTo>
                  <a:cubicBezTo>
                    <a:pt x="4" y="3"/>
                    <a:pt x="3" y="4"/>
                    <a:pt x="3" y="6"/>
                  </a:cubicBezTo>
                  <a:cubicBezTo>
                    <a:pt x="3" y="14"/>
                    <a:pt x="3" y="21"/>
                    <a:pt x="1" y="26"/>
                  </a:cubicBezTo>
                  <a:cubicBezTo>
                    <a:pt x="1" y="31"/>
                    <a:pt x="0" y="34"/>
                    <a:pt x="0" y="35"/>
                  </a:cubicBezTo>
                  <a:cubicBezTo>
                    <a:pt x="0" y="39"/>
                    <a:pt x="2" y="40"/>
                    <a:pt x="6" y="40"/>
                  </a:cubicBezTo>
                  <a:cubicBezTo>
                    <a:pt x="7" y="40"/>
                    <a:pt x="8" y="40"/>
                    <a:pt x="8" y="39"/>
                  </a:cubicBezTo>
                  <a:cubicBezTo>
                    <a:pt x="9" y="39"/>
                    <a:pt x="9" y="38"/>
                    <a:pt x="10" y="37"/>
                  </a:cubicBezTo>
                  <a:cubicBezTo>
                    <a:pt x="11" y="34"/>
                    <a:pt x="13" y="28"/>
                    <a:pt x="18" y="21"/>
                  </a:cubicBezTo>
                  <a:cubicBezTo>
                    <a:pt x="23" y="14"/>
                    <a:pt x="26" y="11"/>
                    <a:pt x="28" y="11"/>
                  </a:cubicBezTo>
                  <a:cubicBezTo>
                    <a:pt x="30" y="11"/>
                    <a:pt x="31" y="14"/>
                    <a:pt x="32" y="20"/>
                  </a:cubicBezTo>
                  <a:cubicBezTo>
                    <a:pt x="32" y="27"/>
                    <a:pt x="33" y="33"/>
                    <a:pt x="35" y="33"/>
                  </a:cubicBezTo>
                  <a:cubicBezTo>
                    <a:pt x="34" y="33"/>
                    <a:pt x="34" y="33"/>
                    <a:pt x="34" y="33"/>
                  </a:cubicBezTo>
                  <a:cubicBezTo>
                    <a:pt x="36" y="37"/>
                    <a:pt x="38" y="38"/>
                    <a:pt x="41" y="38"/>
                  </a:cubicBezTo>
                  <a:cubicBezTo>
                    <a:pt x="44" y="38"/>
                    <a:pt x="46" y="37"/>
                    <a:pt x="48" y="36"/>
                  </a:cubicBezTo>
                  <a:cubicBezTo>
                    <a:pt x="49" y="34"/>
                    <a:pt x="50" y="33"/>
                    <a:pt x="50" y="32"/>
                  </a:cubicBezTo>
                  <a:cubicBezTo>
                    <a:pt x="50" y="30"/>
                    <a:pt x="49" y="29"/>
                    <a:pt x="48" y="29"/>
                  </a:cubicBezTo>
                  <a:cubicBezTo>
                    <a:pt x="48" y="29"/>
                    <a:pt x="47" y="30"/>
                    <a:pt x="46" y="30"/>
                  </a:cubicBezTo>
                  <a:cubicBezTo>
                    <a:pt x="45" y="30"/>
                    <a:pt x="45" y="30"/>
                    <a:pt x="44" y="30"/>
                  </a:cubicBezTo>
                  <a:cubicBezTo>
                    <a:pt x="43" y="30"/>
                    <a:pt x="41" y="25"/>
                    <a:pt x="40" y="16"/>
                  </a:cubicBezTo>
                  <a:cubicBezTo>
                    <a:pt x="39" y="6"/>
                    <a:pt x="36" y="1"/>
                    <a:pt x="30" y="1"/>
                  </a:cubicBezTo>
                  <a:cubicBezTo>
                    <a:pt x="23" y="1"/>
                    <a:pt x="16" y="8"/>
                    <a:pt x="11" y="21"/>
                  </a:cubicBezTo>
                  <a:cubicBezTo>
                    <a:pt x="12" y="14"/>
                    <a:pt x="13" y="9"/>
                    <a:pt x="13" y="7"/>
                  </a:cubicBezTo>
                  <a:cubicBezTo>
                    <a:pt x="13" y="4"/>
                    <a:pt x="12" y="2"/>
                    <a:pt x="1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191"/>
            <p:cNvSpPr>
              <a:spLocks noEditPoints="1"/>
            </p:cNvSpPr>
            <p:nvPr/>
          </p:nvSpPr>
          <p:spPr bwMode="auto">
            <a:xfrm>
              <a:off x="5308600" y="1949450"/>
              <a:ext cx="76200" cy="106363"/>
            </a:xfrm>
            <a:custGeom>
              <a:avLst/>
              <a:gdLst>
                <a:gd name="T0" fmla="*/ 45 w 48"/>
                <a:gd name="T1" fmla="*/ 13 h 68"/>
                <a:gd name="T2" fmla="*/ 47 w 48"/>
                <a:gd name="T3" fmla="*/ 6 h 68"/>
                <a:gd name="T4" fmla="*/ 46 w 48"/>
                <a:gd name="T5" fmla="*/ 2 h 68"/>
                <a:gd name="T6" fmla="*/ 43 w 48"/>
                <a:gd name="T7" fmla="*/ 0 h 68"/>
                <a:gd name="T8" fmla="*/ 40 w 48"/>
                <a:gd name="T9" fmla="*/ 2 h 68"/>
                <a:gd name="T10" fmla="*/ 38 w 48"/>
                <a:gd name="T11" fmla="*/ 5 h 68"/>
                <a:gd name="T12" fmla="*/ 36 w 48"/>
                <a:gd name="T13" fmla="*/ 13 h 68"/>
                <a:gd name="T14" fmla="*/ 32 w 48"/>
                <a:gd name="T15" fmla="*/ 29 h 68"/>
                <a:gd name="T16" fmla="*/ 25 w 48"/>
                <a:gd name="T17" fmla="*/ 26 h 68"/>
                <a:gd name="T18" fmla="*/ 8 w 48"/>
                <a:gd name="T19" fmla="*/ 36 h 68"/>
                <a:gd name="T20" fmla="*/ 0 w 48"/>
                <a:gd name="T21" fmla="*/ 57 h 68"/>
                <a:gd name="T22" fmla="*/ 2 w 48"/>
                <a:gd name="T23" fmla="*/ 65 h 68"/>
                <a:gd name="T24" fmla="*/ 9 w 48"/>
                <a:gd name="T25" fmla="*/ 68 h 68"/>
                <a:gd name="T26" fmla="*/ 30 w 48"/>
                <a:gd name="T27" fmla="*/ 54 h 68"/>
                <a:gd name="T28" fmla="*/ 31 w 48"/>
                <a:gd name="T29" fmla="*/ 64 h 68"/>
                <a:gd name="T30" fmla="*/ 37 w 48"/>
                <a:gd name="T31" fmla="*/ 68 h 68"/>
                <a:gd name="T32" fmla="*/ 44 w 48"/>
                <a:gd name="T33" fmla="*/ 65 h 68"/>
                <a:gd name="T34" fmla="*/ 48 w 48"/>
                <a:gd name="T35" fmla="*/ 60 h 68"/>
                <a:gd name="T36" fmla="*/ 46 w 48"/>
                <a:gd name="T37" fmla="*/ 57 h 68"/>
                <a:gd name="T38" fmla="*/ 44 w 48"/>
                <a:gd name="T39" fmla="*/ 58 h 68"/>
                <a:gd name="T40" fmla="*/ 41 w 48"/>
                <a:gd name="T41" fmla="*/ 59 h 68"/>
                <a:gd name="T42" fmla="*/ 38 w 48"/>
                <a:gd name="T43" fmla="*/ 52 h 68"/>
                <a:gd name="T44" fmla="*/ 40 w 48"/>
                <a:gd name="T45" fmla="*/ 33 h 68"/>
                <a:gd name="T46" fmla="*/ 45 w 48"/>
                <a:gd name="T47" fmla="*/ 13 h 68"/>
                <a:gd name="T48" fmla="*/ 23 w 48"/>
                <a:gd name="T49" fmla="*/ 51 h 68"/>
                <a:gd name="T50" fmla="*/ 12 w 48"/>
                <a:gd name="T51" fmla="*/ 60 h 68"/>
                <a:gd name="T52" fmla="*/ 9 w 48"/>
                <a:gd name="T53" fmla="*/ 56 h 68"/>
                <a:gd name="T54" fmla="*/ 14 w 48"/>
                <a:gd name="T55" fmla="*/ 42 h 68"/>
                <a:gd name="T56" fmla="*/ 25 w 48"/>
                <a:gd name="T57" fmla="*/ 34 h 68"/>
                <a:gd name="T58" fmla="*/ 28 w 48"/>
                <a:gd name="T59" fmla="*/ 35 h 68"/>
                <a:gd name="T60" fmla="*/ 30 w 48"/>
                <a:gd name="T61" fmla="*/ 38 h 68"/>
                <a:gd name="T62" fmla="*/ 23 w 48"/>
                <a:gd name="T63" fmla="*/ 5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 h="68">
                  <a:moveTo>
                    <a:pt x="45" y="13"/>
                  </a:moveTo>
                  <a:cubicBezTo>
                    <a:pt x="46" y="9"/>
                    <a:pt x="47" y="7"/>
                    <a:pt x="47" y="6"/>
                  </a:cubicBezTo>
                  <a:cubicBezTo>
                    <a:pt x="47" y="5"/>
                    <a:pt x="47" y="3"/>
                    <a:pt x="46" y="2"/>
                  </a:cubicBezTo>
                  <a:cubicBezTo>
                    <a:pt x="45" y="1"/>
                    <a:pt x="44" y="0"/>
                    <a:pt x="43" y="0"/>
                  </a:cubicBezTo>
                  <a:cubicBezTo>
                    <a:pt x="42" y="0"/>
                    <a:pt x="41" y="1"/>
                    <a:pt x="40" y="2"/>
                  </a:cubicBezTo>
                  <a:cubicBezTo>
                    <a:pt x="39" y="2"/>
                    <a:pt x="38" y="3"/>
                    <a:pt x="38" y="5"/>
                  </a:cubicBezTo>
                  <a:cubicBezTo>
                    <a:pt x="37" y="6"/>
                    <a:pt x="37" y="9"/>
                    <a:pt x="36" y="13"/>
                  </a:cubicBezTo>
                  <a:cubicBezTo>
                    <a:pt x="35" y="15"/>
                    <a:pt x="34" y="20"/>
                    <a:pt x="32" y="29"/>
                  </a:cubicBezTo>
                  <a:cubicBezTo>
                    <a:pt x="31" y="27"/>
                    <a:pt x="28" y="26"/>
                    <a:pt x="25" y="26"/>
                  </a:cubicBezTo>
                  <a:cubicBezTo>
                    <a:pt x="19" y="26"/>
                    <a:pt x="14" y="29"/>
                    <a:pt x="8" y="36"/>
                  </a:cubicBezTo>
                  <a:cubicBezTo>
                    <a:pt x="3" y="43"/>
                    <a:pt x="0" y="50"/>
                    <a:pt x="0" y="57"/>
                  </a:cubicBezTo>
                  <a:cubicBezTo>
                    <a:pt x="0" y="60"/>
                    <a:pt x="1" y="63"/>
                    <a:pt x="2" y="65"/>
                  </a:cubicBezTo>
                  <a:cubicBezTo>
                    <a:pt x="4" y="67"/>
                    <a:pt x="6" y="68"/>
                    <a:pt x="9" y="68"/>
                  </a:cubicBezTo>
                  <a:cubicBezTo>
                    <a:pt x="16" y="68"/>
                    <a:pt x="23" y="63"/>
                    <a:pt x="30" y="54"/>
                  </a:cubicBezTo>
                  <a:cubicBezTo>
                    <a:pt x="29" y="58"/>
                    <a:pt x="30" y="61"/>
                    <a:pt x="31" y="64"/>
                  </a:cubicBezTo>
                  <a:cubicBezTo>
                    <a:pt x="32" y="66"/>
                    <a:pt x="34" y="68"/>
                    <a:pt x="37" y="68"/>
                  </a:cubicBezTo>
                  <a:cubicBezTo>
                    <a:pt x="39" y="68"/>
                    <a:pt x="42" y="67"/>
                    <a:pt x="44" y="65"/>
                  </a:cubicBezTo>
                  <a:cubicBezTo>
                    <a:pt x="47" y="63"/>
                    <a:pt x="48" y="62"/>
                    <a:pt x="48" y="60"/>
                  </a:cubicBezTo>
                  <a:cubicBezTo>
                    <a:pt x="48" y="58"/>
                    <a:pt x="48" y="57"/>
                    <a:pt x="46" y="57"/>
                  </a:cubicBezTo>
                  <a:cubicBezTo>
                    <a:pt x="46" y="57"/>
                    <a:pt x="45" y="58"/>
                    <a:pt x="44" y="58"/>
                  </a:cubicBezTo>
                  <a:cubicBezTo>
                    <a:pt x="43" y="59"/>
                    <a:pt x="42" y="59"/>
                    <a:pt x="41" y="59"/>
                  </a:cubicBezTo>
                  <a:cubicBezTo>
                    <a:pt x="39" y="59"/>
                    <a:pt x="38" y="57"/>
                    <a:pt x="38" y="52"/>
                  </a:cubicBezTo>
                  <a:cubicBezTo>
                    <a:pt x="38" y="48"/>
                    <a:pt x="38" y="41"/>
                    <a:pt x="40" y="33"/>
                  </a:cubicBezTo>
                  <a:cubicBezTo>
                    <a:pt x="42" y="25"/>
                    <a:pt x="43" y="18"/>
                    <a:pt x="45" y="13"/>
                  </a:cubicBezTo>
                  <a:close/>
                  <a:moveTo>
                    <a:pt x="23" y="51"/>
                  </a:moveTo>
                  <a:cubicBezTo>
                    <a:pt x="19" y="57"/>
                    <a:pt x="15" y="60"/>
                    <a:pt x="12" y="60"/>
                  </a:cubicBezTo>
                  <a:cubicBezTo>
                    <a:pt x="10" y="60"/>
                    <a:pt x="9" y="58"/>
                    <a:pt x="9" y="56"/>
                  </a:cubicBezTo>
                  <a:cubicBezTo>
                    <a:pt x="9" y="52"/>
                    <a:pt x="11" y="47"/>
                    <a:pt x="14" y="42"/>
                  </a:cubicBezTo>
                  <a:cubicBezTo>
                    <a:pt x="18" y="36"/>
                    <a:pt x="22" y="34"/>
                    <a:pt x="25" y="34"/>
                  </a:cubicBezTo>
                  <a:cubicBezTo>
                    <a:pt x="27" y="34"/>
                    <a:pt x="28" y="34"/>
                    <a:pt x="28" y="35"/>
                  </a:cubicBezTo>
                  <a:cubicBezTo>
                    <a:pt x="29" y="36"/>
                    <a:pt x="30" y="37"/>
                    <a:pt x="30" y="38"/>
                  </a:cubicBezTo>
                  <a:cubicBezTo>
                    <a:pt x="30" y="41"/>
                    <a:pt x="28" y="45"/>
                    <a:pt x="23"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192"/>
            <p:cNvSpPr>
              <a:spLocks noEditPoints="1"/>
            </p:cNvSpPr>
            <p:nvPr/>
          </p:nvSpPr>
          <p:spPr bwMode="auto">
            <a:xfrm>
              <a:off x="5075238" y="2116138"/>
              <a:ext cx="79375" cy="93663"/>
            </a:xfrm>
            <a:custGeom>
              <a:avLst/>
              <a:gdLst>
                <a:gd name="T0" fmla="*/ 44 w 50"/>
                <a:gd name="T1" fmla="*/ 3 h 60"/>
                <a:gd name="T2" fmla="*/ 30 w 50"/>
                <a:gd name="T3" fmla="*/ 0 h 60"/>
                <a:gd name="T4" fmla="*/ 12 w 50"/>
                <a:gd name="T5" fmla="*/ 2 h 60"/>
                <a:gd name="T6" fmla="*/ 1 w 50"/>
                <a:gd name="T7" fmla="*/ 8 h 60"/>
                <a:gd name="T8" fmla="*/ 4 w 50"/>
                <a:gd name="T9" fmla="*/ 13 h 60"/>
                <a:gd name="T10" fmla="*/ 4 w 50"/>
                <a:gd name="T11" fmla="*/ 16 h 60"/>
                <a:gd name="T12" fmla="*/ 2 w 50"/>
                <a:gd name="T13" fmla="*/ 33 h 60"/>
                <a:gd name="T14" fmla="*/ 0 w 50"/>
                <a:gd name="T15" fmla="*/ 54 h 60"/>
                <a:gd name="T16" fmla="*/ 5 w 50"/>
                <a:gd name="T17" fmla="*/ 60 h 60"/>
                <a:gd name="T18" fmla="*/ 8 w 50"/>
                <a:gd name="T19" fmla="*/ 58 h 60"/>
                <a:gd name="T20" fmla="*/ 10 w 50"/>
                <a:gd name="T21" fmla="*/ 55 h 60"/>
                <a:gd name="T22" fmla="*/ 11 w 50"/>
                <a:gd name="T23" fmla="*/ 40 h 60"/>
                <a:gd name="T24" fmla="*/ 17 w 50"/>
                <a:gd name="T25" fmla="*/ 39 h 60"/>
                <a:gd name="T26" fmla="*/ 40 w 50"/>
                <a:gd name="T27" fmla="*/ 29 h 60"/>
                <a:gd name="T28" fmla="*/ 50 w 50"/>
                <a:gd name="T29" fmla="*/ 13 h 60"/>
                <a:gd name="T30" fmla="*/ 44 w 50"/>
                <a:gd name="T31" fmla="*/ 3 h 60"/>
                <a:gd name="T32" fmla="*/ 32 w 50"/>
                <a:gd name="T33" fmla="*/ 24 h 60"/>
                <a:gd name="T34" fmla="*/ 12 w 50"/>
                <a:gd name="T35" fmla="*/ 31 h 60"/>
                <a:gd name="T36" fmla="*/ 14 w 50"/>
                <a:gd name="T37" fmla="*/ 10 h 60"/>
                <a:gd name="T38" fmla="*/ 30 w 50"/>
                <a:gd name="T39" fmla="*/ 7 h 60"/>
                <a:gd name="T40" fmla="*/ 40 w 50"/>
                <a:gd name="T41" fmla="*/ 14 h 60"/>
                <a:gd name="T42" fmla="*/ 32 w 50"/>
                <a:gd name="T43" fmla="*/ 2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 h="60">
                  <a:moveTo>
                    <a:pt x="44" y="3"/>
                  </a:moveTo>
                  <a:cubicBezTo>
                    <a:pt x="41" y="1"/>
                    <a:pt x="36" y="0"/>
                    <a:pt x="30" y="0"/>
                  </a:cubicBezTo>
                  <a:cubicBezTo>
                    <a:pt x="25" y="0"/>
                    <a:pt x="19" y="0"/>
                    <a:pt x="12" y="2"/>
                  </a:cubicBezTo>
                  <a:cubicBezTo>
                    <a:pt x="5" y="4"/>
                    <a:pt x="1" y="6"/>
                    <a:pt x="1" y="8"/>
                  </a:cubicBezTo>
                  <a:cubicBezTo>
                    <a:pt x="1" y="10"/>
                    <a:pt x="2" y="12"/>
                    <a:pt x="4" y="13"/>
                  </a:cubicBezTo>
                  <a:cubicBezTo>
                    <a:pt x="4" y="13"/>
                    <a:pt x="4" y="14"/>
                    <a:pt x="4" y="16"/>
                  </a:cubicBezTo>
                  <a:cubicBezTo>
                    <a:pt x="4" y="18"/>
                    <a:pt x="4" y="24"/>
                    <a:pt x="2" y="33"/>
                  </a:cubicBezTo>
                  <a:cubicBezTo>
                    <a:pt x="1" y="45"/>
                    <a:pt x="0" y="52"/>
                    <a:pt x="0" y="54"/>
                  </a:cubicBezTo>
                  <a:cubicBezTo>
                    <a:pt x="0" y="58"/>
                    <a:pt x="2" y="60"/>
                    <a:pt x="5" y="60"/>
                  </a:cubicBezTo>
                  <a:cubicBezTo>
                    <a:pt x="6" y="60"/>
                    <a:pt x="8" y="59"/>
                    <a:pt x="8" y="58"/>
                  </a:cubicBezTo>
                  <a:cubicBezTo>
                    <a:pt x="9" y="57"/>
                    <a:pt x="10" y="56"/>
                    <a:pt x="10" y="55"/>
                  </a:cubicBezTo>
                  <a:cubicBezTo>
                    <a:pt x="10" y="51"/>
                    <a:pt x="10" y="46"/>
                    <a:pt x="11" y="40"/>
                  </a:cubicBezTo>
                  <a:cubicBezTo>
                    <a:pt x="11" y="40"/>
                    <a:pt x="13" y="39"/>
                    <a:pt x="17" y="39"/>
                  </a:cubicBezTo>
                  <a:cubicBezTo>
                    <a:pt x="26" y="37"/>
                    <a:pt x="34" y="33"/>
                    <a:pt x="40" y="29"/>
                  </a:cubicBezTo>
                  <a:cubicBezTo>
                    <a:pt x="46" y="24"/>
                    <a:pt x="50" y="19"/>
                    <a:pt x="50" y="13"/>
                  </a:cubicBezTo>
                  <a:cubicBezTo>
                    <a:pt x="50" y="9"/>
                    <a:pt x="48" y="6"/>
                    <a:pt x="44" y="3"/>
                  </a:cubicBezTo>
                  <a:close/>
                  <a:moveTo>
                    <a:pt x="32" y="24"/>
                  </a:moveTo>
                  <a:cubicBezTo>
                    <a:pt x="26" y="28"/>
                    <a:pt x="19" y="30"/>
                    <a:pt x="12" y="31"/>
                  </a:cubicBezTo>
                  <a:cubicBezTo>
                    <a:pt x="14" y="10"/>
                    <a:pt x="14" y="10"/>
                    <a:pt x="14" y="10"/>
                  </a:cubicBezTo>
                  <a:cubicBezTo>
                    <a:pt x="20" y="8"/>
                    <a:pt x="25" y="7"/>
                    <a:pt x="30" y="7"/>
                  </a:cubicBezTo>
                  <a:cubicBezTo>
                    <a:pt x="37" y="7"/>
                    <a:pt x="40" y="10"/>
                    <a:pt x="40" y="14"/>
                  </a:cubicBezTo>
                  <a:cubicBezTo>
                    <a:pt x="40" y="18"/>
                    <a:pt x="38" y="21"/>
                    <a:pt x="32"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193"/>
            <p:cNvSpPr>
              <a:spLocks/>
            </p:cNvSpPr>
            <p:nvPr/>
          </p:nvSpPr>
          <p:spPr bwMode="auto">
            <a:xfrm>
              <a:off x="5159375" y="2139950"/>
              <a:ext cx="61913" cy="69850"/>
            </a:xfrm>
            <a:custGeom>
              <a:avLst/>
              <a:gdLst>
                <a:gd name="T0" fmla="*/ 30 w 39"/>
                <a:gd name="T1" fmla="*/ 0 h 45"/>
                <a:gd name="T2" fmla="*/ 19 w 39"/>
                <a:gd name="T3" fmla="*/ 6 h 45"/>
                <a:gd name="T4" fmla="*/ 9 w 39"/>
                <a:gd name="T5" fmla="*/ 22 h 45"/>
                <a:gd name="T6" fmla="*/ 8 w 39"/>
                <a:gd name="T7" fmla="*/ 23 h 45"/>
                <a:gd name="T8" fmla="*/ 9 w 39"/>
                <a:gd name="T9" fmla="*/ 17 h 45"/>
                <a:gd name="T10" fmla="*/ 10 w 39"/>
                <a:gd name="T11" fmla="*/ 12 h 45"/>
                <a:gd name="T12" fmla="*/ 12 w 39"/>
                <a:gd name="T13" fmla="*/ 5 h 45"/>
                <a:gd name="T14" fmla="*/ 11 w 39"/>
                <a:gd name="T15" fmla="*/ 2 h 45"/>
                <a:gd name="T16" fmla="*/ 8 w 39"/>
                <a:gd name="T17" fmla="*/ 1 h 45"/>
                <a:gd name="T18" fmla="*/ 4 w 39"/>
                <a:gd name="T19" fmla="*/ 2 h 45"/>
                <a:gd name="T20" fmla="*/ 2 w 39"/>
                <a:gd name="T21" fmla="*/ 5 h 45"/>
                <a:gd name="T22" fmla="*/ 1 w 39"/>
                <a:gd name="T23" fmla="*/ 10 h 45"/>
                <a:gd name="T24" fmla="*/ 1 w 39"/>
                <a:gd name="T25" fmla="*/ 13 h 45"/>
                <a:gd name="T26" fmla="*/ 0 w 39"/>
                <a:gd name="T27" fmla="*/ 24 h 45"/>
                <a:gd name="T28" fmla="*/ 0 w 39"/>
                <a:gd name="T29" fmla="*/ 32 h 45"/>
                <a:gd name="T30" fmla="*/ 1 w 39"/>
                <a:gd name="T31" fmla="*/ 42 h 45"/>
                <a:gd name="T32" fmla="*/ 5 w 39"/>
                <a:gd name="T33" fmla="*/ 45 h 45"/>
                <a:gd name="T34" fmla="*/ 9 w 39"/>
                <a:gd name="T35" fmla="*/ 44 h 45"/>
                <a:gd name="T36" fmla="*/ 11 w 39"/>
                <a:gd name="T37" fmla="*/ 39 h 45"/>
                <a:gd name="T38" fmla="*/ 19 w 39"/>
                <a:gd name="T39" fmla="*/ 18 h 45"/>
                <a:gd name="T40" fmla="*/ 29 w 39"/>
                <a:gd name="T41" fmla="*/ 9 h 45"/>
                <a:gd name="T42" fmla="*/ 31 w 39"/>
                <a:gd name="T43" fmla="*/ 10 h 45"/>
                <a:gd name="T44" fmla="*/ 36 w 39"/>
                <a:gd name="T45" fmla="*/ 12 h 45"/>
                <a:gd name="T46" fmla="*/ 38 w 39"/>
                <a:gd name="T47" fmla="*/ 11 h 45"/>
                <a:gd name="T48" fmla="*/ 39 w 39"/>
                <a:gd name="T49" fmla="*/ 8 h 45"/>
                <a:gd name="T50" fmla="*/ 37 w 39"/>
                <a:gd name="T51" fmla="*/ 3 h 45"/>
                <a:gd name="T52" fmla="*/ 30 w 39"/>
                <a:gd name="T53"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9" h="45">
                  <a:moveTo>
                    <a:pt x="30" y="0"/>
                  </a:moveTo>
                  <a:cubicBezTo>
                    <a:pt x="27" y="0"/>
                    <a:pt x="23" y="2"/>
                    <a:pt x="19" y="6"/>
                  </a:cubicBezTo>
                  <a:cubicBezTo>
                    <a:pt x="16" y="10"/>
                    <a:pt x="12" y="16"/>
                    <a:pt x="9" y="22"/>
                  </a:cubicBezTo>
                  <a:cubicBezTo>
                    <a:pt x="8" y="23"/>
                    <a:pt x="8" y="23"/>
                    <a:pt x="8" y="23"/>
                  </a:cubicBezTo>
                  <a:cubicBezTo>
                    <a:pt x="9" y="17"/>
                    <a:pt x="9" y="17"/>
                    <a:pt x="9" y="17"/>
                  </a:cubicBezTo>
                  <a:cubicBezTo>
                    <a:pt x="10" y="15"/>
                    <a:pt x="10" y="14"/>
                    <a:pt x="10" y="12"/>
                  </a:cubicBezTo>
                  <a:cubicBezTo>
                    <a:pt x="12" y="8"/>
                    <a:pt x="12" y="6"/>
                    <a:pt x="12" y="5"/>
                  </a:cubicBezTo>
                  <a:cubicBezTo>
                    <a:pt x="12" y="4"/>
                    <a:pt x="12" y="3"/>
                    <a:pt x="11" y="2"/>
                  </a:cubicBezTo>
                  <a:cubicBezTo>
                    <a:pt x="10" y="1"/>
                    <a:pt x="9" y="1"/>
                    <a:pt x="8" y="1"/>
                  </a:cubicBezTo>
                  <a:cubicBezTo>
                    <a:pt x="7" y="1"/>
                    <a:pt x="5" y="1"/>
                    <a:pt x="4" y="2"/>
                  </a:cubicBezTo>
                  <a:cubicBezTo>
                    <a:pt x="3" y="3"/>
                    <a:pt x="2" y="4"/>
                    <a:pt x="2" y="5"/>
                  </a:cubicBezTo>
                  <a:cubicBezTo>
                    <a:pt x="2" y="6"/>
                    <a:pt x="2" y="7"/>
                    <a:pt x="1" y="10"/>
                  </a:cubicBezTo>
                  <a:cubicBezTo>
                    <a:pt x="1" y="11"/>
                    <a:pt x="1" y="12"/>
                    <a:pt x="1" y="13"/>
                  </a:cubicBezTo>
                  <a:cubicBezTo>
                    <a:pt x="1" y="17"/>
                    <a:pt x="0" y="21"/>
                    <a:pt x="0" y="24"/>
                  </a:cubicBezTo>
                  <a:cubicBezTo>
                    <a:pt x="0" y="27"/>
                    <a:pt x="0" y="30"/>
                    <a:pt x="0" y="32"/>
                  </a:cubicBezTo>
                  <a:cubicBezTo>
                    <a:pt x="0" y="36"/>
                    <a:pt x="0" y="40"/>
                    <a:pt x="1" y="42"/>
                  </a:cubicBezTo>
                  <a:cubicBezTo>
                    <a:pt x="2" y="44"/>
                    <a:pt x="3" y="45"/>
                    <a:pt x="5" y="45"/>
                  </a:cubicBezTo>
                  <a:cubicBezTo>
                    <a:pt x="7" y="45"/>
                    <a:pt x="8" y="44"/>
                    <a:pt x="9" y="44"/>
                  </a:cubicBezTo>
                  <a:cubicBezTo>
                    <a:pt x="10" y="43"/>
                    <a:pt x="11" y="41"/>
                    <a:pt x="11" y="39"/>
                  </a:cubicBezTo>
                  <a:cubicBezTo>
                    <a:pt x="12" y="31"/>
                    <a:pt x="15" y="24"/>
                    <a:pt x="19" y="18"/>
                  </a:cubicBezTo>
                  <a:cubicBezTo>
                    <a:pt x="24" y="12"/>
                    <a:pt x="27" y="9"/>
                    <a:pt x="29" y="9"/>
                  </a:cubicBezTo>
                  <a:cubicBezTo>
                    <a:pt x="30" y="9"/>
                    <a:pt x="30" y="10"/>
                    <a:pt x="31" y="10"/>
                  </a:cubicBezTo>
                  <a:cubicBezTo>
                    <a:pt x="33" y="12"/>
                    <a:pt x="34" y="12"/>
                    <a:pt x="36" y="12"/>
                  </a:cubicBezTo>
                  <a:cubicBezTo>
                    <a:pt x="37" y="12"/>
                    <a:pt x="38" y="12"/>
                    <a:pt x="38" y="11"/>
                  </a:cubicBezTo>
                  <a:cubicBezTo>
                    <a:pt x="39" y="10"/>
                    <a:pt x="39" y="9"/>
                    <a:pt x="39" y="8"/>
                  </a:cubicBezTo>
                  <a:cubicBezTo>
                    <a:pt x="39" y="6"/>
                    <a:pt x="38" y="4"/>
                    <a:pt x="37" y="3"/>
                  </a:cubicBezTo>
                  <a:cubicBezTo>
                    <a:pt x="35" y="1"/>
                    <a:pt x="33" y="0"/>
                    <a:pt x="3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194"/>
            <p:cNvSpPr>
              <a:spLocks noEditPoints="1"/>
            </p:cNvSpPr>
            <p:nvPr/>
          </p:nvSpPr>
          <p:spPr bwMode="auto">
            <a:xfrm>
              <a:off x="5219700" y="2139950"/>
              <a:ext cx="63500" cy="69850"/>
            </a:xfrm>
            <a:custGeom>
              <a:avLst/>
              <a:gdLst>
                <a:gd name="T0" fmla="*/ 4 w 41"/>
                <a:gd name="T1" fmla="*/ 40 h 45"/>
                <a:gd name="T2" fmla="*/ 14 w 41"/>
                <a:gd name="T3" fmla="*/ 45 h 45"/>
                <a:gd name="T4" fmla="*/ 28 w 41"/>
                <a:gd name="T5" fmla="*/ 38 h 45"/>
                <a:gd name="T6" fmla="*/ 37 w 41"/>
                <a:gd name="T7" fmla="*/ 23 h 45"/>
                <a:gd name="T8" fmla="*/ 37 w 41"/>
                <a:gd name="T9" fmla="*/ 23 h 45"/>
                <a:gd name="T10" fmla="*/ 38 w 41"/>
                <a:gd name="T11" fmla="*/ 17 h 45"/>
                <a:gd name="T12" fmla="*/ 35 w 41"/>
                <a:gd name="T13" fmla="*/ 5 h 45"/>
                <a:gd name="T14" fmla="*/ 24 w 41"/>
                <a:gd name="T15" fmla="*/ 0 h 45"/>
                <a:gd name="T16" fmla="*/ 7 w 41"/>
                <a:gd name="T17" fmla="*/ 10 h 45"/>
                <a:gd name="T18" fmla="*/ 0 w 41"/>
                <a:gd name="T19" fmla="*/ 30 h 45"/>
                <a:gd name="T20" fmla="*/ 4 w 41"/>
                <a:gd name="T21" fmla="*/ 40 h 45"/>
                <a:gd name="T22" fmla="*/ 13 w 41"/>
                <a:gd name="T23" fmla="*/ 18 h 45"/>
                <a:gd name="T24" fmla="*/ 18 w 41"/>
                <a:gd name="T25" fmla="*/ 11 h 45"/>
                <a:gd name="T26" fmla="*/ 18 w 41"/>
                <a:gd name="T27" fmla="*/ 11 h 45"/>
                <a:gd name="T28" fmla="*/ 23 w 41"/>
                <a:gd name="T29" fmla="*/ 9 h 45"/>
                <a:gd name="T30" fmla="*/ 28 w 41"/>
                <a:gd name="T31" fmla="*/ 11 h 45"/>
                <a:gd name="T32" fmla="*/ 30 w 41"/>
                <a:gd name="T33" fmla="*/ 18 h 45"/>
                <a:gd name="T34" fmla="*/ 25 w 41"/>
                <a:gd name="T35" fmla="*/ 31 h 45"/>
                <a:gd name="T36" fmla="*/ 15 w 41"/>
                <a:gd name="T37" fmla="*/ 36 h 45"/>
                <a:gd name="T38" fmla="*/ 11 w 41"/>
                <a:gd name="T39" fmla="*/ 34 h 45"/>
                <a:gd name="T40" fmla="*/ 10 w 41"/>
                <a:gd name="T41" fmla="*/ 29 h 45"/>
                <a:gd name="T42" fmla="*/ 13 w 41"/>
                <a:gd name="T43" fmla="*/ 1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1" h="45">
                  <a:moveTo>
                    <a:pt x="4" y="40"/>
                  </a:moveTo>
                  <a:cubicBezTo>
                    <a:pt x="7" y="43"/>
                    <a:pt x="10" y="45"/>
                    <a:pt x="14" y="45"/>
                  </a:cubicBezTo>
                  <a:cubicBezTo>
                    <a:pt x="19" y="45"/>
                    <a:pt x="23" y="42"/>
                    <a:pt x="28" y="38"/>
                  </a:cubicBezTo>
                  <a:cubicBezTo>
                    <a:pt x="33" y="34"/>
                    <a:pt x="37" y="29"/>
                    <a:pt x="37" y="23"/>
                  </a:cubicBezTo>
                  <a:cubicBezTo>
                    <a:pt x="37" y="23"/>
                    <a:pt x="37" y="23"/>
                    <a:pt x="37" y="23"/>
                  </a:cubicBezTo>
                  <a:cubicBezTo>
                    <a:pt x="41" y="21"/>
                    <a:pt x="38" y="19"/>
                    <a:pt x="38" y="17"/>
                  </a:cubicBezTo>
                  <a:cubicBezTo>
                    <a:pt x="38" y="12"/>
                    <a:pt x="38" y="8"/>
                    <a:pt x="35" y="5"/>
                  </a:cubicBezTo>
                  <a:cubicBezTo>
                    <a:pt x="32" y="2"/>
                    <a:pt x="29" y="0"/>
                    <a:pt x="24" y="0"/>
                  </a:cubicBezTo>
                  <a:cubicBezTo>
                    <a:pt x="17" y="0"/>
                    <a:pt x="12" y="3"/>
                    <a:pt x="7" y="10"/>
                  </a:cubicBezTo>
                  <a:cubicBezTo>
                    <a:pt x="3" y="16"/>
                    <a:pt x="0" y="23"/>
                    <a:pt x="0" y="30"/>
                  </a:cubicBezTo>
                  <a:cubicBezTo>
                    <a:pt x="0" y="34"/>
                    <a:pt x="2" y="37"/>
                    <a:pt x="4" y="40"/>
                  </a:cubicBezTo>
                  <a:close/>
                  <a:moveTo>
                    <a:pt x="13" y="18"/>
                  </a:moveTo>
                  <a:cubicBezTo>
                    <a:pt x="15" y="15"/>
                    <a:pt x="16" y="11"/>
                    <a:pt x="18" y="11"/>
                  </a:cubicBezTo>
                  <a:cubicBezTo>
                    <a:pt x="18" y="11"/>
                    <a:pt x="18" y="11"/>
                    <a:pt x="18" y="11"/>
                  </a:cubicBezTo>
                  <a:cubicBezTo>
                    <a:pt x="20" y="7"/>
                    <a:pt x="22" y="9"/>
                    <a:pt x="23" y="9"/>
                  </a:cubicBezTo>
                  <a:cubicBezTo>
                    <a:pt x="26" y="9"/>
                    <a:pt x="27" y="9"/>
                    <a:pt x="28" y="11"/>
                  </a:cubicBezTo>
                  <a:cubicBezTo>
                    <a:pt x="29" y="13"/>
                    <a:pt x="30" y="15"/>
                    <a:pt x="30" y="18"/>
                  </a:cubicBezTo>
                  <a:cubicBezTo>
                    <a:pt x="30" y="22"/>
                    <a:pt x="28" y="27"/>
                    <a:pt x="25" y="31"/>
                  </a:cubicBezTo>
                  <a:cubicBezTo>
                    <a:pt x="21" y="34"/>
                    <a:pt x="18" y="36"/>
                    <a:pt x="15" y="36"/>
                  </a:cubicBezTo>
                  <a:cubicBezTo>
                    <a:pt x="13" y="36"/>
                    <a:pt x="12" y="36"/>
                    <a:pt x="11" y="34"/>
                  </a:cubicBezTo>
                  <a:cubicBezTo>
                    <a:pt x="11" y="33"/>
                    <a:pt x="10" y="31"/>
                    <a:pt x="10" y="29"/>
                  </a:cubicBezTo>
                  <a:cubicBezTo>
                    <a:pt x="10" y="25"/>
                    <a:pt x="11" y="22"/>
                    <a:pt x="13"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195"/>
            <p:cNvSpPr>
              <a:spLocks noEditPoints="1"/>
            </p:cNvSpPr>
            <p:nvPr/>
          </p:nvSpPr>
          <p:spPr bwMode="auto">
            <a:xfrm>
              <a:off x="5284788" y="2136775"/>
              <a:ext cx="77788" cy="112713"/>
            </a:xfrm>
            <a:custGeom>
              <a:avLst/>
              <a:gdLst>
                <a:gd name="T0" fmla="*/ 10 w 49"/>
                <a:gd name="T1" fmla="*/ 1 h 72"/>
                <a:gd name="T2" fmla="*/ 8 w 49"/>
                <a:gd name="T3" fmla="*/ 4 h 72"/>
                <a:gd name="T4" fmla="*/ 7 w 49"/>
                <a:gd name="T5" fmla="*/ 11 h 72"/>
                <a:gd name="T6" fmla="*/ 7 w 49"/>
                <a:gd name="T7" fmla="*/ 12 h 72"/>
                <a:gd name="T8" fmla="*/ 1 w 49"/>
                <a:gd name="T9" fmla="*/ 61 h 72"/>
                <a:gd name="T10" fmla="*/ 0 w 49"/>
                <a:gd name="T11" fmla="*/ 68 h 72"/>
                <a:gd name="T12" fmla="*/ 2 w 49"/>
                <a:gd name="T13" fmla="*/ 71 h 72"/>
                <a:gd name="T14" fmla="*/ 6 w 49"/>
                <a:gd name="T15" fmla="*/ 72 h 72"/>
                <a:gd name="T16" fmla="*/ 9 w 49"/>
                <a:gd name="T17" fmla="*/ 71 h 72"/>
                <a:gd name="T18" fmla="*/ 11 w 49"/>
                <a:gd name="T19" fmla="*/ 66 h 72"/>
                <a:gd name="T20" fmla="*/ 13 w 49"/>
                <a:gd name="T21" fmla="*/ 50 h 72"/>
                <a:gd name="T22" fmla="*/ 14 w 49"/>
                <a:gd name="T23" fmla="*/ 42 h 72"/>
                <a:gd name="T24" fmla="*/ 20 w 49"/>
                <a:gd name="T25" fmla="*/ 46 h 72"/>
                <a:gd name="T26" fmla="*/ 39 w 49"/>
                <a:gd name="T27" fmla="*/ 35 h 72"/>
                <a:gd name="T28" fmla="*/ 49 w 49"/>
                <a:gd name="T29" fmla="*/ 12 h 72"/>
                <a:gd name="T30" fmla="*/ 46 w 49"/>
                <a:gd name="T31" fmla="*/ 4 h 72"/>
                <a:gd name="T32" fmla="*/ 39 w 49"/>
                <a:gd name="T33" fmla="*/ 1 h 72"/>
                <a:gd name="T34" fmla="*/ 28 w 49"/>
                <a:gd name="T35" fmla="*/ 6 h 72"/>
                <a:gd name="T36" fmla="*/ 17 w 49"/>
                <a:gd name="T37" fmla="*/ 18 h 72"/>
                <a:gd name="T38" fmla="*/ 17 w 49"/>
                <a:gd name="T39" fmla="*/ 16 h 72"/>
                <a:gd name="T40" fmla="*/ 18 w 49"/>
                <a:gd name="T41" fmla="*/ 7 h 72"/>
                <a:gd name="T42" fmla="*/ 14 w 49"/>
                <a:gd name="T43" fmla="*/ 0 h 72"/>
                <a:gd name="T44" fmla="*/ 10 w 49"/>
                <a:gd name="T45" fmla="*/ 1 h 72"/>
                <a:gd name="T46" fmla="*/ 25 w 49"/>
                <a:gd name="T47" fmla="*/ 19 h 72"/>
                <a:gd name="T48" fmla="*/ 37 w 49"/>
                <a:gd name="T49" fmla="*/ 10 h 72"/>
                <a:gd name="T50" fmla="*/ 39 w 49"/>
                <a:gd name="T51" fmla="*/ 11 h 72"/>
                <a:gd name="T52" fmla="*/ 39 w 49"/>
                <a:gd name="T53" fmla="*/ 15 h 72"/>
                <a:gd name="T54" fmla="*/ 33 w 49"/>
                <a:gd name="T55" fmla="*/ 30 h 72"/>
                <a:gd name="T56" fmla="*/ 22 w 49"/>
                <a:gd name="T57" fmla="*/ 38 h 72"/>
                <a:gd name="T58" fmla="*/ 18 w 49"/>
                <a:gd name="T59" fmla="*/ 36 h 72"/>
                <a:gd name="T60" fmla="*/ 17 w 49"/>
                <a:gd name="T61" fmla="*/ 34 h 72"/>
                <a:gd name="T62" fmla="*/ 25 w 49"/>
                <a:gd name="T63" fmla="*/ 1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9" h="72">
                  <a:moveTo>
                    <a:pt x="10" y="1"/>
                  </a:moveTo>
                  <a:cubicBezTo>
                    <a:pt x="9" y="2"/>
                    <a:pt x="8" y="3"/>
                    <a:pt x="8" y="4"/>
                  </a:cubicBezTo>
                  <a:cubicBezTo>
                    <a:pt x="8" y="6"/>
                    <a:pt x="7" y="8"/>
                    <a:pt x="7" y="11"/>
                  </a:cubicBezTo>
                  <a:cubicBezTo>
                    <a:pt x="7" y="12"/>
                    <a:pt x="7" y="12"/>
                    <a:pt x="7" y="12"/>
                  </a:cubicBezTo>
                  <a:cubicBezTo>
                    <a:pt x="7" y="29"/>
                    <a:pt x="5" y="45"/>
                    <a:pt x="1" y="61"/>
                  </a:cubicBezTo>
                  <a:cubicBezTo>
                    <a:pt x="0" y="64"/>
                    <a:pt x="0" y="66"/>
                    <a:pt x="0" y="68"/>
                  </a:cubicBezTo>
                  <a:cubicBezTo>
                    <a:pt x="0" y="69"/>
                    <a:pt x="1" y="70"/>
                    <a:pt x="2" y="71"/>
                  </a:cubicBezTo>
                  <a:cubicBezTo>
                    <a:pt x="3" y="72"/>
                    <a:pt x="4" y="72"/>
                    <a:pt x="6" y="72"/>
                  </a:cubicBezTo>
                  <a:cubicBezTo>
                    <a:pt x="7" y="72"/>
                    <a:pt x="8" y="72"/>
                    <a:pt x="9" y="71"/>
                  </a:cubicBezTo>
                  <a:cubicBezTo>
                    <a:pt x="10" y="70"/>
                    <a:pt x="10" y="68"/>
                    <a:pt x="11" y="66"/>
                  </a:cubicBezTo>
                  <a:cubicBezTo>
                    <a:pt x="13" y="50"/>
                    <a:pt x="13" y="50"/>
                    <a:pt x="13" y="50"/>
                  </a:cubicBezTo>
                  <a:cubicBezTo>
                    <a:pt x="13" y="47"/>
                    <a:pt x="14" y="44"/>
                    <a:pt x="14" y="42"/>
                  </a:cubicBezTo>
                  <a:cubicBezTo>
                    <a:pt x="15" y="44"/>
                    <a:pt x="17" y="46"/>
                    <a:pt x="20" y="46"/>
                  </a:cubicBezTo>
                  <a:cubicBezTo>
                    <a:pt x="26" y="46"/>
                    <a:pt x="33" y="42"/>
                    <a:pt x="39" y="35"/>
                  </a:cubicBezTo>
                  <a:cubicBezTo>
                    <a:pt x="46" y="28"/>
                    <a:pt x="49" y="21"/>
                    <a:pt x="49" y="12"/>
                  </a:cubicBezTo>
                  <a:cubicBezTo>
                    <a:pt x="49" y="9"/>
                    <a:pt x="48" y="6"/>
                    <a:pt x="46" y="4"/>
                  </a:cubicBezTo>
                  <a:cubicBezTo>
                    <a:pt x="44" y="2"/>
                    <a:pt x="42" y="1"/>
                    <a:pt x="39" y="1"/>
                  </a:cubicBezTo>
                  <a:cubicBezTo>
                    <a:pt x="35" y="1"/>
                    <a:pt x="32" y="3"/>
                    <a:pt x="28" y="6"/>
                  </a:cubicBezTo>
                  <a:cubicBezTo>
                    <a:pt x="23" y="9"/>
                    <a:pt x="20" y="13"/>
                    <a:pt x="17" y="18"/>
                  </a:cubicBezTo>
                  <a:cubicBezTo>
                    <a:pt x="17" y="16"/>
                    <a:pt x="17" y="16"/>
                    <a:pt x="17" y="16"/>
                  </a:cubicBezTo>
                  <a:cubicBezTo>
                    <a:pt x="18" y="11"/>
                    <a:pt x="18" y="8"/>
                    <a:pt x="18" y="7"/>
                  </a:cubicBezTo>
                  <a:cubicBezTo>
                    <a:pt x="18" y="2"/>
                    <a:pt x="17" y="0"/>
                    <a:pt x="14" y="0"/>
                  </a:cubicBezTo>
                  <a:cubicBezTo>
                    <a:pt x="12" y="0"/>
                    <a:pt x="11" y="0"/>
                    <a:pt x="10" y="1"/>
                  </a:cubicBezTo>
                  <a:close/>
                  <a:moveTo>
                    <a:pt x="25" y="19"/>
                  </a:moveTo>
                  <a:cubicBezTo>
                    <a:pt x="30" y="13"/>
                    <a:pt x="34" y="10"/>
                    <a:pt x="37" y="10"/>
                  </a:cubicBezTo>
                  <a:cubicBezTo>
                    <a:pt x="38" y="10"/>
                    <a:pt x="38" y="10"/>
                    <a:pt x="39" y="11"/>
                  </a:cubicBezTo>
                  <a:cubicBezTo>
                    <a:pt x="39" y="12"/>
                    <a:pt x="39" y="13"/>
                    <a:pt x="39" y="15"/>
                  </a:cubicBezTo>
                  <a:cubicBezTo>
                    <a:pt x="39" y="19"/>
                    <a:pt x="37" y="24"/>
                    <a:pt x="33" y="30"/>
                  </a:cubicBezTo>
                  <a:cubicBezTo>
                    <a:pt x="29" y="35"/>
                    <a:pt x="25" y="38"/>
                    <a:pt x="22" y="38"/>
                  </a:cubicBezTo>
                  <a:cubicBezTo>
                    <a:pt x="20" y="38"/>
                    <a:pt x="19" y="37"/>
                    <a:pt x="18" y="36"/>
                  </a:cubicBezTo>
                  <a:cubicBezTo>
                    <a:pt x="17" y="36"/>
                    <a:pt x="17" y="35"/>
                    <a:pt x="17" y="34"/>
                  </a:cubicBezTo>
                  <a:cubicBezTo>
                    <a:pt x="17" y="30"/>
                    <a:pt x="20" y="26"/>
                    <a:pt x="25"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196"/>
            <p:cNvSpPr>
              <a:spLocks noEditPoints="1"/>
            </p:cNvSpPr>
            <p:nvPr/>
          </p:nvSpPr>
          <p:spPr bwMode="auto">
            <a:xfrm>
              <a:off x="5372100" y="2136775"/>
              <a:ext cx="57150" cy="73025"/>
            </a:xfrm>
            <a:custGeom>
              <a:avLst/>
              <a:gdLst>
                <a:gd name="T0" fmla="*/ 11 w 37"/>
                <a:gd name="T1" fmla="*/ 32 h 47"/>
                <a:gd name="T2" fmla="*/ 28 w 37"/>
                <a:gd name="T3" fmla="*/ 23 h 47"/>
                <a:gd name="T4" fmla="*/ 35 w 37"/>
                <a:gd name="T5" fmla="*/ 10 h 47"/>
                <a:gd name="T6" fmla="*/ 32 w 37"/>
                <a:gd name="T7" fmla="*/ 3 h 47"/>
                <a:gd name="T8" fmla="*/ 25 w 37"/>
                <a:gd name="T9" fmla="*/ 0 h 47"/>
                <a:gd name="T10" fmla="*/ 8 w 37"/>
                <a:gd name="T11" fmla="*/ 10 h 47"/>
                <a:gd name="T12" fmla="*/ 0 w 37"/>
                <a:gd name="T13" fmla="*/ 31 h 47"/>
                <a:gd name="T14" fmla="*/ 4 w 37"/>
                <a:gd name="T15" fmla="*/ 42 h 47"/>
                <a:gd name="T16" fmla="*/ 15 w 37"/>
                <a:gd name="T17" fmla="*/ 47 h 47"/>
                <a:gd name="T18" fmla="*/ 30 w 37"/>
                <a:gd name="T19" fmla="*/ 41 h 47"/>
                <a:gd name="T20" fmla="*/ 37 w 37"/>
                <a:gd name="T21" fmla="*/ 31 h 47"/>
                <a:gd name="T22" fmla="*/ 35 w 37"/>
                <a:gd name="T23" fmla="*/ 29 h 47"/>
                <a:gd name="T24" fmla="*/ 32 w 37"/>
                <a:gd name="T25" fmla="*/ 30 h 47"/>
                <a:gd name="T26" fmla="*/ 16 w 37"/>
                <a:gd name="T27" fmla="*/ 38 h 47"/>
                <a:gd name="T28" fmla="*/ 12 w 37"/>
                <a:gd name="T29" fmla="*/ 37 h 47"/>
                <a:gd name="T30" fmla="*/ 10 w 37"/>
                <a:gd name="T31" fmla="*/ 33 h 47"/>
                <a:gd name="T32" fmla="*/ 11 w 37"/>
                <a:gd name="T33" fmla="*/ 32 h 47"/>
                <a:gd name="T34" fmla="*/ 16 w 37"/>
                <a:gd name="T35" fmla="*/ 13 h 47"/>
                <a:gd name="T36" fmla="*/ 24 w 37"/>
                <a:gd name="T37" fmla="*/ 8 h 47"/>
                <a:gd name="T38" fmla="*/ 26 w 37"/>
                <a:gd name="T39" fmla="*/ 9 h 47"/>
                <a:gd name="T40" fmla="*/ 26 w 37"/>
                <a:gd name="T41" fmla="*/ 12 h 47"/>
                <a:gd name="T42" fmla="*/ 22 w 37"/>
                <a:gd name="T43" fmla="*/ 19 h 47"/>
                <a:gd name="T44" fmla="*/ 11 w 37"/>
                <a:gd name="T45" fmla="*/ 24 h 47"/>
                <a:gd name="T46" fmla="*/ 16 w 37"/>
                <a:gd name="T47" fmla="*/ 13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 h="47">
                  <a:moveTo>
                    <a:pt x="11" y="32"/>
                  </a:moveTo>
                  <a:cubicBezTo>
                    <a:pt x="18" y="30"/>
                    <a:pt x="24" y="27"/>
                    <a:pt x="28" y="23"/>
                  </a:cubicBezTo>
                  <a:cubicBezTo>
                    <a:pt x="32" y="19"/>
                    <a:pt x="35" y="14"/>
                    <a:pt x="35" y="10"/>
                  </a:cubicBezTo>
                  <a:cubicBezTo>
                    <a:pt x="35" y="7"/>
                    <a:pt x="34" y="5"/>
                    <a:pt x="32" y="3"/>
                  </a:cubicBezTo>
                  <a:cubicBezTo>
                    <a:pt x="30" y="1"/>
                    <a:pt x="28" y="0"/>
                    <a:pt x="25" y="0"/>
                  </a:cubicBezTo>
                  <a:cubicBezTo>
                    <a:pt x="19" y="0"/>
                    <a:pt x="13" y="4"/>
                    <a:pt x="8" y="10"/>
                  </a:cubicBezTo>
                  <a:cubicBezTo>
                    <a:pt x="3" y="17"/>
                    <a:pt x="0" y="23"/>
                    <a:pt x="0" y="31"/>
                  </a:cubicBezTo>
                  <a:cubicBezTo>
                    <a:pt x="0" y="36"/>
                    <a:pt x="2" y="40"/>
                    <a:pt x="4" y="42"/>
                  </a:cubicBezTo>
                  <a:cubicBezTo>
                    <a:pt x="7" y="45"/>
                    <a:pt x="10" y="47"/>
                    <a:pt x="15" y="47"/>
                  </a:cubicBezTo>
                  <a:cubicBezTo>
                    <a:pt x="20" y="47"/>
                    <a:pt x="26" y="45"/>
                    <a:pt x="30" y="41"/>
                  </a:cubicBezTo>
                  <a:cubicBezTo>
                    <a:pt x="35" y="37"/>
                    <a:pt x="37" y="34"/>
                    <a:pt x="37" y="31"/>
                  </a:cubicBezTo>
                  <a:cubicBezTo>
                    <a:pt x="37" y="29"/>
                    <a:pt x="36" y="29"/>
                    <a:pt x="35" y="29"/>
                  </a:cubicBezTo>
                  <a:cubicBezTo>
                    <a:pt x="34" y="29"/>
                    <a:pt x="33" y="29"/>
                    <a:pt x="32" y="30"/>
                  </a:cubicBezTo>
                  <a:cubicBezTo>
                    <a:pt x="27" y="36"/>
                    <a:pt x="21" y="38"/>
                    <a:pt x="16" y="38"/>
                  </a:cubicBezTo>
                  <a:cubicBezTo>
                    <a:pt x="14" y="38"/>
                    <a:pt x="13" y="38"/>
                    <a:pt x="12" y="37"/>
                  </a:cubicBezTo>
                  <a:cubicBezTo>
                    <a:pt x="11" y="35"/>
                    <a:pt x="10" y="34"/>
                    <a:pt x="10" y="33"/>
                  </a:cubicBezTo>
                  <a:cubicBezTo>
                    <a:pt x="10" y="32"/>
                    <a:pt x="10" y="32"/>
                    <a:pt x="11" y="32"/>
                  </a:cubicBezTo>
                  <a:close/>
                  <a:moveTo>
                    <a:pt x="16" y="13"/>
                  </a:moveTo>
                  <a:cubicBezTo>
                    <a:pt x="19" y="10"/>
                    <a:pt x="21" y="8"/>
                    <a:pt x="24" y="8"/>
                  </a:cubicBezTo>
                  <a:cubicBezTo>
                    <a:pt x="25" y="8"/>
                    <a:pt x="25" y="9"/>
                    <a:pt x="26" y="9"/>
                  </a:cubicBezTo>
                  <a:cubicBezTo>
                    <a:pt x="26" y="10"/>
                    <a:pt x="26" y="11"/>
                    <a:pt x="26" y="12"/>
                  </a:cubicBezTo>
                  <a:cubicBezTo>
                    <a:pt x="26" y="14"/>
                    <a:pt x="25" y="16"/>
                    <a:pt x="22" y="19"/>
                  </a:cubicBezTo>
                  <a:cubicBezTo>
                    <a:pt x="18" y="22"/>
                    <a:pt x="15" y="23"/>
                    <a:pt x="11" y="24"/>
                  </a:cubicBezTo>
                  <a:cubicBezTo>
                    <a:pt x="12" y="20"/>
                    <a:pt x="13" y="17"/>
                    <a:pt x="1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197"/>
            <p:cNvSpPr>
              <a:spLocks/>
            </p:cNvSpPr>
            <p:nvPr/>
          </p:nvSpPr>
          <p:spPr bwMode="auto">
            <a:xfrm>
              <a:off x="5441950" y="2139950"/>
              <a:ext cx="61913" cy="69850"/>
            </a:xfrm>
            <a:custGeom>
              <a:avLst/>
              <a:gdLst>
                <a:gd name="T0" fmla="*/ 10 w 39"/>
                <a:gd name="T1" fmla="*/ 12 h 45"/>
                <a:gd name="T2" fmla="*/ 12 w 39"/>
                <a:gd name="T3" fmla="*/ 5 h 45"/>
                <a:gd name="T4" fmla="*/ 11 w 39"/>
                <a:gd name="T5" fmla="*/ 2 h 45"/>
                <a:gd name="T6" fmla="*/ 8 w 39"/>
                <a:gd name="T7" fmla="*/ 1 h 45"/>
                <a:gd name="T8" fmla="*/ 4 w 39"/>
                <a:gd name="T9" fmla="*/ 2 h 45"/>
                <a:gd name="T10" fmla="*/ 2 w 39"/>
                <a:gd name="T11" fmla="*/ 5 h 45"/>
                <a:gd name="T12" fmla="*/ 1 w 39"/>
                <a:gd name="T13" fmla="*/ 10 h 45"/>
                <a:gd name="T14" fmla="*/ 1 w 39"/>
                <a:gd name="T15" fmla="*/ 13 h 45"/>
                <a:gd name="T16" fmla="*/ 0 w 39"/>
                <a:gd name="T17" fmla="*/ 24 h 45"/>
                <a:gd name="T18" fmla="*/ 0 w 39"/>
                <a:gd name="T19" fmla="*/ 32 h 45"/>
                <a:gd name="T20" fmla="*/ 1 w 39"/>
                <a:gd name="T21" fmla="*/ 42 h 45"/>
                <a:gd name="T22" fmla="*/ 5 w 39"/>
                <a:gd name="T23" fmla="*/ 45 h 45"/>
                <a:gd name="T24" fmla="*/ 9 w 39"/>
                <a:gd name="T25" fmla="*/ 44 h 45"/>
                <a:gd name="T26" fmla="*/ 11 w 39"/>
                <a:gd name="T27" fmla="*/ 39 h 45"/>
                <a:gd name="T28" fmla="*/ 19 w 39"/>
                <a:gd name="T29" fmla="*/ 18 h 45"/>
                <a:gd name="T30" fmla="*/ 29 w 39"/>
                <a:gd name="T31" fmla="*/ 9 h 45"/>
                <a:gd name="T32" fmla="*/ 31 w 39"/>
                <a:gd name="T33" fmla="*/ 10 h 45"/>
                <a:gd name="T34" fmla="*/ 36 w 39"/>
                <a:gd name="T35" fmla="*/ 12 h 45"/>
                <a:gd name="T36" fmla="*/ 38 w 39"/>
                <a:gd name="T37" fmla="*/ 11 h 45"/>
                <a:gd name="T38" fmla="*/ 39 w 39"/>
                <a:gd name="T39" fmla="*/ 8 h 45"/>
                <a:gd name="T40" fmla="*/ 37 w 39"/>
                <a:gd name="T41" fmla="*/ 3 h 45"/>
                <a:gd name="T42" fmla="*/ 30 w 39"/>
                <a:gd name="T43" fmla="*/ 0 h 45"/>
                <a:gd name="T44" fmla="*/ 19 w 39"/>
                <a:gd name="T45" fmla="*/ 6 h 45"/>
                <a:gd name="T46" fmla="*/ 9 w 39"/>
                <a:gd name="T47" fmla="*/ 22 h 45"/>
                <a:gd name="T48" fmla="*/ 8 w 39"/>
                <a:gd name="T49" fmla="*/ 23 h 45"/>
                <a:gd name="T50" fmla="*/ 9 w 39"/>
                <a:gd name="T51" fmla="*/ 17 h 45"/>
                <a:gd name="T52" fmla="*/ 10 w 39"/>
                <a:gd name="T53" fmla="*/ 1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9" h="45">
                  <a:moveTo>
                    <a:pt x="10" y="12"/>
                  </a:moveTo>
                  <a:cubicBezTo>
                    <a:pt x="12" y="8"/>
                    <a:pt x="12" y="6"/>
                    <a:pt x="12" y="5"/>
                  </a:cubicBezTo>
                  <a:cubicBezTo>
                    <a:pt x="12" y="4"/>
                    <a:pt x="12" y="3"/>
                    <a:pt x="11" y="2"/>
                  </a:cubicBezTo>
                  <a:cubicBezTo>
                    <a:pt x="10" y="1"/>
                    <a:pt x="9" y="1"/>
                    <a:pt x="8" y="1"/>
                  </a:cubicBezTo>
                  <a:cubicBezTo>
                    <a:pt x="7" y="1"/>
                    <a:pt x="5" y="1"/>
                    <a:pt x="4" y="2"/>
                  </a:cubicBezTo>
                  <a:cubicBezTo>
                    <a:pt x="3" y="3"/>
                    <a:pt x="2" y="4"/>
                    <a:pt x="2" y="5"/>
                  </a:cubicBezTo>
                  <a:cubicBezTo>
                    <a:pt x="2" y="6"/>
                    <a:pt x="2" y="7"/>
                    <a:pt x="1" y="10"/>
                  </a:cubicBezTo>
                  <a:cubicBezTo>
                    <a:pt x="1" y="11"/>
                    <a:pt x="1" y="12"/>
                    <a:pt x="1" y="13"/>
                  </a:cubicBezTo>
                  <a:cubicBezTo>
                    <a:pt x="1" y="17"/>
                    <a:pt x="0" y="21"/>
                    <a:pt x="0" y="24"/>
                  </a:cubicBezTo>
                  <a:cubicBezTo>
                    <a:pt x="0" y="27"/>
                    <a:pt x="0" y="30"/>
                    <a:pt x="0" y="32"/>
                  </a:cubicBezTo>
                  <a:cubicBezTo>
                    <a:pt x="0" y="36"/>
                    <a:pt x="0" y="40"/>
                    <a:pt x="1" y="42"/>
                  </a:cubicBezTo>
                  <a:cubicBezTo>
                    <a:pt x="2" y="44"/>
                    <a:pt x="3" y="45"/>
                    <a:pt x="5" y="45"/>
                  </a:cubicBezTo>
                  <a:cubicBezTo>
                    <a:pt x="7" y="45"/>
                    <a:pt x="8" y="44"/>
                    <a:pt x="9" y="44"/>
                  </a:cubicBezTo>
                  <a:cubicBezTo>
                    <a:pt x="10" y="43"/>
                    <a:pt x="11" y="41"/>
                    <a:pt x="11" y="39"/>
                  </a:cubicBezTo>
                  <a:cubicBezTo>
                    <a:pt x="12" y="31"/>
                    <a:pt x="15" y="24"/>
                    <a:pt x="19" y="18"/>
                  </a:cubicBezTo>
                  <a:cubicBezTo>
                    <a:pt x="24" y="12"/>
                    <a:pt x="27" y="9"/>
                    <a:pt x="29" y="9"/>
                  </a:cubicBezTo>
                  <a:cubicBezTo>
                    <a:pt x="30" y="9"/>
                    <a:pt x="31" y="10"/>
                    <a:pt x="31" y="10"/>
                  </a:cubicBezTo>
                  <a:cubicBezTo>
                    <a:pt x="33" y="12"/>
                    <a:pt x="34" y="12"/>
                    <a:pt x="36" y="12"/>
                  </a:cubicBezTo>
                  <a:cubicBezTo>
                    <a:pt x="37" y="12"/>
                    <a:pt x="38" y="12"/>
                    <a:pt x="38" y="11"/>
                  </a:cubicBezTo>
                  <a:cubicBezTo>
                    <a:pt x="39" y="10"/>
                    <a:pt x="39" y="9"/>
                    <a:pt x="39" y="8"/>
                  </a:cubicBezTo>
                  <a:cubicBezTo>
                    <a:pt x="39" y="6"/>
                    <a:pt x="38" y="4"/>
                    <a:pt x="37" y="3"/>
                  </a:cubicBezTo>
                  <a:cubicBezTo>
                    <a:pt x="35" y="1"/>
                    <a:pt x="33" y="0"/>
                    <a:pt x="30" y="0"/>
                  </a:cubicBezTo>
                  <a:cubicBezTo>
                    <a:pt x="27" y="0"/>
                    <a:pt x="23" y="2"/>
                    <a:pt x="19" y="6"/>
                  </a:cubicBezTo>
                  <a:cubicBezTo>
                    <a:pt x="16" y="10"/>
                    <a:pt x="12" y="16"/>
                    <a:pt x="9" y="22"/>
                  </a:cubicBezTo>
                  <a:cubicBezTo>
                    <a:pt x="8" y="23"/>
                    <a:pt x="8" y="23"/>
                    <a:pt x="8" y="23"/>
                  </a:cubicBezTo>
                  <a:cubicBezTo>
                    <a:pt x="9" y="17"/>
                    <a:pt x="9" y="17"/>
                    <a:pt x="9" y="17"/>
                  </a:cubicBezTo>
                  <a:cubicBezTo>
                    <a:pt x="10" y="15"/>
                    <a:pt x="10" y="14"/>
                    <a:pt x="1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198"/>
            <p:cNvSpPr>
              <a:spLocks/>
            </p:cNvSpPr>
            <p:nvPr/>
          </p:nvSpPr>
          <p:spPr bwMode="auto">
            <a:xfrm>
              <a:off x="5505450" y="2117725"/>
              <a:ext cx="60325" cy="90488"/>
            </a:xfrm>
            <a:custGeom>
              <a:avLst/>
              <a:gdLst>
                <a:gd name="T0" fmla="*/ 24 w 39"/>
                <a:gd name="T1" fmla="*/ 1 h 58"/>
                <a:gd name="T2" fmla="*/ 20 w 39"/>
                <a:gd name="T3" fmla="*/ 0 h 58"/>
                <a:gd name="T4" fmla="*/ 15 w 39"/>
                <a:gd name="T5" fmla="*/ 5 h 58"/>
                <a:gd name="T6" fmla="*/ 12 w 39"/>
                <a:gd name="T7" fmla="*/ 17 h 58"/>
                <a:gd name="T8" fmla="*/ 3 w 39"/>
                <a:gd name="T9" fmla="*/ 17 h 58"/>
                <a:gd name="T10" fmla="*/ 0 w 39"/>
                <a:gd name="T11" fmla="*/ 21 h 58"/>
                <a:gd name="T12" fmla="*/ 1 w 39"/>
                <a:gd name="T13" fmla="*/ 24 h 58"/>
                <a:gd name="T14" fmla="*/ 5 w 39"/>
                <a:gd name="T15" fmla="*/ 25 h 58"/>
                <a:gd name="T16" fmla="*/ 6 w 39"/>
                <a:gd name="T17" fmla="*/ 25 h 58"/>
                <a:gd name="T18" fmla="*/ 9 w 39"/>
                <a:gd name="T19" fmla="*/ 25 h 58"/>
                <a:gd name="T20" fmla="*/ 5 w 39"/>
                <a:gd name="T21" fmla="*/ 46 h 58"/>
                <a:gd name="T22" fmla="*/ 8 w 39"/>
                <a:gd name="T23" fmla="*/ 55 h 58"/>
                <a:gd name="T24" fmla="*/ 16 w 39"/>
                <a:gd name="T25" fmla="*/ 58 h 58"/>
                <a:gd name="T26" fmla="*/ 28 w 39"/>
                <a:gd name="T27" fmla="*/ 54 h 58"/>
                <a:gd name="T28" fmla="*/ 33 w 39"/>
                <a:gd name="T29" fmla="*/ 46 h 58"/>
                <a:gd name="T30" fmla="*/ 33 w 39"/>
                <a:gd name="T31" fmla="*/ 45 h 58"/>
                <a:gd name="T32" fmla="*/ 31 w 39"/>
                <a:gd name="T33" fmla="*/ 44 h 58"/>
                <a:gd name="T34" fmla="*/ 28 w 39"/>
                <a:gd name="T35" fmla="*/ 46 h 58"/>
                <a:gd name="T36" fmla="*/ 22 w 39"/>
                <a:gd name="T37" fmla="*/ 49 h 58"/>
                <a:gd name="T38" fmla="*/ 18 w 39"/>
                <a:gd name="T39" fmla="*/ 50 h 58"/>
                <a:gd name="T40" fmla="*/ 16 w 39"/>
                <a:gd name="T41" fmla="*/ 49 h 58"/>
                <a:gd name="T42" fmla="*/ 15 w 39"/>
                <a:gd name="T43" fmla="*/ 44 h 58"/>
                <a:gd name="T44" fmla="*/ 17 w 39"/>
                <a:gd name="T45" fmla="*/ 34 h 58"/>
                <a:gd name="T46" fmla="*/ 19 w 39"/>
                <a:gd name="T47" fmla="*/ 25 h 58"/>
                <a:gd name="T48" fmla="*/ 33 w 39"/>
                <a:gd name="T49" fmla="*/ 22 h 58"/>
                <a:gd name="T50" fmla="*/ 39 w 39"/>
                <a:gd name="T51" fmla="*/ 18 h 58"/>
                <a:gd name="T52" fmla="*/ 38 w 39"/>
                <a:gd name="T53" fmla="*/ 16 h 58"/>
                <a:gd name="T54" fmla="*/ 35 w 39"/>
                <a:gd name="T55" fmla="*/ 15 h 58"/>
                <a:gd name="T56" fmla="*/ 21 w 39"/>
                <a:gd name="T57" fmla="*/ 16 h 58"/>
                <a:gd name="T58" fmla="*/ 25 w 39"/>
                <a:gd name="T59" fmla="*/ 4 h 58"/>
                <a:gd name="T60" fmla="*/ 24 w 39"/>
                <a:gd name="T61" fmla="*/ 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9" h="58">
                  <a:moveTo>
                    <a:pt x="24" y="1"/>
                  </a:moveTo>
                  <a:cubicBezTo>
                    <a:pt x="23" y="0"/>
                    <a:pt x="22" y="0"/>
                    <a:pt x="20" y="0"/>
                  </a:cubicBezTo>
                  <a:cubicBezTo>
                    <a:pt x="18" y="0"/>
                    <a:pt x="16" y="1"/>
                    <a:pt x="15" y="5"/>
                  </a:cubicBezTo>
                  <a:cubicBezTo>
                    <a:pt x="14" y="10"/>
                    <a:pt x="13" y="14"/>
                    <a:pt x="12" y="17"/>
                  </a:cubicBezTo>
                  <a:cubicBezTo>
                    <a:pt x="3" y="17"/>
                    <a:pt x="3" y="17"/>
                    <a:pt x="3" y="17"/>
                  </a:cubicBezTo>
                  <a:cubicBezTo>
                    <a:pt x="1" y="17"/>
                    <a:pt x="0" y="18"/>
                    <a:pt x="0" y="21"/>
                  </a:cubicBezTo>
                  <a:cubicBezTo>
                    <a:pt x="0" y="22"/>
                    <a:pt x="0" y="23"/>
                    <a:pt x="1" y="24"/>
                  </a:cubicBezTo>
                  <a:cubicBezTo>
                    <a:pt x="3" y="25"/>
                    <a:pt x="4" y="25"/>
                    <a:pt x="5" y="25"/>
                  </a:cubicBezTo>
                  <a:cubicBezTo>
                    <a:pt x="6" y="25"/>
                    <a:pt x="6" y="25"/>
                    <a:pt x="6" y="25"/>
                  </a:cubicBezTo>
                  <a:cubicBezTo>
                    <a:pt x="7" y="25"/>
                    <a:pt x="8" y="25"/>
                    <a:pt x="9" y="25"/>
                  </a:cubicBezTo>
                  <a:cubicBezTo>
                    <a:pt x="7" y="36"/>
                    <a:pt x="5" y="43"/>
                    <a:pt x="5" y="46"/>
                  </a:cubicBezTo>
                  <a:cubicBezTo>
                    <a:pt x="5" y="50"/>
                    <a:pt x="6" y="53"/>
                    <a:pt x="8" y="55"/>
                  </a:cubicBezTo>
                  <a:cubicBezTo>
                    <a:pt x="10" y="57"/>
                    <a:pt x="13" y="58"/>
                    <a:pt x="16" y="58"/>
                  </a:cubicBezTo>
                  <a:cubicBezTo>
                    <a:pt x="20" y="58"/>
                    <a:pt x="24" y="57"/>
                    <a:pt x="28" y="54"/>
                  </a:cubicBezTo>
                  <a:cubicBezTo>
                    <a:pt x="32" y="51"/>
                    <a:pt x="33" y="48"/>
                    <a:pt x="33" y="46"/>
                  </a:cubicBezTo>
                  <a:cubicBezTo>
                    <a:pt x="33" y="46"/>
                    <a:pt x="33" y="45"/>
                    <a:pt x="33" y="45"/>
                  </a:cubicBezTo>
                  <a:cubicBezTo>
                    <a:pt x="32" y="44"/>
                    <a:pt x="32" y="44"/>
                    <a:pt x="31" y="44"/>
                  </a:cubicBezTo>
                  <a:cubicBezTo>
                    <a:pt x="30" y="44"/>
                    <a:pt x="29" y="45"/>
                    <a:pt x="28" y="46"/>
                  </a:cubicBezTo>
                  <a:cubicBezTo>
                    <a:pt x="25" y="48"/>
                    <a:pt x="24" y="49"/>
                    <a:pt x="22" y="49"/>
                  </a:cubicBezTo>
                  <a:cubicBezTo>
                    <a:pt x="21" y="50"/>
                    <a:pt x="19" y="50"/>
                    <a:pt x="18" y="50"/>
                  </a:cubicBezTo>
                  <a:cubicBezTo>
                    <a:pt x="17" y="50"/>
                    <a:pt x="16" y="50"/>
                    <a:pt x="16" y="49"/>
                  </a:cubicBezTo>
                  <a:cubicBezTo>
                    <a:pt x="15" y="48"/>
                    <a:pt x="15" y="46"/>
                    <a:pt x="15" y="44"/>
                  </a:cubicBezTo>
                  <a:cubicBezTo>
                    <a:pt x="15" y="43"/>
                    <a:pt x="16" y="39"/>
                    <a:pt x="17" y="34"/>
                  </a:cubicBezTo>
                  <a:cubicBezTo>
                    <a:pt x="18" y="28"/>
                    <a:pt x="19" y="25"/>
                    <a:pt x="19" y="25"/>
                  </a:cubicBezTo>
                  <a:cubicBezTo>
                    <a:pt x="33" y="22"/>
                    <a:pt x="33" y="22"/>
                    <a:pt x="33" y="22"/>
                  </a:cubicBezTo>
                  <a:cubicBezTo>
                    <a:pt x="37" y="22"/>
                    <a:pt x="39" y="20"/>
                    <a:pt x="39" y="18"/>
                  </a:cubicBezTo>
                  <a:cubicBezTo>
                    <a:pt x="39" y="17"/>
                    <a:pt x="38" y="16"/>
                    <a:pt x="38" y="16"/>
                  </a:cubicBezTo>
                  <a:cubicBezTo>
                    <a:pt x="37" y="15"/>
                    <a:pt x="37" y="15"/>
                    <a:pt x="35" y="15"/>
                  </a:cubicBezTo>
                  <a:cubicBezTo>
                    <a:pt x="34" y="15"/>
                    <a:pt x="30" y="15"/>
                    <a:pt x="21" y="16"/>
                  </a:cubicBezTo>
                  <a:cubicBezTo>
                    <a:pt x="24" y="8"/>
                    <a:pt x="25" y="4"/>
                    <a:pt x="25" y="4"/>
                  </a:cubicBezTo>
                  <a:cubicBezTo>
                    <a:pt x="25" y="3"/>
                    <a:pt x="24" y="2"/>
                    <a:pt x="2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Freeform 199"/>
            <p:cNvSpPr>
              <a:spLocks/>
            </p:cNvSpPr>
            <p:nvPr/>
          </p:nvSpPr>
          <p:spPr bwMode="auto">
            <a:xfrm>
              <a:off x="5561013" y="2139950"/>
              <a:ext cx="69850" cy="106363"/>
            </a:xfrm>
            <a:custGeom>
              <a:avLst/>
              <a:gdLst>
                <a:gd name="T0" fmla="*/ 20 w 44"/>
                <a:gd name="T1" fmla="*/ 59 h 68"/>
                <a:gd name="T2" fmla="*/ 6 w 44"/>
                <a:gd name="T3" fmla="*/ 53 h 68"/>
                <a:gd name="T4" fmla="*/ 4 w 44"/>
                <a:gd name="T5" fmla="*/ 51 h 68"/>
                <a:gd name="T6" fmla="*/ 1 w 44"/>
                <a:gd name="T7" fmla="*/ 53 h 68"/>
                <a:gd name="T8" fmla="*/ 0 w 44"/>
                <a:gd name="T9" fmla="*/ 55 h 68"/>
                <a:gd name="T10" fmla="*/ 3 w 44"/>
                <a:gd name="T11" fmla="*/ 61 h 68"/>
                <a:gd name="T12" fmla="*/ 11 w 44"/>
                <a:gd name="T13" fmla="*/ 67 h 68"/>
                <a:gd name="T14" fmla="*/ 10 w 44"/>
                <a:gd name="T15" fmla="*/ 67 h 68"/>
                <a:gd name="T16" fmla="*/ 21 w 44"/>
                <a:gd name="T17" fmla="*/ 68 h 68"/>
                <a:gd name="T18" fmla="*/ 29 w 44"/>
                <a:gd name="T19" fmla="*/ 65 h 68"/>
                <a:gd name="T20" fmla="*/ 36 w 44"/>
                <a:gd name="T21" fmla="*/ 55 h 68"/>
                <a:gd name="T22" fmla="*/ 40 w 44"/>
                <a:gd name="T23" fmla="*/ 38 h 68"/>
                <a:gd name="T24" fmla="*/ 43 w 44"/>
                <a:gd name="T25" fmla="*/ 20 h 68"/>
                <a:gd name="T26" fmla="*/ 44 w 44"/>
                <a:gd name="T27" fmla="*/ 7 h 68"/>
                <a:gd name="T28" fmla="*/ 42 w 44"/>
                <a:gd name="T29" fmla="*/ 1 h 68"/>
                <a:gd name="T30" fmla="*/ 39 w 44"/>
                <a:gd name="T31" fmla="*/ 0 h 68"/>
                <a:gd name="T32" fmla="*/ 36 w 44"/>
                <a:gd name="T33" fmla="*/ 1 h 68"/>
                <a:gd name="T34" fmla="*/ 34 w 44"/>
                <a:gd name="T35" fmla="*/ 3 h 68"/>
                <a:gd name="T36" fmla="*/ 34 w 44"/>
                <a:gd name="T37" fmla="*/ 9 h 68"/>
                <a:gd name="T38" fmla="*/ 33 w 44"/>
                <a:gd name="T39" fmla="*/ 19 h 68"/>
                <a:gd name="T40" fmla="*/ 31 w 44"/>
                <a:gd name="T41" fmla="*/ 23 h 68"/>
                <a:gd name="T42" fmla="*/ 26 w 44"/>
                <a:gd name="T43" fmla="*/ 27 h 68"/>
                <a:gd name="T44" fmla="*/ 20 w 44"/>
                <a:gd name="T45" fmla="*/ 31 h 68"/>
                <a:gd name="T46" fmla="*/ 16 w 44"/>
                <a:gd name="T47" fmla="*/ 32 h 68"/>
                <a:gd name="T48" fmla="*/ 14 w 44"/>
                <a:gd name="T49" fmla="*/ 31 h 68"/>
                <a:gd name="T50" fmla="*/ 13 w 44"/>
                <a:gd name="T51" fmla="*/ 27 h 68"/>
                <a:gd name="T52" fmla="*/ 17 w 44"/>
                <a:gd name="T53" fmla="*/ 14 h 68"/>
                <a:gd name="T54" fmla="*/ 19 w 44"/>
                <a:gd name="T55" fmla="*/ 7 h 68"/>
                <a:gd name="T56" fmla="*/ 18 w 44"/>
                <a:gd name="T57" fmla="*/ 4 h 68"/>
                <a:gd name="T58" fmla="*/ 16 w 44"/>
                <a:gd name="T59" fmla="*/ 2 h 68"/>
                <a:gd name="T60" fmla="*/ 10 w 44"/>
                <a:gd name="T61" fmla="*/ 4 h 68"/>
                <a:gd name="T62" fmla="*/ 7 w 44"/>
                <a:gd name="T63" fmla="*/ 16 h 68"/>
                <a:gd name="T64" fmla="*/ 4 w 44"/>
                <a:gd name="T65" fmla="*/ 29 h 68"/>
                <a:gd name="T66" fmla="*/ 7 w 44"/>
                <a:gd name="T67" fmla="*/ 38 h 68"/>
                <a:gd name="T68" fmla="*/ 14 w 44"/>
                <a:gd name="T69" fmla="*/ 41 h 68"/>
                <a:gd name="T70" fmla="*/ 32 w 44"/>
                <a:gd name="T71" fmla="*/ 31 h 68"/>
                <a:gd name="T72" fmla="*/ 28 w 44"/>
                <a:gd name="T73" fmla="*/ 51 h 68"/>
                <a:gd name="T74" fmla="*/ 20 w 44"/>
                <a:gd name="T75" fmla="*/ 5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4" h="68">
                  <a:moveTo>
                    <a:pt x="20" y="59"/>
                  </a:moveTo>
                  <a:cubicBezTo>
                    <a:pt x="14" y="59"/>
                    <a:pt x="9" y="57"/>
                    <a:pt x="6" y="53"/>
                  </a:cubicBezTo>
                  <a:cubicBezTo>
                    <a:pt x="5" y="52"/>
                    <a:pt x="4" y="51"/>
                    <a:pt x="4" y="51"/>
                  </a:cubicBezTo>
                  <a:cubicBezTo>
                    <a:pt x="3" y="51"/>
                    <a:pt x="2" y="52"/>
                    <a:pt x="1" y="53"/>
                  </a:cubicBezTo>
                  <a:cubicBezTo>
                    <a:pt x="0" y="53"/>
                    <a:pt x="0" y="54"/>
                    <a:pt x="0" y="55"/>
                  </a:cubicBezTo>
                  <a:cubicBezTo>
                    <a:pt x="0" y="57"/>
                    <a:pt x="1" y="59"/>
                    <a:pt x="3" y="61"/>
                  </a:cubicBezTo>
                  <a:cubicBezTo>
                    <a:pt x="5" y="63"/>
                    <a:pt x="8" y="63"/>
                    <a:pt x="11" y="67"/>
                  </a:cubicBezTo>
                  <a:cubicBezTo>
                    <a:pt x="10" y="67"/>
                    <a:pt x="10" y="67"/>
                    <a:pt x="10" y="67"/>
                  </a:cubicBezTo>
                  <a:cubicBezTo>
                    <a:pt x="14" y="67"/>
                    <a:pt x="17" y="68"/>
                    <a:pt x="21" y="68"/>
                  </a:cubicBezTo>
                  <a:cubicBezTo>
                    <a:pt x="24" y="68"/>
                    <a:pt x="27" y="67"/>
                    <a:pt x="29" y="65"/>
                  </a:cubicBezTo>
                  <a:cubicBezTo>
                    <a:pt x="31" y="63"/>
                    <a:pt x="34" y="60"/>
                    <a:pt x="36" y="55"/>
                  </a:cubicBezTo>
                  <a:cubicBezTo>
                    <a:pt x="38" y="50"/>
                    <a:pt x="39" y="44"/>
                    <a:pt x="40" y="38"/>
                  </a:cubicBezTo>
                  <a:cubicBezTo>
                    <a:pt x="41" y="32"/>
                    <a:pt x="42" y="26"/>
                    <a:pt x="43" y="20"/>
                  </a:cubicBezTo>
                  <a:cubicBezTo>
                    <a:pt x="44" y="7"/>
                    <a:pt x="44" y="7"/>
                    <a:pt x="44" y="7"/>
                  </a:cubicBezTo>
                  <a:cubicBezTo>
                    <a:pt x="44" y="4"/>
                    <a:pt x="43" y="2"/>
                    <a:pt x="42" y="1"/>
                  </a:cubicBezTo>
                  <a:cubicBezTo>
                    <a:pt x="42" y="1"/>
                    <a:pt x="40" y="0"/>
                    <a:pt x="39" y="0"/>
                  </a:cubicBezTo>
                  <a:cubicBezTo>
                    <a:pt x="37" y="0"/>
                    <a:pt x="36" y="1"/>
                    <a:pt x="36" y="1"/>
                  </a:cubicBezTo>
                  <a:cubicBezTo>
                    <a:pt x="35" y="2"/>
                    <a:pt x="34" y="3"/>
                    <a:pt x="34" y="3"/>
                  </a:cubicBezTo>
                  <a:cubicBezTo>
                    <a:pt x="34" y="4"/>
                    <a:pt x="34" y="6"/>
                    <a:pt x="34" y="9"/>
                  </a:cubicBezTo>
                  <a:cubicBezTo>
                    <a:pt x="34" y="14"/>
                    <a:pt x="33" y="18"/>
                    <a:pt x="33" y="19"/>
                  </a:cubicBezTo>
                  <a:cubicBezTo>
                    <a:pt x="32" y="21"/>
                    <a:pt x="32" y="22"/>
                    <a:pt x="31" y="23"/>
                  </a:cubicBezTo>
                  <a:cubicBezTo>
                    <a:pt x="30" y="24"/>
                    <a:pt x="29" y="25"/>
                    <a:pt x="26" y="27"/>
                  </a:cubicBezTo>
                  <a:cubicBezTo>
                    <a:pt x="24" y="29"/>
                    <a:pt x="22" y="30"/>
                    <a:pt x="20" y="31"/>
                  </a:cubicBezTo>
                  <a:cubicBezTo>
                    <a:pt x="18" y="32"/>
                    <a:pt x="17" y="32"/>
                    <a:pt x="16" y="32"/>
                  </a:cubicBezTo>
                  <a:cubicBezTo>
                    <a:pt x="15" y="32"/>
                    <a:pt x="14" y="32"/>
                    <a:pt x="14" y="31"/>
                  </a:cubicBezTo>
                  <a:cubicBezTo>
                    <a:pt x="13" y="30"/>
                    <a:pt x="13" y="29"/>
                    <a:pt x="13" y="27"/>
                  </a:cubicBezTo>
                  <a:cubicBezTo>
                    <a:pt x="13" y="23"/>
                    <a:pt x="14" y="19"/>
                    <a:pt x="17" y="14"/>
                  </a:cubicBezTo>
                  <a:cubicBezTo>
                    <a:pt x="19" y="10"/>
                    <a:pt x="19" y="8"/>
                    <a:pt x="19" y="7"/>
                  </a:cubicBezTo>
                  <a:cubicBezTo>
                    <a:pt x="19" y="6"/>
                    <a:pt x="19" y="5"/>
                    <a:pt x="18" y="4"/>
                  </a:cubicBezTo>
                  <a:cubicBezTo>
                    <a:pt x="18" y="3"/>
                    <a:pt x="17" y="2"/>
                    <a:pt x="16" y="2"/>
                  </a:cubicBezTo>
                  <a:cubicBezTo>
                    <a:pt x="13" y="2"/>
                    <a:pt x="11" y="3"/>
                    <a:pt x="10" y="4"/>
                  </a:cubicBezTo>
                  <a:cubicBezTo>
                    <a:pt x="9" y="6"/>
                    <a:pt x="8" y="9"/>
                    <a:pt x="7" y="16"/>
                  </a:cubicBezTo>
                  <a:cubicBezTo>
                    <a:pt x="5" y="22"/>
                    <a:pt x="4" y="26"/>
                    <a:pt x="4" y="29"/>
                  </a:cubicBezTo>
                  <a:cubicBezTo>
                    <a:pt x="4" y="33"/>
                    <a:pt x="5" y="35"/>
                    <a:pt x="7" y="38"/>
                  </a:cubicBezTo>
                  <a:cubicBezTo>
                    <a:pt x="9" y="40"/>
                    <a:pt x="11" y="41"/>
                    <a:pt x="14" y="41"/>
                  </a:cubicBezTo>
                  <a:cubicBezTo>
                    <a:pt x="18" y="41"/>
                    <a:pt x="24" y="38"/>
                    <a:pt x="32" y="31"/>
                  </a:cubicBezTo>
                  <a:cubicBezTo>
                    <a:pt x="32" y="39"/>
                    <a:pt x="30" y="45"/>
                    <a:pt x="28" y="51"/>
                  </a:cubicBezTo>
                  <a:cubicBezTo>
                    <a:pt x="25" y="56"/>
                    <a:pt x="23" y="59"/>
                    <a:pt x="20"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06" name="组合 205"/>
          <p:cNvGrpSpPr/>
          <p:nvPr/>
        </p:nvGrpSpPr>
        <p:grpSpPr>
          <a:xfrm>
            <a:off x="6429376" y="825500"/>
            <a:ext cx="1463675" cy="1665288"/>
            <a:chOff x="6429376" y="825500"/>
            <a:chExt cx="1463675" cy="1665288"/>
          </a:xfrm>
          <a:solidFill>
            <a:schemeClr val="tx1">
              <a:lumMod val="65000"/>
              <a:lumOff val="35000"/>
            </a:schemeClr>
          </a:solidFill>
        </p:grpSpPr>
        <p:sp>
          <p:nvSpPr>
            <p:cNvPr id="207" name="Freeform 204"/>
            <p:cNvSpPr>
              <a:spLocks/>
            </p:cNvSpPr>
            <p:nvPr/>
          </p:nvSpPr>
          <p:spPr bwMode="auto">
            <a:xfrm>
              <a:off x="6729413" y="1476375"/>
              <a:ext cx="863600" cy="1014413"/>
            </a:xfrm>
            <a:custGeom>
              <a:avLst/>
              <a:gdLst>
                <a:gd name="T0" fmla="*/ 161 w 660"/>
                <a:gd name="T1" fmla="*/ 205 h 775"/>
                <a:gd name="T2" fmla="*/ 30 w 660"/>
                <a:gd name="T3" fmla="*/ 228 h 775"/>
                <a:gd name="T4" fmla="*/ 2 w 660"/>
                <a:gd name="T5" fmla="*/ 264 h 775"/>
                <a:gd name="T6" fmla="*/ 34 w 660"/>
                <a:gd name="T7" fmla="*/ 292 h 775"/>
                <a:gd name="T8" fmla="*/ 38 w 660"/>
                <a:gd name="T9" fmla="*/ 291 h 775"/>
                <a:gd name="T10" fmla="*/ 203 w 660"/>
                <a:gd name="T11" fmla="*/ 261 h 775"/>
                <a:gd name="T12" fmla="*/ 225 w 660"/>
                <a:gd name="T13" fmla="*/ 230 h 775"/>
                <a:gd name="T14" fmla="*/ 230 w 660"/>
                <a:gd name="T15" fmla="*/ 106 h 775"/>
                <a:gd name="T16" fmla="*/ 239 w 660"/>
                <a:gd name="T17" fmla="*/ 108 h 775"/>
                <a:gd name="T18" fmla="*/ 235 w 660"/>
                <a:gd name="T19" fmla="*/ 230 h 775"/>
                <a:gd name="T20" fmla="*/ 222 w 660"/>
                <a:gd name="T21" fmla="*/ 260 h 775"/>
                <a:gd name="T22" fmla="*/ 222 w 660"/>
                <a:gd name="T23" fmla="*/ 334 h 775"/>
                <a:gd name="T24" fmla="*/ 222 w 660"/>
                <a:gd name="T25" fmla="*/ 726 h 775"/>
                <a:gd name="T26" fmla="*/ 272 w 660"/>
                <a:gd name="T27" fmla="*/ 775 h 775"/>
                <a:gd name="T28" fmla="*/ 322 w 660"/>
                <a:gd name="T29" fmla="*/ 726 h 775"/>
                <a:gd name="T30" fmla="*/ 322 w 660"/>
                <a:gd name="T31" fmla="*/ 366 h 775"/>
                <a:gd name="T32" fmla="*/ 338 w 660"/>
                <a:gd name="T33" fmla="*/ 366 h 775"/>
                <a:gd name="T34" fmla="*/ 338 w 660"/>
                <a:gd name="T35" fmla="*/ 726 h 775"/>
                <a:gd name="T36" fmla="*/ 388 w 660"/>
                <a:gd name="T37" fmla="*/ 775 h 775"/>
                <a:gd name="T38" fmla="*/ 438 w 660"/>
                <a:gd name="T39" fmla="*/ 726 h 775"/>
                <a:gd name="T40" fmla="*/ 438 w 660"/>
                <a:gd name="T41" fmla="*/ 334 h 775"/>
                <a:gd name="T42" fmla="*/ 438 w 660"/>
                <a:gd name="T43" fmla="*/ 260 h 775"/>
                <a:gd name="T44" fmla="*/ 425 w 660"/>
                <a:gd name="T45" fmla="*/ 230 h 775"/>
                <a:gd name="T46" fmla="*/ 421 w 660"/>
                <a:gd name="T47" fmla="*/ 108 h 775"/>
                <a:gd name="T48" fmla="*/ 430 w 660"/>
                <a:gd name="T49" fmla="*/ 106 h 775"/>
                <a:gd name="T50" fmla="*/ 435 w 660"/>
                <a:gd name="T51" fmla="*/ 230 h 775"/>
                <a:gd name="T52" fmla="*/ 457 w 660"/>
                <a:gd name="T53" fmla="*/ 261 h 775"/>
                <a:gd name="T54" fmla="*/ 622 w 660"/>
                <a:gd name="T55" fmla="*/ 291 h 775"/>
                <a:gd name="T56" fmla="*/ 626 w 660"/>
                <a:gd name="T57" fmla="*/ 292 h 775"/>
                <a:gd name="T58" fmla="*/ 658 w 660"/>
                <a:gd name="T59" fmla="*/ 264 h 775"/>
                <a:gd name="T60" fmla="*/ 630 w 660"/>
                <a:gd name="T61" fmla="*/ 228 h 775"/>
                <a:gd name="T62" fmla="*/ 499 w 660"/>
                <a:gd name="T63" fmla="*/ 205 h 775"/>
                <a:gd name="T64" fmla="*/ 493 w 660"/>
                <a:gd name="T65" fmla="*/ 93 h 775"/>
                <a:gd name="T66" fmla="*/ 446 w 660"/>
                <a:gd name="T67" fmla="*/ 2 h 775"/>
                <a:gd name="T68" fmla="*/ 419 w 660"/>
                <a:gd name="T69" fmla="*/ 5 h 775"/>
                <a:gd name="T70" fmla="*/ 330 w 660"/>
                <a:gd name="T71" fmla="*/ 61 h 775"/>
                <a:gd name="T72" fmla="*/ 241 w 660"/>
                <a:gd name="T73" fmla="*/ 5 h 775"/>
                <a:gd name="T74" fmla="*/ 214 w 660"/>
                <a:gd name="T75" fmla="*/ 2 h 775"/>
                <a:gd name="T76" fmla="*/ 167 w 660"/>
                <a:gd name="T77" fmla="*/ 93 h 775"/>
                <a:gd name="T78" fmla="*/ 161 w 660"/>
                <a:gd name="T79" fmla="*/ 205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60" h="775">
                  <a:moveTo>
                    <a:pt x="161" y="205"/>
                  </a:moveTo>
                  <a:cubicBezTo>
                    <a:pt x="137" y="211"/>
                    <a:pt x="93" y="220"/>
                    <a:pt x="30" y="228"/>
                  </a:cubicBezTo>
                  <a:cubicBezTo>
                    <a:pt x="12" y="230"/>
                    <a:pt x="0" y="246"/>
                    <a:pt x="2" y="264"/>
                  </a:cubicBezTo>
                  <a:cubicBezTo>
                    <a:pt x="4" y="280"/>
                    <a:pt x="18" y="292"/>
                    <a:pt x="34" y="292"/>
                  </a:cubicBezTo>
                  <a:cubicBezTo>
                    <a:pt x="35" y="292"/>
                    <a:pt x="37" y="292"/>
                    <a:pt x="38" y="291"/>
                  </a:cubicBezTo>
                  <a:cubicBezTo>
                    <a:pt x="146" y="278"/>
                    <a:pt x="201" y="261"/>
                    <a:pt x="203" y="261"/>
                  </a:cubicBezTo>
                  <a:cubicBezTo>
                    <a:pt x="216" y="256"/>
                    <a:pt x="225" y="244"/>
                    <a:pt x="225" y="230"/>
                  </a:cubicBezTo>
                  <a:cubicBezTo>
                    <a:pt x="225" y="171"/>
                    <a:pt x="227" y="132"/>
                    <a:pt x="230" y="106"/>
                  </a:cubicBezTo>
                  <a:cubicBezTo>
                    <a:pt x="239" y="108"/>
                    <a:pt x="239" y="108"/>
                    <a:pt x="239" y="108"/>
                  </a:cubicBezTo>
                  <a:cubicBezTo>
                    <a:pt x="236" y="132"/>
                    <a:pt x="234" y="171"/>
                    <a:pt x="235" y="230"/>
                  </a:cubicBezTo>
                  <a:cubicBezTo>
                    <a:pt x="235" y="241"/>
                    <a:pt x="230" y="252"/>
                    <a:pt x="222" y="260"/>
                  </a:cubicBezTo>
                  <a:cubicBezTo>
                    <a:pt x="222" y="334"/>
                    <a:pt x="222" y="334"/>
                    <a:pt x="222" y="334"/>
                  </a:cubicBezTo>
                  <a:cubicBezTo>
                    <a:pt x="222" y="726"/>
                    <a:pt x="222" y="726"/>
                    <a:pt x="222" y="726"/>
                  </a:cubicBezTo>
                  <a:cubicBezTo>
                    <a:pt x="222" y="753"/>
                    <a:pt x="245" y="775"/>
                    <a:pt x="272" y="775"/>
                  </a:cubicBezTo>
                  <a:cubicBezTo>
                    <a:pt x="299" y="775"/>
                    <a:pt x="322" y="753"/>
                    <a:pt x="322" y="726"/>
                  </a:cubicBezTo>
                  <a:cubicBezTo>
                    <a:pt x="322" y="366"/>
                    <a:pt x="322" y="366"/>
                    <a:pt x="322" y="366"/>
                  </a:cubicBezTo>
                  <a:cubicBezTo>
                    <a:pt x="338" y="366"/>
                    <a:pt x="338" y="366"/>
                    <a:pt x="338" y="366"/>
                  </a:cubicBezTo>
                  <a:cubicBezTo>
                    <a:pt x="338" y="726"/>
                    <a:pt x="338" y="726"/>
                    <a:pt x="338" y="726"/>
                  </a:cubicBezTo>
                  <a:cubicBezTo>
                    <a:pt x="338" y="753"/>
                    <a:pt x="361" y="775"/>
                    <a:pt x="388" y="775"/>
                  </a:cubicBezTo>
                  <a:cubicBezTo>
                    <a:pt x="415" y="775"/>
                    <a:pt x="438" y="753"/>
                    <a:pt x="438" y="726"/>
                  </a:cubicBezTo>
                  <a:cubicBezTo>
                    <a:pt x="438" y="334"/>
                    <a:pt x="438" y="334"/>
                    <a:pt x="438" y="334"/>
                  </a:cubicBezTo>
                  <a:cubicBezTo>
                    <a:pt x="438" y="260"/>
                    <a:pt x="438" y="260"/>
                    <a:pt x="438" y="260"/>
                  </a:cubicBezTo>
                  <a:cubicBezTo>
                    <a:pt x="430" y="252"/>
                    <a:pt x="425" y="241"/>
                    <a:pt x="425" y="230"/>
                  </a:cubicBezTo>
                  <a:cubicBezTo>
                    <a:pt x="426" y="171"/>
                    <a:pt x="424" y="132"/>
                    <a:pt x="421" y="108"/>
                  </a:cubicBezTo>
                  <a:cubicBezTo>
                    <a:pt x="430" y="106"/>
                    <a:pt x="430" y="106"/>
                    <a:pt x="430" y="106"/>
                  </a:cubicBezTo>
                  <a:cubicBezTo>
                    <a:pt x="433" y="132"/>
                    <a:pt x="435" y="171"/>
                    <a:pt x="435" y="230"/>
                  </a:cubicBezTo>
                  <a:cubicBezTo>
                    <a:pt x="435" y="244"/>
                    <a:pt x="444" y="256"/>
                    <a:pt x="457" y="261"/>
                  </a:cubicBezTo>
                  <a:cubicBezTo>
                    <a:pt x="459" y="261"/>
                    <a:pt x="514" y="278"/>
                    <a:pt x="622" y="291"/>
                  </a:cubicBezTo>
                  <a:cubicBezTo>
                    <a:pt x="623" y="292"/>
                    <a:pt x="625" y="292"/>
                    <a:pt x="626" y="292"/>
                  </a:cubicBezTo>
                  <a:cubicBezTo>
                    <a:pt x="642" y="292"/>
                    <a:pt x="656" y="280"/>
                    <a:pt x="658" y="264"/>
                  </a:cubicBezTo>
                  <a:cubicBezTo>
                    <a:pt x="660" y="246"/>
                    <a:pt x="647" y="230"/>
                    <a:pt x="630" y="228"/>
                  </a:cubicBezTo>
                  <a:cubicBezTo>
                    <a:pt x="567" y="220"/>
                    <a:pt x="523" y="211"/>
                    <a:pt x="499" y="205"/>
                  </a:cubicBezTo>
                  <a:cubicBezTo>
                    <a:pt x="498" y="158"/>
                    <a:pt x="497" y="121"/>
                    <a:pt x="493" y="93"/>
                  </a:cubicBezTo>
                  <a:cubicBezTo>
                    <a:pt x="485" y="26"/>
                    <a:pt x="469" y="7"/>
                    <a:pt x="446" y="2"/>
                  </a:cubicBezTo>
                  <a:cubicBezTo>
                    <a:pt x="436" y="0"/>
                    <a:pt x="428" y="1"/>
                    <a:pt x="419" y="5"/>
                  </a:cubicBezTo>
                  <a:cubicBezTo>
                    <a:pt x="403" y="38"/>
                    <a:pt x="369" y="61"/>
                    <a:pt x="330" y="61"/>
                  </a:cubicBezTo>
                  <a:cubicBezTo>
                    <a:pt x="291" y="61"/>
                    <a:pt x="257" y="38"/>
                    <a:pt x="241" y="5"/>
                  </a:cubicBezTo>
                  <a:cubicBezTo>
                    <a:pt x="232" y="1"/>
                    <a:pt x="224" y="0"/>
                    <a:pt x="214" y="2"/>
                  </a:cubicBezTo>
                  <a:cubicBezTo>
                    <a:pt x="191" y="7"/>
                    <a:pt x="175" y="26"/>
                    <a:pt x="167" y="93"/>
                  </a:cubicBezTo>
                  <a:cubicBezTo>
                    <a:pt x="163" y="121"/>
                    <a:pt x="162" y="158"/>
                    <a:pt x="161" y="20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205"/>
            <p:cNvSpPr>
              <a:spLocks noEditPoints="1"/>
            </p:cNvSpPr>
            <p:nvPr/>
          </p:nvSpPr>
          <p:spPr bwMode="auto">
            <a:xfrm>
              <a:off x="7043738" y="1309688"/>
              <a:ext cx="234950" cy="234950"/>
            </a:xfrm>
            <a:custGeom>
              <a:avLst/>
              <a:gdLst>
                <a:gd name="T0" fmla="*/ 90 w 180"/>
                <a:gd name="T1" fmla="*/ 180 h 180"/>
                <a:gd name="T2" fmla="*/ 180 w 180"/>
                <a:gd name="T3" fmla="*/ 90 h 180"/>
                <a:gd name="T4" fmla="*/ 90 w 180"/>
                <a:gd name="T5" fmla="*/ 0 h 180"/>
                <a:gd name="T6" fmla="*/ 0 w 180"/>
                <a:gd name="T7" fmla="*/ 90 h 180"/>
                <a:gd name="T8" fmla="*/ 90 w 180"/>
                <a:gd name="T9" fmla="*/ 180 h 180"/>
                <a:gd name="T10" fmla="*/ 132 w 180"/>
                <a:gd name="T11" fmla="*/ 135 h 180"/>
                <a:gd name="T12" fmla="*/ 128 w 180"/>
                <a:gd name="T13" fmla="*/ 147 h 180"/>
                <a:gd name="T14" fmla="*/ 45 w 180"/>
                <a:gd name="T15" fmla="*/ 135 h 180"/>
                <a:gd name="T16" fmla="*/ 43 w 180"/>
                <a:gd name="T17" fmla="*/ 123 h 180"/>
                <a:gd name="T18" fmla="*/ 132 w 180"/>
                <a:gd name="T19" fmla="*/ 135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0" h="180">
                  <a:moveTo>
                    <a:pt x="90" y="180"/>
                  </a:moveTo>
                  <a:cubicBezTo>
                    <a:pt x="140" y="180"/>
                    <a:pt x="180" y="140"/>
                    <a:pt x="180" y="90"/>
                  </a:cubicBezTo>
                  <a:cubicBezTo>
                    <a:pt x="180" y="40"/>
                    <a:pt x="140" y="0"/>
                    <a:pt x="90" y="0"/>
                  </a:cubicBezTo>
                  <a:cubicBezTo>
                    <a:pt x="40" y="0"/>
                    <a:pt x="0" y="40"/>
                    <a:pt x="0" y="90"/>
                  </a:cubicBezTo>
                  <a:cubicBezTo>
                    <a:pt x="0" y="140"/>
                    <a:pt x="40" y="180"/>
                    <a:pt x="90" y="180"/>
                  </a:cubicBezTo>
                  <a:close/>
                  <a:moveTo>
                    <a:pt x="132" y="135"/>
                  </a:moveTo>
                  <a:cubicBezTo>
                    <a:pt x="128" y="147"/>
                    <a:pt x="128" y="147"/>
                    <a:pt x="128" y="147"/>
                  </a:cubicBezTo>
                  <a:cubicBezTo>
                    <a:pt x="82" y="130"/>
                    <a:pt x="45" y="135"/>
                    <a:pt x="45" y="135"/>
                  </a:cubicBezTo>
                  <a:cubicBezTo>
                    <a:pt x="43" y="123"/>
                    <a:pt x="43" y="123"/>
                    <a:pt x="43" y="123"/>
                  </a:cubicBezTo>
                  <a:cubicBezTo>
                    <a:pt x="45" y="123"/>
                    <a:pt x="83" y="118"/>
                    <a:pt x="132"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206"/>
            <p:cNvSpPr>
              <a:spLocks noEditPoints="1"/>
            </p:cNvSpPr>
            <p:nvPr/>
          </p:nvSpPr>
          <p:spPr bwMode="auto">
            <a:xfrm>
              <a:off x="7350126" y="825500"/>
              <a:ext cx="542925" cy="566738"/>
            </a:xfrm>
            <a:custGeom>
              <a:avLst/>
              <a:gdLst>
                <a:gd name="T0" fmla="*/ 87 w 414"/>
                <a:gd name="T1" fmla="*/ 367 h 433"/>
                <a:gd name="T2" fmla="*/ 210 w 414"/>
                <a:gd name="T3" fmla="*/ 408 h 433"/>
                <a:gd name="T4" fmla="*/ 414 w 414"/>
                <a:gd name="T5" fmla="*/ 204 h 433"/>
                <a:gd name="T6" fmla="*/ 210 w 414"/>
                <a:gd name="T7" fmla="*/ 0 h 433"/>
                <a:gd name="T8" fmla="*/ 6 w 414"/>
                <a:gd name="T9" fmla="*/ 204 h 433"/>
                <a:gd name="T10" fmla="*/ 54 w 414"/>
                <a:gd name="T11" fmla="*/ 336 h 433"/>
                <a:gd name="T12" fmla="*/ 0 w 414"/>
                <a:gd name="T13" fmla="*/ 433 h 433"/>
                <a:gd name="T14" fmla="*/ 87 w 414"/>
                <a:gd name="T15" fmla="*/ 367 h 433"/>
                <a:gd name="T16" fmla="*/ 28 w 414"/>
                <a:gd name="T17" fmla="*/ 212 h 433"/>
                <a:gd name="T18" fmla="*/ 202 w 414"/>
                <a:gd name="T19" fmla="*/ 38 h 433"/>
                <a:gd name="T20" fmla="*/ 376 w 414"/>
                <a:gd name="T21" fmla="*/ 212 h 433"/>
                <a:gd name="T22" fmla="*/ 202 w 414"/>
                <a:gd name="T23" fmla="*/ 386 h 433"/>
                <a:gd name="T24" fmla="*/ 28 w 414"/>
                <a:gd name="T25" fmla="*/ 212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14" h="433">
                  <a:moveTo>
                    <a:pt x="87" y="367"/>
                  </a:moveTo>
                  <a:cubicBezTo>
                    <a:pt x="121" y="393"/>
                    <a:pt x="163" y="408"/>
                    <a:pt x="210" y="408"/>
                  </a:cubicBezTo>
                  <a:cubicBezTo>
                    <a:pt x="322" y="408"/>
                    <a:pt x="414" y="317"/>
                    <a:pt x="414" y="204"/>
                  </a:cubicBezTo>
                  <a:cubicBezTo>
                    <a:pt x="414" y="92"/>
                    <a:pt x="322" y="0"/>
                    <a:pt x="210" y="0"/>
                  </a:cubicBezTo>
                  <a:cubicBezTo>
                    <a:pt x="97" y="0"/>
                    <a:pt x="6" y="92"/>
                    <a:pt x="6" y="204"/>
                  </a:cubicBezTo>
                  <a:cubicBezTo>
                    <a:pt x="6" y="255"/>
                    <a:pt x="24" y="301"/>
                    <a:pt x="54" y="336"/>
                  </a:cubicBezTo>
                  <a:cubicBezTo>
                    <a:pt x="0" y="433"/>
                    <a:pt x="0" y="433"/>
                    <a:pt x="0" y="433"/>
                  </a:cubicBezTo>
                  <a:lnTo>
                    <a:pt x="87" y="367"/>
                  </a:lnTo>
                  <a:close/>
                  <a:moveTo>
                    <a:pt x="28" y="212"/>
                  </a:moveTo>
                  <a:cubicBezTo>
                    <a:pt x="28" y="116"/>
                    <a:pt x="106" y="38"/>
                    <a:pt x="202" y="38"/>
                  </a:cubicBezTo>
                  <a:cubicBezTo>
                    <a:pt x="298" y="38"/>
                    <a:pt x="376" y="116"/>
                    <a:pt x="376" y="212"/>
                  </a:cubicBezTo>
                  <a:cubicBezTo>
                    <a:pt x="376" y="308"/>
                    <a:pt x="298" y="386"/>
                    <a:pt x="202" y="386"/>
                  </a:cubicBezTo>
                  <a:cubicBezTo>
                    <a:pt x="106" y="386"/>
                    <a:pt x="28" y="308"/>
                    <a:pt x="28"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207"/>
            <p:cNvSpPr>
              <a:spLocks noEditPoints="1"/>
            </p:cNvSpPr>
            <p:nvPr/>
          </p:nvSpPr>
          <p:spPr bwMode="auto">
            <a:xfrm>
              <a:off x="6429376" y="825500"/>
              <a:ext cx="541338" cy="566738"/>
            </a:xfrm>
            <a:custGeom>
              <a:avLst/>
              <a:gdLst>
                <a:gd name="T0" fmla="*/ 204 w 414"/>
                <a:gd name="T1" fmla="*/ 408 h 433"/>
                <a:gd name="T2" fmla="*/ 327 w 414"/>
                <a:gd name="T3" fmla="*/ 367 h 433"/>
                <a:gd name="T4" fmla="*/ 414 w 414"/>
                <a:gd name="T5" fmla="*/ 433 h 433"/>
                <a:gd name="T6" fmla="*/ 360 w 414"/>
                <a:gd name="T7" fmla="*/ 336 h 433"/>
                <a:gd name="T8" fmla="*/ 408 w 414"/>
                <a:gd name="T9" fmla="*/ 204 h 433"/>
                <a:gd name="T10" fmla="*/ 204 w 414"/>
                <a:gd name="T11" fmla="*/ 0 h 433"/>
                <a:gd name="T12" fmla="*/ 0 w 414"/>
                <a:gd name="T13" fmla="*/ 204 h 433"/>
                <a:gd name="T14" fmla="*/ 204 w 414"/>
                <a:gd name="T15" fmla="*/ 408 h 433"/>
                <a:gd name="T16" fmla="*/ 212 w 414"/>
                <a:gd name="T17" fmla="*/ 38 h 433"/>
                <a:gd name="T18" fmla="*/ 386 w 414"/>
                <a:gd name="T19" fmla="*/ 212 h 433"/>
                <a:gd name="T20" fmla="*/ 212 w 414"/>
                <a:gd name="T21" fmla="*/ 386 h 433"/>
                <a:gd name="T22" fmla="*/ 38 w 414"/>
                <a:gd name="T23" fmla="*/ 212 h 433"/>
                <a:gd name="T24" fmla="*/ 212 w 414"/>
                <a:gd name="T25" fmla="*/ 38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14" h="433">
                  <a:moveTo>
                    <a:pt x="204" y="408"/>
                  </a:moveTo>
                  <a:cubicBezTo>
                    <a:pt x="250" y="408"/>
                    <a:pt x="293" y="393"/>
                    <a:pt x="327" y="367"/>
                  </a:cubicBezTo>
                  <a:cubicBezTo>
                    <a:pt x="414" y="433"/>
                    <a:pt x="414" y="433"/>
                    <a:pt x="414" y="433"/>
                  </a:cubicBezTo>
                  <a:cubicBezTo>
                    <a:pt x="360" y="336"/>
                    <a:pt x="360" y="336"/>
                    <a:pt x="360" y="336"/>
                  </a:cubicBezTo>
                  <a:cubicBezTo>
                    <a:pt x="390" y="301"/>
                    <a:pt x="408" y="255"/>
                    <a:pt x="408" y="204"/>
                  </a:cubicBezTo>
                  <a:cubicBezTo>
                    <a:pt x="408" y="92"/>
                    <a:pt x="317" y="0"/>
                    <a:pt x="204" y="0"/>
                  </a:cubicBezTo>
                  <a:cubicBezTo>
                    <a:pt x="92" y="0"/>
                    <a:pt x="0" y="92"/>
                    <a:pt x="0" y="204"/>
                  </a:cubicBezTo>
                  <a:cubicBezTo>
                    <a:pt x="0" y="317"/>
                    <a:pt x="92" y="408"/>
                    <a:pt x="204" y="408"/>
                  </a:cubicBezTo>
                  <a:close/>
                  <a:moveTo>
                    <a:pt x="212" y="38"/>
                  </a:moveTo>
                  <a:cubicBezTo>
                    <a:pt x="308" y="38"/>
                    <a:pt x="386" y="116"/>
                    <a:pt x="386" y="212"/>
                  </a:cubicBezTo>
                  <a:cubicBezTo>
                    <a:pt x="386" y="308"/>
                    <a:pt x="308" y="386"/>
                    <a:pt x="212" y="386"/>
                  </a:cubicBezTo>
                  <a:cubicBezTo>
                    <a:pt x="116" y="386"/>
                    <a:pt x="38" y="308"/>
                    <a:pt x="38" y="212"/>
                  </a:cubicBezTo>
                  <a:cubicBezTo>
                    <a:pt x="38" y="116"/>
                    <a:pt x="116" y="38"/>
                    <a:pt x="212"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208"/>
            <p:cNvSpPr>
              <a:spLocks/>
            </p:cNvSpPr>
            <p:nvPr/>
          </p:nvSpPr>
          <p:spPr bwMode="auto">
            <a:xfrm>
              <a:off x="7165976" y="1222375"/>
              <a:ext cx="38100" cy="30163"/>
            </a:xfrm>
            <a:custGeom>
              <a:avLst/>
              <a:gdLst>
                <a:gd name="T0" fmla="*/ 13 w 29"/>
                <a:gd name="T1" fmla="*/ 23 h 23"/>
                <a:gd name="T2" fmla="*/ 24 w 29"/>
                <a:gd name="T3" fmla="*/ 20 h 23"/>
                <a:gd name="T4" fmla="*/ 29 w 29"/>
                <a:gd name="T5" fmla="*/ 11 h 23"/>
                <a:gd name="T6" fmla="*/ 22 w 29"/>
                <a:gd name="T7" fmla="*/ 3 h 23"/>
                <a:gd name="T8" fmla="*/ 15 w 29"/>
                <a:gd name="T9" fmla="*/ 0 h 23"/>
                <a:gd name="T10" fmla="*/ 9 w 29"/>
                <a:gd name="T11" fmla="*/ 2 h 23"/>
                <a:gd name="T12" fmla="*/ 7 w 29"/>
                <a:gd name="T13" fmla="*/ 4 h 23"/>
                <a:gd name="T14" fmla="*/ 0 w 29"/>
                <a:gd name="T15" fmla="*/ 12 h 23"/>
                <a:gd name="T16" fmla="*/ 4 w 29"/>
                <a:gd name="T17" fmla="*/ 20 h 23"/>
                <a:gd name="T18" fmla="*/ 13 w 29"/>
                <a:gd name="T19"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23">
                  <a:moveTo>
                    <a:pt x="13" y="23"/>
                  </a:moveTo>
                  <a:cubicBezTo>
                    <a:pt x="16" y="23"/>
                    <a:pt x="20" y="22"/>
                    <a:pt x="24" y="20"/>
                  </a:cubicBezTo>
                  <a:cubicBezTo>
                    <a:pt x="28" y="17"/>
                    <a:pt x="29" y="14"/>
                    <a:pt x="29" y="11"/>
                  </a:cubicBezTo>
                  <a:cubicBezTo>
                    <a:pt x="29" y="6"/>
                    <a:pt x="27" y="4"/>
                    <a:pt x="22" y="3"/>
                  </a:cubicBezTo>
                  <a:cubicBezTo>
                    <a:pt x="19" y="1"/>
                    <a:pt x="17" y="0"/>
                    <a:pt x="15" y="0"/>
                  </a:cubicBezTo>
                  <a:cubicBezTo>
                    <a:pt x="12" y="0"/>
                    <a:pt x="10" y="1"/>
                    <a:pt x="9" y="2"/>
                  </a:cubicBezTo>
                  <a:cubicBezTo>
                    <a:pt x="8" y="3"/>
                    <a:pt x="8" y="3"/>
                    <a:pt x="7" y="4"/>
                  </a:cubicBezTo>
                  <a:cubicBezTo>
                    <a:pt x="2" y="7"/>
                    <a:pt x="0" y="10"/>
                    <a:pt x="0" y="12"/>
                  </a:cubicBezTo>
                  <a:cubicBezTo>
                    <a:pt x="0" y="15"/>
                    <a:pt x="1" y="18"/>
                    <a:pt x="4" y="20"/>
                  </a:cubicBezTo>
                  <a:cubicBezTo>
                    <a:pt x="6" y="22"/>
                    <a:pt x="9" y="23"/>
                    <a:pt x="13"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209"/>
            <p:cNvSpPr>
              <a:spLocks/>
            </p:cNvSpPr>
            <p:nvPr/>
          </p:nvSpPr>
          <p:spPr bwMode="auto">
            <a:xfrm>
              <a:off x="7178676" y="1077913"/>
              <a:ext cx="92075" cy="128588"/>
            </a:xfrm>
            <a:custGeom>
              <a:avLst/>
              <a:gdLst>
                <a:gd name="T0" fmla="*/ 8 w 71"/>
                <a:gd name="T1" fmla="*/ 33 h 98"/>
                <a:gd name="T2" fmla="*/ 21 w 71"/>
                <a:gd name="T3" fmla="*/ 25 h 98"/>
                <a:gd name="T4" fmla="*/ 24 w 71"/>
                <a:gd name="T5" fmla="*/ 21 h 98"/>
                <a:gd name="T6" fmla="*/ 37 w 71"/>
                <a:gd name="T7" fmla="*/ 18 h 98"/>
                <a:gd name="T8" fmla="*/ 43 w 71"/>
                <a:gd name="T9" fmla="*/ 19 h 98"/>
                <a:gd name="T10" fmla="*/ 47 w 71"/>
                <a:gd name="T11" fmla="*/ 22 h 98"/>
                <a:gd name="T12" fmla="*/ 50 w 71"/>
                <a:gd name="T13" fmla="*/ 28 h 98"/>
                <a:gd name="T14" fmla="*/ 51 w 71"/>
                <a:gd name="T15" fmla="*/ 36 h 98"/>
                <a:gd name="T16" fmla="*/ 49 w 71"/>
                <a:gd name="T17" fmla="*/ 44 h 98"/>
                <a:gd name="T18" fmla="*/ 44 w 71"/>
                <a:gd name="T19" fmla="*/ 49 h 98"/>
                <a:gd name="T20" fmla="*/ 33 w 71"/>
                <a:gd name="T21" fmla="*/ 54 h 98"/>
                <a:gd name="T22" fmla="*/ 18 w 71"/>
                <a:gd name="T23" fmla="*/ 60 h 98"/>
                <a:gd name="T24" fmla="*/ 9 w 71"/>
                <a:gd name="T25" fmla="*/ 66 h 98"/>
                <a:gd name="T26" fmla="*/ 3 w 71"/>
                <a:gd name="T27" fmla="*/ 80 h 98"/>
                <a:gd name="T28" fmla="*/ 2 w 71"/>
                <a:gd name="T29" fmla="*/ 87 h 98"/>
                <a:gd name="T30" fmla="*/ 3 w 71"/>
                <a:gd name="T31" fmla="*/ 94 h 98"/>
                <a:gd name="T32" fmla="*/ 7 w 71"/>
                <a:gd name="T33" fmla="*/ 98 h 98"/>
                <a:gd name="T34" fmla="*/ 17 w 71"/>
                <a:gd name="T35" fmla="*/ 96 h 98"/>
                <a:gd name="T36" fmla="*/ 21 w 71"/>
                <a:gd name="T37" fmla="*/ 89 h 98"/>
                <a:gd name="T38" fmla="*/ 25 w 71"/>
                <a:gd name="T39" fmla="*/ 75 h 98"/>
                <a:gd name="T40" fmla="*/ 53 w 71"/>
                <a:gd name="T41" fmla="*/ 64 h 98"/>
                <a:gd name="T42" fmla="*/ 65 w 71"/>
                <a:gd name="T43" fmla="*/ 53 h 98"/>
                <a:gd name="T44" fmla="*/ 71 w 71"/>
                <a:gd name="T45" fmla="*/ 33 h 98"/>
                <a:gd name="T46" fmla="*/ 71 w 71"/>
                <a:gd name="T47" fmla="*/ 32 h 98"/>
                <a:gd name="T48" fmla="*/ 68 w 71"/>
                <a:gd name="T49" fmla="*/ 16 h 98"/>
                <a:gd name="T50" fmla="*/ 56 w 71"/>
                <a:gd name="T51" fmla="*/ 4 h 98"/>
                <a:gd name="T52" fmla="*/ 41 w 71"/>
                <a:gd name="T53" fmla="*/ 1 h 98"/>
                <a:gd name="T54" fmla="*/ 31 w 71"/>
                <a:gd name="T55" fmla="*/ 1 h 98"/>
                <a:gd name="T56" fmla="*/ 17 w 71"/>
                <a:gd name="T57" fmla="*/ 6 h 98"/>
                <a:gd name="T58" fmla="*/ 17 w 71"/>
                <a:gd name="T59" fmla="*/ 6 h 98"/>
                <a:gd name="T60" fmla="*/ 5 w 71"/>
                <a:gd name="T61" fmla="*/ 15 h 98"/>
                <a:gd name="T62" fmla="*/ 0 w 71"/>
                <a:gd name="T63" fmla="*/ 25 h 98"/>
                <a:gd name="T64" fmla="*/ 8 w 71"/>
                <a:gd name="T65" fmla="*/ 33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1" h="98">
                  <a:moveTo>
                    <a:pt x="8" y="33"/>
                  </a:moveTo>
                  <a:cubicBezTo>
                    <a:pt x="16" y="33"/>
                    <a:pt x="20" y="30"/>
                    <a:pt x="21" y="25"/>
                  </a:cubicBezTo>
                  <a:cubicBezTo>
                    <a:pt x="21" y="24"/>
                    <a:pt x="22" y="22"/>
                    <a:pt x="24" y="21"/>
                  </a:cubicBezTo>
                  <a:cubicBezTo>
                    <a:pt x="27" y="19"/>
                    <a:pt x="31" y="18"/>
                    <a:pt x="37" y="18"/>
                  </a:cubicBezTo>
                  <a:cubicBezTo>
                    <a:pt x="39" y="18"/>
                    <a:pt x="41" y="19"/>
                    <a:pt x="43" y="19"/>
                  </a:cubicBezTo>
                  <a:cubicBezTo>
                    <a:pt x="45" y="20"/>
                    <a:pt x="47" y="21"/>
                    <a:pt x="47" y="22"/>
                  </a:cubicBezTo>
                  <a:cubicBezTo>
                    <a:pt x="48" y="22"/>
                    <a:pt x="49" y="24"/>
                    <a:pt x="50" y="28"/>
                  </a:cubicBezTo>
                  <a:cubicBezTo>
                    <a:pt x="51" y="31"/>
                    <a:pt x="51" y="34"/>
                    <a:pt x="51" y="36"/>
                  </a:cubicBezTo>
                  <a:cubicBezTo>
                    <a:pt x="51" y="38"/>
                    <a:pt x="50" y="41"/>
                    <a:pt x="49" y="44"/>
                  </a:cubicBezTo>
                  <a:cubicBezTo>
                    <a:pt x="48" y="47"/>
                    <a:pt x="46" y="48"/>
                    <a:pt x="44" y="49"/>
                  </a:cubicBezTo>
                  <a:cubicBezTo>
                    <a:pt x="33" y="54"/>
                    <a:pt x="33" y="54"/>
                    <a:pt x="33" y="54"/>
                  </a:cubicBezTo>
                  <a:cubicBezTo>
                    <a:pt x="25" y="57"/>
                    <a:pt x="20" y="59"/>
                    <a:pt x="18" y="60"/>
                  </a:cubicBezTo>
                  <a:cubicBezTo>
                    <a:pt x="15" y="61"/>
                    <a:pt x="12" y="63"/>
                    <a:pt x="9" y="66"/>
                  </a:cubicBezTo>
                  <a:cubicBezTo>
                    <a:pt x="6" y="73"/>
                    <a:pt x="4" y="78"/>
                    <a:pt x="3" y="80"/>
                  </a:cubicBezTo>
                  <a:cubicBezTo>
                    <a:pt x="2" y="82"/>
                    <a:pt x="2" y="85"/>
                    <a:pt x="2" y="87"/>
                  </a:cubicBezTo>
                  <a:cubicBezTo>
                    <a:pt x="2" y="90"/>
                    <a:pt x="2" y="92"/>
                    <a:pt x="3" y="94"/>
                  </a:cubicBezTo>
                  <a:cubicBezTo>
                    <a:pt x="4" y="97"/>
                    <a:pt x="5" y="98"/>
                    <a:pt x="7" y="98"/>
                  </a:cubicBezTo>
                  <a:cubicBezTo>
                    <a:pt x="12" y="98"/>
                    <a:pt x="15" y="97"/>
                    <a:pt x="17" y="96"/>
                  </a:cubicBezTo>
                  <a:cubicBezTo>
                    <a:pt x="19" y="94"/>
                    <a:pt x="20" y="92"/>
                    <a:pt x="21" y="89"/>
                  </a:cubicBezTo>
                  <a:cubicBezTo>
                    <a:pt x="22" y="84"/>
                    <a:pt x="23" y="79"/>
                    <a:pt x="25" y="75"/>
                  </a:cubicBezTo>
                  <a:cubicBezTo>
                    <a:pt x="39" y="70"/>
                    <a:pt x="49" y="67"/>
                    <a:pt x="53" y="64"/>
                  </a:cubicBezTo>
                  <a:cubicBezTo>
                    <a:pt x="58" y="62"/>
                    <a:pt x="62" y="59"/>
                    <a:pt x="65" y="53"/>
                  </a:cubicBezTo>
                  <a:cubicBezTo>
                    <a:pt x="69" y="48"/>
                    <a:pt x="71" y="41"/>
                    <a:pt x="71" y="33"/>
                  </a:cubicBezTo>
                  <a:cubicBezTo>
                    <a:pt x="71" y="32"/>
                    <a:pt x="71" y="32"/>
                    <a:pt x="71" y="32"/>
                  </a:cubicBezTo>
                  <a:cubicBezTo>
                    <a:pt x="71" y="25"/>
                    <a:pt x="69" y="19"/>
                    <a:pt x="68" y="16"/>
                  </a:cubicBezTo>
                  <a:cubicBezTo>
                    <a:pt x="66" y="12"/>
                    <a:pt x="62" y="8"/>
                    <a:pt x="56" y="4"/>
                  </a:cubicBezTo>
                  <a:cubicBezTo>
                    <a:pt x="52" y="2"/>
                    <a:pt x="47" y="0"/>
                    <a:pt x="41" y="1"/>
                  </a:cubicBezTo>
                  <a:cubicBezTo>
                    <a:pt x="37" y="1"/>
                    <a:pt x="34" y="1"/>
                    <a:pt x="31" y="1"/>
                  </a:cubicBezTo>
                  <a:cubicBezTo>
                    <a:pt x="26" y="2"/>
                    <a:pt x="21" y="2"/>
                    <a:pt x="17" y="6"/>
                  </a:cubicBezTo>
                  <a:cubicBezTo>
                    <a:pt x="17" y="6"/>
                    <a:pt x="17" y="6"/>
                    <a:pt x="17" y="6"/>
                  </a:cubicBezTo>
                  <a:cubicBezTo>
                    <a:pt x="12" y="10"/>
                    <a:pt x="8" y="12"/>
                    <a:pt x="5" y="15"/>
                  </a:cubicBezTo>
                  <a:cubicBezTo>
                    <a:pt x="1" y="19"/>
                    <a:pt x="0" y="22"/>
                    <a:pt x="0" y="25"/>
                  </a:cubicBezTo>
                  <a:cubicBezTo>
                    <a:pt x="0" y="30"/>
                    <a:pt x="2" y="33"/>
                    <a:pt x="8"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210"/>
            <p:cNvSpPr>
              <a:spLocks/>
            </p:cNvSpPr>
            <p:nvPr/>
          </p:nvSpPr>
          <p:spPr bwMode="auto">
            <a:xfrm>
              <a:off x="7054851" y="1138238"/>
              <a:ext cx="71438" cy="104775"/>
            </a:xfrm>
            <a:custGeom>
              <a:avLst/>
              <a:gdLst>
                <a:gd name="T0" fmla="*/ 10 w 55"/>
                <a:gd name="T1" fmla="*/ 37 h 81"/>
                <a:gd name="T2" fmla="*/ 15 w 55"/>
                <a:gd name="T3" fmla="*/ 27 h 81"/>
                <a:gd name="T4" fmla="*/ 16 w 55"/>
                <a:gd name="T5" fmla="*/ 23 h 81"/>
                <a:gd name="T6" fmla="*/ 23 w 55"/>
                <a:gd name="T7" fmla="*/ 16 h 81"/>
                <a:gd name="T8" fmla="*/ 27 w 55"/>
                <a:gd name="T9" fmla="*/ 15 h 81"/>
                <a:gd name="T10" fmla="*/ 31 w 55"/>
                <a:gd name="T11" fmla="*/ 14 h 81"/>
                <a:gd name="T12" fmla="*/ 35 w 55"/>
                <a:gd name="T13" fmla="*/ 17 h 81"/>
                <a:gd name="T14" fmla="*/ 39 w 55"/>
                <a:gd name="T15" fmla="*/ 22 h 81"/>
                <a:gd name="T16" fmla="*/ 41 w 55"/>
                <a:gd name="T17" fmla="*/ 28 h 81"/>
                <a:gd name="T18" fmla="*/ 40 w 55"/>
                <a:gd name="T19" fmla="*/ 34 h 81"/>
                <a:gd name="T20" fmla="*/ 34 w 55"/>
                <a:gd name="T21" fmla="*/ 41 h 81"/>
                <a:gd name="T22" fmla="*/ 27 w 55"/>
                <a:gd name="T23" fmla="*/ 51 h 81"/>
                <a:gd name="T24" fmla="*/ 24 w 55"/>
                <a:gd name="T25" fmla="*/ 58 h 81"/>
                <a:gd name="T26" fmla="*/ 25 w 55"/>
                <a:gd name="T27" fmla="*/ 70 h 81"/>
                <a:gd name="T28" fmla="*/ 27 w 55"/>
                <a:gd name="T29" fmla="*/ 75 h 81"/>
                <a:gd name="T30" fmla="*/ 31 w 55"/>
                <a:gd name="T31" fmla="*/ 79 h 81"/>
                <a:gd name="T32" fmla="*/ 35 w 55"/>
                <a:gd name="T33" fmla="*/ 80 h 81"/>
                <a:gd name="T34" fmla="*/ 41 w 55"/>
                <a:gd name="T35" fmla="*/ 75 h 81"/>
                <a:gd name="T36" fmla="*/ 41 w 55"/>
                <a:gd name="T37" fmla="*/ 69 h 81"/>
                <a:gd name="T38" fmla="*/ 38 w 55"/>
                <a:gd name="T39" fmla="*/ 58 h 81"/>
                <a:gd name="T40" fmla="*/ 52 w 55"/>
                <a:gd name="T41" fmla="*/ 40 h 81"/>
                <a:gd name="T42" fmla="*/ 55 w 55"/>
                <a:gd name="T43" fmla="*/ 28 h 81"/>
                <a:gd name="T44" fmla="*/ 50 w 55"/>
                <a:gd name="T45" fmla="*/ 12 h 81"/>
                <a:gd name="T46" fmla="*/ 50 w 55"/>
                <a:gd name="T47" fmla="*/ 12 h 81"/>
                <a:gd name="T48" fmla="*/ 42 w 55"/>
                <a:gd name="T49" fmla="*/ 3 h 81"/>
                <a:gd name="T50" fmla="*/ 29 w 55"/>
                <a:gd name="T51" fmla="*/ 0 h 81"/>
                <a:gd name="T52" fmla="*/ 18 w 55"/>
                <a:gd name="T53" fmla="*/ 4 h 81"/>
                <a:gd name="T54" fmla="*/ 12 w 55"/>
                <a:gd name="T55" fmla="*/ 8 h 81"/>
                <a:gd name="T56" fmla="*/ 5 w 55"/>
                <a:gd name="T57" fmla="*/ 16 h 81"/>
                <a:gd name="T58" fmla="*/ 5 w 55"/>
                <a:gd name="T59" fmla="*/ 16 h 81"/>
                <a:gd name="T60" fmla="*/ 1 w 55"/>
                <a:gd name="T61" fmla="*/ 27 h 81"/>
                <a:gd name="T62" fmla="*/ 2 w 55"/>
                <a:gd name="T63" fmla="*/ 36 h 81"/>
                <a:gd name="T64" fmla="*/ 10 w 55"/>
                <a:gd name="T65" fmla="*/ 37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81">
                  <a:moveTo>
                    <a:pt x="10" y="37"/>
                  </a:moveTo>
                  <a:cubicBezTo>
                    <a:pt x="15" y="34"/>
                    <a:pt x="17" y="31"/>
                    <a:pt x="15" y="27"/>
                  </a:cubicBezTo>
                  <a:cubicBezTo>
                    <a:pt x="15" y="26"/>
                    <a:pt x="15" y="25"/>
                    <a:pt x="16" y="23"/>
                  </a:cubicBezTo>
                  <a:cubicBezTo>
                    <a:pt x="16" y="21"/>
                    <a:pt x="19" y="19"/>
                    <a:pt x="23" y="16"/>
                  </a:cubicBezTo>
                  <a:cubicBezTo>
                    <a:pt x="24" y="16"/>
                    <a:pt x="26" y="15"/>
                    <a:pt x="27" y="15"/>
                  </a:cubicBezTo>
                  <a:cubicBezTo>
                    <a:pt x="29" y="14"/>
                    <a:pt x="30" y="14"/>
                    <a:pt x="31" y="14"/>
                  </a:cubicBezTo>
                  <a:cubicBezTo>
                    <a:pt x="32" y="15"/>
                    <a:pt x="33" y="16"/>
                    <a:pt x="35" y="17"/>
                  </a:cubicBezTo>
                  <a:cubicBezTo>
                    <a:pt x="37" y="19"/>
                    <a:pt x="38" y="21"/>
                    <a:pt x="39" y="22"/>
                  </a:cubicBezTo>
                  <a:cubicBezTo>
                    <a:pt x="40" y="24"/>
                    <a:pt x="41" y="26"/>
                    <a:pt x="41" y="28"/>
                  </a:cubicBezTo>
                  <a:cubicBezTo>
                    <a:pt x="41" y="30"/>
                    <a:pt x="41" y="32"/>
                    <a:pt x="40" y="34"/>
                  </a:cubicBezTo>
                  <a:cubicBezTo>
                    <a:pt x="34" y="41"/>
                    <a:pt x="34" y="41"/>
                    <a:pt x="34" y="41"/>
                  </a:cubicBezTo>
                  <a:cubicBezTo>
                    <a:pt x="31" y="46"/>
                    <a:pt x="28" y="49"/>
                    <a:pt x="27" y="51"/>
                  </a:cubicBezTo>
                  <a:cubicBezTo>
                    <a:pt x="26" y="53"/>
                    <a:pt x="25" y="55"/>
                    <a:pt x="24" y="58"/>
                  </a:cubicBezTo>
                  <a:cubicBezTo>
                    <a:pt x="24" y="64"/>
                    <a:pt x="25" y="68"/>
                    <a:pt x="25" y="70"/>
                  </a:cubicBezTo>
                  <a:cubicBezTo>
                    <a:pt x="26" y="72"/>
                    <a:pt x="26" y="73"/>
                    <a:pt x="27" y="75"/>
                  </a:cubicBezTo>
                  <a:cubicBezTo>
                    <a:pt x="28" y="77"/>
                    <a:pt x="30" y="78"/>
                    <a:pt x="31" y="79"/>
                  </a:cubicBezTo>
                  <a:cubicBezTo>
                    <a:pt x="33" y="80"/>
                    <a:pt x="34" y="81"/>
                    <a:pt x="35" y="80"/>
                  </a:cubicBezTo>
                  <a:cubicBezTo>
                    <a:pt x="38" y="78"/>
                    <a:pt x="40" y="76"/>
                    <a:pt x="41" y="75"/>
                  </a:cubicBezTo>
                  <a:cubicBezTo>
                    <a:pt x="42" y="73"/>
                    <a:pt x="42" y="71"/>
                    <a:pt x="41" y="69"/>
                  </a:cubicBezTo>
                  <a:cubicBezTo>
                    <a:pt x="39" y="65"/>
                    <a:pt x="38" y="61"/>
                    <a:pt x="38" y="58"/>
                  </a:cubicBezTo>
                  <a:cubicBezTo>
                    <a:pt x="45" y="49"/>
                    <a:pt x="50" y="43"/>
                    <a:pt x="52" y="40"/>
                  </a:cubicBezTo>
                  <a:cubicBezTo>
                    <a:pt x="54" y="37"/>
                    <a:pt x="55" y="33"/>
                    <a:pt x="55" y="28"/>
                  </a:cubicBezTo>
                  <a:cubicBezTo>
                    <a:pt x="55" y="23"/>
                    <a:pt x="53" y="18"/>
                    <a:pt x="50" y="12"/>
                  </a:cubicBezTo>
                  <a:cubicBezTo>
                    <a:pt x="50" y="12"/>
                    <a:pt x="50" y="12"/>
                    <a:pt x="50" y="12"/>
                  </a:cubicBezTo>
                  <a:cubicBezTo>
                    <a:pt x="47" y="8"/>
                    <a:pt x="44" y="4"/>
                    <a:pt x="42" y="3"/>
                  </a:cubicBezTo>
                  <a:cubicBezTo>
                    <a:pt x="39" y="1"/>
                    <a:pt x="35" y="0"/>
                    <a:pt x="29" y="0"/>
                  </a:cubicBezTo>
                  <a:cubicBezTo>
                    <a:pt x="26" y="0"/>
                    <a:pt x="22" y="1"/>
                    <a:pt x="18" y="4"/>
                  </a:cubicBezTo>
                  <a:cubicBezTo>
                    <a:pt x="16" y="5"/>
                    <a:pt x="14" y="6"/>
                    <a:pt x="12" y="8"/>
                  </a:cubicBezTo>
                  <a:cubicBezTo>
                    <a:pt x="9" y="10"/>
                    <a:pt x="7" y="12"/>
                    <a:pt x="5" y="16"/>
                  </a:cubicBezTo>
                  <a:cubicBezTo>
                    <a:pt x="5" y="16"/>
                    <a:pt x="5" y="16"/>
                    <a:pt x="5" y="16"/>
                  </a:cubicBezTo>
                  <a:cubicBezTo>
                    <a:pt x="3" y="19"/>
                    <a:pt x="1" y="23"/>
                    <a:pt x="1" y="27"/>
                  </a:cubicBezTo>
                  <a:cubicBezTo>
                    <a:pt x="0" y="31"/>
                    <a:pt x="0" y="34"/>
                    <a:pt x="2" y="36"/>
                  </a:cubicBezTo>
                  <a:cubicBezTo>
                    <a:pt x="4" y="39"/>
                    <a:pt x="6" y="39"/>
                    <a:pt x="10"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211"/>
            <p:cNvSpPr>
              <a:spLocks/>
            </p:cNvSpPr>
            <p:nvPr/>
          </p:nvSpPr>
          <p:spPr bwMode="auto">
            <a:xfrm>
              <a:off x="7097713" y="1249363"/>
              <a:ext cx="28575" cy="26988"/>
            </a:xfrm>
            <a:custGeom>
              <a:avLst/>
              <a:gdLst>
                <a:gd name="T0" fmla="*/ 12 w 21"/>
                <a:gd name="T1" fmla="*/ 2 h 20"/>
                <a:gd name="T2" fmla="*/ 6 w 21"/>
                <a:gd name="T3" fmla="*/ 3 h 20"/>
                <a:gd name="T4" fmla="*/ 3 w 21"/>
                <a:gd name="T5" fmla="*/ 6 h 20"/>
                <a:gd name="T6" fmla="*/ 2 w 21"/>
                <a:gd name="T7" fmla="*/ 8 h 20"/>
                <a:gd name="T8" fmla="*/ 1 w 21"/>
                <a:gd name="T9" fmla="*/ 16 h 20"/>
                <a:gd name="T10" fmla="*/ 7 w 21"/>
                <a:gd name="T11" fmla="*/ 20 h 20"/>
                <a:gd name="T12" fmla="*/ 14 w 21"/>
                <a:gd name="T13" fmla="*/ 18 h 20"/>
                <a:gd name="T14" fmla="*/ 20 w 21"/>
                <a:gd name="T15" fmla="*/ 12 h 20"/>
                <a:gd name="T16" fmla="*/ 20 w 21"/>
                <a:gd name="T17" fmla="*/ 3 h 20"/>
                <a:gd name="T18" fmla="*/ 12 w 21"/>
                <a:gd name="T19"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20">
                  <a:moveTo>
                    <a:pt x="12" y="2"/>
                  </a:moveTo>
                  <a:cubicBezTo>
                    <a:pt x="9" y="2"/>
                    <a:pt x="8" y="2"/>
                    <a:pt x="6" y="3"/>
                  </a:cubicBezTo>
                  <a:cubicBezTo>
                    <a:pt x="5" y="4"/>
                    <a:pt x="4" y="5"/>
                    <a:pt x="3" y="6"/>
                  </a:cubicBezTo>
                  <a:cubicBezTo>
                    <a:pt x="3" y="7"/>
                    <a:pt x="3" y="7"/>
                    <a:pt x="2" y="8"/>
                  </a:cubicBezTo>
                  <a:cubicBezTo>
                    <a:pt x="1" y="12"/>
                    <a:pt x="0" y="15"/>
                    <a:pt x="1" y="16"/>
                  </a:cubicBezTo>
                  <a:cubicBezTo>
                    <a:pt x="3" y="18"/>
                    <a:pt x="4" y="20"/>
                    <a:pt x="7" y="20"/>
                  </a:cubicBezTo>
                  <a:cubicBezTo>
                    <a:pt x="9" y="20"/>
                    <a:pt x="12" y="20"/>
                    <a:pt x="14" y="18"/>
                  </a:cubicBezTo>
                  <a:cubicBezTo>
                    <a:pt x="16" y="17"/>
                    <a:pt x="18" y="15"/>
                    <a:pt x="20" y="12"/>
                  </a:cubicBezTo>
                  <a:cubicBezTo>
                    <a:pt x="21" y="8"/>
                    <a:pt x="21" y="6"/>
                    <a:pt x="20" y="3"/>
                  </a:cubicBezTo>
                  <a:cubicBezTo>
                    <a:pt x="18" y="0"/>
                    <a:pt x="15" y="0"/>
                    <a:pt x="1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212"/>
            <p:cNvSpPr>
              <a:spLocks/>
            </p:cNvSpPr>
            <p:nvPr/>
          </p:nvSpPr>
          <p:spPr bwMode="auto">
            <a:xfrm>
              <a:off x="6553201" y="1023938"/>
              <a:ext cx="68263" cy="146050"/>
            </a:xfrm>
            <a:custGeom>
              <a:avLst/>
              <a:gdLst>
                <a:gd name="T0" fmla="*/ 43 w 43"/>
                <a:gd name="T1" fmla="*/ 79 h 92"/>
                <a:gd name="T2" fmla="*/ 17 w 43"/>
                <a:gd name="T3" fmla="*/ 79 h 92"/>
                <a:gd name="T4" fmla="*/ 17 w 43"/>
                <a:gd name="T5" fmla="*/ 0 h 92"/>
                <a:gd name="T6" fmla="*/ 0 w 43"/>
                <a:gd name="T7" fmla="*/ 0 h 92"/>
                <a:gd name="T8" fmla="*/ 0 w 43"/>
                <a:gd name="T9" fmla="*/ 92 h 92"/>
                <a:gd name="T10" fmla="*/ 43 w 43"/>
                <a:gd name="T11" fmla="*/ 92 h 92"/>
                <a:gd name="T12" fmla="*/ 43 w 43"/>
                <a:gd name="T13" fmla="*/ 79 h 92"/>
              </a:gdLst>
              <a:ahLst/>
              <a:cxnLst>
                <a:cxn ang="0">
                  <a:pos x="T0" y="T1"/>
                </a:cxn>
                <a:cxn ang="0">
                  <a:pos x="T2" y="T3"/>
                </a:cxn>
                <a:cxn ang="0">
                  <a:pos x="T4" y="T5"/>
                </a:cxn>
                <a:cxn ang="0">
                  <a:pos x="T6" y="T7"/>
                </a:cxn>
                <a:cxn ang="0">
                  <a:pos x="T8" y="T9"/>
                </a:cxn>
                <a:cxn ang="0">
                  <a:pos x="T10" y="T11"/>
                </a:cxn>
                <a:cxn ang="0">
                  <a:pos x="T12" y="T13"/>
                </a:cxn>
              </a:cxnLst>
              <a:rect l="0" t="0" r="r" b="b"/>
              <a:pathLst>
                <a:path w="43" h="92">
                  <a:moveTo>
                    <a:pt x="43" y="79"/>
                  </a:moveTo>
                  <a:lnTo>
                    <a:pt x="17" y="79"/>
                  </a:lnTo>
                  <a:lnTo>
                    <a:pt x="17" y="0"/>
                  </a:lnTo>
                  <a:lnTo>
                    <a:pt x="0" y="0"/>
                  </a:lnTo>
                  <a:lnTo>
                    <a:pt x="0" y="92"/>
                  </a:lnTo>
                  <a:lnTo>
                    <a:pt x="43" y="92"/>
                  </a:lnTo>
                  <a:lnTo>
                    <a:pt x="43" y="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213"/>
            <p:cNvSpPr>
              <a:spLocks noEditPoints="1"/>
            </p:cNvSpPr>
            <p:nvPr/>
          </p:nvSpPr>
          <p:spPr bwMode="auto">
            <a:xfrm>
              <a:off x="6637338" y="1023938"/>
              <a:ext cx="87313" cy="146050"/>
            </a:xfrm>
            <a:custGeom>
              <a:avLst/>
              <a:gdLst>
                <a:gd name="T0" fmla="*/ 17 w 55"/>
                <a:gd name="T1" fmla="*/ 72 h 92"/>
                <a:gd name="T2" fmla="*/ 37 w 55"/>
                <a:gd name="T3" fmla="*/ 72 h 92"/>
                <a:gd name="T4" fmla="*/ 40 w 55"/>
                <a:gd name="T5" fmla="*/ 92 h 92"/>
                <a:gd name="T6" fmla="*/ 55 w 55"/>
                <a:gd name="T7" fmla="*/ 92 h 92"/>
                <a:gd name="T8" fmla="*/ 37 w 55"/>
                <a:gd name="T9" fmla="*/ 0 h 92"/>
                <a:gd name="T10" fmla="*/ 17 w 55"/>
                <a:gd name="T11" fmla="*/ 0 h 92"/>
                <a:gd name="T12" fmla="*/ 0 w 55"/>
                <a:gd name="T13" fmla="*/ 92 h 92"/>
                <a:gd name="T14" fmla="*/ 13 w 55"/>
                <a:gd name="T15" fmla="*/ 92 h 92"/>
                <a:gd name="T16" fmla="*/ 17 w 55"/>
                <a:gd name="T17" fmla="*/ 72 h 92"/>
                <a:gd name="T18" fmla="*/ 27 w 55"/>
                <a:gd name="T19" fmla="*/ 18 h 92"/>
                <a:gd name="T20" fmla="*/ 35 w 55"/>
                <a:gd name="T21" fmla="*/ 59 h 92"/>
                <a:gd name="T22" fmla="*/ 20 w 55"/>
                <a:gd name="T23" fmla="*/ 59 h 92"/>
                <a:gd name="T24" fmla="*/ 27 w 55"/>
                <a:gd name="T25" fmla="*/ 18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5" h="92">
                  <a:moveTo>
                    <a:pt x="17" y="72"/>
                  </a:moveTo>
                  <a:lnTo>
                    <a:pt x="37" y="72"/>
                  </a:lnTo>
                  <a:lnTo>
                    <a:pt x="40" y="92"/>
                  </a:lnTo>
                  <a:lnTo>
                    <a:pt x="55" y="92"/>
                  </a:lnTo>
                  <a:lnTo>
                    <a:pt x="37" y="0"/>
                  </a:lnTo>
                  <a:lnTo>
                    <a:pt x="17" y="0"/>
                  </a:lnTo>
                  <a:lnTo>
                    <a:pt x="0" y="92"/>
                  </a:lnTo>
                  <a:lnTo>
                    <a:pt x="13" y="92"/>
                  </a:lnTo>
                  <a:lnTo>
                    <a:pt x="17" y="72"/>
                  </a:lnTo>
                  <a:close/>
                  <a:moveTo>
                    <a:pt x="27" y="18"/>
                  </a:moveTo>
                  <a:lnTo>
                    <a:pt x="35" y="59"/>
                  </a:lnTo>
                  <a:lnTo>
                    <a:pt x="20" y="59"/>
                  </a:lnTo>
                  <a:lnTo>
                    <a:pt x="27"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214"/>
            <p:cNvSpPr>
              <a:spLocks/>
            </p:cNvSpPr>
            <p:nvPr/>
          </p:nvSpPr>
          <p:spPr bwMode="auto">
            <a:xfrm>
              <a:off x="6726238" y="1023938"/>
              <a:ext cx="131763" cy="146050"/>
            </a:xfrm>
            <a:custGeom>
              <a:avLst/>
              <a:gdLst>
                <a:gd name="T0" fmla="*/ 31 w 83"/>
                <a:gd name="T1" fmla="*/ 92 h 92"/>
                <a:gd name="T2" fmla="*/ 41 w 83"/>
                <a:gd name="T3" fmla="*/ 30 h 92"/>
                <a:gd name="T4" fmla="*/ 54 w 83"/>
                <a:gd name="T5" fmla="*/ 92 h 92"/>
                <a:gd name="T6" fmla="*/ 67 w 83"/>
                <a:gd name="T7" fmla="*/ 92 h 92"/>
                <a:gd name="T8" fmla="*/ 83 w 83"/>
                <a:gd name="T9" fmla="*/ 0 h 92"/>
                <a:gd name="T10" fmla="*/ 69 w 83"/>
                <a:gd name="T11" fmla="*/ 0 h 92"/>
                <a:gd name="T12" fmla="*/ 60 w 83"/>
                <a:gd name="T13" fmla="*/ 59 h 92"/>
                <a:gd name="T14" fmla="*/ 48 w 83"/>
                <a:gd name="T15" fmla="*/ 0 h 92"/>
                <a:gd name="T16" fmla="*/ 36 w 83"/>
                <a:gd name="T17" fmla="*/ 0 h 92"/>
                <a:gd name="T18" fmla="*/ 24 w 83"/>
                <a:gd name="T19" fmla="*/ 59 h 92"/>
                <a:gd name="T20" fmla="*/ 14 w 83"/>
                <a:gd name="T21" fmla="*/ 0 h 92"/>
                <a:gd name="T22" fmla="*/ 0 w 83"/>
                <a:gd name="T23" fmla="*/ 0 h 92"/>
                <a:gd name="T24" fmla="*/ 17 w 83"/>
                <a:gd name="T25" fmla="*/ 92 h 92"/>
                <a:gd name="T26" fmla="*/ 31 w 83"/>
                <a:gd name="T27"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3" h="92">
                  <a:moveTo>
                    <a:pt x="31" y="92"/>
                  </a:moveTo>
                  <a:lnTo>
                    <a:pt x="41" y="30"/>
                  </a:lnTo>
                  <a:lnTo>
                    <a:pt x="54" y="92"/>
                  </a:lnTo>
                  <a:lnTo>
                    <a:pt x="67" y="92"/>
                  </a:lnTo>
                  <a:lnTo>
                    <a:pt x="83" y="0"/>
                  </a:lnTo>
                  <a:lnTo>
                    <a:pt x="69" y="0"/>
                  </a:lnTo>
                  <a:lnTo>
                    <a:pt x="60" y="59"/>
                  </a:lnTo>
                  <a:lnTo>
                    <a:pt x="48" y="0"/>
                  </a:lnTo>
                  <a:lnTo>
                    <a:pt x="36" y="0"/>
                  </a:lnTo>
                  <a:lnTo>
                    <a:pt x="24" y="59"/>
                  </a:lnTo>
                  <a:lnTo>
                    <a:pt x="14" y="0"/>
                  </a:lnTo>
                  <a:lnTo>
                    <a:pt x="0" y="0"/>
                  </a:lnTo>
                  <a:lnTo>
                    <a:pt x="17" y="92"/>
                  </a:lnTo>
                  <a:lnTo>
                    <a:pt x="31" y="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215"/>
            <p:cNvSpPr>
              <a:spLocks noEditPoints="1"/>
            </p:cNvSpPr>
            <p:nvPr/>
          </p:nvSpPr>
          <p:spPr bwMode="auto">
            <a:xfrm>
              <a:off x="7485063" y="1023938"/>
              <a:ext cx="88900" cy="146050"/>
            </a:xfrm>
            <a:custGeom>
              <a:avLst/>
              <a:gdLst>
                <a:gd name="T0" fmla="*/ 18 w 56"/>
                <a:gd name="T1" fmla="*/ 72 h 92"/>
                <a:gd name="T2" fmla="*/ 38 w 56"/>
                <a:gd name="T3" fmla="*/ 72 h 92"/>
                <a:gd name="T4" fmla="*/ 42 w 56"/>
                <a:gd name="T5" fmla="*/ 92 h 92"/>
                <a:gd name="T6" fmla="*/ 56 w 56"/>
                <a:gd name="T7" fmla="*/ 92 h 92"/>
                <a:gd name="T8" fmla="*/ 38 w 56"/>
                <a:gd name="T9" fmla="*/ 0 h 92"/>
                <a:gd name="T10" fmla="*/ 18 w 56"/>
                <a:gd name="T11" fmla="*/ 0 h 92"/>
                <a:gd name="T12" fmla="*/ 0 w 56"/>
                <a:gd name="T13" fmla="*/ 92 h 92"/>
                <a:gd name="T14" fmla="*/ 14 w 56"/>
                <a:gd name="T15" fmla="*/ 92 h 92"/>
                <a:gd name="T16" fmla="*/ 18 w 56"/>
                <a:gd name="T17" fmla="*/ 72 h 92"/>
                <a:gd name="T18" fmla="*/ 28 w 56"/>
                <a:gd name="T19" fmla="*/ 18 h 92"/>
                <a:gd name="T20" fmla="*/ 35 w 56"/>
                <a:gd name="T21" fmla="*/ 59 h 92"/>
                <a:gd name="T22" fmla="*/ 20 w 56"/>
                <a:gd name="T23" fmla="*/ 59 h 92"/>
                <a:gd name="T24" fmla="*/ 28 w 56"/>
                <a:gd name="T25" fmla="*/ 18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6" h="92">
                  <a:moveTo>
                    <a:pt x="18" y="72"/>
                  </a:moveTo>
                  <a:lnTo>
                    <a:pt x="38" y="72"/>
                  </a:lnTo>
                  <a:lnTo>
                    <a:pt x="42" y="92"/>
                  </a:lnTo>
                  <a:lnTo>
                    <a:pt x="56" y="92"/>
                  </a:lnTo>
                  <a:lnTo>
                    <a:pt x="38" y="0"/>
                  </a:lnTo>
                  <a:lnTo>
                    <a:pt x="18" y="0"/>
                  </a:lnTo>
                  <a:lnTo>
                    <a:pt x="0" y="92"/>
                  </a:lnTo>
                  <a:lnTo>
                    <a:pt x="14" y="92"/>
                  </a:lnTo>
                  <a:lnTo>
                    <a:pt x="18" y="72"/>
                  </a:lnTo>
                  <a:close/>
                  <a:moveTo>
                    <a:pt x="28" y="18"/>
                  </a:moveTo>
                  <a:lnTo>
                    <a:pt x="35" y="59"/>
                  </a:lnTo>
                  <a:lnTo>
                    <a:pt x="20" y="59"/>
                  </a:lnTo>
                  <a:lnTo>
                    <a:pt x="28"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216"/>
            <p:cNvSpPr>
              <a:spLocks noEditPoints="1"/>
            </p:cNvSpPr>
            <p:nvPr/>
          </p:nvSpPr>
          <p:spPr bwMode="auto">
            <a:xfrm>
              <a:off x="7589838" y="1023938"/>
              <a:ext cx="77788" cy="146050"/>
            </a:xfrm>
            <a:custGeom>
              <a:avLst/>
              <a:gdLst>
                <a:gd name="T0" fmla="*/ 16 w 59"/>
                <a:gd name="T1" fmla="*/ 64 h 112"/>
                <a:gd name="T2" fmla="*/ 27 w 59"/>
                <a:gd name="T3" fmla="*/ 64 h 112"/>
                <a:gd name="T4" fmla="*/ 41 w 59"/>
                <a:gd name="T5" fmla="*/ 112 h 112"/>
                <a:gd name="T6" fmla="*/ 59 w 59"/>
                <a:gd name="T7" fmla="*/ 112 h 112"/>
                <a:gd name="T8" fmla="*/ 43 w 59"/>
                <a:gd name="T9" fmla="*/ 60 h 112"/>
                <a:gd name="T10" fmla="*/ 58 w 59"/>
                <a:gd name="T11" fmla="*/ 31 h 112"/>
                <a:gd name="T12" fmla="*/ 48 w 59"/>
                <a:gd name="T13" fmla="*/ 6 h 112"/>
                <a:gd name="T14" fmla="*/ 26 w 59"/>
                <a:gd name="T15" fmla="*/ 0 h 112"/>
                <a:gd name="T16" fmla="*/ 0 w 59"/>
                <a:gd name="T17" fmla="*/ 0 h 112"/>
                <a:gd name="T18" fmla="*/ 0 w 59"/>
                <a:gd name="T19" fmla="*/ 112 h 112"/>
                <a:gd name="T20" fmla="*/ 16 w 59"/>
                <a:gd name="T21" fmla="*/ 112 h 112"/>
                <a:gd name="T22" fmla="*/ 16 w 59"/>
                <a:gd name="T23" fmla="*/ 64 h 112"/>
                <a:gd name="T24" fmla="*/ 16 w 59"/>
                <a:gd name="T25" fmla="*/ 16 h 112"/>
                <a:gd name="T26" fmla="*/ 23 w 59"/>
                <a:gd name="T27" fmla="*/ 16 h 112"/>
                <a:gd name="T28" fmla="*/ 36 w 59"/>
                <a:gd name="T29" fmla="*/ 19 h 112"/>
                <a:gd name="T30" fmla="*/ 40 w 59"/>
                <a:gd name="T31" fmla="*/ 31 h 112"/>
                <a:gd name="T32" fmla="*/ 36 w 59"/>
                <a:gd name="T33" fmla="*/ 45 h 112"/>
                <a:gd name="T34" fmla="*/ 23 w 59"/>
                <a:gd name="T35" fmla="*/ 48 h 112"/>
                <a:gd name="T36" fmla="*/ 16 w 59"/>
                <a:gd name="T37" fmla="*/ 48 h 112"/>
                <a:gd name="T38" fmla="*/ 16 w 59"/>
                <a:gd name="T39" fmla="*/ 16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9" h="112">
                  <a:moveTo>
                    <a:pt x="16" y="64"/>
                  </a:moveTo>
                  <a:cubicBezTo>
                    <a:pt x="27" y="64"/>
                    <a:pt x="27" y="64"/>
                    <a:pt x="27" y="64"/>
                  </a:cubicBezTo>
                  <a:cubicBezTo>
                    <a:pt x="41" y="112"/>
                    <a:pt x="41" y="112"/>
                    <a:pt x="41" y="112"/>
                  </a:cubicBezTo>
                  <a:cubicBezTo>
                    <a:pt x="59" y="112"/>
                    <a:pt x="59" y="112"/>
                    <a:pt x="59" y="112"/>
                  </a:cubicBezTo>
                  <a:cubicBezTo>
                    <a:pt x="43" y="60"/>
                    <a:pt x="43" y="60"/>
                    <a:pt x="43" y="60"/>
                  </a:cubicBezTo>
                  <a:cubicBezTo>
                    <a:pt x="53" y="55"/>
                    <a:pt x="58" y="45"/>
                    <a:pt x="58" y="31"/>
                  </a:cubicBezTo>
                  <a:cubicBezTo>
                    <a:pt x="58" y="20"/>
                    <a:pt x="55" y="12"/>
                    <a:pt x="48" y="6"/>
                  </a:cubicBezTo>
                  <a:cubicBezTo>
                    <a:pt x="43" y="1"/>
                    <a:pt x="36" y="0"/>
                    <a:pt x="26" y="0"/>
                  </a:cubicBezTo>
                  <a:cubicBezTo>
                    <a:pt x="0" y="0"/>
                    <a:pt x="0" y="0"/>
                    <a:pt x="0" y="0"/>
                  </a:cubicBezTo>
                  <a:cubicBezTo>
                    <a:pt x="0" y="112"/>
                    <a:pt x="0" y="112"/>
                    <a:pt x="0" y="112"/>
                  </a:cubicBezTo>
                  <a:cubicBezTo>
                    <a:pt x="16" y="112"/>
                    <a:pt x="16" y="112"/>
                    <a:pt x="16" y="112"/>
                  </a:cubicBezTo>
                  <a:lnTo>
                    <a:pt x="16" y="64"/>
                  </a:lnTo>
                  <a:close/>
                  <a:moveTo>
                    <a:pt x="16" y="16"/>
                  </a:moveTo>
                  <a:cubicBezTo>
                    <a:pt x="23" y="16"/>
                    <a:pt x="23" y="16"/>
                    <a:pt x="23" y="16"/>
                  </a:cubicBezTo>
                  <a:cubicBezTo>
                    <a:pt x="30" y="16"/>
                    <a:pt x="33" y="16"/>
                    <a:pt x="36" y="19"/>
                  </a:cubicBezTo>
                  <a:cubicBezTo>
                    <a:pt x="39" y="21"/>
                    <a:pt x="40" y="25"/>
                    <a:pt x="40" y="31"/>
                  </a:cubicBezTo>
                  <a:cubicBezTo>
                    <a:pt x="40" y="38"/>
                    <a:pt x="39" y="42"/>
                    <a:pt x="36" y="45"/>
                  </a:cubicBezTo>
                  <a:cubicBezTo>
                    <a:pt x="33" y="47"/>
                    <a:pt x="30" y="48"/>
                    <a:pt x="23" y="48"/>
                  </a:cubicBezTo>
                  <a:cubicBezTo>
                    <a:pt x="16" y="48"/>
                    <a:pt x="16" y="48"/>
                    <a:pt x="16" y="48"/>
                  </a:cubicBezTo>
                  <a:lnTo>
                    <a:pt x="16"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217"/>
            <p:cNvSpPr>
              <a:spLocks/>
            </p:cNvSpPr>
            <p:nvPr/>
          </p:nvSpPr>
          <p:spPr bwMode="auto">
            <a:xfrm>
              <a:off x="7678738" y="1023938"/>
              <a:ext cx="79375" cy="146050"/>
            </a:xfrm>
            <a:custGeom>
              <a:avLst/>
              <a:gdLst>
                <a:gd name="T0" fmla="*/ 17 w 50"/>
                <a:gd name="T1" fmla="*/ 92 h 92"/>
                <a:gd name="T2" fmla="*/ 33 w 50"/>
                <a:gd name="T3" fmla="*/ 92 h 92"/>
                <a:gd name="T4" fmla="*/ 33 w 50"/>
                <a:gd name="T5" fmla="*/ 13 h 92"/>
                <a:gd name="T6" fmla="*/ 50 w 50"/>
                <a:gd name="T7" fmla="*/ 13 h 92"/>
                <a:gd name="T8" fmla="*/ 50 w 50"/>
                <a:gd name="T9" fmla="*/ 0 h 92"/>
                <a:gd name="T10" fmla="*/ 0 w 50"/>
                <a:gd name="T11" fmla="*/ 0 h 92"/>
                <a:gd name="T12" fmla="*/ 0 w 50"/>
                <a:gd name="T13" fmla="*/ 13 h 92"/>
                <a:gd name="T14" fmla="*/ 17 w 50"/>
                <a:gd name="T15" fmla="*/ 13 h 92"/>
                <a:gd name="T16" fmla="*/ 17 w 50"/>
                <a:gd name="T17"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92">
                  <a:moveTo>
                    <a:pt x="17" y="92"/>
                  </a:moveTo>
                  <a:lnTo>
                    <a:pt x="33" y="92"/>
                  </a:lnTo>
                  <a:lnTo>
                    <a:pt x="33" y="13"/>
                  </a:lnTo>
                  <a:lnTo>
                    <a:pt x="50" y="13"/>
                  </a:lnTo>
                  <a:lnTo>
                    <a:pt x="50" y="0"/>
                  </a:lnTo>
                  <a:lnTo>
                    <a:pt x="0" y="0"/>
                  </a:lnTo>
                  <a:lnTo>
                    <a:pt x="0" y="13"/>
                  </a:lnTo>
                  <a:lnTo>
                    <a:pt x="17" y="13"/>
                  </a:lnTo>
                  <a:lnTo>
                    <a:pt x="17" y="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21" name="组合 220"/>
          <p:cNvGrpSpPr/>
          <p:nvPr/>
        </p:nvGrpSpPr>
        <p:grpSpPr>
          <a:xfrm>
            <a:off x="8035926" y="831850"/>
            <a:ext cx="1268413" cy="1657350"/>
            <a:chOff x="8035926" y="831850"/>
            <a:chExt cx="1268413" cy="1657350"/>
          </a:xfrm>
          <a:solidFill>
            <a:schemeClr val="tx1">
              <a:lumMod val="65000"/>
              <a:lumOff val="35000"/>
            </a:schemeClr>
          </a:solidFill>
        </p:grpSpPr>
        <p:sp>
          <p:nvSpPr>
            <p:cNvPr id="222" name="Freeform 218"/>
            <p:cNvSpPr>
              <a:spLocks/>
            </p:cNvSpPr>
            <p:nvPr/>
          </p:nvSpPr>
          <p:spPr bwMode="auto">
            <a:xfrm>
              <a:off x="8351838" y="1447800"/>
              <a:ext cx="546100" cy="419100"/>
            </a:xfrm>
            <a:custGeom>
              <a:avLst/>
              <a:gdLst>
                <a:gd name="T0" fmla="*/ 191 w 417"/>
                <a:gd name="T1" fmla="*/ 295 h 320"/>
                <a:gd name="T2" fmla="*/ 232 w 417"/>
                <a:gd name="T3" fmla="*/ 260 h 320"/>
                <a:gd name="T4" fmla="*/ 238 w 417"/>
                <a:gd name="T5" fmla="*/ 260 h 320"/>
                <a:gd name="T6" fmla="*/ 306 w 417"/>
                <a:gd name="T7" fmla="*/ 264 h 320"/>
                <a:gd name="T8" fmla="*/ 334 w 417"/>
                <a:gd name="T9" fmla="*/ 263 h 320"/>
                <a:gd name="T10" fmla="*/ 334 w 417"/>
                <a:gd name="T11" fmla="*/ 255 h 320"/>
                <a:gd name="T12" fmla="*/ 319 w 417"/>
                <a:gd name="T13" fmla="*/ 222 h 320"/>
                <a:gd name="T14" fmla="*/ 327 w 417"/>
                <a:gd name="T15" fmla="*/ 217 h 320"/>
                <a:gd name="T16" fmla="*/ 348 w 417"/>
                <a:gd name="T17" fmla="*/ 270 h 320"/>
                <a:gd name="T18" fmla="*/ 237 w 417"/>
                <a:gd name="T19" fmla="*/ 269 h 320"/>
                <a:gd name="T20" fmla="*/ 201 w 417"/>
                <a:gd name="T21" fmla="*/ 297 h 320"/>
                <a:gd name="T22" fmla="*/ 207 w 417"/>
                <a:gd name="T23" fmla="*/ 320 h 320"/>
                <a:gd name="T24" fmla="*/ 393 w 417"/>
                <a:gd name="T25" fmla="*/ 320 h 320"/>
                <a:gd name="T26" fmla="*/ 402 w 417"/>
                <a:gd name="T27" fmla="*/ 312 h 320"/>
                <a:gd name="T28" fmla="*/ 413 w 417"/>
                <a:gd name="T29" fmla="*/ 269 h 320"/>
                <a:gd name="T30" fmla="*/ 383 w 417"/>
                <a:gd name="T31" fmla="*/ 186 h 320"/>
                <a:gd name="T32" fmla="*/ 321 w 417"/>
                <a:gd name="T33" fmla="*/ 136 h 320"/>
                <a:gd name="T34" fmla="*/ 226 w 417"/>
                <a:gd name="T35" fmla="*/ 208 h 320"/>
                <a:gd name="T36" fmla="*/ 127 w 417"/>
                <a:gd name="T37" fmla="*/ 109 h 320"/>
                <a:gd name="T38" fmla="*/ 173 w 417"/>
                <a:gd name="T39" fmla="*/ 25 h 320"/>
                <a:gd name="T40" fmla="*/ 159 w 417"/>
                <a:gd name="T41" fmla="*/ 12 h 320"/>
                <a:gd name="T42" fmla="*/ 117 w 417"/>
                <a:gd name="T43" fmla="*/ 26 h 320"/>
                <a:gd name="T44" fmla="*/ 90 w 417"/>
                <a:gd name="T45" fmla="*/ 0 h 320"/>
                <a:gd name="T46" fmla="*/ 77 w 417"/>
                <a:gd name="T47" fmla="*/ 12 h 320"/>
                <a:gd name="T48" fmla="*/ 109 w 417"/>
                <a:gd name="T49" fmla="*/ 44 h 320"/>
                <a:gd name="T50" fmla="*/ 6 w 417"/>
                <a:gd name="T51" fmla="*/ 267 h 320"/>
                <a:gd name="T52" fmla="*/ 17 w 417"/>
                <a:gd name="T53" fmla="*/ 307 h 320"/>
                <a:gd name="T54" fmla="*/ 35 w 417"/>
                <a:gd name="T55" fmla="*/ 313 h 320"/>
                <a:gd name="T56" fmla="*/ 58 w 417"/>
                <a:gd name="T57" fmla="*/ 303 h 320"/>
                <a:gd name="T58" fmla="*/ 118 w 417"/>
                <a:gd name="T59" fmla="*/ 243 h 320"/>
                <a:gd name="T60" fmla="*/ 118 w 417"/>
                <a:gd name="T61" fmla="*/ 320 h 320"/>
                <a:gd name="T62" fmla="*/ 196 w 417"/>
                <a:gd name="T63" fmla="*/ 320 h 320"/>
                <a:gd name="T64" fmla="*/ 191 w 417"/>
                <a:gd name="T65" fmla="*/ 295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17" h="320">
                  <a:moveTo>
                    <a:pt x="191" y="295"/>
                  </a:moveTo>
                  <a:cubicBezTo>
                    <a:pt x="194" y="275"/>
                    <a:pt x="212" y="260"/>
                    <a:pt x="232" y="260"/>
                  </a:cubicBezTo>
                  <a:cubicBezTo>
                    <a:pt x="234" y="260"/>
                    <a:pt x="236" y="260"/>
                    <a:pt x="238" y="260"/>
                  </a:cubicBezTo>
                  <a:cubicBezTo>
                    <a:pt x="260" y="263"/>
                    <a:pt x="284" y="264"/>
                    <a:pt x="306" y="264"/>
                  </a:cubicBezTo>
                  <a:cubicBezTo>
                    <a:pt x="317" y="264"/>
                    <a:pt x="326" y="264"/>
                    <a:pt x="334" y="263"/>
                  </a:cubicBezTo>
                  <a:cubicBezTo>
                    <a:pt x="334" y="255"/>
                    <a:pt x="334" y="255"/>
                    <a:pt x="334" y="255"/>
                  </a:cubicBezTo>
                  <a:cubicBezTo>
                    <a:pt x="330" y="240"/>
                    <a:pt x="323" y="229"/>
                    <a:pt x="319" y="222"/>
                  </a:cubicBezTo>
                  <a:cubicBezTo>
                    <a:pt x="327" y="217"/>
                    <a:pt x="327" y="217"/>
                    <a:pt x="327" y="217"/>
                  </a:cubicBezTo>
                  <a:cubicBezTo>
                    <a:pt x="334" y="228"/>
                    <a:pt x="342" y="245"/>
                    <a:pt x="348" y="270"/>
                  </a:cubicBezTo>
                  <a:cubicBezTo>
                    <a:pt x="328" y="275"/>
                    <a:pt x="280" y="275"/>
                    <a:pt x="237" y="269"/>
                  </a:cubicBezTo>
                  <a:cubicBezTo>
                    <a:pt x="219" y="267"/>
                    <a:pt x="203" y="279"/>
                    <a:pt x="201" y="297"/>
                  </a:cubicBezTo>
                  <a:cubicBezTo>
                    <a:pt x="199" y="305"/>
                    <a:pt x="202" y="312"/>
                    <a:pt x="207" y="320"/>
                  </a:cubicBezTo>
                  <a:cubicBezTo>
                    <a:pt x="393" y="320"/>
                    <a:pt x="393" y="320"/>
                    <a:pt x="393" y="320"/>
                  </a:cubicBezTo>
                  <a:cubicBezTo>
                    <a:pt x="396" y="316"/>
                    <a:pt x="399" y="315"/>
                    <a:pt x="402" y="312"/>
                  </a:cubicBezTo>
                  <a:cubicBezTo>
                    <a:pt x="413" y="300"/>
                    <a:pt x="417" y="285"/>
                    <a:pt x="413" y="269"/>
                  </a:cubicBezTo>
                  <a:cubicBezTo>
                    <a:pt x="406" y="232"/>
                    <a:pt x="395" y="206"/>
                    <a:pt x="383" y="186"/>
                  </a:cubicBezTo>
                  <a:cubicBezTo>
                    <a:pt x="362" y="153"/>
                    <a:pt x="339" y="141"/>
                    <a:pt x="321" y="136"/>
                  </a:cubicBezTo>
                  <a:cubicBezTo>
                    <a:pt x="309" y="178"/>
                    <a:pt x="271" y="208"/>
                    <a:pt x="226" y="208"/>
                  </a:cubicBezTo>
                  <a:cubicBezTo>
                    <a:pt x="171" y="208"/>
                    <a:pt x="127" y="164"/>
                    <a:pt x="127" y="109"/>
                  </a:cubicBezTo>
                  <a:cubicBezTo>
                    <a:pt x="127" y="74"/>
                    <a:pt x="145" y="43"/>
                    <a:pt x="173" y="25"/>
                  </a:cubicBezTo>
                  <a:cubicBezTo>
                    <a:pt x="170" y="19"/>
                    <a:pt x="165" y="15"/>
                    <a:pt x="159" y="12"/>
                  </a:cubicBezTo>
                  <a:cubicBezTo>
                    <a:pt x="143" y="4"/>
                    <a:pt x="124" y="11"/>
                    <a:pt x="117" y="26"/>
                  </a:cubicBezTo>
                  <a:cubicBezTo>
                    <a:pt x="90" y="0"/>
                    <a:pt x="90" y="0"/>
                    <a:pt x="90" y="0"/>
                  </a:cubicBezTo>
                  <a:cubicBezTo>
                    <a:pt x="77" y="12"/>
                    <a:pt x="77" y="12"/>
                    <a:pt x="77" y="12"/>
                  </a:cubicBezTo>
                  <a:cubicBezTo>
                    <a:pt x="109" y="44"/>
                    <a:pt x="109" y="44"/>
                    <a:pt x="109" y="44"/>
                  </a:cubicBezTo>
                  <a:cubicBezTo>
                    <a:pt x="6" y="267"/>
                    <a:pt x="6" y="267"/>
                    <a:pt x="6" y="267"/>
                  </a:cubicBezTo>
                  <a:cubicBezTo>
                    <a:pt x="0" y="281"/>
                    <a:pt x="4" y="298"/>
                    <a:pt x="17" y="307"/>
                  </a:cubicBezTo>
                  <a:cubicBezTo>
                    <a:pt x="23" y="311"/>
                    <a:pt x="29" y="313"/>
                    <a:pt x="35" y="313"/>
                  </a:cubicBezTo>
                  <a:cubicBezTo>
                    <a:pt x="44" y="313"/>
                    <a:pt x="52" y="309"/>
                    <a:pt x="58" y="303"/>
                  </a:cubicBezTo>
                  <a:cubicBezTo>
                    <a:pt x="118" y="243"/>
                    <a:pt x="118" y="243"/>
                    <a:pt x="118" y="243"/>
                  </a:cubicBezTo>
                  <a:cubicBezTo>
                    <a:pt x="118" y="320"/>
                    <a:pt x="118" y="320"/>
                    <a:pt x="118" y="320"/>
                  </a:cubicBezTo>
                  <a:cubicBezTo>
                    <a:pt x="196" y="320"/>
                    <a:pt x="196" y="320"/>
                    <a:pt x="196" y="320"/>
                  </a:cubicBezTo>
                  <a:cubicBezTo>
                    <a:pt x="192" y="312"/>
                    <a:pt x="190" y="304"/>
                    <a:pt x="191" y="29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219"/>
            <p:cNvSpPr>
              <a:spLocks noEditPoints="1"/>
            </p:cNvSpPr>
            <p:nvPr/>
          </p:nvSpPr>
          <p:spPr bwMode="auto">
            <a:xfrm>
              <a:off x="8769351" y="901700"/>
              <a:ext cx="534988" cy="534988"/>
            </a:xfrm>
            <a:custGeom>
              <a:avLst/>
              <a:gdLst>
                <a:gd name="T0" fmla="*/ 204 w 408"/>
                <a:gd name="T1" fmla="*/ 408 h 408"/>
                <a:gd name="T2" fmla="*/ 408 w 408"/>
                <a:gd name="T3" fmla="*/ 204 h 408"/>
                <a:gd name="T4" fmla="*/ 204 w 408"/>
                <a:gd name="T5" fmla="*/ 0 h 408"/>
                <a:gd name="T6" fmla="*/ 0 w 408"/>
                <a:gd name="T7" fmla="*/ 204 h 408"/>
                <a:gd name="T8" fmla="*/ 204 w 408"/>
                <a:gd name="T9" fmla="*/ 408 h 408"/>
                <a:gd name="T10" fmla="*/ 196 w 408"/>
                <a:gd name="T11" fmla="*/ 38 h 408"/>
                <a:gd name="T12" fmla="*/ 370 w 408"/>
                <a:gd name="T13" fmla="*/ 212 h 408"/>
                <a:gd name="T14" fmla="*/ 196 w 408"/>
                <a:gd name="T15" fmla="*/ 386 h 408"/>
                <a:gd name="T16" fmla="*/ 22 w 408"/>
                <a:gd name="T17" fmla="*/ 212 h 408"/>
                <a:gd name="T18" fmla="*/ 196 w 408"/>
                <a:gd name="T19" fmla="*/ 38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8" h="408">
                  <a:moveTo>
                    <a:pt x="204" y="408"/>
                  </a:moveTo>
                  <a:cubicBezTo>
                    <a:pt x="316" y="408"/>
                    <a:pt x="408" y="317"/>
                    <a:pt x="408" y="204"/>
                  </a:cubicBezTo>
                  <a:cubicBezTo>
                    <a:pt x="408" y="91"/>
                    <a:pt x="316" y="0"/>
                    <a:pt x="204" y="0"/>
                  </a:cubicBezTo>
                  <a:cubicBezTo>
                    <a:pt x="91" y="0"/>
                    <a:pt x="0" y="91"/>
                    <a:pt x="0" y="204"/>
                  </a:cubicBezTo>
                  <a:cubicBezTo>
                    <a:pt x="0" y="317"/>
                    <a:pt x="91" y="408"/>
                    <a:pt x="204" y="408"/>
                  </a:cubicBezTo>
                  <a:close/>
                  <a:moveTo>
                    <a:pt x="196" y="38"/>
                  </a:moveTo>
                  <a:cubicBezTo>
                    <a:pt x="292" y="38"/>
                    <a:pt x="370" y="116"/>
                    <a:pt x="370" y="212"/>
                  </a:cubicBezTo>
                  <a:cubicBezTo>
                    <a:pt x="370" y="308"/>
                    <a:pt x="292" y="386"/>
                    <a:pt x="196" y="386"/>
                  </a:cubicBezTo>
                  <a:cubicBezTo>
                    <a:pt x="100" y="386"/>
                    <a:pt x="22" y="308"/>
                    <a:pt x="22" y="212"/>
                  </a:cubicBezTo>
                  <a:cubicBezTo>
                    <a:pt x="22" y="116"/>
                    <a:pt x="100" y="38"/>
                    <a:pt x="196"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Rectangle 220"/>
            <p:cNvSpPr>
              <a:spLocks noChangeArrowheads="1"/>
            </p:cNvSpPr>
            <p:nvPr/>
          </p:nvSpPr>
          <p:spPr bwMode="auto">
            <a:xfrm>
              <a:off x="8081963" y="1955800"/>
              <a:ext cx="1011238" cy="4810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Rectangle 221"/>
            <p:cNvSpPr>
              <a:spLocks noChangeArrowheads="1"/>
            </p:cNvSpPr>
            <p:nvPr/>
          </p:nvSpPr>
          <p:spPr bwMode="auto">
            <a:xfrm>
              <a:off x="8081963" y="2463800"/>
              <a:ext cx="88900" cy="254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Rectangle 222"/>
            <p:cNvSpPr>
              <a:spLocks noChangeArrowheads="1"/>
            </p:cNvSpPr>
            <p:nvPr/>
          </p:nvSpPr>
          <p:spPr bwMode="auto">
            <a:xfrm>
              <a:off x="8999538" y="2463800"/>
              <a:ext cx="93663" cy="254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Rectangle 223"/>
            <p:cNvSpPr>
              <a:spLocks noChangeArrowheads="1"/>
            </p:cNvSpPr>
            <p:nvPr/>
          </p:nvSpPr>
          <p:spPr bwMode="auto">
            <a:xfrm>
              <a:off x="8035926" y="1882775"/>
              <a:ext cx="1098550" cy="571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224"/>
            <p:cNvSpPr>
              <a:spLocks/>
            </p:cNvSpPr>
            <p:nvPr/>
          </p:nvSpPr>
          <p:spPr bwMode="auto">
            <a:xfrm>
              <a:off x="8432801" y="1428750"/>
              <a:ext cx="31750" cy="30163"/>
            </a:xfrm>
            <a:custGeom>
              <a:avLst/>
              <a:gdLst>
                <a:gd name="T0" fmla="*/ 20 w 20"/>
                <a:gd name="T1" fmla="*/ 9 h 19"/>
                <a:gd name="T2" fmla="*/ 0 w 20"/>
                <a:gd name="T3" fmla="*/ 0 h 19"/>
                <a:gd name="T4" fmla="*/ 9 w 20"/>
                <a:gd name="T5" fmla="*/ 19 h 19"/>
                <a:gd name="T6" fmla="*/ 20 w 20"/>
                <a:gd name="T7" fmla="*/ 9 h 19"/>
              </a:gdLst>
              <a:ahLst/>
              <a:cxnLst>
                <a:cxn ang="0">
                  <a:pos x="T0" y="T1"/>
                </a:cxn>
                <a:cxn ang="0">
                  <a:pos x="T2" y="T3"/>
                </a:cxn>
                <a:cxn ang="0">
                  <a:pos x="T4" y="T5"/>
                </a:cxn>
                <a:cxn ang="0">
                  <a:pos x="T6" y="T7"/>
                </a:cxn>
              </a:cxnLst>
              <a:rect l="0" t="0" r="r" b="b"/>
              <a:pathLst>
                <a:path w="20" h="19">
                  <a:moveTo>
                    <a:pt x="20" y="9"/>
                  </a:moveTo>
                  <a:lnTo>
                    <a:pt x="0" y="0"/>
                  </a:lnTo>
                  <a:lnTo>
                    <a:pt x="9" y="19"/>
                  </a:lnTo>
                  <a:lnTo>
                    <a:pt x="2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Freeform 225"/>
            <p:cNvSpPr>
              <a:spLocks noEditPoints="1"/>
            </p:cNvSpPr>
            <p:nvPr/>
          </p:nvSpPr>
          <p:spPr bwMode="auto">
            <a:xfrm>
              <a:off x="8529638" y="1473200"/>
              <a:ext cx="236538" cy="234950"/>
            </a:xfrm>
            <a:custGeom>
              <a:avLst/>
              <a:gdLst>
                <a:gd name="T0" fmla="*/ 0 w 180"/>
                <a:gd name="T1" fmla="*/ 90 h 180"/>
                <a:gd name="T2" fmla="*/ 90 w 180"/>
                <a:gd name="T3" fmla="*/ 180 h 180"/>
                <a:gd name="T4" fmla="*/ 180 w 180"/>
                <a:gd name="T5" fmla="*/ 90 h 180"/>
                <a:gd name="T6" fmla="*/ 90 w 180"/>
                <a:gd name="T7" fmla="*/ 0 h 180"/>
                <a:gd name="T8" fmla="*/ 0 w 180"/>
                <a:gd name="T9" fmla="*/ 90 h 180"/>
                <a:gd name="T10" fmla="*/ 153 w 180"/>
                <a:gd name="T11" fmla="*/ 108 h 180"/>
                <a:gd name="T12" fmla="*/ 152 w 180"/>
                <a:gd name="T13" fmla="*/ 120 h 180"/>
                <a:gd name="T14" fmla="*/ 64 w 180"/>
                <a:gd name="T15" fmla="*/ 155 h 180"/>
                <a:gd name="T16" fmla="*/ 55 w 180"/>
                <a:gd name="T17" fmla="*/ 147 h 180"/>
                <a:gd name="T18" fmla="*/ 153 w 180"/>
                <a:gd name="T19" fmla="*/ 108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0" h="180">
                  <a:moveTo>
                    <a:pt x="0" y="90"/>
                  </a:moveTo>
                  <a:cubicBezTo>
                    <a:pt x="0" y="140"/>
                    <a:pt x="40" y="180"/>
                    <a:pt x="90" y="180"/>
                  </a:cubicBezTo>
                  <a:cubicBezTo>
                    <a:pt x="140" y="180"/>
                    <a:pt x="180" y="140"/>
                    <a:pt x="180" y="90"/>
                  </a:cubicBezTo>
                  <a:cubicBezTo>
                    <a:pt x="180" y="40"/>
                    <a:pt x="140" y="0"/>
                    <a:pt x="90" y="0"/>
                  </a:cubicBezTo>
                  <a:cubicBezTo>
                    <a:pt x="40" y="0"/>
                    <a:pt x="0" y="40"/>
                    <a:pt x="0" y="90"/>
                  </a:cubicBezTo>
                  <a:close/>
                  <a:moveTo>
                    <a:pt x="153" y="108"/>
                  </a:moveTo>
                  <a:cubicBezTo>
                    <a:pt x="152" y="120"/>
                    <a:pt x="152" y="120"/>
                    <a:pt x="152" y="120"/>
                  </a:cubicBezTo>
                  <a:cubicBezTo>
                    <a:pt x="101" y="114"/>
                    <a:pt x="64" y="154"/>
                    <a:pt x="64" y="155"/>
                  </a:cubicBezTo>
                  <a:cubicBezTo>
                    <a:pt x="55" y="147"/>
                    <a:pt x="55" y="147"/>
                    <a:pt x="55" y="147"/>
                  </a:cubicBezTo>
                  <a:cubicBezTo>
                    <a:pt x="57" y="145"/>
                    <a:pt x="97" y="101"/>
                    <a:pt x="153" y="1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226"/>
            <p:cNvSpPr>
              <a:spLocks noEditPoints="1"/>
            </p:cNvSpPr>
            <p:nvPr/>
          </p:nvSpPr>
          <p:spPr bwMode="auto">
            <a:xfrm>
              <a:off x="8786813" y="1500188"/>
              <a:ext cx="52388" cy="52388"/>
            </a:xfrm>
            <a:custGeom>
              <a:avLst/>
              <a:gdLst>
                <a:gd name="T0" fmla="*/ 0 w 40"/>
                <a:gd name="T1" fmla="*/ 20 h 40"/>
                <a:gd name="T2" fmla="*/ 20 w 40"/>
                <a:gd name="T3" fmla="*/ 40 h 40"/>
                <a:gd name="T4" fmla="*/ 40 w 40"/>
                <a:gd name="T5" fmla="*/ 20 h 40"/>
                <a:gd name="T6" fmla="*/ 20 w 40"/>
                <a:gd name="T7" fmla="*/ 0 h 40"/>
                <a:gd name="T8" fmla="*/ 0 w 40"/>
                <a:gd name="T9" fmla="*/ 20 h 40"/>
                <a:gd name="T10" fmla="*/ 29 w 40"/>
                <a:gd name="T11" fmla="*/ 20 h 40"/>
                <a:gd name="T12" fmla="*/ 19 w 40"/>
                <a:gd name="T13" fmla="*/ 30 h 40"/>
                <a:gd name="T14" fmla="*/ 9 w 40"/>
                <a:gd name="T15" fmla="*/ 20 h 40"/>
                <a:gd name="T16" fmla="*/ 19 w 40"/>
                <a:gd name="T17" fmla="*/ 10 h 40"/>
                <a:gd name="T18" fmla="*/ 29 w 40"/>
                <a:gd name="T19"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40">
                  <a:moveTo>
                    <a:pt x="0" y="20"/>
                  </a:moveTo>
                  <a:cubicBezTo>
                    <a:pt x="0" y="31"/>
                    <a:pt x="9" y="40"/>
                    <a:pt x="20" y="40"/>
                  </a:cubicBezTo>
                  <a:cubicBezTo>
                    <a:pt x="31" y="40"/>
                    <a:pt x="40" y="31"/>
                    <a:pt x="40" y="20"/>
                  </a:cubicBezTo>
                  <a:cubicBezTo>
                    <a:pt x="40" y="9"/>
                    <a:pt x="31" y="0"/>
                    <a:pt x="20" y="0"/>
                  </a:cubicBezTo>
                  <a:cubicBezTo>
                    <a:pt x="9" y="0"/>
                    <a:pt x="0" y="9"/>
                    <a:pt x="0" y="20"/>
                  </a:cubicBezTo>
                  <a:close/>
                  <a:moveTo>
                    <a:pt x="29" y="20"/>
                  </a:moveTo>
                  <a:cubicBezTo>
                    <a:pt x="29" y="26"/>
                    <a:pt x="25" y="30"/>
                    <a:pt x="19" y="30"/>
                  </a:cubicBezTo>
                  <a:cubicBezTo>
                    <a:pt x="13" y="30"/>
                    <a:pt x="9" y="26"/>
                    <a:pt x="9" y="20"/>
                  </a:cubicBezTo>
                  <a:cubicBezTo>
                    <a:pt x="9" y="14"/>
                    <a:pt x="13" y="10"/>
                    <a:pt x="19" y="10"/>
                  </a:cubicBezTo>
                  <a:cubicBezTo>
                    <a:pt x="25" y="10"/>
                    <a:pt x="29" y="14"/>
                    <a:pt x="29"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227"/>
            <p:cNvSpPr>
              <a:spLocks noEditPoints="1"/>
            </p:cNvSpPr>
            <p:nvPr/>
          </p:nvSpPr>
          <p:spPr bwMode="auto">
            <a:xfrm>
              <a:off x="8851901" y="1444625"/>
              <a:ext cx="74613" cy="73025"/>
            </a:xfrm>
            <a:custGeom>
              <a:avLst/>
              <a:gdLst>
                <a:gd name="T0" fmla="*/ 0 w 57"/>
                <a:gd name="T1" fmla="*/ 28 h 56"/>
                <a:gd name="T2" fmla="*/ 29 w 57"/>
                <a:gd name="T3" fmla="*/ 56 h 56"/>
                <a:gd name="T4" fmla="*/ 57 w 57"/>
                <a:gd name="T5" fmla="*/ 28 h 56"/>
                <a:gd name="T6" fmla="*/ 29 w 57"/>
                <a:gd name="T7" fmla="*/ 0 h 56"/>
                <a:gd name="T8" fmla="*/ 0 w 57"/>
                <a:gd name="T9" fmla="*/ 28 h 56"/>
                <a:gd name="T10" fmla="*/ 45 w 57"/>
                <a:gd name="T11" fmla="*/ 28 h 56"/>
                <a:gd name="T12" fmla="*/ 29 w 57"/>
                <a:gd name="T13" fmla="*/ 44 h 56"/>
                <a:gd name="T14" fmla="*/ 12 w 57"/>
                <a:gd name="T15" fmla="*/ 28 h 56"/>
                <a:gd name="T16" fmla="*/ 29 w 57"/>
                <a:gd name="T17" fmla="*/ 12 h 56"/>
                <a:gd name="T18" fmla="*/ 45 w 57"/>
                <a:gd name="T19" fmla="*/ 2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 h="56">
                  <a:moveTo>
                    <a:pt x="0" y="28"/>
                  </a:moveTo>
                  <a:cubicBezTo>
                    <a:pt x="0" y="44"/>
                    <a:pt x="13" y="56"/>
                    <a:pt x="29" y="56"/>
                  </a:cubicBezTo>
                  <a:cubicBezTo>
                    <a:pt x="44" y="56"/>
                    <a:pt x="57" y="44"/>
                    <a:pt x="57" y="28"/>
                  </a:cubicBezTo>
                  <a:cubicBezTo>
                    <a:pt x="57" y="12"/>
                    <a:pt x="44" y="0"/>
                    <a:pt x="29" y="0"/>
                  </a:cubicBezTo>
                  <a:cubicBezTo>
                    <a:pt x="13" y="0"/>
                    <a:pt x="0" y="12"/>
                    <a:pt x="0" y="28"/>
                  </a:cubicBezTo>
                  <a:close/>
                  <a:moveTo>
                    <a:pt x="45" y="28"/>
                  </a:moveTo>
                  <a:cubicBezTo>
                    <a:pt x="45" y="37"/>
                    <a:pt x="38" y="44"/>
                    <a:pt x="29" y="44"/>
                  </a:cubicBezTo>
                  <a:cubicBezTo>
                    <a:pt x="20" y="44"/>
                    <a:pt x="12" y="37"/>
                    <a:pt x="12" y="28"/>
                  </a:cubicBezTo>
                  <a:cubicBezTo>
                    <a:pt x="12" y="19"/>
                    <a:pt x="20" y="12"/>
                    <a:pt x="29" y="12"/>
                  </a:cubicBezTo>
                  <a:cubicBezTo>
                    <a:pt x="38" y="12"/>
                    <a:pt x="45" y="19"/>
                    <a:pt x="45"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228"/>
            <p:cNvSpPr>
              <a:spLocks noEditPoints="1"/>
            </p:cNvSpPr>
            <p:nvPr/>
          </p:nvSpPr>
          <p:spPr bwMode="auto">
            <a:xfrm>
              <a:off x="8094663" y="831850"/>
              <a:ext cx="533400" cy="533400"/>
            </a:xfrm>
            <a:custGeom>
              <a:avLst/>
              <a:gdLst>
                <a:gd name="T0" fmla="*/ 204 w 408"/>
                <a:gd name="T1" fmla="*/ 408 h 408"/>
                <a:gd name="T2" fmla="*/ 408 w 408"/>
                <a:gd name="T3" fmla="*/ 204 h 408"/>
                <a:gd name="T4" fmla="*/ 204 w 408"/>
                <a:gd name="T5" fmla="*/ 0 h 408"/>
                <a:gd name="T6" fmla="*/ 0 w 408"/>
                <a:gd name="T7" fmla="*/ 204 h 408"/>
                <a:gd name="T8" fmla="*/ 204 w 408"/>
                <a:gd name="T9" fmla="*/ 408 h 408"/>
                <a:gd name="T10" fmla="*/ 212 w 408"/>
                <a:gd name="T11" fmla="*/ 38 h 408"/>
                <a:gd name="T12" fmla="*/ 386 w 408"/>
                <a:gd name="T13" fmla="*/ 212 h 408"/>
                <a:gd name="T14" fmla="*/ 212 w 408"/>
                <a:gd name="T15" fmla="*/ 386 h 408"/>
                <a:gd name="T16" fmla="*/ 38 w 408"/>
                <a:gd name="T17" fmla="*/ 212 h 408"/>
                <a:gd name="T18" fmla="*/ 212 w 408"/>
                <a:gd name="T19" fmla="*/ 38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8" h="408">
                  <a:moveTo>
                    <a:pt x="204" y="408"/>
                  </a:moveTo>
                  <a:cubicBezTo>
                    <a:pt x="317" y="408"/>
                    <a:pt x="408" y="317"/>
                    <a:pt x="408" y="204"/>
                  </a:cubicBezTo>
                  <a:cubicBezTo>
                    <a:pt x="408" y="91"/>
                    <a:pt x="317" y="0"/>
                    <a:pt x="204" y="0"/>
                  </a:cubicBezTo>
                  <a:cubicBezTo>
                    <a:pt x="92" y="0"/>
                    <a:pt x="0" y="91"/>
                    <a:pt x="0" y="204"/>
                  </a:cubicBezTo>
                  <a:cubicBezTo>
                    <a:pt x="0" y="317"/>
                    <a:pt x="92" y="408"/>
                    <a:pt x="204" y="408"/>
                  </a:cubicBezTo>
                  <a:close/>
                  <a:moveTo>
                    <a:pt x="212" y="38"/>
                  </a:moveTo>
                  <a:cubicBezTo>
                    <a:pt x="308" y="38"/>
                    <a:pt x="386" y="116"/>
                    <a:pt x="386" y="212"/>
                  </a:cubicBezTo>
                  <a:cubicBezTo>
                    <a:pt x="386" y="308"/>
                    <a:pt x="308" y="386"/>
                    <a:pt x="212" y="386"/>
                  </a:cubicBezTo>
                  <a:cubicBezTo>
                    <a:pt x="116" y="386"/>
                    <a:pt x="38" y="308"/>
                    <a:pt x="38" y="212"/>
                  </a:cubicBezTo>
                  <a:cubicBezTo>
                    <a:pt x="38" y="116"/>
                    <a:pt x="116" y="38"/>
                    <a:pt x="212"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229"/>
            <p:cNvSpPr>
              <a:spLocks noEditPoints="1"/>
            </p:cNvSpPr>
            <p:nvPr/>
          </p:nvSpPr>
          <p:spPr bwMode="auto">
            <a:xfrm>
              <a:off x="8656638" y="1350963"/>
              <a:ext cx="52388" cy="50800"/>
            </a:xfrm>
            <a:custGeom>
              <a:avLst/>
              <a:gdLst>
                <a:gd name="T0" fmla="*/ 20 w 40"/>
                <a:gd name="T1" fmla="*/ 39 h 39"/>
                <a:gd name="T2" fmla="*/ 40 w 40"/>
                <a:gd name="T3" fmla="*/ 20 h 39"/>
                <a:gd name="T4" fmla="*/ 20 w 40"/>
                <a:gd name="T5" fmla="*/ 0 h 39"/>
                <a:gd name="T6" fmla="*/ 0 w 40"/>
                <a:gd name="T7" fmla="*/ 20 h 39"/>
                <a:gd name="T8" fmla="*/ 20 w 40"/>
                <a:gd name="T9" fmla="*/ 39 h 39"/>
                <a:gd name="T10" fmla="*/ 20 w 40"/>
                <a:gd name="T11" fmla="*/ 10 h 39"/>
                <a:gd name="T12" fmla="*/ 30 w 40"/>
                <a:gd name="T13" fmla="*/ 20 h 39"/>
                <a:gd name="T14" fmla="*/ 20 w 40"/>
                <a:gd name="T15" fmla="*/ 30 h 39"/>
                <a:gd name="T16" fmla="*/ 10 w 40"/>
                <a:gd name="T17" fmla="*/ 20 h 39"/>
                <a:gd name="T18" fmla="*/ 20 w 40"/>
                <a:gd name="T19" fmla="*/ 1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39">
                  <a:moveTo>
                    <a:pt x="20" y="39"/>
                  </a:moveTo>
                  <a:cubicBezTo>
                    <a:pt x="31" y="39"/>
                    <a:pt x="40" y="30"/>
                    <a:pt x="40" y="20"/>
                  </a:cubicBezTo>
                  <a:cubicBezTo>
                    <a:pt x="40" y="9"/>
                    <a:pt x="31" y="0"/>
                    <a:pt x="20" y="0"/>
                  </a:cubicBezTo>
                  <a:cubicBezTo>
                    <a:pt x="9" y="0"/>
                    <a:pt x="0" y="9"/>
                    <a:pt x="0" y="20"/>
                  </a:cubicBezTo>
                  <a:cubicBezTo>
                    <a:pt x="0" y="30"/>
                    <a:pt x="9" y="39"/>
                    <a:pt x="20" y="39"/>
                  </a:cubicBezTo>
                  <a:close/>
                  <a:moveTo>
                    <a:pt x="20" y="10"/>
                  </a:moveTo>
                  <a:cubicBezTo>
                    <a:pt x="26" y="10"/>
                    <a:pt x="30" y="15"/>
                    <a:pt x="30" y="20"/>
                  </a:cubicBezTo>
                  <a:cubicBezTo>
                    <a:pt x="30" y="26"/>
                    <a:pt x="26" y="30"/>
                    <a:pt x="20" y="30"/>
                  </a:cubicBezTo>
                  <a:cubicBezTo>
                    <a:pt x="15" y="30"/>
                    <a:pt x="10" y="26"/>
                    <a:pt x="10" y="20"/>
                  </a:cubicBezTo>
                  <a:cubicBezTo>
                    <a:pt x="10" y="15"/>
                    <a:pt x="15" y="10"/>
                    <a:pt x="20"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Oval 230"/>
            <p:cNvSpPr>
              <a:spLocks noChangeArrowheads="1"/>
            </p:cNvSpPr>
            <p:nvPr/>
          </p:nvSpPr>
          <p:spPr bwMode="auto">
            <a:xfrm>
              <a:off x="8631238" y="1416050"/>
              <a:ext cx="34925" cy="349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Freeform 231"/>
            <p:cNvSpPr>
              <a:spLocks noEditPoints="1"/>
            </p:cNvSpPr>
            <p:nvPr/>
          </p:nvSpPr>
          <p:spPr bwMode="auto">
            <a:xfrm>
              <a:off x="8589963" y="1273175"/>
              <a:ext cx="74613" cy="73025"/>
            </a:xfrm>
            <a:custGeom>
              <a:avLst/>
              <a:gdLst>
                <a:gd name="T0" fmla="*/ 0 w 56"/>
                <a:gd name="T1" fmla="*/ 29 h 57"/>
                <a:gd name="T2" fmla="*/ 28 w 56"/>
                <a:gd name="T3" fmla="*/ 57 h 57"/>
                <a:gd name="T4" fmla="*/ 56 w 56"/>
                <a:gd name="T5" fmla="*/ 29 h 57"/>
                <a:gd name="T6" fmla="*/ 28 w 56"/>
                <a:gd name="T7" fmla="*/ 0 h 57"/>
                <a:gd name="T8" fmla="*/ 0 w 56"/>
                <a:gd name="T9" fmla="*/ 29 h 57"/>
                <a:gd name="T10" fmla="*/ 44 w 56"/>
                <a:gd name="T11" fmla="*/ 31 h 57"/>
                <a:gd name="T12" fmla="*/ 28 w 56"/>
                <a:gd name="T13" fmla="*/ 47 h 57"/>
                <a:gd name="T14" fmla="*/ 11 w 56"/>
                <a:gd name="T15" fmla="*/ 31 h 57"/>
                <a:gd name="T16" fmla="*/ 28 w 56"/>
                <a:gd name="T17" fmla="*/ 14 h 57"/>
                <a:gd name="T18" fmla="*/ 44 w 56"/>
                <a:gd name="T19" fmla="*/ 3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57">
                  <a:moveTo>
                    <a:pt x="0" y="29"/>
                  </a:moveTo>
                  <a:cubicBezTo>
                    <a:pt x="0" y="44"/>
                    <a:pt x="12" y="57"/>
                    <a:pt x="28" y="57"/>
                  </a:cubicBezTo>
                  <a:cubicBezTo>
                    <a:pt x="44" y="57"/>
                    <a:pt x="56" y="44"/>
                    <a:pt x="56" y="29"/>
                  </a:cubicBezTo>
                  <a:cubicBezTo>
                    <a:pt x="56" y="13"/>
                    <a:pt x="44" y="0"/>
                    <a:pt x="28" y="0"/>
                  </a:cubicBezTo>
                  <a:cubicBezTo>
                    <a:pt x="12" y="0"/>
                    <a:pt x="0" y="13"/>
                    <a:pt x="0" y="29"/>
                  </a:cubicBezTo>
                  <a:close/>
                  <a:moveTo>
                    <a:pt x="44" y="31"/>
                  </a:moveTo>
                  <a:cubicBezTo>
                    <a:pt x="44" y="40"/>
                    <a:pt x="37" y="47"/>
                    <a:pt x="28" y="47"/>
                  </a:cubicBezTo>
                  <a:cubicBezTo>
                    <a:pt x="19" y="47"/>
                    <a:pt x="11" y="40"/>
                    <a:pt x="11" y="31"/>
                  </a:cubicBezTo>
                  <a:cubicBezTo>
                    <a:pt x="11" y="22"/>
                    <a:pt x="19" y="14"/>
                    <a:pt x="28" y="14"/>
                  </a:cubicBezTo>
                  <a:cubicBezTo>
                    <a:pt x="37" y="14"/>
                    <a:pt x="44" y="22"/>
                    <a:pt x="44"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232"/>
            <p:cNvSpPr>
              <a:spLocks/>
            </p:cNvSpPr>
            <p:nvPr/>
          </p:nvSpPr>
          <p:spPr bwMode="auto">
            <a:xfrm>
              <a:off x="8201026" y="1038225"/>
              <a:ext cx="79375" cy="141288"/>
            </a:xfrm>
            <a:custGeom>
              <a:avLst/>
              <a:gdLst>
                <a:gd name="T0" fmla="*/ 31 w 60"/>
                <a:gd name="T1" fmla="*/ 92 h 108"/>
                <a:gd name="T2" fmla="*/ 15 w 60"/>
                <a:gd name="T3" fmla="*/ 74 h 108"/>
                <a:gd name="T4" fmla="*/ 0 w 60"/>
                <a:gd name="T5" fmla="*/ 78 h 108"/>
                <a:gd name="T6" fmla="*/ 31 w 60"/>
                <a:gd name="T7" fmla="*/ 108 h 108"/>
                <a:gd name="T8" fmla="*/ 60 w 60"/>
                <a:gd name="T9" fmla="*/ 81 h 108"/>
                <a:gd name="T10" fmla="*/ 53 w 60"/>
                <a:gd name="T11" fmla="*/ 62 h 108"/>
                <a:gd name="T12" fmla="*/ 38 w 60"/>
                <a:gd name="T13" fmla="*/ 48 h 108"/>
                <a:gd name="T14" fmla="*/ 24 w 60"/>
                <a:gd name="T15" fmla="*/ 37 h 108"/>
                <a:gd name="T16" fmla="*/ 20 w 60"/>
                <a:gd name="T17" fmla="*/ 26 h 108"/>
                <a:gd name="T18" fmla="*/ 30 w 60"/>
                <a:gd name="T19" fmla="*/ 16 h 108"/>
                <a:gd name="T20" fmla="*/ 44 w 60"/>
                <a:gd name="T21" fmla="*/ 31 h 108"/>
                <a:gd name="T22" fmla="*/ 59 w 60"/>
                <a:gd name="T23" fmla="*/ 26 h 108"/>
                <a:gd name="T24" fmla="*/ 30 w 60"/>
                <a:gd name="T25" fmla="*/ 0 h 108"/>
                <a:gd name="T26" fmla="*/ 3 w 60"/>
                <a:gd name="T27" fmla="*/ 26 h 108"/>
                <a:gd name="T28" fmla="*/ 9 w 60"/>
                <a:gd name="T29" fmla="*/ 43 h 108"/>
                <a:gd name="T30" fmla="*/ 28 w 60"/>
                <a:gd name="T31" fmla="*/ 60 h 108"/>
                <a:gd name="T32" fmla="*/ 43 w 60"/>
                <a:gd name="T33" fmla="*/ 81 h 108"/>
                <a:gd name="T34" fmla="*/ 31 w 60"/>
                <a:gd name="T35" fmla="*/ 92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0" h="108">
                  <a:moveTo>
                    <a:pt x="31" y="92"/>
                  </a:moveTo>
                  <a:cubicBezTo>
                    <a:pt x="23" y="92"/>
                    <a:pt x="17" y="86"/>
                    <a:pt x="15" y="74"/>
                  </a:cubicBezTo>
                  <a:cubicBezTo>
                    <a:pt x="0" y="78"/>
                    <a:pt x="0" y="78"/>
                    <a:pt x="0" y="78"/>
                  </a:cubicBezTo>
                  <a:cubicBezTo>
                    <a:pt x="3" y="98"/>
                    <a:pt x="14" y="108"/>
                    <a:pt x="31" y="108"/>
                  </a:cubicBezTo>
                  <a:cubicBezTo>
                    <a:pt x="48" y="108"/>
                    <a:pt x="60" y="97"/>
                    <a:pt x="60" y="81"/>
                  </a:cubicBezTo>
                  <a:cubicBezTo>
                    <a:pt x="60" y="74"/>
                    <a:pt x="57" y="67"/>
                    <a:pt x="53" y="62"/>
                  </a:cubicBezTo>
                  <a:cubicBezTo>
                    <a:pt x="50" y="58"/>
                    <a:pt x="47" y="55"/>
                    <a:pt x="38" y="48"/>
                  </a:cubicBezTo>
                  <a:cubicBezTo>
                    <a:pt x="27" y="40"/>
                    <a:pt x="27" y="40"/>
                    <a:pt x="24" y="37"/>
                  </a:cubicBezTo>
                  <a:cubicBezTo>
                    <a:pt x="21" y="34"/>
                    <a:pt x="20" y="30"/>
                    <a:pt x="20" y="26"/>
                  </a:cubicBezTo>
                  <a:cubicBezTo>
                    <a:pt x="20" y="20"/>
                    <a:pt x="24" y="16"/>
                    <a:pt x="30" y="16"/>
                  </a:cubicBezTo>
                  <a:cubicBezTo>
                    <a:pt x="37" y="16"/>
                    <a:pt x="41" y="21"/>
                    <a:pt x="44" y="31"/>
                  </a:cubicBezTo>
                  <a:cubicBezTo>
                    <a:pt x="59" y="26"/>
                    <a:pt x="59" y="26"/>
                    <a:pt x="59" y="26"/>
                  </a:cubicBezTo>
                  <a:cubicBezTo>
                    <a:pt x="55" y="9"/>
                    <a:pt x="45" y="0"/>
                    <a:pt x="30" y="0"/>
                  </a:cubicBezTo>
                  <a:cubicBezTo>
                    <a:pt x="14" y="0"/>
                    <a:pt x="3" y="11"/>
                    <a:pt x="3" y="26"/>
                  </a:cubicBezTo>
                  <a:cubicBezTo>
                    <a:pt x="3" y="32"/>
                    <a:pt x="5" y="38"/>
                    <a:pt x="9" y="43"/>
                  </a:cubicBezTo>
                  <a:cubicBezTo>
                    <a:pt x="13" y="48"/>
                    <a:pt x="13" y="49"/>
                    <a:pt x="28" y="60"/>
                  </a:cubicBezTo>
                  <a:cubicBezTo>
                    <a:pt x="40" y="70"/>
                    <a:pt x="43" y="74"/>
                    <a:pt x="43" y="81"/>
                  </a:cubicBezTo>
                  <a:cubicBezTo>
                    <a:pt x="43" y="88"/>
                    <a:pt x="38" y="92"/>
                    <a:pt x="31" y="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Freeform 233"/>
            <p:cNvSpPr>
              <a:spLocks/>
            </p:cNvSpPr>
            <p:nvPr/>
          </p:nvSpPr>
          <p:spPr bwMode="auto">
            <a:xfrm>
              <a:off x="8291513" y="1039813"/>
              <a:ext cx="74613" cy="136525"/>
            </a:xfrm>
            <a:custGeom>
              <a:avLst/>
              <a:gdLst>
                <a:gd name="T0" fmla="*/ 17 w 47"/>
                <a:gd name="T1" fmla="*/ 86 h 86"/>
                <a:gd name="T2" fmla="*/ 30 w 47"/>
                <a:gd name="T3" fmla="*/ 86 h 86"/>
                <a:gd name="T4" fmla="*/ 30 w 47"/>
                <a:gd name="T5" fmla="*/ 13 h 86"/>
                <a:gd name="T6" fmla="*/ 47 w 47"/>
                <a:gd name="T7" fmla="*/ 13 h 86"/>
                <a:gd name="T8" fmla="*/ 47 w 47"/>
                <a:gd name="T9" fmla="*/ 0 h 86"/>
                <a:gd name="T10" fmla="*/ 0 w 47"/>
                <a:gd name="T11" fmla="*/ 0 h 86"/>
                <a:gd name="T12" fmla="*/ 0 w 47"/>
                <a:gd name="T13" fmla="*/ 13 h 86"/>
                <a:gd name="T14" fmla="*/ 17 w 47"/>
                <a:gd name="T15" fmla="*/ 13 h 86"/>
                <a:gd name="T16" fmla="*/ 17 w 47"/>
                <a:gd name="T17"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86">
                  <a:moveTo>
                    <a:pt x="17" y="86"/>
                  </a:moveTo>
                  <a:lnTo>
                    <a:pt x="30" y="86"/>
                  </a:lnTo>
                  <a:lnTo>
                    <a:pt x="30" y="13"/>
                  </a:lnTo>
                  <a:lnTo>
                    <a:pt x="47" y="13"/>
                  </a:lnTo>
                  <a:lnTo>
                    <a:pt x="47" y="0"/>
                  </a:lnTo>
                  <a:lnTo>
                    <a:pt x="0" y="0"/>
                  </a:lnTo>
                  <a:lnTo>
                    <a:pt x="0" y="13"/>
                  </a:lnTo>
                  <a:lnTo>
                    <a:pt x="17" y="13"/>
                  </a:lnTo>
                  <a:lnTo>
                    <a:pt x="17" y="8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234"/>
            <p:cNvSpPr>
              <a:spLocks noEditPoints="1"/>
            </p:cNvSpPr>
            <p:nvPr/>
          </p:nvSpPr>
          <p:spPr bwMode="auto">
            <a:xfrm>
              <a:off x="8364538" y="1039813"/>
              <a:ext cx="82550" cy="136525"/>
            </a:xfrm>
            <a:custGeom>
              <a:avLst/>
              <a:gdLst>
                <a:gd name="T0" fmla="*/ 16 w 52"/>
                <a:gd name="T1" fmla="*/ 66 h 86"/>
                <a:gd name="T2" fmla="*/ 35 w 52"/>
                <a:gd name="T3" fmla="*/ 66 h 86"/>
                <a:gd name="T4" fmla="*/ 38 w 52"/>
                <a:gd name="T5" fmla="*/ 86 h 86"/>
                <a:gd name="T6" fmla="*/ 52 w 52"/>
                <a:gd name="T7" fmla="*/ 86 h 86"/>
                <a:gd name="T8" fmla="*/ 34 w 52"/>
                <a:gd name="T9" fmla="*/ 0 h 86"/>
                <a:gd name="T10" fmla="*/ 16 w 52"/>
                <a:gd name="T11" fmla="*/ 0 h 86"/>
                <a:gd name="T12" fmla="*/ 0 w 52"/>
                <a:gd name="T13" fmla="*/ 86 h 86"/>
                <a:gd name="T14" fmla="*/ 13 w 52"/>
                <a:gd name="T15" fmla="*/ 86 h 86"/>
                <a:gd name="T16" fmla="*/ 16 w 52"/>
                <a:gd name="T17" fmla="*/ 66 h 86"/>
                <a:gd name="T18" fmla="*/ 25 w 52"/>
                <a:gd name="T19" fmla="*/ 17 h 86"/>
                <a:gd name="T20" fmla="*/ 33 w 52"/>
                <a:gd name="T21" fmla="*/ 56 h 86"/>
                <a:gd name="T22" fmla="*/ 19 w 52"/>
                <a:gd name="T23" fmla="*/ 56 h 86"/>
                <a:gd name="T24" fmla="*/ 25 w 52"/>
                <a:gd name="T25"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2" h="86">
                  <a:moveTo>
                    <a:pt x="16" y="66"/>
                  </a:moveTo>
                  <a:lnTo>
                    <a:pt x="35" y="66"/>
                  </a:lnTo>
                  <a:lnTo>
                    <a:pt x="38" y="86"/>
                  </a:lnTo>
                  <a:lnTo>
                    <a:pt x="52" y="86"/>
                  </a:lnTo>
                  <a:lnTo>
                    <a:pt x="34" y="0"/>
                  </a:lnTo>
                  <a:lnTo>
                    <a:pt x="16" y="0"/>
                  </a:lnTo>
                  <a:lnTo>
                    <a:pt x="0" y="86"/>
                  </a:lnTo>
                  <a:lnTo>
                    <a:pt x="13" y="86"/>
                  </a:lnTo>
                  <a:lnTo>
                    <a:pt x="16" y="66"/>
                  </a:lnTo>
                  <a:close/>
                  <a:moveTo>
                    <a:pt x="25" y="17"/>
                  </a:moveTo>
                  <a:lnTo>
                    <a:pt x="33" y="56"/>
                  </a:lnTo>
                  <a:lnTo>
                    <a:pt x="19" y="56"/>
                  </a:lnTo>
                  <a:lnTo>
                    <a:pt x="25"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235"/>
            <p:cNvSpPr>
              <a:spLocks/>
            </p:cNvSpPr>
            <p:nvPr/>
          </p:nvSpPr>
          <p:spPr bwMode="auto">
            <a:xfrm>
              <a:off x="8447088" y="1039813"/>
              <a:ext cx="82550" cy="136525"/>
            </a:xfrm>
            <a:custGeom>
              <a:avLst/>
              <a:gdLst>
                <a:gd name="T0" fmla="*/ 18 w 52"/>
                <a:gd name="T1" fmla="*/ 86 h 86"/>
                <a:gd name="T2" fmla="*/ 31 w 52"/>
                <a:gd name="T3" fmla="*/ 86 h 86"/>
                <a:gd name="T4" fmla="*/ 31 w 52"/>
                <a:gd name="T5" fmla="*/ 53 h 86"/>
                <a:gd name="T6" fmla="*/ 52 w 52"/>
                <a:gd name="T7" fmla="*/ 0 h 86"/>
                <a:gd name="T8" fmla="*/ 38 w 52"/>
                <a:gd name="T9" fmla="*/ 0 h 86"/>
                <a:gd name="T10" fmla="*/ 25 w 52"/>
                <a:gd name="T11" fmla="*/ 36 h 86"/>
                <a:gd name="T12" fmla="*/ 14 w 52"/>
                <a:gd name="T13" fmla="*/ 0 h 86"/>
                <a:gd name="T14" fmla="*/ 0 w 52"/>
                <a:gd name="T15" fmla="*/ 0 h 86"/>
                <a:gd name="T16" fmla="*/ 18 w 52"/>
                <a:gd name="T17" fmla="*/ 53 h 86"/>
                <a:gd name="T18" fmla="*/ 18 w 52"/>
                <a:gd name="T19"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86">
                  <a:moveTo>
                    <a:pt x="18" y="86"/>
                  </a:moveTo>
                  <a:lnTo>
                    <a:pt x="31" y="86"/>
                  </a:lnTo>
                  <a:lnTo>
                    <a:pt x="31" y="53"/>
                  </a:lnTo>
                  <a:lnTo>
                    <a:pt x="52" y="0"/>
                  </a:lnTo>
                  <a:lnTo>
                    <a:pt x="38" y="0"/>
                  </a:lnTo>
                  <a:lnTo>
                    <a:pt x="25" y="36"/>
                  </a:lnTo>
                  <a:lnTo>
                    <a:pt x="14" y="0"/>
                  </a:lnTo>
                  <a:lnTo>
                    <a:pt x="0" y="0"/>
                  </a:lnTo>
                  <a:lnTo>
                    <a:pt x="18" y="53"/>
                  </a:lnTo>
                  <a:lnTo>
                    <a:pt x="18" y="8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236"/>
            <p:cNvSpPr>
              <a:spLocks noEditPoints="1"/>
            </p:cNvSpPr>
            <p:nvPr/>
          </p:nvSpPr>
          <p:spPr bwMode="auto">
            <a:xfrm>
              <a:off x="8883651" y="1111250"/>
              <a:ext cx="84138" cy="149225"/>
            </a:xfrm>
            <a:custGeom>
              <a:avLst/>
              <a:gdLst>
                <a:gd name="T0" fmla="*/ 30 w 64"/>
                <a:gd name="T1" fmla="*/ 108 h 114"/>
                <a:gd name="T2" fmla="*/ 44 w 64"/>
                <a:gd name="T3" fmla="*/ 105 h 114"/>
                <a:gd name="T4" fmla="*/ 64 w 64"/>
                <a:gd name="T5" fmla="*/ 114 h 114"/>
                <a:gd name="T6" fmla="*/ 64 w 64"/>
                <a:gd name="T7" fmla="*/ 99 h 114"/>
                <a:gd name="T8" fmla="*/ 56 w 64"/>
                <a:gd name="T9" fmla="*/ 94 h 114"/>
                <a:gd name="T10" fmla="*/ 60 w 64"/>
                <a:gd name="T11" fmla="*/ 73 h 114"/>
                <a:gd name="T12" fmla="*/ 60 w 64"/>
                <a:gd name="T13" fmla="*/ 35 h 114"/>
                <a:gd name="T14" fmla="*/ 53 w 64"/>
                <a:gd name="T15" fmla="*/ 10 h 114"/>
                <a:gd name="T16" fmla="*/ 30 w 64"/>
                <a:gd name="T17" fmla="*/ 0 h 114"/>
                <a:gd name="T18" fmla="*/ 7 w 64"/>
                <a:gd name="T19" fmla="*/ 10 h 114"/>
                <a:gd name="T20" fmla="*/ 0 w 64"/>
                <a:gd name="T21" fmla="*/ 35 h 114"/>
                <a:gd name="T22" fmla="*/ 0 w 64"/>
                <a:gd name="T23" fmla="*/ 73 h 114"/>
                <a:gd name="T24" fmla="*/ 7 w 64"/>
                <a:gd name="T25" fmla="*/ 98 h 114"/>
                <a:gd name="T26" fmla="*/ 30 w 64"/>
                <a:gd name="T27" fmla="*/ 108 h 114"/>
                <a:gd name="T28" fmla="*/ 16 w 64"/>
                <a:gd name="T29" fmla="*/ 35 h 114"/>
                <a:gd name="T30" fmla="*/ 19 w 64"/>
                <a:gd name="T31" fmla="*/ 21 h 114"/>
                <a:gd name="T32" fmla="*/ 30 w 64"/>
                <a:gd name="T33" fmla="*/ 16 h 114"/>
                <a:gd name="T34" fmla="*/ 41 w 64"/>
                <a:gd name="T35" fmla="*/ 21 h 114"/>
                <a:gd name="T36" fmla="*/ 44 w 64"/>
                <a:gd name="T37" fmla="*/ 35 h 114"/>
                <a:gd name="T38" fmla="*/ 44 w 64"/>
                <a:gd name="T39" fmla="*/ 73 h 114"/>
                <a:gd name="T40" fmla="*/ 41 w 64"/>
                <a:gd name="T41" fmla="*/ 87 h 114"/>
                <a:gd name="T42" fmla="*/ 31 w 64"/>
                <a:gd name="T43" fmla="*/ 92 h 114"/>
                <a:gd name="T44" fmla="*/ 19 w 64"/>
                <a:gd name="T45" fmla="*/ 87 h 114"/>
                <a:gd name="T46" fmla="*/ 16 w 64"/>
                <a:gd name="T47" fmla="*/ 73 h 114"/>
                <a:gd name="T48" fmla="*/ 16 w 64"/>
                <a:gd name="T49" fmla="*/ 35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4" h="114">
                  <a:moveTo>
                    <a:pt x="30" y="108"/>
                  </a:moveTo>
                  <a:cubicBezTo>
                    <a:pt x="35" y="108"/>
                    <a:pt x="39" y="107"/>
                    <a:pt x="44" y="105"/>
                  </a:cubicBezTo>
                  <a:cubicBezTo>
                    <a:pt x="48" y="110"/>
                    <a:pt x="56" y="114"/>
                    <a:pt x="64" y="114"/>
                  </a:cubicBezTo>
                  <a:cubicBezTo>
                    <a:pt x="64" y="99"/>
                    <a:pt x="64" y="99"/>
                    <a:pt x="64" y="99"/>
                  </a:cubicBezTo>
                  <a:cubicBezTo>
                    <a:pt x="60" y="98"/>
                    <a:pt x="57" y="97"/>
                    <a:pt x="56" y="94"/>
                  </a:cubicBezTo>
                  <a:cubicBezTo>
                    <a:pt x="59" y="89"/>
                    <a:pt x="60" y="83"/>
                    <a:pt x="60" y="73"/>
                  </a:cubicBezTo>
                  <a:cubicBezTo>
                    <a:pt x="60" y="35"/>
                    <a:pt x="60" y="35"/>
                    <a:pt x="60" y="35"/>
                  </a:cubicBezTo>
                  <a:cubicBezTo>
                    <a:pt x="60" y="23"/>
                    <a:pt x="58" y="16"/>
                    <a:pt x="53" y="10"/>
                  </a:cubicBezTo>
                  <a:cubicBezTo>
                    <a:pt x="49" y="4"/>
                    <a:pt x="40" y="0"/>
                    <a:pt x="30" y="0"/>
                  </a:cubicBezTo>
                  <a:cubicBezTo>
                    <a:pt x="21" y="0"/>
                    <a:pt x="12" y="4"/>
                    <a:pt x="7" y="10"/>
                  </a:cubicBezTo>
                  <a:cubicBezTo>
                    <a:pt x="3" y="16"/>
                    <a:pt x="0" y="23"/>
                    <a:pt x="0" y="35"/>
                  </a:cubicBezTo>
                  <a:cubicBezTo>
                    <a:pt x="0" y="73"/>
                    <a:pt x="0" y="73"/>
                    <a:pt x="0" y="73"/>
                  </a:cubicBezTo>
                  <a:cubicBezTo>
                    <a:pt x="0" y="85"/>
                    <a:pt x="3" y="92"/>
                    <a:pt x="7" y="98"/>
                  </a:cubicBezTo>
                  <a:cubicBezTo>
                    <a:pt x="11" y="104"/>
                    <a:pt x="20" y="108"/>
                    <a:pt x="30" y="108"/>
                  </a:cubicBezTo>
                  <a:close/>
                  <a:moveTo>
                    <a:pt x="16" y="35"/>
                  </a:moveTo>
                  <a:cubicBezTo>
                    <a:pt x="16" y="27"/>
                    <a:pt x="17" y="24"/>
                    <a:pt x="19" y="21"/>
                  </a:cubicBezTo>
                  <a:cubicBezTo>
                    <a:pt x="21" y="18"/>
                    <a:pt x="25" y="16"/>
                    <a:pt x="30" y="16"/>
                  </a:cubicBezTo>
                  <a:cubicBezTo>
                    <a:pt x="34" y="16"/>
                    <a:pt x="39" y="18"/>
                    <a:pt x="41" y="21"/>
                  </a:cubicBezTo>
                  <a:cubicBezTo>
                    <a:pt x="43" y="24"/>
                    <a:pt x="44" y="27"/>
                    <a:pt x="44" y="35"/>
                  </a:cubicBezTo>
                  <a:cubicBezTo>
                    <a:pt x="44" y="73"/>
                    <a:pt x="44" y="73"/>
                    <a:pt x="44" y="73"/>
                  </a:cubicBezTo>
                  <a:cubicBezTo>
                    <a:pt x="44" y="81"/>
                    <a:pt x="43" y="84"/>
                    <a:pt x="41" y="87"/>
                  </a:cubicBezTo>
                  <a:cubicBezTo>
                    <a:pt x="39" y="90"/>
                    <a:pt x="35" y="92"/>
                    <a:pt x="31" y="92"/>
                  </a:cubicBezTo>
                  <a:cubicBezTo>
                    <a:pt x="26" y="92"/>
                    <a:pt x="21" y="90"/>
                    <a:pt x="19" y="87"/>
                  </a:cubicBezTo>
                  <a:cubicBezTo>
                    <a:pt x="18" y="84"/>
                    <a:pt x="16" y="81"/>
                    <a:pt x="16" y="73"/>
                  </a:cubicBezTo>
                  <a:lnTo>
                    <a:pt x="16"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237"/>
            <p:cNvSpPr>
              <a:spLocks/>
            </p:cNvSpPr>
            <p:nvPr/>
          </p:nvSpPr>
          <p:spPr bwMode="auto">
            <a:xfrm>
              <a:off x="8977313" y="1112838"/>
              <a:ext cx="74613" cy="139700"/>
            </a:xfrm>
            <a:custGeom>
              <a:avLst/>
              <a:gdLst>
                <a:gd name="T0" fmla="*/ 29 w 56"/>
                <a:gd name="T1" fmla="*/ 107 h 107"/>
                <a:gd name="T2" fmla="*/ 50 w 56"/>
                <a:gd name="T3" fmla="*/ 97 h 107"/>
                <a:gd name="T4" fmla="*/ 56 w 56"/>
                <a:gd name="T5" fmla="*/ 71 h 107"/>
                <a:gd name="T6" fmla="*/ 56 w 56"/>
                <a:gd name="T7" fmla="*/ 0 h 107"/>
                <a:gd name="T8" fmla="*/ 40 w 56"/>
                <a:gd name="T9" fmla="*/ 0 h 107"/>
                <a:gd name="T10" fmla="*/ 40 w 56"/>
                <a:gd name="T11" fmla="*/ 74 h 107"/>
                <a:gd name="T12" fmla="*/ 28 w 56"/>
                <a:gd name="T13" fmla="*/ 91 h 107"/>
                <a:gd name="T14" fmla="*/ 16 w 56"/>
                <a:gd name="T15" fmla="*/ 74 h 107"/>
                <a:gd name="T16" fmla="*/ 16 w 56"/>
                <a:gd name="T17" fmla="*/ 0 h 107"/>
                <a:gd name="T18" fmla="*/ 0 w 56"/>
                <a:gd name="T19" fmla="*/ 0 h 107"/>
                <a:gd name="T20" fmla="*/ 0 w 56"/>
                <a:gd name="T21" fmla="*/ 71 h 107"/>
                <a:gd name="T22" fmla="*/ 6 w 56"/>
                <a:gd name="T23" fmla="*/ 97 h 107"/>
                <a:gd name="T24" fmla="*/ 29 w 56"/>
                <a:gd name="T25"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6" h="107">
                  <a:moveTo>
                    <a:pt x="29" y="107"/>
                  </a:moveTo>
                  <a:cubicBezTo>
                    <a:pt x="38" y="107"/>
                    <a:pt x="46" y="103"/>
                    <a:pt x="50" y="97"/>
                  </a:cubicBezTo>
                  <a:cubicBezTo>
                    <a:pt x="55" y="91"/>
                    <a:pt x="56" y="85"/>
                    <a:pt x="56" y="71"/>
                  </a:cubicBezTo>
                  <a:cubicBezTo>
                    <a:pt x="56" y="0"/>
                    <a:pt x="56" y="0"/>
                    <a:pt x="56" y="0"/>
                  </a:cubicBezTo>
                  <a:cubicBezTo>
                    <a:pt x="40" y="0"/>
                    <a:pt x="40" y="0"/>
                    <a:pt x="40" y="0"/>
                  </a:cubicBezTo>
                  <a:cubicBezTo>
                    <a:pt x="40" y="74"/>
                    <a:pt x="40" y="74"/>
                    <a:pt x="40" y="74"/>
                  </a:cubicBezTo>
                  <a:cubicBezTo>
                    <a:pt x="40" y="86"/>
                    <a:pt x="36" y="91"/>
                    <a:pt x="28" y="91"/>
                  </a:cubicBezTo>
                  <a:cubicBezTo>
                    <a:pt x="20" y="91"/>
                    <a:pt x="16" y="86"/>
                    <a:pt x="16" y="74"/>
                  </a:cubicBezTo>
                  <a:cubicBezTo>
                    <a:pt x="16" y="0"/>
                    <a:pt x="16" y="0"/>
                    <a:pt x="16" y="0"/>
                  </a:cubicBezTo>
                  <a:cubicBezTo>
                    <a:pt x="0" y="0"/>
                    <a:pt x="0" y="0"/>
                    <a:pt x="0" y="0"/>
                  </a:cubicBezTo>
                  <a:cubicBezTo>
                    <a:pt x="0" y="71"/>
                    <a:pt x="0" y="71"/>
                    <a:pt x="0" y="71"/>
                  </a:cubicBezTo>
                  <a:cubicBezTo>
                    <a:pt x="0" y="85"/>
                    <a:pt x="2" y="91"/>
                    <a:pt x="6" y="97"/>
                  </a:cubicBezTo>
                  <a:cubicBezTo>
                    <a:pt x="11" y="103"/>
                    <a:pt x="19" y="107"/>
                    <a:pt x="29"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Rectangle 238"/>
            <p:cNvSpPr>
              <a:spLocks noChangeArrowheads="1"/>
            </p:cNvSpPr>
            <p:nvPr/>
          </p:nvSpPr>
          <p:spPr bwMode="auto">
            <a:xfrm>
              <a:off x="9072563" y="1112838"/>
              <a:ext cx="20638" cy="1365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239"/>
            <p:cNvSpPr>
              <a:spLocks/>
            </p:cNvSpPr>
            <p:nvPr/>
          </p:nvSpPr>
          <p:spPr bwMode="auto">
            <a:xfrm>
              <a:off x="9109076" y="1112838"/>
              <a:ext cx="73025" cy="136525"/>
            </a:xfrm>
            <a:custGeom>
              <a:avLst/>
              <a:gdLst>
                <a:gd name="T0" fmla="*/ 16 w 46"/>
                <a:gd name="T1" fmla="*/ 86 h 86"/>
                <a:gd name="T2" fmla="*/ 30 w 46"/>
                <a:gd name="T3" fmla="*/ 86 h 86"/>
                <a:gd name="T4" fmla="*/ 30 w 46"/>
                <a:gd name="T5" fmla="*/ 13 h 86"/>
                <a:gd name="T6" fmla="*/ 46 w 46"/>
                <a:gd name="T7" fmla="*/ 13 h 86"/>
                <a:gd name="T8" fmla="*/ 46 w 46"/>
                <a:gd name="T9" fmla="*/ 0 h 86"/>
                <a:gd name="T10" fmla="*/ 0 w 46"/>
                <a:gd name="T11" fmla="*/ 0 h 86"/>
                <a:gd name="T12" fmla="*/ 0 w 46"/>
                <a:gd name="T13" fmla="*/ 13 h 86"/>
                <a:gd name="T14" fmla="*/ 16 w 46"/>
                <a:gd name="T15" fmla="*/ 13 h 86"/>
                <a:gd name="T16" fmla="*/ 16 w 46"/>
                <a:gd name="T17"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86">
                  <a:moveTo>
                    <a:pt x="16" y="86"/>
                  </a:moveTo>
                  <a:lnTo>
                    <a:pt x="30" y="86"/>
                  </a:lnTo>
                  <a:lnTo>
                    <a:pt x="30" y="13"/>
                  </a:lnTo>
                  <a:lnTo>
                    <a:pt x="46" y="13"/>
                  </a:lnTo>
                  <a:lnTo>
                    <a:pt x="46" y="0"/>
                  </a:lnTo>
                  <a:lnTo>
                    <a:pt x="0" y="0"/>
                  </a:lnTo>
                  <a:lnTo>
                    <a:pt x="0" y="13"/>
                  </a:lnTo>
                  <a:lnTo>
                    <a:pt x="16" y="13"/>
                  </a:lnTo>
                  <a:lnTo>
                    <a:pt x="16" y="8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Rectangle 240"/>
            <p:cNvSpPr>
              <a:spLocks noChangeArrowheads="1"/>
            </p:cNvSpPr>
            <p:nvPr/>
          </p:nvSpPr>
          <p:spPr bwMode="auto">
            <a:xfrm>
              <a:off x="8108951" y="1846263"/>
              <a:ext cx="219075" cy="95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Rectangle 241"/>
            <p:cNvSpPr>
              <a:spLocks noChangeArrowheads="1"/>
            </p:cNvSpPr>
            <p:nvPr/>
          </p:nvSpPr>
          <p:spPr bwMode="auto">
            <a:xfrm>
              <a:off x="8108951" y="1814513"/>
              <a:ext cx="219075" cy="95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Rectangle 242"/>
            <p:cNvSpPr>
              <a:spLocks noChangeArrowheads="1"/>
            </p:cNvSpPr>
            <p:nvPr/>
          </p:nvSpPr>
          <p:spPr bwMode="auto">
            <a:xfrm>
              <a:off x="8108951" y="1778000"/>
              <a:ext cx="219075"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Rectangle 243"/>
            <p:cNvSpPr>
              <a:spLocks noChangeArrowheads="1"/>
            </p:cNvSpPr>
            <p:nvPr/>
          </p:nvSpPr>
          <p:spPr bwMode="auto">
            <a:xfrm>
              <a:off x="8108951" y="1746250"/>
              <a:ext cx="219075"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244"/>
            <p:cNvSpPr>
              <a:spLocks/>
            </p:cNvSpPr>
            <p:nvPr/>
          </p:nvSpPr>
          <p:spPr bwMode="auto">
            <a:xfrm>
              <a:off x="8372476" y="1554163"/>
              <a:ext cx="25400" cy="26988"/>
            </a:xfrm>
            <a:custGeom>
              <a:avLst/>
              <a:gdLst>
                <a:gd name="T0" fmla="*/ 7 w 19"/>
                <a:gd name="T1" fmla="*/ 21 h 21"/>
                <a:gd name="T2" fmla="*/ 13 w 19"/>
                <a:gd name="T3" fmla="*/ 18 h 21"/>
                <a:gd name="T4" fmla="*/ 18 w 19"/>
                <a:gd name="T5" fmla="*/ 11 h 21"/>
                <a:gd name="T6" fmla="*/ 17 w 19"/>
                <a:gd name="T7" fmla="*/ 3 h 21"/>
                <a:gd name="T8" fmla="*/ 10 w 19"/>
                <a:gd name="T9" fmla="*/ 3 h 21"/>
                <a:gd name="T10" fmla="*/ 4 w 19"/>
                <a:gd name="T11" fmla="*/ 4 h 21"/>
                <a:gd name="T12" fmla="*/ 1 w 19"/>
                <a:gd name="T13" fmla="*/ 8 h 21"/>
                <a:gd name="T14" fmla="*/ 1 w 19"/>
                <a:gd name="T15" fmla="*/ 10 h 21"/>
                <a:gd name="T16" fmla="*/ 1 w 19"/>
                <a:gd name="T17" fmla="*/ 18 h 21"/>
                <a:gd name="T18" fmla="*/ 7 w 19"/>
                <a:gd name="T19"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21">
                  <a:moveTo>
                    <a:pt x="7" y="21"/>
                  </a:moveTo>
                  <a:cubicBezTo>
                    <a:pt x="9" y="21"/>
                    <a:pt x="11" y="20"/>
                    <a:pt x="13" y="18"/>
                  </a:cubicBezTo>
                  <a:cubicBezTo>
                    <a:pt x="15" y="17"/>
                    <a:pt x="17" y="14"/>
                    <a:pt x="18" y="11"/>
                  </a:cubicBezTo>
                  <a:cubicBezTo>
                    <a:pt x="19" y="8"/>
                    <a:pt x="19" y="5"/>
                    <a:pt x="17" y="3"/>
                  </a:cubicBezTo>
                  <a:cubicBezTo>
                    <a:pt x="15" y="1"/>
                    <a:pt x="13" y="0"/>
                    <a:pt x="10" y="3"/>
                  </a:cubicBezTo>
                  <a:cubicBezTo>
                    <a:pt x="7" y="3"/>
                    <a:pt x="5" y="3"/>
                    <a:pt x="4" y="4"/>
                  </a:cubicBezTo>
                  <a:cubicBezTo>
                    <a:pt x="3" y="5"/>
                    <a:pt x="2" y="6"/>
                    <a:pt x="1" y="8"/>
                  </a:cubicBezTo>
                  <a:cubicBezTo>
                    <a:pt x="1" y="8"/>
                    <a:pt x="1" y="9"/>
                    <a:pt x="1" y="10"/>
                  </a:cubicBezTo>
                  <a:cubicBezTo>
                    <a:pt x="0" y="14"/>
                    <a:pt x="0" y="16"/>
                    <a:pt x="1" y="18"/>
                  </a:cubicBezTo>
                  <a:cubicBezTo>
                    <a:pt x="2" y="20"/>
                    <a:pt x="4" y="21"/>
                    <a:pt x="7"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245"/>
            <p:cNvSpPr>
              <a:spLocks/>
            </p:cNvSpPr>
            <p:nvPr/>
          </p:nvSpPr>
          <p:spPr bwMode="auto">
            <a:xfrm>
              <a:off x="8320088" y="1447800"/>
              <a:ext cx="69850" cy="101600"/>
            </a:xfrm>
            <a:custGeom>
              <a:avLst/>
              <a:gdLst>
                <a:gd name="T0" fmla="*/ 34 w 54"/>
                <a:gd name="T1" fmla="*/ 40 h 78"/>
                <a:gd name="T2" fmla="*/ 29 w 54"/>
                <a:gd name="T3" fmla="*/ 50 h 78"/>
                <a:gd name="T4" fmla="*/ 27 w 54"/>
                <a:gd name="T5" fmla="*/ 57 h 78"/>
                <a:gd name="T6" fmla="*/ 29 w 54"/>
                <a:gd name="T7" fmla="*/ 69 h 78"/>
                <a:gd name="T8" fmla="*/ 32 w 54"/>
                <a:gd name="T9" fmla="*/ 73 h 78"/>
                <a:gd name="T10" fmla="*/ 36 w 54"/>
                <a:gd name="T11" fmla="*/ 77 h 78"/>
                <a:gd name="T12" fmla="*/ 40 w 54"/>
                <a:gd name="T13" fmla="*/ 77 h 78"/>
                <a:gd name="T14" fmla="*/ 45 w 54"/>
                <a:gd name="T15" fmla="*/ 71 h 78"/>
                <a:gd name="T16" fmla="*/ 44 w 54"/>
                <a:gd name="T17" fmla="*/ 66 h 78"/>
                <a:gd name="T18" fmla="*/ 40 w 54"/>
                <a:gd name="T19" fmla="*/ 56 h 78"/>
                <a:gd name="T20" fmla="*/ 51 w 54"/>
                <a:gd name="T21" fmla="*/ 36 h 78"/>
                <a:gd name="T22" fmla="*/ 53 w 54"/>
                <a:gd name="T23" fmla="*/ 24 h 78"/>
                <a:gd name="T24" fmla="*/ 47 w 54"/>
                <a:gd name="T25" fmla="*/ 10 h 78"/>
                <a:gd name="T26" fmla="*/ 47 w 54"/>
                <a:gd name="T27" fmla="*/ 10 h 78"/>
                <a:gd name="T28" fmla="*/ 37 w 54"/>
                <a:gd name="T29" fmla="*/ 1 h 78"/>
                <a:gd name="T30" fmla="*/ 25 w 54"/>
                <a:gd name="T31" fmla="*/ 0 h 78"/>
                <a:gd name="T32" fmla="*/ 15 w 54"/>
                <a:gd name="T33" fmla="*/ 5 h 78"/>
                <a:gd name="T34" fmla="*/ 9 w 54"/>
                <a:gd name="T35" fmla="*/ 10 h 78"/>
                <a:gd name="T36" fmla="*/ 3 w 54"/>
                <a:gd name="T37" fmla="*/ 18 h 78"/>
                <a:gd name="T38" fmla="*/ 3 w 54"/>
                <a:gd name="T39" fmla="*/ 18 h 78"/>
                <a:gd name="T40" fmla="*/ 0 w 54"/>
                <a:gd name="T41" fmla="*/ 30 h 78"/>
                <a:gd name="T42" fmla="*/ 2 w 54"/>
                <a:gd name="T43" fmla="*/ 38 h 78"/>
                <a:gd name="T44" fmla="*/ 10 w 54"/>
                <a:gd name="T45" fmla="*/ 39 h 78"/>
                <a:gd name="T46" fmla="*/ 14 w 54"/>
                <a:gd name="T47" fmla="*/ 28 h 78"/>
                <a:gd name="T48" fmla="*/ 14 w 54"/>
                <a:gd name="T49" fmla="*/ 24 h 78"/>
                <a:gd name="T50" fmla="*/ 21 w 54"/>
                <a:gd name="T51" fmla="*/ 17 h 78"/>
                <a:gd name="T52" fmla="*/ 25 w 54"/>
                <a:gd name="T53" fmla="*/ 15 h 78"/>
                <a:gd name="T54" fmla="*/ 28 w 54"/>
                <a:gd name="T55" fmla="*/ 14 h 78"/>
                <a:gd name="T56" fmla="*/ 33 w 54"/>
                <a:gd name="T57" fmla="*/ 17 h 78"/>
                <a:gd name="T58" fmla="*/ 37 w 54"/>
                <a:gd name="T59" fmla="*/ 20 h 78"/>
                <a:gd name="T60" fmla="*/ 39 w 54"/>
                <a:gd name="T61" fmla="*/ 26 h 78"/>
                <a:gd name="T62" fmla="*/ 39 w 54"/>
                <a:gd name="T63" fmla="*/ 32 h 78"/>
                <a:gd name="T64" fmla="*/ 34 w 54"/>
                <a:gd name="T65" fmla="*/ 4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4" h="78">
                  <a:moveTo>
                    <a:pt x="34" y="40"/>
                  </a:moveTo>
                  <a:cubicBezTo>
                    <a:pt x="32" y="45"/>
                    <a:pt x="30" y="48"/>
                    <a:pt x="29" y="50"/>
                  </a:cubicBezTo>
                  <a:cubicBezTo>
                    <a:pt x="28" y="52"/>
                    <a:pt x="27" y="55"/>
                    <a:pt x="27" y="57"/>
                  </a:cubicBezTo>
                  <a:cubicBezTo>
                    <a:pt x="28" y="63"/>
                    <a:pt x="29" y="67"/>
                    <a:pt x="29" y="69"/>
                  </a:cubicBezTo>
                  <a:cubicBezTo>
                    <a:pt x="30" y="70"/>
                    <a:pt x="31" y="72"/>
                    <a:pt x="32" y="73"/>
                  </a:cubicBezTo>
                  <a:cubicBezTo>
                    <a:pt x="33" y="75"/>
                    <a:pt x="35" y="76"/>
                    <a:pt x="36" y="77"/>
                  </a:cubicBezTo>
                  <a:cubicBezTo>
                    <a:pt x="38" y="78"/>
                    <a:pt x="39" y="78"/>
                    <a:pt x="40" y="77"/>
                  </a:cubicBezTo>
                  <a:cubicBezTo>
                    <a:pt x="43" y="75"/>
                    <a:pt x="44" y="73"/>
                    <a:pt x="45" y="71"/>
                  </a:cubicBezTo>
                  <a:cubicBezTo>
                    <a:pt x="45" y="69"/>
                    <a:pt x="45" y="68"/>
                    <a:pt x="44" y="66"/>
                  </a:cubicBezTo>
                  <a:cubicBezTo>
                    <a:pt x="42" y="62"/>
                    <a:pt x="41" y="59"/>
                    <a:pt x="40" y="56"/>
                  </a:cubicBezTo>
                  <a:cubicBezTo>
                    <a:pt x="46" y="46"/>
                    <a:pt x="50" y="40"/>
                    <a:pt x="51" y="36"/>
                  </a:cubicBezTo>
                  <a:cubicBezTo>
                    <a:pt x="53" y="33"/>
                    <a:pt x="54" y="29"/>
                    <a:pt x="53" y="24"/>
                  </a:cubicBezTo>
                  <a:cubicBezTo>
                    <a:pt x="53" y="20"/>
                    <a:pt x="50" y="15"/>
                    <a:pt x="47" y="10"/>
                  </a:cubicBezTo>
                  <a:cubicBezTo>
                    <a:pt x="47" y="10"/>
                    <a:pt x="47" y="10"/>
                    <a:pt x="47" y="10"/>
                  </a:cubicBezTo>
                  <a:cubicBezTo>
                    <a:pt x="43" y="6"/>
                    <a:pt x="40" y="3"/>
                    <a:pt x="37" y="1"/>
                  </a:cubicBezTo>
                  <a:cubicBezTo>
                    <a:pt x="35" y="0"/>
                    <a:pt x="31" y="0"/>
                    <a:pt x="25" y="0"/>
                  </a:cubicBezTo>
                  <a:cubicBezTo>
                    <a:pt x="22" y="0"/>
                    <a:pt x="18" y="2"/>
                    <a:pt x="15" y="5"/>
                  </a:cubicBezTo>
                  <a:cubicBezTo>
                    <a:pt x="13" y="7"/>
                    <a:pt x="11" y="8"/>
                    <a:pt x="9" y="10"/>
                  </a:cubicBezTo>
                  <a:cubicBezTo>
                    <a:pt x="6" y="12"/>
                    <a:pt x="4" y="15"/>
                    <a:pt x="3" y="18"/>
                  </a:cubicBezTo>
                  <a:cubicBezTo>
                    <a:pt x="3" y="18"/>
                    <a:pt x="3" y="18"/>
                    <a:pt x="3" y="18"/>
                  </a:cubicBezTo>
                  <a:cubicBezTo>
                    <a:pt x="1" y="22"/>
                    <a:pt x="0" y="26"/>
                    <a:pt x="0" y="30"/>
                  </a:cubicBezTo>
                  <a:cubicBezTo>
                    <a:pt x="0" y="34"/>
                    <a:pt x="1" y="36"/>
                    <a:pt x="2" y="38"/>
                  </a:cubicBezTo>
                  <a:cubicBezTo>
                    <a:pt x="5" y="41"/>
                    <a:pt x="7" y="41"/>
                    <a:pt x="10" y="39"/>
                  </a:cubicBezTo>
                  <a:cubicBezTo>
                    <a:pt x="15" y="35"/>
                    <a:pt x="16" y="32"/>
                    <a:pt x="14" y="28"/>
                  </a:cubicBezTo>
                  <a:cubicBezTo>
                    <a:pt x="14" y="27"/>
                    <a:pt x="14" y="26"/>
                    <a:pt x="14" y="24"/>
                  </a:cubicBezTo>
                  <a:cubicBezTo>
                    <a:pt x="15" y="22"/>
                    <a:pt x="17" y="20"/>
                    <a:pt x="21" y="17"/>
                  </a:cubicBezTo>
                  <a:cubicBezTo>
                    <a:pt x="22" y="16"/>
                    <a:pt x="23" y="15"/>
                    <a:pt x="25" y="15"/>
                  </a:cubicBezTo>
                  <a:cubicBezTo>
                    <a:pt x="26" y="14"/>
                    <a:pt x="27" y="14"/>
                    <a:pt x="28" y="14"/>
                  </a:cubicBezTo>
                  <a:cubicBezTo>
                    <a:pt x="29" y="14"/>
                    <a:pt x="30" y="15"/>
                    <a:pt x="33" y="17"/>
                  </a:cubicBezTo>
                  <a:cubicBezTo>
                    <a:pt x="35" y="18"/>
                    <a:pt x="36" y="19"/>
                    <a:pt x="37" y="20"/>
                  </a:cubicBezTo>
                  <a:cubicBezTo>
                    <a:pt x="38" y="22"/>
                    <a:pt x="39" y="24"/>
                    <a:pt x="39" y="26"/>
                  </a:cubicBezTo>
                  <a:cubicBezTo>
                    <a:pt x="40" y="28"/>
                    <a:pt x="40" y="30"/>
                    <a:pt x="39" y="32"/>
                  </a:cubicBezTo>
                  <a:lnTo>
                    <a:pt x="34"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50" name="组合 249"/>
          <p:cNvGrpSpPr/>
          <p:nvPr/>
        </p:nvGrpSpPr>
        <p:grpSpPr>
          <a:xfrm>
            <a:off x="9455151" y="687388"/>
            <a:ext cx="1119187" cy="1803400"/>
            <a:chOff x="9455151" y="687388"/>
            <a:chExt cx="1119187" cy="1803400"/>
          </a:xfrm>
          <a:solidFill>
            <a:schemeClr val="tx1">
              <a:lumMod val="65000"/>
              <a:lumOff val="35000"/>
            </a:schemeClr>
          </a:solidFill>
        </p:grpSpPr>
        <p:sp>
          <p:nvSpPr>
            <p:cNvPr id="251" name="Freeform 246"/>
            <p:cNvSpPr>
              <a:spLocks noEditPoints="1"/>
            </p:cNvSpPr>
            <p:nvPr/>
          </p:nvSpPr>
          <p:spPr bwMode="auto">
            <a:xfrm>
              <a:off x="9640888" y="1492250"/>
              <a:ext cx="609600" cy="998538"/>
            </a:xfrm>
            <a:custGeom>
              <a:avLst/>
              <a:gdLst>
                <a:gd name="T0" fmla="*/ 244 w 466"/>
                <a:gd name="T1" fmla="*/ 5 h 763"/>
                <a:gd name="T2" fmla="*/ 165 w 466"/>
                <a:gd name="T3" fmla="*/ 173 h 763"/>
                <a:gd name="T4" fmla="*/ 134 w 466"/>
                <a:gd name="T5" fmla="*/ 180 h 763"/>
                <a:gd name="T6" fmla="*/ 133 w 466"/>
                <a:gd name="T7" fmla="*/ 180 h 763"/>
                <a:gd name="T8" fmla="*/ 18 w 466"/>
                <a:gd name="T9" fmla="*/ 675 h 763"/>
                <a:gd name="T10" fmla="*/ 25 w 466"/>
                <a:gd name="T11" fmla="*/ 745 h 763"/>
                <a:gd name="T12" fmla="*/ 57 w 466"/>
                <a:gd name="T13" fmla="*/ 756 h 763"/>
                <a:gd name="T14" fmla="*/ 96 w 466"/>
                <a:gd name="T15" fmla="*/ 738 h 763"/>
                <a:gd name="T16" fmla="*/ 235 w 466"/>
                <a:gd name="T17" fmla="*/ 361 h 763"/>
                <a:gd name="T18" fmla="*/ 280 w 466"/>
                <a:gd name="T19" fmla="*/ 366 h 763"/>
                <a:gd name="T20" fmla="*/ 259 w 466"/>
                <a:gd name="T21" fmla="*/ 696 h 763"/>
                <a:gd name="T22" fmla="*/ 289 w 466"/>
                <a:gd name="T23" fmla="*/ 760 h 763"/>
                <a:gd name="T24" fmla="*/ 306 w 466"/>
                <a:gd name="T25" fmla="*/ 763 h 763"/>
                <a:gd name="T26" fmla="*/ 353 w 466"/>
                <a:gd name="T27" fmla="*/ 731 h 763"/>
                <a:gd name="T28" fmla="*/ 373 w 466"/>
                <a:gd name="T29" fmla="*/ 301 h 763"/>
                <a:gd name="T30" fmla="*/ 374 w 466"/>
                <a:gd name="T31" fmla="*/ 301 h 763"/>
                <a:gd name="T32" fmla="*/ 429 w 466"/>
                <a:gd name="T33" fmla="*/ 78 h 763"/>
                <a:gd name="T34" fmla="*/ 259 w 466"/>
                <a:gd name="T35" fmla="*/ 5 h 763"/>
                <a:gd name="T36" fmla="*/ 244 w 466"/>
                <a:gd name="T37" fmla="*/ 5 h 763"/>
                <a:gd name="T38" fmla="*/ 375 w 466"/>
                <a:gd name="T39" fmla="*/ 113 h 763"/>
                <a:gd name="T40" fmla="*/ 360 w 466"/>
                <a:gd name="T41" fmla="*/ 212 h 763"/>
                <a:gd name="T42" fmla="*/ 333 w 466"/>
                <a:gd name="T43" fmla="*/ 80 h 763"/>
                <a:gd name="T44" fmla="*/ 375 w 466"/>
                <a:gd name="T45" fmla="*/ 113 h 7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66" h="763">
                  <a:moveTo>
                    <a:pt x="244" y="5"/>
                  </a:moveTo>
                  <a:cubicBezTo>
                    <a:pt x="234" y="118"/>
                    <a:pt x="196" y="159"/>
                    <a:pt x="165" y="173"/>
                  </a:cubicBezTo>
                  <a:cubicBezTo>
                    <a:pt x="155" y="177"/>
                    <a:pt x="144" y="180"/>
                    <a:pt x="134" y="180"/>
                  </a:cubicBezTo>
                  <a:cubicBezTo>
                    <a:pt x="134" y="180"/>
                    <a:pt x="133" y="180"/>
                    <a:pt x="133" y="180"/>
                  </a:cubicBezTo>
                  <a:cubicBezTo>
                    <a:pt x="145" y="298"/>
                    <a:pt x="146" y="516"/>
                    <a:pt x="18" y="675"/>
                  </a:cubicBezTo>
                  <a:cubicBezTo>
                    <a:pt x="0" y="697"/>
                    <a:pt x="4" y="728"/>
                    <a:pt x="25" y="745"/>
                  </a:cubicBezTo>
                  <a:cubicBezTo>
                    <a:pt x="35" y="753"/>
                    <a:pt x="46" y="756"/>
                    <a:pt x="57" y="756"/>
                  </a:cubicBezTo>
                  <a:cubicBezTo>
                    <a:pt x="71" y="756"/>
                    <a:pt x="86" y="750"/>
                    <a:pt x="96" y="738"/>
                  </a:cubicBezTo>
                  <a:cubicBezTo>
                    <a:pt x="190" y="621"/>
                    <a:pt x="225" y="482"/>
                    <a:pt x="235" y="361"/>
                  </a:cubicBezTo>
                  <a:cubicBezTo>
                    <a:pt x="251" y="363"/>
                    <a:pt x="266" y="365"/>
                    <a:pt x="280" y="366"/>
                  </a:cubicBezTo>
                  <a:cubicBezTo>
                    <a:pt x="292" y="479"/>
                    <a:pt x="293" y="606"/>
                    <a:pt x="259" y="696"/>
                  </a:cubicBezTo>
                  <a:cubicBezTo>
                    <a:pt x="250" y="722"/>
                    <a:pt x="263" y="751"/>
                    <a:pt x="289" y="760"/>
                  </a:cubicBezTo>
                  <a:cubicBezTo>
                    <a:pt x="295" y="762"/>
                    <a:pt x="300" y="763"/>
                    <a:pt x="306" y="763"/>
                  </a:cubicBezTo>
                  <a:cubicBezTo>
                    <a:pt x="327" y="763"/>
                    <a:pt x="346" y="751"/>
                    <a:pt x="353" y="731"/>
                  </a:cubicBezTo>
                  <a:cubicBezTo>
                    <a:pt x="398" y="608"/>
                    <a:pt x="391" y="438"/>
                    <a:pt x="373" y="301"/>
                  </a:cubicBezTo>
                  <a:cubicBezTo>
                    <a:pt x="374" y="301"/>
                    <a:pt x="374" y="301"/>
                    <a:pt x="374" y="301"/>
                  </a:cubicBezTo>
                  <a:cubicBezTo>
                    <a:pt x="466" y="191"/>
                    <a:pt x="455" y="119"/>
                    <a:pt x="429" y="78"/>
                  </a:cubicBezTo>
                  <a:cubicBezTo>
                    <a:pt x="391" y="19"/>
                    <a:pt x="307" y="0"/>
                    <a:pt x="259" y="5"/>
                  </a:cubicBezTo>
                  <a:cubicBezTo>
                    <a:pt x="254" y="5"/>
                    <a:pt x="249" y="5"/>
                    <a:pt x="244" y="5"/>
                  </a:cubicBezTo>
                  <a:close/>
                  <a:moveTo>
                    <a:pt x="375" y="113"/>
                  </a:moveTo>
                  <a:cubicBezTo>
                    <a:pt x="392" y="140"/>
                    <a:pt x="381" y="177"/>
                    <a:pt x="360" y="212"/>
                  </a:cubicBezTo>
                  <a:cubicBezTo>
                    <a:pt x="348" y="146"/>
                    <a:pt x="337" y="97"/>
                    <a:pt x="333" y="80"/>
                  </a:cubicBezTo>
                  <a:cubicBezTo>
                    <a:pt x="350" y="88"/>
                    <a:pt x="366" y="98"/>
                    <a:pt x="375" y="1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247"/>
            <p:cNvSpPr>
              <a:spLocks/>
            </p:cNvSpPr>
            <p:nvPr/>
          </p:nvSpPr>
          <p:spPr bwMode="auto">
            <a:xfrm>
              <a:off x="9739313" y="1255713"/>
              <a:ext cx="241300" cy="239713"/>
            </a:xfrm>
            <a:custGeom>
              <a:avLst/>
              <a:gdLst>
                <a:gd name="T0" fmla="*/ 90 w 184"/>
                <a:gd name="T1" fmla="*/ 144 h 183"/>
                <a:gd name="T2" fmla="*/ 79 w 184"/>
                <a:gd name="T3" fmla="*/ 155 h 183"/>
                <a:gd name="T4" fmla="*/ 70 w 184"/>
                <a:gd name="T5" fmla="*/ 148 h 183"/>
                <a:gd name="T6" fmla="*/ 155 w 184"/>
                <a:gd name="T7" fmla="*/ 108 h 183"/>
                <a:gd name="T8" fmla="*/ 153 w 184"/>
                <a:gd name="T9" fmla="*/ 120 h 183"/>
                <a:gd name="T10" fmla="*/ 148 w 184"/>
                <a:gd name="T11" fmla="*/ 120 h 183"/>
                <a:gd name="T12" fmla="*/ 168 w 184"/>
                <a:gd name="T13" fmla="*/ 143 h 183"/>
                <a:gd name="T14" fmla="*/ 183 w 184"/>
                <a:gd name="T15" fmla="*/ 88 h 183"/>
                <a:gd name="T16" fmla="*/ 88 w 184"/>
                <a:gd name="T17" fmla="*/ 3 h 183"/>
                <a:gd name="T18" fmla="*/ 3 w 184"/>
                <a:gd name="T19" fmla="*/ 98 h 183"/>
                <a:gd name="T20" fmla="*/ 86 w 184"/>
                <a:gd name="T21" fmla="*/ 183 h 183"/>
                <a:gd name="T22" fmla="*/ 88 w 184"/>
                <a:gd name="T23" fmla="*/ 155 h 183"/>
                <a:gd name="T24" fmla="*/ 90 w 184"/>
                <a:gd name="T25" fmla="*/ 144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4" h="183">
                  <a:moveTo>
                    <a:pt x="90" y="144"/>
                  </a:moveTo>
                  <a:cubicBezTo>
                    <a:pt x="86" y="147"/>
                    <a:pt x="83" y="151"/>
                    <a:pt x="79" y="155"/>
                  </a:cubicBezTo>
                  <a:cubicBezTo>
                    <a:pt x="70" y="148"/>
                    <a:pt x="70" y="148"/>
                    <a:pt x="70" y="148"/>
                  </a:cubicBezTo>
                  <a:cubicBezTo>
                    <a:pt x="107" y="103"/>
                    <a:pt x="153" y="108"/>
                    <a:pt x="155" y="108"/>
                  </a:cubicBezTo>
                  <a:cubicBezTo>
                    <a:pt x="153" y="120"/>
                    <a:pt x="153" y="120"/>
                    <a:pt x="153" y="120"/>
                  </a:cubicBezTo>
                  <a:cubicBezTo>
                    <a:pt x="153" y="120"/>
                    <a:pt x="151" y="120"/>
                    <a:pt x="148" y="120"/>
                  </a:cubicBezTo>
                  <a:cubicBezTo>
                    <a:pt x="157" y="125"/>
                    <a:pt x="164" y="133"/>
                    <a:pt x="168" y="143"/>
                  </a:cubicBezTo>
                  <a:cubicBezTo>
                    <a:pt x="178" y="127"/>
                    <a:pt x="184" y="108"/>
                    <a:pt x="183" y="88"/>
                  </a:cubicBezTo>
                  <a:cubicBezTo>
                    <a:pt x="180" y="38"/>
                    <a:pt x="137" y="0"/>
                    <a:pt x="88" y="3"/>
                  </a:cubicBezTo>
                  <a:cubicBezTo>
                    <a:pt x="38" y="6"/>
                    <a:pt x="0" y="49"/>
                    <a:pt x="3" y="98"/>
                  </a:cubicBezTo>
                  <a:cubicBezTo>
                    <a:pt x="6" y="144"/>
                    <a:pt x="42" y="179"/>
                    <a:pt x="86" y="183"/>
                  </a:cubicBezTo>
                  <a:cubicBezTo>
                    <a:pt x="87" y="174"/>
                    <a:pt x="87" y="165"/>
                    <a:pt x="88" y="155"/>
                  </a:cubicBezTo>
                  <a:cubicBezTo>
                    <a:pt x="88" y="151"/>
                    <a:pt x="89" y="148"/>
                    <a:pt x="90"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248"/>
            <p:cNvSpPr>
              <a:spLocks/>
            </p:cNvSpPr>
            <p:nvPr/>
          </p:nvSpPr>
          <p:spPr bwMode="auto">
            <a:xfrm>
              <a:off x="9723438" y="1417638"/>
              <a:ext cx="228600" cy="296863"/>
            </a:xfrm>
            <a:custGeom>
              <a:avLst/>
              <a:gdLst>
                <a:gd name="T0" fmla="*/ 70 w 174"/>
                <a:gd name="T1" fmla="*/ 227 h 227"/>
                <a:gd name="T2" fmla="*/ 97 w 174"/>
                <a:gd name="T3" fmla="*/ 222 h 227"/>
                <a:gd name="T4" fmla="*/ 173 w 174"/>
                <a:gd name="T5" fmla="*/ 34 h 227"/>
                <a:gd name="T6" fmla="*/ 142 w 174"/>
                <a:gd name="T7" fmla="*/ 1 h 227"/>
                <a:gd name="T8" fmla="*/ 109 w 174"/>
                <a:gd name="T9" fmla="*/ 31 h 227"/>
                <a:gd name="T10" fmla="*/ 70 w 174"/>
                <a:gd name="T11" fmla="*/ 163 h 227"/>
                <a:gd name="T12" fmla="*/ 70 w 174"/>
                <a:gd name="T13" fmla="*/ 163 h 227"/>
                <a:gd name="T14" fmla="*/ 69 w 174"/>
                <a:gd name="T15" fmla="*/ 163 h 227"/>
                <a:gd name="T16" fmla="*/ 70 w 174"/>
                <a:gd name="T17" fmla="*/ 152 h 227"/>
                <a:gd name="T18" fmla="*/ 96 w 174"/>
                <a:gd name="T19" fmla="*/ 77 h 227"/>
                <a:gd name="T20" fmla="*/ 88 w 174"/>
                <a:gd name="T21" fmla="*/ 79 h 227"/>
                <a:gd name="T22" fmla="*/ 83 w 174"/>
                <a:gd name="T23" fmla="*/ 80 h 227"/>
                <a:gd name="T24" fmla="*/ 6 w 174"/>
                <a:gd name="T25" fmla="*/ 145 h 227"/>
                <a:gd name="T26" fmla="*/ 29 w 174"/>
                <a:gd name="T27" fmla="*/ 212 h 227"/>
                <a:gd name="T28" fmla="*/ 29 w 174"/>
                <a:gd name="T29" fmla="*/ 212 h 227"/>
                <a:gd name="T30" fmla="*/ 63 w 174"/>
                <a:gd name="T31" fmla="*/ 227 h 227"/>
                <a:gd name="T32" fmla="*/ 70 w 174"/>
                <a:gd name="T33" fmla="*/ 227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4" h="227">
                  <a:moveTo>
                    <a:pt x="70" y="227"/>
                  </a:moveTo>
                  <a:cubicBezTo>
                    <a:pt x="79" y="227"/>
                    <a:pt x="88" y="226"/>
                    <a:pt x="97" y="222"/>
                  </a:cubicBezTo>
                  <a:cubicBezTo>
                    <a:pt x="128" y="208"/>
                    <a:pt x="167" y="164"/>
                    <a:pt x="173" y="34"/>
                  </a:cubicBezTo>
                  <a:cubicBezTo>
                    <a:pt x="174" y="17"/>
                    <a:pt x="160" y="2"/>
                    <a:pt x="142" y="1"/>
                  </a:cubicBezTo>
                  <a:cubicBezTo>
                    <a:pt x="125" y="0"/>
                    <a:pt x="110" y="14"/>
                    <a:pt x="109" y="31"/>
                  </a:cubicBezTo>
                  <a:cubicBezTo>
                    <a:pt x="104" y="139"/>
                    <a:pt x="75" y="163"/>
                    <a:pt x="70" y="163"/>
                  </a:cubicBezTo>
                  <a:cubicBezTo>
                    <a:pt x="70" y="163"/>
                    <a:pt x="70" y="163"/>
                    <a:pt x="70" y="163"/>
                  </a:cubicBezTo>
                  <a:cubicBezTo>
                    <a:pt x="70" y="163"/>
                    <a:pt x="69" y="163"/>
                    <a:pt x="69" y="163"/>
                  </a:cubicBezTo>
                  <a:cubicBezTo>
                    <a:pt x="70" y="152"/>
                    <a:pt x="70" y="152"/>
                    <a:pt x="70" y="152"/>
                  </a:cubicBezTo>
                  <a:cubicBezTo>
                    <a:pt x="76" y="146"/>
                    <a:pt x="89" y="127"/>
                    <a:pt x="96" y="77"/>
                  </a:cubicBezTo>
                  <a:cubicBezTo>
                    <a:pt x="93" y="78"/>
                    <a:pt x="90" y="78"/>
                    <a:pt x="88" y="79"/>
                  </a:cubicBezTo>
                  <a:cubicBezTo>
                    <a:pt x="86" y="79"/>
                    <a:pt x="85" y="80"/>
                    <a:pt x="83" y="80"/>
                  </a:cubicBezTo>
                  <a:cubicBezTo>
                    <a:pt x="26" y="94"/>
                    <a:pt x="10" y="127"/>
                    <a:pt x="6" y="145"/>
                  </a:cubicBezTo>
                  <a:cubicBezTo>
                    <a:pt x="0" y="170"/>
                    <a:pt x="9" y="196"/>
                    <a:pt x="29" y="212"/>
                  </a:cubicBezTo>
                  <a:cubicBezTo>
                    <a:pt x="29" y="212"/>
                    <a:pt x="29" y="212"/>
                    <a:pt x="29" y="212"/>
                  </a:cubicBezTo>
                  <a:cubicBezTo>
                    <a:pt x="39" y="221"/>
                    <a:pt x="51" y="226"/>
                    <a:pt x="63" y="227"/>
                  </a:cubicBezTo>
                  <a:cubicBezTo>
                    <a:pt x="65" y="227"/>
                    <a:pt x="68" y="227"/>
                    <a:pt x="70" y="2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Freeform 249"/>
            <p:cNvSpPr>
              <a:spLocks noEditPoints="1"/>
            </p:cNvSpPr>
            <p:nvPr/>
          </p:nvSpPr>
          <p:spPr bwMode="auto">
            <a:xfrm>
              <a:off x="9455151" y="687388"/>
              <a:ext cx="534988" cy="533400"/>
            </a:xfrm>
            <a:custGeom>
              <a:avLst/>
              <a:gdLst>
                <a:gd name="T0" fmla="*/ 204 w 408"/>
                <a:gd name="T1" fmla="*/ 408 h 408"/>
                <a:gd name="T2" fmla="*/ 408 w 408"/>
                <a:gd name="T3" fmla="*/ 204 h 408"/>
                <a:gd name="T4" fmla="*/ 204 w 408"/>
                <a:gd name="T5" fmla="*/ 0 h 408"/>
                <a:gd name="T6" fmla="*/ 0 w 408"/>
                <a:gd name="T7" fmla="*/ 204 h 408"/>
                <a:gd name="T8" fmla="*/ 204 w 408"/>
                <a:gd name="T9" fmla="*/ 408 h 408"/>
                <a:gd name="T10" fmla="*/ 201 w 408"/>
                <a:gd name="T11" fmla="*/ 39 h 408"/>
                <a:gd name="T12" fmla="*/ 375 w 408"/>
                <a:gd name="T13" fmla="*/ 213 h 408"/>
                <a:gd name="T14" fmla="*/ 201 w 408"/>
                <a:gd name="T15" fmla="*/ 387 h 408"/>
                <a:gd name="T16" fmla="*/ 27 w 408"/>
                <a:gd name="T17" fmla="*/ 213 h 408"/>
                <a:gd name="T18" fmla="*/ 201 w 408"/>
                <a:gd name="T19" fmla="*/ 39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8" h="408">
                  <a:moveTo>
                    <a:pt x="204" y="408"/>
                  </a:moveTo>
                  <a:cubicBezTo>
                    <a:pt x="317" y="408"/>
                    <a:pt x="408" y="317"/>
                    <a:pt x="408" y="204"/>
                  </a:cubicBezTo>
                  <a:cubicBezTo>
                    <a:pt x="408" y="92"/>
                    <a:pt x="317" y="0"/>
                    <a:pt x="204" y="0"/>
                  </a:cubicBezTo>
                  <a:cubicBezTo>
                    <a:pt x="92" y="0"/>
                    <a:pt x="0" y="92"/>
                    <a:pt x="0" y="204"/>
                  </a:cubicBezTo>
                  <a:cubicBezTo>
                    <a:pt x="0" y="317"/>
                    <a:pt x="92" y="408"/>
                    <a:pt x="204" y="408"/>
                  </a:cubicBezTo>
                  <a:close/>
                  <a:moveTo>
                    <a:pt x="201" y="39"/>
                  </a:moveTo>
                  <a:cubicBezTo>
                    <a:pt x="297" y="39"/>
                    <a:pt x="375" y="117"/>
                    <a:pt x="375" y="213"/>
                  </a:cubicBezTo>
                  <a:cubicBezTo>
                    <a:pt x="375" y="309"/>
                    <a:pt x="297" y="387"/>
                    <a:pt x="201" y="387"/>
                  </a:cubicBezTo>
                  <a:cubicBezTo>
                    <a:pt x="105" y="387"/>
                    <a:pt x="27" y="309"/>
                    <a:pt x="27" y="213"/>
                  </a:cubicBezTo>
                  <a:cubicBezTo>
                    <a:pt x="27" y="117"/>
                    <a:pt x="105" y="39"/>
                    <a:pt x="201"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 name="Freeform 250"/>
            <p:cNvSpPr>
              <a:spLocks noEditPoints="1"/>
            </p:cNvSpPr>
            <p:nvPr/>
          </p:nvSpPr>
          <p:spPr bwMode="auto">
            <a:xfrm>
              <a:off x="9617076" y="1309688"/>
              <a:ext cx="50800" cy="52388"/>
            </a:xfrm>
            <a:custGeom>
              <a:avLst/>
              <a:gdLst>
                <a:gd name="T0" fmla="*/ 20 w 39"/>
                <a:gd name="T1" fmla="*/ 40 h 40"/>
                <a:gd name="T2" fmla="*/ 39 w 39"/>
                <a:gd name="T3" fmla="*/ 20 h 40"/>
                <a:gd name="T4" fmla="*/ 20 w 39"/>
                <a:gd name="T5" fmla="*/ 0 h 40"/>
                <a:gd name="T6" fmla="*/ 0 w 39"/>
                <a:gd name="T7" fmla="*/ 20 h 40"/>
                <a:gd name="T8" fmla="*/ 20 w 39"/>
                <a:gd name="T9" fmla="*/ 40 h 40"/>
                <a:gd name="T10" fmla="*/ 20 w 39"/>
                <a:gd name="T11" fmla="*/ 10 h 40"/>
                <a:gd name="T12" fmla="*/ 30 w 39"/>
                <a:gd name="T13" fmla="*/ 20 h 40"/>
                <a:gd name="T14" fmla="*/ 20 w 39"/>
                <a:gd name="T15" fmla="*/ 31 h 40"/>
                <a:gd name="T16" fmla="*/ 10 w 39"/>
                <a:gd name="T17" fmla="*/ 20 h 40"/>
                <a:gd name="T18" fmla="*/ 20 w 39"/>
                <a:gd name="T19" fmla="*/ 1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40">
                  <a:moveTo>
                    <a:pt x="20" y="40"/>
                  </a:moveTo>
                  <a:cubicBezTo>
                    <a:pt x="31" y="40"/>
                    <a:pt x="39" y="31"/>
                    <a:pt x="39" y="20"/>
                  </a:cubicBezTo>
                  <a:cubicBezTo>
                    <a:pt x="39" y="9"/>
                    <a:pt x="31" y="0"/>
                    <a:pt x="20" y="0"/>
                  </a:cubicBezTo>
                  <a:cubicBezTo>
                    <a:pt x="9" y="0"/>
                    <a:pt x="0" y="9"/>
                    <a:pt x="0" y="20"/>
                  </a:cubicBezTo>
                  <a:cubicBezTo>
                    <a:pt x="0" y="31"/>
                    <a:pt x="9" y="40"/>
                    <a:pt x="20" y="40"/>
                  </a:cubicBezTo>
                  <a:close/>
                  <a:moveTo>
                    <a:pt x="20" y="10"/>
                  </a:moveTo>
                  <a:cubicBezTo>
                    <a:pt x="26" y="10"/>
                    <a:pt x="30" y="15"/>
                    <a:pt x="30" y="20"/>
                  </a:cubicBezTo>
                  <a:cubicBezTo>
                    <a:pt x="30" y="26"/>
                    <a:pt x="26" y="31"/>
                    <a:pt x="20" y="31"/>
                  </a:cubicBezTo>
                  <a:cubicBezTo>
                    <a:pt x="14" y="31"/>
                    <a:pt x="10" y="26"/>
                    <a:pt x="10" y="20"/>
                  </a:cubicBezTo>
                  <a:cubicBezTo>
                    <a:pt x="10" y="15"/>
                    <a:pt x="14" y="10"/>
                    <a:pt x="20"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Oval 251"/>
            <p:cNvSpPr>
              <a:spLocks noChangeArrowheads="1"/>
            </p:cNvSpPr>
            <p:nvPr/>
          </p:nvSpPr>
          <p:spPr bwMode="auto">
            <a:xfrm>
              <a:off x="9683751" y="1341438"/>
              <a:ext cx="34925" cy="349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 name="Freeform 252"/>
            <p:cNvSpPr>
              <a:spLocks noEditPoints="1"/>
            </p:cNvSpPr>
            <p:nvPr/>
          </p:nvSpPr>
          <p:spPr bwMode="auto">
            <a:xfrm>
              <a:off x="9574213" y="1223963"/>
              <a:ext cx="74613" cy="74613"/>
            </a:xfrm>
            <a:custGeom>
              <a:avLst/>
              <a:gdLst>
                <a:gd name="T0" fmla="*/ 57 w 57"/>
                <a:gd name="T1" fmla="*/ 28 h 57"/>
                <a:gd name="T2" fmla="*/ 28 w 57"/>
                <a:gd name="T3" fmla="*/ 0 h 57"/>
                <a:gd name="T4" fmla="*/ 0 w 57"/>
                <a:gd name="T5" fmla="*/ 28 h 57"/>
                <a:gd name="T6" fmla="*/ 28 w 57"/>
                <a:gd name="T7" fmla="*/ 57 h 57"/>
                <a:gd name="T8" fmla="*/ 57 w 57"/>
                <a:gd name="T9" fmla="*/ 28 h 57"/>
                <a:gd name="T10" fmla="*/ 29 w 57"/>
                <a:gd name="T11" fmla="*/ 48 h 57"/>
                <a:gd name="T12" fmla="*/ 13 w 57"/>
                <a:gd name="T13" fmla="*/ 32 h 57"/>
                <a:gd name="T14" fmla="*/ 29 w 57"/>
                <a:gd name="T15" fmla="*/ 16 h 57"/>
                <a:gd name="T16" fmla="*/ 45 w 57"/>
                <a:gd name="T17" fmla="*/ 32 h 57"/>
                <a:gd name="T18" fmla="*/ 29 w 57"/>
                <a:gd name="T19" fmla="*/ 48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 h="57">
                  <a:moveTo>
                    <a:pt x="57" y="28"/>
                  </a:moveTo>
                  <a:cubicBezTo>
                    <a:pt x="57" y="13"/>
                    <a:pt x="44" y="0"/>
                    <a:pt x="28" y="0"/>
                  </a:cubicBezTo>
                  <a:cubicBezTo>
                    <a:pt x="13" y="0"/>
                    <a:pt x="0" y="13"/>
                    <a:pt x="0" y="28"/>
                  </a:cubicBezTo>
                  <a:cubicBezTo>
                    <a:pt x="0" y="44"/>
                    <a:pt x="13" y="57"/>
                    <a:pt x="28" y="57"/>
                  </a:cubicBezTo>
                  <a:cubicBezTo>
                    <a:pt x="44" y="57"/>
                    <a:pt x="57" y="44"/>
                    <a:pt x="57" y="28"/>
                  </a:cubicBezTo>
                  <a:close/>
                  <a:moveTo>
                    <a:pt x="29" y="48"/>
                  </a:moveTo>
                  <a:cubicBezTo>
                    <a:pt x="20" y="48"/>
                    <a:pt x="13" y="41"/>
                    <a:pt x="13" y="32"/>
                  </a:cubicBezTo>
                  <a:cubicBezTo>
                    <a:pt x="13" y="23"/>
                    <a:pt x="20" y="16"/>
                    <a:pt x="29" y="16"/>
                  </a:cubicBezTo>
                  <a:cubicBezTo>
                    <a:pt x="38" y="16"/>
                    <a:pt x="45" y="23"/>
                    <a:pt x="45" y="32"/>
                  </a:cubicBezTo>
                  <a:cubicBezTo>
                    <a:pt x="45" y="41"/>
                    <a:pt x="38" y="48"/>
                    <a:pt x="29"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Freeform 253"/>
            <p:cNvSpPr>
              <a:spLocks/>
            </p:cNvSpPr>
            <p:nvPr/>
          </p:nvSpPr>
          <p:spPr bwMode="auto">
            <a:xfrm>
              <a:off x="9569451" y="898525"/>
              <a:ext cx="79375" cy="134938"/>
            </a:xfrm>
            <a:custGeom>
              <a:avLst/>
              <a:gdLst>
                <a:gd name="T0" fmla="*/ 17 w 50"/>
                <a:gd name="T1" fmla="*/ 85 h 85"/>
                <a:gd name="T2" fmla="*/ 33 w 50"/>
                <a:gd name="T3" fmla="*/ 85 h 85"/>
                <a:gd name="T4" fmla="*/ 33 w 50"/>
                <a:gd name="T5" fmla="*/ 13 h 85"/>
                <a:gd name="T6" fmla="*/ 50 w 50"/>
                <a:gd name="T7" fmla="*/ 13 h 85"/>
                <a:gd name="T8" fmla="*/ 50 w 50"/>
                <a:gd name="T9" fmla="*/ 0 h 85"/>
                <a:gd name="T10" fmla="*/ 0 w 50"/>
                <a:gd name="T11" fmla="*/ 0 h 85"/>
                <a:gd name="T12" fmla="*/ 0 w 50"/>
                <a:gd name="T13" fmla="*/ 13 h 85"/>
                <a:gd name="T14" fmla="*/ 17 w 50"/>
                <a:gd name="T15" fmla="*/ 13 h 85"/>
                <a:gd name="T16" fmla="*/ 17 w 50"/>
                <a:gd name="T17"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85">
                  <a:moveTo>
                    <a:pt x="17" y="85"/>
                  </a:moveTo>
                  <a:lnTo>
                    <a:pt x="33" y="85"/>
                  </a:lnTo>
                  <a:lnTo>
                    <a:pt x="33" y="13"/>
                  </a:lnTo>
                  <a:lnTo>
                    <a:pt x="50" y="13"/>
                  </a:lnTo>
                  <a:lnTo>
                    <a:pt x="50" y="0"/>
                  </a:lnTo>
                  <a:lnTo>
                    <a:pt x="0" y="0"/>
                  </a:lnTo>
                  <a:lnTo>
                    <a:pt x="0" y="13"/>
                  </a:lnTo>
                  <a:lnTo>
                    <a:pt x="17" y="13"/>
                  </a:lnTo>
                  <a:lnTo>
                    <a:pt x="17" y="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 name="Freeform 254"/>
            <p:cNvSpPr>
              <a:spLocks/>
            </p:cNvSpPr>
            <p:nvPr/>
          </p:nvSpPr>
          <p:spPr bwMode="auto">
            <a:xfrm>
              <a:off x="9658351" y="898525"/>
              <a:ext cx="73025" cy="134938"/>
            </a:xfrm>
            <a:custGeom>
              <a:avLst/>
              <a:gdLst>
                <a:gd name="T0" fmla="*/ 13 w 46"/>
                <a:gd name="T1" fmla="*/ 46 h 85"/>
                <a:gd name="T2" fmla="*/ 33 w 46"/>
                <a:gd name="T3" fmla="*/ 46 h 85"/>
                <a:gd name="T4" fmla="*/ 33 w 46"/>
                <a:gd name="T5" fmla="*/ 85 h 85"/>
                <a:gd name="T6" fmla="*/ 46 w 46"/>
                <a:gd name="T7" fmla="*/ 85 h 85"/>
                <a:gd name="T8" fmla="*/ 46 w 46"/>
                <a:gd name="T9" fmla="*/ 0 h 85"/>
                <a:gd name="T10" fmla="*/ 33 w 46"/>
                <a:gd name="T11" fmla="*/ 0 h 85"/>
                <a:gd name="T12" fmla="*/ 33 w 46"/>
                <a:gd name="T13" fmla="*/ 36 h 85"/>
                <a:gd name="T14" fmla="*/ 13 w 46"/>
                <a:gd name="T15" fmla="*/ 36 h 85"/>
                <a:gd name="T16" fmla="*/ 13 w 46"/>
                <a:gd name="T17" fmla="*/ 0 h 85"/>
                <a:gd name="T18" fmla="*/ 0 w 46"/>
                <a:gd name="T19" fmla="*/ 0 h 85"/>
                <a:gd name="T20" fmla="*/ 0 w 46"/>
                <a:gd name="T21" fmla="*/ 85 h 85"/>
                <a:gd name="T22" fmla="*/ 13 w 46"/>
                <a:gd name="T23" fmla="*/ 85 h 85"/>
                <a:gd name="T24" fmla="*/ 13 w 46"/>
                <a:gd name="T25" fmla="*/ 46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 h="85">
                  <a:moveTo>
                    <a:pt x="13" y="46"/>
                  </a:moveTo>
                  <a:lnTo>
                    <a:pt x="33" y="46"/>
                  </a:lnTo>
                  <a:lnTo>
                    <a:pt x="33" y="85"/>
                  </a:lnTo>
                  <a:lnTo>
                    <a:pt x="46" y="85"/>
                  </a:lnTo>
                  <a:lnTo>
                    <a:pt x="46" y="0"/>
                  </a:lnTo>
                  <a:lnTo>
                    <a:pt x="33" y="0"/>
                  </a:lnTo>
                  <a:lnTo>
                    <a:pt x="33" y="36"/>
                  </a:lnTo>
                  <a:lnTo>
                    <a:pt x="13" y="36"/>
                  </a:lnTo>
                  <a:lnTo>
                    <a:pt x="13" y="0"/>
                  </a:lnTo>
                  <a:lnTo>
                    <a:pt x="0" y="0"/>
                  </a:lnTo>
                  <a:lnTo>
                    <a:pt x="0" y="85"/>
                  </a:lnTo>
                  <a:lnTo>
                    <a:pt x="13" y="85"/>
                  </a:lnTo>
                  <a:lnTo>
                    <a:pt x="13"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 name="Rectangle 255"/>
            <p:cNvSpPr>
              <a:spLocks noChangeArrowheads="1"/>
            </p:cNvSpPr>
            <p:nvPr/>
          </p:nvSpPr>
          <p:spPr bwMode="auto">
            <a:xfrm>
              <a:off x="9753601" y="898525"/>
              <a:ext cx="20638" cy="134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 name="Freeform 256"/>
            <p:cNvSpPr>
              <a:spLocks/>
            </p:cNvSpPr>
            <p:nvPr/>
          </p:nvSpPr>
          <p:spPr bwMode="auto">
            <a:xfrm>
              <a:off x="9788526" y="895350"/>
              <a:ext cx="77788" cy="139700"/>
            </a:xfrm>
            <a:custGeom>
              <a:avLst/>
              <a:gdLst>
                <a:gd name="T0" fmla="*/ 32 w 60"/>
                <a:gd name="T1" fmla="*/ 92 h 107"/>
                <a:gd name="T2" fmla="*/ 16 w 60"/>
                <a:gd name="T3" fmla="*/ 73 h 107"/>
                <a:gd name="T4" fmla="*/ 0 w 60"/>
                <a:gd name="T5" fmla="*/ 77 h 107"/>
                <a:gd name="T6" fmla="*/ 32 w 60"/>
                <a:gd name="T7" fmla="*/ 107 h 107"/>
                <a:gd name="T8" fmla="*/ 60 w 60"/>
                <a:gd name="T9" fmla="*/ 80 h 107"/>
                <a:gd name="T10" fmla="*/ 54 w 60"/>
                <a:gd name="T11" fmla="*/ 61 h 107"/>
                <a:gd name="T12" fmla="*/ 38 w 60"/>
                <a:gd name="T13" fmla="*/ 47 h 107"/>
                <a:gd name="T14" fmla="*/ 25 w 60"/>
                <a:gd name="T15" fmla="*/ 36 h 107"/>
                <a:gd name="T16" fmla="*/ 20 w 60"/>
                <a:gd name="T17" fmla="*/ 25 h 107"/>
                <a:gd name="T18" fmla="*/ 31 w 60"/>
                <a:gd name="T19" fmla="*/ 15 h 107"/>
                <a:gd name="T20" fmla="*/ 44 w 60"/>
                <a:gd name="T21" fmla="*/ 30 h 107"/>
                <a:gd name="T22" fmla="*/ 60 w 60"/>
                <a:gd name="T23" fmla="*/ 26 h 107"/>
                <a:gd name="T24" fmla="*/ 31 w 60"/>
                <a:gd name="T25" fmla="*/ 0 h 107"/>
                <a:gd name="T26" fmla="*/ 3 w 60"/>
                <a:gd name="T27" fmla="*/ 25 h 107"/>
                <a:gd name="T28" fmla="*/ 9 w 60"/>
                <a:gd name="T29" fmla="*/ 43 h 107"/>
                <a:gd name="T30" fmla="*/ 28 w 60"/>
                <a:gd name="T31" fmla="*/ 59 h 107"/>
                <a:gd name="T32" fmla="*/ 44 w 60"/>
                <a:gd name="T33" fmla="*/ 80 h 107"/>
                <a:gd name="T34" fmla="*/ 32 w 60"/>
                <a:gd name="T35" fmla="*/ 92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0" h="107">
                  <a:moveTo>
                    <a:pt x="32" y="92"/>
                  </a:moveTo>
                  <a:cubicBezTo>
                    <a:pt x="23" y="92"/>
                    <a:pt x="18" y="85"/>
                    <a:pt x="16" y="73"/>
                  </a:cubicBezTo>
                  <a:cubicBezTo>
                    <a:pt x="0" y="77"/>
                    <a:pt x="0" y="77"/>
                    <a:pt x="0" y="77"/>
                  </a:cubicBezTo>
                  <a:cubicBezTo>
                    <a:pt x="4" y="97"/>
                    <a:pt x="14" y="107"/>
                    <a:pt x="32" y="107"/>
                  </a:cubicBezTo>
                  <a:cubicBezTo>
                    <a:pt x="49" y="107"/>
                    <a:pt x="60" y="96"/>
                    <a:pt x="60" y="80"/>
                  </a:cubicBezTo>
                  <a:cubicBezTo>
                    <a:pt x="60" y="73"/>
                    <a:pt x="58" y="66"/>
                    <a:pt x="54" y="61"/>
                  </a:cubicBezTo>
                  <a:cubicBezTo>
                    <a:pt x="50" y="57"/>
                    <a:pt x="47" y="54"/>
                    <a:pt x="38" y="47"/>
                  </a:cubicBezTo>
                  <a:cubicBezTo>
                    <a:pt x="27" y="39"/>
                    <a:pt x="27" y="39"/>
                    <a:pt x="25" y="36"/>
                  </a:cubicBezTo>
                  <a:cubicBezTo>
                    <a:pt x="22" y="33"/>
                    <a:pt x="20" y="29"/>
                    <a:pt x="20" y="25"/>
                  </a:cubicBezTo>
                  <a:cubicBezTo>
                    <a:pt x="20" y="19"/>
                    <a:pt x="25" y="15"/>
                    <a:pt x="31" y="15"/>
                  </a:cubicBezTo>
                  <a:cubicBezTo>
                    <a:pt x="37" y="15"/>
                    <a:pt x="42" y="20"/>
                    <a:pt x="44" y="30"/>
                  </a:cubicBezTo>
                  <a:cubicBezTo>
                    <a:pt x="60" y="26"/>
                    <a:pt x="60" y="26"/>
                    <a:pt x="60" y="26"/>
                  </a:cubicBezTo>
                  <a:cubicBezTo>
                    <a:pt x="55" y="9"/>
                    <a:pt x="45" y="0"/>
                    <a:pt x="31" y="0"/>
                  </a:cubicBezTo>
                  <a:cubicBezTo>
                    <a:pt x="15" y="0"/>
                    <a:pt x="3" y="10"/>
                    <a:pt x="3" y="25"/>
                  </a:cubicBezTo>
                  <a:cubicBezTo>
                    <a:pt x="3" y="32"/>
                    <a:pt x="6" y="38"/>
                    <a:pt x="9" y="43"/>
                  </a:cubicBezTo>
                  <a:cubicBezTo>
                    <a:pt x="13" y="47"/>
                    <a:pt x="14" y="48"/>
                    <a:pt x="28" y="59"/>
                  </a:cubicBezTo>
                  <a:cubicBezTo>
                    <a:pt x="40" y="69"/>
                    <a:pt x="44" y="73"/>
                    <a:pt x="44" y="80"/>
                  </a:cubicBezTo>
                  <a:cubicBezTo>
                    <a:pt x="44" y="87"/>
                    <a:pt x="39" y="92"/>
                    <a:pt x="32" y="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 name="Freeform 257"/>
            <p:cNvSpPr>
              <a:spLocks noEditPoints="1"/>
            </p:cNvSpPr>
            <p:nvPr/>
          </p:nvSpPr>
          <p:spPr bwMode="auto">
            <a:xfrm>
              <a:off x="10040938" y="715963"/>
              <a:ext cx="533400" cy="533400"/>
            </a:xfrm>
            <a:custGeom>
              <a:avLst/>
              <a:gdLst>
                <a:gd name="T0" fmla="*/ 204 w 408"/>
                <a:gd name="T1" fmla="*/ 408 h 408"/>
                <a:gd name="T2" fmla="*/ 408 w 408"/>
                <a:gd name="T3" fmla="*/ 204 h 408"/>
                <a:gd name="T4" fmla="*/ 204 w 408"/>
                <a:gd name="T5" fmla="*/ 0 h 408"/>
                <a:gd name="T6" fmla="*/ 0 w 408"/>
                <a:gd name="T7" fmla="*/ 204 h 408"/>
                <a:gd name="T8" fmla="*/ 204 w 408"/>
                <a:gd name="T9" fmla="*/ 408 h 408"/>
                <a:gd name="T10" fmla="*/ 196 w 408"/>
                <a:gd name="T11" fmla="*/ 38 h 408"/>
                <a:gd name="T12" fmla="*/ 370 w 408"/>
                <a:gd name="T13" fmla="*/ 212 h 408"/>
                <a:gd name="T14" fmla="*/ 196 w 408"/>
                <a:gd name="T15" fmla="*/ 386 h 408"/>
                <a:gd name="T16" fmla="*/ 22 w 408"/>
                <a:gd name="T17" fmla="*/ 212 h 408"/>
                <a:gd name="T18" fmla="*/ 196 w 408"/>
                <a:gd name="T19" fmla="*/ 38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8" h="408">
                  <a:moveTo>
                    <a:pt x="204" y="408"/>
                  </a:moveTo>
                  <a:cubicBezTo>
                    <a:pt x="316" y="408"/>
                    <a:pt x="408" y="317"/>
                    <a:pt x="408" y="204"/>
                  </a:cubicBezTo>
                  <a:cubicBezTo>
                    <a:pt x="408" y="92"/>
                    <a:pt x="316" y="0"/>
                    <a:pt x="204" y="0"/>
                  </a:cubicBezTo>
                  <a:cubicBezTo>
                    <a:pt x="91" y="0"/>
                    <a:pt x="0" y="92"/>
                    <a:pt x="0" y="204"/>
                  </a:cubicBezTo>
                  <a:cubicBezTo>
                    <a:pt x="0" y="317"/>
                    <a:pt x="91" y="408"/>
                    <a:pt x="204" y="408"/>
                  </a:cubicBezTo>
                  <a:close/>
                  <a:moveTo>
                    <a:pt x="196" y="38"/>
                  </a:moveTo>
                  <a:cubicBezTo>
                    <a:pt x="292" y="38"/>
                    <a:pt x="370" y="116"/>
                    <a:pt x="370" y="212"/>
                  </a:cubicBezTo>
                  <a:cubicBezTo>
                    <a:pt x="370" y="308"/>
                    <a:pt x="292" y="386"/>
                    <a:pt x="196" y="386"/>
                  </a:cubicBezTo>
                  <a:cubicBezTo>
                    <a:pt x="100" y="386"/>
                    <a:pt x="22" y="308"/>
                    <a:pt x="22" y="212"/>
                  </a:cubicBezTo>
                  <a:cubicBezTo>
                    <a:pt x="22" y="116"/>
                    <a:pt x="100" y="38"/>
                    <a:pt x="196"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 name="Freeform 258"/>
            <p:cNvSpPr>
              <a:spLocks noEditPoints="1"/>
            </p:cNvSpPr>
            <p:nvPr/>
          </p:nvSpPr>
          <p:spPr bwMode="auto">
            <a:xfrm>
              <a:off x="10058401" y="1316038"/>
              <a:ext cx="52388" cy="50800"/>
            </a:xfrm>
            <a:custGeom>
              <a:avLst/>
              <a:gdLst>
                <a:gd name="T0" fmla="*/ 20 w 40"/>
                <a:gd name="T1" fmla="*/ 0 h 39"/>
                <a:gd name="T2" fmla="*/ 0 w 40"/>
                <a:gd name="T3" fmla="*/ 19 h 39"/>
                <a:gd name="T4" fmla="*/ 20 w 40"/>
                <a:gd name="T5" fmla="*/ 39 h 39"/>
                <a:gd name="T6" fmla="*/ 40 w 40"/>
                <a:gd name="T7" fmla="*/ 19 h 39"/>
                <a:gd name="T8" fmla="*/ 20 w 40"/>
                <a:gd name="T9" fmla="*/ 0 h 39"/>
                <a:gd name="T10" fmla="*/ 19 w 40"/>
                <a:gd name="T11" fmla="*/ 29 h 39"/>
                <a:gd name="T12" fmla="*/ 9 w 40"/>
                <a:gd name="T13" fmla="*/ 19 h 39"/>
                <a:gd name="T14" fmla="*/ 19 w 40"/>
                <a:gd name="T15" fmla="*/ 9 h 39"/>
                <a:gd name="T16" fmla="*/ 29 w 40"/>
                <a:gd name="T17" fmla="*/ 19 h 39"/>
                <a:gd name="T18" fmla="*/ 19 w 40"/>
                <a:gd name="T19" fmla="*/ 2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39">
                  <a:moveTo>
                    <a:pt x="20" y="0"/>
                  </a:moveTo>
                  <a:cubicBezTo>
                    <a:pt x="9" y="0"/>
                    <a:pt x="0" y="8"/>
                    <a:pt x="0" y="19"/>
                  </a:cubicBezTo>
                  <a:cubicBezTo>
                    <a:pt x="0" y="30"/>
                    <a:pt x="9" y="39"/>
                    <a:pt x="20" y="39"/>
                  </a:cubicBezTo>
                  <a:cubicBezTo>
                    <a:pt x="31" y="39"/>
                    <a:pt x="40" y="30"/>
                    <a:pt x="40" y="19"/>
                  </a:cubicBezTo>
                  <a:cubicBezTo>
                    <a:pt x="40" y="8"/>
                    <a:pt x="31" y="0"/>
                    <a:pt x="20" y="0"/>
                  </a:cubicBezTo>
                  <a:close/>
                  <a:moveTo>
                    <a:pt x="19" y="29"/>
                  </a:moveTo>
                  <a:cubicBezTo>
                    <a:pt x="13" y="29"/>
                    <a:pt x="9" y="25"/>
                    <a:pt x="9" y="19"/>
                  </a:cubicBezTo>
                  <a:cubicBezTo>
                    <a:pt x="9" y="14"/>
                    <a:pt x="13" y="9"/>
                    <a:pt x="19" y="9"/>
                  </a:cubicBezTo>
                  <a:cubicBezTo>
                    <a:pt x="25" y="9"/>
                    <a:pt x="29" y="14"/>
                    <a:pt x="29" y="19"/>
                  </a:cubicBezTo>
                  <a:cubicBezTo>
                    <a:pt x="29" y="25"/>
                    <a:pt x="25" y="29"/>
                    <a:pt x="19"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 name="Freeform 259"/>
            <p:cNvSpPr>
              <a:spLocks noEditPoints="1"/>
            </p:cNvSpPr>
            <p:nvPr/>
          </p:nvSpPr>
          <p:spPr bwMode="auto">
            <a:xfrm>
              <a:off x="10098088" y="1235075"/>
              <a:ext cx="74613" cy="73025"/>
            </a:xfrm>
            <a:custGeom>
              <a:avLst/>
              <a:gdLst>
                <a:gd name="T0" fmla="*/ 57 w 57"/>
                <a:gd name="T1" fmla="*/ 28 h 56"/>
                <a:gd name="T2" fmla="*/ 28 w 57"/>
                <a:gd name="T3" fmla="*/ 0 h 56"/>
                <a:gd name="T4" fmla="*/ 0 w 57"/>
                <a:gd name="T5" fmla="*/ 28 h 56"/>
                <a:gd name="T6" fmla="*/ 28 w 57"/>
                <a:gd name="T7" fmla="*/ 56 h 56"/>
                <a:gd name="T8" fmla="*/ 57 w 57"/>
                <a:gd name="T9" fmla="*/ 28 h 56"/>
                <a:gd name="T10" fmla="*/ 12 w 57"/>
                <a:gd name="T11" fmla="*/ 28 h 56"/>
                <a:gd name="T12" fmla="*/ 28 w 57"/>
                <a:gd name="T13" fmla="*/ 12 h 56"/>
                <a:gd name="T14" fmla="*/ 45 w 57"/>
                <a:gd name="T15" fmla="*/ 28 h 56"/>
                <a:gd name="T16" fmla="*/ 28 w 57"/>
                <a:gd name="T17" fmla="*/ 44 h 56"/>
                <a:gd name="T18" fmla="*/ 12 w 57"/>
                <a:gd name="T19" fmla="*/ 2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 h="56">
                  <a:moveTo>
                    <a:pt x="57" y="28"/>
                  </a:moveTo>
                  <a:cubicBezTo>
                    <a:pt x="57" y="12"/>
                    <a:pt x="44" y="0"/>
                    <a:pt x="28" y="0"/>
                  </a:cubicBezTo>
                  <a:cubicBezTo>
                    <a:pt x="13" y="0"/>
                    <a:pt x="0" y="12"/>
                    <a:pt x="0" y="28"/>
                  </a:cubicBezTo>
                  <a:cubicBezTo>
                    <a:pt x="0" y="44"/>
                    <a:pt x="13" y="56"/>
                    <a:pt x="28" y="56"/>
                  </a:cubicBezTo>
                  <a:cubicBezTo>
                    <a:pt x="44" y="56"/>
                    <a:pt x="57" y="44"/>
                    <a:pt x="57" y="28"/>
                  </a:cubicBezTo>
                  <a:close/>
                  <a:moveTo>
                    <a:pt x="12" y="28"/>
                  </a:moveTo>
                  <a:cubicBezTo>
                    <a:pt x="12" y="19"/>
                    <a:pt x="19" y="12"/>
                    <a:pt x="28" y="12"/>
                  </a:cubicBezTo>
                  <a:cubicBezTo>
                    <a:pt x="37" y="12"/>
                    <a:pt x="45" y="19"/>
                    <a:pt x="45" y="28"/>
                  </a:cubicBezTo>
                  <a:cubicBezTo>
                    <a:pt x="45" y="37"/>
                    <a:pt x="37" y="44"/>
                    <a:pt x="28" y="44"/>
                  </a:cubicBezTo>
                  <a:cubicBezTo>
                    <a:pt x="19" y="44"/>
                    <a:pt x="12" y="37"/>
                    <a:pt x="12"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 name="Freeform 260"/>
            <p:cNvSpPr>
              <a:spLocks/>
            </p:cNvSpPr>
            <p:nvPr/>
          </p:nvSpPr>
          <p:spPr bwMode="auto">
            <a:xfrm>
              <a:off x="10140951" y="930275"/>
              <a:ext cx="73025" cy="134938"/>
            </a:xfrm>
            <a:custGeom>
              <a:avLst/>
              <a:gdLst>
                <a:gd name="T0" fmla="*/ 16 w 46"/>
                <a:gd name="T1" fmla="*/ 85 h 85"/>
                <a:gd name="T2" fmla="*/ 29 w 46"/>
                <a:gd name="T3" fmla="*/ 85 h 85"/>
                <a:gd name="T4" fmla="*/ 29 w 46"/>
                <a:gd name="T5" fmla="*/ 13 h 85"/>
                <a:gd name="T6" fmla="*/ 46 w 46"/>
                <a:gd name="T7" fmla="*/ 13 h 85"/>
                <a:gd name="T8" fmla="*/ 46 w 46"/>
                <a:gd name="T9" fmla="*/ 0 h 85"/>
                <a:gd name="T10" fmla="*/ 0 w 46"/>
                <a:gd name="T11" fmla="*/ 0 h 85"/>
                <a:gd name="T12" fmla="*/ 0 w 46"/>
                <a:gd name="T13" fmla="*/ 13 h 85"/>
                <a:gd name="T14" fmla="*/ 16 w 46"/>
                <a:gd name="T15" fmla="*/ 13 h 85"/>
                <a:gd name="T16" fmla="*/ 16 w 46"/>
                <a:gd name="T17"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85">
                  <a:moveTo>
                    <a:pt x="16" y="85"/>
                  </a:moveTo>
                  <a:lnTo>
                    <a:pt x="29" y="85"/>
                  </a:lnTo>
                  <a:lnTo>
                    <a:pt x="29" y="13"/>
                  </a:lnTo>
                  <a:lnTo>
                    <a:pt x="46" y="13"/>
                  </a:lnTo>
                  <a:lnTo>
                    <a:pt x="46" y="0"/>
                  </a:lnTo>
                  <a:lnTo>
                    <a:pt x="0" y="0"/>
                  </a:lnTo>
                  <a:lnTo>
                    <a:pt x="0" y="13"/>
                  </a:lnTo>
                  <a:lnTo>
                    <a:pt x="16" y="13"/>
                  </a:lnTo>
                  <a:lnTo>
                    <a:pt x="16" y="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 name="Freeform 261"/>
            <p:cNvSpPr>
              <a:spLocks/>
            </p:cNvSpPr>
            <p:nvPr/>
          </p:nvSpPr>
          <p:spPr bwMode="auto">
            <a:xfrm>
              <a:off x="10229851" y="930275"/>
              <a:ext cx="73025" cy="134938"/>
            </a:xfrm>
            <a:custGeom>
              <a:avLst/>
              <a:gdLst>
                <a:gd name="T0" fmla="*/ 13 w 46"/>
                <a:gd name="T1" fmla="*/ 46 h 85"/>
                <a:gd name="T2" fmla="*/ 29 w 46"/>
                <a:gd name="T3" fmla="*/ 46 h 85"/>
                <a:gd name="T4" fmla="*/ 29 w 46"/>
                <a:gd name="T5" fmla="*/ 85 h 85"/>
                <a:gd name="T6" fmla="*/ 46 w 46"/>
                <a:gd name="T7" fmla="*/ 85 h 85"/>
                <a:gd name="T8" fmla="*/ 46 w 46"/>
                <a:gd name="T9" fmla="*/ 0 h 85"/>
                <a:gd name="T10" fmla="*/ 29 w 46"/>
                <a:gd name="T11" fmla="*/ 0 h 85"/>
                <a:gd name="T12" fmla="*/ 29 w 46"/>
                <a:gd name="T13" fmla="*/ 36 h 85"/>
                <a:gd name="T14" fmla="*/ 13 w 46"/>
                <a:gd name="T15" fmla="*/ 36 h 85"/>
                <a:gd name="T16" fmla="*/ 13 w 46"/>
                <a:gd name="T17" fmla="*/ 0 h 85"/>
                <a:gd name="T18" fmla="*/ 0 w 46"/>
                <a:gd name="T19" fmla="*/ 0 h 85"/>
                <a:gd name="T20" fmla="*/ 0 w 46"/>
                <a:gd name="T21" fmla="*/ 85 h 85"/>
                <a:gd name="T22" fmla="*/ 13 w 46"/>
                <a:gd name="T23" fmla="*/ 85 h 85"/>
                <a:gd name="T24" fmla="*/ 13 w 46"/>
                <a:gd name="T25" fmla="*/ 46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 h="85">
                  <a:moveTo>
                    <a:pt x="13" y="46"/>
                  </a:moveTo>
                  <a:lnTo>
                    <a:pt x="29" y="46"/>
                  </a:lnTo>
                  <a:lnTo>
                    <a:pt x="29" y="85"/>
                  </a:lnTo>
                  <a:lnTo>
                    <a:pt x="46" y="85"/>
                  </a:lnTo>
                  <a:lnTo>
                    <a:pt x="46" y="0"/>
                  </a:lnTo>
                  <a:lnTo>
                    <a:pt x="29" y="0"/>
                  </a:lnTo>
                  <a:lnTo>
                    <a:pt x="29" y="36"/>
                  </a:lnTo>
                  <a:lnTo>
                    <a:pt x="13" y="36"/>
                  </a:lnTo>
                  <a:lnTo>
                    <a:pt x="13" y="0"/>
                  </a:lnTo>
                  <a:lnTo>
                    <a:pt x="0" y="0"/>
                  </a:lnTo>
                  <a:lnTo>
                    <a:pt x="0" y="85"/>
                  </a:lnTo>
                  <a:lnTo>
                    <a:pt x="13" y="85"/>
                  </a:lnTo>
                  <a:lnTo>
                    <a:pt x="13"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 name="Freeform 262"/>
            <p:cNvSpPr>
              <a:spLocks noEditPoints="1"/>
            </p:cNvSpPr>
            <p:nvPr/>
          </p:nvSpPr>
          <p:spPr bwMode="auto">
            <a:xfrm>
              <a:off x="10317163" y="930275"/>
              <a:ext cx="82550" cy="134938"/>
            </a:xfrm>
            <a:custGeom>
              <a:avLst/>
              <a:gdLst>
                <a:gd name="T0" fmla="*/ 16 w 52"/>
                <a:gd name="T1" fmla="*/ 65 h 85"/>
                <a:gd name="T2" fmla="*/ 35 w 52"/>
                <a:gd name="T3" fmla="*/ 65 h 85"/>
                <a:gd name="T4" fmla="*/ 38 w 52"/>
                <a:gd name="T5" fmla="*/ 85 h 85"/>
                <a:gd name="T6" fmla="*/ 52 w 52"/>
                <a:gd name="T7" fmla="*/ 85 h 85"/>
                <a:gd name="T8" fmla="*/ 35 w 52"/>
                <a:gd name="T9" fmla="*/ 0 h 85"/>
                <a:gd name="T10" fmla="*/ 16 w 52"/>
                <a:gd name="T11" fmla="*/ 0 h 85"/>
                <a:gd name="T12" fmla="*/ 0 w 52"/>
                <a:gd name="T13" fmla="*/ 85 h 85"/>
                <a:gd name="T14" fmla="*/ 13 w 52"/>
                <a:gd name="T15" fmla="*/ 85 h 85"/>
                <a:gd name="T16" fmla="*/ 16 w 52"/>
                <a:gd name="T17" fmla="*/ 65 h 85"/>
                <a:gd name="T18" fmla="*/ 26 w 52"/>
                <a:gd name="T19" fmla="*/ 17 h 85"/>
                <a:gd name="T20" fmla="*/ 32 w 52"/>
                <a:gd name="T21" fmla="*/ 56 h 85"/>
                <a:gd name="T22" fmla="*/ 18 w 52"/>
                <a:gd name="T23" fmla="*/ 56 h 85"/>
                <a:gd name="T24" fmla="*/ 26 w 52"/>
                <a:gd name="T25" fmla="*/ 17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2" h="85">
                  <a:moveTo>
                    <a:pt x="16" y="65"/>
                  </a:moveTo>
                  <a:lnTo>
                    <a:pt x="35" y="65"/>
                  </a:lnTo>
                  <a:lnTo>
                    <a:pt x="38" y="85"/>
                  </a:lnTo>
                  <a:lnTo>
                    <a:pt x="52" y="85"/>
                  </a:lnTo>
                  <a:lnTo>
                    <a:pt x="35" y="0"/>
                  </a:lnTo>
                  <a:lnTo>
                    <a:pt x="16" y="0"/>
                  </a:lnTo>
                  <a:lnTo>
                    <a:pt x="0" y="85"/>
                  </a:lnTo>
                  <a:lnTo>
                    <a:pt x="13" y="85"/>
                  </a:lnTo>
                  <a:lnTo>
                    <a:pt x="16" y="65"/>
                  </a:lnTo>
                  <a:close/>
                  <a:moveTo>
                    <a:pt x="26" y="17"/>
                  </a:moveTo>
                  <a:lnTo>
                    <a:pt x="32" y="56"/>
                  </a:lnTo>
                  <a:lnTo>
                    <a:pt x="18" y="56"/>
                  </a:lnTo>
                  <a:lnTo>
                    <a:pt x="26"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 name="Oval 264"/>
            <p:cNvSpPr>
              <a:spLocks noChangeArrowheads="1"/>
            </p:cNvSpPr>
            <p:nvPr/>
          </p:nvSpPr>
          <p:spPr bwMode="auto">
            <a:xfrm>
              <a:off x="9999663" y="1344613"/>
              <a:ext cx="34925" cy="349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 name="Freeform 263"/>
            <p:cNvSpPr>
              <a:spLocks/>
            </p:cNvSpPr>
            <p:nvPr/>
          </p:nvSpPr>
          <p:spPr bwMode="auto">
            <a:xfrm>
              <a:off x="10396538" y="930275"/>
              <a:ext cx="79375" cy="134938"/>
            </a:xfrm>
            <a:custGeom>
              <a:avLst/>
              <a:gdLst>
                <a:gd name="T0" fmla="*/ 17 w 50"/>
                <a:gd name="T1" fmla="*/ 85 h 85"/>
                <a:gd name="T2" fmla="*/ 30 w 50"/>
                <a:gd name="T3" fmla="*/ 85 h 85"/>
                <a:gd name="T4" fmla="*/ 30 w 50"/>
                <a:gd name="T5" fmla="*/ 13 h 85"/>
                <a:gd name="T6" fmla="*/ 50 w 50"/>
                <a:gd name="T7" fmla="*/ 13 h 85"/>
                <a:gd name="T8" fmla="*/ 50 w 50"/>
                <a:gd name="T9" fmla="*/ 0 h 85"/>
                <a:gd name="T10" fmla="*/ 0 w 50"/>
                <a:gd name="T11" fmla="*/ 0 h 85"/>
                <a:gd name="T12" fmla="*/ 0 w 50"/>
                <a:gd name="T13" fmla="*/ 13 h 85"/>
                <a:gd name="T14" fmla="*/ 17 w 50"/>
                <a:gd name="T15" fmla="*/ 13 h 85"/>
                <a:gd name="T16" fmla="*/ 17 w 50"/>
                <a:gd name="T17"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85">
                  <a:moveTo>
                    <a:pt x="17" y="85"/>
                  </a:moveTo>
                  <a:lnTo>
                    <a:pt x="30" y="85"/>
                  </a:lnTo>
                  <a:lnTo>
                    <a:pt x="30" y="13"/>
                  </a:lnTo>
                  <a:lnTo>
                    <a:pt x="50" y="13"/>
                  </a:lnTo>
                  <a:lnTo>
                    <a:pt x="50" y="0"/>
                  </a:lnTo>
                  <a:lnTo>
                    <a:pt x="0" y="0"/>
                  </a:lnTo>
                  <a:lnTo>
                    <a:pt x="0" y="13"/>
                  </a:lnTo>
                  <a:lnTo>
                    <a:pt x="17" y="13"/>
                  </a:lnTo>
                  <a:lnTo>
                    <a:pt x="17" y="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70" name="组合 269"/>
          <p:cNvGrpSpPr/>
          <p:nvPr/>
        </p:nvGrpSpPr>
        <p:grpSpPr>
          <a:xfrm>
            <a:off x="10604501" y="720725"/>
            <a:ext cx="1265237" cy="1770063"/>
            <a:chOff x="10604501" y="720725"/>
            <a:chExt cx="1265237" cy="1770063"/>
          </a:xfrm>
          <a:solidFill>
            <a:schemeClr val="tx1">
              <a:lumMod val="65000"/>
              <a:lumOff val="35000"/>
            </a:schemeClr>
          </a:solidFill>
        </p:grpSpPr>
        <p:sp>
          <p:nvSpPr>
            <p:cNvPr id="271" name="Freeform 265"/>
            <p:cNvSpPr>
              <a:spLocks noEditPoints="1"/>
            </p:cNvSpPr>
            <p:nvPr/>
          </p:nvSpPr>
          <p:spPr bwMode="auto">
            <a:xfrm>
              <a:off x="10987088" y="720725"/>
              <a:ext cx="882650" cy="625475"/>
            </a:xfrm>
            <a:custGeom>
              <a:avLst/>
              <a:gdLst>
                <a:gd name="T0" fmla="*/ 100 w 556"/>
                <a:gd name="T1" fmla="*/ 296 h 394"/>
                <a:gd name="T2" fmla="*/ 62 w 556"/>
                <a:gd name="T3" fmla="*/ 394 h 394"/>
                <a:gd name="T4" fmla="*/ 154 w 556"/>
                <a:gd name="T5" fmla="*/ 300 h 394"/>
                <a:gd name="T6" fmla="*/ 485 w 556"/>
                <a:gd name="T7" fmla="*/ 324 h 394"/>
                <a:gd name="T8" fmla="*/ 556 w 556"/>
                <a:gd name="T9" fmla="*/ 0 h 394"/>
                <a:gd name="T10" fmla="*/ 0 w 556"/>
                <a:gd name="T11" fmla="*/ 19 h 394"/>
                <a:gd name="T12" fmla="*/ 35 w 556"/>
                <a:gd name="T13" fmla="*/ 291 h 394"/>
                <a:gd name="T14" fmla="*/ 100 w 556"/>
                <a:gd name="T15" fmla="*/ 296 h 394"/>
                <a:gd name="T16" fmla="*/ 516 w 556"/>
                <a:gd name="T17" fmla="*/ 27 h 394"/>
                <a:gd name="T18" fmla="*/ 466 w 556"/>
                <a:gd name="T19" fmla="*/ 300 h 394"/>
                <a:gd name="T20" fmla="*/ 53 w 556"/>
                <a:gd name="T21" fmla="*/ 261 h 394"/>
                <a:gd name="T22" fmla="*/ 33 w 556"/>
                <a:gd name="T23" fmla="*/ 42 h 394"/>
                <a:gd name="T24" fmla="*/ 516 w 556"/>
                <a:gd name="T25" fmla="*/ 27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56" h="394">
                  <a:moveTo>
                    <a:pt x="100" y="296"/>
                  </a:moveTo>
                  <a:lnTo>
                    <a:pt x="62" y="394"/>
                  </a:lnTo>
                  <a:lnTo>
                    <a:pt x="154" y="300"/>
                  </a:lnTo>
                  <a:lnTo>
                    <a:pt x="485" y="324"/>
                  </a:lnTo>
                  <a:lnTo>
                    <a:pt x="556" y="0"/>
                  </a:lnTo>
                  <a:lnTo>
                    <a:pt x="0" y="19"/>
                  </a:lnTo>
                  <a:lnTo>
                    <a:pt x="35" y="291"/>
                  </a:lnTo>
                  <a:lnTo>
                    <a:pt x="100" y="296"/>
                  </a:lnTo>
                  <a:close/>
                  <a:moveTo>
                    <a:pt x="516" y="27"/>
                  </a:moveTo>
                  <a:lnTo>
                    <a:pt x="466" y="300"/>
                  </a:lnTo>
                  <a:lnTo>
                    <a:pt x="53" y="261"/>
                  </a:lnTo>
                  <a:lnTo>
                    <a:pt x="33" y="42"/>
                  </a:lnTo>
                  <a:lnTo>
                    <a:pt x="516"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 name="Freeform 266"/>
            <p:cNvSpPr>
              <a:spLocks/>
            </p:cNvSpPr>
            <p:nvPr/>
          </p:nvSpPr>
          <p:spPr bwMode="auto">
            <a:xfrm>
              <a:off x="10604501" y="1387475"/>
              <a:ext cx="617538" cy="1103313"/>
            </a:xfrm>
            <a:custGeom>
              <a:avLst/>
              <a:gdLst>
                <a:gd name="T0" fmla="*/ 20 w 472"/>
                <a:gd name="T1" fmla="*/ 99 h 843"/>
                <a:gd name="T2" fmla="*/ 154 w 472"/>
                <a:gd name="T3" fmla="*/ 151 h 843"/>
                <a:gd name="T4" fmla="*/ 154 w 472"/>
                <a:gd name="T5" fmla="*/ 326 h 843"/>
                <a:gd name="T6" fmla="*/ 154 w 472"/>
                <a:gd name="T7" fmla="*/ 402 h 843"/>
                <a:gd name="T8" fmla="*/ 154 w 472"/>
                <a:gd name="T9" fmla="*/ 794 h 843"/>
                <a:gd name="T10" fmla="*/ 204 w 472"/>
                <a:gd name="T11" fmla="*/ 843 h 843"/>
                <a:gd name="T12" fmla="*/ 254 w 472"/>
                <a:gd name="T13" fmla="*/ 794 h 843"/>
                <a:gd name="T14" fmla="*/ 254 w 472"/>
                <a:gd name="T15" fmla="*/ 434 h 843"/>
                <a:gd name="T16" fmla="*/ 274 w 472"/>
                <a:gd name="T17" fmla="*/ 434 h 843"/>
                <a:gd name="T18" fmla="*/ 274 w 472"/>
                <a:gd name="T19" fmla="*/ 794 h 843"/>
                <a:gd name="T20" fmla="*/ 324 w 472"/>
                <a:gd name="T21" fmla="*/ 843 h 843"/>
                <a:gd name="T22" fmla="*/ 374 w 472"/>
                <a:gd name="T23" fmla="*/ 794 h 843"/>
                <a:gd name="T24" fmla="*/ 374 w 472"/>
                <a:gd name="T25" fmla="*/ 402 h 843"/>
                <a:gd name="T26" fmla="*/ 374 w 472"/>
                <a:gd name="T27" fmla="*/ 326 h 843"/>
                <a:gd name="T28" fmla="*/ 374 w 472"/>
                <a:gd name="T29" fmla="*/ 194 h 843"/>
                <a:gd name="T30" fmla="*/ 399 w 472"/>
                <a:gd name="T31" fmla="*/ 446 h 843"/>
                <a:gd name="T32" fmla="*/ 428 w 472"/>
                <a:gd name="T33" fmla="*/ 480 h 843"/>
                <a:gd name="T34" fmla="*/ 430 w 472"/>
                <a:gd name="T35" fmla="*/ 480 h 843"/>
                <a:gd name="T36" fmla="*/ 462 w 472"/>
                <a:gd name="T37" fmla="*/ 450 h 843"/>
                <a:gd name="T38" fmla="*/ 399 w 472"/>
                <a:gd name="T39" fmla="*/ 122 h 843"/>
                <a:gd name="T40" fmla="*/ 343 w 472"/>
                <a:gd name="T41" fmla="*/ 98 h 843"/>
                <a:gd name="T42" fmla="*/ 341 w 472"/>
                <a:gd name="T43" fmla="*/ 98 h 843"/>
                <a:gd name="T44" fmla="*/ 337 w 472"/>
                <a:gd name="T45" fmla="*/ 98 h 843"/>
                <a:gd name="T46" fmla="*/ 264 w 472"/>
                <a:gd name="T47" fmla="*/ 130 h 843"/>
                <a:gd name="T48" fmla="*/ 189 w 472"/>
                <a:gd name="T49" fmla="*/ 96 h 843"/>
                <a:gd name="T50" fmla="*/ 136 w 472"/>
                <a:gd name="T51" fmla="*/ 75 h 843"/>
                <a:gd name="T52" fmla="*/ 171 w 472"/>
                <a:gd name="T53" fmla="*/ 66 h 843"/>
                <a:gd name="T54" fmla="*/ 165 w 472"/>
                <a:gd name="T55" fmla="*/ 31 h 843"/>
                <a:gd name="T56" fmla="*/ 170 w 472"/>
                <a:gd name="T57" fmla="*/ 0 h 843"/>
                <a:gd name="T58" fmla="*/ 25 w 472"/>
                <a:gd name="T59" fmla="*/ 38 h 843"/>
                <a:gd name="T60" fmla="*/ 0 w 472"/>
                <a:gd name="T61" fmla="*/ 68 h 843"/>
                <a:gd name="T62" fmla="*/ 20 w 472"/>
                <a:gd name="T63" fmla="*/ 99 h 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72" h="843">
                  <a:moveTo>
                    <a:pt x="20" y="99"/>
                  </a:moveTo>
                  <a:cubicBezTo>
                    <a:pt x="154" y="151"/>
                    <a:pt x="154" y="151"/>
                    <a:pt x="154" y="151"/>
                  </a:cubicBezTo>
                  <a:cubicBezTo>
                    <a:pt x="154" y="326"/>
                    <a:pt x="154" y="326"/>
                    <a:pt x="154" y="326"/>
                  </a:cubicBezTo>
                  <a:cubicBezTo>
                    <a:pt x="154" y="402"/>
                    <a:pt x="154" y="402"/>
                    <a:pt x="154" y="402"/>
                  </a:cubicBezTo>
                  <a:cubicBezTo>
                    <a:pt x="154" y="794"/>
                    <a:pt x="154" y="794"/>
                    <a:pt x="154" y="794"/>
                  </a:cubicBezTo>
                  <a:cubicBezTo>
                    <a:pt x="154" y="821"/>
                    <a:pt x="177" y="843"/>
                    <a:pt x="204" y="843"/>
                  </a:cubicBezTo>
                  <a:cubicBezTo>
                    <a:pt x="231" y="843"/>
                    <a:pt x="254" y="821"/>
                    <a:pt x="254" y="794"/>
                  </a:cubicBezTo>
                  <a:cubicBezTo>
                    <a:pt x="254" y="434"/>
                    <a:pt x="254" y="434"/>
                    <a:pt x="254" y="434"/>
                  </a:cubicBezTo>
                  <a:cubicBezTo>
                    <a:pt x="274" y="434"/>
                    <a:pt x="274" y="434"/>
                    <a:pt x="274" y="434"/>
                  </a:cubicBezTo>
                  <a:cubicBezTo>
                    <a:pt x="274" y="794"/>
                    <a:pt x="274" y="794"/>
                    <a:pt x="274" y="794"/>
                  </a:cubicBezTo>
                  <a:cubicBezTo>
                    <a:pt x="274" y="821"/>
                    <a:pt x="297" y="843"/>
                    <a:pt x="324" y="843"/>
                  </a:cubicBezTo>
                  <a:cubicBezTo>
                    <a:pt x="351" y="843"/>
                    <a:pt x="374" y="821"/>
                    <a:pt x="374" y="794"/>
                  </a:cubicBezTo>
                  <a:cubicBezTo>
                    <a:pt x="374" y="402"/>
                    <a:pt x="374" y="402"/>
                    <a:pt x="374" y="402"/>
                  </a:cubicBezTo>
                  <a:cubicBezTo>
                    <a:pt x="374" y="326"/>
                    <a:pt x="374" y="326"/>
                    <a:pt x="374" y="326"/>
                  </a:cubicBezTo>
                  <a:cubicBezTo>
                    <a:pt x="374" y="194"/>
                    <a:pt x="374" y="194"/>
                    <a:pt x="374" y="194"/>
                  </a:cubicBezTo>
                  <a:cubicBezTo>
                    <a:pt x="390" y="231"/>
                    <a:pt x="407" y="306"/>
                    <a:pt x="399" y="446"/>
                  </a:cubicBezTo>
                  <a:cubicBezTo>
                    <a:pt x="398" y="464"/>
                    <a:pt x="411" y="479"/>
                    <a:pt x="428" y="480"/>
                  </a:cubicBezTo>
                  <a:cubicBezTo>
                    <a:pt x="429" y="480"/>
                    <a:pt x="429" y="480"/>
                    <a:pt x="430" y="480"/>
                  </a:cubicBezTo>
                  <a:cubicBezTo>
                    <a:pt x="447" y="480"/>
                    <a:pt x="461" y="467"/>
                    <a:pt x="462" y="450"/>
                  </a:cubicBezTo>
                  <a:cubicBezTo>
                    <a:pt x="472" y="281"/>
                    <a:pt x="451" y="171"/>
                    <a:pt x="399" y="122"/>
                  </a:cubicBezTo>
                  <a:cubicBezTo>
                    <a:pt x="376" y="101"/>
                    <a:pt x="354" y="98"/>
                    <a:pt x="343" y="98"/>
                  </a:cubicBezTo>
                  <a:cubicBezTo>
                    <a:pt x="343" y="98"/>
                    <a:pt x="342" y="98"/>
                    <a:pt x="341" y="98"/>
                  </a:cubicBezTo>
                  <a:cubicBezTo>
                    <a:pt x="337" y="98"/>
                    <a:pt x="337" y="98"/>
                    <a:pt x="337" y="98"/>
                  </a:cubicBezTo>
                  <a:cubicBezTo>
                    <a:pt x="319" y="118"/>
                    <a:pt x="293" y="130"/>
                    <a:pt x="264" y="130"/>
                  </a:cubicBezTo>
                  <a:cubicBezTo>
                    <a:pt x="234" y="130"/>
                    <a:pt x="208" y="117"/>
                    <a:pt x="189" y="96"/>
                  </a:cubicBezTo>
                  <a:cubicBezTo>
                    <a:pt x="136" y="75"/>
                    <a:pt x="136" y="75"/>
                    <a:pt x="136" y="75"/>
                  </a:cubicBezTo>
                  <a:cubicBezTo>
                    <a:pt x="171" y="66"/>
                    <a:pt x="171" y="66"/>
                    <a:pt x="171" y="66"/>
                  </a:cubicBezTo>
                  <a:cubicBezTo>
                    <a:pt x="167" y="55"/>
                    <a:pt x="165" y="43"/>
                    <a:pt x="165" y="31"/>
                  </a:cubicBezTo>
                  <a:cubicBezTo>
                    <a:pt x="165" y="20"/>
                    <a:pt x="167" y="10"/>
                    <a:pt x="170" y="0"/>
                  </a:cubicBezTo>
                  <a:cubicBezTo>
                    <a:pt x="25" y="38"/>
                    <a:pt x="25" y="38"/>
                    <a:pt x="25" y="38"/>
                  </a:cubicBezTo>
                  <a:cubicBezTo>
                    <a:pt x="11" y="42"/>
                    <a:pt x="1" y="54"/>
                    <a:pt x="0" y="68"/>
                  </a:cubicBezTo>
                  <a:cubicBezTo>
                    <a:pt x="0" y="81"/>
                    <a:pt x="7" y="94"/>
                    <a:pt x="20"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 name="Freeform 267"/>
            <p:cNvSpPr>
              <a:spLocks noEditPoints="1"/>
            </p:cNvSpPr>
            <p:nvPr/>
          </p:nvSpPr>
          <p:spPr bwMode="auto">
            <a:xfrm>
              <a:off x="10831513" y="1309688"/>
              <a:ext cx="234950" cy="234950"/>
            </a:xfrm>
            <a:custGeom>
              <a:avLst/>
              <a:gdLst>
                <a:gd name="T0" fmla="*/ 0 w 180"/>
                <a:gd name="T1" fmla="*/ 90 h 180"/>
                <a:gd name="T2" fmla="*/ 90 w 180"/>
                <a:gd name="T3" fmla="*/ 180 h 180"/>
                <a:gd name="T4" fmla="*/ 180 w 180"/>
                <a:gd name="T5" fmla="*/ 90 h 180"/>
                <a:gd name="T6" fmla="*/ 90 w 180"/>
                <a:gd name="T7" fmla="*/ 0 h 180"/>
                <a:gd name="T8" fmla="*/ 0 w 180"/>
                <a:gd name="T9" fmla="*/ 90 h 180"/>
                <a:gd name="T10" fmla="*/ 158 w 180"/>
                <a:gd name="T11" fmla="*/ 110 h 180"/>
                <a:gd name="T12" fmla="*/ 157 w 180"/>
                <a:gd name="T13" fmla="*/ 122 h 180"/>
                <a:gd name="T14" fmla="*/ 65 w 180"/>
                <a:gd name="T15" fmla="*/ 159 h 180"/>
                <a:gd name="T16" fmla="*/ 56 w 180"/>
                <a:gd name="T17" fmla="*/ 151 h 180"/>
                <a:gd name="T18" fmla="*/ 158 w 180"/>
                <a:gd name="T19" fmla="*/ 11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0" h="180">
                  <a:moveTo>
                    <a:pt x="0" y="90"/>
                  </a:moveTo>
                  <a:cubicBezTo>
                    <a:pt x="0" y="140"/>
                    <a:pt x="40" y="180"/>
                    <a:pt x="90" y="180"/>
                  </a:cubicBezTo>
                  <a:cubicBezTo>
                    <a:pt x="140" y="180"/>
                    <a:pt x="180" y="140"/>
                    <a:pt x="180" y="90"/>
                  </a:cubicBezTo>
                  <a:cubicBezTo>
                    <a:pt x="180" y="41"/>
                    <a:pt x="140" y="0"/>
                    <a:pt x="90" y="0"/>
                  </a:cubicBezTo>
                  <a:cubicBezTo>
                    <a:pt x="40" y="0"/>
                    <a:pt x="0" y="41"/>
                    <a:pt x="0" y="90"/>
                  </a:cubicBezTo>
                  <a:close/>
                  <a:moveTo>
                    <a:pt x="158" y="110"/>
                  </a:moveTo>
                  <a:cubicBezTo>
                    <a:pt x="157" y="122"/>
                    <a:pt x="157" y="122"/>
                    <a:pt x="157" y="122"/>
                  </a:cubicBezTo>
                  <a:cubicBezTo>
                    <a:pt x="101" y="117"/>
                    <a:pt x="65" y="158"/>
                    <a:pt x="65" y="159"/>
                  </a:cubicBezTo>
                  <a:cubicBezTo>
                    <a:pt x="56" y="151"/>
                    <a:pt x="56" y="151"/>
                    <a:pt x="56" y="151"/>
                  </a:cubicBezTo>
                  <a:cubicBezTo>
                    <a:pt x="57" y="149"/>
                    <a:pt x="96" y="104"/>
                    <a:pt x="158" y="1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 name="Freeform 268"/>
            <p:cNvSpPr>
              <a:spLocks/>
            </p:cNvSpPr>
            <p:nvPr/>
          </p:nvSpPr>
          <p:spPr bwMode="auto">
            <a:xfrm>
              <a:off x="11099801" y="855663"/>
              <a:ext cx="96838" cy="104775"/>
            </a:xfrm>
            <a:custGeom>
              <a:avLst/>
              <a:gdLst>
                <a:gd name="T0" fmla="*/ 23 w 61"/>
                <a:gd name="T1" fmla="*/ 66 h 66"/>
                <a:gd name="T2" fmla="*/ 31 w 61"/>
                <a:gd name="T3" fmla="*/ 20 h 66"/>
                <a:gd name="T4" fmla="*/ 40 w 61"/>
                <a:gd name="T5" fmla="*/ 66 h 66"/>
                <a:gd name="T6" fmla="*/ 50 w 61"/>
                <a:gd name="T7" fmla="*/ 66 h 66"/>
                <a:gd name="T8" fmla="*/ 61 w 61"/>
                <a:gd name="T9" fmla="*/ 0 h 66"/>
                <a:gd name="T10" fmla="*/ 51 w 61"/>
                <a:gd name="T11" fmla="*/ 0 h 66"/>
                <a:gd name="T12" fmla="*/ 45 w 61"/>
                <a:gd name="T13" fmla="*/ 44 h 66"/>
                <a:gd name="T14" fmla="*/ 36 w 61"/>
                <a:gd name="T15" fmla="*/ 0 h 66"/>
                <a:gd name="T16" fmla="*/ 26 w 61"/>
                <a:gd name="T17" fmla="*/ 0 h 66"/>
                <a:gd name="T18" fmla="*/ 18 w 61"/>
                <a:gd name="T19" fmla="*/ 44 h 66"/>
                <a:gd name="T20" fmla="*/ 11 w 61"/>
                <a:gd name="T21" fmla="*/ 0 h 66"/>
                <a:gd name="T22" fmla="*/ 0 w 61"/>
                <a:gd name="T23" fmla="*/ 0 h 66"/>
                <a:gd name="T24" fmla="*/ 13 w 61"/>
                <a:gd name="T25" fmla="*/ 66 h 66"/>
                <a:gd name="T26" fmla="*/ 23 w 61"/>
                <a:gd name="T27"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1" h="66">
                  <a:moveTo>
                    <a:pt x="23" y="66"/>
                  </a:moveTo>
                  <a:lnTo>
                    <a:pt x="31" y="20"/>
                  </a:lnTo>
                  <a:lnTo>
                    <a:pt x="40" y="66"/>
                  </a:lnTo>
                  <a:lnTo>
                    <a:pt x="50" y="66"/>
                  </a:lnTo>
                  <a:lnTo>
                    <a:pt x="61" y="0"/>
                  </a:lnTo>
                  <a:lnTo>
                    <a:pt x="51" y="0"/>
                  </a:lnTo>
                  <a:lnTo>
                    <a:pt x="45" y="44"/>
                  </a:lnTo>
                  <a:lnTo>
                    <a:pt x="36" y="0"/>
                  </a:lnTo>
                  <a:lnTo>
                    <a:pt x="26" y="0"/>
                  </a:lnTo>
                  <a:lnTo>
                    <a:pt x="18" y="44"/>
                  </a:lnTo>
                  <a:lnTo>
                    <a:pt x="11" y="0"/>
                  </a:lnTo>
                  <a:lnTo>
                    <a:pt x="0" y="0"/>
                  </a:lnTo>
                  <a:lnTo>
                    <a:pt x="13" y="66"/>
                  </a:lnTo>
                  <a:lnTo>
                    <a:pt x="23"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 name="Freeform 269"/>
            <p:cNvSpPr>
              <a:spLocks/>
            </p:cNvSpPr>
            <p:nvPr/>
          </p:nvSpPr>
          <p:spPr bwMode="auto">
            <a:xfrm>
              <a:off x="11209338" y="855663"/>
              <a:ext cx="46038" cy="104775"/>
            </a:xfrm>
            <a:custGeom>
              <a:avLst/>
              <a:gdLst>
                <a:gd name="T0" fmla="*/ 12 w 36"/>
                <a:gd name="T1" fmla="*/ 35 h 80"/>
                <a:gd name="T2" fmla="*/ 20 w 36"/>
                <a:gd name="T3" fmla="*/ 29 h 80"/>
                <a:gd name="T4" fmla="*/ 24 w 36"/>
                <a:gd name="T5" fmla="*/ 36 h 80"/>
                <a:gd name="T6" fmla="*/ 24 w 36"/>
                <a:gd name="T7" fmla="*/ 80 h 80"/>
                <a:gd name="T8" fmla="*/ 36 w 36"/>
                <a:gd name="T9" fmla="*/ 80 h 80"/>
                <a:gd name="T10" fmla="*/ 36 w 36"/>
                <a:gd name="T11" fmla="*/ 33 h 80"/>
                <a:gd name="T12" fmla="*/ 27 w 36"/>
                <a:gd name="T13" fmla="*/ 19 h 80"/>
                <a:gd name="T14" fmla="*/ 12 w 36"/>
                <a:gd name="T15" fmla="*/ 28 h 80"/>
                <a:gd name="T16" fmla="*/ 12 w 36"/>
                <a:gd name="T17" fmla="*/ 0 h 80"/>
                <a:gd name="T18" fmla="*/ 0 w 36"/>
                <a:gd name="T19" fmla="*/ 0 h 80"/>
                <a:gd name="T20" fmla="*/ 0 w 36"/>
                <a:gd name="T21" fmla="*/ 80 h 80"/>
                <a:gd name="T22" fmla="*/ 12 w 36"/>
                <a:gd name="T23" fmla="*/ 80 h 80"/>
                <a:gd name="T24" fmla="*/ 12 w 36"/>
                <a:gd name="T25" fmla="*/ 3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80">
                  <a:moveTo>
                    <a:pt x="12" y="35"/>
                  </a:moveTo>
                  <a:cubicBezTo>
                    <a:pt x="12" y="31"/>
                    <a:pt x="17" y="29"/>
                    <a:pt x="20" y="29"/>
                  </a:cubicBezTo>
                  <a:cubicBezTo>
                    <a:pt x="24" y="29"/>
                    <a:pt x="24" y="31"/>
                    <a:pt x="24" y="36"/>
                  </a:cubicBezTo>
                  <a:cubicBezTo>
                    <a:pt x="24" y="80"/>
                    <a:pt x="24" y="80"/>
                    <a:pt x="24" y="80"/>
                  </a:cubicBezTo>
                  <a:cubicBezTo>
                    <a:pt x="36" y="80"/>
                    <a:pt x="36" y="80"/>
                    <a:pt x="36" y="80"/>
                  </a:cubicBezTo>
                  <a:cubicBezTo>
                    <a:pt x="36" y="33"/>
                    <a:pt x="36" y="33"/>
                    <a:pt x="36" y="33"/>
                  </a:cubicBezTo>
                  <a:cubicBezTo>
                    <a:pt x="36" y="23"/>
                    <a:pt x="33" y="19"/>
                    <a:pt x="27" y="19"/>
                  </a:cubicBezTo>
                  <a:cubicBezTo>
                    <a:pt x="21" y="19"/>
                    <a:pt x="16" y="21"/>
                    <a:pt x="12" y="28"/>
                  </a:cubicBezTo>
                  <a:cubicBezTo>
                    <a:pt x="12" y="0"/>
                    <a:pt x="12" y="0"/>
                    <a:pt x="12" y="0"/>
                  </a:cubicBezTo>
                  <a:cubicBezTo>
                    <a:pt x="0" y="0"/>
                    <a:pt x="0" y="0"/>
                    <a:pt x="0" y="0"/>
                  </a:cubicBezTo>
                  <a:cubicBezTo>
                    <a:pt x="0" y="80"/>
                    <a:pt x="0" y="80"/>
                    <a:pt x="0" y="80"/>
                  </a:cubicBezTo>
                  <a:cubicBezTo>
                    <a:pt x="12" y="80"/>
                    <a:pt x="12" y="80"/>
                    <a:pt x="12" y="80"/>
                  </a:cubicBezTo>
                  <a:lnTo>
                    <a:pt x="12"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 name="Freeform 270"/>
            <p:cNvSpPr>
              <a:spLocks noEditPoints="1"/>
            </p:cNvSpPr>
            <p:nvPr/>
          </p:nvSpPr>
          <p:spPr bwMode="auto">
            <a:xfrm>
              <a:off x="11268076" y="879475"/>
              <a:ext cx="52388" cy="84138"/>
            </a:xfrm>
            <a:custGeom>
              <a:avLst/>
              <a:gdLst>
                <a:gd name="T0" fmla="*/ 10 w 39"/>
                <a:gd name="T1" fmla="*/ 31 h 64"/>
                <a:gd name="T2" fmla="*/ 0 w 39"/>
                <a:gd name="T3" fmla="*/ 47 h 64"/>
                <a:gd name="T4" fmla="*/ 13 w 39"/>
                <a:gd name="T5" fmla="*/ 64 h 64"/>
                <a:gd name="T6" fmla="*/ 26 w 39"/>
                <a:gd name="T7" fmla="*/ 55 h 64"/>
                <a:gd name="T8" fmla="*/ 27 w 39"/>
                <a:gd name="T9" fmla="*/ 62 h 64"/>
                <a:gd name="T10" fmla="*/ 39 w 39"/>
                <a:gd name="T11" fmla="*/ 62 h 64"/>
                <a:gd name="T12" fmla="*/ 38 w 39"/>
                <a:gd name="T13" fmla="*/ 46 h 64"/>
                <a:gd name="T14" fmla="*/ 38 w 39"/>
                <a:gd name="T15" fmla="*/ 19 h 64"/>
                <a:gd name="T16" fmla="*/ 35 w 39"/>
                <a:gd name="T17" fmla="*/ 6 h 64"/>
                <a:gd name="T18" fmla="*/ 22 w 39"/>
                <a:gd name="T19" fmla="*/ 0 h 64"/>
                <a:gd name="T20" fmla="*/ 2 w 39"/>
                <a:gd name="T21" fmla="*/ 18 h 64"/>
                <a:gd name="T22" fmla="*/ 14 w 39"/>
                <a:gd name="T23" fmla="*/ 18 h 64"/>
                <a:gd name="T24" fmla="*/ 20 w 39"/>
                <a:gd name="T25" fmla="*/ 10 h 64"/>
                <a:gd name="T26" fmla="*/ 26 w 39"/>
                <a:gd name="T27" fmla="*/ 20 h 64"/>
                <a:gd name="T28" fmla="*/ 26 w 39"/>
                <a:gd name="T29" fmla="*/ 23 h 64"/>
                <a:gd name="T30" fmla="*/ 10 w 39"/>
                <a:gd name="T31" fmla="*/ 31 h 64"/>
                <a:gd name="T32" fmla="*/ 26 w 39"/>
                <a:gd name="T33" fmla="*/ 48 h 64"/>
                <a:gd name="T34" fmla="*/ 18 w 39"/>
                <a:gd name="T35" fmla="*/ 54 h 64"/>
                <a:gd name="T36" fmla="*/ 12 w 39"/>
                <a:gd name="T37" fmla="*/ 47 h 64"/>
                <a:gd name="T38" fmla="*/ 26 w 39"/>
                <a:gd name="T39" fmla="*/ 31 h 64"/>
                <a:gd name="T40" fmla="*/ 26 w 39"/>
                <a:gd name="T41" fmla="*/ 48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 h="64">
                  <a:moveTo>
                    <a:pt x="10" y="31"/>
                  </a:moveTo>
                  <a:cubicBezTo>
                    <a:pt x="3" y="35"/>
                    <a:pt x="0" y="40"/>
                    <a:pt x="0" y="47"/>
                  </a:cubicBezTo>
                  <a:cubicBezTo>
                    <a:pt x="0" y="57"/>
                    <a:pt x="5" y="64"/>
                    <a:pt x="13" y="64"/>
                  </a:cubicBezTo>
                  <a:cubicBezTo>
                    <a:pt x="18" y="64"/>
                    <a:pt x="21" y="61"/>
                    <a:pt x="26" y="55"/>
                  </a:cubicBezTo>
                  <a:cubicBezTo>
                    <a:pt x="26" y="58"/>
                    <a:pt x="27" y="62"/>
                    <a:pt x="27" y="62"/>
                  </a:cubicBezTo>
                  <a:cubicBezTo>
                    <a:pt x="39" y="62"/>
                    <a:pt x="39" y="62"/>
                    <a:pt x="39" y="62"/>
                  </a:cubicBezTo>
                  <a:cubicBezTo>
                    <a:pt x="38" y="58"/>
                    <a:pt x="38" y="55"/>
                    <a:pt x="38" y="46"/>
                  </a:cubicBezTo>
                  <a:cubicBezTo>
                    <a:pt x="38" y="19"/>
                    <a:pt x="38" y="19"/>
                    <a:pt x="38" y="19"/>
                  </a:cubicBezTo>
                  <a:cubicBezTo>
                    <a:pt x="38" y="12"/>
                    <a:pt x="37" y="9"/>
                    <a:pt x="35" y="6"/>
                  </a:cubicBezTo>
                  <a:cubicBezTo>
                    <a:pt x="32" y="2"/>
                    <a:pt x="28" y="0"/>
                    <a:pt x="22" y="0"/>
                  </a:cubicBezTo>
                  <a:cubicBezTo>
                    <a:pt x="10" y="0"/>
                    <a:pt x="3" y="6"/>
                    <a:pt x="2" y="18"/>
                  </a:cubicBezTo>
                  <a:cubicBezTo>
                    <a:pt x="14" y="18"/>
                    <a:pt x="14" y="18"/>
                    <a:pt x="14" y="18"/>
                  </a:cubicBezTo>
                  <a:cubicBezTo>
                    <a:pt x="14" y="14"/>
                    <a:pt x="16" y="10"/>
                    <a:pt x="20" y="10"/>
                  </a:cubicBezTo>
                  <a:cubicBezTo>
                    <a:pt x="25" y="10"/>
                    <a:pt x="26" y="13"/>
                    <a:pt x="26" y="20"/>
                  </a:cubicBezTo>
                  <a:cubicBezTo>
                    <a:pt x="26" y="23"/>
                    <a:pt x="26" y="23"/>
                    <a:pt x="26" y="23"/>
                  </a:cubicBezTo>
                  <a:cubicBezTo>
                    <a:pt x="18" y="27"/>
                    <a:pt x="13" y="29"/>
                    <a:pt x="10" y="31"/>
                  </a:cubicBezTo>
                  <a:close/>
                  <a:moveTo>
                    <a:pt x="26" y="48"/>
                  </a:moveTo>
                  <a:cubicBezTo>
                    <a:pt x="26" y="52"/>
                    <a:pt x="21" y="54"/>
                    <a:pt x="18" y="54"/>
                  </a:cubicBezTo>
                  <a:cubicBezTo>
                    <a:pt x="15" y="54"/>
                    <a:pt x="12" y="51"/>
                    <a:pt x="12" y="47"/>
                  </a:cubicBezTo>
                  <a:cubicBezTo>
                    <a:pt x="12" y="41"/>
                    <a:pt x="18" y="37"/>
                    <a:pt x="26" y="31"/>
                  </a:cubicBezTo>
                  <a:lnTo>
                    <a:pt x="26"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 name="Freeform 271"/>
            <p:cNvSpPr>
              <a:spLocks/>
            </p:cNvSpPr>
            <p:nvPr/>
          </p:nvSpPr>
          <p:spPr bwMode="auto">
            <a:xfrm>
              <a:off x="11328401" y="862013"/>
              <a:ext cx="42863" cy="101600"/>
            </a:xfrm>
            <a:custGeom>
              <a:avLst/>
              <a:gdLst>
                <a:gd name="T0" fmla="*/ 8 w 32"/>
                <a:gd name="T1" fmla="*/ 60 h 78"/>
                <a:gd name="T2" fmla="*/ 11 w 32"/>
                <a:gd name="T3" fmla="*/ 73 h 78"/>
                <a:gd name="T4" fmla="*/ 24 w 32"/>
                <a:gd name="T5" fmla="*/ 78 h 78"/>
                <a:gd name="T6" fmla="*/ 32 w 32"/>
                <a:gd name="T7" fmla="*/ 77 h 78"/>
                <a:gd name="T8" fmla="*/ 32 w 32"/>
                <a:gd name="T9" fmla="*/ 66 h 78"/>
                <a:gd name="T10" fmla="*/ 27 w 32"/>
                <a:gd name="T11" fmla="*/ 67 h 78"/>
                <a:gd name="T12" fmla="*/ 20 w 32"/>
                <a:gd name="T13" fmla="*/ 58 h 78"/>
                <a:gd name="T14" fmla="*/ 20 w 32"/>
                <a:gd name="T15" fmla="*/ 24 h 78"/>
                <a:gd name="T16" fmla="*/ 32 w 32"/>
                <a:gd name="T17" fmla="*/ 24 h 78"/>
                <a:gd name="T18" fmla="*/ 32 w 32"/>
                <a:gd name="T19" fmla="*/ 16 h 78"/>
                <a:gd name="T20" fmla="*/ 20 w 32"/>
                <a:gd name="T21" fmla="*/ 16 h 78"/>
                <a:gd name="T22" fmla="*/ 20 w 32"/>
                <a:gd name="T23" fmla="*/ 0 h 78"/>
                <a:gd name="T24" fmla="*/ 8 w 32"/>
                <a:gd name="T25" fmla="*/ 0 h 78"/>
                <a:gd name="T26" fmla="*/ 8 w 32"/>
                <a:gd name="T27" fmla="*/ 16 h 78"/>
                <a:gd name="T28" fmla="*/ 0 w 32"/>
                <a:gd name="T29" fmla="*/ 16 h 78"/>
                <a:gd name="T30" fmla="*/ 0 w 32"/>
                <a:gd name="T31" fmla="*/ 24 h 78"/>
                <a:gd name="T32" fmla="*/ 8 w 32"/>
                <a:gd name="T33" fmla="*/ 24 h 78"/>
                <a:gd name="T34" fmla="*/ 8 w 32"/>
                <a:gd name="T35" fmla="*/ 6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 h="78">
                  <a:moveTo>
                    <a:pt x="8" y="60"/>
                  </a:moveTo>
                  <a:cubicBezTo>
                    <a:pt x="8" y="67"/>
                    <a:pt x="9" y="70"/>
                    <a:pt x="11" y="73"/>
                  </a:cubicBezTo>
                  <a:cubicBezTo>
                    <a:pt x="14" y="76"/>
                    <a:pt x="18" y="78"/>
                    <a:pt x="24" y="78"/>
                  </a:cubicBezTo>
                  <a:cubicBezTo>
                    <a:pt x="27" y="78"/>
                    <a:pt x="28" y="77"/>
                    <a:pt x="32" y="77"/>
                  </a:cubicBezTo>
                  <a:cubicBezTo>
                    <a:pt x="32" y="66"/>
                    <a:pt x="32" y="66"/>
                    <a:pt x="32" y="66"/>
                  </a:cubicBezTo>
                  <a:cubicBezTo>
                    <a:pt x="32" y="67"/>
                    <a:pt x="29" y="67"/>
                    <a:pt x="27" y="67"/>
                  </a:cubicBezTo>
                  <a:cubicBezTo>
                    <a:pt x="22" y="67"/>
                    <a:pt x="20" y="65"/>
                    <a:pt x="20" y="58"/>
                  </a:cubicBezTo>
                  <a:cubicBezTo>
                    <a:pt x="20" y="24"/>
                    <a:pt x="20" y="24"/>
                    <a:pt x="20" y="24"/>
                  </a:cubicBezTo>
                  <a:cubicBezTo>
                    <a:pt x="32" y="24"/>
                    <a:pt x="32" y="24"/>
                    <a:pt x="32" y="24"/>
                  </a:cubicBezTo>
                  <a:cubicBezTo>
                    <a:pt x="32" y="16"/>
                    <a:pt x="32" y="16"/>
                    <a:pt x="32" y="16"/>
                  </a:cubicBezTo>
                  <a:cubicBezTo>
                    <a:pt x="20" y="16"/>
                    <a:pt x="20" y="16"/>
                    <a:pt x="20" y="16"/>
                  </a:cubicBezTo>
                  <a:cubicBezTo>
                    <a:pt x="20" y="0"/>
                    <a:pt x="20" y="0"/>
                    <a:pt x="20" y="0"/>
                  </a:cubicBezTo>
                  <a:cubicBezTo>
                    <a:pt x="8" y="0"/>
                    <a:pt x="8" y="0"/>
                    <a:pt x="8" y="0"/>
                  </a:cubicBezTo>
                  <a:cubicBezTo>
                    <a:pt x="8" y="16"/>
                    <a:pt x="8" y="16"/>
                    <a:pt x="8" y="16"/>
                  </a:cubicBezTo>
                  <a:cubicBezTo>
                    <a:pt x="0" y="16"/>
                    <a:pt x="0" y="16"/>
                    <a:pt x="0" y="16"/>
                  </a:cubicBezTo>
                  <a:cubicBezTo>
                    <a:pt x="0" y="24"/>
                    <a:pt x="0" y="24"/>
                    <a:pt x="0" y="24"/>
                  </a:cubicBezTo>
                  <a:cubicBezTo>
                    <a:pt x="8" y="24"/>
                    <a:pt x="8" y="24"/>
                    <a:pt x="8" y="24"/>
                  </a:cubicBezTo>
                  <a:lnTo>
                    <a:pt x="8"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 name="Freeform 272"/>
            <p:cNvSpPr>
              <a:spLocks/>
            </p:cNvSpPr>
            <p:nvPr/>
          </p:nvSpPr>
          <p:spPr bwMode="auto">
            <a:xfrm>
              <a:off x="11399838" y="881063"/>
              <a:ext cx="52388" cy="82550"/>
            </a:xfrm>
            <a:custGeom>
              <a:avLst/>
              <a:gdLst>
                <a:gd name="T0" fmla="*/ 21 w 40"/>
                <a:gd name="T1" fmla="*/ 53 h 63"/>
                <a:gd name="T2" fmla="*/ 11 w 40"/>
                <a:gd name="T3" fmla="*/ 42 h 63"/>
                <a:gd name="T4" fmla="*/ 0 w 40"/>
                <a:gd name="T5" fmla="*/ 46 h 63"/>
                <a:gd name="T6" fmla="*/ 21 w 40"/>
                <a:gd name="T7" fmla="*/ 63 h 63"/>
                <a:gd name="T8" fmla="*/ 40 w 40"/>
                <a:gd name="T9" fmla="*/ 45 h 63"/>
                <a:gd name="T10" fmla="*/ 35 w 40"/>
                <a:gd name="T11" fmla="*/ 33 h 63"/>
                <a:gd name="T12" fmla="*/ 23 w 40"/>
                <a:gd name="T13" fmla="*/ 25 h 63"/>
                <a:gd name="T14" fmla="*/ 13 w 40"/>
                <a:gd name="T15" fmla="*/ 15 h 63"/>
                <a:gd name="T16" fmla="*/ 19 w 40"/>
                <a:gd name="T17" fmla="*/ 10 h 63"/>
                <a:gd name="T18" fmla="*/ 28 w 40"/>
                <a:gd name="T19" fmla="*/ 19 h 63"/>
                <a:gd name="T20" fmla="*/ 38 w 40"/>
                <a:gd name="T21" fmla="*/ 14 h 63"/>
                <a:gd name="T22" fmla="*/ 19 w 40"/>
                <a:gd name="T23" fmla="*/ 0 h 63"/>
                <a:gd name="T24" fmla="*/ 1 w 40"/>
                <a:gd name="T25" fmla="*/ 17 h 63"/>
                <a:gd name="T26" fmla="*/ 5 w 40"/>
                <a:gd name="T27" fmla="*/ 28 h 63"/>
                <a:gd name="T28" fmla="*/ 19 w 40"/>
                <a:gd name="T29" fmla="*/ 37 h 63"/>
                <a:gd name="T30" fmla="*/ 27 w 40"/>
                <a:gd name="T31" fmla="*/ 46 h 63"/>
                <a:gd name="T32" fmla="*/ 21 w 40"/>
                <a:gd name="T33" fmla="*/ 5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0" h="63">
                  <a:moveTo>
                    <a:pt x="21" y="53"/>
                  </a:moveTo>
                  <a:cubicBezTo>
                    <a:pt x="16" y="53"/>
                    <a:pt x="13" y="50"/>
                    <a:pt x="11" y="42"/>
                  </a:cubicBezTo>
                  <a:cubicBezTo>
                    <a:pt x="0" y="46"/>
                    <a:pt x="0" y="46"/>
                    <a:pt x="0" y="46"/>
                  </a:cubicBezTo>
                  <a:cubicBezTo>
                    <a:pt x="4" y="58"/>
                    <a:pt x="10" y="63"/>
                    <a:pt x="21" y="63"/>
                  </a:cubicBezTo>
                  <a:cubicBezTo>
                    <a:pt x="32" y="63"/>
                    <a:pt x="40" y="56"/>
                    <a:pt x="40" y="45"/>
                  </a:cubicBezTo>
                  <a:cubicBezTo>
                    <a:pt x="40" y="40"/>
                    <a:pt x="38" y="36"/>
                    <a:pt x="35" y="33"/>
                  </a:cubicBezTo>
                  <a:cubicBezTo>
                    <a:pt x="33" y="31"/>
                    <a:pt x="30" y="29"/>
                    <a:pt x="23" y="25"/>
                  </a:cubicBezTo>
                  <a:cubicBezTo>
                    <a:pt x="14" y="20"/>
                    <a:pt x="13" y="19"/>
                    <a:pt x="13" y="15"/>
                  </a:cubicBezTo>
                  <a:cubicBezTo>
                    <a:pt x="13" y="12"/>
                    <a:pt x="15" y="10"/>
                    <a:pt x="19" y="10"/>
                  </a:cubicBezTo>
                  <a:cubicBezTo>
                    <a:pt x="23" y="10"/>
                    <a:pt x="26" y="12"/>
                    <a:pt x="28" y="19"/>
                  </a:cubicBezTo>
                  <a:cubicBezTo>
                    <a:pt x="38" y="14"/>
                    <a:pt x="38" y="14"/>
                    <a:pt x="38" y="14"/>
                  </a:cubicBezTo>
                  <a:cubicBezTo>
                    <a:pt x="35" y="4"/>
                    <a:pt x="28" y="0"/>
                    <a:pt x="19" y="0"/>
                  </a:cubicBezTo>
                  <a:cubicBezTo>
                    <a:pt x="8" y="0"/>
                    <a:pt x="1" y="7"/>
                    <a:pt x="1" y="17"/>
                  </a:cubicBezTo>
                  <a:cubicBezTo>
                    <a:pt x="1" y="21"/>
                    <a:pt x="2" y="25"/>
                    <a:pt x="5" y="28"/>
                  </a:cubicBezTo>
                  <a:cubicBezTo>
                    <a:pt x="8" y="31"/>
                    <a:pt x="10" y="33"/>
                    <a:pt x="19" y="37"/>
                  </a:cubicBezTo>
                  <a:cubicBezTo>
                    <a:pt x="25" y="41"/>
                    <a:pt x="27" y="43"/>
                    <a:pt x="27" y="46"/>
                  </a:cubicBezTo>
                  <a:cubicBezTo>
                    <a:pt x="27" y="50"/>
                    <a:pt x="25" y="53"/>
                    <a:pt x="21"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 name="Freeform 273"/>
            <p:cNvSpPr>
              <a:spLocks/>
            </p:cNvSpPr>
            <p:nvPr/>
          </p:nvSpPr>
          <p:spPr bwMode="auto">
            <a:xfrm>
              <a:off x="11460163" y="855663"/>
              <a:ext cx="47625" cy="104775"/>
            </a:xfrm>
            <a:custGeom>
              <a:avLst/>
              <a:gdLst>
                <a:gd name="T0" fmla="*/ 12 w 36"/>
                <a:gd name="T1" fmla="*/ 35 h 80"/>
                <a:gd name="T2" fmla="*/ 22 w 36"/>
                <a:gd name="T3" fmla="*/ 29 h 80"/>
                <a:gd name="T4" fmla="*/ 28 w 36"/>
                <a:gd name="T5" fmla="*/ 36 h 80"/>
                <a:gd name="T6" fmla="*/ 28 w 36"/>
                <a:gd name="T7" fmla="*/ 80 h 80"/>
                <a:gd name="T8" fmla="*/ 36 w 36"/>
                <a:gd name="T9" fmla="*/ 80 h 80"/>
                <a:gd name="T10" fmla="*/ 36 w 36"/>
                <a:gd name="T11" fmla="*/ 33 h 80"/>
                <a:gd name="T12" fmla="*/ 27 w 36"/>
                <a:gd name="T13" fmla="*/ 19 h 80"/>
                <a:gd name="T14" fmla="*/ 12 w 36"/>
                <a:gd name="T15" fmla="*/ 28 h 80"/>
                <a:gd name="T16" fmla="*/ 12 w 36"/>
                <a:gd name="T17" fmla="*/ 0 h 80"/>
                <a:gd name="T18" fmla="*/ 0 w 36"/>
                <a:gd name="T19" fmla="*/ 0 h 80"/>
                <a:gd name="T20" fmla="*/ 0 w 36"/>
                <a:gd name="T21" fmla="*/ 80 h 80"/>
                <a:gd name="T22" fmla="*/ 12 w 36"/>
                <a:gd name="T23" fmla="*/ 80 h 80"/>
                <a:gd name="T24" fmla="*/ 12 w 36"/>
                <a:gd name="T25" fmla="*/ 3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80">
                  <a:moveTo>
                    <a:pt x="12" y="35"/>
                  </a:moveTo>
                  <a:cubicBezTo>
                    <a:pt x="16" y="31"/>
                    <a:pt x="19" y="29"/>
                    <a:pt x="22" y="29"/>
                  </a:cubicBezTo>
                  <a:cubicBezTo>
                    <a:pt x="26" y="29"/>
                    <a:pt x="28" y="31"/>
                    <a:pt x="28" y="36"/>
                  </a:cubicBezTo>
                  <a:cubicBezTo>
                    <a:pt x="28" y="80"/>
                    <a:pt x="28" y="80"/>
                    <a:pt x="28" y="80"/>
                  </a:cubicBezTo>
                  <a:cubicBezTo>
                    <a:pt x="36" y="80"/>
                    <a:pt x="36" y="80"/>
                    <a:pt x="36" y="80"/>
                  </a:cubicBezTo>
                  <a:cubicBezTo>
                    <a:pt x="36" y="33"/>
                    <a:pt x="36" y="33"/>
                    <a:pt x="36" y="33"/>
                  </a:cubicBezTo>
                  <a:cubicBezTo>
                    <a:pt x="36" y="23"/>
                    <a:pt x="33" y="19"/>
                    <a:pt x="27" y="19"/>
                  </a:cubicBezTo>
                  <a:cubicBezTo>
                    <a:pt x="21" y="19"/>
                    <a:pt x="16" y="21"/>
                    <a:pt x="12" y="28"/>
                  </a:cubicBezTo>
                  <a:cubicBezTo>
                    <a:pt x="12" y="0"/>
                    <a:pt x="12" y="0"/>
                    <a:pt x="12" y="0"/>
                  </a:cubicBezTo>
                  <a:cubicBezTo>
                    <a:pt x="0" y="0"/>
                    <a:pt x="0" y="0"/>
                    <a:pt x="0" y="0"/>
                  </a:cubicBezTo>
                  <a:cubicBezTo>
                    <a:pt x="0" y="80"/>
                    <a:pt x="0" y="80"/>
                    <a:pt x="0" y="80"/>
                  </a:cubicBezTo>
                  <a:cubicBezTo>
                    <a:pt x="12" y="80"/>
                    <a:pt x="12" y="80"/>
                    <a:pt x="12" y="80"/>
                  </a:cubicBezTo>
                  <a:lnTo>
                    <a:pt x="12"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 name="Freeform 274"/>
            <p:cNvSpPr>
              <a:spLocks noEditPoints="1"/>
            </p:cNvSpPr>
            <p:nvPr/>
          </p:nvSpPr>
          <p:spPr bwMode="auto">
            <a:xfrm>
              <a:off x="11522076" y="881063"/>
              <a:ext cx="47625" cy="82550"/>
            </a:xfrm>
            <a:custGeom>
              <a:avLst/>
              <a:gdLst>
                <a:gd name="T0" fmla="*/ 19 w 36"/>
                <a:gd name="T1" fmla="*/ 63 h 63"/>
                <a:gd name="T2" fmla="*/ 32 w 36"/>
                <a:gd name="T3" fmla="*/ 58 h 63"/>
                <a:gd name="T4" fmla="*/ 36 w 36"/>
                <a:gd name="T5" fmla="*/ 41 h 63"/>
                <a:gd name="T6" fmla="*/ 36 w 36"/>
                <a:gd name="T7" fmla="*/ 22 h 63"/>
                <a:gd name="T8" fmla="*/ 32 w 36"/>
                <a:gd name="T9" fmla="*/ 4 h 63"/>
                <a:gd name="T10" fmla="*/ 19 w 36"/>
                <a:gd name="T11" fmla="*/ 0 h 63"/>
                <a:gd name="T12" fmla="*/ 5 w 36"/>
                <a:gd name="T13" fmla="*/ 4 h 63"/>
                <a:gd name="T14" fmla="*/ 0 w 36"/>
                <a:gd name="T15" fmla="*/ 22 h 63"/>
                <a:gd name="T16" fmla="*/ 0 w 36"/>
                <a:gd name="T17" fmla="*/ 41 h 63"/>
                <a:gd name="T18" fmla="*/ 5 w 36"/>
                <a:gd name="T19" fmla="*/ 58 h 63"/>
                <a:gd name="T20" fmla="*/ 19 w 36"/>
                <a:gd name="T21" fmla="*/ 63 h 63"/>
                <a:gd name="T22" fmla="*/ 12 w 36"/>
                <a:gd name="T23" fmla="*/ 21 h 63"/>
                <a:gd name="T24" fmla="*/ 20 w 36"/>
                <a:gd name="T25" fmla="*/ 10 h 63"/>
                <a:gd name="T26" fmla="*/ 28 w 36"/>
                <a:gd name="T27" fmla="*/ 21 h 63"/>
                <a:gd name="T28" fmla="*/ 28 w 36"/>
                <a:gd name="T29" fmla="*/ 41 h 63"/>
                <a:gd name="T30" fmla="*/ 20 w 36"/>
                <a:gd name="T31" fmla="*/ 53 h 63"/>
                <a:gd name="T32" fmla="*/ 12 w 36"/>
                <a:gd name="T33" fmla="*/ 41 h 63"/>
                <a:gd name="T34" fmla="*/ 12 w 36"/>
                <a:gd name="T35" fmla="*/ 2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63">
                  <a:moveTo>
                    <a:pt x="19" y="63"/>
                  </a:moveTo>
                  <a:cubicBezTo>
                    <a:pt x="25" y="63"/>
                    <a:pt x="29" y="61"/>
                    <a:pt x="32" y="58"/>
                  </a:cubicBezTo>
                  <a:cubicBezTo>
                    <a:pt x="36" y="54"/>
                    <a:pt x="36" y="50"/>
                    <a:pt x="36" y="41"/>
                  </a:cubicBezTo>
                  <a:cubicBezTo>
                    <a:pt x="36" y="22"/>
                    <a:pt x="36" y="22"/>
                    <a:pt x="36" y="22"/>
                  </a:cubicBezTo>
                  <a:cubicBezTo>
                    <a:pt x="36" y="12"/>
                    <a:pt x="36" y="8"/>
                    <a:pt x="32" y="4"/>
                  </a:cubicBezTo>
                  <a:cubicBezTo>
                    <a:pt x="29" y="1"/>
                    <a:pt x="24" y="0"/>
                    <a:pt x="19" y="0"/>
                  </a:cubicBezTo>
                  <a:cubicBezTo>
                    <a:pt x="13" y="0"/>
                    <a:pt x="8" y="1"/>
                    <a:pt x="5" y="4"/>
                  </a:cubicBezTo>
                  <a:cubicBezTo>
                    <a:pt x="1" y="8"/>
                    <a:pt x="0" y="12"/>
                    <a:pt x="0" y="22"/>
                  </a:cubicBezTo>
                  <a:cubicBezTo>
                    <a:pt x="0" y="41"/>
                    <a:pt x="0" y="41"/>
                    <a:pt x="0" y="41"/>
                  </a:cubicBezTo>
                  <a:cubicBezTo>
                    <a:pt x="0" y="50"/>
                    <a:pt x="1" y="54"/>
                    <a:pt x="5" y="58"/>
                  </a:cubicBezTo>
                  <a:cubicBezTo>
                    <a:pt x="8" y="61"/>
                    <a:pt x="13" y="63"/>
                    <a:pt x="19" y="63"/>
                  </a:cubicBezTo>
                  <a:close/>
                  <a:moveTo>
                    <a:pt x="12" y="21"/>
                  </a:moveTo>
                  <a:cubicBezTo>
                    <a:pt x="12" y="13"/>
                    <a:pt x="15" y="10"/>
                    <a:pt x="20" y="10"/>
                  </a:cubicBezTo>
                  <a:cubicBezTo>
                    <a:pt x="25" y="10"/>
                    <a:pt x="28" y="13"/>
                    <a:pt x="28" y="21"/>
                  </a:cubicBezTo>
                  <a:cubicBezTo>
                    <a:pt x="28" y="41"/>
                    <a:pt x="28" y="41"/>
                    <a:pt x="28" y="41"/>
                  </a:cubicBezTo>
                  <a:cubicBezTo>
                    <a:pt x="28" y="49"/>
                    <a:pt x="25" y="53"/>
                    <a:pt x="20" y="53"/>
                  </a:cubicBezTo>
                  <a:cubicBezTo>
                    <a:pt x="15" y="53"/>
                    <a:pt x="12" y="49"/>
                    <a:pt x="12" y="41"/>
                  </a:cubicBezTo>
                  <a:lnTo>
                    <a:pt x="12"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 name="Freeform 275"/>
            <p:cNvSpPr>
              <a:spLocks/>
            </p:cNvSpPr>
            <p:nvPr/>
          </p:nvSpPr>
          <p:spPr bwMode="auto">
            <a:xfrm>
              <a:off x="11585576" y="882650"/>
              <a:ext cx="47625" cy="80963"/>
            </a:xfrm>
            <a:custGeom>
              <a:avLst/>
              <a:gdLst>
                <a:gd name="T0" fmla="*/ 9 w 36"/>
                <a:gd name="T1" fmla="*/ 62 h 62"/>
                <a:gd name="T2" fmla="*/ 24 w 36"/>
                <a:gd name="T3" fmla="*/ 53 h 62"/>
                <a:gd name="T4" fmla="*/ 24 w 36"/>
                <a:gd name="T5" fmla="*/ 60 h 62"/>
                <a:gd name="T6" fmla="*/ 36 w 36"/>
                <a:gd name="T7" fmla="*/ 60 h 62"/>
                <a:gd name="T8" fmla="*/ 36 w 36"/>
                <a:gd name="T9" fmla="*/ 0 h 62"/>
                <a:gd name="T10" fmla="*/ 24 w 36"/>
                <a:gd name="T11" fmla="*/ 0 h 62"/>
                <a:gd name="T12" fmla="*/ 24 w 36"/>
                <a:gd name="T13" fmla="*/ 45 h 62"/>
                <a:gd name="T14" fmla="*/ 16 w 36"/>
                <a:gd name="T15" fmla="*/ 52 h 62"/>
                <a:gd name="T16" fmla="*/ 12 w 36"/>
                <a:gd name="T17" fmla="*/ 44 h 62"/>
                <a:gd name="T18" fmla="*/ 12 w 36"/>
                <a:gd name="T19" fmla="*/ 0 h 62"/>
                <a:gd name="T20" fmla="*/ 0 w 36"/>
                <a:gd name="T21" fmla="*/ 0 h 62"/>
                <a:gd name="T22" fmla="*/ 0 w 36"/>
                <a:gd name="T23" fmla="*/ 47 h 62"/>
                <a:gd name="T24" fmla="*/ 9 w 36"/>
                <a:gd name="T25"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62">
                  <a:moveTo>
                    <a:pt x="9" y="62"/>
                  </a:moveTo>
                  <a:cubicBezTo>
                    <a:pt x="15" y="62"/>
                    <a:pt x="20" y="59"/>
                    <a:pt x="24" y="53"/>
                  </a:cubicBezTo>
                  <a:cubicBezTo>
                    <a:pt x="24" y="60"/>
                    <a:pt x="24" y="60"/>
                    <a:pt x="24" y="60"/>
                  </a:cubicBezTo>
                  <a:cubicBezTo>
                    <a:pt x="36" y="60"/>
                    <a:pt x="36" y="60"/>
                    <a:pt x="36" y="60"/>
                  </a:cubicBezTo>
                  <a:cubicBezTo>
                    <a:pt x="36" y="0"/>
                    <a:pt x="36" y="0"/>
                    <a:pt x="36" y="0"/>
                  </a:cubicBezTo>
                  <a:cubicBezTo>
                    <a:pt x="24" y="0"/>
                    <a:pt x="24" y="0"/>
                    <a:pt x="24" y="0"/>
                  </a:cubicBezTo>
                  <a:cubicBezTo>
                    <a:pt x="24" y="45"/>
                    <a:pt x="24" y="45"/>
                    <a:pt x="24" y="45"/>
                  </a:cubicBezTo>
                  <a:cubicBezTo>
                    <a:pt x="24" y="49"/>
                    <a:pt x="19" y="52"/>
                    <a:pt x="16" y="52"/>
                  </a:cubicBezTo>
                  <a:cubicBezTo>
                    <a:pt x="12" y="52"/>
                    <a:pt x="12" y="50"/>
                    <a:pt x="12" y="44"/>
                  </a:cubicBezTo>
                  <a:cubicBezTo>
                    <a:pt x="12" y="0"/>
                    <a:pt x="12" y="0"/>
                    <a:pt x="12" y="0"/>
                  </a:cubicBezTo>
                  <a:cubicBezTo>
                    <a:pt x="0" y="0"/>
                    <a:pt x="0" y="0"/>
                    <a:pt x="0" y="0"/>
                  </a:cubicBezTo>
                  <a:cubicBezTo>
                    <a:pt x="0" y="47"/>
                    <a:pt x="0" y="47"/>
                    <a:pt x="0" y="47"/>
                  </a:cubicBezTo>
                  <a:cubicBezTo>
                    <a:pt x="0" y="57"/>
                    <a:pt x="3" y="62"/>
                    <a:pt x="9"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 name="Rectangle 276"/>
            <p:cNvSpPr>
              <a:spLocks noChangeArrowheads="1"/>
            </p:cNvSpPr>
            <p:nvPr/>
          </p:nvSpPr>
          <p:spPr bwMode="auto">
            <a:xfrm>
              <a:off x="11649076" y="855663"/>
              <a:ext cx="14288" cy="1047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 name="Freeform 277"/>
            <p:cNvSpPr>
              <a:spLocks noEditPoints="1"/>
            </p:cNvSpPr>
            <p:nvPr/>
          </p:nvSpPr>
          <p:spPr bwMode="auto">
            <a:xfrm>
              <a:off x="11674476" y="855663"/>
              <a:ext cx="52388" cy="107950"/>
            </a:xfrm>
            <a:custGeom>
              <a:avLst/>
              <a:gdLst>
                <a:gd name="T0" fmla="*/ 14 w 40"/>
                <a:gd name="T1" fmla="*/ 82 h 82"/>
                <a:gd name="T2" fmla="*/ 28 w 40"/>
                <a:gd name="T3" fmla="*/ 75 h 82"/>
                <a:gd name="T4" fmla="*/ 28 w 40"/>
                <a:gd name="T5" fmla="*/ 80 h 82"/>
                <a:gd name="T6" fmla="*/ 40 w 40"/>
                <a:gd name="T7" fmla="*/ 80 h 82"/>
                <a:gd name="T8" fmla="*/ 40 w 40"/>
                <a:gd name="T9" fmla="*/ 0 h 82"/>
                <a:gd name="T10" fmla="*/ 28 w 40"/>
                <a:gd name="T11" fmla="*/ 0 h 82"/>
                <a:gd name="T12" fmla="*/ 28 w 40"/>
                <a:gd name="T13" fmla="*/ 26 h 82"/>
                <a:gd name="T14" fmla="*/ 14 w 40"/>
                <a:gd name="T15" fmla="*/ 19 h 82"/>
                <a:gd name="T16" fmla="*/ 3 w 40"/>
                <a:gd name="T17" fmla="*/ 25 h 82"/>
                <a:gd name="T18" fmla="*/ 0 w 40"/>
                <a:gd name="T19" fmla="*/ 43 h 82"/>
                <a:gd name="T20" fmla="*/ 0 w 40"/>
                <a:gd name="T21" fmla="*/ 58 h 82"/>
                <a:gd name="T22" fmla="*/ 3 w 40"/>
                <a:gd name="T23" fmla="*/ 75 h 82"/>
                <a:gd name="T24" fmla="*/ 14 w 40"/>
                <a:gd name="T25" fmla="*/ 82 h 82"/>
                <a:gd name="T26" fmla="*/ 12 w 40"/>
                <a:gd name="T27" fmla="*/ 42 h 82"/>
                <a:gd name="T28" fmla="*/ 13 w 40"/>
                <a:gd name="T29" fmla="*/ 32 h 82"/>
                <a:gd name="T30" fmla="*/ 19 w 40"/>
                <a:gd name="T31" fmla="*/ 29 h 82"/>
                <a:gd name="T32" fmla="*/ 28 w 40"/>
                <a:gd name="T33" fmla="*/ 32 h 82"/>
                <a:gd name="T34" fmla="*/ 28 w 40"/>
                <a:gd name="T35" fmla="*/ 68 h 82"/>
                <a:gd name="T36" fmla="*/ 19 w 40"/>
                <a:gd name="T37" fmla="*/ 72 h 82"/>
                <a:gd name="T38" fmla="*/ 14 w 40"/>
                <a:gd name="T39" fmla="*/ 68 h 82"/>
                <a:gd name="T40" fmla="*/ 12 w 40"/>
                <a:gd name="T41" fmla="*/ 58 h 82"/>
                <a:gd name="T42" fmla="*/ 12 w 40"/>
                <a:gd name="T43" fmla="*/ 4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0" h="82">
                  <a:moveTo>
                    <a:pt x="14" y="82"/>
                  </a:moveTo>
                  <a:cubicBezTo>
                    <a:pt x="18" y="82"/>
                    <a:pt x="20" y="80"/>
                    <a:pt x="28" y="75"/>
                  </a:cubicBezTo>
                  <a:cubicBezTo>
                    <a:pt x="28" y="80"/>
                    <a:pt x="28" y="80"/>
                    <a:pt x="28" y="80"/>
                  </a:cubicBezTo>
                  <a:cubicBezTo>
                    <a:pt x="40" y="80"/>
                    <a:pt x="40" y="80"/>
                    <a:pt x="40" y="80"/>
                  </a:cubicBezTo>
                  <a:cubicBezTo>
                    <a:pt x="40" y="0"/>
                    <a:pt x="40" y="0"/>
                    <a:pt x="40" y="0"/>
                  </a:cubicBezTo>
                  <a:cubicBezTo>
                    <a:pt x="28" y="0"/>
                    <a:pt x="28" y="0"/>
                    <a:pt x="28" y="0"/>
                  </a:cubicBezTo>
                  <a:cubicBezTo>
                    <a:pt x="28" y="26"/>
                    <a:pt x="28" y="26"/>
                    <a:pt x="28" y="26"/>
                  </a:cubicBezTo>
                  <a:cubicBezTo>
                    <a:pt x="20" y="21"/>
                    <a:pt x="18" y="19"/>
                    <a:pt x="14" y="19"/>
                  </a:cubicBezTo>
                  <a:cubicBezTo>
                    <a:pt x="9" y="19"/>
                    <a:pt x="5" y="21"/>
                    <a:pt x="3" y="25"/>
                  </a:cubicBezTo>
                  <a:cubicBezTo>
                    <a:pt x="1" y="29"/>
                    <a:pt x="0" y="34"/>
                    <a:pt x="0" y="43"/>
                  </a:cubicBezTo>
                  <a:cubicBezTo>
                    <a:pt x="0" y="58"/>
                    <a:pt x="0" y="58"/>
                    <a:pt x="0" y="58"/>
                  </a:cubicBezTo>
                  <a:cubicBezTo>
                    <a:pt x="0" y="67"/>
                    <a:pt x="1" y="71"/>
                    <a:pt x="3" y="75"/>
                  </a:cubicBezTo>
                  <a:cubicBezTo>
                    <a:pt x="5" y="79"/>
                    <a:pt x="9" y="82"/>
                    <a:pt x="14" y="82"/>
                  </a:cubicBezTo>
                  <a:close/>
                  <a:moveTo>
                    <a:pt x="12" y="42"/>
                  </a:moveTo>
                  <a:cubicBezTo>
                    <a:pt x="12" y="36"/>
                    <a:pt x="12" y="34"/>
                    <a:pt x="13" y="32"/>
                  </a:cubicBezTo>
                  <a:cubicBezTo>
                    <a:pt x="14" y="30"/>
                    <a:pt x="17" y="29"/>
                    <a:pt x="19" y="29"/>
                  </a:cubicBezTo>
                  <a:cubicBezTo>
                    <a:pt x="22" y="29"/>
                    <a:pt x="24" y="30"/>
                    <a:pt x="28" y="32"/>
                  </a:cubicBezTo>
                  <a:cubicBezTo>
                    <a:pt x="28" y="68"/>
                    <a:pt x="28" y="68"/>
                    <a:pt x="28" y="68"/>
                  </a:cubicBezTo>
                  <a:cubicBezTo>
                    <a:pt x="24" y="71"/>
                    <a:pt x="22" y="72"/>
                    <a:pt x="19" y="72"/>
                  </a:cubicBezTo>
                  <a:cubicBezTo>
                    <a:pt x="17" y="72"/>
                    <a:pt x="14" y="70"/>
                    <a:pt x="14" y="68"/>
                  </a:cubicBezTo>
                  <a:cubicBezTo>
                    <a:pt x="13" y="66"/>
                    <a:pt x="12" y="65"/>
                    <a:pt x="12" y="58"/>
                  </a:cubicBezTo>
                  <a:lnTo>
                    <a:pt x="12"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 name="Rectangle 278"/>
            <p:cNvSpPr>
              <a:spLocks noChangeArrowheads="1"/>
            </p:cNvSpPr>
            <p:nvPr/>
          </p:nvSpPr>
          <p:spPr bwMode="auto">
            <a:xfrm>
              <a:off x="11307763" y="992188"/>
              <a:ext cx="15875" cy="1047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 name="Freeform 279"/>
            <p:cNvSpPr>
              <a:spLocks noEditPoints="1"/>
            </p:cNvSpPr>
            <p:nvPr/>
          </p:nvSpPr>
          <p:spPr bwMode="auto">
            <a:xfrm>
              <a:off x="11360151" y="992188"/>
              <a:ext cx="52388" cy="107950"/>
            </a:xfrm>
            <a:custGeom>
              <a:avLst/>
              <a:gdLst>
                <a:gd name="T0" fmla="*/ 3 w 40"/>
                <a:gd name="T1" fmla="*/ 25 h 82"/>
                <a:gd name="T2" fmla="*/ 0 w 40"/>
                <a:gd name="T3" fmla="*/ 43 h 82"/>
                <a:gd name="T4" fmla="*/ 0 w 40"/>
                <a:gd name="T5" fmla="*/ 58 h 82"/>
                <a:gd name="T6" fmla="*/ 3 w 40"/>
                <a:gd name="T7" fmla="*/ 75 h 82"/>
                <a:gd name="T8" fmla="*/ 14 w 40"/>
                <a:gd name="T9" fmla="*/ 82 h 82"/>
                <a:gd name="T10" fmla="*/ 28 w 40"/>
                <a:gd name="T11" fmla="*/ 75 h 82"/>
                <a:gd name="T12" fmla="*/ 28 w 40"/>
                <a:gd name="T13" fmla="*/ 80 h 82"/>
                <a:gd name="T14" fmla="*/ 40 w 40"/>
                <a:gd name="T15" fmla="*/ 80 h 82"/>
                <a:gd name="T16" fmla="*/ 40 w 40"/>
                <a:gd name="T17" fmla="*/ 0 h 82"/>
                <a:gd name="T18" fmla="*/ 28 w 40"/>
                <a:gd name="T19" fmla="*/ 0 h 82"/>
                <a:gd name="T20" fmla="*/ 28 w 40"/>
                <a:gd name="T21" fmla="*/ 26 h 82"/>
                <a:gd name="T22" fmla="*/ 14 w 40"/>
                <a:gd name="T23" fmla="*/ 19 h 82"/>
                <a:gd name="T24" fmla="*/ 3 w 40"/>
                <a:gd name="T25" fmla="*/ 25 h 82"/>
                <a:gd name="T26" fmla="*/ 12 w 40"/>
                <a:gd name="T27" fmla="*/ 42 h 82"/>
                <a:gd name="T28" fmla="*/ 13 w 40"/>
                <a:gd name="T29" fmla="*/ 32 h 82"/>
                <a:gd name="T30" fmla="*/ 19 w 40"/>
                <a:gd name="T31" fmla="*/ 29 h 82"/>
                <a:gd name="T32" fmla="*/ 28 w 40"/>
                <a:gd name="T33" fmla="*/ 32 h 82"/>
                <a:gd name="T34" fmla="*/ 28 w 40"/>
                <a:gd name="T35" fmla="*/ 68 h 82"/>
                <a:gd name="T36" fmla="*/ 19 w 40"/>
                <a:gd name="T37" fmla="*/ 72 h 82"/>
                <a:gd name="T38" fmla="*/ 14 w 40"/>
                <a:gd name="T39" fmla="*/ 68 h 82"/>
                <a:gd name="T40" fmla="*/ 12 w 40"/>
                <a:gd name="T41" fmla="*/ 58 h 82"/>
                <a:gd name="T42" fmla="*/ 12 w 40"/>
                <a:gd name="T43" fmla="*/ 4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0" h="82">
                  <a:moveTo>
                    <a:pt x="3" y="25"/>
                  </a:moveTo>
                  <a:cubicBezTo>
                    <a:pt x="1" y="29"/>
                    <a:pt x="0" y="34"/>
                    <a:pt x="0" y="43"/>
                  </a:cubicBezTo>
                  <a:cubicBezTo>
                    <a:pt x="0" y="58"/>
                    <a:pt x="0" y="58"/>
                    <a:pt x="0" y="58"/>
                  </a:cubicBezTo>
                  <a:cubicBezTo>
                    <a:pt x="0" y="67"/>
                    <a:pt x="1" y="71"/>
                    <a:pt x="3" y="75"/>
                  </a:cubicBezTo>
                  <a:cubicBezTo>
                    <a:pt x="5" y="79"/>
                    <a:pt x="9" y="82"/>
                    <a:pt x="14" y="82"/>
                  </a:cubicBezTo>
                  <a:cubicBezTo>
                    <a:pt x="18" y="82"/>
                    <a:pt x="20" y="80"/>
                    <a:pt x="28" y="75"/>
                  </a:cubicBezTo>
                  <a:cubicBezTo>
                    <a:pt x="28" y="80"/>
                    <a:pt x="28" y="80"/>
                    <a:pt x="28" y="80"/>
                  </a:cubicBezTo>
                  <a:cubicBezTo>
                    <a:pt x="40" y="80"/>
                    <a:pt x="40" y="80"/>
                    <a:pt x="40" y="80"/>
                  </a:cubicBezTo>
                  <a:cubicBezTo>
                    <a:pt x="40" y="0"/>
                    <a:pt x="40" y="0"/>
                    <a:pt x="40" y="0"/>
                  </a:cubicBezTo>
                  <a:cubicBezTo>
                    <a:pt x="28" y="0"/>
                    <a:pt x="28" y="0"/>
                    <a:pt x="28" y="0"/>
                  </a:cubicBezTo>
                  <a:cubicBezTo>
                    <a:pt x="28" y="26"/>
                    <a:pt x="28" y="26"/>
                    <a:pt x="28" y="26"/>
                  </a:cubicBezTo>
                  <a:cubicBezTo>
                    <a:pt x="20" y="21"/>
                    <a:pt x="18" y="19"/>
                    <a:pt x="14" y="19"/>
                  </a:cubicBezTo>
                  <a:cubicBezTo>
                    <a:pt x="9" y="19"/>
                    <a:pt x="5" y="21"/>
                    <a:pt x="3" y="25"/>
                  </a:cubicBezTo>
                  <a:close/>
                  <a:moveTo>
                    <a:pt x="12" y="42"/>
                  </a:moveTo>
                  <a:cubicBezTo>
                    <a:pt x="12" y="36"/>
                    <a:pt x="12" y="34"/>
                    <a:pt x="13" y="32"/>
                  </a:cubicBezTo>
                  <a:cubicBezTo>
                    <a:pt x="14" y="30"/>
                    <a:pt x="17" y="29"/>
                    <a:pt x="19" y="29"/>
                  </a:cubicBezTo>
                  <a:cubicBezTo>
                    <a:pt x="22" y="29"/>
                    <a:pt x="24" y="30"/>
                    <a:pt x="28" y="32"/>
                  </a:cubicBezTo>
                  <a:cubicBezTo>
                    <a:pt x="28" y="68"/>
                    <a:pt x="28" y="68"/>
                    <a:pt x="28" y="68"/>
                  </a:cubicBezTo>
                  <a:cubicBezTo>
                    <a:pt x="24" y="71"/>
                    <a:pt x="22" y="72"/>
                    <a:pt x="19" y="72"/>
                  </a:cubicBezTo>
                  <a:cubicBezTo>
                    <a:pt x="17" y="72"/>
                    <a:pt x="15" y="70"/>
                    <a:pt x="14" y="68"/>
                  </a:cubicBezTo>
                  <a:cubicBezTo>
                    <a:pt x="13" y="66"/>
                    <a:pt x="12" y="65"/>
                    <a:pt x="12" y="58"/>
                  </a:cubicBezTo>
                  <a:lnTo>
                    <a:pt x="12"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 name="Freeform 280"/>
            <p:cNvSpPr>
              <a:spLocks noEditPoints="1"/>
            </p:cNvSpPr>
            <p:nvPr/>
          </p:nvSpPr>
          <p:spPr bwMode="auto">
            <a:xfrm>
              <a:off x="11423651" y="1017588"/>
              <a:ext cx="52388" cy="82550"/>
            </a:xfrm>
            <a:custGeom>
              <a:avLst/>
              <a:gdLst>
                <a:gd name="T0" fmla="*/ 19 w 40"/>
                <a:gd name="T1" fmla="*/ 0 h 63"/>
                <a:gd name="T2" fmla="*/ 5 w 40"/>
                <a:gd name="T3" fmla="*/ 4 h 63"/>
                <a:gd name="T4" fmla="*/ 0 w 40"/>
                <a:gd name="T5" fmla="*/ 22 h 63"/>
                <a:gd name="T6" fmla="*/ 0 w 40"/>
                <a:gd name="T7" fmla="*/ 41 h 63"/>
                <a:gd name="T8" fmla="*/ 5 w 40"/>
                <a:gd name="T9" fmla="*/ 58 h 63"/>
                <a:gd name="T10" fmla="*/ 19 w 40"/>
                <a:gd name="T11" fmla="*/ 63 h 63"/>
                <a:gd name="T12" fmla="*/ 34 w 40"/>
                <a:gd name="T13" fmla="*/ 58 h 63"/>
                <a:gd name="T14" fmla="*/ 40 w 40"/>
                <a:gd name="T15" fmla="*/ 41 h 63"/>
                <a:gd name="T16" fmla="*/ 40 w 40"/>
                <a:gd name="T17" fmla="*/ 22 h 63"/>
                <a:gd name="T18" fmla="*/ 34 w 40"/>
                <a:gd name="T19" fmla="*/ 4 h 63"/>
                <a:gd name="T20" fmla="*/ 19 w 40"/>
                <a:gd name="T21" fmla="*/ 0 h 63"/>
                <a:gd name="T22" fmla="*/ 28 w 40"/>
                <a:gd name="T23" fmla="*/ 41 h 63"/>
                <a:gd name="T24" fmla="*/ 20 w 40"/>
                <a:gd name="T25" fmla="*/ 53 h 63"/>
                <a:gd name="T26" fmla="*/ 12 w 40"/>
                <a:gd name="T27" fmla="*/ 41 h 63"/>
                <a:gd name="T28" fmla="*/ 12 w 40"/>
                <a:gd name="T29" fmla="*/ 21 h 63"/>
                <a:gd name="T30" fmla="*/ 20 w 40"/>
                <a:gd name="T31" fmla="*/ 10 h 63"/>
                <a:gd name="T32" fmla="*/ 28 w 40"/>
                <a:gd name="T33" fmla="*/ 21 h 63"/>
                <a:gd name="T34" fmla="*/ 28 w 40"/>
                <a:gd name="T35" fmla="*/ 4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 h="63">
                  <a:moveTo>
                    <a:pt x="19" y="0"/>
                  </a:moveTo>
                  <a:cubicBezTo>
                    <a:pt x="14" y="0"/>
                    <a:pt x="8" y="1"/>
                    <a:pt x="5" y="4"/>
                  </a:cubicBezTo>
                  <a:cubicBezTo>
                    <a:pt x="2" y="8"/>
                    <a:pt x="0" y="12"/>
                    <a:pt x="0" y="22"/>
                  </a:cubicBezTo>
                  <a:cubicBezTo>
                    <a:pt x="0" y="41"/>
                    <a:pt x="0" y="41"/>
                    <a:pt x="0" y="41"/>
                  </a:cubicBezTo>
                  <a:cubicBezTo>
                    <a:pt x="0" y="50"/>
                    <a:pt x="2" y="54"/>
                    <a:pt x="5" y="58"/>
                  </a:cubicBezTo>
                  <a:cubicBezTo>
                    <a:pt x="8" y="61"/>
                    <a:pt x="13" y="63"/>
                    <a:pt x="19" y="63"/>
                  </a:cubicBezTo>
                  <a:cubicBezTo>
                    <a:pt x="25" y="63"/>
                    <a:pt x="31" y="61"/>
                    <a:pt x="34" y="58"/>
                  </a:cubicBezTo>
                  <a:cubicBezTo>
                    <a:pt x="38" y="54"/>
                    <a:pt x="40" y="50"/>
                    <a:pt x="40" y="41"/>
                  </a:cubicBezTo>
                  <a:cubicBezTo>
                    <a:pt x="40" y="22"/>
                    <a:pt x="40" y="22"/>
                    <a:pt x="40" y="22"/>
                  </a:cubicBezTo>
                  <a:cubicBezTo>
                    <a:pt x="40" y="12"/>
                    <a:pt x="38" y="8"/>
                    <a:pt x="34" y="4"/>
                  </a:cubicBezTo>
                  <a:cubicBezTo>
                    <a:pt x="31" y="1"/>
                    <a:pt x="25" y="0"/>
                    <a:pt x="19" y="0"/>
                  </a:cubicBezTo>
                  <a:close/>
                  <a:moveTo>
                    <a:pt x="28" y="41"/>
                  </a:moveTo>
                  <a:cubicBezTo>
                    <a:pt x="28" y="49"/>
                    <a:pt x="25" y="53"/>
                    <a:pt x="20" y="53"/>
                  </a:cubicBezTo>
                  <a:cubicBezTo>
                    <a:pt x="15" y="53"/>
                    <a:pt x="12" y="49"/>
                    <a:pt x="12" y="41"/>
                  </a:cubicBezTo>
                  <a:cubicBezTo>
                    <a:pt x="12" y="21"/>
                    <a:pt x="12" y="21"/>
                    <a:pt x="12" y="21"/>
                  </a:cubicBezTo>
                  <a:cubicBezTo>
                    <a:pt x="12" y="13"/>
                    <a:pt x="15" y="10"/>
                    <a:pt x="20" y="10"/>
                  </a:cubicBezTo>
                  <a:cubicBezTo>
                    <a:pt x="25" y="10"/>
                    <a:pt x="28" y="13"/>
                    <a:pt x="28" y="21"/>
                  </a:cubicBezTo>
                  <a:lnTo>
                    <a:pt x="28"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 name="Rectangle 281"/>
            <p:cNvSpPr>
              <a:spLocks noChangeArrowheads="1"/>
            </p:cNvSpPr>
            <p:nvPr/>
          </p:nvSpPr>
          <p:spPr bwMode="auto">
            <a:xfrm>
              <a:off x="11496676" y="1081088"/>
              <a:ext cx="15875"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 name="Freeform 282"/>
            <p:cNvSpPr>
              <a:spLocks/>
            </p:cNvSpPr>
            <p:nvPr/>
          </p:nvSpPr>
          <p:spPr bwMode="auto">
            <a:xfrm>
              <a:off x="11477626" y="989013"/>
              <a:ext cx="49213" cy="76200"/>
            </a:xfrm>
            <a:custGeom>
              <a:avLst/>
              <a:gdLst>
                <a:gd name="T0" fmla="*/ 0 w 38"/>
                <a:gd name="T1" fmla="*/ 17 h 58"/>
                <a:gd name="T2" fmla="*/ 11 w 38"/>
                <a:gd name="T3" fmla="*/ 20 h 58"/>
                <a:gd name="T4" fmla="*/ 20 w 38"/>
                <a:gd name="T5" fmla="*/ 10 h 58"/>
                <a:gd name="T6" fmla="*/ 25 w 38"/>
                <a:gd name="T7" fmla="*/ 16 h 58"/>
                <a:gd name="T8" fmla="*/ 22 w 38"/>
                <a:gd name="T9" fmla="*/ 25 h 58"/>
                <a:gd name="T10" fmla="*/ 14 w 38"/>
                <a:gd name="T11" fmla="*/ 55 h 58"/>
                <a:gd name="T12" fmla="*/ 14 w 38"/>
                <a:gd name="T13" fmla="*/ 58 h 58"/>
                <a:gd name="T14" fmla="*/ 23 w 38"/>
                <a:gd name="T15" fmla="*/ 58 h 58"/>
                <a:gd name="T16" fmla="*/ 23 w 38"/>
                <a:gd name="T17" fmla="*/ 54 h 58"/>
                <a:gd name="T18" fmla="*/ 31 w 38"/>
                <a:gd name="T19" fmla="*/ 31 h 58"/>
                <a:gd name="T20" fmla="*/ 38 w 38"/>
                <a:gd name="T21" fmla="*/ 16 h 58"/>
                <a:gd name="T22" fmla="*/ 20 w 38"/>
                <a:gd name="T23" fmla="*/ 0 h 58"/>
                <a:gd name="T24" fmla="*/ 0 w 38"/>
                <a:gd name="T25" fmla="*/ 1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 h="58">
                  <a:moveTo>
                    <a:pt x="0" y="17"/>
                  </a:moveTo>
                  <a:cubicBezTo>
                    <a:pt x="11" y="20"/>
                    <a:pt x="11" y="20"/>
                    <a:pt x="11" y="20"/>
                  </a:cubicBezTo>
                  <a:cubicBezTo>
                    <a:pt x="14" y="13"/>
                    <a:pt x="16" y="10"/>
                    <a:pt x="20" y="10"/>
                  </a:cubicBezTo>
                  <a:cubicBezTo>
                    <a:pt x="23" y="10"/>
                    <a:pt x="25" y="13"/>
                    <a:pt x="25" y="16"/>
                  </a:cubicBezTo>
                  <a:cubicBezTo>
                    <a:pt x="25" y="18"/>
                    <a:pt x="25" y="20"/>
                    <a:pt x="22" y="25"/>
                  </a:cubicBezTo>
                  <a:cubicBezTo>
                    <a:pt x="15" y="37"/>
                    <a:pt x="14" y="42"/>
                    <a:pt x="14" y="55"/>
                  </a:cubicBezTo>
                  <a:cubicBezTo>
                    <a:pt x="14" y="55"/>
                    <a:pt x="14" y="58"/>
                    <a:pt x="14" y="58"/>
                  </a:cubicBezTo>
                  <a:cubicBezTo>
                    <a:pt x="23" y="58"/>
                    <a:pt x="23" y="58"/>
                    <a:pt x="23" y="58"/>
                  </a:cubicBezTo>
                  <a:cubicBezTo>
                    <a:pt x="23" y="54"/>
                    <a:pt x="23" y="54"/>
                    <a:pt x="23" y="54"/>
                  </a:cubicBezTo>
                  <a:cubicBezTo>
                    <a:pt x="23" y="44"/>
                    <a:pt x="25" y="41"/>
                    <a:pt x="31" y="31"/>
                  </a:cubicBezTo>
                  <a:cubicBezTo>
                    <a:pt x="36" y="24"/>
                    <a:pt x="38" y="21"/>
                    <a:pt x="38" y="16"/>
                  </a:cubicBezTo>
                  <a:cubicBezTo>
                    <a:pt x="38" y="6"/>
                    <a:pt x="31" y="0"/>
                    <a:pt x="20" y="0"/>
                  </a:cubicBezTo>
                  <a:cubicBezTo>
                    <a:pt x="10" y="0"/>
                    <a:pt x="4" y="5"/>
                    <a:pt x="0"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89" name="组合 288"/>
          <p:cNvGrpSpPr/>
          <p:nvPr/>
        </p:nvGrpSpPr>
        <p:grpSpPr>
          <a:xfrm>
            <a:off x="10390188" y="2824163"/>
            <a:ext cx="1298575" cy="1570038"/>
            <a:chOff x="10390188" y="2824163"/>
            <a:chExt cx="1298575" cy="1570038"/>
          </a:xfrm>
          <a:solidFill>
            <a:schemeClr val="tx1">
              <a:lumMod val="65000"/>
              <a:lumOff val="35000"/>
            </a:schemeClr>
          </a:solidFill>
        </p:grpSpPr>
        <p:sp>
          <p:nvSpPr>
            <p:cNvPr id="290" name="Freeform 283"/>
            <p:cNvSpPr>
              <a:spLocks/>
            </p:cNvSpPr>
            <p:nvPr/>
          </p:nvSpPr>
          <p:spPr bwMode="auto">
            <a:xfrm>
              <a:off x="10580688" y="3224213"/>
              <a:ext cx="227013" cy="182563"/>
            </a:xfrm>
            <a:custGeom>
              <a:avLst/>
              <a:gdLst>
                <a:gd name="T0" fmla="*/ 59 w 174"/>
                <a:gd name="T1" fmla="*/ 20 h 139"/>
                <a:gd name="T2" fmla="*/ 99 w 174"/>
                <a:gd name="T3" fmla="*/ 51 h 139"/>
                <a:gd name="T4" fmla="*/ 69 w 174"/>
                <a:gd name="T5" fmla="*/ 101 h 139"/>
                <a:gd name="T6" fmla="*/ 0 w 174"/>
                <a:gd name="T7" fmla="*/ 121 h 139"/>
                <a:gd name="T8" fmla="*/ 8 w 174"/>
                <a:gd name="T9" fmla="*/ 138 h 139"/>
                <a:gd name="T10" fmla="*/ 153 w 174"/>
                <a:gd name="T11" fmla="*/ 138 h 139"/>
                <a:gd name="T12" fmla="*/ 156 w 174"/>
                <a:gd name="T13" fmla="*/ 138 h 139"/>
                <a:gd name="T14" fmla="*/ 160 w 174"/>
                <a:gd name="T15" fmla="*/ 139 h 139"/>
                <a:gd name="T16" fmla="*/ 174 w 174"/>
                <a:gd name="T17" fmla="*/ 90 h 139"/>
                <a:gd name="T18" fmla="*/ 84 w 174"/>
                <a:gd name="T19" fmla="*/ 0 h 139"/>
                <a:gd name="T20" fmla="*/ 17 w 174"/>
                <a:gd name="T21" fmla="*/ 30 h 139"/>
                <a:gd name="T22" fmla="*/ 49 w 174"/>
                <a:gd name="T23" fmla="*/ 21 h 139"/>
                <a:gd name="T24" fmla="*/ 59 w 174"/>
                <a:gd name="T25" fmla="*/ 2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4" h="139">
                  <a:moveTo>
                    <a:pt x="59" y="20"/>
                  </a:moveTo>
                  <a:cubicBezTo>
                    <a:pt x="78" y="20"/>
                    <a:pt x="94" y="33"/>
                    <a:pt x="99" y="51"/>
                  </a:cubicBezTo>
                  <a:cubicBezTo>
                    <a:pt x="104" y="73"/>
                    <a:pt x="91" y="96"/>
                    <a:pt x="69" y="101"/>
                  </a:cubicBezTo>
                  <a:cubicBezTo>
                    <a:pt x="45" y="107"/>
                    <a:pt x="21" y="114"/>
                    <a:pt x="0" y="121"/>
                  </a:cubicBezTo>
                  <a:cubicBezTo>
                    <a:pt x="2" y="127"/>
                    <a:pt x="5" y="134"/>
                    <a:pt x="8" y="138"/>
                  </a:cubicBezTo>
                  <a:cubicBezTo>
                    <a:pt x="153" y="138"/>
                    <a:pt x="153" y="138"/>
                    <a:pt x="153" y="138"/>
                  </a:cubicBezTo>
                  <a:cubicBezTo>
                    <a:pt x="154" y="138"/>
                    <a:pt x="155" y="138"/>
                    <a:pt x="156" y="138"/>
                  </a:cubicBezTo>
                  <a:cubicBezTo>
                    <a:pt x="157" y="138"/>
                    <a:pt x="158" y="139"/>
                    <a:pt x="160" y="139"/>
                  </a:cubicBezTo>
                  <a:cubicBezTo>
                    <a:pt x="169" y="125"/>
                    <a:pt x="174" y="108"/>
                    <a:pt x="174" y="90"/>
                  </a:cubicBezTo>
                  <a:cubicBezTo>
                    <a:pt x="174" y="40"/>
                    <a:pt x="134" y="0"/>
                    <a:pt x="84" y="0"/>
                  </a:cubicBezTo>
                  <a:cubicBezTo>
                    <a:pt x="57" y="0"/>
                    <a:pt x="33" y="11"/>
                    <a:pt x="17" y="30"/>
                  </a:cubicBezTo>
                  <a:cubicBezTo>
                    <a:pt x="35" y="24"/>
                    <a:pt x="48" y="21"/>
                    <a:pt x="49" y="21"/>
                  </a:cubicBezTo>
                  <a:cubicBezTo>
                    <a:pt x="52" y="20"/>
                    <a:pt x="56" y="20"/>
                    <a:pt x="59"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 name="Freeform 284"/>
            <p:cNvSpPr>
              <a:spLocks/>
            </p:cNvSpPr>
            <p:nvPr/>
          </p:nvSpPr>
          <p:spPr bwMode="auto">
            <a:xfrm>
              <a:off x="10390188" y="3259138"/>
              <a:ext cx="593725" cy="1135063"/>
            </a:xfrm>
            <a:custGeom>
              <a:avLst/>
              <a:gdLst>
                <a:gd name="T0" fmla="*/ 418 w 453"/>
                <a:gd name="T1" fmla="*/ 439 h 868"/>
                <a:gd name="T2" fmla="*/ 441 w 453"/>
                <a:gd name="T3" fmla="*/ 428 h 868"/>
                <a:gd name="T4" fmla="*/ 439 w 453"/>
                <a:gd name="T5" fmla="*/ 383 h 868"/>
                <a:gd name="T6" fmla="*/ 382 w 453"/>
                <a:gd name="T7" fmla="*/ 330 h 868"/>
                <a:gd name="T8" fmla="*/ 381 w 453"/>
                <a:gd name="T9" fmla="*/ 251 h 868"/>
                <a:gd name="T10" fmla="*/ 377 w 453"/>
                <a:gd name="T11" fmla="*/ 220 h 868"/>
                <a:gd name="T12" fmla="*/ 377 w 453"/>
                <a:gd name="T13" fmla="*/ 220 h 868"/>
                <a:gd name="T14" fmla="*/ 377 w 453"/>
                <a:gd name="T15" fmla="*/ 221 h 868"/>
                <a:gd name="T16" fmla="*/ 299 w 453"/>
                <a:gd name="T17" fmla="*/ 124 h 868"/>
                <a:gd name="T18" fmla="*/ 150 w 453"/>
                <a:gd name="T19" fmla="*/ 124 h 868"/>
                <a:gd name="T20" fmla="*/ 124 w 453"/>
                <a:gd name="T21" fmla="*/ 120 h 868"/>
                <a:gd name="T22" fmla="*/ 111 w 453"/>
                <a:gd name="T23" fmla="*/ 117 h 868"/>
                <a:gd name="T24" fmla="*/ 83 w 453"/>
                <a:gd name="T25" fmla="*/ 110 h 868"/>
                <a:gd name="T26" fmla="*/ 212 w 453"/>
                <a:gd name="T27" fmla="*/ 66 h 868"/>
                <a:gd name="T28" fmla="*/ 235 w 453"/>
                <a:gd name="T29" fmla="*/ 27 h 868"/>
                <a:gd name="T30" fmla="*/ 196 w 453"/>
                <a:gd name="T31" fmla="*/ 4 h 868"/>
                <a:gd name="T32" fmla="*/ 108 w 453"/>
                <a:gd name="T33" fmla="*/ 31 h 868"/>
                <a:gd name="T34" fmla="*/ 3 w 453"/>
                <a:gd name="T35" fmla="*/ 117 h 868"/>
                <a:gd name="T36" fmla="*/ 99 w 453"/>
                <a:gd name="T37" fmla="*/ 179 h 868"/>
                <a:gd name="T38" fmla="*/ 104 w 453"/>
                <a:gd name="T39" fmla="*/ 181 h 868"/>
                <a:gd name="T40" fmla="*/ 113 w 453"/>
                <a:gd name="T41" fmla="*/ 182 h 868"/>
                <a:gd name="T42" fmla="*/ 113 w 453"/>
                <a:gd name="T43" fmla="*/ 351 h 868"/>
                <a:gd name="T44" fmla="*/ 113 w 453"/>
                <a:gd name="T45" fmla="*/ 427 h 868"/>
                <a:gd name="T46" fmla="*/ 113 w 453"/>
                <a:gd name="T47" fmla="*/ 453 h 868"/>
                <a:gd name="T48" fmla="*/ 113 w 453"/>
                <a:gd name="T49" fmla="*/ 819 h 868"/>
                <a:gd name="T50" fmla="*/ 163 w 453"/>
                <a:gd name="T51" fmla="*/ 868 h 868"/>
                <a:gd name="T52" fmla="*/ 213 w 453"/>
                <a:gd name="T53" fmla="*/ 819 h 868"/>
                <a:gd name="T54" fmla="*/ 213 w 453"/>
                <a:gd name="T55" fmla="*/ 467 h 868"/>
                <a:gd name="T56" fmla="*/ 213 w 453"/>
                <a:gd name="T57" fmla="*/ 456 h 868"/>
                <a:gd name="T58" fmla="*/ 233 w 453"/>
                <a:gd name="T59" fmla="*/ 456 h 868"/>
                <a:gd name="T60" fmla="*/ 233 w 453"/>
                <a:gd name="T61" fmla="*/ 467 h 868"/>
                <a:gd name="T62" fmla="*/ 233 w 453"/>
                <a:gd name="T63" fmla="*/ 819 h 868"/>
                <a:gd name="T64" fmla="*/ 283 w 453"/>
                <a:gd name="T65" fmla="*/ 868 h 868"/>
                <a:gd name="T66" fmla="*/ 333 w 453"/>
                <a:gd name="T67" fmla="*/ 819 h 868"/>
                <a:gd name="T68" fmla="*/ 333 w 453"/>
                <a:gd name="T69" fmla="*/ 453 h 868"/>
                <a:gd name="T70" fmla="*/ 333 w 453"/>
                <a:gd name="T71" fmla="*/ 427 h 868"/>
                <a:gd name="T72" fmla="*/ 333 w 453"/>
                <a:gd name="T73" fmla="*/ 351 h 868"/>
                <a:gd name="T74" fmla="*/ 333 w 453"/>
                <a:gd name="T75" fmla="*/ 256 h 868"/>
                <a:gd name="T76" fmla="*/ 341 w 453"/>
                <a:gd name="T77" fmla="*/ 260 h 868"/>
                <a:gd name="T78" fmla="*/ 341 w 453"/>
                <a:gd name="T79" fmla="*/ 379 h 868"/>
                <a:gd name="T80" fmla="*/ 341 w 453"/>
                <a:gd name="T81" fmla="*/ 379 h 868"/>
                <a:gd name="T82" fmla="*/ 396 w 453"/>
                <a:gd name="T83" fmla="*/ 430 h 868"/>
                <a:gd name="T84" fmla="*/ 418 w 453"/>
                <a:gd name="T85" fmla="*/ 439 h 8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53" h="868">
                  <a:moveTo>
                    <a:pt x="418" y="439"/>
                  </a:moveTo>
                  <a:cubicBezTo>
                    <a:pt x="426" y="439"/>
                    <a:pt x="435" y="435"/>
                    <a:pt x="441" y="428"/>
                  </a:cubicBezTo>
                  <a:cubicBezTo>
                    <a:pt x="453" y="415"/>
                    <a:pt x="452" y="395"/>
                    <a:pt x="439" y="383"/>
                  </a:cubicBezTo>
                  <a:cubicBezTo>
                    <a:pt x="382" y="330"/>
                    <a:pt x="382" y="330"/>
                    <a:pt x="382" y="330"/>
                  </a:cubicBezTo>
                  <a:cubicBezTo>
                    <a:pt x="382" y="308"/>
                    <a:pt x="383" y="276"/>
                    <a:pt x="381" y="251"/>
                  </a:cubicBezTo>
                  <a:cubicBezTo>
                    <a:pt x="381" y="238"/>
                    <a:pt x="379" y="228"/>
                    <a:pt x="377" y="220"/>
                  </a:cubicBezTo>
                  <a:cubicBezTo>
                    <a:pt x="377" y="220"/>
                    <a:pt x="377" y="220"/>
                    <a:pt x="377" y="220"/>
                  </a:cubicBezTo>
                  <a:cubicBezTo>
                    <a:pt x="377" y="221"/>
                    <a:pt x="377" y="221"/>
                    <a:pt x="377" y="221"/>
                  </a:cubicBezTo>
                  <a:cubicBezTo>
                    <a:pt x="357" y="132"/>
                    <a:pt x="317" y="120"/>
                    <a:pt x="299" y="124"/>
                  </a:cubicBezTo>
                  <a:cubicBezTo>
                    <a:pt x="150" y="124"/>
                    <a:pt x="150" y="124"/>
                    <a:pt x="150" y="124"/>
                  </a:cubicBezTo>
                  <a:cubicBezTo>
                    <a:pt x="140" y="120"/>
                    <a:pt x="132" y="121"/>
                    <a:pt x="124" y="120"/>
                  </a:cubicBezTo>
                  <a:cubicBezTo>
                    <a:pt x="119" y="119"/>
                    <a:pt x="115" y="118"/>
                    <a:pt x="111" y="117"/>
                  </a:cubicBezTo>
                  <a:cubicBezTo>
                    <a:pt x="99" y="115"/>
                    <a:pt x="90" y="112"/>
                    <a:pt x="83" y="110"/>
                  </a:cubicBezTo>
                  <a:cubicBezTo>
                    <a:pt x="111" y="97"/>
                    <a:pt x="161" y="79"/>
                    <a:pt x="212" y="66"/>
                  </a:cubicBezTo>
                  <a:cubicBezTo>
                    <a:pt x="229" y="62"/>
                    <a:pt x="239" y="45"/>
                    <a:pt x="235" y="27"/>
                  </a:cubicBezTo>
                  <a:cubicBezTo>
                    <a:pt x="231" y="10"/>
                    <a:pt x="213" y="0"/>
                    <a:pt x="196" y="4"/>
                  </a:cubicBezTo>
                  <a:cubicBezTo>
                    <a:pt x="194" y="4"/>
                    <a:pt x="151" y="15"/>
                    <a:pt x="108" y="31"/>
                  </a:cubicBezTo>
                  <a:cubicBezTo>
                    <a:pt x="52" y="51"/>
                    <a:pt x="0" y="75"/>
                    <a:pt x="3" y="117"/>
                  </a:cubicBezTo>
                  <a:cubicBezTo>
                    <a:pt x="5" y="152"/>
                    <a:pt x="41" y="169"/>
                    <a:pt x="99" y="179"/>
                  </a:cubicBezTo>
                  <a:cubicBezTo>
                    <a:pt x="101" y="180"/>
                    <a:pt x="102" y="180"/>
                    <a:pt x="104" y="181"/>
                  </a:cubicBezTo>
                  <a:cubicBezTo>
                    <a:pt x="107" y="181"/>
                    <a:pt x="113" y="182"/>
                    <a:pt x="113" y="182"/>
                  </a:cubicBezTo>
                  <a:cubicBezTo>
                    <a:pt x="113" y="351"/>
                    <a:pt x="113" y="351"/>
                    <a:pt x="113" y="351"/>
                  </a:cubicBezTo>
                  <a:cubicBezTo>
                    <a:pt x="113" y="427"/>
                    <a:pt x="113" y="427"/>
                    <a:pt x="113" y="427"/>
                  </a:cubicBezTo>
                  <a:cubicBezTo>
                    <a:pt x="113" y="453"/>
                    <a:pt x="113" y="453"/>
                    <a:pt x="113" y="453"/>
                  </a:cubicBezTo>
                  <a:cubicBezTo>
                    <a:pt x="113" y="819"/>
                    <a:pt x="113" y="819"/>
                    <a:pt x="113" y="819"/>
                  </a:cubicBezTo>
                  <a:cubicBezTo>
                    <a:pt x="113" y="846"/>
                    <a:pt x="136" y="868"/>
                    <a:pt x="163" y="868"/>
                  </a:cubicBezTo>
                  <a:cubicBezTo>
                    <a:pt x="190" y="868"/>
                    <a:pt x="213" y="846"/>
                    <a:pt x="213" y="819"/>
                  </a:cubicBezTo>
                  <a:cubicBezTo>
                    <a:pt x="213" y="467"/>
                    <a:pt x="213" y="467"/>
                    <a:pt x="213" y="467"/>
                  </a:cubicBezTo>
                  <a:cubicBezTo>
                    <a:pt x="213" y="456"/>
                    <a:pt x="213" y="456"/>
                    <a:pt x="213" y="456"/>
                  </a:cubicBezTo>
                  <a:cubicBezTo>
                    <a:pt x="233" y="456"/>
                    <a:pt x="233" y="456"/>
                    <a:pt x="233" y="456"/>
                  </a:cubicBezTo>
                  <a:cubicBezTo>
                    <a:pt x="233" y="467"/>
                    <a:pt x="233" y="467"/>
                    <a:pt x="233" y="467"/>
                  </a:cubicBezTo>
                  <a:cubicBezTo>
                    <a:pt x="233" y="819"/>
                    <a:pt x="233" y="819"/>
                    <a:pt x="233" y="819"/>
                  </a:cubicBezTo>
                  <a:cubicBezTo>
                    <a:pt x="233" y="846"/>
                    <a:pt x="256" y="868"/>
                    <a:pt x="283" y="868"/>
                  </a:cubicBezTo>
                  <a:cubicBezTo>
                    <a:pt x="310" y="868"/>
                    <a:pt x="333" y="846"/>
                    <a:pt x="333" y="819"/>
                  </a:cubicBezTo>
                  <a:cubicBezTo>
                    <a:pt x="333" y="453"/>
                    <a:pt x="333" y="453"/>
                    <a:pt x="333" y="453"/>
                  </a:cubicBezTo>
                  <a:cubicBezTo>
                    <a:pt x="333" y="427"/>
                    <a:pt x="333" y="427"/>
                    <a:pt x="333" y="427"/>
                  </a:cubicBezTo>
                  <a:cubicBezTo>
                    <a:pt x="333" y="351"/>
                    <a:pt x="333" y="351"/>
                    <a:pt x="333" y="351"/>
                  </a:cubicBezTo>
                  <a:cubicBezTo>
                    <a:pt x="333" y="256"/>
                    <a:pt x="333" y="256"/>
                    <a:pt x="333" y="256"/>
                  </a:cubicBezTo>
                  <a:cubicBezTo>
                    <a:pt x="333" y="258"/>
                    <a:pt x="337" y="259"/>
                    <a:pt x="341" y="260"/>
                  </a:cubicBezTo>
                  <a:cubicBezTo>
                    <a:pt x="341" y="379"/>
                    <a:pt x="341" y="379"/>
                    <a:pt x="341" y="379"/>
                  </a:cubicBezTo>
                  <a:cubicBezTo>
                    <a:pt x="341" y="379"/>
                    <a:pt x="341" y="379"/>
                    <a:pt x="341" y="379"/>
                  </a:cubicBezTo>
                  <a:cubicBezTo>
                    <a:pt x="396" y="430"/>
                    <a:pt x="396" y="430"/>
                    <a:pt x="396" y="430"/>
                  </a:cubicBezTo>
                  <a:cubicBezTo>
                    <a:pt x="402" y="436"/>
                    <a:pt x="410" y="439"/>
                    <a:pt x="418" y="4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 name="Freeform 285"/>
            <p:cNvSpPr>
              <a:spLocks/>
            </p:cNvSpPr>
            <p:nvPr/>
          </p:nvSpPr>
          <p:spPr bwMode="auto">
            <a:xfrm>
              <a:off x="11318876" y="3481388"/>
              <a:ext cx="109538" cy="28575"/>
            </a:xfrm>
            <a:custGeom>
              <a:avLst/>
              <a:gdLst>
                <a:gd name="T0" fmla="*/ 69 w 69"/>
                <a:gd name="T1" fmla="*/ 14 h 18"/>
                <a:gd name="T2" fmla="*/ 0 w 69"/>
                <a:gd name="T3" fmla="*/ 0 h 18"/>
                <a:gd name="T4" fmla="*/ 0 w 69"/>
                <a:gd name="T5" fmla="*/ 9 h 18"/>
                <a:gd name="T6" fmla="*/ 69 w 69"/>
                <a:gd name="T7" fmla="*/ 18 h 18"/>
                <a:gd name="T8" fmla="*/ 69 w 69"/>
                <a:gd name="T9" fmla="*/ 14 h 18"/>
              </a:gdLst>
              <a:ahLst/>
              <a:cxnLst>
                <a:cxn ang="0">
                  <a:pos x="T0" y="T1"/>
                </a:cxn>
                <a:cxn ang="0">
                  <a:pos x="T2" y="T3"/>
                </a:cxn>
                <a:cxn ang="0">
                  <a:pos x="T4" y="T5"/>
                </a:cxn>
                <a:cxn ang="0">
                  <a:pos x="T6" y="T7"/>
                </a:cxn>
                <a:cxn ang="0">
                  <a:pos x="T8" y="T9"/>
                </a:cxn>
              </a:cxnLst>
              <a:rect l="0" t="0" r="r" b="b"/>
              <a:pathLst>
                <a:path w="69" h="18">
                  <a:moveTo>
                    <a:pt x="69" y="14"/>
                  </a:moveTo>
                  <a:lnTo>
                    <a:pt x="0" y="0"/>
                  </a:lnTo>
                  <a:lnTo>
                    <a:pt x="0" y="9"/>
                  </a:lnTo>
                  <a:lnTo>
                    <a:pt x="69" y="18"/>
                  </a:lnTo>
                  <a:lnTo>
                    <a:pt x="69"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 name="Freeform 286"/>
            <p:cNvSpPr>
              <a:spLocks/>
            </p:cNvSpPr>
            <p:nvPr/>
          </p:nvSpPr>
          <p:spPr bwMode="auto">
            <a:xfrm>
              <a:off x="11415713" y="3311525"/>
              <a:ext cx="12700" cy="0"/>
            </a:xfrm>
            <a:custGeom>
              <a:avLst/>
              <a:gdLst>
                <a:gd name="T0" fmla="*/ 8 w 8"/>
                <a:gd name="T1" fmla="*/ 8 w 8"/>
                <a:gd name="T2" fmla="*/ 0 w 8"/>
                <a:gd name="T3" fmla="*/ 8 w 8"/>
              </a:gdLst>
              <a:ahLst/>
              <a:cxnLst>
                <a:cxn ang="0">
                  <a:pos x="T0" y="0"/>
                </a:cxn>
                <a:cxn ang="0">
                  <a:pos x="T1" y="0"/>
                </a:cxn>
                <a:cxn ang="0">
                  <a:pos x="T2" y="0"/>
                </a:cxn>
                <a:cxn ang="0">
                  <a:pos x="T3" y="0"/>
                </a:cxn>
              </a:cxnLst>
              <a:rect l="0" t="0" r="r" b="b"/>
              <a:pathLst>
                <a:path w="8">
                  <a:moveTo>
                    <a:pt x="8" y="0"/>
                  </a:moveTo>
                  <a:lnTo>
                    <a:pt x="8" y="0"/>
                  </a:lnTo>
                  <a:lnTo>
                    <a:pt x="0" y="0"/>
                  </a:lnTo>
                  <a:lnTo>
                    <a:pt x="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 name="Freeform 287"/>
            <p:cNvSpPr>
              <a:spLocks/>
            </p:cNvSpPr>
            <p:nvPr/>
          </p:nvSpPr>
          <p:spPr bwMode="auto">
            <a:xfrm>
              <a:off x="11383963" y="3111500"/>
              <a:ext cx="44450" cy="11113"/>
            </a:xfrm>
            <a:custGeom>
              <a:avLst/>
              <a:gdLst>
                <a:gd name="T0" fmla="*/ 28 w 28"/>
                <a:gd name="T1" fmla="*/ 7 h 7"/>
                <a:gd name="T2" fmla="*/ 28 w 28"/>
                <a:gd name="T3" fmla="*/ 0 h 7"/>
                <a:gd name="T4" fmla="*/ 0 w 28"/>
                <a:gd name="T5" fmla="*/ 7 h 7"/>
                <a:gd name="T6" fmla="*/ 28 w 28"/>
                <a:gd name="T7" fmla="*/ 7 h 7"/>
              </a:gdLst>
              <a:ahLst/>
              <a:cxnLst>
                <a:cxn ang="0">
                  <a:pos x="T0" y="T1"/>
                </a:cxn>
                <a:cxn ang="0">
                  <a:pos x="T2" y="T3"/>
                </a:cxn>
                <a:cxn ang="0">
                  <a:pos x="T4" y="T5"/>
                </a:cxn>
                <a:cxn ang="0">
                  <a:pos x="T6" y="T7"/>
                </a:cxn>
              </a:cxnLst>
              <a:rect l="0" t="0" r="r" b="b"/>
              <a:pathLst>
                <a:path w="28" h="7">
                  <a:moveTo>
                    <a:pt x="28" y="7"/>
                  </a:moveTo>
                  <a:lnTo>
                    <a:pt x="28" y="0"/>
                  </a:lnTo>
                  <a:lnTo>
                    <a:pt x="0" y="7"/>
                  </a:lnTo>
                  <a:lnTo>
                    <a:pt x="28"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 name="Freeform 288"/>
            <p:cNvSpPr>
              <a:spLocks/>
            </p:cNvSpPr>
            <p:nvPr/>
          </p:nvSpPr>
          <p:spPr bwMode="auto">
            <a:xfrm>
              <a:off x="11318876" y="2824163"/>
              <a:ext cx="109538" cy="117475"/>
            </a:xfrm>
            <a:custGeom>
              <a:avLst/>
              <a:gdLst>
                <a:gd name="T0" fmla="*/ 69 w 69"/>
                <a:gd name="T1" fmla="*/ 0 h 74"/>
                <a:gd name="T2" fmla="*/ 0 w 69"/>
                <a:gd name="T3" fmla="*/ 0 h 74"/>
                <a:gd name="T4" fmla="*/ 0 w 69"/>
                <a:gd name="T5" fmla="*/ 74 h 74"/>
                <a:gd name="T6" fmla="*/ 69 w 69"/>
                <a:gd name="T7" fmla="*/ 59 h 74"/>
                <a:gd name="T8" fmla="*/ 69 w 69"/>
                <a:gd name="T9" fmla="*/ 0 h 74"/>
              </a:gdLst>
              <a:ahLst/>
              <a:cxnLst>
                <a:cxn ang="0">
                  <a:pos x="T0" y="T1"/>
                </a:cxn>
                <a:cxn ang="0">
                  <a:pos x="T2" y="T3"/>
                </a:cxn>
                <a:cxn ang="0">
                  <a:pos x="T4" y="T5"/>
                </a:cxn>
                <a:cxn ang="0">
                  <a:pos x="T6" y="T7"/>
                </a:cxn>
                <a:cxn ang="0">
                  <a:pos x="T8" y="T9"/>
                </a:cxn>
              </a:cxnLst>
              <a:rect l="0" t="0" r="r" b="b"/>
              <a:pathLst>
                <a:path w="69" h="74">
                  <a:moveTo>
                    <a:pt x="69" y="0"/>
                  </a:moveTo>
                  <a:lnTo>
                    <a:pt x="0" y="0"/>
                  </a:lnTo>
                  <a:lnTo>
                    <a:pt x="0" y="74"/>
                  </a:lnTo>
                  <a:lnTo>
                    <a:pt x="69" y="59"/>
                  </a:lnTo>
                  <a:lnTo>
                    <a:pt x="6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 name="Freeform 289"/>
            <p:cNvSpPr>
              <a:spLocks/>
            </p:cNvSpPr>
            <p:nvPr/>
          </p:nvSpPr>
          <p:spPr bwMode="auto">
            <a:xfrm>
              <a:off x="11145838" y="3870325"/>
              <a:ext cx="465138" cy="523875"/>
            </a:xfrm>
            <a:custGeom>
              <a:avLst/>
              <a:gdLst>
                <a:gd name="T0" fmla="*/ 132 w 356"/>
                <a:gd name="T1" fmla="*/ 345 h 401"/>
                <a:gd name="T2" fmla="*/ 83 w 356"/>
                <a:gd name="T3" fmla="*/ 304 h 401"/>
                <a:gd name="T4" fmla="*/ 109 w 356"/>
                <a:gd name="T5" fmla="*/ 360 h 401"/>
                <a:gd name="T6" fmla="*/ 65 w 356"/>
                <a:gd name="T7" fmla="*/ 331 h 401"/>
                <a:gd name="T8" fmla="*/ 91 w 356"/>
                <a:gd name="T9" fmla="*/ 375 h 401"/>
                <a:gd name="T10" fmla="*/ 59 w 356"/>
                <a:gd name="T11" fmla="*/ 361 h 401"/>
                <a:gd name="T12" fmla="*/ 79 w 356"/>
                <a:gd name="T13" fmla="*/ 385 h 401"/>
                <a:gd name="T14" fmla="*/ 0 w 356"/>
                <a:gd name="T15" fmla="*/ 385 h 401"/>
                <a:gd name="T16" fmla="*/ 0 w 356"/>
                <a:gd name="T17" fmla="*/ 401 h 401"/>
                <a:gd name="T18" fmla="*/ 356 w 356"/>
                <a:gd name="T19" fmla="*/ 401 h 401"/>
                <a:gd name="T20" fmla="*/ 356 w 356"/>
                <a:gd name="T21" fmla="*/ 385 h 401"/>
                <a:gd name="T22" fmla="*/ 269 w 356"/>
                <a:gd name="T23" fmla="*/ 385 h 401"/>
                <a:gd name="T24" fmla="*/ 290 w 356"/>
                <a:gd name="T25" fmla="*/ 361 h 401"/>
                <a:gd name="T26" fmla="*/ 257 w 356"/>
                <a:gd name="T27" fmla="*/ 375 h 401"/>
                <a:gd name="T28" fmla="*/ 283 w 356"/>
                <a:gd name="T29" fmla="*/ 331 h 401"/>
                <a:gd name="T30" fmla="*/ 239 w 356"/>
                <a:gd name="T31" fmla="*/ 360 h 401"/>
                <a:gd name="T32" fmla="*/ 265 w 356"/>
                <a:gd name="T33" fmla="*/ 304 h 401"/>
                <a:gd name="T34" fmla="*/ 216 w 356"/>
                <a:gd name="T35" fmla="*/ 343 h 401"/>
                <a:gd name="T36" fmla="*/ 216 w 356"/>
                <a:gd name="T37" fmla="*/ 16 h 401"/>
                <a:gd name="T38" fmla="*/ 132 w 356"/>
                <a:gd name="T39" fmla="*/ 0 h 401"/>
                <a:gd name="T40" fmla="*/ 132 w 356"/>
                <a:gd name="T41" fmla="*/ 345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6" h="401">
                  <a:moveTo>
                    <a:pt x="132" y="345"/>
                  </a:moveTo>
                  <a:cubicBezTo>
                    <a:pt x="124" y="325"/>
                    <a:pt x="108" y="306"/>
                    <a:pt x="83" y="304"/>
                  </a:cubicBezTo>
                  <a:cubicBezTo>
                    <a:pt x="100" y="318"/>
                    <a:pt x="107" y="342"/>
                    <a:pt x="109" y="360"/>
                  </a:cubicBezTo>
                  <a:cubicBezTo>
                    <a:pt x="100" y="346"/>
                    <a:pt x="86" y="332"/>
                    <a:pt x="65" y="331"/>
                  </a:cubicBezTo>
                  <a:cubicBezTo>
                    <a:pt x="81" y="341"/>
                    <a:pt x="88" y="360"/>
                    <a:pt x="91" y="375"/>
                  </a:cubicBezTo>
                  <a:cubicBezTo>
                    <a:pt x="84" y="368"/>
                    <a:pt x="73" y="361"/>
                    <a:pt x="59" y="361"/>
                  </a:cubicBezTo>
                  <a:cubicBezTo>
                    <a:pt x="71" y="368"/>
                    <a:pt x="76" y="377"/>
                    <a:pt x="79" y="385"/>
                  </a:cubicBezTo>
                  <a:cubicBezTo>
                    <a:pt x="0" y="385"/>
                    <a:pt x="0" y="385"/>
                    <a:pt x="0" y="385"/>
                  </a:cubicBezTo>
                  <a:cubicBezTo>
                    <a:pt x="0" y="401"/>
                    <a:pt x="0" y="401"/>
                    <a:pt x="0" y="401"/>
                  </a:cubicBezTo>
                  <a:cubicBezTo>
                    <a:pt x="356" y="401"/>
                    <a:pt x="356" y="401"/>
                    <a:pt x="356" y="401"/>
                  </a:cubicBezTo>
                  <a:cubicBezTo>
                    <a:pt x="356" y="385"/>
                    <a:pt x="356" y="385"/>
                    <a:pt x="356" y="385"/>
                  </a:cubicBezTo>
                  <a:cubicBezTo>
                    <a:pt x="269" y="385"/>
                    <a:pt x="269" y="385"/>
                    <a:pt x="269" y="385"/>
                  </a:cubicBezTo>
                  <a:cubicBezTo>
                    <a:pt x="272" y="377"/>
                    <a:pt x="278" y="368"/>
                    <a:pt x="290" y="361"/>
                  </a:cubicBezTo>
                  <a:cubicBezTo>
                    <a:pt x="275" y="361"/>
                    <a:pt x="264" y="368"/>
                    <a:pt x="257" y="375"/>
                  </a:cubicBezTo>
                  <a:cubicBezTo>
                    <a:pt x="260" y="360"/>
                    <a:pt x="267" y="341"/>
                    <a:pt x="283" y="331"/>
                  </a:cubicBezTo>
                  <a:cubicBezTo>
                    <a:pt x="262" y="332"/>
                    <a:pt x="248" y="346"/>
                    <a:pt x="239" y="360"/>
                  </a:cubicBezTo>
                  <a:cubicBezTo>
                    <a:pt x="241" y="342"/>
                    <a:pt x="247" y="318"/>
                    <a:pt x="265" y="304"/>
                  </a:cubicBezTo>
                  <a:cubicBezTo>
                    <a:pt x="240" y="306"/>
                    <a:pt x="224" y="324"/>
                    <a:pt x="216" y="343"/>
                  </a:cubicBezTo>
                  <a:cubicBezTo>
                    <a:pt x="216" y="16"/>
                    <a:pt x="216" y="16"/>
                    <a:pt x="216" y="16"/>
                  </a:cubicBezTo>
                  <a:cubicBezTo>
                    <a:pt x="132" y="0"/>
                    <a:pt x="132" y="0"/>
                    <a:pt x="132" y="0"/>
                  </a:cubicBezTo>
                  <a:lnTo>
                    <a:pt x="132" y="3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 name="Freeform 290"/>
            <p:cNvSpPr>
              <a:spLocks noEditPoints="1"/>
            </p:cNvSpPr>
            <p:nvPr/>
          </p:nvSpPr>
          <p:spPr bwMode="auto">
            <a:xfrm>
              <a:off x="11163301" y="2911475"/>
              <a:ext cx="517525" cy="211138"/>
            </a:xfrm>
            <a:custGeom>
              <a:avLst/>
              <a:gdLst>
                <a:gd name="T0" fmla="*/ 310 w 395"/>
                <a:gd name="T1" fmla="*/ 118 h 162"/>
                <a:gd name="T2" fmla="*/ 395 w 395"/>
                <a:gd name="T3" fmla="*/ 38 h 162"/>
                <a:gd name="T4" fmla="*/ 285 w 395"/>
                <a:gd name="T5" fmla="*/ 0 h 162"/>
                <a:gd name="T6" fmla="*/ 0 w 395"/>
                <a:gd name="T7" fmla="*/ 62 h 162"/>
                <a:gd name="T8" fmla="*/ 22 w 395"/>
                <a:gd name="T9" fmla="*/ 162 h 162"/>
                <a:gd name="T10" fmla="*/ 111 w 395"/>
                <a:gd name="T11" fmla="*/ 162 h 162"/>
                <a:gd name="T12" fmla="*/ 310 w 395"/>
                <a:gd name="T13" fmla="*/ 118 h 162"/>
                <a:gd name="T14" fmla="*/ 214 w 395"/>
                <a:gd name="T15" fmla="*/ 46 h 162"/>
                <a:gd name="T16" fmla="*/ 235 w 395"/>
                <a:gd name="T17" fmla="*/ 55 h 162"/>
                <a:gd name="T18" fmla="*/ 229 w 395"/>
                <a:gd name="T19" fmla="*/ 69 h 162"/>
                <a:gd name="T20" fmla="*/ 244 w 395"/>
                <a:gd name="T21" fmla="*/ 80 h 162"/>
                <a:gd name="T22" fmla="*/ 226 w 395"/>
                <a:gd name="T23" fmla="*/ 101 h 162"/>
                <a:gd name="T24" fmla="*/ 203 w 395"/>
                <a:gd name="T25" fmla="*/ 106 h 162"/>
                <a:gd name="T26" fmla="*/ 201 w 395"/>
                <a:gd name="T27" fmla="*/ 100 h 162"/>
                <a:gd name="T28" fmla="*/ 204 w 395"/>
                <a:gd name="T29" fmla="*/ 99 h 162"/>
                <a:gd name="T30" fmla="*/ 205 w 395"/>
                <a:gd name="T31" fmla="*/ 96 h 162"/>
                <a:gd name="T32" fmla="*/ 197 w 395"/>
                <a:gd name="T33" fmla="*/ 57 h 162"/>
                <a:gd name="T34" fmla="*/ 192 w 395"/>
                <a:gd name="T35" fmla="*/ 57 h 162"/>
                <a:gd name="T36" fmla="*/ 191 w 395"/>
                <a:gd name="T37" fmla="*/ 51 h 162"/>
                <a:gd name="T38" fmla="*/ 214 w 395"/>
                <a:gd name="T39" fmla="*/ 46 h 162"/>
                <a:gd name="T40" fmla="*/ 160 w 395"/>
                <a:gd name="T41" fmla="*/ 56 h 162"/>
                <a:gd name="T42" fmla="*/ 189 w 395"/>
                <a:gd name="T43" fmla="*/ 80 h 162"/>
                <a:gd name="T44" fmla="*/ 171 w 395"/>
                <a:gd name="T45" fmla="*/ 114 h 162"/>
                <a:gd name="T46" fmla="*/ 141 w 395"/>
                <a:gd name="T47" fmla="*/ 91 h 162"/>
                <a:gd name="T48" fmla="*/ 160 w 395"/>
                <a:gd name="T49" fmla="*/ 56 h 162"/>
                <a:gd name="T50" fmla="*/ 122 w 395"/>
                <a:gd name="T51" fmla="*/ 108 h 162"/>
                <a:gd name="T52" fmla="*/ 115 w 395"/>
                <a:gd name="T53" fmla="*/ 74 h 162"/>
                <a:gd name="T54" fmla="*/ 110 w 395"/>
                <a:gd name="T55" fmla="*/ 75 h 162"/>
                <a:gd name="T56" fmla="*/ 108 w 395"/>
                <a:gd name="T57" fmla="*/ 68 h 162"/>
                <a:gd name="T58" fmla="*/ 128 w 395"/>
                <a:gd name="T59" fmla="*/ 64 h 162"/>
                <a:gd name="T60" fmla="*/ 130 w 395"/>
                <a:gd name="T61" fmla="*/ 71 h 162"/>
                <a:gd name="T62" fmla="*/ 127 w 395"/>
                <a:gd name="T63" fmla="*/ 71 h 162"/>
                <a:gd name="T64" fmla="*/ 126 w 395"/>
                <a:gd name="T65" fmla="*/ 74 h 162"/>
                <a:gd name="T66" fmla="*/ 131 w 395"/>
                <a:gd name="T67" fmla="*/ 101 h 162"/>
                <a:gd name="T68" fmla="*/ 133 w 395"/>
                <a:gd name="T69" fmla="*/ 110 h 162"/>
                <a:gd name="T70" fmla="*/ 120 w 395"/>
                <a:gd name="T71" fmla="*/ 125 h 162"/>
                <a:gd name="T72" fmla="*/ 105 w 395"/>
                <a:gd name="T73" fmla="*/ 126 h 162"/>
                <a:gd name="T74" fmla="*/ 102 w 395"/>
                <a:gd name="T75" fmla="*/ 112 h 162"/>
                <a:gd name="T76" fmla="*/ 110 w 395"/>
                <a:gd name="T77" fmla="*/ 109 h 162"/>
                <a:gd name="T78" fmla="*/ 111 w 395"/>
                <a:gd name="T79" fmla="*/ 116 h 162"/>
                <a:gd name="T80" fmla="*/ 113 w 395"/>
                <a:gd name="T81" fmla="*/ 118 h 162"/>
                <a:gd name="T82" fmla="*/ 118 w 395"/>
                <a:gd name="T83" fmla="*/ 118 h 162"/>
                <a:gd name="T84" fmla="*/ 122 w 395"/>
                <a:gd name="T85" fmla="*/ 108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95" h="162">
                  <a:moveTo>
                    <a:pt x="310" y="118"/>
                  </a:moveTo>
                  <a:cubicBezTo>
                    <a:pt x="395" y="38"/>
                    <a:pt x="395" y="38"/>
                    <a:pt x="395" y="38"/>
                  </a:cubicBezTo>
                  <a:cubicBezTo>
                    <a:pt x="285" y="0"/>
                    <a:pt x="285" y="0"/>
                    <a:pt x="285" y="0"/>
                  </a:cubicBezTo>
                  <a:cubicBezTo>
                    <a:pt x="0" y="62"/>
                    <a:pt x="0" y="62"/>
                    <a:pt x="0" y="62"/>
                  </a:cubicBezTo>
                  <a:cubicBezTo>
                    <a:pt x="22" y="162"/>
                    <a:pt x="22" y="162"/>
                    <a:pt x="22" y="162"/>
                  </a:cubicBezTo>
                  <a:cubicBezTo>
                    <a:pt x="111" y="162"/>
                    <a:pt x="111" y="162"/>
                    <a:pt x="111" y="162"/>
                  </a:cubicBezTo>
                  <a:lnTo>
                    <a:pt x="310" y="118"/>
                  </a:lnTo>
                  <a:close/>
                  <a:moveTo>
                    <a:pt x="214" y="46"/>
                  </a:moveTo>
                  <a:cubicBezTo>
                    <a:pt x="224" y="44"/>
                    <a:pt x="233" y="44"/>
                    <a:pt x="235" y="55"/>
                  </a:cubicBezTo>
                  <a:cubicBezTo>
                    <a:pt x="237" y="61"/>
                    <a:pt x="234" y="66"/>
                    <a:pt x="229" y="69"/>
                  </a:cubicBezTo>
                  <a:cubicBezTo>
                    <a:pt x="236" y="69"/>
                    <a:pt x="242" y="73"/>
                    <a:pt x="244" y="80"/>
                  </a:cubicBezTo>
                  <a:cubicBezTo>
                    <a:pt x="246" y="91"/>
                    <a:pt x="240" y="98"/>
                    <a:pt x="226" y="101"/>
                  </a:cubicBezTo>
                  <a:cubicBezTo>
                    <a:pt x="203" y="106"/>
                    <a:pt x="203" y="106"/>
                    <a:pt x="203" y="106"/>
                  </a:cubicBezTo>
                  <a:cubicBezTo>
                    <a:pt x="201" y="100"/>
                    <a:pt x="201" y="100"/>
                    <a:pt x="201" y="100"/>
                  </a:cubicBezTo>
                  <a:cubicBezTo>
                    <a:pt x="204" y="99"/>
                    <a:pt x="204" y="99"/>
                    <a:pt x="204" y="99"/>
                  </a:cubicBezTo>
                  <a:cubicBezTo>
                    <a:pt x="205" y="99"/>
                    <a:pt x="206" y="98"/>
                    <a:pt x="205" y="96"/>
                  </a:cubicBezTo>
                  <a:cubicBezTo>
                    <a:pt x="197" y="57"/>
                    <a:pt x="197" y="57"/>
                    <a:pt x="197" y="57"/>
                  </a:cubicBezTo>
                  <a:cubicBezTo>
                    <a:pt x="192" y="57"/>
                    <a:pt x="192" y="57"/>
                    <a:pt x="192" y="57"/>
                  </a:cubicBezTo>
                  <a:cubicBezTo>
                    <a:pt x="191" y="51"/>
                    <a:pt x="191" y="51"/>
                    <a:pt x="191" y="51"/>
                  </a:cubicBezTo>
                  <a:lnTo>
                    <a:pt x="214" y="46"/>
                  </a:lnTo>
                  <a:close/>
                  <a:moveTo>
                    <a:pt x="160" y="56"/>
                  </a:moveTo>
                  <a:cubicBezTo>
                    <a:pt x="172" y="54"/>
                    <a:pt x="185" y="59"/>
                    <a:pt x="189" y="80"/>
                  </a:cubicBezTo>
                  <a:cubicBezTo>
                    <a:pt x="194" y="99"/>
                    <a:pt x="186" y="111"/>
                    <a:pt x="171" y="114"/>
                  </a:cubicBezTo>
                  <a:cubicBezTo>
                    <a:pt x="156" y="118"/>
                    <a:pt x="145" y="110"/>
                    <a:pt x="141" y="91"/>
                  </a:cubicBezTo>
                  <a:cubicBezTo>
                    <a:pt x="136" y="69"/>
                    <a:pt x="148" y="59"/>
                    <a:pt x="160" y="56"/>
                  </a:cubicBezTo>
                  <a:close/>
                  <a:moveTo>
                    <a:pt x="122" y="108"/>
                  </a:moveTo>
                  <a:cubicBezTo>
                    <a:pt x="115" y="74"/>
                    <a:pt x="115" y="74"/>
                    <a:pt x="115" y="74"/>
                  </a:cubicBezTo>
                  <a:cubicBezTo>
                    <a:pt x="110" y="75"/>
                    <a:pt x="110" y="75"/>
                    <a:pt x="110" y="75"/>
                  </a:cubicBezTo>
                  <a:cubicBezTo>
                    <a:pt x="108" y="68"/>
                    <a:pt x="108" y="68"/>
                    <a:pt x="108" y="68"/>
                  </a:cubicBezTo>
                  <a:cubicBezTo>
                    <a:pt x="128" y="64"/>
                    <a:pt x="128" y="64"/>
                    <a:pt x="128" y="64"/>
                  </a:cubicBezTo>
                  <a:cubicBezTo>
                    <a:pt x="130" y="71"/>
                    <a:pt x="130" y="71"/>
                    <a:pt x="130" y="71"/>
                  </a:cubicBezTo>
                  <a:cubicBezTo>
                    <a:pt x="127" y="71"/>
                    <a:pt x="127" y="71"/>
                    <a:pt x="127" y="71"/>
                  </a:cubicBezTo>
                  <a:cubicBezTo>
                    <a:pt x="126" y="72"/>
                    <a:pt x="125" y="72"/>
                    <a:pt x="126" y="74"/>
                  </a:cubicBezTo>
                  <a:cubicBezTo>
                    <a:pt x="131" y="101"/>
                    <a:pt x="131" y="101"/>
                    <a:pt x="131" y="101"/>
                  </a:cubicBezTo>
                  <a:cubicBezTo>
                    <a:pt x="132" y="104"/>
                    <a:pt x="133" y="107"/>
                    <a:pt x="133" y="110"/>
                  </a:cubicBezTo>
                  <a:cubicBezTo>
                    <a:pt x="134" y="118"/>
                    <a:pt x="130" y="123"/>
                    <a:pt x="120" y="125"/>
                  </a:cubicBezTo>
                  <a:cubicBezTo>
                    <a:pt x="114" y="127"/>
                    <a:pt x="108" y="126"/>
                    <a:pt x="105" y="126"/>
                  </a:cubicBezTo>
                  <a:cubicBezTo>
                    <a:pt x="102" y="112"/>
                    <a:pt x="102" y="112"/>
                    <a:pt x="102" y="112"/>
                  </a:cubicBezTo>
                  <a:cubicBezTo>
                    <a:pt x="110" y="109"/>
                    <a:pt x="110" y="109"/>
                    <a:pt x="110" y="109"/>
                  </a:cubicBezTo>
                  <a:cubicBezTo>
                    <a:pt x="111" y="116"/>
                    <a:pt x="111" y="116"/>
                    <a:pt x="111" y="116"/>
                  </a:cubicBezTo>
                  <a:cubicBezTo>
                    <a:pt x="111" y="117"/>
                    <a:pt x="112" y="118"/>
                    <a:pt x="113" y="118"/>
                  </a:cubicBezTo>
                  <a:cubicBezTo>
                    <a:pt x="114" y="118"/>
                    <a:pt x="116" y="118"/>
                    <a:pt x="118" y="118"/>
                  </a:cubicBezTo>
                  <a:cubicBezTo>
                    <a:pt x="123" y="117"/>
                    <a:pt x="123" y="113"/>
                    <a:pt x="122" y="1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 name="Freeform 291"/>
            <p:cNvSpPr>
              <a:spLocks/>
            </p:cNvSpPr>
            <p:nvPr/>
          </p:nvSpPr>
          <p:spPr bwMode="auto">
            <a:xfrm>
              <a:off x="11441113" y="3008313"/>
              <a:ext cx="28575" cy="28575"/>
            </a:xfrm>
            <a:custGeom>
              <a:avLst/>
              <a:gdLst>
                <a:gd name="T0" fmla="*/ 8 w 22"/>
                <a:gd name="T1" fmla="*/ 2 h 22"/>
                <a:gd name="T2" fmla="*/ 0 w 22"/>
                <a:gd name="T3" fmla="*/ 4 h 22"/>
                <a:gd name="T4" fmla="*/ 4 w 22"/>
                <a:gd name="T5" fmla="*/ 22 h 22"/>
                <a:gd name="T6" fmla="*/ 12 w 22"/>
                <a:gd name="T7" fmla="*/ 20 h 22"/>
                <a:gd name="T8" fmla="*/ 21 w 22"/>
                <a:gd name="T9" fmla="*/ 8 h 22"/>
                <a:gd name="T10" fmla="*/ 8 w 22"/>
                <a:gd name="T11" fmla="*/ 2 h 22"/>
              </a:gdLst>
              <a:ahLst/>
              <a:cxnLst>
                <a:cxn ang="0">
                  <a:pos x="T0" y="T1"/>
                </a:cxn>
                <a:cxn ang="0">
                  <a:pos x="T2" y="T3"/>
                </a:cxn>
                <a:cxn ang="0">
                  <a:pos x="T4" y="T5"/>
                </a:cxn>
                <a:cxn ang="0">
                  <a:pos x="T6" y="T7"/>
                </a:cxn>
                <a:cxn ang="0">
                  <a:pos x="T8" y="T9"/>
                </a:cxn>
                <a:cxn ang="0">
                  <a:pos x="T10" y="T11"/>
                </a:cxn>
              </a:cxnLst>
              <a:rect l="0" t="0" r="r" b="b"/>
              <a:pathLst>
                <a:path w="22" h="22">
                  <a:moveTo>
                    <a:pt x="8" y="2"/>
                  </a:moveTo>
                  <a:cubicBezTo>
                    <a:pt x="0" y="4"/>
                    <a:pt x="0" y="4"/>
                    <a:pt x="0" y="4"/>
                  </a:cubicBezTo>
                  <a:cubicBezTo>
                    <a:pt x="4" y="22"/>
                    <a:pt x="4" y="22"/>
                    <a:pt x="4" y="22"/>
                  </a:cubicBezTo>
                  <a:cubicBezTo>
                    <a:pt x="12" y="20"/>
                    <a:pt x="12" y="20"/>
                    <a:pt x="12" y="20"/>
                  </a:cubicBezTo>
                  <a:cubicBezTo>
                    <a:pt x="20" y="18"/>
                    <a:pt x="22" y="14"/>
                    <a:pt x="21" y="8"/>
                  </a:cubicBezTo>
                  <a:cubicBezTo>
                    <a:pt x="20" y="3"/>
                    <a:pt x="15" y="0"/>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 name="Freeform 292"/>
            <p:cNvSpPr>
              <a:spLocks/>
            </p:cNvSpPr>
            <p:nvPr/>
          </p:nvSpPr>
          <p:spPr bwMode="auto">
            <a:xfrm>
              <a:off x="11434763" y="2978150"/>
              <a:ext cx="25400" cy="25400"/>
            </a:xfrm>
            <a:custGeom>
              <a:avLst/>
              <a:gdLst>
                <a:gd name="T0" fmla="*/ 10 w 19"/>
                <a:gd name="T1" fmla="*/ 17 h 19"/>
                <a:gd name="T2" fmla="*/ 18 w 19"/>
                <a:gd name="T3" fmla="*/ 6 h 19"/>
                <a:gd name="T4" fmla="*/ 7 w 19"/>
                <a:gd name="T5" fmla="*/ 1 h 19"/>
                <a:gd name="T6" fmla="*/ 0 w 19"/>
                <a:gd name="T7" fmla="*/ 3 h 19"/>
                <a:gd name="T8" fmla="*/ 4 w 19"/>
                <a:gd name="T9" fmla="*/ 19 h 19"/>
                <a:gd name="T10" fmla="*/ 10 w 19"/>
                <a:gd name="T11" fmla="*/ 17 h 19"/>
              </a:gdLst>
              <a:ahLst/>
              <a:cxnLst>
                <a:cxn ang="0">
                  <a:pos x="T0" y="T1"/>
                </a:cxn>
                <a:cxn ang="0">
                  <a:pos x="T2" y="T3"/>
                </a:cxn>
                <a:cxn ang="0">
                  <a:pos x="T4" y="T5"/>
                </a:cxn>
                <a:cxn ang="0">
                  <a:pos x="T6" y="T7"/>
                </a:cxn>
                <a:cxn ang="0">
                  <a:pos x="T8" y="T9"/>
                </a:cxn>
                <a:cxn ang="0">
                  <a:pos x="T10" y="T11"/>
                </a:cxn>
              </a:cxnLst>
              <a:rect l="0" t="0" r="r" b="b"/>
              <a:pathLst>
                <a:path w="19" h="19">
                  <a:moveTo>
                    <a:pt x="10" y="17"/>
                  </a:moveTo>
                  <a:cubicBezTo>
                    <a:pt x="17" y="16"/>
                    <a:pt x="19" y="12"/>
                    <a:pt x="18" y="6"/>
                  </a:cubicBezTo>
                  <a:cubicBezTo>
                    <a:pt x="17" y="1"/>
                    <a:pt x="12" y="0"/>
                    <a:pt x="7" y="1"/>
                  </a:cubicBezTo>
                  <a:cubicBezTo>
                    <a:pt x="0" y="3"/>
                    <a:pt x="0" y="3"/>
                    <a:pt x="0" y="3"/>
                  </a:cubicBezTo>
                  <a:cubicBezTo>
                    <a:pt x="4" y="19"/>
                    <a:pt x="4" y="19"/>
                    <a:pt x="4" y="19"/>
                  </a:cubicBezTo>
                  <a:lnTo>
                    <a:pt x="10"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 name="Freeform 293"/>
            <p:cNvSpPr>
              <a:spLocks/>
            </p:cNvSpPr>
            <p:nvPr/>
          </p:nvSpPr>
          <p:spPr bwMode="auto">
            <a:xfrm>
              <a:off x="11358563" y="2994025"/>
              <a:ext cx="42863" cy="58738"/>
            </a:xfrm>
            <a:custGeom>
              <a:avLst/>
              <a:gdLst>
                <a:gd name="T0" fmla="*/ 21 w 32"/>
                <a:gd name="T1" fmla="*/ 43 h 45"/>
                <a:gd name="T2" fmla="*/ 30 w 32"/>
                <a:gd name="T3" fmla="*/ 20 h 45"/>
                <a:gd name="T4" fmla="*/ 12 w 32"/>
                <a:gd name="T5" fmla="*/ 2 h 45"/>
                <a:gd name="T6" fmla="*/ 2 w 32"/>
                <a:gd name="T7" fmla="*/ 25 h 45"/>
                <a:gd name="T8" fmla="*/ 21 w 32"/>
                <a:gd name="T9" fmla="*/ 43 h 45"/>
              </a:gdLst>
              <a:ahLst/>
              <a:cxnLst>
                <a:cxn ang="0">
                  <a:pos x="T0" y="T1"/>
                </a:cxn>
                <a:cxn ang="0">
                  <a:pos x="T2" y="T3"/>
                </a:cxn>
                <a:cxn ang="0">
                  <a:pos x="T4" y="T5"/>
                </a:cxn>
                <a:cxn ang="0">
                  <a:pos x="T6" y="T7"/>
                </a:cxn>
                <a:cxn ang="0">
                  <a:pos x="T8" y="T9"/>
                </a:cxn>
              </a:cxnLst>
              <a:rect l="0" t="0" r="r" b="b"/>
              <a:pathLst>
                <a:path w="32" h="45">
                  <a:moveTo>
                    <a:pt x="21" y="43"/>
                  </a:moveTo>
                  <a:cubicBezTo>
                    <a:pt x="31" y="40"/>
                    <a:pt x="32" y="30"/>
                    <a:pt x="30" y="20"/>
                  </a:cubicBezTo>
                  <a:cubicBezTo>
                    <a:pt x="28" y="11"/>
                    <a:pt x="23" y="0"/>
                    <a:pt x="12" y="2"/>
                  </a:cubicBezTo>
                  <a:cubicBezTo>
                    <a:pt x="2" y="4"/>
                    <a:pt x="0" y="15"/>
                    <a:pt x="2" y="25"/>
                  </a:cubicBezTo>
                  <a:cubicBezTo>
                    <a:pt x="4" y="35"/>
                    <a:pt x="9" y="45"/>
                    <a:pt x="21"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 name="Freeform 294"/>
            <p:cNvSpPr>
              <a:spLocks/>
            </p:cNvSpPr>
            <p:nvPr/>
          </p:nvSpPr>
          <p:spPr bwMode="auto">
            <a:xfrm>
              <a:off x="11499851" y="3600450"/>
              <a:ext cx="30163" cy="46038"/>
            </a:xfrm>
            <a:custGeom>
              <a:avLst/>
              <a:gdLst>
                <a:gd name="T0" fmla="*/ 10 w 23"/>
                <a:gd name="T1" fmla="*/ 1 h 35"/>
                <a:gd name="T2" fmla="*/ 4 w 23"/>
                <a:gd name="T3" fmla="*/ 0 h 35"/>
                <a:gd name="T4" fmla="*/ 0 w 23"/>
                <a:gd name="T5" fmla="*/ 33 h 35"/>
                <a:gd name="T6" fmla="*/ 6 w 23"/>
                <a:gd name="T7" fmla="*/ 34 h 35"/>
                <a:gd name="T8" fmla="*/ 21 w 23"/>
                <a:gd name="T9" fmla="*/ 19 h 35"/>
                <a:gd name="T10" fmla="*/ 10 w 23"/>
                <a:gd name="T11" fmla="*/ 1 h 35"/>
              </a:gdLst>
              <a:ahLst/>
              <a:cxnLst>
                <a:cxn ang="0">
                  <a:pos x="T0" y="T1"/>
                </a:cxn>
                <a:cxn ang="0">
                  <a:pos x="T2" y="T3"/>
                </a:cxn>
                <a:cxn ang="0">
                  <a:pos x="T4" y="T5"/>
                </a:cxn>
                <a:cxn ang="0">
                  <a:pos x="T6" y="T7"/>
                </a:cxn>
                <a:cxn ang="0">
                  <a:pos x="T8" y="T9"/>
                </a:cxn>
                <a:cxn ang="0">
                  <a:pos x="T10" y="T11"/>
                </a:cxn>
              </a:cxnLst>
              <a:rect l="0" t="0" r="r" b="b"/>
              <a:pathLst>
                <a:path w="23" h="35">
                  <a:moveTo>
                    <a:pt x="10" y="1"/>
                  </a:moveTo>
                  <a:cubicBezTo>
                    <a:pt x="4" y="0"/>
                    <a:pt x="4" y="0"/>
                    <a:pt x="4" y="0"/>
                  </a:cubicBezTo>
                  <a:cubicBezTo>
                    <a:pt x="0" y="33"/>
                    <a:pt x="0" y="33"/>
                    <a:pt x="0" y="33"/>
                  </a:cubicBezTo>
                  <a:cubicBezTo>
                    <a:pt x="6" y="34"/>
                    <a:pt x="6" y="34"/>
                    <a:pt x="6" y="34"/>
                  </a:cubicBezTo>
                  <a:cubicBezTo>
                    <a:pt x="14" y="35"/>
                    <a:pt x="19" y="30"/>
                    <a:pt x="21" y="19"/>
                  </a:cubicBezTo>
                  <a:cubicBezTo>
                    <a:pt x="23" y="6"/>
                    <a:pt x="17" y="2"/>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 name="Freeform 295"/>
            <p:cNvSpPr>
              <a:spLocks noEditPoints="1"/>
            </p:cNvSpPr>
            <p:nvPr/>
          </p:nvSpPr>
          <p:spPr bwMode="auto">
            <a:xfrm>
              <a:off x="11171238" y="3494088"/>
              <a:ext cx="517525" cy="207963"/>
            </a:xfrm>
            <a:custGeom>
              <a:avLst/>
              <a:gdLst>
                <a:gd name="T0" fmla="*/ 16 w 395"/>
                <a:gd name="T1" fmla="*/ 0 h 158"/>
                <a:gd name="T2" fmla="*/ 288 w 395"/>
                <a:gd name="T3" fmla="*/ 158 h 158"/>
                <a:gd name="T4" fmla="*/ 304 w 395"/>
                <a:gd name="T5" fmla="*/ 39 h 158"/>
                <a:gd name="T6" fmla="*/ 66 w 395"/>
                <a:gd name="T7" fmla="*/ 75 h 158"/>
                <a:gd name="T8" fmla="*/ 69 w 395"/>
                <a:gd name="T9" fmla="*/ 90 h 158"/>
                <a:gd name="T10" fmla="*/ 51 w 395"/>
                <a:gd name="T11" fmla="*/ 93 h 158"/>
                <a:gd name="T12" fmla="*/ 54 w 395"/>
                <a:gd name="T13" fmla="*/ 88 h 158"/>
                <a:gd name="T14" fmla="*/ 60 w 395"/>
                <a:gd name="T15" fmla="*/ 54 h 158"/>
                <a:gd name="T16" fmla="*/ 58 w 395"/>
                <a:gd name="T17" fmla="*/ 48 h 158"/>
                <a:gd name="T18" fmla="*/ 88 w 395"/>
                <a:gd name="T19" fmla="*/ 63 h 158"/>
                <a:gd name="T20" fmla="*/ 82 w 395"/>
                <a:gd name="T21" fmla="*/ 60 h 158"/>
                <a:gd name="T22" fmla="*/ 68 w 395"/>
                <a:gd name="T23" fmla="*/ 56 h 158"/>
                <a:gd name="T24" fmla="*/ 84 w 395"/>
                <a:gd name="T25" fmla="*/ 71 h 158"/>
                <a:gd name="T26" fmla="*/ 127 w 395"/>
                <a:gd name="T27" fmla="*/ 103 h 158"/>
                <a:gd name="T28" fmla="*/ 112 w 395"/>
                <a:gd name="T29" fmla="*/ 96 h 158"/>
                <a:gd name="T30" fmla="*/ 115 w 395"/>
                <a:gd name="T31" fmla="*/ 94 h 158"/>
                <a:gd name="T32" fmla="*/ 108 w 395"/>
                <a:gd name="T33" fmla="*/ 83 h 158"/>
                <a:gd name="T34" fmla="*/ 100 w 395"/>
                <a:gd name="T35" fmla="*/ 94 h 158"/>
                <a:gd name="T36" fmla="*/ 103 w 395"/>
                <a:gd name="T37" fmla="*/ 100 h 158"/>
                <a:gd name="T38" fmla="*/ 88 w 395"/>
                <a:gd name="T39" fmla="*/ 93 h 158"/>
                <a:gd name="T40" fmla="*/ 93 w 395"/>
                <a:gd name="T41" fmla="*/ 91 h 158"/>
                <a:gd name="T42" fmla="*/ 93 w 395"/>
                <a:gd name="T43" fmla="*/ 58 h 158"/>
                <a:gd name="T44" fmla="*/ 113 w 395"/>
                <a:gd name="T45" fmla="*/ 56 h 158"/>
                <a:gd name="T46" fmla="*/ 117 w 395"/>
                <a:gd name="T47" fmla="*/ 81 h 158"/>
                <a:gd name="T48" fmla="*/ 125 w 395"/>
                <a:gd name="T49" fmla="*/ 97 h 158"/>
                <a:gd name="T50" fmla="*/ 127 w 395"/>
                <a:gd name="T51" fmla="*/ 103 h 158"/>
                <a:gd name="T52" fmla="*/ 148 w 395"/>
                <a:gd name="T53" fmla="*/ 68 h 158"/>
                <a:gd name="T54" fmla="*/ 147 w 395"/>
                <a:gd name="T55" fmla="*/ 101 h 158"/>
                <a:gd name="T56" fmla="*/ 131 w 395"/>
                <a:gd name="T57" fmla="*/ 104 h 158"/>
                <a:gd name="T58" fmla="*/ 134 w 395"/>
                <a:gd name="T59" fmla="*/ 99 h 158"/>
                <a:gd name="T60" fmla="*/ 140 w 395"/>
                <a:gd name="T61" fmla="*/ 65 h 158"/>
                <a:gd name="T62" fmla="*/ 137 w 395"/>
                <a:gd name="T63" fmla="*/ 59 h 158"/>
                <a:gd name="T64" fmla="*/ 152 w 395"/>
                <a:gd name="T65" fmla="*/ 66 h 158"/>
                <a:gd name="T66" fmla="*/ 188 w 395"/>
                <a:gd name="T67" fmla="*/ 77 h 158"/>
                <a:gd name="T68" fmla="*/ 182 w 395"/>
                <a:gd name="T69" fmla="*/ 73 h 158"/>
                <a:gd name="T70" fmla="*/ 170 w 395"/>
                <a:gd name="T71" fmla="*/ 70 h 158"/>
                <a:gd name="T72" fmla="*/ 184 w 395"/>
                <a:gd name="T73" fmla="*/ 85 h 158"/>
                <a:gd name="T74" fmla="*/ 167 w 395"/>
                <a:gd name="T75" fmla="*/ 89 h 158"/>
                <a:gd name="T76" fmla="*/ 177 w 395"/>
                <a:gd name="T77" fmla="*/ 104 h 158"/>
                <a:gd name="T78" fmla="*/ 179 w 395"/>
                <a:gd name="T79" fmla="*/ 99 h 158"/>
                <a:gd name="T80" fmla="*/ 184 w 395"/>
                <a:gd name="T81" fmla="*/ 111 h 158"/>
                <a:gd name="T82" fmla="*/ 153 w 395"/>
                <a:gd name="T83" fmla="*/ 102 h 158"/>
                <a:gd name="T84" fmla="*/ 157 w 395"/>
                <a:gd name="T85" fmla="*/ 100 h 158"/>
                <a:gd name="T86" fmla="*/ 158 w 395"/>
                <a:gd name="T87" fmla="*/ 67 h 158"/>
                <a:gd name="T88" fmla="*/ 189 w 395"/>
                <a:gd name="T89" fmla="*/ 66 h 158"/>
                <a:gd name="T90" fmla="*/ 234 w 395"/>
                <a:gd name="T91" fmla="*/ 80 h 158"/>
                <a:gd name="T92" fmla="*/ 221 w 395"/>
                <a:gd name="T93" fmla="*/ 116 h 158"/>
                <a:gd name="T94" fmla="*/ 205 w 395"/>
                <a:gd name="T95" fmla="*/ 81 h 158"/>
                <a:gd name="T96" fmla="*/ 205 w 395"/>
                <a:gd name="T97" fmla="*/ 109 h 158"/>
                <a:gd name="T98" fmla="*/ 189 w 395"/>
                <a:gd name="T99" fmla="*/ 112 h 158"/>
                <a:gd name="T100" fmla="*/ 192 w 395"/>
                <a:gd name="T101" fmla="*/ 107 h 158"/>
                <a:gd name="T102" fmla="*/ 199 w 395"/>
                <a:gd name="T103" fmla="*/ 73 h 158"/>
                <a:gd name="T104" fmla="*/ 196 w 395"/>
                <a:gd name="T105" fmla="*/ 67 h 158"/>
                <a:gd name="T106" fmla="*/ 223 w 395"/>
                <a:gd name="T107" fmla="*/ 103 h 158"/>
                <a:gd name="T108" fmla="*/ 226 w 395"/>
                <a:gd name="T109" fmla="*/ 77 h 158"/>
                <a:gd name="T110" fmla="*/ 223 w 395"/>
                <a:gd name="T111" fmla="*/ 71 h 158"/>
                <a:gd name="T112" fmla="*/ 238 w 395"/>
                <a:gd name="T113" fmla="*/ 78 h 158"/>
                <a:gd name="T114" fmla="*/ 234 w 395"/>
                <a:gd name="T115" fmla="*/ 80 h 158"/>
                <a:gd name="T116" fmla="*/ 256 w 395"/>
                <a:gd name="T117" fmla="*/ 121 h 158"/>
                <a:gd name="T118" fmla="*/ 238 w 395"/>
                <a:gd name="T119" fmla="*/ 113 h 158"/>
                <a:gd name="T120" fmla="*/ 242 w 395"/>
                <a:gd name="T121" fmla="*/ 112 h 158"/>
                <a:gd name="T122" fmla="*/ 243 w 395"/>
                <a:gd name="T123" fmla="*/ 79 h 158"/>
                <a:gd name="T124" fmla="*/ 262 w 395"/>
                <a:gd name="T125" fmla="*/ 76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5" h="158">
                  <a:moveTo>
                    <a:pt x="304" y="39"/>
                  </a:moveTo>
                  <a:cubicBezTo>
                    <a:pt x="16" y="0"/>
                    <a:pt x="16" y="0"/>
                    <a:pt x="16" y="0"/>
                  </a:cubicBezTo>
                  <a:cubicBezTo>
                    <a:pt x="0" y="119"/>
                    <a:pt x="0" y="119"/>
                    <a:pt x="0" y="119"/>
                  </a:cubicBezTo>
                  <a:cubicBezTo>
                    <a:pt x="288" y="158"/>
                    <a:pt x="288" y="158"/>
                    <a:pt x="288" y="158"/>
                  </a:cubicBezTo>
                  <a:cubicBezTo>
                    <a:pt x="395" y="112"/>
                    <a:pt x="395" y="112"/>
                    <a:pt x="395" y="112"/>
                  </a:cubicBezTo>
                  <a:lnTo>
                    <a:pt x="304" y="39"/>
                  </a:lnTo>
                  <a:close/>
                  <a:moveTo>
                    <a:pt x="83" y="78"/>
                  </a:moveTo>
                  <a:cubicBezTo>
                    <a:pt x="66" y="75"/>
                    <a:pt x="66" y="75"/>
                    <a:pt x="66" y="75"/>
                  </a:cubicBezTo>
                  <a:cubicBezTo>
                    <a:pt x="64" y="89"/>
                    <a:pt x="64" y="89"/>
                    <a:pt x="64" y="89"/>
                  </a:cubicBezTo>
                  <a:cubicBezTo>
                    <a:pt x="69" y="90"/>
                    <a:pt x="69" y="90"/>
                    <a:pt x="69" y="90"/>
                  </a:cubicBezTo>
                  <a:cubicBezTo>
                    <a:pt x="68" y="95"/>
                    <a:pt x="68" y="95"/>
                    <a:pt x="68" y="95"/>
                  </a:cubicBezTo>
                  <a:cubicBezTo>
                    <a:pt x="51" y="93"/>
                    <a:pt x="51" y="93"/>
                    <a:pt x="51" y="93"/>
                  </a:cubicBezTo>
                  <a:cubicBezTo>
                    <a:pt x="52" y="88"/>
                    <a:pt x="52" y="88"/>
                    <a:pt x="52" y="88"/>
                  </a:cubicBezTo>
                  <a:cubicBezTo>
                    <a:pt x="54" y="88"/>
                    <a:pt x="54" y="88"/>
                    <a:pt x="54" y="88"/>
                  </a:cubicBezTo>
                  <a:cubicBezTo>
                    <a:pt x="55" y="88"/>
                    <a:pt x="56" y="88"/>
                    <a:pt x="56" y="86"/>
                  </a:cubicBezTo>
                  <a:cubicBezTo>
                    <a:pt x="60" y="54"/>
                    <a:pt x="60" y="54"/>
                    <a:pt x="60" y="54"/>
                  </a:cubicBezTo>
                  <a:cubicBezTo>
                    <a:pt x="57" y="53"/>
                    <a:pt x="57" y="53"/>
                    <a:pt x="57" y="53"/>
                  </a:cubicBezTo>
                  <a:cubicBezTo>
                    <a:pt x="58" y="48"/>
                    <a:pt x="58" y="48"/>
                    <a:pt x="58" y="48"/>
                  </a:cubicBezTo>
                  <a:cubicBezTo>
                    <a:pt x="90" y="53"/>
                    <a:pt x="90" y="53"/>
                    <a:pt x="90" y="53"/>
                  </a:cubicBezTo>
                  <a:cubicBezTo>
                    <a:pt x="88" y="63"/>
                    <a:pt x="88" y="63"/>
                    <a:pt x="88" y="63"/>
                  </a:cubicBezTo>
                  <a:cubicBezTo>
                    <a:pt x="82" y="63"/>
                    <a:pt x="82" y="63"/>
                    <a:pt x="82" y="63"/>
                  </a:cubicBezTo>
                  <a:cubicBezTo>
                    <a:pt x="82" y="60"/>
                    <a:pt x="82" y="60"/>
                    <a:pt x="82" y="60"/>
                  </a:cubicBezTo>
                  <a:cubicBezTo>
                    <a:pt x="82" y="58"/>
                    <a:pt x="82" y="58"/>
                    <a:pt x="81" y="57"/>
                  </a:cubicBezTo>
                  <a:cubicBezTo>
                    <a:pt x="68" y="56"/>
                    <a:pt x="68" y="56"/>
                    <a:pt x="68" y="56"/>
                  </a:cubicBezTo>
                  <a:cubicBezTo>
                    <a:pt x="67" y="69"/>
                    <a:pt x="67" y="69"/>
                    <a:pt x="67" y="69"/>
                  </a:cubicBezTo>
                  <a:cubicBezTo>
                    <a:pt x="84" y="71"/>
                    <a:pt x="84" y="71"/>
                    <a:pt x="84" y="71"/>
                  </a:cubicBezTo>
                  <a:lnTo>
                    <a:pt x="83" y="78"/>
                  </a:lnTo>
                  <a:close/>
                  <a:moveTo>
                    <a:pt x="127" y="103"/>
                  </a:moveTo>
                  <a:cubicBezTo>
                    <a:pt x="111" y="101"/>
                    <a:pt x="111" y="101"/>
                    <a:pt x="111" y="101"/>
                  </a:cubicBezTo>
                  <a:cubicBezTo>
                    <a:pt x="112" y="96"/>
                    <a:pt x="112" y="96"/>
                    <a:pt x="112" y="96"/>
                  </a:cubicBezTo>
                  <a:cubicBezTo>
                    <a:pt x="114" y="96"/>
                    <a:pt x="114" y="96"/>
                    <a:pt x="114" y="96"/>
                  </a:cubicBezTo>
                  <a:cubicBezTo>
                    <a:pt x="116" y="96"/>
                    <a:pt x="116" y="95"/>
                    <a:pt x="115" y="94"/>
                  </a:cubicBezTo>
                  <a:cubicBezTo>
                    <a:pt x="113" y="87"/>
                    <a:pt x="113" y="87"/>
                    <a:pt x="113" y="87"/>
                  </a:cubicBezTo>
                  <a:cubicBezTo>
                    <a:pt x="112" y="84"/>
                    <a:pt x="111" y="83"/>
                    <a:pt x="108" y="83"/>
                  </a:cubicBezTo>
                  <a:cubicBezTo>
                    <a:pt x="102" y="82"/>
                    <a:pt x="102" y="82"/>
                    <a:pt x="102" y="82"/>
                  </a:cubicBezTo>
                  <a:cubicBezTo>
                    <a:pt x="100" y="94"/>
                    <a:pt x="100" y="94"/>
                    <a:pt x="100" y="94"/>
                  </a:cubicBezTo>
                  <a:cubicBezTo>
                    <a:pt x="104" y="95"/>
                    <a:pt x="104" y="95"/>
                    <a:pt x="104" y="95"/>
                  </a:cubicBezTo>
                  <a:cubicBezTo>
                    <a:pt x="103" y="100"/>
                    <a:pt x="103" y="100"/>
                    <a:pt x="103" y="100"/>
                  </a:cubicBezTo>
                  <a:cubicBezTo>
                    <a:pt x="88" y="98"/>
                    <a:pt x="88" y="98"/>
                    <a:pt x="88" y="98"/>
                  </a:cubicBezTo>
                  <a:cubicBezTo>
                    <a:pt x="88" y="93"/>
                    <a:pt x="88" y="93"/>
                    <a:pt x="88" y="93"/>
                  </a:cubicBezTo>
                  <a:cubicBezTo>
                    <a:pt x="91" y="93"/>
                    <a:pt x="91" y="93"/>
                    <a:pt x="91" y="93"/>
                  </a:cubicBezTo>
                  <a:cubicBezTo>
                    <a:pt x="92" y="93"/>
                    <a:pt x="92" y="93"/>
                    <a:pt x="93" y="91"/>
                  </a:cubicBezTo>
                  <a:cubicBezTo>
                    <a:pt x="97" y="59"/>
                    <a:pt x="97" y="59"/>
                    <a:pt x="97" y="59"/>
                  </a:cubicBezTo>
                  <a:cubicBezTo>
                    <a:pt x="93" y="58"/>
                    <a:pt x="93" y="58"/>
                    <a:pt x="93" y="58"/>
                  </a:cubicBezTo>
                  <a:cubicBezTo>
                    <a:pt x="94" y="53"/>
                    <a:pt x="94" y="53"/>
                    <a:pt x="94" y="53"/>
                  </a:cubicBezTo>
                  <a:cubicBezTo>
                    <a:pt x="113" y="56"/>
                    <a:pt x="113" y="56"/>
                    <a:pt x="113" y="56"/>
                  </a:cubicBezTo>
                  <a:cubicBezTo>
                    <a:pt x="123" y="57"/>
                    <a:pt x="129" y="61"/>
                    <a:pt x="127" y="70"/>
                  </a:cubicBezTo>
                  <a:cubicBezTo>
                    <a:pt x="126" y="77"/>
                    <a:pt x="122" y="80"/>
                    <a:pt x="117" y="81"/>
                  </a:cubicBezTo>
                  <a:cubicBezTo>
                    <a:pt x="119" y="82"/>
                    <a:pt x="120" y="84"/>
                    <a:pt x="121" y="86"/>
                  </a:cubicBezTo>
                  <a:cubicBezTo>
                    <a:pt x="125" y="97"/>
                    <a:pt x="125" y="97"/>
                    <a:pt x="125" y="97"/>
                  </a:cubicBezTo>
                  <a:cubicBezTo>
                    <a:pt x="128" y="98"/>
                    <a:pt x="128" y="98"/>
                    <a:pt x="128" y="98"/>
                  </a:cubicBezTo>
                  <a:lnTo>
                    <a:pt x="127" y="103"/>
                  </a:lnTo>
                  <a:close/>
                  <a:moveTo>
                    <a:pt x="150" y="66"/>
                  </a:moveTo>
                  <a:cubicBezTo>
                    <a:pt x="149" y="66"/>
                    <a:pt x="148" y="67"/>
                    <a:pt x="148" y="68"/>
                  </a:cubicBezTo>
                  <a:cubicBezTo>
                    <a:pt x="144" y="100"/>
                    <a:pt x="144" y="100"/>
                    <a:pt x="144" y="100"/>
                  </a:cubicBezTo>
                  <a:cubicBezTo>
                    <a:pt x="147" y="101"/>
                    <a:pt x="147" y="101"/>
                    <a:pt x="147" y="101"/>
                  </a:cubicBezTo>
                  <a:cubicBezTo>
                    <a:pt x="147" y="106"/>
                    <a:pt x="147" y="106"/>
                    <a:pt x="147" y="106"/>
                  </a:cubicBezTo>
                  <a:cubicBezTo>
                    <a:pt x="131" y="104"/>
                    <a:pt x="131" y="104"/>
                    <a:pt x="131" y="104"/>
                  </a:cubicBezTo>
                  <a:cubicBezTo>
                    <a:pt x="132" y="99"/>
                    <a:pt x="132" y="99"/>
                    <a:pt x="132" y="99"/>
                  </a:cubicBezTo>
                  <a:cubicBezTo>
                    <a:pt x="134" y="99"/>
                    <a:pt x="134" y="99"/>
                    <a:pt x="134" y="99"/>
                  </a:cubicBezTo>
                  <a:cubicBezTo>
                    <a:pt x="135" y="99"/>
                    <a:pt x="136" y="99"/>
                    <a:pt x="136" y="97"/>
                  </a:cubicBezTo>
                  <a:cubicBezTo>
                    <a:pt x="140" y="65"/>
                    <a:pt x="140" y="65"/>
                    <a:pt x="140" y="65"/>
                  </a:cubicBezTo>
                  <a:cubicBezTo>
                    <a:pt x="137" y="64"/>
                    <a:pt x="137" y="64"/>
                    <a:pt x="137" y="64"/>
                  </a:cubicBezTo>
                  <a:cubicBezTo>
                    <a:pt x="137" y="59"/>
                    <a:pt x="137" y="59"/>
                    <a:pt x="137" y="59"/>
                  </a:cubicBezTo>
                  <a:cubicBezTo>
                    <a:pt x="153" y="61"/>
                    <a:pt x="153" y="61"/>
                    <a:pt x="153" y="61"/>
                  </a:cubicBezTo>
                  <a:cubicBezTo>
                    <a:pt x="152" y="66"/>
                    <a:pt x="152" y="66"/>
                    <a:pt x="152" y="66"/>
                  </a:cubicBezTo>
                  <a:lnTo>
                    <a:pt x="150" y="66"/>
                  </a:lnTo>
                  <a:close/>
                  <a:moveTo>
                    <a:pt x="188" y="77"/>
                  </a:moveTo>
                  <a:cubicBezTo>
                    <a:pt x="181" y="76"/>
                    <a:pt x="181" y="76"/>
                    <a:pt x="181" y="76"/>
                  </a:cubicBezTo>
                  <a:cubicBezTo>
                    <a:pt x="182" y="73"/>
                    <a:pt x="182" y="73"/>
                    <a:pt x="182" y="73"/>
                  </a:cubicBezTo>
                  <a:cubicBezTo>
                    <a:pt x="182" y="72"/>
                    <a:pt x="182" y="71"/>
                    <a:pt x="180" y="71"/>
                  </a:cubicBezTo>
                  <a:cubicBezTo>
                    <a:pt x="170" y="70"/>
                    <a:pt x="170" y="70"/>
                    <a:pt x="170" y="70"/>
                  </a:cubicBezTo>
                  <a:cubicBezTo>
                    <a:pt x="168" y="82"/>
                    <a:pt x="168" y="82"/>
                    <a:pt x="168" y="82"/>
                  </a:cubicBezTo>
                  <a:cubicBezTo>
                    <a:pt x="184" y="85"/>
                    <a:pt x="184" y="85"/>
                    <a:pt x="184" y="85"/>
                  </a:cubicBezTo>
                  <a:cubicBezTo>
                    <a:pt x="183" y="91"/>
                    <a:pt x="183" y="91"/>
                    <a:pt x="183" y="91"/>
                  </a:cubicBezTo>
                  <a:cubicBezTo>
                    <a:pt x="167" y="89"/>
                    <a:pt x="167" y="89"/>
                    <a:pt x="167" y="89"/>
                  </a:cubicBezTo>
                  <a:cubicBezTo>
                    <a:pt x="165" y="102"/>
                    <a:pt x="165" y="102"/>
                    <a:pt x="165" y="102"/>
                  </a:cubicBezTo>
                  <a:cubicBezTo>
                    <a:pt x="177" y="104"/>
                    <a:pt x="177" y="104"/>
                    <a:pt x="177" y="104"/>
                  </a:cubicBezTo>
                  <a:cubicBezTo>
                    <a:pt x="178" y="104"/>
                    <a:pt x="178" y="104"/>
                    <a:pt x="178" y="102"/>
                  </a:cubicBezTo>
                  <a:cubicBezTo>
                    <a:pt x="179" y="99"/>
                    <a:pt x="179" y="99"/>
                    <a:pt x="179" y="99"/>
                  </a:cubicBezTo>
                  <a:cubicBezTo>
                    <a:pt x="185" y="100"/>
                    <a:pt x="185" y="100"/>
                    <a:pt x="185" y="100"/>
                  </a:cubicBezTo>
                  <a:cubicBezTo>
                    <a:pt x="184" y="111"/>
                    <a:pt x="184" y="111"/>
                    <a:pt x="184" y="111"/>
                  </a:cubicBezTo>
                  <a:cubicBezTo>
                    <a:pt x="153" y="107"/>
                    <a:pt x="153" y="107"/>
                    <a:pt x="153" y="107"/>
                  </a:cubicBezTo>
                  <a:cubicBezTo>
                    <a:pt x="153" y="102"/>
                    <a:pt x="153" y="102"/>
                    <a:pt x="153" y="102"/>
                  </a:cubicBezTo>
                  <a:cubicBezTo>
                    <a:pt x="155" y="102"/>
                    <a:pt x="155" y="102"/>
                    <a:pt x="155" y="102"/>
                  </a:cubicBezTo>
                  <a:cubicBezTo>
                    <a:pt x="157" y="102"/>
                    <a:pt x="157" y="102"/>
                    <a:pt x="157" y="100"/>
                  </a:cubicBezTo>
                  <a:cubicBezTo>
                    <a:pt x="162" y="68"/>
                    <a:pt x="162" y="68"/>
                    <a:pt x="162" y="68"/>
                  </a:cubicBezTo>
                  <a:cubicBezTo>
                    <a:pt x="158" y="67"/>
                    <a:pt x="158" y="67"/>
                    <a:pt x="158" y="67"/>
                  </a:cubicBezTo>
                  <a:cubicBezTo>
                    <a:pt x="159" y="62"/>
                    <a:pt x="159" y="62"/>
                    <a:pt x="159" y="62"/>
                  </a:cubicBezTo>
                  <a:cubicBezTo>
                    <a:pt x="189" y="66"/>
                    <a:pt x="189" y="66"/>
                    <a:pt x="189" y="66"/>
                  </a:cubicBezTo>
                  <a:lnTo>
                    <a:pt x="188" y="77"/>
                  </a:lnTo>
                  <a:close/>
                  <a:moveTo>
                    <a:pt x="234" y="80"/>
                  </a:moveTo>
                  <a:cubicBezTo>
                    <a:pt x="229" y="117"/>
                    <a:pt x="229" y="117"/>
                    <a:pt x="229" y="117"/>
                  </a:cubicBezTo>
                  <a:cubicBezTo>
                    <a:pt x="221" y="116"/>
                    <a:pt x="221" y="116"/>
                    <a:pt x="221" y="116"/>
                  </a:cubicBezTo>
                  <a:cubicBezTo>
                    <a:pt x="206" y="81"/>
                    <a:pt x="206" y="81"/>
                    <a:pt x="206" y="81"/>
                  </a:cubicBezTo>
                  <a:cubicBezTo>
                    <a:pt x="205" y="81"/>
                    <a:pt x="205" y="81"/>
                    <a:pt x="205" y="81"/>
                  </a:cubicBezTo>
                  <a:cubicBezTo>
                    <a:pt x="202" y="108"/>
                    <a:pt x="202" y="108"/>
                    <a:pt x="202" y="108"/>
                  </a:cubicBezTo>
                  <a:cubicBezTo>
                    <a:pt x="205" y="109"/>
                    <a:pt x="205" y="109"/>
                    <a:pt x="205" y="109"/>
                  </a:cubicBezTo>
                  <a:cubicBezTo>
                    <a:pt x="205" y="114"/>
                    <a:pt x="205" y="114"/>
                    <a:pt x="205" y="114"/>
                  </a:cubicBezTo>
                  <a:cubicBezTo>
                    <a:pt x="189" y="112"/>
                    <a:pt x="189" y="112"/>
                    <a:pt x="189" y="112"/>
                  </a:cubicBezTo>
                  <a:cubicBezTo>
                    <a:pt x="190" y="107"/>
                    <a:pt x="190" y="107"/>
                    <a:pt x="190" y="107"/>
                  </a:cubicBezTo>
                  <a:cubicBezTo>
                    <a:pt x="192" y="107"/>
                    <a:pt x="192" y="107"/>
                    <a:pt x="192" y="107"/>
                  </a:cubicBezTo>
                  <a:cubicBezTo>
                    <a:pt x="194" y="107"/>
                    <a:pt x="194" y="107"/>
                    <a:pt x="194" y="105"/>
                  </a:cubicBezTo>
                  <a:cubicBezTo>
                    <a:pt x="199" y="73"/>
                    <a:pt x="199" y="73"/>
                    <a:pt x="199" y="73"/>
                  </a:cubicBezTo>
                  <a:cubicBezTo>
                    <a:pt x="195" y="72"/>
                    <a:pt x="195" y="72"/>
                    <a:pt x="195" y="72"/>
                  </a:cubicBezTo>
                  <a:cubicBezTo>
                    <a:pt x="196" y="67"/>
                    <a:pt x="196" y="67"/>
                    <a:pt x="196" y="67"/>
                  </a:cubicBezTo>
                  <a:cubicBezTo>
                    <a:pt x="208" y="69"/>
                    <a:pt x="208" y="69"/>
                    <a:pt x="208" y="69"/>
                  </a:cubicBezTo>
                  <a:cubicBezTo>
                    <a:pt x="223" y="103"/>
                    <a:pt x="223" y="103"/>
                    <a:pt x="223" y="103"/>
                  </a:cubicBezTo>
                  <a:cubicBezTo>
                    <a:pt x="223" y="103"/>
                    <a:pt x="223" y="103"/>
                    <a:pt x="223" y="103"/>
                  </a:cubicBezTo>
                  <a:cubicBezTo>
                    <a:pt x="226" y="77"/>
                    <a:pt x="226" y="77"/>
                    <a:pt x="226" y="77"/>
                  </a:cubicBezTo>
                  <a:cubicBezTo>
                    <a:pt x="223" y="76"/>
                    <a:pt x="223" y="76"/>
                    <a:pt x="223" y="76"/>
                  </a:cubicBezTo>
                  <a:cubicBezTo>
                    <a:pt x="223" y="71"/>
                    <a:pt x="223" y="71"/>
                    <a:pt x="223" y="71"/>
                  </a:cubicBezTo>
                  <a:cubicBezTo>
                    <a:pt x="239" y="73"/>
                    <a:pt x="239" y="73"/>
                    <a:pt x="239" y="73"/>
                  </a:cubicBezTo>
                  <a:cubicBezTo>
                    <a:pt x="238" y="78"/>
                    <a:pt x="238" y="78"/>
                    <a:pt x="238" y="78"/>
                  </a:cubicBezTo>
                  <a:cubicBezTo>
                    <a:pt x="236" y="78"/>
                    <a:pt x="236" y="78"/>
                    <a:pt x="236" y="78"/>
                  </a:cubicBezTo>
                  <a:cubicBezTo>
                    <a:pt x="235" y="78"/>
                    <a:pt x="234" y="78"/>
                    <a:pt x="234" y="80"/>
                  </a:cubicBezTo>
                  <a:close/>
                  <a:moveTo>
                    <a:pt x="280" y="100"/>
                  </a:moveTo>
                  <a:cubicBezTo>
                    <a:pt x="278" y="117"/>
                    <a:pt x="267" y="122"/>
                    <a:pt x="256" y="121"/>
                  </a:cubicBezTo>
                  <a:cubicBezTo>
                    <a:pt x="238" y="118"/>
                    <a:pt x="238" y="118"/>
                    <a:pt x="238" y="118"/>
                  </a:cubicBezTo>
                  <a:cubicBezTo>
                    <a:pt x="238" y="113"/>
                    <a:pt x="238" y="113"/>
                    <a:pt x="238" y="113"/>
                  </a:cubicBezTo>
                  <a:cubicBezTo>
                    <a:pt x="241" y="113"/>
                    <a:pt x="241" y="113"/>
                    <a:pt x="241" y="113"/>
                  </a:cubicBezTo>
                  <a:cubicBezTo>
                    <a:pt x="242" y="113"/>
                    <a:pt x="242" y="113"/>
                    <a:pt x="242" y="112"/>
                  </a:cubicBezTo>
                  <a:cubicBezTo>
                    <a:pt x="247" y="80"/>
                    <a:pt x="247" y="80"/>
                    <a:pt x="247" y="80"/>
                  </a:cubicBezTo>
                  <a:cubicBezTo>
                    <a:pt x="243" y="79"/>
                    <a:pt x="243" y="79"/>
                    <a:pt x="243" y="79"/>
                  </a:cubicBezTo>
                  <a:cubicBezTo>
                    <a:pt x="244" y="74"/>
                    <a:pt x="244" y="74"/>
                    <a:pt x="244" y="74"/>
                  </a:cubicBezTo>
                  <a:cubicBezTo>
                    <a:pt x="262" y="76"/>
                    <a:pt x="262" y="76"/>
                    <a:pt x="262" y="76"/>
                  </a:cubicBezTo>
                  <a:cubicBezTo>
                    <a:pt x="275" y="78"/>
                    <a:pt x="282" y="86"/>
                    <a:pt x="280"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 name="Freeform 296"/>
            <p:cNvSpPr>
              <a:spLocks/>
            </p:cNvSpPr>
            <p:nvPr/>
          </p:nvSpPr>
          <p:spPr bwMode="auto">
            <a:xfrm>
              <a:off x="11306176" y="3575050"/>
              <a:ext cx="22225" cy="22225"/>
            </a:xfrm>
            <a:custGeom>
              <a:avLst/>
              <a:gdLst>
                <a:gd name="T0" fmla="*/ 16 w 17"/>
                <a:gd name="T1" fmla="*/ 9 h 17"/>
                <a:gd name="T2" fmla="*/ 7 w 17"/>
                <a:gd name="T3" fmla="*/ 0 h 17"/>
                <a:gd name="T4" fmla="*/ 2 w 17"/>
                <a:gd name="T5" fmla="*/ 0 h 17"/>
                <a:gd name="T6" fmla="*/ 0 w 17"/>
                <a:gd name="T7" fmla="*/ 15 h 17"/>
                <a:gd name="T8" fmla="*/ 6 w 17"/>
                <a:gd name="T9" fmla="*/ 16 h 17"/>
                <a:gd name="T10" fmla="*/ 16 w 17"/>
                <a:gd name="T11" fmla="*/ 9 h 17"/>
              </a:gdLst>
              <a:ahLst/>
              <a:cxnLst>
                <a:cxn ang="0">
                  <a:pos x="T0" y="T1"/>
                </a:cxn>
                <a:cxn ang="0">
                  <a:pos x="T2" y="T3"/>
                </a:cxn>
                <a:cxn ang="0">
                  <a:pos x="T4" y="T5"/>
                </a:cxn>
                <a:cxn ang="0">
                  <a:pos x="T6" y="T7"/>
                </a:cxn>
                <a:cxn ang="0">
                  <a:pos x="T8" y="T9"/>
                </a:cxn>
                <a:cxn ang="0">
                  <a:pos x="T10" y="T11"/>
                </a:cxn>
              </a:cxnLst>
              <a:rect l="0" t="0" r="r" b="b"/>
              <a:pathLst>
                <a:path w="17" h="17">
                  <a:moveTo>
                    <a:pt x="16" y="9"/>
                  </a:moveTo>
                  <a:cubicBezTo>
                    <a:pt x="17" y="3"/>
                    <a:pt x="13" y="1"/>
                    <a:pt x="7" y="0"/>
                  </a:cubicBezTo>
                  <a:cubicBezTo>
                    <a:pt x="2" y="0"/>
                    <a:pt x="2" y="0"/>
                    <a:pt x="2" y="0"/>
                  </a:cubicBezTo>
                  <a:cubicBezTo>
                    <a:pt x="0" y="15"/>
                    <a:pt x="0" y="15"/>
                    <a:pt x="0" y="15"/>
                  </a:cubicBezTo>
                  <a:cubicBezTo>
                    <a:pt x="6" y="16"/>
                    <a:pt x="6" y="16"/>
                    <a:pt x="6" y="16"/>
                  </a:cubicBezTo>
                  <a:cubicBezTo>
                    <a:pt x="12" y="17"/>
                    <a:pt x="15" y="14"/>
                    <a:pt x="16"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 name="Freeform 297"/>
            <p:cNvSpPr>
              <a:spLocks noEditPoints="1"/>
            </p:cNvSpPr>
            <p:nvPr/>
          </p:nvSpPr>
          <p:spPr bwMode="auto">
            <a:xfrm>
              <a:off x="11156951" y="3311525"/>
              <a:ext cx="515938" cy="195263"/>
            </a:xfrm>
            <a:custGeom>
              <a:avLst/>
              <a:gdLst>
                <a:gd name="T0" fmla="*/ 395 w 395"/>
                <a:gd name="T1" fmla="*/ 112 h 150"/>
                <a:gd name="T2" fmla="*/ 138 w 395"/>
                <a:gd name="T3" fmla="*/ 0 h 150"/>
                <a:gd name="T4" fmla="*/ 0 w 395"/>
                <a:gd name="T5" fmla="*/ 93 h 150"/>
                <a:gd name="T6" fmla="*/ 232 w 395"/>
                <a:gd name="T7" fmla="*/ 48 h 150"/>
                <a:gd name="T8" fmla="*/ 268 w 395"/>
                <a:gd name="T9" fmla="*/ 69 h 150"/>
                <a:gd name="T10" fmla="*/ 260 w 395"/>
                <a:gd name="T11" fmla="*/ 64 h 150"/>
                <a:gd name="T12" fmla="*/ 245 w 395"/>
                <a:gd name="T13" fmla="*/ 58 h 150"/>
                <a:gd name="T14" fmla="*/ 262 w 395"/>
                <a:gd name="T15" fmla="*/ 79 h 150"/>
                <a:gd name="T16" fmla="*/ 241 w 395"/>
                <a:gd name="T17" fmla="*/ 82 h 150"/>
                <a:gd name="T18" fmla="*/ 251 w 395"/>
                <a:gd name="T19" fmla="*/ 102 h 150"/>
                <a:gd name="T20" fmla="*/ 255 w 395"/>
                <a:gd name="T21" fmla="*/ 96 h 150"/>
                <a:gd name="T22" fmla="*/ 260 w 395"/>
                <a:gd name="T23" fmla="*/ 112 h 150"/>
                <a:gd name="T24" fmla="*/ 222 w 395"/>
                <a:gd name="T25" fmla="*/ 98 h 150"/>
                <a:gd name="T26" fmla="*/ 227 w 395"/>
                <a:gd name="T27" fmla="*/ 95 h 150"/>
                <a:gd name="T28" fmla="*/ 231 w 395"/>
                <a:gd name="T29" fmla="*/ 55 h 150"/>
                <a:gd name="T30" fmla="*/ 108 w 395"/>
                <a:gd name="T31" fmla="*/ 81 h 150"/>
                <a:gd name="T32" fmla="*/ 71 w 395"/>
                <a:gd name="T33" fmla="*/ 67 h 150"/>
                <a:gd name="T34" fmla="*/ 76 w 395"/>
                <a:gd name="T35" fmla="*/ 65 h 150"/>
                <a:gd name="T36" fmla="*/ 80 w 395"/>
                <a:gd name="T37" fmla="*/ 24 h 150"/>
                <a:gd name="T38" fmla="*/ 101 w 395"/>
                <a:gd name="T39" fmla="*/ 21 h 150"/>
                <a:gd name="T40" fmla="*/ 97 w 395"/>
                <a:gd name="T41" fmla="*/ 27 h 150"/>
                <a:gd name="T42" fmla="*/ 86 w 395"/>
                <a:gd name="T43" fmla="*/ 69 h 150"/>
                <a:gd name="T44" fmla="*/ 102 w 395"/>
                <a:gd name="T45" fmla="*/ 70 h 150"/>
                <a:gd name="T46" fmla="*/ 111 w 395"/>
                <a:gd name="T47" fmla="*/ 66 h 150"/>
                <a:gd name="T48" fmla="*/ 167 w 395"/>
                <a:gd name="T49" fmla="*/ 64 h 150"/>
                <a:gd name="T50" fmla="*/ 119 w 395"/>
                <a:gd name="T51" fmla="*/ 54 h 150"/>
                <a:gd name="T52" fmla="*/ 167 w 395"/>
                <a:gd name="T53" fmla="*/ 64 h 150"/>
                <a:gd name="T54" fmla="*/ 178 w 395"/>
                <a:gd name="T55" fmla="*/ 44 h 150"/>
                <a:gd name="T56" fmla="*/ 176 w 395"/>
                <a:gd name="T57" fmla="*/ 36 h 150"/>
                <a:gd name="T58" fmla="*/ 194 w 395"/>
                <a:gd name="T59" fmla="*/ 47 h 150"/>
                <a:gd name="T60" fmla="*/ 189 w 395"/>
                <a:gd name="T61" fmla="*/ 50 h 150"/>
                <a:gd name="T62" fmla="*/ 193 w 395"/>
                <a:gd name="T63" fmla="*/ 87 h 150"/>
                <a:gd name="T64" fmla="*/ 209 w 395"/>
                <a:gd name="T65" fmla="*/ 50 h 150"/>
                <a:gd name="T66" fmla="*/ 228 w 395"/>
                <a:gd name="T67" fmla="*/ 47 h 150"/>
                <a:gd name="T68" fmla="*/ 225 w 395"/>
                <a:gd name="T69" fmla="*/ 53 h 150"/>
                <a:gd name="T70" fmla="*/ 197 w 395"/>
                <a:gd name="T71" fmla="*/ 99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95" h="150">
                  <a:moveTo>
                    <a:pt x="285" y="150"/>
                  </a:moveTo>
                  <a:cubicBezTo>
                    <a:pt x="395" y="112"/>
                    <a:pt x="395" y="112"/>
                    <a:pt x="395" y="112"/>
                  </a:cubicBezTo>
                  <a:cubicBezTo>
                    <a:pt x="309" y="34"/>
                    <a:pt x="309" y="34"/>
                    <a:pt x="309" y="34"/>
                  </a:cubicBezTo>
                  <a:cubicBezTo>
                    <a:pt x="138" y="0"/>
                    <a:pt x="138" y="0"/>
                    <a:pt x="138" y="0"/>
                  </a:cubicBezTo>
                  <a:cubicBezTo>
                    <a:pt x="19" y="0"/>
                    <a:pt x="19" y="0"/>
                    <a:pt x="19" y="0"/>
                  </a:cubicBezTo>
                  <a:cubicBezTo>
                    <a:pt x="0" y="93"/>
                    <a:pt x="0" y="93"/>
                    <a:pt x="0" y="93"/>
                  </a:cubicBezTo>
                  <a:lnTo>
                    <a:pt x="285" y="150"/>
                  </a:lnTo>
                  <a:close/>
                  <a:moveTo>
                    <a:pt x="232" y="48"/>
                  </a:moveTo>
                  <a:cubicBezTo>
                    <a:pt x="270" y="56"/>
                    <a:pt x="270" y="56"/>
                    <a:pt x="270" y="56"/>
                  </a:cubicBezTo>
                  <a:cubicBezTo>
                    <a:pt x="268" y="69"/>
                    <a:pt x="268" y="69"/>
                    <a:pt x="268" y="69"/>
                  </a:cubicBezTo>
                  <a:cubicBezTo>
                    <a:pt x="260" y="68"/>
                    <a:pt x="260" y="68"/>
                    <a:pt x="260" y="68"/>
                  </a:cubicBezTo>
                  <a:cubicBezTo>
                    <a:pt x="260" y="64"/>
                    <a:pt x="260" y="64"/>
                    <a:pt x="260" y="64"/>
                  </a:cubicBezTo>
                  <a:cubicBezTo>
                    <a:pt x="261" y="62"/>
                    <a:pt x="260" y="61"/>
                    <a:pt x="259" y="61"/>
                  </a:cubicBezTo>
                  <a:cubicBezTo>
                    <a:pt x="245" y="58"/>
                    <a:pt x="245" y="58"/>
                    <a:pt x="245" y="58"/>
                  </a:cubicBezTo>
                  <a:cubicBezTo>
                    <a:pt x="242" y="74"/>
                    <a:pt x="242" y="74"/>
                    <a:pt x="242" y="74"/>
                  </a:cubicBezTo>
                  <a:cubicBezTo>
                    <a:pt x="262" y="79"/>
                    <a:pt x="262" y="79"/>
                    <a:pt x="262" y="79"/>
                  </a:cubicBezTo>
                  <a:cubicBezTo>
                    <a:pt x="261" y="86"/>
                    <a:pt x="261" y="86"/>
                    <a:pt x="261" y="86"/>
                  </a:cubicBezTo>
                  <a:cubicBezTo>
                    <a:pt x="241" y="82"/>
                    <a:pt x="241" y="82"/>
                    <a:pt x="241" y="82"/>
                  </a:cubicBezTo>
                  <a:cubicBezTo>
                    <a:pt x="237" y="99"/>
                    <a:pt x="237" y="99"/>
                    <a:pt x="237" y="99"/>
                  </a:cubicBezTo>
                  <a:cubicBezTo>
                    <a:pt x="251" y="102"/>
                    <a:pt x="251" y="102"/>
                    <a:pt x="251" y="102"/>
                  </a:cubicBezTo>
                  <a:cubicBezTo>
                    <a:pt x="253" y="103"/>
                    <a:pt x="253" y="102"/>
                    <a:pt x="254" y="100"/>
                  </a:cubicBezTo>
                  <a:cubicBezTo>
                    <a:pt x="255" y="96"/>
                    <a:pt x="255" y="96"/>
                    <a:pt x="255" y="96"/>
                  </a:cubicBezTo>
                  <a:cubicBezTo>
                    <a:pt x="263" y="98"/>
                    <a:pt x="263" y="98"/>
                    <a:pt x="263" y="98"/>
                  </a:cubicBezTo>
                  <a:cubicBezTo>
                    <a:pt x="260" y="112"/>
                    <a:pt x="260" y="112"/>
                    <a:pt x="260" y="112"/>
                  </a:cubicBezTo>
                  <a:cubicBezTo>
                    <a:pt x="221" y="104"/>
                    <a:pt x="221" y="104"/>
                    <a:pt x="221" y="104"/>
                  </a:cubicBezTo>
                  <a:cubicBezTo>
                    <a:pt x="222" y="98"/>
                    <a:pt x="222" y="98"/>
                    <a:pt x="222" y="98"/>
                  </a:cubicBezTo>
                  <a:cubicBezTo>
                    <a:pt x="224" y="98"/>
                    <a:pt x="224" y="98"/>
                    <a:pt x="224" y="98"/>
                  </a:cubicBezTo>
                  <a:cubicBezTo>
                    <a:pt x="226" y="98"/>
                    <a:pt x="227" y="98"/>
                    <a:pt x="227" y="95"/>
                  </a:cubicBezTo>
                  <a:cubicBezTo>
                    <a:pt x="235" y="56"/>
                    <a:pt x="235" y="56"/>
                    <a:pt x="235" y="56"/>
                  </a:cubicBezTo>
                  <a:cubicBezTo>
                    <a:pt x="231" y="55"/>
                    <a:pt x="231" y="55"/>
                    <a:pt x="231" y="55"/>
                  </a:cubicBezTo>
                  <a:lnTo>
                    <a:pt x="232" y="48"/>
                  </a:lnTo>
                  <a:close/>
                  <a:moveTo>
                    <a:pt x="108" y="81"/>
                  </a:moveTo>
                  <a:cubicBezTo>
                    <a:pt x="69" y="73"/>
                    <a:pt x="69" y="73"/>
                    <a:pt x="69" y="73"/>
                  </a:cubicBezTo>
                  <a:cubicBezTo>
                    <a:pt x="71" y="67"/>
                    <a:pt x="71" y="67"/>
                    <a:pt x="71" y="67"/>
                  </a:cubicBezTo>
                  <a:cubicBezTo>
                    <a:pt x="73" y="67"/>
                    <a:pt x="73" y="67"/>
                    <a:pt x="73" y="67"/>
                  </a:cubicBezTo>
                  <a:cubicBezTo>
                    <a:pt x="75" y="67"/>
                    <a:pt x="76" y="67"/>
                    <a:pt x="76" y="65"/>
                  </a:cubicBezTo>
                  <a:cubicBezTo>
                    <a:pt x="84" y="25"/>
                    <a:pt x="84" y="25"/>
                    <a:pt x="84" y="25"/>
                  </a:cubicBezTo>
                  <a:cubicBezTo>
                    <a:pt x="80" y="24"/>
                    <a:pt x="80" y="24"/>
                    <a:pt x="80" y="24"/>
                  </a:cubicBezTo>
                  <a:cubicBezTo>
                    <a:pt x="81" y="17"/>
                    <a:pt x="81" y="17"/>
                    <a:pt x="81" y="17"/>
                  </a:cubicBezTo>
                  <a:cubicBezTo>
                    <a:pt x="101" y="21"/>
                    <a:pt x="101" y="21"/>
                    <a:pt x="101" y="21"/>
                  </a:cubicBezTo>
                  <a:cubicBezTo>
                    <a:pt x="99" y="27"/>
                    <a:pt x="99" y="27"/>
                    <a:pt x="99" y="27"/>
                  </a:cubicBezTo>
                  <a:cubicBezTo>
                    <a:pt x="97" y="27"/>
                    <a:pt x="97" y="27"/>
                    <a:pt x="97" y="27"/>
                  </a:cubicBezTo>
                  <a:cubicBezTo>
                    <a:pt x="95" y="27"/>
                    <a:pt x="94" y="28"/>
                    <a:pt x="94" y="30"/>
                  </a:cubicBezTo>
                  <a:cubicBezTo>
                    <a:pt x="86" y="69"/>
                    <a:pt x="86" y="69"/>
                    <a:pt x="86" y="69"/>
                  </a:cubicBezTo>
                  <a:cubicBezTo>
                    <a:pt x="100" y="71"/>
                    <a:pt x="100" y="71"/>
                    <a:pt x="100" y="71"/>
                  </a:cubicBezTo>
                  <a:cubicBezTo>
                    <a:pt x="102" y="72"/>
                    <a:pt x="102" y="71"/>
                    <a:pt x="102" y="70"/>
                  </a:cubicBezTo>
                  <a:cubicBezTo>
                    <a:pt x="104" y="64"/>
                    <a:pt x="104" y="64"/>
                    <a:pt x="104" y="64"/>
                  </a:cubicBezTo>
                  <a:cubicBezTo>
                    <a:pt x="111" y="66"/>
                    <a:pt x="111" y="66"/>
                    <a:pt x="111" y="66"/>
                  </a:cubicBezTo>
                  <a:lnTo>
                    <a:pt x="108" y="81"/>
                  </a:lnTo>
                  <a:close/>
                  <a:moveTo>
                    <a:pt x="167" y="64"/>
                  </a:moveTo>
                  <a:cubicBezTo>
                    <a:pt x="164" y="83"/>
                    <a:pt x="152" y="91"/>
                    <a:pt x="137" y="88"/>
                  </a:cubicBezTo>
                  <a:cubicBezTo>
                    <a:pt x="122" y="85"/>
                    <a:pt x="115" y="73"/>
                    <a:pt x="119" y="54"/>
                  </a:cubicBezTo>
                  <a:cubicBezTo>
                    <a:pt x="123" y="32"/>
                    <a:pt x="138" y="28"/>
                    <a:pt x="150" y="30"/>
                  </a:cubicBezTo>
                  <a:cubicBezTo>
                    <a:pt x="162" y="33"/>
                    <a:pt x="172" y="43"/>
                    <a:pt x="167" y="64"/>
                  </a:cubicBezTo>
                  <a:close/>
                  <a:moveTo>
                    <a:pt x="185" y="97"/>
                  </a:moveTo>
                  <a:cubicBezTo>
                    <a:pt x="178" y="44"/>
                    <a:pt x="178" y="44"/>
                    <a:pt x="178" y="44"/>
                  </a:cubicBezTo>
                  <a:cubicBezTo>
                    <a:pt x="174" y="43"/>
                    <a:pt x="174" y="43"/>
                    <a:pt x="174" y="43"/>
                  </a:cubicBezTo>
                  <a:cubicBezTo>
                    <a:pt x="176" y="36"/>
                    <a:pt x="176" y="36"/>
                    <a:pt x="176" y="36"/>
                  </a:cubicBezTo>
                  <a:cubicBezTo>
                    <a:pt x="196" y="40"/>
                    <a:pt x="196" y="40"/>
                    <a:pt x="196" y="40"/>
                  </a:cubicBezTo>
                  <a:cubicBezTo>
                    <a:pt x="194" y="47"/>
                    <a:pt x="194" y="47"/>
                    <a:pt x="194" y="47"/>
                  </a:cubicBezTo>
                  <a:cubicBezTo>
                    <a:pt x="192" y="47"/>
                    <a:pt x="192" y="47"/>
                    <a:pt x="192" y="47"/>
                  </a:cubicBezTo>
                  <a:cubicBezTo>
                    <a:pt x="190" y="46"/>
                    <a:pt x="189" y="47"/>
                    <a:pt x="189" y="50"/>
                  </a:cubicBezTo>
                  <a:cubicBezTo>
                    <a:pt x="193" y="87"/>
                    <a:pt x="193" y="87"/>
                    <a:pt x="193" y="87"/>
                  </a:cubicBezTo>
                  <a:cubicBezTo>
                    <a:pt x="193" y="87"/>
                    <a:pt x="193" y="87"/>
                    <a:pt x="193" y="87"/>
                  </a:cubicBezTo>
                  <a:cubicBezTo>
                    <a:pt x="213" y="51"/>
                    <a:pt x="213" y="51"/>
                    <a:pt x="213" y="51"/>
                  </a:cubicBezTo>
                  <a:cubicBezTo>
                    <a:pt x="209" y="50"/>
                    <a:pt x="209" y="50"/>
                    <a:pt x="209" y="50"/>
                  </a:cubicBezTo>
                  <a:cubicBezTo>
                    <a:pt x="210" y="43"/>
                    <a:pt x="210" y="43"/>
                    <a:pt x="210" y="43"/>
                  </a:cubicBezTo>
                  <a:cubicBezTo>
                    <a:pt x="228" y="47"/>
                    <a:pt x="228" y="47"/>
                    <a:pt x="228" y="47"/>
                  </a:cubicBezTo>
                  <a:cubicBezTo>
                    <a:pt x="227" y="53"/>
                    <a:pt x="227" y="53"/>
                    <a:pt x="227" y="53"/>
                  </a:cubicBezTo>
                  <a:cubicBezTo>
                    <a:pt x="225" y="53"/>
                    <a:pt x="225" y="53"/>
                    <a:pt x="225" y="53"/>
                  </a:cubicBezTo>
                  <a:cubicBezTo>
                    <a:pt x="223" y="53"/>
                    <a:pt x="222" y="54"/>
                    <a:pt x="221" y="55"/>
                  </a:cubicBezTo>
                  <a:cubicBezTo>
                    <a:pt x="197" y="99"/>
                    <a:pt x="197" y="99"/>
                    <a:pt x="197" y="99"/>
                  </a:cubicBezTo>
                  <a:lnTo>
                    <a:pt x="185" y="9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 name="Freeform 298"/>
            <p:cNvSpPr>
              <a:spLocks/>
            </p:cNvSpPr>
            <p:nvPr/>
          </p:nvSpPr>
          <p:spPr bwMode="auto">
            <a:xfrm>
              <a:off x="11322051" y="3359150"/>
              <a:ext cx="42863" cy="58738"/>
            </a:xfrm>
            <a:custGeom>
              <a:avLst/>
              <a:gdLst>
                <a:gd name="T0" fmla="*/ 20 w 32"/>
                <a:gd name="T1" fmla="*/ 2 h 45"/>
                <a:gd name="T2" fmla="*/ 2 w 32"/>
                <a:gd name="T3" fmla="*/ 19 h 45"/>
                <a:gd name="T4" fmla="*/ 12 w 32"/>
                <a:gd name="T5" fmla="*/ 42 h 45"/>
                <a:gd name="T6" fmla="*/ 30 w 32"/>
                <a:gd name="T7" fmla="*/ 25 h 45"/>
                <a:gd name="T8" fmla="*/ 20 w 32"/>
                <a:gd name="T9" fmla="*/ 2 h 45"/>
              </a:gdLst>
              <a:ahLst/>
              <a:cxnLst>
                <a:cxn ang="0">
                  <a:pos x="T0" y="T1"/>
                </a:cxn>
                <a:cxn ang="0">
                  <a:pos x="T2" y="T3"/>
                </a:cxn>
                <a:cxn ang="0">
                  <a:pos x="T4" y="T5"/>
                </a:cxn>
                <a:cxn ang="0">
                  <a:pos x="T6" y="T7"/>
                </a:cxn>
                <a:cxn ang="0">
                  <a:pos x="T8" y="T9"/>
                </a:cxn>
              </a:cxnLst>
              <a:rect l="0" t="0" r="r" b="b"/>
              <a:pathLst>
                <a:path w="32" h="45">
                  <a:moveTo>
                    <a:pt x="20" y="2"/>
                  </a:moveTo>
                  <a:cubicBezTo>
                    <a:pt x="10" y="0"/>
                    <a:pt x="5" y="9"/>
                    <a:pt x="2" y="19"/>
                  </a:cubicBezTo>
                  <a:cubicBezTo>
                    <a:pt x="1" y="28"/>
                    <a:pt x="0" y="40"/>
                    <a:pt x="12" y="42"/>
                  </a:cubicBezTo>
                  <a:cubicBezTo>
                    <a:pt x="23" y="45"/>
                    <a:pt x="28" y="35"/>
                    <a:pt x="30" y="25"/>
                  </a:cubicBezTo>
                  <a:cubicBezTo>
                    <a:pt x="32" y="17"/>
                    <a:pt x="32" y="4"/>
                    <a:pt x="2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 name="Freeform 299"/>
            <p:cNvSpPr>
              <a:spLocks/>
            </p:cNvSpPr>
            <p:nvPr/>
          </p:nvSpPr>
          <p:spPr bwMode="auto">
            <a:xfrm>
              <a:off x="11229976" y="3201988"/>
              <a:ext cx="15875" cy="25400"/>
            </a:xfrm>
            <a:custGeom>
              <a:avLst/>
              <a:gdLst>
                <a:gd name="T0" fmla="*/ 5 w 10"/>
                <a:gd name="T1" fmla="*/ 0 h 16"/>
                <a:gd name="T2" fmla="*/ 5 w 10"/>
                <a:gd name="T3" fmla="*/ 0 h 16"/>
                <a:gd name="T4" fmla="*/ 0 w 10"/>
                <a:gd name="T5" fmla="*/ 16 h 16"/>
                <a:gd name="T6" fmla="*/ 10 w 10"/>
                <a:gd name="T7" fmla="*/ 16 h 16"/>
                <a:gd name="T8" fmla="*/ 5 w 10"/>
                <a:gd name="T9" fmla="*/ 0 h 16"/>
              </a:gdLst>
              <a:ahLst/>
              <a:cxnLst>
                <a:cxn ang="0">
                  <a:pos x="T0" y="T1"/>
                </a:cxn>
                <a:cxn ang="0">
                  <a:pos x="T2" y="T3"/>
                </a:cxn>
                <a:cxn ang="0">
                  <a:pos x="T4" y="T5"/>
                </a:cxn>
                <a:cxn ang="0">
                  <a:pos x="T6" y="T7"/>
                </a:cxn>
                <a:cxn ang="0">
                  <a:pos x="T8" y="T9"/>
                </a:cxn>
              </a:cxnLst>
              <a:rect l="0" t="0" r="r" b="b"/>
              <a:pathLst>
                <a:path w="10" h="16">
                  <a:moveTo>
                    <a:pt x="5" y="0"/>
                  </a:moveTo>
                  <a:lnTo>
                    <a:pt x="5" y="0"/>
                  </a:lnTo>
                  <a:lnTo>
                    <a:pt x="0" y="16"/>
                  </a:lnTo>
                  <a:lnTo>
                    <a:pt x="10" y="16"/>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 name="Freeform 300"/>
            <p:cNvSpPr>
              <a:spLocks noEditPoints="1"/>
            </p:cNvSpPr>
            <p:nvPr/>
          </p:nvSpPr>
          <p:spPr bwMode="auto">
            <a:xfrm>
              <a:off x="11014076" y="3138488"/>
              <a:ext cx="514350" cy="157163"/>
            </a:xfrm>
            <a:custGeom>
              <a:avLst/>
              <a:gdLst>
                <a:gd name="T0" fmla="*/ 100 w 392"/>
                <a:gd name="T1" fmla="*/ 0 h 120"/>
                <a:gd name="T2" fmla="*/ 392 w 392"/>
                <a:gd name="T3" fmla="*/ 120 h 120"/>
                <a:gd name="T4" fmla="*/ 175 w 392"/>
                <a:gd name="T5" fmla="*/ 40 h 120"/>
                <a:gd name="T6" fmla="*/ 192 w 392"/>
                <a:gd name="T7" fmla="*/ 84 h 120"/>
                <a:gd name="T8" fmla="*/ 178 w 392"/>
                <a:gd name="T9" fmla="*/ 80 h 120"/>
                <a:gd name="T10" fmla="*/ 162 w 392"/>
                <a:gd name="T11" fmla="*/ 72 h 120"/>
                <a:gd name="T12" fmla="*/ 164 w 392"/>
                <a:gd name="T13" fmla="*/ 84 h 120"/>
                <a:gd name="T14" fmla="*/ 150 w 392"/>
                <a:gd name="T15" fmla="*/ 80 h 120"/>
                <a:gd name="T16" fmla="*/ 160 w 392"/>
                <a:gd name="T17" fmla="*/ 45 h 120"/>
                <a:gd name="T18" fmla="*/ 320 w 392"/>
                <a:gd name="T19" fmla="*/ 45 h 120"/>
                <a:gd name="T20" fmla="*/ 325 w 392"/>
                <a:gd name="T21" fmla="*/ 60 h 120"/>
                <a:gd name="T22" fmla="*/ 328 w 392"/>
                <a:gd name="T23" fmla="*/ 45 h 120"/>
                <a:gd name="T24" fmla="*/ 344 w 392"/>
                <a:gd name="T25" fmla="*/ 45 h 120"/>
                <a:gd name="T26" fmla="*/ 328 w 392"/>
                <a:gd name="T27" fmla="*/ 68 h 120"/>
                <a:gd name="T28" fmla="*/ 332 w 392"/>
                <a:gd name="T29" fmla="*/ 84 h 120"/>
                <a:gd name="T30" fmla="*/ 318 w 392"/>
                <a:gd name="T31" fmla="*/ 80 h 120"/>
                <a:gd name="T32" fmla="*/ 307 w 392"/>
                <a:gd name="T33" fmla="*/ 46 h 120"/>
                <a:gd name="T34" fmla="*/ 276 w 392"/>
                <a:gd name="T35" fmla="*/ 80 h 120"/>
                <a:gd name="T36" fmla="*/ 280 w 392"/>
                <a:gd name="T37" fmla="*/ 46 h 120"/>
                <a:gd name="T38" fmla="*/ 292 w 392"/>
                <a:gd name="T39" fmla="*/ 40 h 120"/>
                <a:gd name="T40" fmla="*/ 288 w 392"/>
                <a:gd name="T41" fmla="*/ 48 h 120"/>
                <a:gd name="T42" fmla="*/ 300 w 392"/>
                <a:gd name="T43" fmla="*/ 77 h 120"/>
                <a:gd name="T44" fmla="*/ 308 w 392"/>
                <a:gd name="T45" fmla="*/ 84 h 120"/>
                <a:gd name="T46" fmla="*/ 256 w 392"/>
                <a:gd name="T47" fmla="*/ 80 h 120"/>
                <a:gd name="T48" fmla="*/ 260 w 392"/>
                <a:gd name="T49" fmla="*/ 46 h 120"/>
                <a:gd name="T50" fmla="*/ 272 w 392"/>
                <a:gd name="T51" fmla="*/ 40 h 120"/>
                <a:gd name="T52" fmla="*/ 268 w 392"/>
                <a:gd name="T53" fmla="*/ 47 h 120"/>
                <a:gd name="T54" fmla="*/ 268 w 392"/>
                <a:gd name="T55" fmla="*/ 84 h 120"/>
                <a:gd name="T56" fmla="*/ 234 w 392"/>
                <a:gd name="T57" fmla="*/ 40 h 120"/>
                <a:gd name="T58" fmla="*/ 246 w 392"/>
                <a:gd name="T59" fmla="*/ 45 h 120"/>
                <a:gd name="T60" fmla="*/ 248 w 392"/>
                <a:gd name="T61" fmla="*/ 80 h 120"/>
                <a:gd name="T62" fmla="*/ 236 w 392"/>
                <a:gd name="T63" fmla="*/ 80 h 120"/>
                <a:gd name="T64" fmla="*/ 237 w 392"/>
                <a:gd name="T65" fmla="*/ 52 h 120"/>
                <a:gd name="T66" fmla="*/ 219 w 392"/>
                <a:gd name="T67" fmla="*/ 80 h 120"/>
                <a:gd name="T68" fmla="*/ 208 w 392"/>
                <a:gd name="T69" fmla="*/ 80 h 120"/>
                <a:gd name="T70" fmla="*/ 196 w 392"/>
                <a:gd name="T71" fmla="*/ 84 h 120"/>
                <a:gd name="T72" fmla="*/ 199 w 392"/>
                <a:gd name="T73" fmla="*/ 77 h 120"/>
                <a:gd name="T74" fmla="*/ 196 w 392"/>
                <a:gd name="T75" fmla="*/ 40 h 120"/>
                <a:gd name="T76" fmla="*/ 222 w 392"/>
                <a:gd name="T77" fmla="*/ 72 h 120"/>
                <a:gd name="T78" fmla="*/ 122 w 392"/>
                <a:gd name="T79" fmla="*/ 80 h 120"/>
                <a:gd name="T80" fmla="*/ 120 w 392"/>
                <a:gd name="T81" fmla="*/ 45 h 120"/>
                <a:gd name="T82" fmla="*/ 152 w 392"/>
                <a:gd name="T83" fmla="*/ 50 h 120"/>
                <a:gd name="T84" fmla="*/ 143 w 392"/>
                <a:gd name="T85" fmla="*/ 48 h 120"/>
                <a:gd name="T86" fmla="*/ 148 w 392"/>
                <a:gd name="T87" fmla="*/ 60 h 120"/>
                <a:gd name="T88" fmla="*/ 132 w 392"/>
                <a:gd name="T89" fmla="*/ 80 h 120"/>
                <a:gd name="T90" fmla="*/ 120 w 392"/>
                <a:gd name="T91" fmla="*/ 84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92" h="120">
                  <a:moveTo>
                    <a:pt x="392" y="120"/>
                  </a:moveTo>
                  <a:cubicBezTo>
                    <a:pt x="392" y="0"/>
                    <a:pt x="392" y="0"/>
                    <a:pt x="392" y="0"/>
                  </a:cubicBezTo>
                  <a:cubicBezTo>
                    <a:pt x="100" y="0"/>
                    <a:pt x="100" y="0"/>
                    <a:pt x="100" y="0"/>
                  </a:cubicBezTo>
                  <a:cubicBezTo>
                    <a:pt x="0" y="60"/>
                    <a:pt x="0" y="60"/>
                    <a:pt x="0" y="60"/>
                  </a:cubicBezTo>
                  <a:cubicBezTo>
                    <a:pt x="100" y="120"/>
                    <a:pt x="100" y="120"/>
                    <a:pt x="100" y="120"/>
                  </a:cubicBezTo>
                  <a:lnTo>
                    <a:pt x="392" y="120"/>
                  </a:lnTo>
                  <a:close/>
                  <a:moveTo>
                    <a:pt x="160" y="45"/>
                  </a:moveTo>
                  <a:cubicBezTo>
                    <a:pt x="160" y="40"/>
                    <a:pt x="160" y="40"/>
                    <a:pt x="160" y="40"/>
                  </a:cubicBezTo>
                  <a:cubicBezTo>
                    <a:pt x="175" y="40"/>
                    <a:pt x="175" y="40"/>
                    <a:pt x="175" y="40"/>
                  </a:cubicBezTo>
                  <a:cubicBezTo>
                    <a:pt x="189" y="80"/>
                    <a:pt x="189" y="80"/>
                    <a:pt x="189" y="80"/>
                  </a:cubicBezTo>
                  <a:cubicBezTo>
                    <a:pt x="192" y="80"/>
                    <a:pt x="192" y="80"/>
                    <a:pt x="192" y="80"/>
                  </a:cubicBezTo>
                  <a:cubicBezTo>
                    <a:pt x="192" y="84"/>
                    <a:pt x="192" y="84"/>
                    <a:pt x="192" y="84"/>
                  </a:cubicBezTo>
                  <a:cubicBezTo>
                    <a:pt x="176" y="84"/>
                    <a:pt x="176" y="84"/>
                    <a:pt x="176" y="84"/>
                  </a:cubicBezTo>
                  <a:cubicBezTo>
                    <a:pt x="176" y="80"/>
                    <a:pt x="176" y="80"/>
                    <a:pt x="176" y="80"/>
                  </a:cubicBezTo>
                  <a:cubicBezTo>
                    <a:pt x="178" y="80"/>
                    <a:pt x="178" y="80"/>
                    <a:pt x="178" y="80"/>
                  </a:cubicBezTo>
                  <a:cubicBezTo>
                    <a:pt x="180" y="80"/>
                    <a:pt x="180" y="79"/>
                    <a:pt x="180" y="78"/>
                  </a:cubicBezTo>
                  <a:cubicBezTo>
                    <a:pt x="178" y="72"/>
                    <a:pt x="178" y="72"/>
                    <a:pt x="178" y="72"/>
                  </a:cubicBezTo>
                  <a:cubicBezTo>
                    <a:pt x="162" y="72"/>
                    <a:pt x="162" y="72"/>
                    <a:pt x="162" y="72"/>
                  </a:cubicBezTo>
                  <a:cubicBezTo>
                    <a:pt x="160" y="79"/>
                    <a:pt x="160" y="79"/>
                    <a:pt x="160" y="79"/>
                  </a:cubicBezTo>
                  <a:cubicBezTo>
                    <a:pt x="164" y="80"/>
                    <a:pt x="164" y="80"/>
                    <a:pt x="164" y="80"/>
                  </a:cubicBezTo>
                  <a:cubicBezTo>
                    <a:pt x="164" y="84"/>
                    <a:pt x="164" y="84"/>
                    <a:pt x="164" y="84"/>
                  </a:cubicBezTo>
                  <a:cubicBezTo>
                    <a:pt x="148" y="84"/>
                    <a:pt x="148" y="84"/>
                    <a:pt x="148" y="84"/>
                  </a:cubicBezTo>
                  <a:cubicBezTo>
                    <a:pt x="148" y="80"/>
                    <a:pt x="148" y="80"/>
                    <a:pt x="148" y="80"/>
                  </a:cubicBezTo>
                  <a:cubicBezTo>
                    <a:pt x="150" y="80"/>
                    <a:pt x="150" y="80"/>
                    <a:pt x="150" y="80"/>
                  </a:cubicBezTo>
                  <a:cubicBezTo>
                    <a:pt x="152" y="80"/>
                    <a:pt x="152" y="79"/>
                    <a:pt x="153" y="78"/>
                  </a:cubicBezTo>
                  <a:cubicBezTo>
                    <a:pt x="164" y="46"/>
                    <a:pt x="164" y="46"/>
                    <a:pt x="164" y="46"/>
                  </a:cubicBezTo>
                  <a:lnTo>
                    <a:pt x="160" y="45"/>
                  </a:lnTo>
                  <a:close/>
                  <a:moveTo>
                    <a:pt x="304" y="40"/>
                  </a:moveTo>
                  <a:cubicBezTo>
                    <a:pt x="320" y="40"/>
                    <a:pt x="320" y="40"/>
                    <a:pt x="320" y="40"/>
                  </a:cubicBezTo>
                  <a:cubicBezTo>
                    <a:pt x="320" y="45"/>
                    <a:pt x="320" y="45"/>
                    <a:pt x="320" y="45"/>
                  </a:cubicBezTo>
                  <a:cubicBezTo>
                    <a:pt x="319" y="45"/>
                    <a:pt x="319" y="45"/>
                    <a:pt x="319" y="45"/>
                  </a:cubicBezTo>
                  <a:cubicBezTo>
                    <a:pt x="317" y="45"/>
                    <a:pt x="317" y="46"/>
                    <a:pt x="318" y="47"/>
                  </a:cubicBezTo>
                  <a:cubicBezTo>
                    <a:pt x="325" y="60"/>
                    <a:pt x="325" y="60"/>
                    <a:pt x="325" y="60"/>
                  </a:cubicBezTo>
                  <a:cubicBezTo>
                    <a:pt x="325" y="60"/>
                    <a:pt x="325" y="60"/>
                    <a:pt x="325" y="60"/>
                  </a:cubicBezTo>
                  <a:cubicBezTo>
                    <a:pt x="332" y="45"/>
                    <a:pt x="332" y="45"/>
                    <a:pt x="332" y="45"/>
                  </a:cubicBezTo>
                  <a:cubicBezTo>
                    <a:pt x="328" y="45"/>
                    <a:pt x="328" y="45"/>
                    <a:pt x="328" y="45"/>
                  </a:cubicBezTo>
                  <a:cubicBezTo>
                    <a:pt x="328" y="40"/>
                    <a:pt x="328" y="40"/>
                    <a:pt x="328" y="40"/>
                  </a:cubicBezTo>
                  <a:cubicBezTo>
                    <a:pt x="344" y="40"/>
                    <a:pt x="344" y="40"/>
                    <a:pt x="344" y="40"/>
                  </a:cubicBezTo>
                  <a:cubicBezTo>
                    <a:pt x="344" y="45"/>
                    <a:pt x="344" y="45"/>
                    <a:pt x="344" y="45"/>
                  </a:cubicBezTo>
                  <a:cubicBezTo>
                    <a:pt x="342" y="45"/>
                    <a:pt x="342" y="45"/>
                    <a:pt x="342" y="45"/>
                  </a:cubicBezTo>
                  <a:cubicBezTo>
                    <a:pt x="341" y="45"/>
                    <a:pt x="340" y="46"/>
                    <a:pt x="339" y="47"/>
                  </a:cubicBezTo>
                  <a:cubicBezTo>
                    <a:pt x="328" y="68"/>
                    <a:pt x="328" y="68"/>
                    <a:pt x="328" y="68"/>
                  </a:cubicBezTo>
                  <a:cubicBezTo>
                    <a:pt x="328" y="80"/>
                    <a:pt x="328" y="80"/>
                    <a:pt x="328" y="80"/>
                  </a:cubicBezTo>
                  <a:cubicBezTo>
                    <a:pt x="332" y="80"/>
                    <a:pt x="332" y="80"/>
                    <a:pt x="332" y="80"/>
                  </a:cubicBezTo>
                  <a:cubicBezTo>
                    <a:pt x="332" y="84"/>
                    <a:pt x="332" y="84"/>
                    <a:pt x="332" y="84"/>
                  </a:cubicBezTo>
                  <a:cubicBezTo>
                    <a:pt x="316" y="84"/>
                    <a:pt x="316" y="84"/>
                    <a:pt x="316" y="84"/>
                  </a:cubicBezTo>
                  <a:cubicBezTo>
                    <a:pt x="316" y="80"/>
                    <a:pt x="316" y="80"/>
                    <a:pt x="316" y="80"/>
                  </a:cubicBezTo>
                  <a:cubicBezTo>
                    <a:pt x="318" y="80"/>
                    <a:pt x="318" y="80"/>
                    <a:pt x="318" y="80"/>
                  </a:cubicBezTo>
                  <a:cubicBezTo>
                    <a:pt x="320" y="80"/>
                    <a:pt x="320" y="79"/>
                    <a:pt x="320" y="78"/>
                  </a:cubicBezTo>
                  <a:cubicBezTo>
                    <a:pt x="320" y="68"/>
                    <a:pt x="320" y="68"/>
                    <a:pt x="320" y="68"/>
                  </a:cubicBezTo>
                  <a:cubicBezTo>
                    <a:pt x="307" y="46"/>
                    <a:pt x="307" y="46"/>
                    <a:pt x="307" y="46"/>
                  </a:cubicBezTo>
                  <a:cubicBezTo>
                    <a:pt x="304" y="45"/>
                    <a:pt x="304" y="45"/>
                    <a:pt x="304" y="45"/>
                  </a:cubicBezTo>
                  <a:lnTo>
                    <a:pt x="304" y="40"/>
                  </a:lnTo>
                  <a:close/>
                  <a:moveTo>
                    <a:pt x="276" y="80"/>
                  </a:moveTo>
                  <a:cubicBezTo>
                    <a:pt x="278" y="80"/>
                    <a:pt x="278" y="80"/>
                    <a:pt x="278" y="80"/>
                  </a:cubicBezTo>
                  <a:cubicBezTo>
                    <a:pt x="279" y="80"/>
                    <a:pt x="280" y="79"/>
                    <a:pt x="280" y="78"/>
                  </a:cubicBezTo>
                  <a:cubicBezTo>
                    <a:pt x="280" y="46"/>
                    <a:pt x="280" y="46"/>
                    <a:pt x="280" y="46"/>
                  </a:cubicBezTo>
                  <a:cubicBezTo>
                    <a:pt x="276" y="45"/>
                    <a:pt x="276" y="45"/>
                    <a:pt x="276" y="45"/>
                  </a:cubicBezTo>
                  <a:cubicBezTo>
                    <a:pt x="276" y="40"/>
                    <a:pt x="276" y="40"/>
                    <a:pt x="276" y="40"/>
                  </a:cubicBezTo>
                  <a:cubicBezTo>
                    <a:pt x="292" y="40"/>
                    <a:pt x="292" y="40"/>
                    <a:pt x="292" y="40"/>
                  </a:cubicBezTo>
                  <a:cubicBezTo>
                    <a:pt x="292" y="45"/>
                    <a:pt x="292" y="45"/>
                    <a:pt x="292" y="45"/>
                  </a:cubicBezTo>
                  <a:cubicBezTo>
                    <a:pt x="290" y="45"/>
                    <a:pt x="290" y="45"/>
                    <a:pt x="290" y="45"/>
                  </a:cubicBezTo>
                  <a:cubicBezTo>
                    <a:pt x="289" y="45"/>
                    <a:pt x="288" y="46"/>
                    <a:pt x="288" y="48"/>
                  </a:cubicBezTo>
                  <a:cubicBezTo>
                    <a:pt x="288" y="80"/>
                    <a:pt x="288" y="80"/>
                    <a:pt x="288" y="80"/>
                  </a:cubicBezTo>
                  <a:cubicBezTo>
                    <a:pt x="299" y="80"/>
                    <a:pt x="299" y="80"/>
                    <a:pt x="299" y="80"/>
                  </a:cubicBezTo>
                  <a:cubicBezTo>
                    <a:pt x="301" y="80"/>
                    <a:pt x="300" y="79"/>
                    <a:pt x="300" y="77"/>
                  </a:cubicBezTo>
                  <a:cubicBezTo>
                    <a:pt x="300" y="73"/>
                    <a:pt x="300" y="73"/>
                    <a:pt x="300" y="73"/>
                  </a:cubicBezTo>
                  <a:cubicBezTo>
                    <a:pt x="308" y="73"/>
                    <a:pt x="308" y="73"/>
                    <a:pt x="308" y="73"/>
                  </a:cubicBezTo>
                  <a:cubicBezTo>
                    <a:pt x="308" y="84"/>
                    <a:pt x="308" y="84"/>
                    <a:pt x="308" y="84"/>
                  </a:cubicBezTo>
                  <a:cubicBezTo>
                    <a:pt x="276" y="84"/>
                    <a:pt x="276" y="84"/>
                    <a:pt x="276" y="84"/>
                  </a:cubicBezTo>
                  <a:lnTo>
                    <a:pt x="276" y="80"/>
                  </a:lnTo>
                  <a:close/>
                  <a:moveTo>
                    <a:pt x="256" y="80"/>
                  </a:moveTo>
                  <a:cubicBezTo>
                    <a:pt x="258" y="80"/>
                    <a:pt x="258" y="80"/>
                    <a:pt x="258" y="80"/>
                  </a:cubicBezTo>
                  <a:cubicBezTo>
                    <a:pt x="259" y="80"/>
                    <a:pt x="260" y="79"/>
                    <a:pt x="260" y="78"/>
                  </a:cubicBezTo>
                  <a:cubicBezTo>
                    <a:pt x="260" y="46"/>
                    <a:pt x="260" y="46"/>
                    <a:pt x="260" y="46"/>
                  </a:cubicBezTo>
                  <a:cubicBezTo>
                    <a:pt x="256" y="45"/>
                    <a:pt x="256" y="45"/>
                    <a:pt x="256" y="45"/>
                  </a:cubicBezTo>
                  <a:cubicBezTo>
                    <a:pt x="256" y="40"/>
                    <a:pt x="256" y="40"/>
                    <a:pt x="256" y="40"/>
                  </a:cubicBezTo>
                  <a:cubicBezTo>
                    <a:pt x="272" y="40"/>
                    <a:pt x="272" y="40"/>
                    <a:pt x="272" y="40"/>
                  </a:cubicBezTo>
                  <a:cubicBezTo>
                    <a:pt x="272" y="45"/>
                    <a:pt x="272" y="45"/>
                    <a:pt x="272" y="45"/>
                  </a:cubicBezTo>
                  <a:cubicBezTo>
                    <a:pt x="270" y="45"/>
                    <a:pt x="270" y="45"/>
                    <a:pt x="270" y="45"/>
                  </a:cubicBezTo>
                  <a:cubicBezTo>
                    <a:pt x="269" y="45"/>
                    <a:pt x="268" y="46"/>
                    <a:pt x="268" y="47"/>
                  </a:cubicBezTo>
                  <a:cubicBezTo>
                    <a:pt x="268" y="80"/>
                    <a:pt x="268" y="80"/>
                    <a:pt x="268" y="80"/>
                  </a:cubicBezTo>
                  <a:cubicBezTo>
                    <a:pt x="268" y="80"/>
                    <a:pt x="268" y="80"/>
                    <a:pt x="268" y="80"/>
                  </a:cubicBezTo>
                  <a:cubicBezTo>
                    <a:pt x="268" y="84"/>
                    <a:pt x="268" y="84"/>
                    <a:pt x="268" y="84"/>
                  </a:cubicBezTo>
                  <a:cubicBezTo>
                    <a:pt x="256" y="84"/>
                    <a:pt x="256" y="84"/>
                    <a:pt x="256" y="84"/>
                  </a:cubicBezTo>
                  <a:lnTo>
                    <a:pt x="256" y="80"/>
                  </a:lnTo>
                  <a:close/>
                  <a:moveTo>
                    <a:pt x="234" y="40"/>
                  </a:moveTo>
                  <a:cubicBezTo>
                    <a:pt x="248" y="40"/>
                    <a:pt x="248" y="40"/>
                    <a:pt x="248" y="40"/>
                  </a:cubicBezTo>
                  <a:cubicBezTo>
                    <a:pt x="248" y="45"/>
                    <a:pt x="248" y="45"/>
                    <a:pt x="248" y="45"/>
                  </a:cubicBezTo>
                  <a:cubicBezTo>
                    <a:pt x="246" y="45"/>
                    <a:pt x="246" y="45"/>
                    <a:pt x="246" y="45"/>
                  </a:cubicBezTo>
                  <a:cubicBezTo>
                    <a:pt x="245" y="45"/>
                    <a:pt x="244" y="46"/>
                    <a:pt x="244" y="48"/>
                  </a:cubicBezTo>
                  <a:cubicBezTo>
                    <a:pt x="245" y="80"/>
                    <a:pt x="245" y="80"/>
                    <a:pt x="245" y="80"/>
                  </a:cubicBezTo>
                  <a:cubicBezTo>
                    <a:pt x="248" y="80"/>
                    <a:pt x="248" y="80"/>
                    <a:pt x="248" y="80"/>
                  </a:cubicBezTo>
                  <a:cubicBezTo>
                    <a:pt x="248" y="84"/>
                    <a:pt x="248" y="84"/>
                    <a:pt x="248" y="84"/>
                  </a:cubicBezTo>
                  <a:cubicBezTo>
                    <a:pt x="236" y="84"/>
                    <a:pt x="236" y="84"/>
                    <a:pt x="236" y="84"/>
                  </a:cubicBezTo>
                  <a:cubicBezTo>
                    <a:pt x="236" y="80"/>
                    <a:pt x="236" y="80"/>
                    <a:pt x="236" y="80"/>
                  </a:cubicBezTo>
                  <a:cubicBezTo>
                    <a:pt x="237" y="80"/>
                    <a:pt x="237" y="80"/>
                    <a:pt x="237" y="80"/>
                  </a:cubicBezTo>
                  <a:cubicBezTo>
                    <a:pt x="239" y="80"/>
                    <a:pt x="238" y="79"/>
                    <a:pt x="238" y="77"/>
                  </a:cubicBezTo>
                  <a:cubicBezTo>
                    <a:pt x="237" y="52"/>
                    <a:pt x="237" y="52"/>
                    <a:pt x="237" y="52"/>
                  </a:cubicBezTo>
                  <a:cubicBezTo>
                    <a:pt x="236" y="52"/>
                    <a:pt x="236" y="52"/>
                    <a:pt x="236" y="52"/>
                  </a:cubicBezTo>
                  <a:cubicBezTo>
                    <a:pt x="225" y="80"/>
                    <a:pt x="225" y="80"/>
                    <a:pt x="225" y="80"/>
                  </a:cubicBezTo>
                  <a:cubicBezTo>
                    <a:pt x="219" y="80"/>
                    <a:pt x="219" y="80"/>
                    <a:pt x="219" y="80"/>
                  </a:cubicBezTo>
                  <a:cubicBezTo>
                    <a:pt x="208" y="52"/>
                    <a:pt x="208" y="52"/>
                    <a:pt x="208" y="52"/>
                  </a:cubicBezTo>
                  <a:cubicBezTo>
                    <a:pt x="208" y="52"/>
                    <a:pt x="208" y="52"/>
                    <a:pt x="208" y="52"/>
                  </a:cubicBezTo>
                  <a:cubicBezTo>
                    <a:pt x="208" y="80"/>
                    <a:pt x="208" y="80"/>
                    <a:pt x="208" y="80"/>
                  </a:cubicBezTo>
                  <a:cubicBezTo>
                    <a:pt x="212" y="80"/>
                    <a:pt x="212" y="80"/>
                    <a:pt x="212" y="80"/>
                  </a:cubicBezTo>
                  <a:cubicBezTo>
                    <a:pt x="212" y="84"/>
                    <a:pt x="212" y="84"/>
                    <a:pt x="212" y="84"/>
                  </a:cubicBezTo>
                  <a:cubicBezTo>
                    <a:pt x="196" y="84"/>
                    <a:pt x="196" y="84"/>
                    <a:pt x="196" y="84"/>
                  </a:cubicBezTo>
                  <a:cubicBezTo>
                    <a:pt x="196" y="80"/>
                    <a:pt x="196" y="80"/>
                    <a:pt x="196" y="80"/>
                  </a:cubicBezTo>
                  <a:cubicBezTo>
                    <a:pt x="198" y="80"/>
                    <a:pt x="198" y="80"/>
                    <a:pt x="198" y="80"/>
                  </a:cubicBezTo>
                  <a:cubicBezTo>
                    <a:pt x="199" y="80"/>
                    <a:pt x="199" y="79"/>
                    <a:pt x="199" y="77"/>
                  </a:cubicBezTo>
                  <a:cubicBezTo>
                    <a:pt x="201" y="46"/>
                    <a:pt x="201" y="46"/>
                    <a:pt x="201" y="46"/>
                  </a:cubicBezTo>
                  <a:cubicBezTo>
                    <a:pt x="196" y="45"/>
                    <a:pt x="196" y="45"/>
                    <a:pt x="196" y="45"/>
                  </a:cubicBezTo>
                  <a:cubicBezTo>
                    <a:pt x="196" y="40"/>
                    <a:pt x="196" y="40"/>
                    <a:pt x="196" y="40"/>
                  </a:cubicBezTo>
                  <a:cubicBezTo>
                    <a:pt x="211" y="40"/>
                    <a:pt x="211" y="40"/>
                    <a:pt x="211" y="40"/>
                  </a:cubicBezTo>
                  <a:cubicBezTo>
                    <a:pt x="222" y="72"/>
                    <a:pt x="222" y="72"/>
                    <a:pt x="222" y="72"/>
                  </a:cubicBezTo>
                  <a:cubicBezTo>
                    <a:pt x="222" y="72"/>
                    <a:pt x="222" y="72"/>
                    <a:pt x="222" y="72"/>
                  </a:cubicBezTo>
                  <a:lnTo>
                    <a:pt x="234" y="40"/>
                  </a:lnTo>
                  <a:close/>
                  <a:moveTo>
                    <a:pt x="120" y="80"/>
                  </a:moveTo>
                  <a:cubicBezTo>
                    <a:pt x="122" y="80"/>
                    <a:pt x="122" y="80"/>
                    <a:pt x="122" y="80"/>
                  </a:cubicBezTo>
                  <a:cubicBezTo>
                    <a:pt x="124" y="80"/>
                    <a:pt x="124" y="79"/>
                    <a:pt x="124" y="78"/>
                  </a:cubicBezTo>
                  <a:cubicBezTo>
                    <a:pt x="124" y="46"/>
                    <a:pt x="124" y="46"/>
                    <a:pt x="124" y="46"/>
                  </a:cubicBezTo>
                  <a:cubicBezTo>
                    <a:pt x="120" y="45"/>
                    <a:pt x="120" y="45"/>
                    <a:pt x="120" y="45"/>
                  </a:cubicBezTo>
                  <a:cubicBezTo>
                    <a:pt x="120" y="40"/>
                    <a:pt x="120" y="40"/>
                    <a:pt x="120" y="40"/>
                  </a:cubicBezTo>
                  <a:cubicBezTo>
                    <a:pt x="152" y="40"/>
                    <a:pt x="152" y="40"/>
                    <a:pt x="152" y="40"/>
                  </a:cubicBezTo>
                  <a:cubicBezTo>
                    <a:pt x="152" y="50"/>
                    <a:pt x="152" y="50"/>
                    <a:pt x="152" y="50"/>
                  </a:cubicBezTo>
                  <a:cubicBezTo>
                    <a:pt x="144" y="51"/>
                    <a:pt x="144" y="51"/>
                    <a:pt x="144" y="51"/>
                  </a:cubicBezTo>
                  <a:cubicBezTo>
                    <a:pt x="144" y="48"/>
                    <a:pt x="144" y="48"/>
                    <a:pt x="144" y="48"/>
                  </a:cubicBezTo>
                  <a:cubicBezTo>
                    <a:pt x="144" y="47"/>
                    <a:pt x="145" y="48"/>
                    <a:pt x="143" y="48"/>
                  </a:cubicBezTo>
                  <a:cubicBezTo>
                    <a:pt x="132" y="48"/>
                    <a:pt x="132" y="48"/>
                    <a:pt x="132" y="48"/>
                  </a:cubicBezTo>
                  <a:cubicBezTo>
                    <a:pt x="132" y="60"/>
                    <a:pt x="132" y="60"/>
                    <a:pt x="132" y="60"/>
                  </a:cubicBezTo>
                  <a:cubicBezTo>
                    <a:pt x="148" y="60"/>
                    <a:pt x="148" y="60"/>
                    <a:pt x="148" y="60"/>
                  </a:cubicBezTo>
                  <a:cubicBezTo>
                    <a:pt x="148" y="64"/>
                    <a:pt x="148" y="64"/>
                    <a:pt x="148" y="64"/>
                  </a:cubicBezTo>
                  <a:cubicBezTo>
                    <a:pt x="132" y="64"/>
                    <a:pt x="132" y="64"/>
                    <a:pt x="132" y="64"/>
                  </a:cubicBezTo>
                  <a:cubicBezTo>
                    <a:pt x="132" y="80"/>
                    <a:pt x="132" y="80"/>
                    <a:pt x="132" y="80"/>
                  </a:cubicBezTo>
                  <a:cubicBezTo>
                    <a:pt x="136" y="80"/>
                    <a:pt x="136" y="80"/>
                    <a:pt x="136" y="80"/>
                  </a:cubicBezTo>
                  <a:cubicBezTo>
                    <a:pt x="136" y="84"/>
                    <a:pt x="136" y="84"/>
                    <a:pt x="136" y="84"/>
                  </a:cubicBezTo>
                  <a:cubicBezTo>
                    <a:pt x="120" y="84"/>
                    <a:pt x="120" y="84"/>
                    <a:pt x="120" y="84"/>
                  </a:cubicBezTo>
                  <a:lnTo>
                    <a:pt x="120" y="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 name="Freeform 301"/>
            <p:cNvSpPr>
              <a:spLocks/>
            </p:cNvSpPr>
            <p:nvPr/>
          </p:nvSpPr>
          <p:spPr bwMode="auto">
            <a:xfrm>
              <a:off x="11158538" y="3730625"/>
              <a:ext cx="23813" cy="23813"/>
            </a:xfrm>
            <a:custGeom>
              <a:avLst/>
              <a:gdLst>
                <a:gd name="T0" fmla="*/ 8 w 18"/>
                <a:gd name="T1" fmla="*/ 1 h 19"/>
                <a:gd name="T2" fmla="*/ 3 w 18"/>
                <a:gd name="T3" fmla="*/ 0 h 19"/>
                <a:gd name="T4" fmla="*/ 0 w 18"/>
                <a:gd name="T5" fmla="*/ 17 h 19"/>
                <a:gd name="T6" fmla="*/ 5 w 18"/>
                <a:gd name="T7" fmla="*/ 18 h 19"/>
                <a:gd name="T8" fmla="*/ 16 w 18"/>
                <a:gd name="T9" fmla="*/ 11 h 19"/>
                <a:gd name="T10" fmla="*/ 8 w 18"/>
                <a:gd name="T11" fmla="*/ 1 h 19"/>
              </a:gdLst>
              <a:ahLst/>
              <a:cxnLst>
                <a:cxn ang="0">
                  <a:pos x="T0" y="T1"/>
                </a:cxn>
                <a:cxn ang="0">
                  <a:pos x="T2" y="T3"/>
                </a:cxn>
                <a:cxn ang="0">
                  <a:pos x="T4" y="T5"/>
                </a:cxn>
                <a:cxn ang="0">
                  <a:pos x="T6" y="T7"/>
                </a:cxn>
                <a:cxn ang="0">
                  <a:pos x="T8" y="T9"/>
                </a:cxn>
                <a:cxn ang="0">
                  <a:pos x="T10" y="T11"/>
                </a:cxn>
              </a:cxnLst>
              <a:rect l="0" t="0" r="r" b="b"/>
              <a:pathLst>
                <a:path w="18" h="19">
                  <a:moveTo>
                    <a:pt x="8" y="1"/>
                  </a:moveTo>
                  <a:cubicBezTo>
                    <a:pt x="3" y="0"/>
                    <a:pt x="3" y="0"/>
                    <a:pt x="3" y="0"/>
                  </a:cubicBezTo>
                  <a:cubicBezTo>
                    <a:pt x="0" y="17"/>
                    <a:pt x="0" y="17"/>
                    <a:pt x="0" y="17"/>
                  </a:cubicBezTo>
                  <a:cubicBezTo>
                    <a:pt x="5" y="18"/>
                    <a:pt x="5" y="18"/>
                    <a:pt x="5" y="18"/>
                  </a:cubicBezTo>
                  <a:cubicBezTo>
                    <a:pt x="11" y="19"/>
                    <a:pt x="15" y="17"/>
                    <a:pt x="16" y="11"/>
                  </a:cubicBezTo>
                  <a:cubicBezTo>
                    <a:pt x="18" y="4"/>
                    <a:pt x="14" y="2"/>
                    <a:pt x="8"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 name="Freeform 302"/>
            <p:cNvSpPr>
              <a:spLocks/>
            </p:cNvSpPr>
            <p:nvPr/>
          </p:nvSpPr>
          <p:spPr bwMode="auto">
            <a:xfrm>
              <a:off x="11206163" y="3741738"/>
              <a:ext cx="15875" cy="26988"/>
            </a:xfrm>
            <a:custGeom>
              <a:avLst/>
              <a:gdLst>
                <a:gd name="T0" fmla="*/ 7 w 10"/>
                <a:gd name="T1" fmla="*/ 0 h 17"/>
                <a:gd name="T2" fmla="*/ 0 w 10"/>
                <a:gd name="T3" fmla="*/ 15 h 17"/>
                <a:gd name="T4" fmla="*/ 10 w 10"/>
                <a:gd name="T5" fmla="*/ 17 h 17"/>
                <a:gd name="T6" fmla="*/ 7 w 10"/>
                <a:gd name="T7" fmla="*/ 0 h 17"/>
                <a:gd name="T8" fmla="*/ 7 w 10"/>
                <a:gd name="T9" fmla="*/ 0 h 17"/>
              </a:gdLst>
              <a:ahLst/>
              <a:cxnLst>
                <a:cxn ang="0">
                  <a:pos x="T0" y="T1"/>
                </a:cxn>
                <a:cxn ang="0">
                  <a:pos x="T2" y="T3"/>
                </a:cxn>
                <a:cxn ang="0">
                  <a:pos x="T4" y="T5"/>
                </a:cxn>
                <a:cxn ang="0">
                  <a:pos x="T6" y="T7"/>
                </a:cxn>
                <a:cxn ang="0">
                  <a:pos x="T8" y="T9"/>
                </a:cxn>
              </a:cxnLst>
              <a:rect l="0" t="0" r="r" b="b"/>
              <a:pathLst>
                <a:path w="10" h="17">
                  <a:moveTo>
                    <a:pt x="7" y="0"/>
                  </a:moveTo>
                  <a:lnTo>
                    <a:pt x="0" y="15"/>
                  </a:lnTo>
                  <a:lnTo>
                    <a:pt x="10" y="17"/>
                  </a:lnTo>
                  <a:lnTo>
                    <a:pt x="7" y="0"/>
                  </a:lnTo>
                  <a:lnTo>
                    <a:pt x="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 name="Freeform 303"/>
            <p:cNvSpPr>
              <a:spLocks/>
            </p:cNvSpPr>
            <p:nvPr/>
          </p:nvSpPr>
          <p:spPr bwMode="auto">
            <a:xfrm>
              <a:off x="11379201" y="3771900"/>
              <a:ext cx="30163" cy="46038"/>
            </a:xfrm>
            <a:custGeom>
              <a:avLst/>
              <a:gdLst>
                <a:gd name="T0" fmla="*/ 15 w 24"/>
                <a:gd name="T1" fmla="*/ 1 h 35"/>
                <a:gd name="T2" fmla="*/ 1 w 24"/>
                <a:gd name="T3" fmla="*/ 15 h 35"/>
                <a:gd name="T4" fmla="*/ 10 w 24"/>
                <a:gd name="T5" fmla="*/ 34 h 35"/>
                <a:gd name="T6" fmla="*/ 23 w 24"/>
                <a:gd name="T7" fmla="*/ 20 h 35"/>
                <a:gd name="T8" fmla="*/ 15 w 24"/>
                <a:gd name="T9" fmla="*/ 1 h 35"/>
              </a:gdLst>
              <a:ahLst/>
              <a:cxnLst>
                <a:cxn ang="0">
                  <a:pos x="T0" y="T1"/>
                </a:cxn>
                <a:cxn ang="0">
                  <a:pos x="T2" y="T3"/>
                </a:cxn>
                <a:cxn ang="0">
                  <a:pos x="T4" y="T5"/>
                </a:cxn>
                <a:cxn ang="0">
                  <a:pos x="T6" y="T7"/>
                </a:cxn>
                <a:cxn ang="0">
                  <a:pos x="T8" y="T9"/>
                </a:cxn>
              </a:cxnLst>
              <a:rect l="0" t="0" r="r" b="b"/>
              <a:pathLst>
                <a:path w="24" h="35">
                  <a:moveTo>
                    <a:pt x="15" y="1"/>
                  </a:moveTo>
                  <a:cubicBezTo>
                    <a:pt x="7" y="0"/>
                    <a:pt x="3" y="7"/>
                    <a:pt x="1" y="15"/>
                  </a:cubicBezTo>
                  <a:cubicBezTo>
                    <a:pt x="0" y="23"/>
                    <a:pt x="0" y="32"/>
                    <a:pt x="10" y="34"/>
                  </a:cubicBezTo>
                  <a:cubicBezTo>
                    <a:pt x="18" y="35"/>
                    <a:pt x="22" y="28"/>
                    <a:pt x="23" y="20"/>
                  </a:cubicBezTo>
                  <a:cubicBezTo>
                    <a:pt x="24" y="13"/>
                    <a:pt x="24" y="3"/>
                    <a:pt x="1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 name="Freeform 304"/>
            <p:cNvSpPr>
              <a:spLocks noEditPoints="1"/>
            </p:cNvSpPr>
            <p:nvPr/>
          </p:nvSpPr>
          <p:spPr bwMode="auto">
            <a:xfrm>
              <a:off x="11018838" y="3665538"/>
              <a:ext cx="517525" cy="223838"/>
            </a:xfrm>
            <a:custGeom>
              <a:avLst/>
              <a:gdLst>
                <a:gd name="T0" fmla="*/ 87 w 395"/>
                <a:gd name="T1" fmla="*/ 118 h 171"/>
                <a:gd name="T2" fmla="*/ 109 w 395"/>
                <a:gd name="T3" fmla="*/ 0 h 171"/>
                <a:gd name="T4" fmla="*/ 104 w 395"/>
                <a:gd name="T5" fmla="*/ 82 h 171"/>
                <a:gd name="T6" fmla="*/ 91 w 395"/>
                <a:gd name="T7" fmla="*/ 85 h 171"/>
                <a:gd name="T8" fmla="*/ 96 w 395"/>
                <a:gd name="T9" fmla="*/ 78 h 171"/>
                <a:gd name="T10" fmla="*/ 100 w 395"/>
                <a:gd name="T11" fmla="*/ 41 h 171"/>
                <a:gd name="T12" fmla="*/ 112 w 395"/>
                <a:gd name="T13" fmla="*/ 73 h 171"/>
                <a:gd name="T14" fmla="*/ 152 w 395"/>
                <a:gd name="T15" fmla="*/ 91 h 171"/>
                <a:gd name="T16" fmla="*/ 155 w 395"/>
                <a:gd name="T17" fmla="*/ 84 h 171"/>
                <a:gd name="T18" fmla="*/ 140 w 395"/>
                <a:gd name="T19" fmla="*/ 89 h 171"/>
                <a:gd name="T20" fmla="*/ 125 w 395"/>
                <a:gd name="T21" fmla="*/ 86 h 171"/>
                <a:gd name="T22" fmla="*/ 146 w 395"/>
                <a:gd name="T23" fmla="*/ 55 h 171"/>
                <a:gd name="T24" fmla="*/ 158 w 395"/>
                <a:gd name="T25" fmla="*/ 52 h 171"/>
                <a:gd name="T26" fmla="*/ 167 w 395"/>
                <a:gd name="T27" fmla="*/ 99 h 171"/>
                <a:gd name="T28" fmla="*/ 186 w 395"/>
                <a:gd name="T29" fmla="*/ 68 h 171"/>
                <a:gd name="T30" fmla="*/ 185 w 395"/>
                <a:gd name="T31" fmla="*/ 103 h 171"/>
                <a:gd name="T32" fmla="*/ 180 w 395"/>
                <a:gd name="T33" fmla="*/ 88 h 171"/>
                <a:gd name="T34" fmla="*/ 186 w 395"/>
                <a:gd name="T35" fmla="*/ 97 h 171"/>
                <a:gd name="T36" fmla="*/ 178 w 395"/>
                <a:gd name="T37" fmla="*/ 68 h 171"/>
                <a:gd name="T38" fmla="*/ 206 w 395"/>
                <a:gd name="T39" fmla="*/ 73 h 171"/>
                <a:gd name="T40" fmla="*/ 199 w 395"/>
                <a:gd name="T41" fmla="*/ 66 h 171"/>
                <a:gd name="T42" fmla="*/ 222 w 395"/>
                <a:gd name="T43" fmla="*/ 75 h 171"/>
                <a:gd name="T44" fmla="*/ 220 w 395"/>
                <a:gd name="T45" fmla="*/ 110 h 171"/>
                <a:gd name="T46" fmla="*/ 216 w 395"/>
                <a:gd name="T47" fmla="*/ 95 h 171"/>
                <a:gd name="T48" fmla="*/ 221 w 395"/>
                <a:gd name="T49" fmla="*/ 103 h 171"/>
                <a:gd name="T50" fmla="*/ 213 w 395"/>
                <a:gd name="T51" fmla="*/ 74 h 171"/>
                <a:gd name="T52" fmla="*/ 241 w 395"/>
                <a:gd name="T53" fmla="*/ 79 h 171"/>
                <a:gd name="T54" fmla="*/ 235 w 395"/>
                <a:gd name="T55" fmla="*/ 72 h 171"/>
                <a:gd name="T56" fmla="*/ 261 w 395"/>
                <a:gd name="T57" fmla="*/ 78 h 171"/>
                <a:gd name="T58" fmla="*/ 258 w 395"/>
                <a:gd name="T59" fmla="*/ 116 h 171"/>
                <a:gd name="T60" fmla="*/ 245 w 395"/>
                <a:gd name="T61" fmla="*/ 108 h 171"/>
                <a:gd name="T62" fmla="*/ 250 w 395"/>
                <a:gd name="T63" fmla="*/ 74 h 171"/>
                <a:gd name="T64" fmla="*/ 265 w 395"/>
                <a:gd name="T65" fmla="*/ 77 h 171"/>
                <a:gd name="T66" fmla="*/ 268 w 395"/>
                <a:gd name="T67" fmla="*/ 95 h 171"/>
                <a:gd name="T68" fmla="*/ 316 w 395"/>
                <a:gd name="T69" fmla="*/ 86 h 171"/>
                <a:gd name="T70" fmla="*/ 342 w 395"/>
                <a:gd name="T71" fmla="*/ 118 h 171"/>
                <a:gd name="T72" fmla="*/ 343 w 395"/>
                <a:gd name="T73" fmla="*/ 91 h 171"/>
                <a:gd name="T74" fmla="*/ 358 w 395"/>
                <a:gd name="T75" fmla="*/ 94 h 171"/>
                <a:gd name="T76" fmla="*/ 347 w 395"/>
                <a:gd name="T77" fmla="*/ 133 h 171"/>
                <a:gd name="T78" fmla="*/ 326 w 395"/>
                <a:gd name="T79" fmla="*/ 95 h 171"/>
                <a:gd name="T80" fmla="*/ 323 w 395"/>
                <a:gd name="T81" fmla="*/ 128 h 171"/>
                <a:gd name="T82" fmla="*/ 311 w 395"/>
                <a:gd name="T83" fmla="*/ 120 h 171"/>
                <a:gd name="T84" fmla="*/ 316 w 395"/>
                <a:gd name="T85" fmla="*/ 86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95" h="171">
                  <a:moveTo>
                    <a:pt x="109" y="0"/>
                  </a:moveTo>
                  <a:cubicBezTo>
                    <a:pt x="0" y="40"/>
                    <a:pt x="0" y="40"/>
                    <a:pt x="0" y="40"/>
                  </a:cubicBezTo>
                  <a:cubicBezTo>
                    <a:pt x="87" y="118"/>
                    <a:pt x="87" y="118"/>
                    <a:pt x="87" y="118"/>
                  </a:cubicBezTo>
                  <a:cubicBezTo>
                    <a:pt x="373" y="171"/>
                    <a:pt x="373" y="171"/>
                    <a:pt x="373" y="171"/>
                  </a:cubicBezTo>
                  <a:cubicBezTo>
                    <a:pt x="395" y="53"/>
                    <a:pt x="395" y="53"/>
                    <a:pt x="395" y="53"/>
                  </a:cubicBezTo>
                  <a:lnTo>
                    <a:pt x="109" y="0"/>
                  </a:lnTo>
                  <a:close/>
                  <a:moveTo>
                    <a:pt x="112" y="73"/>
                  </a:moveTo>
                  <a:cubicBezTo>
                    <a:pt x="106" y="72"/>
                    <a:pt x="106" y="72"/>
                    <a:pt x="106" y="72"/>
                  </a:cubicBezTo>
                  <a:cubicBezTo>
                    <a:pt x="104" y="82"/>
                    <a:pt x="104" y="82"/>
                    <a:pt x="104" y="82"/>
                  </a:cubicBezTo>
                  <a:cubicBezTo>
                    <a:pt x="110" y="83"/>
                    <a:pt x="110" y="83"/>
                    <a:pt x="110" y="83"/>
                  </a:cubicBezTo>
                  <a:cubicBezTo>
                    <a:pt x="109" y="88"/>
                    <a:pt x="109" y="88"/>
                    <a:pt x="109" y="88"/>
                  </a:cubicBezTo>
                  <a:cubicBezTo>
                    <a:pt x="91" y="85"/>
                    <a:pt x="91" y="85"/>
                    <a:pt x="91" y="85"/>
                  </a:cubicBezTo>
                  <a:cubicBezTo>
                    <a:pt x="92" y="80"/>
                    <a:pt x="92" y="80"/>
                    <a:pt x="92" y="80"/>
                  </a:cubicBezTo>
                  <a:cubicBezTo>
                    <a:pt x="95" y="80"/>
                    <a:pt x="95" y="80"/>
                    <a:pt x="95" y="80"/>
                  </a:cubicBezTo>
                  <a:cubicBezTo>
                    <a:pt x="96" y="80"/>
                    <a:pt x="96" y="80"/>
                    <a:pt x="96" y="78"/>
                  </a:cubicBezTo>
                  <a:cubicBezTo>
                    <a:pt x="102" y="47"/>
                    <a:pt x="102" y="47"/>
                    <a:pt x="102" y="47"/>
                  </a:cubicBezTo>
                  <a:cubicBezTo>
                    <a:pt x="99" y="46"/>
                    <a:pt x="99" y="46"/>
                    <a:pt x="99" y="46"/>
                  </a:cubicBezTo>
                  <a:cubicBezTo>
                    <a:pt x="100" y="41"/>
                    <a:pt x="100" y="41"/>
                    <a:pt x="100" y="41"/>
                  </a:cubicBezTo>
                  <a:cubicBezTo>
                    <a:pt x="119" y="44"/>
                    <a:pt x="119" y="44"/>
                    <a:pt x="119" y="44"/>
                  </a:cubicBezTo>
                  <a:cubicBezTo>
                    <a:pt x="129" y="46"/>
                    <a:pt x="134" y="52"/>
                    <a:pt x="132" y="61"/>
                  </a:cubicBezTo>
                  <a:cubicBezTo>
                    <a:pt x="130" y="71"/>
                    <a:pt x="122" y="75"/>
                    <a:pt x="112" y="73"/>
                  </a:cubicBezTo>
                  <a:close/>
                  <a:moveTo>
                    <a:pt x="167" y="99"/>
                  </a:moveTo>
                  <a:cubicBezTo>
                    <a:pt x="152" y="96"/>
                    <a:pt x="152" y="96"/>
                    <a:pt x="152" y="96"/>
                  </a:cubicBezTo>
                  <a:cubicBezTo>
                    <a:pt x="152" y="91"/>
                    <a:pt x="152" y="91"/>
                    <a:pt x="152" y="91"/>
                  </a:cubicBezTo>
                  <a:cubicBezTo>
                    <a:pt x="155" y="91"/>
                    <a:pt x="155" y="91"/>
                    <a:pt x="155" y="91"/>
                  </a:cubicBezTo>
                  <a:cubicBezTo>
                    <a:pt x="156" y="91"/>
                    <a:pt x="157" y="91"/>
                    <a:pt x="156" y="90"/>
                  </a:cubicBezTo>
                  <a:cubicBezTo>
                    <a:pt x="155" y="84"/>
                    <a:pt x="155" y="84"/>
                    <a:pt x="155" y="84"/>
                  </a:cubicBezTo>
                  <a:cubicBezTo>
                    <a:pt x="140" y="81"/>
                    <a:pt x="140" y="81"/>
                    <a:pt x="140" y="81"/>
                  </a:cubicBezTo>
                  <a:cubicBezTo>
                    <a:pt x="136" y="88"/>
                    <a:pt x="136" y="88"/>
                    <a:pt x="136" y="88"/>
                  </a:cubicBezTo>
                  <a:cubicBezTo>
                    <a:pt x="140" y="89"/>
                    <a:pt x="140" y="89"/>
                    <a:pt x="140" y="89"/>
                  </a:cubicBezTo>
                  <a:cubicBezTo>
                    <a:pt x="139" y="94"/>
                    <a:pt x="139" y="94"/>
                    <a:pt x="139" y="94"/>
                  </a:cubicBezTo>
                  <a:cubicBezTo>
                    <a:pt x="124" y="91"/>
                    <a:pt x="124" y="91"/>
                    <a:pt x="124" y="91"/>
                  </a:cubicBezTo>
                  <a:cubicBezTo>
                    <a:pt x="125" y="86"/>
                    <a:pt x="125" y="86"/>
                    <a:pt x="125" y="86"/>
                  </a:cubicBezTo>
                  <a:cubicBezTo>
                    <a:pt x="127" y="86"/>
                    <a:pt x="127" y="86"/>
                    <a:pt x="127" y="86"/>
                  </a:cubicBezTo>
                  <a:cubicBezTo>
                    <a:pt x="129" y="86"/>
                    <a:pt x="129" y="86"/>
                    <a:pt x="130" y="85"/>
                  </a:cubicBezTo>
                  <a:cubicBezTo>
                    <a:pt x="146" y="55"/>
                    <a:pt x="146" y="55"/>
                    <a:pt x="146" y="55"/>
                  </a:cubicBezTo>
                  <a:cubicBezTo>
                    <a:pt x="143" y="54"/>
                    <a:pt x="143" y="54"/>
                    <a:pt x="143" y="54"/>
                  </a:cubicBezTo>
                  <a:cubicBezTo>
                    <a:pt x="144" y="49"/>
                    <a:pt x="144" y="49"/>
                    <a:pt x="144" y="49"/>
                  </a:cubicBezTo>
                  <a:cubicBezTo>
                    <a:pt x="158" y="52"/>
                    <a:pt x="158" y="52"/>
                    <a:pt x="158" y="52"/>
                  </a:cubicBezTo>
                  <a:cubicBezTo>
                    <a:pt x="165" y="93"/>
                    <a:pt x="165" y="93"/>
                    <a:pt x="165" y="93"/>
                  </a:cubicBezTo>
                  <a:cubicBezTo>
                    <a:pt x="168" y="94"/>
                    <a:pt x="168" y="94"/>
                    <a:pt x="168" y="94"/>
                  </a:cubicBezTo>
                  <a:lnTo>
                    <a:pt x="167" y="99"/>
                  </a:lnTo>
                  <a:close/>
                  <a:moveTo>
                    <a:pt x="199" y="66"/>
                  </a:moveTo>
                  <a:cubicBezTo>
                    <a:pt x="198" y="65"/>
                    <a:pt x="196" y="64"/>
                    <a:pt x="195" y="64"/>
                  </a:cubicBezTo>
                  <a:cubicBezTo>
                    <a:pt x="191" y="63"/>
                    <a:pt x="187" y="64"/>
                    <a:pt x="186" y="68"/>
                  </a:cubicBezTo>
                  <a:cubicBezTo>
                    <a:pt x="185" y="73"/>
                    <a:pt x="189" y="75"/>
                    <a:pt x="194" y="77"/>
                  </a:cubicBezTo>
                  <a:cubicBezTo>
                    <a:pt x="200" y="80"/>
                    <a:pt x="205" y="84"/>
                    <a:pt x="204" y="93"/>
                  </a:cubicBezTo>
                  <a:cubicBezTo>
                    <a:pt x="202" y="101"/>
                    <a:pt x="195" y="105"/>
                    <a:pt x="185" y="103"/>
                  </a:cubicBezTo>
                  <a:cubicBezTo>
                    <a:pt x="180" y="102"/>
                    <a:pt x="175" y="101"/>
                    <a:pt x="172" y="98"/>
                  </a:cubicBezTo>
                  <a:cubicBezTo>
                    <a:pt x="174" y="88"/>
                    <a:pt x="174" y="88"/>
                    <a:pt x="174" y="88"/>
                  </a:cubicBezTo>
                  <a:cubicBezTo>
                    <a:pt x="180" y="88"/>
                    <a:pt x="180" y="88"/>
                    <a:pt x="180" y="88"/>
                  </a:cubicBezTo>
                  <a:cubicBezTo>
                    <a:pt x="180" y="93"/>
                    <a:pt x="180" y="93"/>
                    <a:pt x="180" y="93"/>
                  </a:cubicBezTo>
                  <a:cubicBezTo>
                    <a:pt x="179" y="94"/>
                    <a:pt x="180" y="95"/>
                    <a:pt x="180" y="95"/>
                  </a:cubicBezTo>
                  <a:cubicBezTo>
                    <a:pt x="181" y="96"/>
                    <a:pt x="184" y="96"/>
                    <a:pt x="186" y="97"/>
                  </a:cubicBezTo>
                  <a:cubicBezTo>
                    <a:pt x="190" y="97"/>
                    <a:pt x="194" y="97"/>
                    <a:pt x="195" y="92"/>
                  </a:cubicBezTo>
                  <a:cubicBezTo>
                    <a:pt x="196" y="87"/>
                    <a:pt x="192" y="85"/>
                    <a:pt x="188" y="83"/>
                  </a:cubicBezTo>
                  <a:cubicBezTo>
                    <a:pt x="182" y="80"/>
                    <a:pt x="176" y="76"/>
                    <a:pt x="178" y="68"/>
                  </a:cubicBezTo>
                  <a:cubicBezTo>
                    <a:pt x="179" y="60"/>
                    <a:pt x="186" y="56"/>
                    <a:pt x="196" y="58"/>
                  </a:cubicBezTo>
                  <a:cubicBezTo>
                    <a:pt x="200" y="58"/>
                    <a:pt x="205" y="60"/>
                    <a:pt x="208" y="62"/>
                  </a:cubicBezTo>
                  <a:cubicBezTo>
                    <a:pt x="206" y="73"/>
                    <a:pt x="206" y="73"/>
                    <a:pt x="206" y="73"/>
                  </a:cubicBezTo>
                  <a:cubicBezTo>
                    <a:pt x="199" y="72"/>
                    <a:pt x="199" y="72"/>
                    <a:pt x="199" y="72"/>
                  </a:cubicBezTo>
                  <a:cubicBezTo>
                    <a:pt x="200" y="68"/>
                    <a:pt x="200" y="68"/>
                    <a:pt x="200" y="68"/>
                  </a:cubicBezTo>
                  <a:cubicBezTo>
                    <a:pt x="200" y="67"/>
                    <a:pt x="200" y="66"/>
                    <a:pt x="199" y="66"/>
                  </a:cubicBezTo>
                  <a:close/>
                  <a:moveTo>
                    <a:pt x="235" y="72"/>
                  </a:moveTo>
                  <a:cubicBezTo>
                    <a:pt x="234" y="72"/>
                    <a:pt x="232" y="71"/>
                    <a:pt x="230" y="71"/>
                  </a:cubicBezTo>
                  <a:cubicBezTo>
                    <a:pt x="227" y="70"/>
                    <a:pt x="223" y="71"/>
                    <a:pt x="222" y="75"/>
                  </a:cubicBezTo>
                  <a:cubicBezTo>
                    <a:pt x="221" y="79"/>
                    <a:pt x="225" y="81"/>
                    <a:pt x="229" y="84"/>
                  </a:cubicBezTo>
                  <a:cubicBezTo>
                    <a:pt x="235" y="87"/>
                    <a:pt x="241" y="90"/>
                    <a:pt x="239" y="99"/>
                  </a:cubicBezTo>
                  <a:cubicBezTo>
                    <a:pt x="238" y="108"/>
                    <a:pt x="231" y="112"/>
                    <a:pt x="220" y="110"/>
                  </a:cubicBezTo>
                  <a:cubicBezTo>
                    <a:pt x="216" y="109"/>
                    <a:pt x="211" y="107"/>
                    <a:pt x="208" y="105"/>
                  </a:cubicBezTo>
                  <a:cubicBezTo>
                    <a:pt x="210" y="94"/>
                    <a:pt x="210" y="94"/>
                    <a:pt x="210" y="94"/>
                  </a:cubicBezTo>
                  <a:cubicBezTo>
                    <a:pt x="216" y="95"/>
                    <a:pt x="216" y="95"/>
                    <a:pt x="216" y="95"/>
                  </a:cubicBezTo>
                  <a:cubicBezTo>
                    <a:pt x="215" y="99"/>
                    <a:pt x="215" y="99"/>
                    <a:pt x="215" y="99"/>
                  </a:cubicBezTo>
                  <a:cubicBezTo>
                    <a:pt x="215" y="101"/>
                    <a:pt x="215" y="101"/>
                    <a:pt x="216" y="102"/>
                  </a:cubicBezTo>
                  <a:cubicBezTo>
                    <a:pt x="217" y="102"/>
                    <a:pt x="219" y="103"/>
                    <a:pt x="221" y="103"/>
                  </a:cubicBezTo>
                  <a:cubicBezTo>
                    <a:pt x="226" y="104"/>
                    <a:pt x="230" y="103"/>
                    <a:pt x="231" y="98"/>
                  </a:cubicBezTo>
                  <a:cubicBezTo>
                    <a:pt x="232" y="94"/>
                    <a:pt x="228" y="92"/>
                    <a:pt x="224" y="90"/>
                  </a:cubicBezTo>
                  <a:cubicBezTo>
                    <a:pt x="218" y="87"/>
                    <a:pt x="212" y="83"/>
                    <a:pt x="213" y="74"/>
                  </a:cubicBezTo>
                  <a:cubicBezTo>
                    <a:pt x="215" y="66"/>
                    <a:pt x="222" y="62"/>
                    <a:pt x="231" y="64"/>
                  </a:cubicBezTo>
                  <a:cubicBezTo>
                    <a:pt x="236" y="65"/>
                    <a:pt x="240" y="67"/>
                    <a:pt x="243" y="69"/>
                  </a:cubicBezTo>
                  <a:cubicBezTo>
                    <a:pt x="241" y="79"/>
                    <a:pt x="241" y="79"/>
                    <a:pt x="241" y="79"/>
                  </a:cubicBezTo>
                  <a:cubicBezTo>
                    <a:pt x="235" y="79"/>
                    <a:pt x="235" y="79"/>
                    <a:pt x="235" y="79"/>
                  </a:cubicBezTo>
                  <a:cubicBezTo>
                    <a:pt x="236" y="74"/>
                    <a:pt x="236" y="74"/>
                    <a:pt x="236" y="74"/>
                  </a:cubicBezTo>
                  <a:cubicBezTo>
                    <a:pt x="236" y="73"/>
                    <a:pt x="236" y="73"/>
                    <a:pt x="235" y="72"/>
                  </a:cubicBezTo>
                  <a:close/>
                  <a:moveTo>
                    <a:pt x="265" y="77"/>
                  </a:moveTo>
                  <a:cubicBezTo>
                    <a:pt x="263" y="76"/>
                    <a:pt x="263" y="76"/>
                    <a:pt x="263" y="76"/>
                  </a:cubicBezTo>
                  <a:cubicBezTo>
                    <a:pt x="262" y="76"/>
                    <a:pt x="262" y="77"/>
                    <a:pt x="261" y="78"/>
                  </a:cubicBezTo>
                  <a:cubicBezTo>
                    <a:pt x="255" y="110"/>
                    <a:pt x="255" y="110"/>
                    <a:pt x="255" y="110"/>
                  </a:cubicBezTo>
                  <a:cubicBezTo>
                    <a:pt x="259" y="111"/>
                    <a:pt x="259" y="111"/>
                    <a:pt x="259" y="111"/>
                  </a:cubicBezTo>
                  <a:cubicBezTo>
                    <a:pt x="258" y="116"/>
                    <a:pt x="258" y="116"/>
                    <a:pt x="258" y="116"/>
                  </a:cubicBezTo>
                  <a:cubicBezTo>
                    <a:pt x="242" y="113"/>
                    <a:pt x="242" y="113"/>
                    <a:pt x="242" y="113"/>
                  </a:cubicBezTo>
                  <a:cubicBezTo>
                    <a:pt x="243" y="108"/>
                    <a:pt x="243" y="108"/>
                    <a:pt x="243" y="108"/>
                  </a:cubicBezTo>
                  <a:cubicBezTo>
                    <a:pt x="245" y="108"/>
                    <a:pt x="245" y="108"/>
                    <a:pt x="245" y="108"/>
                  </a:cubicBezTo>
                  <a:cubicBezTo>
                    <a:pt x="247" y="108"/>
                    <a:pt x="247" y="108"/>
                    <a:pt x="248" y="106"/>
                  </a:cubicBezTo>
                  <a:cubicBezTo>
                    <a:pt x="253" y="75"/>
                    <a:pt x="253" y="75"/>
                    <a:pt x="253" y="75"/>
                  </a:cubicBezTo>
                  <a:cubicBezTo>
                    <a:pt x="250" y="74"/>
                    <a:pt x="250" y="74"/>
                    <a:pt x="250" y="74"/>
                  </a:cubicBezTo>
                  <a:cubicBezTo>
                    <a:pt x="251" y="69"/>
                    <a:pt x="251" y="69"/>
                    <a:pt x="251" y="69"/>
                  </a:cubicBezTo>
                  <a:cubicBezTo>
                    <a:pt x="266" y="72"/>
                    <a:pt x="266" y="72"/>
                    <a:pt x="266" y="72"/>
                  </a:cubicBezTo>
                  <a:lnTo>
                    <a:pt x="265" y="77"/>
                  </a:lnTo>
                  <a:close/>
                  <a:moveTo>
                    <a:pt x="307" y="102"/>
                  </a:moveTo>
                  <a:cubicBezTo>
                    <a:pt x="304" y="117"/>
                    <a:pt x="295" y="124"/>
                    <a:pt x="283" y="121"/>
                  </a:cubicBezTo>
                  <a:cubicBezTo>
                    <a:pt x="271" y="119"/>
                    <a:pt x="265" y="110"/>
                    <a:pt x="268" y="95"/>
                  </a:cubicBezTo>
                  <a:cubicBezTo>
                    <a:pt x="271" y="78"/>
                    <a:pt x="283" y="74"/>
                    <a:pt x="292" y="75"/>
                  </a:cubicBezTo>
                  <a:cubicBezTo>
                    <a:pt x="302" y="77"/>
                    <a:pt x="310" y="85"/>
                    <a:pt x="307" y="102"/>
                  </a:cubicBezTo>
                  <a:close/>
                  <a:moveTo>
                    <a:pt x="316" y="86"/>
                  </a:moveTo>
                  <a:cubicBezTo>
                    <a:pt x="317" y="81"/>
                    <a:pt x="317" y="81"/>
                    <a:pt x="317" y="81"/>
                  </a:cubicBezTo>
                  <a:cubicBezTo>
                    <a:pt x="329" y="83"/>
                    <a:pt x="329" y="83"/>
                    <a:pt x="329" y="83"/>
                  </a:cubicBezTo>
                  <a:cubicBezTo>
                    <a:pt x="342" y="118"/>
                    <a:pt x="342" y="118"/>
                    <a:pt x="342" y="118"/>
                  </a:cubicBezTo>
                  <a:cubicBezTo>
                    <a:pt x="342" y="118"/>
                    <a:pt x="342" y="118"/>
                    <a:pt x="342" y="118"/>
                  </a:cubicBezTo>
                  <a:cubicBezTo>
                    <a:pt x="347" y="92"/>
                    <a:pt x="347" y="92"/>
                    <a:pt x="347" y="92"/>
                  </a:cubicBezTo>
                  <a:cubicBezTo>
                    <a:pt x="343" y="91"/>
                    <a:pt x="343" y="91"/>
                    <a:pt x="343" y="91"/>
                  </a:cubicBezTo>
                  <a:cubicBezTo>
                    <a:pt x="344" y="86"/>
                    <a:pt x="344" y="86"/>
                    <a:pt x="344" y="86"/>
                  </a:cubicBezTo>
                  <a:cubicBezTo>
                    <a:pt x="359" y="89"/>
                    <a:pt x="359" y="89"/>
                    <a:pt x="359" y="89"/>
                  </a:cubicBezTo>
                  <a:cubicBezTo>
                    <a:pt x="358" y="94"/>
                    <a:pt x="358" y="94"/>
                    <a:pt x="358" y="94"/>
                  </a:cubicBezTo>
                  <a:cubicBezTo>
                    <a:pt x="356" y="94"/>
                    <a:pt x="356" y="94"/>
                    <a:pt x="356" y="94"/>
                  </a:cubicBezTo>
                  <a:cubicBezTo>
                    <a:pt x="355" y="94"/>
                    <a:pt x="354" y="94"/>
                    <a:pt x="354" y="95"/>
                  </a:cubicBezTo>
                  <a:cubicBezTo>
                    <a:pt x="347" y="133"/>
                    <a:pt x="347" y="133"/>
                    <a:pt x="347" y="133"/>
                  </a:cubicBezTo>
                  <a:cubicBezTo>
                    <a:pt x="340" y="131"/>
                    <a:pt x="340" y="131"/>
                    <a:pt x="340" y="131"/>
                  </a:cubicBezTo>
                  <a:cubicBezTo>
                    <a:pt x="326" y="95"/>
                    <a:pt x="326" y="95"/>
                    <a:pt x="326" y="95"/>
                  </a:cubicBezTo>
                  <a:cubicBezTo>
                    <a:pt x="326" y="95"/>
                    <a:pt x="326" y="95"/>
                    <a:pt x="326" y="95"/>
                  </a:cubicBezTo>
                  <a:cubicBezTo>
                    <a:pt x="321" y="122"/>
                    <a:pt x="321" y="122"/>
                    <a:pt x="321" y="122"/>
                  </a:cubicBezTo>
                  <a:cubicBezTo>
                    <a:pt x="324" y="123"/>
                    <a:pt x="324" y="123"/>
                    <a:pt x="324" y="123"/>
                  </a:cubicBezTo>
                  <a:cubicBezTo>
                    <a:pt x="323" y="128"/>
                    <a:pt x="323" y="128"/>
                    <a:pt x="323" y="128"/>
                  </a:cubicBezTo>
                  <a:cubicBezTo>
                    <a:pt x="308" y="125"/>
                    <a:pt x="308" y="125"/>
                    <a:pt x="308" y="125"/>
                  </a:cubicBezTo>
                  <a:cubicBezTo>
                    <a:pt x="309" y="120"/>
                    <a:pt x="309" y="120"/>
                    <a:pt x="309" y="120"/>
                  </a:cubicBezTo>
                  <a:cubicBezTo>
                    <a:pt x="311" y="120"/>
                    <a:pt x="311" y="120"/>
                    <a:pt x="311" y="120"/>
                  </a:cubicBezTo>
                  <a:cubicBezTo>
                    <a:pt x="313" y="120"/>
                    <a:pt x="313" y="120"/>
                    <a:pt x="313" y="119"/>
                  </a:cubicBezTo>
                  <a:cubicBezTo>
                    <a:pt x="319" y="87"/>
                    <a:pt x="319" y="87"/>
                    <a:pt x="319" y="87"/>
                  </a:cubicBezTo>
                  <a:lnTo>
                    <a:pt x="316" y="8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 name="Freeform 305"/>
            <p:cNvSpPr>
              <a:spLocks/>
            </p:cNvSpPr>
            <p:nvPr/>
          </p:nvSpPr>
          <p:spPr bwMode="auto">
            <a:xfrm>
              <a:off x="10772776" y="3157538"/>
              <a:ext cx="30163" cy="31750"/>
            </a:xfrm>
            <a:custGeom>
              <a:avLst/>
              <a:gdLst>
                <a:gd name="T0" fmla="*/ 4 w 23"/>
                <a:gd name="T1" fmla="*/ 5 h 24"/>
                <a:gd name="T2" fmla="*/ 0 w 23"/>
                <a:gd name="T3" fmla="*/ 14 h 24"/>
                <a:gd name="T4" fmla="*/ 9 w 23"/>
                <a:gd name="T5" fmla="*/ 24 h 24"/>
                <a:gd name="T6" fmla="*/ 17 w 23"/>
                <a:gd name="T7" fmla="*/ 21 h 24"/>
                <a:gd name="T8" fmla="*/ 23 w 23"/>
                <a:gd name="T9" fmla="*/ 13 h 24"/>
                <a:gd name="T10" fmla="*/ 23 w 23"/>
                <a:gd name="T11" fmla="*/ 7 h 24"/>
                <a:gd name="T12" fmla="*/ 19 w 23"/>
                <a:gd name="T13" fmla="*/ 3 h 24"/>
                <a:gd name="T14" fmla="*/ 12 w 23"/>
                <a:gd name="T15" fmla="*/ 0 h 24"/>
                <a:gd name="T16" fmla="*/ 4 w 23"/>
                <a:gd name="T17" fmla="*/ 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24">
                  <a:moveTo>
                    <a:pt x="4" y="5"/>
                  </a:moveTo>
                  <a:cubicBezTo>
                    <a:pt x="1" y="8"/>
                    <a:pt x="0" y="11"/>
                    <a:pt x="0" y="14"/>
                  </a:cubicBezTo>
                  <a:cubicBezTo>
                    <a:pt x="0" y="21"/>
                    <a:pt x="3" y="24"/>
                    <a:pt x="9" y="24"/>
                  </a:cubicBezTo>
                  <a:cubicBezTo>
                    <a:pt x="11" y="24"/>
                    <a:pt x="14" y="23"/>
                    <a:pt x="17" y="21"/>
                  </a:cubicBezTo>
                  <a:cubicBezTo>
                    <a:pt x="20" y="19"/>
                    <a:pt x="22" y="16"/>
                    <a:pt x="23" y="13"/>
                  </a:cubicBezTo>
                  <a:cubicBezTo>
                    <a:pt x="23" y="7"/>
                    <a:pt x="23" y="7"/>
                    <a:pt x="23" y="7"/>
                  </a:cubicBezTo>
                  <a:cubicBezTo>
                    <a:pt x="23" y="6"/>
                    <a:pt x="22" y="4"/>
                    <a:pt x="19" y="3"/>
                  </a:cubicBezTo>
                  <a:cubicBezTo>
                    <a:pt x="16" y="1"/>
                    <a:pt x="14" y="0"/>
                    <a:pt x="12" y="0"/>
                  </a:cubicBezTo>
                  <a:cubicBezTo>
                    <a:pt x="9" y="0"/>
                    <a:pt x="6" y="1"/>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 name="Freeform 306"/>
            <p:cNvSpPr>
              <a:spLocks/>
            </p:cNvSpPr>
            <p:nvPr/>
          </p:nvSpPr>
          <p:spPr bwMode="auto">
            <a:xfrm>
              <a:off x="10782301" y="3027363"/>
              <a:ext cx="39688" cy="111125"/>
            </a:xfrm>
            <a:custGeom>
              <a:avLst/>
              <a:gdLst>
                <a:gd name="T0" fmla="*/ 17 w 31"/>
                <a:gd name="T1" fmla="*/ 75 h 85"/>
                <a:gd name="T2" fmla="*/ 21 w 31"/>
                <a:gd name="T3" fmla="*/ 53 h 85"/>
                <a:gd name="T4" fmla="*/ 28 w 31"/>
                <a:gd name="T5" fmla="*/ 25 h 85"/>
                <a:gd name="T6" fmla="*/ 31 w 31"/>
                <a:gd name="T7" fmla="*/ 8 h 85"/>
                <a:gd name="T8" fmla="*/ 28 w 31"/>
                <a:gd name="T9" fmla="*/ 2 h 85"/>
                <a:gd name="T10" fmla="*/ 22 w 31"/>
                <a:gd name="T11" fmla="*/ 0 h 85"/>
                <a:gd name="T12" fmla="*/ 14 w 31"/>
                <a:gd name="T13" fmla="*/ 3 h 85"/>
                <a:gd name="T14" fmla="*/ 9 w 31"/>
                <a:gd name="T15" fmla="*/ 12 h 85"/>
                <a:gd name="T16" fmla="*/ 8 w 31"/>
                <a:gd name="T17" fmla="*/ 19 h 85"/>
                <a:gd name="T18" fmla="*/ 4 w 31"/>
                <a:gd name="T19" fmla="*/ 48 h 85"/>
                <a:gd name="T20" fmla="*/ 1 w 31"/>
                <a:gd name="T21" fmla="*/ 82 h 85"/>
                <a:gd name="T22" fmla="*/ 14 w 31"/>
                <a:gd name="T23" fmla="*/ 85 h 85"/>
                <a:gd name="T24" fmla="*/ 17 w 31"/>
                <a:gd name="T25" fmla="*/ 7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85">
                  <a:moveTo>
                    <a:pt x="17" y="75"/>
                  </a:moveTo>
                  <a:cubicBezTo>
                    <a:pt x="17" y="69"/>
                    <a:pt x="19" y="62"/>
                    <a:pt x="21" y="53"/>
                  </a:cubicBezTo>
                  <a:cubicBezTo>
                    <a:pt x="23" y="45"/>
                    <a:pt x="25" y="35"/>
                    <a:pt x="28" y="25"/>
                  </a:cubicBezTo>
                  <a:cubicBezTo>
                    <a:pt x="30" y="15"/>
                    <a:pt x="31" y="9"/>
                    <a:pt x="31" y="8"/>
                  </a:cubicBezTo>
                  <a:cubicBezTo>
                    <a:pt x="31" y="6"/>
                    <a:pt x="30" y="4"/>
                    <a:pt x="28" y="2"/>
                  </a:cubicBezTo>
                  <a:cubicBezTo>
                    <a:pt x="26" y="0"/>
                    <a:pt x="24" y="0"/>
                    <a:pt x="22" y="0"/>
                  </a:cubicBezTo>
                  <a:cubicBezTo>
                    <a:pt x="19" y="0"/>
                    <a:pt x="17" y="1"/>
                    <a:pt x="14" y="3"/>
                  </a:cubicBezTo>
                  <a:cubicBezTo>
                    <a:pt x="11" y="5"/>
                    <a:pt x="9" y="8"/>
                    <a:pt x="9" y="12"/>
                  </a:cubicBezTo>
                  <a:cubicBezTo>
                    <a:pt x="8" y="16"/>
                    <a:pt x="8" y="19"/>
                    <a:pt x="8" y="19"/>
                  </a:cubicBezTo>
                  <a:cubicBezTo>
                    <a:pt x="8" y="26"/>
                    <a:pt x="6" y="35"/>
                    <a:pt x="4" y="48"/>
                  </a:cubicBezTo>
                  <a:cubicBezTo>
                    <a:pt x="1" y="59"/>
                    <a:pt x="0" y="71"/>
                    <a:pt x="1" y="82"/>
                  </a:cubicBezTo>
                  <a:cubicBezTo>
                    <a:pt x="4" y="84"/>
                    <a:pt x="9" y="85"/>
                    <a:pt x="14" y="85"/>
                  </a:cubicBezTo>
                  <a:cubicBezTo>
                    <a:pt x="16" y="82"/>
                    <a:pt x="17" y="79"/>
                    <a:pt x="17"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 name="Freeform 307"/>
            <p:cNvSpPr>
              <a:spLocks/>
            </p:cNvSpPr>
            <p:nvPr/>
          </p:nvSpPr>
          <p:spPr bwMode="auto">
            <a:xfrm>
              <a:off x="10850563" y="3167063"/>
              <a:ext cx="36513" cy="30163"/>
            </a:xfrm>
            <a:custGeom>
              <a:avLst/>
              <a:gdLst>
                <a:gd name="T0" fmla="*/ 6 w 29"/>
                <a:gd name="T1" fmla="*/ 3 h 23"/>
                <a:gd name="T2" fmla="*/ 0 w 29"/>
                <a:gd name="T3" fmla="*/ 12 h 23"/>
                <a:gd name="T4" fmla="*/ 3 w 29"/>
                <a:gd name="T5" fmla="*/ 19 h 23"/>
                <a:gd name="T6" fmla="*/ 12 w 29"/>
                <a:gd name="T7" fmla="*/ 23 h 23"/>
                <a:gd name="T8" fmla="*/ 23 w 29"/>
                <a:gd name="T9" fmla="*/ 19 h 23"/>
                <a:gd name="T10" fmla="*/ 29 w 29"/>
                <a:gd name="T11" fmla="*/ 10 h 23"/>
                <a:gd name="T12" fmla="*/ 21 w 29"/>
                <a:gd name="T13" fmla="*/ 3 h 23"/>
                <a:gd name="T14" fmla="*/ 14 w 29"/>
                <a:gd name="T15" fmla="*/ 0 h 23"/>
                <a:gd name="T16" fmla="*/ 8 w 29"/>
                <a:gd name="T17" fmla="*/ 1 h 23"/>
                <a:gd name="T18" fmla="*/ 6 w 29"/>
                <a:gd name="T19" fmla="*/ 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23">
                  <a:moveTo>
                    <a:pt x="6" y="3"/>
                  </a:moveTo>
                  <a:cubicBezTo>
                    <a:pt x="2" y="6"/>
                    <a:pt x="0" y="9"/>
                    <a:pt x="0" y="12"/>
                  </a:cubicBezTo>
                  <a:cubicBezTo>
                    <a:pt x="0" y="15"/>
                    <a:pt x="1" y="17"/>
                    <a:pt x="3" y="19"/>
                  </a:cubicBezTo>
                  <a:cubicBezTo>
                    <a:pt x="6" y="22"/>
                    <a:pt x="9" y="23"/>
                    <a:pt x="12" y="23"/>
                  </a:cubicBezTo>
                  <a:cubicBezTo>
                    <a:pt x="16" y="23"/>
                    <a:pt x="19" y="21"/>
                    <a:pt x="23" y="19"/>
                  </a:cubicBezTo>
                  <a:cubicBezTo>
                    <a:pt x="27" y="16"/>
                    <a:pt x="29" y="13"/>
                    <a:pt x="29" y="10"/>
                  </a:cubicBezTo>
                  <a:cubicBezTo>
                    <a:pt x="29" y="5"/>
                    <a:pt x="26" y="3"/>
                    <a:pt x="21" y="3"/>
                  </a:cubicBezTo>
                  <a:cubicBezTo>
                    <a:pt x="19" y="1"/>
                    <a:pt x="16" y="0"/>
                    <a:pt x="14" y="0"/>
                  </a:cubicBezTo>
                  <a:cubicBezTo>
                    <a:pt x="12" y="0"/>
                    <a:pt x="10" y="0"/>
                    <a:pt x="8" y="1"/>
                  </a:cubicBezTo>
                  <a:cubicBezTo>
                    <a:pt x="8" y="2"/>
                    <a:pt x="7" y="2"/>
                    <a:pt x="6"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 name="Freeform 308"/>
            <p:cNvSpPr>
              <a:spLocks/>
            </p:cNvSpPr>
            <p:nvPr/>
          </p:nvSpPr>
          <p:spPr bwMode="auto">
            <a:xfrm>
              <a:off x="10860088" y="3022600"/>
              <a:ext cx="92075" cy="127000"/>
            </a:xfrm>
            <a:custGeom>
              <a:avLst/>
              <a:gdLst>
                <a:gd name="T0" fmla="*/ 5 w 70"/>
                <a:gd name="T1" fmla="*/ 14 h 97"/>
                <a:gd name="T2" fmla="*/ 0 w 70"/>
                <a:gd name="T3" fmla="*/ 24 h 97"/>
                <a:gd name="T4" fmla="*/ 8 w 70"/>
                <a:gd name="T5" fmla="*/ 32 h 97"/>
                <a:gd name="T6" fmla="*/ 21 w 70"/>
                <a:gd name="T7" fmla="*/ 24 h 97"/>
                <a:gd name="T8" fmla="*/ 25 w 70"/>
                <a:gd name="T9" fmla="*/ 20 h 97"/>
                <a:gd name="T10" fmla="*/ 37 w 70"/>
                <a:gd name="T11" fmla="*/ 18 h 97"/>
                <a:gd name="T12" fmla="*/ 44 w 70"/>
                <a:gd name="T13" fmla="*/ 19 h 97"/>
                <a:gd name="T14" fmla="*/ 48 w 70"/>
                <a:gd name="T15" fmla="*/ 21 h 97"/>
                <a:gd name="T16" fmla="*/ 50 w 70"/>
                <a:gd name="T17" fmla="*/ 27 h 97"/>
                <a:gd name="T18" fmla="*/ 52 w 70"/>
                <a:gd name="T19" fmla="*/ 35 h 97"/>
                <a:gd name="T20" fmla="*/ 50 w 70"/>
                <a:gd name="T21" fmla="*/ 43 h 97"/>
                <a:gd name="T22" fmla="*/ 45 w 70"/>
                <a:gd name="T23" fmla="*/ 48 h 97"/>
                <a:gd name="T24" fmla="*/ 33 w 70"/>
                <a:gd name="T25" fmla="*/ 53 h 97"/>
                <a:gd name="T26" fmla="*/ 18 w 70"/>
                <a:gd name="T27" fmla="*/ 59 h 97"/>
                <a:gd name="T28" fmla="*/ 10 w 70"/>
                <a:gd name="T29" fmla="*/ 65 h 97"/>
                <a:gd name="T30" fmla="*/ 3 w 70"/>
                <a:gd name="T31" fmla="*/ 79 h 97"/>
                <a:gd name="T32" fmla="*/ 2 w 70"/>
                <a:gd name="T33" fmla="*/ 87 h 97"/>
                <a:gd name="T34" fmla="*/ 4 w 70"/>
                <a:gd name="T35" fmla="*/ 94 h 97"/>
                <a:gd name="T36" fmla="*/ 7 w 70"/>
                <a:gd name="T37" fmla="*/ 97 h 97"/>
                <a:gd name="T38" fmla="*/ 18 w 70"/>
                <a:gd name="T39" fmla="*/ 95 h 97"/>
                <a:gd name="T40" fmla="*/ 22 w 70"/>
                <a:gd name="T41" fmla="*/ 88 h 97"/>
                <a:gd name="T42" fmla="*/ 26 w 70"/>
                <a:gd name="T43" fmla="*/ 74 h 97"/>
                <a:gd name="T44" fmla="*/ 54 w 70"/>
                <a:gd name="T45" fmla="*/ 64 h 97"/>
                <a:gd name="T46" fmla="*/ 65 w 70"/>
                <a:gd name="T47" fmla="*/ 52 h 97"/>
                <a:gd name="T48" fmla="*/ 70 w 70"/>
                <a:gd name="T49" fmla="*/ 32 h 97"/>
                <a:gd name="T50" fmla="*/ 70 w 70"/>
                <a:gd name="T51" fmla="*/ 32 h 97"/>
                <a:gd name="T52" fmla="*/ 68 w 70"/>
                <a:gd name="T53" fmla="*/ 15 h 97"/>
                <a:gd name="T54" fmla="*/ 56 w 70"/>
                <a:gd name="T55" fmla="*/ 3 h 97"/>
                <a:gd name="T56" fmla="*/ 41 w 70"/>
                <a:gd name="T57" fmla="*/ 0 h 97"/>
                <a:gd name="T58" fmla="*/ 31 w 70"/>
                <a:gd name="T59" fmla="*/ 0 h 97"/>
                <a:gd name="T60" fmla="*/ 18 w 70"/>
                <a:gd name="T61" fmla="*/ 4 h 97"/>
                <a:gd name="T62" fmla="*/ 18 w 70"/>
                <a:gd name="T63" fmla="*/ 4 h 97"/>
                <a:gd name="T64" fmla="*/ 5 w 70"/>
                <a:gd name="T65" fmla="*/ 1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0" h="97">
                  <a:moveTo>
                    <a:pt x="5" y="14"/>
                  </a:moveTo>
                  <a:cubicBezTo>
                    <a:pt x="2" y="18"/>
                    <a:pt x="0" y="21"/>
                    <a:pt x="0" y="24"/>
                  </a:cubicBezTo>
                  <a:cubicBezTo>
                    <a:pt x="0" y="29"/>
                    <a:pt x="3" y="32"/>
                    <a:pt x="8" y="32"/>
                  </a:cubicBezTo>
                  <a:cubicBezTo>
                    <a:pt x="16" y="32"/>
                    <a:pt x="20" y="29"/>
                    <a:pt x="21" y="24"/>
                  </a:cubicBezTo>
                  <a:cubicBezTo>
                    <a:pt x="22" y="23"/>
                    <a:pt x="23" y="21"/>
                    <a:pt x="25" y="20"/>
                  </a:cubicBezTo>
                  <a:cubicBezTo>
                    <a:pt x="27" y="18"/>
                    <a:pt x="31" y="18"/>
                    <a:pt x="37" y="18"/>
                  </a:cubicBezTo>
                  <a:cubicBezTo>
                    <a:pt x="39" y="18"/>
                    <a:pt x="42" y="18"/>
                    <a:pt x="44" y="19"/>
                  </a:cubicBezTo>
                  <a:cubicBezTo>
                    <a:pt x="46" y="19"/>
                    <a:pt x="47" y="20"/>
                    <a:pt x="48" y="21"/>
                  </a:cubicBezTo>
                  <a:cubicBezTo>
                    <a:pt x="49" y="22"/>
                    <a:pt x="49" y="24"/>
                    <a:pt x="50" y="27"/>
                  </a:cubicBezTo>
                  <a:cubicBezTo>
                    <a:pt x="51" y="30"/>
                    <a:pt x="52" y="33"/>
                    <a:pt x="52" y="35"/>
                  </a:cubicBezTo>
                  <a:cubicBezTo>
                    <a:pt x="52" y="37"/>
                    <a:pt x="51" y="40"/>
                    <a:pt x="50" y="43"/>
                  </a:cubicBezTo>
                  <a:cubicBezTo>
                    <a:pt x="48" y="46"/>
                    <a:pt x="47" y="48"/>
                    <a:pt x="45" y="48"/>
                  </a:cubicBezTo>
                  <a:cubicBezTo>
                    <a:pt x="33" y="53"/>
                    <a:pt x="33" y="53"/>
                    <a:pt x="33" y="53"/>
                  </a:cubicBezTo>
                  <a:cubicBezTo>
                    <a:pt x="26" y="56"/>
                    <a:pt x="21" y="58"/>
                    <a:pt x="18" y="59"/>
                  </a:cubicBezTo>
                  <a:cubicBezTo>
                    <a:pt x="16" y="61"/>
                    <a:pt x="13" y="63"/>
                    <a:pt x="10" y="65"/>
                  </a:cubicBezTo>
                  <a:cubicBezTo>
                    <a:pt x="6" y="72"/>
                    <a:pt x="4" y="77"/>
                    <a:pt x="3" y="79"/>
                  </a:cubicBezTo>
                  <a:cubicBezTo>
                    <a:pt x="3" y="81"/>
                    <a:pt x="2" y="84"/>
                    <a:pt x="2" y="87"/>
                  </a:cubicBezTo>
                  <a:cubicBezTo>
                    <a:pt x="2" y="89"/>
                    <a:pt x="3" y="91"/>
                    <a:pt x="4" y="94"/>
                  </a:cubicBezTo>
                  <a:cubicBezTo>
                    <a:pt x="4" y="96"/>
                    <a:pt x="6" y="97"/>
                    <a:pt x="7" y="97"/>
                  </a:cubicBezTo>
                  <a:cubicBezTo>
                    <a:pt x="12" y="97"/>
                    <a:pt x="16" y="96"/>
                    <a:pt x="18" y="95"/>
                  </a:cubicBezTo>
                  <a:cubicBezTo>
                    <a:pt x="20" y="94"/>
                    <a:pt x="21" y="91"/>
                    <a:pt x="22" y="88"/>
                  </a:cubicBezTo>
                  <a:cubicBezTo>
                    <a:pt x="23" y="83"/>
                    <a:pt x="24" y="78"/>
                    <a:pt x="26" y="74"/>
                  </a:cubicBezTo>
                  <a:cubicBezTo>
                    <a:pt x="40" y="69"/>
                    <a:pt x="49" y="66"/>
                    <a:pt x="54" y="64"/>
                  </a:cubicBezTo>
                  <a:cubicBezTo>
                    <a:pt x="58" y="62"/>
                    <a:pt x="62" y="58"/>
                    <a:pt x="65" y="52"/>
                  </a:cubicBezTo>
                  <a:cubicBezTo>
                    <a:pt x="69" y="47"/>
                    <a:pt x="70" y="40"/>
                    <a:pt x="70" y="32"/>
                  </a:cubicBezTo>
                  <a:cubicBezTo>
                    <a:pt x="70" y="32"/>
                    <a:pt x="70" y="32"/>
                    <a:pt x="70" y="32"/>
                  </a:cubicBezTo>
                  <a:cubicBezTo>
                    <a:pt x="70" y="24"/>
                    <a:pt x="69" y="18"/>
                    <a:pt x="68" y="15"/>
                  </a:cubicBezTo>
                  <a:cubicBezTo>
                    <a:pt x="66" y="11"/>
                    <a:pt x="62" y="7"/>
                    <a:pt x="56" y="3"/>
                  </a:cubicBezTo>
                  <a:cubicBezTo>
                    <a:pt x="52" y="1"/>
                    <a:pt x="47" y="0"/>
                    <a:pt x="41" y="0"/>
                  </a:cubicBezTo>
                  <a:cubicBezTo>
                    <a:pt x="38" y="0"/>
                    <a:pt x="34" y="0"/>
                    <a:pt x="31" y="0"/>
                  </a:cubicBezTo>
                  <a:cubicBezTo>
                    <a:pt x="26" y="0"/>
                    <a:pt x="22" y="0"/>
                    <a:pt x="18" y="4"/>
                  </a:cubicBezTo>
                  <a:cubicBezTo>
                    <a:pt x="18" y="4"/>
                    <a:pt x="18" y="4"/>
                    <a:pt x="18" y="4"/>
                  </a:cubicBezTo>
                  <a:cubicBezTo>
                    <a:pt x="13" y="8"/>
                    <a:pt x="9" y="10"/>
                    <a:pt x="5"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16" name="组合 315"/>
          <p:cNvGrpSpPr/>
          <p:nvPr/>
        </p:nvGrpSpPr>
        <p:grpSpPr>
          <a:xfrm>
            <a:off x="8893176" y="2632075"/>
            <a:ext cx="1382713" cy="1762126"/>
            <a:chOff x="8893176" y="2632075"/>
            <a:chExt cx="1382713" cy="1762126"/>
          </a:xfrm>
          <a:solidFill>
            <a:schemeClr val="tx1">
              <a:lumMod val="65000"/>
              <a:lumOff val="35000"/>
            </a:schemeClr>
          </a:solidFill>
        </p:grpSpPr>
        <p:sp>
          <p:nvSpPr>
            <p:cNvPr id="317" name="Freeform 309"/>
            <p:cNvSpPr>
              <a:spLocks/>
            </p:cNvSpPr>
            <p:nvPr/>
          </p:nvSpPr>
          <p:spPr bwMode="auto">
            <a:xfrm>
              <a:off x="9145588" y="4265613"/>
              <a:ext cx="125413" cy="128588"/>
            </a:xfrm>
            <a:custGeom>
              <a:avLst/>
              <a:gdLst>
                <a:gd name="T0" fmla="*/ 86 w 96"/>
                <a:gd name="T1" fmla="*/ 15 h 99"/>
                <a:gd name="T2" fmla="*/ 72 w 96"/>
                <a:gd name="T3" fmla="*/ 20 h 99"/>
                <a:gd name="T4" fmla="*/ 56 w 96"/>
                <a:gd name="T5" fmla="*/ 12 h 99"/>
                <a:gd name="T6" fmla="*/ 47 w 96"/>
                <a:gd name="T7" fmla="*/ 0 h 99"/>
                <a:gd name="T8" fmla="*/ 0 w 96"/>
                <a:gd name="T9" fmla="*/ 14 h 99"/>
                <a:gd name="T10" fmla="*/ 0 w 96"/>
                <a:gd name="T11" fmla="*/ 50 h 99"/>
                <a:gd name="T12" fmla="*/ 48 w 96"/>
                <a:gd name="T13" fmla="*/ 99 h 99"/>
                <a:gd name="T14" fmla="*/ 96 w 96"/>
                <a:gd name="T15" fmla="*/ 50 h 99"/>
                <a:gd name="T16" fmla="*/ 96 w 96"/>
                <a:gd name="T17" fmla="*/ 3 h 99"/>
                <a:gd name="T18" fmla="*/ 93 w 96"/>
                <a:gd name="T19" fmla="*/ 8 h 99"/>
                <a:gd name="T20" fmla="*/ 86 w 96"/>
                <a:gd name="T21" fmla="*/ 15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6" h="99">
                  <a:moveTo>
                    <a:pt x="86" y="15"/>
                  </a:moveTo>
                  <a:cubicBezTo>
                    <a:pt x="82" y="18"/>
                    <a:pt x="77" y="20"/>
                    <a:pt x="72" y="20"/>
                  </a:cubicBezTo>
                  <a:cubicBezTo>
                    <a:pt x="66" y="20"/>
                    <a:pt x="60" y="17"/>
                    <a:pt x="56" y="12"/>
                  </a:cubicBezTo>
                  <a:cubicBezTo>
                    <a:pt x="47" y="0"/>
                    <a:pt x="47" y="0"/>
                    <a:pt x="47" y="0"/>
                  </a:cubicBezTo>
                  <a:cubicBezTo>
                    <a:pt x="35" y="5"/>
                    <a:pt x="20" y="11"/>
                    <a:pt x="0" y="14"/>
                  </a:cubicBezTo>
                  <a:cubicBezTo>
                    <a:pt x="0" y="50"/>
                    <a:pt x="0" y="50"/>
                    <a:pt x="0" y="50"/>
                  </a:cubicBezTo>
                  <a:cubicBezTo>
                    <a:pt x="0" y="77"/>
                    <a:pt x="21" y="99"/>
                    <a:pt x="48" y="99"/>
                  </a:cubicBezTo>
                  <a:cubicBezTo>
                    <a:pt x="75" y="99"/>
                    <a:pt x="96" y="77"/>
                    <a:pt x="96" y="50"/>
                  </a:cubicBezTo>
                  <a:cubicBezTo>
                    <a:pt x="96" y="3"/>
                    <a:pt x="96" y="3"/>
                    <a:pt x="96" y="3"/>
                  </a:cubicBezTo>
                  <a:cubicBezTo>
                    <a:pt x="96" y="5"/>
                    <a:pt x="94" y="7"/>
                    <a:pt x="93" y="8"/>
                  </a:cubicBezTo>
                  <a:lnTo>
                    <a:pt x="86"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 name="Freeform 310"/>
            <p:cNvSpPr>
              <a:spLocks/>
            </p:cNvSpPr>
            <p:nvPr/>
          </p:nvSpPr>
          <p:spPr bwMode="auto">
            <a:xfrm>
              <a:off x="9253538" y="4162425"/>
              <a:ext cx="17463" cy="77788"/>
            </a:xfrm>
            <a:custGeom>
              <a:avLst/>
              <a:gdLst>
                <a:gd name="T0" fmla="*/ 13 w 14"/>
                <a:gd name="T1" fmla="*/ 58 h 60"/>
                <a:gd name="T2" fmla="*/ 14 w 14"/>
                <a:gd name="T3" fmla="*/ 60 h 60"/>
                <a:gd name="T4" fmla="*/ 14 w 14"/>
                <a:gd name="T5" fmla="*/ 0 h 60"/>
                <a:gd name="T6" fmla="*/ 0 w 14"/>
                <a:gd name="T7" fmla="*/ 43 h 60"/>
                <a:gd name="T8" fmla="*/ 13 w 14"/>
                <a:gd name="T9" fmla="*/ 58 h 60"/>
              </a:gdLst>
              <a:ahLst/>
              <a:cxnLst>
                <a:cxn ang="0">
                  <a:pos x="T0" y="T1"/>
                </a:cxn>
                <a:cxn ang="0">
                  <a:pos x="T2" y="T3"/>
                </a:cxn>
                <a:cxn ang="0">
                  <a:pos x="T4" y="T5"/>
                </a:cxn>
                <a:cxn ang="0">
                  <a:pos x="T6" y="T7"/>
                </a:cxn>
                <a:cxn ang="0">
                  <a:pos x="T8" y="T9"/>
                </a:cxn>
              </a:cxnLst>
              <a:rect l="0" t="0" r="r" b="b"/>
              <a:pathLst>
                <a:path w="14" h="60">
                  <a:moveTo>
                    <a:pt x="13" y="58"/>
                  </a:moveTo>
                  <a:cubicBezTo>
                    <a:pt x="14" y="59"/>
                    <a:pt x="14" y="60"/>
                    <a:pt x="14" y="60"/>
                  </a:cubicBezTo>
                  <a:cubicBezTo>
                    <a:pt x="14" y="0"/>
                    <a:pt x="14" y="0"/>
                    <a:pt x="14" y="0"/>
                  </a:cubicBezTo>
                  <a:cubicBezTo>
                    <a:pt x="10" y="18"/>
                    <a:pt x="4" y="33"/>
                    <a:pt x="0" y="43"/>
                  </a:cubicBezTo>
                  <a:lnTo>
                    <a:pt x="13"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 name="Freeform 311"/>
            <p:cNvSpPr>
              <a:spLocks noEditPoints="1"/>
            </p:cNvSpPr>
            <p:nvPr/>
          </p:nvSpPr>
          <p:spPr bwMode="auto">
            <a:xfrm>
              <a:off x="9167813" y="3154363"/>
              <a:ext cx="234950" cy="234950"/>
            </a:xfrm>
            <a:custGeom>
              <a:avLst/>
              <a:gdLst>
                <a:gd name="T0" fmla="*/ 0 w 180"/>
                <a:gd name="T1" fmla="*/ 90 h 180"/>
                <a:gd name="T2" fmla="*/ 90 w 180"/>
                <a:gd name="T3" fmla="*/ 180 h 180"/>
                <a:gd name="T4" fmla="*/ 180 w 180"/>
                <a:gd name="T5" fmla="*/ 90 h 180"/>
                <a:gd name="T6" fmla="*/ 90 w 180"/>
                <a:gd name="T7" fmla="*/ 0 h 180"/>
                <a:gd name="T8" fmla="*/ 0 w 180"/>
                <a:gd name="T9" fmla="*/ 90 h 180"/>
                <a:gd name="T10" fmla="*/ 146 w 180"/>
                <a:gd name="T11" fmla="*/ 124 h 180"/>
                <a:gd name="T12" fmla="*/ 90 w 180"/>
                <a:gd name="T13" fmla="*/ 155 h 180"/>
                <a:gd name="T14" fmla="*/ 34 w 180"/>
                <a:gd name="T15" fmla="*/ 124 h 180"/>
                <a:gd name="T16" fmla="*/ 146 w 180"/>
                <a:gd name="T17" fmla="*/ 124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0" h="180">
                  <a:moveTo>
                    <a:pt x="0" y="90"/>
                  </a:moveTo>
                  <a:cubicBezTo>
                    <a:pt x="0" y="139"/>
                    <a:pt x="40" y="180"/>
                    <a:pt x="90" y="180"/>
                  </a:cubicBezTo>
                  <a:cubicBezTo>
                    <a:pt x="140" y="180"/>
                    <a:pt x="180" y="139"/>
                    <a:pt x="180" y="90"/>
                  </a:cubicBezTo>
                  <a:cubicBezTo>
                    <a:pt x="180" y="40"/>
                    <a:pt x="140" y="0"/>
                    <a:pt x="90" y="0"/>
                  </a:cubicBezTo>
                  <a:cubicBezTo>
                    <a:pt x="40" y="0"/>
                    <a:pt x="0" y="40"/>
                    <a:pt x="0" y="90"/>
                  </a:cubicBezTo>
                  <a:close/>
                  <a:moveTo>
                    <a:pt x="146" y="124"/>
                  </a:moveTo>
                  <a:cubicBezTo>
                    <a:pt x="134" y="144"/>
                    <a:pt x="114" y="155"/>
                    <a:pt x="90" y="155"/>
                  </a:cubicBezTo>
                  <a:cubicBezTo>
                    <a:pt x="66" y="155"/>
                    <a:pt x="45" y="144"/>
                    <a:pt x="34" y="124"/>
                  </a:cubicBezTo>
                  <a:lnTo>
                    <a:pt x="146" y="1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 name="Freeform 312"/>
            <p:cNvSpPr>
              <a:spLocks/>
            </p:cNvSpPr>
            <p:nvPr/>
          </p:nvSpPr>
          <p:spPr bwMode="auto">
            <a:xfrm>
              <a:off x="9664701" y="4070350"/>
              <a:ext cx="103188" cy="322263"/>
            </a:xfrm>
            <a:custGeom>
              <a:avLst/>
              <a:gdLst>
                <a:gd name="T0" fmla="*/ 0 w 80"/>
                <a:gd name="T1" fmla="*/ 206 h 246"/>
                <a:gd name="T2" fmla="*/ 40 w 80"/>
                <a:gd name="T3" fmla="*/ 246 h 246"/>
                <a:gd name="T4" fmla="*/ 80 w 80"/>
                <a:gd name="T5" fmla="*/ 206 h 246"/>
                <a:gd name="T6" fmla="*/ 80 w 80"/>
                <a:gd name="T7" fmla="*/ 8 h 246"/>
                <a:gd name="T8" fmla="*/ 0 w 80"/>
                <a:gd name="T9" fmla="*/ 0 h 246"/>
                <a:gd name="T10" fmla="*/ 0 w 80"/>
                <a:gd name="T11" fmla="*/ 206 h 246"/>
              </a:gdLst>
              <a:ahLst/>
              <a:cxnLst>
                <a:cxn ang="0">
                  <a:pos x="T0" y="T1"/>
                </a:cxn>
                <a:cxn ang="0">
                  <a:pos x="T2" y="T3"/>
                </a:cxn>
                <a:cxn ang="0">
                  <a:pos x="T4" y="T5"/>
                </a:cxn>
                <a:cxn ang="0">
                  <a:pos x="T6" y="T7"/>
                </a:cxn>
                <a:cxn ang="0">
                  <a:pos x="T8" y="T9"/>
                </a:cxn>
                <a:cxn ang="0">
                  <a:pos x="T10" y="T11"/>
                </a:cxn>
              </a:cxnLst>
              <a:rect l="0" t="0" r="r" b="b"/>
              <a:pathLst>
                <a:path w="80" h="246">
                  <a:moveTo>
                    <a:pt x="0" y="206"/>
                  </a:moveTo>
                  <a:cubicBezTo>
                    <a:pt x="0" y="228"/>
                    <a:pt x="18" y="246"/>
                    <a:pt x="40" y="246"/>
                  </a:cubicBezTo>
                  <a:cubicBezTo>
                    <a:pt x="62" y="246"/>
                    <a:pt x="80" y="228"/>
                    <a:pt x="80" y="206"/>
                  </a:cubicBezTo>
                  <a:cubicBezTo>
                    <a:pt x="80" y="8"/>
                    <a:pt x="80" y="8"/>
                    <a:pt x="80" y="8"/>
                  </a:cubicBezTo>
                  <a:cubicBezTo>
                    <a:pt x="52" y="7"/>
                    <a:pt x="24" y="4"/>
                    <a:pt x="0" y="0"/>
                  </a:cubicBezTo>
                  <a:lnTo>
                    <a:pt x="0" y="2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 name="Freeform 313"/>
            <p:cNvSpPr>
              <a:spLocks/>
            </p:cNvSpPr>
            <p:nvPr/>
          </p:nvSpPr>
          <p:spPr bwMode="auto">
            <a:xfrm>
              <a:off x="9790113" y="4070350"/>
              <a:ext cx="104775" cy="322263"/>
            </a:xfrm>
            <a:custGeom>
              <a:avLst/>
              <a:gdLst>
                <a:gd name="T0" fmla="*/ 0 w 80"/>
                <a:gd name="T1" fmla="*/ 206 h 246"/>
                <a:gd name="T2" fmla="*/ 40 w 80"/>
                <a:gd name="T3" fmla="*/ 246 h 246"/>
                <a:gd name="T4" fmla="*/ 80 w 80"/>
                <a:gd name="T5" fmla="*/ 206 h 246"/>
                <a:gd name="T6" fmla="*/ 80 w 80"/>
                <a:gd name="T7" fmla="*/ 0 h 246"/>
                <a:gd name="T8" fmla="*/ 0 w 80"/>
                <a:gd name="T9" fmla="*/ 8 h 246"/>
                <a:gd name="T10" fmla="*/ 0 w 80"/>
                <a:gd name="T11" fmla="*/ 206 h 246"/>
              </a:gdLst>
              <a:ahLst/>
              <a:cxnLst>
                <a:cxn ang="0">
                  <a:pos x="T0" y="T1"/>
                </a:cxn>
                <a:cxn ang="0">
                  <a:pos x="T2" y="T3"/>
                </a:cxn>
                <a:cxn ang="0">
                  <a:pos x="T4" y="T5"/>
                </a:cxn>
                <a:cxn ang="0">
                  <a:pos x="T6" y="T7"/>
                </a:cxn>
                <a:cxn ang="0">
                  <a:pos x="T8" y="T9"/>
                </a:cxn>
                <a:cxn ang="0">
                  <a:pos x="T10" y="T11"/>
                </a:cxn>
              </a:cxnLst>
              <a:rect l="0" t="0" r="r" b="b"/>
              <a:pathLst>
                <a:path w="80" h="246">
                  <a:moveTo>
                    <a:pt x="0" y="206"/>
                  </a:moveTo>
                  <a:cubicBezTo>
                    <a:pt x="0" y="228"/>
                    <a:pt x="18" y="246"/>
                    <a:pt x="40" y="246"/>
                  </a:cubicBezTo>
                  <a:cubicBezTo>
                    <a:pt x="62" y="246"/>
                    <a:pt x="80" y="228"/>
                    <a:pt x="80" y="206"/>
                  </a:cubicBezTo>
                  <a:cubicBezTo>
                    <a:pt x="80" y="0"/>
                    <a:pt x="80" y="0"/>
                    <a:pt x="80" y="0"/>
                  </a:cubicBezTo>
                  <a:cubicBezTo>
                    <a:pt x="56" y="4"/>
                    <a:pt x="28" y="7"/>
                    <a:pt x="0" y="8"/>
                  </a:cubicBezTo>
                  <a:lnTo>
                    <a:pt x="0" y="2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 name="Freeform 314"/>
            <p:cNvSpPr>
              <a:spLocks/>
            </p:cNvSpPr>
            <p:nvPr/>
          </p:nvSpPr>
          <p:spPr bwMode="auto">
            <a:xfrm>
              <a:off x="9021763" y="3419475"/>
              <a:ext cx="1065213" cy="974725"/>
            </a:xfrm>
            <a:custGeom>
              <a:avLst/>
              <a:gdLst>
                <a:gd name="T0" fmla="*/ 812 w 814"/>
                <a:gd name="T1" fmla="*/ 339 h 745"/>
                <a:gd name="T2" fmla="*/ 681 w 814"/>
                <a:gd name="T3" fmla="*/ 46 h 745"/>
                <a:gd name="T4" fmla="*/ 645 w 814"/>
                <a:gd name="T5" fmla="*/ 30 h 745"/>
                <a:gd name="T6" fmla="*/ 579 w 814"/>
                <a:gd name="T7" fmla="*/ 22 h 745"/>
                <a:gd name="T8" fmla="*/ 514 w 814"/>
                <a:gd name="T9" fmla="*/ 30 h 745"/>
                <a:gd name="T10" fmla="*/ 478 w 814"/>
                <a:gd name="T11" fmla="*/ 46 h 745"/>
                <a:gd name="T12" fmla="*/ 393 w 814"/>
                <a:gd name="T13" fmla="*/ 156 h 745"/>
                <a:gd name="T14" fmla="*/ 337 w 814"/>
                <a:gd name="T15" fmla="*/ 24 h 745"/>
                <a:gd name="T16" fmla="*/ 281 w 814"/>
                <a:gd name="T17" fmla="*/ 0 h 745"/>
                <a:gd name="T18" fmla="*/ 279 w 814"/>
                <a:gd name="T19" fmla="*/ 1 h 745"/>
                <a:gd name="T20" fmla="*/ 125 w 814"/>
                <a:gd name="T21" fmla="*/ 1 h 745"/>
                <a:gd name="T22" fmla="*/ 123 w 814"/>
                <a:gd name="T23" fmla="*/ 0 h 745"/>
                <a:gd name="T24" fmla="*/ 67 w 814"/>
                <a:gd name="T25" fmla="*/ 25 h 745"/>
                <a:gd name="T26" fmla="*/ 8 w 814"/>
                <a:gd name="T27" fmla="*/ 173 h 745"/>
                <a:gd name="T28" fmla="*/ 4 w 814"/>
                <a:gd name="T29" fmla="*/ 352 h 745"/>
                <a:gd name="T30" fmla="*/ 36 w 814"/>
                <a:gd name="T31" fmla="*/ 382 h 745"/>
                <a:gd name="T32" fmla="*/ 38 w 814"/>
                <a:gd name="T33" fmla="*/ 382 h 745"/>
                <a:gd name="T34" fmla="*/ 68 w 814"/>
                <a:gd name="T35" fmla="*/ 348 h 745"/>
                <a:gd name="T36" fmla="*/ 71 w 814"/>
                <a:gd name="T37" fmla="*/ 187 h 745"/>
                <a:gd name="T38" fmla="*/ 95 w 814"/>
                <a:gd name="T39" fmla="*/ 96 h 745"/>
                <a:gd name="T40" fmla="*/ 95 w 814"/>
                <a:gd name="T41" fmla="*/ 228 h 745"/>
                <a:gd name="T42" fmla="*/ 95 w 814"/>
                <a:gd name="T43" fmla="*/ 270 h 745"/>
                <a:gd name="T44" fmla="*/ 120 w 814"/>
                <a:gd name="T45" fmla="*/ 285 h 745"/>
                <a:gd name="T46" fmla="*/ 126 w 814"/>
                <a:gd name="T47" fmla="*/ 299 h 745"/>
                <a:gd name="T48" fmla="*/ 96 w 814"/>
                <a:gd name="T49" fmla="*/ 337 h 745"/>
                <a:gd name="T50" fmla="*/ 95 w 814"/>
                <a:gd name="T51" fmla="*/ 339 h 745"/>
                <a:gd name="T52" fmla="*/ 95 w 814"/>
                <a:gd name="T53" fmla="*/ 390 h 745"/>
                <a:gd name="T54" fmla="*/ 102 w 814"/>
                <a:gd name="T55" fmla="*/ 394 h 745"/>
                <a:gd name="T56" fmla="*/ 184 w 814"/>
                <a:gd name="T57" fmla="*/ 469 h 745"/>
                <a:gd name="T58" fmla="*/ 191 w 814"/>
                <a:gd name="T59" fmla="*/ 487 h 745"/>
                <a:gd name="T60" fmla="*/ 191 w 814"/>
                <a:gd name="T61" fmla="*/ 337 h 745"/>
                <a:gd name="T62" fmla="*/ 211 w 814"/>
                <a:gd name="T63" fmla="*/ 337 h 745"/>
                <a:gd name="T64" fmla="*/ 211 w 814"/>
                <a:gd name="T65" fmla="*/ 696 h 745"/>
                <a:gd name="T66" fmla="*/ 261 w 814"/>
                <a:gd name="T67" fmla="*/ 745 h 745"/>
                <a:gd name="T68" fmla="*/ 311 w 814"/>
                <a:gd name="T69" fmla="*/ 696 h 745"/>
                <a:gd name="T70" fmla="*/ 311 w 814"/>
                <a:gd name="T71" fmla="*/ 304 h 745"/>
                <a:gd name="T72" fmla="*/ 311 w 814"/>
                <a:gd name="T73" fmla="*/ 228 h 745"/>
                <a:gd name="T74" fmla="*/ 311 w 814"/>
                <a:gd name="T75" fmla="*/ 96 h 745"/>
                <a:gd name="T76" fmla="*/ 336 w 814"/>
                <a:gd name="T77" fmla="*/ 348 h 745"/>
                <a:gd name="T78" fmla="*/ 366 w 814"/>
                <a:gd name="T79" fmla="*/ 382 h 745"/>
                <a:gd name="T80" fmla="*/ 368 w 814"/>
                <a:gd name="T81" fmla="*/ 382 h 745"/>
                <a:gd name="T82" fmla="*/ 400 w 814"/>
                <a:gd name="T83" fmla="*/ 352 h 745"/>
                <a:gd name="T84" fmla="*/ 401 w 814"/>
                <a:gd name="T85" fmla="*/ 329 h 745"/>
                <a:gd name="T86" fmla="*/ 457 w 814"/>
                <a:gd name="T87" fmla="*/ 145 h 745"/>
                <a:gd name="T88" fmla="*/ 475 w 814"/>
                <a:gd name="T89" fmla="*/ 119 h 745"/>
                <a:gd name="T90" fmla="*/ 406 w 814"/>
                <a:gd name="T91" fmla="*/ 457 h 745"/>
                <a:gd name="T92" fmla="*/ 579 w 814"/>
                <a:gd name="T93" fmla="*/ 493 h 745"/>
                <a:gd name="T94" fmla="*/ 753 w 814"/>
                <a:gd name="T95" fmla="*/ 457 h 745"/>
                <a:gd name="T96" fmla="*/ 684 w 814"/>
                <a:gd name="T97" fmla="*/ 119 h 745"/>
                <a:gd name="T98" fmla="*/ 702 w 814"/>
                <a:gd name="T99" fmla="*/ 145 h 745"/>
                <a:gd name="T100" fmla="*/ 761 w 814"/>
                <a:gd name="T101" fmla="*/ 346 h 745"/>
                <a:gd name="T102" fmla="*/ 786 w 814"/>
                <a:gd name="T103" fmla="*/ 368 h 745"/>
                <a:gd name="T104" fmla="*/ 790 w 814"/>
                <a:gd name="T105" fmla="*/ 368 h 745"/>
                <a:gd name="T106" fmla="*/ 812 w 814"/>
                <a:gd name="T107" fmla="*/ 339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14" h="745">
                  <a:moveTo>
                    <a:pt x="812" y="339"/>
                  </a:moveTo>
                  <a:cubicBezTo>
                    <a:pt x="786" y="145"/>
                    <a:pt x="723" y="72"/>
                    <a:pt x="681" y="46"/>
                  </a:cubicBezTo>
                  <a:cubicBezTo>
                    <a:pt x="664" y="35"/>
                    <a:pt x="651" y="31"/>
                    <a:pt x="645" y="30"/>
                  </a:cubicBezTo>
                  <a:cubicBezTo>
                    <a:pt x="638" y="29"/>
                    <a:pt x="609" y="22"/>
                    <a:pt x="579" y="22"/>
                  </a:cubicBezTo>
                  <a:cubicBezTo>
                    <a:pt x="550" y="22"/>
                    <a:pt x="521" y="29"/>
                    <a:pt x="514" y="30"/>
                  </a:cubicBezTo>
                  <a:cubicBezTo>
                    <a:pt x="508" y="31"/>
                    <a:pt x="495" y="35"/>
                    <a:pt x="478" y="46"/>
                  </a:cubicBezTo>
                  <a:cubicBezTo>
                    <a:pt x="453" y="61"/>
                    <a:pt x="421" y="93"/>
                    <a:pt x="393" y="156"/>
                  </a:cubicBezTo>
                  <a:cubicBezTo>
                    <a:pt x="383" y="94"/>
                    <a:pt x="365" y="50"/>
                    <a:pt x="337" y="24"/>
                  </a:cubicBezTo>
                  <a:cubicBezTo>
                    <a:pt x="314" y="3"/>
                    <a:pt x="292" y="1"/>
                    <a:pt x="281" y="0"/>
                  </a:cubicBezTo>
                  <a:cubicBezTo>
                    <a:pt x="281" y="0"/>
                    <a:pt x="280" y="1"/>
                    <a:pt x="279" y="1"/>
                  </a:cubicBezTo>
                  <a:cubicBezTo>
                    <a:pt x="125" y="1"/>
                    <a:pt x="125" y="1"/>
                    <a:pt x="125" y="1"/>
                  </a:cubicBezTo>
                  <a:cubicBezTo>
                    <a:pt x="124" y="1"/>
                    <a:pt x="123" y="0"/>
                    <a:pt x="123" y="0"/>
                  </a:cubicBezTo>
                  <a:cubicBezTo>
                    <a:pt x="112" y="1"/>
                    <a:pt x="90" y="4"/>
                    <a:pt x="67" y="25"/>
                  </a:cubicBezTo>
                  <a:cubicBezTo>
                    <a:pt x="37" y="53"/>
                    <a:pt x="17" y="103"/>
                    <a:pt x="8" y="173"/>
                  </a:cubicBezTo>
                  <a:cubicBezTo>
                    <a:pt x="1" y="222"/>
                    <a:pt x="0" y="282"/>
                    <a:pt x="4" y="352"/>
                  </a:cubicBezTo>
                  <a:cubicBezTo>
                    <a:pt x="5" y="369"/>
                    <a:pt x="19" y="382"/>
                    <a:pt x="36" y="382"/>
                  </a:cubicBezTo>
                  <a:cubicBezTo>
                    <a:pt x="37" y="382"/>
                    <a:pt x="37" y="382"/>
                    <a:pt x="38" y="382"/>
                  </a:cubicBezTo>
                  <a:cubicBezTo>
                    <a:pt x="56" y="381"/>
                    <a:pt x="69" y="366"/>
                    <a:pt x="68" y="348"/>
                  </a:cubicBezTo>
                  <a:cubicBezTo>
                    <a:pt x="64" y="280"/>
                    <a:pt x="67" y="228"/>
                    <a:pt x="71" y="187"/>
                  </a:cubicBezTo>
                  <a:cubicBezTo>
                    <a:pt x="76" y="144"/>
                    <a:pt x="83" y="115"/>
                    <a:pt x="95" y="96"/>
                  </a:cubicBezTo>
                  <a:cubicBezTo>
                    <a:pt x="95" y="228"/>
                    <a:pt x="95" y="228"/>
                    <a:pt x="95" y="228"/>
                  </a:cubicBezTo>
                  <a:cubicBezTo>
                    <a:pt x="95" y="270"/>
                    <a:pt x="95" y="270"/>
                    <a:pt x="95" y="270"/>
                  </a:cubicBezTo>
                  <a:cubicBezTo>
                    <a:pt x="103" y="274"/>
                    <a:pt x="115" y="279"/>
                    <a:pt x="120" y="285"/>
                  </a:cubicBezTo>
                  <a:cubicBezTo>
                    <a:pt x="126" y="290"/>
                    <a:pt x="126" y="295"/>
                    <a:pt x="126" y="299"/>
                  </a:cubicBezTo>
                  <a:cubicBezTo>
                    <a:pt x="125" y="313"/>
                    <a:pt x="111" y="325"/>
                    <a:pt x="96" y="337"/>
                  </a:cubicBezTo>
                  <a:cubicBezTo>
                    <a:pt x="96" y="338"/>
                    <a:pt x="95" y="338"/>
                    <a:pt x="95" y="339"/>
                  </a:cubicBezTo>
                  <a:cubicBezTo>
                    <a:pt x="95" y="390"/>
                    <a:pt x="95" y="390"/>
                    <a:pt x="95" y="390"/>
                  </a:cubicBezTo>
                  <a:cubicBezTo>
                    <a:pt x="95" y="391"/>
                    <a:pt x="99" y="393"/>
                    <a:pt x="102" y="394"/>
                  </a:cubicBezTo>
                  <a:cubicBezTo>
                    <a:pt x="125" y="407"/>
                    <a:pt x="158" y="426"/>
                    <a:pt x="184" y="469"/>
                  </a:cubicBezTo>
                  <a:cubicBezTo>
                    <a:pt x="187" y="475"/>
                    <a:pt x="191" y="481"/>
                    <a:pt x="191" y="487"/>
                  </a:cubicBezTo>
                  <a:cubicBezTo>
                    <a:pt x="191" y="337"/>
                    <a:pt x="191" y="337"/>
                    <a:pt x="191" y="337"/>
                  </a:cubicBezTo>
                  <a:cubicBezTo>
                    <a:pt x="211" y="337"/>
                    <a:pt x="211" y="337"/>
                    <a:pt x="211" y="337"/>
                  </a:cubicBezTo>
                  <a:cubicBezTo>
                    <a:pt x="211" y="696"/>
                    <a:pt x="211" y="696"/>
                    <a:pt x="211" y="696"/>
                  </a:cubicBezTo>
                  <a:cubicBezTo>
                    <a:pt x="211" y="723"/>
                    <a:pt x="234" y="745"/>
                    <a:pt x="261" y="745"/>
                  </a:cubicBezTo>
                  <a:cubicBezTo>
                    <a:pt x="288" y="745"/>
                    <a:pt x="311" y="723"/>
                    <a:pt x="311" y="696"/>
                  </a:cubicBezTo>
                  <a:cubicBezTo>
                    <a:pt x="311" y="304"/>
                    <a:pt x="311" y="304"/>
                    <a:pt x="311" y="304"/>
                  </a:cubicBezTo>
                  <a:cubicBezTo>
                    <a:pt x="311" y="228"/>
                    <a:pt x="311" y="228"/>
                    <a:pt x="311" y="228"/>
                  </a:cubicBezTo>
                  <a:cubicBezTo>
                    <a:pt x="311" y="96"/>
                    <a:pt x="311" y="96"/>
                    <a:pt x="311" y="96"/>
                  </a:cubicBezTo>
                  <a:cubicBezTo>
                    <a:pt x="327" y="133"/>
                    <a:pt x="344" y="208"/>
                    <a:pt x="336" y="348"/>
                  </a:cubicBezTo>
                  <a:cubicBezTo>
                    <a:pt x="335" y="366"/>
                    <a:pt x="348" y="381"/>
                    <a:pt x="366" y="382"/>
                  </a:cubicBezTo>
                  <a:cubicBezTo>
                    <a:pt x="367" y="382"/>
                    <a:pt x="367" y="382"/>
                    <a:pt x="368" y="382"/>
                  </a:cubicBezTo>
                  <a:cubicBezTo>
                    <a:pt x="385" y="382"/>
                    <a:pt x="399" y="369"/>
                    <a:pt x="400" y="352"/>
                  </a:cubicBezTo>
                  <a:cubicBezTo>
                    <a:pt x="400" y="344"/>
                    <a:pt x="400" y="336"/>
                    <a:pt x="401" y="329"/>
                  </a:cubicBezTo>
                  <a:cubicBezTo>
                    <a:pt x="414" y="239"/>
                    <a:pt x="436" y="181"/>
                    <a:pt x="457" y="145"/>
                  </a:cubicBezTo>
                  <a:cubicBezTo>
                    <a:pt x="463" y="135"/>
                    <a:pt x="469" y="126"/>
                    <a:pt x="475" y="119"/>
                  </a:cubicBezTo>
                  <a:cubicBezTo>
                    <a:pt x="406" y="457"/>
                    <a:pt x="406" y="457"/>
                    <a:pt x="406" y="457"/>
                  </a:cubicBezTo>
                  <a:cubicBezTo>
                    <a:pt x="406" y="457"/>
                    <a:pt x="466" y="493"/>
                    <a:pt x="579" y="493"/>
                  </a:cubicBezTo>
                  <a:cubicBezTo>
                    <a:pt x="693" y="493"/>
                    <a:pt x="753" y="457"/>
                    <a:pt x="753" y="457"/>
                  </a:cubicBezTo>
                  <a:cubicBezTo>
                    <a:pt x="684" y="119"/>
                    <a:pt x="684" y="119"/>
                    <a:pt x="684" y="119"/>
                  </a:cubicBezTo>
                  <a:cubicBezTo>
                    <a:pt x="690" y="126"/>
                    <a:pt x="696" y="135"/>
                    <a:pt x="702" y="145"/>
                  </a:cubicBezTo>
                  <a:cubicBezTo>
                    <a:pt x="724" y="184"/>
                    <a:pt x="747" y="246"/>
                    <a:pt x="761" y="346"/>
                  </a:cubicBezTo>
                  <a:cubicBezTo>
                    <a:pt x="762" y="359"/>
                    <a:pt x="773" y="368"/>
                    <a:pt x="786" y="368"/>
                  </a:cubicBezTo>
                  <a:cubicBezTo>
                    <a:pt x="787" y="368"/>
                    <a:pt x="789" y="368"/>
                    <a:pt x="790" y="368"/>
                  </a:cubicBezTo>
                  <a:cubicBezTo>
                    <a:pt x="804" y="366"/>
                    <a:pt x="814" y="353"/>
                    <a:pt x="812" y="3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 name="Oval 315"/>
            <p:cNvSpPr>
              <a:spLocks noChangeArrowheads="1"/>
            </p:cNvSpPr>
            <p:nvPr/>
          </p:nvSpPr>
          <p:spPr bwMode="auto">
            <a:xfrm>
              <a:off x="9666288" y="3200400"/>
              <a:ext cx="225425" cy="2254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 name="Freeform 316"/>
            <p:cNvSpPr>
              <a:spLocks/>
            </p:cNvSpPr>
            <p:nvPr/>
          </p:nvSpPr>
          <p:spPr bwMode="auto">
            <a:xfrm>
              <a:off x="9118601" y="3778250"/>
              <a:ext cx="55563" cy="87313"/>
            </a:xfrm>
            <a:custGeom>
              <a:avLst/>
              <a:gdLst>
                <a:gd name="T0" fmla="*/ 2 w 42"/>
                <a:gd name="T1" fmla="*/ 67 h 67"/>
                <a:gd name="T2" fmla="*/ 41 w 42"/>
                <a:gd name="T3" fmla="*/ 24 h 67"/>
                <a:gd name="T4" fmla="*/ 0 w 42"/>
                <a:gd name="T5" fmla="*/ 0 h 67"/>
                <a:gd name="T6" fmla="*/ 2 w 42"/>
                <a:gd name="T7" fmla="*/ 67 h 67"/>
              </a:gdLst>
              <a:ahLst/>
              <a:cxnLst>
                <a:cxn ang="0">
                  <a:pos x="T0" y="T1"/>
                </a:cxn>
                <a:cxn ang="0">
                  <a:pos x="T2" y="T3"/>
                </a:cxn>
                <a:cxn ang="0">
                  <a:pos x="T4" y="T5"/>
                </a:cxn>
                <a:cxn ang="0">
                  <a:pos x="T6" y="T7"/>
                </a:cxn>
              </a:cxnLst>
              <a:rect l="0" t="0" r="r" b="b"/>
              <a:pathLst>
                <a:path w="42" h="67">
                  <a:moveTo>
                    <a:pt x="2" y="67"/>
                  </a:moveTo>
                  <a:cubicBezTo>
                    <a:pt x="17" y="53"/>
                    <a:pt x="40" y="39"/>
                    <a:pt x="41" y="24"/>
                  </a:cubicBezTo>
                  <a:cubicBezTo>
                    <a:pt x="42" y="15"/>
                    <a:pt x="20" y="4"/>
                    <a:pt x="0" y="0"/>
                  </a:cubicBezTo>
                  <a:cubicBezTo>
                    <a:pt x="0" y="20"/>
                    <a:pt x="1" y="42"/>
                    <a:pt x="2"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 name="Freeform 317"/>
            <p:cNvSpPr>
              <a:spLocks/>
            </p:cNvSpPr>
            <p:nvPr/>
          </p:nvSpPr>
          <p:spPr bwMode="auto">
            <a:xfrm>
              <a:off x="8964613" y="3784600"/>
              <a:ext cx="49213" cy="53975"/>
            </a:xfrm>
            <a:custGeom>
              <a:avLst/>
              <a:gdLst>
                <a:gd name="T0" fmla="*/ 7 w 37"/>
                <a:gd name="T1" fmla="*/ 5 h 41"/>
                <a:gd name="T2" fmla="*/ 37 w 37"/>
                <a:gd name="T3" fmla="*/ 41 h 41"/>
                <a:gd name="T4" fmla="*/ 36 w 37"/>
                <a:gd name="T5" fmla="*/ 5 h 41"/>
                <a:gd name="T6" fmla="*/ 7 w 37"/>
                <a:gd name="T7" fmla="*/ 5 h 41"/>
              </a:gdLst>
              <a:ahLst/>
              <a:cxnLst>
                <a:cxn ang="0">
                  <a:pos x="T0" y="T1"/>
                </a:cxn>
                <a:cxn ang="0">
                  <a:pos x="T2" y="T3"/>
                </a:cxn>
                <a:cxn ang="0">
                  <a:pos x="T4" y="T5"/>
                </a:cxn>
                <a:cxn ang="0">
                  <a:pos x="T6" y="T7"/>
                </a:cxn>
              </a:cxnLst>
              <a:rect l="0" t="0" r="r" b="b"/>
              <a:pathLst>
                <a:path w="37" h="41">
                  <a:moveTo>
                    <a:pt x="7" y="5"/>
                  </a:moveTo>
                  <a:cubicBezTo>
                    <a:pt x="0" y="14"/>
                    <a:pt x="17" y="27"/>
                    <a:pt x="37" y="41"/>
                  </a:cubicBezTo>
                  <a:cubicBezTo>
                    <a:pt x="36" y="28"/>
                    <a:pt x="36" y="16"/>
                    <a:pt x="36" y="5"/>
                  </a:cubicBezTo>
                  <a:cubicBezTo>
                    <a:pt x="23" y="1"/>
                    <a:pt x="11" y="0"/>
                    <a:pt x="7"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 name="Freeform 318"/>
            <p:cNvSpPr>
              <a:spLocks noEditPoints="1"/>
            </p:cNvSpPr>
            <p:nvPr/>
          </p:nvSpPr>
          <p:spPr bwMode="auto">
            <a:xfrm>
              <a:off x="8893176" y="3917950"/>
              <a:ext cx="396875" cy="363538"/>
            </a:xfrm>
            <a:custGeom>
              <a:avLst/>
              <a:gdLst>
                <a:gd name="T0" fmla="*/ 175 w 303"/>
                <a:gd name="T1" fmla="*/ 9 h 278"/>
                <a:gd name="T2" fmla="*/ 163 w 303"/>
                <a:gd name="T3" fmla="*/ 0 h 278"/>
                <a:gd name="T4" fmla="*/ 137 w 303"/>
                <a:gd name="T5" fmla="*/ 12 h 278"/>
                <a:gd name="T6" fmla="*/ 134 w 303"/>
                <a:gd name="T7" fmla="*/ 13 h 278"/>
                <a:gd name="T8" fmla="*/ 134 w 303"/>
                <a:gd name="T9" fmla="*/ 13 h 278"/>
                <a:gd name="T10" fmla="*/ 116 w 303"/>
                <a:gd name="T11" fmla="*/ 8 h 278"/>
                <a:gd name="T12" fmla="*/ 91 w 303"/>
                <a:gd name="T13" fmla="*/ 25 h 278"/>
                <a:gd name="T14" fmla="*/ 17 w 303"/>
                <a:gd name="T15" fmla="*/ 103 h 278"/>
                <a:gd name="T16" fmla="*/ 19 w 303"/>
                <a:gd name="T17" fmla="*/ 231 h 278"/>
                <a:gd name="T18" fmla="*/ 4 w 303"/>
                <a:gd name="T19" fmla="*/ 248 h 278"/>
                <a:gd name="T20" fmla="*/ 5 w 303"/>
                <a:gd name="T21" fmla="*/ 265 h 278"/>
                <a:gd name="T22" fmla="*/ 13 w 303"/>
                <a:gd name="T23" fmla="*/ 271 h 278"/>
                <a:gd name="T24" fmla="*/ 29 w 303"/>
                <a:gd name="T25" fmla="*/ 270 h 278"/>
                <a:gd name="T26" fmla="*/ 44 w 303"/>
                <a:gd name="T27" fmla="*/ 253 h 278"/>
                <a:gd name="T28" fmla="*/ 149 w 303"/>
                <a:gd name="T29" fmla="*/ 275 h 278"/>
                <a:gd name="T30" fmla="*/ 241 w 303"/>
                <a:gd name="T31" fmla="*/ 254 h 278"/>
                <a:gd name="T32" fmla="*/ 257 w 303"/>
                <a:gd name="T33" fmla="*/ 272 h 278"/>
                <a:gd name="T34" fmla="*/ 273 w 303"/>
                <a:gd name="T35" fmla="*/ 274 h 278"/>
                <a:gd name="T36" fmla="*/ 281 w 303"/>
                <a:gd name="T37" fmla="*/ 267 h 278"/>
                <a:gd name="T38" fmla="*/ 282 w 303"/>
                <a:gd name="T39" fmla="*/ 251 h 278"/>
                <a:gd name="T40" fmla="*/ 266 w 303"/>
                <a:gd name="T41" fmla="*/ 231 h 278"/>
                <a:gd name="T42" fmla="*/ 275 w 303"/>
                <a:gd name="T43" fmla="*/ 94 h 278"/>
                <a:gd name="T44" fmla="*/ 175 w 303"/>
                <a:gd name="T45" fmla="*/ 9 h 278"/>
                <a:gd name="T46" fmla="*/ 153 w 303"/>
                <a:gd name="T47" fmla="*/ 198 h 278"/>
                <a:gd name="T48" fmla="*/ 153 w 303"/>
                <a:gd name="T49" fmla="*/ 213 h 278"/>
                <a:gd name="T50" fmla="*/ 141 w 303"/>
                <a:gd name="T51" fmla="*/ 213 h 278"/>
                <a:gd name="T52" fmla="*/ 141 w 303"/>
                <a:gd name="T53" fmla="*/ 198 h 278"/>
                <a:gd name="T54" fmla="*/ 103 w 303"/>
                <a:gd name="T55" fmla="*/ 182 h 278"/>
                <a:gd name="T56" fmla="*/ 120 w 303"/>
                <a:gd name="T57" fmla="*/ 171 h 278"/>
                <a:gd name="T58" fmla="*/ 147 w 303"/>
                <a:gd name="T59" fmla="*/ 183 h 278"/>
                <a:gd name="T60" fmla="*/ 164 w 303"/>
                <a:gd name="T61" fmla="*/ 169 h 278"/>
                <a:gd name="T62" fmla="*/ 158 w 303"/>
                <a:gd name="T63" fmla="*/ 156 h 278"/>
                <a:gd name="T64" fmla="*/ 137 w 303"/>
                <a:gd name="T65" fmla="*/ 145 h 278"/>
                <a:gd name="T66" fmla="*/ 106 w 303"/>
                <a:gd name="T67" fmla="*/ 110 h 278"/>
                <a:gd name="T68" fmla="*/ 141 w 303"/>
                <a:gd name="T69" fmla="*/ 80 h 278"/>
                <a:gd name="T70" fmla="*/ 141 w 303"/>
                <a:gd name="T71" fmla="*/ 73 h 278"/>
                <a:gd name="T72" fmla="*/ 153 w 303"/>
                <a:gd name="T73" fmla="*/ 73 h 278"/>
                <a:gd name="T74" fmla="*/ 153 w 303"/>
                <a:gd name="T75" fmla="*/ 80 h 278"/>
                <a:gd name="T76" fmla="*/ 186 w 303"/>
                <a:gd name="T77" fmla="*/ 93 h 278"/>
                <a:gd name="T78" fmla="*/ 169 w 303"/>
                <a:gd name="T79" fmla="*/ 105 h 278"/>
                <a:gd name="T80" fmla="*/ 147 w 303"/>
                <a:gd name="T81" fmla="*/ 96 h 278"/>
                <a:gd name="T82" fmla="*/ 129 w 303"/>
                <a:gd name="T83" fmla="*/ 109 h 278"/>
                <a:gd name="T84" fmla="*/ 135 w 303"/>
                <a:gd name="T85" fmla="*/ 121 h 278"/>
                <a:gd name="T86" fmla="*/ 155 w 303"/>
                <a:gd name="T87" fmla="*/ 131 h 278"/>
                <a:gd name="T88" fmla="*/ 189 w 303"/>
                <a:gd name="T89" fmla="*/ 168 h 278"/>
                <a:gd name="T90" fmla="*/ 153 w 303"/>
                <a:gd name="T91" fmla="*/ 198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3" h="278">
                  <a:moveTo>
                    <a:pt x="175" y="9"/>
                  </a:moveTo>
                  <a:cubicBezTo>
                    <a:pt x="170" y="5"/>
                    <a:pt x="166" y="2"/>
                    <a:pt x="163" y="0"/>
                  </a:cubicBezTo>
                  <a:cubicBezTo>
                    <a:pt x="156" y="7"/>
                    <a:pt x="147" y="12"/>
                    <a:pt x="137" y="12"/>
                  </a:cubicBezTo>
                  <a:cubicBezTo>
                    <a:pt x="136" y="12"/>
                    <a:pt x="135" y="13"/>
                    <a:pt x="134" y="13"/>
                  </a:cubicBezTo>
                  <a:cubicBezTo>
                    <a:pt x="134" y="13"/>
                    <a:pt x="134" y="13"/>
                    <a:pt x="134" y="13"/>
                  </a:cubicBezTo>
                  <a:cubicBezTo>
                    <a:pt x="128" y="13"/>
                    <a:pt x="122" y="11"/>
                    <a:pt x="116" y="8"/>
                  </a:cubicBezTo>
                  <a:cubicBezTo>
                    <a:pt x="109" y="13"/>
                    <a:pt x="100" y="18"/>
                    <a:pt x="91" y="25"/>
                  </a:cubicBezTo>
                  <a:cubicBezTo>
                    <a:pt x="67" y="46"/>
                    <a:pt x="36" y="65"/>
                    <a:pt x="17" y="103"/>
                  </a:cubicBezTo>
                  <a:cubicBezTo>
                    <a:pt x="0" y="135"/>
                    <a:pt x="14" y="211"/>
                    <a:pt x="19" y="231"/>
                  </a:cubicBezTo>
                  <a:cubicBezTo>
                    <a:pt x="4" y="248"/>
                    <a:pt x="4" y="248"/>
                    <a:pt x="4" y="248"/>
                  </a:cubicBezTo>
                  <a:cubicBezTo>
                    <a:pt x="0" y="253"/>
                    <a:pt x="0" y="261"/>
                    <a:pt x="5" y="265"/>
                  </a:cubicBezTo>
                  <a:cubicBezTo>
                    <a:pt x="13" y="271"/>
                    <a:pt x="13" y="271"/>
                    <a:pt x="13" y="271"/>
                  </a:cubicBezTo>
                  <a:cubicBezTo>
                    <a:pt x="18" y="275"/>
                    <a:pt x="25" y="275"/>
                    <a:pt x="29" y="270"/>
                  </a:cubicBezTo>
                  <a:cubicBezTo>
                    <a:pt x="44" y="253"/>
                    <a:pt x="44" y="253"/>
                    <a:pt x="44" y="253"/>
                  </a:cubicBezTo>
                  <a:cubicBezTo>
                    <a:pt x="64" y="264"/>
                    <a:pt x="99" y="277"/>
                    <a:pt x="149" y="275"/>
                  </a:cubicBezTo>
                  <a:cubicBezTo>
                    <a:pt x="195" y="274"/>
                    <a:pt x="224" y="264"/>
                    <a:pt x="241" y="254"/>
                  </a:cubicBezTo>
                  <a:cubicBezTo>
                    <a:pt x="257" y="272"/>
                    <a:pt x="257" y="272"/>
                    <a:pt x="257" y="272"/>
                  </a:cubicBezTo>
                  <a:cubicBezTo>
                    <a:pt x="261" y="277"/>
                    <a:pt x="268" y="278"/>
                    <a:pt x="273" y="274"/>
                  </a:cubicBezTo>
                  <a:cubicBezTo>
                    <a:pt x="281" y="267"/>
                    <a:pt x="281" y="267"/>
                    <a:pt x="281" y="267"/>
                  </a:cubicBezTo>
                  <a:cubicBezTo>
                    <a:pt x="285" y="263"/>
                    <a:pt x="286" y="256"/>
                    <a:pt x="282" y="251"/>
                  </a:cubicBezTo>
                  <a:cubicBezTo>
                    <a:pt x="266" y="231"/>
                    <a:pt x="266" y="231"/>
                    <a:pt x="266" y="231"/>
                  </a:cubicBezTo>
                  <a:cubicBezTo>
                    <a:pt x="275" y="211"/>
                    <a:pt x="303" y="141"/>
                    <a:pt x="275" y="94"/>
                  </a:cubicBezTo>
                  <a:cubicBezTo>
                    <a:pt x="241" y="38"/>
                    <a:pt x="194" y="25"/>
                    <a:pt x="175" y="9"/>
                  </a:cubicBezTo>
                  <a:close/>
                  <a:moveTo>
                    <a:pt x="153" y="198"/>
                  </a:moveTo>
                  <a:cubicBezTo>
                    <a:pt x="153" y="213"/>
                    <a:pt x="153" y="213"/>
                    <a:pt x="153" y="213"/>
                  </a:cubicBezTo>
                  <a:cubicBezTo>
                    <a:pt x="141" y="213"/>
                    <a:pt x="141" y="213"/>
                    <a:pt x="141" y="213"/>
                  </a:cubicBezTo>
                  <a:cubicBezTo>
                    <a:pt x="141" y="198"/>
                    <a:pt x="141" y="198"/>
                    <a:pt x="141" y="198"/>
                  </a:cubicBezTo>
                  <a:cubicBezTo>
                    <a:pt x="125" y="197"/>
                    <a:pt x="113" y="191"/>
                    <a:pt x="103" y="182"/>
                  </a:cubicBezTo>
                  <a:cubicBezTo>
                    <a:pt x="120" y="171"/>
                    <a:pt x="120" y="171"/>
                    <a:pt x="120" y="171"/>
                  </a:cubicBezTo>
                  <a:cubicBezTo>
                    <a:pt x="131" y="180"/>
                    <a:pt x="137" y="183"/>
                    <a:pt x="147" y="183"/>
                  </a:cubicBezTo>
                  <a:cubicBezTo>
                    <a:pt x="158" y="183"/>
                    <a:pt x="164" y="177"/>
                    <a:pt x="164" y="169"/>
                  </a:cubicBezTo>
                  <a:cubicBezTo>
                    <a:pt x="164" y="164"/>
                    <a:pt x="162" y="160"/>
                    <a:pt x="158" y="156"/>
                  </a:cubicBezTo>
                  <a:cubicBezTo>
                    <a:pt x="154" y="153"/>
                    <a:pt x="151" y="152"/>
                    <a:pt x="137" y="145"/>
                  </a:cubicBezTo>
                  <a:cubicBezTo>
                    <a:pt x="112" y="132"/>
                    <a:pt x="106" y="124"/>
                    <a:pt x="106" y="110"/>
                  </a:cubicBezTo>
                  <a:cubicBezTo>
                    <a:pt x="106" y="94"/>
                    <a:pt x="117" y="83"/>
                    <a:pt x="141" y="80"/>
                  </a:cubicBezTo>
                  <a:cubicBezTo>
                    <a:pt x="141" y="73"/>
                    <a:pt x="141" y="73"/>
                    <a:pt x="141" y="73"/>
                  </a:cubicBezTo>
                  <a:cubicBezTo>
                    <a:pt x="153" y="73"/>
                    <a:pt x="153" y="73"/>
                    <a:pt x="153" y="73"/>
                  </a:cubicBezTo>
                  <a:cubicBezTo>
                    <a:pt x="153" y="80"/>
                    <a:pt x="153" y="80"/>
                    <a:pt x="153" y="80"/>
                  </a:cubicBezTo>
                  <a:cubicBezTo>
                    <a:pt x="165" y="81"/>
                    <a:pt x="176" y="86"/>
                    <a:pt x="186" y="93"/>
                  </a:cubicBezTo>
                  <a:cubicBezTo>
                    <a:pt x="169" y="105"/>
                    <a:pt x="169" y="105"/>
                    <a:pt x="169" y="105"/>
                  </a:cubicBezTo>
                  <a:cubicBezTo>
                    <a:pt x="162" y="99"/>
                    <a:pt x="156" y="96"/>
                    <a:pt x="147" y="96"/>
                  </a:cubicBezTo>
                  <a:cubicBezTo>
                    <a:pt x="136" y="96"/>
                    <a:pt x="129" y="101"/>
                    <a:pt x="129" y="109"/>
                  </a:cubicBezTo>
                  <a:cubicBezTo>
                    <a:pt x="129" y="114"/>
                    <a:pt x="131" y="118"/>
                    <a:pt x="135" y="121"/>
                  </a:cubicBezTo>
                  <a:cubicBezTo>
                    <a:pt x="139" y="123"/>
                    <a:pt x="141" y="124"/>
                    <a:pt x="155" y="131"/>
                  </a:cubicBezTo>
                  <a:cubicBezTo>
                    <a:pt x="181" y="144"/>
                    <a:pt x="189" y="153"/>
                    <a:pt x="189" y="168"/>
                  </a:cubicBezTo>
                  <a:cubicBezTo>
                    <a:pt x="189" y="185"/>
                    <a:pt x="177" y="196"/>
                    <a:pt x="153" y="19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 name="Freeform 319"/>
            <p:cNvSpPr>
              <a:spLocks noEditPoints="1"/>
            </p:cNvSpPr>
            <p:nvPr/>
          </p:nvSpPr>
          <p:spPr bwMode="auto">
            <a:xfrm>
              <a:off x="9394826" y="2632075"/>
              <a:ext cx="881063" cy="623888"/>
            </a:xfrm>
            <a:custGeom>
              <a:avLst/>
              <a:gdLst>
                <a:gd name="T0" fmla="*/ 99 w 555"/>
                <a:gd name="T1" fmla="*/ 295 h 393"/>
                <a:gd name="T2" fmla="*/ 61 w 555"/>
                <a:gd name="T3" fmla="*/ 393 h 393"/>
                <a:gd name="T4" fmla="*/ 154 w 555"/>
                <a:gd name="T5" fmla="*/ 299 h 393"/>
                <a:gd name="T6" fmla="*/ 484 w 555"/>
                <a:gd name="T7" fmla="*/ 323 h 393"/>
                <a:gd name="T8" fmla="*/ 555 w 555"/>
                <a:gd name="T9" fmla="*/ 0 h 393"/>
                <a:gd name="T10" fmla="*/ 0 w 555"/>
                <a:gd name="T11" fmla="*/ 17 h 393"/>
                <a:gd name="T12" fmla="*/ 33 w 555"/>
                <a:gd name="T13" fmla="*/ 290 h 393"/>
                <a:gd name="T14" fmla="*/ 99 w 555"/>
                <a:gd name="T15" fmla="*/ 295 h 393"/>
                <a:gd name="T16" fmla="*/ 515 w 555"/>
                <a:gd name="T17" fmla="*/ 26 h 393"/>
                <a:gd name="T18" fmla="*/ 466 w 555"/>
                <a:gd name="T19" fmla="*/ 299 h 393"/>
                <a:gd name="T20" fmla="*/ 52 w 555"/>
                <a:gd name="T21" fmla="*/ 261 h 393"/>
                <a:gd name="T22" fmla="*/ 33 w 555"/>
                <a:gd name="T23" fmla="*/ 42 h 393"/>
                <a:gd name="T24" fmla="*/ 515 w 555"/>
                <a:gd name="T25" fmla="*/ 26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55" h="393">
                  <a:moveTo>
                    <a:pt x="99" y="295"/>
                  </a:moveTo>
                  <a:lnTo>
                    <a:pt x="61" y="393"/>
                  </a:lnTo>
                  <a:lnTo>
                    <a:pt x="154" y="299"/>
                  </a:lnTo>
                  <a:lnTo>
                    <a:pt x="484" y="323"/>
                  </a:lnTo>
                  <a:lnTo>
                    <a:pt x="555" y="0"/>
                  </a:lnTo>
                  <a:lnTo>
                    <a:pt x="0" y="17"/>
                  </a:lnTo>
                  <a:lnTo>
                    <a:pt x="33" y="290"/>
                  </a:lnTo>
                  <a:lnTo>
                    <a:pt x="99" y="295"/>
                  </a:lnTo>
                  <a:close/>
                  <a:moveTo>
                    <a:pt x="515" y="26"/>
                  </a:moveTo>
                  <a:lnTo>
                    <a:pt x="466" y="299"/>
                  </a:lnTo>
                  <a:lnTo>
                    <a:pt x="52" y="261"/>
                  </a:lnTo>
                  <a:lnTo>
                    <a:pt x="33" y="42"/>
                  </a:lnTo>
                  <a:lnTo>
                    <a:pt x="515"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 name="Freeform 320"/>
            <p:cNvSpPr>
              <a:spLocks/>
            </p:cNvSpPr>
            <p:nvPr/>
          </p:nvSpPr>
          <p:spPr bwMode="auto">
            <a:xfrm>
              <a:off x="9575801" y="2740025"/>
              <a:ext cx="114300" cy="127000"/>
            </a:xfrm>
            <a:custGeom>
              <a:avLst/>
              <a:gdLst>
                <a:gd name="T0" fmla="*/ 27 w 72"/>
                <a:gd name="T1" fmla="*/ 80 h 80"/>
                <a:gd name="T2" fmla="*/ 37 w 72"/>
                <a:gd name="T3" fmla="*/ 25 h 80"/>
                <a:gd name="T4" fmla="*/ 46 w 72"/>
                <a:gd name="T5" fmla="*/ 80 h 80"/>
                <a:gd name="T6" fmla="*/ 58 w 72"/>
                <a:gd name="T7" fmla="*/ 80 h 80"/>
                <a:gd name="T8" fmla="*/ 72 w 72"/>
                <a:gd name="T9" fmla="*/ 0 h 80"/>
                <a:gd name="T10" fmla="*/ 60 w 72"/>
                <a:gd name="T11" fmla="*/ 0 h 80"/>
                <a:gd name="T12" fmla="*/ 52 w 72"/>
                <a:gd name="T13" fmla="*/ 52 h 80"/>
                <a:gd name="T14" fmla="*/ 41 w 72"/>
                <a:gd name="T15" fmla="*/ 0 h 80"/>
                <a:gd name="T16" fmla="*/ 31 w 72"/>
                <a:gd name="T17" fmla="*/ 0 h 80"/>
                <a:gd name="T18" fmla="*/ 21 w 72"/>
                <a:gd name="T19" fmla="*/ 52 h 80"/>
                <a:gd name="T20" fmla="*/ 12 w 72"/>
                <a:gd name="T21" fmla="*/ 0 h 80"/>
                <a:gd name="T22" fmla="*/ 0 w 72"/>
                <a:gd name="T23" fmla="*/ 0 h 80"/>
                <a:gd name="T24" fmla="*/ 15 w 72"/>
                <a:gd name="T25" fmla="*/ 80 h 80"/>
                <a:gd name="T26" fmla="*/ 27 w 72"/>
                <a:gd name="T27"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80">
                  <a:moveTo>
                    <a:pt x="27" y="80"/>
                  </a:moveTo>
                  <a:lnTo>
                    <a:pt x="37" y="25"/>
                  </a:lnTo>
                  <a:lnTo>
                    <a:pt x="46" y="80"/>
                  </a:lnTo>
                  <a:lnTo>
                    <a:pt x="58" y="80"/>
                  </a:lnTo>
                  <a:lnTo>
                    <a:pt x="72" y="0"/>
                  </a:lnTo>
                  <a:lnTo>
                    <a:pt x="60" y="0"/>
                  </a:lnTo>
                  <a:lnTo>
                    <a:pt x="52" y="52"/>
                  </a:lnTo>
                  <a:lnTo>
                    <a:pt x="41" y="0"/>
                  </a:lnTo>
                  <a:lnTo>
                    <a:pt x="31" y="0"/>
                  </a:lnTo>
                  <a:lnTo>
                    <a:pt x="21" y="52"/>
                  </a:lnTo>
                  <a:lnTo>
                    <a:pt x="12" y="0"/>
                  </a:lnTo>
                  <a:lnTo>
                    <a:pt x="0" y="0"/>
                  </a:lnTo>
                  <a:lnTo>
                    <a:pt x="15" y="80"/>
                  </a:lnTo>
                  <a:lnTo>
                    <a:pt x="27" y="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 name="Freeform 321"/>
            <p:cNvSpPr>
              <a:spLocks/>
            </p:cNvSpPr>
            <p:nvPr/>
          </p:nvSpPr>
          <p:spPr bwMode="auto">
            <a:xfrm>
              <a:off x="9705976" y="2740025"/>
              <a:ext cx="52388" cy="127000"/>
            </a:xfrm>
            <a:custGeom>
              <a:avLst/>
              <a:gdLst>
                <a:gd name="T0" fmla="*/ 12 w 40"/>
                <a:gd name="T1" fmla="*/ 41 h 96"/>
                <a:gd name="T2" fmla="*/ 23 w 40"/>
                <a:gd name="T3" fmla="*/ 33 h 96"/>
                <a:gd name="T4" fmla="*/ 28 w 40"/>
                <a:gd name="T5" fmla="*/ 42 h 96"/>
                <a:gd name="T6" fmla="*/ 28 w 40"/>
                <a:gd name="T7" fmla="*/ 96 h 96"/>
                <a:gd name="T8" fmla="*/ 40 w 40"/>
                <a:gd name="T9" fmla="*/ 96 h 96"/>
                <a:gd name="T10" fmla="*/ 40 w 40"/>
                <a:gd name="T11" fmla="*/ 38 h 96"/>
                <a:gd name="T12" fmla="*/ 29 w 40"/>
                <a:gd name="T13" fmla="*/ 21 h 96"/>
                <a:gd name="T14" fmla="*/ 12 w 40"/>
                <a:gd name="T15" fmla="*/ 32 h 96"/>
                <a:gd name="T16" fmla="*/ 12 w 40"/>
                <a:gd name="T17" fmla="*/ 0 h 96"/>
                <a:gd name="T18" fmla="*/ 0 w 40"/>
                <a:gd name="T19" fmla="*/ 0 h 96"/>
                <a:gd name="T20" fmla="*/ 0 w 40"/>
                <a:gd name="T21" fmla="*/ 96 h 96"/>
                <a:gd name="T22" fmla="*/ 12 w 40"/>
                <a:gd name="T23" fmla="*/ 96 h 96"/>
                <a:gd name="T24" fmla="*/ 12 w 40"/>
                <a:gd name="T25" fmla="*/ 4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 h="96">
                  <a:moveTo>
                    <a:pt x="12" y="41"/>
                  </a:moveTo>
                  <a:cubicBezTo>
                    <a:pt x="16" y="36"/>
                    <a:pt x="19" y="33"/>
                    <a:pt x="23" y="33"/>
                  </a:cubicBezTo>
                  <a:cubicBezTo>
                    <a:pt x="27" y="33"/>
                    <a:pt x="28" y="35"/>
                    <a:pt x="28" y="42"/>
                  </a:cubicBezTo>
                  <a:cubicBezTo>
                    <a:pt x="28" y="96"/>
                    <a:pt x="28" y="96"/>
                    <a:pt x="28" y="96"/>
                  </a:cubicBezTo>
                  <a:cubicBezTo>
                    <a:pt x="40" y="96"/>
                    <a:pt x="40" y="96"/>
                    <a:pt x="40" y="96"/>
                  </a:cubicBezTo>
                  <a:cubicBezTo>
                    <a:pt x="40" y="38"/>
                    <a:pt x="40" y="38"/>
                    <a:pt x="40" y="38"/>
                  </a:cubicBezTo>
                  <a:cubicBezTo>
                    <a:pt x="40" y="27"/>
                    <a:pt x="37" y="21"/>
                    <a:pt x="29" y="21"/>
                  </a:cubicBezTo>
                  <a:cubicBezTo>
                    <a:pt x="23" y="21"/>
                    <a:pt x="20" y="24"/>
                    <a:pt x="12" y="32"/>
                  </a:cubicBezTo>
                  <a:cubicBezTo>
                    <a:pt x="12" y="0"/>
                    <a:pt x="12" y="0"/>
                    <a:pt x="12" y="0"/>
                  </a:cubicBezTo>
                  <a:cubicBezTo>
                    <a:pt x="0" y="0"/>
                    <a:pt x="0" y="0"/>
                    <a:pt x="0" y="0"/>
                  </a:cubicBezTo>
                  <a:cubicBezTo>
                    <a:pt x="0" y="96"/>
                    <a:pt x="0" y="96"/>
                    <a:pt x="0" y="96"/>
                  </a:cubicBezTo>
                  <a:cubicBezTo>
                    <a:pt x="12" y="96"/>
                    <a:pt x="12" y="96"/>
                    <a:pt x="12" y="96"/>
                  </a:cubicBezTo>
                  <a:lnTo>
                    <a:pt x="12"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 name="Freeform 322"/>
            <p:cNvSpPr>
              <a:spLocks/>
            </p:cNvSpPr>
            <p:nvPr/>
          </p:nvSpPr>
          <p:spPr bwMode="auto">
            <a:xfrm>
              <a:off x="9771063" y="2771775"/>
              <a:ext cx="65088" cy="127000"/>
            </a:xfrm>
            <a:custGeom>
              <a:avLst/>
              <a:gdLst>
                <a:gd name="T0" fmla="*/ 17 w 49"/>
                <a:gd name="T1" fmla="*/ 71 h 97"/>
                <a:gd name="T2" fmla="*/ 4 w 49"/>
                <a:gd name="T3" fmla="*/ 83 h 97"/>
                <a:gd name="T4" fmla="*/ 2 w 49"/>
                <a:gd name="T5" fmla="*/ 83 h 97"/>
                <a:gd name="T6" fmla="*/ 2 w 49"/>
                <a:gd name="T7" fmla="*/ 97 h 97"/>
                <a:gd name="T8" fmla="*/ 33 w 49"/>
                <a:gd name="T9" fmla="*/ 69 h 97"/>
                <a:gd name="T10" fmla="*/ 49 w 49"/>
                <a:gd name="T11" fmla="*/ 0 h 97"/>
                <a:gd name="T12" fmla="*/ 35 w 49"/>
                <a:gd name="T13" fmla="*/ 0 h 97"/>
                <a:gd name="T14" fmla="*/ 25 w 49"/>
                <a:gd name="T15" fmla="*/ 49 h 97"/>
                <a:gd name="T16" fmla="*/ 14 w 49"/>
                <a:gd name="T17" fmla="*/ 0 h 97"/>
                <a:gd name="T18" fmla="*/ 0 w 49"/>
                <a:gd name="T19" fmla="*/ 0 h 97"/>
                <a:gd name="T20" fmla="*/ 16 w 49"/>
                <a:gd name="T21" fmla="*/ 65 h 97"/>
                <a:gd name="T22" fmla="*/ 17 w 49"/>
                <a:gd name="T23" fmla="*/ 71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9" h="97">
                  <a:moveTo>
                    <a:pt x="17" y="71"/>
                  </a:moveTo>
                  <a:cubicBezTo>
                    <a:pt x="17" y="78"/>
                    <a:pt x="12" y="83"/>
                    <a:pt x="4" y="83"/>
                  </a:cubicBezTo>
                  <a:cubicBezTo>
                    <a:pt x="4" y="83"/>
                    <a:pt x="2" y="83"/>
                    <a:pt x="2" y="83"/>
                  </a:cubicBezTo>
                  <a:cubicBezTo>
                    <a:pt x="2" y="97"/>
                    <a:pt x="2" y="97"/>
                    <a:pt x="2" y="97"/>
                  </a:cubicBezTo>
                  <a:cubicBezTo>
                    <a:pt x="22" y="97"/>
                    <a:pt x="28" y="92"/>
                    <a:pt x="33" y="69"/>
                  </a:cubicBezTo>
                  <a:cubicBezTo>
                    <a:pt x="49" y="0"/>
                    <a:pt x="49" y="0"/>
                    <a:pt x="49" y="0"/>
                  </a:cubicBezTo>
                  <a:cubicBezTo>
                    <a:pt x="35" y="0"/>
                    <a:pt x="35" y="0"/>
                    <a:pt x="35" y="0"/>
                  </a:cubicBezTo>
                  <a:cubicBezTo>
                    <a:pt x="25" y="49"/>
                    <a:pt x="25" y="49"/>
                    <a:pt x="25" y="49"/>
                  </a:cubicBezTo>
                  <a:cubicBezTo>
                    <a:pt x="14" y="0"/>
                    <a:pt x="14" y="0"/>
                    <a:pt x="14" y="0"/>
                  </a:cubicBezTo>
                  <a:cubicBezTo>
                    <a:pt x="0" y="0"/>
                    <a:pt x="0" y="0"/>
                    <a:pt x="0" y="0"/>
                  </a:cubicBezTo>
                  <a:cubicBezTo>
                    <a:pt x="16" y="65"/>
                    <a:pt x="16" y="65"/>
                    <a:pt x="16" y="65"/>
                  </a:cubicBezTo>
                  <a:cubicBezTo>
                    <a:pt x="17" y="68"/>
                    <a:pt x="17" y="69"/>
                    <a:pt x="17"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 name="Freeform 323"/>
            <p:cNvSpPr>
              <a:spLocks/>
            </p:cNvSpPr>
            <p:nvPr/>
          </p:nvSpPr>
          <p:spPr bwMode="auto">
            <a:xfrm>
              <a:off x="9872663" y="2768600"/>
              <a:ext cx="58738" cy="98425"/>
            </a:xfrm>
            <a:custGeom>
              <a:avLst/>
              <a:gdLst>
                <a:gd name="T0" fmla="*/ 16 w 44"/>
                <a:gd name="T1" fmla="*/ 20 h 75"/>
                <a:gd name="T2" fmla="*/ 27 w 44"/>
                <a:gd name="T3" fmla="*/ 12 h 75"/>
                <a:gd name="T4" fmla="*/ 32 w 44"/>
                <a:gd name="T5" fmla="*/ 21 h 75"/>
                <a:gd name="T6" fmla="*/ 32 w 44"/>
                <a:gd name="T7" fmla="*/ 75 h 75"/>
                <a:gd name="T8" fmla="*/ 44 w 44"/>
                <a:gd name="T9" fmla="*/ 75 h 75"/>
                <a:gd name="T10" fmla="*/ 44 w 44"/>
                <a:gd name="T11" fmla="*/ 17 h 75"/>
                <a:gd name="T12" fmla="*/ 33 w 44"/>
                <a:gd name="T13" fmla="*/ 0 h 75"/>
                <a:gd name="T14" fmla="*/ 16 w 44"/>
                <a:gd name="T15" fmla="*/ 11 h 75"/>
                <a:gd name="T16" fmla="*/ 16 w 44"/>
                <a:gd name="T17" fmla="*/ 3 h 75"/>
                <a:gd name="T18" fmla="*/ 0 w 44"/>
                <a:gd name="T19" fmla="*/ 3 h 75"/>
                <a:gd name="T20" fmla="*/ 0 w 44"/>
                <a:gd name="T21" fmla="*/ 75 h 75"/>
                <a:gd name="T22" fmla="*/ 16 w 44"/>
                <a:gd name="T23" fmla="*/ 75 h 75"/>
                <a:gd name="T24" fmla="*/ 16 w 44"/>
                <a:gd name="T25" fmla="*/ 2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75">
                  <a:moveTo>
                    <a:pt x="16" y="20"/>
                  </a:moveTo>
                  <a:cubicBezTo>
                    <a:pt x="16" y="15"/>
                    <a:pt x="23" y="12"/>
                    <a:pt x="27" y="12"/>
                  </a:cubicBezTo>
                  <a:cubicBezTo>
                    <a:pt x="31" y="12"/>
                    <a:pt x="32" y="14"/>
                    <a:pt x="32" y="21"/>
                  </a:cubicBezTo>
                  <a:cubicBezTo>
                    <a:pt x="32" y="75"/>
                    <a:pt x="32" y="75"/>
                    <a:pt x="32" y="75"/>
                  </a:cubicBezTo>
                  <a:cubicBezTo>
                    <a:pt x="44" y="75"/>
                    <a:pt x="44" y="75"/>
                    <a:pt x="44" y="75"/>
                  </a:cubicBezTo>
                  <a:cubicBezTo>
                    <a:pt x="44" y="17"/>
                    <a:pt x="44" y="17"/>
                    <a:pt x="44" y="17"/>
                  </a:cubicBezTo>
                  <a:cubicBezTo>
                    <a:pt x="44" y="6"/>
                    <a:pt x="41" y="0"/>
                    <a:pt x="33" y="0"/>
                  </a:cubicBezTo>
                  <a:cubicBezTo>
                    <a:pt x="27" y="0"/>
                    <a:pt x="20" y="3"/>
                    <a:pt x="16" y="11"/>
                  </a:cubicBezTo>
                  <a:cubicBezTo>
                    <a:pt x="16" y="3"/>
                    <a:pt x="16" y="3"/>
                    <a:pt x="16" y="3"/>
                  </a:cubicBezTo>
                  <a:cubicBezTo>
                    <a:pt x="0" y="3"/>
                    <a:pt x="0" y="3"/>
                    <a:pt x="0" y="3"/>
                  </a:cubicBezTo>
                  <a:cubicBezTo>
                    <a:pt x="0" y="75"/>
                    <a:pt x="0" y="75"/>
                    <a:pt x="0" y="75"/>
                  </a:cubicBezTo>
                  <a:cubicBezTo>
                    <a:pt x="16" y="75"/>
                    <a:pt x="16" y="75"/>
                    <a:pt x="16" y="75"/>
                  </a:cubicBezTo>
                  <a:lnTo>
                    <a:pt x="16"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 name="Freeform 324"/>
            <p:cNvSpPr>
              <a:spLocks noEditPoints="1"/>
            </p:cNvSpPr>
            <p:nvPr/>
          </p:nvSpPr>
          <p:spPr bwMode="auto">
            <a:xfrm>
              <a:off x="9947276" y="2768600"/>
              <a:ext cx="57150" cy="98425"/>
            </a:xfrm>
            <a:custGeom>
              <a:avLst/>
              <a:gdLst>
                <a:gd name="T0" fmla="*/ 23 w 44"/>
                <a:gd name="T1" fmla="*/ 75 h 75"/>
                <a:gd name="T2" fmla="*/ 39 w 44"/>
                <a:gd name="T3" fmla="*/ 69 h 75"/>
                <a:gd name="T4" fmla="*/ 44 w 44"/>
                <a:gd name="T5" fmla="*/ 49 h 75"/>
                <a:gd name="T6" fmla="*/ 44 w 44"/>
                <a:gd name="T7" fmla="*/ 26 h 75"/>
                <a:gd name="T8" fmla="*/ 39 w 44"/>
                <a:gd name="T9" fmla="*/ 6 h 75"/>
                <a:gd name="T10" fmla="*/ 22 w 44"/>
                <a:gd name="T11" fmla="*/ 0 h 75"/>
                <a:gd name="T12" fmla="*/ 6 w 44"/>
                <a:gd name="T13" fmla="*/ 6 h 75"/>
                <a:gd name="T14" fmla="*/ 0 w 44"/>
                <a:gd name="T15" fmla="*/ 26 h 75"/>
                <a:gd name="T16" fmla="*/ 0 w 44"/>
                <a:gd name="T17" fmla="*/ 49 h 75"/>
                <a:gd name="T18" fmla="*/ 6 w 44"/>
                <a:gd name="T19" fmla="*/ 69 h 75"/>
                <a:gd name="T20" fmla="*/ 23 w 44"/>
                <a:gd name="T21" fmla="*/ 75 h 75"/>
                <a:gd name="T22" fmla="*/ 12 w 44"/>
                <a:gd name="T23" fmla="*/ 26 h 75"/>
                <a:gd name="T24" fmla="*/ 22 w 44"/>
                <a:gd name="T25" fmla="*/ 12 h 75"/>
                <a:gd name="T26" fmla="*/ 32 w 44"/>
                <a:gd name="T27" fmla="*/ 26 h 75"/>
                <a:gd name="T28" fmla="*/ 32 w 44"/>
                <a:gd name="T29" fmla="*/ 50 h 75"/>
                <a:gd name="T30" fmla="*/ 22 w 44"/>
                <a:gd name="T31" fmla="*/ 63 h 75"/>
                <a:gd name="T32" fmla="*/ 12 w 44"/>
                <a:gd name="T33" fmla="*/ 50 h 75"/>
                <a:gd name="T34" fmla="*/ 12 w 44"/>
                <a:gd name="T35" fmla="*/ 26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 h="75">
                  <a:moveTo>
                    <a:pt x="23" y="75"/>
                  </a:moveTo>
                  <a:cubicBezTo>
                    <a:pt x="29" y="75"/>
                    <a:pt x="35" y="73"/>
                    <a:pt x="39" y="69"/>
                  </a:cubicBezTo>
                  <a:cubicBezTo>
                    <a:pt x="43" y="65"/>
                    <a:pt x="44" y="60"/>
                    <a:pt x="44" y="49"/>
                  </a:cubicBezTo>
                  <a:cubicBezTo>
                    <a:pt x="44" y="26"/>
                    <a:pt x="44" y="26"/>
                    <a:pt x="44" y="26"/>
                  </a:cubicBezTo>
                  <a:cubicBezTo>
                    <a:pt x="44" y="15"/>
                    <a:pt x="43" y="10"/>
                    <a:pt x="39" y="6"/>
                  </a:cubicBezTo>
                  <a:cubicBezTo>
                    <a:pt x="35" y="2"/>
                    <a:pt x="29" y="0"/>
                    <a:pt x="22" y="0"/>
                  </a:cubicBezTo>
                  <a:cubicBezTo>
                    <a:pt x="15" y="0"/>
                    <a:pt x="10" y="2"/>
                    <a:pt x="6" y="6"/>
                  </a:cubicBezTo>
                  <a:cubicBezTo>
                    <a:pt x="1" y="10"/>
                    <a:pt x="0" y="15"/>
                    <a:pt x="0" y="26"/>
                  </a:cubicBezTo>
                  <a:cubicBezTo>
                    <a:pt x="0" y="49"/>
                    <a:pt x="0" y="49"/>
                    <a:pt x="0" y="49"/>
                  </a:cubicBezTo>
                  <a:cubicBezTo>
                    <a:pt x="0" y="60"/>
                    <a:pt x="2" y="65"/>
                    <a:pt x="6" y="69"/>
                  </a:cubicBezTo>
                  <a:cubicBezTo>
                    <a:pt x="10" y="73"/>
                    <a:pt x="16" y="75"/>
                    <a:pt x="23" y="75"/>
                  </a:cubicBezTo>
                  <a:close/>
                  <a:moveTo>
                    <a:pt x="12" y="26"/>
                  </a:moveTo>
                  <a:cubicBezTo>
                    <a:pt x="12" y="16"/>
                    <a:pt x="16" y="12"/>
                    <a:pt x="22" y="12"/>
                  </a:cubicBezTo>
                  <a:cubicBezTo>
                    <a:pt x="28" y="12"/>
                    <a:pt x="32" y="16"/>
                    <a:pt x="32" y="26"/>
                  </a:cubicBezTo>
                  <a:cubicBezTo>
                    <a:pt x="32" y="50"/>
                    <a:pt x="32" y="50"/>
                    <a:pt x="32" y="50"/>
                  </a:cubicBezTo>
                  <a:cubicBezTo>
                    <a:pt x="32" y="59"/>
                    <a:pt x="28" y="63"/>
                    <a:pt x="22" y="63"/>
                  </a:cubicBezTo>
                  <a:cubicBezTo>
                    <a:pt x="16" y="63"/>
                    <a:pt x="12" y="59"/>
                    <a:pt x="12" y="50"/>
                  </a:cubicBezTo>
                  <a:lnTo>
                    <a:pt x="12"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325"/>
            <p:cNvSpPr>
              <a:spLocks/>
            </p:cNvSpPr>
            <p:nvPr/>
          </p:nvSpPr>
          <p:spPr bwMode="auto">
            <a:xfrm>
              <a:off x="10013951" y="2746375"/>
              <a:ext cx="52388" cy="120650"/>
            </a:xfrm>
            <a:custGeom>
              <a:avLst/>
              <a:gdLst>
                <a:gd name="T0" fmla="*/ 12 w 40"/>
                <a:gd name="T1" fmla="*/ 71 h 92"/>
                <a:gd name="T2" fmla="*/ 15 w 40"/>
                <a:gd name="T3" fmla="*/ 86 h 92"/>
                <a:gd name="T4" fmla="*/ 30 w 40"/>
                <a:gd name="T5" fmla="*/ 92 h 92"/>
                <a:gd name="T6" fmla="*/ 40 w 40"/>
                <a:gd name="T7" fmla="*/ 91 h 92"/>
                <a:gd name="T8" fmla="*/ 40 w 40"/>
                <a:gd name="T9" fmla="*/ 79 h 92"/>
                <a:gd name="T10" fmla="*/ 34 w 40"/>
                <a:gd name="T11" fmla="*/ 79 h 92"/>
                <a:gd name="T12" fmla="*/ 24 w 40"/>
                <a:gd name="T13" fmla="*/ 69 h 92"/>
                <a:gd name="T14" fmla="*/ 24 w 40"/>
                <a:gd name="T15" fmla="*/ 32 h 92"/>
                <a:gd name="T16" fmla="*/ 36 w 40"/>
                <a:gd name="T17" fmla="*/ 32 h 92"/>
                <a:gd name="T18" fmla="*/ 36 w 40"/>
                <a:gd name="T19" fmla="*/ 20 h 92"/>
                <a:gd name="T20" fmla="*/ 24 w 40"/>
                <a:gd name="T21" fmla="*/ 20 h 92"/>
                <a:gd name="T22" fmla="*/ 24 w 40"/>
                <a:gd name="T23" fmla="*/ 0 h 92"/>
                <a:gd name="T24" fmla="*/ 12 w 40"/>
                <a:gd name="T25" fmla="*/ 0 h 92"/>
                <a:gd name="T26" fmla="*/ 12 w 40"/>
                <a:gd name="T27" fmla="*/ 20 h 92"/>
                <a:gd name="T28" fmla="*/ 0 w 40"/>
                <a:gd name="T29" fmla="*/ 20 h 92"/>
                <a:gd name="T30" fmla="*/ 0 w 40"/>
                <a:gd name="T31" fmla="*/ 32 h 92"/>
                <a:gd name="T32" fmla="*/ 12 w 40"/>
                <a:gd name="T33" fmla="*/ 32 h 92"/>
                <a:gd name="T34" fmla="*/ 12 w 40"/>
                <a:gd name="T35" fmla="*/ 71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 h="92">
                  <a:moveTo>
                    <a:pt x="12" y="71"/>
                  </a:moveTo>
                  <a:cubicBezTo>
                    <a:pt x="12" y="80"/>
                    <a:pt x="13" y="83"/>
                    <a:pt x="15" y="86"/>
                  </a:cubicBezTo>
                  <a:cubicBezTo>
                    <a:pt x="18" y="90"/>
                    <a:pt x="24" y="92"/>
                    <a:pt x="30" y="92"/>
                  </a:cubicBezTo>
                  <a:cubicBezTo>
                    <a:pt x="34" y="92"/>
                    <a:pt x="36" y="92"/>
                    <a:pt x="40" y="91"/>
                  </a:cubicBezTo>
                  <a:cubicBezTo>
                    <a:pt x="40" y="79"/>
                    <a:pt x="40" y="79"/>
                    <a:pt x="40" y="79"/>
                  </a:cubicBezTo>
                  <a:cubicBezTo>
                    <a:pt x="36" y="79"/>
                    <a:pt x="35" y="79"/>
                    <a:pt x="34" y="79"/>
                  </a:cubicBezTo>
                  <a:cubicBezTo>
                    <a:pt x="28" y="79"/>
                    <a:pt x="24" y="76"/>
                    <a:pt x="24" y="69"/>
                  </a:cubicBezTo>
                  <a:cubicBezTo>
                    <a:pt x="24" y="32"/>
                    <a:pt x="24" y="32"/>
                    <a:pt x="24" y="32"/>
                  </a:cubicBezTo>
                  <a:cubicBezTo>
                    <a:pt x="36" y="32"/>
                    <a:pt x="36" y="32"/>
                    <a:pt x="36" y="32"/>
                  </a:cubicBezTo>
                  <a:cubicBezTo>
                    <a:pt x="36" y="20"/>
                    <a:pt x="36" y="20"/>
                    <a:pt x="36" y="20"/>
                  </a:cubicBezTo>
                  <a:cubicBezTo>
                    <a:pt x="24" y="20"/>
                    <a:pt x="24" y="20"/>
                    <a:pt x="24" y="20"/>
                  </a:cubicBezTo>
                  <a:cubicBezTo>
                    <a:pt x="24" y="0"/>
                    <a:pt x="24" y="0"/>
                    <a:pt x="24" y="0"/>
                  </a:cubicBezTo>
                  <a:cubicBezTo>
                    <a:pt x="12" y="0"/>
                    <a:pt x="12" y="0"/>
                    <a:pt x="12" y="0"/>
                  </a:cubicBezTo>
                  <a:cubicBezTo>
                    <a:pt x="12" y="20"/>
                    <a:pt x="12" y="20"/>
                    <a:pt x="12" y="20"/>
                  </a:cubicBezTo>
                  <a:cubicBezTo>
                    <a:pt x="0" y="20"/>
                    <a:pt x="0" y="20"/>
                    <a:pt x="0" y="20"/>
                  </a:cubicBezTo>
                  <a:cubicBezTo>
                    <a:pt x="0" y="32"/>
                    <a:pt x="0" y="32"/>
                    <a:pt x="0" y="32"/>
                  </a:cubicBezTo>
                  <a:cubicBezTo>
                    <a:pt x="12" y="32"/>
                    <a:pt x="12" y="32"/>
                    <a:pt x="12" y="32"/>
                  </a:cubicBezTo>
                  <a:lnTo>
                    <a:pt x="12" y="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326"/>
            <p:cNvSpPr>
              <a:spLocks noEditPoints="1"/>
            </p:cNvSpPr>
            <p:nvPr/>
          </p:nvSpPr>
          <p:spPr bwMode="auto">
            <a:xfrm>
              <a:off x="9674226" y="2903538"/>
              <a:ext cx="57150" cy="125413"/>
            </a:xfrm>
            <a:custGeom>
              <a:avLst/>
              <a:gdLst>
                <a:gd name="T0" fmla="*/ 28 w 44"/>
                <a:gd name="T1" fmla="*/ 21 h 96"/>
                <a:gd name="T2" fmla="*/ 12 w 44"/>
                <a:gd name="T3" fmla="*/ 29 h 96"/>
                <a:gd name="T4" fmla="*/ 12 w 44"/>
                <a:gd name="T5" fmla="*/ 0 h 96"/>
                <a:gd name="T6" fmla="*/ 0 w 44"/>
                <a:gd name="T7" fmla="*/ 0 h 96"/>
                <a:gd name="T8" fmla="*/ 0 w 44"/>
                <a:gd name="T9" fmla="*/ 96 h 96"/>
                <a:gd name="T10" fmla="*/ 12 w 44"/>
                <a:gd name="T11" fmla="*/ 96 h 96"/>
                <a:gd name="T12" fmla="*/ 12 w 44"/>
                <a:gd name="T13" fmla="*/ 87 h 96"/>
                <a:gd name="T14" fmla="*/ 28 w 44"/>
                <a:gd name="T15" fmla="*/ 95 h 96"/>
                <a:gd name="T16" fmla="*/ 40 w 44"/>
                <a:gd name="T17" fmla="*/ 88 h 96"/>
                <a:gd name="T18" fmla="*/ 44 w 44"/>
                <a:gd name="T19" fmla="*/ 67 h 96"/>
                <a:gd name="T20" fmla="*/ 44 w 44"/>
                <a:gd name="T21" fmla="*/ 49 h 96"/>
                <a:gd name="T22" fmla="*/ 40 w 44"/>
                <a:gd name="T23" fmla="*/ 28 h 96"/>
                <a:gd name="T24" fmla="*/ 28 w 44"/>
                <a:gd name="T25" fmla="*/ 21 h 96"/>
                <a:gd name="T26" fmla="*/ 28 w 44"/>
                <a:gd name="T27" fmla="*/ 67 h 96"/>
                <a:gd name="T28" fmla="*/ 27 w 44"/>
                <a:gd name="T29" fmla="*/ 79 h 96"/>
                <a:gd name="T30" fmla="*/ 21 w 44"/>
                <a:gd name="T31" fmla="*/ 83 h 96"/>
                <a:gd name="T32" fmla="*/ 12 w 44"/>
                <a:gd name="T33" fmla="*/ 80 h 96"/>
                <a:gd name="T34" fmla="*/ 12 w 44"/>
                <a:gd name="T35" fmla="*/ 36 h 96"/>
                <a:gd name="T36" fmla="*/ 21 w 44"/>
                <a:gd name="T37" fmla="*/ 33 h 96"/>
                <a:gd name="T38" fmla="*/ 27 w 44"/>
                <a:gd name="T39" fmla="*/ 36 h 96"/>
                <a:gd name="T40" fmla="*/ 28 w 44"/>
                <a:gd name="T41" fmla="*/ 48 h 96"/>
                <a:gd name="T42" fmla="*/ 28 w 44"/>
                <a:gd name="T43" fmla="*/ 67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4" h="96">
                  <a:moveTo>
                    <a:pt x="28" y="21"/>
                  </a:moveTo>
                  <a:cubicBezTo>
                    <a:pt x="23" y="21"/>
                    <a:pt x="16" y="23"/>
                    <a:pt x="12" y="29"/>
                  </a:cubicBezTo>
                  <a:cubicBezTo>
                    <a:pt x="12" y="0"/>
                    <a:pt x="12" y="0"/>
                    <a:pt x="12" y="0"/>
                  </a:cubicBezTo>
                  <a:cubicBezTo>
                    <a:pt x="0" y="0"/>
                    <a:pt x="0" y="0"/>
                    <a:pt x="0" y="0"/>
                  </a:cubicBezTo>
                  <a:cubicBezTo>
                    <a:pt x="0" y="96"/>
                    <a:pt x="0" y="96"/>
                    <a:pt x="0" y="96"/>
                  </a:cubicBezTo>
                  <a:cubicBezTo>
                    <a:pt x="12" y="96"/>
                    <a:pt x="12" y="96"/>
                    <a:pt x="12" y="96"/>
                  </a:cubicBezTo>
                  <a:cubicBezTo>
                    <a:pt x="12" y="87"/>
                    <a:pt x="12" y="87"/>
                    <a:pt x="12" y="87"/>
                  </a:cubicBezTo>
                  <a:cubicBezTo>
                    <a:pt x="16" y="93"/>
                    <a:pt x="23" y="95"/>
                    <a:pt x="28" y="95"/>
                  </a:cubicBezTo>
                  <a:cubicBezTo>
                    <a:pt x="33" y="95"/>
                    <a:pt x="38" y="93"/>
                    <a:pt x="40" y="88"/>
                  </a:cubicBezTo>
                  <a:cubicBezTo>
                    <a:pt x="42" y="83"/>
                    <a:pt x="44" y="78"/>
                    <a:pt x="44" y="67"/>
                  </a:cubicBezTo>
                  <a:cubicBezTo>
                    <a:pt x="44" y="49"/>
                    <a:pt x="44" y="49"/>
                    <a:pt x="44" y="49"/>
                  </a:cubicBezTo>
                  <a:cubicBezTo>
                    <a:pt x="44" y="38"/>
                    <a:pt x="42" y="33"/>
                    <a:pt x="40" y="28"/>
                  </a:cubicBezTo>
                  <a:cubicBezTo>
                    <a:pt x="38" y="23"/>
                    <a:pt x="33" y="21"/>
                    <a:pt x="28" y="21"/>
                  </a:cubicBezTo>
                  <a:close/>
                  <a:moveTo>
                    <a:pt x="28" y="67"/>
                  </a:moveTo>
                  <a:cubicBezTo>
                    <a:pt x="28" y="75"/>
                    <a:pt x="28" y="77"/>
                    <a:pt x="27" y="79"/>
                  </a:cubicBezTo>
                  <a:cubicBezTo>
                    <a:pt x="26" y="82"/>
                    <a:pt x="24" y="83"/>
                    <a:pt x="21" y="83"/>
                  </a:cubicBezTo>
                  <a:cubicBezTo>
                    <a:pt x="18" y="83"/>
                    <a:pt x="16" y="82"/>
                    <a:pt x="12" y="80"/>
                  </a:cubicBezTo>
                  <a:cubicBezTo>
                    <a:pt x="12" y="36"/>
                    <a:pt x="12" y="36"/>
                    <a:pt x="12" y="36"/>
                  </a:cubicBezTo>
                  <a:cubicBezTo>
                    <a:pt x="16" y="34"/>
                    <a:pt x="18" y="33"/>
                    <a:pt x="21" y="33"/>
                  </a:cubicBezTo>
                  <a:cubicBezTo>
                    <a:pt x="24" y="33"/>
                    <a:pt x="26" y="34"/>
                    <a:pt x="27" y="36"/>
                  </a:cubicBezTo>
                  <a:cubicBezTo>
                    <a:pt x="28" y="39"/>
                    <a:pt x="28" y="41"/>
                    <a:pt x="28" y="48"/>
                  </a:cubicBezTo>
                  <a:lnTo>
                    <a:pt x="28" y="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 name="Freeform 327"/>
            <p:cNvSpPr>
              <a:spLocks noEditPoints="1"/>
            </p:cNvSpPr>
            <p:nvPr/>
          </p:nvSpPr>
          <p:spPr bwMode="auto">
            <a:xfrm>
              <a:off x="9747251" y="2928938"/>
              <a:ext cx="58738" cy="100013"/>
            </a:xfrm>
            <a:custGeom>
              <a:avLst/>
              <a:gdLst>
                <a:gd name="T0" fmla="*/ 20 w 44"/>
                <a:gd name="T1" fmla="*/ 0 h 76"/>
                <a:gd name="T2" fmla="*/ 5 w 44"/>
                <a:gd name="T3" fmla="*/ 6 h 76"/>
                <a:gd name="T4" fmla="*/ 0 w 44"/>
                <a:gd name="T5" fmla="*/ 27 h 76"/>
                <a:gd name="T6" fmla="*/ 0 w 44"/>
                <a:gd name="T7" fmla="*/ 49 h 76"/>
                <a:gd name="T8" fmla="*/ 5 w 44"/>
                <a:gd name="T9" fmla="*/ 70 h 76"/>
                <a:gd name="T10" fmla="*/ 21 w 44"/>
                <a:gd name="T11" fmla="*/ 76 h 76"/>
                <a:gd name="T12" fmla="*/ 38 w 44"/>
                <a:gd name="T13" fmla="*/ 70 h 76"/>
                <a:gd name="T14" fmla="*/ 44 w 44"/>
                <a:gd name="T15" fmla="*/ 49 h 76"/>
                <a:gd name="T16" fmla="*/ 44 w 44"/>
                <a:gd name="T17" fmla="*/ 27 h 76"/>
                <a:gd name="T18" fmla="*/ 38 w 44"/>
                <a:gd name="T19" fmla="*/ 6 h 76"/>
                <a:gd name="T20" fmla="*/ 20 w 44"/>
                <a:gd name="T21" fmla="*/ 0 h 76"/>
                <a:gd name="T22" fmla="*/ 28 w 44"/>
                <a:gd name="T23" fmla="*/ 50 h 76"/>
                <a:gd name="T24" fmla="*/ 20 w 44"/>
                <a:gd name="T25" fmla="*/ 63 h 76"/>
                <a:gd name="T26" fmla="*/ 12 w 44"/>
                <a:gd name="T27" fmla="*/ 50 h 76"/>
                <a:gd name="T28" fmla="*/ 12 w 44"/>
                <a:gd name="T29" fmla="*/ 26 h 76"/>
                <a:gd name="T30" fmla="*/ 20 w 44"/>
                <a:gd name="T31" fmla="*/ 13 h 76"/>
                <a:gd name="T32" fmla="*/ 28 w 44"/>
                <a:gd name="T33" fmla="*/ 26 h 76"/>
                <a:gd name="T34" fmla="*/ 28 w 44"/>
                <a:gd name="T35" fmla="*/ 5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 h="76">
                  <a:moveTo>
                    <a:pt x="20" y="0"/>
                  </a:moveTo>
                  <a:cubicBezTo>
                    <a:pt x="13" y="0"/>
                    <a:pt x="9" y="2"/>
                    <a:pt x="5" y="6"/>
                  </a:cubicBezTo>
                  <a:cubicBezTo>
                    <a:pt x="0" y="10"/>
                    <a:pt x="0" y="15"/>
                    <a:pt x="0" y="27"/>
                  </a:cubicBezTo>
                  <a:cubicBezTo>
                    <a:pt x="0" y="49"/>
                    <a:pt x="0" y="49"/>
                    <a:pt x="0" y="49"/>
                  </a:cubicBezTo>
                  <a:cubicBezTo>
                    <a:pt x="0" y="60"/>
                    <a:pt x="0" y="65"/>
                    <a:pt x="5" y="70"/>
                  </a:cubicBezTo>
                  <a:cubicBezTo>
                    <a:pt x="9" y="74"/>
                    <a:pt x="14" y="76"/>
                    <a:pt x="21" y="76"/>
                  </a:cubicBezTo>
                  <a:cubicBezTo>
                    <a:pt x="28" y="76"/>
                    <a:pt x="34" y="74"/>
                    <a:pt x="38" y="70"/>
                  </a:cubicBezTo>
                  <a:cubicBezTo>
                    <a:pt x="42" y="65"/>
                    <a:pt x="44" y="60"/>
                    <a:pt x="44" y="49"/>
                  </a:cubicBezTo>
                  <a:cubicBezTo>
                    <a:pt x="44" y="27"/>
                    <a:pt x="44" y="27"/>
                    <a:pt x="44" y="27"/>
                  </a:cubicBezTo>
                  <a:cubicBezTo>
                    <a:pt x="44" y="15"/>
                    <a:pt x="42" y="10"/>
                    <a:pt x="38" y="6"/>
                  </a:cubicBezTo>
                  <a:cubicBezTo>
                    <a:pt x="34" y="2"/>
                    <a:pt x="27" y="0"/>
                    <a:pt x="20" y="0"/>
                  </a:cubicBezTo>
                  <a:close/>
                  <a:moveTo>
                    <a:pt x="28" y="50"/>
                  </a:moveTo>
                  <a:cubicBezTo>
                    <a:pt x="28" y="59"/>
                    <a:pt x="26" y="63"/>
                    <a:pt x="20" y="63"/>
                  </a:cubicBezTo>
                  <a:cubicBezTo>
                    <a:pt x="14" y="63"/>
                    <a:pt x="12" y="59"/>
                    <a:pt x="12" y="50"/>
                  </a:cubicBezTo>
                  <a:cubicBezTo>
                    <a:pt x="12" y="26"/>
                    <a:pt x="12" y="26"/>
                    <a:pt x="12" y="26"/>
                  </a:cubicBezTo>
                  <a:cubicBezTo>
                    <a:pt x="12" y="17"/>
                    <a:pt x="14" y="13"/>
                    <a:pt x="20" y="13"/>
                  </a:cubicBezTo>
                  <a:cubicBezTo>
                    <a:pt x="26" y="13"/>
                    <a:pt x="28" y="17"/>
                    <a:pt x="28" y="26"/>
                  </a:cubicBezTo>
                  <a:lnTo>
                    <a:pt x="28" y="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 name="Freeform 328"/>
            <p:cNvSpPr>
              <a:spLocks/>
            </p:cNvSpPr>
            <p:nvPr/>
          </p:nvSpPr>
          <p:spPr bwMode="auto">
            <a:xfrm>
              <a:off x="9815513" y="2908300"/>
              <a:ext cx="47625" cy="119063"/>
            </a:xfrm>
            <a:custGeom>
              <a:avLst/>
              <a:gdLst>
                <a:gd name="T0" fmla="*/ 8 w 36"/>
                <a:gd name="T1" fmla="*/ 0 h 91"/>
                <a:gd name="T2" fmla="*/ 8 w 36"/>
                <a:gd name="T3" fmla="*/ 20 h 91"/>
                <a:gd name="T4" fmla="*/ 0 w 36"/>
                <a:gd name="T5" fmla="*/ 20 h 91"/>
                <a:gd name="T6" fmla="*/ 0 w 36"/>
                <a:gd name="T7" fmla="*/ 32 h 91"/>
                <a:gd name="T8" fmla="*/ 8 w 36"/>
                <a:gd name="T9" fmla="*/ 32 h 91"/>
                <a:gd name="T10" fmla="*/ 8 w 36"/>
                <a:gd name="T11" fmla="*/ 70 h 91"/>
                <a:gd name="T12" fmla="*/ 12 w 36"/>
                <a:gd name="T13" fmla="*/ 86 h 91"/>
                <a:gd name="T14" fmla="*/ 27 w 36"/>
                <a:gd name="T15" fmla="*/ 91 h 91"/>
                <a:gd name="T16" fmla="*/ 36 w 36"/>
                <a:gd name="T17" fmla="*/ 90 h 91"/>
                <a:gd name="T18" fmla="*/ 36 w 36"/>
                <a:gd name="T19" fmla="*/ 78 h 91"/>
                <a:gd name="T20" fmla="*/ 32 w 36"/>
                <a:gd name="T21" fmla="*/ 79 h 91"/>
                <a:gd name="T22" fmla="*/ 24 w 36"/>
                <a:gd name="T23" fmla="*/ 68 h 91"/>
                <a:gd name="T24" fmla="*/ 24 w 36"/>
                <a:gd name="T25" fmla="*/ 32 h 91"/>
                <a:gd name="T26" fmla="*/ 36 w 36"/>
                <a:gd name="T27" fmla="*/ 32 h 91"/>
                <a:gd name="T28" fmla="*/ 36 w 36"/>
                <a:gd name="T29" fmla="*/ 20 h 91"/>
                <a:gd name="T30" fmla="*/ 24 w 36"/>
                <a:gd name="T31" fmla="*/ 20 h 91"/>
                <a:gd name="T32" fmla="*/ 24 w 36"/>
                <a:gd name="T33" fmla="*/ 0 h 91"/>
                <a:gd name="T34" fmla="*/ 8 w 36"/>
                <a:gd name="T35"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91">
                  <a:moveTo>
                    <a:pt x="8" y="0"/>
                  </a:moveTo>
                  <a:cubicBezTo>
                    <a:pt x="8" y="20"/>
                    <a:pt x="8" y="20"/>
                    <a:pt x="8" y="20"/>
                  </a:cubicBezTo>
                  <a:cubicBezTo>
                    <a:pt x="0" y="20"/>
                    <a:pt x="0" y="20"/>
                    <a:pt x="0" y="20"/>
                  </a:cubicBezTo>
                  <a:cubicBezTo>
                    <a:pt x="0" y="32"/>
                    <a:pt x="0" y="32"/>
                    <a:pt x="0" y="32"/>
                  </a:cubicBezTo>
                  <a:cubicBezTo>
                    <a:pt x="8" y="32"/>
                    <a:pt x="8" y="32"/>
                    <a:pt x="8" y="32"/>
                  </a:cubicBezTo>
                  <a:cubicBezTo>
                    <a:pt x="8" y="70"/>
                    <a:pt x="8" y="70"/>
                    <a:pt x="8" y="70"/>
                  </a:cubicBezTo>
                  <a:cubicBezTo>
                    <a:pt x="8" y="79"/>
                    <a:pt x="10" y="83"/>
                    <a:pt x="12" y="86"/>
                  </a:cubicBezTo>
                  <a:cubicBezTo>
                    <a:pt x="15" y="89"/>
                    <a:pt x="20" y="91"/>
                    <a:pt x="27" y="91"/>
                  </a:cubicBezTo>
                  <a:cubicBezTo>
                    <a:pt x="30" y="91"/>
                    <a:pt x="32" y="91"/>
                    <a:pt x="36" y="90"/>
                  </a:cubicBezTo>
                  <a:cubicBezTo>
                    <a:pt x="36" y="78"/>
                    <a:pt x="36" y="78"/>
                    <a:pt x="36" y="78"/>
                  </a:cubicBezTo>
                  <a:cubicBezTo>
                    <a:pt x="36" y="79"/>
                    <a:pt x="33" y="79"/>
                    <a:pt x="32" y="79"/>
                  </a:cubicBezTo>
                  <a:cubicBezTo>
                    <a:pt x="26" y="79"/>
                    <a:pt x="24" y="76"/>
                    <a:pt x="24" y="68"/>
                  </a:cubicBezTo>
                  <a:cubicBezTo>
                    <a:pt x="24" y="32"/>
                    <a:pt x="24" y="32"/>
                    <a:pt x="24" y="32"/>
                  </a:cubicBezTo>
                  <a:cubicBezTo>
                    <a:pt x="36" y="32"/>
                    <a:pt x="36" y="32"/>
                    <a:pt x="36" y="32"/>
                  </a:cubicBezTo>
                  <a:cubicBezTo>
                    <a:pt x="36" y="20"/>
                    <a:pt x="36" y="20"/>
                    <a:pt x="36" y="20"/>
                  </a:cubicBezTo>
                  <a:cubicBezTo>
                    <a:pt x="24" y="20"/>
                    <a:pt x="24" y="20"/>
                    <a:pt x="24" y="20"/>
                  </a:cubicBezTo>
                  <a:cubicBezTo>
                    <a:pt x="24" y="0"/>
                    <a:pt x="24" y="0"/>
                    <a:pt x="24" y="0"/>
                  </a:cubicBezTo>
                  <a:lnTo>
                    <a:pt x="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 name="Freeform 329"/>
            <p:cNvSpPr>
              <a:spLocks/>
            </p:cNvSpPr>
            <p:nvPr/>
          </p:nvSpPr>
          <p:spPr bwMode="auto">
            <a:xfrm>
              <a:off x="9879013" y="2903538"/>
              <a:ext cx="52388" cy="125413"/>
            </a:xfrm>
            <a:custGeom>
              <a:avLst/>
              <a:gdLst>
                <a:gd name="T0" fmla="*/ 29 w 40"/>
                <a:gd name="T1" fmla="*/ 21 h 96"/>
                <a:gd name="T2" fmla="*/ 12 w 40"/>
                <a:gd name="T3" fmla="*/ 31 h 96"/>
                <a:gd name="T4" fmla="*/ 12 w 40"/>
                <a:gd name="T5" fmla="*/ 0 h 96"/>
                <a:gd name="T6" fmla="*/ 0 w 40"/>
                <a:gd name="T7" fmla="*/ 0 h 96"/>
                <a:gd name="T8" fmla="*/ 0 w 40"/>
                <a:gd name="T9" fmla="*/ 96 h 96"/>
                <a:gd name="T10" fmla="*/ 12 w 40"/>
                <a:gd name="T11" fmla="*/ 96 h 96"/>
                <a:gd name="T12" fmla="*/ 12 w 40"/>
                <a:gd name="T13" fmla="*/ 40 h 96"/>
                <a:gd name="T14" fmla="*/ 23 w 40"/>
                <a:gd name="T15" fmla="*/ 33 h 96"/>
                <a:gd name="T16" fmla="*/ 28 w 40"/>
                <a:gd name="T17" fmla="*/ 41 h 96"/>
                <a:gd name="T18" fmla="*/ 28 w 40"/>
                <a:gd name="T19" fmla="*/ 96 h 96"/>
                <a:gd name="T20" fmla="*/ 40 w 40"/>
                <a:gd name="T21" fmla="*/ 96 h 96"/>
                <a:gd name="T22" fmla="*/ 40 w 40"/>
                <a:gd name="T23" fmla="*/ 38 h 96"/>
                <a:gd name="T24" fmla="*/ 29 w 40"/>
                <a:gd name="T2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 h="96">
                  <a:moveTo>
                    <a:pt x="29" y="21"/>
                  </a:moveTo>
                  <a:cubicBezTo>
                    <a:pt x="23" y="21"/>
                    <a:pt x="16" y="24"/>
                    <a:pt x="12" y="31"/>
                  </a:cubicBezTo>
                  <a:cubicBezTo>
                    <a:pt x="12" y="0"/>
                    <a:pt x="12" y="0"/>
                    <a:pt x="12" y="0"/>
                  </a:cubicBezTo>
                  <a:cubicBezTo>
                    <a:pt x="0" y="0"/>
                    <a:pt x="0" y="0"/>
                    <a:pt x="0" y="0"/>
                  </a:cubicBezTo>
                  <a:cubicBezTo>
                    <a:pt x="0" y="96"/>
                    <a:pt x="0" y="96"/>
                    <a:pt x="0" y="96"/>
                  </a:cubicBezTo>
                  <a:cubicBezTo>
                    <a:pt x="12" y="96"/>
                    <a:pt x="12" y="96"/>
                    <a:pt x="12" y="96"/>
                  </a:cubicBezTo>
                  <a:cubicBezTo>
                    <a:pt x="12" y="40"/>
                    <a:pt x="12" y="40"/>
                    <a:pt x="12" y="40"/>
                  </a:cubicBezTo>
                  <a:cubicBezTo>
                    <a:pt x="16" y="35"/>
                    <a:pt x="19" y="33"/>
                    <a:pt x="23" y="33"/>
                  </a:cubicBezTo>
                  <a:cubicBezTo>
                    <a:pt x="27" y="33"/>
                    <a:pt x="28" y="35"/>
                    <a:pt x="28" y="41"/>
                  </a:cubicBezTo>
                  <a:cubicBezTo>
                    <a:pt x="28" y="96"/>
                    <a:pt x="28" y="96"/>
                    <a:pt x="28" y="96"/>
                  </a:cubicBezTo>
                  <a:cubicBezTo>
                    <a:pt x="40" y="96"/>
                    <a:pt x="40" y="96"/>
                    <a:pt x="40" y="96"/>
                  </a:cubicBezTo>
                  <a:cubicBezTo>
                    <a:pt x="40" y="38"/>
                    <a:pt x="40" y="38"/>
                    <a:pt x="40" y="38"/>
                  </a:cubicBezTo>
                  <a:cubicBezTo>
                    <a:pt x="40" y="26"/>
                    <a:pt x="37" y="21"/>
                    <a:pt x="29"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 name="Rectangle 330"/>
            <p:cNvSpPr>
              <a:spLocks noChangeArrowheads="1"/>
            </p:cNvSpPr>
            <p:nvPr/>
          </p:nvSpPr>
          <p:spPr bwMode="auto">
            <a:xfrm>
              <a:off x="9963151" y="3008313"/>
              <a:ext cx="14288"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 name="Freeform 331"/>
            <p:cNvSpPr>
              <a:spLocks/>
            </p:cNvSpPr>
            <p:nvPr/>
          </p:nvSpPr>
          <p:spPr bwMode="auto">
            <a:xfrm>
              <a:off x="9939338" y="2897188"/>
              <a:ext cx="60325" cy="95250"/>
            </a:xfrm>
            <a:custGeom>
              <a:avLst/>
              <a:gdLst>
                <a:gd name="T0" fmla="*/ 24 w 45"/>
                <a:gd name="T1" fmla="*/ 12 h 72"/>
                <a:gd name="T2" fmla="*/ 30 w 45"/>
                <a:gd name="T3" fmla="*/ 19 h 72"/>
                <a:gd name="T4" fmla="*/ 26 w 45"/>
                <a:gd name="T5" fmla="*/ 30 h 72"/>
                <a:gd name="T6" fmla="*/ 16 w 45"/>
                <a:gd name="T7" fmla="*/ 66 h 72"/>
                <a:gd name="T8" fmla="*/ 16 w 45"/>
                <a:gd name="T9" fmla="*/ 72 h 72"/>
                <a:gd name="T10" fmla="*/ 29 w 45"/>
                <a:gd name="T11" fmla="*/ 72 h 72"/>
                <a:gd name="T12" fmla="*/ 29 w 45"/>
                <a:gd name="T13" fmla="*/ 64 h 72"/>
                <a:gd name="T14" fmla="*/ 38 w 45"/>
                <a:gd name="T15" fmla="*/ 37 h 72"/>
                <a:gd name="T16" fmla="*/ 45 w 45"/>
                <a:gd name="T17" fmla="*/ 19 h 72"/>
                <a:gd name="T18" fmla="*/ 24 w 45"/>
                <a:gd name="T19" fmla="*/ 0 h 72"/>
                <a:gd name="T20" fmla="*/ 0 w 45"/>
                <a:gd name="T21" fmla="*/ 20 h 72"/>
                <a:gd name="T22" fmla="*/ 14 w 45"/>
                <a:gd name="T23" fmla="*/ 24 h 72"/>
                <a:gd name="T24" fmla="*/ 24 w 45"/>
                <a:gd name="T25" fmla="*/ 1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5" h="72">
                  <a:moveTo>
                    <a:pt x="24" y="12"/>
                  </a:moveTo>
                  <a:cubicBezTo>
                    <a:pt x="28" y="12"/>
                    <a:pt x="30" y="15"/>
                    <a:pt x="30" y="19"/>
                  </a:cubicBezTo>
                  <a:cubicBezTo>
                    <a:pt x="30" y="22"/>
                    <a:pt x="29" y="24"/>
                    <a:pt x="26" y="30"/>
                  </a:cubicBezTo>
                  <a:cubicBezTo>
                    <a:pt x="18" y="44"/>
                    <a:pt x="16" y="52"/>
                    <a:pt x="16" y="66"/>
                  </a:cubicBezTo>
                  <a:cubicBezTo>
                    <a:pt x="16" y="67"/>
                    <a:pt x="16" y="68"/>
                    <a:pt x="16" y="72"/>
                  </a:cubicBezTo>
                  <a:cubicBezTo>
                    <a:pt x="29" y="72"/>
                    <a:pt x="29" y="72"/>
                    <a:pt x="29" y="72"/>
                  </a:cubicBezTo>
                  <a:cubicBezTo>
                    <a:pt x="29" y="64"/>
                    <a:pt x="29" y="64"/>
                    <a:pt x="29" y="64"/>
                  </a:cubicBezTo>
                  <a:cubicBezTo>
                    <a:pt x="29" y="52"/>
                    <a:pt x="30" y="48"/>
                    <a:pt x="38" y="37"/>
                  </a:cubicBezTo>
                  <a:cubicBezTo>
                    <a:pt x="44" y="28"/>
                    <a:pt x="45" y="24"/>
                    <a:pt x="45" y="19"/>
                  </a:cubicBezTo>
                  <a:cubicBezTo>
                    <a:pt x="45" y="8"/>
                    <a:pt x="37" y="0"/>
                    <a:pt x="24" y="0"/>
                  </a:cubicBezTo>
                  <a:cubicBezTo>
                    <a:pt x="12" y="0"/>
                    <a:pt x="5" y="6"/>
                    <a:pt x="0" y="20"/>
                  </a:cubicBezTo>
                  <a:cubicBezTo>
                    <a:pt x="14" y="24"/>
                    <a:pt x="14" y="24"/>
                    <a:pt x="14" y="24"/>
                  </a:cubicBezTo>
                  <a:cubicBezTo>
                    <a:pt x="17" y="16"/>
                    <a:pt x="19" y="12"/>
                    <a:pt x="2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40" name="组合 339"/>
          <p:cNvGrpSpPr/>
          <p:nvPr/>
        </p:nvGrpSpPr>
        <p:grpSpPr>
          <a:xfrm>
            <a:off x="10123488" y="4767263"/>
            <a:ext cx="1655763" cy="1412875"/>
            <a:chOff x="10123488" y="4767263"/>
            <a:chExt cx="1655763" cy="1412875"/>
          </a:xfrm>
          <a:solidFill>
            <a:schemeClr val="tx1">
              <a:lumMod val="65000"/>
              <a:lumOff val="35000"/>
            </a:schemeClr>
          </a:solidFill>
        </p:grpSpPr>
        <p:sp>
          <p:nvSpPr>
            <p:cNvPr id="341" name="Freeform 332"/>
            <p:cNvSpPr>
              <a:spLocks/>
            </p:cNvSpPr>
            <p:nvPr/>
          </p:nvSpPr>
          <p:spPr bwMode="auto">
            <a:xfrm>
              <a:off x="10533063" y="5611813"/>
              <a:ext cx="58738" cy="138113"/>
            </a:xfrm>
            <a:custGeom>
              <a:avLst/>
              <a:gdLst>
                <a:gd name="T0" fmla="*/ 0 w 37"/>
                <a:gd name="T1" fmla="*/ 57 h 87"/>
                <a:gd name="T2" fmla="*/ 0 w 37"/>
                <a:gd name="T3" fmla="*/ 87 h 87"/>
                <a:gd name="T4" fmla="*/ 37 w 37"/>
                <a:gd name="T5" fmla="*/ 14 h 87"/>
                <a:gd name="T6" fmla="*/ 30 w 37"/>
                <a:gd name="T7" fmla="*/ 0 h 87"/>
                <a:gd name="T8" fmla="*/ 0 w 37"/>
                <a:gd name="T9" fmla="*/ 57 h 87"/>
              </a:gdLst>
              <a:ahLst/>
              <a:cxnLst>
                <a:cxn ang="0">
                  <a:pos x="T0" y="T1"/>
                </a:cxn>
                <a:cxn ang="0">
                  <a:pos x="T2" y="T3"/>
                </a:cxn>
                <a:cxn ang="0">
                  <a:pos x="T4" y="T5"/>
                </a:cxn>
                <a:cxn ang="0">
                  <a:pos x="T6" y="T7"/>
                </a:cxn>
                <a:cxn ang="0">
                  <a:pos x="T8" y="T9"/>
                </a:cxn>
              </a:cxnLst>
              <a:rect l="0" t="0" r="r" b="b"/>
              <a:pathLst>
                <a:path w="37" h="87">
                  <a:moveTo>
                    <a:pt x="0" y="57"/>
                  </a:moveTo>
                  <a:lnTo>
                    <a:pt x="0" y="87"/>
                  </a:lnTo>
                  <a:lnTo>
                    <a:pt x="37" y="14"/>
                  </a:lnTo>
                  <a:lnTo>
                    <a:pt x="30" y="0"/>
                  </a:lnTo>
                  <a:lnTo>
                    <a:pt x="0"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 name="Freeform 333"/>
            <p:cNvSpPr>
              <a:spLocks/>
            </p:cNvSpPr>
            <p:nvPr/>
          </p:nvSpPr>
          <p:spPr bwMode="auto">
            <a:xfrm>
              <a:off x="10644188" y="5311775"/>
              <a:ext cx="107950" cy="198438"/>
            </a:xfrm>
            <a:custGeom>
              <a:avLst/>
              <a:gdLst>
                <a:gd name="T0" fmla="*/ 68 w 68"/>
                <a:gd name="T1" fmla="*/ 7 h 125"/>
                <a:gd name="T2" fmla="*/ 56 w 68"/>
                <a:gd name="T3" fmla="*/ 0 h 125"/>
                <a:gd name="T4" fmla="*/ 0 w 68"/>
                <a:gd name="T5" fmla="*/ 111 h 125"/>
                <a:gd name="T6" fmla="*/ 8 w 68"/>
                <a:gd name="T7" fmla="*/ 125 h 125"/>
                <a:gd name="T8" fmla="*/ 68 w 68"/>
                <a:gd name="T9" fmla="*/ 7 h 125"/>
              </a:gdLst>
              <a:ahLst/>
              <a:cxnLst>
                <a:cxn ang="0">
                  <a:pos x="T0" y="T1"/>
                </a:cxn>
                <a:cxn ang="0">
                  <a:pos x="T2" y="T3"/>
                </a:cxn>
                <a:cxn ang="0">
                  <a:pos x="T4" y="T5"/>
                </a:cxn>
                <a:cxn ang="0">
                  <a:pos x="T6" y="T7"/>
                </a:cxn>
                <a:cxn ang="0">
                  <a:pos x="T8" y="T9"/>
                </a:cxn>
              </a:cxnLst>
              <a:rect l="0" t="0" r="r" b="b"/>
              <a:pathLst>
                <a:path w="68" h="125">
                  <a:moveTo>
                    <a:pt x="68" y="7"/>
                  </a:moveTo>
                  <a:lnTo>
                    <a:pt x="56" y="0"/>
                  </a:lnTo>
                  <a:lnTo>
                    <a:pt x="0" y="111"/>
                  </a:lnTo>
                  <a:lnTo>
                    <a:pt x="8" y="125"/>
                  </a:lnTo>
                  <a:lnTo>
                    <a:pt x="68"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 name="Freeform 334"/>
            <p:cNvSpPr>
              <a:spLocks/>
            </p:cNvSpPr>
            <p:nvPr/>
          </p:nvSpPr>
          <p:spPr bwMode="auto">
            <a:xfrm>
              <a:off x="10267951" y="5008563"/>
              <a:ext cx="234950" cy="182563"/>
            </a:xfrm>
            <a:custGeom>
              <a:avLst/>
              <a:gdLst>
                <a:gd name="T0" fmla="*/ 0 w 180"/>
                <a:gd name="T1" fmla="*/ 90 h 139"/>
                <a:gd name="T2" fmla="*/ 15 w 180"/>
                <a:gd name="T3" fmla="*/ 139 h 139"/>
                <a:gd name="T4" fmla="*/ 160 w 180"/>
                <a:gd name="T5" fmla="*/ 139 h 139"/>
                <a:gd name="T6" fmla="*/ 163 w 180"/>
                <a:gd name="T7" fmla="*/ 139 h 139"/>
                <a:gd name="T8" fmla="*/ 166 w 180"/>
                <a:gd name="T9" fmla="*/ 139 h 139"/>
                <a:gd name="T10" fmla="*/ 180 w 180"/>
                <a:gd name="T11" fmla="*/ 91 h 139"/>
                <a:gd name="T12" fmla="*/ 90 w 180"/>
                <a:gd name="T13" fmla="*/ 0 h 139"/>
                <a:gd name="T14" fmla="*/ 0 w 180"/>
                <a:gd name="T15" fmla="*/ 90 h 1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0" h="139">
                  <a:moveTo>
                    <a:pt x="0" y="90"/>
                  </a:moveTo>
                  <a:cubicBezTo>
                    <a:pt x="0" y="108"/>
                    <a:pt x="6" y="127"/>
                    <a:pt x="15" y="139"/>
                  </a:cubicBezTo>
                  <a:cubicBezTo>
                    <a:pt x="160" y="139"/>
                    <a:pt x="160" y="139"/>
                    <a:pt x="160" y="139"/>
                  </a:cubicBezTo>
                  <a:cubicBezTo>
                    <a:pt x="161" y="139"/>
                    <a:pt x="162" y="139"/>
                    <a:pt x="163" y="139"/>
                  </a:cubicBezTo>
                  <a:cubicBezTo>
                    <a:pt x="164" y="139"/>
                    <a:pt x="165" y="139"/>
                    <a:pt x="166" y="139"/>
                  </a:cubicBezTo>
                  <a:cubicBezTo>
                    <a:pt x="175" y="125"/>
                    <a:pt x="180" y="109"/>
                    <a:pt x="180" y="91"/>
                  </a:cubicBezTo>
                  <a:cubicBezTo>
                    <a:pt x="180" y="41"/>
                    <a:pt x="140" y="0"/>
                    <a:pt x="90" y="0"/>
                  </a:cubicBezTo>
                  <a:cubicBezTo>
                    <a:pt x="41" y="0"/>
                    <a:pt x="0" y="41"/>
                    <a:pt x="0"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Freeform 335"/>
            <p:cNvSpPr>
              <a:spLocks noEditPoints="1"/>
            </p:cNvSpPr>
            <p:nvPr/>
          </p:nvSpPr>
          <p:spPr bwMode="auto">
            <a:xfrm>
              <a:off x="10929938" y="4851400"/>
              <a:ext cx="373063" cy="539750"/>
            </a:xfrm>
            <a:custGeom>
              <a:avLst/>
              <a:gdLst>
                <a:gd name="T0" fmla="*/ 104 w 285"/>
                <a:gd name="T1" fmla="*/ 279 h 412"/>
                <a:gd name="T2" fmla="*/ 143 w 285"/>
                <a:gd name="T3" fmla="*/ 412 h 412"/>
                <a:gd name="T4" fmla="*/ 181 w 285"/>
                <a:gd name="T5" fmla="*/ 279 h 412"/>
                <a:gd name="T6" fmla="*/ 285 w 285"/>
                <a:gd name="T7" fmla="*/ 142 h 412"/>
                <a:gd name="T8" fmla="*/ 143 w 285"/>
                <a:gd name="T9" fmla="*/ 0 h 412"/>
                <a:gd name="T10" fmla="*/ 0 w 285"/>
                <a:gd name="T11" fmla="*/ 142 h 412"/>
                <a:gd name="T12" fmla="*/ 104 w 285"/>
                <a:gd name="T13" fmla="*/ 279 h 412"/>
                <a:gd name="T14" fmla="*/ 143 w 285"/>
                <a:gd name="T15" fmla="*/ 26 h 412"/>
                <a:gd name="T16" fmla="*/ 259 w 285"/>
                <a:gd name="T17" fmla="*/ 142 h 412"/>
                <a:gd name="T18" fmla="*/ 143 w 285"/>
                <a:gd name="T19" fmla="*/ 259 h 412"/>
                <a:gd name="T20" fmla="*/ 26 w 285"/>
                <a:gd name="T21" fmla="*/ 142 h 412"/>
                <a:gd name="T22" fmla="*/ 143 w 285"/>
                <a:gd name="T23" fmla="*/ 26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5" h="412">
                  <a:moveTo>
                    <a:pt x="104" y="279"/>
                  </a:moveTo>
                  <a:cubicBezTo>
                    <a:pt x="143" y="412"/>
                    <a:pt x="143" y="412"/>
                    <a:pt x="143" y="412"/>
                  </a:cubicBezTo>
                  <a:cubicBezTo>
                    <a:pt x="181" y="279"/>
                    <a:pt x="181" y="279"/>
                    <a:pt x="181" y="279"/>
                  </a:cubicBezTo>
                  <a:cubicBezTo>
                    <a:pt x="241" y="262"/>
                    <a:pt x="285" y="207"/>
                    <a:pt x="285" y="142"/>
                  </a:cubicBezTo>
                  <a:cubicBezTo>
                    <a:pt x="285" y="64"/>
                    <a:pt x="221" y="0"/>
                    <a:pt x="143" y="0"/>
                  </a:cubicBezTo>
                  <a:cubicBezTo>
                    <a:pt x="64" y="0"/>
                    <a:pt x="0" y="64"/>
                    <a:pt x="0" y="142"/>
                  </a:cubicBezTo>
                  <a:cubicBezTo>
                    <a:pt x="0" y="207"/>
                    <a:pt x="44" y="262"/>
                    <a:pt x="104" y="279"/>
                  </a:cubicBezTo>
                  <a:close/>
                  <a:moveTo>
                    <a:pt x="143" y="26"/>
                  </a:moveTo>
                  <a:cubicBezTo>
                    <a:pt x="207" y="26"/>
                    <a:pt x="259" y="78"/>
                    <a:pt x="259" y="142"/>
                  </a:cubicBezTo>
                  <a:cubicBezTo>
                    <a:pt x="259" y="206"/>
                    <a:pt x="207" y="259"/>
                    <a:pt x="143" y="259"/>
                  </a:cubicBezTo>
                  <a:cubicBezTo>
                    <a:pt x="78" y="259"/>
                    <a:pt x="26" y="206"/>
                    <a:pt x="26" y="142"/>
                  </a:cubicBezTo>
                  <a:cubicBezTo>
                    <a:pt x="26" y="78"/>
                    <a:pt x="78" y="26"/>
                    <a:pt x="143"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Freeform 336"/>
            <p:cNvSpPr>
              <a:spLocks noEditPoints="1"/>
            </p:cNvSpPr>
            <p:nvPr/>
          </p:nvSpPr>
          <p:spPr bwMode="auto">
            <a:xfrm>
              <a:off x="10583863" y="4810125"/>
              <a:ext cx="320675" cy="463550"/>
            </a:xfrm>
            <a:custGeom>
              <a:avLst/>
              <a:gdLst>
                <a:gd name="T0" fmla="*/ 0 w 245"/>
                <a:gd name="T1" fmla="*/ 122 h 354"/>
                <a:gd name="T2" fmla="*/ 89 w 245"/>
                <a:gd name="T3" fmla="*/ 240 h 354"/>
                <a:gd name="T4" fmla="*/ 123 w 245"/>
                <a:gd name="T5" fmla="*/ 354 h 354"/>
                <a:gd name="T6" fmla="*/ 156 w 245"/>
                <a:gd name="T7" fmla="*/ 240 h 354"/>
                <a:gd name="T8" fmla="*/ 245 w 245"/>
                <a:gd name="T9" fmla="*/ 122 h 354"/>
                <a:gd name="T10" fmla="*/ 123 w 245"/>
                <a:gd name="T11" fmla="*/ 0 h 354"/>
                <a:gd name="T12" fmla="*/ 0 w 245"/>
                <a:gd name="T13" fmla="*/ 122 h 354"/>
                <a:gd name="T14" fmla="*/ 223 w 245"/>
                <a:gd name="T15" fmla="*/ 122 h 354"/>
                <a:gd name="T16" fmla="*/ 123 w 245"/>
                <a:gd name="T17" fmla="*/ 222 h 354"/>
                <a:gd name="T18" fmla="*/ 22 w 245"/>
                <a:gd name="T19" fmla="*/ 122 h 354"/>
                <a:gd name="T20" fmla="*/ 123 w 245"/>
                <a:gd name="T21" fmla="*/ 22 h 354"/>
                <a:gd name="T22" fmla="*/ 223 w 245"/>
                <a:gd name="T23" fmla="*/ 122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5" h="354">
                  <a:moveTo>
                    <a:pt x="0" y="122"/>
                  </a:moveTo>
                  <a:cubicBezTo>
                    <a:pt x="0" y="178"/>
                    <a:pt x="38" y="225"/>
                    <a:pt x="89" y="240"/>
                  </a:cubicBezTo>
                  <a:cubicBezTo>
                    <a:pt x="123" y="354"/>
                    <a:pt x="123" y="354"/>
                    <a:pt x="123" y="354"/>
                  </a:cubicBezTo>
                  <a:cubicBezTo>
                    <a:pt x="156" y="240"/>
                    <a:pt x="156" y="240"/>
                    <a:pt x="156" y="240"/>
                  </a:cubicBezTo>
                  <a:cubicBezTo>
                    <a:pt x="207" y="225"/>
                    <a:pt x="245" y="178"/>
                    <a:pt x="245" y="122"/>
                  </a:cubicBezTo>
                  <a:cubicBezTo>
                    <a:pt x="245" y="55"/>
                    <a:pt x="190" y="0"/>
                    <a:pt x="123" y="0"/>
                  </a:cubicBezTo>
                  <a:cubicBezTo>
                    <a:pt x="55" y="0"/>
                    <a:pt x="0" y="55"/>
                    <a:pt x="0" y="122"/>
                  </a:cubicBezTo>
                  <a:close/>
                  <a:moveTo>
                    <a:pt x="223" y="122"/>
                  </a:moveTo>
                  <a:cubicBezTo>
                    <a:pt x="223" y="177"/>
                    <a:pt x="178" y="222"/>
                    <a:pt x="123" y="222"/>
                  </a:cubicBezTo>
                  <a:cubicBezTo>
                    <a:pt x="67" y="222"/>
                    <a:pt x="22" y="177"/>
                    <a:pt x="22" y="122"/>
                  </a:cubicBezTo>
                  <a:cubicBezTo>
                    <a:pt x="22" y="67"/>
                    <a:pt x="67" y="22"/>
                    <a:pt x="123" y="22"/>
                  </a:cubicBezTo>
                  <a:cubicBezTo>
                    <a:pt x="178" y="22"/>
                    <a:pt x="223" y="67"/>
                    <a:pt x="223"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 name="Freeform 337"/>
            <p:cNvSpPr>
              <a:spLocks noEditPoints="1"/>
            </p:cNvSpPr>
            <p:nvPr/>
          </p:nvSpPr>
          <p:spPr bwMode="auto">
            <a:xfrm>
              <a:off x="11345863" y="4965700"/>
              <a:ext cx="433388" cy="627063"/>
            </a:xfrm>
            <a:custGeom>
              <a:avLst/>
              <a:gdLst>
                <a:gd name="T0" fmla="*/ 164 w 331"/>
                <a:gd name="T1" fmla="*/ 0 h 479"/>
                <a:gd name="T2" fmla="*/ 0 w 331"/>
                <a:gd name="T3" fmla="*/ 166 h 479"/>
                <a:gd name="T4" fmla="*/ 121 w 331"/>
                <a:gd name="T5" fmla="*/ 325 h 479"/>
                <a:gd name="T6" fmla="*/ 167 w 331"/>
                <a:gd name="T7" fmla="*/ 479 h 479"/>
                <a:gd name="T8" fmla="*/ 211 w 331"/>
                <a:gd name="T9" fmla="*/ 324 h 479"/>
                <a:gd name="T10" fmla="*/ 330 w 331"/>
                <a:gd name="T11" fmla="*/ 165 h 479"/>
                <a:gd name="T12" fmla="*/ 164 w 331"/>
                <a:gd name="T13" fmla="*/ 0 h 479"/>
                <a:gd name="T14" fmla="*/ 166 w 331"/>
                <a:gd name="T15" fmla="*/ 301 h 479"/>
                <a:gd name="T16" fmla="*/ 30 w 331"/>
                <a:gd name="T17" fmla="*/ 166 h 479"/>
                <a:gd name="T18" fmla="*/ 165 w 331"/>
                <a:gd name="T19" fmla="*/ 30 h 479"/>
                <a:gd name="T20" fmla="*/ 301 w 331"/>
                <a:gd name="T21" fmla="*/ 165 h 479"/>
                <a:gd name="T22" fmla="*/ 166 w 331"/>
                <a:gd name="T23" fmla="*/ 301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79">
                  <a:moveTo>
                    <a:pt x="164" y="0"/>
                  </a:moveTo>
                  <a:cubicBezTo>
                    <a:pt x="73" y="1"/>
                    <a:pt x="0" y="75"/>
                    <a:pt x="0" y="166"/>
                  </a:cubicBezTo>
                  <a:cubicBezTo>
                    <a:pt x="0" y="242"/>
                    <a:pt x="51" y="305"/>
                    <a:pt x="121" y="325"/>
                  </a:cubicBezTo>
                  <a:cubicBezTo>
                    <a:pt x="167" y="479"/>
                    <a:pt x="167" y="479"/>
                    <a:pt x="167" y="479"/>
                  </a:cubicBezTo>
                  <a:cubicBezTo>
                    <a:pt x="211" y="324"/>
                    <a:pt x="211" y="324"/>
                    <a:pt x="211" y="324"/>
                  </a:cubicBezTo>
                  <a:cubicBezTo>
                    <a:pt x="280" y="304"/>
                    <a:pt x="331" y="240"/>
                    <a:pt x="330" y="165"/>
                  </a:cubicBezTo>
                  <a:cubicBezTo>
                    <a:pt x="330" y="74"/>
                    <a:pt x="256" y="0"/>
                    <a:pt x="164" y="0"/>
                  </a:cubicBezTo>
                  <a:close/>
                  <a:moveTo>
                    <a:pt x="166" y="301"/>
                  </a:moveTo>
                  <a:cubicBezTo>
                    <a:pt x="91" y="301"/>
                    <a:pt x="30" y="241"/>
                    <a:pt x="30" y="166"/>
                  </a:cubicBezTo>
                  <a:cubicBezTo>
                    <a:pt x="29" y="91"/>
                    <a:pt x="90" y="30"/>
                    <a:pt x="165" y="30"/>
                  </a:cubicBezTo>
                  <a:cubicBezTo>
                    <a:pt x="239" y="30"/>
                    <a:pt x="300" y="90"/>
                    <a:pt x="301" y="165"/>
                  </a:cubicBezTo>
                  <a:cubicBezTo>
                    <a:pt x="301" y="240"/>
                    <a:pt x="241" y="301"/>
                    <a:pt x="166" y="30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 name="Freeform 338"/>
            <p:cNvSpPr>
              <a:spLocks/>
            </p:cNvSpPr>
            <p:nvPr/>
          </p:nvSpPr>
          <p:spPr bwMode="auto">
            <a:xfrm>
              <a:off x="10123488" y="5011738"/>
              <a:ext cx="1435100" cy="1168400"/>
            </a:xfrm>
            <a:custGeom>
              <a:avLst/>
              <a:gdLst>
                <a:gd name="T0" fmla="*/ 1091 w 1097"/>
                <a:gd name="T1" fmla="*/ 475 h 893"/>
                <a:gd name="T2" fmla="*/ 314 w 1097"/>
                <a:gd name="T3" fmla="*/ 807 h 893"/>
                <a:gd name="T4" fmla="*/ 301 w 1097"/>
                <a:gd name="T5" fmla="*/ 812 h 893"/>
                <a:gd name="T6" fmla="*/ 301 w 1097"/>
                <a:gd name="T7" fmla="*/ 752 h 893"/>
                <a:gd name="T8" fmla="*/ 314 w 1097"/>
                <a:gd name="T9" fmla="*/ 741 h 893"/>
                <a:gd name="T10" fmla="*/ 749 w 1097"/>
                <a:gd name="T11" fmla="*/ 321 h 893"/>
                <a:gd name="T12" fmla="*/ 738 w 1097"/>
                <a:gd name="T13" fmla="*/ 310 h 893"/>
                <a:gd name="T14" fmla="*/ 314 w 1097"/>
                <a:gd name="T15" fmla="*/ 719 h 893"/>
                <a:gd name="T16" fmla="*/ 301 w 1097"/>
                <a:gd name="T17" fmla="*/ 730 h 893"/>
                <a:gd name="T18" fmla="*/ 301 w 1097"/>
                <a:gd name="T19" fmla="*/ 452 h 893"/>
                <a:gd name="T20" fmla="*/ 301 w 1097"/>
                <a:gd name="T21" fmla="*/ 376 h 893"/>
                <a:gd name="T22" fmla="*/ 301 w 1097"/>
                <a:gd name="T23" fmla="*/ 281 h 893"/>
                <a:gd name="T24" fmla="*/ 313 w 1097"/>
                <a:gd name="T25" fmla="*/ 284 h 893"/>
                <a:gd name="T26" fmla="*/ 313 w 1097"/>
                <a:gd name="T27" fmla="*/ 363 h 893"/>
                <a:gd name="T28" fmla="*/ 378 w 1097"/>
                <a:gd name="T29" fmla="*/ 483 h 893"/>
                <a:gd name="T30" fmla="*/ 405 w 1097"/>
                <a:gd name="T31" fmla="*/ 500 h 893"/>
                <a:gd name="T32" fmla="*/ 420 w 1097"/>
                <a:gd name="T33" fmla="*/ 496 h 893"/>
                <a:gd name="T34" fmla="*/ 433 w 1097"/>
                <a:gd name="T35" fmla="*/ 453 h 893"/>
                <a:gd name="T36" fmla="*/ 363 w 1097"/>
                <a:gd name="T37" fmla="*/ 324 h 893"/>
                <a:gd name="T38" fmla="*/ 349 w 1097"/>
                <a:gd name="T39" fmla="*/ 245 h 893"/>
                <a:gd name="T40" fmla="*/ 349 w 1097"/>
                <a:gd name="T41" fmla="*/ 246 h 893"/>
                <a:gd name="T42" fmla="*/ 270 w 1097"/>
                <a:gd name="T43" fmla="*/ 149 h 893"/>
                <a:gd name="T44" fmla="*/ 125 w 1097"/>
                <a:gd name="T45" fmla="*/ 149 h 893"/>
                <a:gd name="T46" fmla="*/ 112 w 1097"/>
                <a:gd name="T47" fmla="*/ 139 h 893"/>
                <a:gd name="T48" fmla="*/ 66 w 1097"/>
                <a:gd name="T49" fmla="*/ 90 h 893"/>
                <a:gd name="T50" fmla="*/ 79 w 1097"/>
                <a:gd name="T51" fmla="*/ 81 h 893"/>
                <a:gd name="T52" fmla="*/ 102 w 1097"/>
                <a:gd name="T53" fmla="*/ 73 h 893"/>
                <a:gd name="T54" fmla="*/ 156 w 1097"/>
                <a:gd name="T55" fmla="*/ 0 h 893"/>
                <a:gd name="T56" fmla="*/ 52 w 1097"/>
                <a:gd name="T57" fmla="*/ 23 h 893"/>
                <a:gd name="T58" fmla="*/ 2 w 1097"/>
                <a:gd name="T59" fmla="*/ 86 h 893"/>
                <a:gd name="T60" fmla="*/ 76 w 1097"/>
                <a:gd name="T61" fmla="*/ 192 h 893"/>
                <a:gd name="T62" fmla="*/ 85 w 1097"/>
                <a:gd name="T63" fmla="*/ 198 h 893"/>
                <a:gd name="T64" fmla="*/ 85 w 1097"/>
                <a:gd name="T65" fmla="*/ 376 h 893"/>
                <a:gd name="T66" fmla="*/ 85 w 1097"/>
                <a:gd name="T67" fmla="*/ 452 h 893"/>
                <a:gd name="T68" fmla="*/ 85 w 1097"/>
                <a:gd name="T69" fmla="*/ 844 h 893"/>
                <a:gd name="T70" fmla="*/ 135 w 1097"/>
                <a:gd name="T71" fmla="*/ 893 h 893"/>
                <a:gd name="T72" fmla="*/ 185 w 1097"/>
                <a:gd name="T73" fmla="*/ 844 h 893"/>
                <a:gd name="T74" fmla="*/ 185 w 1097"/>
                <a:gd name="T75" fmla="*/ 481 h 893"/>
                <a:gd name="T76" fmla="*/ 205 w 1097"/>
                <a:gd name="T77" fmla="*/ 481 h 893"/>
                <a:gd name="T78" fmla="*/ 205 w 1097"/>
                <a:gd name="T79" fmla="*/ 844 h 893"/>
                <a:gd name="T80" fmla="*/ 253 w 1097"/>
                <a:gd name="T81" fmla="*/ 893 h 893"/>
                <a:gd name="T82" fmla="*/ 301 w 1097"/>
                <a:gd name="T83" fmla="*/ 844 h 893"/>
                <a:gd name="T84" fmla="*/ 301 w 1097"/>
                <a:gd name="T85" fmla="*/ 829 h 893"/>
                <a:gd name="T86" fmla="*/ 314 w 1097"/>
                <a:gd name="T87" fmla="*/ 824 h 893"/>
                <a:gd name="T88" fmla="*/ 1097 w 1097"/>
                <a:gd name="T89" fmla="*/ 489 h 893"/>
                <a:gd name="T90" fmla="*/ 1091 w 1097"/>
                <a:gd name="T91" fmla="*/ 475 h 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97" h="893">
                  <a:moveTo>
                    <a:pt x="1091" y="475"/>
                  </a:moveTo>
                  <a:cubicBezTo>
                    <a:pt x="314" y="807"/>
                    <a:pt x="314" y="807"/>
                    <a:pt x="314" y="807"/>
                  </a:cubicBezTo>
                  <a:cubicBezTo>
                    <a:pt x="301" y="812"/>
                    <a:pt x="301" y="812"/>
                    <a:pt x="301" y="812"/>
                  </a:cubicBezTo>
                  <a:cubicBezTo>
                    <a:pt x="301" y="752"/>
                    <a:pt x="301" y="752"/>
                    <a:pt x="301" y="752"/>
                  </a:cubicBezTo>
                  <a:cubicBezTo>
                    <a:pt x="314" y="741"/>
                    <a:pt x="314" y="741"/>
                    <a:pt x="314" y="741"/>
                  </a:cubicBezTo>
                  <a:cubicBezTo>
                    <a:pt x="749" y="321"/>
                    <a:pt x="749" y="321"/>
                    <a:pt x="749" y="321"/>
                  </a:cubicBezTo>
                  <a:cubicBezTo>
                    <a:pt x="738" y="310"/>
                    <a:pt x="738" y="310"/>
                    <a:pt x="738" y="310"/>
                  </a:cubicBezTo>
                  <a:cubicBezTo>
                    <a:pt x="314" y="719"/>
                    <a:pt x="314" y="719"/>
                    <a:pt x="314" y="719"/>
                  </a:cubicBezTo>
                  <a:cubicBezTo>
                    <a:pt x="301" y="730"/>
                    <a:pt x="301" y="730"/>
                    <a:pt x="301" y="730"/>
                  </a:cubicBezTo>
                  <a:cubicBezTo>
                    <a:pt x="301" y="452"/>
                    <a:pt x="301" y="452"/>
                    <a:pt x="301" y="452"/>
                  </a:cubicBezTo>
                  <a:cubicBezTo>
                    <a:pt x="301" y="376"/>
                    <a:pt x="301" y="376"/>
                    <a:pt x="301" y="376"/>
                  </a:cubicBezTo>
                  <a:cubicBezTo>
                    <a:pt x="301" y="281"/>
                    <a:pt x="301" y="281"/>
                    <a:pt x="301" y="281"/>
                  </a:cubicBezTo>
                  <a:cubicBezTo>
                    <a:pt x="305" y="282"/>
                    <a:pt x="309" y="284"/>
                    <a:pt x="313" y="284"/>
                  </a:cubicBezTo>
                  <a:cubicBezTo>
                    <a:pt x="313" y="363"/>
                    <a:pt x="313" y="363"/>
                    <a:pt x="313" y="363"/>
                  </a:cubicBezTo>
                  <a:cubicBezTo>
                    <a:pt x="378" y="483"/>
                    <a:pt x="378" y="483"/>
                    <a:pt x="378" y="483"/>
                  </a:cubicBezTo>
                  <a:cubicBezTo>
                    <a:pt x="384" y="494"/>
                    <a:pt x="394" y="500"/>
                    <a:pt x="405" y="500"/>
                  </a:cubicBezTo>
                  <a:cubicBezTo>
                    <a:pt x="411" y="500"/>
                    <a:pt x="416" y="499"/>
                    <a:pt x="420" y="496"/>
                  </a:cubicBezTo>
                  <a:cubicBezTo>
                    <a:pt x="436" y="488"/>
                    <a:pt x="442" y="468"/>
                    <a:pt x="433" y="453"/>
                  </a:cubicBezTo>
                  <a:cubicBezTo>
                    <a:pt x="363" y="324"/>
                    <a:pt x="363" y="324"/>
                    <a:pt x="363" y="324"/>
                  </a:cubicBezTo>
                  <a:cubicBezTo>
                    <a:pt x="361" y="308"/>
                    <a:pt x="354" y="264"/>
                    <a:pt x="349" y="245"/>
                  </a:cubicBezTo>
                  <a:cubicBezTo>
                    <a:pt x="349" y="245"/>
                    <a:pt x="349" y="246"/>
                    <a:pt x="349" y="246"/>
                  </a:cubicBezTo>
                  <a:cubicBezTo>
                    <a:pt x="327" y="157"/>
                    <a:pt x="288" y="145"/>
                    <a:pt x="270" y="149"/>
                  </a:cubicBezTo>
                  <a:cubicBezTo>
                    <a:pt x="125" y="149"/>
                    <a:pt x="125" y="149"/>
                    <a:pt x="125" y="149"/>
                  </a:cubicBezTo>
                  <a:cubicBezTo>
                    <a:pt x="120" y="145"/>
                    <a:pt x="116" y="142"/>
                    <a:pt x="112" y="139"/>
                  </a:cubicBezTo>
                  <a:cubicBezTo>
                    <a:pt x="86" y="120"/>
                    <a:pt x="67" y="98"/>
                    <a:pt x="66" y="90"/>
                  </a:cubicBezTo>
                  <a:cubicBezTo>
                    <a:pt x="67" y="89"/>
                    <a:pt x="70" y="85"/>
                    <a:pt x="79" y="81"/>
                  </a:cubicBezTo>
                  <a:cubicBezTo>
                    <a:pt x="84" y="79"/>
                    <a:pt x="92" y="76"/>
                    <a:pt x="102" y="73"/>
                  </a:cubicBezTo>
                  <a:cubicBezTo>
                    <a:pt x="107" y="41"/>
                    <a:pt x="128" y="14"/>
                    <a:pt x="156" y="0"/>
                  </a:cubicBezTo>
                  <a:cubicBezTo>
                    <a:pt x="111" y="4"/>
                    <a:pt x="76" y="12"/>
                    <a:pt x="52" y="23"/>
                  </a:cubicBezTo>
                  <a:cubicBezTo>
                    <a:pt x="13" y="41"/>
                    <a:pt x="3" y="67"/>
                    <a:pt x="2" y="86"/>
                  </a:cubicBezTo>
                  <a:cubicBezTo>
                    <a:pt x="0" y="130"/>
                    <a:pt x="45" y="169"/>
                    <a:pt x="76" y="192"/>
                  </a:cubicBezTo>
                  <a:cubicBezTo>
                    <a:pt x="79" y="194"/>
                    <a:pt x="85" y="196"/>
                    <a:pt x="85" y="198"/>
                  </a:cubicBezTo>
                  <a:cubicBezTo>
                    <a:pt x="85" y="376"/>
                    <a:pt x="85" y="376"/>
                    <a:pt x="85" y="376"/>
                  </a:cubicBezTo>
                  <a:cubicBezTo>
                    <a:pt x="85" y="452"/>
                    <a:pt x="85" y="452"/>
                    <a:pt x="85" y="452"/>
                  </a:cubicBezTo>
                  <a:cubicBezTo>
                    <a:pt x="85" y="844"/>
                    <a:pt x="85" y="844"/>
                    <a:pt x="85" y="844"/>
                  </a:cubicBezTo>
                  <a:cubicBezTo>
                    <a:pt x="85" y="871"/>
                    <a:pt x="108" y="893"/>
                    <a:pt x="135" y="893"/>
                  </a:cubicBezTo>
                  <a:cubicBezTo>
                    <a:pt x="162" y="893"/>
                    <a:pt x="185" y="871"/>
                    <a:pt x="185" y="844"/>
                  </a:cubicBezTo>
                  <a:cubicBezTo>
                    <a:pt x="185" y="481"/>
                    <a:pt x="185" y="481"/>
                    <a:pt x="185" y="481"/>
                  </a:cubicBezTo>
                  <a:cubicBezTo>
                    <a:pt x="205" y="481"/>
                    <a:pt x="205" y="481"/>
                    <a:pt x="205" y="481"/>
                  </a:cubicBezTo>
                  <a:cubicBezTo>
                    <a:pt x="205" y="844"/>
                    <a:pt x="205" y="844"/>
                    <a:pt x="205" y="844"/>
                  </a:cubicBezTo>
                  <a:cubicBezTo>
                    <a:pt x="205" y="871"/>
                    <a:pt x="226" y="893"/>
                    <a:pt x="253" y="893"/>
                  </a:cubicBezTo>
                  <a:cubicBezTo>
                    <a:pt x="280" y="893"/>
                    <a:pt x="301" y="871"/>
                    <a:pt x="301" y="844"/>
                  </a:cubicBezTo>
                  <a:cubicBezTo>
                    <a:pt x="301" y="829"/>
                    <a:pt x="301" y="829"/>
                    <a:pt x="301" y="829"/>
                  </a:cubicBezTo>
                  <a:cubicBezTo>
                    <a:pt x="314" y="824"/>
                    <a:pt x="314" y="824"/>
                    <a:pt x="314" y="824"/>
                  </a:cubicBezTo>
                  <a:cubicBezTo>
                    <a:pt x="1097" y="489"/>
                    <a:pt x="1097" y="489"/>
                    <a:pt x="1097" y="489"/>
                  </a:cubicBezTo>
                  <a:lnTo>
                    <a:pt x="1091" y="4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Freeform 339"/>
            <p:cNvSpPr>
              <a:spLocks/>
            </p:cNvSpPr>
            <p:nvPr/>
          </p:nvSpPr>
          <p:spPr bwMode="auto">
            <a:xfrm>
              <a:off x="10404476" y="4910138"/>
              <a:ext cx="38100" cy="30163"/>
            </a:xfrm>
            <a:custGeom>
              <a:avLst/>
              <a:gdLst>
                <a:gd name="T0" fmla="*/ 15 w 29"/>
                <a:gd name="T1" fmla="*/ 0 h 23"/>
                <a:gd name="T2" fmla="*/ 9 w 29"/>
                <a:gd name="T3" fmla="*/ 2 h 23"/>
                <a:gd name="T4" fmla="*/ 7 w 29"/>
                <a:gd name="T5" fmla="*/ 4 h 23"/>
                <a:gd name="T6" fmla="*/ 0 w 29"/>
                <a:gd name="T7" fmla="*/ 12 h 23"/>
                <a:gd name="T8" fmla="*/ 4 w 29"/>
                <a:gd name="T9" fmla="*/ 20 h 23"/>
                <a:gd name="T10" fmla="*/ 13 w 29"/>
                <a:gd name="T11" fmla="*/ 23 h 23"/>
                <a:gd name="T12" fmla="*/ 24 w 29"/>
                <a:gd name="T13" fmla="*/ 19 h 23"/>
                <a:gd name="T14" fmla="*/ 29 w 29"/>
                <a:gd name="T15" fmla="*/ 10 h 23"/>
                <a:gd name="T16" fmla="*/ 22 w 29"/>
                <a:gd name="T17" fmla="*/ 3 h 23"/>
                <a:gd name="T18" fmla="*/ 15 w 29"/>
                <a:gd name="T1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23">
                  <a:moveTo>
                    <a:pt x="15" y="0"/>
                  </a:moveTo>
                  <a:cubicBezTo>
                    <a:pt x="12" y="0"/>
                    <a:pt x="10" y="1"/>
                    <a:pt x="9" y="2"/>
                  </a:cubicBezTo>
                  <a:cubicBezTo>
                    <a:pt x="8" y="2"/>
                    <a:pt x="8" y="3"/>
                    <a:pt x="7" y="4"/>
                  </a:cubicBezTo>
                  <a:cubicBezTo>
                    <a:pt x="2" y="7"/>
                    <a:pt x="0" y="10"/>
                    <a:pt x="0" y="12"/>
                  </a:cubicBezTo>
                  <a:cubicBezTo>
                    <a:pt x="0" y="15"/>
                    <a:pt x="1" y="18"/>
                    <a:pt x="4" y="20"/>
                  </a:cubicBezTo>
                  <a:cubicBezTo>
                    <a:pt x="6" y="22"/>
                    <a:pt x="9" y="23"/>
                    <a:pt x="13" y="23"/>
                  </a:cubicBezTo>
                  <a:cubicBezTo>
                    <a:pt x="16" y="23"/>
                    <a:pt x="20" y="22"/>
                    <a:pt x="24" y="19"/>
                  </a:cubicBezTo>
                  <a:cubicBezTo>
                    <a:pt x="27" y="17"/>
                    <a:pt x="29" y="14"/>
                    <a:pt x="29" y="10"/>
                  </a:cubicBezTo>
                  <a:cubicBezTo>
                    <a:pt x="29" y="6"/>
                    <a:pt x="27" y="3"/>
                    <a:pt x="22" y="3"/>
                  </a:cubicBezTo>
                  <a:cubicBezTo>
                    <a:pt x="19" y="1"/>
                    <a:pt x="17"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Freeform 340"/>
            <p:cNvSpPr>
              <a:spLocks/>
            </p:cNvSpPr>
            <p:nvPr/>
          </p:nvSpPr>
          <p:spPr bwMode="auto">
            <a:xfrm>
              <a:off x="10417176" y="4767263"/>
              <a:ext cx="90488" cy="127000"/>
            </a:xfrm>
            <a:custGeom>
              <a:avLst/>
              <a:gdLst>
                <a:gd name="T0" fmla="*/ 25 w 69"/>
                <a:gd name="T1" fmla="*/ 75 h 98"/>
                <a:gd name="T2" fmla="*/ 53 w 69"/>
                <a:gd name="T3" fmla="*/ 64 h 98"/>
                <a:gd name="T4" fmla="*/ 64 w 69"/>
                <a:gd name="T5" fmla="*/ 53 h 98"/>
                <a:gd name="T6" fmla="*/ 69 w 69"/>
                <a:gd name="T7" fmla="*/ 32 h 98"/>
                <a:gd name="T8" fmla="*/ 69 w 69"/>
                <a:gd name="T9" fmla="*/ 32 h 98"/>
                <a:gd name="T10" fmla="*/ 67 w 69"/>
                <a:gd name="T11" fmla="*/ 15 h 98"/>
                <a:gd name="T12" fmla="*/ 55 w 69"/>
                <a:gd name="T13" fmla="*/ 4 h 98"/>
                <a:gd name="T14" fmla="*/ 40 w 69"/>
                <a:gd name="T15" fmla="*/ 0 h 98"/>
                <a:gd name="T16" fmla="*/ 30 w 69"/>
                <a:gd name="T17" fmla="*/ 0 h 98"/>
                <a:gd name="T18" fmla="*/ 17 w 69"/>
                <a:gd name="T19" fmla="*/ 4 h 98"/>
                <a:gd name="T20" fmla="*/ 17 w 69"/>
                <a:gd name="T21" fmla="*/ 4 h 98"/>
                <a:gd name="T22" fmla="*/ 5 w 69"/>
                <a:gd name="T23" fmla="*/ 14 h 98"/>
                <a:gd name="T24" fmla="*/ 0 w 69"/>
                <a:gd name="T25" fmla="*/ 25 h 98"/>
                <a:gd name="T26" fmla="*/ 8 w 69"/>
                <a:gd name="T27" fmla="*/ 32 h 98"/>
                <a:gd name="T28" fmla="*/ 21 w 69"/>
                <a:gd name="T29" fmla="*/ 25 h 98"/>
                <a:gd name="T30" fmla="*/ 24 w 69"/>
                <a:gd name="T31" fmla="*/ 20 h 98"/>
                <a:gd name="T32" fmla="*/ 37 w 69"/>
                <a:gd name="T33" fmla="*/ 18 h 98"/>
                <a:gd name="T34" fmla="*/ 43 w 69"/>
                <a:gd name="T35" fmla="*/ 19 h 98"/>
                <a:gd name="T36" fmla="*/ 47 w 69"/>
                <a:gd name="T37" fmla="*/ 21 h 98"/>
                <a:gd name="T38" fmla="*/ 50 w 69"/>
                <a:gd name="T39" fmla="*/ 28 h 98"/>
                <a:gd name="T40" fmla="*/ 51 w 69"/>
                <a:gd name="T41" fmla="*/ 35 h 98"/>
                <a:gd name="T42" fmla="*/ 49 w 69"/>
                <a:gd name="T43" fmla="*/ 44 h 98"/>
                <a:gd name="T44" fmla="*/ 44 w 69"/>
                <a:gd name="T45" fmla="*/ 49 h 98"/>
                <a:gd name="T46" fmla="*/ 32 w 69"/>
                <a:gd name="T47" fmla="*/ 53 h 98"/>
                <a:gd name="T48" fmla="*/ 18 w 69"/>
                <a:gd name="T49" fmla="*/ 60 h 98"/>
                <a:gd name="T50" fmla="*/ 9 w 69"/>
                <a:gd name="T51" fmla="*/ 66 h 98"/>
                <a:gd name="T52" fmla="*/ 3 w 69"/>
                <a:gd name="T53" fmla="*/ 80 h 98"/>
                <a:gd name="T54" fmla="*/ 2 w 69"/>
                <a:gd name="T55" fmla="*/ 87 h 98"/>
                <a:gd name="T56" fmla="*/ 3 w 69"/>
                <a:gd name="T57" fmla="*/ 94 h 98"/>
                <a:gd name="T58" fmla="*/ 7 w 69"/>
                <a:gd name="T59" fmla="*/ 98 h 98"/>
                <a:gd name="T60" fmla="*/ 17 w 69"/>
                <a:gd name="T61" fmla="*/ 96 h 98"/>
                <a:gd name="T62" fmla="*/ 21 w 69"/>
                <a:gd name="T63" fmla="*/ 89 h 98"/>
                <a:gd name="T64" fmla="*/ 25 w 69"/>
                <a:gd name="T65" fmla="*/ 7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9" h="98">
                  <a:moveTo>
                    <a:pt x="25" y="75"/>
                  </a:moveTo>
                  <a:cubicBezTo>
                    <a:pt x="39" y="70"/>
                    <a:pt x="48" y="66"/>
                    <a:pt x="53" y="64"/>
                  </a:cubicBezTo>
                  <a:cubicBezTo>
                    <a:pt x="58" y="62"/>
                    <a:pt x="61" y="58"/>
                    <a:pt x="64" y="53"/>
                  </a:cubicBezTo>
                  <a:cubicBezTo>
                    <a:pt x="68" y="48"/>
                    <a:pt x="69" y="41"/>
                    <a:pt x="69" y="32"/>
                  </a:cubicBezTo>
                  <a:cubicBezTo>
                    <a:pt x="69" y="32"/>
                    <a:pt x="69" y="32"/>
                    <a:pt x="69" y="32"/>
                  </a:cubicBezTo>
                  <a:cubicBezTo>
                    <a:pt x="69" y="25"/>
                    <a:pt x="68" y="19"/>
                    <a:pt x="67" y="15"/>
                  </a:cubicBezTo>
                  <a:cubicBezTo>
                    <a:pt x="65" y="12"/>
                    <a:pt x="61" y="8"/>
                    <a:pt x="55" y="4"/>
                  </a:cubicBezTo>
                  <a:cubicBezTo>
                    <a:pt x="51" y="1"/>
                    <a:pt x="47" y="0"/>
                    <a:pt x="40" y="0"/>
                  </a:cubicBezTo>
                  <a:cubicBezTo>
                    <a:pt x="37" y="1"/>
                    <a:pt x="34" y="0"/>
                    <a:pt x="30" y="0"/>
                  </a:cubicBezTo>
                  <a:cubicBezTo>
                    <a:pt x="26" y="0"/>
                    <a:pt x="21" y="4"/>
                    <a:pt x="17" y="4"/>
                  </a:cubicBezTo>
                  <a:cubicBezTo>
                    <a:pt x="17" y="4"/>
                    <a:pt x="17" y="4"/>
                    <a:pt x="17" y="4"/>
                  </a:cubicBezTo>
                  <a:cubicBezTo>
                    <a:pt x="12" y="8"/>
                    <a:pt x="8" y="10"/>
                    <a:pt x="5" y="14"/>
                  </a:cubicBezTo>
                  <a:cubicBezTo>
                    <a:pt x="1" y="18"/>
                    <a:pt x="0" y="22"/>
                    <a:pt x="0" y="25"/>
                  </a:cubicBezTo>
                  <a:cubicBezTo>
                    <a:pt x="0" y="30"/>
                    <a:pt x="2" y="32"/>
                    <a:pt x="8" y="32"/>
                  </a:cubicBezTo>
                  <a:cubicBezTo>
                    <a:pt x="16" y="32"/>
                    <a:pt x="20" y="30"/>
                    <a:pt x="21" y="25"/>
                  </a:cubicBezTo>
                  <a:cubicBezTo>
                    <a:pt x="21" y="23"/>
                    <a:pt x="22" y="22"/>
                    <a:pt x="24" y="20"/>
                  </a:cubicBezTo>
                  <a:cubicBezTo>
                    <a:pt x="26" y="19"/>
                    <a:pt x="31" y="18"/>
                    <a:pt x="37" y="18"/>
                  </a:cubicBezTo>
                  <a:cubicBezTo>
                    <a:pt x="39" y="18"/>
                    <a:pt x="41" y="18"/>
                    <a:pt x="43" y="19"/>
                  </a:cubicBezTo>
                  <a:cubicBezTo>
                    <a:pt x="45" y="20"/>
                    <a:pt x="47" y="21"/>
                    <a:pt x="47" y="21"/>
                  </a:cubicBezTo>
                  <a:cubicBezTo>
                    <a:pt x="48" y="22"/>
                    <a:pt x="49" y="24"/>
                    <a:pt x="50" y="28"/>
                  </a:cubicBezTo>
                  <a:cubicBezTo>
                    <a:pt x="51" y="31"/>
                    <a:pt x="51" y="33"/>
                    <a:pt x="51" y="35"/>
                  </a:cubicBezTo>
                  <a:cubicBezTo>
                    <a:pt x="51" y="38"/>
                    <a:pt x="50" y="41"/>
                    <a:pt x="49" y="44"/>
                  </a:cubicBezTo>
                  <a:cubicBezTo>
                    <a:pt x="48" y="46"/>
                    <a:pt x="46" y="48"/>
                    <a:pt x="44" y="49"/>
                  </a:cubicBezTo>
                  <a:cubicBezTo>
                    <a:pt x="32" y="53"/>
                    <a:pt x="32" y="53"/>
                    <a:pt x="32" y="53"/>
                  </a:cubicBezTo>
                  <a:cubicBezTo>
                    <a:pt x="25" y="56"/>
                    <a:pt x="20" y="58"/>
                    <a:pt x="18" y="60"/>
                  </a:cubicBezTo>
                  <a:cubicBezTo>
                    <a:pt x="15" y="61"/>
                    <a:pt x="12" y="63"/>
                    <a:pt x="9" y="66"/>
                  </a:cubicBezTo>
                  <a:cubicBezTo>
                    <a:pt x="6" y="73"/>
                    <a:pt x="4" y="77"/>
                    <a:pt x="3" y="80"/>
                  </a:cubicBezTo>
                  <a:cubicBezTo>
                    <a:pt x="2" y="82"/>
                    <a:pt x="2" y="84"/>
                    <a:pt x="2" y="87"/>
                  </a:cubicBezTo>
                  <a:cubicBezTo>
                    <a:pt x="2" y="90"/>
                    <a:pt x="2" y="92"/>
                    <a:pt x="3" y="94"/>
                  </a:cubicBezTo>
                  <a:cubicBezTo>
                    <a:pt x="4" y="97"/>
                    <a:pt x="5" y="98"/>
                    <a:pt x="7" y="98"/>
                  </a:cubicBezTo>
                  <a:cubicBezTo>
                    <a:pt x="12" y="98"/>
                    <a:pt x="15" y="97"/>
                    <a:pt x="17" y="96"/>
                  </a:cubicBezTo>
                  <a:cubicBezTo>
                    <a:pt x="19" y="94"/>
                    <a:pt x="20" y="92"/>
                    <a:pt x="21" y="89"/>
                  </a:cubicBezTo>
                  <a:cubicBezTo>
                    <a:pt x="22" y="83"/>
                    <a:pt x="23" y="79"/>
                    <a:pt x="25"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 name="Freeform 341"/>
            <p:cNvSpPr>
              <a:spLocks/>
            </p:cNvSpPr>
            <p:nvPr/>
          </p:nvSpPr>
          <p:spPr bwMode="auto">
            <a:xfrm>
              <a:off x="10350501" y="4940300"/>
              <a:ext cx="28575" cy="26988"/>
            </a:xfrm>
            <a:custGeom>
              <a:avLst/>
              <a:gdLst>
                <a:gd name="T0" fmla="*/ 12 w 21"/>
                <a:gd name="T1" fmla="*/ 2 h 20"/>
                <a:gd name="T2" fmla="*/ 6 w 21"/>
                <a:gd name="T3" fmla="*/ 2 h 20"/>
                <a:gd name="T4" fmla="*/ 3 w 21"/>
                <a:gd name="T5" fmla="*/ 6 h 20"/>
                <a:gd name="T6" fmla="*/ 2 w 21"/>
                <a:gd name="T7" fmla="*/ 8 h 20"/>
                <a:gd name="T8" fmla="*/ 1 w 21"/>
                <a:gd name="T9" fmla="*/ 16 h 20"/>
                <a:gd name="T10" fmla="*/ 7 w 21"/>
                <a:gd name="T11" fmla="*/ 20 h 20"/>
                <a:gd name="T12" fmla="*/ 14 w 21"/>
                <a:gd name="T13" fmla="*/ 18 h 20"/>
                <a:gd name="T14" fmla="*/ 20 w 21"/>
                <a:gd name="T15" fmla="*/ 11 h 20"/>
                <a:gd name="T16" fmla="*/ 20 w 21"/>
                <a:gd name="T17" fmla="*/ 3 h 20"/>
                <a:gd name="T18" fmla="*/ 12 w 21"/>
                <a:gd name="T19"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20">
                  <a:moveTo>
                    <a:pt x="12" y="2"/>
                  </a:moveTo>
                  <a:cubicBezTo>
                    <a:pt x="9" y="1"/>
                    <a:pt x="8" y="2"/>
                    <a:pt x="6" y="2"/>
                  </a:cubicBezTo>
                  <a:cubicBezTo>
                    <a:pt x="5" y="3"/>
                    <a:pt x="4" y="5"/>
                    <a:pt x="3" y="6"/>
                  </a:cubicBezTo>
                  <a:cubicBezTo>
                    <a:pt x="3" y="6"/>
                    <a:pt x="3" y="7"/>
                    <a:pt x="2" y="8"/>
                  </a:cubicBezTo>
                  <a:cubicBezTo>
                    <a:pt x="1" y="12"/>
                    <a:pt x="0" y="14"/>
                    <a:pt x="1" y="16"/>
                  </a:cubicBezTo>
                  <a:cubicBezTo>
                    <a:pt x="3" y="18"/>
                    <a:pt x="4" y="19"/>
                    <a:pt x="7" y="20"/>
                  </a:cubicBezTo>
                  <a:cubicBezTo>
                    <a:pt x="9" y="20"/>
                    <a:pt x="12" y="20"/>
                    <a:pt x="14" y="18"/>
                  </a:cubicBezTo>
                  <a:cubicBezTo>
                    <a:pt x="16" y="17"/>
                    <a:pt x="18" y="15"/>
                    <a:pt x="20" y="11"/>
                  </a:cubicBezTo>
                  <a:cubicBezTo>
                    <a:pt x="21" y="8"/>
                    <a:pt x="21" y="5"/>
                    <a:pt x="20" y="3"/>
                  </a:cubicBezTo>
                  <a:cubicBezTo>
                    <a:pt x="18" y="0"/>
                    <a:pt x="15" y="0"/>
                    <a:pt x="1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Freeform 342"/>
            <p:cNvSpPr>
              <a:spLocks/>
            </p:cNvSpPr>
            <p:nvPr/>
          </p:nvSpPr>
          <p:spPr bwMode="auto">
            <a:xfrm>
              <a:off x="10307638" y="4826000"/>
              <a:ext cx="73025" cy="107950"/>
            </a:xfrm>
            <a:custGeom>
              <a:avLst/>
              <a:gdLst>
                <a:gd name="T0" fmla="*/ 50 w 55"/>
                <a:gd name="T1" fmla="*/ 13 h 82"/>
                <a:gd name="T2" fmla="*/ 50 w 55"/>
                <a:gd name="T3" fmla="*/ 13 h 82"/>
                <a:gd name="T4" fmla="*/ 42 w 55"/>
                <a:gd name="T5" fmla="*/ 3 h 82"/>
                <a:gd name="T6" fmla="*/ 29 w 55"/>
                <a:gd name="T7" fmla="*/ 1 h 82"/>
                <a:gd name="T8" fmla="*/ 18 w 55"/>
                <a:gd name="T9" fmla="*/ 4 h 82"/>
                <a:gd name="T10" fmla="*/ 12 w 55"/>
                <a:gd name="T11" fmla="*/ 8 h 82"/>
                <a:gd name="T12" fmla="*/ 5 w 55"/>
                <a:gd name="T13" fmla="*/ 16 h 82"/>
                <a:gd name="T14" fmla="*/ 5 w 55"/>
                <a:gd name="T15" fmla="*/ 16 h 82"/>
                <a:gd name="T16" fmla="*/ 1 w 55"/>
                <a:gd name="T17" fmla="*/ 28 h 82"/>
                <a:gd name="T18" fmla="*/ 1 w 55"/>
                <a:gd name="T19" fmla="*/ 36 h 82"/>
                <a:gd name="T20" fmla="*/ 10 w 55"/>
                <a:gd name="T21" fmla="*/ 38 h 82"/>
                <a:gd name="T22" fmla="*/ 15 w 55"/>
                <a:gd name="T23" fmla="*/ 28 h 82"/>
                <a:gd name="T24" fmla="*/ 16 w 55"/>
                <a:gd name="T25" fmla="*/ 24 h 82"/>
                <a:gd name="T26" fmla="*/ 23 w 55"/>
                <a:gd name="T27" fmla="*/ 17 h 82"/>
                <a:gd name="T28" fmla="*/ 27 w 55"/>
                <a:gd name="T29" fmla="*/ 15 h 82"/>
                <a:gd name="T30" fmla="*/ 31 w 55"/>
                <a:gd name="T31" fmla="*/ 15 h 82"/>
                <a:gd name="T32" fmla="*/ 35 w 55"/>
                <a:gd name="T33" fmla="*/ 18 h 82"/>
                <a:gd name="T34" fmla="*/ 39 w 55"/>
                <a:gd name="T35" fmla="*/ 23 h 82"/>
                <a:gd name="T36" fmla="*/ 41 w 55"/>
                <a:gd name="T37" fmla="*/ 29 h 82"/>
                <a:gd name="T38" fmla="*/ 40 w 55"/>
                <a:gd name="T39" fmla="*/ 34 h 82"/>
                <a:gd name="T40" fmla="*/ 34 w 55"/>
                <a:gd name="T41" fmla="*/ 42 h 82"/>
                <a:gd name="T42" fmla="*/ 27 w 55"/>
                <a:gd name="T43" fmla="*/ 52 h 82"/>
                <a:gd name="T44" fmla="*/ 24 w 55"/>
                <a:gd name="T45" fmla="*/ 59 h 82"/>
                <a:gd name="T46" fmla="*/ 25 w 55"/>
                <a:gd name="T47" fmla="*/ 71 h 82"/>
                <a:gd name="T48" fmla="*/ 27 w 55"/>
                <a:gd name="T49" fmla="*/ 76 h 82"/>
                <a:gd name="T50" fmla="*/ 31 w 55"/>
                <a:gd name="T51" fmla="*/ 80 h 82"/>
                <a:gd name="T52" fmla="*/ 35 w 55"/>
                <a:gd name="T53" fmla="*/ 81 h 82"/>
                <a:gd name="T54" fmla="*/ 41 w 55"/>
                <a:gd name="T55" fmla="*/ 75 h 82"/>
                <a:gd name="T56" fmla="*/ 41 w 55"/>
                <a:gd name="T57" fmla="*/ 70 h 82"/>
                <a:gd name="T58" fmla="*/ 38 w 55"/>
                <a:gd name="T59" fmla="*/ 59 h 82"/>
                <a:gd name="T60" fmla="*/ 52 w 55"/>
                <a:gd name="T61" fmla="*/ 41 h 82"/>
                <a:gd name="T62" fmla="*/ 55 w 55"/>
                <a:gd name="T63" fmla="*/ 29 h 82"/>
                <a:gd name="T64" fmla="*/ 50 w 55"/>
                <a:gd name="T65" fmla="*/ 13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82">
                  <a:moveTo>
                    <a:pt x="50" y="13"/>
                  </a:moveTo>
                  <a:cubicBezTo>
                    <a:pt x="50" y="13"/>
                    <a:pt x="50" y="13"/>
                    <a:pt x="50" y="13"/>
                  </a:cubicBezTo>
                  <a:cubicBezTo>
                    <a:pt x="47" y="8"/>
                    <a:pt x="44" y="5"/>
                    <a:pt x="42" y="3"/>
                  </a:cubicBezTo>
                  <a:cubicBezTo>
                    <a:pt x="39" y="2"/>
                    <a:pt x="35" y="1"/>
                    <a:pt x="29" y="1"/>
                  </a:cubicBezTo>
                  <a:cubicBezTo>
                    <a:pt x="26" y="0"/>
                    <a:pt x="22" y="2"/>
                    <a:pt x="18" y="4"/>
                  </a:cubicBezTo>
                  <a:cubicBezTo>
                    <a:pt x="16" y="6"/>
                    <a:pt x="14" y="7"/>
                    <a:pt x="12" y="8"/>
                  </a:cubicBezTo>
                  <a:cubicBezTo>
                    <a:pt x="9" y="10"/>
                    <a:pt x="6" y="13"/>
                    <a:pt x="5" y="16"/>
                  </a:cubicBezTo>
                  <a:cubicBezTo>
                    <a:pt x="5" y="16"/>
                    <a:pt x="5" y="16"/>
                    <a:pt x="5" y="16"/>
                  </a:cubicBezTo>
                  <a:cubicBezTo>
                    <a:pt x="3" y="20"/>
                    <a:pt x="1" y="24"/>
                    <a:pt x="1" y="28"/>
                  </a:cubicBezTo>
                  <a:cubicBezTo>
                    <a:pt x="0" y="32"/>
                    <a:pt x="0" y="34"/>
                    <a:pt x="1" y="36"/>
                  </a:cubicBezTo>
                  <a:cubicBezTo>
                    <a:pt x="3" y="40"/>
                    <a:pt x="6" y="40"/>
                    <a:pt x="10" y="38"/>
                  </a:cubicBezTo>
                  <a:cubicBezTo>
                    <a:pt x="15" y="35"/>
                    <a:pt x="17" y="32"/>
                    <a:pt x="15" y="28"/>
                  </a:cubicBezTo>
                  <a:cubicBezTo>
                    <a:pt x="15" y="27"/>
                    <a:pt x="15" y="25"/>
                    <a:pt x="16" y="24"/>
                  </a:cubicBezTo>
                  <a:cubicBezTo>
                    <a:pt x="16" y="22"/>
                    <a:pt x="19" y="20"/>
                    <a:pt x="23" y="17"/>
                  </a:cubicBezTo>
                  <a:cubicBezTo>
                    <a:pt x="24" y="16"/>
                    <a:pt x="26" y="16"/>
                    <a:pt x="27" y="15"/>
                  </a:cubicBezTo>
                  <a:cubicBezTo>
                    <a:pt x="29" y="15"/>
                    <a:pt x="30" y="15"/>
                    <a:pt x="31" y="15"/>
                  </a:cubicBezTo>
                  <a:cubicBezTo>
                    <a:pt x="32" y="15"/>
                    <a:pt x="33" y="16"/>
                    <a:pt x="35" y="18"/>
                  </a:cubicBezTo>
                  <a:cubicBezTo>
                    <a:pt x="37" y="20"/>
                    <a:pt x="38" y="21"/>
                    <a:pt x="39" y="23"/>
                  </a:cubicBezTo>
                  <a:cubicBezTo>
                    <a:pt x="40" y="25"/>
                    <a:pt x="41" y="27"/>
                    <a:pt x="41" y="29"/>
                  </a:cubicBezTo>
                  <a:cubicBezTo>
                    <a:pt x="41" y="31"/>
                    <a:pt x="41" y="33"/>
                    <a:pt x="40" y="34"/>
                  </a:cubicBezTo>
                  <a:cubicBezTo>
                    <a:pt x="34" y="42"/>
                    <a:pt x="34" y="42"/>
                    <a:pt x="34" y="42"/>
                  </a:cubicBezTo>
                  <a:cubicBezTo>
                    <a:pt x="31" y="47"/>
                    <a:pt x="28" y="50"/>
                    <a:pt x="27" y="52"/>
                  </a:cubicBezTo>
                  <a:cubicBezTo>
                    <a:pt x="26" y="54"/>
                    <a:pt x="25" y="56"/>
                    <a:pt x="24" y="59"/>
                  </a:cubicBezTo>
                  <a:cubicBezTo>
                    <a:pt x="24" y="65"/>
                    <a:pt x="25" y="69"/>
                    <a:pt x="25" y="71"/>
                  </a:cubicBezTo>
                  <a:cubicBezTo>
                    <a:pt x="26" y="73"/>
                    <a:pt x="26" y="74"/>
                    <a:pt x="27" y="76"/>
                  </a:cubicBezTo>
                  <a:cubicBezTo>
                    <a:pt x="28" y="78"/>
                    <a:pt x="30" y="79"/>
                    <a:pt x="31" y="80"/>
                  </a:cubicBezTo>
                  <a:cubicBezTo>
                    <a:pt x="33" y="81"/>
                    <a:pt x="34" y="82"/>
                    <a:pt x="35" y="81"/>
                  </a:cubicBezTo>
                  <a:cubicBezTo>
                    <a:pt x="38" y="79"/>
                    <a:pt x="40" y="77"/>
                    <a:pt x="41" y="75"/>
                  </a:cubicBezTo>
                  <a:cubicBezTo>
                    <a:pt x="42" y="74"/>
                    <a:pt x="42" y="72"/>
                    <a:pt x="41" y="70"/>
                  </a:cubicBezTo>
                  <a:cubicBezTo>
                    <a:pt x="39" y="66"/>
                    <a:pt x="38" y="62"/>
                    <a:pt x="38" y="59"/>
                  </a:cubicBezTo>
                  <a:cubicBezTo>
                    <a:pt x="45" y="50"/>
                    <a:pt x="50" y="44"/>
                    <a:pt x="52" y="41"/>
                  </a:cubicBezTo>
                  <a:cubicBezTo>
                    <a:pt x="54" y="38"/>
                    <a:pt x="55" y="34"/>
                    <a:pt x="55" y="29"/>
                  </a:cubicBezTo>
                  <a:cubicBezTo>
                    <a:pt x="55" y="24"/>
                    <a:pt x="53" y="19"/>
                    <a:pt x="50"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 name="Freeform 343"/>
            <p:cNvSpPr>
              <a:spLocks noEditPoints="1"/>
            </p:cNvSpPr>
            <p:nvPr/>
          </p:nvSpPr>
          <p:spPr bwMode="auto">
            <a:xfrm>
              <a:off x="10679113" y="4897438"/>
              <a:ext cx="127000" cy="130175"/>
            </a:xfrm>
            <a:custGeom>
              <a:avLst/>
              <a:gdLst>
                <a:gd name="T0" fmla="*/ 24 w 96"/>
                <a:gd name="T1" fmla="*/ 12 h 100"/>
                <a:gd name="T2" fmla="*/ 32 w 96"/>
                <a:gd name="T3" fmla="*/ 13 h 100"/>
                <a:gd name="T4" fmla="*/ 8 w 96"/>
                <a:gd name="T5" fmla="*/ 83 h 100"/>
                <a:gd name="T6" fmla="*/ 3 w 96"/>
                <a:gd name="T7" fmla="*/ 87 h 100"/>
                <a:gd name="T8" fmla="*/ 0 w 96"/>
                <a:gd name="T9" fmla="*/ 88 h 100"/>
                <a:gd name="T10" fmla="*/ 0 w 96"/>
                <a:gd name="T11" fmla="*/ 100 h 100"/>
                <a:gd name="T12" fmla="*/ 32 w 96"/>
                <a:gd name="T13" fmla="*/ 100 h 100"/>
                <a:gd name="T14" fmla="*/ 32 w 96"/>
                <a:gd name="T15" fmla="*/ 87 h 100"/>
                <a:gd name="T16" fmla="*/ 24 w 96"/>
                <a:gd name="T17" fmla="*/ 87 h 100"/>
                <a:gd name="T18" fmla="*/ 29 w 96"/>
                <a:gd name="T19" fmla="*/ 72 h 100"/>
                <a:gd name="T20" fmla="*/ 63 w 96"/>
                <a:gd name="T21" fmla="*/ 72 h 100"/>
                <a:gd name="T22" fmla="*/ 67 w 96"/>
                <a:gd name="T23" fmla="*/ 83 h 100"/>
                <a:gd name="T24" fmla="*/ 64 w 96"/>
                <a:gd name="T25" fmla="*/ 87 h 100"/>
                <a:gd name="T26" fmla="*/ 60 w 96"/>
                <a:gd name="T27" fmla="*/ 88 h 100"/>
                <a:gd name="T28" fmla="*/ 60 w 96"/>
                <a:gd name="T29" fmla="*/ 100 h 100"/>
                <a:gd name="T30" fmla="*/ 96 w 96"/>
                <a:gd name="T31" fmla="*/ 100 h 100"/>
                <a:gd name="T32" fmla="*/ 96 w 96"/>
                <a:gd name="T33" fmla="*/ 87 h 100"/>
                <a:gd name="T34" fmla="*/ 88 w 96"/>
                <a:gd name="T35" fmla="*/ 86 h 100"/>
                <a:gd name="T36" fmla="*/ 56 w 96"/>
                <a:gd name="T37" fmla="*/ 0 h 100"/>
                <a:gd name="T38" fmla="*/ 24 w 96"/>
                <a:gd name="T39" fmla="*/ 0 h 100"/>
                <a:gd name="T40" fmla="*/ 24 w 96"/>
                <a:gd name="T41" fmla="*/ 12 h 100"/>
                <a:gd name="T42" fmla="*/ 46 w 96"/>
                <a:gd name="T43" fmla="*/ 16 h 100"/>
                <a:gd name="T44" fmla="*/ 46 w 96"/>
                <a:gd name="T45" fmla="*/ 16 h 100"/>
                <a:gd name="T46" fmla="*/ 60 w 96"/>
                <a:gd name="T47" fmla="*/ 60 h 100"/>
                <a:gd name="T48" fmla="*/ 32 w 96"/>
                <a:gd name="T49" fmla="*/ 60 h 100"/>
                <a:gd name="T50" fmla="*/ 46 w 96"/>
                <a:gd name="T51" fmla="*/ 1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6" h="100">
                  <a:moveTo>
                    <a:pt x="24" y="12"/>
                  </a:moveTo>
                  <a:cubicBezTo>
                    <a:pt x="32" y="13"/>
                    <a:pt x="32" y="13"/>
                    <a:pt x="32" y="13"/>
                  </a:cubicBezTo>
                  <a:cubicBezTo>
                    <a:pt x="8" y="83"/>
                    <a:pt x="8" y="83"/>
                    <a:pt x="8" y="83"/>
                  </a:cubicBezTo>
                  <a:cubicBezTo>
                    <a:pt x="7" y="85"/>
                    <a:pt x="6" y="87"/>
                    <a:pt x="3" y="87"/>
                  </a:cubicBezTo>
                  <a:cubicBezTo>
                    <a:pt x="0" y="88"/>
                    <a:pt x="0" y="88"/>
                    <a:pt x="0" y="88"/>
                  </a:cubicBezTo>
                  <a:cubicBezTo>
                    <a:pt x="0" y="100"/>
                    <a:pt x="0" y="100"/>
                    <a:pt x="0" y="100"/>
                  </a:cubicBezTo>
                  <a:cubicBezTo>
                    <a:pt x="32" y="100"/>
                    <a:pt x="32" y="100"/>
                    <a:pt x="32" y="100"/>
                  </a:cubicBezTo>
                  <a:cubicBezTo>
                    <a:pt x="32" y="87"/>
                    <a:pt x="32" y="87"/>
                    <a:pt x="32" y="87"/>
                  </a:cubicBezTo>
                  <a:cubicBezTo>
                    <a:pt x="24" y="87"/>
                    <a:pt x="24" y="87"/>
                    <a:pt x="24" y="87"/>
                  </a:cubicBezTo>
                  <a:cubicBezTo>
                    <a:pt x="29" y="72"/>
                    <a:pt x="29" y="72"/>
                    <a:pt x="29" y="72"/>
                  </a:cubicBezTo>
                  <a:cubicBezTo>
                    <a:pt x="63" y="72"/>
                    <a:pt x="63" y="72"/>
                    <a:pt x="63" y="72"/>
                  </a:cubicBezTo>
                  <a:cubicBezTo>
                    <a:pt x="67" y="83"/>
                    <a:pt x="67" y="83"/>
                    <a:pt x="67" y="83"/>
                  </a:cubicBezTo>
                  <a:cubicBezTo>
                    <a:pt x="68" y="86"/>
                    <a:pt x="67" y="87"/>
                    <a:pt x="64" y="87"/>
                  </a:cubicBezTo>
                  <a:cubicBezTo>
                    <a:pt x="60" y="88"/>
                    <a:pt x="60" y="88"/>
                    <a:pt x="60" y="88"/>
                  </a:cubicBezTo>
                  <a:cubicBezTo>
                    <a:pt x="60" y="100"/>
                    <a:pt x="60" y="100"/>
                    <a:pt x="60" y="100"/>
                  </a:cubicBezTo>
                  <a:cubicBezTo>
                    <a:pt x="96" y="100"/>
                    <a:pt x="96" y="100"/>
                    <a:pt x="96" y="100"/>
                  </a:cubicBezTo>
                  <a:cubicBezTo>
                    <a:pt x="96" y="87"/>
                    <a:pt x="96" y="87"/>
                    <a:pt x="96" y="87"/>
                  </a:cubicBezTo>
                  <a:cubicBezTo>
                    <a:pt x="88" y="86"/>
                    <a:pt x="88" y="86"/>
                    <a:pt x="88" y="86"/>
                  </a:cubicBezTo>
                  <a:cubicBezTo>
                    <a:pt x="56" y="0"/>
                    <a:pt x="56" y="0"/>
                    <a:pt x="56" y="0"/>
                  </a:cubicBezTo>
                  <a:cubicBezTo>
                    <a:pt x="24" y="0"/>
                    <a:pt x="24" y="0"/>
                    <a:pt x="24" y="0"/>
                  </a:cubicBezTo>
                  <a:lnTo>
                    <a:pt x="24" y="12"/>
                  </a:lnTo>
                  <a:close/>
                  <a:moveTo>
                    <a:pt x="46" y="16"/>
                  </a:moveTo>
                  <a:cubicBezTo>
                    <a:pt x="46" y="16"/>
                    <a:pt x="46" y="16"/>
                    <a:pt x="46" y="16"/>
                  </a:cubicBezTo>
                  <a:cubicBezTo>
                    <a:pt x="60" y="60"/>
                    <a:pt x="60" y="60"/>
                    <a:pt x="60" y="60"/>
                  </a:cubicBezTo>
                  <a:cubicBezTo>
                    <a:pt x="32" y="60"/>
                    <a:pt x="32" y="60"/>
                    <a:pt x="32" y="60"/>
                  </a:cubicBezTo>
                  <a:lnTo>
                    <a:pt x="46"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 name="Freeform 344"/>
            <p:cNvSpPr>
              <a:spLocks noEditPoints="1"/>
            </p:cNvSpPr>
            <p:nvPr/>
          </p:nvSpPr>
          <p:spPr bwMode="auto">
            <a:xfrm>
              <a:off x="11056938" y="4954588"/>
              <a:ext cx="127000" cy="157163"/>
            </a:xfrm>
            <a:custGeom>
              <a:avLst/>
              <a:gdLst>
                <a:gd name="T0" fmla="*/ 97 w 97"/>
                <a:gd name="T1" fmla="*/ 84 h 120"/>
                <a:gd name="T2" fmla="*/ 72 w 97"/>
                <a:gd name="T3" fmla="*/ 55 h 120"/>
                <a:gd name="T4" fmla="*/ 91 w 97"/>
                <a:gd name="T5" fmla="*/ 29 h 120"/>
                <a:gd name="T6" fmla="*/ 52 w 97"/>
                <a:gd name="T7" fmla="*/ 0 h 120"/>
                <a:gd name="T8" fmla="*/ 0 w 97"/>
                <a:gd name="T9" fmla="*/ 0 h 120"/>
                <a:gd name="T10" fmla="*/ 0 w 97"/>
                <a:gd name="T11" fmla="*/ 14 h 120"/>
                <a:gd name="T12" fmla="*/ 12 w 97"/>
                <a:gd name="T13" fmla="*/ 14 h 120"/>
                <a:gd name="T14" fmla="*/ 12 w 97"/>
                <a:gd name="T15" fmla="*/ 101 h 120"/>
                <a:gd name="T16" fmla="*/ 7 w 97"/>
                <a:gd name="T17" fmla="*/ 106 h 120"/>
                <a:gd name="T18" fmla="*/ 0 w 97"/>
                <a:gd name="T19" fmla="*/ 107 h 120"/>
                <a:gd name="T20" fmla="*/ 0 w 97"/>
                <a:gd name="T21" fmla="*/ 120 h 120"/>
                <a:gd name="T22" fmla="*/ 51 w 97"/>
                <a:gd name="T23" fmla="*/ 120 h 120"/>
                <a:gd name="T24" fmla="*/ 97 w 97"/>
                <a:gd name="T25" fmla="*/ 84 h 120"/>
                <a:gd name="T26" fmla="*/ 32 w 97"/>
                <a:gd name="T27" fmla="*/ 16 h 120"/>
                <a:gd name="T28" fmla="*/ 47 w 97"/>
                <a:gd name="T29" fmla="*/ 16 h 120"/>
                <a:gd name="T30" fmla="*/ 68 w 97"/>
                <a:gd name="T31" fmla="*/ 31 h 120"/>
                <a:gd name="T32" fmla="*/ 46 w 97"/>
                <a:gd name="T33" fmla="*/ 48 h 120"/>
                <a:gd name="T34" fmla="*/ 32 w 97"/>
                <a:gd name="T35" fmla="*/ 48 h 120"/>
                <a:gd name="T36" fmla="*/ 32 w 97"/>
                <a:gd name="T37" fmla="*/ 16 h 120"/>
                <a:gd name="T38" fmla="*/ 32 w 97"/>
                <a:gd name="T39" fmla="*/ 104 h 120"/>
                <a:gd name="T40" fmla="*/ 32 w 97"/>
                <a:gd name="T41" fmla="*/ 64 h 120"/>
                <a:gd name="T42" fmla="*/ 50 w 97"/>
                <a:gd name="T43" fmla="*/ 64 h 120"/>
                <a:gd name="T44" fmla="*/ 74 w 97"/>
                <a:gd name="T45" fmla="*/ 83 h 120"/>
                <a:gd name="T46" fmla="*/ 50 w 97"/>
                <a:gd name="T47" fmla="*/ 104 h 120"/>
                <a:gd name="T48" fmla="*/ 32 w 97"/>
                <a:gd name="T49" fmla="*/ 104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7" h="120">
                  <a:moveTo>
                    <a:pt x="97" y="84"/>
                  </a:moveTo>
                  <a:cubicBezTo>
                    <a:pt x="97" y="68"/>
                    <a:pt x="87" y="58"/>
                    <a:pt x="72" y="55"/>
                  </a:cubicBezTo>
                  <a:cubicBezTo>
                    <a:pt x="84" y="51"/>
                    <a:pt x="91" y="42"/>
                    <a:pt x="91" y="29"/>
                  </a:cubicBezTo>
                  <a:cubicBezTo>
                    <a:pt x="91" y="6"/>
                    <a:pt x="72" y="0"/>
                    <a:pt x="52" y="0"/>
                  </a:cubicBezTo>
                  <a:cubicBezTo>
                    <a:pt x="0" y="0"/>
                    <a:pt x="0" y="0"/>
                    <a:pt x="0" y="0"/>
                  </a:cubicBezTo>
                  <a:cubicBezTo>
                    <a:pt x="0" y="14"/>
                    <a:pt x="0" y="14"/>
                    <a:pt x="0" y="14"/>
                  </a:cubicBezTo>
                  <a:cubicBezTo>
                    <a:pt x="12" y="14"/>
                    <a:pt x="12" y="14"/>
                    <a:pt x="12" y="14"/>
                  </a:cubicBezTo>
                  <a:cubicBezTo>
                    <a:pt x="12" y="101"/>
                    <a:pt x="12" y="101"/>
                    <a:pt x="12" y="101"/>
                  </a:cubicBezTo>
                  <a:cubicBezTo>
                    <a:pt x="12" y="105"/>
                    <a:pt x="10" y="106"/>
                    <a:pt x="7" y="106"/>
                  </a:cubicBezTo>
                  <a:cubicBezTo>
                    <a:pt x="0" y="107"/>
                    <a:pt x="0" y="107"/>
                    <a:pt x="0" y="107"/>
                  </a:cubicBezTo>
                  <a:cubicBezTo>
                    <a:pt x="0" y="120"/>
                    <a:pt x="0" y="120"/>
                    <a:pt x="0" y="120"/>
                  </a:cubicBezTo>
                  <a:cubicBezTo>
                    <a:pt x="51" y="120"/>
                    <a:pt x="51" y="120"/>
                    <a:pt x="51" y="120"/>
                  </a:cubicBezTo>
                  <a:cubicBezTo>
                    <a:pt x="81" y="120"/>
                    <a:pt x="97" y="108"/>
                    <a:pt x="97" y="84"/>
                  </a:cubicBezTo>
                  <a:close/>
                  <a:moveTo>
                    <a:pt x="32" y="16"/>
                  </a:moveTo>
                  <a:cubicBezTo>
                    <a:pt x="47" y="16"/>
                    <a:pt x="47" y="16"/>
                    <a:pt x="47" y="16"/>
                  </a:cubicBezTo>
                  <a:cubicBezTo>
                    <a:pt x="60" y="16"/>
                    <a:pt x="68" y="18"/>
                    <a:pt x="68" y="31"/>
                  </a:cubicBezTo>
                  <a:cubicBezTo>
                    <a:pt x="68" y="42"/>
                    <a:pt x="62" y="48"/>
                    <a:pt x="46" y="48"/>
                  </a:cubicBezTo>
                  <a:cubicBezTo>
                    <a:pt x="32" y="48"/>
                    <a:pt x="32" y="48"/>
                    <a:pt x="32" y="48"/>
                  </a:cubicBezTo>
                  <a:lnTo>
                    <a:pt x="32" y="16"/>
                  </a:lnTo>
                  <a:close/>
                  <a:moveTo>
                    <a:pt x="32" y="104"/>
                  </a:moveTo>
                  <a:cubicBezTo>
                    <a:pt x="32" y="64"/>
                    <a:pt x="32" y="64"/>
                    <a:pt x="32" y="64"/>
                  </a:cubicBezTo>
                  <a:cubicBezTo>
                    <a:pt x="50" y="64"/>
                    <a:pt x="50" y="64"/>
                    <a:pt x="50" y="64"/>
                  </a:cubicBezTo>
                  <a:cubicBezTo>
                    <a:pt x="65" y="64"/>
                    <a:pt x="74" y="71"/>
                    <a:pt x="74" y="83"/>
                  </a:cubicBezTo>
                  <a:cubicBezTo>
                    <a:pt x="74" y="95"/>
                    <a:pt x="68" y="104"/>
                    <a:pt x="50" y="104"/>
                  </a:cubicBezTo>
                  <a:lnTo>
                    <a:pt x="32" y="1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 name="Freeform 345"/>
            <p:cNvSpPr>
              <a:spLocks/>
            </p:cNvSpPr>
            <p:nvPr/>
          </p:nvSpPr>
          <p:spPr bwMode="auto">
            <a:xfrm>
              <a:off x="11479213" y="5076825"/>
              <a:ext cx="147638" cy="200025"/>
            </a:xfrm>
            <a:custGeom>
              <a:avLst/>
              <a:gdLst>
                <a:gd name="T0" fmla="*/ 93 w 113"/>
                <a:gd name="T1" fmla="*/ 123 h 153"/>
                <a:gd name="T2" fmla="*/ 88 w 113"/>
                <a:gd name="T3" fmla="*/ 129 h 153"/>
                <a:gd name="T4" fmla="*/ 72 w 113"/>
                <a:gd name="T5" fmla="*/ 131 h 153"/>
                <a:gd name="T6" fmla="*/ 28 w 113"/>
                <a:gd name="T7" fmla="*/ 75 h 153"/>
                <a:gd name="T8" fmla="*/ 71 w 113"/>
                <a:gd name="T9" fmla="*/ 22 h 153"/>
                <a:gd name="T10" fmla="*/ 86 w 113"/>
                <a:gd name="T11" fmla="*/ 24 h 153"/>
                <a:gd name="T12" fmla="*/ 89 w 113"/>
                <a:gd name="T13" fmla="*/ 31 h 153"/>
                <a:gd name="T14" fmla="*/ 89 w 113"/>
                <a:gd name="T15" fmla="*/ 46 h 153"/>
                <a:gd name="T16" fmla="*/ 113 w 113"/>
                <a:gd name="T17" fmla="*/ 44 h 153"/>
                <a:gd name="T18" fmla="*/ 113 w 113"/>
                <a:gd name="T19" fmla="*/ 9 h 153"/>
                <a:gd name="T20" fmla="*/ 70 w 113"/>
                <a:gd name="T21" fmla="*/ 0 h 153"/>
                <a:gd name="T22" fmla="*/ 0 w 113"/>
                <a:gd name="T23" fmla="*/ 77 h 153"/>
                <a:gd name="T24" fmla="*/ 70 w 113"/>
                <a:gd name="T25" fmla="*/ 153 h 153"/>
                <a:gd name="T26" fmla="*/ 113 w 113"/>
                <a:gd name="T27" fmla="*/ 144 h 153"/>
                <a:gd name="T28" fmla="*/ 113 w 113"/>
                <a:gd name="T29" fmla="*/ 108 h 153"/>
                <a:gd name="T30" fmla="*/ 93 w 113"/>
                <a:gd name="T31" fmla="*/ 107 h 153"/>
                <a:gd name="T32" fmla="*/ 93 w 113"/>
                <a:gd name="T33" fmla="*/ 123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3" h="153">
                  <a:moveTo>
                    <a:pt x="93" y="123"/>
                  </a:moveTo>
                  <a:cubicBezTo>
                    <a:pt x="93" y="126"/>
                    <a:pt x="92" y="128"/>
                    <a:pt x="88" y="129"/>
                  </a:cubicBezTo>
                  <a:cubicBezTo>
                    <a:pt x="84" y="130"/>
                    <a:pt x="77" y="131"/>
                    <a:pt x="72" y="131"/>
                  </a:cubicBezTo>
                  <a:cubicBezTo>
                    <a:pt x="40" y="131"/>
                    <a:pt x="28" y="109"/>
                    <a:pt x="28" y="75"/>
                  </a:cubicBezTo>
                  <a:cubicBezTo>
                    <a:pt x="28" y="41"/>
                    <a:pt x="43" y="22"/>
                    <a:pt x="71" y="22"/>
                  </a:cubicBezTo>
                  <a:cubicBezTo>
                    <a:pt x="76" y="22"/>
                    <a:pt x="82" y="23"/>
                    <a:pt x="86" y="24"/>
                  </a:cubicBezTo>
                  <a:cubicBezTo>
                    <a:pt x="89" y="25"/>
                    <a:pt x="89" y="27"/>
                    <a:pt x="89" y="31"/>
                  </a:cubicBezTo>
                  <a:cubicBezTo>
                    <a:pt x="89" y="46"/>
                    <a:pt x="89" y="46"/>
                    <a:pt x="89" y="46"/>
                  </a:cubicBezTo>
                  <a:cubicBezTo>
                    <a:pt x="113" y="44"/>
                    <a:pt x="113" y="44"/>
                    <a:pt x="113" y="44"/>
                  </a:cubicBezTo>
                  <a:cubicBezTo>
                    <a:pt x="113" y="9"/>
                    <a:pt x="113" y="9"/>
                    <a:pt x="113" y="9"/>
                  </a:cubicBezTo>
                  <a:cubicBezTo>
                    <a:pt x="101" y="3"/>
                    <a:pt x="83" y="0"/>
                    <a:pt x="70" y="0"/>
                  </a:cubicBezTo>
                  <a:cubicBezTo>
                    <a:pt x="35" y="0"/>
                    <a:pt x="0" y="20"/>
                    <a:pt x="0" y="77"/>
                  </a:cubicBezTo>
                  <a:cubicBezTo>
                    <a:pt x="0" y="128"/>
                    <a:pt x="25" y="153"/>
                    <a:pt x="70" y="153"/>
                  </a:cubicBezTo>
                  <a:cubicBezTo>
                    <a:pt x="86" y="153"/>
                    <a:pt x="101" y="150"/>
                    <a:pt x="113" y="144"/>
                  </a:cubicBezTo>
                  <a:cubicBezTo>
                    <a:pt x="113" y="108"/>
                    <a:pt x="113" y="108"/>
                    <a:pt x="113" y="108"/>
                  </a:cubicBezTo>
                  <a:cubicBezTo>
                    <a:pt x="93" y="107"/>
                    <a:pt x="93" y="107"/>
                    <a:pt x="93" y="107"/>
                  </a:cubicBezTo>
                  <a:lnTo>
                    <a:pt x="93" y="1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55" name="组合 354"/>
          <p:cNvGrpSpPr/>
          <p:nvPr/>
        </p:nvGrpSpPr>
        <p:grpSpPr>
          <a:xfrm>
            <a:off x="6464301" y="2589213"/>
            <a:ext cx="2132012" cy="1533525"/>
            <a:chOff x="6464301" y="2589213"/>
            <a:chExt cx="2132012" cy="1533525"/>
          </a:xfrm>
          <a:solidFill>
            <a:schemeClr val="tx1">
              <a:lumMod val="65000"/>
              <a:lumOff val="35000"/>
            </a:schemeClr>
          </a:solidFill>
        </p:grpSpPr>
        <p:sp>
          <p:nvSpPr>
            <p:cNvPr id="356" name="Freeform 346"/>
            <p:cNvSpPr>
              <a:spLocks/>
            </p:cNvSpPr>
            <p:nvPr/>
          </p:nvSpPr>
          <p:spPr bwMode="auto">
            <a:xfrm>
              <a:off x="8134351" y="3783013"/>
              <a:ext cx="120650" cy="339725"/>
            </a:xfrm>
            <a:custGeom>
              <a:avLst/>
              <a:gdLst>
                <a:gd name="T0" fmla="*/ 12 w 92"/>
                <a:gd name="T1" fmla="*/ 0 h 259"/>
                <a:gd name="T2" fmla="*/ 1 w 92"/>
                <a:gd name="T3" fmla="*/ 217 h 259"/>
                <a:gd name="T4" fmla="*/ 39 w 92"/>
                <a:gd name="T5" fmla="*/ 259 h 259"/>
                <a:gd name="T6" fmla="*/ 41 w 92"/>
                <a:gd name="T7" fmla="*/ 259 h 259"/>
                <a:gd name="T8" fmla="*/ 81 w 92"/>
                <a:gd name="T9" fmla="*/ 221 h 259"/>
                <a:gd name="T10" fmla="*/ 92 w 92"/>
                <a:gd name="T11" fmla="*/ 1 h 259"/>
                <a:gd name="T12" fmla="*/ 57 w 92"/>
                <a:gd name="T13" fmla="*/ 3 h 259"/>
                <a:gd name="T14" fmla="*/ 12 w 92"/>
                <a:gd name="T15" fmla="*/ 0 h 2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2" h="259">
                  <a:moveTo>
                    <a:pt x="12" y="0"/>
                  </a:moveTo>
                  <a:cubicBezTo>
                    <a:pt x="1" y="217"/>
                    <a:pt x="1" y="217"/>
                    <a:pt x="1" y="217"/>
                  </a:cubicBezTo>
                  <a:cubicBezTo>
                    <a:pt x="0" y="239"/>
                    <a:pt x="16" y="258"/>
                    <a:pt x="39" y="259"/>
                  </a:cubicBezTo>
                  <a:cubicBezTo>
                    <a:pt x="39" y="259"/>
                    <a:pt x="40" y="259"/>
                    <a:pt x="41" y="259"/>
                  </a:cubicBezTo>
                  <a:cubicBezTo>
                    <a:pt x="62" y="259"/>
                    <a:pt x="79" y="242"/>
                    <a:pt x="81" y="221"/>
                  </a:cubicBezTo>
                  <a:cubicBezTo>
                    <a:pt x="92" y="1"/>
                    <a:pt x="92" y="1"/>
                    <a:pt x="92" y="1"/>
                  </a:cubicBezTo>
                  <a:cubicBezTo>
                    <a:pt x="80" y="2"/>
                    <a:pt x="68" y="3"/>
                    <a:pt x="57" y="3"/>
                  </a:cubicBezTo>
                  <a:cubicBezTo>
                    <a:pt x="40" y="3"/>
                    <a:pt x="25" y="2"/>
                    <a:pt x="1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 name="Freeform 347"/>
            <p:cNvSpPr>
              <a:spLocks/>
            </p:cNvSpPr>
            <p:nvPr/>
          </p:nvSpPr>
          <p:spPr bwMode="auto">
            <a:xfrm>
              <a:off x="6916738" y="3135313"/>
              <a:ext cx="1104900" cy="982663"/>
            </a:xfrm>
            <a:custGeom>
              <a:avLst/>
              <a:gdLst>
                <a:gd name="T0" fmla="*/ 498 w 844"/>
                <a:gd name="T1" fmla="*/ 0 h 751"/>
                <a:gd name="T2" fmla="*/ 422 w 844"/>
                <a:gd name="T3" fmla="*/ 36 h 751"/>
                <a:gd name="T4" fmla="*/ 345 w 844"/>
                <a:gd name="T5" fmla="*/ 0 h 751"/>
                <a:gd name="T6" fmla="*/ 341 w 844"/>
                <a:gd name="T7" fmla="*/ 1 h 751"/>
                <a:gd name="T8" fmla="*/ 28 w 844"/>
                <a:gd name="T9" fmla="*/ 64 h 751"/>
                <a:gd name="T10" fmla="*/ 3 w 844"/>
                <a:gd name="T11" fmla="*/ 102 h 751"/>
                <a:gd name="T12" fmla="*/ 35 w 844"/>
                <a:gd name="T13" fmla="*/ 127 h 751"/>
                <a:gd name="T14" fmla="*/ 42 w 844"/>
                <a:gd name="T15" fmla="*/ 127 h 751"/>
                <a:gd name="T16" fmla="*/ 315 w 844"/>
                <a:gd name="T17" fmla="*/ 71 h 751"/>
                <a:gd name="T18" fmla="*/ 315 w 844"/>
                <a:gd name="T19" fmla="*/ 261 h 751"/>
                <a:gd name="T20" fmla="*/ 277 w 844"/>
                <a:gd name="T21" fmla="*/ 696 h 751"/>
                <a:gd name="T22" fmla="*/ 322 w 844"/>
                <a:gd name="T23" fmla="*/ 749 h 751"/>
                <a:gd name="T24" fmla="*/ 375 w 844"/>
                <a:gd name="T25" fmla="*/ 703 h 751"/>
                <a:gd name="T26" fmla="*/ 406 w 844"/>
                <a:gd name="T27" fmla="*/ 338 h 751"/>
                <a:gd name="T28" fmla="*/ 437 w 844"/>
                <a:gd name="T29" fmla="*/ 338 h 751"/>
                <a:gd name="T30" fmla="*/ 468 w 844"/>
                <a:gd name="T31" fmla="*/ 703 h 751"/>
                <a:gd name="T32" fmla="*/ 522 w 844"/>
                <a:gd name="T33" fmla="*/ 749 h 751"/>
                <a:gd name="T34" fmla="*/ 567 w 844"/>
                <a:gd name="T35" fmla="*/ 695 h 751"/>
                <a:gd name="T36" fmla="*/ 531 w 844"/>
                <a:gd name="T37" fmla="*/ 261 h 751"/>
                <a:gd name="T38" fmla="*/ 531 w 844"/>
                <a:gd name="T39" fmla="*/ 71 h 751"/>
                <a:gd name="T40" fmla="*/ 803 w 844"/>
                <a:gd name="T41" fmla="*/ 127 h 751"/>
                <a:gd name="T42" fmla="*/ 809 w 844"/>
                <a:gd name="T43" fmla="*/ 127 h 751"/>
                <a:gd name="T44" fmla="*/ 840 w 844"/>
                <a:gd name="T45" fmla="*/ 102 h 751"/>
                <a:gd name="T46" fmla="*/ 815 w 844"/>
                <a:gd name="T47" fmla="*/ 64 h 751"/>
                <a:gd name="T48" fmla="*/ 502 w 844"/>
                <a:gd name="T49" fmla="*/ 1 h 751"/>
                <a:gd name="T50" fmla="*/ 498 w 844"/>
                <a:gd name="T51" fmla="*/ 0 h 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44" h="751">
                  <a:moveTo>
                    <a:pt x="498" y="0"/>
                  </a:moveTo>
                  <a:cubicBezTo>
                    <a:pt x="480" y="22"/>
                    <a:pt x="452" y="36"/>
                    <a:pt x="422" y="36"/>
                  </a:cubicBezTo>
                  <a:cubicBezTo>
                    <a:pt x="391" y="36"/>
                    <a:pt x="364" y="22"/>
                    <a:pt x="345" y="0"/>
                  </a:cubicBezTo>
                  <a:cubicBezTo>
                    <a:pt x="344" y="0"/>
                    <a:pt x="342" y="0"/>
                    <a:pt x="341" y="1"/>
                  </a:cubicBezTo>
                  <a:cubicBezTo>
                    <a:pt x="28" y="64"/>
                    <a:pt x="28" y="64"/>
                    <a:pt x="28" y="64"/>
                  </a:cubicBezTo>
                  <a:cubicBezTo>
                    <a:pt x="11" y="67"/>
                    <a:pt x="0" y="84"/>
                    <a:pt x="3" y="102"/>
                  </a:cubicBezTo>
                  <a:cubicBezTo>
                    <a:pt x="6" y="117"/>
                    <a:pt x="20" y="127"/>
                    <a:pt x="35" y="127"/>
                  </a:cubicBezTo>
                  <a:cubicBezTo>
                    <a:pt x="37" y="127"/>
                    <a:pt x="40" y="127"/>
                    <a:pt x="42" y="127"/>
                  </a:cubicBezTo>
                  <a:cubicBezTo>
                    <a:pt x="315" y="71"/>
                    <a:pt x="315" y="71"/>
                    <a:pt x="315" y="71"/>
                  </a:cubicBezTo>
                  <a:cubicBezTo>
                    <a:pt x="315" y="261"/>
                    <a:pt x="315" y="261"/>
                    <a:pt x="315" y="261"/>
                  </a:cubicBezTo>
                  <a:cubicBezTo>
                    <a:pt x="277" y="696"/>
                    <a:pt x="277" y="696"/>
                    <a:pt x="277" y="696"/>
                  </a:cubicBezTo>
                  <a:cubicBezTo>
                    <a:pt x="275" y="723"/>
                    <a:pt x="295" y="747"/>
                    <a:pt x="322" y="749"/>
                  </a:cubicBezTo>
                  <a:cubicBezTo>
                    <a:pt x="349" y="751"/>
                    <a:pt x="373" y="730"/>
                    <a:pt x="375" y="703"/>
                  </a:cubicBezTo>
                  <a:cubicBezTo>
                    <a:pt x="406" y="338"/>
                    <a:pt x="406" y="338"/>
                    <a:pt x="406" y="338"/>
                  </a:cubicBezTo>
                  <a:cubicBezTo>
                    <a:pt x="437" y="338"/>
                    <a:pt x="437" y="338"/>
                    <a:pt x="437" y="338"/>
                  </a:cubicBezTo>
                  <a:cubicBezTo>
                    <a:pt x="468" y="703"/>
                    <a:pt x="468" y="703"/>
                    <a:pt x="468" y="703"/>
                  </a:cubicBezTo>
                  <a:cubicBezTo>
                    <a:pt x="470" y="730"/>
                    <a:pt x="494" y="751"/>
                    <a:pt x="522" y="749"/>
                  </a:cubicBezTo>
                  <a:cubicBezTo>
                    <a:pt x="549" y="746"/>
                    <a:pt x="570" y="723"/>
                    <a:pt x="567" y="695"/>
                  </a:cubicBezTo>
                  <a:cubicBezTo>
                    <a:pt x="531" y="261"/>
                    <a:pt x="531" y="261"/>
                    <a:pt x="531" y="261"/>
                  </a:cubicBezTo>
                  <a:cubicBezTo>
                    <a:pt x="531" y="71"/>
                    <a:pt x="531" y="71"/>
                    <a:pt x="531" y="71"/>
                  </a:cubicBezTo>
                  <a:cubicBezTo>
                    <a:pt x="803" y="127"/>
                    <a:pt x="803" y="127"/>
                    <a:pt x="803" y="127"/>
                  </a:cubicBezTo>
                  <a:cubicBezTo>
                    <a:pt x="805" y="127"/>
                    <a:pt x="807" y="127"/>
                    <a:pt x="809" y="127"/>
                  </a:cubicBezTo>
                  <a:cubicBezTo>
                    <a:pt x="824" y="127"/>
                    <a:pt x="837" y="117"/>
                    <a:pt x="840" y="102"/>
                  </a:cubicBezTo>
                  <a:cubicBezTo>
                    <a:pt x="844" y="84"/>
                    <a:pt x="832" y="67"/>
                    <a:pt x="815" y="64"/>
                  </a:cubicBezTo>
                  <a:cubicBezTo>
                    <a:pt x="502" y="1"/>
                    <a:pt x="502" y="1"/>
                    <a:pt x="502" y="1"/>
                  </a:cubicBezTo>
                  <a:cubicBezTo>
                    <a:pt x="501" y="0"/>
                    <a:pt x="499" y="0"/>
                    <a:pt x="4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 name="Freeform 348"/>
            <p:cNvSpPr>
              <a:spLocks noEditPoints="1"/>
            </p:cNvSpPr>
            <p:nvPr/>
          </p:nvSpPr>
          <p:spPr bwMode="auto">
            <a:xfrm>
              <a:off x="7350126" y="2935288"/>
              <a:ext cx="236538" cy="236538"/>
            </a:xfrm>
            <a:custGeom>
              <a:avLst/>
              <a:gdLst>
                <a:gd name="T0" fmla="*/ 90 w 180"/>
                <a:gd name="T1" fmla="*/ 180 h 180"/>
                <a:gd name="T2" fmla="*/ 180 w 180"/>
                <a:gd name="T3" fmla="*/ 90 h 180"/>
                <a:gd name="T4" fmla="*/ 90 w 180"/>
                <a:gd name="T5" fmla="*/ 0 h 180"/>
                <a:gd name="T6" fmla="*/ 0 w 180"/>
                <a:gd name="T7" fmla="*/ 90 h 180"/>
                <a:gd name="T8" fmla="*/ 90 w 180"/>
                <a:gd name="T9" fmla="*/ 180 h 180"/>
                <a:gd name="T10" fmla="*/ 110 w 180"/>
                <a:gd name="T11" fmla="*/ 87 h 180"/>
                <a:gd name="T12" fmla="*/ 136 w 180"/>
                <a:gd name="T13" fmla="*/ 121 h 180"/>
                <a:gd name="T14" fmla="*/ 110 w 180"/>
                <a:gd name="T15" fmla="*/ 155 h 180"/>
                <a:gd name="T16" fmla="*/ 84 w 180"/>
                <a:gd name="T17" fmla="*/ 121 h 180"/>
                <a:gd name="T18" fmla="*/ 110 w 180"/>
                <a:gd name="T19" fmla="*/ 87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0" h="180">
                  <a:moveTo>
                    <a:pt x="90" y="180"/>
                  </a:moveTo>
                  <a:cubicBezTo>
                    <a:pt x="139" y="180"/>
                    <a:pt x="180" y="139"/>
                    <a:pt x="180" y="90"/>
                  </a:cubicBezTo>
                  <a:cubicBezTo>
                    <a:pt x="180" y="40"/>
                    <a:pt x="139" y="0"/>
                    <a:pt x="90" y="0"/>
                  </a:cubicBezTo>
                  <a:cubicBezTo>
                    <a:pt x="40" y="0"/>
                    <a:pt x="0" y="40"/>
                    <a:pt x="0" y="90"/>
                  </a:cubicBezTo>
                  <a:cubicBezTo>
                    <a:pt x="0" y="139"/>
                    <a:pt x="40" y="180"/>
                    <a:pt x="90" y="180"/>
                  </a:cubicBezTo>
                  <a:close/>
                  <a:moveTo>
                    <a:pt x="110" y="87"/>
                  </a:moveTo>
                  <a:cubicBezTo>
                    <a:pt x="124" y="87"/>
                    <a:pt x="136" y="103"/>
                    <a:pt x="136" y="121"/>
                  </a:cubicBezTo>
                  <a:cubicBezTo>
                    <a:pt x="136" y="140"/>
                    <a:pt x="124" y="155"/>
                    <a:pt x="110" y="155"/>
                  </a:cubicBezTo>
                  <a:cubicBezTo>
                    <a:pt x="96" y="155"/>
                    <a:pt x="84" y="140"/>
                    <a:pt x="84" y="121"/>
                  </a:cubicBezTo>
                  <a:cubicBezTo>
                    <a:pt x="84" y="103"/>
                    <a:pt x="96" y="87"/>
                    <a:pt x="110"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 name="Freeform 349"/>
            <p:cNvSpPr>
              <a:spLocks/>
            </p:cNvSpPr>
            <p:nvPr/>
          </p:nvSpPr>
          <p:spPr bwMode="auto">
            <a:xfrm>
              <a:off x="8316913" y="3746500"/>
              <a:ext cx="177800" cy="376238"/>
            </a:xfrm>
            <a:custGeom>
              <a:avLst/>
              <a:gdLst>
                <a:gd name="T0" fmla="*/ 131 w 136"/>
                <a:gd name="T1" fmla="*/ 238 h 287"/>
                <a:gd name="T2" fmla="*/ 77 w 136"/>
                <a:gd name="T3" fmla="*/ 0 h 287"/>
                <a:gd name="T4" fmla="*/ 0 w 136"/>
                <a:gd name="T5" fmla="*/ 22 h 287"/>
                <a:gd name="T6" fmla="*/ 53 w 136"/>
                <a:gd name="T7" fmla="*/ 256 h 287"/>
                <a:gd name="T8" fmla="*/ 92 w 136"/>
                <a:gd name="T9" fmla="*/ 287 h 287"/>
                <a:gd name="T10" fmla="*/ 101 w 136"/>
                <a:gd name="T11" fmla="*/ 286 h 287"/>
                <a:gd name="T12" fmla="*/ 131 w 136"/>
                <a:gd name="T13" fmla="*/ 238 h 287"/>
              </a:gdLst>
              <a:ahLst/>
              <a:cxnLst>
                <a:cxn ang="0">
                  <a:pos x="T0" y="T1"/>
                </a:cxn>
                <a:cxn ang="0">
                  <a:pos x="T2" y="T3"/>
                </a:cxn>
                <a:cxn ang="0">
                  <a:pos x="T4" y="T5"/>
                </a:cxn>
                <a:cxn ang="0">
                  <a:pos x="T6" y="T7"/>
                </a:cxn>
                <a:cxn ang="0">
                  <a:pos x="T8" y="T9"/>
                </a:cxn>
                <a:cxn ang="0">
                  <a:pos x="T10" y="T11"/>
                </a:cxn>
                <a:cxn ang="0">
                  <a:pos x="T12" y="T13"/>
                </a:cxn>
              </a:cxnLst>
              <a:rect l="0" t="0" r="r" b="b"/>
              <a:pathLst>
                <a:path w="136" h="287">
                  <a:moveTo>
                    <a:pt x="131" y="238"/>
                  </a:moveTo>
                  <a:cubicBezTo>
                    <a:pt x="77" y="0"/>
                    <a:pt x="77" y="0"/>
                    <a:pt x="77" y="0"/>
                  </a:cubicBezTo>
                  <a:cubicBezTo>
                    <a:pt x="51" y="10"/>
                    <a:pt x="25" y="17"/>
                    <a:pt x="0" y="22"/>
                  </a:cubicBezTo>
                  <a:cubicBezTo>
                    <a:pt x="53" y="256"/>
                    <a:pt x="53" y="256"/>
                    <a:pt x="53" y="256"/>
                  </a:cubicBezTo>
                  <a:cubicBezTo>
                    <a:pt x="58" y="275"/>
                    <a:pt x="74" y="287"/>
                    <a:pt x="92" y="287"/>
                  </a:cubicBezTo>
                  <a:cubicBezTo>
                    <a:pt x="95" y="287"/>
                    <a:pt x="98" y="287"/>
                    <a:pt x="101" y="286"/>
                  </a:cubicBezTo>
                  <a:cubicBezTo>
                    <a:pt x="123" y="281"/>
                    <a:pt x="136" y="260"/>
                    <a:pt x="131" y="2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 name="Freeform 350"/>
            <p:cNvSpPr>
              <a:spLocks/>
            </p:cNvSpPr>
            <p:nvPr/>
          </p:nvSpPr>
          <p:spPr bwMode="auto">
            <a:xfrm>
              <a:off x="8070851" y="3144838"/>
              <a:ext cx="450850" cy="690563"/>
            </a:xfrm>
            <a:custGeom>
              <a:avLst/>
              <a:gdLst>
                <a:gd name="T0" fmla="*/ 344 w 344"/>
                <a:gd name="T1" fmla="*/ 410 h 527"/>
                <a:gd name="T2" fmla="*/ 301 w 344"/>
                <a:gd name="T3" fmla="*/ 333 h 527"/>
                <a:gd name="T4" fmla="*/ 135 w 344"/>
                <a:gd name="T5" fmla="*/ 88 h 527"/>
                <a:gd name="T6" fmla="*/ 145 w 344"/>
                <a:gd name="T7" fmla="*/ 62 h 527"/>
                <a:gd name="T8" fmla="*/ 172 w 344"/>
                <a:gd name="T9" fmla="*/ 51 h 527"/>
                <a:gd name="T10" fmla="*/ 209 w 344"/>
                <a:gd name="T11" fmla="*/ 88 h 527"/>
                <a:gd name="T12" fmla="*/ 270 w 344"/>
                <a:gd name="T13" fmla="*/ 225 h 527"/>
                <a:gd name="T14" fmla="*/ 170 w 344"/>
                <a:gd name="T15" fmla="*/ 20 h 527"/>
                <a:gd name="T16" fmla="*/ 0 w 344"/>
                <a:gd name="T17" fmla="*/ 460 h 527"/>
                <a:gd name="T18" fmla="*/ 344 w 344"/>
                <a:gd name="T19" fmla="*/ 410 h 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4" h="527">
                  <a:moveTo>
                    <a:pt x="344" y="410"/>
                  </a:moveTo>
                  <a:cubicBezTo>
                    <a:pt x="325" y="384"/>
                    <a:pt x="311" y="358"/>
                    <a:pt x="301" y="333"/>
                  </a:cubicBezTo>
                  <a:cubicBezTo>
                    <a:pt x="170" y="275"/>
                    <a:pt x="135" y="150"/>
                    <a:pt x="135" y="88"/>
                  </a:cubicBezTo>
                  <a:cubicBezTo>
                    <a:pt x="135" y="78"/>
                    <a:pt x="138" y="69"/>
                    <a:pt x="145" y="62"/>
                  </a:cubicBezTo>
                  <a:cubicBezTo>
                    <a:pt x="153" y="55"/>
                    <a:pt x="162" y="51"/>
                    <a:pt x="172" y="51"/>
                  </a:cubicBezTo>
                  <a:cubicBezTo>
                    <a:pt x="192" y="51"/>
                    <a:pt x="209" y="67"/>
                    <a:pt x="209" y="88"/>
                  </a:cubicBezTo>
                  <a:cubicBezTo>
                    <a:pt x="209" y="92"/>
                    <a:pt x="211" y="167"/>
                    <a:pt x="270" y="225"/>
                  </a:cubicBezTo>
                  <a:cubicBezTo>
                    <a:pt x="251" y="114"/>
                    <a:pt x="267" y="33"/>
                    <a:pt x="170" y="20"/>
                  </a:cubicBezTo>
                  <a:cubicBezTo>
                    <a:pt x="8" y="0"/>
                    <a:pt x="0" y="460"/>
                    <a:pt x="0" y="460"/>
                  </a:cubicBezTo>
                  <a:cubicBezTo>
                    <a:pt x="0" y="460"/>
                    <a:pt x="132" y="527"/>
                    <a:pt x="344"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 name="Freeform 351"/>
            <p:cNvSpPr>
              <a:spLocks/>
            </p:cNvSpPr>
            <p:nvPr/>
          </p:nvSpPr>
          <p:spPr bwMode="auto">
            <a:xfrm>
              <a:off x="8208963" y="2903538"/>
              <a:ext cx="254000" cy="254000"/>
            </a:xfrm>
            <a:custGeom>
              <a:avLst/>
              <a:gdLst>
                <a:gd name="T0" fmla="*/ 81 w 194"/>
                <a:gd name="T1" fmla="*/ 9 h 195"/>
                <a:gd name="T2" fmla="*/ 8 w 194"/>
                <a:gd name="T3" fmla="*/ 114 h 195"/>
                <a:gd name="T4" fmla="*/ 113 w 194"/>
                <a:gd name="T5" fmla="*/ 186 h 195"/>
                <a:gd name="T6" fmla="*/ 185 w 194"/>
                <a:gd name="T7" fmla="*/ 81 h 195"/>
                <a:gd name="T8" fmla="*/ 81 w 194"/>
                <a:gd name="T9" fmla="*/ 9 h 195"/>
              </a:gdLst>
              <a:ahLst/>
              <a:cxnLst>
                <a:cxn ang="0">
                  <a:pos x="T0" y="T1"/>
                </a:cxn>
                <a:cxn ang="0">
                  <a:pos x="T2" y="T3"/>
                </a:cxn>
                <a:cxn ang="0">
                  <a:pos x="T4" y="T5"/>
                </a:cxn>
                <a:cxn ang="0">
                  <a:pos x="T6" y="T7"/>
                </a:cxn>
                <a:cxn ang="0">
                  <a:pos x="T8" y="T9"/>
                </a:cxn>
              </a:cxnLst>
              <a:rect l="0" t="0" r="r" b="b"/>
              <a:pathLst>
                <a:path w="194" h="195">
                  <a:moveTo>
                    <a:pt x="81" y="9"/>
                  </a:moveTo>
                  <a:cubicBezTo>
                    <a:pt x="32" y="18"/>
                    <a:pt x="0" y="65"/>
                    <a:pt x="8" y="114"/>
                  </a:cubicBezTo>
                  <a:cubicBezTo>
                    <a:pt x="17" y="163"/>
                    <a:pt x="64" y="195"/>
                    <a:pt x="113" y="186"/>
                  </a:cubicBezTo>
                  <a:cubicBezTo>
                    <a:pt x="162" y="177"/>
                    <a:pt x="194" y="130"/>
                    <a:pt x="185" y="81"/>
                  </a:cubicBezTo>
                  <a:cubicBezTo>
                    <a:pt x="177" y="33"/>
                    <a:pt x="130" y="0"/>
                    <a:pt x="81"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 name="Freeform 352"/>
            <p:cNvSpPr>
              <a:spLocks/>
            </p:cNvSpPr>
            <p:nvPr/>
          </p:nvSpPr>
          <p:spPr bwMode="auto">
            <a:xfrm>
              <a:off x="8259763" y="3222625"/>
              <a:ext cx="292100" cy="358775"/>
            </a:xfrm>
            <a:custGeom>
              <a:avLst/>
              <a:gdLst>
                <a:gd name="T0" fmla="*/ 56 w 223"/>
                <a:gd name="T1" fmla="*/ 28 h 275"/>
                <a:gd name="T2" fmla="*/ 28 w 223"/>
                <a:gd name="T3" fmla="*/ 0 h 275"/>
                <a:gd name="T4" fmla="*/ 28 w 223"/>
                <a:gd name="T5" fmla="*/ 0 h 275"/>
                <a:gd name="T6" fmla="*/ 0 w 223"/>
                <a:gd name="T7" fmla="*/ 29 h 275"/>
                <a:gd name="T8" fmla="*/ 182 w 223"/>
                <a:gd name="T9" fmla="*/ 273 h 275"/>
                <a:gd name="T10" fmla="*/ 191 w 223"/>
                <a:gd name="T11" fmla="*/ 275 h 275"/>
                <a:gd name="T12" fmla="*/ 217 w 223"/>
                <a:gd name="T13" fmla="*/ 256 h 275"/>
                <a:gd name="T14" fmla="*/ 200 w 223"/>
                <a:gd name="T15" fmla="*/ 221 h 275"/>
                <a:gd name="T16" fmla="*/ 56 w 223"/>
                <a:gd name="T17" fmla="*/ 2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3" h="275">
                  <a:moveTo>
                    <a:pt x="56" y="28"/>
                  </a:moveTo>
                  <a:cubicBezTo>
                    <a:pt x="56" y="13"/>
                    <a:pt x="43" y="0"/>
                    <a:pt x="28" y="0"/>
                  </a:cubicBezTo>
                  <a:cubicBezTo>
                    <a:pt x="28" y="0"/>
                    <a:pt x="28" y="0"/>
                    <a:pt x="28" y="0"/>
                  </a:cubicBezTo>
                  <a:cubicBezTo>
                    <a:pt x="12" y="0"/>
                    <a:pt x="0" y="13"/>
                    <a:pt x="0" y="29"/>
                  </a:cubicBezTo>
                  <a:cubicBezTo>
                    <a:pt x="0" y="91"/>
                    <a:pt x="38" y="223"/>
                    <a:pt x="182" y="273"/>
                  </a:cubicBezTo>
                  <a:cubicBezTo>
                    <a:pt x="185" y="275"/>
                    <a:pt x="188" y="275"/>
                    <a:pt x="191" y="275"/>
                  </a:cubicBezTo>
                  <a:cubicBezTo>
                    <a:pt x="203" y="275"/>
                    <a:pt x="213" y="268"/>
                    <a:pt x="217" y="256"/>
                  </a:cubicBezTo>
                  <a:cubicBezTo>
                    <a:pt x="223" y="242"/>
                    <a:pt x="215" y="226"/>
                    <a:pt x="200" y="221"/>
                  </a:cubicBezTo>
                  <a:cubicBezTo>
                    <a:pt x="59" y="171"/>
                    <a:pt x="56" y="34"/>
                    <a:pt x="56"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 name="Freeform 353"/>
            <p:cNvSpPr>
              <a:spLocks noEditPoints="1"/>
            </p:cNvSpPr>
            <p:nvPr/>
          </p:nvSpPr>
          <p:spPr bwMode="auto">
            <a:xfrm>
              <a:off x="6464301" y="3336925"/>
              <a:ext cx="461963" cy="779463"/>
            </a:xfrm>
            <a:custGeom>
              <a:avLst/>
              <a:gdLst>
                <a:gd name="T0" fmla="*/ 80 w 353"/>
                <a:gd name="T1" fmla="*/ 441 h 596"/>
                <a:gd name="T2" fmla="*/ 94 w 353"/>
                <a:gd name="T3" fmla="*/ 496 h 596"/>
                <a:gd name="T4" fmla="*/ 96 w 353"/>
                <a:gd name="T5" fmla="*/ 562 h 596"/>
                <a:gd name="T6" fmla="*/ 63 w 353"/>
                <a:gd name="T7" fmla="*/ 581 h 596"/>
                <a:gd name="T8" fmla="*/ 80 w 353"/>
                <a:gd name="T9" fmla="*/ 595 h 596"/>
                <a:gd name="T10" fmla="*/ 126 w 353"/>
                <a:gd name="T11" fmla="*/ 586 h 596"/>
                <a:gd name="T12" fmla="*/ 123 w 353"/>
                <a:gd name="T13" fmla="*/ 511 h 596"/>
                <a:gd name="T14" fmla="*/ 186 w 353"/>
                <a:gd name="T15" fmla="*/ 458 h 596"/>
                <a:gd name="T16" fmla="*/ 228 w 353"/>
                <a:gd name="T17" fmla="*/ 516 h 596"/>
                <a:gd name="T18" fmla="*/ 296 w 353"/>
                <a:gd name="T19" fmla="*/ 540 h 596"/>
                <a:gd name="T20" fmla="*/ 296 w 353"/>
                <a:gd name="T21" fmla="*/ 571 h 596"/>
                <a:gd name="T22" fmla="*/ 318 w 353"/>
                <a:gd name="T23" fmla="*/ 565 h 596"/>
                <a:gd name="T24" fmla="*/ 335 w 353"/>
                <a:gd name="T25" fmla="*/ 523 h 596"/>
                <a:gd name="T26" fmla="*/ 256 w 353"/>
                <a:gd name="T27" fmla="*/ 497 h 596"/>
                <a:gd name="T28" fmla="*/ 305 w 353"/>
                <a:gd name="T29" fmla="*/ 423 h 596"/>
                <a:gd name="T30" fmla="*/ 345 w 353"/>
                <a:gd name="T31" fmla="*/ 438 h 596"/>
                <a:gd name="T32" fmla="*/ 331 w 353"/>
                <a:gd name="T33" fmla="*/ 396 h 596"/>
                <a:gd name="T34" fmla="*/ 232 w 353"/>
                <a:gd name="T35" fmla="*/ 168 h 596"/>
                <a:gd name="T36" fmla="*/ 256 w 353"/>
                <a:gd name="T37" fmla="*/ 28 h 596"/>
                <a:gd name="T38" fmla="*/ 83 w 353"/>
                <a:gd name="T39" fmla="*/ 56 h 596"/>
                <a:gd name="T40" fmla="*/ 136 w 353"/>
                <a:gd name="T41" fmla="*/ 156 h 596"/>
                <a:gd name="T42" fmla="*/ 50 w 353"/>
                <a:gd name="T43" fmla="*/ 417 h 596"/>
                <a:gd name="T44" fmla="*/ 40 w 353"/>
                <a:gd name="T45" fmla="*/ 462 h 596"/>
                <a:gd name="T46" fmla="*/ 150 w 353"/>
                <a:gd name="T47" fmla="*/ 336 h 596"/>
                <a:gd name="T48" fmla="*/ 201 w 353"/>
                <a:gd name="T49" fmla="*/ 337 h 596"/>
                <a:gd name="T50" fmla="*/ 171 w 353"/>
                <a:gd name="T51" fmla="*/ 307 h 596"/>
                <a:gd name="T52" fmla="*/ 180 w 353"/>
                <a:gd name="T53" fmla="*/ 235 h 596"/>
                <a:gd name="T54" fmla="*/ 196 w 353"/>
                <a:gd name="T55" fmla="*/ 223 h 596"/>
                <a:gd name="T56" fmla="*/ 232 w 353"/>
                <a:gd name="T57" fmla="*/ 253 h 596"/>
                <a:gd name="T58" fmla="*/ 187 w 353"/>
                <a:gd name="T59" fmla="*/ 253 h 596"/>
                <a:gd name="T60" fmla="*/ 172 w 353"/>
                <a:gd name="T61" fmla="*/ 280 h 596"/>
                <a:gd name="T62" fmla="*/ 229 w 353"/>
                <a:gd name="T63" fmla="*/ 338 h 596"/>
                <a:gd name="T64" fmla="*/ 184 w 353"/>
                <a:gd name="T65" fmla="*/ 385 h 596"/>
                <a:gd name="T66" fmla="*/ 171 w 353"/>
                <a:gd name="T67" fmla="*/ 369 h 596"/>
                <a:gd name="T68" fmla="*/ 150 w 353"/>
                <a:gd name="T69" fmla="*/ 336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53" h="596">
                  <a:moveTo>
                    <a:pt x="67" y="458"/>
                  </a:moveTo>
                  <a:cubicBezTo>
                    <a:pt x="80" y="441"/>
                    <a:pt x="80" y="441"/>
                    <a:pt x="80" y="441"/>
                  </a:cubicBezTo>
                  <a:cubicBezTo>
                    <a:pt x="91" y="446"/>
                    <a:pt x="107" y="451"/>
                    <a:pt x="128" y="455"/>
                  </a:cubicBezTo>
                  <a:cubicBezTo>
                    <a:pt x="94" y="496"/>
                    <a:pt x="94" y="496"/>
                    <a:pt x="94" y="496"/>
                  </a:cubicBezTo>
                  <a:cubicBezTo>
                    <a:pt x="91" y="499"/>
                    <a:pt x="90" y="504"/>
                    <a:pt x="90" y="508"/>
                  </a:cubicBezTo>
                  <a:cubicBezTo>
                    <a:pt x="96" y="562"/>
                    <a:pt x="96" y="562"/>
                    <a:pt x="96" y="562"/>
                  </a:cubicBezTo>
                  <a:cubicBezTo>
                    <a:pt x="77" y="564"/>
                    <a:pt x="77" y="564"/>
                    <a:pt x="77" y="564"/>
                  </a:cubicBezTo>
                  <a:cubicBezTo>
                    <a:pt x="68" y="565"/>
                    <a:pt x="62" y="572"/>
                    <a:pt x="63" y="581"/>
                  </a:cubicBezTo>
                  <a:cubicBezTo>
                    <a:pt x="64" y="589"/>
                    <a:pt x="71" y="596"/>
                    <a:pt x="79" y="596"/>
                  </a:cubicBezTo>
                  <a:cubicBezTo>
                    <a:pt x="79" y="596"/>
                    <a:pt x="80" y="596"/>
                    <a:pt x="80" y="595"/>
                  </a:cubicBezTo>
                  <a:cubicBezTo>
                    <a:pt x="115" y="592"/>
                    <a:pt x="115" y="592"/>
                    <a:pt x="115" y="592"/>
                  </a:cubicBezTo>
                  <a:cubicBezTo>
                    <a:pt x="120" y="592"/>
                    <a:pt x="124" y="589"/>
                    <a:pt x="126" y="586"/>
                  </a:cubicBezTo>
                  <a:cubicBezTo>
                    <a:pt x="129" y="583"/>
                    <a:pt x="130" y="579"/>
                    <a:pt x="130" y="574"/>
                  </a:cubicBezTo>
                  <a:cubicBezTo>
                    <a:pt x="123" y="511"/>
                    <a:pt x="123" y="511"/>
                    <a:pt x="123" y="511"/>
                  </a:cubicBezTo>
                  <a:cubicBezTo>
                    <a:pt x="167" y="458"/>
                    <a:pt x="167" y="458"/>
                    <a:pt x="167" y="458"/>
                  </a:cubicBezTo>
                  <a:cubicBezTo>
                    <a:pt x="173" y="458"/>
                    <a:pt x="180" y="458"/>
                    <a:pt x="186" y="458"/>
                  </a:cubicBezTo>
                  <a:cubicBezTo>
                    <a:pt x="194" y="457"/>
                    <a:pt x="202" y="457"/>
                    <a:pt x="209" y="456"/>
                  </a:cubicBezTo>
                  <a:cubicBezTo>
                    <a:pt x="228" y="516"/>
                    <a:pt x="228" y="516"/>
                    <a:pt x="228" y="516"/>
                  </a:cubicBezTo>
                  <a:cubicBezTo>
                    <a:pt x="230" y="521"/>
                    <a:pt x="234" y="525"/>
                    <a:pt x="240" y="526"/>
                  </a:cubicBezTo>
                  <a:cubicBezTo>
                    <a:pt x="296" y="540"/>
                    <a:pt x="296" y="540"/>
                    <a:pt x="296" y="540"/>
                  </a:cubicBezTo>
                  <a:cubicBezTo>
                    <a:pt x="290" y="549"/>
                    <a:pt x="290" y="549"/>
                    <a:pt x="290" y="549"/>
                  </a:cubicBezTo>
                  <a:cubicBezTo>
                    <a:pt x="286" y="557"/>
                    <a:pt x="289" y="567"/>
                    <a:pt x="296" y="571"/>
                  </a:cubicBezTo>
                  <a:cubicBezTo>
                    <a:pt x="299" y="573"/>
                    <a:pt x="302" y="573"/>
                    <a:pt x="304" y="573"/>
                  </a:cubicBezTo>
                  <a:cubicBezTo>
                    <a:pt x="310" y="573"/>
                    <a:pt x="315" y="570"/>
                    <a:pt x="318" y="565"/>
                  </a:cubicBezTo>
                  <a:cubicBezTo>
                    <a:pt x="334" y="537"/>
                    <a:pt x="334" y="537"/>
                    <a:pt x="334" y="537"/>
                  </a:cubicBezTo>
                  <a:cubicBezTo>
                    <a:pt x="337" y="533"/>
                    <a:pt x="337" y="528"/>
                    <a:pt x="335" y="523"/>
                  </a:cubicBezTo>
                  <a:cubicBezTo>
                    <a:pt x="333" y="518"/>
                    <a:pt x="329" y="515"/>
                    <a:pt x="324" y="514"/>
                  </a:cubicBezTo>
                  <a:cubicBezTo>
                    <a:pt x="256" y="497"/>
                    <a:pt x="256" y="497"/>
                    <a:pt x="256" y="497"/>
                  </a:cubicBezTo>
                  <a:cubicBezTo>
                    <a:pt x="241" y="450"/>
                    <a:pt x="241" y="450"/>
                    <a:pt x="241" y="450"/>
                  </a:cubicBezTo>
                  <a:cubicBezTo>
                    <a:pt x="269" y="443"/>
                    <a:pt x="290" y="433"/>
                    <a:pt x="305" y="423"/>
                  </a:cubicBezTo>
                  <a:cubicBezTo>
                    <a:pt x="318" y="437"/>
                    <a:pt x="318" y="437"/>
                    <a:pt x="318" y="437"/>
                  </a:cubicBezTo>
                  <a:cubicBezTo>
                    <a:pt x="326" y="445"/>
                    <a:pt x="338" y="445"/>
                    <a:pt x="345" y="438"/>
                  </a:cubicBezTo>
                  <a:cubicBezTo>
                    <a:pt x="353" y="431"/>
                    <a:pt x="353" y="418"/>
                    <a:pt x="346" y="411"/>
                  </a:cubicBezTo>
                  <a:cubicBezTo>
                    <a:pt x="331" y="396"/>
                    <a:pt x="331" y="396"/>
                    <a:pt x="331" y="396"/>
                  </a:cubicBezTo>
                  <a:cubicBezTo>
                    <a:pt x="334" y="374"/>
                    <a:pt x="345" y="286"/>
                    <a:pt x="323" y="250"/>
                  </a:cubicBezTo>
                  <a:cubicBezTo>
                    <a:pt x="298" y="209"/>
                    <a:pt x="262" y="190"/>
                    <a:pt x="232" y="168"/>
                  </a:cubicBezTo>
                  <a:cubicBezTo>
                    <a:pt x="202" y="146"/>
                    <a:pt x="172" y="143"/>
                    <a:pt x="182" y="115"/>
                  </a:cubicBezTo>
                  <a:cubicBezTo>
                    <a:pt x="192" y="87"/>
                    <a:pt x="272" y="44"/>
                    <a:pt x="256" y="28"/>
                  </a:cubicBezTo>
                  <a:cubicBezTo>
                    <a:pt x="239" y="11"/>
                    <a:pt x="149" y="70"/>
                    <a:pt x="166" y="35"/>
                  </a:cubicBezTo>
                  <a:cubicBezTo>
                    <a:pt x="182" y="0"/>
                    <a:pt x="80" y="34"/>
                    <a:pt x="83" y="56"/>
                  </a:cubicBezTo>
                  <a:cubicBezTo>
                    <a:pt x="86" y="77"/>
                    <a:pt x="133" y="95"/>
                    <a:pt x="146" y="116"/>
                  </a:cubicBezTo>
                  <a:cubicBezTo>
                    <a:pt x="158" y="136"/>
                    <a:pt x="157" y="137"/>
                    <a:pt x="136" y="156"/>
                  </a:cubicBezTo>
                  <a:cubicBezTo>
                    <a:pt x="115" y="176"/>
                    <a:pt x="63" y="194"/>
                    <a:pt x="29" y="261"/>
                  </a:cubicBezTo>
                  <a:cubicBezTo>
                    <a:pt x="0" y="317"/>
                    <a:pt x="38" y="395"/>
                    <a:pt x="50" y="417"/>
                  </a:cubicBezTo>
                  <a:cubicBezTo>
                    <a:pt x="36" y="436"/>
                    <a:pt x="36" y="436"/>
                    <a:pt x="36" y="436"/>
                  </a:cubicBezTo>
                  <a:cubicBezTo>
                    <a:pt x="30" y="444"/>
                    <a:pt x="32" y="456"/>
                    <a:pt x="40" y="462"/>
                  </a:cubicBezTo>
                  <a:cubicBezTo>
                    <a:pt x="49" y="468"/>
                    <a:pt x="61" y="466"/>
                    <a:pt x="67" y="458"/>
                  </a:cubicBezTo>
                  <a:close/>
                  <a:moveTo>
                    <a:pt x="150" y="336"/>
                  </a:moveTo>
                  <a:cubicBezTo>
                    <a:pt x="161" y="347"/>
                    <a:pt x="169" y="351"/>
                    <a:pt x="180" y="352"/>
                  </a:cubicBezTo>
                  <a:cubicBezTo>
                    <a:pt x="193" y="353"/>
                    <a:pt x="201" y="347"/>
                    <a:pt x="201" y="337"/>
                  </a:cubicBezTo>
                  <a:cubicBezTo>
                    <a:pt x="202" y="332"/>
                    <a:pt x="199" y="327"/>
                    <a:pt x="195" y="323"/>
                  </a:cubicBezTo>
                  <a:cubicBezTo>
                    <a:pt x="190" y="319"/>
                    <a:pt x="187" y="317"/>
                    <a:pt x="171" y="307"/>
                  </a:cubicBezTo>
                  <a:cubicBezTo>
                    <a:pt x="145" y="292"/>
                    <a:pt x="137" y="282"/>
                    <a:pt x="138" y="266"/>
                  </a:cubicBezTo>
                  <a:cubicBezTo>
                    <a:pt x="139" y="248"/>
                    <a:pt x="156" y="235"/>
                    <a:pt x="180" y="235"/>
                  </a:cubicBezTo>
                  <a:cubicBezTo>
                    <a:pt x="181" y="222"/>
                    <a:pt x="181" y="222"/>
                    <a:pt x="181" y="222"/>
                  </a:cubicBezTo>
                  <a:cubicBezTo>
                    <a:pt x="196" y="223"/>
                    <a:pt x="196" y="223"/>
                    <a:pt x="196" y="223"/>
                  </a:cubicBezTo>
                  <a:cubicBezTo>
                    <a:pt x="195" y="236"/>
                    <a:pt x="195" y="236"/>
                    <a:pt x="195" y="236"/>
                  </a:cubicBezTo>
                  <a:cubicBezTo>
                    <a:pt x="209" y="238"/>
                    <a:pt x="221" y="243"/>
                    <a:pt x="232" y="253"/>
                  </a:cubicBezTo>
                  <a:cubicBezTo>
                    <a:pt x="211" y="265"/>
                    <a:pt x="211" y="265"/>
                    <a:pt x="211" y="265"/>
                  </a:cubicBezTo>
                  <a:cubicBezTo>
                    <a:pt x="204" y="257"/>
                    <a:pt x="197" y="254"/>
                    <a:pt x="187" y="253"/>
                  </a:cubicBezTo>
                  <a:cubicBezTo>
                    <a:pt x="174" y="252"/>
                    <a:pt x="166" y="257"/>
                    <a:pt x="165" y="266"/>
                  </a:cubicBezTo>
                  <a:cubicBezTo>
                    <a:pt x="165" y="271"/>
                    <a:pt x="167" y="276"/>
                    <a:pt x="172" y="280"/>
                  </a:cubicBezTo>
                  <a:cubicBezTo>
                    <a:pt x="176" y="284"/>
                    <a:pt x="178" y="285"/>
                    <a:pt x="193" y="294"/>
                  </a:cubicBezTo>
                  <a:cubicBezTo>
                    <a:pt x="222" y="310"/>
                    <a:pt x="231" y="321"/>
                    <a:pt x="229" y="338"/>
                  </a:cubicBezTo>
                  <a:cubicBezTo>
                    <a:pt x="228" y="358"/>
                    <a:pt x="212" y="369"/>
                    <a:pt x="185" y="370"/>
                  </a:cubicBezTo>
                  <a:cubicBezTo>
                    <a:pt x="184" y="385"/>
                    <a:pt x="184" y="385"/>
                    <a:pt x="184" y="385"/>
                  </a:cubicBezTo>
                  <a:cubicBezTo>
                    <a:pt x="170" y="384"/>
                    <a:pt x="170" y="384"/>
                    <a:pt x="170" y="384"/>
                  </a:cubicBezTo>
                  <a:cubicBezTo>
                    <a:pt x="171" y="369"/>
                    <a:pt x="171" y="369"/>
                    <a:pt x="171" y="369"/>
                  </a:cubicBezTo>
                  <a:cubicBezTo>
                    <a:pt x="155" y="366"/>
                    <a:pt x="141" y="359"/>
                    <a:pt x="130" y="347"/>
                  </a:cubicBezTo>
                  <a:lnTo>
                    <a:pt x="150" y="3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 name="Freeform 354"/>
            <p:cNvSpPr>
              <a:spLocks/>
            </p:cNvSpPr>
            <p:nvPr/>
          </p:nvSpPr>
          <p:spPr bwMode="auto">
            <a:xfrm>
              <a:off x="7646988" y="2865438"/>
              <a:ext cx="107950" cy="77788"/>
            </a:xfrm>
            <a:custGeom>
              <a:avLst/>
              <a:gdLst>
                <a:gd name="T0" fmla="*/ 0 w 83"/>
                <a:gd name="T1" fmla="*/ 47 h 60"/>
                <a:gd name="T2" fmla="*/ 78 w 83"/>
                <a:gd name="T3" fmla="*/ 31 h 60"/>
                <a:gd name="T4" fmla="*/ 0 w 83"/>
                <a:gd name="T5" fmla="*/ 47 h 60"/>
              </a:gdLst>
              <a:ahLst/>
              <a:cxnLst>
                <a:cxn ang="0">
                  <a:pos x="T0" y="T1"/>
                </a:cxn>
                <a:cxn ang="0">
                  <a:pos x="T2" y="T3"/>
                </a:cxn>
                <a:cxn ang="0">
                  <a:pos x="T4" y="T5"/>
                </a:cxn>
              </a:cxnLst>
              <a:rect l="0" t="0" r="r" b="b"/>
              <a:pathLst>
                <a:path w="83" h="60">
                  <a:moveTo>
                    <a:pt x="0" y="47"/>
                  </a:moveTo>
                  <a:cubicBezTo>
                    <a:pt x="50" y="40"/>
                    <a:pt x="83" y="60"/>
                    <a:pt x="78" y="31"/>
                  </a:cubicBezTo>
                  <a:cubicBezTo>
                    <a:pt x="73" y="0"/>
                    <a:pt x="15" y="14"/>
                    <a:pt x="0"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 name="Freeform 355"/>
            <p:cNvSpPr>
              <a:spLocks/>
            </p:cNvSpPr>
            <p:nvPr/>
          </p:nvSpPr>
          <p:spPr bwMode="auto">
            <a:xfrm>
              <a:off x="7580313" y="2825750"/>
              <a:ext cx="84138" cy="87313"/>
            </a:xfrm>
            <a:custGeom>
              <a:avLst/>
              <a:gdLst>
                <a:gd name="T0" fmla="*/ 44 w 64"/>
                <a:gd name="T1" fmla="*/ 13 h 67"/>
                <a:gd name="T2" fmla="*/ 11 w 64"/>
                <a:gd name="T3" fmla="*/ 67 h 67"/>
                <a:gd name="T4" fmla="*/ 44 w 64"/>
                <a:gd name="T5" fmla="*/ 13 h 67"/>
              </a:gdLst>
              <a:ahLst/>
              <a:cxnLst>
                <a:cxn ang="0">
                  <a:pos x="T0" y="T1"/>
                </a:cxn>
                <a:cxn ang="0">
                  <a:pos x="T2" y="T3"/>
                </a:cxn>
                <a:cxn ang="0">
                  <a:pos x="T4" y="T5"/>
                </a:cxn>
              </a:cxnLst>
              <a:rect l="0" t="0" r="r" b="b"/>
              <a:pathLst>
                <a:path w="64" h="67">
                  <a:moveTo>
                    <a:pt x="44" y="13"/>
                  </a:moveTo>
                  <a:cubicBezTo>
                    <a:pt x="24" y="0"/>
                    <a:pt x="0" y="41"/>
                    <a:pt x="11" y="67"/>
                  </a:cubicBezTo>
                  <a:cubicBezTo>
                    <a:pt x="34" y="35"/>
                    <a:pt x="64" y="26"/>
                    <a:pt x="44"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 name="Freeform 356"/>
            <p:cNvSpPr>
              <a:spLocks/>
            </p:cNvSpPr>
            <p:nvPr/>
          </p:nvSpPr>
          <p:spPr bwMode="auto">
            <a:xfrm>
              <a:off x="7640638" y="2963863"/>
              <a:ext cx="73025" cy="55563"/>
            </a:xfrm>
            <a:custGeom>
              <a:avLst/>
              <a:gdLst>
                <a:gd name="T0" fmla="*/ 55 w 56"/>
                <a:gd name="T1" fmla="*/ 22 h 42"/>
                <a:gd name="T2" fmla="*/ 0 w 56"/>
                <a:gd name="T3" fmla="*/ 23 h 42"/>
                <a:gd name="T4" fmla="*/ 55 w 56"/>
                <a:gd name="T5" fmla="*/ 22 h 42"/>
              </a:gdLst>
              <a:ahLst/>
              <a:cxnLst>
                <a:cxn ang="0">
                  <a:pos x="T0" y="T1"/>
                </a:cxn>
                <a:cxn ang="0">
                  <a:pos x="T2" y="T3"/>
                </a:cxn>
                <a:cxn ang="0">
                  <a:pos x="T4" y="T5"/>
                </a:cxn>
              </a:cxnLst>
              <a:rect l="0" t="0" r="r" b="b"/>
              <a:pathLst>
                <a:path w="56" h="42">
                  <a:moveTo>
                    <a:pt x="55" y="22"/>
                  </a:moveTo>
                  <a:cubicBezTo>
                    <a:pt x="56" y="0"/>
                    <a:pt x="14" y="2"/>
                    <a:pt x="0" y="23"/>
                  </a:cubicBezTo>
                  <a:cubicBezTo>
                    <a:pt x="35" y="24"/>
                    <a:pt x="55" y="42"/>
                    <a:pt x="55"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 name="Freeform 357"/>
            <p:cNvSpPr>
              <a:spLocks/>
            </p:cNvSpPr>
            <p:nvPr/>
          </p:nvSpPr>
          <p:spPr bwMode="auto">
            <a:xfrm>
              <a:off x="7216776" y="2770188"/>
              <a:ext cx="258763" cy="287338"/>
            </a:xfrm>
            <a:custGeom>
              <a:avLst/>
              <a:gdLst>
                <a:gd name="T0" fmla="*/ 1 w 197"/>
                <a:gd name="T1" fmla="*/ 83 h 219"/>
                <a:gd name="T2" fmla="*/ 3 w 197"/>
                <a:gd name="T3" fmla="*/ 90 h 219"/>
                <a:gd name="T4" fmla="*/ 50 w 197"/>
                <a:gd name="T5" fmla="*/ 129 h 219"/>
                <a:gd name="T6" fmla="*/ 9 w 197"/>
                <a:gd name="T7" fmla="*/ 149 h 219"/>
                <a:gd name="T8" fmla="*/ 6 w 197"/>
                <a:gd name="T9" fmla="*/ 155 h 219"/>
                <a:gd name="T10" fmla="*/ 10 w 197"/>
                <a:gd name="T11" fmla="*/ 160 h 219"/>
                <a:gd name="T12" fmla="*/ 48 w 197"/>
                <a:gd name="T13" fmla="*/ 170 h 219"/>
                <a:gd name="T14" fmla="*/ 13 w 197"/>
                <a:gd name="T15" fmla="*/ 209 h 219"/>
                <a:gd name="T16" fmla="*/ 12 w 197"/>
                <a:gd name="T17" fmla="*/ 216 h 219"/>
                <a:gd name="T18" fmla="*/ 17 w 197"/>
                <a:gd name="T19" fmla="*/ 219 h 219"/>
                <a:gd name="T20" fmla="*/ 18 w 197"/>
                <a:gd name="T21" fmla="*/ 219 h 219"/>
                <a:gd name="T22" fmla="*/ 73 w 197"/>
                <a:gd name="T23" fmla="*/ 207 h 219"/>
                <a:gd name="T24" fmla="*/ 77 w 197"/>
                <a:gd name="T25" fmla="*/ 200 h 219"/>
                <a:gd name="T26" fmla="*/ 70 w 197"/>
                <a:gd name="T27" fmla="*/ 195 h 219"/>
                <a:gd name="T28" fmla="*/ 34 w 197"/>
                <a:gd name="T29" fmla="*/ 203 h 219"/>
                <a:gd name="T30" fmla="*/ 63 w 197"/>
                <a:gd name="T31" fmla="*/ 171 h 219"/>
                <a:gd name="T32" fmla="*/ 65 w 197"/>
                <a:gd name="T33" fmla="*/ 165 h 219"/>
                <a:gd name="T34" fmla="*/ 60 w 197"/>
                <a:gd name="T35" fmla="*/ 161 h 219"/>
                <a:gd name="T36" fmla="*/ 29 w 197"/>
                <a:gd name="T37" fmla="*/ 153 h 219"/>
                <a:gd name="T38" fmla="*/ 64 w 197"/>
                <a:gd name="T39" fmla="*/ 135 h 219"/>
                <a:gd name="T40" fmla="*/ 67 w 197"/>
                <a:gd name="T41" fmla="*/ 131 h 219"/>
                <a:gd name="T42" fmla="*/ 65 w 197"/>
                <a:gd name="T43" fmla="*/ 125 h 219"/>
                <a:gd name="T44" fmla="*/ 25 w 197"/>
                <a:gd name="T45" fmla="*/ 92 h 219"/>
                <a:gd name="T46" fmla="*/ 75 w 197"/>
                <a:gd name="T47" fmla="*/ 95 h 219"/>
                <a:gd name="T48" fmla="*/ 80 w 197"/>
                <a:gd name="T49" fmla="*/ 93 h 219"/>
                <a:gd name="T50" fmla="*/ 81 w 197"/>
                <a:gd name="T51" fmla="*/ 88 h 219"/>
                <a:gd name="T52" fmla="*/ 67 w 197"/>
                <a:gd name="T53" fmla="*/ 44 h 219"/>
                <a:gd name="T54" fmla="*/ 109 w 197"/>
                <a:gd name="T55" fmla="*/ 71 h 219"/>
                <a:gd name="T56" fmla="*/ 115 w 197"/>
                <a:gd name="T57" fmla="*/ 72 h 219"/>
                <a:gd name="T58" fmla="*/ 119 w 197"/>
                <a:gd name="T59" fmla="*/ 67 h 219"/>
                <a:gd name="T60" fmla="*/ 125 w 197"/>
                <a:gd name="T61" fmla="*/ 25 h 219"/>
                <a:gd name="T62" fmla="*/ 152 w 197"/>
                <a:gd name="T63" fmla="*/ 73 h 219"/>
                <a:gd name="T64" fmla="*/ 156 w 197"/>
                <a:gd name="T65" fmla="*/ 76 h 219"/>
                <a:gd name="T66" fmla="*/ 161 w 197"/>
                <a:gd name="T67" fmla="*/ 75 h 219"/>
                <a:gd name="T68" fmla="*/ 184 w 197"/>
                <a:gd name="T69" fmla="*/ 53 h 219"/>
                <a:gd name="T70" fmla="*/ 183 w 197"/>
                <a:gd name="T71" fmla="*/ 84 h 219"/>
                <a:gd name="T72" fmla="*/ 189 w 197"/>
                <a:gd name="T73" fmla="*/ 90 h 219"/>
                <a:gd name="T74" fmla="*/ 195 w 197"/>
                <a:gd name="T75" fmla="*/ 85 h 219"/>
                <a:gd name="T76" fmla="*/ 197 w 197"/>
                <a:gd name="T77" fmla="*/ 39 h 219"/>
                <a:gd name="T78" fmla="*/ 193 w 197"/>
                <a:gd name="T79" fmla="*/ 33 h 219"/>
                <a:gd name="T80" fmla="*/ 187 w 197"/>
                <a:gd name="T81" fmla="*/ 34 h 219"/>
                <a:gd name="T82" fmla="*/ 159 w 197"/>
                <a:gd name="T83" fmla="*/ 61 h 219"/>
                <a:gd name="T84" fmla="*/ 127 w 197"/>
                <a:gd name="T85" fmla="*/ 4 h 219"/>
                <a:gd name="T86" fmla="*/ 121 w 197"/>
                <a:gd name="T87" fmla="*/ 1 h 219"/>
                <a:gd name="T88" fmla="*/ 116 w 197"/>
                <a:gd name="T89" fmla="*/ 6 h 219"/>
                <a:gd name="T90" fmla="*/ 108 w 197"/>
                <a:gd name="T91" fmla="*/ 56 h 219"/>
                <a:gd name="T92" fmla="*/ 60 w 197"/>
                <a:gd name="T93" fmla="*/ 25 h 219"/>
                <a:gd name="T94" fmla="*/ 53 w 197"/>
                <a:gd name="T95" fmla="*/ 25 h 219"/>
                <a:gd name="T96" fmla="*/ 51 w 197"/>
                <a:gd name="T97" fmla="*/ 32 h 219"/>
                <a:gd name="T98" fmla="*/ 67 w 197"/>
                <a:gd name="T99" fmla="*/ 83 h 219"/>
                <a:gd name="T100" fmla="*/ 7 w 197"/>
                <a:gd name="T101" fmla="*/ 79 h 219"/>
                <a:gd name="T102" fmla="*/ 1 w 197"/>
                <a:gd name="T103" fmla="*/ 83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7" h="219">
                  <a:moveTo>
                    <a:pt x="1" y="83"/>
                  </a:moveTo>
                  <a:cubicBezTo>
                    <a:pt x="0" y="86"/>
                    <a:pt x="1" y="88"/>
                    <a:pt x="3" y="90"/>
                  </a:cubicBezTo>
                  <a:cubicBezTo>
                    <a:pt x="50" y="129"/>
                    <a:pt x="50" y="129"/>
                    <a:pt x="50" y="129"/>
                  </a:cubicBezTo>
                  <a:cubicBezTo>
                    <a:pt x="9" y="149"/>
                    <a:pt x="9" y="149"/>
                    <a:pt x="9" y="149"/>
                  </a:cubicBezTo>
                  <a:cubicBezTo>
                    <a:pt x="7" y="150"/>
                    <a:pt x="5" y="153"/>
                    <a:pt x="6" y="155"/>
                  </a:cubicBezTo>
                  <a:cubicBezTo>
                    <a:pt x="6" y="157"/>
                    <a:pt x="8" y="160"/>
                    <a:pt x="10" y="160"/>
                  </a:cubicBezTo>
                  <a:cubicBezTo>
                    <a:pt x="48" y="170"/>
                    <a:pt x="48" y="170"/>
                    <a:pt x="48" y="170"/>
                  </a:cubicBezTo>
                  <a:cubicBezTo>
                    <a:pt x="13" y="209"/>
                    <a:pt x="13" y="209"/>
                    <a:pt x="13" y="209"/>
                  </a:cubicBezTo>
                  <a:cubicBezTo>
                    <a:pt x="11" y="211"/>
                    <a:pt x="10" y="213"/>
                    <a:pt x="12" y="216"/>
                  </a:cubicBezTo>
                  <a:cubicBezTo>
                    <a:pt x="13" y="218"/>
                    <a:pt x="15" y="219"/>
                    <a:pt x="17" y="219"/>
                  </a:cubicBezTo>
                  <a:cubicBezTo>
                    <a:pt x="17" y="219"/>
                    <a:pt x="18" y="219"/>
                    <a:pt x="18" y="219"/>
                  </a:cubicBezTo>
                  <a:cubicBezTo>
                    <a:pt x="73" y="207"/>
                    <a:pt x="73" y="207"/>
                    <a:pt x="73" y="207"/>
                  </a:cubicBezTo>
                  <a:cubicBezTo>
                    <a:pt x="76" y="206"/>
                    <a:pt x="78" y="203"/>
                    <a:pt x="77" y="200"/>
                  </a:cubicBezTo>
                  <a:cubicBezTo>
                    <a:pt x="77" y="197"/>
                    <a:pt x="73" y="195"/>
                    <a:pt x="70" y="195"/>
                  </a:cubicBezTo>
                  <a:cubicBezTo>
                    <a:pt x="34" y="203"/>
                    <a:pt x="34" y="203"/>
                    <a:pt x="34" y="203"/>
                  </a:cubicBezTo>
                  <a:cubicBezTo>
                    <a:pt x="63" y="171"/>
                    <a:pt x="63" y="171"/>
                    <a:pt x="63" y="171"/>
                  </a:cubicBezTo>
                  <a:cubicBezTo>
                    <a:pt x="65" y="169"/>
                    <a:pt x="65" y="167"/>
                    <a:pt x="65" y="165"/>
                  </a:cubicBezTo>
                  <a:cubicBezTo>
                    <a:pt x="64" y="163"/>
                    <a:pt x="62" y="162"/>
                    <a:pt x="60" y="161"/>
                  </a:cubicBezTo>
                  <a:cubicBezTo>
                    <a:pt x="29" y="153"/>
                    <a:pt x="29" y="153"/>
                    <a:pt x="29" y="153"/>
                  </a:cubicBezTo>
                  <a:cubicBezTo>
                    <a:pt x="64" y="135"/>
                    <a:pt x="64" y="135"/>
                    <a:pt x="64" y="135"/>
                  </a:cubicBezTo>
                  <a:cubicBezTo>
                    <a:pt x="65" y="135"/>
                    <a:pt x="67" y="133"/>
                    <a:pt x="67" y="131"/>
                  </a:cubicBezTo>
                  <a:cubicBezTo>
                    <a:pt x="67" y="129"/>
                    <a:pt x="66" y="127"/>
                    <a:pt x="65" y="125"/>
                  </a:cubicBezTo>
                  <a:cubicBezTo>
                    <a:pt x="25" y="92"/>
                    <a:pt x="25" y="92"/>
                    <a:pt x="25" y="92"/>
                  </a:cubicBezTo>
                  <a:cubicBezTo>
                    <a:pt x="75" y="95"/>
                    <a:pt x="75" y="95"/>
                    <a:pt x="75" y="95"/>
                  </a:cubicBezTo>
                  <a:cubicBezTo>
                    <a:pt x="77" y="95"/>
                    <a:pt x="79" y="95"/>
                    <a:pt x="80" y="93"/>
                  </a:cubicBezTo>
                  <a:cubicBezTo>
                    <a:pt x="81" y="92"/>
                    <a:pt x="81" y="90"/>
                    <a:pt x="81" y="88"/>
                  </a:cubicBezTo>
                  <a:cubicBezTo>
                    <a:pt x="67" y="44"/>
                    <a:pt x="67" y="44"/>
                    <a:pt x="67" y="44"/>
                  </a:cubicBezTo>
                  <a:cubicBezTo>
                    <a:pt x="109" y="71"/>
                    <a:pt x="109" y="71"/>
                    <a:pt x="109" y="71"/>
                  </a:cubicBezTo>
                  <a:cubicBezTo>
                    <a:pt x="111" y="72"/>
                    <a:pt x="113" y="73"/>
                    <a:pt x="115" y="72"/>
                  </a:cubicBezTo>
                  <a:cubicBezTo>
                    <a:pt x="117" y="71"/>
                    <a:pt x="118" y="69"/>
                    <a:pt x="119" y="67"/>
                  </a:cubicBezTo>
                  <a:cubicBezTo>
                    <a:pt x="125" y="25"/>
                    <a:pt x="125" y="25"/>
                    <a:pt x="125" y="25"/>
                  </a:cubicBezTo>
                  <a:cubicBezTo>
                    <a:pt x="152" y="73"/>
                    <a:pt x="152" y="73"/>
                    <a:pt x="152" y="73"/>
                  </a:cubicBezTo>
                  <a:cubicBezTo>
                    <a:pt x="153" y="75"/>
                    <a:pt x="154" y="76"/>
                    <a:pt x="156" y="76"/>
                  </a:cubicBezTo>
                  <a:cubicBezTo>
                    <a:pt x="158" y="77"/>
                    <a:pt x="160" y="76"/>
                    <a:pt x="161" y="75"/>
                  </a:cubicBezTo>
                  <a:cubicBezTo>
                    <a:pt x="184" y="53"/>
                    <a:pt x="184" y="53"/>
                    <a:pt x="184" y="53"/>
                  </a:cubicBezTo>
                  <a:cubicBezTo>
                    <a:pt x="183" y="84"/>
                    <a:pt x="183" y="84"/>
                    <a:pt x="183" y="84"/>
                  </a:cubicBezTo>
                  <a:cubicBezTo>
                    <a:pt x="183" y="87"/>
                    <a:pt x="185" y="90"/>
                    <a:pt x="189" y="90"/>
                  </a:cubicBezTo>
                  <a:cubicBezTo>
                    <a:pt x="192" y="91"/>
                    <a:pt x="195" y="88"/>
                    <a:pt x="195" y="85"/>
                  </a:cubicBezTo>
                  <a:cubicBezTo>
                    <a:pt x="197" y="39"/>
                    <a:pt x="197" y="39"/>
                    <a:pt x="197" y="39"/>
                  </a:cubicBezTo>
                  <a:cubicBezTo>
                    <a:pt x="197" y="37"/>
                    <a:pt x="196" y="34"/>
                    <a:pt x="193" y="33"/>
                  </a:cubicBezTo>
                  <a:cubicBezTo>
                    <a:pt x="191" y="32"/>
                    <a:pt x="189" y="33"/>
                    <a:pt x="187" y="34"/>
                  </a:cubicBezTo>
                  <a:cubicBezTo>
                    <a:pt x="159" y="61"/>
                    <a:pt x="159" y="61"/>
                    <a:pt x="159" y="61"/>
                  </a:cubicBezTo>
                  <a:cubicBezTo>
                    <a:pt x="127" y="4"/>
                    <a:pt x="127" y="4"/>
                    <a:pt x="127" y="4"/>
                  </a:cubicBezTo>
                  <a:cubicBezTo>
                    <a:pt x="126" y="1"/>
                    <a:pt x="123" y="0"/>
                    <a:pt x="121" y="1"/>
                  </a:cubicBezTo>
                  <a:cubicBezTo>
                    <a:pt x="118" y="1"/>
                    <a:pt x="116" y="3"/>
                    <a:pt x="116" y="6"/>
                  </a:cubicBezTo>
                  <a:cubicBezTo>
                    <a:pt x="108" y="56"/>
                    <a:pt x="108" y="56"/>
                    <a:pt x="108" y="56"/>
                  </a:cubicBezTo>
                  <a:cubicBezTo>
                    <a:pt x="60" y="25"/>
                    <a:pt x="60" y="25"/>
                    <a:pt x="60" y="25"/>
                  </a:cubicBezTo>
                  <a:cubicBezTo>
                    <a:pt x="58" y="24"/>
                    <a:pt x="55" y="24"/>
                    <a:pt x="53" y="25"/>
                  </a:cubicBezTo>
                  <a:cubicBezTo>
                    <a:pt x="51" y="27"/>
                    <a:pt x="50" y="29"/>
                    <a:pt x="51" y="32"/>
                  </a:cubicBezTo>
                  <a:cubicBezTo>
                    <a:pt x="67" y="83"/>
                    <a:pt x="67" y="83"/>
                    <a:pt x="67" y="83"/>
                  </a:cubicBezTo>
                  <a:cubicBezTo>
                    <a:pt x="7" y="79"/>
                    <a:pt x="7" y="79"/>
                    <a:pt x="7" y="79"/>
                  </a:cubicBezTo>
                  <a:cubicBezTo>
                    <a:pt x="5" y="79"/>
                    <a:pt x="2" y="81"/>
                    <a:pt x="1"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 name="Freeform 358"/>
            <p:cNvSpPr>
              <a:spLocks/>
            </p:cNvSpPr>
            <p:nvPr/>
          </p:nvSpPr>
          <p:spPr bwMode="auto">
            <a:xfrm>
              <a:off x="7521576" y="2617788"/>
              <a:ext cx="134938" cy="123825"/>
            </a:xfrm>
            <a:custGeom>
              <a:avLst/>
              <a:gdLst>
                <a:gd name="T0" fmla="*/ 71 w 102"/>
                <a:gd name="T1" fmla="*/ 52 h 95"/>
                <a:gd name="T2" fmla="*/ 65 w 102"/>
                <a:gd name="T3" fmla="*/ 42 h 95"/>
                <a:gd name="T4" fmla="*/ 65 w 102"/>
                <a:gd name="T5" fmla="*/ 40 h 95"/>
                <a:gd name="T6" fmla="*/ 58 w 102"/>
                <a:gd name="T7" fmla="*/ 29 h 95"/>
                <a:gd name="T8" fmla="*/ 53 w 102"/>
                <a:gd name="T9" fmla="*/ 28 h 95"/>
                <a:gd name="T10" fmla="*/ 50 w 102"/>
                <a:gd name="T11" fmla="*/ 29 h 95"/>
                <a:gd name="T12" fmla="*/ 48 w 102"/>
                <a:gd name="T13" fmla="*/ 32 h 95"/>
                <a:gd name="T14" fmla="*/ 42 w 102"/>
                <a:gd name="T15" fmla="*/ 52 h 95"/>
                <a:gd name="T16" fmla="*/ 32 w 102"/>
                <a:gd name="T17" fmla="*/ 76 h 95"/>
                <a:gd name="T18" fmla="*/ 27 w 102"/>
                <a:gd name="T19" fmla="*/ 62 h 95"/>
                <a:gd name="T20" fmla="*/ 24 w 102"/>
                <a:gd name="T21" fmla="*/ 53 h 95"/>
                <a:gd name="T22" fmla="*/ 21 w 102"/>
                <a:gd name="T23" fmla="*/ 44 h 95"/>
                <a:gd name="T24" fmla="*/ 18 w 102"/>
                <a:gd name="T25" fmla="*/ 35 h 95"/>
                <a:gd name="T26" fmla="*/ 14 w 102"/>
                <a:gd name="T27" fmla="*/ 24 h 95"/>
                <a:gd name="T28" fmla="*/ 6 w 102"/>
                <a:gd name="T29" fmla="*/ 18 h 95"/>
                <a:gd name="T30" fmla="*/ 2 w 102"/>
                <a:gd name="T31" fmla="*/ 21 h 95"/>
                <a:gd name="T32" fmla="*/ 0 w 102"/>
                <a:gd name="T33" fmla="*/ 25 h 95"/>
                <a:gd name="T34" fmla="*/ 3 w 102"/>
                <a:gd name="T35" fmla="*/ 31 h 95"/>
                <a:gd name="T36" fmla="*/ 4 w 102"/>
                <a:gd name="T37" fmla="*/ 34 h 95"/>
                <a:gd name="T38" fmla="*/ 10 w 102"/>
                <a:gd name="T39" fmla="*/ 50 h 95"/>
                <a:gd name="T40" fmla="*/ 19 w 102"/>
                <a:gd name="T41" fmla="*/ 74 h 95"/>
                <a:gd name="T42" fmla="*/ 26 w 102"/>
                <a:gd name="T43" fmla="*/ 89 h 95"/>
                <a:gd name="T44" fmla="*/ 30 w 102"/>
                <a:gd name="T45" fmla="*/ 94 h 95"/>
                <a:gd name="T46" fmla="*/ 34 w 102"/>
                <a:gd name="T47" fmla="*/ 94 h 95"/>
                <a:gd name="T48" fmla="*/ 46 w 102"/>
                <a:gd name="T49" fmla="*/ 73 h 95"/>
                <a:gd name="T50" fmla="*/ 55 w 102"/>
                <a:gd name="T51" fmla="*/ 47 h 95"/>
                <a:gd name="T52" fmla="*/ 64 w 102"/>
                <a:gd name="T53" fmla="*/ 64 h 95"/>
                <a:gd name="T54" fmla="*/ 75 w 102"/>
                <a:gd name="T55" fmla="*/ 80 h 95"/>
                <a:gd name="T56" fmla="*/ 82 w 102"/>
                <a:gd name="T57" fmla="*/ 83 h 95"/>
                <a:gd name="T58" fmla="*/ 85 w 102"/>
                <a:gd name="T59" fmla="*/ 81 h 95"/>
                <a:gd name="T60" fmla="*/ 87 w 102"/>
                <a:gd name="T61" fmla="*/ 79 h 95"/>
                <a:gd name="T62" fmla="*/ 90 w 102"/>
                <a:gd name="T63" fmla="*/ 71 h 95"/>
                <a:gd name="T64" fmla="*/ 95 w 102"/>
                <a:gd name="T65" fmla="*/ 52 h 95"/>
                <a:gd name="T66" fmla="*/ 96 w 102"/>
                <a:gd name="T67" fmla="*/ 49 h 95"/>
                <a:gd name="T68" fmla="*/ 101 w 102"/>
                <a:gd name="T69" fmla="*/ 23 h 95"/>
                <a:gd name="T70" fmla="*/ 101 w 102"/>
                <a:gd name="T71" fmla="*/ 6 h 95"/>
                <a:gd name="T72" fmla="*/ 99 w 102"/>
                <a:gd name="T73" fmla="*/ 2 h 95"/>
                <a:gd name="T74" fmla="*/ 94 w 102"/>
                <a:gd name="T75" fmla="*/ 1 h 95"/>
                <a:gd name="T76" fmla="*/ 90 w 102"/>
                <a:gd name="T77" fmla="*/ 2 h 95"/>
                <a:gd name="T78" fmla="*/ 89 w 102"/>
                <a:gd name="T79" fmla="*/ 6 h 95"/>
                <a:gd name="T80" fmla="*/ 80 w 102"/>
                <a:gd name="T81" fmla="*/ 67 h 95"/>
                <a:gd name="T82" fmla="*/ 71 w 102"/>
                <a:gd name="T83" fmla="*/ 52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2" h="95">
                  <a:moveTo>
                    <a:pt x="71" y="52"/>
                  </a:moveTo>
                  <a:cubicBezTo>
                    <a:pt x="65" y="42"/>
                    <a:pt x="65" y="42"/>
                    <a:pt x="65" y="42"/>
                  </a:cubicBezTo>
                  <a:cubicBezTo>
                    <a:pt x="65" y="41"/>
                    <a:pt x="65" y="41"/>
                    <a:pt x="65" y="40"/>
                  </a:cubicBezTo>
                  <a:cubicBezTo>
                    <a:pt x="61" y="35"/>
                    <a:pt x="59" y="31"/>
                    <a:pt x="58" y="29"/>
                  </a:cubicBezTo>
                  <a:cubicBezTo>
                    <a:pt x="56" y="28"/>
                    <a:pt x="55" y="28"/>
                    <a:pt x="53" y="28"/>
                  </a:cubicBezTo>
                  <a:cubicBezTo>
                    <a:pt x="52" y="28"/>
                    <a:pt x="51" y="28"/>
                    <a:pt x="50" y="29"/>
                  </a:cubicBezTo>
                  <a:cubicBezTo>
                    <a:pt x="49" y="30"/>
                    <a:pt x="49" y="31"/>
                    <a:pt x="48" y="32"/>
                  </a:cubicBezTo>
                  <a:cubicBezTo>
                    <a:pt x="45" y="42"/>
                    <a:pt x="43" y="48"/>
                    <a:pt x="42" y="52"/>
                  </a:cubicBezTo>
                  <a:cubicBezTo>
                    <a:pt x="40" y="57"/>
                    <a:pt x="37" y="64"/>
                    <a:pt x="32" y="76"/>
                  </a:cubicBezTo>
                  <a:cubicBezTo>
                    <a:pt x="32" y="75"/>
                    <a:pt x="30" y="70"/>
                    <a:pt x="27" y="62"/>
                  </a:cubicBezTo>
                  <a:cubicBezTo>
                    <a:pt x="27" y="60"/>
                    <a:pt x="25" y="57"/>
                    <a:pt x="24" y="53"/>
                  </a:cubicBezTo>
                  <a:cubicBezTo>
                    <a:pt x="23" y="50"/>
                    <a:pt x="22" y="47"/>
                    <a:pt x="21" y="44"/>
                  </a:cubicBezTo>
                  <a:cubicBezTo>
                    <a:pt x="18" y="35"/>
                    <a:pt x="18" y="35"/>
                    <a:pt x="18" y="35"/>
                  </a:cubicBezTo>
                  <a:cubicBezTo>
                    <a:pt x="18" y="33"/>
                    <a:pt x="17" y="30"/>
                    <a:pt x="14" y="24"/>
                  </a:cubicBezTo>
                  <a:cubicBezTo>
                    <a:pt x="12" y="19"/>
                    <a:pt x="10" y="17"/>
                    <a:pt x="6" y="18"/>
                  </a:cubicBezTo>
                  <a:cubicBezTo>
                    <a:pt x="4" y="18"/>
                    <a:pt x="3" y="19"/>
                    <a:pt x="2" y="21"/>
                  </a:cubicBezTo>
                  <a:cubicBezTo>
                    <a:pt x="1" y="22"/>
                    <a:pt x="0" y="24"/>
                    <a:pt x="0" y="25"/>
                  </a:cubicBezTo>
                  <a:cubicBezTo>
                    <a:pt x="1" y="27"/>
                    <a:pt x="1" y="29"/>
                    <a:pt x="3" y="31"/>
                  </a:cubicBezTo>
                  <a:cubicBezTo>
                    <a:pt x="3" y="32"/>
                    <a:pt x="4" y="33"/>
                    <a:pt x="4" y="34"/>
                  </a:cubicBezTo>
                  <a:cubicBezTo>
                    <a:pt x="5" y="36"/>
                    <a:pt x="7" y="41"/>
                    <a:pt x="10" y="50"/>
                  </a:cubicBezTo>
                  <a:cubicBezTo>
                    <a:pt x="12" y="58"/>
                    <a:pt x="15" y="66"/>
                    <a:pt x="19" y="74"/>
                  </a:cubicBezTo>
                  <a:cubicBezTo>
                    <a:pt x="22" y="82"/>
                    <a:pt x="24" y="87"/>
                    <a:pt x="26" y="89"/>
                  </a:cubicBezTo>
                  <a:cubicBezTo>
                    <a:pt x="27" y="92"/>
                    <a:pt x="28" y="93"/>
                    <a:pt x="30" y="94"/>
                  </a:cubicBezTo>
                  <a:cubicBezTo>
                    <a:pt x="31" y="94"/>
                    <a:pt x="33" y="95"/>
                    <a:pt x="34" y="94"/>
                  </a:cubicBezTo>
                  <a:cubicBezTo>
                    <a:pt x="37" y="94"/>
                    <a:pt x="41" y="87"/>
                    <a:pt x="46" y="73"/>
                  </a:cubicBezTo>
                  <a:cubicBezTo>
                    <a:pt x="55" y="47"/>
                    <a:pt x="55" y="47"/>
                    <a:pt x="55" y="47"/>
                  </a:cubicBezTo>
                  <a:cubicBezTo>
                    <a:pt x="56" y="49"/>
                    <a:pt x="59" y="54"/>
                    <a:pt x="64" y="64"/>
                  </a:cubicBezTo>
                  <a:cubicBezTo>
                    <a:pt x="69" y="73"/>
                    <a:pt x="73" y="78"/>
                    <a:pt x="75" y="80"/>
                  </a:cubicBezTo>
                  <a:cubicBezTo>
                    <a:pt x="77" y="82"/>
                    <a:pt x="80" y="83"/>
                    <a:pt x="82" y="83"/>
                  </a:cubicBezTo>
                  <a:cubicBezTo>
                    <a:pt x="83" y="83"/>
                    <a:pt x="84" y="82"/>
                    <a:pt x="85" y="81"/>
                  </a:cubicBezTo>
                  <a:cubicBezTo>
                    <a:pt x="86" y="81"/>
                    <a:pt x="87" y="80"/>
                    <a:pt x="87" y="79"/>
                  </a:cubicBezTo>
                  <a:cubicBezTo>
                    <a:pt x="88" y="77"/>
                    <a:pt x="89" y="75"/>
                    <a:pt x="90" y="71"/>
                  </a:cubicBezTo>
                  <a:cubicBezTo>
                    <a:pt x="93" y="60"/>
                    <a:pt x="95" y="53"/>
                    <a:pt x="95" y="52"/>
                  </a:cubicBezTo>
                  <a:cubicBezTo>
                    <a:pt x="96" y="49"/>
                    <a:pt x="96" y="49"/>
                    <a:pt x="96" y="49"/>
                  </a:cubicBezTo>
                  <a:cubicBezTo>
                    <a:pt x="99" y="39"/>
                    <a:pt x="100" y="31"/>
                    <a:pt x="101" y="23"/>
                  </a:cubicBezTo>
                  <a:cubicBezTo>
                    <a:pt x="102" y="15"/>
                    <a:pt x="102" y="10"/>
                    <a:pt x="101" y="6"/>
                  </a:cubicBezTo>
                  <a:cubicBezTo>
                    <a:pt x="101" y="5"/>
                    <a:pt x="100" y="3"/>
                    <a:pt x="99" y="2"/>
                  </a:cubicBezTo>
                  <a:cubicBezTo>
                    <a:pt x="98" y="1"/>
                    <a:pt x="96" y="0"/>
                    <a:pt x="94" y="1"/>
                  </a:cubicBezTo>
                  <a:cubicBezTo>
                    <a:pt x="93" y="1"/>
                    <a:pt x="91" y="2"/>
                    <a:pt x="90" y="2"/>
                  </a:cubicBezTo>
                  <a:cubicBezTo>
                    <a:pt x="89" y="3"/>
                    <a:pt x="89" y="5"/>
                    <a:pt x="89" y="6"/>
                  </a:cubicBezTo>
                  <a:cubicBezTo>
                    <a:pt x="90" y="26"/>
                    <a:pt x="87" y="46"/>
                    <a:pt x="80" y="67"/>
                  </a:cubicBezTo>
                  <a:cubicBezTo>
                    <a:pt x="80" y="67"/>
                    <a:pt x="77" y="62"/>
                    <a:pt x="71"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 name="Freeform 359"/>
            <p:cNvSpPr>
              <a:spLocks noEditPoints="1"/>
            </p:cNvSpPr>
            <p:nvPr/>
          </p:nvSpPr>
          <p:spPr bwMode="auto">
            <a:xfrm>
              <a:off x="7667626" y="2635250"/>
              <a:ext cx="76200" cy="82550"/>
            </a:xfrm>
            <a:custGeom>
              <a:avLst/>
              <a:gdLst>
                <a:gd name="T0" fmla="*/ 48 w 58"/>
                <a:gd name="T1" fmla="*/ 9 h 63"/>
                <a:gd name="T2" fmla="*/ 41 w 58"/>
                <a:gd name="T3" fmla="*/ 5 h 63"/>
                <a:gd name="T4" fmla="*/ 31 w 58"/>
                <a:gd name="T5" fmla="*/ 0 h 63"/>
                <a:gd name="T6" fmla="*/ 9 w 58"/>
                <a:gd name="T7" fmla="*/ 20 h 63"/>
                <a:gd name="T8" fmla="*/ 1 w 58"/>
                <a:gd name="T9" fmla="*/ 51 h 63"/>
                <a:gd name="T10" fmla="*/ 6 w 58"/>
                <a:gd name="T11" fmla="*/ 60 h 63"/>
                <a:gd name="T12" fmla="*/ 15 w 58"/>
                <a:gd name="T13" fmla="*/ 63 h 63"/>
                <a:gd name="T14" fmla="*/ 38 w 58"/>
                <a:gd name="T15" fmla="*/ 40 h 63"/>
                <a:gd name="T16" fmla="*/ 50 w 58"/>
                <a:gd name="T17" fmla="*/ 59 h 63"/>
                <a:gd name="T18" fmla="*/ 56 w 58"/>
                <a:gd name="T19" fmla="*/ 56 h 63"/>
                <a:gd name="T20" fmla="*/ 58 w 58"/>
                <a:gd name="T21" fmla="*/ 51 h 63"/>
                <a:gd name="T22" fmla="*/ 55 w 58"/>
                <a:gd name="T23" fmla="*/ 49 h 63"/>
                <a:gd name="T24" fmla="*/ 52 w 58"/>
                <a:gd name="T25" fmla="*/ 47 h 63"/>
                <a:gd name="T26" fmla="*/ 51 w 58"/>
                <a:gd name="T27" fmla="*/ 44 h 63"/>
                <a:gd name="T28" fmla="*/ 48 w 58"/>
                <a:gd name="T29" fmla="*/ 35 h 63"/>
                <a:gd name="T30" fmla="*/ 48 w 58"/>
                <a:gd name="T31" fmla="*/ 17 h 63"/>
                <a:gd name="T32" fmla="*/ 48 w 58"/>
                <a:gd name="T33" fmla="*/ 9 h 63"/>
                <a:gd name="T34" fmla="*/ 29 w 58"/>
                <a:gd name="T35" fmla="*/ 38 h 63"/>
                <a:gd name="T36" fmla="*/ 16 w 58"/>
                <a:gd name="T37" fmla="*/ 51 h 63"/>
                <a:gd name="T38" fmla="*/ 14 w 58"/>
                <a:gd name="T39" fmla="*/ 47 h 63"/>
                <a:gd name="T40" fmla="*/ 19 w 58"/>
                <a:gd name="T41" fmla="*/ 26 h 63"/>
                <a:gd name="T42" fmla="*/ 31 w 58"/>
                <a:gd name="T43" fmla="*/ 12 h 63"/>
                <a:gd name="T44" fmla="*/ 34 w 58"/>
                <a:gd name="T45" fmla="*/ 13 h 63"/>
                <a:gd name="T46" fmla="*/ 36 w 58"/>
                <a:gd name="T47" fmla="*/ 17 h 63"/>
                <a:gd name="T48" fmla="*/ 29 w 58"/>
                <a:gd name="T49" fmla="*/ 3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8" h="63">
                  <a:moveTo>
                    <a:pt x="48" y="9"/>
                  </a:moveTo>
                  <a:cubicBezTo>
                    <a:pt x="47" y="6"/>
                    <a:pt x="45" y="5"/>
                    <a:pt x="41" y="5"/>
                  </a:cubicBezTo>
                  <a:cubicBezTo>
                    <a:pt x="39" y="1"/>
                    <a:pt x="36" y="0"/>
                    <a:pt x="31" y="0"/>
                  </a:cubicBezTo>
                  <a:cubicBezTo>
                    <a:pt x="23" y="2"/>
                    <a:pt x="16" y="8"/>
                    <a:pt x="9" y="20"/>
                  </a:cubicBezTo>
                  <a:cubicBezTo>
                    <a:pt x="2" y="32"/>
                    <a:pt x="0" y="42"/>
                    <a:pt x="1" y="51"/>
                  </a:cubicBezTo>
                  <a:cubicBezTo>
                    <a:pt x="2" y="55"/>
                    <a:pt x="3" y="58"/>
                    <a:pt x="6" y="60"/>
                  </a:cubicBezTo>
                  <a:cubicBezTo>
                    <a:pt x="9" y="62"/>
                    <a:pt x="12" y="63"/>
                    <a:pt x="15" y="63"/>
                  </a:cubicBezTo>
                  <a:cubicBezTo>
                    <a:pt x="23" y="61"/>
                    <a:pt x="31" y="54"/>
                    <a:pt x="38" y="40"/>
                  </a:cubicBezTo>
                  <a:cubicBezTo>
                    <a:pt x="40" y="54"/>
                    <a:pt x="44" y="60"/>
                    <a:pt x="50" y="59"/>
                  </a:cubicBezTo>
                  <a:cubicBezTo>
                    <a:pt x="52" y="58"/>
                    <a:pt x="54" y="58"/>
                    <a:pt x="56" y="56"/>
                  </a:cubicBezTo>
                  <a:cubicBezTo>
                    <a:pt x="57" y="55"/>
                    <a:pt x="58" y="53"/>
                    <a:pt x="58" y="51"/>
                  </a:cubicBezTo>
                  <a:cubicBezTo>
                    <a:pt x="58" y="50"/>
                    <a:pt x="57" y="49"/>
                    <a:pt x="55" y="49"/>
                  </a:cubicBezTo>
                  <a:cubicBezTo>
                    <a:pt x="54" y="48"/>
                    <a:pt x="53" y="48"/>
                    <a:pt x="52" y="47"/>
                  </a:cubicBezTo>
                  <a:cubicBezTo>
                    <a:pt x="52" y="47"/>
                    <a:pt x="51" y="46"/>
                    <a:pt x="51" y="44"/>
                  </a:cubicBezTo>
                  <a:cubicBezTo>
                    <a:pt x="50" y="42"/>
                    <a:pt x="49" y="39"/>
                    <a:pt x="48" y="35"/>
                  </a:cubicBezTo>
                  <a:cubicBezTo>
                    <a:pt x="47" y="30"/>
                    <a:pt x="47" y="25"/>
                    <a:pt x="48" y="17"/>
                  </a:cubicBezTo>
                  <a:cubicBezTo>
                    <a:pt x="48" y="13"/>
                    <a:pt x="48" y="11"/>
                    <a:pt x="48" y="9"/>
                  </a:cubicBezTo>
                  <a:close/>
                  <a:moveTo>
                    <a:pt x="29" y="38"/>
                  </a:moveTo>
                  <a:cubicBezTo>
                    <a:pt x="25" y="46"/>
                    <a:pt x="20" y="50"/>
                    <a:pt x="16" y="51"/>
                  </a:cubicBezTo>
                  <a:cubicBezTo>
                    <a:pt x="15" y="51"/>
                    <a:pt x="14" y="50"/>
                    <a:pt x="14" y="47"/>
                  </a:cubicBezTo>
                  <a:cubicBezTo>
                    <a:pt x="13" y="41"/>
                    <a:pt x="14" y="34"/>
                    <a:pt x="19" y="26"/>
                  </a:cubicBezTo>
                  <a:cubicBezTo>
                    <a:pt x="23" y="17"/>
                    <a:pt x="27" y="12"/>
                    <a:pt x="31" y="12"/>
                  </a:cubicBezTo>
                  <a:cubicBezTo>
                    <a:pt x="32" y="12"/>
                    <a:pt x="33" y="12"/>
                    <a:pt x="34" y="13"/>
                  </a:cubicBezTo>
                  <a:cubicBezTo>
                    <a:pt x="35" y="14"/>
                    <a:pt x="35" y="15"/>
                    <a:pt x="36" y="17"/>
                  </a:cubicBezTo>
                  <a:cubicBezTo>
                    <a:pt x="36" y="22"/>
                    <a:pt x="34" y="29"/>
                    <a:pt x="29"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 name="Freeform 360"/>
            <p:cNvSpPr>
              <a:spLocks/>
            </p:cNvSpPr>
            <p:nvPr/>
          </p:nvSpPr>
          <p:spPr bwMode="auto">
            <a:xfrm>
              <a:off x="7756526" y="2589213"/>
              <a:ext cx="22225" cy="23813"/>
            </a:xfrm>
            <a:custGeom>
              <a:avLst/>
              <a:gdLst>
                <a:gd name="T0" fmla="*/ 3 w 17"/>
                <a:gd name="T1" fmla="*/ 15 h 18"/>
                <a:gd name="T2" fmla="*/ 9 w 17"/>
                <a:gd name="T3" fmla="*/ 17 h 18"/>
                <a:gd name="T4" fmla="*/ 15 w 17"/>
                <a:gd name="T5" fmla="*/ 13 h 18"/>
                <a:gd name="T6" fmla="*/ 17 w 17"/>
                <a:gd name="T7" fmla="*/ 6 h 18"/>
                <a:gd name="T8" fmla="*/ 14 w 17"/>
                <a:gd name="T9" fmla="*/ 2 h 18"/>
                <a:gd name="T10" fmla="*/ 8 w 17"/>
                <a:gd name="T11" fmla="*/ 1 h 18"/>
                <a:gd name="T12" fmla="*/ 2 w 17"/>
                <a:gd name="T13" fmla="*/ 4 h 18"/>
                <a:gd name="T14" fmla="*/ 0 w 17"/>
                <a:gd name="T15" fmla="*/ 11 h 18"/>
                <a:gd name="T16" fmla="*/ 3 w 17"/>
                <a:gd name="T17" fmla="*/ 1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8">
                  <a:moveTo>
                    <a:pt x="3" y="15"/>
                  </a:moveTo>
                  <a:cubicBezTo>
                    <a:pt x="5" y="17"/>
                    <a:pt x="7" y="18"/>
                    <a:pt x="9" y="17"/>
                  </a:cubicBezTo>
                  <a:cubicBezTo>
                    <a:pt x="11" y="17"/>
                    <a:pt x="13" y="16"/>
                    <a:pt x="15" y="13"/>
                  </a:cubicBezTo>
                  <a:cubicBezTo>
                    <a:pt x="17" y="11"/>
                    <a:pt x="17" y="9"/>
                    <a:pt x="17" y="6"/>
                  </a:cubicBezTo>
                  <a:cubicBezTo>
                    <a:pt x="17" y="5"/>
                    <a:pt x="16" y="3"/>
                    <a:pt x="14" y="2"/>
                  </a:cubicBezTo>
                  <a:cubicBezTo>
                    <a:pt x="12" y="1"/>
                    <a:pt x="10" y="0"/>
                    <a:pt x="8" y="1"/>
                  </a:cubicBezTo>
                  <a:cubicBezTo>
                    <a:pt x="5" y="1"/>
                    <a:pt x="3" y="2"/>
                    <a:pt x="2" y="4"/>
                  </a:cubicBezTo>
                  <a:cubicBezTo>
                    <a:pt x="0" y="6"/>
                    <a:pt x="0" y="8"/>
                    <a:pt x="0" y="11"/>
                  </a:cubicBezTo>
                  <a:cubicBezTo>
                    <a:pt x="0" y="12"/>
                    <a:pt x="1" y="14"/>
                    <a:pt x="3"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 name="Freeform 361"/>
            <p:cNvSpPr>
              <a:spLocks/>
            </p:cNvSpPr>
            <p:nvPr/>
          </p:nvSpPr>
          <p:spPr bwMode="auto">
            <a:xfrm>
              <a:off x="7753351" y="2630488"/>
              <a:ext cx="22225" cy="77788"/>
            </a:xfrm>
            <a:custGeom>
              <a:avLst/>
              <a:gdLst>
                <a:gd name="T0" fmla="*/ 0 w 16"/>
                <a:gd name="T1" fmla="*/ 21 h 59"/>
                <a:gd name="T2" fmla="*/ 0 w 16"/>
                <a:gd name="T3" fmla="*/ 27 h 59"/>
                <a:gd name="T4" fmla="*/ 1 w 16"/>
                <a:gd name="T5" fmla="*/ 49 h 59"/>
                <a:gd name="T6" fmla="*/ 10 w 16"/>
                <a:gd name="T7" fmla="*/ 58 h 59"/>
                <a:gd name="T8" fmla="*/ 14 w 16"/>
                <a:gd name="T9" fmla="*/ 56 h 59"/>
                <a:gd name="T10" fmla="*/ 16 w 16"/>
                <a:gd name="T11" fmla="*/ 52 h 59"/>
                <a:gd name="T12" fmla="*/ 16 w 16"/>
                <a:gd name="T13" fmla="*/ 50 h 59"/>
                <a:gd name="T14" fmla="*/ 13 w 16"/>
                <a:gd name="T15" fmla="*/ 42 h 59"/>
                <a:gd name="T16" fmla="*/ 12 w 16"/>
                <a:gd name="T17" fmla="*/ 32 h 59"/>
                <a:gd name="T18" fmla="*/ 13 w 16"/>
                <a:gd name="T19" fmla="*/ 15 h 59"/>
                <a:gd name="T20" fmla="*/ 13 w 16"/>
                <a:gd name="T21" fmla="*/ 13 h 59"/>
                <a:gd name="T22" fmla="*/ 14 w 16"/>
                <a:gd name="T23" fmla="*/ 4 h 59"/>
                <a:gd name="T24" fmla="*/ 11 w 16"/>
                <a:gd name="T25" fmla="*/ 1 h 59"/>
                <a:gd name="T26" fmla="*/ 5 w 16"/>
                <a:gd name="T27" fmla="*/ 0 h 59"/>
                <a:gd name="T28" fmla="*/ 1 w 16"/>
                <a:gd name="T29" fmla="*/ 4 h 59"/>
                <a:gd name="T30" fmla="*/ 0 w 16"/>
                <a:gd name="T31" fmla="*/ 10 h 59"/>
                <a:gd name="T32" fmla="*/ 0 w 16"/>
                <a:gd name="T33" fmla="*/ 2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59">
                  <a:moveTo>
                    <a:pt x="0" y="21"/>
                  </a:moveTo>
                  <a:cubicBezTo>
                    <a:pt x="0" y="23"/>
                    <a:pt x="0" y="25"/>
                    <a:pt x="0" y="27"/>
                  </a:cubicBezTo>
                  <a:cubicBezTo>
                    <a:pt x="0" y="36"/>
                    <a:pt x="0" y="43"/>
                    <a:pt x="1" y="49"/>
                  </a:cubicBezTo>
                  <a:cubicBezTo>
                    <a:pt x="2" y="56"/>
                    <a:pt x="5" y="59"/>
                    <a:pt x="10" y="58"/>
                  </a:cubicBezTo>
                  <a:cubicBezTo>
                    <a:pt x="11" y="58"/>
                    <a:pt x="13" y="57"/>
                    <a:pt x="14" y="56"/>
                  </a:cubicBezTo>
                  <a:cubicBezTo>
                    <a:pt x="16" y="54"/>
                    <a:pt x="16" y="53"/>
                    <a:pt x="16" y="52"/>
                  </a:cubicBezTo>
                  <a:cubicBezTo>
                    <a:pt x="16" y="52"/>
                    <a:pt x="16" y="51"/>
                    <a:pt x="16" y="50"/>
                  </a:cubicBezTo>
                  <a:cubicBezTo>
                    <a:pt x="14" y="47"/>
                    <a:pt x="14" y="44"/>
                    <a:pt x="13" y="42"/>
                  </a:cubicBezTo>
                  <a:cubicBezTo>
                    <a:pt x="13" y="39"/>
                    <a:pt x="12" y="36"/>
                    <a:pt x="12" y="32"/>
                  </a:cubicBezTo>
                  <a:cubicBezTo>
                    <a:pt x="12" y="27"/>
                    <a:pt x="12" y="22"/>
                    <a:pt x="13" y="15"/>
                  </a:cubicBezTo>
                  <a:cubicBezTo>
                    <a:pt x="13" y="13"/>
                    <a:pt x="13" y="13"/>
                    <a:pt x="13" y="13"/>
                  </a:cubicBezTo>
                  <a:cubicBezTo>
                    <a:pt x="14" y="9"/>
                    <a:pt x="14" y="6"/>
                    <a:pt x="14" y="4"/>
                  </a:cubicBezTo>
                  <a:cubicBezTo>
                    <a:pt x="14" y="3"/>
                    <a:pt x="13" y="2"/>
                    <a:pt x="11" y="1"/>
                  </a:cubicBezTo>
                  <a:cubicBezTo>
                    <a:pt x="10" y="0"/>
                    <a:pt x="8" y="0"/>
                    <a:pt x="5" y="0"/>
                  </a:cubicBezTo>
                  <a:cubicBezTo>
                    <a:pt x="3" y="1"/>
                    <a:pt x="2" y="2"/>
                    <a:pt x="1" y="4"/>
                  </a:cubicBezTo>
                  <a:cubicBezTo>
                    <a:pt x="0" y="5"/>
                    <a:pt x="0" y="8"/>
                    <a:pt x="0" y="10"/>
                  </a:cubicBezTo>
                  <a:cubicBezTo>
                    <a:pt x="1" y="11"/>
                    <a:pt x="1" y="15"/>
                    <a:pt x="0"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 name="Freeform 362"/>
            <p:cNvSpPr>
              <a:spLocks/>
            </p:cNvSpPr>
            <p:nvPr/>
          </p:nvSpPr>
          <p:spPr bwMode="auto">
            <a:xfrm>
              <a:off x="7780338" y="2593975"/>
              <a:ext cx="69850" cy="104775"/>
            </a:xfrm>
            <a:custGeom>
              <a:avLst/>
              <a:gdLst>
                <a:gd name="T0" fmla="*/ 29 w 53"/>
                <a:gd name="T1" fmla="*/ 2 h 80"/>
                <a:gd name="T2" fmla="*/ 24 w 53"/>
                <a:gd name="T3" fmla="*/ 1 h 80"/>
                <a:gd name="T4" fmla="*/ 18 w 53"/>
                <a:gd name="T5" fmla="*/ 8 h 80"/>
                <a:gd name="T6" fmla="*/ 16 w 53"/>
                <a:gd name="T7" fmla="*/ 25 h 80"/>
                <a:gd name="T8" fmla="*/ 5 w 53"/>
                <a:gd name="T9" fmla="*/ 28 h 80"/>
                <a:gd name="T10" fmla="*/ 1 w 53"/>
                <a:gd name="T11" fmla="*/ 33 h 80"/>
                <a:gd name="T12" fmla="*/ 4 w 53"/>
                <a:gd name="T13" fmla="*/ 37 h 80"/>
                <a:gd name="T14" fmla="*/ 9 w 53"/>
                <a:gd name="T15" fmla="*/ 38 h 80"/>
                <a:gd name="T16" fmla="*/ 10 w 53"/>
                <a:gd name="T17" fmla="*/ 38 h 80"/>
                <a:gd name="T18" fmla="*/ 15 w 53"/>
                <a:gd name="T19" fmla="*/ 37 h 80"/>
                <a:gd name="T20" fmla="*/ 14 w 53"/>
                <a:gd name="T21" fmla="*/ 66 h 80"/>
                <a:gd name="T22" fmla="*/ 19 w 53"/>
                <a:gd name="T23" fmla="*/ 77 h 80"/>
                <a:gd name="T24" fmla="*/ 31 w 53"/>
                <a:gd name="T25" fmla="*/ 80 h 80"/>
                <a:gd name="T26" fmla="*/ 45 w 53"/>
                <a:gd name="T27" fmla="*/ 71 h 80"/>
                <a:gd name="T28" fmla="*/ 51 w 53"/>
                <a:gd name="T29" fmla="*/ 60 h 80"/>
                <a:gd name="T30" fmla="*/ 50 w 53"/>
                <a:gd name="T31" fmla="*/ 58 h 80"/>
                <a:gd name="T32" fmla="*/ 47 w 53"/>
                <a:gd name="T33" fmla="*/ 57 h 80"/>
                <a:gd name="T34" fmla="*/ 43 w 53"/>
                <a:gd name="T35" fmla="*/ 60 h 80"/>
                <a:gd name="T36" fmla="*/ 37 w 53"/>
                <a:gd name="T37" fmla="*/ 66 h 80"/>
                <a:gd name="T38" fmla="*/ 31 w 53"/>
                <a:gd name="T39" fmla="*/ 68 h 80"/>
                <a:gd name="T40" fmla="*/ 28 w 53"/>
                <a:gd name="T41" fmla="*/ 67 h 80"/>
                <a:gd name="T42" fmla="*/ 26 w 53"/>
                <a:gd name="T43" fmla="*/ 61 h 80"/>
                <a:gd name="T44" fmla="*/ 26 w 53"/>
                <a:gd name="T45" fmla="*/ 46 h 80"/>
                <a:gd name="T46" fmla="*/ 28 w 53"/>
                <a:gd name="T47" fmla="*/ 34 h 80"/>
                <a:gd name="T48" fmla="*/ 45 w 53"/>
                <a:gd name="T49" fmla="*/ 28 h 80"/>
                <a:gd name="T50" fmla="*/ 52 w 53"/>
                <a:gd name="T51" fmla="*/ 21 h 80"/>
                <a:gd name="T52" fmla="*/ 51 w 53"/>
                <a:gd name="T53" fmla="*/ 18 h 80"/>
                <a:gd name="T54" fmla="*/ 47 w 53"/>
                <a:gd name="T55" fmla="*/ 18 h 80"/>
                <a:gd name="T56" fmla="*/ 29 w 53"/>
                <a:gd name="T57" fmla="*/ 22 h 80"/>
                <a:gd name="T58" fmla="*/ 31 w 53"/>
                <a:gd name="T59" fmla="*/ 5 h 80"/>
                <a:gd name="T60" fmla="*/ 29 w 53"/>
                <a:gd name="T61" fmla="*/ 2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3" h="80">
                  <a:moveTo>
                    <a:pt x="29" y="2"/>
                  </a:moveTo>
                  <a:cubicBezTo>
                    <a:pt x="27" y="1"/>
                    <a:pt x="26" y="0"/>
                    <a:pt x="24" y="1"/>
                  </a:cubicBezTo>
                  <a:cubicBezTo>
                    <a:pt x="20" y="1"/>
                    <a:pt x="19" y="4"/>
                    <a:pt x="18" y="8"/>
                  </a:cubicBezTo>
                  <a:cubicBezTo>
                    <a:pt x="18" y="15"/>
                    <a:pt x="17" y="21"/>
                    <a:pt x="16" y="25"/>
                  </a:cubicBezTo>
                  <a:cubicBezTo>
                    <a:pt x="5" y="28"/>
                    <a:pt x="5" y="28"/>
                    <a:pt x="5" y="28"/>
                  </a:cubicBezTo>
                  <a:cubicBezTo>
                    <a:pt x="2" y="28"/>
                    <a:pt x="0" y="30"/>
                    <a:pt x="1" y="33"/>
                  </a:cubicBezTo>
                  <a:cubicBezTo>
                    <a:pt x="1" y="35"/>
                    <a:pt x="2" y="37"/>
                    <a:pt x="4" y="37"/>
                  </a:cubicBezTo>
                  <a:cubicBezTo>
                    <a:pt x="6" y="38"/>
                    <a:pt x="8" y="38"/>
                    <a:pt x="9" y="38"/>
                  </a:cubicBezTo>
                  <a:cubicBezTo>
                    <a:pt x="10" y="38"/>
                    <a:pt x="10" y="38"/>
                    <a:pt x="10" y="38"/>
                  </a:cubicBezTo>
                  <a:cubicBezTo>
                    <a:pt x="11" y="38"/>
                    <a:pt x="13" y="38"/>
                    <a:pt x="15" y="37"/>
                  </a:cubicBezTo>
                  <a:cubicBezTo>
                    <a:pt x="14" y="52"/>
                    <a:pt x="13" y="61"/>
                    <a:pt x="14" y="66"/>
                  </a:cubicBezTo>
                  <a:cubicBezTo>
                    <a:pt x="15" y="71"/>
                    <a:pt x="17" y="75"/>
                    <a:pt x="19" y="77"/>
                  </a:cubicBezTo>
                  <a:cubicBezTo>
                    <a:pt x="22" y="80"/>
                    <a:pt x="26" y="80"/>
                    <a:pt x="31" y="80"/>
                  </a:cubicBezTo>
                  <a:cubicBezTo>
                    <a:pt x="36" y="79"/>
                    <a:pt x="41" y="76"/>
                    <a:pt x="45" y="71"/>
                  </a:cubicBezTo>
                  <a:cubicBezTo>
                    <a:pt x="50" y="67"/>
                    <a:pt x="52" y="63"/>
                    <a:pt x="51" y="60"/>
                  </a:cubicBezTo>
                  <a:cubicBezTo>
                    <a:pt x="51" y="59"/>
                    <a:pt x="51" y="58"/>
                    <a:pt x="50" y="58"/>
                  </a:cubicBezTo>
                  <a:cubicBezTo>
                    <a:pt x="49" y="57"/>
                    <a:pt x="48" y="57"/>
                    <a:pt x="47" y="57"/>
                  </a:cubicBezTo>
                  <a:cubicBezTo>
                    <a:pt x="46" y="58"/>
                    <a:pt x="45" y="59"/>
                    <a:pt x="43" y="60"/>
                  </a:cubicBezTo>
                  <a:cubicBezTo>
                    <a:pt x="41" y="63"/>
                    <a:pt x="38" y="65"/>
                    <a:pt x="37" y="66"/>
                  </a:cubicBezTo>
                  <a:cubicBezTo>
                    <a:pt x="35" y="67"/>
                    <a:pt x="33" y="68"/>
                    <a:pt x="31" y="68"/>
                  </a:cubicBezTo>
                  <a:cubicBezTo>
                    <a:pt x="30" y="68"/>
                    <a:pt x="29" y="68"/>
                    <a:pt x="28" y="67"/>
                  </a:cubicBezTo>
                  <a:cubicBezTo>
                    <a:pt x="27" y="66"/>
                    <a:pt x="27" y="64"/>
                    <a:pt x="26" y="61"/>
                  </a:cubicBezTo>
                  <a:cubicBezTo>
                    <a:pt x="26" y="59"/>
                    <a:pt x="26" y="54"/>
                    <a:pt x="26" y="46"/>
                  </a:cubicBezTo>
                  <a:cubicBezTo>
                    <a:pt x="27" y="38"/>
                    <a:pt x="27" y="34"/>
                    <a:pt x="28" y="34"/>
                  </a:cubicBezTo>
                  <a:cubicBezTo>
                    <a:pt x="45" y="28"/>
                    <a:pt x="45" y="28"/>
                    <a:pt x="45" y="28"/>
                  </a:cubicBezTo>
                  <a:cubicBezTo>
                    <a:pt x="50" y="27"/>
                    <a:pt x="53" y="24"/>
                    <a:pt x="52" y="21"/>
                  </a:cubicBezTo>
                  <a:cubicBezTo>
                    <a:pt x="52" y="20"/>
                    <a:pt x="52" y="19"/>
                    <a:pt x="51" y="18"/>
                  </a:cubicBezTo>
                  <a:cubicBezTo>
                    <a:pt x="50" y="18"/>
                    <a:pt x="49" y="18"/>
                    <a:pt x="47" y="18"/>
                  </a:cubicBezTo>
                  <a:cubicBezTo>
                    <a:pt x="46" y="18"/>
                    <a:pt x="40" y="20"/>
                    <a:pt x="29" y="22"/>
                  </a:cubicBezTo>
                  <a:cubicBezTo>
                    <a:pt x="30" y="12"/>
                    <a:pt x="31" y="6"/>
                    <a:pt x="31" y="5"/>
                  </a:cubicBezTo>
                  <a:cubicBezTo>
                    <a:pt x="31" y="4"/>
                    <a:pt x="30" y="3"/>
                    <a:pt x="2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 name="Freeform 363"/>
            <p:cNvSpPr>
              <a:spLocks/>
            </p:cNvSpPr>
            <p:nvPr/>
          </p:nvSpPr>
          <p:spPr bwMode="auto">
            <a:xfrm>
              <a:off x="7858126" y="2665413"/>
              <a:ext cx="22225" cy="20638"/>
            </a:xfrm>
            <a:custGeom>
              <a:avLst/>
              <a:gdLst>
                <a:gd name="T0" fmla="*/ 3 w 16"/>
                <a:gd name="T1" fmla="*/ 16 h 16"/>
                <a:gd name="T2" fmla="*/ 8 w 16"/>
                <a:gd name="T3" fmla="*/ 16 h 16"/>
                <a:gd name="T4" fmla="*/ 12 w 16"/>
                <a:gd name="T5" fmla="*/ 13 h 16"/>
                <a:gd name="T6" fmla="*/ 16 w 16"/>
                <a:gd name="T7" fmla="*/ 8 h 16"/>
                <a:gd name="T8" fmla="*/ 16 w 16"/>
                <a:gd name="T9" fmla="*/ 4 h 16"/>
                <a:gd name="T10" fmla="*/ 14 w 16"/>
                <a:gd name="T11" fmla="*/ 1 h 16"/>
                <a:gd name="T12" fmla="*/ 9 w 16"/>
                <a:gd name="T13" fmla="*/ 0 h 16"/>
                <a:gd name="T14" fmla="*/ 2 w 16"/>
                <a:gd name="T15" fmla="*/ 2 h 16"/>
                <a:gd name="T16" fmla="*/ 0 w 16"/>
                <a:gd name="T17" fmla="*/ 5 h 16"/>
                <a:gd name="T18" fmla="*/ 1 w 16"/>
                <a:gd name="T19" fmla="*/ 9 h 16"/>
                <a:gd name="T20" fmla="*/ 3 w 16"/>
                <a:gd name="T21"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6">
                  <a:moveTo>
                    <a:pt x="3" y="16"/>
                  </a:moveTo>
                  <a:cubicBezTo>
                    <a:pt x="4" y="16"/>
                    <a:pt x="6" y="16"/>
                    <a:pt x="8" y="16"/>
                  </a:cubicBezTo>
                  <a:cubicBezTo>
                    <a:pt x="9" y="16"/>
                    <a:pt x="11" y="15"/>
                    <a:pt x="12" y="13"/>
                  </a:cubicBezTo>
                  <a:cubicBezTo>
                    <a:pt x="14" y="11"/>
                    <a:pt x="15" y="10"/>
                    <a:pt x="16" y="8"/>
                  </a:cubicBezTo>
                  <a:cubicBezTo>
                    <a:pt x="16" y="7"/>
                    <a:pt x="16" y="6"/>
                    <a:pt x="16" y="4"/>
                  </a:cubicBezTo>
                  <a:cubicBezTo>
                    <a:pt x="16" y="3"/>
                    <a:pt x="15" y="2"/>
                    <a:pt x="14" y="1"/>
                  </a:cubicBezTo>
                  <a:cubicBezTo>
                    <a:pt x="13" y="0"/>
                    <a:pt x="11" y="0"/>
                    <a:pt x="9" y="0"/>
                  </a:cubicBezTo>
                  <a:cubicBezTo>
                    <a:pt x="6" y="1"/>
                    <a:pt x="4" y="1"/>
                    <a:pt x="2" y="2"/>
                  </a:cubicBezTo>
                  <a:cubicBezTo>
                    <a:pt x="1" y="3"/>
                    <a:pt x="0" y="4"/>
                    <a:pt x="0" y="5"/>
                  </a:cubicBezTo>
                  <a:cubicBezTo>
                    <a:pt x="0" y="6"/>
                    <a:pt x="0" y="7"/>
                    <a:pt x="1" y="9"/>
                  </a:cubicBezTo>
                  <a:cubicBezTo>
                    <a:pt x="1" y="13"/>
                    <a:pt x="2" y="15"/>
                    <a:pt x="3"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 name="Freeform 364"/>
            <p:cNvSpPr>
              <a:spLocks/>
            </p:cNvSpPr>
            <p:nvPr/>
          </p:nvSpPr>
          <p:spPr bwMode="auto">
            <a:xfrm>
              <a:off x="7894638" y="2659063"/>
              <a:ext cx="20638" cy="22225"/>
            </a:xfrm>
            <a:custGeom>
              <a:avLst/>
              <a:gdLst>
                <a:gd name="T0" fmla="*/ 3 w 16"/>
                <a:gd name="T1" fmla="*/ 15 h 16"/>
                <a:gd name="T2" fmla="*/ 8 w 16"/>
                <a:gd name="T3" fmla="*/ 16 h 16"/>
                <a:gd name="T4" fmla="*/ 12 w 16"/>
                <a:gd name="T5" fmla="*/ 13 h 16"/>
                <a:gd name="T6" fmla="*/ 16 w 16"/>
                <a:gd name="T7" fmla="*/ 8 h 16"/>
                <a:gd name="T8" fmla="*/ 16 w 16"/>
                <a:gd name="T9" fmla="*/ 4 h 16"/>
                <a:gd name="T10" fmla="*/ 14 w 16"/>
                <a:gd name="T11" fmla="*/ 1 h 16"/>
                <a:gd name="T12" fmla="*/ 8 w 16"/>
                <a:gd name="T13" fmla="*/ 0 h 16"/>
                <a:gd name="T14" fmla="*/ 2 w 16"/>
                <a:gd name="T15" fmla="*/ 2 h 16"/>
                <a:gd name="T16" fmla="*/ 0 w 16"/>
                <a:gd name="T17" fmla="*/ 5 h 16"/>
                <a:gd name="T18" fmla="*/ 0 w 16"/>
                <a:gd name="T19" fmla="*/ 9 h 16"/>
                <a:gd name="T20" fmla="*/ 3 w 16"/>
                <a:gd name="T21"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6">
                  <a:moveTo>
                    <a:pt x="3" y="15"/>
                  </a:moveTo>
                  <a:cubicBezTo>
                    <a:pt x="4" y="16"/>
                    <a:pt x="6" y="16"/>
                    <a:pt x="8" y="16"/>
                  </a:cubicBezTo>
                  <a:cubicBezTo>
                    <a:pt x="9" y="16"/>
                    <a:pt x="10" y="15"/>
                    <a:pt x="12" y="13"/>
                  </a:cubicBezTo>
                  <a:cubicBezTo>
                    <a:pt x="14" y="11"/>
                    <a:pt x="15" y="9"/>
                    <a:pt x="16" y="8"/>
                  </a:cubicBezTo>
                  <a:cubicBezTo>
                    <a:pt x="16" y="7"/>
                    <a:pt x="16" y="6"/>
                    <a:pt x="16" y="4"/>
                  </a:cubicBezTo>
                  <a:cubicBezTo>
                    <a:pt x="16" y="2"/>
                    <a:pt x="15" y="1"/>
                    <a:pt x="14" y="1"/>
                  </a:cubicBezTo>
                  <a:cubicBezTo>
                    <a:pt x="12" y="0"/>
                    <a:pt x="11" y="0"/>
                    <a:pt x="8" y="0"/>
                  </a:cubicBezTo>
                  <a:cubicBezTo>
                    <a:pt x="6" y="0"/>
                    <a:pt x="3" y="1"/>
                    <a:pt x="2" y="2"/>
                  </a:cubicBezTo>
                  <a:cubicBezTo>
                    <a:pt x="1" y="3"/>
                    <a:pt x="0" y="4"/>
                    <a:pt x="0" y="5"/>
                  </a:cubicBezTo>
                  <a:cubicBezTo>
                    <a:pt x="0" y="6"/>
                    <a:pt x="0" y="7"/>
                    <a:pt x="0" y="9"/>
                  </a:cubicBezTo>
                  <a:cubicBezTo>
                    <a:pt x="1" y="13"/>
                    <a:pt x="2" y="15"/>
                    <a:pt x="3"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 name="Freeform 365"/>
            <p:cNvSpPr>
              <a:spLocks/>
            </p:cNvSpPr>
            <p:nvPr/>
          </p:nvSpPr>
          <p:spPr bwMode="auto">
            <a:xfrm>
              <a:off x="7929563" y="2652713"/>
              <a:ext cx="20638" cy="22225"/>
            </a:xfrm>
            <a:custGeom>
              <a:avLst/>
              <a:gdLst>
                <a:gd name="T0" fmla="*/ 2 w 16"/>
                <a:gd name="T1" fmla="*/ 16 h 17"/>
                <a:gd name="T2" fmla="*/ 7 w 16"/>
                <a:gd name="T3" fmla="*/ 17 h 17"/>
                <a:gd name="T4" fmla="*/ 12 w 16"/>
                <a:gd name="T5" fmla="*/ 14 h 17"/>
                <a:gd name="T6" fmla="*/ 15 w 16"/>
                <a:gd name="T7" fmla="*/ 9 h 17"/>
                <a:gd name="T8" fmla="*/ 15 w 16"/>
                <a:gd name="T9" fmla="*/ 5 h 17"/>
                <a:gd name="T10" fmla="*/ 13 w 16"/>
                <a:gd name="T11" fmla="*/ 2 h 17"/>
                <a:gd name="T12" fmla="*/ 8 w 16"/>
                <a:gd name="T13" fmla="*/ 1 h 17"/>
                <a:gd name="T14" fmla="*/ 2 w 16"/>
                <a:gd name="T15" fmla="*/ 3 h 17"/>
                <a:gd name="T16" fmla="*/ 0 w 16"/>
                <a:gd name="T17" fmla="*/ 6 h 17"/>
                <a:gd name="T18" fmla="*/ 0 w 16"/>
                <a:gd name="T19" fmla="*/ 10 h 17"/>
                <a:gd name="T20" fmla="*/ 2 w 16"/>
                <a:gd name="T21"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7">
                  <a:moveTo>
                    <a:pt x="2" y="16"/>
                  </a:moveTo>
                  <a:cubicBezTo>
                    <a:pt x="4" y="17"/>
                    <a:pt x="5" y="17"/>
                    <a:pt x="7" y="17"/>
                  </a:cubicBezTo>
                  <a:cubicBezTo>
                    <a:pt x="9" y="17"/>
                    <a:pt x="10" y="16"/>
                    <a:pt x="12" y="14"/>
                  </a:cubicBezTo>
                  <a:cubicBezTo>
                    <a:pt x="14" y="12"/>
                    <a:pt x="15" y="10"/>
                    <a:pt x="15" y="9"/>
                  </a:cubicBezTo>
                  <a:cubicBezTo>
                    <a:pt x="16" y="8"/>
                    <a:pt x="16" y="6"/>
                    <a:pt x="15" y="5"/>
                  </a:cubicBezTo>
                  <a:cubicBezTo>
                    <a:pt x="15" y="3"/>
                    <a:pt x="15" y="2"/>
                    <a:pt x="13" y="2"/>
                  </a:cubicBezTo>
                  <a:cubicBezTo>
                    <a:pt x="12" y="1"/>
                    <a:pt x="10" y="0"/>
                    <a:pt x="8" y="1"/>
                  </a:cubicBezTo>
                  <a:cubicBezTo>
                    <a:pt x="5" y="1"/>
                    <a:pt x="3" y="2"/>
                    <a:pt x="2" y="3"/>
                  </a:cubicBezTo>
                  <a:cubicBezTo>
                    <a:pt x="0" y="4"/>
                    <a:pt x="0" y="4"/>
                    <a:pt x="0" y="6"/>
                  </a:cubicBezTo>
                  <a:cubicBezTo>
                    <a:pt x="0" y="7"/>
                    <a:pt x="0" y="8"/>
                    <a:pt x="0" y="10"/>
                  </a:cubicBezTo>
                  <a:cubicBezTo>
                    <a:pt x="1" y="14"/>
                    <a:pt x="1" y="16"/>
                    <a:pt x="2"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 name="Rectangle 366"/>
            <p:cNvSpPr>
              <a:spLocks noChangeArrowheads="1"/>
            </p:cNvSpPr>
            <p:nvPr/>
          </p:nvSpPr>
          <p:spPr bwMode="auto">
            <a:xfrm>
              <a:off x="7851776" y="3436938"/>
              <a:ext cx="168275"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 name="Rectangle 367"/>
            <p:cNvSpPr>
              <a:spLocks noChangeArrowheads="1"/>
            </p:cNvSpPr>
            <p:nvPr/>
          </p:nvSpPr>
          <p:spPr bwMode="auto">
            <a:xfrm>
              <a:off x="7815263" y="3530600"/>
              <a:ext cx="168275"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 name="Rectangle 368"/>
            <p:cNvSpPr>
              <a:spLocks noChangeArrowheads="1"/>
            </p:cNvSpPr>
            <p:nvPr/>
          </p:nvSpPr>
          <p:spPr bwMode="auto">
            <a:xfrm>
              <a:off x="7716838" y="3484563"/>
              <a:ext cx="234950"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 name="Rectangle 369"/>
            <p:cNvSpPr>
              <a:spLocks noChangeArrowheads="1"/>
            </p:cNvSpPr>
            <p:nvPr/>
          </p:nvSpPr>
          <p:spPr bwMode="auto">
            <a:xfrm>
              <a:off x="6904038" y="3578225"/>
              <a:ext cx="168275"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 name="Rectangle 370"/>
            <p:cNvSpPr>
              <a:spLocks noChangeArrowheads="1"/>
            </p:cNvSpPr>
            <p:nvPr/>
          </p:nvSpPr>
          <p:spPr bwMode="auto">
            <a:xfrm>
              <a:off x="6940551" y="3671888"/>
              <a:ext cx="168275"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 name="Rectangle 371"/>
            <p:cNvSpPr>
              <a:spLocks noChangeArrowheads="1"/>
            </p:cNvSpPr>
            <p:nvPr/>
          </p:nvSpPr>
          <p:spPr bwMode="auto">
            <a:xfrm>
              <a:off x="6972301" y="3625850"/>
              <a:ext cx="236538"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 name="Freeform 372"/>
            <p:cNvSpPr>
              <a:spLocks/>
            </p:cNvSpPr>
            <p:nvPr/>
          </p:nvSpPr>
          <p:spPr bwMode="auto">
            <a:xfrm>
              <a:off x="6527801" y="3355975"/>
              <a:ext cx="49213" cy="39688"/>
            </a:xfrm>
            <a:custGeom>
              <a:avLst/>
              <a:gdLst>
                <a:gd name="T0" fmla="*/ 11 w 38"/>
                <a:gd name="T1" fmla="*/ 7 h 31"/>
                <a:gd name="T2" fmla="*/ 0 w 38"/>
                <a:gd name="T3" fmla="*/ 26 h 31"/>
                <a:gd name="T4" fmla="*/ 3 w 38"/>
                <a:gd name="T5" fmla="*/ 31 h 31"/>
                <a:gd name="T6" fmla="*/ 4 w 38"/>
                <a:gd name="T7" fmla="*/ 31 h 31"/>
                <a:gd name="T8" fmla="*/ 8 w 38"/>
                <a:gd name="T9" fmla="*/ 27 h 31"/>
                <a:gd name="T10" fmla="*/ 16 w 38"/>
                <a:gd name="T11" fmla="*/ 13 h 31"/>
                <a:gd name="T12" fmla="*/ 33 w 38"/>
                <a:gd name="T13" fmla="*/ 10 h 31"/>
                <a:gd name="T14" fmla="*/ 37 w 38"/>
                <a:gd name="T15" fmla="*/ 6 h 31"/>
                <a:gd name="T16" fmla="*/ 34 w 38"/>
                <a:gd name="T17" fmla="*/ 2 h 31"/>
                <a:gd name="T18" fmla="*/ 11 w 38"/>
                <a:gd name="T19" fmla="*/ 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31">
                  <a:moveTo>
                    <a:pt x="11" y="7"/>
                  </a:moveTo>
                  <a:cubicBezTo>
                    <a:pt x="1" y="14"/>
                    <a:pt x="0" y="26"/>
                    <a:pt x="0" y="26"/>
                  </a:cubicBezTo>
                  <a:cubicBezTo>
                    <a:pt x="0" y="28"/>
                    <a:pt x="1" y="30"/>
                    <a:pt x="3" y="31"/>
                  </a:cubicBezTo>
                  <a:cubicBezTo>
                    <a:pt x="4" y="31"/>
                    <a:pt x="4" y="31"/>
                    <a:pt x="4" y="31"/>
                  </a:cubicBezTo>
                  <a:cubicBezTo>
                    <a:pt x="6" y="31"/>
                    <a:pt x="8" y="29"/>
                    <a:pt x="8" y="27"/>
                  </a:cubicBezTo>
                  <a:cubicBezTo>
                    <a:pt x="8" y="27"/>
                    <a:pt x="9" y="18"/>
                    <a:pt x="16" y="13"/>
                  </a:cubicBezTo>
                  <a:cubicBezTo>
                    <a:pt x="20" y="10"/>
                    <a:pt x="26" y="9"/>
                    <a:pt x="33" y="10"/>
                  </a:cubicBezTo>
                  <a:cubicBezTo>
                    <a:pt x="35" y="10"/>
                    <a:pt x="37" y="9"/>
                    <a:pt x="37" y="6"/>
                  </a:cubicBezTo>
                  <a:cubicBezTo>
                    <a:pt x="38" y="4"/>
                    <a:pt x="36" y="2"/>
                    <a:pt x="34" y="2"/>
                  </a:cubicBezTo>
                  <a:cubicBezTo>
                    <a:pt x="24" y="0"/>
                    <a:pt x="17" y="2"/>
                    <a:pt x="1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 name="Freeform 373"/>
            <p:cNvSpPr>
              <a:spLocks/>
            </p:cNvSpPr>
            <p:nvPr/>
          </p:nvSpPr>
          <p:spPr bwMode="auto">
            <a:xfrm>
              <a:off x="6505576" y="3330575"/>
              <a:ext cx="71438" cy="53975"/>
            </a:xfrm>
            <a:custGeom>
              <a:avLst/>
              <a:gdLst>
                <a:gd name="T0" fmla="*/ 52 w 55"/>
                <a:gd name="T1" fmla="*/ 3 h 41"/>
                <a:gd name="T2" fmla="*/ 17 w 55"/>
                <a:gd name="T3" fmla="*/ 9 h 41"/>
                <a:gd name="T4" fmla="*/ 0 w 55"/>
                <a:gd name="T5" fmla="*/ 36 h 41"/>
                <a:gd name="T6" fmla="*/ 3 w 55"/>
                <a:gd name="T7" fmla="*/ 41 h 41"/>
                <a:gd name="T8" fmla="*/ 4 w 55"/>
                <a:gd name="T9" fmla="*/ 41 h 41"/>
                <a:gd name="T10" fmla="*/ 8 w 55"/>
                <a:gd name="T11" fmla="*/ 37 h 41"/>
                <a:gd name="T12" fmla="*/ 22 w 55"/>
                <a:gd name="T13" fmla="*/ 15 h 41"/>
                <a:gd name="T14" fmla="*/ 50 w 55"/>
                <a:gd name="T15" fmla="*/ 11 h 41"/>
                <a:gd name="T16" fmla="*/ 55 w 55"/>
                <a:gd name="T17" fmla="*/ 8 h 41"/>
                <a:gd name="T18" fmla="*/ 52 w 55"/>
                <a:gd name="T19" fmla="*/ 3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 h="41">
                  <a:moveTo>
                    <a:pt x="52" y="3"/>
                  </a:moveTo>
                  <a:cubicBezTo>
                    <a:pt x="38" y="0"/>
                    <a:pt x="26" y="2"/>
                    <a:pt x="17" y="9"/>
                  </a:cubicBezTo>
                  <a:cubicBezTo>
                    <a:pt x="3" y="19"/>
                    <a:pt x="0" y="35"/>
                    <a:pt x="0" y="36"/>
                  </a:cubicBezTo>
                  <a:cubicBezTo>
                    <a:pt x="0" y="38"/>
                    <a:pt x="1" y="40"/>
                    <a:pt x="3" y="41"/>
                  </a:cubicBezTo>
                  <a:cubicBezTo>
                    <a:pt x="3" y="41"/>
                    <a:pt x="4" y="41"/>
                    <a:pt x="4" y="41"/>
                  </a:cubicBezTo>
                  <a:cubicBezTo>
                    <a:pt x="6" y="41"/>
                    <a:pt x="7" y="39"/>
                    <a:pt x="8" y="37"/>
                  </a:cubicBezTo>
                  <a:cubicBezTo>
                    <a:pt x="8" y="37"/>
                    <a:pt x="10" y="23"/>
                    <a:pt x="22" y="15"/>
                  </a:cubicBezTo>
                  <a:cubicBezTo>
                    <a:pt x="29" y="10"/>
                    <a:pt x="39" y="9"/>
                    <a:pt x="50" y="11"/>
                  </a:cubicBezTo>
                  <a:cubicBezTo>
                    <a:pt x="52" y="11"/>
                    <a:pt x="54" y="10"/>
                    <a:pt x="55" y="8"/>
                  </a:cubicBezTo>
                  <a:cubicBezTo>
                    <a:pt x="55" y="6"/>
                    <a:pt x="54" y="3"/>
                    <a:pt x="5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 name="Freeform 374"/>
            <p:cNvSpPr>
              <a:spLocks/>
            </p:cNvSpPr>
            <p:nvPr/>
          </p:nvSpPr>
          <p:spPr bwMode="auto">
            <a:xfrm>
              <a:off x="6942138" y="3860800"/>
              <a:ext cx="22225" cy="58738"/>
            </a:xfrm>
            <a:custGeom>
              <a:avLst/>
              <a:gdLst>
                <a:gd name="T0" fmla="*/ 2 w 17"/>
                <a:gd name="T1" fmla="*/ 44 h 45"/>
                <a:gd name="T2" fmla="*/ 5 w 17"/>
                <a:gd name="T3" fmla="*/ 45 h 45"/>
                <a:gd name="T4" fmla="*/ 8 w 17"/>
                <a:gd name="T5" fmla="*/ 43 h 45"/>
                <a:gd name="T6" fmla="*/ 17 w 17"/>
                <a:gd name="T7" fmla="*/ 21 h 45"/>
                <a:gd name="T8" fmla="*/ 7 w 17"/>
                <a:gd name="T9" fmla="*/ 2 h 45"/>
                <a:gd name="T10" fmla="*/ 1 w 17"/>
                <a:gd name="T11" fmla="*/ 2 h 45"/>
                <a:gd name="T12" fmla="*/ 2 w 17"/>
                <a:gd name="T13" fmla="*/ 8 h 45"/>
                <a:gd name="T14" fmla="*/ 9 w 17"/>
                <a:gd name="T15" fmla="*/ 22 h 45"/>
                <a:gd name="T16" fmla="*/ 2 w 17"/>
                <a:gd name="T17" fmla="*/ 38 h 45"/>
                <a:gd name="T18" fmla="*/ 2 w 17"/>
                <a:gd name="T19" fmla="*/ 44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45">
                  <a:moveTo>
                    <a:pt x="2" y="44"/>
                  </a:moveTo>
                  <a:cubicBezTo>
                    <a:pt x="3" y="44"/>
                    <a:pt x="4" y="45"/>
                    <a:pt x="5" y="45"/>
                  </a:cubicBezTo>
                  <a:cubicBezTo>
                    <a:pt x="6" y="45"/>
                    <a:pt x="7" y="44"/>
                    <a:pt x="8" y="43"/>
                  </a:cubicBezTo>
                  <a:cubicBezTo>
                    <a:pt x="14" y="36"/>
                    <a:pt x="17" y="29"/>
                    <a:pt x="17" y="21"/>
                  </a:cubicBezTo>
                  <a:cubicBezTo>
                    <a:pt x="16" y="10"/>
                    <a:pt x="7" y="2"/>
                    <a:pt x="7" y="2"/>
                  </a:cubicBezTo>
                  <a:cubicBezTo>
                    <a:pt x="5" y="0"/>
                    <a:pt x="3" y="0"/>
                    <a:pt x="1" y="2"/>
                  </a:cubicBezTo>
                  <a:cubicBezTo>
                    <a:pt x="0" y="4"/>
                    <a:pt x="0" y="6"/>
                    <a:pt x="2" y="8"/>
                  </a:cubicBezTo>
                  <a:cubicBezTo>
                    <a:pt x="2" y="8"/>
                    <a:pt x="9" y="14"/>
                    <a:pt x="9" y="22"/>
                  </a:cubicBezTo>
                  <a:cubicBezTo>
                    <a:pt x="9" y="27"/>
                    <a:pt x="7" y="33"/>
                    <a:pt x="2" y="38"/>
                  </a:cubicBezTo>
                  <a:cubicBezTo>
                    <a:pt x="1" y="40"/>
                    <a:pt x="1" y="42"/>
                    <a:pt x="2"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 name="Freeform 375"/>
            <p:cNvSpPr>
              <a:spLocks/>
            </p:cNvSpPr>
            <p:nvPr/>
          </p:nvSpPr>
          <p:spPr bwMode="auto">
            <a:xfrm>
              <a:off x="6962776" y="3849688"/>
              <a:ext cx="28575" cy="82550"/>
            </a:xfrm>
            <a:custGeom>
              <a:avLst/>
              <a:gdLst>
                <a:gd name="T0" fmla="*/ 5 w 22"/>
                <a:gd name="T1" fmla="*/ 64 h 64"/>
                <a:gd name="T2" fmla="*/ 7 w 22"/>
                <a:gd name="T3" fmla="*/ 63 h 64"/>
                <a:gd name="T4" fmla="*/ 22 w 22"/>
                <a:gd name="T5" fmla="*/ 31 h 64"/>
                <a:gd name="T6" fmla="*/ 9 w 22"/>
                <a:gd name="T7" fmla="*/ 2 h 64"/>
                <a:gd name="T8" fmla="*/ 3 w 22"/>
                <a:gd name="T9" fmla="*/ 2 h 64"/>
                <a:gd name="T10" fmla="*/ 3 w 22"/>
                <a:gd name="T11" fmla="*/ 7 h 64"/>
                <a:gd name="T12" fmla="*/ 14 w 22"/>
                <a:gd name="T13" fmla="*/ 31 h 64"/>
                <a:gd name="T14" fmla="*/ 2 w 22"/>
                <a:gd name="T15" fmla="*/ 57 h 64"/>
                <a:gd name="T16" fmla="*/ 2 w 22"/>
                <a:gd name="T17" fmla="*/ 63 h 64"/>
                <a:gd name="T18" fmla="*/ 5 w 22"/>
                <a:gd name="T19"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64">
                  <a:moveTo>
                    <a:pt x="5" y="64"/>
                  </a:moveTo>
                  <a:cubicBezTo>
                    <a:pt x="6" y="64"/>
                    <a:pt x="7" y="64"/>
                    <a:pt x="7" y="63"/>
                  </a:cubicBezTo>
                  <a:cubicBezTo>
                    <a:pt x="17" y="53"/>
                    <a:pt x="22" y="42"/>
                    <a:pt x="22" y="31"/>
                  </a:cubicBezTo>
                  <a:cubicBezTo>
                    <a:pt x="22" y="14"/>
                    <a:pt x="9" y="2"/>
                    <a:pt x="9" y="2"/>
                  </a:cubicBezTo>
                  <a:cubicBezTo>
                    <a:pt x="7" y="0"/>
                    <a:pt x="5" y="0"/>
                    <a:pt x="3" y="2"/>
                  </a:cubicBezTo>
                  <a:cubicBezTo>
                    <a:pt x="2" y="3"/>
                    <a:pt x="2" y="6"/>
                    <a:pt x="3" y="7"/>
                  </a:cubicBezTo>
                  <a:cubicBezTo>
                    <a:pt x="4" y="8"/>
                    <a:pt x="14" y="17"/>
                    <a:pt x="14" y="31"/>
                  </a:cubicBezTo>
                  <a:cubicBezTo>
                    <a:pt x="14" y="40"/>
                    <a:pt x="10" y="49"/>
                    <a:pt x="2" y="57"/>
                  </a:cubicBezTo>
                  <a:cubicBezTo>
                    <a:pt x="0" y="59"/>
                    <a:pt x="0" y="62"/>
                    <a:pt x="2" y="63"/>
                  </a:cubicBezTo>
                  <a:cubicBezTo>
                    <a:pt x="2" y="64"/>
                    <a:pt x="4" y="64"/>
                    <a:pt x="5" y="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 name="Freeform 376"/>
            <p:cNvSpPr>
              <a:spLocks/>
            </p:cNvSpPr>
            <p:nvPr/>
          </p:nvSpPr>
          <p:spPr bwMode="auto">
            <a:xfrm>
              <a:off x="8143876" y="3165475"/>
              <a:ext cx="50800" cy="39688"/>
            </a:xfrm>
            <a:custGeom>
              <a:avLst/>
              <a:gdLst>
                <a:gd name="T0" fmla="*/ 11 w 38"/>
                <a:gd name="T1" fmla="*/ 7 h 31"/>
                <a:gd name="T2" fmla="*/ 0 w 38"/>
                <a:gd name="T3" fmla="*/ 26 h 31"/>
                <a:gd name="T4" fmla="*/ 4 w 38"/>
                <a:gd name="T5" fmla="*/ 31 h 31"/>
                <a:gd name="T6" fmla="*/ 4 w 38"/>
                <a:gd name="T7" fmla="*/ 31 h 31"/>
                <a:gd name="T8" fmla="*/ 8 w 38"/>
                <a:gd name="T9" fmla="*/ 27 h 31"/>
                <a:gd name="T10" fmla="*/ 16 w 38"/>
                <a:gd name="T11" fmla="*/ 13 h 31"/>
                <a:gd name="T12" fmla="*/ 33 w 38"/>
                <a:gd name="T13" fmla="*/ 10 h 31"/>
                <a:gd name="T14" fmla="*/ 38 w 38"/>
                <a:gd name="T15" fmla="*/ 6 h 31"/>
                <a:gd name="T16" fmla="*/ 34 w 38"/>
                <a:gd name="T17" fmla="*/ 2 h 31"/>
                <a:gd name="T18" fmla="*/ 11 w 38"/>
                <a:gd name="T19" fmla="*/ 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31">
                  <a:moveTo>
                    <a:pt x="11" y="7"/>
                  </a:moveTo>
                  <a:cubicBezTo>
                    <a:pt x="2" y="14"/>
                    <a:pt x="0" y="26"/>
                    <a:pt x="0" y="26"/>
                  </a:cubicBezTo>
                  <a:cubicBezTo>
                    <a:pt x="0" y="28"/>
                    <a:pt x="2" y="30"/>
                    <a:pt x="4" y="31"/>
                  </a:cubicBezTo>
                  <a:cubicBezTo>
                    <a:pt x="4" y="31"/>
                    <a:pt x="4" y="31"/>
                    <a:pt x="4" y="31"/>
                  </a:cubicBezTo>
                  <a:cubicBezTo>
                    <a:pt x="6" y="31"/>
                    <a:pt x="8" y="29"/>
                    <a:pt x="8" y="27"/>
                  </a:cubicBezTo>
                  <a:cubicBezTo>
                    <a:pt x="8" y="27"/>
                    <a:pt x="9" y="18"/>
                    <a:pt x="16" y="13"/>
                  </a:cubicBezTo>
                  <a:cubicBezTo>
                    <a:pt x="20" y="10"/>
                    <a:pt x="26" y="9"/>
                    <a:pt x="33" y="10"/>
                  </a:cubicBezTo>
                  <a:cubicBezTo>
                    <a:pt x="35" y="10"/>
                    <a:pt x="37" y="9"/>
                    <a:pt x="38" y="6"/>
                  </a:cubicBezTo>
                  <a:cubicBezTo>
                    <a:pt x="38" y="4"/>
                    <a:pt x="36" y="2"/>
                    <a:pt x="34" y="2"/>
                  </a:cubicBezTo>
                  <a:cubicBezTo>
                    <a:pt x="25" y="0"/>
                    <a:pt x="17" y="2"/>
                    <a:pt x="1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 name="Freeform 377"/>
            <p:cNvSpPr>
              <a:spLocks/>
            </p:cNvSpPr>
            <p:nvPr/>
          </p:nvSpPr>
          <p:spPr bwMode="auto">
            <a:xfrm>
              <a:off x="8121651" y="3140075"/>
              <a:ext cx="73025" cy="53975"/>
            </a:xfrm>
            <a:custGeom>
              <a:avLst/>
              <a:gdLst>
                <a:gd name="T0" fmla="*/ 52 w 56"/>
                <a:gd name="T1" fmla="*/ 3 h 41"/>
                <a:gd name="T2" fmla="*/ 17 w 56"/>
                <a:gd name="T3" fmla="*/ 9 h 41"/>
                <a:gd name="T4" fmla="*/ 0 w 56"/>
                <a:gd name="T5" fmla="*/ 36 h 41"/>
                <a:gd name="T6" fmla="*/ 4 w 56"/>
                <a:gd name="T7" fmla="*/ 41 h 41"/>
                <a:gd name="T8" fmla="*/ 4 w 56"/>
                <a:gd name="T9" fmla="*/ 41 h 41"/>
                <a:gd name="T10" fmla="*/ 8 w 56"/>
                <a:gd name="T11" fmla="*/ 37 h 41"/>
                <a:gd name="T12" fmla="*/ 22 w 56"/>
                <a:gd name="T13" fmla="*/ 15 h 41"/>
                <a:gd name="T14" fmla="*/ 51 w 56"/>
                <a:gd name="T15" fmla="*/ 11 h 41"/>
                <a:gd name="T16" fmla="*/ 55 w 56"/>
                <a:gd name="T17" fmla="*/ 8 h 41"/>
                <a:gd name="T18" fmla="*/ 52 w 56"/>
                <a:gd name="T19" fmla="*/ 3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41">
                  <a:moveTo>
                    <a:pt x="52" y="3"/>
                  </a:moveTo>
                  <a:cubicBezTo>
                    <a:pt x="38" y="0"/>
                    <a:pt x="26" y="2"/>
                    <a:pt x="17" y="9"/>
                  </a:cubicBezTo>
                  <a:cubicBezTo>
                    <a:pt x="3" y="19"/>
                    <a:pt x="0" y="35"/>
                    <a:pt x="0" y="36"/>
                  </a:cubicBezTo>
                  <a:cubicBezTo>
                    <a:pt x="0" y="38"/>
                    <a:pt x="1" y="40"/>
                    <a:pt x="4" y="41"/>
                  </a:cubicBezTo>
                  <a:cubicBezTo>
                    <a:pt x="4" y="41"/>
                    <a:pt x="4" y="41"/>
                    <a:pt x="4" y="41"/>
                  </a:cubicBezTo>
                  <a:cubicBezTo>
                    <a:pt x="6" y="41"/>
                    <a:pt x="8" y="39"/>
                    <a:pt x="8" y="37"/>
                  </a:cubicBezTo>
                  <a:cubicBezTo>
                    <a:pt x="8" y="37"/>
                    <a:pt x="11" y="23"/>
                    <a:pt x="22" y="15"/>
                  </a:cubicBezTo>
                  <a:cubicBezTo>
                    <a:pt x="29" y="10"/>
                    <a:pt x="39" y="9"/>
                    <a:pt x="51" y="11"/>
                  </a:cubicBezTo>
                  <a:cubicBezTo>
                    <a:pt x="53" y="11"/>
                    <a:pt x="55" y="10"/>
                    <a:pt x="55" y="8"/>
                  </a:cubicBezTo>
                  <a:cubicBezTo>
                    <a:pt x="56" y="6"/>
                    <a:pt x="54" y="3"/>
                    <a:pt x="5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 name="Freeform 378"/>
            <p:cNvSpPr>
              <a:spLocks/>
            </p:cNvSpPr>
            <p:nvPr/>
          </p:nvSpPr>
          <p:spPr bwMode="auto">
            <a:xfrm>
              <a:off x="8537576" y="3643313"/>
              <a:ext cx="31750" cy="55563"/>
            </a:xfrm>
            <a:custGeom>
              <a:avLst/>
              <a:gdLst>
                <a:gd name="T0" fmla="*/ 16 w 25"/>
                <a:gd name="T1" fmla="*/ 42 h 42"/>
                <a:gd name="T2" fmla="*/ 17 w 25"/>
                <a:gd name="T3" fmla="*/ 42 h 42"/>
                <a:gd name="T4" fmla="*/ 21 w 25"/>
                <a:gd name="T5" fmla="*/ 40 h 42"/>
                <a:gd name="T6" fmla="*/ 22 w 25"/>
                <a:gd name="T7" fmla="*/ 16 h 42"/>
                <a:gd name="T8" fmla="*/ 5 w 25"/>
                <a:gd name="T9" fmla="*/ 1 h 42"/>
                <a:gd name="T10" fmla="*/ 0 w 25"/>
                <a:gd name="T11" fmla="*/ 4 h 42"/>
                <a:gd name="T12" fmla="*/ 3 w 25"/>
                <a:gd name="T13" fmla="*/ 9 h 42"/>
                <a:gd name="T14" fmla="*/ 14 w 25"/>
                <a:gd name="T15" fmla="*/ 19 h 42"/>
                <a:gd name="T16" fmla="*/ 14 w 25"/>
                <a:gd name="T17" fmla="*/ 37 h 42"/>
                <a:gd name="T18" fmla="*/ 16 w 25"/>
                <a:gd name="T19"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42">
                  <a:moveTo>
                    <a:pt x="16" y="42"/>
                  </a:moveTo>
                  <a:cubicBezTo>
                    <a:pt x="16" y="42"/>
                    <a:pt x="17" y="42"/>
                    <a:pt x="17" y="42"/>
                  </a:cubicBezTo>
                  <a:cubicBezTo>
                    <a:pt x="19" y="42"/>
                    <a:pt x="20" y="42"/>
                    <a:pt x="21" y="40"/>
                  </a:cubicBezTo>
                  <a:cubicBezTo>
                    <a:pt x="25" y="31"/>
                    <a:pt x="25" y="23"/>
                    <a:pt x="22" y="16"/>
                  </a:cubicBezTo>
                  <a:cubicBezTo>
                    <a:pt x="17" y="5"/>
                    <a:pt x="6" y="1"/>
                    <a:pt x="5" y="1"/>
                  </a:cubicBezTo>
                  <a:cubicBezTo>
                    <a:pt x="3" y="0"/>
                    <a:pt x="1" y="1"/>
                    <a:pt x="0" y="4"/>
                  </a:cubicBezTo>
                  <a:cubicBezTo>
                    <a:pt x="0" y="6"/>
                    <a:pt x="1" y="8"/>
                    <a:pt x="3" y="9"/>
                  </a:cubicBezTo>
                  <a:cubicBezTo>
                    <a:pt x="3" y="9"/>
                    <a:pt x="11" y="12"/>
                    <a:pt x="14" y="19"/>
                  </a:cubicBezTo>
                  <a:cubicBezTo>
                    <a:pt x="17" y="24"/>
                    <a:pt x="16" y="30"/>
                    <a:pt x="14" y="37"/>
                  </a:cubicBezTo>
                  <a:cubicBezTo>
                    <a:pt x="13" y="39"/>
                    <a:pt x="14" y="41"/>
                    <a:pt x="16"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 name="Freeform 379"/>
            <p:cNvSpPr>
              <a:spLocks/>
            </p:cNvSpPr>
            <p:nvPr/>
          </p:nvSpPr>
          <p:spPr bwMode="auto">
            <a:xfrm>
              <a:off x="8551863" y="3625850"/>
              <a:ext cx="44450" cy="79375"/>
            </a:xfrm>
            <a:custGeom>
              <a:avLst/>
              <a:gdLst>
                <a:gd name="T0" fmla="*/ 21 w 33"/>
                <a:gd name="T1" fmla="*/ 61 h 61"/>
                <a:gd name="T2" fmla="*/ 22 w 33"/>
                <a:gd name="T3" fmla="*/ 61 h 61"/>
                <a:gd name="T4" fmla="*/ 26 w 33"/>
                <a:gd name="T5" fmla="*/ 59 h 61"/>
                <a:gd name="T6" fmla="*/ 29 w 33"/>
                <a:gd name="T7" fmla="*/ 24 h 61"/>
                <a:gd name="T8" fmla="*/ 6 w 33"/>
                <a:gd name="T9" fmla="*/ 1 h 61"/>
                <a:gd name="T10" fmla="*/ 1 w 33"/>
                <a:gd name="T11" fmla="*/ 3 h 61"/>
                <a:gd name="T12" fmla="*/ 3 w 33"/>
                <a:gd name="T13" fmla="*/ 8 h 61"/>
                <a:gd name="T14" fmla="*/ 21 w 33"/>
                <a:gd name="T15" fmla="*/ 27 h 61"/>
                <a:gd name="T16" fmla="*/ 19 w 33"/>
                <a:gd name="T17" fmla="*/ 56 h 61"/>
                <a:gd name="T18" fmla="*/ 21 w 33"/>
                <a:gd name="T19"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61">
                  <a:moveTo>
                    <a:pt x="21" y="61"/>
                  </a:moveTo>
                  <a:cubicBezTo>
                    <a:pt x="21" y="61"/>
                    <a:pt x="22" y="61"/>
                    <a:pt x="22" y="61"/>
                  </a:cubicBezTo>
                  <a:cubicBezTo>
                    <a:pt x="24" y="61"/>
                    <a:pt x="25" y="61"/>
                    <a:pt x="26" y="59"/>
                  </a:cubicBezTo>
                  <a:cubicBezTo>
                    <a:pt x="32" y="46"/>
                    <a:pt x="33" y="34"/>
                    <a:pt x="29" y="24"/>
                  </a:cubicBezTo>
                  <a:cubicBezTo>
                    <a:pt x="23" y="8"/>
                    <a:pt x="7" y="1"/>
                    <a:pt x="6" y="1"/>
                  </a:cubicBezTo>
                  <a:cubicBezTo>
                    <a:pt x="4" y="0"/>
                    <a:pt x="2" y="1"/>
                    <a:pt x="1" y="3"/>
                  </a:cubicBezTo>
                  <a:cubicBezTo>
                    <a:pt x="0" y="5"/>
                    <a:pt x="1" y="7"/>
                    <a:pt x="3" y="8"/>
                  </a:cubicBezTo>
                  <a:cubicBezTo>
                    <a:pt x="3" y="8"/>
                    <a:pt x="16" y="14"/>
                    <a:pt x="21" y="27"/>
                  </a:cubicBezTo>
                  <a:cubicBezTo>
                    <a:pt x="25" y="35"/>
                    <a:pt x="24" y="45"/>
                    <a:pt x="19" y="56"/>
                  </a:cubicBezTo>
                  <a:cubicBezTo>
                    <a:pt x="18" y="58"/>
                    <a:pt x="19" y="60"/>
                    <a:pt x="21"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90" name="组合 389"/>
          <p:cNvGrpSpPr/>
          <p:nvPr/>
        </p:nvGrpSpPr>
        <p:grpSpPr>
          <a:xfrm>
            <a:off x="6543676" y="4286250"/>
            <a:ext cx="1912937" cy="1893888"/>
            <a:chOff x="6543676" y="4286250"/>
            <a:chExt cx="1912937" cy="1893888"/>
          </a:xfrm>
          <a:solidFill>
            <a:schemeClr val="tx1">
              <a:lumMod val="65000"/>
              <a:lumOff val="35000"/>
            </a:schemeClr>
          </a:solidFill>
        </p:grpSpPr>
        <p:sp>
          <p:nvSpPr>
            <p:cNvPr id="391" name="Freeform 380"/>
            <p:cNvSpPr>
              <a:spLocks noEditPoints="1"/>
            </p:cNvSpPr>
            <p:nvPr/>
          </p:nvSpPr>
          <p:spPr bwMode="auto">
            <a:xfrm>
              <a:off x="6810376" y="5130800"/>
              <a:ext cx="568325" cy="334963"/>
            </a:xfrm>
            <a:custGeom>
              <a:avLst/>
              <a:gdLst>
                <a:gd name="T0" fmla="*/ 434 w 434"/>
                <a:gd name="T1" fmla="*/ 156 h 256"/>
                <a:gd name="T2" fmla="*/ 390 w 434"/>
                <a:gd name="T3" fmla="*/ 118 h 256"/>
                <a:gd name="T4" fmla="*/ 385 w 434"/>
                <a:gd name="T5" fmla="*/ 143 h 256"/>
                <a:gd name="T6" fmla="*/ 256 w 434"/>
                <a:gd name="T7" fmla="*/ 128 h 256"/>
                <a:gd name="T8" fmla="*/ 256 w 434"/>
                <a:gd name="T9" fmla="*/ 128 h 256"/>
                <a:gd name="T10" fmla="*/ 128 w 434"/>
                <a:gd name="T11" fmla="*/ 0 h 256"/>
                <a:gd name="T12" fmla="*/ 0 w 434"/>
                <a:gd name="T13" fmla="*/ 128 h 256"/>
                <a:gd name="T14" fmla="*/ 129 w 434"/>
                <a:gd name="T15" fmla="*/ 256 h 256"/>
                <a:gd name="T16" fmla="*/ 256 w 434"/>
                <a:gd name="T17" fmla="*/ 140 h 256"/>
                <a:gd name="T18" fmla="*/ 384 w 434"/>
                <a:gd name="T19" fmla="*/ 155 h 256"/>
                <a:gd name="T20" fmla="*/ 380 w 434"/>
                <a:gd name="T21" fmla="*/ 179 h 256"/>
                <a:gd name="T22" fmla="*/ 434 w 434"/>
                <a:gd name="T23" fmla="*/ 156 h 256"/>
                <a:gd name="T24" fmla="*/ 133 w 434"/>
                <a:gd name="T25" fmla="*/ 238 h 256"/>
                <a:gd name="T26" fmla="*/ 24 w 434"/>
                <a:gd name="T27" fmla="*/ 129 h 256"/>
                <a:gd name="T28" fmla="*/ 133 w 434"/>
                <a:gd name="T29" fmla="*/ 20 h 256"/>
                <a:gd name="T30" fmla="*/ 242 w 434"/>
                <a:gd name="T31" fmla="*/ 129 h 256"/>
                <a:gd name="T32" fmla="*/ 133 w 434"/>
                <a:gd name="T33" fmla="*/ 238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34" h="256">
                  <a:moveTo>
                    <a:pt x="434" y="156"/>
                  </a:moveTo>
                  <a:cubicBezTo>
                    <a:pt x="390" y="118"/>
                    <a:pt x="390" y="118"/>
                    <a:pt x="390" y="118"/>
                  </a:cubicBezTo>
                  <a:cubicBezTo>
                    <a:pt x="385" y="143"/>
                    <a:pt x="385" y="143"/>
                    <a:pt x="385" y="143"/>
                  </a:cubicBezTo>
                  <a:cubicBezTo>
                    <a:pt x="256" y="128"/>
                    <a:pt x="256" y="128"/>
                    <a:pt x="256" y="128"/>
                  </a:cubicBezTo>
                  <a:cubicBezTo>
                    <a:pt x="256" y="128"/>
                    <a:pt x="256" y="128"/>
                    <a:pt x="256" y="128"/>
                  </a:cubicBezTo>
                  <a:cubicBezTo>
                    <a:pt x="256" y="57"/>
                    <a:pt x="199" y="0"/>
                    <a:pt x="128" y="0"/>
                  </a:cubicBezTo>
                  <a:cubicBezTo>
                    <a:pt x="58" y="0"/>
                    <a:pt x="0" y="57"/>
                    <a:pt x="0" y="128"/>
                  </a:cubicBezTo>
                  <a:cubicBezTo>
                    <a:pt x="0" y="199"/>
                    <a:pt x="58" y="256"/>
                    <a:pt x="129" y="256"/>
                  </a:cubicBezTo>
                  <a:cubicBezTo>
                    <a:pt x="195" y="256"/>
                    <a:pt x="250" y="205"/>
                    <a:pt x="256" y="140"/>
                  </a:cubicBezTo>
                  <a:cubicBezTo>
                    <a:pt x="384" y="155"/>
                    <a:pt x="384" y="155"/>
                    <a:pt x="384" y="155"/>
                  </a:cubicBezTo>
                  <a:cubicBezTo>
                    <a:pt x="380" y="179"/>
                    <a:pt x="380" y="179"/>
                    <a:pt x="380" y="179"/>
                  </a:cubicBezTo>
                  <a:lnTo>
                    <a:pt x="434" y="156"/>
                  </a:lnTo>
                  <a:close/>
                  <a:moveTo>
                    <a:pt x="133" y="238"/>
                  </a:moveTo>
                  <a:cubicBezTo>
                    <a:pt x="73" y="238"/>
                    <a:pt x="24" y="189"/>
                    <a:pt x="24" y="129"/>
                  </a:cubicBezTo>
                  <a:cubicBezTo>
                    <a:pt x="24" y="69"/>
                    <a:pt x="73" y="20"/>
                    <a:pt x="133" y="20"/>
                  </a:cubicBezTo>
                  <a:cubicBezTo>
                    <a:pt x="194" y="20"/>
                    <a:pt x="242" y="69"/>
                    <a:pt x="242" y="129"/>
                  </a:cubicBezTo>
                  <a:cubicBezTo>
                    <a:pt x="242" y="189"/>
                    <a:pt x="194" y="238"/>
                    <a:pt x="133" y="2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 name="Freeform 381"/>
            <p:cNvSpPr>
              <a:spLocks noEditPoints="1"/>
            </p:cNvSpPr>
            <p:nvPr/>
          </p:nvSpPr>
          <p:spPr bwMode="auto">
            <a:xfrm>
              <a:off x="6543676" y="5364163"/>
              <a:ext cx="1706563" cy="804863"/>
            </a:xfrm>
            <a:custGeom>
              <a:avLst/>
              <a:gdLst>
                <a:gd name="T0" fmla="*/ 1191 w 1304"/>
                <a:gd name="T1" fmla="*/ 299 h 615"/>
                <a:gd name="T2" fmla="*/ 1176 w 1304"/>
                <a:gd name="T3" fmla="*/ 387 h 615"/>
                <a:gd name="T4" fmla="*/ 1156 w 1304"/>
                <a:gd name="T5" fmla="*/ 316 h 615"/>
                <a:gd name="T6" fmla="*/ 980 w 1304"/>
                <a:gd name="T7" fmla="*/ 295 h 615"/>
                <a:gd name="T8" fmla="*/ 909 w 1304"/>
                <a:gd name="T9" fmla="*/ 33 h 615"/>
                <a:gd name="T10" fmla="*/ 882 w 1304"/>
                <a:gd name="T11" fmla="*/ 21 h 615"/>
                <a:gd name="T12" fmla="*/ 695 w 1304"/>
                <a:gd name="T13" fmla="*/ 77 h 615"/>
                <a:gd name="T14" fmla="*/ 655 w 1304"/>
                <a:gd name="T15" fmla="*/ 90 h 615"/>
                <a:gd name="T16" fmla="*/ 678 w 1304"/>
                <a:gd name="T17" fmla="*/ 21 h 615"/>
                <a:gd name="T18" fmla="*/ 617 w 1304"/>
                <a:gd name="T19" fmla="*/ 39 h 615"/>
                <a:gd name="T20" fmla="*/ 536 w 1304"/>
                <a:gd name="T21" fmla="*/ 88 h 615"/>
                <a:gd name="T22" fmla="*/ 534 w 1304"/>
                <a:gd name="T23" fmla="*/ 90 h 615"/>
                <a:gd name="T24" fmla="*/ 531 w 1304"/>
                <a:gd name="T25" fmla="*/ 92 h 615"/>
                <a:gd name="T26" fmla="*/ 529 w 1304"/>
                <a:gd name="T27" fmla="*/ 94 h 615"/>
                <a:gd name="T28" fmla="*/ 527 w 1304"/>
                <a:gd name="T29" fmla="*/ 97 h 615"/>
                <a:gd name="T30" fmla="*/ 525 w 1304"/>
                <a:gd name="T31" fmla="*/ 99 h 615"/>
                <a:gd name="T32" fmla="*/ 524 w 1304"/>
                <a:gd name="T33" fmla="*/ 102 h 615"/>
                <a:gd name="T34" fmla="*/ 523 w 1304"/>
                <a:gd name="T35" fmla="*/ 105 h 615"/>
                <a:gd name="T36" fmla="*/ 522 w 1304"/>
                <a:gd name="T37" fmla="*/ 108 h 615"/>
                <a:gd name="T38" fmla="*/ 522 w 1304"/>
                <a:gd name="T39" fmla="*/ 111 h 615"/>
                <a:gd name="T40" fmla="*/ 521 w 1304"/>
                <a:gd name="T41" fmla="*/ 114 h 615"/>
                <a:gd name="T42" fmla="*/ 521 w 1304"/>
                <a:gd name="T43" fmla="*/ 117 h 615"/>
                <a:gd name="T44" fmla="*/ 522 w 1304"/>
                <a:gd name="T45" fmla="*/ 120 h 615"/>
                <a:gd name="T46" fmla="*/ 522 w 1304"/>
                <a:gd name="T47" fmla="*/ 123 h 615"/>
                <a:gd name="T48" fmla="*/ 523 w 1304"/>
                <a:gd name="T49" fmla="*/ 124 h 615"/>
                <a:gd name="T50" fmla="*/ 524 w 1304"/>
                <a:gd name="T51" fmla="*/ 129 h 615"/>
                <a:gd name="T52" fmla="*/ 527 w 1304"/>
                <a:gd name="T53" fmla="*/ 133 h 615"/>
                <a:gd name="T54" fmla="*/ 530 w 1304"/>
                <a:gd name="T55" fmla="*/ 137 h 615"/>
                <a:gd name="T56" fmla="*/ 534 w 1304"/>
                <a:gd name="T57" fmla="*/ 140 h 615"/>
                <a:gd name="T58" fmla="*/ 538 w 1304"/>
                <a:gd name="T59" fmla="*/ 143 h 615"/>
                <a:gd name="T60" fmla="*/ 542 w 1304"/>
                <a:gd name="T61" fmla="*/ 145 h 615"/>
                <a:gd name="T62" fmla="*/ 547 w 1304"/>
                <a:gd name="T63" fmla="*/ 146 h 615"/>
                <a:gd name="T64" fmla="*/ 553 w 1304"/>
                <a:gd name="T65" fmla="*/ 147 h 615"/>
                <a:gd name="T66" fmla="*/ 554 w 1304"/>
                <a:gd name="T67" fmla="*/ 147 h 615"/>
                <a:gd name="T68" fmla="*/ 562 w 1304"/>
                <a:gd name="T69" fmla="*/ 146 h 615"/>
                <a:gd name="T70" fmla="*/ 672 w 1304"/>
                <a:gd name="T71" fmla="*/ 295 h 615"/>
                <a:gd name="T72" fmla="*/ 152 w 1304"/>
                <a:gd name="T73" fmla="*/ 316 h 615"/>
                <a:gd name="T74" fmla="*/ 128 w 1304"/>
                <a:gd name="T75" fmla="*/ 387 h 615"/>
                <a:gd name="T76" fmla="*/ 111 w 1304"/>
                <a:gd name="T77" fmla="*/ 19 h 615"/>
                <a:gd name="T78" fmla="*/ 0 w 1304"/>
                <a:gd name="T79" fmla="*/ 35 h 615"/>
                <a:gd name="T80" fmla="*/ 15 w 1304"/>
                <a:gd name="T81" fmla="*/ 615 h 615"/>
                <a:gd name="T82" fmla="*/ 128 w 1304"/>
                <a:gd name="T83" fmla="*/ 598 h 615"/>
                <a:gd name="T84" fmla="*/ 660 w 1304"/>
                <a:gd name="T85" fmla="*/ 575 h 615"/>
                <a:gd name="T86" fmla="*/ 660 w 1304"/>
                <a:gd name="T87" fmla="*/ 511 h 615"/>
                <a:gd name="T88" fmla="*/ 164 w 1304"/>
                <a:gd name="T89" fmla="*/ 498 h 615"/>
                <a:gd name="T90" fmla="*/ 172 w 1304"/>
                <a:gd name="T91" fmla="*/ 307 h 615"/>
                <a:gd name="T92" fmla="*/ 672 w 1304"/>
                <a:gd name="T93" fmla="*/ 315 h 615"/>
                <a:gd name="T94" fmla="*/ 780 w 1304"/>
                <a:gd name="T95" fmla="*/ 333 h 615"/>
                <a:gd name="T96" fmla="*/ 888 w 1304"/>
                <a:gd name="T97" fmla="*/ 315 h 615"/>
                <a:gd name="T98" fmla="*/ 916 w 1304"/>
                <a:gd name="T99" fmla="*/ 307 h 615"/>
                <a:gd name="T100" fmla="*/ 944 w 1304"/>
                <a:gd name="T101" fmla="*/ 395 h 615"/>
                <a:gd name="T102" fmla="*/ 978 w 1304"/>
                <a:gd name="T103" fmla="*/ 365 h 615"/>
                <a:gd name="T104" fmla="*/ 1135 w 1304"/>
                <a:gd name="T105" fmla="*/ 307 h 615"/>
                <a:gd name="T106" fmla="*/ 1144 w 1304"/>
                <a:gd name="T107" fmla="*/ 498 h 615"/>
                <a:gd name="T108" fmla="*/ 900 w 1304"/>
                <a:gd name="T109" fmla="*/ 511 h 615"/>
                <a:gd name="T110" fmla="*/ 900 w 1304"/>
                <a:gd name="T111" fmla="*/ 575 h 615"/>
                <a:gd name="T112" fmla="*/ 1176 w 1304"/>
                <a:gd name="T113" fmla="*/ 598 h 615"/>
                <a:gd name="T114" fmla="*/ 1287 w 1304"/>
                <a:gd name="T115" fmla="*/ 615 h 615"/>
                <a:gd name="T116" fmla="*/ 1304 w 1304"/>
                <a:gd name="T117" fmla="*/ 312 h 615"/>
                <a:gd name="T118" fmla="*/ 888 w 1304"/>
                <a:gd name="T119" fmla="*/ 109 h 615"/>
                <a:gd name="T120" fmla="*/ 916 w 1304"/>
                <a:gd name="T121" fmla="*/ 295 h 615"/>
                <a:gd name="T122" fmla="*/ 888 w 1304"/>
                <a:gd name="T123" fmla="*/ 109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04" h="615">
                  <a:moveTo>
                    <a:pt x="1287" y="299"/>
                  </a:moveTo>
                  <a:cubicBezTo>
                    <a:pt x="1191" y="299"/>
                    <a:pt x="1191" y="299"/>
                    <a:pt x="1191" y="299"/>
                  </a:cubicBezTo>
                  <a:cubicBezTo>
                    <a:pt x="1182" y="299"/>
                    <a:pt x="1176" y="303"/>
                    <a:pt x="1176" y="312"/>
                  </a:cubicBezTo>
                  <a:cubicBezTo>
                    <a:pt x="1176" y="387"/>
                    <a:pt x="1176" y="387"/>
                    <a:pt x="1176" y="387"/>
                  </a:cubicBezTo>
                  <a:cubicBezTo>
                    <a:pt x="1156" y="387"/>
                    <a:pt x="1156" y="387"/>
                    <a:pt x="1156" y="387"/>
                  </a:cubicBezTo>
                  <a:cubicBezTo>
                    <a:pt x="1156" y="316"/>
                    <a:pt x="1156" y="316"/>
                    <a:pt x="1156" y="316"/>
                  </a:cubicBezTo>
                  <a:cubicBezTo>
                    <a:pt x="1156" y="304"/>
                    <a:pt x="1147" y="295"/>
                    <a:pt x="1135" y="295"/>
                  </a:cubicBezTo>
                  <a:cubicBezTo>
                    <a:pt x="980" y="295"/>
                    <a:pt x="980" y="295"/>
                    <a:pt x="980" y="295"/>
                  </a:cubicBezTo>
                  <a:cubicBezTo>
                    <a:pt x="980" y="271"/>
                    <a:pt x="979" y="243"/>
                    <a:pt x="978" y="220"/>
                  </a:cubicBezTo>
                  <a:cubicBezTo>
                    <a:pt x="970" y="127"/>
                    <a:pt x="947" y="64"/>
                    <a:pt x="909" y="33"/>
                  </a:cubicBezTo>
                  <a:cubicBezTo>
                    <a:pt x="900" y="25"/>
                    <a:pt x="890" y="20"/>
                    <a:pt x="882" y="17"/>
                  </a:cubicBezTo>
                  <a:cubicBezTo>
                    <a:pt x="882" y="18"/>
                    <a:pt x="882" y="20"/>
                    <a:pt x="882" y="21"/>
                  </a:cubicBezTo>
                  <a:cubicBezTo>
                    <a:pt x="882" y="78"/>
                    <a:pt x="836" y="123"/>
                    <a:pt x="780" y="123"/>
                  </a:cubicBezTo>
                  <a:cubicBezTo>
                    <a:pt x="744" y="123"/>
                    <a:pt x="713" y="105"/>
                    <a:pt x="695" y="77"/>
                  </a:cubicBezTo>
                  <a:cubicBezTo>
                    <a:pt x="661" y="98"/>
                    <a:pt x="661" y="98"/>
                    <a:pt x="661" y="98"/>
                  </a:cubicBezTo>
                  <a:cubicBezTo>
                    <a:pt x="655" y="90"/>
                    <a:pt x="655" y="90"/>
                    <a:pt x="655" y="90"/>
                  </a:cubicBezTo>
                  <a:cubicBezTo>
                    <a:pt x="690" y="69"/>
                    <a:pt x="690" y="69"/>
                    <a:pt x="690" y="69"/>
                  </a:cubicBezTo>
                  <a:cubicBezTo>
                    <a:pt x="682" y="55"/>
                    <a:pt x="678" y="39"/>
                    <a:pt x="678" y="21"/>
                  </a:cubicBezTo>
                  <a:cubicBezTo>
                    <a:pt x="678" y="14"/>
                    <a:pt x="679" y="7"/>
                    <a:pt x="680" y="0"/>
                  </a:cubicBezTo>
                  <a:cubicBezTo>
                    <a:pt x="617" y="39"/>
                    <a:pt x="617" y="39"/>
                    <a:pt x="617" y="39"/>
                  </a:cubicBezTo>
                  <a:cubicBezTo>
                    <a:pt x="537" y="88"/>
                    <a:pt x="537" y="88"/>
                    <a:pt x="537" y="88"/>
                  </a:cubicBezTo>
                  <a:cubicBezTo>
                    <a:pt x="537" y="88"/>
                    <a:pt x="536" y="88"/>
                    <a:pt x="536" y="88"/>
                  </a:cubicBezTo>
                  <a:cubicBezTo>
                    <a:pt x="536" y="88"/>
                    <a:pt x="535" y="89"/>
                    <a:pt x="535" y="89"/>
                  </a:cubicBezTo>
                  <a:cubicBezTo>
                    <a:pt x="534" y="89"/>
                    <a:pt x="534" y="90"/>
                    <a:pt x="534" y="90"/>
                  </a:cubicBezTo>
                  <a:cubicBezTo>
                    <a:pt x="533" y="90"/>
                    <a:pt x="533" y="91"/>
                    <a:pt x="532" y="91"/>
                  </a:cubicBezTo>
                  <a:cubicBezTo>
                    <a:pt x="532" y="91"/>
                    <a:pt x="532" y="92"/>
                    <a:pt x="531" y="92"/>
                  </a:cubicBezTo>
                  <a:cubicBezTo>
                    <a:pt x="531" y="92"/>
                    <a:pt x="531" y="93"/>
                    <a:pt x="530" y="93"/>
                  </a:cubicBezTo>
                  <a:cubicBezTo>
                    <a:pt x="530" y="93"/>
                    <a:pt x="529" y="94"/>
                    <a:pt x="529" y="94"/>
                  </a:cubicBezTo>
                  <a:cubicBezTo>
                    <a:pt x="529" y="95"/>
                    <a:pt x="529" y="95"/>
                    <a:pt x="528" y="95"/>
                  </a:cubicBezTo>
                  <a:cubicBezTo>
                    <a:pt x="528" y="96"/>
                    <a:pt x="527" y="96"/>
                    <a:pt x="527" y="97"/>
                  </a:cubicBezTo>
                  <a:cubicBezTo>
                    <a:pt x="527" y="97"/>
                    <a:pt x="527" y="97"/>
                    <a:pt x="527" y="98"/>
                  </a:cubicBezTo>
                  <a:cubicBezTo>
                    <a:pt x="526" y="98"/>
                    <a:pt x="526" y="99"/>
                    <a:pt x="525" y="99"/>
                  </a:cubicBezTo>
                  <a:cubicBezTo>
                    <a:pt x="525" y="100"/>
                    <a:pt x="525" y="100"/>
                    <a:pt x="525" y="100"/>
                  </a:cubicBezTo>
                  <a:cubicBezTo>
                    <a:pt x="525" y="101"/>
                    <a:pt x="524" y="102"/>
                    <a:pt x="524" y="102"/>
                  </a:cubicBezTo>
                  <a:cubicBezTo>
                    <a:pt x="524" y="103"/>
                    <a:pt x="524" y="103"/>
                    <a:pt x="524" y="104"/>
                  </a:cubicBezTo>
                  <a:cubicBezTo>
                    <a:pt x="523" y="104"/>
                    <a:pt x="523" y="104"/>
                    <a:pt x="523" y="105"/>
                  </a:cubicBezTo>
                  <a:cubicBezTo>
                    <a:pt x="523" y="105"/>
                    <a:pt x="523" y="106"/>
                    <a:pt x="522" y="107"/>
                  </a:cubicBezTo>
                  <a:cubicBezTo>
                    <a:pt x="522" y="107"/>
                    <a:pt x="522" y="107"/>
                    <a:pt x="522" y="108"/>
                  </a:cubicBezTo>
                  <a:cubicBezTo>
                    <a:pt x="522" y="108"/>
                    <a:pt x="522" y="109"/>
                    <a:pt x="522" y="110"/>
                  </a:cubicBezTo>
                  <a:cubicBezTo>
                    <a:pt x="522" y="110"/>
                    <a:pt x="522" y="110"/>
                    <a:pt x="522" y="111"/>
                  </a:cubicBezTo>
                  <a:cubicBezTo>
                    <a:pt x="522" y="111"/>
                    <a:pt x="521" y="112"/>
                    <a:pt x="521" y="113"/>
                  </a:cubicBezTo>
                  <a:cubicBezTo>
                    <a:pt x="521" y="113"/>
                    <a:pt x="521" y="114"/>
                    <a:pt x="521" y="114"/>
                  </a:cubicBezTo>
                  <a:cubicBezTo>
                    <a:pt x="521" y="114"/>
                    <a:pt x="521" y="115"/>
                    <a:pt x="521" y="116"/>
                  </a:cubicBezTo>
                  <a:cubicBezTo>
                    <a:pt x="521" y="116"/>
                    <a:pt x="521" y="117"/>
                    <a:pt x="521" y="117"/>
                  </a:cubicBezTo>
                  <a:cubicBezTo>
                    <a:pt x="521" y="118"/>
                    <a:pt x="521" y="118"/>
                    <a:pt x="522" y="119"/>
                  </a:cubicBezTo>
                  <a:cubicBezTo>
                    <a:pt x="522" y="119"/>
                    <a:pt x="522" y="120"/>
                    <a:pt x="522" y="120"/>
                  </a:cubicBezTo>
                  <a:cubicBezTo>
                    <a:pt x="522" y="121"/>
                    <a:pt x="522" y="121"/>
                    <a:pt x="522" y="121"/>
                  </a:cubicBezTo>
                  <a:cubicBezTo>
                    <a:pt x="522" y="122"/>
                    <a:pt x="522" y="123"/>
                    <a:pt x="522" y="123"/>
                  </a:cubicBezTo>
                  <a:cubicBezTo>
                    <a:pt x="522" y="124"/>
                    <a:pt x="522" y="124"/>
                    <a:pt x="523" y="124"/>
                  </a:cubicBezTo>
                  <a:cubicBezTo>
                    <a:pt x="523" y="124"/>
                    <a:pt x="523" y="124"/>
                    <a:pt x="523" y="124"/>
                  </a:cubicBezTo>
                  <a:cubicBezTo>
                    <a:pt x="523" y="126"/>
                    <a:pt x="524" y="127"/>
                    <a:pt x="524" y="129"/>
                  </a:cubicBezTo>
                  <a:cubicBezTo>
                    <a:pt x="524" y="129"/>
                    <a:pt x="524" y="129"/>
                    <a:pt x="524" y="129"/>
                  </a:cubicBezTo>
                  <a:cubicBezTo>
                    <a:pt x="525" y="130"/>
                    <a:pt x="525" y="131"/>
                    <a:pt x="526" y="132"/>
                  </a:cubicBezTo>
                  <a:cubicBezTo>
                    <a:pt x="526" y="132"/>
                    <a:pt x="526" y="132"/>
                    <a:pt x="527" y="133"/>
                  </a:cubicBezTo>
                  <a:cubicBezTo>
                    <a:pt x="527" y="133"/>
                    <a:pt x="527" y="134"/>
                    <a:pt x="528" y="134"/>
                  </a:cubicBezTo>
                  <a:cubicBezTo>
                    <a:pt x="528" y="135"/>
                    <a:pt x="529" y="136"/>
                    <a:pt x="530" y="137"/>
                  </a:cubicBezTo>
                  <a:cubicBezTo>
                    <a:pt x="530" y="137"/>
                    <a:pt x="530" y="137"/>
                    <a:pt x="531" y="138"/>
                  </a:cubicBezTo>
                  <a:cubicBezTo>
                    <a:pt x="532" y="139"/>
                    <a:pt x="533" y="140"/>
                    <a:pt x="534" y="140"/>
                  </a:cubicBezTo>
                  <a:cubicBezTo>
                    <a:pt x="534" y="141"/>
                    <a:pt x="534" y="141"/>
                    <a:pt x="534" y="141"/>
                  </a:cubicBezTo>
                  <a:cubicBezTo>
                    <a:pt x="536" y="142"/>
                    <a:pt x="537" y="143"/>
                    <a:pt x="538" y="143"/>
                  </a:cubicBezTo>
                  <a:cubicBezTo>
                    <a:pt x="539" y="144"/>
                    <a:pt x="539" y="144"/>
                    <a:pt x="539" y="144"/>
                  </a:cubicBezTo>
                  <a:cubicBezTo>
                    <a:pt x="540" y="144"/>
                    <a:pt x="541" y="145"/>
                    <a:pt x="542" y="145"/>
                  </a:cubicBezTo>
                  <a:cubicBezTo>
                    <a:pt x="543" y="145"/>
                    <a:pt x="544" y="146"/>
                    <a:pt x="544" y="146"/>
                  </a:cubicBezTo>
                  <a:cubicBezTo>
                    <a:pt x="545" y="146"/>
                    <a:pt x="546" y="146"/>
                    <a:pt x="547" y="146"/>
                  </a:cubicBezTo>
                  <a:cubicBezTo>
                    <a:pt x="548" y="147"/>
                    <a:pt x="548" y="147"/>
                    <a:pt x="549" y="147"/>
                  </a:cubicBezTo>
                  <a:cubicBezTo>
                    <a:pt x="550" y="147"/>
                    <a:pt x="551" y="147"/>
                    <a:pt x="553" y="147"/>
                  </a:cubicBezTo>
                  <a:cubicBezTo>
                    <a:pt x="553" y="147"/>
                    <a:pt x="553" y="147"/>
                    <a:pt x="553" y="147"/>
                  </a:cubicBezTo>
                  <a:cubicBezTo>
                    <a:pt x="554" y="147"/>
                    <a:pt x="554" y="147"/>
                    <a:pt x="554" y="147"/>
                  </a:cubicBezTo>
                  <a:cubicBezTo>
                    <a:pt x="557" y="147"/>
                    <a:pt x="559" y="147"/>
                    <a:pt x="562" y="146"/>
                  </a:cubicBezTo>
                  <a:cubicBezTo>
                    <a:pt x="562" y="146"/>
                    <a:pt x="562" y="146"/>
                    <a:pt x="562" y="146"/>
                  </a:cubicBezTo>
                  <a:cubicBezTo>
                    <a:pt x="672" y="115"/>
                    <a:pt x="672" y="115"/>
                    <a:pt x="672" y="115"/>
                  </a:cubicBezTo>
                  <a:cubicBezTo>
                    <a:pt x="672" y="295"/>
                    <a:pt x="672" y="295"/>
                    <a:pt x="672" y="295"/>
                  </a:cubicBezTo>
                  <a:cubicBezTo>
                    <a:pt x="172" y="295"/>
                    <a:pt x="172" y="295"/>
                    <a:pt x="172" y="295"/>
                  </a:cubicBezTo>
                  <a:cubicBezTo>
                    <a:pt x="160" y="295"/>
                    <a:pt x="152" y="304"/>
                    <a:pt x="152" y="316"/>
                  </a:cubicBezTo>
                  <a:cubicBezTo>
                    <a:pt x="152" y="387"/>
                    <a:pt x="152" y="387"/>
                    <a:pt x="152" y="387"/>
                  </a:cubicBezTo>
                  <a:cubicBezTo>
                    <a:pt x="128" y="387"/>
                    <a:pt x="128" y="387"/>
                    <a:pt x="128" y="387"/>
                  </a:cubicBezTo>
                  <a:cubicBezTo>
                    <a:pt x="128" y="35"/>
                    <a:pt x="128" y="35"/>
                    <a:pt x="128" y="35"/>
                  </a:cubicBezTo>
                  <a:cubicBezTo>
                    <a:pt x="128" y="26"/>
                    <a:pt x="119" y="19"/>
                    <a:pt x="111" y="19"/>
                  </a:cubicBezTo>
                  <a:cubicBezTo>
                    <a:pt x="15" y="19"/>
                    <a:pt x="15" y="19"/>
                    <a:pt x="15" y="19"/>
                  </a:cubicBezTo>
                  <a:cubicBezTo>
                    <a:pt x="6" y="19"/>
                    <a:pt x="0" y="26"/>
                    <a:pt x="0" y="35"/>
                  </a:cubicBezTo>
                  <a:cubicBezTo>
                    <a:pt x="0" y="598"/>
                    <a:pt x="0" y="598"/>
                    <a:pt x="0" y="598"/>
                  </a:cubicBezTo>
                  <a:cubicBezTo>
                    <a:pt x="0" y="606"/>
                    <a:pt x="6" y="615"/>
                    <a:pt x="15" y="615"/>
                  </a:cubicBezTo>
                  <a:cubicBezTo>
                    <a:pt x="111" y="615"/>
                    <a:pt x="111" y="615"/>
                    <a:pt x="111" y="615"/>
                  </a:cubicBezTo>
                  <a:cubicBezTo>
                    <a:pt x="119" y="615"/>
                    <a:pt x="128" y="606"/>
                    <a:pt x="128" y="598"/>
                  </a:cubicBezTo>
                  <a:cubicBezTo>
                    <a:pt x="128" y="575"/>
                    <a:pt x="128" y="575"/>
                    <a:pt x="128" y="575"/>
                  </a:cubicBezTo>
                  <a:cubicBezTo>
                    <a:pt x="660" y="575"/>
                    <a:pt x="660" y="575"/>
                    <a:pt x="660" y="575"/>
                  </a:cubicBezTo>
                  <a:cubicBezTo>
                    <a:pt x="660" y="575"/>
                    <a:pt x="660" y="574"/>
                    <a:pt x="660" y="574"/>
                  </a:cubicBezTo>
                  <a:cubicBezTo>
                    <a:pt x="660" y="511"/>
                    <a:pt x="660" y="511"/>
                    <a:pt x="660" y="511"/>
                  </a:cubicBezTo>
                  <a:cubicBezTo>
                    <a:pt x="172" y="511"/>
                    <a:pt x="172" y="511"/>
                    <a:pt x="172" y="511"/>
                  </a:cubicBezTo>
                  <a:cubicBezTo>
                    <a:pt x="167" y="511"/>
                    <a:pt x="164" y="503"/>
                    <a:pt x="164" y="498"/>
                  </a:cubicBezTo>
                  <a:cubicBezTo>
                    <a:pt x="164" y="316"/>
                    <a:pt x="164" y="316"/>
                    <a:pt x="164" y="316"/>
                  </a:cubicBezTo>
                  <a:cubicBezTo>
                    <a:pt x="164" y="311"/>
                    <a:pt x="167" y="307"/>
                    <a:pt x="172" y="307"/>
                  </a:cubicBezTo>
                  <a:cubicBezTo>
                    <a:pt x="672" y="307"/>
                    <a:pt x="672" y="307"/>
                    <a:pt x="672" y="307"/>
                  </a:cubicBezTo>
                  <a:cubicBezTo>
                    <a:pt x="672" y="315"/>
                    <a:pt x="672" y="315"/>
                    <a:pt x="672" y="315"/>
                  </a:cubicBezTo>
                  <a:cubicBezTo>
                    <a:pt x="684" y="299"/>
                    <a:pt x="701" y="289"/>
                    <a:pt x="721" y="289"/>
                  </a:cubicBezTo>
                  <a:cubicBezTo>
                    <a:pt x="749" y="289"/>
                    <a:pt x="772" y="308"/>
                    <a:pt x="780" y="333"/>
                  </a:cubicBezTo>
                  <a:cubicBezTo>
                    <a:pt x="788" y="308"/>
                    <a:pt x="811" y="289"/>
                    <a:pt x="839" y="289"/>
                  </a:cubicBezTo>
                  <a:cubicBezTo>
                    <a:pt x="859" y="289"/>
                    <a:pt x="876" y="299"/>
                    <a:pt x="888" y="315"/>
                  </a:cubicBezTo>
                  <a:cubicBezTo>
                    <a:pt x="888" y="307"/>
                    <a:pt x="888" y="307"/>
                    <a:pt x="888" y="307"/>
                  </a:cubicBezTo>
                  <a:cubicBezTo>
                    <a:pt x="916" y="307"/>
                    <a:pt x="916" y="307"/>
                    <a:pt x="916" y="307"/>
                  </a:cubicBezTo>
                  <a:cubicBezTo>
                    <a:pt x="916" y="327"/>
                    <a:pt x="915" y="342"/>
                    <a:pt x="914" y="362"/>
                  </a:cubicBezTo>
                  <a:cubicBezTo>
                    <a:pt x="913" y="379"/>
                    <a:pt x="926" y="394"/>
                    <a:pt x="944" y="395"/>
                  </a:cubicBezTo>
                  <a:cubicBezTo>
                    <a:pt x="945" y="395"/>
                    <a:pt x="945" y="395"/>
                    <a:pt x="946" y="395"/>
                  </a:cubicBezTo>
                  <a:cubicBezTo>
                    <a:pt x="963" y="395"/>
                    <a:pt x="977" y="382"/>
                    <a:pt x="978" y="365"/>
                  </a:cubicBezTo>
                  <a:cubicBezTo>
                    <a:pt x="979" y="345"/>
                    <a:pt x="980" y="327"/>
                    <a:pt x="980" y="307"/>
                  </a:cubicBezTo>
                  <a:cubicBezTo>
                    <a:pt x="1135" y="307"/>
                    <a:pt x="1135" y="307"/>
                    <a:pt x="1135" y="307"/>
                  </a:cubicBezTo>
                  <a:cubicBezTo>
                    <a:pt x="1140" y="307"/>
                    <a:pt x="1144" y="311"/>
                    <a:pt x="1144" y="316"/>
                  </a:cubicBezTo>
                  <a:cubicBezTo>
                    <a:pt x="1144" y="498"/>
                    <a:pt x="1144" y="498"/>
                    <a:pt x="1144" y="498"/>
                  </a:cubicBezTo>
                  <a:cubicBezTo>
                    <a:pt x="1144" y="503"/>
                    <a:pt x="1140" y="511"/>
                    <a:pt x="1135" y="511"/>
                  </a:cubicBezTo>
                  <a:cubicBezTo>
                    <a:pt x="900" y="511"/>
                    <a:pt x="900" y="511"/>
                    <a:pt x="900" y="511"/>
                  </a:cubicBezTo>
                  <a:cubicBezTo>
                    <a:pt x="900" y="574"/>
                    <a:pt x="900" y="574"/>
                    <a:pt x="900" y="574"/>
                  </a:cubicBezTo>
                  <a:cubicBezTo>
                    <a:pt x="900" y="574"/>
                    <a:pt x="900" y="575"/>
                    <a:pt x="900" y="575"/>
                  </a:cubicBezTo>
                  <a:cubicBezTo>
                    <a:pt x="1176" y="575"/>
                    <a:pt x="1176" y="575"/>
                    <a:pt x="1176" y="575"/>
                  </a:cubicBezTo>
                  <a:cubicBezTo>
                    <a:pt x="1176" y="598"/>
                    <a:pt x="1176" y="598"/>
                    <a:pt x="1176" y="598"/>
                  </a:cubicBezTo>
                  <a:cubicBezTo>
                    <a:pt x="1176" y="606"/>
                    <a:pt x="1182" y="615"/>
                    <a:pt x="1191" y="615"/>
                  </a:cubicBezTo>
                  <a:cubicBezTo>
                    <a:pt x="1287" y="615"/>
                    <a:pt x="1287" y="615"/>
                    <a:pt x="1287" y="615"/>
                  </a:cubicBezTo>
                  <a:cubicBezTo>
                    <a:pt x="1295" y="615"/>
                    <a:pt x="1304" y="606"/>
                    <a:pt x="1304" y="598"/>
                  </a:cubicBezTo>
                  <a:cubicBezTo>
                    <a:pt x="1304" y="312"/>
                    <a:pt x="1304" y="312"/>
                    <a:pt x="1304" y="312"/>
                  </a:cubicBezTo>
                  <a:cubicBezTo>
                    <a:pt x="1304" y="303"/>
                    <a:pt x="1295" y="299"/>
                    <a:pt x="1287" y="299"/>
                  </a:cubicBezTo>
                  <a:close/>
                  <a:moveTo>
                    <a:pt x="888" y="109"/>
                  </a:moveTo>
                  <a:cubicBezTo>
                    <a:pt x="900" y="130"/>
                    <a:pt x="909" y="166"/>
                    <a:pt x="914" y="225"/>
                  </a:cubicBezTo>
                  <a:cubicBezTo>
                    <a:pt x="915" y="246"/>
                    <a:pt x="916" y="271"/>
                    <a:pt x="916" y="295"/>
                  </a:cubicBezTo>
                  <a:cubicBezTo>
                    <a:pt x="888" y="295"/>
                    <a:pt x="888" y="295"/>
                    <a:pt x="888" y="295"/>
                  </a:cubicBezTo>
                  <a:lnTo>
                    <a:pt x="888" y="1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 name="Freeform 382"/>
            <p:cNvSpPr>
              <a:spLocks/>
            </p:cNvSpPr>
            <p:nvPr/>
          </p:nvSpPr>
          <p:spPr bwMode="auto">
            <a:xfrm>
              <a:off x="7423151" y="5757863"/>
              <a:ext cx="130175" cy="422275"/>
            </a:xfrm>
            <a:custGeom>
              <a:avLst/>
              <a:gdLst>
                <a:gd name="T0" fmla="*/ 100 w 100"/>
                <a:gd name="T1" fmla="*/ 273 h 322"/>
                <a:gd name="T2" fmla="*/ 100 w 100"/>
                <a:gd name="T3" fmla="*/ 50 h 322"/>
                <a:gd name="T4" fmla="*/ 50 w 100"/>
                <a:gd name="T5" fmla="*/ 0 h 322"/>
                <a:gd name="T6" fmla="*/ 0 w 100"/>
                <a:gd name="T7" fmla="*/ 50 h 322"/>
                <a:gd name="T8" fmla="*/ 0 w 100"/>
                <a:gd name="T9" fmla="*/ 273 h 322"/>
                <a:gd name="T10" fmla="*/ 50 w 100"/>
                <a:gd name="T11" fmla="*/ 322 h 322"/>
                <a:gd name="T12" fmla="*/ 100 w 100"/>
                <a:gd name="T13" fmla="*/ 273 h 322"/>
              </a:gdLst>
              <a:ahLst/>
              <a:cxnLst>
                <a:cxn ang="0">
                  <a:pos x="T0" y="T1"/>
                </a:cxn>
                <a:cxn ang="0">
                  <a:pos x="T2" y="T3"/>
                </a:cxn>
                <a:cxn ang="0">
                  <a:pos x="T4" y="T5"/>
                </a:cxn>
                <a:cxn ang="0">
                  <a:pos x="T6" y="T7"/>
                </a:cxn>
                <a:cxn ang="0">
                  <a:pos x="T8" y="T9"/>
                </a:cxn>
                <a:cxn ang="0">
                  <a:pos x="T10" y="T11"/>
                </a:cxn>
                <a:cxn ang="0">
                  <a:pos x="T12" y="T13"/>
                </a:cxn>
              </a:cxnLst>
              <a:rect l="0" t="0" r="r" b="b"/>
              <a:pathLst>
                <a:path w="100" h="322">
                  <a:moveTo>
                    <a:pt x="100" y="273"/>
                  </a:moveTo>
                  <a:cubicBezTo>
                    <a:pt x="100" y="50"/>
                    <a:pt x="100" y="50"/>
                    <a:pt x="100" y="50"/>
                  </a:cubicBezTo>
                  <a:cubicBezTo>
                    <a:pt x="100" y="23"/>
                    <a:pt x="77" y="0"/>
                    <a:pt x="50" y="0"/>
                  </a:cubicBezTo>
                  <a:cubicBezTo>
                    <a:pt x="23" y="0"/>
                    <a:pt x="0" y="23"/>
                    <a:pt x="0" y="50"/>
                  </a:cubicBezTo>
                  <a:cubicBezTo>
                    <a:pt x="0" y="273"/>
                    <a:pt x="0" y="273"/>
                    <a:pt x="0" y="273"/>
                  </a:cubicBezTo>
                  <a:cubicBezTo>
                    <a:pt x="0" y="300"/>
                    <a:pt x="23" y="322"/>
                    <a:pt x="50" y="322"/>
                  </a:cubicBezTo>
                  <a:cubicBezTo>
                    <a:pt x="77" y="322"/>
                    <a:pt x="100" y="300"/>
                    <a:pt x="100" y="2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 name="Freeform 383"/>
            <p:cNvSpPr>
              <a:spLocks/>
            </p:cNvSpPr>
            <p:nvPr/>
          </p:nvSpPr>
          <p:spPr bwMode="auto">
            <a:xfrm>
              <a:off x="7573963" y="5757863"/>
              <a:ext cx="131763" cy="422275"/>
            </a:xfrm>
            <a:custGeom>
              <a:avLst/>
              <a:gdLst>
                <a:gd name="T0" fmla="*/ 100 w 100"/>
                <a:gd name="T1" fmla="*/ 50 h 322"/>
                <a:gd name="T2" fmla="*/ 50 w 100"/>
                <a:gd name="T3" fmla="*/ 0 h 322"/>
                <a:gd name="T4" fmla="*/ 0 w 100"/>
                <a:gd name="T5" fmla="*/ 50 h 322"/>
                <a:gd name="T6" fmla="*/ 0 w 100"/>
                <a:gd name="T7" fmla="*/ 273 h 322"/>
                <a:gd name="T8" fmla="*/ 50 w 100"/>
                <a:gd name="T9" fmla="*/ 322 h 322"/>
                <a:gd name="T10" fmla="*/ 100 w 100"/>
                <a:gd name="T11" fmla="*/ 273 h 322"/>
                <a:gd name="T12" fmla="*/ 100 w 100"/>
                <a:gd name="T13" fmla="*/ 50 h 322"/>
              </a:gdLst>
              <a:ahLst/>
              <a:cxnLst>
                <a:cxn ang="0">
                  <a:pos x="T0" y="T1"/>
                </a:cxn>
                <a:cxn ang="0">
                  <a:pos x="T2" y="T3"/>
                </a:cxn>
                <a:cxn ang="0">
                  <a:pos x="T4" y="T5"/>
                </a:cxn>
                <a:cxn ang="0">
                  <a:pos x="T6" y="T7"/>
                </a:cxn>
                <a:cxn ang="0">
                  <a:pos x="T8" y="T9"/>
                </a:cxn>
                <a:cxn ang="0">
                  <a:pos x="T10" y="T11"/>
                </a:cxn>
                <a:cxn ang="0">
                  <a:pos x="T12" y="T13"/>
                </a:cxn>
              </a:cxnLst>
              <a:rect l="0" t="0" r="r" b="b"/>
              <a:pathLst>
                <a:path w="100" h="322">
                  <a:moveTo>
                    <a:pt x="100" y="50"/>
                  </a:moveTo>
                  <a:cubicBezTo>
                    <a:pt x="100" y="23"/>
                    <a:pt x="77" y="0"/>
                    <a:pt x="50" y="0"/>
                  </a:cubicBezTo>
                  <a:cubicBezTo>
                    <a:pt x="23" y="0"/>
                    <a:pt x="0" y="23"/>
                    <a:pt x="0" y="50"/>
                  </a:cubicBezTo>
                  <a:cubicBezTo>
                    <a:pt x="0" y="273"/>
                    <a:pt x="0" y="273"/>
                    <a:pt x="0" y="273"/>
                  </a:cubicBezTo>
                  <a:cubicBezTo>
                    <a:pt x="0" y="300"/>
                    <a:pt x="23" y="322"/>
                    <a:pt x="50" y="322"/>
                  </a:cubicBezTo>
                  <a:cubicBezTo>
                    <a:pt x="77" y="322"/>
                    <a:pt x="100" y="300"/>
                    <a:pt x="100" y="273"/>
                  </a:cubicBezTo>
                  <a:lnTo>
                    <a:pt x="100" y="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 name="Oval 384"/>
            <p:cNvSpPr>
              <a:spLocks noChangeArrowheads="1"/>
            </p:cNvSpPr>
            <p:nvPr/>
          </p:nvSpPr>
          <p:spPr bwMode="auto">
            <a:xfrm>
              <a:off x="7446963" y="5273675"/>
              <a:ext cx="234950" cy="2365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 name="Freeform 385"/>
            <p:cNvSpPr>
              <a:spLocks noEditPoints="1"/>
            </p:cNvSpPr>
            <p:nvPr/>
          </p:nvSpPr>
          <p:spPr bwMode="auto">
            <a:xfrm>
              <a:off x="6704013" y="4562475"/>
              <a:ext cx="733425" cy="708025"/>
            </a:xfrm>
            <a:custGeom>
              <a:avLst/>
              <a:gdLst>
                <a:gd name="T0" fmla="*/ 546 w 560"/>
                <a:gd name="T1" fmla="*/ 484 h 541"/>
                <a:gd name="T2" fmla="*/ 529 w 560"/>
                <a:gd name="T3" fmla="*/ 502 h 541"/>
                <a:gd name="T4" fmla="*/ 352 w 560"/>
                <a:gd name="T5" fmla="*/ 344 h 541"/>
                <a:gd name="T6" fmla="*/ 408 w 560"/>
                <a:gd name="T7" fmla="*/ 204 h 541"/>
                <a:gd name="T8" fmla="*/ 204 w 560"/>
                <a:gd name="T9" fmla="*/ 0 h 541"/>
                <a:gd name="T10" fmla="*/ 0 w 560"/>
                <a:gd name="T11" fmla="*/ 204 h 541"/>
                <a:gd name="T12" fmla="*/ 204 w 560"/>
                <a:gd name="T13" fmla="*/ 408 h 541"/>
                <a:gd name="T14" fmla="*/ 344 w 560"/>
                <a:gd name="T15" fmla="*/ 352 h 541"/>
                <a:gd name="T16" fmla="*/ 520 w 560"/>
                <a:gd name="T17" fmla="*/ 511 h 541"/>
                <a:gd name="T18" fmla="*/ 503 w 560"/>
                <a:gd name="T19" fmla="*/ 528 h 541"/>
                <a:gd name="T20" fmla="*/ 560 w 560"/>
                <a:gd name="T21" fmla="*/ 541 h 541"/>
                <a:gd name="T22" fmla="*/ 546 w 560"/>
                <a:gd name="T23" fmla="*/ 484 h 541"/>
                <a:gd name="T24" fmla="*/ 211 w 560"/>
                <a:gd name="T25" fmla="*/ 386 h 541"/>
                <a:gd name="T26" fmla="*/ 37 w 560"/>
                <a:gd name="T27" fmla="*/ 212 h 541"/>
                <a:gd name="T28" fmla="*/ 211 w 560"/>
                <a:gd name="T29" fmla="*/ 38 h 541"/>
                <a:gd name="T30" fmla="*/ 385 w 560"/>
                <a:gd name="T31" fmla="*/ 212 h 541"/>
                <a:gd name="T32" fmla="*/ 211 w 560"/>
                <a:gd name="T33" fmla="*/ 386 h 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0" h="541">
                  <a:moveTo>
                    <a:pt x="546" y="484"/>
                  </a:moveTo>
                  <a:cubicBezTo>
                    <a:pt x="529" y="502"/>
                    <a:pt x="529" y="502"/>
                    <a:pt x="529" y="502"/>
                  </a:cubicBezTo>
                  <a:cubicBezTo>
                    <a:pt x="352" y="344"/>
                    <a:pt x="352" y="344"/>
                    <a:pt x="352" y="344"/>
                  </a:cubicBezTo>
                  <a:cubicBezTo>
                    <a:pt x="387" y="307"/>
                    <a:pt x="408" y="258"/>
                    <a:pt x="408" y="204"/>
                  </a:cubicBezTo>
                  <a:cubicBezTo>
                    <a:pt x="408" y="91"/>
                    <a:pt x="316" y="0"/>
                    <a:pt x="204" y="0"/>
                  </a:cubicBezTo>
                  <a:cubicBezTo>
                    <a:pt x="91" y="0"/>
                    <a:pt x="0" y="91"/>
                    <a:pt x="0" y="204"/>
                  </a:cubicBezTo>
                  <a:cubicBezTo>
                    <a:pt x="0" y="317"/>
                    <a:pt x="91" y="408"/>
                    <a:pt x="204" y="408"/>
                  </a:cubicBezTo>
                  <a:cubicBezTo>
                    <a:pt x="258" y="408"/>
                    <a:pt x="307" y="387"/>
                    <a:pt x="344" y="352"/>
                  </a:cubicBezTo>
                  <a:cubicBezTo>
                    <a:pt x="520" y="511"/>
                    <a:pt x="520" y="511"/>
                    <a:pt x="520" y="511"/>
                  </a:cubicBezTo>
                  <a:cubicBezTo>
                    <a:pt x="503" y="528"/>
                    <a:pt x="503" y="528"/>
                    <a:pt x="503" y="528"/>
                  </a:cubicBezTo>
                  <a:cubicBezTo>
                    <a:pt x="560" y="541"/>
                    <a:pt x="560" y="541"/>
                    <a:pt x="560" y="541"/>
                  </a:cubicBezTo>
                  <a:lnTo>
                    <a:pt x="546" y="484"/>
                  </a:lnTo>
                  <a:close/>
                  <a:moveTo>
                    <a:pt x="211" y="386"/>
                  </a:moveTo>
                  <a:cubicBezTo>
                    <a:pt x="115" y="386"/>
                    <a:pt x="37" y="308"/>
                    <a:pt x="37" y="212"/>
                  </a:cubicBezTo>
                  <a:cubicBezTo>
                    <a:pt x="37" y="116"/>
                    <a:pt x="115" y="38"/>
                    <a:pt x="211" y="38"/>
                  </a:cubicBezTo>
                  <a:cubicBezTo>
                    <a:pt x="307" y="38"/>
                    <a:pt x="385" y="116"/>
                    <a:pt x="385" y="212"/>
                  </a:cubicBezTo>
                  <a:cubicBezTo>
                    <a:pt x="385" y="308"/>
                    <a:pt x="307" y="386"/>
                    <a:pt x="211" y="3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 name="Freeform 386"/>
            <p:cNvSpPr>
              <a:spLocks noEditPoints="1"/>
            </p:cNvSpPr>
            <p:nvPr/>
          </p:nvSpPr>
          <p:spPr bwMode="auto">
            <a:xfrm>
              <a:off x="7156451" y="4286250"/>
              <a:ext cx="484188" cy="920750"/>
            </a:xfrm>
            <a:custGeom>
              <a:avLst/>
              <a:gdLst>
                <a:gd name="T0" fmla="*/ 318 w 369"/>
                <a:gd name="T1" fmla="*/ 276 h 703"/>
                <a:gd name="T2" fmla="*/ 276 w 369"/>
                <a:gd name="T3" fmla="*/ 51 h 703"/>
                <a:gd name="T4" fmla="*/ 51 w 369"/>
                <a:gd name="T5" fmla="*/ 93 h 703"/>
                <a:gd name="T6" fmla="*/ 93 w 369"/>
                <a:gd name="T7" fmla="*/ 318 h 703"/>
                <a:gd name="T8" fmla="*/ 208 w 369"/>
                <a:gd name="T9" fmla="*/ 345 h 703"/>
                <a:gd name="T10" fmla="*/ 256 w 369"/>
                <a:gd name="T11" fmla="*/ 665 h 703"/>
                <a:gd name="T12" fmla="*/ 236 w 369"/>
                <a:gd name="T13" fmla="*/ 669 h 703"/>
                <a:gd name="T14" fmla="*/ 268 w 369"/>
                <a:gd name="T15" fmla="*/ 703 h 703"/>
                <a:gd name="T16" fmla="*/ 285 w 369"/>
                <a:gd name="T17" fmla="*/ 659 h 703"/>
                <a:gd name="T18" fmla="*/ 268 w 369"/>
                <a:gd name="T19" fmla="*/ 663 h 703"/>
                <a:gd name="T20" fmla="*/ 220 w 369"/>
                <a:gd name="T21" fmla="*/ 343 h 703"/>
                <a:gd name="T22" fmla="*/ 318 w 369"/>
                <a:gd name="T23" fmla="*/ 276 h 703"/>
                <a:gd name="T24" fmla="*/ 108 w 369"/>
                <a:gd name="T25" fmla="*/ 307 h 703"/>
                <a:gd name="T26" fmla="*/ 72 w 369"/>
                <a:gd name="T27" fmla="*/ 115 h 703"/>
                <a:gd name="T28" fmla="*/ 264 w 369"/>
                <a:gd name="T29" fmla="*/ 79 h 703"/>
                <a:gd name="T30" fmla="*/ 300 w 369"/>
                <a:gd name="T31" fmla="*/ 271 h 703"/>
                <a:gd name="T32" fmla="*/ 108 w 369"/>
                <a:gd name="T33" fmla="*/ 307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69" h="703">
                  <a:moveTo>
                    <a:pt x="318" y="276"/>
                  </a:moveTo>
                  <a:cubicBezTo>
                    <a:pt x="369" y="202"/>
                    <a:pt x="350" y="102"/>
                    <a:pt x="276" y="51"/>
                  </a:cubicBezTo>
                  <a:cubicBezTo>
                    <a:pt x="202" y="0"/>
                    <a:pt x="101" y="19"/>
                    <a:pt x="51" y="93"/>
                  </a:cubicBezTo>
                  <a:cubicBezTo>
                    <a:pt x="0" y="167"/>
                    <a:pt x="19" y="268"/>
                    <a:pt x="93" y="318"/>
                  </a:cubicBezTo>
                  <a:cubicBezTo>
                    <a:pt x="128" y="342"/>
                    <a:pt x="169" y="351"/>
                    <a:pt x="208" y="345"/>
                  </a:cubicBezTo>
                  <a:cubicBezTo>
                    <a:pt x="256" y="665"/>
                    <a:pt x="256" y="665"/>
                    <a:pt x="256" y="665"/>
                  </a:cubicBezTo>
                  <a:cubicBezTo>
                    <a:pt x="236" y="669"/>
                    <a:pt x="236" y="669"/>
                    <a:pt x="236" y="669"/>
                  </a:cubicBezTo>
                  <a:cubicBezTo>
                    <a:pt x="268" y="703"/>
                    <a:pt x="268" y="703"/>
                    <a:pt x="268" y="703"/>
                  </a:cubicBezTo>
                  <a:cubicBezTo>
                    <a:pt x="285" y="659"/>
                    <a:pt x="285" y="659"/>
                    <a:pt x="285" y="659"/>
                  </a:cubicBezTo>
                  <a:cubicBezTo>
                    <a:pt x="268" y="663"/>
                    <a:pt x="268" y="663"/>
                    <a:pt x="268" y="663"/>
                  </a:cubicBezTo>
                  <a:cubicBezTo>
                    <a:pt x="220" y="343"/>
                    <a:pt x="220" y="343"/>
                    <a:pt x="220" y="343"/>
                  </a:cubicBezTo>
                  <a:cubicBezTo>
                    <a:pt x="258" y="334"/>
                    <a:pt x="294" y="311"/>
                    <a:pt x="318" y="276"/>
                  </a:cubicBezTo>
                  <a:close/>
                  <a:moveTo>
                    <a:pt x="108" y="307"/>
                  </a:moveTo>
                  <a:cubicBezTo>
                    <a:pt x="45" y="264"/>
                    <a:pt x="29" y="178"/>
                    <a:pt x="72" y="115"/>
                  </a:cubicBezTo>
                  <a:cubicBezTo>
                    <a:pt x="115" y="52"/>
                    <a:pt x="201" y="36"/>
                    <a:pt x="264" y="79"/>
                  </a:cubicBezTo>
                  <a:cubicBezTo>
                    <a:pt x="327" y="122"/>
                    <a:pt x="343" y="208"/>
                    <a:pt x="300" y="271"/>
                  </a:cubicBezTo>
                  <a:cubicBezTo>
                    <a:pt x="257" y="334"/>
                    <a:pt x="171" y="350"/>
                    <a:pt x="108" y="3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 name="Freeform 387"/>
            <p:cNvSpPr>
              <a:spLocks noEditPoints="1"/>
            </p:cNvSpPr>
            <p:nvPr/>
          </p:nvSpPr>
          <p:spPr bwMode="auto">
            <a:xfrm>
              <a:off x="7694613" y="4854575"/>
              <a:ext cx="762000" cy="511175"/>
            </a:xfrm>
            <a:custGeom>
              <a:avLst/>
              <a:gdLst>
                <a:gd name="T0" fmla="*/ 463 w 582"/>
                <a:gd name="T1" fmla="*/ 42 h 391"/>
                <a:gd name="T2" fmla="*/ 233 w 582"/>
                <a:gd name="T3" fmla="*/ 119 h 391"/>
                <a:gd name="T4" fmla="*/ 222 w 582"/>
                <a:gd name="T5" fmla="*/ 244 h 391"/>
                <a:gd name="T6" fmla="*/ 38 w 582"/>
                <a:gd name="T7" fmla="*/ 318 h 391"/>
                <a:gd name="T8" fmla="*/ 31 w 582"/>
                <a:gd name="T9" fmla="*/ 299 h 391"/>
                <a:gd name="T10" fmla="*/ 0 w 582"/>
                <a:gd name="T11" fmla="*/ 338 h 391"/>
                <a:gd name="T12" fmla="*/ 48 w 582"/>
                <a:gd name="T13" fmla="*/ 349 h 391"/>
                <a:gd name="T14" fmla="*/ 42 w 582"/>
                <a:gd name="T15" fmla="*/ 329 h 391"/>
                <a:gd name="T16" fmla="*/ 226 w 582"/>
                <a:gd name="T17" fmla="*/ 256 h 391"/>
                <a:gd name="T18" fmla="*/ 310 w 582"/>
                <a:gd name="T19" fmla="*/ 349 h 391"/>
                <a:gd name="T20" fmla="*/ 540 w 582"/>
                <a:gd name="T21" fmla="*/ 271 h 391"/>
                <a:gd name="T22" fmla="*/ 463 w 582"/>
                <a:gd name="T23" fmla="*/ 42 h 391"/>
                <a:gd name="T24" fmla="*/ 514 w 582"/>
                <a:gd name="T25" fmla="*/ 261 h 391"/>
                <a:gd name="T26" fmla="*/ 318 w 582"/>
                <a:gd name="T27" fmla="*/ 327 h 391"/>
                <a:gd name="T28" fmla="*/ 252 w 582"/>
                <a:gd name="T29" fmla="*/ 132 h 391"/>
                <a:gd name="T30" fmla="*/ 448 w 582"/>
                <a:gd name="T31" fmla="*/ 66 h 391"/>
                <a:gd name="T32" fmla="*/ 514 w 582"/>
                <a:gd name="T33" fmla="*/ 261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2" h="391">
                  <a:moveTo>
                    <a:pt x="463" y="42"/>
                  </a:moveTo>
                  <a:cubicBezTo>
                    <a:pt x="378" y="0"/>
                    <a:pt x="275" y="34"/>
                    <a:pt x="233" y="119"/>
                  </a:cubicBezTo>
                  <a:cubicBezTo>
                    <a:pt x="213" y="160"/>
                    <a:pt x="210" y="204"/>
                    <a:pt x="222" y="244"/>
                  </a:cubicBezTo>
                  <a:cubicBezTo>
                    <a:pt x="38" y="318"/>
                    <a:pt x="38" y="318"/>
                    <a:pt x="38" y="318"/>
                  </a:cubicBezTo>
                  <a:cubicBezTo>
                    <a:pt x="31" y="299"/>
                    <a:pt x="31" y="299"/>
                    <a:pt x="31" y="299"/>
                  </a:cubicBezTo>
                  <a:cubicBezTo>
                    <a:pt x="0" y="338"/>
                    <a:pt x="0" y="338"/>
                    <a:pt x="0" y="338"/>
                  </a:cubicBezTo>
                  <a:cubicBezTo>
                    <a:pt x="48" y="349"/>
                    <a:pt x="48" y="349"/>
                    <a:pt x="48" y="349"/>
                  </a:cubicBezTo>
                  <a:cubicBezTo>
                    <a:pt x="42" y="329"/>
                    <a:pt x="42" y="329"/>
                    <a:pt x="42" y="329"/>
                  </a:cubicBezTo>
                  <a:cubicBezTo>
                    <a:pt x="226" y="256"/>
                    <a:pt x="226" y="256"/>
                    <a:pt x="226" y="256"/>
                  </a:cubicBezTo>
                  <a:cubicBezTo>
                    <a:pt x="241" y="295"/>
                    <a:pt x="270" y="329"/>
                    <a:pt x="310" y="349"/>
                  </a:cubicBezTo>
                  <a:cubicBezTo>
                    <a:pt x="395" y="391"/>
                    <a:pt x="498" y="356"/>
                    <a:pt x="540" y="271"/>
                  </a:cubicBezTo>
                  <a:cubicBezTo>
                    <a:pt x="582" y="187"/>
                    <a:pt x="547" y="84"/>
                    <a:pt x="463" y="42"/>
                  </a:cubicBezTo>
                  <a:close/>
                  <a:moveTo>
                    <a:pt x="514" y="261"/>
                  </a:moveTo>
                  <a:cubicBezTo>
                    <a:pt x="478" y="334"/>
                    <a:pt x="391" y="363"/>
                    <a:pt x="318" y="327"/>
                  </a:cubicBezTo>
                  <a:cubicBezTo>
                    <a:pt x="246" y="292"/>
                    <a:pt x="217" y="204"/>
                    <a:pt x="252" y="132"/>
                  </a:cubicBezTo>
                  <a:cubicBezTo>
                    <a:pt x="288" y="59"/>
                    <a:pt x="376" y="30"/>
                    <a:pt x="448" y="66"/>
                  </a:cubicBezTo>
                  <a:cubicBezTo>
                    <a:pt x="520" y="101"/>
                    <a:pt x="550" y="189"/>
                    <a:pt x="514" y="2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 name="Freeform 388"/>
            <p:cNvSpPr>
              <a:spLocks noEditPoints="1"/>
            </p:cNvSpPr>
            <p:nvPr/>
          </p:nvSpPr>
          <p:spPr bwMode="auto">
            <a:xfrm>
              <a:off x="7581901" y="4413250"/>
              <a:ext cx="574675" cy="804863"/>
            </a:xfrm>
            <a:custGeom>
              <a:avLst/>
              <a:gdLst>
                <a:gd name="T0" fmla="*/ 274 w 439"/>
                <a:gd name="T1" fmla="*/ 398 h 615"/>
                <a:gd name="T2" fmla="*/ 413 w 439"/>
                <a:gd name="T3" fmla="*/ 165 h 615"/>
                <a:gd name="T4" fmla="*/ 180 w 439"/>
                <a:gd name="T5" fmla="*/ 26 h 615"/>
                <a:gd name="T6" fmla="*/ 41 w 439"/>
                <a:gd name="T7" fmla="*/ 259 h 615"/>
                <a:gd name="T8" fmla="*/ 124 w 439"/>
                <a:gd name="T9" fmla="*/ 374 h 615"/>
                <a:gd name="T10" fmla="*/ 20 w 439"/>
                <a:gd name="T11" fmla="*/ 571 h 615"/>
                <a:gd name="T12" fmla="*/ 0 w 439"/>
                <a:gd name="T13" fmla="*/ 560 h 615"/>
                <a:gd name="T14" fmla="*/ 2 w 439"/>
                <a:gd name="T15" fmla="*/ 615 h 615"/>
                <a:gd name="T16" fmla="*/ 51 w 439"/>
                <a:gd name="T17" fmla="*/ 589 h 615"/>
                <a:gd name="T18" fmla="*/ 31 w 439"/>
                <a:gd name="T19" fmla="*/ 578 h 615"/>
                <a:gd name="T20" fmla="*/ 134 w 439"/>
                <a:gd name="T21" fmla="*/ 380 h 615"/>
                <a:gd name="T22" fmla="*/ 274 w 439"/>
                <a:gd name="T23" fmla="*/ 398 h 615"/>
                <a:gd name="T24" fmla="*/ 66 w 439"/>
                <a:gd name="T25" fmla="*/ 256 h 615"/>
                <a:gd name="T26" fmla="*/ 185 w 439"/>
                <a:gd name="T27" fmla="*/ 57 h 615"/>
                <a:gd name="T28" fmla="*/ 384 w 439"/>
                <a:gd name="T29" fmla="*/ 176 h 615"/>
                <a:gd name="T30" fmla="*/ 265 w 439"/>
                <a:gd name="T31" fmla="*/ 374 h 615"/>
                <a:gd name="T32" fmla="*/ 66 w 439"/>
                <a:gd name="T33" fmla="*/ 256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39" h="615">
                  <a:moveTo>
                    <a:pt x="274" y="398"/>
                  </a:moveTo>
                  <a:cubicBezTo>
                    <a:pt x="377" y="372"/>
                    <a:pt x="439" y="268"/>
                    <a:pt x="413" y="165"/>
                  </a:cubicBezTo>
                  <a:cubicBezTo>
                    <a:pt x="387" y="62"/>
                    <a:pt x="283" y="0"/>
                    <a:pt x="180" y="26"/>
                  </a:cubicBezTo>
                  <a:cubicBezTo>
                    <a:pt x="77" y="52"/>
                    <a:pt x="15" y="157"/>
                    <a:pt x="41" y="259"/>
                  </a:cubicBezTo>
                  <a:cubicBezTo>
                    <a:pt x="53" y="309"/>
                    <a:pt x="84" y="349"/>
                    <a:pt x="124" y="374"/>
                  </a:cubicBezTo>
                  <a:cubicBezTo>
                    <a:pt x="20" y="571"/>
                    <a:pt x="20" y="571"/>
                    <a:pt x="20" y="571"/>
                  </a:cubicBezTo>
                  <a:cubicBezTo>
                    <a:pt x="0" y="560"/>
                    <a:pt x="0" y="560"/>
                    <a:pt x="0" y="560"/>
                  </a:cubicBezTo>
                  <a:cubicBezTo>
                    <a:pt x="2" y="615"/>
                    <a:pt x="2" y="615"/>
                    <a:pt x="2" y="615"/>
                  </a:cubicBezTo>
                  <a:cubicBezTo>
                    <a:pt x="51" y="589"/>
                    <a:pt x="51" y="589"/>
                    <a:pt x="51" y="589"/>
                  </a:cubicBezTo>
                  <a:cubicBezTo>
                    <a:pt x="31" y="578"/>
                    <a:pt x="31" y="578"/>
                    <a:pt x="31" y="578"/>
                  </a:cubicBezTo>
                  <a:cubicBezTo>
                    <a:pt x="134" y="380"/>
                    <a:pt x="134" y="380"/>
                    <a:pt x="134" y="380"/>
                  </a:cubicBezTo>
                  <a:cubicBezTo>
                    <a:pt x="175" y="403"/>
                    <a:pt x="225" y="411"/>
                    <a:pt x="274" y="398"/>
                  </a:cubicBezTo>
                  <a:close/>
                  <a:moveTo>
                    <a:pt x="66" y="256"/>
                  </a:moveTo>
                  <a:cubicBezTo>
                    <a:pt x="44" y="168"/>
                    <a:pt x="97" y="79"/>
                    <a:pt x="185" y="57"/>
                  </a:cubicBezTo>
                  <a:cubicBezTo>
                    <a:pt x="273" y="35"/>
                    <a:pt x="362" y="88"/>
                    <a:pt x="384" y="176"/>
                  </a:cubicBezTo>
                  <a:cubicBezTo>
                    <a:pt x="406" y="263"/>
                    <a:pt x="353" y="352"/>
                    <a:pt x="265" y="374"/>
                  </a:cubicBezTo>
                  <a:cubicBezTo>
                    <a:pt x="178" y="397"/>
                    <a:pt x="89" y="344"/>
                    <a:pt x="66" y="2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 name="Freeform 389"/>
            <p:cNvSpPr>
              <a:spLocks/>
            </p:cNvSpPr>
            <p:nvPr/>
          </p:nvSpPr>
          <p:spPr bwMode="auto">
            <a:xfrm>
              <a:off x="6910388" y="5237163"/>
              <a:ext cx="66675" cy="125413"/>
            </a:xfrm>
            <a:custGeom>
              <a:avLst/>
              <a:gdLst>
                <a:gd name="T0" fmla="*/ 29 w 42"/>
                <a:gd name="T1" fmla="*/ 47 h 79"/>
                <a:gd name="T2" fmla="*/ 10 w 42"/>
                <a:gd name="T3" fmla="*/ 0 h 79"/>
                <a:gd name="T4" fmla="*/ 0 w 42"/>
                <a:gd name="T5" fmla="*/ 0 h 79"/>
                <a:gd name="T6" fmla="*/ 0 w 42"/>
                <a:gd name="T7" fmla="*/ 79 h 79"/>
                <a:gd name="T8" fmla="*/ 9 w 42"/>
                <a:gd name="T9" fmla="*/ 79 h 79"/>
                <a:gd name="T10" fmla="*/ 9 w 42"/>
                <a:gd name="T11" fmla="*/ 24 h 79"/>
                <a:gd name="T12" fmla="*/ 32 w 42"/>
                <a:gd name="T13" fmla="*/ 79 h 79"/>
                <a:gd name="T14" fmla="*/ 42 w 42"/>
                <a:gd name="T15" fmla="*/ 79 h 79"/>
                <a:gd name="T16" fmla="*/ 42 w 42"/>
                <a:gd name="T17" fmla="*/ 0 h 79"/>
                <a:gd name="T18" fmla="*/ 29 w 42"/>
                <a:gd name="T19" fmla="*/ 0 h 79"/>
                <a:gd name="T20" fmla="*/ 29 w 42"/>
                <a:gd name="T21" fmla="*/ 47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79">
                  <a:moveTo>
                    <a:pt x="29" y="47"/>
                  </a:moveTo>
                  <a:lnTo>
                    <a:pt x="10" y="0"/>
                  </a:lnTo>
                  <a:lnTo>
                    <a:pt x="0" y="0"/>
                  </a:lnTo>
                  <a:lnTo>
                    <a:pt x="0" y="79"/>
                  </a:lnTo>
                  <a:lnTo>
                    <a:pt x="9" y="79"/>
                  </a:lnTo>
                  <a:lnTo>
                    <a:pt x="9" y="24"/>
                  </a:lnTo>
                  <a:lnTo>
                    <a:pt x="32" y="79"/>
                  </a:lnTo>
                  <a:lnTo>
                    <a:pt x="42" y="79"/>
                  </a:lnTo>
                  <a:lnTo>
                    <a:pt x="42" y="0"/>
                  </a:lnTo>
                  <a:lnTo>
                    <a:pt x="29" y="0"/>
                  </a:lnTo>
                  <a:lnTo>
                    <a:pt x="29"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 name="Freeform 390"/>
            <p:cNvSpPr>
              <a:spLocks noEditPoints="1"/>
            </p:cNvSpPr>
            <p:nvPr/>
          </p:nvSpPr>
          <p:spPr bwMode="auto">
            <a:xfrm>
              <a:off x="6992938" y="5232400"/>
              <a:ext cx="74613" cy="130175"/>
            </a:xfrm>
            <a:custGeom>
              <a:avLst/>
              <a:gdLst>
                <a:gd name="T0" fmla="*/ 56 w 56"/>
                <a:gd name="T1" fmla="*/ 32 h 100"/>
                <a:gd name="T2" fmla="*/ 50 w 56"/>
                <a:gd name="T3" fmla="*/ 9 h 100"/>
                <a:gd name="T4" fmla="*/ 29 w 56"/>
                <a:gd name="T5" fmla="*/ 0 h 100"/>
                <a:gd name="T6" fmla="*/ 7 w 56"/>
                <a:gd name="T7" fmla="*/ 9 h 100"/>
                <a:gd name="T8" fmla="*/ 0 w 56"/>
                <a:gd name="T9" fmla="*/ 32 h 100"/>
                <a:gd name="T10" fmla="*/ 0 w 56"/>
                <a:gd name="T11" fmla="*/ 67 h 100"/>
                <a:gd name="T12" fmla="*/ 6 w 56"/>
                <a:gd name="T13" fmla="*/ 90 h 100"/>
                <a:gd name="T14" fmla="*/ 28 w 56"/>
                <a:gd name="T15" fmla="*/ 100 h 100"/>
                <a:gd name="T16" fmla="*/ 50 w 56"/>
                <a:gd name="T17" fmla="*/ 90 h 100"/>
                <a:gd name="T18" fmla="*/ 56 w 56"/>
                <a:gd name="T19" fmla="*/ 67 h 100"/>
                <a:gd name="T20" fmla="*/ 56 w 56"/>
                <a:gd name="T21" fmla="*/ 32 h 100"/>
                <a:gd name="T22" fmla="*/ 38 w 56"/>
                <a:gd name="T23" fmla="*/ 80 h 100"/>
                <a:gd name="T24" fmla="*/ 28 w 56"/>
                <a:gd name="T25" fmla="*/ 85 h 100"/>
                <a:gd name="T26" fmla="*/ 18 w 56"/>
                <a:gd name="T27" fmla="*/ 80 h 100"/>
                <a:gd name="T28" fmla="*/ 16 w 56"/>
                <a:gd name="T29" fmla="*/ 67 h 100"/>
                <a:gd name="T30" fmla="*/ 16 w 56"/>
                <a:gd name="T31" fmla="*/ 32 h 100"/>
                <a:gd name="T32" fmla="*/ 18 w 56"/>
                <a:gd name="T33" fmla="*/ 19 h 100"/>
                <a:gd name="T34" fmla="*/ 28 w 56"/>
                <a:gd name="T35" fmla="*/ 14 h 100"/>
                <a:gd name="T36" fmla="*/ 38 w 56"/>
                <a:gd name="T37" fmla="*/ 19 h 100"/>
                <a:gd name="T38" fmla="*/ 40 w 56"/>
                <a:gd name="T39" fmla="*/ 32 h 100"/>
                <a:gd name="T40" fmla="*/ 40 w 56"/>
                <a:gd name="T41" fmla="*/ 67 h 100"/>
                <a:gd name="T42" fmla="*/ 38 w 56"/>
                <a:gd name="T43" fmla="*/ 8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6" h="100">
                  <a:moveTo>
                    <a:pt x="56" y="32"/>
                  </a:moveTo>
                  <a:cubicBezTo>
                    <a:pt x="56" y="21"/>
                    <a:pt x="54" y="14"/>
                    <a:pt x="50" y="9"/>
                  </a:cubicBezTo>
                  <a:cubicBezTo>
                    <a:pt x="45" y="3"/>
                    <a:pt x="38" y="0"/>
                    <a:pt x="29" y="0"/>
                  </a:cubicBezTo>
                  <a:cubicBezTo>
                    <a:pt x="19" y="0"/>
                    <a:pt x="11" y="3"/>
                    <a:pt x="7" y="9"/>
                  </a:cubicBezTo>
                  <a:cubicBezTo>
                    <a:pt x="3" y="14"/>
                    <a:pt x="0" y="21"/>
                    <a:pt x="0" y="32"/>
                  </a:cubicBezTo>
                  <a:cubicBezTo>
                    <a:pt x="0" y="67"/>
                    <a:pt x="0" y="67"/>
                    <a:pt x="0" y="67"/>
                  </a:cubicBezTo>
                  <a:cubicBezTo>
                    <a:pt x="0" y="78"/>
                    <a:pt x="2" y="85"/>
                    <a:pt x="6" y="90"/>
                  </a:cubicBezTo>
                  <a:cubicBezTo>
                    <a:pt x="11" y="96"/>
                    <a:pt x="19" y="100"/>
                    <a:pt x="28" y="100"/>
                  </a:cubicBezTo>
                  <a:cubicBezTo>
                    <a:pt x="37" y="100"/>
                    <a:pt x="45" y="96"/>
                    <a:pt x="50" y="90"/>
                  </a:cubicBezTo>
                  <a:cubicBezTo>
                    <a:pt x="54" y="85"/>
                    <a:pt x="56" y="78"/>
                    <a:pt x="56" y="67"/>
                  </a:cubicBezTo>
                  <a:lnTo>
                    <a:pt x="56" y="32"/>
                  </a:lnTo>
                  <a:close/>
                  <a:moveTo>
                    <a:pt x="38" y="80"/>
                  </a:moveTo>
                  <a:cubicBezTo>
                    <a:pt x="36" y="83"/>
                    <a:pt x="33" y="85"/>
                    <a:pt x="28" y="85"/>
                  </a:cubicBezTo>
                  <a:cubicBezTo>
                    <a:pt x="24" y="85"/>
                    <a:pt x="20" y="83"/>
                    <a:pt x="18" y="80"/>
                  </a:cubicBezTo>
                  <a:cubicBezTo>
                    <a:pt x="17" y="77"/>
                    <a:pt x="16" y="75"/>
                    <a:pt x="16" y="67"/>
                  </a:cubicBezTo>
                  <a:cubicBezTo>
                    <a:pt x="16" y="32"/>
                    <a:pt x="16" y="32"/>
                    <a:pt x="16" y="32"/>
                  </a:cubicBezTo>
                  <a:cubicBezTo>
                    <a:pt x="16" y="24"/>
                    <a:pt x="17" y="22"/>
                    <a:pt x="18" y="19"/>
                  </a:cubicBezTo>
                  <a:cubicBezTo>
                    <a:pt x="20" y="16"/>
                    <a:pt x="24" y="14"/>
                    <a:pt x="28" y="14"/>
                  </a:cubicBezTo>
                  <a:cubicBezTo>
                    <a:pt x="32" y="14"/>
                    <a:pt x="36" y="16"/>
                    <a:pt x="38" y="19"/>
                  </a:cubicBezTo>
                  <a:cubicBezTo>
                    <a:pt x="39" y="22"/>
                    <a:pt x="40" y="24"/>
                    <a:pt x="40" y="32"/>
                  </a:cubicBezTo>
                  <a:cubicBezTo>
                    <a:pt x="40" y="67"/>
                    <a:pt x="40" y="67"/>
                    <a:pt x="40" y="67"/>
                  </a:cubicBezTo>
                  <a:cubicBezTo>
                    <a:pt x="40" y="75"/>
                    <a:pt x="40" y="77"/>
                    <a:pt x="38"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 name="Freeform 391"/>
            <p:cNvSpPr>
              <a:spLocks/>
            </p:cNvSpPr>
            <p:nvPr/>
          </p:nvSpPr>
          <p:spPr bwMode="auto">
            <a:xfrm>
              <a:off x="8081963" y="5049838"/>
              <a:ext cx="77788" cy="125413"/>
            </a:xfrm>
            <a:custGeom>
              <a:avLst/>
              <a:gdLst>
                <a:gd name="T0" fmla="*/ 25 w 49"/>
                <a:gd name="T1" fmla="*/ 33 h 79"/>
                <a:gd name="T2" fmla="*/ 14 w 49"/>
                <a:gd name="T3" fmla="*/ 0 h 79"/>
                <a:gd name="T4" fmla="*/ 0 w 49"/>
                <a:gd name="T5" fmla="*/ 0 h 79"/>
                <a:gd name="T6" fmla="*/ 17 w 49"/>
                <a:gd name="T7" fmla="*/ 46 h 79"/>
                <a:gd name="T8" fmla="*/ 17 w 49"/>
                <a:gd name="T9" fmla="*/ 79 h 79"/>
                <a:gd name="T10" fmla="*/ 30 w 49"/>
                <a:gd name="T11" fmla="*/ 79 h 79"/>
                <a:gd name="T12" fmla="*/ 30 w 49"/>
                <a:gd name="T13" fmla="*/ 46 h 79"/>
                <a:gd name="T14" fmla="*/ 49 w 49"/>
                <a:gd name="T15" fmla="*/ 0 h 79"/>
                <a:gd name="T16" fmla="*/ 36 w 49"/>
                <a:gd name="T17" fmla="*/ 0 h 79"/>
                <a:gd name="T18" fmla="*/ 25 w 49"/>
                <a:gd name="T19" fmla="*/ 3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79">
                  <a:moveTo>
                    <a:pt x="25" y="33"/>
                  </a:moveTo>
                  <a:lnTo>
                    <a:pt x="14" y="0"/>
                  </a:lnTo>
                  <a:lnTo>
                    <a:pt x="0" y="0"/>
                  </a:lnTo>
                  <a:lnTo>
                    <a:pt x="17" y="46"/>
                  </a:lnTo>
                  <a:lnTo>
                    <a:pt x="17" y="79"/>
                  </a:lnTo>
                  <a:lnTo>
                    <a:pt x="30" y="79"/>
                  </a:lnTo>
                  <a:lnTo>
                    <a:pt x="30" y="46"/>
                  </a:lnTo>
                  <a:lnTo>
                    <a:pt x="49" y="0"/>
                  </a:lnTo>
                  <a:lnTo>
                    <a:pt x="36" y="0"/>
                  </a:lnTo>
                  <a:lnTo>
                    <a:pt x="25"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 name="Freeform 392"/>
            <p:cNvSpPr>
              <a:spLocks/>
            </p:cNvSpPr>
            <p:nvPr/>
          </p:nvSpPr>
          <p:spPr bwMode="auto">
            <a:xfrm>
              <a:off x="8170863" y="5049838"/>
              <a:ext cx="58738" cy="125413"/>
            </a:xfrm>
            <a:custGeom>
              <a:avLst/>
              <a:gdLst>
                <a:gd name="T0" fmla="*/ 0 w 37"/>
                <a:gd name="T1" fmla="*/ 79 h 79"/>
                <a:gd name="T2" fmla="*/ 37 w 37"/>
                <a:gd name="T3" fmla="*/ 79 h 79"/>
                <a:gd name="T4" fmla="*/ 37 w 37"/>
                <a:gd name="T5" fmla="*/ 69 h 79"/>
                <a:gd name="T6" fmla="*/ 14 w 37"/>
                <a:gd name="T7" fmla="*/ 69 h 79"/>
                <a:gd name="T8" fmla="*/ 14 w 37"/>
                <a:gd name="T9" fmla="*/ 42 h 79"/>
                <a:gd name="T10" fmla="*/ 30 w 37"/>
                <a:gd name="T11" fmla="*/ 42 h 79"/>
                <a:gd name="T12" fmla="*/ 30 w 37"/>
                <a:gd name="T13" fmla="*/ 33 h 79"/>
                <a:gd name="T14" fmla="*/ 14 w 37"/>
                <a:gd name="T15" fmla="*/ 33 h 79"/>
                <a:gd name="T16" fmla="*/ 14 w 37"/>
                <a:gd name="T17" fmla="*/ 9 h 79"/>
                <a:gd name="T18" fmla="*/ 37 w 37"/>
                <a:gd name="T19" fmla="*/ 9 h 79"/>
                <a:gd name="T20" fmla="*/ 37 w 37"/>
                <a:gd name="T21" fmla="*/ 0 h 79"/>
                <a:gd name="T22" fmla="*/ 0 w 37"/>
                <a:gd name="T23" fmla="*/ 0 h 79"/>
                <a:gd name="T24" fmla="*/ 0 w 37"/>
                <a:gd name="T25"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 h="79">
                  <a:moveTo>
                    <a:pt x="0" y="79"/>
                  </a:moveTo>
                  <a:lnTo>
                    <a:pt x="37" y="79"/>
                  </a:lnTo>
                  <a:lnTo>
                    <a:pt x="37" y="69"/>
                  </a:lnTo>
                  <a:lnTo>
                    <a:pt x="14" y="69"/>
                  </a:lnTo>
                  <a:lnTo>
                    <a:pt x="14" y="42"/>
                  </a:lnTo>
                  <a:lnTo>
                    <a:pt x="30" y="42"/>
                  </a:lnTo>
                  <a:lnTo>
                    <a:pt x="30" y="33"/>
                  </a:lnTo>
                  <a:lnTo>
                    <a:pt x="14" y="33"/>
                  </a:lnTo>
                  <a:lnTo>
                    <a:pt x="14" y="9"/>
                  </a:lnTo>
                  <a:lnTo>
                    <a:pt x="37" y="9"/>
                  </a:lnTo>
                  <a:lnTo>
                    <a:pt x="37" y="0"/>
                  </a:lnTo>
                  <a:lnTo>
                    <a:pt x="0" y="0"/>
                  </a:lnTo>
                  <a:lnTo>
                    <a:pt x="0" y="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 name="Freeform 393"/>
            <p:cNvSpPr>
              <a:spLocks/>
            </p:cNvSpPr>
            <p:nvPr/>
          </p:nvSpPr>
          <p:spPr bwMode="auto">
            <a:xfrm>
              <a:off x="8240713" y="5043488"/>
              <a:ext cx="73025" cy="131763"/>
            </a:xfrm>
            <a:custGeom>
              <a:avLst/>
              <a:gdLst>
                <a:gd name="T0" fmla="*/ 35 w 56"/>
                <a:gd name="T1" fmla="*/ 44 h 100"/>
                <a:gd name="T2" fmla="*/ 22 w 56"/>
                <a:gd name="T3" fmla="*/ 33 h 100"/>
                <a:gd name="T4" fmla="*/ 18 w 56"/>
                <a:gd name="T5" fmla="*/ 24 h 100"/>
                <a:gd name="T6" fmla="*/ 28 w 56"/>
                <a:gd name="T7" fmla="*/ 14 h 100"/>
                <a:gd name="T8" fmla="*/ 41 w 56"/>
                <a:gd name="T9" fmla="*/ 28 h 100"/>
                <a:gd name="T10" fmla="*/ 55 w 56"/>
                <a:gd name="T11" fmla="*/ 24 h 100"/>
                <a:gd name="T12" fmla="*/ 28 w 56"/>
                <a:gd name="T13" fmla="*/ 0 h 100"/>
                <a:gd name="T14" fmla="*/ 3 w 56"/>
                <a:gd name="T15" fmla="*/ 23 h 100"/>
                <a:gd name="T16" fmla="*/ 8 w 56"/>
                <a:gd name="T17" fmla="*/ 40 h 100"/>
                <a:gd name="T18" fmla="*/ 26 w 56"/>
                <a:gd name="T19" fmla="*/ 55 h 100"/>
                <a:gd name="T20" fmla="*/ 40 w 56"/>
                <a:gd name="T21" fmla="*/ 74 h 100"/>
                <a:gd name="T22" fmla="*/ 29 w 56"/>
                <a:gd name="T23" fmla="*/ 85 h 100"/>
                <a:gd name="T24" fmla="*/ 14 w 56"/>
                <a:gd name="T25" fmla="*/ 68 h 100"/>
                <a:gd name="T26" fmla="*/ 0 w 56"/>
                <a:gd name="T27" fmla="*/ 72 h 100"/>
                <a:gd name="T28" fmla="*/ 29 w 56"/>
                <a:gd name="T29" fmla="*/ 100 h 100"/>
                <a:gd name="T30" fmla="*/ 56 w 56"/>
                <a:gd name="T31" fmla="*/ 75 h 100"/>
                <a:gd name="T32" fmla="*/ 49 w 56"/>
                <a:gd name="T33" fmla="*/ 57 h 100"/>
                <a:gd name="T34" fmla="*/ 35 w 56"/>
                <a:gd name="T35" fmla="*/ 44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6" h="100">
                  <a:moveTo>
                    <a:pt x="35" y="44"/>
                  </a:moveTo>
                  <a:cubicBezTo>
                    <a:pt x="25" y="36"/>
                    <a:pt x="25" y="36"/>
                    <a:pt x="22" y="33"/>
                  </a:cubicBezTo>
                  <a:cubicBezTo>
                    <a:pt x="20" y="31"/>
                    <a:pt x="18" y="27"/>
                    <a:pt x="18" y="24"/>
                  </a:cubicBezTo>
                  <a:cubicBezTo>
                    <a:pt x="18" y="18"/>
                    <a:pt x="22" y="14"/>
                    <a:pt x="28" y="14"/>
                  </a:cubicBezTo>
                  <a:cubicBezTo>
                    <a:pt x="34" y="14"/>
                    <a:pt x="38" y="18"/>
                    <a:pt x="41" y="28"/>
                  </a:cubicBezTo>
                  <a:cubicBezTo>
                    <a:pt x="55" y="24"/>
                    <a:pt x="55" y="24"/>
                    <a:pt x="55" y="24"/>
                  </a:cubicBezTo>
                  <a:cubicBezTo>
                    <a:pt x="51" y="8"/>
                    <a:pt x="42" y="0"/>
                    <a:pt x="28" y="0"/>
                  </a:cubicBezTo>
                  <a:cubicBezTo>
                    <a:pt x="13" y="0"/>
                    <a:pt x="3" y="9"/>
                    <a:pt x="3" y="23"/>
                  </a:cubicBezTo>
                  <a:cubicBezTo>
                    <a:pt x="3" y="29"/>
                    <a:pt x="4" y="35"/>
                    <a:pt x="8" y="40"/>
                  </a:cubicBezTo>
                  <a:cubicBezTo>
                    <a:pt x="12" y="44"/>
                    <a:pt x="12" y="45"/>
                    <a:pt x="26" y="55"/>
                  </a:cubicBezTo>
                  <a:cubicBezTo>
                    <a:pt x="37" y="64"/>
                    <a:pt x="40" y="68"/>
                    <a:pt x="40" y="74"/>
                  </a:cubicBezTo>
                  <a:cubicBezTo>
                    <a:pt x="40" y="81"/>
                    <a:pt x="36" y="85"/>
                    <a:pt x="29" y="85"/>
                  </a:cubicBezTo>
                  <a:cubicBezTo>
                    <a:pt x="21" y="85"/>
                    <a:pt x="16" y="80"/>
                    <a:pt x="14" y="68"/>
                  </a:cubicBezTo>
                  <a:cubicBezTo>
                    <a:pt x="0" y="72"/>
                    <a:pt x="0" y="72"/>
                    <a:pt x="0" y="72"/>
                  </a:cubicBezTo>
                  <a:cubicBezTo>
                    <a:pt x="3" y="91"/>
                    <a:pt x="12" y="100"/>
                    <a:pt x="29" y="100"/>
                  </a:cubicBezTo>
                  <a:cubicBezTo>
                    <a:pt x="45" y="100"/>
                    <a:pt x="56" y="90"/>
                    <a:pt x="56" y="75"/>
                  </a:cubicBezTo>
                  <a:cubicBezTo>
                    <a:pt x="56" y="68"/>
                    <a:pt x="53" y="62"/>
                    <a:pt x="49" y="57"/>
                  </a:cubicBezTo>
                  <a:cubicBezTo>
                    <a:pt x="46" y="53"/>
                    <a:pt x="43" y="50"/>
                    <a:pt x="35"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 name="Freeform 394"/>
            <p:cNvSpPr>
              <a:spLocks noEditPoints="1"/>
            </p:cNvSpPr>
            <p:nvPr/>
          </p:nvSpPr>
          <p:spPr bwMode="auto">
            <a:xfrm>
              <a:off x="7307263" y="4454525"/>
              <a:ext cx="79375" cy="155575"/>
            </a:xfrm>
            <a:custGeom>
              <a:avLst/>
              <a:gdLst>
                <a:gd name="T0" fmla="*/ 30 w 60"/>
                <a:gd name="T1" fmla="*/ 0 h 118"/>
                <a:gd name="T2" fmla="*/ 6 w 60"/>
                <a:gd name="T3" fmla="*/ 11 h 118"/>
                <a:gd name="T4" fmla="*/ 0 w 60"/>
                <a:gd name="T5" fmla="*/ 38 h 118"/>
                <a:gd name="T6" fmla="*/ 0 w 60"/>
                <a:gd name="T7" fmla="*/ 80 h 118"/>
                <a:gd name="T8" fmla="*/ 6 w 60"/>
                <a:gd name="T9" fmla="*/ 107 h 118"/>
                <a:gd name="T10" fmla="*/ 30 w 60"/>
                <a:gd name="T11" fmla="*/ 118 h 118"/>
                <a:gd name="T12" fmla="*/ 54 w 60"/>
                <a:gd name="T13" fmla="*/ 107 h 118"/>
                <a:gd name="T14" fmla="*/ 60 w 60"/>
                <a:gd name="T15" fmla="*/ 80 h 118"/>
                <a:gd name="T16" fmla="*/ 60 w 60"/>
                <a:gd name="T17" fmla="*/ 38 h 118"/>
                <a:gd name="T18" fmla="*/ 54 w 60"/>
                <a:gd name="T19" fmla="*/ 11 h 118"/>
                <a:gd name="T20" fmla="*/ 30 w 60"/>
                <a:gd name="T21" fmla="*/ 0 h 118"/>
                <a:gd name="T22" fmla="*/ 44 w 60"/>
                <a:gd name="T23" fmla="*/ 80 h 118"/>
                <a:gd name="T24" fmla="*/ 42 w 60"/>
                <a:gd name="T25" fmla="*/ 95 h 118"/>
                <a:gd name="T26" fmla="*/ 30 w 60"/>
                <a:gd name="T27" fmla="*/ 101 h 118"/>
                <a:gd name="T28" fmla="*/ 19 w 60"/>
                <a:gd name="T29" fmla="*/ 95 h 118"/>
                <a:gd name="T30" fmla="*/ 16 w 60"/>
                <a:gd name="T31" fmla="*/ 80 h 118"/>
                <a:gd name="T32" fmla="*/ 16 w 60"/>
                <a:gd name="T33" fmla="*/ 39 h 118"/>
                <a:gd name="T34" fmla="*/ 19 w 60"/>
                <a:gd name="T35" fmla="*/ 23 h 118"/>
                <a:gd name="T36" fmla="*/ 30 w 60"/>
                <a:gd name="T37" fmla="*/ 17 h 118"/>
                <a:gd name="T38" fmla="*/ 42 w 60"/>
                <a:gd name="T39" fmla="*/ 23 h 118"/>
                <a:gd name="T40" fmla="*/ 44 w 60"/>
                <a:gd name="T41" fmla="*/ 39 h 118"/>
                <a:gd name="T42" fmla="*/ 44 w 60"/>
                <a:gd name="T43" fmla="*/ 8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0" h="118">
                  <a:moveTo>
                    <a:pt x="30" y="0"/>
                  </a:moveTo>
                  <a:cubicBezTo>
                    <a:pt x="19" y="0"/>
                    <a:pt x="11" y="4"/>
                    <a:pt x="6" y="11"/>
                  </a:cubicBezTo>
                  <a:cubicBezTo>
                    <a:pt x="1" y="18"/>
                    <a:pt x="0" y="25"/>
                    <a:pt x="0" y="38"/>
                  </a:cubicBezTo>
                  <a:cubicBezTo>
                    <a:pt x="0" y="80"/>
                    <a:pt x="0" y="80"/>
                    <a:pt x="0" y="80"/>
                  </a:cubicBezTo>
                  <a:cubicBezTo>
                    <a:pt x="0" y="93"/>
                    <a:pt x="1" y="101"/>
                    <a:pt x="6" y="107"/>
                  </a:cubicBezTo>
                  <a:cubicBezTo>
                    <a:pt x="11" y="114"/>
                    <a:pt x="19" y="118"/>
                    <a:pt x="30" y="118"/>
                  </a:cubicBezTo>
                  <a:cubicBezTo>
                    <a:pt x="41" y="118"/>
                    <a:pt x="49" y="114"/>
                    <a:pt x="54" y="107"/>
                  </a:cubicBezTo>
                  <a:cubicBezTo>
                    <a:pt x="59" y="101"/>
                    <a:pt x="60" y="93"/>
                    <a:pt x="60" y="80"/>
                  </a:cubicBezTo>
                  <a:cubicBezTo>
                    <a:pt x="60" y="38"/>
                    <a:pt x="60" y="38"/>
                    <a:pt x="60" y="38"/>
                  </a:cubicBezTo>
                  <a:cubicBezTo>
                    <a:pt x="60" y="25"/>
                    <a:pt x="59" y="18"/>
                    <a:pt x="54" y="11"/>
                  </a:cubicBezTo>
                  <a:cubicBezTo>
                    <a:pt x="49" y="4"/>
                    <a:pt x="41" y="0"/>
                    <a:pt x="30" y="0"/>
                  </a:cubicBezTo>
                  <a:close/>
                  <a:moveTo>
                    <a:pt x="44" y="80"/>
                  </a:moveTo>
                  <a:cubicBezTo>
                    <a:pt x="44" y="89"/>
                    <a:pt x="44" y="92"/>
                    <a:pt x="42" y="95"/>
                  </a:cubicBezTo>
                  <a:cubicBezTo>
                    <a:pt x="40" y="99"/>
                    <a:pt x="35" y="101"/>
                    <a:pt x="30" y="101"/>
                  </a:cubicBezTo>
                  <a:cubicBezTo>
                    <a:pt x="25" y="101"/>
                    <a:pt x="21" y="99"/>
                    <a:pt x="19" y="95"/>
                  </a:cubicBezTo>
                  <a:cubicBezTo>
                    <a:pt x="17" y="92"/>
                    <a:pt x="16" y="89"/>
                    <a:pt x="16" y="80"/>
                  </a:cubicBezTo>
                  <a:cubicBezTo>
                    <a:pt x="16" y="39"/>
                    <a:pt x="16" y="39"/>
                    <a:pt x="16" y="39"/>
                  </a:cubicBezTo>
                  <a:cubicBezTo>
                    <a:pt x="16" y="30"/>
                    <a:pt x="17" y="26"/>
                    <a:pt x="19" y="23"/>
                  </a:cubicBezTo>
                  <a:cubicBezTo>
                    <a:pt x="21" y="19"/>
                    <a:pt x="25" y="17"/>
                    <a:pt x="30" y="17"/>
                  </a:cubicBezTo>
                  <a:cubicBezTo>
                    <a:pt x="35" y="17"/>
                    <a:pt x="39" y="19"/>
                    <a:pt x="42" y="23"/>
                  </a:cubicBezTo>
                  <a:cubicBezTo>
                    <a:pt x="43" y="27"/>
                    <a:pt x="44" y="29"/>
                    <a:pt x="44" y="39"/>
                  </a:cubicBezTo>
                  <a:lnTo>
                    <a:pt x="44" y="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 name="Freeform 395"/>
            <p:cNvSpPr>
              <a:spLocks/>
            </p:cNvSpPr>
            <p:nvPr/>
          </p:nvSpPr>
          <p:spPr bwMode="auto">
            <a:xfrm>
              <a:off x="7407276" y="4457700"/>
              <a:ext cx="87313" cy="152400"/>
            </a:xfrm>
            <a:custGeom>
              <a:avLst/>
              <a:gdLst>
                <a:gd name="T0" fmla="*/ 53 w 55"/>
                <a:gd name="T1" fmla="*/ 0 h 96"/>
                <a:gd name="T2" fmla="*/ 37 w 55"/>
                <a:gd name="T3" fmla="*/ 0 h 96"/>
                <a:gd name="T4" fmla="*/ 16 w 55"/>
                <a:gd name="T5" fmla="*/ 39 h 96"/>
                <a:gd name="T6" fmla="*/ 16 w 55"/>
                <a:gd name="T7" fmla="*/ 0 h 96"/>
                <a:gd name="T8" fmla="*/ 0 w 55"/>
                <a:gd name="T9" fmla="*/ 0 h 96"/>
                <a:gd name="T10" fmla="*/ 0 w 55"/>
                <a:gd name="T11" fmla="*/ 96 h 96"/>
                <a:gd name="T12" fmla="*/ 16 w 55"/>
                <a:gd name="T13" fmla="*/ 96 h 96"/>
                <a:gd name="T14" fmla="*/ 16 w 55"/>
                <a:gd name="T15" fmla="*/ 63 h 96"/>
                <a:gd name="T16" fmla="*/ 24 w 55"/>
                <a:gd name="T17" fmla="*/ 50 h 96"/>
                <a:gd name="T18" fmla="*/ 40 w 55"/>
                <a:gd name="T19" fmla="*/ 96 h 96"/>
                <a:gd name="T20" fmla="*/ 55 w 55"/>
                <a:gd name="T21" fmla="*/ 96 h 96"/>
                <a:gd name="T22" fmla="*/ 33 w 55"/>
                <a:gd name="T23" fmla="*/ 35 h 96"/>
                <a:gd name="T24" fmla="*/ 53 w 55"/>
                <a:gd name="T25"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5" h="96">
                  <a:moveTo>
                    <a:pt x="53" y="0"/>
                  </a:moveTo>
                  <a:lnTo>
                    <a:pt x="37" y="0"/>
                  </a:lnTo>
                  <a:lnTo>
                    <a:pt x="16" y="39"/>
                  </a:lnTo>
                  <a:lnTo>
                    <a:pt x="16" y="0"/>
                  </a:lnTo>
                  <a:lnTo>
                    <a:pt x="0" y="0"/>
                  </a:lnTo>
                  <a:lnTo>
                    <a:pt x="0" y="96"/>
                  </a:lnTo>
                  <a:lnTo>
                    <a:pt x="16" y="96"/>
                  </a:lnTo>
                  <a:lnTo>
                    <a:pt x="16" y="63"/>
                  </a:lnTo>
                  <a:lnTo>
                    <a:pt x="24" y="50"/>
                  </a:lnTo>
                  <a:lnTo>
                    <a:pt x="40" y="96"/>
                  </a:lnTo>
                  <a:lnTo>
                    <a:pt x="55" y="96"/>
                  </a:lnTo>
                  <a:lnTo>
                    <a:pt x="33" y="35"/>
                  </a:lnTo>
                  <a:lnTo>
                    <a:pt x="5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 name="Freeform 396"/>
            <p:cNvSpPr>
              <a:spLocks/>
            </p:cNvSpPr>
            <p:nvPr/>
          </p:nvSpPr>
          <p:spPr bwMode="auto">
            <a:xfrm>
              <a:off x="7718426" y="4635500"/>
              <a:ext cx="101600" cy="109538"/>
            </a:xfrm>
            <a:custGeom>
              <a:avLst/>
              <a:gdLst>
                <a:gd name="T0" fmla="*/ 46 w 64"/>
                <a:gd name="T1" fmla="*/ 46 h 69"/>
                <a:gd name="T2" fmla="*/ 36 w 64"/>
                <a:gd name="T3" fmla="*/ 0 h 69"/>
                <a:gd name="T4" fmla="*/ 27 w 64"/>
                <a:gd name="T5" fmla="*/ 0 h 69"/>
                <a:gd name="T6" fmla="*/ 18 w 64"/>
                <a:gd name="T7" fmla="*/ 46 h 69"/>
                <a:gd name="T8" fmla="*/ 11 w 64"/>
                <a:gd name="T9" fmla="*/ 0 h 69"/>
                <a:gd name="T10" fmla="*/ 0 w 64"/>
                <a:gd name="T11" fmla="*/ 0 h 69"/>
                <a:gd name="T12" fmla="*/ 13 w 64"/>
                <a:gd name="T13" fmla="*/ 69 h 69"/>
                <a:gd name="T14" fmla="*/ 23 w 64"/>
                <a:gd name="T15" fmla="*/ 69 h 69"/>
                <a:gd name="T16" fmla="*/ 32 w 64"/>
                <a:gd name="T17" fmla="*/ 22 h 69"/>
                <a:gd name="T18" fmla="*/ 41 w 64"/>
                <a:gd name="T19" fmla="*/ 69 h 69"/>
                <a:gd name="T20" fmla="*/ 51 w 64"/>
                <a:gd name="T21" fmla="*/ 69 h 69"/>
                <a:gd name="T22" fmla="*/ 64 w 64"/>
                <a:gd name="T23" fmla="*/ 0 h 69"/>
                <a:gd name="T24" fmla="*/ 53 w 64"/>
                <a:gd name="T25" fmla="*/ 0 h 69"/>
                <a:gd name="T26" fmla="*/ 46 w 64"/>
                <a:gd name="T27" fmla="*/ 4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69">
                  <a:moveTo>
                    <a:pt x="46" y="46"/>
                  </a:moveTo>
                  <a:lnTo>
                    <a:pt x="36" y="0"/>
                  </a:lnTo>
                  <a:lnTo>
                    <a:pt x="27" y="0"/>
                  </a:lnTo>
                  <a:lnTo>
                    <a:pt x="18" y="46"/>
                  </a:lnTo>
                  <a:lnTo>
                    <a:pt x="11" y="0"/>
                  </a:lnTo>
                  <a:lnTo>
                    <a:pt x="0" y="0"/>
                  </a:lnTo>
                  <a:lnTo>
                    <a:pt x="13" y="69"/>
                  </a:lnTo>
                  <a:lnTo>
                    <a:pt x="23" y="69"/>
                  </a:lnTo>
                  <a:lnTo>
                    <a:pt x="32" y="22"/>
                  </a:lnTo>
                  <a:lnTo>
                    <a:pt x="41" y="69"/>
                  </a:lnTo>
                  <a:lnTo>
                    <a:pt x="51" y="69"/>
                  </a:lnTo>
                  <a:lnTo>
                    <a:pt x="64" y="0"/>
                  </a:lnTo>
                  <a:lnTo>
                    <a:pt x="53" y="0"/>
                  </a:lnTo>
                  <a:lnTo>
                    <a:pt x="46"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 name="Freeform 397"/>
            <p:cNvSpPr>
              <a:spLocks/>
            </p:cNvSpPr>
            <p:nvPr/>
          </p:nvSpPr>
          <p:spPr bwMode="auto">
            <a:xfrm>
              <a:off x="7831138" y="4635500"/>
              <a:ext cx="63500" cy="109538"/>
            </a:xfrm>
            <a:custGeom>
              <a:avLst/>
              <a:gdLst>
                <a:gd name="T0" fmla="*/ 40 w 40"/>
                <a:gd name="T1" fmla="*/ 69 h 69"/>
                <a:gd name="T2" fmla="*/ 40 w 40"/>
                <a:gd name="T3" fmla="*/ 0 h 69"/>
                <a:gd name="T4" fmla="*/ 26 w 40"/>
                <a:gd name="T5" fmla="*/ 0 h 69"/>
                <a:gd name="T6" fmla="*/ 26 w 40"/>
                <a:gd name="T7" fmla="*/ 30 h 69"/>
                <a:gd name="T8" fmla="*/ 13 w 40"/>
                <a:gd name="T9" fmla="*/ 30 h 69"/>
                <a:gd name="T10" fmla="*/ 13 w 40"/>
                <a:gd name="T11" fmla="*/ 0 h 69"/>
                <a:gd name="T12" fmla="*/ 0 w 40"/>
                <a:gd name="T13" fmla="*/ 0 h 69"/>
                <a:gd name="T14" fmla="*/ 0 w 40"/>
                <a:gd name="T15" fmla="*/ 69 h 69"/>
                <a:gd name="T16" fmla="*/ 13 w 40"/>
                <a:gd name="T17" fmla="*/ 69 h 69"/>
                <a:gd name="T18" fmla="*/ 13 w 40"/>
                <a:gd name="T19" fmla="*/ 40 h 69"/>
                <a:gd name="T20" fmla="*/ 26 w 40"/>
                <a:gd name="T21" fmla="*/ 40 h 69"/>
                <a:gd name="T22" fmla="*/ 26 w 40"/>
                <a:gd name="T23" fmla="*/ 69 h 69"/>
                <a:gd name="T24" fmla="*/ 40 w 40"/>
                <a:gd name="T25"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 h="69">
                  <a:moveTo>
                    <a:pt x="40" y="69"/>
                  </a:moveTo>
                  <a:lnTo>
                    <a:pt x="40" y="0"/>
                  </a:lnTo>
                  <a:lnTo>
                    <a:pt x="26" y="0"/>
                  </a:lnTo>
                  <a:lnTo>
                    <a:pt x="26" y="30"/>
                  </a:lnTo>
                  <a:lnTo>
                    <a:pt x="13" y="30"/>
                  </a:lnTo>
                  <a:lnTo>
                    <a:pt x="13" y="0"/>
                  </a:lnTo>
                  <a:lnTo>
                    <a:pt x="0" y="0"/>
                  </a:lnTo>
                  <a:lnTo>
                    <a:pt x="0" y="69"/>
                  </a:lnTo>
                  <a:lnTo>
                    <a:pt x="13" y="69"/>
                  </a:lnTo>
                  <a:lnTo>
                    <a:pt x="13" y="40"/>
                  </a:lnTo>
                  <a:lnTo>
                    <a:pt x="26" y="40"/>
                  </a:lnTo>
                  <a:lnTo>
                    <a:pt x="26" y="69"/>
                  </a:lnTo>
                  <a:lnTo>
                    <a:pt x="40"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 name="Freeform 398"/>
            <p:cNvSpPr>
              <a:spLocks noEditPoints="1"/>
            </p:cNvSpPr>
            <p:nvPr/>
          </p:nvSpPr>
          <p:spPr bwMode="auto">
            <a:xfrm>
              <a:off x="7905751" y="4635500"/>
              <a:ext cx="69850" cy="109538"/>
            </a:xfrm>
            <a:custGeom>
              <a:avLst/>
              <a:gdLst>
                <a:gd name="T0" fmla="*/ 14 w 44"/>
                <a:gd name="T1" fmla="*/ 56 h 69"/>
                <a:gd name="T2" fmla="*/ 29 w 44"/>
                <a:gd name="T3" fmla="*/ 56 h 69"/>
                <a:gd name="T4" fmla="*/ 32 w 44"/>
                <a:gd name="T5" fmla="*/ 69 h 69"/>
                <a:gd name="T6" fmla="*/ 44 w 44"/>
                <a:gd name="T7" fmla="*/ 69 h 69"/>
                <a:gd name="T8" fmla="*/ 29 w 44"/>
                <a:gd name="T9" fmla="*/ 0 h 69"/>
                <a:gd name="T10" fmla="*/ 14 w 44"/>
                <a:gd name="T11" fmla="*/ 0 h 69"/>
                <a:gd name="T12" fmla="*/ 0 w 44"/>
                <a:gd name="T13" fmla="*/ 69 h 69"/>
                <a:gd name="T14" fmla="*/ 12 w 44"/>
                <a:gd name="T15" fmla="*/ 69 h 69"/>
                <a:gd name="T16" fmla="*/ 14 w 44"/>
                <a:gd name="T17" fmla="*/ 56 h 69"/>
                <a:gd name="T18" fmla="*/ 22 w 44"/>
                <a:gd name="T19" fmla="*/ 14 h 69"/>
                <a:gd name="T20" fmla="*/ 27 w 44"/>
                <a:gd name="T21" fmla="*/ 46 h 69"/>
                <a:gd name="T22" fmla="*/ 16 w 44"/>
                <a:gd name="T23" fmla="*/ 46 h 69"/>
                <a:gd name="T24" fmla="*/ 22 w 44"/>
                <a:gd name="T25" fmla="*/ 1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69">
                  <a:moveTo>
                    <a:pt x="14" y="56"/>
                  </a:moveTo>
                  <a:lnTo>
                    <a:pt x="29" y="56"/>
                  </a:lnTo>
                  <a:lnTo>
                    <a:pt x="32" y="69"/>
                  </a:lnTo>
                  <a:lnTo>
                    <a:pt x="44" y="69"/>
                  </a:lnTo>
                  <a:lnTo>
                    <a:pt x="29" y="0"/>
                  </a:lnTo>
                  <a:lnTo>
                    <a:pt x="14" y="0"/>
                  </a:lnTo>
                  <a:lnTo>
                    <a:pt x="0" y="69"/>
                  </a:lnTo>
                  <a:lnTo>
                    <a:pt x="12" y="69"/>
                  </a:lnTo>
                  <a:lnTo>
                    <a:pt x="14" y="56"/>
                  </a:lnTo>
                  <a:close/>
                  <a:moveTo>
                    <a:pt x="22" y="14"/>
                  </a:moveTo>
                  <a:lnTo>
                    <a:pt x="27" y="46"/>
                  </a:lnTo>
                  <a:lnTo>
                    <a:pt x="16" y="46"/>
                  </a:lnTo>
                  <a:lnTo>
                    <a:pt x="22"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 name="Freeform 399"/>
            <p:cNvSpPr>
              <a:spLocks/>
            </p:cNvSpPr>
            <p:nvPr/>
          </p:nvSpPr>
          <p:spPr bwMode="auto">
            <a:xfrm>
              <a:off x="7972426" y="4635500"/>
              <a:ext cx="63500" cy="109538"/>
            </a:xfrm>
            <a:custGeom>
              <a:avLst/>
              <a:gdLst>
                <a:gd name="T0" fmla="*/ 17 w 40"/>
                <a:gd name="T1" fmla="*/ 69 h 69"/>
                <a:gd name="T2" fmla="*/ 27 w 40"/>
                <a:gd name="T3" fmla="*/ 69 h 69"/>
                <a:gd name="T4" fmla="*/ 27 w 40"/>
                <a:gd name="T5" fmla="*/ 10 h 69"/>
                <a:gd name="T6" fmla="*/ 40 w 40"/>
                <a:gd name="T7" fmla="*/ 10 h 69"/>
                <a:gd name="T8" fmla="*/ 40 w 40"/>
                <a:gd name="T9" fmla="*/ 0 h 69"/>
                <a:gd name="T10" fmla="*/ 0 w 40"/>
                <a:gd name="T11" fmla="*/ 0 h 69"/>
                <a:gd name="T12" fmla="*/ 0 w 40"/>
                <a:gd name="T13" fmla="*/ 10 h 69"/>
                <a:gd name="T14" fmla="*/ 17 w 40"/>
                <a:gd name="T15" fmla="*/ 10 h 69"/>
                <a:gd name="T16" fmla="*/ 17 w 40"/>
                <a:gd name="T17"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69">
                  <a:moveTo>
                    <a:pt x="17" y="69"/>
                  </a:moveTo>
                  <a:lnTo>
                    <a:pt x="27" y="69"/>
                  </a:lnTo>
                  <a:lnTo>
                    <a:pt x="27" y="10"/>
                  </a:lnTo>
                  <a:lnTo>
                    <a:pt x="40" y="10"/>
                  </a:lnTo>
                  <a:lnTo>
                    <a:pt x="40" y="0"/>
                  </a:lnTo>
                  <a:lnTo>
                    <a:pt x="0" y="0"/>
                  </a:lnTo>
                  <a:lnTo>
                    <a:pt x="0" y="10"/>
                  </a:lnTo>
                  <a:lnTo>
                    <a:pt x="17" y="10"/>
                  </a:lnTo>
                  <a:lnTo>
                    <a:pt x="17"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 name="Freeform 400"/>
            <p:cNvSpPr>
              <a:spLocks noEditPoints="1"/>
            </p:cNvSpPr>
            <p:nvPr/>
          </p:nvSpPr>
          <p:spPr bwMode="auto">
            <a:xfrm>
              <a:off x="6815138" y="4776788"/>
              <a:ext cx="63500" cy="115888"/>
            </a:xfrm>
            <a:custGeom>
              <a:avLst/>
              <a:gdLst>
                <a:gd name="T0" fmla="*/ 21 w 48"/>
                <a:gd name="T1" fmla="*/ 0 h 88"/>
                <a:gd name="T2" fmla="*/ 0 w 48"/>
                <a:gd name="T3" fmla="*/ 0 h 88"/>
                <a:gd name="T4" fmla="*/ 0 w 48"/>
                <a:gd name="T5" fmla="*/ 88 h 88"/>
                <a:gd name="T6" fmla="*/ 21 w 48"/>
                <a:gd name="T7" fmla="*/ 88 h 88"/>
                <a:gd name="T8" fmla="*/ 48 w 48"/>
                <a:gd name="T9" fmla="*/ 60 h 88"/>
                <a:gd name="T10" fmla="*/ 48 w 48"/>
                <a:gd name="T11" fmla="*/ 27 h 88"/>
                <a:gd name="T12" fmla="*/ 21 w 48"/>
                <a:gd name="T13" fmla="*/ 0 h 88"/>
                <a:gd name="T14" fmla="*/ 32 w 48"/>
                <a:gd name="T15" fmla="*/ 56 h 88"/>
                <a:gd name="T16" fmla="*/ 20 w 48"/>
                <a:gd name="T17" fmla="*/ 76 h 88"/>
                <a:gd name="T18" fmla="*/ 12 w 48"/>
                <a:gd name="T19" fmla="*/ 76 h 88"/>
                <a:gd name="T20" fmla="*/ 12 w 48"/>
                <a:gd name="T21" fmla="*/ 12 h 88"/>
                <a:gd name="T22" fmla="*/ 20 w 48"/>
                <a:gd name="T23" fmla="*/ 12 h 88"/>
                <a:gd name="T24" fmla="*/ 32 w 48"/>
                <a:gd name="T25" fmla="*/ 30 h 88"/>
                <a:gd name="T26" fmla="*/ 32 w 48"/>
                <a:gd name="T27" fmla="*/ 5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 h="88">
                  <a:moveTo>
                    <a:pt x="21" y="0"/>
                  </a:moveTo>
                  <a:cubicBezTo>
                    <a:pt x="0" y="0"/>
                    <a:pt x="0" y="0"/>
                    <a:pt x="0" y="0"/>
                  </a:cubicBezTo>
                  <a:cubicBezTo>
                    <a:pt x="0" y="88"/>
                    <a:pt x="0" y="88"/>
                    <a:pt x="0" y="88"/>
                  </a:cubicBezTo>
                  <a:cubicBezTo>
                    <a:pt x="21" y="88"/>
                    <a:pt x="21" y="88"/>
                    <a:pt x="21" y="88"/>
                  </a:cubicBezTo>
                  <a:cubicBezTo>
                    <a:pt x="38" y="88"/>
                    <a:pt x="48" y="79"/>
                    <a:pt x="48" y="60"/>
                  </a:cubicBezTo>
                  <a:cubicBezTo>
                    <a:pt x="48" y="27"/>
                    <a:pt x="48" y="27"/>
                    <a:pt x="48" y="27"/>
                  </a:cubicBezTo>
                  <a:cubicBezTo>
                    <a:pt x="48" y="8"/>
                    <a:pt x="38" y="0"/>
                    <a:pt x="21" y="0"/>
                  </a:cubicBezTo>
                  <a:close/>
                  <a:moveTo>
                    <a:pt x="32" y="56"/>
                  </a:moveTo>
                  <a:cubicBezTo>
                    <a:pt x="32" y="70"/>
                    <a:pt x="30" y="76"/>
                    <a:pt x="20" y="76"/>
                  </a:cubicBezTo>
                  <a:cubicBezTo>
                    <a:pt x="12" y="76"/>
                    <a:pt x="12" y="76"/>
                    <a:pt x="12" y="76"/>
                  </a:cubicBezTo>
                  <a:cubicBezTo>
                    <a:pt x="12" y="12"/>
                    <a:pt x="12" y="12"/>
                    <a:pt x="12" y="12"/>
                  </a:cubicBezTo>
                  <a:cubicBezTo>
                    <a:pt x="20" y="12"/>
                    <a:pt x="20" y="12"/>
                    <a:pt x="20" y="12"/>
                  </a:cubicBezTo>
                  <a:cubicBezTo>
                    <a:pt x="30" y="12"/>
                    <a:pt x="32" y="16"/>
                    <a:pt x="32" y="30"/>
                  </a:cubicBezTo>
                  <a:lnTo>
                    <a:pt x="32" y="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 name="Freeform 401"/>
            <p:cNvSpPr>
              <a:spLocks noEditPoints="1"/>
            </p:cNvSpPr>
            <p:nvPr/>
          </p:nvSpPr>
          <p:spPr bwMode="auto">
            <a:xfrm>
              <a:off x="6894513" y="4773613"/>
              <a:ext cx="61913" cy="119063"/>
            </a:xfrm>
            <a:custGeom>
              <a:avLst/>
              <a:gdLst>
                <a:gd name="T0" fmla="*/ 23 w 48"/>
                <a:gd name="T1" fmla="*/ 0 h 91"/>
                <a:gd name="T2" fmla="*/ 4 w 48"/>
                <a:gd name="T3" fmla="*/ 8 h 91"/>
                <a:gd name="T4" fmla="*/ 0 w 48"/>
                <a:gd name="T5" fmla="*/ 29 h 91"/>
                <a:gd name="T6" fmla="*/ 0 w 48"/>
                <a:gd name="T7" fmla="*/ 62 h 91"/>
                <a:gd name="T8" fmla="*/ 4 w 48"/>
                <a:gd name="T9" fmla="*/ 83 h 91"/>
                <a:gd name="T10" fmla="*/ 23 w 48"/>
                <a:gd name="T11" fmla="*/ 91 h 91"/>
                <a:gd name="T12" fmla="*/ 43 w 48"/>
                <a:gd name="T13" fmla="*/ 83 h 91"/>
                <a:gd name="T14" fmla="*/ 48 w 48"/>
                <a:gd name="T15" fmla="*/ 62 h 91"/>
                <a:gd name="T16" fmla="*/ 48 w 48"/>
                <a:gd name="T17" fmla="*/ 29 h 91"/>
                <a:gd name="T18" fmla="*/ 42 w 48"/>
                <a:gd name="T19" fmla="*/ 8 h 91"/>
                <a:gd name="T20" fmla="*/ 23 w 48"/>
                <a:gd name="T21" fmla="*/ 0 h 91"/>
                <a:gd name="T22" fmla="*/ 32 w 48"/>
                <a:gd name="T23" fmla="*/ 61 h 91"/>
                <a:gd name="T24" fmla="*/ 31 w 48"/>
                <a:gd name="T25" fmla="*/ 73 h 91"/>
                <a:gd name="T26" fmla="*/ 22 w 48"/>
                <a:gd name="T27" fmla="*/ 78 h 91"/>
                <a:gd name="T28" fmla="*/ 14 w 48"/>
                <a:gd name="T29" fmla="*/ 73 h 91"/>
                <a:gd name="T30" fmla="*/ 12 w 48"/>
                <a:gd name="T31" fmla="*/ 61 h 91"/>
                <a:gd name="T32" fmla="*/ 12 w 48"/>
                <a:gd name="T33" fmla="*/ 29 h 91"/>
                <a:gd name="T34" fmla="*/ 14 w 48"/>
                <a:gd name="T35" fmla="*/ 17 h 91"/>
                <a:gd name="T36" fmla="*/ 23 w 48"/>
                <a:gd name="T37" fmla="*/ 12 h 91"/>
                <a:gd name="T38" fmla="*/ 31 w 48"/>
                <a:gd name="T39" fmla="*/ 17 h 91"/>
                <a:gd name="T40" fmla="*/ 32 w 48"/>
                <a:gd name="T41" fmla="*/ 29 h 91"/>
                <a:gd name="T42" fmla="*/ 32 w 48"/>
                <a:gd name="T43" fmla="*/ 6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8" h="91">
                  <a:moveTo>
                    <a:pt x="23" y="0"/>
                  </a:moveTo>
                  <a:cubicBezTo>
                    <a:pt x="14" y="0"/>
                    <a:pt x="8" y="3"/>
                    <a:pt x="4" y="8"/>
                  </a:cubicBezTo>
                  <a:cubicBezTo>
                    <a:pt x="1" y="13"/>
                    <a:pt x="0" y="19"/>
                    <a:pt x="0" y="29"/>
                  </a:cubicBezTo>
                  <a:cubicBezTo>
                    <a:pt x="0" y="62"/>
                    <a:pt x="0" y="62"/>
                    <a:pt x="0" y="62"/>
                  </a:cubicBezTo>
                  <a:cubicBezTo>
                    <a:pt x="0" y="71"/>
                    <a:pt x="1" y="77"/>
                    <a:pt x="4" y="83"/>
                  </a:cubicBezTo>
                  <a:cubicBezTo>
                    <a:pt x="8" y="88"/>
                    <a:pt x="14" y="91"/>
                    <a:pt x="23" y="91"/>
                  </a:cubicBezTo>
                  <a:cubicBezTo>
                    <a:pt x="31" y="91"/>
                    <a:pt x="39" y="88"/>
                    <a:pt x="43" y="83"/>
                  </a:cubicBezTo>
                  <a:cubicBezTo>
                    <a:pt x="46" y="77"/>
                    <a:pt x="48" y="71"/>
                    <a:pt x="48" y="62"/>
                  </a:cubicBezTo>
                  <a:cubicBezTo>
                    <a:pt x="48" y="29"/>
                    <a:pt x="48" y="29"/>
                    <a:pt x="48" y="29"/>
                  </a:cubicBezTo>
                  <a:cubicBezTo>
                    <a:pt x="48" y="19"/>
                    <a:pt x="46" y="13"/>
                    <a:pt x="42" y="8"/>
                  </a:cubicBezTo>
                  <a:cubicBezTo>
                    <a:pt x="38" y="3"/>
                    <a:pt x="31" y="0"/>
                    <a:pt x="23" y="0"/>
                  </a:cubicBezTo>
                  <a:close/>
                  <a:moveTo>
                    <a:pt x="32" y="61"/>
                  </a:moveTo>
                  <a:cubicBezTo>
                    <a:pt x="32" y="68"/>
                    <a:pt x="32" y="71"/>
                    <a:pt x="31" y="73"/>
                  </a:cubicBezTo>
                  <a:cubicBezTo>
                    <a:pt x="29" y="76"/>
                    <a:pt x="26" y="78"/>
                    <a:pt x="22" y="78"/>
                  </a:cubicBezTo>
                  <a:cubicBezTo>
                    <a:pt x="18" y="78"/>
                    <a:pt x="15" y="76"/>
                    <a:pt x="14" y="73"/>
                  </a:cubicBezTo>
                  <a:cubicBezTo>
                    <a:pt x="12" y="71"/>
                    <a:pt x="12" y="68"/>
                    <a:pt x="12" y="61"/>
                  </a:cubicBezTo>
                  <a:cubicBezTo>
                    <a:pt x="12" y="29"/>
                    <a:pt x="12" y="29"/>
                    <a:pt x="12" y="29"/>
                  </a:cubicBezTo>
                  <a:cubicBezTo>
                    <a:pt x="12" y="22"/>
                    <a:pt x="12" y="20"/>
                    <a:pt x="14" y="17"/>
                  </a:cubicBezTo>
                  <a:cubicBezTo>
                    <a:pt x="15" y="14"/>
                    <a:pt x="19" y="12"/>
                    <a:pt x="23" y="12"/>
                  </a:cubicBezTo>
                  <a:cubicBezTo>
                    <a:pt x="26" y="12"/>
                    <a:pt x="29" y="14"/>
                    <a:pt x="31" y="17"/>
                  </a:cubicBezTo>
                  <a:cubicBezTo>
                    <a:pt x="32" y="20"/>
                    <a:pt x="32" y="22"/>
                    <a:pt x="32" y="29"/>
                  </a:cubicBezTo>
                  <a:lnTo>
                    <a:pt x="32"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 name="Freeform 402"/>
            <p:cNvSpPr>
              <a:spLocks/>
            </p:cNvSpPr>
            <p:nvPr/>
          </p:nvSpPr>
          <p:spPr bwMode="auto">
            <a:xfrm>
              <a:off x="6972301" y="4776788"/>
              <a:ext cx="63500" cy="115888"/>
            </a:xfrm>
            <a:custGeom>
              <a:avLst/>
              <a:gdLst>
                <a:gd name="T0" fmla="*/ 30 w 40"/>
                <a:gd name="T1" fmla="*/ 45 h 73"/>
                <a:gd name="T2" fmla="*/ 11 w 40"/>
                <a:gd name="T3" fmla="*/ 0 h 73"/>
                <a:gd name="T4" fmla="*/ 0 w 40"/>
                <a:gd name="T5" fmla="*/ 0 h 73"/>
                <a:gd name="T6" fmla="*/ 0 w 40"/>
                <a:gd name="T7" fmla="*/ 73 h 73"/>
                <a:gd name="T8" fmla="*/ 10 w 40"/>
                <a:gd name="T9" fmla="*/ 73 h 73"/>
                <a:gd name="T10" fmla="*/ 10 w 40"/>
                <a:gd name="T11" fmla="*/ 24 h 73"/>
                <a:gd name="T12" fmla="*/ 30 w 40"/>
                <a:gd name="T13" fmla="*/ 73 h 73"/>
                <a:gd name="T14" fmla="*/ 40 w 40"/>
                <a:gd name="T15" fmla="*/ 73 h 73"/>
                <a:gd name="T16" fmla="*/ 40 w 40"/>
                <a:gd name="T17" fmla="*/ 0 h 73"/>
                <a:gd name="T18" fmla="*/ 30 w 40"/>
                <a:gd name="T19" fmla="*/ 0 h 73"/>
                <a:gd name="T20" fmla="*/ 30 w 40"/>
                <a:gd name="T21" fmla="*/ 45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 h="73">
                  <a:moveTo>
                    <a:pt x="30" y="45"/>
                  </a:moveTo>
                  <a:lnTo>
                    <a:pt x="11" y="0"/>
                  </a:lnTo>
                  <a:lnTo>
                    <a:pt x="0" y="0"/>
                  </a:lnTo>
                  <a:lnTo>
                    <a:pt x="0" y="73"/>
                  </a:lnTo>
                  <a:lnTo>
                    <a:pt x="10" y="73"/>
                  </a:lnTo>
                  <a:lnTo>
                    <a:pt x="10" y="24"/>
                  </a:lnTo>
                  <a:lnTo>
                    <a:pt x="30" y="73"/>
                  </a:lnTo>
                  <a:lnTo>
                    <a:pt x="40" y="73"/>
                  </a:lnTo>
                  <a:lnTo>
                    <a:pt x="40" y="0"/>
                  </a:lnTo>
                  <a:lnTo>
                    <a:pt x="30" y="0"/>
                  </a:lnTo>
                  <a:lnTo>
                    <a:pt x="30"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 name="Freeform 404"/>
            <p:cNvSpPr>
              <a:spLocks/>
            </p:cNvSpPr>
            <p:nvPr/>
          </p:nvSpPr>
          <p:spPr bwMode="auto">
            <a:xfrm>
              <a:off x="7051675" y="4776788"/>
              <a:ext cx="15875" cy="42863"/>
            </a:xfrm>
            <a:custGeom>
              <a:avLst/>
              <a:gdLst>
                <a:gd name="T0" fmla="*/ 0 w 10"/>
                <a:gd name="T1" fmla="*/ 13 h 27"/>
                <a:gd name="T2" fmla="*/ 5 w 10"/>
                <a:gd name="T3" fmla="*/ 13 h 27"/>
                <a:gd name="T4" fmla="*/ 0 w 10"/>
                <a:gd name="T5" fmla="*/ 27 h 27"/>
                <a:gd name="T6" fmla="*/ 5 w 10"/>
                <a:gd name="T7" fmla="*/ 27 h 27"/>
                <a:gd name="T8" fmla="*/ 10 w 10"/>
                <a:gd name="T9" fmla="*/ 11 h 27"/>
                <a:gd name="T10" fmla="*/ 10 w 10"/>
                <a:gd name="T11" fmla="*/ 0 h 27"/>
                <a:gd name="T12" fmla="*/ 0 w 10"/>
                <a:gd name="T13" fmla="*/ 0 h 27"/>
                <a:gd name="T14" fmla="*/ 0 w 10"/>
                <a:gd name="T15" fmla="*/ 13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27">
                  <a:moveTo>
                    <a:pt x="0" y="13"/>
                  </a:moveTo>
                  <a:lnTo>
                    <a:pt x="5" y="13"/>
                  </a:lnTo>
                  <a:lnTo>
                    <a:pt x="0" y="27"/>
                  </a:lnTo>
                  <a:lnTo>
                    <a:pt x="5" y="27"/>
                  </a:lnTo>
                  <a:lnTo>
                    <a:pt x="10" y="11"/>
                  </a:lnTo>
                  <a:lnTo>
                    <a:pt x="10" y="0"/>
                  </a:lnTo>
                  <a:lnTo>
                    <a:pt x="0" y="0"/>
                  </a:lnTo>
                  <a:lnTo>
                    <a:pt x="0"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 name="Freeform 405"/>
            <p:cNvSpPr>
              <a:spLocks/>
            </p:cNvSpPr>
            <p:nvPr/>
          </p:nvSpPr>
          <p:spPr bwMode="auto">
            <a:xfrm>
              <a:off x="7077075" y="4776788"/>
              <a:ext cx="63500" cy="115888"/>
            </a:xfrm>
            <a:custGeom>
              <a:avLst/>
              <a:gdLst>
                <a:gd name="T0" fmla="*/ 0 w 40"/>
                <a:gd name="T1" fmla="*/ 10 h 73"/>
                <a:gd name="T2" fmla="*/ 13 w 40"/>
                <a:gd name="T3" fmla="*/ 10 h 73"/>
                <a:gd name="T4" fmla="*/ 13 w 40"/>
                <a:gd name="T5" fmla="*/ 73 h 73"/>
                <a:gd name="T6" fmla="*/ 27 w 40"/>
                <a:gd name="T7" fmla="*/ 73 h 73"/>
                <a:gd name="T8" fmla="*/ 27 w 40"/>
                <a:gd name="T9" fmla="*/ 10 h 73"/>
                <a:gd name="T10" fmla="*/ 40 w 40"/>
                <a:gd name="T11" fmla="*/ 10 h 73"/>
                <a:gd name="T12" fmla="*/ 40 w 40"/>
                <a:gd name="T13" fmla="*/ 0 h 73"/>
                <a:gd name="T14" fmla="*/ 0 w 40"/>
                <a:gd name="T15" fmla="*/ 0 h 73"/>
                <a:gd name="T16" fmla="*/ 0 w 40"/>
                <a:gd name="T17" fmla="*/ 1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73">
                  <a:moveTo>
                    <a:pt x="0" y="10"/>
                  </a:moveTo>
                  <a:lnTo>
                    <a:pt x="13" y="10"/>
                  </a:lnTo>
                  <a:lnTo>
                    <a:pt x="13" y="73"/>
                  </a:lnTo>
                  <a:lnTo>
                    <a:pt x="27" y="73"/>
                  </a:lnTo>
                  <a:lnTo>
                    <a:pt x="27" y="10"/>
                  </a:lnTo>
                  <a:lnTo>
                    <a:pt x="40" y="10"/>
                  </a:lnTo>
                  <a:lnTo>
                    <a:pt x="40" y="0"/>
                  </a:lnTo>
                  <a:lnTo>
                    <a:pt x="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16" name="组合 415"/>
          <p:cNvGrpSpPr/>
          <p:nvPr/>
        </p:nvGrpSpPr>
        <p:grpSpPr>
          <a:xfrm>
            <a:off x="8477250" y="4549775"/>
            <a:ext cx="1543050" cy="1630363"/>
            <a:chOff x="8477250" y="4549775"/>
            <a:chExt cx="1543050" cy="1630363"/>
          </a:xfrm>
          <a:solidFill>
            <a:schemeClr val="tx1">
              <a:lumMod val="65000"/>
              <a:lumOff val="35000"/>
            </a:schemeClr>
          </a:solidFill>
        </p:grpSpPr>
        <p:sp>
          <p:nvSpPr>
            <p:cNvPr id="417" name="Freeform 406"/>
            <p:cNvSpPr>
              <a:spLocks/>
            </p:cNvSpPr>
            <p:nvPr/>
          </p:nvSpPr>
          <p:spPr bwMode="auto">
            <a:xfrm>
              <a:off x="8615363" y="6018213"/>
              <a:ext cx="227012" cy="142875"/>
            </a:xfrm>
            <a:custGeom>
              <a:avLst/>
              <a:gdLst>
                <a:gd name="T0" fmla="*/ 89 w 173"/>
                <a:gd name="T1" fmla="*/ 82 h 109"/>
                <a:gd name="T2" fmla="*/ 126 w 173"/>
                <a:gd name="T3" fmla="*/ 97 h 109"/>
                <a:gd name="T4" fmla="*/ 172 w 173"/>
                <a:gd name="T5" fmla="*/ 46 h 109"/>
                <a:gd name="T6" fmla="*/ 170 w 173"/>
                <a:gd name="T7" fmla="*/ 19 h 109"/>
                <a:gd name="T8" fmla="*/ 165 w 173"/>
                <a:gd name="T9" fmla="*/ 0 h 109"/>
                <a:gd name="T10" fmla="*/ 0 w 173"/>
                <a:gd name="T11" fmla="*/ 109 h 109"/>
                <a:gd name="T12" fmla="*/ 89 w 173"/>
                <a:gd name="T13" fmla="*/ 82 h 109"/>
              </a:gdLst>
              <a:ahLst/>
              <a:cxnLst>
                <a:cxn ang="0">
                  <a:pos x="T0" y="T1"/>
                </a:cxn>
                <a:cxn ang="0">
                  <a:pos x="T2" y="T3"/>
                </a:cxn>
                <a:cxn ang="0">
                  <a:pos x="T4" y="T5"/>
                </a:cxn>
                <a:cxn ang="0">
                  <a:pos x="T6" y="T7"/>
                </a:cxn>
                <a:cxn ang="0">
                  <a:pos x="T8" y="T9"/>
                </a:cxn>
                <a:cxn ang="0">
                  <a:pos x="T10" y="T11"/>
                </a:cxn>
                <a:cxn ang="0">
                  <a:pos x="T12" y="T13"/>
                </a:cxn>
              </a:cxnLst>
              <a:rect l="0" t="0" r="r" b="b"/>
              <a:pathLst>
                <a:path w="173" h="109">
                  <a:moveTo>
                    <a:pt x="89" y="82"/>
                  </a:moveTo>
                  <a:cubicBezTo>
                    <a:pt x="99" y="92"/>
                    <a:pt x="112" y="97"/>
                    <a:pt x="126" y="97"/>
                  </a:cubicBezTo>
                  <a:cubicBezTo>
                    <a:pt x="153" y="95"/>
                    <a:pt x="173" y="73"/>
                    <a:pt x="172" y="46"/>
                  </a:cubicBezTo>
                  <a:cubicBezTo>
                    <a:pt x="170" y="19"/>
                    <a:pt x="170" y="19"/>
                    <a:pt x="170" y="19"/>
                  </a:cubicBezTo>
                  <a:cubicBezTo>
                    <a:pt x="170" y="12"/>
                    <a:pt x="168" y="6"/>
                    <a:pt x="165" y="0"/>
                  </a:cubicBezTo>
                  <a:cubicBezTo>
                    <a:pt x="0" y="109"/>
                    <a:pt x="0" y="109"/>
                    <a:pt x="0" y="109"/>
                  </a:cubicBezTo>
                  <a:lnTo>
                    <a:pt x="89" y="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 name="Freeform 407"/>
            <p:cNvSpPr>
              <a:spLocks/>
            </p:cNvSpPr>
            <p:nvPr/>
          </p:nvSpPr>
          <p:spPr bwMode="auto">
            <a:xfrm>
              <a:off x="8883650" y="6018213"/>
              <a:ext cx="227012" cy="142875"/>
            </a:xfrm>
            <a:custGeom>
              <a:avLst/>
              <a:gdLst>
                <a:gd name="T0" fmla="*/ 2 w 173"/>
                <a:gd name="T1" fmla="*/ 19 h 109"/>
                <a:gd name="T2" fmla="*/ 1 w 173"/>
                <a:gd name="T3" fmla="*/ 46 h 109"/>
                <a:gd name="T4" fmla="*/ 46 w 173"/>
                <a:gd name="T5" fmla="*/ 97 h 109"/>
                <a:gd name="T6" fmla="*/ 83 w 173"/>
                <a:gd name="T7" fmla="*/ 82 h 109"/>
                <a:gd name="T8" fmla="*/ 173 w 173"/>
                <a:gd name="T9" fmla="*/ 109 h 109"/>
                <a:gd name="T10" fmla="*/ 8 w 173"/>
                <a:gd name="T11" fmla="*/ 0 h 109"/>
                <a:gd name="T12" fmla="*/ 2 w 173"/>
                <a:gd name="T13" fmla="*/ 19 h 109"/>
              </a:gdLst>
              <a:ahLst/>
              <a:cxnLst>
                <a:cxn ang="0">
                  <a:pos x="T0" y="T1"/>
                </a:cxn>
                <a:cxn ang="0">
                  <a:pos x="T2" y="T3"/>
                </a:cxn>
                <a:cxn ang="0">
                  <a:pos x="T4" y="T5"/>
                </a:cxn>
                <a:cxn ang="0">
                  <a:pos x="T6" y="T7"/>
                </a:cxn>
                <a:cxn ang="0">
                  <a:pos x="T8" y="T9"/>
                </a:cxn>
                <a:cxn ang="0">
                  <a:pos x="T10" y="T11"/>
                </a:cxn>
                <a:cxn ang="0">
                  <a:pos x="T12" y="T13"/>
                </a:cxn>
              </a:cxnLst>
              <a:rect l="0" t="0" r="r" b="b"/>
              <a:pathLst>
                <a:path w="173" h="109">
                  <a:moveTo>
                    <a:pt x="2" y="19"/>
                  </a:moveTo>
                  <a:cubicBezTo>
                    <a:pt x="1" y="46"/>
                    <a:pt x="1" y="46"/>
                    <a:pt x="1" y="46"/>
                  </a:cubicBezTo>
                  <a:cubicBezTo>
                    <a:pt x="0" y="73"/>
                    <a:pt x="20" y="95"/>
                    <a:pt x="46" y="97"/>
                  </a:cubicBezTo>
                  <a:cubicBezTo>
                    <a:pt x="61" y="97"/>
                    <a:pt x="74" y="92"/>
                    <a:pt x="83" y="82"/>
                  </a:cubicBezTo>
                  <a:cubicBezTo>
                    <a:pt x="173" y="109"/>
                    <a:pt x="173" y="109"/>
                    <a:pt x="173" y="109"/>
                  </a:cubicBezTo>
                  <a:cubicBezTo>
                    <a:pt x="8" y="0"/>
                    <a:pt x="8" y="0"/>
                    <a:pt x="8" y="0"/>
                  </a:cubicBezTo>
                  <a:cubicBezTo>
                    <a:pt x="5" y="6"/>
                    <a:pt x="3" y="12"/>
                    <a:pt x="2"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 name="Freeform 408"/>
            <p:cNvSpPr>
              <a:spLocks/>
            </p:cNvSpPr>
            <p:nvPr/>
          </p:nvSpPr>
          <p:spPr bwMode="auto">
            <a:xfrm>
              <a:off x="8477250" y="5080000"/>
              <a:ext cx="771525" cy="1100138"/>
            </a:xfrm>
            <a:custGeom>
              <a:avLst/>
              <a:gdLst>
                <a:gd name="T0" fmla="*/ 509 w 590"/>
                <a:gd name="T1" fmla="*/ 832 h 840"/>
                <a:gd name="T2" fmla="*/ 536 w 590"/>
                <a:gd name="T3" fmla="*/ 840 h 840"/>
                <a:gd name="T4" fmla="*/ 576 w 590"/>
                <a:gd name="T5" fmla="*/ 819 h 840"/>
                <a:gd name="T6" fmla="*/ 562 w 590"/>
                <a:gd name="T7" fmla="*/ 752 h 840"/>
                <a:gd name="T8" fmla="*/ 403 w 590"/>
                <a:gd name="T9" fmla="*/ 647 h 840"/>
                <a:gd name="T10" fmla="*/ 403 w 590"/>
                <a:gd name="T11" fmla="*/ 632 h 840"/>
                <a:gd name="T12" fmla="*/ 403 w 590"/>
                <a:gd name="T13" fmla="*/ 403 h 840"/>
                <a:gd name="T14" fmla="*/ 456 w 590"/>
                <a:gd name="T15" fmla="*/ 332 h 840"/>
                <a:gd name="T16" fmla="*/ 435 w 590"/>
                <a:gd name="T17" fmla="*/ 27 h 840"/>
                <a:gd name="T18" fmla="*/ 395 w 590"/>
                <a:gd name="T19" fmla="*/ 5 h 840"/>
                <a:gd name="T20" fmla="*/ 374 w 590"/>
                <a:gd name="T21" fmla="*/ 45 h 840"/>
                <a:gd name="T22" fmla="*/ 369 w 590"/>
                <a:gd name="T23" fmla="*/ 348 h 840"/>
                <a:gd name="T24" fmla="*/ 221 w 590"/>
                <a:gd name="T25" fmla="*/ 348 h 840"/>
                <a:gd name="T26" fmla="*/ 216 w 590"/>
                <a:gd name="T27" fmla="*/ 45 h 840"/>
                <a:gd name="T28" fmla="*/ 195 w 590"/>
                <a:gd name="T29" fmla="*/ 5 h 840"/>
                <a:gd name="T30" fmla="*/ 155 w 590"/>
                <a:gd name="T31" fmla="*/ 26 h 840"/>
                <a:gd name="T32" fmla="*/ 134 w 590"/>
                <a:gd name="T33" fmla="*/ 332 h 840"/>
                <a:gd name="T34" fmla="*/ 187 w 590"/>
                <a:gd name="T35" fmla="*/ 403 h 840"/>
                <a:gd name="T36" fmla="*/ 187 w 590"/>
                <a:gd name="T37" fmla="*/ 632 h 840"/>
                <a:gd name="T38" fmla="*/ 187 w 590"/>
                <a:gd name="T39" fmla="*/ 647 h 840"/>
                <a:gd name="T40" fmla="*/ 28 w 590"/>
                <a:gd name="T41" fmla="*/ 752 h 840"/>
                <a:gd name="T42" fmla="*/ 14 w 590"/>
                <a:gd name="T43" fmla="*/ 819 h 840"/>
                <a:gd name="T44" fmla="*/ 54 w 590"/>
                <a:gd name="T45" fmla="*/ 840 h 840"/>
                <a:gd name="T46" fmla="*/ 81 w 590"/>
                <a:gd name="T47" fmla="*/ 832 h 840"/>
                <a:gd name="T48" fmla="*/ 266 w 590"/>
                <a:gd name="T49" fmla="*/ 709 h 840"/>
                <a:gd name="T50" fmla="*/ 282 w 590"/>
                <a:gd name="T51" fmla="*/ 699 h 840"/>
                <a:gd name="T52" fmla="*/ 295 w 590"/>
                <a:gd name="T53" fmla="*/ 686 h 840"/>
                <a:gd name="T54" fmla="*/ 308 w 590"/>
                <a:gd name="T55" fmla="*/ 699 h 840"/>
                <a:gd name="T56" fmla="*/ 323 w 590"/>
                <a:gd name="T57" fmla="*/ 709 h 840"/>
                <a:gd name="T58" fmla="*/ 509 w 590"/>
                <a:gd name="T59" fmla="*/ 832 h 8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90" h="840">
                  <a:moveTo>
                    <a:pt x="509" y="832"/>
                  </a:moveTo>
                  <a:cubicBezTo>
                    <a:pt x="517" y="837"/>
                    <a:pt x="527" y="840"/>
                    <a:pt x="536" y="840"/>
                  </a:cubicBezTo>
                  <a:cubicBezTo>
                    <a:pt x="551" y="840"/>
                    <a:pt x="566" y="832"/>
                    <a:pt x="576" y="819"/>
                  </a:cubicBezTo>
                  <a:cubicBezTo>
                    <a:pt x="590" y="796"/>
                    <a:pt x="584" y="767"/>
                    <a:pt x="562" y="752"/>
                  </a:cubicBezTo>
                  <a:cubicBezTo>
                    <a:pt x="403" y="647"/>
                    <a:pt x="403" y="647"/>
                    <a:pt x="403" y="647"/>
                  </a:cubicBezTo>
                  <a:cubicBezTo>
                    <a:pt x="403" y="632"/>
                    <a:pt x="403" y="632"/>
                    <a:pt x="403" y="632"/>
                  </a:cubicBezTo>
                  <a:cubicBezTo>
                    <a:pt x="403" y="403"/>
                    <a:pt x="403" y="403"/>
                    <a:pt x="403" y="403"/>
                  </a:cubicBezTo>
                  <a:cubicBezTo>
                    <a:pt x="419" y="394"/>
                    <a:pt x="440" y="373"/>
                    <a:pt x="456" y="332"/>
                  </a:cubicBezTo>
                  <a:cubicBezTo>
                    <a:pt x="482" y="260"/>
                    <a:pt x="476" y="157"/>
                    <a:pt x="435" y="27"/>
                  </a:cubicBezTo>
                  <a:cubicBezTo>
                    <a:pt x="430" y="10"/>
                    <a:pt x="412" y="0"/>
                    <a:pt x="395" y="5"/>
                  </a:cubicBezTo>
                  <a:cubicBezTo>
                    <a:pt x="378" y="11"/>
                    <a:pt x="369" y="28"/>
                    <a:pt x="374" y="45"/>
                  </a:cubicBezTo>
                  <a:cubicBezTo>
                    <a:pt x="444" y="271"/>
                    <a:pt x="386" y="336"/>
                    <a:pt x="369" y="348"/>
                  </a:cubicBezTo>
                  <a:cubicBezTo>
                    <a:pt x="221" y="348"/>
                    <a:pt x="221" y="348"/>
                    <a:pt x="221" y="348"/>
                  </a:cubicBezTo>
                  <a:cubicBezTo>
                    <a:pt x="204" y="336"/>
                    <a:pt x="146" y="271"/>
                    <a:pt x="216" y="45"/>
                  </a:cubicBezTo>
                  <a:cubicBezTo>
                    <a:pt x="221" y="28"/>
                    <a:pt x="212" y="10"/>
                    <a:pt x="195" y="5"/>
                  </a:cubicBezTo>
                  <a:cubicBezTo>
                    <a:pt x="178" y="0"/>
                    <a:pt x="160" y="10"/>
                    <a:pt x="155" y="26"/>
                  </a:cubicBezTo>
                  <a:cubicBezTo>
                    <a:pt x="114" y="157"/>
                    <a:pt x="108" y="260"/>
                    <a:pt x="134" y="332"/>
                  </a:cubicBezTo>
                  <a:cubicBezTo>
                    <a:pt x="150" y="372"/>
                    <a:pt x="171" y="394"/>
                    <a:pt x="187" y="403"/>
                  </a:cubicBezTo>
                  <a:cubicBezTo>
                    <a:pt x="187" y="632"/>
                    <a:pt x="187" y="632"/>
                    <a:pt x="187" y="632"/>
                  </a:cubicBezTo>
                  <a:cubicBezTo>
                    <a:pt x="187" y="647"/>
                    <a:pt x="187" y="647"/>
                    <a:pt x="187" y="647"/>
                  </a:cubicBezTo>
                  <a:cubicBezTo>
                    <a:pt x="28" y="752"/>
                    <a:pt x="28" y="752"/>
                    <a:pt x="28" y="752"/>
                  </a:cubicBezTo>
                  <a:cubicBezTo>
                    <a:pt x="6" y="767"/>
                    <a:pt x="0" y="796"/>
                    <a:pt x="14" y="819"/>
                  </a:cubicBezTo>
                  <a:cubicBezTo>
                    <a:pt x="24" y="832"/>
                    <a:pt x="39" y="840"/>
                    <a:pt x="54" y="840"/>
                  </a:cubicBezTo>
                  <a:cubicBezTo>
                    <a:pt x="63" y="840"/>
                    <a:pt x="73" y="837"/>
                    <a:pt x="81" y="832"/>
                  </a:cubicBezTo>
                  <a:cubicBezTo>
                    <a:pt x="266" y="709"/>
                    <a:pt x="266" y="709"/>
                    <a:pt x="266" y="709"/>
                  </a:cubicBezTo>
                  <a:cubicBezTo>
                    <a:pt x="282" y="699"/>
                    <a:pt x="282" y="699"/>
                    <a:pt x="282" y="699"/>
                  </a:cubicBezTo>
                  <a:cubicBezTo>
                    <a:pt x="287" y="695"/>
                    <a:pt x="292" y="691"/>
                    <a:pt x="295" y="686"/>
                  </a:cubicBezTo>
                  <a:cubicBezTo>
                    <a:pt x="298" y="691"/>
                    <a:pt x="303" y="695"/>
                    <a:pt x="308" y="699"/>
                  </a:cubicBezTo>
                  <a:cubicBezTo>
                    <a:pt x="323" y="709"/>
                    <a:pt x="323" y="709"/>
                    <a:pt x="323" y="709"/>
                  </a:cubicBezTo>
                  <a:lnTo>
                    <a:pt x="509" y="8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 name="Freeform 409"/>
            <p:cNvSpPr>
              <a:spLocks noEditPoints="1"/>
            </p:cNvSpPr>
            <p:nvPr/>
          </p:nvSpPr>
          <p:spPr bwMode="auto">
            <a:xfrm>
              <a:off x="8745538" y="5272088"/>
              <a:ext cx="234950" cy="234950"/>
            </a:xfrm>
            <a:custGeom>
              <a:avLst/>
              <a:gdLst>
                <a:gd name="T0" fmla="*/ 90 w 180"/>
                <a:gd name="T1" fmla="*/ 180 h 180"/>
                <a:gd name="T2" fmla="*/ 180 w 180"/>
                <a:gd name="T3" fmla="*/ 90 h 180"/>
                <a:gd name="T4" fmla="*/ 90 w 180"/>
                <a:gd name="T5" fmla="*/ 0 h 180"/>
                <a:gd name="T6" fmla="*/ 0 w 180"/>
                <a:gd name="T7" fmla="*/ 90 h 180"/>
                <a:gd name="T8" fmla="*/ 90 w 180"/>
                <a:gd name="T9" fmla="*/ 180 h 180"/>
                <a:gd name="T10" fmla="*/ 94 w 180"/>
                <a:gd name="T11" fmla="*/ 106 h 180"/>
                <a:gd name="T12" fmla="*/ 145 w 180"/>
                <a:gd name="T13" fmla="*/ 134 h 180"/>
                <a:gd name="T14" fmla="*/ 94 w 180"/>
                <a:gd name="T15" fmla="*/ 135 h 180"/>
                <a:gd name="T16" fmla="*/ 44 w 180"/>
                <a:gd name="T17" fmla="*/ 136 h 180"/>
                <a:gd name="T18" fmla="*/ 94 w 180"/>
                <a:gd name="T19" fmla="*/ 106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0" h="180">
                  <a:moveTo>
                    <a:pt x="90" y="180"/>
                  </a:moveTo>
                  <a:cubicBezTo>
                    <a:pt x="140" y="180"/>
                    <a:pt x="180" y="140"/>
                    <a:pt x="180" y="90"/>
                  </a:cubicBezTo>
                  <a:cubicBezTo>
                    <a:pt x="180" y="41"/>
                    <a:pt x="140" y="0"/>
                    <a:pt x="90" y="0"/>
                  </a:cubicBezTo>
                  <a:cubicBezTo>
                    <a:pt x="40" y="0"/>
                    <a:pt x="0" y="41"/>
                    <a:pt x="0" y="90"/>
                  </a:cubicBezTo>
                  <a:cubicBezTo>
                    <a:pt x="0" y="140"/>
                    <a:pt x="40" y="180"/>
                    <a:pt x="90" y="180"/>
                  </a:cubicBezTo>
                  <a:close/>
                  <a:moveTo>
                    <a:pt x="94" y="106"/>
                  </a:moveTo>
                  <a:cubicBezTo>
                    <a:pt x="122" y="105"/>
                    <a:pt x="145" y="118"/>
                    <a:pt x="145" y="134"/>
                  </a:cubicBezTo>
                  <a:cubicBezTo>
                    <a:pt x="145" y="151"/>
                    <a:pt x="122" y="135"/>
                    <a:pt x="94" y="135"/>
                  </a:cubicBezTo>
                  <a:cubicBezTo>
                    <a:pt x="66" y="135"/>
                    <a:pt x="44" y="152"/>
                    <a:pt x="44" y="136"/>
                  </a:cubicBezTo>
                  <a:cubicBezTo>
                    <a:pt x="43" y="120"/>
                    <a:pt x="66" y="106"/>
                    <a:pt x="94" y="10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 name="Freeform 410"/>
            <p:cNvSpPr>
              <a:spLocks noEditPoints="1"/>
            </p:cNvSpPr>
            <p:nvPr/>
          </p:nvSpPr>
          <p:spPr bwMode="auto">
            <a:xfrm>
              <a:off x="9080500" y="4549775"/>
              <a:ext cx="939800" cy="730250"/>
            </a:xfrm>
            <a:custGeom>
              <a:avLst/>
              <a:gdLst>
                <a:gd name="T0" fmla="*/ 1 w 592"/>
                <a:gd name="T1" fmla="*/ 337 h 460"/>
                <a:gd name="T2" fmla="*/ 108 w 592"/>
                <a:gd name="T3" fmla="*/ 348 h 460"/>
                <a:gd name="T4" fmla="*/ 53 w 592"/>
                <a:gd name="T5" fmla="*/ 460 h 460"/>
                <a:gd name="T6" fmla="*/ 164 w 592"/>
                <a:gd name="T7" fmla="*/ 355 h 460"/>
                <a:gd name="T8" fmla="*/ 541 w 592"/>
                <a:gd name="T9" fmla="*/ 397 h 460"/>
                <a:gd name="T10" fmla="*/ 592 w 592"/>
                <a:gd name="T11" fmla="*/ 0 h 460"/>
                <a:gd name="T12" fmla="*/ 0 w 592"/>
                <a:gd name="T13" fmla="*/ 28 h 460"/>
                <a:gd name="T14" fmla="*/ 1 w 592"/>
                <a:gd name="T15" fmla="*/ 337 h 460"/>
                <a:gd name="T16" fmla="*/ 23 w 592"/>
                <a:gd name="T17" fmla="*/ 56 h 460"/>
                <a:gd name="T18" fmla="*/ 552 w 592"/>
                <a:gd name="T19" fmla="*/ 26 h 460"/>
                <a:gd name="T20" fmla="*/ 511 w 592"/>
                <a:gd name="T21" fmla="*/ 362 h 460"/>
                <a:gd name="T22" fmla="*/ 20 w 592"/>
                <a:gd name="T23" fmla="*/ 307 h 460"/>
                <a:gd name="T24" fmla="*/ 23 w 592"/>
                <a:gd name="T25" fmla="*/ 56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2" h="460">
                  <a:moveTo>
                    <a:pt x="1" y="337"/>
                  </a:moveTo>
                  <a:lnTo>
                    <a:pt x="108" y="348"/>
                  </a:lnTo>
                  <a:lnTo>
                    <a:pt x="53" y="460"/>
                  </a:lnTo>
                  <a:lnTo>
                    <a:pt x="164" y="355"/>
                  </a:lnTo>
                  <a:lnTo>
                    <a:pt x="541" y="397"/>
                  </a:lnTo>
                  <a:lnTo>
                    <a:pt x="592" y="0"/>
                  </a:lnTo>
                  <a:lnTo>
                    <a:pt x="0" y="28"/>
                  </a:lnTo>
                  <a:lnTo>
                    <a:pt x="1" y="337"/>
                  </a:lnTo>
                  <a:close/>
                  <a:moveTo>
                    <a:pt x="23" y="56"/>
                  </a:moveTo>
                  <a:lnTo>
                    <a:pt x="552" y="26"/>
                  </a:lnTo>
                  <a:lnTo>
                    <a:pt x="511" y="362"/>
                  </a:lnTo>
                  <a:lnTo>
                    <a:pt x="20" y="307"/>
                  </a:lnTo>
                  <a:lnTo>
                    <a:pt x="23" y="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 name="Freeform 411"/>
            <p:cNvSpPr>
              <a:spLocks/>
            </p:cNvSpPr>
            <p:nvPr/>
          </p:nvSpPr>
          <p:spPr bwMode="auto">
            <a:xfrm>
              <a:off x="9223375" y="4687888"/>
              <a:ext cx="69850" cy="131763"/>
            </a:xfrm>
            <a:custGeom>
              <a:avLst/>
              <a:gdLst>
                <a:gd name="T0" fmla="*/ 43 w 53"/>
                <a:gd name="T1" fmla="*/ 91 h 100"/>
                <a:gd name="T2" fmla="*/ 46 w 53"/>
                <a:gd name="T3" fmla="*/ 100 h 100"/>
                <a:gd name="T4" fmla="*/ 52 w 53"/>
                <a:gd name="T5" fmla="*/ 100 h 100"/>
                <a:gd name="T6" fmla="*/ 52 w 53"/>
                <a:gd name="T7" fmla="*/ 52 h 100"/>
                <a:gd name="T8" fmla="*/ 28 w 53"/>
                <a:gd name="T9" fmla="*/ 52 h 100"/>
                <a:gd name="T10" fmla="*/ 28 w 53"/>
                <a:gd name="T11" fmla="*/ 64 h 100"/>
                <a:gd name="T12" fmla="*/ 40 w 53"/>
                <a:gd name="T13" fmla="*/ 64 h 100"/>
                <a:gd name="T14" fmla="*/ 40 w 53"/>
                <a:gd name="T15" fmla="*/ 67 h 100"/>
                <a:gd name="T16" fmla="*/ 28 w 53"/>
                <a:gd name="T17" fmla="*/ 86 h 100"/>
                <a:gd name="T18" fmla="*/ 18 w 53"/>
                <a:gd name="T19" fmla="*/ 78 h 100"/>
                <a:gd name="T20" fmla="*/ 16 w 53"/>
                <a:gd name="T21" fmla="*/ 63 h 100"/>
                <a:gd name="T22" fmla="*/ 16 w 53"/>
                <a:gd name="T23" fmla="*/ 33 h 100"/>
                <a:gd name="T24" fmla="*/ 18 w 53"/>
                <a:gd name="T25" fmla="*/ 19 h 100"/>
                <a:gd name="T26" fmla="*/ 27 w 53"/>
                <a:gd name="T27" fmla="*/ 14 h 100"/>
                <a:gd name="T28" fmla="*/ 38 w 53"/>
                <a:gd name="T29" fmla="*/ 32 h 100"/>
                <a:gd name="T30" fmla="*/ 53 w 53"/>
                <a:gd name="T31" fmla="*/ 32 h 100"/>
                <a:gd name="T32" fmla="*/ 50 w 53"/>
                <a:gd name="T33" fmla="*/ 12 h 100"/>
                <a:gd name="T34" fmla="*/ 27 w 53"/>
                <a:gd name="T35" fmla="*/ 0 h 100"/>
                <a:gd name="T36" fmla="*/ 6 w 53"/>
                <a:gd name="T37" fmla="*/ 9 h 100"/>
                <a:gd name="T38" fmla="*/ 0 w 53"/>
                <a:gd name="T39" fmla="*/ 36 h 100"/>
                <a:gd name="T40" fmla="*/ 0 w 53"/>
                <a:gd name="T41" fmla="*/ 63 h 100"/>
                <a:gd name="T42" fmla="*/ 5 w 53"/>
                <a:gd name="T43" fmla="*/ 89 h 100"/>
                <a:gd name="T44" fmla="*/ 25 w 53"/>
                <a:gd name="T45" fmla="*/ 100 h 100"/>
                <a:gd name="T46" fmla="*/ 43 w 53"/>
                <a:gd name="T47" fmla="*/ 9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3" h="100">
                  <a:moveTo>
                    <a:pt x="43" y="91"/>
                  </a:moveTo>
                  <a:cubicBezTo>
                    <a:pt x="46" y="100"/>
                    <a:pt x="46" y="100"/>
                    <a:pt x="46" y="100"/>
                  </a:cubicBezTo>
                  <a:cubicBezTo>
                    <a:pt x="52" y="100"/>
                    <a:pt x="52" y="100"/>
                    <a:pt x="52" y="100"/>
                  </a:cubicBezTo>
                  <a:cubicBezTo>
                    <a:pt x="52" y="52"/>
                    <a:pt x="52" y="52"/>
                    <a:pt x="52" y="52"/>
                  </a:cubicBezTo>
                  <a:cubicBezTo>
                    <a:pt x="28" y="52"/>
                    <a:pt x="28" y="52"/>
                    <a:pt x="28" y="52"/>
                  </a:cubicBezTo>
                  <a:cubicBezTo>
                    <a:pt x="28" y="64"/>
                    <a:pt x="28" y="64"/>
                    <a:pt x="28" y="64"/>
                  </a:cubicBezTo>
                  <a:cubicBezTo>
                    <a:pt x="40" y="64"/>
                    <a:pt x="40" y="64"/>
                    <a:pt x="40" y="64"/>
                  </a:cubicBezTo>
                  <a:cubicBezTo>
                    <a:pt x="40" y="67"/>
                    <a:pt x="40" y="67"/>
                    <a:pt x="40" y="67"/>
                  </a:cubicBezTo>
                  <a:cubicBezTo>
                    <a:pt x="40" y="80"/>
                    <a:pt x="36" y="86"/>
                    <a:pt x="28" y="86"/>
                  </a:cubicBezTo>
                  <a:cubicBezTo>
                    <a:pt x="23" y="86"/>
                    <a:pt x="19" y="83"/>
                    <a:pt x="18" y="78"/>
                  </a:cubicBezTo>
                  <a:cubicBezTo>
                    <a:pt x="17" y="75"/>
                    <a:pt x="16" y="71"/>
                    <a:pt x="16" y="63"/>
                  </a:cubicBezTo>
                  <a:cubicBezTo>
                    <a:pt x="16" y="33"/>
                    <a:pt x="16" y="33"/>
                    <a:pt x="16" y="33"/>
                  </a:cubicBezTo>
                  <a:cubicBezTo>
                    <a:pt x="16" y="25"/>
                    <a:pt x="16" y="22"/>
                    <a:pt x="18" y="19"/>
                  </a:cubicBezTo>
                  <a:cubicBezTo>
                    <a:pt x="20" y="16"/>
                    <a:pt x="23" y="14"/>
                    <a:pt x="27" y="14"/>
                  </a:cubicBezTo>
                  <a:cubicBezTo>
                    <a:pt x="35" y="14"/>
                    <a:pt x="38" y="20"/>
                    <a:pt x="38" y="32"/>
                  </a:cubicBezTo>
                  <a:cubicBezTo>
                    <a:pt x="53" y="32"/>
                    <a:pt x="53" y="32"/>
                    <a:pt x="53" y="32"/>
                  </a:cubicBezTo>
                  <a:cubicBezTo>
                    <a:pt x="53" y="24"/>
                    <a:pt x="52" y="17"/>
                    <a:pt x="50" y="12"/>
                  </a:cubicBezTo>
                  <a:cubicBezTo>
                    <a:pt x="45" y="4"/>
                    <a:pt x="38" y="0"/>
                    <a:pt x="27" y="0"/>
                  </a:cubicBezTo>
                  <a:cubicBezTo>
                    <a:pt x="18" y="0"/>
                    <a:pt x="10" y="3"/>
                    <a:pt x="6" y="9"/>
                  </a:cubicBezTo>
                  <a:cubicBezTo>
                    <a:pt x="2" y="15"/>
                    <a:pt x="0" y="20"/>
                    <a:pt x="0" y="36"/>
                  </a:cubicBezTo>
                  <a:cubicBezTo>
                    <a:pt x="0" y="63"/>
                    <a:pt x="0" y="63"/>
                    <a:pt x="0" y="63"/>
                  </a:cubicBezTo>
                  <a:cubicBezTo>
                    <a:pt x="0" y="76"/>
                    <a:pt x="1" y="82"/>
                    <a:pt x="5" y="89"/>
                  </a:cubicBezTo>
                  <a:cubicBezTo>
                    <a:pt x="8" y="96"/>
                    <a:pt x="16" y="100"/>
                    <a:pt x="25" y="100"/>
                  </a:cubicBezTo>
                  <a:cubicBezTo>
                    <a:pt x="33" y="100"/>
                    <a:pt x="38" y="98"/>
                    <a:pt x="43" y="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 name="Freeform 412"/>
            <p:cNvSpPr>
              <a:spLocks noEditPoints="1"/>
            </p:cNvSpPr>
            <p:nvPr/>
          </p:nvSpPr>
          <p:spPr bwMode="auto">
            <a:xfrm>
              <a:off x="9307513" y="4721225"/>
              <a:ext cx="63500" cy="98425"/>
            </a:xfrm>
            <a:custGeom>
              <a:avLst/>
              <a:gdLst>
                <a:gd name="T0" fmla="*/ 24 w 48"/>
                <a:gd name="T1" fmla="*/ 75 h 75"/>
                <a:gd name="T2" fmla="*/ 41 w 48"/>
                <a:gd name="T3" fmla="*/ 69 h 75"/>
                <a:gd name="T4" fmla="*/ 48 w 48"/>
                <a:gd name="T5" fmla="*/ 48 h 75"/>
                <a:gd name="T6" fmla="*/ 48 w 48"/>
                <a:gd name="T7" fmla="*/ 26 h 75"/>
                <a:gd name="T8" fmla="*/ 41 w 48"/>
                <a:gd name="T9" fmla="*/ 5 h 75"/>
                <a:gd name="T10" fmla="*/ 24 w 48"/>
                <a:gd name="T11" fmla="*/ 0 h 75"/>
                <a:gd name="T12" fmla="*/ 7 w 48"/>
                <a:gd name="T13" fmla="*/ 5 h 75"/>
                <a:gd name="T14" fmla="*/ 0 w 48"/>
                <a:gd name="T15" fmla="*/ 26 h 75"/>
                <a:gd name="T16" fmla="*/ 0 w 48"/>
                <a:gd name="T17" fmla="*/ 48 h 75"/>
                <a:gd name="T18" fmla="*/ 7 w 48"/>
                <a:gd name="T19" fmla="*/ 69 h 75"/>
                <a:gd name="T20" fmla="*/ 24 w 48"/>
                <a:gd name="T21" fmla="*/ 75 h 75"/>
                <a:gd name="T22" fmla="*/ 16 w 48"/>
                <a:gd name="T23" fmla="*/ 25 h 75"/>
                <a:gd name="T24" fmla="*/ 24 w 48"/>
                <a:gd name="T25" fmla="*/ 12 h 75"/>
                <a:gd name="T26" fmla="*/ 32 w 48"/>
                <a:gd name="T27" fmla="*/ 25 h 75"/>
                <a:gd name="T28" fmla="*/ 32 w 48"/>
                <a:gd name="T29" fmla="*/ 49 h 75"/>
                <a:gd name="T30" fmla="*/ 24 w 48"/>
                <a:gd name="T31" fmla="*/ 63 h 75"/>
                <a:gd name="T32" fmla="*/ 16 w 48"/>
                <a:gd name="T33" fmla="*/ 49 h 75"/>
                <a:gd name="T34" fmla="*/ 16 w 48"/>
                <a:gd name="T35" fmla="*/ 2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5">
                  <a:moveTo>
                    <a:pt x="24" y="75"/>
                  </a:moveTo>
                  <a:cubicBezTo>
                    <a:pt x="31" y="75"/>
                    <a:pt x="37" y="73"/>
                    <a:pt x="41" y="69"/>
                  </a:cubicBezTo>
                  <a:cubicBezTo>
                    <a:pt x="46" y="65"/>
                    <a:pt x="48" y="60"/>
                    <a:pt x="48" y="48"/>
                  </a:cubicBezTo>
                  <a:cubicBezTo>
                    <a:pt x="48" y="26"/>
                    <a:pt x="48" y="26"/>
                    <a:pt x="48" y="26"/>
                  </a:cubicBezTo>
                  <a:cubicBezTo>
                    <a:pt x="48" y="15"/>
                    <a:pt x="46" y="10"/>
                    <a:pt x="41" y="5"/>
                  </a:cubicBezTo>
                  <a:cubicBezTo>
                    <a:pt x="37" y="2"/>
                    <a:pt x="31" y="0"/>
                    <a:pt x="24" y="0"/>
                  </a:cubicBezTo>
                  <a:cubicBezTo>
                    <a:pt x="17" y="0"/>
                    <a:pt x="11" y="2"/>
                    <a:pt x="7" y="5"/>
                  </a:cubicBezTo>
                  <a:cubicBezTo>
                    <a:pt x="3" y="10"/>
                    <a:pt x="0" y="15"/>
                    <a:pt x="0" y="26"/>
                  </a:cubicBezTo>
                  <a:cubicBezTo>
                    <a:pt x="0" y="48"/>
                    <a:pt x="0" y="48"/>
                    <a:pt x="0" y="48"/>
                  </a:cubicBezTo>
                  <a:cubicBezTo>
                    <a:pt x="0" y="60"/>
                    <a:pt x="2" y="65"/>
                    <a:pt x="7" y="69"/>
                  </a:cubicBezTo>
                  <a:cubicBezTo>
                    <a:pt x="10" y="73"/>
                    <a:pt x="17" y="75"/>
                    <a:pt x="24" y="75"/>
                  </a:cubicBezTo>
                  <a:close/>
                  <a:moveTo>
                    <a:pt x="16" y="25"/>
                  </a:moveTo>
                  <a:cubicBezTo>
                    <a:pt x="16" y="16"/>
                    <a:pt x="18" y="12"/>
                    <a:pt x="24" y="12"/>
                  </a:cubicBezTo>
                  <a:cubicBezTo>
                    <a:pt x="30" y="12"/>
                    <a:pt x="32" y="16"/>
                    <a:pt x="32" y="25"/>
                  </a:cubicBezTo>
                  <a:cubicBezTo>
                    <a:pt x="32" y="49"/>
                    <a:pt x="32" y="49"/>
                    <a:pt x="32" y="49"/>
                  </a:cubicBezTo>
                  <a:cubicBezTo>
                    <a:pt x="32" y="58"/>
                    <a:pt x="30" y="63"/>
                    <a:pt x="24" y="63"/>
                  </a:cubicBezTo>
                  <a:cubicBezTo>
                    <a:pt x="18" y="63"/>
                    <a:pt x="16" y="58"/>
                    <a:pt x="16" y="49"/>
                  </a:cubicBezTo>
                  <a:lnTo>
                    <a:pt x="16"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 name="Freeform 413"/>
            <p:cNvSpPr>
              <a:spLocks noEditPoints="1"/>
            </p:cNvSpPr>
            <p:nvPr/>
          </p:nvSpPr>
          <p:spPr bwMode="auto">
            <a:xfrm>
              <a:off x="9380538" y="4687888"/>
              <a:ext cx="58737" cy="131763"/>
            </a:xfrm>
            <a:custGeom>
              <a:avLst/>
              <a:gdLst>
                <a:gd name="T0" fmla="*/ 16 w 44"/>
                <a:gd name="T1" fmla="*/ 99 h 100"/>
                <a:gd name="T2" fmla="*/ 32 w 44"/>
                <a:gd name="T3" fmla="*/ 91 h 100"/>
                <a:gd name="T4" fmla="*/ 32 w 44"/>
                <a:gd name="T5" fmla="*/ 100 h 100"/>
                <a:gd name="T6" fmla="*/ 44 w 44"/>
                <a:gd name="T7" fmla="*/ 100 h 100"/>
                <a:gd name="T8" fmla="*/ 44 w 44"/>
                <a:gd name="T9" fmla="*/ 0 h 100"/>
                <a:gd name="T10" fmla="*/ 32 w 44"/>
                <a:gd name="T11" fmla="*/ 0 h 100"/>
                <a:gd name="T12" fmla="*/ 32 w 44"/>
                <a:gd name="T13" fmla="*/ 33 h 100"/>
                <a:gd name="T14" fmla="*/ 16 w 44"/>
                <a:gd name="T15" fmla="*/ 25 h 100"/>
                <a:gd name="T16" fmla="*/ 4 w 44"/>
                <a:gd name="T17" fmla="*/ 32 h 100"/>
                <a:gd name="T18" fmla="*/ 0 w 44"/>
                <a:gd name="T19" fmla="*/ 54 h 100"/>
                <a:gd name="T20" fmla="*/ 0 w 44"/>
                <a:gd name="T21" fmla="*/ 71 h 100"/>
                <a:gd name="T22" fmla="*/ 4 w 44"/>
                <a:gd name="T23" fmla="*/ 92 h 100"/>
                <a:gd name="T24" fmla="*/ 16 w 44"/>
                <a:gd name="T25" fmla="*/ 99 h 100"/>
                <a:gd name="T26" fmla="*/ 16 w 44"/>
                <a:gd name="T27" fmla="*/ 53 h 100"/>
                <a:gd name="T28" fmla="*/ 17 w 44"/>
                <a:gd name="T29" fmla="*/ 41 h 100"/>
                <a:gd name="T30" fmla="*/ 23 w 44"/>
                <a:gd name="T31" fmla="*/ 37 h 100"/>
                <a:gd name="T32" fmla="*/ 32 w 44"/>
                <a:gd name="T33" fmla="*/ 41 h 100"/>
                <a:gd name="T34" fmla="*/ 32 w 44"/>
                <a:gd name="T35" fmla="*/ 84 h 100"/>
                <a:gd name="T36" fmla="*/ 23 w 44"/>
                <a:gd name="T37" fmla="*/ 88 h 100"/>
                <a:gd name="T38" fmla="*/ 17 w 44"/>
                <a:gd name="T39" fmla="*/ 84 h 100"/>
                <a:gd name="T40" fmla="*/ 16 w 44"/>
                <a:gd name="T41" fmla="*/ 72 h 100"/>
                <a:gd name="T42" fmla="*/ 16 w 44"/>
                <a:gd name="T43" fmla="*/ 53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4" h="100">
                  <a:moveTo>
                    <a:pt x="16" y="99"/>
                  </a:moveTo>
                  <a:cubicBezTo>
                    <a:pt x="21" y="99"/>
                    <a:pt x="28" y="97"/>
                    <a:pt x="32" y="91"/>
                  </a:cubicBezTo>
                  <a:cubicBezTo>
                    <a:pt x="32" y="100"/>
                    <a:pt x="32" y="100"/>
                    <a:pt x="32" y="100"/>
                  </a:cubicBezTo>
                  <a:cubicBezTo>
                    <a:pt x="44" y="100"/>
                    <a:pt x="44" y="100"/>
                    <a:pt x="44" y="100"/>
                  </a:cubicBezTo>
                  <a:cubicBezTo>
                    <a:pt x="44" y="0"/>
                    <a:pt x="44" y="0"/>
                    <a:pt x="44" y="0"/>
                  </a:cubicBezTo>
                  <a:cubicBezTo>
                    <a:pt x="32" y="0"/>
                    <a:pt x="32" y="0"/>
                    <a:pt x="32" y="0"/>
                  </a:cubicBezTo>
                  <a:cubicBezTo>
                    <a:pt x="32" y="33"/>
                    <a:pt x="32" y="33"/>
                    <a:pt x="32" y="33"/>
                  </a:cubicBezTo>
                  <a:cubicBezTo>
                    <a:pt x="28" y="28"/>
                    <a:pt x="21" y="25"/>
                    <a:pt x="16" y="25"/>
                  </a:cubicBezTo>
                  <a:cubicBezTo>
                    <a:pt x="11" y="25"/>
                    <a:pt x="6" y="28"/>
                    <a:pt x="4" y="32"/>
                  </a:cubicBezTo>
                  <a:cubicBezTo>
                    <a:pt x="2" y="37"/>
                    <a:pt x="0" y="43"/>
                    <a:pt x="0" y="54"/>
                  </a:cubicBezTo>
                  <a:cubicBezTo>
                    <a:pt x="0" y="71"/>
                    <a:pt x="0" y="71"/>
                    <a:pt x="0" y="71"/>
                  </a:cubicBezTo>
                  <a:cubicBezTo>
                    <a:pt x="0" y="82"/>
                    <a:pt x="2" y="87"/>
                    <a:pt x="4" y="92"/>
                  </a:cubicBezTo>
                  <a:cubicBezTo>
                    <a:pt x="6" y="97"/>
                    <a:pt x="11" y="99"/>
                    <a:pt x="16" y="99"/>
                  </a:cubicBezTo>
                  <a:close/>
                  <a:moveTo>
                    <a:pt x="16" y="53"/>
                  </a:moveTo>
                  <a:cubicBezTo>
                    <a:pt x="16" y="45"/>
                    <a:pt x="16" y="43"/>
                    <a:pt x="17" y="41"/>
                  </a:cubicBezTo>
                  <a:cubicBezTo>
                    <a:pt x="18" y="38"/>
                    <a:pt x="20" y="37"/>
                    <a:pt x="23" y="37"/>
                  </a:cubicBezTo>
                  <a:cubicBezTo>
                    <a:pt x="26" y="37"/>
                    <a:pt x="28" y="38"/>
                    <a:pt x="32" y="41"/>
                  </a:cubicBezTo>
                  <a:cubicBezTo>
                    <a:pt x="32" y="84"/>
                    <a:pt x="32" y="84"/>
                    <a:pt x="32" y="84"/>
                  </a:cubicBezTo>
                  <a:cubicBezTo>
                    <a:pt x="28" y="87"/>
                    <a:pt x="26" y="88"/>
                    <a:pt x="23" y="88"/>
                  </a:cubicBezTo>
                  <a:cubicBezTo>
                    <a:pt x="20" y="88"/>
                    <a:pt x="18" y="86"/>
                    <a:pt x="17" y="84"/>
                  </a:cubicBezTo>
                  <a:cubicBezTo>
                    <a:pt x="16" y="81"/>
                    <a:pt x="16" y="79"/>
                    <a:pt x="16" y="72"/>
                  </a:cubicBezTo>
                  <a:lnTo>
                    <a:pt x="16" y="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 name="Freeform 414"/>
            <p:cNvSpPr>
              <a:spLocks/>
            </p:cNvSpPr>
            <p:nvPr/>
          </p:nvSpPr>
          <p:spPr bwMode="auto">
            <a:xfrm>
              <a:off x="9458325" y="4797425"/>
              <a:ext cx="17462" cy="47625"/>
            </a:xfrm>
            <a:custGeom>
              <a:avLst/>
              <a:gdLst>
                <a:gd name="T0" fmla="*/ 4 w 11"/>
                <a:gd name="T1" fmla="*/ 30 h 30"/>
                <a:gd name="T2" fmla="*/ 11 w 11"/>
                <a:gd name="T3" fmla="*/ 12 h 30"/>
                <a:gd name="T4" fmla="*/ 11 w 11"/>
                <a:gd name="T5" fmla="*/ 0 h 30"/>
                <a:gd name="T6" fmla="*/ 1 w 11"/>
                <a:gd name="T7" fmla="*/ 0 h 30"/>
                <a:gd name="T8" fmla="*/ 1 w 11"/>
                <a:gd name="T9" fmla="*/ 14 h 30"/>
                <a:gd name="T10" fmla="*/ 5 w 11"/>
                <a:gd name="T11" fmla="*/ 14 h 30"/>
                <a:gd name="T12" fmla="*/ 0 w 11"/>
                <a:gd name="T13" fmla="*/ 30 h 30"/>
                <a:gd name="T14" fmla="*/ 4 w 11"/>
                <a:gd name="T15" fmla="*/ 3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30">
                  <a:moveTo>
                    <a:pt x="4" y="30"/>
                  </a:moveTo>
                  <a:lnTo>
                    <a:pt x="11" y="12"/>
                  </a:lnTo>
                  <a:lnTo>
                    <a:pt x="11" y="0"/>
                  </a:lnTo>
                  <a:lnTo>
                    <a:pt x="1" y="0"/>
                  </a:lnTo>
                  <a:lnTo>
                    <a:pt x="1" y="14"/>
                  </a:lnTo>
                  <a:lnTo>
                    <a:pt x="5" y="14"/>
                  </a:lnTo>
                  <a:lnTo>
                    <a:pt x="0" y="30"/>
                  </a:lnTo>
                  <a:lnTo>
                    <a:pt x="4"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 name="Freeform 415"/>
            <p:cNvSpPr>
              <a:spLocks/>
            </p:cNvSpPr>
            <p:nvPr/>
          </p:nvSpPr>
          <p:spPr bwMode="auto">
            <a:xfrm>
              <a:off x="9515475" y="4724400"/>
              <a:ext cx="96837" cy="95250"/>
            </a:xfrm>
            <a:custGeom>
              <a:avLst/>
              <a:gdLst>
                <a:gd name="T0" fmla="*/ 51 w 61"/>
                <a:gd name="T1" fmla="*/ 0 h 60"/>
                <a:gd name="T2" fmla="*/ 43 w 61"/>
                <a:gd name="T3" fmla="*/ 37 h 60"/>
                <a:gd name="T4" fmla="*/ 36 w 61"/>
                <a:gd name="T5" fmla="*/ 0 h 60"/>
                <a:gd name="T6" fmla="*/ 26 w 61"/>
                <a:gd name="T7" fmla="*/ 0 h 60"/>
                <a:gd name="T8" fmla="*/ 18 w 61"/>
                <a:gd name="T9" fmla="*/ 37 h 60"/>
                <a:gd name="T10" fmla="*/ 11 w 61"/>
                <a:gd name="T11" fmla="*/ 0 h 60"/>
                <a:gd name="T12" fmla="*/ 0 w 61"/>
                <a:gd name="T13" fmla="*/ 0 h 60"/>
                <a:gd name="T14" fmla="*/ 13 w 61"/>
                <a:gd name="T15" fmla="*/ 60 h 60"/>
                <a:gd name="T16" fmla="*/ 23 w 61"/>
                <a:gd name="T17" fmla="*/ 60 h 60"/>
                <a:gd name="T18" fmla="*/ 31 w 61"/>
                <a:gd name="T19" fmla="*/ 23 h 60"/>
                <a:gd name="T20" fmla="*/ 38 w 61"/>
                <a:gd name="T21" fmla="*/ 60 h 60"/>
                <a:gd name="T22" fmla="*/ 49 w 61"/>
                <a:gd name="T23" fmla="*/ 60 h 60"/>
                <a:gd name="T24" fmla="*/ 61 w 61"/>
                <a:gd name="T25" fmla="*/ 0 h 60"/>
                <a:gd name="T26" fmla="*/ 51 w 61"/>
                <a:gd name="T27"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1" h="60">
                  <a:moveTo>
                    <a:pt x="51" y="0"/>
                  </a:moveTo>
                  <a:lnTo>
                    <a:pt x="43" y="37"/>
                  </a:lnTo>
                  <a:lnTo>
                    <a:pt x="36" y="0"/>
                  </a:lnTo>
                  <a:lnTo>
                    <a:pt x="26" y="0"/>
                  </a:lnTo>
                  <a:lnTo>
                    <a:pt x="18" y="37"/>
                  </a:lnTo>
                  <a:lnTo>
                    <a:pt x="11" y="0"/>
                  </a:lnTo>
                  <a:lnTo>
                    <a:pt x="0" y="0"/>
                  </a:lnTo>
                  <a:lnTo>
                    <a:pt x="13" y="60"/>
                  </a:lnTo>
                  <a:lnTo>
                    <a:pt x="23" y="60"/>
                  </a:lnTo>
                  <a:lnTo>
                    <a:pt x="31" y="23"/>
                  </a:lnTo>
                  <a:lnTo>
                    <a:pt x="38" y="60"/>
                  </a:lnTo>
                  <a:lnTo>
                    <a:pt x="49" y="60"/>
                  </a:lnTo>
                  <a:lnTo>
                    <a:pt x="61" y="0"/>
                  </a:ln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 name="Freeform 416"/>
            <p:cNvSpPr>
              <a:spLocks/>
            </p:cNvSpPr>
            <p:nvPr/>
          </p:nvSpPr>
          <p:spPr bwMode="auto">
            <a:xfrm>
              <a:off x="9621838" y="4687888"/>
              <a:ext cx="57150" cy="131763"/>
            </a:xfrm>
            <a:custGeom>
              <a:avLst/>
              <a:gdLst>
                <a:gd name="T0" fmla="*/ 44 w 44"/>
                <a:gd name="T1" fmla="*/ 100 h 100"/>
                <a:gd name="T2" fmla="*/ 44 w 44"/>
                <a:gd name="T3" fmla="*/ 42 h 100"/>
                <a:gd name="T4" fmla="*/ 33 w 44"/>
                <a:gd name="T5" fmla="*/ 25 h 100"/>
                <a:gd name="T6" fmla="*/ 16 w 44"/>
                <a:gd name="T7" fmla="*/ 35 h 100"/>
                <a:gd name="T8" fmla="*/ 16 w 44"/>
                <a:gd name="T9" fmla="*/ 0 h 100"/>
                <a:gd name="T10" fmla="*/ 0 w 44"/>
                <a:gd name="T11" fmla="*/ 0 h 100"/>
                <a:gd name="T12" fmla="*/ 0 w 44"/>
                <a:gd name="T13" fmla="*/ 100 h 100"/>
                <a:gd name="T14" fmla="*/ 16 w 44"/>
                <a:gd name="T15" fmla="*/ 100 h 100"/>
                <a:gd name="T16" fmla="*/ 16 w 44"/>
                <a:gd name="T17" fmla="*/ 44 h 100"/>
                <a:gd name="T18" fmla="*/ 27 w 44"/>
                <a:gd name="T19" fmla="*/ 37 h 100"/>
                <a:gd name="T20" fmla="*/ 32 w 44"/>
                <a:gd name="T21" fmla="*/ 45 h 100"/>
                <a:gd name="T22" fmla="*/ 32 w 44"/>
                <a:gd name="T23" fmla="*/ 100 h 100"/>
                <a:gd name="T24" fmla="*/ 44 w 44"/>
                <a:gd name="T25"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100">
                  <a:moveTo>
                    <a:pt x="44" y="100"/>
                  </a:moveTo>
                  <a:cubicBezTo>
                    <a:pt x="44" y="42"/>
                    <a:pt x="44" y="42"/>
                    <a:pt x="44" y="42"/>
                  </a:cubicBezTo>
                  <a:cubicBezTo>
                    <a:pt x="44" y="30"/>
                    <a:pt x="41" y="25"/>
                    <a:pt x="33" y="25"/>
                  </a:cubicBezTo>
                  <a:cubicBezTo>
                    <a:pt x="27" y="25"/>
                    <a:pt x="20" y="28"/>
                    <a:pt x="16" y="35"/>
                  </a:cubicBezTo>
                  <a:cubicBezTo>
                    <a:pt x="16" y="0"/>
                    <a:pt x="16" y="0"/>
                    <a:pt x="16" y="0"/>
                  </a:cubicBezTo>
                  <a:cubicBezTo>
                    <a:pt x="0" y="0"/>
                    <a:pt x="0" y="0"/>
                    <a:pt x="0" y="0"/>
                  </a:cubicBezTo>
                  <a:cubicBezTo>
                    <a:pt x="0" y="100"/>
                    <a:pt x="0" y="100"/>
                    <a:pt x="0" y="100"/>
                  </a:cubicBezTo>
                  <a:cubicBezTo>
                    <a:pt x="16" y="100"/>
                    <a:pt x="16" y="100"/>
                    <a:pt x="16" y="100"/>
                  </a:cubicBezTo>
                  <a:cubicBezTo>
                    <a:pt x="16" y="44"/>
                    <a:pt x="16" y="44"/>
                    <a:pt x="16" y="44"/>
                  </a:cubicBezTo>
                  <a:cubicBezTo>
                    <a:pt x="20" y="40"/>
                    <a:pt x="23" y="37"/>
                    <a:pt x="27" y="37"/>
                  </a:cubicBezTo>
                  <a:cubicBezTo>
                    <a:pt x="31" y="37"/>
                    <a:pt x="32" y="39"/>
                    <a:pt x="32" y="45"/>
                  </a:cubicBezTo>
                  <a:cubicBezTo>
                    <a:pt x="32" y="100"/>
                    <a:pt x="32" y="100"/>
                    <a:pt x="32" y="100"/>
                  </a:cubicBezTo>
                  <a:lnTo>
                    <a:pt x="44" y="1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 name="Freeform 417"/>
            <p:cNvSpPr>
              <a:spLocks noEditPoints="1"/>
            </p:cNvSpPr>
            <p:nvPr/>
          </p:nvSpPr>
          <p:spPr bwMode="auto">
            <a:xfrm>
              <a:off x="9696450" y="4721225"/>
              <a:ext cx="60325" cy="98425"/>
            </a:xfrm>
            <a:custGeom>
              <a:avLst/>
              <a:gdLst>
                <a:gd name="T0" fmla="*/ 43 w 46"/>
                <a:gd name="T1" fmla="*/ 54 h 75"/>
                <a:gd name="T2" fmla="*/ 43 w 46"/>
                <a:gd name="T3" fmla="*/ 22 h 75"/>
                <a:gd name="T4" fmla="*/ 40 w 46"/>
                <a:gd name="T5" fmla="*/ 6 h 75"/>
                <a:gd name="T6" fmla="*/ 25 w 46"/>
                <a:gd name="T7" fmla="*/ 0 h 75"/>
                <a:gd name="T8" fmla="*/ 1 w 46"/>
                <a:gd name="T9" fmla="*/ 23 h 75"/>
                <a:gd name="T10" fmla="*/ 15 w 46"/>
                <a:gd name="T11" fmla="*/ 23 h 75"/>
                <a:gd name="T12" fmla="*/ 24 w 46"/>
                <a:gd name="T13" fmla="*/ 12 h 75"/>
                <a:gd name="T14" fmla="*/ 31 w 46"/>
                <a:gd name="T15" fmla="*/ 22 h 75"/>
                <a:gd name="T16" fmla="*/ 31 w 46"/>
                <a:gd name="T17" fmla="*/ 26 h 75"/>
                <a:gd name="T18" fmla="*/ 12 w 46"/>
                <a:gd name="T19" fmla="*/ 35 h 75"/>
                <a:gd name="T20" fmla="*/ 0 w 46"/>
                <a:gd name="T21" fmla="*/ 55 h 75"/>
                <a:gd name="T22" fmla="*/ 14 w 46"/>
                <a:gd name="T23" fmla="*/ 74 h 75"/>
                <a:gd name="T24" fmla="*/ 31 w 46"/>
                <a:gd name="T25" fmla="*/ 66 h 75"/>
                <a:gd name="T26" fmla="*/ 32 w 46"/>
                <a:gd name="T27" fmla="*/ 75 h 75"/>
                <a:gd name="T28" fmla="*/ 46 w 46"/>
                <a:gd name="T29" fmla="*/ 75 h 75"/>
                <a:gd name="T30" fmla="*/ 43 w 46"/>
                <a:gd name="T31" fmla="*/ 54 h 75"/>
                <a:gd name="T32" fmla="*/ 31 w 46"/>
                <a:gd name="T33" fmla="*/ 56 h 75"/>
                <a:gd name="T34" fmla="*/ 21 w 46"/>
                <a:gd name="T35" fmla="*/ 63 h 75"/>
                <a:gd name="T36" fmla="*/ 14 w 46"/>
                <a:gd name="T37" fmla="*/ 54 h 75"/>
                <a:gd name="T38" fmla="*/ 31 w 46"/>
                <a:gd name="T39" fmla="*/ 36 h 75"/>
                <a:gd name="T40" fmla="*/ 31 w 46"/>
                <a:gd name="T41" fmla="*/ 56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6" h="75">
                  <a:moveTo>
                    <a:pt x="43" y="54"/>
                  </a:moveTo>
                  <a:cubicBezTo>
                    <a:pt x="43" y="22"/>
                    <a:pt x="43" y="22"/>
                    <a:pt x="43" y="22"/>
                  </a:cubicBezTo>
                  <a:cubicBezTo>
                    <a:pt x="43" y="13"/>
                    <a:pt x="43" y="9"/>
                    <a:pt x="40" y="6"/>
                  </a:cubicBezTo>
                  <a:cubicBezTo>
                    <a:pt x="36" y="2"/>
                    <a:pt x="32" y="0"/>
                    <a:pt x="25" y="0"/>
                  </a:cubicBezTo>
                  <a:cubicBezTo>
                    <a:pt x="10" y="0"/>
                    <a:pt x="2" y="7"/>
                    <a:pt x="1" y="23"/>
                  </a:cubicBezTo>
                  <a:cubicBezTo>
                    <a:pt x="15" y="23"/>
                    <a:pt x="15" y="23"/>
                    <a:pt x="15" y="23"/>
                  </a:cubicBezTo>
                  <a:cubicBezTo>
                    <a:pt x="16" y="15"/>
                    <a:pt x="19" y="12"/>
                    <a:pt x="24" y="12"/>
                  </a:cubicBezTo>
                  <a:cubicBezTo>
                    <a:pt x="29" y="12"/>
                    <a:pt x="31" y="15"/>
                    <a:pt x="31" y="22"/>
                  </a:cubicBezTo>
                  <a:cubicBezTo>
                    <a:pt x="31" y="26"/>
                    <a:pt x="31" y="26"/>
                    <a:pt x="31" y="26"/>
                  </a:cubicBezTo>
                  <a:cubicBezTo>
                    <a:pt x="19" y="31"/>
                    <a:pt x="15" y="33"/>
                    <a:pt x="12" y="35"/>
                  </a:cubicBezTo>
                  <a:cubicBezTo>
                    <a:pt x="3" y="41"/>
                    <a:pt x="0" y="46"/>
                    <a:pt x="0" y="55"/>
                  </a:cubicBezTo>
                  <a:cubicBezTo>
                    <a:pt x="0" y="67"/>
                    <a:pt x="5" y="74"/>
                    <a:pt x="14" y="74"/>
                  </a:cubicBezTo>
                  <a:cubicBezTo>
                    <a:pt x="20" y="74"/>
                    <a:pt x="24" y="73"/>
                    <a:pt x="31" y="66"/>
                  </a:cubicBezTo>
                  <a:cubicBezTo>
                    <a:pt x="31" y="69"/>
                    <a:pt x="31" y="71"/>
                    <a:pt x="32" y="75"/>
                  </a:cubicBezTo>
                  <a:cubicBezTo>
                    <a:pt x="46" y="75"/>
                    <a:pt x="46" y="75"/>
                    <a:pt x="46" y="75"/>
                  </a:cubicBezTo>
                  <a:cubicBezTo>
                    <a:pt x="44" y="67"/>
                    <a:pt x="43" y="65"/>
                    <a:pt x="43" y="54"/>
                  </a:cubicBezTo>
                  <a:close/>
                  <a:moveTo>
                    <a:pt x="31" y="56"/>
                  </a:moveTo>
                  <a:cubicBezTo>
                    <a:pt x="27" y="60"/>
                    <a:pt x="25" y="63"/>
                    <a:pt x="21" y="63"/>
                  </a:cubicBezTo>
                  <a:cubicBezTo>
                    <a:pt x="17" y="63"/>
                    <a:pt x="14" y="59"/>
                    <a:pt x="14" y="54"/>
                  </a:cubicBezTo>
                  <a:cubicBezTo>
                    <a:pt x="14" y="48"/>
                    <a:pt x="19" y="43"/>
                    <a:pt x="31" y="36"/>
                  </a:cubicBezTo>
                  <a:lnTo>
                    <a:pt x="31" y="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 name="Freeform 418"/>
            <p:cNvSpPr>
              <a:spLocks/>
            </p:cNvSpPr>
            <p:nvPr/>
          </p:nvSpPr>
          <p:spPr bwMode="auto">
            <a:xfrm>
              <a:off x="9767888" y="4699000"/>
              <a:ext cx="47625" cy="119063"/>
            </a:xfrm>
            <a:custGeom>
              <a:avLst/>
              <a:gdLst>
                <a:gd name="T0" fmla="*/ 8 w 36"/>
                <a:gd name="T1" fmla="*/ 70 h 91"/>
                <a:gd name="T2" fmla="*/ 12 w 36"/>
                <a:gd name="T3" fmla="*/ 86 h 91"/>
                <a:gd name="T4" fmla="*/ 27 w 36"/>
                <a:gd name="T5" fmla="*/ 91 h 91"/>
                <a:gd name="T6" fmla="*/ 36 w 36"/>
                <a:gd name="T7" fmla="*/ 90 h 91"/>
                <a:gd name="T8" fmla="*/ 36 w 36"/>
                <a:gd name="T9" fmla="*/ 78 h 91"/>
                <a:gd name="T10" fmla="*/ 32 w 36"/>
                <a:gd name="T11" fmla="*/ 79 h 91"/>
                <a:gd name="T12" fmla="*/ 24 w 36"/>
                <a:gd name="T13" fmla="*/ 69 h 91"/>
                <a:gd name="T14" fmla="*/ 24 w 36"/>
                <a:gd name="T15" fmla="*/ 32 h 91"/>
                <a:gd name="T16" fmla="*/ 36 w 36"/>
                <a:gd name="T17" fmla="*/ 32 h 91"/>
                <a:gd name="T18" fmla="*/ 36 w 36"/>
                <a:gd name="T19" fmla="*/ 20 h 91"/>
                <a:gd name="T20" fmla="*/ 24 w 36"/>
                <a:gd name="T21" fmla="*/ 20 h 91"/>
                <a:gd name="T22" fmla="*/ 24 w 36"/>
                <a:gd name="T23" fmla="*/ 0 h 91"/>
                <a:gd name="T24" fmla="*/ 8 w 36"/>
                <a:gd name="T25" fmla="*/ 0 h 91"/>
                <a:gd name="T26" fmla="*/ 8 w 36"/>
                <a:gd name="T27" fmla="*/ 20 h 91"/>
                <a:gd name="T28" fmla="*/ 0 w 36"/>
                <a:gd name="T29" fmla="*/ 20 h 91"/>
                <a:gd name="T30" fmla="*/ 0 w 36"/>
                <a:gd name="T31" fmla="*/ 32 h 91"/>
                <a:gd name="T32" fmla="*/ 8 w 36"/>
                <a:gd name="T33" fmla="*/ 32 h 91"/>
                <a:gd name="T34" fmla="*/ 8 w 36"/>
                <a:gd name="T35" fmla="*/ 7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91">
                  <a:moveTo>
                    <a:pt x="8" y="70"/>
                  </a:moveTo>
                  <a:cubicBezTo>
                    <a:pt x="8" y="79"/>
                    <a:pt x="10" y="83"/>
                    <a:pt x="12" y="86"/>
                  </a:cubicBezTo>
                  <a:cubicBezTo>
                    <a:pt x="15" y="90"/>
                    <a:pt x="20" y="91"/>
                    <a:pt x="27" y="91"/>
                  </a:cubicBezTo>
                  <a:cubicBezTo>
                    <a:pt x="30" y="91"/>
                    <a:pt x="32" y="91"/>
                    <a:pt x="36" y="90"/>
                  </a:cubicBezTo>
                  <a:cubicBezTo>
                    <a:pt x="36" y="78"/>
                    <a:pt x="36" y="78"/>
                    <a:pt x="36" y="78"/>
                  </a:cubicBezTo>
                  <a:cubicBezTo>
                    <a:pt x="36" y="79"/>
                    <a:pt x="33" y="79"/>
                    <a:pt x="32" y="79"/>
                  </a:cubicBezTo>
                  <a:cubicBezTo>
                    <a:pt x="26" y="79"/>
                    <a:pt x="24" y="76"/>
                    <a:pt x="24" y="69"/>
                  </a:cubicBezTo>
                  <a:cubicBezTo>
                    <a:pt x="24" y="32"/>
                    <a:pt x="24" y="32"/>
                    <a:pt x="24" y="32"/>
                  </a:cubicBezTo>
                  <a:cubicBezTo>
                    <a:pt x="36" y="32"/>
                    <a:pt x="36" y="32"/>
                    <a:pt x="36" y="32"/>
                  </a:cubicBezTo>
                  <a:cubicBezTo>
                    <a:pt x="36" y="20"/>
                    <a:pt x="36" y="20"/>
                    <a:pt x="36" y="20"/>
                  </a:cubicBezTo>
                  <a:cubicBezTo>
                    <a:pt x="24" y="20"/>
                    <a:pt x="24" y="20"/>
                    <a:pt x="24" y="20"/>
                  </a:cubicBezTo>
                  <a:cubicBezTo>
                    <a:pt x="24" y="0"/>
                    <a:pt x="24" y="0"/>
                    <a:pt x="24" y="0"/>
                  </a:cubicBezTo>
                  <a:cubicBezTo>
                    <a:pt x="8" y="0"/>
                    <a:pt x="8" y="0"/>
                    <a:pt x="8" y="0"/>
                  </a:cubicBezTo>
                  <a:cubicBezTo>
                    <a:pt x="8" y="20"/>
                    <a:pt x="8" y="20"/>
                    <a:pt x="8" y="20"/>
                  </a:cubicBezTo>
                  <a:cubicBezTo>
                    <a:pt x="0" y="20"/>
                    <a:pt x="0" y="20"/>
                    <a:pt x="0" y="20"/>
                  </a:cubicBezTo>
                  <a:cubicBezTo>
                    <a:pt x="0" y="32"/>
                    <a:pt x="0" y="32"/>
                    <a:pt x="0" y="32"/>
                  </a:cubicBezTo>
                  <a:cubicBezTo>
                    <a:pt x="8" y="32"/>
                    <a:pt x="8" y="32"/>
                    <a:pt x="8" y="32"/>
                  </a:cubicBezTo>
                  <a:lnTo>
                    <a:pt x="8"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 name="Freeform 419"/>
            <p:cNvSpPr>
              <a:spLocks/>
            </p:cNvSpPr>
            <p:nvPr/>
          </p:nvSpPr>
          <p:spPr bwMode="auto">
            <a:xfrm>
              <a:off x="9169400" y="4881563"/>
              <a:ext cx="61912" cy="98425"/>
            </a:xfrm>
            <a:custGeom>
              <a:avLst/>
              <a:gdLst>
                <a:gd name="T0" fmla="*/ 28 w 47"/>
                <a:gd name="T1" fmla="*/ 30 h 75"/>
                <a:gd name="T2" fmla="*/ 15 w 47"/>
                <a:gd name="T3" fmla="*/ 19 h 75"/>
                <a:gd name="T4" fmla="*/ 23 w 47"/>
                <a:gd name="T5" fmla="*/ 12 h 75"/>
                <a:gd name="T6" fmla="*/ 34 w 47"/>
                <a:gd name="T7" fmla="*/ 23 h 75"/>
                <a:gd name="T8" fmla="*/ 46 w 47"/>
                <a:gd name="T9" fmla="*/ 17 h 75"/>
                <a:gd name="T10" fmla="*/ 23 w 47"/>
                <a:gd name="T11" fmla="*/ 0 h 75"/>
                <a:gd name="T12" fmla="*/ 2 w 47"/>
                <a:gd name="T13" fmla="*/ 20 h 75"/>
                <a:gd name="T14" fmla="*/ 7 w 47"/>
                <a:gd name="T15" fmla="*/ 34 h 75"/>
                <a:gd name="T16" fmla="*/ 23 w 47"/>
                <a:gd name="T17" fmla="*/ 45 h 75"/>
                <a:gd name="T18" fmla="*/ 33 w 47"/>
                <a:gd name="T19" fmla="*/ 56 h 75"/>
                <a:gd name="T20" fmla="*/ 25 w 47"/>
                <a:gd name="T21" fmla="*/ 63 h 75"/>
                <a:gd name="T22" fmla="*/ 13 w 47"/>
                <a:gd name="T23" fmla="*/ 50 h 75"/>
                <a:gd name="T24" fmla="*/ 0 w 47"/>
                <a:gd name="T25" fmla="*/ 55 h 75"/>
                <a:gd name="T26" fmla="*/ 25 w 47"/>
                <a:gd name="T27" fmla="*/ 75 h 75"/>
                <a:gd name="T28" fmla="*/ 47 w 47"/>
                <a:gd name="T29" fmla="*/ 54 h 75"/>
                <a:gd name="T30" fmla="*/ 42 w 47"/>
                <a:gd name="T31" fmla="*/ 40 h 75"/>
                <a:gd name="T32" fmla="*/ 28 w 47"/>
                <a:gd name="T33" fmla="*/ 3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7" h="75">
                  <a:moveTo>
                    <a:pt x="28" y="30"/>
                  </a:moveTo>
                  <a:cubicBezTo>
                    <a:pt x="17" y="25"/>
                    <a:pt x="15" y="23"/>
                    <a:pt x="15" y="19"/>
                  </a:cubicBezTo>
                  <a:cubicBezTo>
                    <a:pt x="15" y="15"/>
                    <a:pt x="18" y="12"/>
                    <a:pt x="23" y="12"/>
                  </a:cubicBezTo>
                  <a:cubicBezTo>
                    <a:pt x="28" y="12"/>
                    <a:pt x="31" y="15"/>
                    <a:pt x="34" y="23"/>
                  </a:cubicBezTo>
                  <a:cubicBezTo>
                    <a:pt x="46" y="17"/>
                    <a:pt x="46" y="17"/>
                    <a:pt x="46" y="17"/>
                  </a:cubicBezTo>
                  <a:cubicBezTo>
                    <a:pt x="42" y="5"/>
                    <a:pt x="34" y="0"/>
                    <a:pt x="23" y="0"/>
                  </a:cubicBezTo>
                  <a:cubicBezTo>
                    <a:pt x="10" y="0"/>
                    <a:pt x="2" y="8"/>
                    <a:pt x="2" y="20"/>
                  </a:cubicBezTo>
                  <a:cubicBezTo>
                    <a:pt x="2" y="25"/>
                    <a:pt x="3" y="30"/>
                    <a:pt x="7" y="34"/>
                  </a:cubicBezTo>
                  <a:cubicBezTo>
                    <a:pt x="10" y="37"/>
                    <a:pt x="13" y="39"/>
                    <a:pt x="23" y="45"/>
                  </a:cubicBezTo>
                  <a:cubicBezTo>
                    <a:pt x="31" y="49"/>
                    <a:pt x="33" y="51"/>
                    <a:pt x="33" y="56"/>
                  </a:cubicBezTo>
                  <a:cubicBezTo>
                    <a:pt x="33" y="60"/>
                    <a:pt x="30" y="63"/>
                    <a:pt x="25" y="63"/>
                  </a:cubicBezTo>
                  <a:cubicBezTo>
                    <a:pt x="19" y="63"/>
                    <a:pt x="16" y="59"/>
                    <a:pt x="13" y="50"/>
                  </a:cubicBezTo>
                  <a:cubicBezTo>
                    <a:pt x="0" y="55"/>
                    <a:pt x="0" y="55"/>
                    <a:pt x="0" y="55"/>
                  </a:cubicBezTo>
                  <a:cubicBezTo>
                    <a:pt x="5" y="69"/>
                    <a:pt x="13" y="75"/>
                    <a:pt x="25" y="75"/>
                  </a:cubicBezTo>
                  <a:cubicBezTo>
                    <a:pt x="39" y="75"/>
                    <a:pt x="47" y="67"/>
                    <a:pt x="47" y="54"/>
                  </a:cubicBezTo>
                  <a:cubicBezTo>
                    <a:pt x="47" y="48"/>
                    <a:pt x="46" y="43"/>
                    <a:pt x="42" y="40"/>
                  </a:cubicBezTo>
                  <a:cubicBezTo>
                    <a:pt x="39" y="37"/>
                    <a:pt x="36" y="35"/>
                    <a:pt x="28"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 name="Freeform 420"/>
            <p:cNvSpPr>
              <a:spLocks/>
            </p:cNvSpPr>
            <p:nvPr/>
          </p:nvSpPr>
          <p:spPr bwMode="auto">
            <a:xfrm>
              <a:off x="9245600" y="4849813"/>
              <a:ext cx="52387" cy="125413"/>
            </a:xfrm>
            <a:custGeom>
              <a:avLst/>
              <a:gdLst>
                <a:gd name="T0" fmla="*/ 29 w 40"/>
                <a:gd name="T1" fmla="*/ 24 h 96"/>
                <a:gd name="T2" fmla="*/ 12 w 40"/>
                <a:gd name="T3" fmla="*/ 35 h 96"/>
                <a:gd name="T4" fmla="*/ 12 w 40"/>
                <a:gd name="T5" fmla="*/ 0 h 96"/>
                <a:gd name="T6" fmla="*/ 0 w 40"/>
                <a:gd name="T7" fmla="*/ 0 h 96"/>
                <a:gd name="T8" fmla="*/ 0 w 40"/>
                <a:gd name="T9" fmla="*/ 96 h 96"/>
                <a:gd name="T10" fmla="*/ 12 w 40"/>
                <a:gd name="T11" fmla="*/ 96 h 96"/>
                <a:gd name="T12" fmla="*/ 12 w 40"/>
                <a:gd name="T13" fmla="*/ 44 h 96"/>
                <a:gd name="T14" fmla="*/ 23 w 40"/>
                <a:gd name="T15" fmla="*/ 36 h 96"/>
                <a:gd name="T16" fmla="*/ 28 w 40"/>
                <a:gd name="T17" fmla="*/ 45 h 96"/>
                <a:gd name="T18" fmla="*/ 28 w 40"/>
                <a:gd name="T19" fmla="*/ 96 h 96"/>
                <a:gd name="T20" fmla="*/ 40 w 40"/>
                <a:gd name="T21" fmla="*/ 96 h 96"/>
                <a:gd name="T22" fmla="*/ 40 w 40"/>
                <a:gd name="T23" fmla="*/ 41 h 96"/>
                <a:gd name="T24" fmla="*/ 29 w 40"/>
                <a:gd name="T25" fmla="*/ 2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 h="96">
                  <a:moveTo>
                    <a:pt x="29" y="24"/>
                  </a:moveTo>
                  <a:cubicBezTo>
                    <a:pt x="23" y="24"/>
                    <a:pt x="20" y="27"/>
                    <a:pt x="12" y="35"/>
                  </a:cubicBezTo>
                  <a:cubicBezTo>
                    <a:pt x="12" y="0"/>
                    <a:pt x="12" y="0"/>
                    <a:pt x="12" y="0"/>
                  </a:cubicBezTo>
                  <a:cubicBezTo>
                    <a:pt x="0" y="0"/>
                    <a:pt x="0" y="0"/>
                    <a:pt x="0" y="0"/>
                  </a:cubicBezTo>
                  <a:cubicBezTo>
                    <a:pt x="0" y="96"/>
                    <a:pt x="0" y="96"/>
                    <a:pt x="0" y="96"/>
                  </a:cubicBezTo>
                  <a:cubicBezTo>
                    <a:pt x="12" y="96"/>
                    <a:pt x="12" y="96"/>
                    <a:pt x="12" y="96"/>
                  </a:cubicBezTo>
                  <a:cubicBezTo>
                    <a:pt x="12" y="44"/>
                    <a:pt x="12" y="44"/>
                    <a:pt x="12" y="44"/>
                  </a:cubicBezTo>
                  <a:cubicBezTo>
                    <a:pt x="16" y="39"/>
                    <a:pt x="19" y="36"/>
                    <a:pt x="23" y="36"/>
                  </a:cubicBezTo>
                  <a:cubicBezTo>
                    <a:pt x="27" y="36"/>
                    <a:pt x="28" y="38"/>
                    <a:pt x="28" y="45"/>
                  </a:cubicBezTo>
                  <a:cubicBezTo>
                    <a:pt x="28" y="96"/>
                    <a:pt x="28" y="96"/>
                    <a:pt x="28" y="96"/>
                  </a:cubicBezTo>
                  <a:cubicBezTo>
                    <a:pt x="40" y="96"/>
                    <a:pt x="40" y="96"/>
                    <a:pt x="40" y="96"/>
                  </a:cubicBezTo>
                  <a:cubicBezTo>
                    <a:pt x="40" y="41"/>
                    <a:pt x="40" y="41"/>
                    <a:pt x="40" y="41"/>
                  </a:cubicBezTo>
                  <a:cubicBezTo>
                    <a:pt x="40" y="30"/>
                    <a:pt x="37" y="24"/>
                    <a:pt x="29"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 name="Freeform 421"/>
            <p:cNvSpPr>
              <a:spLocks noEditPoints="1"/>
            </p:cNvSpPr>
            <p:nvPr/>
          </p:nvSpPr>
          <p:spPr bwMode="auto">
            <a:xfrm>
              <a:off x="9318625" y="4881563"/>
              <a:ext cx="57150" cy="98425"/>
            </a:xfrm>
            <a:custGeom>
              <a:avLst/>
              <a:gdLst>
                <a:gd name="T0" fmla="*/ 20 w 44"/>
                <a:gd name="T1" fmla="*/ 0 h 75"/>
                <a:gd name="T2" fmla="*/ 5 w 44"/>
                <a:gd name="T3" fmla="*/ 6 h 75"/>
                <a:gd name="T4" fmla="*/ 0 w 44"/>
                <a:gd name="T5" fmla="*/ 26 h 75"/>
                <a:gd name="T6" fmla="*/ 0 w 44"/>
                <a:gd name="T7" fmla="*/ 49 h 75"/>
                <a:gd name="T8" fmla="*/ 5 w 44"/>
                <a:gd name="T9" fmla="*/ 69 h 75"/>
                <a:gd name="T10" fmla="*/ 21 w 44"/>
                <a:gd name="T11" fmla="*/ 75 h 75"/>
                <a:gd name="T12" fmla="*/ 38 w 44"/>
                <a:gd name="T13" fmla="*/ 69 h 75"/>
                <a:gd name="T14" fmla="*/ 44 w 44"/>
                <a:gd name="T15" fmla="*/ 49 h 75"/>
                <a:gd name="T16" fmla="*/ 44 w 44"/>
                <a:gd name="T17" fmla="*/ 26 h 75"/>
                <a:gd name="T18" fmla="*/ 38 w 44"/>
                <a:gd name="T19" fmla="*/ 6 h 75"/>
                <a:gd name="T20" fmla="*/ 20 w 44"/>
                <a:gd name="T21" fmla="*/ 0 h 75"/>
                <a:gd name="T22" fmla="*/ 28 w 44"/>
                <a:gd name="T23" fmla="*/ 50 h 75"/>
                <a:gd name="T24" fmla="*/ 20 w 44"/>
                <a:gd name="T25" fmla="*/ 63 h 75"/>
                <a:gd name="T26" fmla="*/ 12 w 44"/>
                <a:gd name="T27" fmla="*/ 50 h 75"/>
                <a:gd name="T28" fmla="*/ 12 w 44"/>
                <a:gd name="T29" fmla="*/ 26 h 75"/>
                <a:gd name="T30" fmla="*/ 20 w 44"/>
                <a:gd name="T31" fmla="*/ 12 h 75"/>
                <a:gd name="T32" fmla="*/ 28 w 44"/>
                <a:gd name="T33" fmla="*/ 26 h 75"/>
                <a:gd name="T34" fmla="*/ 28 w 44"/>
                <a:gd name="T35" fmla="*/ 5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 h="75">
                  <a:moveTo>
                    <a:pt x="20" y="0"/>
                  </a:moveTo>
                  <a:cubicBezTo>
                    <a:pt x="13" y="0"/>
                    <a:pt x="9" y="2"/>
                    <a:pt x="5" y="6"/>
                  </a:cubicBezTo>
                  <a:cubicBezTo>
                    <a:pt x="1" y="10"/>
                    <a:pt x="0" y="15"/>
                    <a:pt x="0" y="26"/>
                  </a:cubicBezTo>
                  <a:cubicBezTo>
                    <a:pt x="0" y="49"/>
                    <a:pt x="0" y="49"/>
                    <a:pt x="0" y="49"/>
                  </a:cubicBezTo>
                  <a:cubicBezTo>
                    <a:pt x="0" y="60"/>
                    <a:pt x="1" y="65"/>
                    <a:pt x="5" y="69"/>
                  </a:cubicBezTo>
                  <a:cubicBezTo>
                    <a:pt x="9" y="73"/>
                    <a:pt x="14" y="75"/>
                    <a:pt x="21" y="75"/>
                  </a:cubicBezTo>
                  <a:cubicBezTo>
                    <a:pt x="28" y="75"/>
                    <a:pt x="34" y="73"/>
                    <a:pt x="38" y="69"/>
                  </a:cubicBezTo>
                  <a:cubicBezTo>
                    <a:pt x="42" y="65"/>
                    <a:pt x="44" y="60"/>
                    <a:pt x="44" y="49"/>
                  </a:cubicBezTo>
                  <a:cubicBezTo>
                    <a:pt x="44" y="26"/>
                    <a:pt x="44" y="26"/>
                    <a:pt x="44" y="26"/>
                  </a:cubicBezTo>
                  <a:cubicBezTo>
                    <a:pt x="44" y="15"/>
                    <a:pt x="42" y="10"/>
                    <a:pt x="38" y="6"/>
                  </a:cubicBezTo>
                  <a:cubicBezTo>
                    <a:pt x="34" y="2"/>
                    <a:pt x="27" y="0"/>
                    <a:pt x="20" y="0"/>
                  </a:cubicBezTo>
                  <a:close/>
                  <a:moveTo>
                    <a:pt x="28" y="50"/>
                  </a:moveTo>
                  <a:cubicBezTo>
                    <a:pt x="28" y="59"/>
                    <a:pt x="26" y="63"/>
                    <a:pt x="20" y="63"/>
                  </a:cubicBezTo>
                  <a:cubicBezTo>
                    <a:pt x="14" y="63"/>
                    <a:pt x="12" y="59"/>
                    <a:pt x="12" y="50"/>
                  </a:cubicBezTo>
                  <a:cubicBezTo>
                    <a:pt x="12" y="26"/>
                    <a:pt x="12" y="26"/>
                    <a:pt x="12" y="26"/>
                  </a:cubicBezTo>
                  <a:cubicBezTo>
                    <a:pt x="12" y="16"/>
                    <a:pt x="14" y="12"/>
                    <a:pt x="20" y="12"/>
                  </a:cubicBezTo>
                  <a:cubicBezTo>
                    <a:pt x="26" y="12"/>
                    <a:pt x="28" y="16"/>
                    <a:pt x="28" y="26"/>
                  </a:cubicBezTo>
                  <a:lnTo>
                    <a:pt x="28" y="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 name="Freeform 422"/>
            <p:cNvSpPr>
              <a:spLocks/>
            </p:cNvSpPr>
            <p:nvPr/>
          </p:nvSpPr>
          <p:spPr bwMode="auto">
            <a:xfrm>
              <a:off x="9391650" y="4881563"/>
              <a:ext cx="52387" cy="98425"/>
            </a:xfrm>
            <a:custGeom>
              <a:avLst/>
              <a:gdLst>
                <a:gd name="T0" fmla="*/ 28 w 40"/>
                <a:gd name="T1" fmla="*/ 56 h 75"/>
                <a:gd name="T2" fmla="*/ 17 w 40"/>
                <a:gd name="T3" fmla="*/ 63 h 75"/>
                <a:gd name="T4" fmla="*/ 12 w 40"/>
                <a:gd name="T5" fmla="*/ 54 h 75"/>
                <a:gd name="T6" fmla="*/ 12 w 40"/>
                <a:gd name="T7" fmla="*/ 0 h 75"/>
                <a:gd name="T8" fmla="*/ 0 w 40"/>
                <a:gd name="T9" fmla="*/ 0 h 75"/>
                <a:gd name="T10" fmla="*/ 0 w 40"/>
                <a:gd name="T11" fmla="*/ 58 h 75"/>
                <a:gd name="T12" fmla="*/ 11 w 40"/>
                <a:gd name="T13" fmla="*/ 75 h 75"/>
                <a:gd name="T14" fmla="*/ 28 w 40"/>
                <a:gd name="T15" fmla="*/ 64 h 75"/>
                <a:gd name="T16" fmla="*/ 28 w 40"/>
                <a:gd name="T17" fmla="*/ 72 h 75"/>
                <a:gd name="T18" fmla="*/ 40 w 40"/>
                <a:gd name="T19" fmla="*/ 72 h 75"/>
                <a:gd name="T20" fmla="*/ 40 w 40"/>
                <a:gd name="T21" fmla="*/ 0 h 75"/>
                <a:gd name="T22" fmla="*/ 28 w 40"/>
                <a:gd name="T23" fmla="*/ 0 h 75"/>
                <a:gd name="T24" fmla="*/ 28 w 40"/>
                <a:gd name="T25" fmla="*/ 56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 h="75">
                  <a:moveTo>
                    <a:pt x="28" y="56"/>
                  </a:moveTo>
                  <a:cubicBezTo>
                    <a:pt x="24" y="60"/>
                    <a:pt x="21" y="63"/>
                    <a:pt x="17" y="63"/>
                  </a:cubicBezTo>
                  <a:cubicBezTo>
                    <a:pt x="13" y="63"/>
                    <a:pt x="12" y="61"/>
                    <a:pt x="12" y="54"/>
                  </a:cubicBezTo>
                  <a:cubicBezTo>
                    <a:pt x="12" y="0"/>
                    <a:pt x="12" y="0"/>
                    <a:pt x="12" y="0"/>
                  </a:cubicBezTo>
                  <a:cubicBezTo>
                    <a:pt x="0" y="0"/>
                    <a:pt x="0" y="0"/>
                    <a:pt x="0" y="0"/>
                  </a:cubicBezTo>
                  <a:cubicBezTo>
                    <a:pt x="0" y="58"/>
                    <a:pt x="0" y="58"/>
                    <a:pt x="0" y="58"/>
                  </a:cubicBezTo>
                  <a:cubicBezTo>
                    <a:pt x="0" y="69"/>
                    <a:pt x="3" y="75"/>
                    <a:pt x="11" y="75"/>
                  </a:cubicBezTo>
                  <a:cubicBezTo>
                    <a:pt x="17" y="75"/>
                    <a:pt x="24" y="72"/>
                    <a:pt x="28" y="64"/>
                  </a:cubicBezTo>
                  <a:cubicBezTo>
                    <a:pt x="28" y="72"/>
                    <a:pt x="28" y="72"/>
                    <a:pt x="28" y="72"/>
                  </a:cubicBezTo>
                  <a:cubicBezTo>
                    <a:pt x="40" y="72"/>
                    <a:pt x="40" y="72"/>
                    <a:pt x="40" y="72"/>
                  </a:cubicBezTo>
                  <a:cubicBezTo>
                    <a:pt x="40" y="0"/>
                    <a:pt x="40" y="0"/>
                    <a:pt x="40" y="0"/>
                  </a:cubicBezTo>
                  <a:cubicBezTo>
                    <a:pt x="28" y="0"/>
                    <a:pt x="28" y="0"/>
                    <a:pt x="28" y="0"/>
                  </a:cubicBezTo>
                  <a:lnTo>
                    <a:pt x="28" y="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 name="Rectangle 423"/>
            <p:cNvSpPr>
              <a:spLocks noChangeArrowheads="1"/>
            </p:cNvSpPr>
            <p:nvPr/>
          </p:nvSpPr>
          <p:spPr bwMode="auto">
            <a:xfrm>
              <a:off x="9464675" y="4849813"/>
              <a:ext cx="15875" cy="1254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 name="Freeform 424"/>
            <p:cNvSpPr>
              <a:spLocks noEditPoints="1"/>
            </p:cNvSpPr>
            <p:nvPr/>
          </p:nvSpPr>
          <p:spPr bwMode="auto">
            <a:xfrm>
              <a:off x="9496425" y="4849813"/>
              <a:ext cx="57150" cy="130175"/>
            </a:xfrm>
            <a:custGeom>
              <a:avLst/>
              <a:gdLst>
                <a:gd name="T0" fmla="*/ 32 w 44"/>
                <a:gd name="T1" fmla="*/ 33 h 99"/>
                <a:gd name="T2" fmla="*/ 15 w 44"/>
                <a:gd name="T3" fmla="*/ 24 h 99"/>
                <a:gd name="T4" fmla="*/ 3 w 44"/>
                <a:gd name="T5" fmla="*/ 32 h 99"/>
                <a:gd name="T6" fmla="*/ 0 w 44"/>
                <a:gd name="T7" fmla="*/ 53 h 99"/>
                <a:gd name="T8" fmla="*/ 0 w 44"/>
                <a:gd name="T9" fmla="*/ 70 h 99"/>
                <a:gd name="T10" fmla="*/ 3 w 44"/>
                <a:gd name="T11" fmla="*/ 91 h 99"/>
                <a:gd name="T12" fmla="*/ 15 w 44"/>
                <a:gd name="T13" fmla="*/ 99 h 99"/>
                <a:gd name="T14" fmla="*/ 32 w 44"/>
                <a:gd name="T15" fmla="*/ 91 h 99"/>
                <a:gd name="T16" fmla="*/ 32 w 44"/>
                <a:gd name="T17" fmla="*/ 96 h 99"/>
                <a:gd name="T18" fmla="*/ 44 w 44"/>
                <a:gd name="T19" fmla="*/ 96 h 99"/>
                <a:gd name="T20" fmla="*/ 44 w 44"/>
                <a:gd name="T21" fmla="*/ 0 h 99"/>
                <a:gd name="T22" fmla="*/ 32 w 44"/>
                <a:gd name="T23" fmla="*/ 0 h 99"/>
                <a:gd name="T24" fmla="*/ 32 w 44"/>
                <a:gd name="T25" fmla="*/ 33 h 99"/>
                <a:gd name="T26" fmla="*/ 32 w 44"/>
                <a:gd name="T27" fmla="*/ 83 h 99"/>
                <a:gd name="T28" fmla="*/ 22 w 44"/>
                <a:gd name="T29" fmla="*/ 87 h 99"/>
                <a:gd name="T30" fmla="*/ 15 w 44"/>
                <a:gd name="T31" fmla="*/ 83 h 99"/>
                <a:gd name="T32" fmla="*/ 12 w 44"/>
                <a:gd name="T33" fmla="*/ 71 h 99"/>
                <a:gd name="T34" fmla="*/ 12 w 44"/>
                <a:gd name="T35" fmla="*/ 52 h 99"/>
                <a:gd name="T36" fmla="*/ 14 w 44"/>
                <a:gd name="T37" fmla="*/ 40 h 99"/>
                <a:gd name="T38" fmla="*/ 22 w 44"/>
                <a:gd name="T39" fmla="*/ 36 h 99"/>
                <a:gd name="T40" fmla="*/ 32 w 44"/>
                <a:gd name="T41" fmla="*/ 40 h 99"/>
                <a:gd name="T42" fmla="*/ 32 w 44"/>
                <a:gd name="T43" fmla="*/ 83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4" h="99">
                  <a:moveTo>
                    <a:pt x="32" y="33"/>
                  </a:moveTo>
                  <a:cubicBezTo>
                    <a:pt x="24" y="27"/>
                    <a:pt x="21" y="24"/>
                    <a:pt x="15" y="24"/>
                  </a:cubicBezTo>
                  <a:cubicBezTo>
                    <a:pt x="10" y="24"/>
                    <a:pt x="6" y="27"/>
                    <a:pt x="3" y="32"/>
                  </a:cubicBezTo>
                  <a:cubicBezTo>
                    <a:pt x="1" y="37"/>
                    <a:pt x="0" y="42"/>
                    <a:pt x="0" y="53"/>
                  </a:cubicBezTo>
                  <a:cubicBezTo>
                    <a:pt x="0" y="70"/>
                    <a:pt x="0" y="70"/>
                    <a:pt x="0" y="70"/>
                  </a:cubicBezTo>
                  <a:cubicBezTo>
                    <a:pt x="0" y="81"/>
                    <a:pt x="1" y="86"/>
                    <a:pt x="3" y="91"/>
                  </a:cubicBezTo>
                  <a:cubicBezTo>
                    <a:pt x="5" y="96"/>
                    <a:pt x="10" y="99"/>
                    <a:pt x="15" y="99"/>
                  </a:cubicBezTo>
                  <a:cubicBezTo>
                    <a:pt x="21" y="99"/>
                    <a:pt x="24" y="96"/>
                    <a:pt x="32" y="91"/>
                  </a:cubicBezTo>
                  <a:cubicBezTo>
                    <a:pt x="32" y="96"/>
                    <a:pt x="32" y="96"/>
                    <a:pt x="32" y="96"/>
                  </a:cubicBezTo>
                  <a:cubicBezTo>
                    <a:pt x="44" y="96"/>
                    <a:pt x="44" y="96"/>
                    <a:pt x="44" y="96"/>
                  </a:cubicBezTo>
                  <a:cubicBezTo>
                    <a:pt x="44" y="0"/>
                    <a:pt x="44" y="0"/>
                    <a:pt x="44" y="0"/>
                  </a:cubicBezTo>
                  <a:cubicBezTo>
                    <a:pt x="32" y="0"/>
                    <a:pt x="32" y="0"/>
                    <a:pt x="32" y="0"/>
                  </a:cubicBezTo>
                  <a:lnTo>
                    <a:pt x="32" y="33"/>
                  </a:lnTo>
                  <a:close/>
                  <a:moveTo>
                    <a:pt x="32" y="83"/>
                  </a:moveTo>
                  <a:cubicBezTo>
                    <a:pt x="28" y="86"/>
                    <a:pt x="25" y="87"/>
                    <a:pt x="22" y="87"/>
                  </a:cubicBezTo>
                  <a:cubicBezTo>
                    <a:pt x="19" y="87"/>
                    <a:pt x="16" y="85"/>
                    <a:pt x="15" y="83"/>
                  </a:cubicBezTo>
                  <a:cubicBezTo>
                    <a:pt x="13" y="81"/>
                    <a:pt x="12" y="79"/>
                    <a:pt x="12" y="71"/>
                  </a:cubicBezTo>
                  <a:cubicBezTo>
                    <a:pt x="12" y="52"/>
                    <a:pt x="12" y="52"/>
                    <a:pt x="12" y="52"/>
                  </a:cubicBezTo>
                  <a:cubicBezTo>
                    <a:pt x="12" y="44"/>
                    <a:pt x="13" y="43"/>
                    <a:pt x="14" y="40"/>
                  </a:cubicBezTo>
                  <a:cubicBezTo>
                    <a:pt x="15" y="38"/>
                    <a:pt x="19" y="36"/>
                    <a:pt x="22" y="36"/>
                  </a:cubicBezTo>
                  <a:cubicBezTo>
                    <a:pt x="25" y="36"/>
                    <a:pt x="28" y="37"/>
                    <a:pt x="32" y="40"/>
                  </a:cubicBezTo>
                  <a:lnTo>
                    <a:pt x="32"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 name="Rectangle 425"/>
            <p:cNvSpPr>
              <a:spLocks noChangeArrowheads="1"/>
            </p:cNvSpPr>
            <p:nvPr/>
          </p:nvSpPr>
          <p:spPr bwMode="auto">
            <a:xfrm>
              <a:off x="9601200" y="4849813"/>
              <a:ext cx="20637" cy="1254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 name="Freeform 426"/>
            <p:cNvSpPr>
              <a:spLocks noEditPoints="1"/>
            </p:cNvSpPr>
            <p:nvPr/>
          </p:nvSpPr>
          <p:spPr bwMode="auto">
            <a:xfrm>
              <a:off x="9669463" y="4849813"/>
              <a:ext cx="57150" cy="130175"/>
            </a:xfrm>
            <a:custGeom>
              <a:avLst/>
              <a:gdLst>
                <a:gd name="T0" fmla="*/ 28 w 44"/>
                <a:gd name="T1" fmla="*/ 33 h 99"/>
                <a:gd name="T2" fmla="*/ 13 w 44"/>
                <a:gd name="T3" fmla="*/ 24 h 99"/>
                <a:gd name="T4" fmla="*/ 2 w 44"/>
                <a:gd name="T5" fmla="*/ 32 h 99"/>
                <a:gd name="T6" fmla="*/ 0 w 44"/>
                <a:gd name="T7" fmla="*/ 53 h 99"/>
                <a:gd name="T8" fmla="*/ 0 w 44"/>
                <a:gd name="T9" fmla="*/ 70 h 99"/>
                <a:gd name="T10" fmla="*/ 3 w 44"/>
                <a:gd name="T11" fmla="*/ 91 h 99"/>
                <a:gd name="T12" fmla="*/ 13 w 44"/>
                <a:gd name="T13" fmla="*/ 99 h 99"/>
                <a:gd name="T14" fmla="*/ 28 w 44"/>
                <a:gd name="T15" fmla="*/ 91 h 99"/>
                <a:gd name="T16" fmla="*/ 28 w 44"/>
                <a:gd name="T17" fmla="*/ 96 h 99"/>
                <a:gd name="T18" fmla="*/ 44 w 44"/>
                <a:gd name="T19" fmla="*/ 96 h 99"/>
                <a:gd name="T20" fmla="*/ 44 w 44"/>
                <a:gd name="T21" fmla="*/ 0 h 99"/>
                <a:gd name="T22" fmla="*/ 28 w 44"/>
                <a:gd name="T23" fmla="*/ 0 h 99"/>
                <a:gd name="T24" fmla="*/ 28 w 44"/>
                <a:gd name="T25" fmla="*/ 33 h 99"/>
                <a:gd name="T26" fmla="*/ 28 w 44"/>
                <a:gd name="T27" fmla="*/ 83 h 99"/>
                <a:gd name="T28" fmla="*/ 19 w 44"/>
                <a:gd name="T29" fmla="*/ 87 h 99"/>
                <a:gd name="T30" fmla="*/ 13 w 44"/>
                <a:gd name="T31" fmla="*/ 83 h 99"/>
                <a:gd name="T32" fmla="*/ 12 w 44"/>
                <a:gd name="T33" fmla="*/ 71 h 99"/>
                <a:gd name="T34" fmla="*/ 12 w 44"/>
                <a:gd name="T35" fmla="*/ 52 h 99"/>
                <a:gd name="T36" fmla="*/ 14 w 44"/>
                <a:gd name="T37" fmla="*/ 40 h 99"/>
                <a:gd name="T38" fmla="*/ 19 w 44"/>
                <a:gd name="T39" fmla="*/ 36 h 99"/>
                <a:gd name="T40" fmla="*/ 28 w 44"/>
                <a:gd name="T41" fmla="*/ 40 h 99"/>
                <a:gd name="T42" fmla="*/ 28 w 44"/>
                <a:gd name="T43" fmla="*/ 83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4" h="99">
                  <a:moveTo>
                    <a:pt x="28" y="33"/>
                  </a:moveTo>
                  <a:cubicBezTo>
                    <a:pt x="24" y="27"/>
                    <a:pt x="18" y="24"/>
                    <a:pt x="13" y="24"/>
                  </a:cubicBezTo>
                  <a:cubicBezTo>
                    <a:pt x="8" y="24"/>
                    <a:pt x="4" y="27"/>
                    <a:pt x="2" y="32"/>
                  </a:cubicBezTo>
                  <a:cubicBezTo>
                    <a:pt x="0" y="37"/>
                    <a:pt x="0" y="42"/>
                    <a:pt x="0" y="53"/>
                  </a:cubicBezTo>
                  <a:cubicBezTo>
                    <a:pt x="0" y="70"/>
                    <a:pt x="0" y="70"/>
                    <a:pt x="0" y="70"/>
                  </a:cubicBezTo>
                  <a:cubicBezTo>
                    <a:pt x="0" y="81"/>
                    <a:pt x="0" y="86"/>
                    <a:pt x="3" y="91"/>
                  </a:cubicBezTo>
                  <a:cubicBezTo>
                    <a:pt x="5" y="96"/>
                    <a:pt x="8" y="99"/>
                    <a:pt x="13" y="99"/>
                  </a:cubicBezTo>
                  <a:cubicBezTo>
                    <a:pt x="18" y="99"/>
                    <a:pt x="24" y="96"/>
                    <a:pt x="28" y="91"/>
                  </a:cubicBezTo>
                  <a:cubicBezTo>
                    <a:pt x="28" y="96"/>
                    <a:pt x="28" y="96"/>
                    <a:pt x="28" y="96"/>
                  </a:cubicBezTo>
                  <a:cubicBezTo>
                    <a:pt x="44" y="96"/>
                    <a:pt x="44" y="96"/>
                    <a:pt x="44" y="96"/>
                  </a:cubicBezTo>
                  <a:cubicBezTo>
                    <a:pt x="44" y="0"/>
                    <a:pt x="44" y="0"/>
                    <a:pt x="44" y="0"/>
                  </a:cubicBezTo>
                  <a:cubicBezTo>
                    <a:pt x="28" y="0"/>
                    <a:pt x="28" y="0"/>
                    <a:pt x="28" y="0"/>
                  </a:cubicBezTo>
                  <a:lnTo>
                    <a:pt x="28" y="33"/>
                  </a:lnTo>
                  <a:close/>
                  <a:moveTo>
                    <a:pt x="28" y="83"/>
                  </a:moveTo>
                  <a:cubicBezTo>
                    <a:pt x="28" y="86"/>
                    <a:pt x="22" y="87"/>
                    <a:pt x="19" y="87"/>
                  </a:cubicBezTo>
                  <a:cubicBezTo>
                    <a:pt x="17" y="87"/>
                    <a:pt x="14" y="85"/>
                    <a:pt x="13" y="83"/>
                  </a:cubicBezTo>
                  <a:cubicBezTo>
                    <a:pt x="12" y="81"/>
                    <a:pt x="12" y="79"/>
                    <a:pt x="12" y="71"/>
                  </a:cubicBezTo>
                  <a:cubicBezTo>
                    <a:pt x="12" y="52"/>
                    <a:pt x="12" y="52"/>
                    <a:pt x="12" y="52"/>
                  </a:cubicBezTo>
                  <a:cubicBezTo>
                    <a:pt x="12" y="44"/>
                    <a:pt x="13" y="43"/>
                    <a:pt x="14" y="40"/>
                  </a:cubicBezTo>
                  <a:cubicBezTo>
                    <a:pt x="15" y="38"/>
                    <a:pt x="16" y="36"/>
                    <a:pt x="19" y="36"/>
                  </a:cubicBezTo>
                  <a:cubicBezTo>
                    <a:pt x="22" y="36"/>
                    <a:pt x="28" y="37"/>
                    <a:pt x="28" y="40"/>
                  </a:cubicBezTo>
                  <a:lnTo>
                    <a:pt x="28"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 name="Freeform 427"/>
            <p:cNvSpPr>
              <a:spLocks noEditPoints="1"/>
            </p:cNvSpPr>
            <p:nvPr/>
          </p:nvSpPr>
          <p:spPr bwMode="auto">
            <a:xfrm>
              <a:off x="9742488" y="4881563"/>
              <a:ext cx="57150" cy="98425"/>
            </a:xfrm>
            <a:custGeom>
              <a:avLst/>
              <a:gdLst>
                <a:gd name="T0" fmla="*/ 22 w 44"/>
                <a:gd name="T1" fmla="*/ 0 h 75"/>
                <a:gd name="T2" fmla="*/ 5 w 44"/>
                <a:gd name="T3" fmla="*/ 6 h 75"/>
                <a:gd name="T4" fmla="*/ 0 w 44"/>
                <a:gd name="T5" fmla="*/ 26 h 75"/>
                <a:gd name="T6" fmla="*/ 0 w 44"/>
                <a:gd name="T7" fmla="*/ 49 h 75"/>
                <a:gd name="T8" fmla="*/ 5 w 44"/>
                <a:gd name="T9" fmla="*/ 69 h 75"/>
                <a:gd name="T10" fmla="*/ 22 w 44"/>
                <a:gd name="T11" fmla="*/ 75 h 75"/>
                <a:gd name="T12" fmla="*/ 38 w 44"/>
                <a:gd name="T13" fmla="*/ 69 h 75"/>
                <a:gd name="T14" fmla="*/ 44 w 44"/>
                <a:gd name="T15" fmla="*/ 49 h 75"/>
                <a:gd name="T16" fmla="*/ 44 w 44"/>
                <a:gd name="T17" fmla="*/ 26 h 75"/>
                <a:gd name="T18" fmla="*/ 38 w 44"/>
                <a:gd name="T19" fmla="*/ 6 h 75"/>
                <a:gd name="T20" fmla="*/ 22 w 44"/>
                <a:gd name="T21" fmla="*/ 0 h 75"/>
                <a:gd name="T22" fmla="*/ 32 w 44"/>
                <a:gd name="T23" fmla="*/ 50 h 75"/>
                <a:gd name="T24" fmla="*/ 22 w 44"/>
                <a:gd name="T25" fmla="*/ 63 h 75"/>
                <a:gd name="T26" fmla="*/ 12 w 44"/>
                <a:gd name="T27" fmla="*/ 50 h 75"/>
                <a:gd name="T28" fmla="*/ 12 w 44"/>
                <a:gd name="T29" fmla="*/ 26 h 75"/>
                <a:gd name="T30" fmla="*/ 22 w 44"/>
                <a:gd name="T31" fmla="*/ 12 h 75"/>
                <a:gd name="T32" fmla="*/ 32 w 44"/>
                <a:gd name="T33" fmla="*/ 26 h 75"/>
                <a:gd name="T34" fmla="*/ 32 w 44"/>
                <a:gd name="T35" fmla="*/ 5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 h="75">
                  <a:moveTo>
                    <a:pt x="22" y="0"/>
                  </a:moveTo>
                  <a:cubicBezTo>
                    <a:pt x="15" y="0"/>
                    <a:pt x="9" y="2"/>
                    <a:pt x="5" y="6"/>
                  </a:cubicBezTo>
                  <a:cubicBezTo>
                    <a:pt x="1" y="10"/>
                    <a:pt x="0" y="15"/>
                    <a:pt x="0" y="26"/>
                  </a:cubicBezTo>
                  <a:cubicBezTo>
                    <a:pt x="0" y="49"/>
                    <a:pt x="0" y="49"/>
                    <a:pt x="0" y="49"/>
                  </a:cubicBezTo>
                  <a:cubicBezTo>
                    <a:pt x="0" y="60"/>
                    <a:pt x="1" y="65"/>
                    <a:pt x="5" y="69"/>
                  </a:cubicBezTo>
                  <a:cubicBezTo>
                    <a:pt x="9" y="73"/>
                    <a:pt x="15" y="75"/>
                    <a:pt x="22" y="75"/>
                  </a:cubicBezTo>
                  <a:cubicBezTo>
                    <a:pt x="29" y="75"/>
                    <a:pt x="34" y="73"/>
                    <a:pt x="38" y="69"/>
                  </a:cubicBezTo>
                  <a:cubicBezTo>
                    <a:pt x="43" y="65"/>
                    <a:pt x="44" y="60"/>
                    <a:pt x="44" y="49"/>
                  </a:cubicBezTo>
                  <a:cubicBezTo>
                    <a:pt x="44" y="26"/>
                    <a:pt x="44" y="26"/>
                    <a:pt x="44" y="26"/>
                  </a:cubicBezTo>
                  <a:cubicBezTo>
                    <a:pt x="44" y="15"/>
                    <a:pt x="43" y="10"/>
                    <a:pt x="38" y="6"/>
                  </a:cubicBezTo>
                  <a:cubicBezTo>
                    <a:pt x="34" y="2"/>
                    <a:pt x="29" y="0"/>
                    <a:pt x="22" y="0"/>
                  </a:cubicBezTo>
                  <a:close/>
                  <a:moveTo>
                    <a:pt x="32" y="50"/>
                  </a:moveTo>
                  <a:cubicBezTo>
                    <a:pt x="32" y="59"/>
                    <a:pt x="28" y="63"/>
                    <a:pt x="22" y="63"/>
                  </a:cubicBezTo>
                  <a:cubicBezTo>
                    <a:pt x="16" y="63"/>
                    <a:pt x="12" y="59"/>
                    <a:pt x="12" y="50"/>
                  </a:cubicBezTo>
                  <a:cubicBezTo>
                    <a:pt x="12" y="26"/>
                    <a:pt x="12" y="26"/>
                    <a:pt x="12" y="26"/>
                  </a:cubicBezTo>
                  <a:cubicBezTo>
                    <a:pt x="12" y="16"/>
                    <a:pt x="16" y="12"/>
                    <a:pt x="22" y="12"/>
                  </a:cubicBezTo>
                  <a:cubicBezTo>
                    <a:pt x="28" y="12"/>
                    <a:pt x="32" y="16"/>
                    <a:pt x="32" y="26"/>
                  </a:cubicBezTo>
                  <a:lnTo>
                    <a:pt x="32" y="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 name="Freeform 428"/>
            <p:cNvSpPr>
              <a:spLocks/>
            </p:cNvSpPr>
            <p:nvPr/>
          </p:nvSpPr>
          <p:spPr bwMode="auto">
            <a:xfrm>
              <a:off x="9804400" y="4849813"/>
              <a:ext cx="58737" cy="88900"/>
            </a:xfrm>
            <a:custGeom>
              <a:avLst/>
              <a:gdLst>
                <a:gd name="T0" fmla="*/ 25 w 45"/>
                <a:gd name="T1" fmla="*/ 0 h 68"/>
                <a:gd name="T2" fmla="*/ 0 w 45"/>
                <a:gd name="T3" fmla="*/ 20 h 68"/>
                <a:gd name="T4" fmla="*/ 14 w 45"/>
                <a:gd name="T5" fmla="*/ 24 h 68"/>
                <a:gd name="T6" fmla="*/ 24 w 45"/>
                <a:gd name="T7" fmla="*/ 12 h 68"/>
                <a:gd name="T8" fmla="*/ 30 w 45"/>
                <a:gd name="T9" fmla="*/ 18 h 68"/>
                <a:gd name="T10" fmla="*/ 27 w 45"/>
                <a:gd name="T11" fmla="*/ 29 h 68"/>
                <a:gd name="T12" fmla="*/ 17 w 45"/>
                <a:gd name="T13" fmla="*/ 64 h 68"/>
                <a:gd name="T14" fmla="*/ 17 w 45"/>
                <a:gd name="T15" fmla="*/ 68 h 68"/>
                <a:gd name="T16" fmla="*/ 29 w 45"/>
                <a:gd name="T17" fmla="*/ 68 h 68"/>
                <a:gd name="T18" fmla="*/ 29 w 45"/>
                <a:gd name="T19" fmla="*/ 64 h 68"/>
                <a:gd name="T20" fmla="*/ 38 w 45"/>
                <a:gd name="T21" fmla="*/ 36 h 68"/>
                <a:gd name="T22" fmla="*/ 45 w 45"/>
                <a:gd name="T23" fmla="*/ 19 h 68"/>
                <a:gd name="T24" fmla="*/ 25 w 45"/>
                <a:gd name="T25"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5" h="68">
                  <a:moveTo>
                    <a:pt x="25" y="0"/>
                  </a:moveTo>
                  <a:cubicBezTo>
                    <a:pt x="12" y="0"/>
                    <a:pt x="5" y="6"/>
                    <a:pt x="0" y="20"/>
                  </a:cubicBezTo>
                  <a:cubicBezTo>
                    <a:pt x="14" y="24"/>
                    <a:pt x="14" y="24"/>
                    <a:pt x="14" y="24"/>
                  </a:cubicBezTo>
                  <a:cubicBezTo>
                    <a:pt x="17" y="15"/>
                    <a:pt x="20" y="12"/>
                    <a:pt x="24" y="12"/>
                  </a:cubicBezTo>
                  <a:cubicBezTo>
                    <a:pt x="28" y="12"/>
                    <a:pt x="30" y="14"/>
                    <a:pt x="30" y="18"/>
                  </a:cubicBezTo>
                  <a:cubicBezTo>
                    <a:pt x="30" y="21"/>
                    <a:pt x="30" y="23"/>
                    <a:pt x="27" y="29"/>
                  </a:cubicBezTo>
                  <a:cubicBezTo>
                    <a:pt x="18" y="44"/>
                    <a:pt x="17" y="50"/>
                    <a:pt x="17" y="64"/>
                  </a:cubicBezTo>
                  <a:cubicBezTo>
                    <a:pt x="17" y="64"/>
                    <a:pt x="17" y="68"/>
                    <a:pt x="17" y="68"/>
                  </a:cubicBezTo>
                  <a:cubicBezTo>
                    <a:pt x="29" y="68"/>
                    <a:pt x="29" y="68"/>
                    <a:pt x="29" y="68"/>
                  </a:cubicBezTo>
                  <a:cubicBezTo>
                    <a:pt x="29" y="64"/>
                    <a:pt x="29" y="64"/>
                    <a:pt x="29" y="64"/>
                  </a:cubicBezTo>
                  <a:cubicBezTo>
                    <a:pt x="29" y="52"/>
                    <a:pt x="30" y="48"/>
                    <a:pt x="38" y="36"/>
                  </a:cubicBezTo>
                  <a:cubicBezTo>
                    <a:pt x="44" y="28"/>
                    <a:pt x="45" y="24"/>
                    <a:pt x="45" y="19"/>
                  </a:cubicBezTo>
                  <a:cubicBezTo>
                    <a:pt x="45" y="7"/>
                    <a:pt x="37" y="0"/>
                    <a:pt x="2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 name="Rectangle 429"/>
            <p:cNvSpPr>
              <a:spLocks noChangeArrowheads="1"/>
            </p:cNvSpPr>
            <p:nvPr/>
          </p:nvSpPr>
          <p:spPr bwMode="auto">
            <a:xfrm>
              <a:off x="9826625" y="4960938"/>
              <a:ext cx="158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2120160021"/>
      </p:ext>
    </p:extLst>
  </p:cSld>
  <p:clrMapOvr>
    <a:masterClrMapping/>
  </p:clrMapOvr>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5981700" y="935038"/>
            <a:ext cx="2100263" cy="1549400"/>
            <a:chOff x="5981700" y="935038"/>
            <a:chExt cx="2100263" cy="1549400"/>
          </a:xfrm>
          <a:solidFill>
            <a:schemeClr val="tx1">
              <a:lumMod val="65000"/>
              <a:lumOff val="35000"/>
            </a:schemeClr>
          </a:solidFill>
        </p:grpSpPr>
        <p:sp>
          <p:nvSpPr>
            <p:cNvPr id="3" name="Freeform 5"/>
            <p:cNvSpPr>
              <a:spLocks noEditPoints="1"/>
            </p:cNvSpPr>
            <p:nvPr/>
          </p:nvSpPr>
          <p:spPr bwMode="auto">
            <a:xfrm>
              <a:off x="6370638" y="954088"/>
              <a:ext cx="287338" cy="287338"/>
            </a:xfrm>
            <a:custGeom>
              <a:avLst/>
              <a:gdLst>
                <a:gd name="T0" fmla="*/ 90 w 180"/>
                <a:gd name="T1" fmla="*/ 180 h 180"/>
                <a:gd name="T2" fmla="*/ 180 w 180"/>
                <a:gd name="T3" fmla="*/ 90 h 180"/>
                <a:gd name="T4" fmla="*/ 90 w 180"/>
                <a:gd name="T5" fmla="*/ 0 h 180"/>
                <a:gd name="T6" fmla="*/ 0 w 180"/>
                <a:gd name="T7" fmla="*/ 90 h 180"/>
                <a:gd name="T8" fmla="*/ 90 w 180"/>
                <a:gd name="T9" fmla="*/ 180 h 180"/>
                <a:gd name="T10" fmla="*/ 146 w 180"/>
                <a:gd name="T11" fmla="*/ 123 h 180"/>
                <a:gd name="T12" fmla="*/ 90 w 180"/>
                <a:gd name="T13" fmla="*/ 154 h 180"/>
                <a:gd name="T14" fmla="*/ 34 w 180"/>
                <a:gd name="T15" fmla="*/ 123 h 180"/>
                <a:gd name="T16" fmla="*/ 146 w 180"/>
                <a:gd name="T17" fmla="*/ 123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0" h="180">
                  <a:moveTo>
                    <a:pt x="90" y="180"/>
                  </a:moveTo>
                  <a:cubicBezTo>
                    <a:pt x="140" y="180"/>
                    <a:pt x="180" y="140"/>
                    <a:pt x="180" y="90"/>
                  </a:cubicBezTo>
                  <a:cubicBezTo>
                    <a:pt x="180" y="40"/>
                    <a:pt x="140" y="0"/>
                    <a:pt x="90" y="0"/>
                  </a:cubicBezTo>
                  <a:cubicBezTo>
                    <a:pt x="41" y="0"/>
                    <a:pt x="0" y="40"/>
                    <a:pt x="0" y="90"/>
                  </a:cubicBezTo>
                  <a:cubicBezTo>
                    <a:pt x="0" y="140"/>
                    <a:pt x="41" y="180"/>
                    <a:pt x="90" y="180"/>
                  </a:cubicBezTo>
                  <a:close/>
                  <a:moveTo>
                    <a:pt x="146" y="123"/>
                  </a:moveTo>
                  <a:cubicBezTo>
                    <a:pt x="135" y="143"/>
                    <a:pt x="114" y="154"/>
                    <a:pt x="90" y="154"/>
                  </a:cubicBezTo>
                  <a:cubicBezTo>
                    <a:pt x="67" y="154"/>
                    <a:pt x="46" y="143"/>
                    <a:pt x="34" y="123"/>
                  </a:cubicBezTo>
                  <a:lnTo>
                    <a:pt x="146" y="1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Freeform 6"/>
            <p:cNvSpPr>
              <a:spLocks/>
            </p:cNvSpPr>
            <p:nvPr/>
          </p:nvSpPr>
          <p:spPr bwMode="auto">
            <a:xfrm>
              <a:off x="6137275" y="1058863"/>
              <a:ext cx="833438" cy="1409700"/>
            </a:xfrm>
            <a:custGeom>
              <a:avLst/>
              <a:gdLst>
                <a:gd name="T0" fmla="*/ 42 w 523"/>
                <a:gd name="T1" fmla="*/ 8 h 883"/>
                <a:gd name="T2" fmla="*/ 46 w 523"/>
                <a:gd name="T3" fmla="*/ 11 h 883"/>
                <a:gd name="T4" fmla="*/ 43 w 523"/>
                <a:gd name="T5" fmla="*/ 16 h 883"/>
                <a:gd name="T6" fmla="*/ 36 w 523"/>
                <a:gd name="T7" fmla="*/ 25 h 883"/>
                <a:gd name="T8" fmla="*/ 34 w 523"/>
                <a:gd name="T9" fmla="*/ 29 h 883"/>
                <a:gd name="T10" fmla="*/ 21 w 523"/>
                <a:gd name="T11" fmla="*/ 85 h 883"/>
                <a:gd name="T12" fmla="*/ 21 w 523"/>
                <a:gd name="T13" fmla="*/ 88 h 883"/>
                <a:gd name="T14" fmla="*/ 19 w 523"/>
                <a:gd name="T15" fmla="*/ 90 h 883"/>
                <a:gd name="T16" fmla="*/ 1 w 523"/>
                <a:gd name="T17" fmla="*/ 116 h 883"/>
                <a:gd name="T18" fmla="*/ 18 w 523"/>
                <a:gd name="T19" fmla="*/ 178 h 883"/>
                <a:gd name="T20" fmla="*/ 90 w 523"/>
                <a:gd name="T21" fmla="*/ 207 h 883"/>
                <a:gd name="T22" fmla="*/ 130 w 523"/>
                <a:gd name="T23" fmla="*/ 204 h 883"/>
                <a:gd name="T24" fmla="*/ 130 w 523"/>
                <a:gd name="T25" fmla="*/ 366 h 883"/>
                <a:gd name="T26" fmla="*/ 130 w 523"/>
                <a:gd name="T27" fmla="*/ 441 h 883"/>
                <a:gd name="T28" fmla="*/ 130 w 523"/>
                <a:gd name="T29" fmla="*/ 833 h 883"/>
                <a:gd name="T30" fmla="*/ 180 w 523"/>
                <a:gd name="T31" fmla="*/ 883 h 883"/>
                <a:gd name="T32" fmla="*/ 230 w 523"/>
                <a:gd name="T33" fmla="*/ 833 h 883"/>
                <a:gd name="T34" fmla="*/ 230 w 523"/>
                <a:gd name="T35" fmla="*/ 473 h 883"/>
                <a:gd name="T36" fmla="*/ 246 w 523"/>
                <a:gd name="T37" fmla="*/ 473 h 883"/>
                <a:gd name="T38" fmla="*/ 246 w 523"/>
                <a:gd name="T39" fmla="*/ 833 h 883"/>
                <a:gd name="T40" fmla="*/ 296 w 523"/>
                <a:gd name="T41" fmla="*/ 883 h 883"/>
                <a:gd name="T42" fmla="*/ 346 w 523"/>
                <a:gd name="T43" fmla="*/ 833 h 883"/>
                <a:gd name="T44" fmla="*/ 346 w 523"/>
                <a:gd name="T45" fmla="*/ 441 h 883"/>
                <a:gd name="T46" fmla="*/ 346 w 523"/>
                <a:gd name="T47" fmla="*/ 366 h 883"/>
                <a:gd name="T48" fmla="*/ 346 w 523"/>
                <a:gd name="T49" fmla="*/ 233 h 883"/>
                <a:gd name="T50" fmla="*/ 370 w 523"/>
                <a:gd name="T51" fmla="*/ 337 h 883"/>
                <a:gd name="T52" fmla="*/ 392 w 523"/>
                <a:gd name="T53" fmla="*/ 376 h 883"/>
                <a:gd name="T54" fmla="*/ 460 w 523"/>
                <a:gd name="T55" fmla="*/ 394 h 883"/>
                <a:gd name="T56" fmla="*/ 505 w 523"/>
                <a:gd name="T57" fmla="*/ 390 h 883"/>
                <a:gd name="T58" fmla="*/ 494 w 523"/>
                <a:gd name="T59" fmla="*/ 327 h 883"/>
                <a:gd name="T60" fmla="*/ 477 w 523"/>
                <a:gd name="T61" fmla="*/ 329 h 883"/>
                <a:gd name="T62" fmla="*/ 480 w 523"/>
                <a:gd name="T63" fmla="*/ 309 h 883"/>
                <a:gd name="T64" fmla="*/ 472 w 523"/>
                <a:gd name="T65" fmla="*/ 300 h 883"/>
                <a:gd name="T66" fmla="*/ 462 w 523"/>
                <a:gd name="T67" fmla="*/ 308 h 883"/>
                <a:gd name="T68" fmla="*/ 458 w 523"/>
                <a:gd name="T69" fmla="*/ 329 h 883"/>
                <a:gd name="T70" fmla="*/ 459 w 523"/>
                <a:gd name="T71" fmla="*/ 330 h 883"/>
                <a:gd name="T72" fmla="*/ 433 w 523"/>
                <a:gd name="T73" fmla="*/ 327 h 883"/>
                <a:gd name="T74" fmla="*/ 366 w 523"/>
                <a:gd name="T75" fmla="*/ 157 h 883"/>
                <a:gd name="T76" fmla="*/ 316 w 523"/>
                <a:gd name="T77" fmla="*/ 137 h 883"/>
                <a:gd name="T78" fmla="*/ 315 w 523"/>
                <a:gd name="T79" fmla="*/ 137 h 883"/>
                <a:gd name="T80" fmla="*/ 160 w 523"/>
                <a:gd name="T81" fmla="*/ 137 h 883"/>
                <a:gd name="T82" fmla="*/ 159 w 523"/>
                <a:gd name="T83" fmla="*/ 137 h 883"/>
                <a:gd name="T84" fmla="*/ 158 w 523"/>
                <a:gd name="T85" fmla="*/ 137 h 883"/>
                <a:gd name="T86" fmla="*/ 124 w 523"/>
                <a:gd name="T87" fmla="*/ 140 h 883"/>
                <a:gd name="T88" fmla="*/ 68 w 523"/>
                <a:gd name="T89" fmla="*/ 138 h 883"/>
                <a:gd name="T90" fmla="*/ 79 w 523"/>
                <a:gd name="T91" fmla="*/ 56 h 883"/>
                <a:gd name="T92" fmla="*/ 55 w 523"/>
                <a:gd name="T93" fmla="*/ 1 h 883"/>
                <a:gd name="T94" fmla="*/ 47 w 523"/>
                <a:gd name="T95" fmla="*/ 0 h 883"/>
                <a:gd name="T96" fmla="*/ 42 w 523"/>
                <a:gd name="T97" fmla="*/ 8 h 8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23" h="883">
                  <a:moveTo>
                    <a:pt x="42" y="8"/>
                  </a:moveTo>
                  <a:cubicBezTo>
                    <a:pt x="46" y="11"/>
                    <a:pt x="46" y="11"/>
                    <a:pt x="46" y="11"/>
                  </a:cubicBezTo>
                  <a:cubicBezTo>
                    <a:pt x="43" y="16"/>
                    <a:pt x="43" y="16"/>
                    <a:pt x="43" y="16"/>
                  </a:cubicBezTo>
                  <a:cubicBezTo>
                    <a:pt x="36" y="25"/>
                    <a:pt x="36" y="25"/>
                    <a:pt x="36" y="25"/>
                  </a:cubicBezTo>
                  <a:cubicBezTo>
                    <a:pt x="34" y="29"/>
                    <a:pt x="34" y="29"/>
                    <a:pt x="34" y="29"/>
                  </a:cubicBezTo>
                  <a:cubicBezTo>
                    <a:pt x="29" y="39"/>
                    <a:pt x="17" y="69"/>
                    <a:pt x="21" y="85"/>
                  </a:cubicBezTo>
                  <a:cubicBezTo>
                    <a:pt x="21" y="88"/>
                    <a:pt x="21" y="88"/>
                    <a:pt x="21" y="88"/>
                  </a:cubicBezTo>
                  <a:cubicBezTo>
                    <a:pt x="19" y="90"/>
                    <a:pt x="19" y="90"/>
                    <a:pt x="19" y="90"/>
                  </a:cubicBezTo>
                  <a:cubicBezTo>
                    <a:pt x="1" y="116"/>
                    <a:pt x="1" y="116"/>
                    <a:pt x="1" y="116"/>
                  </a:cubicBezTo>
                  <a:cubicBezTo>
                    <a:pt x="0" y="142"/>
                    <a:pt x="5" y="163"/>
                    <a:pt x="18" y="178"/>
                  </a:cubicBezTo>
                  <a:cubicBezTo>
                    <a:pt x="36" y="201"/>
                    <a:pt x="63" y="207"/>
                    <a:pt x="90" y="207"/>
                  </a:cubicBezTo>
                  <a:cubicBezTo>
                    <a:pt x="104" y="207"/>
                    <a:pt x="118" y="205"/>
                    <a:pt x="130" y="204"/>
                  </a:cubicBezTo>
                  <a:cubicBezTo>
                    <a:pt x="130" y="366"/>
                    <a:pt x="130" y="366"/>
                    <a:pt x="130" y="366"/>
                  </a:cubicBezTo>
                  <a:cubicBezTo>
                    <a:pt x="130" y="441"/>
                    <a:pt x="130" y="441"/>
                    <a:pt x="130" y="441"/>
                  </a:cubicBezTo>
                  <a:cubicBezTo>
                    <a:pt x="130" y="833"/>
                    <a:pt x="130" y="833"/>
                    <a:pt x="130" y="833"/>
                  </a:cubicBezTo>
                  <a:cubicBezTo>
                    <a:pt x="130" y="861"/>
                    <a:pt x="153" y="883"/>
                    <a:pt x="180" y="883"/>
                  </a:cubicBezTo>
                  <a:cubicBezTo>
                    <a:pt x="207" y="883"/>
                    <a:pt x="230" y="861"/>
                    <a:pt x="230" y="833"/>
                  </a:cubicBezTo>
                  <a:cubicBezTo>
                    <a:pt x="230" y="473"/>
                    <a:pt x="230" y="473"/>
                    <a:pt x="230" y="473"/>
                  </a:cubicBezTo>
                  <a:cubicBezTo>
                    <a:pt x="246" y="473"/>
                    <a:pt x="246" y="473"/>
                    <a:pt x="246" y="473"/>
                  </a:cubicBezTo>
                  <a:cubicBezTo>
                    <a:pt x="246" y="833"/>
                    <a:pt x="246" y="833"/>
                    <a:pt x="246" y="833"/>
                  </a:cubicBezTo>
                  <a:cubicBezTo>
                    <a:pt x="246" y="861"/>
                    <a:pt x="269" y="883"/>
                    <a:pt x="296" y="883"/>
                  </a:cubicBezTo>
                  <a:cubicBezTo>
                    <a:pt x="323" y="883"/>
                    <a:pt x="346" y="861"/>
                    <a:pt x="346" y="833"/>
                  </a:cubicBezTo>
                  <a:cubicBezTo>
                    <a:pt x="346" y="441"/>
                    <a:pt x="346" y="441"/>
                    <a:pt x="346" y="441"/>
                  </a:cubicBezTo>
                  <a:cubicBezTo>
                    <a:pt x="346" y="366"/>
                    <a:pt x="346" y="366"/>
                    <a:pt x="346" y="366"/>
                  </a:cubicBezTo>
                  <a:cubicBezTo>
                    <a:pt x="346" y="233"/>
                    <a:pt x="346" y="233"/>
                    <a:pt x="346" y="233"/>
                  </a:cubicBezTo>
                  <a:cubicBezTo>
                    <a:pt x="354" y="254"/>
                    <a:pt x="365" y="287"/>
                    <a:pt x="370" y="337"/>
                  </a:cubicBezTo>
                  <a:cubicBezTo>
                    <a:pt x="372" y="353"/>
                    <a:pt x="379" y="367"/>
                    <a:pt x="392" y="376"/>
                  </a:cubicBezTo>
                  <a:cubicBezTo>
                    <a:pt x="410" y="390"/>
                    <a:pt x="437" y="394"/>
                    <a:pt x="460" y="394"/>
                  </a:cubicBezTo>
                  <a:cubicBezTo>
                    <a:pt x="480" y="394"/>
                    <a:pt x="497" y="391"/>
                    <a:pt x="505" y="390"/>
                  </a:cubicBezTo>
                  <a:cubicBezTo>
                    <a:pt x="523" y="387"/>
                    <a:pt x="512" y="324"/>
                    <a:pt x="494" y="327"/>
                  </a:cubicBezTo>
                  <a:cubicBezTo>
                    <a:pt x="488" y="328"/>
                    <a:pt x="482" y="329"/>
                    <a:pt x="477" y="329"/>
                  </a:cubicBezTo>
                  <a:cubicBezTo>
                    <a:pt x="480" y="309"/>
                    <a:pt x="480" y="309"/>
                    <a:pt x="480" y="309"/>
                  </a:cubicBezTo>
                  <a:cubicBezTo>
                    <a:pt x="481" y="304"/>
                    <a:pt x="477" y="300"/>
                    <a:pt x="472" y="300"/>
                  </a:cubicBezTo>
                  <a:cubicBezTo>
                    <a:pt x="467" y="299"/>
                    <a:pt x="463" y="303"/>
                    <a:pt x="462" y="308"/>
                  </a:cubicBezTo>
                  <a:cubicBezTo>
                    <a:pt x="458" y="329"/>
                    <a:pt x="458" y="329"/>
                    <a:pt x="458" y="329"/>
                  </a:cubicBezTo>
                  <a:cubicBezTo>
                    <a:pt x="459" y="330"/>
                    <a:pt x="459" y="330"/>
                    <a:pt x="459" y="330"/>
                  </a:cubicBezTo>
                  <a:cubicBezTo>
                    <a:pt x="448" y="330"/>
                    <a:pt x="438" y="329"/>
                    <a:pt x="433" y="327"/>
                  </a:cubicBezTo>
                  <a:cubicBezTo>
                    <a:pt x="425" y="243"/>
                    <a:pt x="402" y="186"/>
                    <a:pt x="366" y="157"/>
                  </a:cubicBezTo>
                  <a:cubicBezTo>
                    <a:pt x="346" y="140"/>
                    <a:pt x="327" y="137"/>
                    <a:pt x="316" y="137"/>
                  </a:cubicBezTo>
                  <a:cubicBezTo>
                    <a:pt x="316" y="137"/>
                    <a:pt x="315" y="137"/>
                    <a:pt x="315" y="137"/>
                  </a:cubicBezTo>
                  <a:cubicBezTo>
                    <a:pt x="160" y="137"/>
                    <a:pt x="160" y="137"/>
                    <a:pt x="160" y="137"/>
                  </a:cubicBezTo>
                  <a:cubicBezTo>
                    <a:pt x="160" y="137"/>
                    <a:pt x="159" y="137"/>
                    <a:pt x="159" y="137"/>
                  </a:cubicBezTo>
                  <a:cubicBezTo>
                    <a:pt x="159" y="137"/>
                    <a:pt x="158" y="137"/>
                    <a:pt x="158" y="137"/>
                  </a:cubicBezTo>
                  <a:cubicBezTo>
                    <a:pt x="147" y="137"/>
                    <a:pt x="136" y="138"/>
                    <a:pt x="124" y="140"/>
                  </a:cubicBezTo>
                  <a:cubicBezTo>
                    <a:pt x="106" y="142"/>
                    <a:pt x="74" y="146"/>
                    <a:pt x="68" y="138"/>
                  </a:cubicBezTo>
                  <a:cubicBezTo>
                    <a:pt x="67" y="138"/>
                    <a:pt x="56" y="123"/>
                    <a:pt x="79" y="56"/>
                  </a:cubicBezTo>
                  <a:cubicBezTo>
                    <a:pt x="85" y="38"/>
                    <a:pt x="77" y="20"/>
                    <a:pt x="55" y="1"/>
                  </a:cubicBezTo>
                  <a:cubicBezTo>
                    <a:pt x="47" y="0"/>
                    <a:pt x="47" y="0"/>
                    <a:pt x="47" y="0"/>
                  </a:cubicBezTo>
                  <a:lnTo>
                    <a:pt x="42"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 name="Freeform 7"/>
            <p:cNvSpPr>
              <a:spLocks/>
            </p:cNvSpPr>
            <p:nvPr/>
          </p:nvSpPr>
          <p:spPr bwMode="auto">
            <a:xfrm>
              <a:off x="5981700" y="1066800"/>
              <a:ext cx="200025" cy="227013"/>
            </a:xfrm>
            <a:custGeom>
              <a:avLst/>
              <a:gdLst>
                <a:gd name="T0" fmla="*/ 28 w 125"/>
                <a:gd name="T1" fmla="*/ 125 h 142"/>
                <a:gd name="T2" fmla="*/ 67 w 125"/>
                <a:gd name="T3" fmla="*/ 142 h 142"/>
                <a:gd name="T4" fmla="*/ 111 w 125"/>
                <a:gd name="T5" fmla="*/ 81 h 142"/>
                <a:gd name="T6" fmla="*/ 125 w 125"/>
                <a:gd name="T7" fmla="*/ 21 h 142"/>
                <a:gd name="T8" fmla="*/ 111 w 125"/>
                <a:gd name="T9" fmla="*/ 11 h 142"/>
                <a:gd name="T10" fmla="*/ 96 w 125"/>
                <a:gd name="T11" fmla="*/ 0 h 142"/>
                <a:gd name="T12" fmla="*/ 44 w 125"/>
                <a:gd name="T13" fmla="*/ 33 h 142"/>
                <a:gd name="T14" fmla="*/ 0 w 125"/>
                <a:gd name="T15" fmla="*/ 94 h 142"/>
                <a:gd name="T16" fmla="*/ 28 w 125"/>
                <a:gd name="T17" fmla="*/ 125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142">
                  <a:moveTo>
                    <a:pt x="28" y="125"/>
                  </a:moveTo>
                  <a:cubicBezTo>
                    <a:pt x="50" y="141"/>
                    <a:pt x="67" y="142"/>
                    <a:pt x="67" y="142"/>
                  </a:cubicBezTo>
                  <a:cubicBezTo>
                    <a:pt x="111" y="81"/>
                    <a:pt x="111" y="81"/>
                    <a:pt x="111" y="81"/>
                  </a:cubicBezTo>
                  <a:cubicBezTo>
                    <a:pt x="106" y="60"/>
                    <a:pt x="125" y="21"/>
                    <a:pt x="125" y="21"/>
                  </a:cubicBezTo>
                  <a:cubicBezTo>
                    <a:pt x="111" y="11"/>
                    <a:pt x="111" y="11"/>
                    <a:pt x="111" y="11"/>
                  </a:cubicBezTo>
                  <a:cubicBezTo>
                    <a:pt x="96" y="0"/>
                    <a:pt x="96" y="0"/>
                    <a:pt x="96" y="0"/>
                  </a:cubicBezTo>
                  <a:cubicBezTo>
                    <a:pt x="96" y="0"/>
                    <a:pt x="66" y="31"/>
                    <a:pt x="44" y="33"/>
                  </a:cubicBezTo>
                  <a:cubicBezTo>
                    <a:pt x="0" y="94"/>
                    <a:pt x="0" y="94"/>
                    <a:pt x="0" y="94"/>
                  </a:cubicBezTo>
                  <a:cubicBezTo>
                    <a:pt x="0" y="94"/>
                    <a:pt x="7" y="110"/>
                    <a:pt x="28" y="1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Freeform 8"/>
            <p:cNvSpPr>
              <a:spLocks/>
            </p:cNvSpPr>
            <p:nvPr/>
          </p:nvSpPr>
          <p:spPr bwMode="auto">
            <a:xfrm>
              <a:off x="6073775" y="935038"/>
              <a:ext cx="161925" cy="133350"/>
            </a:xfrm>
            <a:custGeom>
              <a:avLst/>
              <a:gdLst>
                <a:gd name="T0" fmla="*/ 55 w 102"/>
                <a:gd name="T1" fmla="*/ 69 h 84"/>
                <a:gd name="T2" fmla="*/ 76 w 102"/>
                <a:gd name="T3" fmla="*/ 84 h 84"/>
                <a:gd name="T4" fmla="*/ 83 w 102"/>
                <a:gd name="T5" fmla="*/ 71 h 84"/>
                <a:gd name="T6" fmla="*/ 102 w 102"/>
                <a:gd name="T7" fmla="*/ 74 h 84"/>
                <a:gd name="T8" fmla="*/ 94 w 102"/>
                <a:gd name="T9" fmla="*/ 48 h 84"/>
                <a:gd name="T10" fmla="*/ 59 w 102"/>
                <a:gd name="T11" fmla="*/ 0 h 84"/>
                <a:gd name="T12" fmla="*/ 49 w 102"/>
                <a:gd name="T13" fmla="*/ 8 h 84"/>
                <a:gd name="T14" fmla="*/ 55 w 102"/>
                <a:gd name="T15" fmla="*/ 18 h 84"/>
                <a:gd name="T16" fmla="*/ 43 w 102"/>
                <a:gd name="T17" fmla="*/ 39 h 84"/>
                <a:gd name="T18" fmla="*/ 0 w 102"/>
                <a:gd name="T19" fmla="*/ 45 h 84"/>
                <a:gd name="T20" fmla="*/ 3 w 102"/>
                <a:gd name="T21" fmla="*/ 51 h 84"/>
                <a:gd name="T22" fmla="*/ 48 w 102"/>
                <a:gd name="T23" fmla="*/ 48 h 84"/>
                <a:gd name="T24" fmla="*/ 67 w 102"/>
                <a:gd name="T25" fmla="*/ 57 h 84"/>
                <a:gd name="T26" fmla="*/ 55 w 102"/>
                <a:gd name="T27" fmla="*/ 69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2" h="84">
                  <a:moveTo>
                    <a:pt x="55" y="69"/>
                  </a:moveTo>
                  <a:lnTo>
                    <a:pt x="76" y="84"/>
                  </a:lnTo>
                  <a:lnTo>
                    <a:pt x="83" y="71"/>
                  </a:lnTo>
                  <a:lnTo>
                    <a:pt x="102" y="74"/>
                  </a:lnTo>
                  <a:lnTo>
                    <a:pt x="94" y="48"/>
                  </a:lnTo>
                  <a:lnTo>
                    <a:pt x="59" y="0"/>
                  </a:lnTo>
                  <a:lnTo>
                    <a:pt x="49" y="8"/>
                  </a:lnTo>
                  <a:lnTo>
                    <a:pt x="55" y="18"/>
                  </a:lnTo>
                  <a:lnTo>
                    <a:pt x="43" y="39"/>
                  </a:lnTo>
                  <a:lnTo>
                    <a:pt x="0" y="45"/>
                  </a:lnTo>
                  <a:lnTo>
                    <a:pt x="3" y="51"/>
                  </a:lnTo>
                  <a:lnTo>
                    <a:pt x="48" y="48"/>
                  </a:lnTo>
                  <a:lnTo>
                    <a:pt x="67" y="57"/>
                  </a:lnTo>
                  <a:lnTo>
                    <a:pt x="55"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9"/>
            <p:cNvSpPr>
              <a:spLocks/>
            </p:cNvSpPr>
            <p:nvPr/>
          </p:nvSpPr>
          <p:spPr bwMode="auto">
            <a:xfrm>
              <a:off x="6140450" y="1046163"/>
              <a:ext cx="55563" cy="47625"/>
            </a:xfrm>
            <a:custGeom>
              <a:avLst/>
              <a:gdLst>
                <a:gd name="T0" fmla="*/ 35 w 35"/>
                <a:gd name="T1" fmla="*/ 20 h 30"/>
                <a:gd name="T2" fmla="*/ 7 w 35"/>
                <a:gd name="T3" fmla="*/ 0 h 30"/>
                <a:gd name="T4" fmla="*/ 0 w 35"/>
                <a:gd name="T5" fmla="*/ 10 h 30"/>
                <a:gd name="T6" fmla="*/ 28 w 35"/>
                <a:gd name="T7" fmla="*/ 30 h 30"/>
                <a:gd name="T8" fmla="*/ 35 w 35"/>
                <a:gd name="T9" fmla="*/ 20 h 30"/>
              </a:gdLst>
              <a:ahLst/>
              <a:cxnLst>
                <a:cxn ang="0">
                  <a:pos x="T0" y="T1"/>
                </a:cxn>
                <a:cxn ang="0">
                  <a:pos x="T2" y="T3"/>
                </a:cxn>
                <a:cxn ang="0">
                  <a:pos x="T4" y="T5"/>
                </a:cxn>
                <a:cxn ang="0">
                  <a:pos x="T6" y="T7"/>
                </a:cxn>
                <a:cxn ang="0">
                  <a:pos x="T8" y="T9"/>
                </a:cxn>
              </a:cxnLst>
              <a:rect l="0" t="0" r="r" b="b"/>
              <a:pathLst>
                <a:path w="35" h="30">
                  <a:moveTo>
                    <a:pt x="35" y="20"/>
                  </a:moveTo>
                  <a:lnTo>
                    <a:pt x="7" y="0"/>
                  </a:lnTo>
                  <a:lnTo>
                    <a:pt x="0" y="10"/>
                  </a:lnTo>
                  <a:lnTo>
                    <a:pt x="28" y="30"/>
                  </a:lnTo>
                  <a:lnTo>
                    <a:pt x="35"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10"/>
            <p:cNvSpPr>
              <a:spLocks noEditPoints="1"/>
            </p:cNvSpPr>
            <p:nvPr/>
          </p:nvSpPr>
          <p:spPr bwMode="auto">
            <a:xfrm>
              <a:off x="7008813" y="1768475"/>
              <a:ext cx="803275" cy="517525"/>
            </a:xfrm>
            <a:custGeom>
              <a:avLst/>
              <a:gdLst>
                <a:gd name="T0" fmla="*/ 27 w 503"/>
                <a:gd name="T1" fmla="*/ 72 h 324"/>
                <a:gd name="T2" fmla="*/ 27 w 503"/>
                <a:gd name="T3" fmla="*/ 324 h 324"/>
                <a:gd name="T4" fmla="*/ 479 w 503"/>
                <a:gd name="T5" fmla="*/ 324 h 324"/>
                <a:gd name="T6" fmla="*/ 479 w 503"/>
                <a:gd name="T7" fmla="*/ 72 h 324"/>
                <a:gd name="T8" fmla="*/ 481 w 503"/>
                <a:gd name="T9" fmla="*/ 56 h 324"/>
                <a:gd name="T10" fmla="*/ 503 w 503"/>
                <a:gd name="T11" fmla="*/ 6 h 324"/>
                <a:gd name="T12" fmla="*/ 484 w 503"/>
                <a:gd name="T13" fmla="*/ 0 h 324"/>
                <a:gd name="T14" fmla="*/ 19 w 503"/>
                <a:gd name="T15" fmla="*/ 0 h 324"/>
                <a:gd name="T16" fmla="*/ 0 w 503"/>
                <a:gd name="T17" fmla="*/ 6 h 324"/>
                <a:gd name="T18" fmla="*/ 24 w 503"/>
                <a:gd name="T19" fmla="*/ 55 h 324"/>
                <a:gd name="T20" fmla="*/ 27 w 503"/>
                <a:gd name="T21" fmla="*/ 72 h 324"/>
                <a:gd name="T22" fmla="*/ 463 w 503"/>
                <a:gd name="T23" fmla="*/ 292 h 324"/>
                <a:gd name="T24" fmla="*/ 447 w 503"/>
                <a:gd name="T25" fmla="*/ 308 h 324"/>
                <a:gd name="T26" fmla="*/ 55 w 503"/>
                <a:gd name="T27" fmla="*/ 308 h 324"/>
                <a:gd name="T28" fmla="*/ 39 w 503"/>
                <a:gd name="T29" fmla="*/ 292 h 324"/>
                <a:gd name="T30" fmla="*/ 39 w 503"/>
                <a:gd name="T31" fmla="*/ 212 h 324"/>
                <a:gd name="T32" fmla="*/ 55 w 503"/>
                <a:gd name="T33" fmla="*/ 196 h 324"/>
                <a:gd name="T34" fmla="*/ 447 w 503"/>
                <a:gd name="T35" fmla="*/ 196 h 324"/>
                <a:gd name="T36" fmla="*/ 463 w 503"/>
                <a:gd name="T37" fmla="*/ 212 h 324"/>
                <a:gd name="T38" fmla="*/ 463 w 503"/>
                <a:gd name="T39" fmla="*/ 292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03" h="324">
                  <a:moveTo>
                    <a:pt x="27" y="72"/>
                  </a:moveTo>
                  <a:cubicBezTo>
                    <a:pt x="27" y="324"/>
                    <a:pt x="27" y="324"/>
                    <a:pt x="27" y="324"/>
                  </a:cubicBezTo>
                  <a:cubicBezTo>
                    <a:pt x="479" y="324"/>
                    <a:pt x="479" y="324"/>
                    <a:pt x="479" y="324"/>
                  </a:cubicBezTo>
                  <a:cubicBezTo>
                    <a:pt x="479" y="72"/>
                    <a:pt x="479" y="72"/>
                    <a:pt x="479" y="72"/>
                  </a:cubicBezTo>
                  <a:cubicBezTo>
                    <a:pt x="479" y="67"/>
                    <a:pt x="479" y="61"/>
                    <a:pt x="481" y="56"/>
                  </a:cubicBezTo>
                  <a:cubicBezTo>
                    <a:pt x="484" y="37"/>
                    <a:pt x="492" y="19"/>
                    <a:pt x="503" y="6"/>
                  </a:cubicBezTo>
                  <a:cubicBezTo>
                    <a:pt x="498" y="3"/>
                    <a:pt x="491" y="0"/>
                    <a:pt x="484" y="0"/>
                  </a:cubicBezTo>
                  <a:cubicBezTo>
                    <a:pt x="19" y="0"/>
                    <a:pt x="19" y="0"/>
                    <a:pt x="19" y="0"/>
                  </a:cubicBezTo>
                  <a:cubicBezTo>
                    <a:pt x="12" y="0"/>
                    <a:pt x="5" y="3"/>
                    <a:pt x="0" y="6"/>
                  </a:cubicBezTo>
                  <a:cubicBezTo>
                    <a:pt x="11" y="19"/>
                    <a:pt x="20" y="37"/>
                    <a:pt x="24" y="55"/>
                  </a:cubicBezTo>
                  <a:cubicBezTo>
                    <a:pt x="25" y="61"/>
                    <a:pt x="27" y="67"/>
                    <a:pt x="27" y="72"/>
                  </a:cubicBezTo>
                  <a:close/>
                  <a:moveTo>
                    <a:pt x="463" y="292"/>
                  </a:moveTo>
                  <a:cubicBezTo>
                    <a:pt x="463" y="301"/>
                    <a:pt x="456" y="308"/>
                    <a:pt x="447" y="308"/>
                  </a:cubicBezTo>
                  <a:cubicBezTo>
                    <a:pt x="55" y="308"/>
                    <a:pt x="55" y="308"/>
                    <a:pt x="55" y="308"/>
                  </a:cubicBezTo>
                  <a:cubicBezTo>
                    <a:pt x="46" y="308"/>
                    <a:pt x="39" y="301"/>
                    <a:pt x="39" y="292"/>
                  </a:cubicBezTo>
                  <a:cubicBezTo>
                    <a:pt x="39" y="212"/>
                    <a:pt x="39" y="212"/>
                    <a:pt x="39" y="212"/>
                  </a:cubicBezTo>
                  <a:cubicBezTo>
                    <a:pt x="39" y="203"/>
                    <a:pt x="46" y="196"/>
                    <a:pt x="55" y="196"/>
                  </a:cubicBezTo>
                  <a:cubicBezTo>
                    <a:pt x="447" y="196"/>
                    <a:pt x="447" y="196"/>
                    <a:pt x="447" y="196"/>
                  </a:cubicBezTo>
                  <a:cubicBezTo>
                    <a:pt x="456" y="196"/>
                    <a:pt x="463" y="203"/>
                    <a:pt x="463" y="212"/>
                  </a:cubicBezTo>
                  <a:lnTo>
                    <a:pt x="463" y="2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11"/>
            <p:cNvSpPr>
              <a:spLocks/>
            </p:cNvSpPr>
            <p:nvPr/>
          </p:nvSpPr>
          <p:spPr bwMode="auto">
            <a:xfrm>
              <a:off x="6738938" y="1739900"/>
              <a:ext cx="1343025" cy="693738"/>
            </a:xfrm>
            <a:custGeom>
              <a:avLst/>
              <a:gdLst>
                <a:gd name="T0" fmla="*/ 90 w 841"/>
                <a:gd name="T1" fmla="*/ 0 h 434"/>
                <a:gd name="T2" fmla="*/ 0 w 841"/>
                <a:gd name="T3" fmla="*/ 90 h 434"/>
                <a:gd name="T4" fmla="*/ 90 w 841"/>
                <a:gd name="T5" fmla="*/ 181 h 434"/>
                <a:gd name="T6" fmla="*/ 102 w 841"/>
                <a:gd name="T7" fmla="*/ 180 h 434"/>
                <a:gd name="T8" fmla="*/ 102 w 841"/>
                <a:gd name="T9" fmla="*/ 396 h 434"/>
                <a:gd name="T10" fmla="*/ 113 w 841"/>
                <a:gd name="T11" fmla="*/ 423 h 434"/>
                <a:gd name="T12" fmla="*/ 142 w 841"/>
                <a:gd name="T13" fmla="*/ 434 h 434"/>
                <a:gd name="T14" fmla="*/ 699 w 841"/>
                <a:gd name="T15" fmla="*/ 434 h 434"/>
                <a:gd name="T16" fmla="*/ 728 w 841"/>
                <a:gd name="T17" fmla="*/ 423 h 434"/>
                <a:gd name="T18" fmla="*/ 740 w 841"/>
                <a:gd name="T19" fmla="*/ 396 h 434"/>
                <a:gd name="T20" fmla="*/ 740 w 841"/>
                <a:gd name="T21" fmla="*/ 180 h 434"/>
                <a:gd name="T22" fmla="*/ 751 w 841"/>
                <a:gd name="T23" fmla="*/ 181 h 434"/>
                <a:gd name="T24" fmla="*/ 841 w 841"/>
                <a:gd name="T25" fmla="*/ 90 h 434"/>
                <a:gd name="T26" fmla="*/ 751 w 841"/>
                <a:gd name="T27" fmla="*/ 0 h 434"/>
                <a:gd name="T28" fmla="*/ 661 w 841"/>
                <a:gd name="T29" fmla="*/ 77 h 434"/>
                <a:gd name="T30" fmla="*/ 659 w 841"/>
                <a:gd name="T31" fmla="*/ 90 h 434"/>
                <a:gd name="T32" fmla="*/ 660 w 841"/>
                <a:gd name="T33" fmla="*/ 90 h 434"/>
                <a:gd name="T34" fmla="*/ 660 w 841"/>
                <a:gd name="T35" fmla="*/ 354 h 434"/>
                <a:gd name="T36" fmla="*/ 184 w 841"/>
                <a:gd name="T37" fmla="*/ 354 h 434"/>
                <a:gd name="T38" fmla="*/ 184 w 841"/>
                <a:gd name="T39" fmla="*/ 90 h 434"/>
                <a:gd name="T40" fmla="*/ 181 w 841"/>
                <a:gd name="T41" fmla="*/ 77 h 434"/>
                <a:gd name="T42" fmla="*/ 90 w 841"/>
                <a:gd name="T43" fmla="*/ 0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41" h="434">
                  <a:moveTo>
                    <a:pt x="90" y="0"/>
                  </a:moveTo>
                  <a:cubicBezTo>
                    <a:pt x="41" y="0"/>
                    <a:pt x="0" y="40"/>
                    <a:pt x="0" y="90"/>
                  </a:cubicBezTo>
                  <a:cubicBezTo>
                    <a:pt x="0" y="140"/>
                    <a:pt x="41" y="181"/>
                    <a:pt x="90" y="181"/>
                  </a:cubicBezTo>
                  <a:cubicBezTo>
                    <a:pt x="94" y="181"/>
                    <a:pt x="98" y="181"/>
                    <a:pt x="102" y="180"/>
                  </a:cubicBezTo>
                  <a:cubicBezTo>
                    <a:pt x="102" y="396"/>
                    <a:pt x="102" y="396"/>
                    <a:pt x="102" y="396"/>
                  </a:cubicBezTo>
                  <a:cubicBezTo>
                    <a:pt x="102" y="406"/>
                    <a:pt x="106" y="416"/>
                    <a:pt x="113" y="423"/>
                  </a:cubicBezTo>
                  <a:cubicBezTo>
                    <a:pt x="121" y="431"/>
                    <a:pt x="131" y="434"/>
                    <a:pt x="142" y="434"/>
                  </a:cubicBezTo>
                  <a:cubicBezTo>
                    <a:pt x="699" y="434"/>
                    <a:pt x="699" y="434"/>
                    <a:pt x="699" y="434"/>
                  </a:cubicBezTo>
                  <a:cubicBezTo>
                    <a:pt x="710" y="434"/>
                    <a:pt x="720" y="431"/>
                    <a:pt x="728" y="423"/>
                  </a:cubicBezTo>
                  <a:cubicBezTo>
                    <a:pt x="735" y="416"/>
                    <a:pt x="740" y="406"/>
                    <a:pt x="740" y="396"/>
                  </a:cubicBezTo>
                  <a:cubicBezTo>
                    <a:pt x="740" y="180"/>
                    <a:pt x="740" y="180"/>
                    <a:pt x="740" y="180"/>
                  </a:cubicBezTo>
                  <a:cubicBezTo>
                    <a:pt x="744" y="181"/>
                    <a:pt x="747" y="181"/>
                    <a:pt x="751" y="181"/>
                  </a:cubicBezTo>
                  <a:cubicBezTo>
                    <a:pt x="801" y="181"/>
                    <a:pt x="841" y="140"/>
                    <a:pt x="841" y="90"/>
                  </a:cubicBezTo>
                  <a:cubicBezTo>
                    <a:pt x="841" y="40"/>
                    <a:pt x="800" y="0"/>
                    <a:pt x="751" y="0"/>
                  </a:cubicBezTo>
                  <a:cubicBezTo>
                    <a:pt x="705" y="0"/>
                    <a:pt x="668" y="33"/>
                    <a:pt x="661" y="77"/>
                  </a:cubicBezTo>
                  <a:cubicBezTo>
                    <a:pt x="660" y="81"/>
                    <a:pt x="659" y="86"/>
                    <a:pt x="659" y="90"/>
                  </a:cubicBezTo>
                  <a:cubicBezTo>
                    <a:pt x="660" y="90"/>
                    <a:pt x="660" y="90"/>
                    <a:pt x="660" y="90"/>
                  </a:cubicBezTo>
                  <a:cubicBezTo>
                    <a:pt x="660" y="354"/>
                    <a:pt x="660" y="354"/>
                    <a:pt x="660" y="354"/>
                  </a:cubicBezTo>
                  <a:cubicBezTo>
                    <a:pt x="184" y="354"/>
                    <a:pt x="184" y="354"/>
                    <a:pt x="184" y="354"/>
                  </a:cubicBezTo>
                  <a:cubicBezTo>
                    <a:pt x="184" y="90"/>
                    <a:pt x="184" y="90"/>
                    <a:pt x="184" y="90"/>
                  </a:cubicBezTo>
                  <a:cubicBezTo>
                    <a:pt x="184" y="86"/>
                    <a:pt x="182" y="81"/>
                    <a:pt x="181" y="77"/>
                  </a:cubicBezTo>
                  <a:cubicBezTo>
                    <a:pt x="174" y="33"/>
                    <a:pt x="136" y="0"/>
                    <a:pt x="9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12"/>
            <p:cNvSpPr>
              <a:spLocks/>
            </p:cNvSpPr>
            <p:nvPr/>
          </p:nvSpPr>
          <p:spPr bwMode="auto">
            <a:xfrm>
              <a:off x="6962775" y="2452688"/>
              <a:ext cx="76200" cy="31750"/>
            </a:xfrm>
            <a:custGeom>
              <a:avLst/>
              <a:gdLst>
                <a:gd name="T0" fmla="*/ 0 w 48"/>
                <a:gd name="T1" fmla="*/ 0 h 20"/>
                <a:gd name="T2" fmla="*/ 0 w 48"/>
                <a:gd name="T3" fmla="*/ 2 h 20"/>
                <a:gd name="T4" fmla="*/ 0 w 48"/>
                <a:gd name="T5" fmla="*/ 20 h 20"/>
                <a:gd name="T6" fmla="*/ 48 w 48"/>
                <a:gd name="T7" fmla="*/ 20 h 20"/>
                <a:gd name="T8" fmla="*/ 48 w 48"/>
                <a:gd name="T9" fmla="*/ 2 h 20"/>
                <a:gd name="T10" fmla="*/ 48 w 48"/>
                <a:gd name="T11" fmla="*/ 0 h 20"/>
                <a:gd name="T12" fmla="*/ 0 w 48"/>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48" h="20">
                  <a:moveTo>
                    <a:pt x="0" y="0"/>
                  </a:moveTo>
                  <a:lnTo>
                    <a:pt x="0" y="2"/>
                  </a:lnTo>
                  <a:lnTo>
                    <a:pt x="0" y="20"/>
                  </a:lnTo>
                  <a:lnTo>
                    <a:pt x="48" y="20"/>
                  </a:lnTo>
                  <a:lnTo>
                    <a:pt x="48" y="2"/>
                  </a:lnTo>
                  <a:lnTo>
                    <a:pt x="48"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3"/>
            <p:cNvSpPr>
              <a:spLocks/>
            </p:cNvSpPr>
            <p:nvPr/>
          </p:nvSpPr>
          <p:spPr bwMode="auto">
            <a:xfrm>
              <a:off x="7780338" y="2452688"/>
              <a:ext cx="82550" cy="31750"/>
            </a:xfrm>
            <a:custGeom>
              <a:avLst/>
              <a:gdLst>
                <a:gd name="T0" fmla="*/ 0 w 52"/>
                <a:gd name="T1" fmla="*/ 0 h 20"/>
                <a:gd name="T2" fmla="*/ 0 w 52"/>
                <a:gd name="T3" fmla="*/ 2 h 20"/>
                <a:gd name="T4" fmla="*/ 0 w 52"/>
                <a:gd name="T5" fmla="*/ 20 h 20"/>
                <a:gd name="T6" fmla="*/ 52 w 52"/>
                <a:gd name="T7" fmla="*/ 20 h 20"/>
                <a:gd name="T8" fmla="*/ 52 w 52"/>
                <a:gd name="T9" fmla="*/ 2 h 20"/>
                <a:gd name="T10" fmla="*/ 52 w 52"/>
                <a:gd name="T11" fmla="*/ 2 h 20"/>
                <a:gd name="T12" fmla="*/ 52 w 52"/>
                <a:gd name="T13" fmla="*/ 0 h 20"/>
                <a:gd name="T14" fmla="*/ 0 w 52"/>
                <a:gd name="T15" fmla="*/ 0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 h="20">
                  <a:moveTo>
                    <a:pt x="0" y="0"/>
                  </a:moveTo>
                  <a:lnTo>
                    <a:pt x="0" y="2"/>
                  </a:lnTo>
                  <a:lnTo>
                    <a:pt x="0" y="20"/>
                  </a:lnTo>
                  <a:lnTo>
                    <a:pt x="52" y="20"/>
                  </a:lnTo>
                  <a:lnTo>
                    <a:pt x="52" y="2"/>
                  </a:lnTo>
                  <a:lnTo>
                    <a:pt x="52" y="2"/>
                  </a:lnTo>
                  <a:lnTo>
                    <a:pt x="52"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14"/>
            <p:cNvSpPr>
              <a:spLocks/>
            </p:cNvSpPr>
            <p:nvPr/>
          </p:nvSpPr>
          <p:spPr bwMode="auto">
            <a:xfrm>
              <a:off x="7486650" y="1258888"/>
              <a:ext cx="146050" cy="139700"/>
            </a:xfrm>
            <a:custGeom>
              <a:avLst/>
              <a:gdLst>
                <a:gd name="T0" fmla="*/ 46 w 92"/>
                <a:gd name="T1" fmla="*/ 88 h 88"/>
                <a:gd name="T2" fmla="*/ 47 w 92"/>
                <a:gd name="T3" fmla="*/ 88 h 88"/>
                <a:gd name="T4" fmla="*/ 92 w 92"/>
                <a:gd name="T5" fmla="*/ 45 h 88"/>
                <a:gd name="T6" fmla="*/ 92 w 92"/>
                <a:gd name="T7" fmla="*/ 43 h 88"/>
                <a:gd name="T8" fmla="*/ 47 w 92"/>
                <a:gd name="T9" fmla="*/ 0 h 88"/>
                <a:gd name="T10" fmla="*/ 46 w 92"/>
                <a:gd name="T11" fmla="*/ 0 h 88"/>
                <a:gd name="T12" fmla="*/ 0 w 92"/>
                <a:gd name="T13" fmla="*/ 43 h 88"/>
                <a:gd name="T14" fmla="*/ 0 w 92"/>
                <a:gd name="T15" fmla="*/ 45 h 88"/>
                <a:gd name="T16" fmla="*/ 46 w 92"/>
                <a:gd name="T17"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88">
                  <a:moveTo>
                    <a:pt x="46" y="88"/>
                  </a:moveTo>
                  <a:cubicBezTo>
                    <a:pt x="47" y="88"/>
                    <a:pt x="47" y="88"/>
                    <a:pt x="47" y="88"/>
                  </a:cubicBezTo>
                  <a:cubicBezTo>
                    <a:pt x="50" y="56"/>
                    <a:pt x="60" y="47"/>
                    <a:pt x="92" y="45"/>
                  </a:cubicBezTo>
                  <a:cubicBezTo>
                    <a:pt x="92" y="43"/>
                    <a:pt x="92" y="43"/>
                    <a:pt x="92" y="43"/>
                  </a:cubicBezTo>
                  <a:cubicBezTo>
                    <a:pt x="60" y="41"/>
                    <a:pt x="50" y="32"/>
                    <a:pt x="47" y="0"/>
                  </a:cubicBezTo>
                  <a:cubicBezTo>
                    <a:pt x="46" y="0"/>
                    <a:pt x="46" y="0"/>
                    <a:pt x="46" y="0"/>
                  </a:cubicBezTo>
                  <a:cubicBezTo>
                    <a:pt x="43" y="32"/>
                    <a:pt x="32" y="41"/>
                    <a:pt x="0" y="43"/>
                  </a:cubicBezTo>
                  <a:cubicBezTo>
                    <a:pt x="0" y="45"/>
                    <a:pt x="0" y="45"/>
                    <a:pt x="0" y="45"/>
                  </a:cubicBezTo>
                  <a:cubicBezTo>
                    <a:pt x="32" y="47"/>
                    <a:pt x="43" y="56"/>
                    <a:pt x="46"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5"/>
            <p:cNvSpPr>
              <a:spLocks/>
            </p:cNvSpPr>
            <p:nvPr/>
          </p:nvSpPr>
          <p:spPr bwMode="auto">
            <a:xfrm>
              <a:off x="7588250" y="1577975"/>
              <a:ext cx="122238" cy="120650"/>
            </a:xfrm>
            <a:custGeom>
              <a:avLst/>
              <a:gdLst>
                <a:gd name="T0" fmla="*/ 0 w 76"/>
                <a:gd name="T1" fmla="*/ 37 h 76"/>
                <a:gd name="T2" fmla="*/ 37 w 76"/>
                <a:gd name="T3" fmla="*/ 76 h 76"/>
                <a:gd name="T4" fmla="*/ 38 w 76"/>
                <a:gd name="T5" fmla="*/ 76 h 76"/>
                <a:gd name="T6" fmla="*/ 76 w 76"/>
                <a:gd name="T7" fmla="*/ 37 h 76"/>
                <a:gd name="T8" fmla="*/ 76 w 76"/>
                <a:gd name="T9" fmla="*/ 36 h 76"/>
                <a:gd name="T10" fmla="*/ 38 w 76"/>
                <a:gd name="T11" fmla="*/ 0 h 76"/>
                <a:gd name="T12" fmla="*/ 37 w 76"/>
                <a:gd name="T13" fmla="*/ 0 h 76"/>
                <a:gd name="T14" fmla="*/ 0 w 76"/>
                <a:gd name="T15" fmla="*/ 36 h 76"/>
                <a:gd name="T16" fmla="*/ 0 w 76"/>
                <a:gd name="T17" fmla="*/ 37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76">
                  <a:moveTo>
                    <a:pt x="0" y="37"/>
                  </a:moveTo>
                  <a:cubicBezTo>
                    <a:pt x="28" y="40"/>
                    <a:pt x="35" y="48"/>
                    <a:pt x="37" y="76"/>
                  </a:cubicBezTo>
                  <a:cubicBezTo>
                    <a:pt x="38" y="76"/>
                    <a:pt x="38" y="76"/>
                    <a:pt x="38" y="76"/>
                  </a:cubicBezTo>
                  <a:cubicBezTo>
                    <a:pt x="40" y="48"/>
                    <a:pt x="48" y="40"/>
                    <a:pt x="76" y="37"/>
                  </a:cubicBezTo>
                  <a:cubicBezTo>
                    <a:pt x="76" y="36"/>
                    <a:pt x="76" y="36"/>
                    <a:pt x="76" y="36"/>
                  </a:cubicBezTo>
                  <a:cubicBezTo>
                    <a:pt x="48" y="34"/>
                    <a:pt x="40" y="24"/>
                    <a:pt x="38" y="0"/>
                  </a:cubicBezTo>
                  <a:cubicBezTo>
                    <a:pt x="37" y="0"/>
                    <a:pt x="37" y="0"/>
                    <a:pt x="37" y="0"/>
                  </a:cubicBezTo>
                  <a:cubicBezTo>
                    <a:pt x="35" y="24"/>
                    <a:pt x="28" y="34"/>
                    <a:pt x="0" y="36"/>
                  </a:cubicBezTo>
                  <a:lnTo>
                    <a:pt x="0"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6"/>
            <p:cNvSpPr>
              <a:spLocks/>
            </p:cNvSpPr>
            <p:nvPr/>
          </p:nvSpPr>
          <p:spPr bwMode="auto">
            <a:xfrm>
              <a:off x="7645400" y="1366838"/>
              <a:ext cx="166688" cy="166688"/>
            </a:xfrm>
            <a:custGeom>
              <a:avLst/>
              <a:gdLst>
                <a:gd name="T0" fmla="*/ 50 w 104"/>
                <a:gd name="T1" fmla="*/ 104 h 104"/>
                <a:gd name="T2" fmla="*/ 52 w 104"/>
                <a:gd name="T3" fmla="*/ 104 h 104"/>
                <a:gd name="T4" fmla="*/ 104 w 104"/>
                <a:gd name="T5" fmla="*/ 53 h 104"/>
                <a:gd name="T6" fmla="*/ 104 w 104"/>
                <a:gd name="T7" fmla="*/ 51 h 104"/>
                <a:gd name="T8" fmla="*/ 52 w 104"/>
                <a:gd name="T9" fmla="*/ 0 h 104"/>
                <a:gd name="T10" fmla="*/ 50 w 104"/>
                <a:gd name="T11" fmla="*/ 0 h 104"/>
                <a:gd name="T12" fmla="*/ 0 w 104"/>
                <a:gd name="T13" fmla="*/ 51 h 104"/>
                <a:gd name="T14" fmla="*/ 0 w 104"/>
                <a:gd name="T15" fmla="*/ 53 h 104"/>
                <a:gd name="T16" fmla="*/ 50 w 104"/>
                <a:gd name="T17"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104">
                  <a:moveTo>
                    <a:pt x="50" y="104"/>
                  </a:moveTo>
                  <a:cubicBezTo>
                    <a:pt x="52" y="104"/>
                    <a:pt x="52" y="104"/>
                    <a:pt x="52" y="104"/>
                  </a:cubicBezTo>
                  <a:cubicBezTo>
                    <a:pt x="55" y="68"/>
                    <a:pt x="64" y="56"/>
                    <a:pt x="104" y="53"/>
                  </a:cubicBezTo>
                  <a:cubicBezTo>
                    <a:pt x="104" y="51"/>
                    <a:pt x="104" y="51"/>
                    <a:pt x="104" y="51"/>
                  </a:cubicBezTo>
                  <a:cubicBezTo>
                    <a:pt x="64" y="48"/>
                    <a:pt x="55" y="36"/>
                    <a:pt x="52" y="0"/>
                  </a:cubicBezTo>
                  <a:cubicBezTo>
                    <a:pt x="50" y="0"/>
                    <a:pt x="50" y="0"/>
                    <a:pt x="50" y="0"/>
                  </a:cubicBezTo>
                  <a:cubicBezTo>
                    <a:pt x="47" y="36"/>
                    <a:pt x="36" y="48"/>
                    <a:pt x="0" y="51"/>
                  </a:cubicBezTo>
                  <a:cubicBezTo>
                    <a:pt x="0" y="53"/>
                    <a:pt x="0" y="53"/>
                    <a:pt x="0" y="53"/>
                  </a:cubicBezTo>
                  <a:cubicBezTo>
                    <a:pt x="36" y="56"/>
                    <a:pt x="47" y="68"/>
                    <a:pt x="50" y="1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5" name="组合 14"/>
          <p:cNvGrpSpPr/>
          <p:nvPr/>
        </p:nvGrpSpPr>
        <p:grpSpPr>
          <a:xfrm>
            <a:off x="6086475" y="2974975"/>
            <a:ext cx="2293938" cy="1514476"/>
            <a:chOff x="6086475" y="2974975"/>
            <a:chExt cx="2293938" cy="1514476"/>
          </a:xfrm>
          <a:solidFill>
            <a:schemeClr val="tx1">
              <a:lumMod val="65000"/>
              <a:lumOff val="35000"/>
            </a:schemeClr>
          </a:solidFill>
        </p:grpSpPr>
        <p:sp>
          <p:nvSpPr>
            <p:cNvPr id="16" name="Freeform 17"/>
            <p:cNvSpPr>
              <a:spLocks/>
            </p:cNvSpPr>
            <p:nvPr/>
          </p:nvSpPr>
          <p:spPr bwMode="auto">
            <a:xfrm>
              <a:off x="6086475" y="4152900"/>
              <a:ext cx="263525" cy="233363"/>
            </a:xfrm>
            <a:custGeom>
              <a:avLst/>
              <a:gdLst>
                <a:gd name="T0" fmla="*/ 32 w 166"/>
                <a:gd name="T1" fmla="*/ 135 h 147"/>
                <a:gd name="T2" fmla="*/ 166 w 166"/>
                <a:gd name="T3" fmla="*/ 12 h 147"/>
                <a:gd name="T4" fmla="*/ 166 w 166"/>
                <a:gd name="T5" fmla="*/ 0 h 147"/>
                <a:gd name="T6" fmla="*/ 0 w 166"/>
                <a:gd name="T7" fmla="*/ 147 h 147"/>
                <a:gd name="T8" fmla="*/ 166 w 166"/>
                <a:gd name="T9" fmla="*/ 147 h 147"/>
                <a:gd name="T10" fmla="*/ 166 w 166"/>
                <a:gd name="T11" fmla="*/ 135 h 147"/>
                <a:gd name="T12" fmla="*/ 32 w 166"/>
                <a:gd name="T13" fmla="*/ 135 h 147"/>
              </a:gdLst>
              <a:ahLst/>
              <a:cxnLst>
                <a:cxn ang="0">
                  <a:pos x="T0" y="T1"/>
                </a:cxn>
                <a:cxn ang="0">
                  <a:pos x="T2" y="T3"/>
                </a:cxn>
                <a:cxn ang="0">
                  <a:pos x="T4" y="T5"/>
                </a:cxn>
                <a:cxn ang="0">
                  <a:pos x="T6" y="T7"/>
                </a:cxn>
                <a:cxn ang="0">
                  <a:pos x="T8" y="T9"/>
                </a:cxn>
                <a:cxn ang="0">
                  <a:pos x="T10" y="T11"/>
                </a:cxn>
                <a:cxn ang="0">
                  <a:pos x="T12" y="T13"/>
                </a:cxn>
              </a:cxnLst>
              <a:rect l="0" t="0" r="r" b="b"/>
              <a:pathLst>
                <a:path w="166" h="147">
                  <a:moveTo>
                    <a:pt x="32" y="135"/>
                  </a:moveTo>
                  <a:lnTo>
                    <a:pt x="166" y="12"/>
                  </a:lnTo>
                  <a:lnTo>
                    <a:pt x="166" y="0"/>
                  </a:lnTo>
                  <a:lnTo>
                    <a:pt x="0" y="147"/>
                  </a:lnTo>
                  <a:lnTo>
                    <a:pt x="166" y="147"/>
                  </a:lnTo>
                  <a:lnTo>
                    <a:pt x="166" y="135"/>
                  </a:lnTo>
                  <a:lnTo>
                    <a:pt x="32"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8"/>
            <p:cNvSpPr>
              <a:spLocks noEditPoints="1"/>
            </p:cNvSpPr>
            <p:nvPr/>
          </p:nvSpPr>
          <p:spPr bwMode="auto">
            <a:xfrm>
              <a:off x="6867525" y="3754438"/>
              <a:ext cx="1512888" cy="631825"/>
            </a:xfrm>
            <a:custGeom>
              <a:avLst/>
              <a:gdLst>
                <a:gd name="T0" fmla="*/ 541 w 948"/>
                <a:gd name="T1" fmla="*/ 44 h 396"/>
                <a:gd name="T2" fmla="*/ 474 w 948"/>
                <a:gd name="T3" fmla="*/ 48 h 396"/>
                <a:gd name="T4" fmla="*/ 611 w 948"/>
                <a:gd name="T5" fmla="*/ 108 h 396"/>
                <a:gd name="T6" fmla="*/ 393 w 948"/>
                <a:gd name="T7" fmla="*/ 48 h 396"/>
                <a:gd name="T8" fmla="*/ 445 w 948"/>
                <a:gd name="T9" fmla="*/ 44 h 396"/>
                <a:gd name="T10" fmla="*/ 368 w 948"/>
                <a:gd name="T11" fmla="*/ 4 h 396"/>
                <a:gd name="T12" fmla="*/ 396 w 948"/>
                <a:gd name="T13" fmla="*/ 0 h 396"/>
                <a:gd name="T14" fmla="*/ 16 w 948"/>
                <a:gd name="T15" fmla="*/ 4 h 396"/>
                <a:gd name="T16" fmla="*/ 68 w 948"/>
                <a:gd name="T17" fmla="*/ 44 h 396"/>
                <a:gd name="T18" fmla="*/ 15 w 948"/>
                <a:gd name="T19" fmla="*/ 48 h 396"/>
                <a:gd name="T20" fmla="*/ 32 w 948"/>
                <a:gd name="T21" fmla="*/ 108 h 396"/>
                <a:gd name="T22" fmla="*/ 0 w 948"/>
                <a:gd name="T23" fmla="*/ 112 h 396"/>
                <a:gd name="T24" fmla="*/ 0 w 948"/>
                <a:gd name="T25" fmla="*/ 160 h 396"/>
                <a:gd name="T26" fmla="*/ 40 w 948"/>
                <a:gd name="T27" fmla="*/ 112 h 396"/>
                <a:gd name="T28" fmla="*/ 224 w 948"/>
                <a:gd name="T29" fmla="*/ 176 h 396"/>
                <a:gd name="T30" fmla="*/ 235 w 948"/>
                <a:gd name="T31" fmla="*/ 112 h 396"/>
                <a:gd name="T32" fmla="*/ 348 w 948"/>
                <a:gd name="T33" fmla="*/ 108 h 396"/>
                <a:gd name="T34" fmla="*/ 234 w 948"/>
                <a:gd name="T35" fmla="*/ 48 h 396"/>
                <a:gd name="T36" fmla="*/ 418 w 948"/>
                <a:gd name="T37" fmla="*/ 108 h 396"/>
                <a:gd name="T38" fmla="*/ 378 w 948"/>
                <a:gd name="T39" fmla="*/ 112 h 396"/>
                <a:gd name="T40" fmla="*/ 472 w 948"/>
                <a:gd name="T41" fmla="*/ 208 h 396"/>
                <a:gd name="T42" fmla="*/ 272 w 948"/>
                <a:gd name="T43" fmla="*/ 212 h 396"/>
                <a:gd name="T44" fmla="*/ 569 w 948"/>
                <a:gd name="T45" fmla="*/ 384 h 396"/>
                <a:gd name="T46" fmla="*/ 249 w 948"/>
                <a:gd name="T47" fmla="*/ 396 h 396"/>
                <a:gd name="T48" fmla="*/ 519 w 948"/>
                <a:gd name="T49" fmla="*/ 17 h 396"/>
                <a:gd name="T50" fmla="*/ 225 w 948"/>
                <a:gd name="T51" fmla="*/ 108 h 396"/>
                <a:gd name="T52" fmla="*/ 75 w 948"/>
                <a:gd name="T53" fmla="*/ 48 h 396"/>
                <a:gd name="T54" fmla="*/ 225 w 948"/>
                <a:gd name="T55" fmla="*/ 108 h 396"/>
                <a:gd name="T56" fmla="*/ 76 w 948"/>
                <a:gd name="T57" fmla="*/ 44 h 396"/>
                <a:gd name="T58" fmla="*/ 227 w 948"/>
                <a:gd name="T59" fmla="*/ 4 h 396"/>
                <a:gd name="T60" fmla="*/ 234 w 948"/>
                <a:gd name="T61" fmla="*/ 44 h 396"/>
                <a:gd name="T62" fmla="*/ 361 w 948"/>
                <a:gd name="T63" fmla="*/ 4 h 396"/>
                <a:gd name="T64" fmla="*/ 234 w 948"/>
                <a:gd name="T65" fmla="*/ 44 h 396"/>
                <a:gd name="T66" fmla="*/ 488 w 948"/>
                <a:gd name="T67" fmla="*/ 212 h 396"/>
                <a:gd name="T68" fmla="*/ 917 w 948"/>
                <a:gd name="T69" fmla="*/ 384 h 396"/>
                <a:gd name="T70" fmla="*/ 484 w 948"/>
                <a:gd name="T71" fmla="*/ 208 h 396"/>
                <a:gd name="T72" fmla="*/ 615 w 948"/>
                <a:gd name="T73" fmla="*/ 112 h 396"/>
                <a:gd name="T74" fmla="*/ 484 w 948"/>
                <a:gd name="T75" fmla="*/ 208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48" h="396">
                  <a:moveTo>
                    <a:pt x="513" y="18"/>
                  </a:moveTo>
                  <a:cubicBezTo>
                    <a:pt x="541" y="44"/>
                    <a:pt x="541" y="44"/>
                    <a:pt x="541" y="44"/>
                  </a:cubicBezTo>
                  <a:cubicBezTo>
                    <a:pt x="475" y="44"/>
                    <a:pt x="475" y="44"/>
                    <a:pt x="475" y="44"/>
                  </a:cubicBezTo>
                  <a:cubicBezTo>
                    <a:pt x="474" y="44"/>
                    <a:pt x="474" y="48"/>
                    <a:pt x="474" y="48"/>
                  </a:cubicBezTo>
                  <a:cubicBezTo>
                    <a:pt x="544" y="48"/>
                    <a:pt x="544" y="48"/>
                    <a:pt x="544" y="48"/>
                  </a:cubicBezTo>
                  <a:cubicBezTo>
                    <a:pt x="611" y="108"/>
                    <a:pt x="611" y="108"/>
                    <a:pt x="611" y="108"/>
                  </a:cubicBezTo>
                  <a:cubicBezTo>
                    <a:pt x="427" y="108"/>
                    <a:pt x="427" y="108"/>
                    <a:pt x="427" y="108"/>
                  </a:cubicBezTo>
                  <a:cubicBezTo>
                    <a:pt x="393" y="48"/>
                    <a:pt x="393" y="48"/>
                    <a:pt x="393" y="48"/>
                  </a:cubicBezTo>
                  <a:cubicBezTo>
                    <a:pt x="446" y="48"/>
                    <a:pt x="446" y="48"/>
                    <a:pt x="446" y="48"/>
                  </a:cubicBezTo>
                  <a:cubicBezTo>
                    <a:pt x="446" y="48"/>
                    <a:pt x="446" y="44"/>
                    <a:pt x="445" y="44"/>
                  </a:cubicBezTo>
                  <a:cubicBezTo>
                    <a:pt x="391" y="44"/>
                    <a:pt x="391" y="44"/>
                    <a:pt x="391" y="44"/>
                  </a:cubicBezTo>
                  <a:cubicBezTo>
                    <a:pt x="368" y="4"/>
                    <a:pt x="368" y="4"/>
                    <a:pt x="368" y="4"/>
                  </a:cubicBezTo>
                  <a:cubicBezTo>
                    <a:pt x="396" y="4"/>
                    <a:pt x="396" y="4"/>
                    <a:pt x="396" y="4"/>
                  </a:cubicBezTo>
                  <a:cubicBezTo>
                    <a:pt x="396" y="0"/>
                    <a:pt x="396" y="0"/>
                    <a:pt x="396" y="0"/>
                  </a:cubicBezTo>
                  <a:cubicBezTo>
                    <a:pt x="16" y="0"/>
                    <a:pt x="16" y="0"/>
                    <a:pt x="16" y="0"/>
                  </a:cubicBezTo>
                  <a:cubicBezTo>
                    <a:pt x="16" y="0"/>
                    <a:pt x="16" y="4"/>
                    <a:pt x="16" y="4"/>
                  </a:cubicBezTo>
                  <a:cubicBezTo>
                    <a:pt x="92" y="4"/>
                    <a:pt x="92" y="4"/>
                    <a:pt x="92" y="4"/>
                  </a:cubicBezTo>
                  <a:cubicBezTo>
                    <a:pt x="68" y="44"/>
                    <a:pt x="68" y="44"/>
                    <a:pt x="68" y="44"/>
                  </a:cubicBezTo>
                  <a:cubicBezTo>
                    <a:pt x="15" y="44"/>
                    <a:pt x="15" y="44"/>
                    <a:pt x="15" y="44"/>
                  </a:cubicBezTo>
                  <a:cubicBezTo>
                    <a:pt x="15" y="44"/>
                    <a:pt x="15" y="48"/>
                    <a:pt x="15" y="48"/>
                  </a:cubicBezTo>
                  <a:cubicBezTo>
                    <a:pt x="67" y="48"/>
                    <a:pt x="67" y="48"/>
                    <a:pt x="67" y="48"/>
                  </a:cubicBezTo>
                  <a:cubicBezTo>
                    <a:pt x="32" y="108"/>
                    <a:pt x="32" y="108"/>
                    <a:pt x="32" y="108"/>
                  </a:cubicBezTo>
                  <a:cubicBezTo>
                    <a:pt x="0" y="108"/>
                    <a:pt x="0" y="108"/>
                    <a:pt x="0" y="108"/>
                  </a:cubicBezTo>
                  <a:cubicBezTo>
                    <a:pt x="0" y="112"/>
                    <a:pt x="0" y="112"/>
                    <a:pt x="0" y="112"/>
                  </a:cubicBezTo>
                  <a:cubicBezTo>
                    <a:pt x="30" y="112"/>
                    <a:pt x="30" y="112"/>
                    <a:pt x="30" y="112"/>
                  </a:cubicBezTo>
                  <a:cubicBezTo>
                    <a:pt x="0" y="160"/>
                    <a:pt x="0" y="160"/>
                    <a:pt x="0" y="160"/>
                  </a:cubicBezTo>
                  <a:cubicBezTo>
                    <a:pt x="0" y="180"/>
                    <a:pt x="0" y="180"/>
                    <a:pt x="0" y="180"/>
                  </a:cubicBezTo>
                  <a:cubicBezTo>
                    <a:pt x="40" y="112"/>
                    <a:pt x="40" y="112"/>
                    <a:pt x="40" y="112"/>
                  </a:cubicBezTo>
                  <a:cubicBezTo>
                    <a:pt x="225" y="112"/>
                    <a:pt x="225" y="112"/>
                    <a:pt x="225" y="112"/>
                  </a:cubicBezTo>
                  <a:cubicBezTo>
                    <a:pt x="224" y="176"/>
                    <a:pt x="224" y="176"/>
                    <a:pt x="224" y="176"/>
                  </a:cubicBezTo>
                  <a:cubicBezTo>
                    <a:pt x="236" y="176"/>
                    <a:pt x="236" y="176"/>
                    <a:pt x="236" y="176"/>
                  </a:cubicBezTo>
                  <a:cubicBezTo>
                    <a:pt x="235" y="112"/>
                    <a:pt x="235" y="112"/>
                    <a:pt x="235" y="112"/>
                  </a:cubicBezTo>
                  <a:cubicBezTo>
                    <a:pt x="346" y="112"/>
                    <a:pt x="346" y="112"/>
                    <a:pt x="346" y="112"/>
                  </a:cubicBezTo>
                  <a:cubicBezTo>
                    <a:pt x="347" y="108"/>
                    <a:pt x="347" y="108"/>
                    <a:pt x="348" y="108"/>
                  </a:cubicBezTo>
                  <a:cubicBezTo>
                    <a:pt x="235" y="108"/>
                    <a:pt x="235" y="108"/>
                    <a:pt x="235" y="108"/>
                  </a:cubicBezTo>
                  <a:cubicBezTo>
                    <a:pt x="234" y="48"/>
                    <a:pt x="234" y="48"/>
                    <a:pt x="234" y="48"/>
                  </a:cubicBezTo>
                  <a:cubicBezTo>
                    <a:pt x="385" y="48"/>
                    <a:pt x="385" y="48"/>
                    <a:pt x="385" y="48"/>
                  </a:cubicBezTo>
                  <a:cubicBezTo>
                    <a:pt x="418" y="108"/>
                    <a:pt x="418" y="108"/>
                    <a:pt x="418" y="108"/>
                  </a:cubicBezTo>
                  <a:cubicBezTo>
                    <a:pt x="377" y="108"/>
                    <a:pt x="377" y="108"/>
                    <a:pt x="377" y="108"/>
                  </a:cubicBezTo>
                  <a:cubicBezTo>
                    <a:pt x="377" y="108"/>
                    <a:pt x="378" y="108"/>
                    <a:pt x="378" y="112"/>
                  </a:cubicBezTo>
                  <a:cubicBezTo>
                    <a:pt x="420" y="112"/>
                    <a:pt x="420" y="112"/>
                    <a:pt x="420" y="112"/>
                  </a:cubicBezTo>
                  <a:cubicBezTo>
                    <a:pt x="472" y="208"/>
                    <a:pt x="472" y="208"/>
                    <a:pt x="472" y="208"/>
                  </a:cubicBezTo>
                  <a:cubicBezTo>
                    <a:pt x="272" y="208"/>
                    <a:pt x="272" y="208"/>
                    <a:pt x="272" y="208"/>
                  </a:cubicBezTo>
                  <a:cubicBezTo>
                    <a:pt x="272" y="212"/>
                    <a:pt x="272" y="212"/>
                    <a:pt x="272" y="212"/>
                  </a:cubicBezTo>
                  <a:cubicBezTo>
                    <a:pt x="475" y="212"/>
                    <a:pt x="475" y="212"/>
                    <a:pt x="475" y="212"/>
                  </a:cubicBezTo>
                  <a:cubicBezTo>
                    <a:pt x="569" y="384"/>
                    <a:pt x="569" y="384"/>
                    <a:pt x="569" y="384"/>
                  </a:cubicBezTo>
                  <a:cubicBezTo>
                    <a:pt x="250" y="384"/>
                    <a:pt x="250" y="384"/>
                    <a:pt x="250" y="384"/>
                  </a:cubicBezTo>
                  <a:cubicBezTo>
                    <a:pt x="249" y="396"/>
                    <a:pt x="249" y="396"/>
                    <a:pt x="249" y="396"/>
                  </a:cubicBezTo>
                  <a:cubicBezTo>
                    <a:pt x="948" y="396"/>
                    <a:pt x="948" y="396"/>
                    <a:pt x="948" y="396"/>
                  </a:cubicBezTo>
                  <a:cubicBezTo>
                    <a:pt x="519" y="17"/>
                    <a:pt x="519" y="17"/>
                    <a:pt x="519" y="17"/>
                  </a:cubicBezTo>
                  <a:lnTo>
                    <a:pt x="513" y="18"/>
                  </a:lnTo>
                  <a:close/>
                  <a:moveTo>
                    <a:pt x="225" y="108"/>
                  </a:moveTo>
                  <a:cubicBezTo>
                    <a:pt x="42" y="108"/>
                    <a:pt x="42" y="108"/>
                    <a:pt x="42" y="108"/>
                  </a:cubicBezTo>
                  <a:cubicBezTo>
                    <a:pt x="75" y="48"/>
                    <a:pt x="75" y="48"/>
                    <a:pt x="75" y="48"/>
                  </a:cubicBezTo>
                  <a:cubicBezTo>
                    <a:pt x="226" y="48"/>
                    <a:pt x="226" y="48"/>
                    <a:pt x="226" y="48"/>
                  </a:cubicBezTo>
                  <a:lnTo>
                    <a:pt x="225" y="108"/>
                  </a:lnTo>
                  <a:close/>
                  <a:moveTo>
                    <a:pt x="226" y="44"/>
                  </a:moveTo>
                  <a:cubicBezTo>
                    <a:pt x="76" y="44"/>
                    <a:pt x="76" y="44"/>
                    <a:pt x="76" y="44"/>
                  </a:cubicBezTo>
                  <a:cubicBezTo>
                    <a:pt x="99" y="4"/>
                    <a:pt x="99" y="4"/>
                    <a:pt x="99" y="4"/>
                  </a:cubicBezTo>
                  <a:cubicBezTo>
                    <a:pt x="227" y="4"/>
                    <a:pt x="227" y="4"/>
                    <a:pt x="227" y="4"/>
                  </a:cubicBezTo>
                  <a:lnTo>
                    <a:pt x="226" y="44"/>
                  </a:lnTo>
                  <a:close/>
                  <a:moveTo>
                    <a:pt x="234" y="44"/>
                  </a:moveTo>
                  <a:cubicBezTo>
                    <a:pt x="233" y="4"/>
                    <a:pt x="233" y="4"/>
                    <a:pt x="233" y="4"/>
                  </a:cubicBezTo>
                  <a:cubicBezTo>
                    <a:pt x="361" y="4"/>
                    <a:pt x="361" y="4"/>
                    <a:pt x="361" y="4"/>
                  </a:cubicBezTo>
                  <a:cubicBezTo>
                    <a:pt x="384" y="44"/>
                    <a:pt x="384" y="44"/>
                    <a:pt x="384" y="44"/>
                  </a:cubicBezTo>
                  <a:lnTo>
                    <a:pt x="234" y="44"/>
                  </a:lnTo>
                  <a:close/>
                  <a:moveTo>
                    <a:pt x="586" y="384"/>
                  </a:moveTo>
                  <a:cubicBezTo>
                    <a:pt x="488" y="212"/>
                    <a:pt x="488" y="212"/>
                    <a:pt x="488" y="212"/>
                  </a:cubicBezTo>
                  <a:cubicBezTo>
                    <a:pt x="727" y="212"/>
                    <a:pt x="727" y="212"/>
                    <a:pt x="727" y="212"/>
                  </a:cubicBezTo>
                  <a:cubicBezTo>
                    <a:pt x="917" y="384"/>
                    <a:pt x="917" y="384"/>
                    <a:pt x="917" y="384"/>
                  </a:cubicBezTo>
                  <a:lnTo>
                    <a:pt x="586" y="384"/>
                  </a:lnTo>
                  <a:close/>
                  <a:moveTo>
                    <a:pt x="484" y="208"/>
                  </a:moveTo>
                  <a:cubicBezTo>
                    <a:pt x="430" y="112"/>
                    <a:pt x="430" y="112"/>
                    <a:pt x="430" y="112"/>
                  </a:cubicBezTo>
                  <a:cubicBezTo>
                    <a:pt x="615" y="112"/>
                    <a:pt x="615" y="112"/>
                    <a:pt x="615" y="112"/>
                  </a:cubicBezTo>
                  <a:cubicBezTo>
                    <a:pt x="720" y="208"/>
                    <a:pt x="720" y="208"/>
                    <a:pt x="720" y="208"/>
                  </a:cubicBezTo>
                  <a:lnTo>
                    <a:pt x="484" y="2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9"/>
            <p:cNvSpPr>
              <a:spLocks noEditPoints="1"/>
            </p:cNvSpPr>
            <p:nvPr/>
          </p:nvSpPr>
          <p:spPr bwMode="auto">
            <a:xfrm>
              <a:off x="6403975" y="2974975"/>
              <a:ext cx="287338" cy="287338"/>
            </a:xfrm>
            <a:custGeom>
              <a:avLst/>
              <a:gdLst>
                <a:gd name="T0" fmla="*/ 90 w 180"/>
                <a:gd name="T1" fmla="*/ 0 h 180"/>
                <a:gd name="T2" fmla="*/ 0 w 180"/>
                <a:gd name="T3" fmla="*/ 90 h 180"/>
                <a:gd name="T4" fmla="*/ 90 w 180"/>
                <a:gd name="T5" fmla="*/ 180 h 180"/>
                <a:gd name="T6" fmla="*/ 180 w 180"/>
                <a:gd name="T7" fmla="*/ 90 h 180"/>
                <a:gd name="T8" fmla="*/ 90 w 180"/>
                <a:gd name="T9" fmla="*/ 0 h 180"/>
                <a:gd name="T10" fmla="*/ 90 w 180"/>
                <a:gd name="T11" fmla="*/ 155 h 180"/>
                <a:gd name="T12" fmla="*/ 34 w 180"/>
                <a:gd name="T13" fmla="*/ 124 h 180"/>
                <a:gd name="T14" fmla="*/ 147 w 180"/>
                <a:gd name="T15" fmla="*/ 124 h 180"/>
                <a:gd name="T16" fmla="*/ 90 w 180"/>
                <a:gd name="T17" fmla="*/ 155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0" h="180">
                  <a:moveTo>
                    <a:pt x="90" y="0"/>
                  </a:moveTo>
                  <a:cubicBezTo>
                    <a:pt x="41" y="0"/>
                    <a:pt x="0" y="40"/>
                    <a:pt x="0" y="90"/>
                  </a:cubicBezTo>
                  <a:cubicBezTo>
                    <a:pt x="0" y="140"/>
                    <a:pt x="41" y="180"/>
                    <a:pt x="90" y="180"/>
                  </a:cubicBezTo>
                  <a:cubicBezTo>
                    <a:pt x="140" y="180"/>
                    <a:pt x="180" y="140"/>
                    <a:pt x="180" y="90"/>
                  </a:cubicBezTo>
                  <a:cubicBezTo>
                    <a:pt x="180" y="40"/>
                    <a:pt x="140" y="0"/>
                    <a:pt x="90" y="0"/>
                  </a:cubicBezTo>
                  <a:close/>
                  <a:moveTo>
                    <a:pt x="90" y="155"/>
                  </a:moveTo>
                  <a:cubicBezTo>
                    <a:pt x="67" y="155"/>
                    <a:pt x="46" y="144"/>
                    <a:pt x="34" y="124"/>
                  </a:cubicBezTo>
                  <a:cubicBezTo>
                    <a:pt x="147" y="124"/>
                    <a:pt x="147" y="124"/>
                    <a:pt x="147" y="124"/>
                  </a:cubicBezTo>
                  <a:cubicBezTo>
                    <a:pt x="135" y="144"/>
                    <a:pt x="114" y="155"/>
                    <a:pt x="90" y="1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20"/>
            <p:cNvSpPr>
              <a:spLocks/>
            </p:cNvSpPr>
            <p:nvPr/>
          </p:nvSpPr>
          <p:spPr bwMode="auto">
            <a:xfrm>
              <a:off x="6950075" y="4060825"/>
              <a:ext cx="325438" cy="357188"/>
            </a:xfrm>
            <a:custGeom>
              <a:avLst/>
              <a:gdLst>
                <a:gd name="T0" fmla="*/ 193 w 204"/>
                <a:gd name="T1" fmla="*/ 24 h 224"/>
                <a:gd name="T2" fmla="*/ 204 w 204"/>
                <a:gd name="T3" fmla="*/ 24 h 224"/>
                <a:gd name="T4" fmla="*/ 204 w 204"/>
                <a:gd name="T5" fmla="*/ 0 h 224"/>
                <a:gd name="T6" fmla="*/ 0 w 204"/>
                <a:gd name="T7" fmla="*/ 0 h 224"/>
                <a:gd name="T8" fmla="*/ 0 w 204"/>
                <a:gd name="T9" fmla="*/ 24 h 224"/>
                <a:gd name="T10" fmla="*/ 10 w 204"/>
                <a:gd name="T11" fmla="*/ 24 h 224"/>
                <a:gd name="T12" fmla="*/ 11 w 204"/>
                <a:gd name="T13" fmla="*/ 39 h 224"/>
                <a:gd name="T14" fmla="*/ 104 w 204"/>
                <a:gd name="T15" fmla="*/ 14 h 224"/>
                <a:gd name="T16" fmla="*/ 114 w 204"/>
                <a:gd name="T17" fmla="*/ 19 h 224"/>
                <a:gd name="T18" fmla="*/ 108 w 204"/>
                <a:gd name="T19" fmla="*/ 29 h 224"/>
                <a:gd name="T20" fmla="*/ 12 w 204"/>
                <a:gd name="T21" fmla="*/ 56 h 224"/>
                <a:gd name="T22" fmla="*/ 19 w 204"/>
                <a:gd name="T23" fmla="*/ 166 h 224"/>
                <a:gd name="T24" fmla="*/ 28 w 204"/>
                <a:gd name="T25" fmla="*/ 168 h 224"/>
                <a:gd name="T26" fmla="*/ 50 w 204"/>
                <a:gd name="T27" fmla="*/ 179 h 224"/>
                <a:gd name="T28" fmla="*/ 45 w 204"/>
                <a:gd name="T29" fmla="*/ 193 h 224"/>
                <a:gd name="T30" fmla="*/ 41 w 204"/>
                <a:gd name="T31" fmla="*/ 200 h 224"/>
                <a:gd name="T32" fmla="*/ 74 w 204"/>
                <a:gd name="T33" fmla="*/ 207 h 224"/>
                <a:gd name="T34" fmla="*/ 80 w 204"/>
                <a:gd name="T35" fmla="*/ 207 h 224"/>
                <a:gd name="T36" fmla="*/ 84 w 204"/>
                <a:gd name="T37" fmla="*/ 206 h 224"/>
                <a:gd name="T38" fmla="*/ 135 w 204"/>
                <a:gd name="T39" fmla="*/ 224 h 224"/>
                <a:gd name="T40" fmla="*/ 179 w 204"/>
                <a:gd name="T41" fmla="*/ 224 h 224"/>
                <a:gd name="T42" fmla="*/ 193 w 204"/>
                <a:gd name="T43" fmla="*/ 24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4" h="224">
                  <a:moveTo>
                    <a:pt x="193" y="24"/>
                  </a:moveTo>
                  <a:cubicBezTo>
                    <a:pt x="204" y="24"/>
                    <a:pt x="204" y="24"/>
                    <a:pt x="204" y="24"/>
                  </a:cubicBezTo>
                  <a:cubicBezTo>
                    <a:pt x="204" y="0"/>
                    <a:pt x="204" y="0"/>
                    <a:pt x="204" y="0"/>
                  </a:cubicBezTo>
                  <a:cubicBezTo>
                    <a:pt x="0" y="0"/>
                    <a:pt x="0" y="0"/>
                    <a:pt x="0" y="0"/>
                  </a:cubicBezTo>
                  <a:cubicBezTo>
                    <a:pt x="0" y="24"/>
                    <a:pt x="0" y="24"/>
                    <a:pt x="0" y="24"/>
                  </a:cubicBezTo>
                  <a:cubicBezTo>
                    <a:pt x="10" y="24"/>
                    <a:pt x="10" y="24"/>
                    <a:pt x="10" y="24"/>
                  </a:cubicBezTo>
                  <a:cubicBezTo>
                    <a:pt x="11" y="39"/>
                    <a:pt x="11" y="39"/>
                    <a:pt x="11" y="39"/>
                  </a:cubicBezTo>
                  <a:cubicBezTo>
                    <a:pt x="104" y="14"/>
                    <a:pt x="104" y="14"/>
                    <a:pt x="104" y="14"/>
                  </a:cubicBezTo>
                  <a:cubicBezTo>
                    <a:pt x="108" y="12"/>
                    <a:pt x="113" y="15"/>
                    <a:pt x="114" y="19"/>
                  </a:cubicBezTo>
                  <a:cubicBezTo>
                    <a:pt x="115" y="23"/>
                    <a:pt x="113" y="28"/>
                    <a:pt x="108" y="29"/>
                  </a:cubicBezTo>
                  <a:cubicBezTo>
                    <a:pt x="12" y="56"/>
                    <a:pt x="12" y="56"/>
                    <a:pt x="12" y="56"/>
                  </a:cubicBezTo>
                  <a:cubicBezTo>
                    <a:pt x="19" y="166"/>
                    <a:pt x="19" y="166"/>
                    <a:pt x="19" y="166"/>
                  </a:cubicBezTo>
                  <a:cubicBezTo>
                    <a:pt x="23" y="167"/>
                    <a:pt x="26" y="167"/>
                    <a:pt x="28" y="168"/>
                  </a:cubicBezTo>
                  <a:cubicBezTo>
                    <a:pt x="40" y="170"/>
                    <a:pt x="48" y="172"/>
                    <a:pt x="50" y="179"/>
                  </a:cubicBezTo>
                  <a:cubicBezTo>
                    <a:pt x="51" y="184"/>
                    <a:pt x="50" y="188"/>
                    <a:pt x="45" y="193"/>
                  </a:cubicBezTo>
                  <a:cubicBezTo>
                    <a:pt x="41" y="196"/>
                    <a:pt x="40" y="199"/>
                    <a:pt x="41" y="200"/>
                  </a:cubicBezTo>
                  <a:cubicBezTo>
                    <a:pt x="41" y="202"/>
                    <a:pt x="49" y="207"/>
                    <a:pt x="74" y="207"/>
                  </a:cubicBezTo>
                  <a:cubicBezTo>
                    <a:pt x="76" y="207"/>
                    <a:pt x="78" y="207"/>
                    <a:pt x="80" y="207"/>
                  </a:cubicBezTo>
                  <a:cubicBezTo>
                    <a:pt x="81" y="207"/>
                    <a:pt x="83" y="206"/>
                    <a:pt x="84" y="206"/>
                  </a:cubicBezTo>
                  <a:cubicBezTo>
                    <a:pt x="111" y="206"/>
                    <a:pt x="127" y="216"/>
                    <a:pt x="135" y="224"/>
                  </a:cubicBezTo>
                  <a:cubicBezTo>
                    <a:pt x="179" y="224"/>
                    <a:pt x="179" y="224"/>
                    <a:pt x="179" y="224"/>
                  </a:cubicBezTo>
                  <a:lnTo>
                    <a:pt x="193"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21"/>
            <p:cNvSpPr>
              <a:spLocks/>
            </p:cNvSpPr>
            <p:nvPr/>
          </p:nvSpPr>
          <p:spPr bwMode="auto">
            <a:xfrm>
              <a:off x="6910388" y="4124325"/>
              <a:ext cx="65088" cy="36513"/>
            </a:xfrm>
            <a:custGeom>
              <a:avLst/>
              <a:gdLst>
                <a:gd name="T0" fmla="*/ 40 w 41"/>
                <a:gd name="T1" fmla="*/ 7 h 23"/>
                <a:gd name="T2" fmla="*/ 30 w 41"/>
                <a:gd name="T3" fmla="*/ 1 h 23"/>
                <a:gd name="T4" fmla="*/ 7 w 41"/>
                <a:gd name="T5" fmla="*/ 8 h 23"/>
                <a:gd name="T6" fmla="*/ 2 w 41"/>
                <a:gd name="T7" fmla="*/ 18 h 23"/>
                <a:gd name="T8" fmla="*/ 9 w 41"/>
                <a:gd name="T9" fmla="*/ 23 h 23"/>
                <a:gd name="T10" fmla="*/ 11 w 41"/>
                <a:gd name="T11" fmla="*/ 23 h 23"/>
                <a:gd name="T12" fmla="*/ 34 w 41"/>
                <a:gd name="T13" fmla="*/ 17 h 23"/>
                <a:gd name="T14" fmla="*/ 40 w 41"/>
                <a:gd name="T15" fmla="*/ 7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 h="23">
                  <a:moveTo>
                    <a:pt x="40" y="7"/>
                  </a:moveTo>
                  <a:cubicBezTo>
                    <a:pt x="39" y="3"/>
                    <a:pt x="34" y="0"/>
                    <a:pt x="30" y="1"/>
                  </a:cubicBezTo>
                  <a:cubicBezTo>
                    <a:pt x="7" y="8"/>
                    <a:pt x="7" y="8"/>
                    <a:pt x="7" y="8"/>
                  </a:cubicBezTo>
                  <a:cubicBezTo>
                    <a:pt x="3" y="9"/>
                    <a:pt x="0" y="13"/>
                    <a:pt x="2" y="18"/>
                  </a:cubicBezTo>
                  <a:cubicBezTo>
                    <a:pt x="3" y="21"/>
                    <a:pt x="6" y="23"/>
                    <a:pt x="9" y="23"/>
                  </a:cubicBezTo>
                  <a:cubicBezTo>
                    <a:pt x="10" y="23"/>
                    <a:pt x="11" y="23"/>
                    <a:pt x="11" y="23"/>
                  </a:cubicBezTo>
                  <a:cubicBezTo>
                    <a:pt x="34" y="17"/>
                    <a:pt x="34" y="17"/>
                    <a:pt x="34" y="17"/>
                  </a:cubicBezTo>
                  <a:cubicBezTo>
                    <a:pt x="39" y="16"/>
                    <a:pt x="41" y="11"/>
                    <a:pt x="4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22"/>
            <p:cNvSpPr>
              <a:spLocks/>
            </p:cNvSpPr>
            <p:nvPr/>
          </p:nvSpPr>
          <p:spPr bwMode="auto">
            <a:xfrm>
              <a:off x="6094413" y="3046413"/>
              <a:ext cx="1092200" cy="1443038"/>
            </a:xfrm>
            <a:custGeom>
              <a:avLst/>
              <a:gdLst>
                <a:gd name="T0" fmla="*/ 392 w 684"/>
                <a:gd name="T1" fmla="*/ 463 h 905"/>
                <a:gd name="T2" fmla="*/ 392 w 684"/>
                <a:gd name="T3" fmla="*/ 387 h 905"/>
                <a:gd name="T4" fmla="*/ 392 w 684"/>
                <a:gd name="T5" fmla="*/ 255 h 905"/>
                <a:gd name="T6" fmla="*/ 418 w 684"/>
                <a:gd name="T7" fmla="*/ 508 h 905"/>
                <a:gd name="T8" fmla="*/ 448 w 684"/>
                <a:gd name="T9" fmla="*/ 541 h 905"/>
                <a:gd name="T10" fmla="*/ 448 w 684"/>
                <a:gd name="T11" fmla="*/ 542 h 905"/>
                <a:gd name="T12" fmla="*/ 448 w 684"/>
                <a:gd name="T13" fmla="*/ 815 h 905"/>
                <a:gd name="T14" fmla="*/ 422 w 684"/>
                <a:gd name="T15" fmla="*/ 838 h 905"/>
                <a:gd name="T16" fmla="*/ 459 w 684"/>
                <a:gd name="T17" fmla="*/ 898 h 905"/>
                <a:gd name="T18" fmla="*/ 648 w 684"/>
                <a:gd name="T19" fmla="*/ 892 h 905"/>
                <a:gd name="T20" fmla="*/ 616 w 684"/>
                <a:gd name="T21" fmla="*/ 851 h 905"/>
                <a:gd name="T22" fmla="*/ 575 w 684"/>
                <a:gd name="T23" fmla="*/ 823 h 905"/>
                <a:gd name="T24" fmla="*/ 546 w 684"/>
                <a:gd name="T25" fmla="*/ 808 h 905"/>
                <a:gd name="T26" fmla="*/ 488 w 684"/>
                <a:gd name="T27" fmla="*/ 805 h 905"/>
                <a:gd name="T28" fmla="*/ 468 w 684"/>
                <a:gd name="T29" fmla="*/ 810 h 905"/>
                <a:gd name="T30" fmla="*/ 468 w 684"/>
                <a:gd name="T31" fmla="*/ 535 h 905"/>
                <a:gd name="T32" fmla="*/ 481 w 684"/>
                <a:gd name="T33" fmla="*/ 511 h 905"/>
                <a:gd name="T34" fmla="*/ 468 w 684"/>
                <a:gd name="T35" fmla="*/ 282 h 905"/>
                <a:gd name="T36" fmla="*/ 468 w 684"/>
                <a:gd name="T37" fmla="*/ 0 h 905"/>
                <a:gd name="T38" fmla="*/ 448 w 684"/>
                <a:gd name="T39" fmla="*/ 0 h 905"/>
                <a:gd name="T40" fmla="*/ 448 w 684"/>
                <a:gd name="T41" fmla="*/ 225 h 905"/>
                <a:gd name="T42" fmla="*/ 419 w 684"/>
                <a:gd name="T43" fmla="*/ 184 h 905"/>
                <a:gd name="T44" fmla="*/ 363 w 684"/>
                <a:gd name="T45" fmla="*/ 159 h 905"/>
                <a:gd name="T46" fmla="*/ 362 w 684"/>
                <a:gd name="T47" fmla="*/ 160 h 905"/>
                <a:gd name="T48" fmla="*/ 207 w 684"/>
                <a:gd name="T49" fmla="*/ 160 h 905"/>
                <a:gd name="T50" fmla="*/ 204 w 684"/>
                <a:gd name="T51" fmla="*/ 160 h 905"/>
                <a:gd name="T52" fmla="*/ 157 w 684"/>
                <a:gd name="T53" fmla="*/ 179 h 905"/>
                <a:gd name="T54" fmla="*/ 89 w 684"/>
                <a:gd name="T55" fmla="*/ 349 h 905"/>
                <a:gd name="T56" fmla="*/ 64 w 684"/>
                <a:gd name="T57" fmla="*/ 351 h 905"/>
                <a:gd name="T58" fmla="*/ 64 w 684"/>
                <a:gd name="T59" fmla="*/ 351 h 905"/>
                <a:gd name="T60" fmla="*/ 60 w 684"/>
                <a:gd name="T61" fmla="*/ 330 h 905"/>
                <a:gd name="T62" fmla="*/ 51 w 684"/>
                <a:gd name="T63" fmla="*/ 321 h 905"/>
                <a:gd name="T64" fmla="*/ 42 w 684"/>
                <a:gd name="T65" fmla="*/ 330 h 905"/>
                <a:gd name="T66" fmla="*/ 46 w 684"/>
                <a:gd name="T67" fmla="*/ 351 h 905"/>
                <a:gd name="T68" fmla="*/ 28 w 684"/>
                <a:gd name="T69" fmla="*/ 349 h 905"/>
                <a:gd name="T70" fmla="*/ 17 w 684"/>
                <a:gd name="T71" fmla="*/ 412 h 905"/>
                <a:gd name="T72" fmla="*/ 62 w 684"/>
                <a:gd name="T73" fmla="*/ 416 h 905"/>
                <a:gd name="T74" fmla="*/ 131 w 684"/>
                <a:gd name="T75" fmla="*/ 398 h 905"/>
                <a:gd name="T76" fmla="*/ 152 w 684"/>
                <a:gd name="T77" fmla="*/ 359 h 905"/>
                <a:gd name="T78" fmla="*/ 176 w 684"/>
                <a:gd name="T79" fmla="*/ 257 h 905"/>
                <a:gd name="T80" fmla="*/ 176 w 684"/>
                <a:gd name="T81" fmla="*/ 387 h 905"/>
                <a:gd name="T82" fmla="*/ 176 w 684"/>
                <a:gd name="T83" fmla="*/ 463 h 905"/>
                <a:gd name="T84" fmla="*/ 176 w 684"/>
                <a:gd name="T85" fmla="*/ 855 h 905"/>
                <a:gd name="T86" fmla="*/ 226 w 684"/>
                <a:gd name="T87" fmla="*/ 905 h 905"/>
                <a:gd name="T88" fmla="*/ 276 w 684"/>
                <a:gd name="T89" fmla="*/ 855 h 905"/>
                <a:gd name="T90" fmla="*/ 276 w 684"/>
                <a:gd name="T91" fmla="*/ 496 h 905"/>
                <a:gd name="T92" fmla="*/ 292 w 684"/>
                <a:gd name="T93" fmla="*/ 496 h 905"/>
                <a:gd name="T94" fmla="*/ 292 w 684"/>
                <a:gd name="T95" fmla="*/ 855 h 905"/>
                <a:gd name="T96" fmla="*/ 342 w 684"/>
                <a:gd name="T97" fmla="*/ 905 h 905"/>
                <a:gd name="T98" fmla="*/ 392 w 684"/>
                <a:gd name="T99" fmla="*/ 855 h 905"/>
                <a:gd name="T100" fmla="*/ 392 w 684"/>
                <a:gd name="T101" fmla="*/ 463 h 9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84" h="905">
                  <a:moveTo>
                    <a:pt x="392" y="463"/>
                  </a:moveTo>
                  <a:cubicBezTo>
                    <a:pt x="392" y="387"/>
                    <a:pt x="392" y="387"/>
                    <a:pt x="392" y="387"/>
                  </a:cubicBezTo>
                  <a:cubicBezTo>
                    <a:pt x="392" y="255"/>
                    <a:pt x="392" y="255"/>
                    <a:pt x="392" y="255"/>
                  </a:cubicBezTo>
                  <a:cubicBezTo>
                    <a:pt x="412" y="292"/>
                    <a:pt x="426" y="367"/>
                    <a:pt x="418" y="508"/>
                  </a:cubicBezTo>
                  <a:cubicBezTo>
                    <a:pt x="417" y="525"/>
                    <a:pt x="430" y="540"/>
                    <a:pt x="448" y="541"/>
                  </a:cubicBezTo>
                  <a:cubicBezTo>
                    <a:pt x="448" y="541"/>
                    <a:pt x="448" y="541"/>
                    <a:pt x="448" y="542"/>
                  </a:cubicBezTo>
                  <a:cubicBezTo>
                    <a:pt x="448" y="815"/>
                    <a:pt x="448" y="815"/>
                    <a:pt x="448" y="815"/>
                  </a:cubicBezTo>
                  <a:cubicBezTo>
                    <a:pt x="428" y="820"/>
                    <a:pt x="408" y="827"/>
                    <a:pt x="422" y="838"/>
                  </a:cubicBezTo>
                  <a:cubicBezTo>
                    <a:pt x="445" y="858"/>
                    <a:pt x="402" y="894"/>
                    <a:pt x="459" y="898"/>
                  </a:cubicBezTo>
                  <a:cubicBezTo>
                    <a:pt x="516" y="903"/>
                    <a:pt x="612" y="901"/>
                    <a:pt x="648" y="892"/>
                  </a:cubicBezTo>
                  <a:cubicBezTo>
                    <a:pt x="684" y="883"/>
                    <a:pt x="671" y="849"/>
                    <a:pt x="616" y="851"/>
                  </a:cubicBezTo>
                  <a:cubicBezTo>
                    <a:pt x="561" y="852"/>
                    <a:pt x="564" y="834"/>
                    <a:pt x="575" y="823"/>
                  </a:cubicBezTo>
                  <a:cubicBezTo>
                    <a:pt x="587" y="812"/>
                    <a:pt x="566" y="814"/>
                    <a:pt x="546" y="808"/>
                  </a:cubicBezTo>
                  <a:cubicBezTo>
                    <a:pt x="525" y="802"/>
                    <a:pt x="508" y="797"/>
                    <a:pt x="488" y="805"/>
                  </a:cubicBezTo>
                  <a:cubicBezTo>
                    <a:pt x="483" y="807"/>
                    <a:pt x="476" y="808"/>
                    <a:pt x="468" y="810"/>
                  </a:cubicBezTo>
                  <a:cubicBezTo>
                    <a:pt x="468" y="535"/>
                    <a:pt x="468" y="535"/>
                    <a:pt x="468" y="535"/>
                  </a:cubicBezTo>
                  <a:cubicBezTo>
                    <a:pt x="476" y="530"/>
                    <a:pt x="480" y="521"/>
                    <a:pt x="481" y="511"/>
                  </a:cubicBezTo>
                  <a:cubicBezTo>
                    <a:pt x="486" y="416"/>
                    <a:pt x="484" y="339"/>
                    <a:pt x="468" y="282"/>
                  </a:cubicBezTo>
                  <a:cubicBezTo>
                    <a:pt x="468" y="0"/>
                    <a:pt x="468" y="0"/>
                    <a:pt x="468" y="0"/>
                  </a:cubicBezTo>
                  <a:cubicBezTo>
                    <a:pt x="448" y="0"/>
                    <a:pt x="448" y="0"/>
                    <a:pt x="448" y="0"/>
                  </a:cubicBezTo>
                  <a:cubicBezTo>
                    <a:pt x="448" y="225"/>
                    <a:pt x="448" y="225"/>
                    <a:pt x="448" y="225"/>
                  </a:cubicBezTo>
                  <a:cubicBezTo>
                    <a:pt x="440" y="208"/>
                    <a:pt x="430" y="195"/>
                    <a:pt x="419" y="184"/>
                  </a:cubicBezTo>
                  <a:cubicBezTo>
                    <a:pt x="396" y="163"/>
                    <a:pt x="375" y="160"/>
                    <a:pt x="363" y="159"/>
                  </a:cubicBezTo>
                  <a:cubicBezTo>
                    <a:pt x="363" y="159"/>
                    <a:pt x="362" y="160"/>
                    <a:pt x="362" y="160"/>
                  </a:cubicBezTo>
                  <a:cubicBezTo>
                    <a:pt x="207" y="160"/>
                    <a:pt x="207" y="160"/>
                    <a:pt x="207" y="160"/>
                  </a:cubicBezTo>
                  <a:cubicBezTo>
                    <a:pt x="206" y="160"/>
                    <a:pt x="205" y="159"/>
                    <a:pt x="204" y="160"/>
                  </a:cubicBezTo>
                  <a:cubicBezTo>
                    <a:pt x="193" y="160"/>
                    <a:pt x="175" y="163"/>
                    <a:pt x="157" y="179"/>
                  </a:cubicBezTo>
                  <a:cubicBezTo>
                    <a:pt x="121" y="208"/>
                    <a:pt x="98" y="265"/>
                    <a:pt x="89" y="349"/>
                  </a:cubicBezTo>
                  <a:cubicBezTo>
                    <a:pt x="84" y="350"/>
                    <a:pt x="75" y="351"/>
                    <a:pt x="64" y="351"/>
                  </a:cubicBezTo>
                  <a:cubicBezTo>
                    <a:pt x="64" y="351"/>
                    <a:pt x="64" y="351"/>
                    <a:pt x="64" y="351"/>
                  </a:cubicBezTo>
                  <a:cubicBezTo>
                    <a:pt x="60" y="330"/>
                    <a:pt x="60" y="330"/>
                    <a:pt x="60" y="330"/>
                  </a:cubicBezTo>
                  <a:cubicBezTo>
                    <a:pt x="60" y="325"/>
                    <a:pt x="56" y="321"/>
                    <a:pt x="51" y="321"/>
                  </a:cubicBezTo>
                  <a:cubicBezTo>
                    <a:pt x="46" y="321"/>
                    <a:pt x="42" y="325"/>
                    <a:pt x="42" y="330"/>
                  </a:cubicBezTo>
                  <a:cubicBezTo>
                    <a:pt x="46" y="351"/>
                    <a:pt x="46" y="351"/>
                    <a:pt x="46" y="351"/>
                  </a:cubicBezTo>
                  <a:cubicBezTo>
                    <a:pt x="40" y="350"/>
                    <a:pt x="34" y="349"/>
                    <a:pt x="28" y="349"/>
                  </a:cubicBezTo>
                  <a:cubicBezTo>
                    <a:pt x="11" y="345"/>
                    <a:pt x="0" y="408"/>
                    <a:pt x="17" y="412"/>
                  </a:cubicBezTo>
                  <a:cubicBezTo>
                    <a:pt x="26" y="413"/>
                    <a:pt x="43" y="416"/>
                    <a:pt x="62" y="416"/>
                  </a:cubicBezTo>
                  <a:cubicBezTo>
                    <a:pt x="86" y="416"/>
                    <a:pt x="112" y="412"/>
                    <a:pt x="131" y="398"/>
                  </a:cubicBezTo>
                  <a:cubicBezTo>
                    <a:pt x="143" y="388"/>
                    <a:pt x="151" y="375"/>
                    <a:pt x="152" y="359"/>
                  </a:cubicBezTo>
                  <a:cubicBezTo>
                    <a:pt x="157" y="310"/>
                    <a:pt x="168" y="277"/>
                    <a:pt x="176" y="257"/>
                  </a:cubicBezTo>
                  <a:cubicBezTo>
                    <a:pt x="176" y="387"/>
                    <a:pt x="176" y="387"/>
                    <a:pt x="176" y="387"/>
                  </a:cubicBezTo>
                  <a:cubicBezTo>
                    <a:pt x="176" y="463"/>
                    <a:pt x="176" y="463"/>
                    <a:pt x="176" y="463"/>
                  </a:cubicBezTo>
                  <a:cubicBezTo>
                    <a:pt x="176" y="855"/>
                    <a:pt x="176" y="855"/>
                    <a:pt x="176" y="855"/>
                  </a:cubicBezTo>
                  <a:cubicBezTo>
                    <a:pt x="176" y="882"/>
                    <a:pt x="199" y="905"/>
                    <a:pt x="226" y="905"/>
                  </a:cubicBezTo>
                  <a:cubicBezTo>
                    <a:pt x="253" y="905"/>
                    <a:pt x="276" y="882"/>
                    <a:pt x="276" y="855"/>
                  </a:cubicBezTo>
                  <a:cubicBezTo>
                    <a:pt x="276" y="496"/>
                    <a:pt x="276" y="496"/>
                    <a:pt x="276" y="496"/>
                  </a:cubicBezTo>
                  <a:cubicBezTo>
                    <a:pt x="292" y="496"/>
                    <a:pt x="292" y="496"/>
                    <a:pt x="292" y="496"/>
                  </a:cubicBezTo>
                  <a:cubicBezTo>
                    <a:pt x="292" y="855"/>
                    <a:pt x="292" y="855"/>
                    <a:pt x="292" y="855"/>
                  </a:cubicBezTo>
                  <a:cubicBezTo>
                    <a:pt x="292" y="882"/>
                    <a:pt x="315" y="905"/>
                    <a:pt x="342" y="905"/>
                  </a:cubicBezTo>
                  <a:cubicBezTo>
                    <a:pt x="369" y="905"/>
                    <a:pt x="392" y="882"/>
                    <a:pt x="392" y="855"/>
                  </a:cubicBezTo>
                  <a:lnTo>
                    <a:pt x="392" y="4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23"/>
            <p:cNvSpPr>
              <a:spLocks/>
            </p:cNvSpPr>
            <p:nvPr/>
          </p:nvSpPr>
          <p:spPr bwMode="auto">
            <a:xfrm>
              <a:off x="7345363" y="3575050"/>
              <a:ext cx="147638" cy="141288"/>
            </a:xfrm>
            <a:custGeom>
              <a:avLst/>
              <a:gdLst>
                <a:gd name="T0" fmla="*/ 45 w 92"/>
                <a:gd name="T1" fmla="*/ 0 h 88"/>
                <a:gd name="T2" fmla="*/ 0 w 92"/>
                <a:gd name="T3" fmla="*/ 42 h 88"/>
                <a:gd name="T4" fmla="*/ 0 w 92"/>
                <a:gd name="T5" fmla="*/ 43 h 88"/>
                <a:gd name="T6" fmla="*/ 45 w 92"/>
                <a:gd name="T7" fmla="*/ 88 h 88"/>
                <a:gd name="T8" fmla="*/ 47 w 92"/>
                <a:gd name="T9" fmla="*/ 88 h 88"/>
                <a:gd name="T10" fmla="*/ 92 w 92"/>
                <a:gd name="T11" fmla="*/ 43 h 88"/>
                <a:gd name="T12" fmla="*/ 92 w 92"/>
                <a:gd name="T13" fmla="*/ 42 h 88"/>
                <a:gd name="T14" fmla="*/ 47 w 92"/>
                <a:gd name="T15" fmla="*/ 0 h 88"/>
                <a:gd name="T16" fmla="*/ 45 w 92"/>
                <a:gd name="T17"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88">
                  <a:moveTo>
                    <a:pt x="45" y="0"/>
                  </a:moveTo>
                  <a:cubicBezTo>
                    <a:pt x="43" y="32"/>
                    <a:pt x="32" y="39"/>
                    <a:pt x="0" y="42"/>
                  </a:cubicBezTo>
                  <a:cubicBezTo>
                    <a:pt x="0" y="43"/>
                    <a:pt x="0" y="43"/>
                    <a:pt x="0" y="43"/>
                  </a:cubicBezTo>
                  <a:cubicBezTo>
                    <a:pt x="32" y="46"/>
                    <a:pt x="43" y="56"/>
                    <a:pt x="45" y="88"/>
                  </a:cubicBezTo>
                  <a:cubicBezTo>
                    <a:pt x="47" y="88"/>
                    <a:pt x="47" y="88"/>
                    <a:pt x="47" y="88"/>
                  </a:cubicBezTo>
                  <a:cubicBezTo>
                    <a:pt x="49" y="56"/>
                    <a:pt x="60" y="46"/>
                    <a:pt x="92" y="43"/>
                  </a:cubicBezTo>
                  <a:cubicBezTo>
                    <a:pt x="92" y="42"/>
                    <a:pt x="92" y="42"/>
                    <a:pt x="92" y="42"/>
                  </a:cubicBezTo>
                  <a:cubicBezTo>
                    <a:pt x="60" y="39"/>
                    <a:pt x="49" y="32"/>
                    <a:pt x="47" y="0"/>
                  </a:cubicBezTo>
                  <a:lnTo>
                    <a:pt x="4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24"/>
            <p:cNvSpPr>
              <a:spLocks/>
            </p:cNvSpPr>
            <p:nvPr/>
          </p:nvSpPr>
          <p:spPr bwMode="auto">
            <a:xfrm>
              <a:off x="7600950" y="3492500"/>
              <a:ext cx="122238" cy="120650"/>
            </a:xfrm>
            <a:custGeom>
              <a:avLst/>
              <a:gdLst>
                <a:gd name="T0" fmla="*/ 36 w 76"/>
                <a:gd name="T1" fmla="*/ 0 h 76"/>
                <a:gd name="T2" fmla="*/ 0 w 76"/>
                <a:gd name="T3" fmla="*/ 35 h 76"/>
                <a:gd name="T4" fmla="*/ 0 w 76"/>
                <a:gd name="T5" fmla="*/ 37 h 76"/>
                <a:gd name="T6" fmla="*/ 36 w 76"/>
                <a:gd name="T7" fmla="*/ 76 h 76"/>
                <a:gd name="T8" fmla="*/ 37 w 76"/>
                <a:gd name="T9" fmla="*/ 76 h 76"/>
                <a:gd name="T10" fmla="*/ 76 w 76"/>
                <a:gd name="T11" fmla="*/ 37 h 76"/>
                <a:gd name="T12" fmla="*/ 76 w 76"/>
                <a:gd name="T13" fmla="*/ 35 h 76"/>
                <a:gd name="T14" fmla="*/ 37 w 76"/>
                <a:gd name="T15" fmla="*/ 0 h 76"/>
                <a:gd name="T16" fmla="*/ 36 w 76"/>
                <a:gd name="T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76">
                  <a:moveTo>
                    <a:pt x="36" y="0"/>
                  </a:moveTo>
                  <a:cubicBezTo>
                    <a:pt x="34" y="28"/>
                    <a:pt x="24" y="33"/>
                    <a:pt x="0" y="35"/>
                  </a:cubicBezTo>
                  <a:cubicBezTo>
                    <a:pt x="0" y="37"/>
                    <a:pt x="0" y="37"/>
                    <a:pt x="0" y="37"/>
                  </a:cubicBezTo>
                  <a:cubicBezTo>
                    <a:pt x="24" y="39"/>
                    <a:pt x="34" y="48"/>
                    <a:pt x="36" y="76"/>
                  </a:cubicBezTo>
                  <a:cubicBezTo>
                    <a:pt x="37" y="76"/>
                    <a:pt x="37" y="76"/>
                    <a:pt x="37" y="76"/>
                  </a:cubicBezTo>
                  <a:cubicBezTo>
                    <a:pt x="40" y="48"/>
                    <a:pt x="48" y="39"/>
                    <a:pt x="76" y="37"/>
                  </a:cubicBezTo>
                  <a:cubicBezTo>
                    <a:pt x="76" y="35"/>
                    <a:pt x="76" y="35"/>
                    <a:pt x="76" y="35"/>
                  </a:cubicBezTo>
                  <a:cubicBezTo>
                    <a:pt x="48" y="33"/>
                    <a:pt x="40" y="28"/>
                    <a:pt x="37" y="0"/>
                  </a:cubicBezTo>
                  <a:lnTo>
                    <a:pt x="3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5"/>
            <p:cNvSpPr>
              <a:spLocks/>
            </p:cNvSpPr>
            <p:nvPr/>
          </p:nvSpPr>
          <p:spPr bwMode="auto">
            <a:xfrm>
              <a:off x="7385050" y="3906838"/>
              <a:ext cx="120650" cy="122238"/>
            </a:xfrm>
            <a:custGeom>
              <a:avLst/>
              <a:gdLst>
                <a:gd name="T0" fmla="*/ 0 w 76"/>
                <a:gd name="T1" fmla="*/ 35 h 76"/>
                <a:gd name="T2" fmla="*/ 0 w 76"/>
                <a:gd name="T3" fmla="*/ 37 h 76"/>
                <a:gd name="T4" fmla="*/ 38 w 76"/>
                <a:gd name="T5" fmla="*/ 76 h 76"/>
                <a:gd name="T6" fmla="*/ 39 w 76"/>
                <a:gd name="T7" fmla="*/ 76 h 76"/>
                <a:gd name="T8" fmla="*/ 76 w 76"/>
                <a:gd name="T9" fmla="*/ 37 h 76"/>
                <a:gd name="T10" fmla="*/ 76 w 76"/>
                <a:gd name="T11" fmla="*/ 35 h 76"/>
                <a:gd name="T12" fmla="*/ 39 w 76"/>
                <a:gd name="T13" fmla="*/ 0 h 76"/>
                <a:gd name="T14" fmla="*/ 38 w 76"/>
                <a:gd name="T15" fmla="*/ 0 h 76"/>
                <a:gd name="T16" fmla="*/ 0 w 76"/>
                <a:gd name="T17" fmla="*/ 35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76">
                  <a:moveTo>
                    <a:pt x="0" y="35"/>
                  </a:moveTo>
                  <a:cubicBezTo>
                    <a:pt x="0" y="37"/>
                    <a:pt x="0" y="37"/>
                    <a:pt x="0" y="37"/>
                  </a:cubicBezTo>
                  <a:cubicBezTo>
                    <a:pt x="28" y="39"/>
                    <a:pt x="36" y="48"/>
                    <a:pt x="38" y="76"/>
                  </a:cubicBezTo>
                  <a:cubicBezTo>
                    <a:pt x="39" y="76"/>
                    <a:pt x="39" y="76"/>
                    <a:pt x="39" y="76"/>
                  </a:cubicBezTo>
                  <a:cubicBezTo>
                    <a:pt x="41" y="48"/>
                    <a:pt x="48" y="39"/>
                    <a:pt x="76" y="37"/>
                  </a:cubicBezTo>
                  <a:cubicBezTo>
                    <a:pt x="76" y="35"/>
                    <a:pt x="76" y="35"/>
                    <a:pt x="76" y="35"/>
                  </a:cubicBezTo>
                  <a:cubicBezTo>
                    <a:pt x="48" y="33"/>
                    <a:pt x="41" y="28"/>
                    <a:pt x="39" y="0"/>
                  </a:cubicBezTo>
                  <a:cubicBezTo>
                    <a:pt x="38" y="0"/>
                    <a:pt x="38" y="0"/>
                    <a:pt x="38" y="0"/>
                  </a:cubicBezTo>
                  <a:cubicBezTo>
                    <a:pt x="36" y="28"/>
                    <a:pt x="28" y="33"/>
                    <a:pt x="0"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26"/>
            <p:cNvSpPr>
              <a:spLocks/>
            </p:cNvSpPr>
            <p:nvPr/>
          </p:nvSpPr>
          <p:spPr bwMode="auto">
            <a:xfrm>
              <a:off x="7518400" y="3684588"/>
              <a:ext cx="166688" cy="158750"/>
            </a:xfrm>
            <a:custGeom>
              <a:avLst/>
              <a:gdLst>
                <a:gd name="T0" fmla="*/ 0 w 104"/>
                <a:gd name="T1" fmla="*/ 48 h 100"/>
                <a:gd name="T2" fmla="*/ 0 w 104"/>
                <a:gd name="T3" fmla="*/ 49 h 100"/>
                <a:gd name="T4" fmla="*/ 51 w 104"/>
                <a:gd name="T5" fmla="*/ 100 h 100"/>
                <a:gd name="T6" fmla="*/ 53 w 104"/>
                <a:gd name="T7" fmla="*/ 100 h 100"/>
                <a:gd name="T8" fmla="*/ 104 w 104"/>
                <a:gd name="T9" fmla="*/ 49 h 100"/>
                <a:gd name="T10" fmla="*/ 104 w 104"/>
                <a:gd name="T11" fmla="*/ 48 h 100"/>
                <a:gd name="T12" fmla="*/ 53 w 104"/>
                <a:gd name="T13" fmla="*/ 0 h 100"/>
                <a:gd name="T14" fmla="*/ 51 w 104"/>
                <a:gd name="T15" fmla="*/ 0 h 100"/>
                <a:gd name="T16" fmla="*/ 0 w 104"/>
                <a:gd name="T17" fmla="*/ 48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100">
                  <a:moveTo>
                    <a:pt x="0" y="48"/>
                  </a:moveTo>
                  <a:cubicBezTo>
                    <a:pt x="0" y="49"/>
                    <a:pt x="0" y="49"/>
                    <a:pt x="0" y="49"/>
                  </a:cubicBezTo>
                  <a:cubicBezTo>
                    <a:pt x="36" y="52"/>
                    <a:pt x="48" y="64"/>
                    <a:pt x="51" y="100"/>
                  </a:cubicBezTo>
                  <a:cubicBezTo>
                    <a:pt x="53" y="100"/>
                    <a:pt x="53" y="100"/>
                    <a:pt x="53" y="100"/>
                  </a:cubicBezTo>
                  <a:cubicBezTo>
                    <a:pt x="56" y="64"/>
                    <a:pt x="68" y="52"/>
                    <a:pt x="104" y="49"/>
                  </a:cubicBezTo>
                  <a:cubicBezTo>
                    <a:pt x="104" y="48"/>
                    <a:pt x="104" y="48"/>
                    <a:pt x="104" y="48"/>
                  </a:cubicBezTo>
                  <a:cubicBezTo>
                    <a:pt x="68" y="44"/>
                    <a:pt x="56" y="36"/>
                    <a:pt x="53" y="0"/>
                  </a:cubicBezTo>
                  <a:cubicBezTo>
                    <a:pt x="51" y="0"/>
                    <a:pt x="51" y="0"/>
                    <a:pt x="51" y="0"/>
                  </a:cubicBezTo>
                  <a:cubicBezTo>
                    <a:pt x="48" y="36"/>
                    <a:pt x="36" y="44"/>
                    <a:pt x="0"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6" name="组合 25"/>
          <p:cNvGrpSpPr/>
          <p:nvPr/>
        </p:nvGrpSpPr>
        <p:grpSpPr>
          <a:xfrm>
            <a:off x="8439150" y="2954338"/>
            <a:ext cx="1800226" cy="1535113"/>
            <a:chOff x="8439150" y="2954338"/>
            <a:chExt cx="1800226" cy="1535113"/>
          </a:xfrm>
          <a:solidFill>
            <a:schemeClr val="tx1">
              <a:lumMod val="65000"/>
              <a:lumOff val="35000"/>
            </a:schemeClr>
          </a:solidFill>
        </p:grpSpPr>
        <p:sp>
          <p:nvSpPr>
            <p:cNvPr id="27" name="Freeform 27"/>
            <p:cNvSpPr>
              <a:spLocks/>
            </p:cNvSpPr>
            <p:nvPr/>
          </p:nvSpPr>
          <p:spPr bwMode="auto">
            <a:xfrm>
              <a:off x="8439150" y="3786188"/>
              <a:ext cx="323850" cy="76200"/>
            </a:xfrm>
            <a:custGeom>
              <a:avLst/>
              <a:gdLst>
                <a:gd name="T0" fmla="*/ 203 w 203"/>
                <a:gd name="T1" fmla="*/ 0 h 48"/>
                <a:gd name="T2" fmla="*/ 24 w 203"/>
                <a:gd name="T3" fmla="*/ 0 h 48"/>
                <a:gd name="T4" fmla="*/ 0 w 203"/>
                <a:gd name="T5" fmla="*/ 24 h 48"/>
                <a:gd name="T6" fmla="*/ 24 w 203"/>
                <a:gd name="T7" fmla="*/ 48 h 48"/>
                <a:gd name="T8" fmla="*/ 53 w 203"/>
                <a:gd name="T9" fmla="*/ 48 h 48"/>
                <a:gd name="T10" fmla="*/ 203 w 203"/>
                <a:gd name="T11" fmla="*/ 48 h 48"/>
                <a:gd name="T12" fmla="*/ 203 w 203"/>
                <a:gd name="T13" fmla="*/ 0 h 48"/>
              </a:gdLst>
              <a:ahLst/>
              <a:cxnLst>
                <a:cxn ang="0">
                  <a:pos x="T0" y="T1"/>
                </a:cxn>
                <a:cxn ang="0">
                  <a:pos x="T2" y="T3"/>
                </a:cxn>
                <a:cxn ang="0">
                  <a:pos x="T4" y="T5"/>
                </a:cxn>
                <a:cxn ang="0">
                  <a:pos x="T6" y="T7"/>
                </a:cxn>
                <a:cxn ang="0">
                  <a:pos x="T8" y="T9"/>
                </a:cxn>
                <a:cxn ang="0">
                  <a:pos x="T10" y="T11"/>
                </a:cxn>
                <a:cxn ang="0">
                  <a:pos x="T12" y="T13"/>
                </a:cxn>
              </a:cxnLst>
              <a:rect l="0" t="0" r="r" b="b"/>
              <a:pathLst>
                <a:path w="203" h="48">
                  <a:moveTo>
                    <a:pt x="203" y="0"/>
                  </a:moveTo>
                  <a:cubicBezTo>
                    <a:pt x="24" y="0"/>
                    <a:pt x="24" y="0"/>
                    <a:pt x="24" y="0"/>
                  </a:cubicBezTo>
                  <a:cubicBezTo>
                    <a:pt x="10" y="0"/>
                    <a:pt x="0" y="11"/>
                    <a:pt x="0" y="24"/>
                  </a:cubicBezTo>
                  <a:cubicBezTo>
                    <a:pt x="0" y="37"/>
                    <a:pt x="10" y="48"/>
                    <a:pt x="24" y="48"/>
                  </a:cubicBezTo>
                  <a:cubicBezTo>
                    <a:pt x="53" y="48"/>
                    <a:pt x="53" y="48"/>
                    <a:pt x="53" y="48"/>
                  </a:cubicBezTo>
                  <a:cubicBezTo>
                    <a:pt x="203" y="48"/>
                    <a:pt x="203" y="48"/>
                    <a:pt x="203" y="48"/>
                  </a:cubicBezTo>
                  <a:lnTo>
                    <a:pt x="20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28"/>
            <p:cNvSpPr>
              <a:spLocks/>
            </p:cNvSpPr>
            <p:nvPr/>
          </p:nvSpPr>
          <p:spPr bwMode="auto">
            <a:xfrm>
              <a:off x="9158288" y="3887788"/>
              <a:ext cx="976313" cy="585788"/>
            </a:xfrm>
            <a:custGeom>
              <a:avLst/>
              <a:gdLst>
                <a:gd name="T0" fmla="*/ 0 w 611"/>
                <a:gd name="T1" fmla="*/ 304 h 367"/>
                <a:gd name="T2" fmla="*/ 443 w 611"/>
                <a:gd name="T3" fmla="*/ 304 h 367"/>
                <a:gd name="T4" fmla="*/ 454 w 611"/>
                <a:gd name="T5" fmla="*/ 304 h 367"/>
                <a:gd name="T6" fmla="*/ 509 w 611"/>
                <a:gd name="T7" fmla="*/ 359 h 367"/>
                <a:gd name="T8" fmla="*/ 539 w 611"/>
                <a:gd name="T9" fmla="*/ 359 h 367"/>
                <a:gd name="T10" fmla="*/ 539 w 611"/>
                <a:gd name="T11" fmla="*/ 329 h 367"/>
                <a:gd name="T12" fmla="*/ 493 w 611"/>
                <a:gd name="T13" fmla="*/ 283 h 367"/>
                <a:gd name="T14" fmla="*/ 611 w 611"/>
                <a:gd name="T15" fmla="*/ 0 h 367"/>
                <a:gd name="T16" fmla="*/ 336 w 611"/>
                <a:gd name="T17" fmla="*/ 0 h 367"/>
                <a:gd name="T18" fmla="*/ 0 w 611"/>
                <a:gd name="T19" fmla="*/ 0 h 367"/>
                <a:gd name="T20" fmla="*/ 0 w 611"/>
                <a:gd name="T21" fmla="*/ 30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1" h="367">
                  <a:moveTo>
                    <a:pt x="0" y="304"/>
                  </a:moveTo>
                  <a:cubicBezTo>
                    <a:pt x="176" y="304"/>
                    <a:pt x="397" y="304"/>
                    <a:pt x="443" y="304"/>
                  </a:cubicBezTo>
                  <a:cubicBezTo>
                    <a:pt x="447" y="304"/>
                    <a:pt x="451" y="304"/>
                    <a:pt x="454" y="304"/>
                  </a:cubicBezTo>
                  <a:cubicBezTo>
                    <a:pt x="509" y="359"/>
                    <a:pt x="509" y="359"/>
                    <a:pt x="509" y="359"/>
                  </a:cubicBezTo>
                  <a:cubicBezTo>
                    <a:pt x="517" y="367"/>
                    <a:pt x="530" y="367"/>
                    <a:pt x="539" y="359"/>
                  </a:cubicBezTo>
                  <a:cubicBezTo>
                    <a:pt x="547" y="351"/>
                    <a:pt x="547" y="338"/>
                    <a:pt x="539" y="329"/>
                  </a:cubicBezTo>
                  <a:cubicBezTo>
                    <a:pt x="493" y="283"/>
                    <a:pt x="493" y="283"/>
                    <a:pt x="493" y="283"/>
                  </a:cubicBezTo>
                  <a:cubicBezTo>
                    <a:pt x="570" y="214"/>
                    <a:pt x="611" y="0"/>
                    <a:pt x="611" y="0"/>
                  </a:cubicBezTo>
                  <a:cubicBezTo>
                    <a:pt x="336" y="0"/>
                    <a:pt x="336" y="0"/>
                    <a:pt x="336" y="0"/>
                  </a:cubicBezTo>
                  <a:cubicBezTo>
                    <a:pt x="0" y="0"/>
                    <a:pt x="0" y="0"/>
                    <a:pt x="0" y="0"/>
                  </a:cubicBezTo>
                  <a:lnTo>
                    <a:pt x="0" y="3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29"/>
            <p:cNvSpPr>
              <a:spLocks/>
            </p:cNvSpPr>
            <p:nvPr/>
          </p:nvSpPr>
          <p:spPr bwMode="auto">
            <a:xfrm>
              <a:off x="8542338" y="3887788"/>
              <a:ext cx="220663" cy="585788"/>
            </a:xfrm>
            <a:custGeom>
              <a:avLst/>
              <a:gdLst>
                <a:gd name="T0" fmla="*/ 138 w 138"/>
                <a:gd name="T1" fmla="*/ 0 h 367"/>
                <a:gd name="T2" fmla="*/ 0 w 138"/>
                <a:gd name="T3" fmla="*/ 0 h 367"/>
                <a:gd name="T4" fmla="*/ 6 w 138"/>
                <a:gd name="T5" fmla="*/ 27 h 367"/>
                <a:gd name="T6" fmla="*/ 119 w 138"/>
                <a:gd name="T7" fmla="*/ 283 h 367"/>
                <a:gd name="T8" fmla="*/ 73 w 138"/>
                <a:gd name="T9" fmla="*/ 329 h 367"/>
                <a:gd name="T10" fmla="*/ 73 w 138"/>
                <a:gd name="T11" fmla="*/ 359 h 367"/>
                <a:gd name="T12" fmla="*/ 102 w 138"/>
                <a:gd name="T13" fmla="*/ 359 h 367"/>
                <a:gd name="T14" fmla="*/ 138 w 138"/>
                <a:gd name="T15" fmla="*/ 322 h 367"/>
                <a:gd name="T16" fmla="*/ 138 w 138"/>
                <a:gd name="T17" fmla="*/ 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8" h="367">
                  <a:moveTo>
                    <a:pt x="138" y="0"/>
                  </a:moveTo>
                  <a:cubicBezTo>
                    <a:pt x="0" y="0"/>
                    <a:pt x="0" y="0"/>
                    <a:pt x="0" y="0"/>
                  </a:cubicBezTo>
                  <a:cubicBezTo>
                    <a:pt x="0" y="0"/>
                    <a:pt x="2" y="10"/>
                    <a:pt x="6" y="27"/>
                  </a:cubicBezTo>
                  <a:cubicBezTo>
                    <a:pt x="19" y="86"/>
                    <a:pt x="58" y="229"/>
                    <a:pt x="119" y="283"/>
                  </a:cubicBezTo>
                  <a:cubicBezTo>
                    <a:pt x="73" y="329"/>
                    <a:pt x="73" y="329"/>
                    <a:pt x="73" y="329"/>
                  </a:cubicBezTo>
                  <a:cubicBezTo>
                    <a:pt x="65" y="337"/>
                    <a:pt x="65" y="351"/>
                    <a:pt x="73" y="359"/>
                  </a:cubicBezTo>
                  <a:cubicBezTo>
                    <a:pt x="81" y="367"/>
                    <a:pt x="93" y="367"/>
                    <a:pt x="102" y="359"/>
                  </a:cubicBezTo>
                  <a:cubicBezTo>
                    <a:pt x="138" y="322"/>
                    <a:pt x="138" y="322"/>
                    <a:pt x="138" y="322"/>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30"/>
            <p:cNvSpPr>
              <a:spLocks/>
            </p:cNvSpPr>
            <p:nvPr/>
          </p:nvSpPr>
          <p:spPr bwMode="auto">
            <a:xfrm>
              <a:off x="9158288" y="3487738"/>
              <a:ext cx="1081088" cy="374650"/>
            </a:xfrm>
            <a:custGeom>
              <a:avLst/>
              <a:gdLst>
                <a:gd name="T0" fmla="*/ 451 w 677"/>
                <a:gd name="T1" fmla="*/ 83 h 235"/>
                <a:gd name="T2" fmla="*/ 475 w 677"/>
                <a:gd name="T3" fmla="*/ 83 h 235"/>
                <a:gd name="T4" fmla="*/ 534 w 677"/>
                <a:gd name="T5" fmla="*/ 24 h 235"/>
                <a:gd name="T6" fmla="*/ 592 w 677"/>
                <a:gd name="T7" fmla="*/ 82 h 235"/>
                <a:gd name="T8" fmla="*/ 592 w 677"/>
                <a:gd name="T9" fmla="*/ 139 h 235"/>
                <a:gd name="T10" fmla="*/ 572 w 677"/>
                <a:gd name="T11" fmla="*/ 139 h 235"/>
                <a:gd name="T12" fmla="*/ 572 w 677"/>
                <a:gd name="T13" fmla="*/ 123 h 235"/>
                <a:gd name="T14" fmla="*/ 556 w 677"/>
                <a:gd name="T15" fmla="*/ 123 h 235"/>
                <a:gd name="T16" fmla="*/ 556 w 677"/>
                <a:gd name="T17" fmla="*/ 171 h 235"/>
                <a:gd name="T18" fmla="*/ 572 w 677"/>
                <a:gd name="T19" fmla="*/ 171 h 235"/>
                <a:gd name="T20" fmla="*/ 572 w 677"/>
                <a:gd name="T21" fmla="*/ 155 h 235"/>
                <a:gd name="T22" fmla="*/ 592 w 677"/>
                <a:gd name="T23" fmla="*/ 155 h 235"/>
                <a:gd name="T24" fmla="*/ 592 w 677"/>
                <a:gd name="T25" fmla="*/ 187 h 235"/>
                <a:gd name="T26" fmla="*/ 0 w 677"/>
                <a:gd name="T27" fmla="*/ 187 h 235"/>
                <a:gd name="T28" fmla="*/ 0 w 677"/>
                <a:gd name="T29" fmla="*/ 235 h 235"/>
                <a:gd name="T30" fmla="*/ 336 w 677"/>
                <a:gd name="T31" fmla="*/ 235 h 235"/>
                <a:gd name="T32" fmla="*/ 653 w 677"/>
                <a:gd name="T33" fmla="*/ 235 h 235"/>
                <a:gd name="T34" fmla="*/ 677 w 677"/>
                <a:gd name="T35" fmla="*/ 211 h 235"/>
                <a:gd name="T36" fmla="*/ 653 w 677"/>
                <a:gd name="T37" fmla="*/ 187 h 235"/>
                <a:gd name="T38" fmla="*/ 616 w 677"/>
                <a:gd name="T39" fmla="*/ 187 h 235"/>
                <a:gd name="T40" fmla="*/ 616 w 677"/>
                <a:gd name="T41" fmla="*/ 82 h 235"/>
                <a:gd name="T42" fmla="*/ 534 w 677"/>
                <a:gd name="T43" fmla="*/ 0 h 235"/>
                <a:gd name="T44" fmla="*/ 451 w 677"/>
                <a:gd name="T45" fmla="*/ 83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77" h="235">
                  <a:moveTo>
                    <a:pt x="451" y="83"/>
                  </a:moveTo>
                  <a:cubicBezTo>
                    <a:pt x="475" y="83"/>
                    <a:pt x="475" y="83"/>
                    <a:pt x="475" y="83"/>
                  </a:cubicBezTo>
                  <a:cubicBezTo>
                    <a:pt x="475" y="51"/>
                    <a:pt x="501" y="24"/>
                    <a:pt x="534" y="24"/>
                  </a:cubicBezTo>
                  <a:cubicBezTo>
                    <a:pt x="566" y="24"/>
                    <a:pt x="592" y="50"/>
                    <a:pt x="592" y="82"/>
                  </a:cubicBezTo>
                  <a:cubicBezTo>
                    <a:pt x="592" y="139"/>
                    <a:pt x="592" y="139"/>
                    <a:pt x="592" y="139"/>
                  </a:cubicBezTo>
                  <a:cubicBezTo>
                    <a:pt x="572" y="139"/>
                    <a:pt x="572" y="139"/>
                    <a:pt x="572" y="139"/>
                  </a:cubicBezTo>
                  <a:cubicBezTo>
                    <a:pt x="572" y="123"/>
                    <a:pt x="572" y="123"/>
                    <a:pt x="572" y="123"/>
                  </a:cubicBezTo>
                  <a:cubicBezTo>
                    <a:pt x="556" y="123"/>
                    <a:pt x="556" y="123"/>
                    <a:pt x="556" y="123"/>
                  </a:cubicBezTo>
                  <a:cubicBezTo>
                    <a:pt x="556" y="171"/>
                    <a:pt x="556" y="171"/>
                    <a:pt x="556" y="171"/>
                  </a:cubicBezTo>
                  <a:cubicBezTo>
                    <a:pt x="572" y="171"/>
                    <a:pt x="572" y="171"/>
                    <a:pt x="572" y="171"/>
                  </a:cubicBezTo>
                  <a:cubicBezTo>
                    <a:pt x="572" y="155"/>
                    <a:pt x="572" y="155"/>
                    <a:pt x="572" y="155"/>
                  </a:cubicBezTo>
                  <a:cubicBezTo>
                    <a:pt x="592" y="155"/>
                    <a:pt x="592" y="155"/>
                    <a:pt x="592" y="155"/>
                  </a:cubicBezTo>
                  <a:cubicBezTo>
                    <a:pt x="592" y="187"/>
                    <a:pt x="592" y="187"/>
                    <a:pt x="592" y="187"/>
                  </a:cubicBezTo>
                  <a:cubicBezTo>
                    <a:pt x="0" y="187"/>
                    <a:pt x="0" y="187"/>
                    <a:pt x="0" y="187"/>
                  </a:cubicBezTo>
                  <a:cubicBezTo>
                    <a:pt x="0" y="235"/>
                    <a:pt x="0" y="235"/>
                    <a:pt x="0" y="235"/>
                  </a:cubicBezTo>
                  <a:cubicBezTo>
                    <a:pt x="336" y="235"/>
                    <a:pt x="336" y="235"/>
                    <a:pt x="336" y="235"/>
                  </a:cubicBezTo>
                  <a:cubicBezTo>
                    <a:pt x="653" y="235"/>
                    <a:pt x="653" y="235"/>
                    <a:pt x="653" y="235"/>
                  </a:cubicBezTo>
                  <a:cubicBezTo>
                    <a:pt x="666" y="235"/>
                    <a:pt x="677" y="224"/>
                    <a:pt x="677" y="211"/>
                  </a:cubicBezTo>
                  <a:cubicBezTo>
                    <a:pt x="677" y="198"/>
                    <a:pt x="666" y="187"/>
                    <a:pt x="653" y="187"/>
                  </a:cubicBezTo>
                  <a:cubicBezTo>
                    <a:pt x="616" y="187"/>
                    <a:pt x="616" y="187"/>
                    <a:pt x="616" y="187"/>
                  </a:cubicBezTo>
                  <a:cubicBezTo>
                    <a:pt x="616" y="82"/>
                    <a:pt x="616" y="82"/>
                    <a:pt x="616" y="82"/>
                  </a:cubicBezTo>
                  <a:cubicBezTo>
                    <a:pt x="616" y="37"/>
                    <a:pt x="579" y="0"/>
                    <a:pt x="534" y="0"/>
                  </a:cubicBezTo>
                  <a:cubicBezTo>
                    <a:pt x="488" y="0"/>
                    <a:pt x="451" y="39"/>
                    <a:pt x="451"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31"/>
            <p:cNvSpPr>
              <a:spLocks noEditPoints="1"/>
            </p:cNvSpPr>
            <p:nvPr/>
          </p:nvSpPr>
          <p:spPr bwMode="auto">
            <a:xfrm>
              <a:off x="8818563" y="2974975"/>
              <a:ext cx="287338" cy="287338"/>
            </a:xfrm>
            <a:custGeom>
              <a:avLst/>
              <a:gdLst>
                <a:gd name="T0" fmla="*/ 180 w 180"/>
                <a:gd name="T1" fmla="*/ 90 h 180"/>
                <a:gd name="T2" fmla="*/ 90 w 180"/>
                <a:gd name="T3" fmla="*/ 0 h 180"/>
                <a:gd name="T4" fmla="*/ 0 w 180"/>
                <a:gd name="T5" fmla="*/ 90 h 180"/>
                <a:gd name="T6" fmla="*/ 90 w 180"/>
                <a:gd name="T7" fmla="*/ 180 h 180"/>
                <a:gd name="T8" fmla="*/ 180 w 180"/>
                <a:gd name="T9" fmla="*/ 90 h 180"/>
                <a:gd name="T10" fmla="*/ 34 w 180"/>
                <a:gd name="T11" fmla="*/ 124 h 180"/>
                <a:gd name="T12" fmla="*/ 146 w 180"/>
                <a:gd name="T13" fmla="*/ 124 h 180"/>
                <a:gd name="T14" fmla="*/ 90 w 180"/>
                <a:gd name="T15" fmla="*/ 155 h 180"/>
                <a:gd name="T16" fmla="*/ 34 w 180"/>
                <a:gd name="T17" fmla="*/ 124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0" h="180">
                  <a:moveTo>
                    <a:pt x="180" y="90"/>
                  </a:moveTo>
                  <a:cubicBezTo>
                    <a:pt x="180" y="40"/>
                    <a:pt x="140" y="0"/>
                    <a:pt x="90" y="0"/>
                  </a:cubicBezTo>
                  <a:cubicBezTo>
                    <a:pt x="41" y="0"/>
                    <a:pt x="0" y="40"/>
                    <a:pt x="0" y="90"/>
                  </a:cubicBezTo>
                  <a:cubicBezTo>
                    <a:pt x="0" y="140"/>
                    <a:pt x="41" y="180"/>
                    <a:pt x="90" y="180"/>
                  </a:cubicBezTo>
                  <a:cubicBezTo>
                    <a:pt x="140" y="180"/>
                    <a:pt x="180" y="140"/>
                    <a:pt x="180" y="90"/>
                  </a:cubicBezTo>
                  <a:close/>
                  <a:moveTo>
                    <a:pt x="34" y="124"/>
                  </a:moveTo>
                  <a:cubicBezTo>
                    <a:pt x="146" y="124"/>
                    <a:pt x="146" y="124"/>
                    <a:pt x="146" y="124"/>
                  </a:cubicBezTo>
                  <a:cubicBezTo>
                    <a:pt x="135" y="144"/>
                    <a:pt x="114" y="155"/>
                    <a:pt x="90" y="155"/>
                  </a:cubicBezTo>
                  <a:cubicBezTo>
                    <a:pt x="67" y="155"/>
                    <a:pt x="46" y="144"/>
                    <a:pt x="34" y="1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32"/>
            <p:cNvSpPr>
              <a:spLocks/>
            </p:cNvSpPr>
            <p:nvPr/>
          </p:nvSpPr>
          <p:spPr bwMode="auto">
            <a:xfrm>
              <a:off x="8580438" y="3144838"/>
              <a:ext cx="836613" cy="1344613"/>
            </a:xfrm>
            <a:custGeom>
              <a:avLst/>
              <a:gdLst>
                <a:gd name="T0" fmla="*/ 347 w 525"/>
                <a:gd name="T1" fmla="*/ 401 h 843"/>
                <a:gd name="T2" fmla="*/ 347 w 525"/>
                <a:gd name="T3" fmla="*/ 325 h 843"/>
                <a:gd name="T4" fmla="*/ 347 w 525"/>
                <a:gd name="T5" fmla="*/ 193 h 843"/>
                <a:gd name="T6" fmla="*/ 372 w 525"/>
                <a:gd name="T7" fmla="*/ 297 h 843"/>
                <a:gd name="T8" fmla="*/ 395 w 525"/>
                <a:gd name="T9" fmla="*/ 336 h 843"/>
                <a:gd name="T10" fmla="*/ 463 w 525"/>
                <a:gd name="T11" fmla="*/ 353 h 843"/>
                <a:gd name="T12" fmla="*/ 508 w 525"/>
                <a:gd name="T13" fmla="*/ 350 h 843"/>
                <a:gd name="T14" fmla="*/ 497 w 525"/>
                <a:gd name="T15" fmla="*/ 286 h 843"/>
                <a:gd name="T16" fmla="*/ 480 w 525"/>
                <a:gd name="T17" fmla="*/ 289 h 843"/>
                <a:gd name="T18" fmla="*/ 483 w 525"/>
                <a:gd name="T19" fmla="*/ 268 h 843"/>
                <a:gd name="T20" fmla="*/ 475 w 525"/>
                <a:gd name="T21" fmla="*/ 259 h 843"/>
                <a:gd name="T22" fmla="*/ 465 w 525"/>
                <a:gd name="T23" fmla="*/ 268 h 843"/>
                <a:gd name="T24" fmla="*/ 461 w 525"/>
                <a:gd name="T25" fmla="*/ 289 h 843"/>
                <a:gd name="T26" fmla="*/ 462 w 525"/>
                <a:gd name="T27" fmla="*/ 289 h 843"/>
                <a:gd name="T28" fmla="*/ 436 w 525"/>
                <a:gd name="T29" fmla="*/ 286 h 843"/>
                <a:gd name="T30" fmla="*/ 369 w 525"/>
                <a:gd name="T31" fmla="*/ 116 h 843"/>
                <a:gd name="T32" fmla="*/ 319 w 525"/>
                <a:gd name="T33" fmla="*/ 97 h 843"/>
                <a:gd name="T34" fmla="*/ 318 w 525"/>
                <a:gd name="T35" fmla="*/ 98 h 843"/>
                <a:gd name="T36" fmla="*/ 163 w 525"/>
                <a:gd name="T37" fmla="*/ 98 h 843"/>
                <a:gd name="T38" fmla="*/ 162 w 525"/>
                <a:gd name="T39" fmla="*/ 97 h 843"/>
                <a:gd name="T40" fmla="*/ 161 w 525"/>
                <a:gd name="T41" fmla="*/ 97 h 843"/>
                <a:gd name="T42" fmla="*/ 127 w 525"/>
                <a:gd name="T43" fmla="*/ 100 h 843"/>
                <a:gd name="T44" fmla="*/ 71 w 525"/>
                <a:gd name="T45" fmla="*/ 98 h 843"/>
                <a:gd name="T46" fmla="*/ 82 w 525"/>
                <a:gd name="T47" fmla="*/ 16 h 843"/>
                <a:gd name="T48" fmla="*/ 84 w 525"/>
                <a:gd name="T49" fmla="*/ 0 h 843"/>
                <a:gd name="T50" fmla="*/ 58 w 525"/>
                <a:gd name="T51" fmla="*/ 33 h 843"/>
                <a:gd name="T52" fmla="*/ 19 w 525"/>
                <a:gd name="T53" fmla="*/ 51 h 843"/>
                <a:gd name="T54" fmla="*/ 7 w 525"/>
                <a:gd name="T55" fmla="*/ 50 h 843"/>
                <a:gd name="T56" fmla="*/ 21 w 525"/>
                <a:gd name="T57" fmla="*/ 138 h 843"/>
                <a:gd name="T58" fmla="*/ 92 w 525"/>
                <a:gd name="T59" fmla="*/ 166 h 843"/>
                <a:gd name="T60" fmla="*/ 131 w 525"/>
                <a:gd name="T61" fmla="*/ 163 h 843"/>
                <a:gd name="T62" fmla="*/ 131 w 525"/>
                <a:gd name="T63" fmla="*/ 325 h 843"/>
                <a:gd name="T64" fmla="*/ 131 w 525"/>
                <a:gd name="T65" fmla="*/ 401 h 843"/>
                <a:gd name="T66" fmla="*/ 131 w 525"/>
                <a:gd name="T67" fmla="*/ 793 h 843"/>
                <a:gd name="T68" fmla="*/ 181 w 525"/>
                <a:gd name="T69" fmla="*/ 843 h 843"/>
                <a:gd name="T70" fmla="*/ 231 w 525"/>
                <a:gd name="T71" fmla="*/ 793 h 843"/>
                <a:gd name="T72" fmla="*/ 231 w 525"/>
                <a:gd name="T73" fmla="*/ 434 h 843"/>
                <a:gd name="T74" fmla="*/ 251 w 525"/>
                <a:gd name="T75" fmla="*/ 434 h 843"/>
                <a:gd name="T76" fmla="*/ 251 w 525"/>
                <a:gd name="T77" fmla="*/ 793 h 843"/>
                <a:gd name="T78" fmla="*/ 299 w 525"/>
                <a:gd name="T79" fmla="*/ 843 h 843"/>
                <a:gd name="T80" fmla="*/ 347 w 525"/>
                <a:gd name="T81" fmla="*/ 793 h 843"/>
                <a:gd name="T82" fmla="*/ 347 w 525"/>
                <a:gd name="T83" fmla="*/ 401 h 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25" h="843">
                  <a:moveTo>
                    <a:pt x="347" y="401"/>
                  </a:moveTo>
                  <a:cubicBezTo>
                    <a:pt x="347" y="325"/>
                    <a:pt x="347" y="325"/>
                    <a:pt x="347" y="325"/>
                  </a:cubicBezTo>
                  <a:cubicBezTo>
                    <a:pt x="347" y="193"/>
                    <a:pt x="347" y="193"/>
                    <a:pt x="347" y="193"/>
                  </a:cubicBezTo>
                  <a:cubicBezTo>
                    <a:pt x="359" y="214"/>
                    <a:pt x="367" y="246"/>
                    <a:pt x="372" y="297"/>
                  </a:cubicBezTo>
                  <a:cubicBezTo>
                    <a:pt x="374" y="313"/>
                    <a:pt x="382" y="326"/>
                    <a:pt x="395" y="336"/>
                  </a:cubicBezTo>
                  <a:cubicBezTo>
                    <a:pt x="413" y="350"/>
                    <a:pt x="440" y="353"/>
                    <a:pt x="463" y="353"/>
                  </a:cubicBezTo>
                  <a:cubicBezTo>
                    <a:pt x="483" y="354"/>
                    <a:pt x="500" y="351"/>
                    <a:pt x="508" y="350"/>
                  </a:cubicBezTo>
                  <a:cubicBezTo>
                    <a:pt x="525" y="346"/>
                    <a:pt x="514" y="283"/>
                    <a:pt x="497" y="286"/>
                  </a:cubicBezTo>
                  <a:cubicBezTo>
                    <a:pt x="491" y="287"/>
                    <a:pt x="485" y="288"/>
                    <a:pt x="480" y="289"/>
                  </a:cubicBezTo>
                  <a:cubicBezTo>
                    <a:pt x="483" y="268"/>
                    <a:pt x="483" y="268"/>
                    <a:pt x="483" y="268"/>
                  </a:cubicBezTo>
                  <a:cubicBezTo>
                    <a:pt x="484" y="263"/>
                    <a:pt x="480" y="259"/>
                    <a:pt x="475" y="259"/>
                  </a:cubicBezTo>
                  <a:cubicBezTo>
                    <a:pt x="470" y="259"/>
                    <a:pt x="466" y="263"/>
                    <a:pt x="465" y="268"/>
                  </a:cubicBezTo>
                  <a:cubicBezTo>
                    <a:pt x="461" y="289"/>
                    <a:pt x="461" y="289"/>
                    <a:pt x="461" y="289"/>
                  </a:cubicBezTo>
                  <a:cubicBezTo>
                    <a:pt x="462" y="289"/>
                    <a:pt x="462" y="289"/>
                    <a:pt x="462" y="289"/>
                  </a:cubicBezTo>
                  <a:cubicBezTo>
                    <a:pt x="451" y="289"/>
                    <a:pt x="441" y="288"/>
                    <a:pt x="436" y="286"/>
                  </a:cubicBezTo>
                  <a:cubicBezTo>
                    <a:pt x="428" y="202"/>
                    <a:pt x="405" y="145"/>
                    <a:pt x="369" y="116"/>
                  </a:cubicBezTo>
                  <a:cubicBezTo>
                    <a:pt x="349" y="100"/>
                    <a:pt x="330" y="98"/>
                    <a:pt x="319" y="97"/>
                  </a:cubicBezTo>
                  <a:cubicBezTo>
                    <a:pt x="319" y="97"/>
                    <a:pt x="318" y="98"/>
                    <a:pt x="318" y="98"/>
                  </a:cubicBezTo>
                  <a:cubicBezTo>
                    <a:pt x="163" y="98"/>
                    <a:pt x="163" y="98"/>
                    <a:pt x="163" y="98"/>
                  </a:cubicBezTo>
                  <a:cubicBezTo>
                    <a:pt x="163" y="98"/>
                    <a:pt x="162" y="97"/>
                    <a:pt x="162" y="97"/>
                  </a:cubicBezTo>
                  <a:cubicBezTo>
                    <a:pt x="162" y="97"/>
                    <a:pt x="161" y="97"/>
                    <a:pt x="161" y="97"/>
                  </a:cubicBezTo>
                  <a:cubicBezTo>
                    <a:pt x="150" y="97"/>
                    <a:pt x="139" y="98"/>
                    <a:pt x="127" y="100"/>
                  </a:cubicBezTo>
                  <a:cubicBezTo>
                    <a:pt x="109" y="102"/>
                    <a:pt x="77" y="106"/>
                    <a:pt x="71" y="98"/>
                  </a:cubicBezTo>
                  <a:cubicBezTo>
                    <a:pt x="70" y="97"/>
                    <a:pt x="59" y="82"/>
                    <a:pt x="82" y="16"/>
                  </a:cubicBezTo>
                  <a:cubicBezTo>
                    <a:pt x="84" y="11"/>
                    <a:pt x="84" y="5"/>
                    <a:pt x="84" y="0"/>
                  </a:cubicBezTo>
                  <a:cubicBezTo>
                    <a:pt x="58" y="33"/>
                    <a:pt x="58" y="33"/>
                    <a:pt x="58" y="33"/>
                  </a:cubicBezTo>
                  <a:cubicBezTo>
                    <a:pt x="48" y="45"/>
                    <a:pt x="34" y="51"/>
                    <a:pt x="19" y="51"/>
                  </a:cubicBezTo>
                  <a:cubicBezTo>
                    <a:pt x="15" y="51"/>
                    <a:pt x="11" y="51"/>
                    <a:pt x="7" y="50"/>
                  </a:cubicBezTo>
                  <a:cubicBezTo>
                    <a:pt x="0" y="89"/>
                    <a:pt x="4" y="118"/>
                    <a:pt x="21" y="138"/>
                  </a:cubicBezTo>
                  <a:cubicBezTo>
                    <a:pt x="39" y="161"/>
                    <a:pt x="65" y="166"/>
                    <a:pt x="92" y="166"/>
                  </a:cubicBezTo>
                  <a:cubicBezTo>
                    <a:pt x="106" y="166"/>
                    <a:pt x="119" y="165"/>
                    <a:pt x="131" y="163"/>
                  </a:cubicBezTo>
                  <a:cubicBezTo>
                    <a:pt x="131" y="325"/>
                    <a:pt x="131" y="325"/>
                    <a:pt x="131" y="325"/>
                  </a:cubicBezTo>
                  <a:cubicBezTo>
                    <a:pt x="131" y="401"/>
                    <a:pt x="131" y="401"/>
                    <a:pt x="131" y="401"/>
                  </a:cubicBezTo>
                  <a:cubicBezTo>
                    <a:pt x="131" y="793"/>
                    <a:pt x="131" y="793"/>
                    <a:pt x="131" y="793"/>
                  </a:cubicBezTo>
                  <a:cubicBezTo>
                    <a:pt x="131" y="820"/>
                    <a:pt x="154" y="843"/>
                    <a:pt x="181" y="843"/>
                  </a:cubicBezTo>
                  <a:cubicBezTo>
                    <a:pt x="208" y="843"/>
                    <a:pt x="231" y="820"/>
                    <a:pt x="231" y="793"/>
                  </a:cubicBezTo>
                  <a:cubicBezTo>
                    <a:pt x="231" y="434"/>
                    <a:pt x="231" y="434"/>
                    <a:pt x="231" y="434"/>
                  </a:cubicBezTo>
                  <a:cubicBezTo>
                    <a:pt x="251" y="434"/>
                    <a:pt x="251" y="434"/>
                    <a:pt x="251" y="434"/>
                  </a:cubicBezTo>
                  <a:cubicBezTo>
                    <a:pt x="251" y="793"/>
                    <a:pt x="251" y="793"/>
                    <a:pt x="251" y="793"/>
                  </a:cubicBezTo>
                  <a:cubicBezTo>
                    <a:pt x="251" y="820"/>
                    <a:pt x="272" y="843"/>
                    <a:pt x="299" y="843"/>
                  </a:cubicBezTo>
                  <a:cubicBezTo>
                    <a:pt x="326" y="843"/>
                    <a:pt x="347" y="820"/>
                    <a:pt x="347" y="793"/>
                  </a:cubicBezTo>
                  <a:lnTo>
                    <a:pt x="347" y="40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33"/>
            <p:cNvSpPr>
              <a:spLocks noEditPoints="1"/>
            </p:cNvSpPr>
            <p:nvPr/>
          </p:nvSpPr>
          <p:spPr bwMode="auto">
            <a:xfrm>
              <a:off x="8494713" y="2954338"/>
              <a:ext cx="255588" cy="265113"/>
            </a:xfrm>
            <a:custGeom>
              <a:avLst/>
              <a:gdLst>
                <a:gd name="T0" fmla="*/ 103 w 160"/>
                <a:gd name="T1" fmla="*/ 146 h 166"/>
                <a:gd name="T2" fmla="*/ 147 w 160"/>
                <a:gd name="T3" fmla="*/ 91 h 166"/>
                <a:gd name="T4" fmla="*/ 140 w 160"/>
                <a:gd name="T5" fmla="*/ 35 h 166"/>
                <a:gd name="T6" fmla="*/ 113 w 160"/>
                <a:gd name="T7" fmla="*/ 14 h 166"/>
                <a:gd name="T8" fmla="*/ 57 w 160"/>
                <a:gd name="T9" fmla="*/ 21 h 166"/>
                <a:gd name="T10" fmla="*/ 14 w 160"/>
                <a:gd name="T11" fmla="*/ 75 h 166"/>
                <a:gd name="T12" fmla="*/ 20 w 160"/>
                <a:gd name="T13" fmla="*/ 132 h 166"/>
                <a:gd name="T14" fmla="*/ 47 w 160"/>
                <a:gd name="T15" fmla="*/ 153 h 166"/>
                <a:gd name="T16" fmla="*/ 103 w 160"/>
                <a:gd name="T17" fmla="*/ 146 h 166"/>
                <a:gd name="T18" fmla="*/ 52 w 160"/>
                <a:gd name="T19" fmla="*/ 65 h 166"/>
                <a:gd name="T20" fmla="*/ 62 w 160"/>
                <a:gd name="T21" fmla="*/ 55 h 166"/>
                <a:gd name="T22" fmla="*/ 72 w 160"/>
                <a:gd name="T23" fmla="*/ 65 h 166"/>
                <a:gd name="T24" fmla="*/ 62 w 160"/>
                <a:gd name="T25" fmla="*/ 75 h 166"/>
                <a:gd name="T26" fmla="*/ 52 w 160"/>
                <a:gd name="T27" fmla="*/ 65 h 166"/>
                <a:gd name="T28" fmla="*/ 76 w 160"/>
                <a:gd name="T29" fmla="*/ 87 h 166"/>
                <a:gd name="T30" fmla="*/ 86 w 160"/>
                <a:gd name="T31" fmla="*/ 96 h 166"/>
                <a:gd name="T32" fmla="*/ 76 w 160"/>
                <a:gd name="T33" fmla="*/ 106 h 166"/>
                <a:gd name="T34" fmla="*/ 66 w 160"/>
                <a:gd name="T35" fmla="*/ 96 h 166"/>
                <a:gd name="T36" fmla="*/ 76 w 160"/>
                <a:gd name="T37" fmla="*/ 87 h 166"/>
                <a:gd name="T38" fmla="*/ 76 w 160"/>
                <a:gd name="T39" fmla="*/ 147 h 166"/>
                <a:gd name="T40" fmla="*/ 64 w 160"/>
                <a:gd name="T41" fmla="*/ 136 h 166"/>
                <a:gd name="T42" fmla="*/ 76 w 160"/>
                <a:gd name="T43" fmla="*/ 124 h 166"/>
                <a:gd name="T44" fmla="*/ 88 w 160"/>
                <a:gd name="T45" fmla="*/ 136 h 166"/>
                <a:gd name="T46" fmla="*/ 76 w 160"/>
                <a:gd name="T47" fmla="*/ 147 h 166"/>
                <a:gd name="T48" fmla="*/ 112 w 160"/>
                <a:gd name="T49" fmla="*/ 111 h 166"/>
                <a:gd name="T50" fmla="*/ 101 w 160"/>
                <a:gd name="T51" fmla="*/ 100 h 166"/>
                <a:gd name="T52" fmla="*/ 112 w 160"/>
                <a:gd name="T53" fmla="*/ 88 h 166"/>
                <a:gd name="T54" fmla="*/ 124 w 160"/>
                <a:gd name="T55" fmla="*/ 100 h 166"/>
                <a:gd name="T56" fmla="*/ 112 w 160"/>
                <a:gd name="T57" fmla="*/ 111 h 166"/>
                <a:gd name="T58" fmla="*/ 117 w 160"/>
                <a:gd name="T59" fmla="*/ 45 h 166"/>
                <a:gd name="T60" fmla="*/ 126 w 160"/>
                <a:gd name="T61" fmla="*/ 55 h 166"/>
                <a:gd name="T62" fmla="*/ 117 w 160"/>
                <a:gd name="T63" fmla="*/ 64 h 166"/>
                <a:gd name="T64" fmla="*/ 107 w 160"/>
                <a:gd name="T65" fmla="*/ 55 h 166"/>
                <a:gd name="T66" fmla="*/ 117 w 160"/>
                <a:gd name="T67" fmla="*/ 45 h 166"/>
                <a:gd name="T68" fmla="*/ 82 w 160"/>
                <a:gd name="T69" fmla="*/ 24 h 166"/>
                <a:gd name="T70" fmla="*/ 94 w 160"/>
                <a:gd name="T71" fmla="*/ 35 h 166"/>
                <a:gd name="T72" fmla="*/ 82 w 160"/>
                <a:gd name="T73" fmla="*/ 47 h 166"/>
                <a:gd name="T74" fmla="*/ 71 w 160"/>
                <a:gd name="T75" fmla="*/ 35 h 166"/>
                <a:gd name="T76" fmla="*/ 82 w 160"/>
                <a:gd name="T77" fmla="*/ 24 h 166"/>
                <a:gd name="T78" fmla="*/ 24 w 160"/>
                <a:gd name="T79" fmla="*/ 103 h 166"/>
                <a:gd name="T80" fmla="*/ 33 w 160"/>
                <a:gd name="T81" fmla="*/ 93 h 166"/>
                <a:gd name="T82" fmla="*/ 43 w 160"/>
                <a:gd name="T83" fmla="*/ 103 h 166"/>
                <a:gd name="T84" fmla="*/ 33 w 160"/>
                <a:gd name="T85" fmla="*/ 113 h 166"/>
                <a:gd name="T86" fmla="*/ 24 w 160"/>
                <a:gd name="T87" fmla="*/ 103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0" h="166">
                  <a:moveTo>
                    <a:pt x="103" y="146"/>
                  </a:moveTo>
                  <a:cubicBezTo>
                    <a:pt x="147" y="91"/>
                    <a:pt x="147" y="91"/>
                    <a:pt x="147" y="91"/>
                  </a:cubicBezTo>
                  <a:cubicBezTo>
                    <a:pt x="160" y="74"/>
                    <a:pt x="157" y="49"/>
                    <a:pt x="140" y="35"/>
                  </a:cubicBezTo>
                  <a:cubicBezTo>
                    <a:pt x="113" y="14"/>
                    <a:pt x="113" y="14"/>
                    <a:pt x="113" y="14"/>
                  </a:cubicBezTo>
                  <a:cubicBezTo>
                    <a:pt x="96" y="0"/>
                    <a:pt x="71" y="3"/>
                    <a:pt x="57" y="21"/>
                  </a:cubicBezTo>
                  <a:cubicBezTo>
                    <a:pt x="14" y="75"/>
                    <a:pt x="14" y="75"/>
                    <a:pt x="14" y="75"/>
                  </a:cubicBezTo>
                  <a:cubicBezTo>
                    <a:pt x="0" y="93"/>
                    <a:pt x="3" y="118"/>
                    <a:pt x="20" y="132"/>
                  </a:cubicBezTo>
                  <a:cubicBezTo>
                    <a:pt x="47" y="153"/>
                    <a:pt x="47" y="153"/>
                    <a:pt x="47" y="153"/>
                  </a:cubicBezTo>
                  <a:cubicBezTo>
                    <a:pt x="64" y="166"/>
                    <a:pt x="90" y="163"/>
                    <a:pt x="103" y="146"/>
                  </a:cubicBezTo>
                  <a:close/>
                  <a:moveTo>
                    <a:pt x="52" y="65"/>
                  </a:moveTo>
                  <a:cubicBezTo>
                    <a:pt x="52" y="60"/>
                    <a:pt x="57" y="55"/>
                    <a:pt x="62" y="55"/>
                  </a:cubicBezTo>
                  <a:cubicBezTo>
                    <a:pt x="67" y="55"/>
                    <a:pt x="72" y="60"/>
                    <a:pt x="72" y="65"/>
                  </a:cubicBezTo>
                  <a:cubicBezTo>
                    <a:pt x="72" y="70"/>
                    <a:pt x="67" y="75"/>
                    <a:pt x="62" y="75"/>
                  </a:cubicBezTo>
                  <a:cubicBezTo>
                    <a:pt x="57" y="75"/>
                    <a:pt x="52" y="70"/>
                    <a:pt x="52" y="65"/>
                  </a:cubicBezTo>
                  <a:close/>
                  <a:moveTo>
                    <a:pt x="76" y="87"/>
                  </a:moveTo>
                  <a:cubicBezTo>
                    <a:pt x="81" y="87"/>
                    <a:pt x="86" y="91"/>
                    <a:pt x="86" y="96"/>
                  </a:cubicBezTo>
                  <a:cubicBezTo>
                    <a:pt x="86" y="102"/>
                    <a:pt x="81" y="106"/>
                    <a:pt x="76" y="106"/>
                  </a:cubicBezTo>
                  <a:cubicBezTo>
                    <a:pt x="71" y="106"/>
                    <a:pt x="66" y="102"/>
                    <a:pt x="66" y="96"/>
                  </a:cubicBezTo>
                  <a:cubicBezTo>
                    <a:pt x="66" y="91"/>
                    <a:pt x="71" y="87"/>
                    <a:pt x="76" y="87"/>
                  </a:cubicBezTo>
                  <a:close/>
                  <a:moveTo>
                    <a:pt x="76" y="147"/>
                  </a:moveTo>
                  <a:cubicBezTo>
                    <a:pt x="70" y="147"/>
                    <a:pt x="64" y="142"/>
                    <a:pt x="64" y="136"/>
                  </a:cubicBezTo>
                  <a:cubicBezTo>
                    <a:pt x="64" y="129"/>
                    <a:pt x="70" y="124"/>
                    <a:pt x="76" y="124"/>
                  </a:cubicBezTo>
                  <a:cubicBezTo>
                    <a:pt x="82" y="124"/>
                    <a:pt x="88" y="129"/>
                    <a:pt x="88" y="136"/>
                  </a:cubicBezTo>
                  <a:cubicBezTo>
                    <a:pt x="88" y="142"/>
                    <a:pt x="82" y="147"/>
                    <a:pt x="76" y="147"/>
                  </a:cubicBezTo>
                  <a:close/>
                  <a:moveTo>
                    <a:pt x="112" y="111"/>
                  </a:moveTo>
                  <a:cubicBezTo>
                    <a:pt x="106" y="111"/>
                    <a:pt x="101" y="106"/>
                    <a:pt x="101" y="100"/>
                  </a:cubicBezTo>
                  <a:cubicBezTo>
                    <a:pt x="101" y="93"/>
                    <a:pt x="106" y="88"/>
                    <a:pt x="112" y="88"/>
                  </a:cubicBezTo>
                  <a:cubicBezTo>
                    <a:pt x="119" y="88"/>
                    <a:pt x="124" y="93"/>
                    <a:pt x="124" y="100"/>
                  </a:cubicBezTo>
                  <a:cubicBezTo>
                    <a:pt x="124" y="106"/>
                    <a:pt x="119" y="111"/>
                    <a:pt x="112" y="111"/>
                  </a:cubicBezTo>
                  <a:close/>
                  <a:moveTo>
                    <a:pt x="117" y="45"/>
                  </a:moveTo>
                  <a:cubicBezTo>
                    <a:pt x="122" y="45"/>
                    <a:pt x="126" y="49"/>
                    <a:pt x="126" y="55"/>
                  </a:cubicBezTo>
                  <a:cubicBezTo>
                    <a:pt x="126" y="60"/>
                    <a:pt x="122" y="64"/>
                    <a:pt x="117" y="64"/>
                  </a:cubicBezTo>
                  <a:cubicBezTo>
                    <a:pt x="111" y="64"/>
                    <a:pt x="107" y="60"/>
                    <a:pt x="107" y="55"/>
                  </a:cubicBezTo>
                  <a:cubicBezTo>
                    <a:pt x="107" y="49"/>
                    <a:pt x="111" y="45"/>
                    <a:pt x="117" y="45"/>
                  </a:cubicBezTo>
                  <a:close/>
                  <a:moveTo>
                    <a:pt x="82" y="24"/>
                  </a:moveTo>
                  <a:cubicBezTo>
                    <a:pt x="89" y="24"/>
                    <a:pt x="94" y="29"/>
                    <a:pt x="94" y="35"/>
                  </a:cubicBezTo>
                  <a:cubicBezTo>
                    <a:pt x="94" y="42"/>
                    <a:pt x="89" y="47"/>
                    <a:pt x="82" y="47"/>
                  </a:cubicBezTo>
                  <a:cubicBezTo>
                    <a:pt x="76" y="47"/>
                    <a:pt x="71" y="42"/>
                    <a:pt x="71" y="35"/>
                  </a:cubicBezTo>
                  <a:cubicBezTo>
                    <a:pt x="71" y="29"/>
                    <a:pt x="76" y="24"/>
                    <a:pt x="82" y="24"/>
                  </a:cubicBezTo>
                  <a:close/>
                  <a:moveTo>
                    <a:pt x="24" y="103"/>
                  </a:moveTo>
                  <a:cubicBezTo>
                    <a:pt x="24" y="98"/>
                    <a:pt x="28" y="93"/>
                    <a:pt x="33" y="93"/>
                  </a:cubicBezTo>
                  <a:cubicBezTo>
                    <a:pt x="39" y="93"/>
                    <a:pt x="43" y="98"/>
                    <a:pt x="43" y="103"/>
                  </a:cubicBezTo>
                  <a:cubicBezTo>
                    <a:pt x="43" y="108"/>
                    <a:pt x="39" y="113"/>
                    <a:pt x="33" y="113"/>
                  </a:cubicBezTo>
                  <a:cubicBezTo>
                    <a:pt x="28" y="113"/>
                    <a:pt x="24" y="108"/>
                    <a:pt x="24"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34"/>
            <p:cNvSpPr>
              <a:spLocks/>
            </p:cNvSpPr>
            <p:nvPr/>
          </p:nvSpPr>
          <p:spPr bwMode="auto">
            <a:xfrm>
              <a:off x="9451975" y="3268663"/>
              <a:ext cx="147638" cy="147638"/>
            </a:xfrm>
            <a:custGeom>
              <a:avLst/>
              <a:gdLst>
                <a:gd name="T0" fmla="*/ 46 w 92"/>
                <a:gd name="T1" fmla="*/ 0 h 92"/>
                <a:gd name="T2" fmla="*/ 45 w 92"/>
                <a:gd name="T3" fmla="*/ 0 h 92"/>
                <a:gd name="T4" fmla="*/ 0 w 92"/>
                <a:gd name="T5" fmla="*/ 44 h 92"/>
                <a:gd name="T6" fmla="*/ 0 w 92"/>
                <a:gd name="T7" fmla="*/ 45 h 92"/>
                <a:gd name="T8" fmla="*/ 45 w 92"/>
                <a:gd name="T9" fmla="*/ 92 h 92"/>
                <a:gd name="T10" fmla="*/ 46 w 92"/>
                <a:gd name="T11" fmla="*/ 92 h 92"/>
                <a:gd name="T12" fmla="*/ 92 w 92"/>
                <a:gd name="T13" fmla="*/ 45 h 92"/>
                <a:gd name="T14" fmla="*/ 92 w 92"/>
                <a:gd name="T15" fmla="*/ 44 h 92"/>
                <a:gd name="T16" fmla="*/ 46 w 92"/>
                <a:gd name="T17"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92">
                  <a:moveTo>
                    <a:pt x="46" y="0"/>
                  </a:moveTo>
                  <a:cubicBezTo>
                    <a:pt x="45" y="0"/>
                    <a:pt x="45" y="0"/>
                    <a:pt x="45" y="0"/>
                  </a:cubicBezTo>
                  <a:cubicBezTo>
                    <a:pt x="42" y="32"/>
                    <a:pt x="32" y="41"/>
                    <a:pt x="0" y="44"/>
                  </a:cubicBezTo>
                  <a:cubicBezTo>
                    <a:pt x="0" y="45"/>
                    <a:pt x="0" y="45"/>
                    <a:pt x="0" y="45"/>
                  </a:cubicBezTo>
                  <a:cubicBezTo>
                    <a:pt x="32" y="48"/>
                    <a:pt x="42" y="60"/>
                    <a:pt x="45" y="92"/>
                  </a:cubicBezTo>
                  <a:cubicBezTo>
                    <a:pt x="46" y="92"/>
                    <a:pt x="46" y="92"/>
                    <a:pt x="46" y="92"/>
                  </a:cubicBezTo>
                  <a:cubicBezTo>
                    <a:pt x="49" y="60"/>
                    <a:pt x="60" y="48"/>
                    <a:pt x="92" y="45"/>
                  </a:cubicBezTo>
                  <a:cubicBezTo>
                    <a:pt x="92" y="44"/>
                    <a:pt x="92" y="44"/>
                    <a:pt x="92" y="44"/>
                  </a:cubicBezTo>
                  <a:cubicBezTo>
                    <a:pt x="60" y="41"/>
                    <a:pt x="49" y="32"/>
                    <a:pt x="4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35"/>
            <p:cNvSpPr>
              <a:spLocks/>
            </p:cNvSpPr>
            <p:nvPr/>
          </p:nvSpPr>
          <p:spPr bwMode="auto">
            <a:xfrm>
              <a:off x="9555163" y="3587750"/>
              <a:ext cx="120650" cy="122238"/>
            </a:xfrm>
            <a:custGeom>
              <a:avLst/>
              <a:gdLst>
                <a:gd name="T0" fmla="*/ 0 w 76"/>
                <a:gd name="T1" fmla="*/ 37 h 76"/>
                <a:gd name="T2" fmla="*/ 0 w 76"/>
                <a:gd name="T3" fmla="*/ 38 h 76"/>
                <a:gd name="T4" fmla="*/ 36 w 76"/>
                <a:gd name="T5" fmla="*/ 76 h 76"/>
                <a:gd name="T6" fmla="*/ 37 w 76"/>
                <a:gd name="T7" fmla="*/ 76 h 76"/>
                <a:gd name="T8" fmla="*/ 76 w 76"/>
                <a:gd name="T9" fmla="*/ 38 h 76"/>
                <a:gd name="T10" fmla="*/ 76 w 76"/>
                <a:gd name="T11" fmla="*/ 37 h 76"/>
                <a:gd name="T12" fmla="*/ 37 w 76"/>
                <a:gd name="T13" fmla="*/ 0 h 76"/>
                <a:gd name="T14" fmla="*/ 36 w 76"/>
                <a:gd name="T15" fmla="*/ 0 h 76"/>
                <a:gd name="T16" fmla="*/ 0 w 76"/>
                <a:gd name="T17" fmla="*/ 37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76">
                  <a:moveTo>
                    <a:pt x="0" y="37"/>
                  </a:moveTo>
                  <a:cubicBezTo>
                    <a:pt x="0" y="38"/>
                    <a:pt x="0" y="38"/>
                    <a:pt x="0" y="38"/>
                  </a:cubicBezTo>
                  <a:cubicBezTo>
                    <a:pt x="24" y="40"/>
                    <a:pt x="34" y="48"/>
                    <a:pt x="36" y="76"/>
                  </a:cubicBezTo>
                  <a:cubicBezTo>
                    <a:pt x="37" y="76"/>
                    <a:pt x="37" y="76"/>
                    <a:pt x="37" y="76"/>
                  </a:cubicBezTo>
                  <a:cubicBezTo>
                    <a:pt x="40" y="48"/>
                    <a:pt x="48" y="40"/>
                    <a:pt x="76" y="38"/>
                  </a:cubicBezTo>
                  <a:cubicBezTo>
                    <a:pt x="76" y="37"/>
                    <a:pt x="76" y="37"/>
                    <a:pt x="76" y="37"/>
                  </a:cubicBezTo>
                  <a:cubicBezTo>
                    <a:pt x="48" y="35"/>
                    <a:pt x="40" y="28"/>
                    <a:pt x="37" y="0"/>
                  </a:cubicBezTo>
                  <a:cubicBezTo>
                    <a:pt x="36" y="0"/>
                    <a:pt x="36" y="0"/>
                    <a:pt x="36" y="0"/>
                  </a:cubicBezTo>
                  <a:cubicBezTo>
                    <a:pt x="34" y="28"/>
                    <a:pt x="24" y="35"/>
                    <a:pt x="0"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36"/>
            <p:cNvSpPr>
              <a:spLocks/>
            </p:cNvSpPr>
            <p:nvPr/>
          </p:nvSpPr>
          <p:spPr bwMode="auto">
            <a:xfrm>
              <a:off x="9612313" y="3378200"/>
              <a:ext cx="158750" cy="165100"/>
            </a:xfrm>
            <a:custGeom>
              <a:avLst/>
              <a:gdLst>
                <a:gd name="T0" fmla="*/ 50 w 100"/>
                <a:gd name="T1" fmla="*/ 104 h 104"/>
                <a:gd name="T2" fmla="*/ 51 w 100"/>
                <a:gd name="T3" fmla="*/ 104 h 104"/>
                <a:gd name="T4" fmla="*/ 100 w 100"/>
                <a:gd name="T5" fmla="*/ 54 h 104"/>
                <a:gd name="T6" fmla="*/ 100 w 100"/>
                <a:gd name="T7" fmla="*/ 52 h 104"/>
                <a:gd name="T8" fmla="*/ 51 w 100"/>
                <a:gd name="T9" fmla="*/ 0 h 104"/>
                <a:gd name="T10" fmla="*/ 50 w 100"/>
                <a:gd name="T11" fmla="*/ 0 h 104"/>
                <a:gd name="T12" fmla="*/ 0 w 100"/>
                <a:gd name="T13" fmla="*/ 52 h 104"/>
                <a:gd name="T14" fmla="*/ 0 w 100"/>
                <a:gd name="T15" fmla="*/ 54 h 104"/>
                <a:gd name="T16" fmla="*/ 50 w 100"/>
                <a:gd name="T17"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104">
                  <a:moveTo>
                    <a:pt x="50" y="104"/>
                  </a:moveTo>
                  <a:cubicBezTo>
                    <a:pt x="51" y="104"/>
                    <a:pt x="51" y="104"/>
                    <a:pt x="51" y="104"/>
                  </a:cubicBezTo>
                  <a:cubicBezTo>
                    <a:pt x="54" y="68"/>
                    <a:pt x="64" y="57"/>
                    <a:pt x="100" y="54"/>
                  </a:cubicBezTo>
                  <a:cubicBezTo>
                    <a:pt x="100" y="52"/>
                    <a:pt x="100" y="52"/>
                    <a:pt x="100" y="52"/>
                  </a:cubicBezTo>
                  <a:cubicBezTo>
                    <a:pt x="64" y="49"/>
                    <a:pt x="54" y="40"/>
                    <a:pt x="51" y="0"/>
                  </a:cubicBezTo>
                  <a:cubicBezTo>
                    <a:pt x="50" y="0"/>
                    <a:pt x="50" y="0"/>
                    <a:pt x="50" y="0"/>
                  </a:cubicBezTo>
                  <a:cubicBezTo>
                    <a:pt x="47" y="40"/>
                    <a:pt x="36" y="49"/>
                    <a:pt x="0" y="52"/>
                  </a:cubicBezTo>
                  <a:cubicBezTo>
                    <a:pt x="0" y="54"/>
                    <a:pt x="0" y="54"/>
                    <a:pt x="0" y="54"/>
                  </a:cubicBezTo>
                  <a:cubicBezTo>
                    <a:pt x="36" y="57"/>
                    <a:pt x="47" y="68"/>
                    <a:pt x="50" y="1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7" name="组合 36"/>
          <p:cNvGrpSpPr/>
          <p:nvPr/>
        </p:nvGrpSpPr>
        <p:grpSpPr>
          <a:xfrm>
            <a:off x="8043863" y="728663"/>
            <a:ext cx="2008187" cy="1755775"/>
            <a:chOff x="8043863" y="728663"/>
            <a:chExt cx="2008187" cy="1755775"/>
          </a:xfrm>
          <a:solidFill>
            <a:schemeClr val="tx1">
              <a:lumMod val="65000"/>
              <a:lumOff val="35000"/>
            </a:schemeClr>
          </a:solidFill>
        </p:grpSpPr>
        <p:sp>
          <p:nvSpPr>
            <p:cNvPr id="38" name="Freeform 37"/>
            <p:cNvSpPr>
              <a:spLocks/>
            </p:cNvSpPr>
            <p:nvPr/>
          </p:nvSpPr>
          <p:spPr bwMode="auto">
            <a:xfrm>
              <a:off x="8788400" y="793750"/>
              <a:ext cx="1022350" cy="1008063"/>
            </a:xfrm>
            <a:custGeom>
              <a:avLst/>
              <a:gdLst>
                <a:gd name="T0" fmla="*/ 304 w 640"/>
                <a:gd name="T1" fmla="*/ 619 h 631"/>
                <a:gd name="T2" fmla="*/ 304 w 640"/>
                <a:gd name="T3" fmla="*/ 28 h 631"/>
                <a:gd name="T4" fmla="*/ 296 w 640"/>
                <a:gd name="T5" fmla="*/ 0 h 631"/>
                <a:gd name="T6" fmla="*/ 288 w 640"/>
                <a:gd name="T7" fmla="*/ 28 h 631"/>
                <a:gd name="T8" fmla="*/ 288 w 640"/>
                <a:gd name="T9" fmla="*/ 619 h 631"/>
                <a:gd name="T10" fmla="*/ 0 w 640"/>
                <a:gd name="T11" fmla="*/ 619 h 631"/>
                <a:gd name="T12" fmla="*/ 0 w 640"/>
                <a:gd name="T13" fmla="*/ 631 h 631"/>
                <a:gd name="T14" fmla="*/ 640 w 640"/>
                <a:gd name="T15" fmla="*/ 631 h 631"/>
                <a:gd name="T16" fmla="*/ 640 w 640"/>
                <a:gd name="T17" fmla="*/ 619 h 631"/>
                <a:gd name="T18" fmla="*/ 304 w 640"/>
                <a:gd name="T19" fmla="*/ 619 h 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0" h="631">
                  <a:moveTo>
                    <a:pt x="304" y="619"/>
                  </a:moveTo>
                  <a:cubicBezTo>
                    <a:pt x="304" y="28"/>
                    <a:pt x="304" y="28"/>
                    <a:pt x="304" y="28"/>
                  </a:cubicBezTo>
                  <a:cubicBezTo>
                    <a:pt x="300" y="19"/>
                    <a:pt x="298" y="9"/>
                    <a:pt x="296" y="0"/>
                  </a:cubicBezTo>
                  <a:cubicBezTo>
                    <a:pt x="294" y="9"/>
                    <a:pt x="292" y="19"/>
                    <a:pt x="288" y="28"/>
                  </a:cubicBezTo>
                  <a:cubicBezTo>
                    <a:pt x="288" y="619"/>
                    <a:pt x="288" y="619"/>
                    <a:pt x="288" y="619"/>
                  </a:cubicBezTo>
                  <a:cubicBezTo>
                    <a:pt x="0" y="619"/>
                    <a:pt x="0" y="619"/>
                    <a:pt x="0" y="619"/>
                  </a:cubicBezTo>
                  <a:cubicBezTo>
                    <a:pt x="0" y="631"/>
                    <a:pt x="0" y="631"/>
                    <a:pt x="0" y="631"/>
                  </a:cubicBezTo>
                  <a:cubicBezTo>
                    <a:pt x="640" y="631"/>
                    <a:pt x="640" y="631"/>
                    <a:pt x="640" y="631"/>
                  </a:cubicBezTo>
                  <a:cubicBezTo>
                    <a:pt x="640" y="619"/>
                    <a:pt x="640" y="619"/>
                    <a:pt x="640" y="619"/>
                  </a:cubicBezTo>
                  <a:lnTo>
                    <a:pt x="304" y="6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38"/>
            <p:cNvSpPr>
              <a:spLocks noEditPoints="1"/>
            </p:cNvSpPr>
            <p:nvPr/>
          </p:nvSpPr>
          <p:spPr bwMode="auto">
            <a:xfrm>
              <a:off x="8482013" y="728663"/>
              <a:ext cx="1550988" cy="742950"/>
            </a:xfrm>
            <a:custGeom>
              <a:avLst/>
              <a:gdLst>
                <a:gd name="T0" fmla="*/ 48 w 972"/>
                <a:gd name="T1" fmla="*/ 138 h 466"/>
                <a:gd name="T2" fmla="*/ 69 w 972"/>
                <a:gd name="T3" fmla="*/ 136 h 466"/>
                <a:gd name="T4" fmla="*/ 175 w 972"/>
                <a:gd name="T5" fmla="*/ 242 h 466"/>
                <a:gd name="T6" fmla="*/ 112 w 972"/>
                <a:gd name="T7" fmla="*/ 340 h 466"/>
                <a:gd name="T8" fmla="*/ 147 w 972"/>
                <a:gd name="T9" fmla="*/ 340 h 466"/>
                <a:gd name="T10" fmla="*/ 149 w 972"/>
                <a:gd name="T11" fmla="*/ 339 h 466"/>
                <a:gd name="T12" fmla="*/ 208 w 972"/>
                <a:gd name="T13" fmla="*/ 362 h 466"/>
                <a:gd name="T14" fmla="*/ 243 w 972"/>
                <a:gd name="T15" fmla="*/ 405 h 466"/>
                <a:gd name="T16" fmla="*/ 478 w 972"/>
                <a:gd name="T17" fmla="*/ 32 h 466"/>
                <a:gd name="T18" fmla="*/ 500 w 972"/>
                <a:gd name="T19" fmla="*/ 32 h 466"/>
                <a:gd name="T20" fmla="*/ 843 w 972"/>
                <a:gd name="T21" fmla="*/ 463 h 466"/>
                <a:gd name="T22" fmla="*/ 909 w 972"/>
                <a:gd name="T23" fmla="*/ 452 h 466"/>
                <a:gd name="T24" fmla="*/ 909 w 972"/>
                <a:gd name="T25" fmla="*/ 450 h 466"/>
                <a:gd name="T26" fmla="*/ 936 w 972"/>
                <a:gd name="T27" fmla="*/ 32 h 466"/>
                <a:gd name="T28" fmla="*/ 950 w 972"/>
                <a:gd name="T29" fmla="*/ 32 h 466"/>
                <a:gd name="T30" fmla="*/ 972 w 972"/>
                <a:gd name="T31" fmla="*/ 32 h 466"/>
                <a:gd name="T32" fmla="*/ 972 w 972"/>
                <a:gd name="T33" fmla="*/ 0 h 466"/>
                <a:gd name="T34" fmla="*/ 0 w 972"/>
                <a:gd name="T35" fmla="*/ 0 h 466"/>
                <a:gd name="T36" fmla="*/ 0 w 972"/>
                <a:gd name="T37" fmla="*/ 32 h 466"/>
                <a:gd name="T38" fmla="*/ 28 w 972"/>
                <a:gd name="T39" fmla="*/ 32 h 466"/>
                <a:gd name="T40" fmla="*/ 41 w 972"/>
                <a:gd name="T41" fmla="*/ 32 h 466"/>
                <a:gd name="T42" fmla="*/ 48 w 972"/>
                <a:gd name="T43" fmla="*/ 138 h 466"/>
                <a:gd name="T44" fmla="*/ 684 w 972"/>
                <a:gd name="T45" fmla="*/ 187 h 466"/>
                <a:gd name="T46" fmla="*/ 639 w 972"/>
                <a:gd name="T47" fmla="*/ 232 h 466"/>
                <a:gd name="T48" fmla="*/ 638 w 972"/>
                <a:gd name="T49" fmla="*/ 232 h 466"/>
                <a:gd name="T50" fmla="*/ 592 w 972"/>
                <a:gd name="T51" fmla="*/ 187 h 466"/>
                <a:gd name="T52" fmla="*/ 592 w 972"/>
                <a:gd name="T53" fmla="*/ 186 h 466"/>
                <a:gd name="T54" fmla="*/ 638 w 972"/>
                <a:gd name="T55" fmla="*/ 144 h 466"/>
                <a:gd name="T56" fmla="*/ 639 w 972"/>
                <a:gd name="T57" fmla="*/ 144 h 466"/>
                <a:gd name="T58" fmla="*/ 684 w 972"/>
                <a:gd name="T59" fmla="*/ 186 h 466"/>
                <a:gd name="T60" fmla="*/ 684 w 972"/>
                <a:gd name="T61" fmla="*/ 187 h 466"/>
                <a:gd name="T62" fmla="*/ 796 w 972"/>
                <a:gd name="T63" fmla="*/ 264 h 466"/>
                <a:gd name="T64" fmla="*/ 744 w 972"/>
                <a:gd name="T65" fmla="*/ 316 h 466"/>
                <a:gd name="T66" fmla="*/ 742 w 972"/>
                <a:gd name="T67" fmla="*/ 316 h 466"/>
                <a:gd name="T68" fmla="*/ 692 w 972"/>
                <a:gd name="T69" fmla="*/ 264 h 466"/>
                <a:gd name="T70" fmla="*/ 692 w 972"/>
                <a:gd name="T71" fmla="*/ 262 h 466"/>
                <a:gd name="T72" fmla="*/ 742 w 972"/>
                <a:gd name="T73" fmla="*/ 212 h 466"/>
                <a:gd name="T74" fmla="*/ 744 w 972"/>
                <a:gd name="T75" fmla="*/ 212 h 466"/>
                <a:gd name="T76" fmla="*/ 796 w 972"/>
                <a:gd name="T77" fmla="*/ 262 h 466"/>
                <a:gd name="T78" fmla="*/ 796 w 972"/>
                <a:gd name="T79" fmla="*/ 264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72" h="466">
                  <a:moveTo>
                    <a:pt x="48" y="138"/>
                  </a:moveTo>
                  <a:cubicBezTo>
                    <a:pt x="55" y="137"/>
                    <a:pt x="62" y="136"/>
                    <a:pt x="69" y="136"/>
                  </a:cubicBezTo>
                  <a:cubicBezTo>
                    <a:pt x="128" y="136"/>
                    <a:pt x="175" y="184"/>
                    <a:pt x="175" y="242"/>
                  </a:cubicBezTo>
                  <a:cubicBezTo>
                    <a:pt x="175" y="286"/>
                    <a:pt x="149" y="324"/>
                    <a:pt x="112" y="340"/>
                  </a:cubicBezTo>
                  <a:cubicBezTo>
                    <a:pt x="147" y="340"/>
                    <a:pt x="147" y="340"/>
                    <a:pt x="147" y="340"/>
                  </a:cubicBezTo>
                  <a:cubicBezTo>
                    <a:pt x="147" y="340"/>
                    <a:pt x="148" y="339"/>
                    <a:pt x="149" y="339"/>
                  </a:cubicBezTo>
                  <a:cubicBezTo>
                    <a:pt x="161" y="339"/>
                    <a:pt x="184" y="342"/>
                    <a:pt x="208" y="362"/>
                  </a:cubicBezTo>
                  <a:cubicBezTo>
                    <a:pt x="221" y="372"/>
                    <a:pt x="233" y="387"/>
                    <a:pt x="243" y="405"/>
                  </a:cubicBezTo>
                  <a:cubicBezTo>
                    <a:pt x="352" y="322"/>
                    <a:pt x="444" y="180"/>
                    <a:pt x="478" y="32"/>
                  </a:cubicBezTo>
                  <a:cubicBezTo>
                    <a:pt x="500" y="32"/>
                    <a:pt x="500" y="32"/>
                    <a:pt x="500" y="32"/>
                  </a:cubicBezTo>
                  <a:cubicBezTo>
                    <a:pt x="544" y="228"/>
                    <a:pt x="690" y="411"/>
                    <a:pt x="843" y="463"/>
                  </a:cubicBezTo>
                  <a:cubicBezTo>
                    <a:pt x="854" y="465"/>
                    <a:pt x="883" y="466"/>
                    <a:pt x="909" y="452"/>
                  </a:cubicBezTo>
                  <a:cubicBezTo>
                    <a:pt x="909" y="451"/>
                    <a:pt x="909" y="451"/>
                    <a:pt x="909" y="450"/>
                  </a:cubicBezTo>
                  <a:cubicBezTo>
                    <a:pt x="913" y="407"/>
                    <a:pt x="933" y="88"/>
                    <a:pt x="936" y="32"/>
                  </a:cubicBezTo>
                  <a:cubicBezTo>
                    <a:pt x="950" y="32"/>
                    <a:pt x="950" y="32"/>
                    <a:pt x="950" y="32"/>
                  </a:cubicBezTo>
                  <a:cubicBezTo>
                    <a:pt x="972" y="32"/>
                    <a:pt x="972" y="32"/>
                    <a:pt x="972" y="32"/>
                  </a:cubicBezTo>
                  <a:cubicBezTo>
                    <a:pt x="972" y="0"/>
                    <a:pt x="972" y="0"/>
                    <a:pt x="972" y="0"/>
                  </a:cubicBezTo>
                  <a:cubicBezTo>
                    <a:pt x="0" y="0"/>
                    <a:pt x="0" y="0"/>
                    <a:pt x="0" y="0"/>
                  </a:cubicBezTo>
                  <a:cubicBezTo>
                    <a:pt x="0" y="32"/>
                    <a:pt x="0" y="32"/>
                    <a:pt x="0" y="32"/>
                  </a:cubicBezTo>
                  <a:cubicBezTo>
                    <a:pt x="28" y="32"/>
                    <a:pt x="28" y="32"/>
                    <a:pt x="28" y="32"/>
                  </a:cubicBezTo>
                  <a:cubicBezTo>
                    <a:pt x="41" y="32"/>
                    <a:pt x="41" y="32"/>
                    <a:pt x="41" y="32"/>
                  </a:cubicBezTo>
                  <a:cubicBezTo>
                    <a:pt x="42" y="48"/>
                    <a:pt x="45" y="89"/>
                    <a:pt x="48" y="138"/>
                  </a:cubicBezTo>
                  <a:close/>
                  <a:moveTo>
                    <a:pt x="684" y="187"/>
                  </a:moveTo>
                  <a:cubicBezTo>
                    <a:pt x="652" y="190"/>
                    <a:pt x="642" y="200"/>
                    <a:pt x="639" y="232"/>
                  </a:cubicBezTo>
                  <a:cubicBezTo>
                    <a:pt x="638" y="232"/>
                    <a:pt x="638" y="232"/>
                    <a:pt x="638" y="232"/>
                  </a:cubicBezTo>
                  <a:cubicBezTo>
                    <a:pt x="635" y="200"/>
                    <a:pt x="624" y="190"/>
                    <a:pt x="592" y="187"/>
                  </a:cubicBezTo>
                  <a:cubicBezTo>
                    <a:pt x="592" y="186"/>
                    <a:pt x="592" y="186"/>
                    <a:pt x="592" y="186"/>
                  </a:cubicBezTo>
                  <a:cubicBezTo>
                    <a:pt x="624" y="183"/>
                    <a:pt x="635" y="176"/>
                    <a:pt x="638" y="144"/>
                  </a:cubicBezTo>
                  <a:cubicBezTo>
                    <a:pt x="639" y="144"/>
                    <a:pt x="639" y="144"/>
                    <a:pt x="639" y="144"/>
                  </a:cubicBezTo>
                  <a:cubicBezTo>
                    <a:pt x="642" y="176"/>
                    <a:pt x="652" y="183"/>
                    <a:pt x="684" y="186"/>
                  </a:cubicBezTo>
                  <a:lnTo>
                    <a:pt x="684" y="187"/>
                  </a:lnTo>
                  <a:close/>
                  <a:moveTo>
                    <a:pt x="796" y="264"/>
                  </a:moveTo>
                  <a:cubicBezTo>
                    <a:pt x="756" y="267"/>
                    <a:pt x="747" y="280"/>
                    <a:pt x="744" y="316"/>
                  </a:cubicBezTo>
                  <a:cubicBezTo>
                    <a:pt x="742" y="316"/>
                    <a:pt x="742" y="316"/>
                    <a:pt x="742" y="316"/>
                  </a:cubicBezTo>
                  <a:cubicBezTo>
                    <a:pt x="739" y="280"/>
                    <a:pt x="728" y="267"/>
                    <a:pt x="692" y="264"/>
                  </a:cubicBezTo>
                  <a:cubicBezTo>
                    <a:pt x="692" y="262"/>
                    <a:pt x="692" y="262"/>
                    <a:pt x="692" y="262"/>
                  </a:cubicBezTo>
                  <a:cubicBezTo>
                    <a:pt x="728" y="259"/>
                    <a:pt x="739" y="252"/>
                    <a:pt x="742" y="212"/>
                  </a:cubicBezTo>
                  <a:cubicBezTo>
                    <a:pt x="744" y="212"/>
                    <a:pt x="744" y="212"/>
                    <a:pt x="744" y="212"/>
                  </a:cubicBezTo>
                  <a:cubicBezTo>
                    <a:pt x="747" y="252"/>
                    <a:pt x="756" y="259"/>
                    <a:pt x="796" y="262"/>
                  </a:cubicBezTo>
                  <a:lnTo>
                    <a:pt x="796" y="2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39"/>
            <p:cNvSpPr>
              <a:spLocks/>
            </p:cNvSpPr>
            <p:nvPr/>
          </p:nvSpPr>
          <p:spPr bwMode="auto">
            <a:xfrm>
              <a:off x="9826625" y="1531938"/>
              <a:ext cx="225425" cy="430213"/>
            </a:xfrm>
            <a:custGeom>
              <a:avLst/>
              <a:gdLst>
                <a:gd name="T0" fmla="*/ 59 w 142"/>
                <a:gd name="T1" fmla="*/ 9 h 270"/>
                <a:gd name="T2" fmla="*/ 8 w 142"/>
                <a:gd name="T3" fmla="*/ 0 h 270"/>
                <a:gd name="T4" fmla="*/ 0 w 142"/>
                <a:gd name="T5" fmla="*/ 247 h 270"/>
                <a:gd name="T6" fmla="*/ 128 w 142"/>
                <a:gd name="T7" fmla="*/ 255 h 270"/>
                <a:gd name="T8" fmla="*/ 75 w 142"/>
                <a:gd name="T9" fmla="*/ 7 h 270"/>
                <a:gd name="T10" fmla="*/ 59 w 142"/>
                <a:gd name="T11" fmla="*/ 9 h 270"/>
              </a:gdLst>
              <a:ahLst/>
              <a:cxnLst>
                <a:cxn ang="0">
                  <a:pos x="T0" y="T1"/>
                </a:cxn>
                <a:cxn ang="0">
                  <a:pos x="T2" y="T3"/>
                </a:cxn>
                <a:cxn ang="0">
                  <a:pos x="T4" y="T5"/>
                </a:cxn>
                <a:cxn ang="0">
                  <a:pos x="T6" y="T7"/>
                </a:cxn>
                <a:cxn ang="0">
                  <a:pos x="T8" y="T9"/>
                </a:cxn>
                <a:cxn ang="0">
                  <a:pos x="T10" y="T11"/>
                </a:cxn>
              </a:cxnLst>
              <a:rect l="0" t="0" r="r" b="b"/>
              <a:pathLst>
                <a:path w="142" h="270">
                  <a:moveTo>
                    <a:pt x="59" y="9"/>
                  </a:moveTo>
                  <a:cubicBezTo>
                    <a:pt x="41" y="9"/>
                    <a:pt x="22" y="4"/>
                    <a:pt x="8" y="0"/>
                  </a:cubicBezTo>
                  <a:cubicBezTo>
                    <a:pt x="0" y="247"/>
                    <a:pt x="0" y="247"/>
                    <a:pt x="0" y="247"/>
                  </a:cubicBezTo>
                  <a:cubicBezTo>
                    <a:pt x="0" y="247"/>
                    <a:pt x="74" y="203"/>
                    <a:pt x="128" y="255"/>
                  </a:cubicBezTo>
                  <a:cubicBezTo>
                    <a:pt x="142" y="270"/>
                    <a:pt x="95" y="104"/>
                    <a:pt x="75" y="7"/>
                  </a:cubicBezTo>
                  <a:cubicBezTo>
                    <a:pt x="70" y="8"/>
                    <a:pt x="65" y="9"/>
                    <a:pt x="59"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40"/>
            <p:cNvSpPr>
              <a:spLocks/>
            </p:cNvSpPr>
            <p:nvPr/>
          </p:nvSpPr>
          <p:spPr bwMode="auto">
            <a:xfrm>
              <a:off x="9840913" y="1476375"/>
              <a:ext cx="100013" cy="49213"/>
            </a:xfrm>
            <a:custGeom>
              <a:avLst/>
              <a:gdLst>
                <a:gd name="T0" fmla="*/ 0 w 63"/>
                <a:gd name="T1" fmla="*/ 17 h 30"/>
                <a:gd name="T2" fmla="*/ 63 w 63"/>
                <a:gd name="T3" fmla="*/ 26 h 30"/>
                <a:gd name="T4" fmla="*/ 59 w 63"/>
                <a:gd name="T5" fmla="*/ 0 h 30"/>
                <a:gd name="T6" fmla="*/ 7 w 63"/>
                <a:gd name="T7" fmla="*/ 11 h 30"/>
                <a:gd name="T8" fmla="*/ 0 w 63"/>
                <a:gd name="T9" fmla="*/ 10 h 30"/>
                <a:gd name="T10" fmla="*/ 0 w 63"/>
                <a:gd name="T11" fmla="*/ 17 h 30"/>
              </a:gdLst>
              <a:ahLst/>
              <a:cxnLst>
                <a:cxn ang="0">
                  <a:pos x="T0" y="T1"/>
                </a:cxn>
                <a:cxn ang="0">
                  <a:pos x="T2" y="T3"/>
                </a:cxn>
                <a:cxn ang="0">
                  <a:pos x="T4" y="T5"/>
                </a:cxn>
                <a:cxn ang="0">
                  <a:pos x="T6" y="T7"/>
                </a:cxn>
                <a:cxn ang="0">
                  <a:pos x="T8" y="T9"/>
                </a:cxn>
                <a:cxn ang="0">
                  <a:pos x="T10" y="T11"/>
                </a:cxn>
              </a:cxnLst>
              <a:rect l="0" t="0" r="r" b="b"/>
              <a:pathLst>
                <a:path w="63" h="30">
                  <a:moveTo>
                    <a:pt x="0" y="17"/>
                  </a:moveTo>
                  <a:cubicBezTo>
                    <a:pt x="18" y="23"/>
                    <a:pt x="46" y="30"/>
                    <a:pt x="63" y="26"/>
                  </a:cubicBezTo>
                  <a:cubicBezTo>
                    <a:pt x="62" y="16"/>
                    <a:pt x="60" y="7"/>
                    <a:pt x="59" y="0"/>
                  </a:cubicBezTo>
                  <a:cubicBezTo>
                    <a:pt x="41" y="9"/>
                    <a:pt x="22" y="11"/>
                    <a:pt x="7" y="11"/>
                  </a:cubicBezTo>
                  <a:cubicBezTo>
                    <a:pt x="5" y="11"/>
                    <a:pt x="2" y="11"/>
                    <a:pt x="0" y="10"/>
                  </a:cubicBezTo>
                  <a:lnTo>
                    <a:pt x="0"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41"/>
            <p:cNvSpPr>
              <a:spLocks/>
            </p:cNvSpPr>
            <p:nvPr/>
          </p:nvSpPr>
          <p:spPr bwMode="auto">
            <a:xfrm>
              <a:off x="8983663" y="1301750"/>
              <a:ext cx="120650" cy="122238"/>
            </a:xfrm>
            <a:custGeom>
              <a:avLst/>
              <a:gdLst>
                <a:gd name="T0" fmla="*/ 72 w 76"/>
                <a:gd name="T1" fmla="*/ 0 h 77"/>
                <a:gd name="T2" fmla="*/ 0 w 76"/>
                <a:gd name="T3" fmla="*/ 72 h 77"/>
                <a:gd name="T4" fmla="*/ 4 w 76"/>
                <a:gd name="T5" fmla="*/ 77 h 77"/>
                <a:gd name="T6" fmla="*/ 76 w 76"/>
                <a:gd name="T7" fmla="*/ 5 h 77"/>
                <a:gd name="T8" fmla="*/ 72 w 76"/>
                <a:gd name="T9" fmla="*/ 0 h 77"/>
              </a:gdLst>
              <a:ahLst/>
              <a:cxnLst>
                <a:cxn ang="0">
                  <a:pos x="T0" y="T1"/>
                </a:cxn>
                <a:cxn ang="0">
                  <a:pos x="T2" y="T3"/>
                </a:cxn>
                <a:cxn ang="0">
                  <a:pos x="T4" y="T5"/>
                </a:cxn>
                <a:cxn ang="0">
                  <a:pos x="T6" y="T7"/>
                </a:cxn>
                <a:cxn ang="0">
                  <a:pos x="T8" y="T9"/>
                </a:cxn>
              </a:cxnLst>
              <a:rect l="0" t="0" r="r" b="b"/>
              <a:pathLst>
                <a:path w="76" h="77">
                  <a:moveTo>
                    <a:pt x="72" y="0"/>
                  </a:moveTo>
                  <a:lnTo>
                    <a:pt x="0" y="72"/>
                  </a:lnTo>
                  <a:lnTo>
                    <a:pt x="4" y="77"/>
                  </a:lnTo>
                  <a:lnTo>
                    <a:pt x="76" y="5"/>
                  </a:lnTo>
                  <a:lnTo>
                    <a:pt x="7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42"/>
            <p:cNvSpPr>
              <a:spLocks/>
            </p:cNvSpPr>
            <p:nvPr/>
          </p:nvSpPr>
          <p:spPr bwMode="auto">
            <a:xfrm>
              <a:off x="9015413" y="1333500"/>
              <a:ext cx="122238" cy="122238"/>
            </a:xfrm>
            <a:custGeom>
              <a:avLst/>
              <a:gdLst>
                <a:gd name="T0" fmla="*/ 0 w 77"/>
                <a:gd name="T1" fmla="*/ 73 h 77"/>
                <a:gd name="T2" fmla="*/ 4 w 77"/>
                <a:gd name="T3" fmla="*/ 77 h 77"/>
                <a:gd name="T4" fmla="*/ 77 w 77"/>
                <a:gd name="T5" fmla="*/ 5 h 77"/>
                <a:gd name="T6" fmla="*/ 72 w 77"/>
                <a:gd name="T7" fmla="*/ 0 h 77"/>
                <a:gd name="T8" fmla="*/ 0 w 77"/>
                <a:gd name="T9" fmla="*/ 73 h 77"/>
              </a:gdLst>
              <a:ahLst/>
              <a:cxnLst>
                <a:cxn ang="0">
                  <a:pos x="T0" y="T1"/>
                </a:cxn>
                <a:cxn ang="0">
                  <a:pos x="T2" y="T3"/>
                </a:cxn>
                <a:cxn ang="0">
                  <a:pos x="T4" y="T5"/>
                </a:cxn>
                <a:cxn ang="0">
                  <a:pos x="T6" y="T7"/>
                </a:cxn>
                <a:cxn ang="0">
                  <a:pos x="T8" y="T9"/>
                </a:cxn>
              </a:cxnLst>
              <a:rect l="0" t="0" r="r" b="b"/>
              <a:pathLst>
                <a:path w="77" h="77">
                  <a:moveTo>
                    <a:pt x="0" y="73"/>
                  </a:moveTo>
                  <a:lnTo>
                    <a:pt x="4" y="77"/>
                  </a:lnTo>
                  <a:lnTo>
                    <a:pt x="77" y="5"/>
                  </a:lnTo>
                  <a:lnTo>
                    <a:pt x="72" y="0"/>
                  </a:lnTo>
                  <a:lnTo>
                    <a:pt x="0" y="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43"/>
            <p:cNvSpPr>
              <a:spLocks/>
            </p:cNvSpPr>
            <p:nvPr/>
          </p:nvSpPr>
          <p:spPr bwMode="auto">
            <a:xfrm>
              <a:off x="8937625" y="1255713"/>
              <a:ext cx="244475" cy="247650"/>
            </a:xfrm>
            <a:custGeom>
              <a:avLst/>
              <a:gdLst>
                <a:gd name="T0" fmla="*/ 0 w 154"/>
                <a:gd name="T1" fmla="*/ 151 h 156"/>
                <a:gd name="T2" fmla="*/ 4 w 154"/>
                <a:gd name="T3" fmla="*/ 156 h 156"/>
                <a:gd name="T4" fmla="*/ 154 w 154"/>
                <a:gd name="T5" fmla="*/ 5 h 156"/>
                <a:gd name="T6" fmla="*/ 150 w 154"/>
                <a:gd name="T7" fmla="*/ 0 h 156"/>
                <a:gd name="T8" fmla="*/ 0 w 154"/>
                <a:gd name="T9" fmla="*/ 151 h 156"/>
              </a:gdLst>
              <a:ahLst/>
              <a:cxnLst>
                <a:cxn ang="0">
                  <a:pos x="T0" y="T1"/>
                </a:cxn>
                <a:cxn ang="0">
                  <a:pos x="T2" y="T3"/>
                </a:cxn>
                <a:cxn ang="0">
                  <a:pos x="T4" y="T5"/>
                </a:cxn>
                <a:cxn ang="0">
                  <a:pos x="T6" y="T7"/>
                </a:cxn>
                <a:cxn ang="0">
                  <a:pos x="T8" y="T9"/>
                </a:cxn>
              </a:cxnLst>
              <a:rect l="0" t="0" r="r" b="b"/>
              <a:pathLst>
                <a:path w="154" h="156">
                  <a:moveTo>
                    <a:pt x="0" y="151"/>
                  </a:moveTo>
                  <a:lnTo>
                    <a:pt x="4" y="156"/>
                  </a:lnTo>
                  <a:lnTo>
                    <a:pt x="154" y="5"/>
                  </a:lnTo>
                  <a:lnTo>
                    <a:pt x="150" y="0"/>
                  </a:lnTo>
                  <a:lnTo>
                    <a:pt x="0" y="1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44"/>
            <p:cNvSpPr>
              <a:spLocks/>
            </p:cNvSpPr>
            <p:nvPr/>
          </p:nvSpPr>
          <p:spPr bwMode="auto">
            <a:xfrm>
              <a:off x="9412288" y="1479550"/>
              <a:ext cx="122238" cy="122238"/>
            </a:xfrm>
            <a:custGeom>
              <a:avLst/>
              <a:gdLst>
                <a:gd name="T0" fmla="*/ 4 w 77"/>
                <a:gd name="T1" fmla="*/ 77 h 77"/>
                <a:gd name="T2" fmla="*/ 77 w 77"/>
                <a:gd name="T3" fmla="*/ 4 h 77"/>
                <a:gd name="T4" fmla="*/ 73 w 77"/>
                <a:gd name="T5" fmla="*/ 0 h 77"/>
                <a:gd name="T6" fmla="*/ 0 w 77"/>
                <a:gd name="T7" fmla="*/ 73 h 77"/>
                <a:gd name="T8" fmla="*/ 4 w 77"/>
                <a:gd name="T9" fmla="*/ 77 h 77"/>
              </a:gdLst>
              <a:ahLst/>
              <a:cxnLst>
                <a:cxn ang="0">
                  <a:pos x="T0" y="T1"/>
                </a:cxn>
                <a:cxn ang="0">
                  <a:pos x="T2" y="T3"/>
                </a:cxn>
                <a:cxn ang="0">
                  <a:pos x="T4" y="T5"/>
                </a:cxn>
                <a:cxn ang="0">
                  <a:pos x="T6" y="T7"/>
                </a:cxn>
                <a:cxn ang="0">
                  <a:pos x="T8" y="T9"/>
                </a:cxn>
              </a:cxnLst>
              <a:rect l="0" t="0" r="r" b="b"/>
              <a:pathLst>
                <a:path w="77" h="77">
                  <a:moveTo>
                    <a:pt x="4" y="77"/>
                  </a:moveTo>
                  <a:lnTo>
                    <a:pt x="77" y="4"/>
                  </a:lnTo>
                  <a:lnTo>
                    <a:pt x="73" y="0"/>
                  </a:lnTo>
                  <a:lnTo>
                    <a:pt x="0" y="73"/>
                  </a:lnTo>
                  <a:lnTo>
                    <a:pt x="4" y="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45"/>
            <p:cNvSpPr>
              <a:spLocks/>
            </p:cNvSpPr>
            <p:nvPr/>
          </p:nvSpPr>
          <p:spPr bwMode="auto">
            <a:xfrm>
              <a:off x="9444038" y="1512888"/>
              <a:ext cx="123825" cy="120650"/>
            </a:xfrm>
            <a:custGeom>
              <a:avLst/>
              <a:gdLst>
                <a:gd name="T0" fmla="*/ 0 w 78"/>
                <a:gd name="T1" fmla="*/ 72 h 76"/>
                <a:gd name="T2" fmla="*/ 4 w 78"/>
                <a:gd name="T3" fmla="*/ 76 h 76"/>
                <a:gd name="T4" fmla="*/ 78 w 78"/>
                <a:gd name="T5" fmla="*/ 4 h 76"/>
                <a:gd name="T6" fmla="*/ 73 w 78"/>
                <a:gd name="T7" fmla="*/ 0 h 76"/>
                <a:gd name="T8" fmla="*/ 0 w 78"/>
                <a:gd name="T9" fmla="*/ 72 h 76"/>
              </a:gdLst>
              <a:ahLst/>
              <a:cxnLst>
                <a:cxn ang="0">
                  <a:pos x="T0" y="T1"/>
                </a:cxn>
                <a:cxn ang="0">
                  <a:pos x="T2" y="T3"/>
                </a:cxn>
                <a:cxn ang="0">
                  <a:pos x="T4" y="T5"/>
                </a:cxn>
                <a:cxn ang="0">
                  <a:pos x="T6" y="T7"/>
                </a:cxn>
                <a:cxn ang="0">
                  <a:pos x="T8" y="T9"/>
                </a:cxn>
              </a:cxnLst>
              <a:rect l="0" t="0" r="r" b="b"/>
              <a:pathLst>
                <a:path w="78" h="76">
                  <a:moveTo>
                    <a:pt x="0" y="72"/>
                  </a:moveTo>
                  <a:lnTo>
                    <a:pt x="4" y="76"/>
                  </a:lnTo>
                  <a:lnTo>
                    <a:pt x="78" y="4"/>
                  </a:lnTo>
                  <a:lnTo>
                    <a:pt x="73" y="0"/>
                  </a:lnTo>
                  <a:lnTo>
                    <a:pt x="0"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46"/>
            <p:cNvSpPr>
              <a:spLocks/>
            </p:cNvSpPr>
            <p:nvPr/>
          </p:nvSpPr>
          <p:spPr bwMode="auto">
            <a:xfrm>
              <a:off x="9366250" y="1433513"/>
              <a:ext cx="246063" cy="246063"/>
            </a:xfrm>
            <a:custGeom>
              <a:avLst/>
              <a:gdLst>
                <a:gd name="T0" fmla="*/ 0 w 155"/>
                <a:gd name="T1" fmla="*/ 151 h 155"/>
                <a:gd name="T2" fmla="*/ 4 w 155"/>
                <a:gd name="T3" fmla="*/ 155 h 155"/>
                <a:gd name="T4" fmla="*/ 155 w 155"/>
                <a:gd name="T5" fmla="*/ 4 h 155"/>
                <a:gd name="T6" fmla="*/ 151 w 155"/>
                <a:gd name="T7" fmla="*/ 0 h 155"/>
                <a:gd name="T8" fmla="*/ 0 w 155"/>
                <a:gd name="T9" fmla="*/ 151 h 155"/>
              </a:gdLst>
              <a:ahLst/>
              <a:cxnLst>
                <a:cxn ang="0">
                  <a:pos x="T0" y="T1"/>
                </a:cxn>
                <a:cxn ang="0">
                  <a:pos x="T2" y="T3"/>
                </a:cxn>
                <a:cxn ang="0">
                  <a:pos x="T4" y="T5"/>
                </a:cxn>
                <a:cxn ang="0">
                  <a:pos x="T6" y="T7"/>
                </a:cxn>
                <a:cxn ang="0">
                  <a:pos x="T8" y="T9"/>
                </a:cxn>
              </a:cxnLst>
              <a:rect l="0" t="0" r="r" b="b"/>
              <a:pathLst>
                <a:path w="155" h="155">
                  <a:moveTo>
                    <a:pt x="0" y="151"/>
                  </a:moveTo>
                  <a:lnTo>
                    <a:pt x="4" y="155"/>
                  </a:lnTo>
                  <a:lnTo>
                    <a:pt x="155" y="4"/>
                  </a:lnTo>
                  <a:lnTo>
                    <a:pt x="151" y="0"/>
                  </a:lnTo>
                  <a:lnTo>
                    <a:pt x="0" y="1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47"/>
            <p:cNvSpPr>
              <a:spLocks/>
            </p:cNvSpPr>
            <p:nvPr/>
          </p:nvSpPr>
          <p:spPr bwMode="auto">
            <a:xfrm>
              <a:off x="9420225" y="1246188"/>
              <a:ext cx="122238" cy="127000"/>
            </a:xfrm>
            <a:custGeom>
              <a:avLst/>
              <a:gdLst>
                <a:gd name="T0" fmla="*/ 76 w 76"/>
                <a:gd name="T1" fmla="*/ 38 h 80"/>
                <a:gd name="T2" fmla="*/ 38 w 76"/>
                <a:gd name="T3" fmla="*/ 0 h 80"/>
                <a:gd name="T4" fmla="*/ 37 w 76"/>
                <a:gd name="T5" fmla="*/ 0 h 80"/>
                <a:gd name="T6" fmla="*/ 0 w 76"/>
                <a:gd name="T7" fmla="*/ 38 h 80"/>
                <a:gd name="T8" fmla="*/ 0 w 76"/>
                <a:gd name="T9" fmla="*/ 39 h 80"/>
                <a:gd name="T10" fmla="*/ 37 w 76"/>
                <a:gd name="T11" fmla="*/ 80 h 80"/>
                <a:gd name="T12" fmla="*/ 38 w 76"/>
                <a:gd name="T13" fmla="*/ 80 h 80"/>
                <a:gd name="T14" fmla="*/ 76 w 76"/>
                <a:gd name="T15" fmla="*/ 39 h 80"/>
                <a:gd name="T16" fmla="*/ 76 w 76"/>
                <a:gd name="T17" fmla="*/ 3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80">
                  <a:moveTo>
                    <a:pt x="76" y="38"/>
                  </a:moveTo>
                  <a:cubicBezTo>
                    <a:pt x="48" y="35"/>
                    <a:pt x="40" y="28"/>
                    <a:pt x="38" y="0"/>
                  </a:cubicBezTo>
                  <a:cubicBezTo>
                    <a:pt x="37" y="0"/>
                    <a:pt x="37" y="0"/>
                    <a:pt x="37" y="0"/>
                  </a:cubicBezTo>
                  <a:cubicBezTo>
                    <a:pt x="35" y="28"/>
                    <a:pt x="28" y="35"/>
                    <a:pt x="0" y="38"/>
                  </a:cubicBezTo>
                  <a:cubicBezTo>
                    <a:pt x="0" y="39"/>
                    <a:pt x="0" y="39"/>
                    <a:pt x="0" y="39"/>
                  </a:cubicBezTo>
                  <a:cubicBezTo>
                    <a:pt x="28" y="41"/>
                    <a:pt x="35" y="52"/>
                    <a:pt x="37" y="80"/>
                  </a:cubicBezTo>
                  <a:cubicBezTo>
                    <a:pt x="38" y="80"/>
                    <a:pt x="38" y="80"/>
                    <a:pt x="38" y="80"/>
                  </a:cubicBezTo>
                  <a:cubicBezTo>
                    <a:pt x="40" y="52"/>
                    <a:pt x="48" y="41"/>
                    <a:pt x="76" y="39"/>
                  </a:cubicBezTo>
                  <a:lnTo>
                    <a:pt x="76"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48"/>
            <p:cNvSpPr>
              <a:spLocks/>
            </p:cNvSpPr>
            <p:nvPr/>
          </p:nvSpPr>
          <p:spPr bwMode="auto">
            <a:xfrm>
              <a:off x="9305925" y="1354138"/>
              <a:ext cx="152400" cy="147638"/>
            </a:xfrm>
            <a:custGeom>
              <a:avLst/>
              <a:gdLst>
                <a:gd name="T0" fmla="*/ 49 w 96"/>
                <a:gd name="T1" fmla="*/ 92 h 92"/>
                <a:gd name="T2" fmla="*/ 96 w 96"/>
                <a:gd name="T3" fmla="*/ 44 h 92"/>
                <a:gd name="T4" fmla="*/ 96 w 96"/>
                <a:gd name="T5" fmla="*/ 42 h 92"/>
                <a:gd name="T6" fmla="*/ 49 w 96"/>
                <a:gd name="T7" fmla="*/ 0 h 92"/>
                <a:gd name="T8" fmla="*/ 47 w 96"/>
                <a:gd name="T9" fmla="*/ 0 h 92"/>
                <a:gd name="T10" fmla="*/ 0 w 96"/>
                <a:gd name="T11" fmla="*/ 42 h 92"/>
                <a:gd name="T12" fmla="*/ 0 w 96"/>
                <a:gd name="T13" fmla="*/ 44 h 92"/>
                <a:gd name="T14" fmla="*/ 47 w 96"/>
                <a:gd name="T15" fmla="*/ 92 h 92"/>
                <a:gd name="T16" fmla="*/ 49 w 96"/>
                <a:gd name="T17"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6" h="92">
                  <a:moveTo>
                    <a:pt x="49" y="92"/>
                  </a:moveTo>
                  <a:cubicBezTo>
                    <a:pt x="51" y="56"/>
                    <a:pt x="60" y="46"/>
                    <a:pt x="96" y="44"/>
                  </a:cubicBezTo>
                  <a:cubicBezTo>
                    <a:pt x="96" y="42"/>
                    <a:pt x="96" y="42"/>
                    <a:pt x="96" y="42"/>
                  </a:cubicBezTo>
                  <a:cubicBezTo>
                    <a:pt x="60" y="39"/>
                    <a:pt x="51" y="32"/>
                    <a:pt x="49" y="0"/>
                  </a:cubicBezTo>
                  <a:cubicBezTo>
                    <a:pt x="47" y="0"/>
                    <a:pt x="47" y="0"/>
                    <a:pt x="47" y="0"/>
                  </a:cubicBezTo>
                  <a:cubicBezTo>
                    <a:pt x="44" y="32"/>
                    <a:pt x="36" y="39"/>
                    <a:pt x="0" y="42"/>
                  </a:cubicBezTo>
                  <a:cubicBezTo>
                    <a:pt x="0" y="44"/>
                    <a:pt x="0" y="44"/>
                    <a:pt x="0" y="44"/>
                  </a:cubicBezTo>
                  <a:cubicBezTo>
                    <a:pt x="36" y="46"/>
                    <a:pt x="44" y="56"/>
                    <a:pt x="47" y="92"/>
                  </a:cubicBezTo>
                  <a:lnTo>
                    <a:pt x="49" y="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49"/>
            <p:cNvSpPr>
              <a:spLocks noEditPoints="1"/>
            </p:cNvSpPr>
            <p:nvPr/>
          </p:nvSpPr>
          <p:spPr bwMode="auto">
            <a:xfrm>
              <a:off x="8448675" y="969963"/>
              <a:ext cx="287338" cy="287338"/>
            </a:xfrm>
            <a:custGeom>
              <a:avLst/>
              <a:gdLst>
                <a:gd name="T0" fmla="*/ 90 w 180"/>
                <a:gd name="T1" fmla="*/ 180 h 180"/>
                <a:gd name="T2" fmla="*/ 180 w 180"/>
                <a:gd name="T3" fmla="*/ 90 h 180"/>
                <a:gd name="T4" fmla="*/ 90 w 180"/>
                <a:gd name="T5" fmla="*/ 0 h 180"/>
                <a:gd name="T6" fmla="*/ 0 w 180"/>
                <a:gd name="T7" fmla="*/ 90 h 180"/>
                <a:gd name="T8" fmla="*/ 90 w 180"/>
                <a:gd name="T9" fmla="*/ 180 h 180"/>
                <a:gd name="T10" fmla="*/ 34 w 180"/>
                <a:gd name="T11" fmla="*/ 125 h 180"/>
                <a:gd name="T12" fmla="*/ 146 w 180"/>
                <a:gd name="T13" fmla="*/ 125 h 180"/>
                <a:gd name="T14" fmla="*/ 90 w 180"/>
                <a:gd name="T15" fmla="*/ 156 h 180"/>
                <a:gd name="T16" fmla="*/ 34 w 180"/>
                <a:gd name="T17" fmla="*/ 125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0" h="180">
                  <a:moveTo>
                    <a:pt x="90" y="180"/>
                  </a:moveTo>
                  <a:cubicBezTo>
                    <a:pt x="140" y="180"/>
                    <a:pt x="180" y="140"/>
                    <a:pt x="180" y="90"/>
                  </a:cubicBezTo>
                  <a:cubicBezTo>
                    <a:pt x="180" y="41"/>
                    <a:pt x="140" y="0"/>
                    <a:pt x="90" y="0"/>
                  </a:cubicBezTo>
                  <a:cubicBezTo>
                    <a:pt x="41" y="0"/>
                    <a:pt x="0" y="41"/>
                    <a:pt x="0" y="90"/>
                  </a:cubicBezTo>
                  <a:cubicBezTo>
                    <a:pt x="0" y="140"/>
                    <a:pt x="41" y="180"/>
                    <a:pt x="90" y="180"/>
                  </a:cubicBezTo>
                  <a:close/>
                  <a:moveTo>
                    <a:pt x="34" y="125"/>
                  </a:moveTo>
                  <a:cubicBezTo>
                    <a:pt x="146" y="125"/>
                    <a:pt x="146" y="125"/>
                    <a:pt x="146" y="125"/>
                  </a:cubicBezTo>
                  <a:cubicBezTo>
                    <a:pt x="135" y="145"/>
                    <a:pt x="114" y="156"/>
                    <a:pt x="90" y="156"/>
                  </a:cubicBezTo>
                  <a:cubicBezTo>
                    <a:pt x="67" y="156"/>
                    <a:pt x="46" y="145"/>
                    <a:pt x="34" y="1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50"/>
            <p:cNvSpPr>
              <a:spLocks/>
            </p:cNvSpPr>
            <p:nvPr/>
          </p:nvSpPr>
          <p:spPr bwMode="auto">
            <a:xfrm>
              <a:off x="8043863" y="1127125"/>
              <a:ext cx="1003300" cy="1357313"/>
            </a:xfrm>
            <a:custGeom>
              <a:avLst/>
              <a:gdLst>
                <a:gd name="T0" fmla="*/ 155 w 629"/>
                <a:gd name="T1" fmla="*/ 241 h 850"/>
                <a:gd name="T2" fmla="*/ 235 w 629"/>
                <a:gd name="T3" fmla="*/ 200 h 850"/>
                <a:gd name="T4" fmla="*/ 235 w 629"/>
                <a:gd name="T5" fmla="*/ 333 h 850"/>
                <a:gd name="T6" fmla="*/ 235 w 629"/>
                <a:gd name="T7" fmla="*/ 409 h 850"/>
                <a:gd name="T8" fmla="*/ 235 w 629"/>
                <a:gd name="T9" fmla="*/ 801 h 850"/>
                <a:gd name="T10" fmla="*/ 285 w 629"/>
                <a:gd name="T11" fmla="*/ 850 h 850"/>
                <a:gd name="T12" fmla="*/ 335 w 629"/>
                <a:gd name="T13" fmla="*/ 801 h 850"/>
                <a:gd name="T14" fmla="*/ 335 w 629"/>
                <a:gd name="T15" fmla="*/ 442 h 850"/>
                <a:gd name="T16" fmla="*/ 355 w 629"/>
                <a:gd name="T17" fmla="*/ 442 h 850"/>
                <a:gd name="T18" fmla="*/ 355 w 629"/>
                <a:gd name="T19" fmla="*/ 801 h 850"/>
                <a:gd name="T20" fmla="*/ 403 w 629"/>
                <a:gd name="T21" fmla="*/ 850 h 850"/>
                <a:gd name="T22" fmla="*/ 451 w 629"/>
                <a:gd name="T23" fmla="*/ 801 h 850"/>
                <a:gd name="T24" fmla="*/ 451 w 629"/>
                <a:gd name="T25" fmla="*/ 409 h 850"/>
                <a:gd name="T26" fmla="*/ 451 w 629"/>
                <a:gd name="T27" fmla="*/ 333 h 850"/>
                <a:gd name="T28" fmla="*/ 451 w 629"/>
                <a:gd name="T29" fmla="*/ 200 h 850"/>
                <a:gd name="T30" fmla="*/ 476 w 629"/>
                <a:gd name="T31" fmla="*/ 305 h 850"/>
                <a:gd name="T32" fmla="*/ 499 w 629"/>
                <a:gd name="T33" fmla="*/ 343 h 850"/>
                <a:gd name="T34" fmla="*/ 567 w 629"/>
                <a:gd name="T35" fmla="*/ 361 h 850"/>
                <a:gd name="T36" fmla="*/ 612 w 629"/>
                <a:gd name="T37" fmla="*/ 357 h 850"/>
                <a:gd name="T38" fmla="*/ 601 w 629"/>
                <a:gd name="T39" fmla="*/ 294 h 850"/>
                <a:gd name="T40" fmla="*/ 584 w 629"/>
                <a:gd name="T41" fmla="*/ 296 h 850"/>
                <a:gd name="T42" fmla="*/ 587 w 629"/>
                <a:gd name="T43" fmla="*/ 276 h 850"/>
                <a:gd name="T44" fmla="*/ 579 w 629"/>
                <a:gd name="T45" fmla="*/ 267 h 850"/>
                <a:gd name="T46" fmla="*/ 569 w 629"/>
                <a:gd name="T47" fmla="*/ 275 h 850"/>
                <a:gd name="T48" fmla="*/ 565 w 629"/>
                <a:gd name="T49" fmla="*/ 296 h 850"/>
                <a:gd name="T50" fmla="*/ 566 w 629"/>
                <a:gd name="T51" fmla="*/ 297 h 850"/>
                <a:gd name="T52" fmla="*/ 540 w 629"/>
                <a:gd name="T53" fmla="*/ 294 h 850"/>
                <a:gd name="T54" fmla="*/ 473 w 629"/>
                <a:gd name="T55" fmla="*/ 124 h 850"/>
                <a:gd name="T56" fmla="*/ 423 w 629"/>
                <a:gd name="T57" fmla="*/ 105 h 850"/>
                <a:gd name="T58" fmla="*/ 422 w 629"/>
                <a:gd name="T59" fmla="*/ 106 h 850"/>
                <a:gd name="T60" fmla="*/ 267 w 629"/>
                <a:gd name="T61" fmla="*/ 106 h 850"/>
                <a:gd name="T62" fmla="*/ 266 w 629"/>
                <a:gd name="T63" fmla="*/ 105 h 850"/>
                <a:gd name="T64" fmla="*/ 265 w 629"/>
                <a:gd name="T65" fmla="*/ 105 h 850"/>
                <a:gd name="T66" fmla="*/ 198 w 629"/>
                <a:gd name="T67" fmla="*/ 147 h 850"/>
                <a:gd name="T68" fmla="*/ 161 w 629"/>
                <a:gd name="T69" fmla="*/ 177 h 850"/>
                <a:gd name="T70" fmla="*/ 78 w 629"/>
                <a:gd name="T71" fmla="*/ 138 h 850"/>
                <a:gd name="T72" fmla="*/ 70 w 629"/>
                <a:gd name="T73" fmla="*/ 133 h 850"/>
                <a:gd name="T74" fmla="*/ 76 w 629"/>
                <a:gd name="T75" fmla="*/ 118 h 850"/>
                <a:gd name="T76" fmla="*/ 98 w 629"/>
                <a:gd name="T77" fmla="*/ 55 h 850"/>
                <a:gd name="T78" fmla="*/ 181 w 629"/>
                <a:gd name="T79" fmla="*/ 85 h 850"/>
                <a:gd name="T80" fmla="*/ 188 w 629"/>
                <a:gd name="T81" fmla="*/ 64 h 850"/>
                <a:gd name="T82" fmla="*/ 7 w 629"/>
                <a:gd name="T83" fmla="*/ 0 h 850"/>
                <a:gd name="T84" fmla="*/ 0 w 629"/>
                <a:gd name="T85" fmla="*/ 21 h 850"/>
                <a:gd name="T86" fmla="*/ 83 w 629"/>
                <a:gd name="T87" fmla="*/ 50 h 850"/>
                <a:gd name="T88" fmla="*/ 60 w 629"/>
                <a:gd name="T89" fmla="*/ 115 h 850"/>
                <a:gd name="T90" fmla="*/ 54 w 629"/>
                <a:gd name="T91" fmla="*/ 131 h 850"/>
                <a:gd name="T92" fmla="*/ 33 w 629"/>
                <a:gd name="T93" fmla="*/ 143 h 850"/>
                <a:gd name="T94" fmla="*/ 35 w 629"/>
                <a:gd name="T95" fmla="*/ 185 h 850"/>
                <a:gd name="T96" fmla="*/ 29 w 629"/>
                <a:gd name="T97" fmla="*/ 202 h 850"/>
                <a:gd name="T98" fmla="*/ 21 w 629"/>
                <a:gd name="T99" fmla="*/ 225 h 850"/>
                <a:gd name="T100" fmla="*/ 36 w 629"/>
                <a:gd name="T101" fmla="*/ 230 h 850"/>
                <a:gd name="T102" fmla="*/ 43 w 629"/>
                <a:gd name="T103" fmla="*/ 212 h 850"/>
                <a:gd name="T104" fmla="*/ 48 w 629"/>
                <a:gd name="T105" fmla="*/ 196 h 850"/>
                <a:gd name="T106" fmla="*/ 155 w 629"/>
                <a:gd name="T107" fmla="*/ 241 h 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29" h="850">
                  <a:moveTo>
                    <a:pt x="155" y="241"/>
                  </a:moveTo>
                  <a:cubicBezTo>
                    <a:pt x="193" y="241"/>
                    <a:pt x="219" y="220"/>
                    <a:pt x="235" y="200"/>
                  </a:cubicBezTo>
                  <a:cubicBezTo>
                    <a:pt x="235" y="333"/>
                    <a:pt x="235" y="333"/>
                    <a:pt x="235" y="333"/>
                  </a:cubicBezTo>
                  <a:cubicBezTo>
                    <a:pt x="235" y="409"/>
                    <a:pt x="235" y="409"/>
                    <a:pt x="235" y="409"/>
                  </a:cubicBezTo>
                  <a:cubicBezTo>
                    <a:pt x="235" y="801"/>
                    <a:pt x="235" y="801"/>
                    <a:pt x="235" y="801"/>
                  </a:cubicBezTo>
                  <a:cubicBezTo>
                    <a:pt x="235" y="828"/>
                    <a:pt x="258" y="850"/>
                    <a:pt x="285" y="850"/>
                  </a:cubicBezTo>
                  <a:cubicBezTo>
                    <a:pt x="312" y="850"/>
                    <a:pt x="335" y="828"/>
                    <a:pt x="335" y="801"/>
                  </a:cubicBezTo>
                  <a:cubicBezTo>
                    <a:pt x="335" y="442"/>
                    <a:pt x="335" y="442"/>
                    <a:pt x="335" y="442"/>
                  </a:cubicBezTo>
                  <a:cubicBezTo>
                    <a:pt x="355" y="442"/>
                    <a:pt x="355" y="442"/>
                    <a:pt x="355" y="442"/>
                  </a:cubicBezTo>
                  <a:cubicBezTo>
                    <a:pt x="355" y="801"/>
                    <a:pt x="355" y="801"/>
                    <a:pt x="355" y="801"/>
                  </a:cubicBezTo>
                  <a:cubicBezTo>
                    <a:pt x="355" y="828"/>
                    <a:pt x="376" y="850"/>
                    <a:pt x="403" y="850"/>
                  </a:cubicBezTo>
                  <a:cubicBezTo>
                    <a:pt x="430" y="850"/>
                    <a:pt x="451" y="828"/>
                    <a:pt x="451" y="801"/>
                  </a:cubicBezTo>
                  <a:cubicBezTo>
                    <a:pt x="451" y="409"/>
                    <a:pt x="451" y="409"/>
                    <a:pt x="451" y="409"/>
                  </a:cubicBezTo>
                  <a:cubicBezTo>
                    <a:pt x="451" y="333"/>
                    <a:pt x="451" y="333"/>
                    <a:pt x="451" y="333"/>
                  </a:cubicBezTo>
                  <a:cubicBezTo>
                    <a:pt x="451" y="200"/>
                    <a:pt x="451" y="200"/>
                    <a:pt x="451" y="200"/>
                  </a:cubicBezTo>
                  <a:cubicBezTo>
                    <a:pt x="463" y="221"/>
                    <a:pt x="471" y="254"/>
                    <a:pt x="476" y="305"/>
                  </a:cubicBezTo>
                  <a:cubicBezTo>
                    <a:pt x="478" y="320"/>
                    <a:pt x="486" y="334"/>
                    <a:pt x="499" y="343"/>
                  </a:cubicBezTo>
                  <a:cubicBezTo>
                    <a:pt x="517" y="357"/>
                    <a:pt x="544" y="361"/>
                    <a:pt x="567" y="361"/>
                  </a:cubicBezTo>
                  <a:cubicBezTo>
                    <a:pt x="587" y="361"/>
                    <a:pt x="604" y="358"/>
                    <a:pt x="612" y="357"/>
                  </a:cubicBezTo>
                  <a:cubicBezTo>
                    <a:pt x="629" y="354"/>
                    <a:pt x="618" y="291"/>
                    <a:pt x="601" y="294"/>
                  </a:cubicBezTo>
                  <a:cubicBezTo>
                    <a:pt x="595" y="295"/>
                    <a:pt x="589" y="296"/>
                    <a:pt x="584" y="296"/>
                  </a:cubicBezTo>
                  <a:cubicBezTo>
                    <a:pt x="587" y="276"/>
                    <a:pt x="587" y="276"/>
                    <a:pt x="587" y="276"/>
                  </a:cubicBezTo>
                  <a:cubicBezTo>
                    <a:pt x="588" y="271"/>
                    <a:pt x="584" y="267"/>
                    <a:pt x="579" y="267"/>
                  </a:cubicBezTo>
                  <a:cubicBezTo>
                    <a:pt x="574" y="267"/>
                    <a:pt x="570" y="270"/>
                    <a:pt x="569" y="275"/>
                  </a:cubicBezTo>
                  <a:cubicBezTo>
                    <a:pt x="565" y="296"/>
                    <a:pt x="565" y="296"/>
                    <a:pt x="565" y="296"/>
                  </a:cubicBezTo>
                  <a:cubicBezTo>
                    <a:pt x="566" y="297"/>
                    <a:pt x="566" y="297"/>
                    <a:pt x="566" y="297"/>
                  </a:cubicBezTo>
                  <a:cubicBezTo>
                    <a:pt x="555" y="297"/>
                    <a:pt x="545" y="296"/>
                    <a:pt x="540" y="294"/>
                  </a:cubicBezTo>
                  <a:cubicBezTo>
                    <a:pt x="532" y="210"/>
                    <a:pt x="509" y="153"/>
                    <a:pt x="473" y="124"/>
                  </a:cubicBezTo>
                  <a:cubicBezTo>
                    <a:pt x="453" y="107"/>
                    <a:pt x="434" y="105"/>
                    <a:pt x="423" y="105"/>
                  </a:cubicBezTo>
                  <a:cubicBezTo>
                    <a:pt x="423" y="105"/>
                    <a:pt x="422" y="106"/>
                    <a:pt x="422" y="106"/>
                  </a:cubicBezTo>
                  <a:cubicBezTo>
                    <a:pt x="267" y="106"/>
                    <a:pt x="267" y="106"/>
                    <a:pt x="267" y="106"/>
                  </a:cubicBezTo>
                  <a:cubicBezTo>
                    <a:pt x="267" y="106"/>
                    <a:pt x="266" y="105"/>
                    <a:pt x="266" y="105"/>
                  </a:cubicBezTo>
                  <a:cubicBezTo>
                    <a:pt x="266" y="105"/>
                    <a:pt x="265" y="105"/>
                    <a:pt x="265" y="105"/>
                  </a:cubicBezTo>
                  <a:cubicBezTo>
                    <a:pt x="233" y="105"/>
                    <a:pt x="214" y="128"/>
                    <a:pt x="198" y="147"/>
                  </a:cubicBezTo>
                  <a:cubicBezTo>
                    <a:pt x="186" y="161"/>
                    <a:pt x="175" y="174"/>
                    <a:pt x="161" y="177"/>
                  </a:cubicBezTo>
                  <a:cubicBezTo>
                    <a:pt x="143" y="180"/>
                    <a:pt x="114" y="167"/>
                    <a:pt x="78" y="138"/>
                  </a:cubicBezTo>
                  <a:cubicBezTo>
                    <a:pt x="75" y="136"/>
                    <a:pt x="73" y="135"/>
                    <a:pt x="70" y="133"/>
                  </a:cubicBezTo>
                  <a:cubicBezTo>
                    <a:pt x="76" y="118"/>
                    <a:pt x="76" y="118"/>
                    <a:pt x="76" y="118"/>
                  </a:cubicBezTo>
                  <a:cubicBezTo>
                    <a:pt x="98" y="55"/>
                    <a:pt x="98" y="55"/>
                    <a:pt x="98" y="55"/>
                  </a:cubicBezTo>
                  <a:cubicBezTo>
                    <a:pt x="181" y="85"/>
                    <a:pt x="181" y="85"/>
                    <a:pt x="181" y="85"/>
                  </a:cubicBezTo>
                  <a:cubicBezTo>
                    <a:pt x="188" y="64"/>
                    <a:pt x="188" y="64"/>
                    <a:pt x="188" y="64"/>
                  </a:cubicBezTo>
                  <a:cubicBezTo>
                    <a:pt x="7" y="0"/>
                    <a:pt x="7" y="0"/>
                    <a:pt x="7" y="0"/>
                  </a:cubicBezTo>
                  <a:cubicBezTo>
                    <a:pt x="0" y="21"/>
                    <a:pt x="0" y="21"/>
                    <a:pt x="0" y="21"/>
                  </a:cubicBezTo>
                  <a:cubicBezTo>
                    <a:pt x="83" y="50"/>
                    <a:pt x="83" y="50"/>
                    <a:pt x="83" y="50"/>
                  </a:cubicBezTo>
                  <a:cubicBezTo>
                    <a:pt x="60" y="115"/>
                    <a:pt x="60" y="115"/>
                    <a:pt x="60" y="115"/>
                  </a:cubicBezTo>
                  <a:cubicBezTo>
                    <a:pt x="54" y="131"/>
                    <a:pt x="54" y="131"/>
                    <a:pt x="54" y="131"/>
                  </a:cubicBezTo>
                  <a:cubicBezTo>
                    <a:pt x="46" y="132"/>
                    <a:pt x="38" y="136"/>
                    <a:pt x="33" y="143"/>
                  </a:cubicBezTo>
                  <a:cubicBezTo>
                    <a:pt x="22" y="156"/>
                    <a:pt x="24" y="174"/>
                    <a:pt x="35" y="185"/>
                  </a:cubicBezTo>
                  <a:cubicBezTo>
                    <a:pt x="29" y="202"/>
                    <a:pt x="29" y="202"/>
                    <a:pt x="29" y="202"/>
                  </a:cubicBezTo>
                  <a:cubicBezTo>
                    <a:pt x="21" y="225"/>
                    <a:pt x="21" y="225"/>
                    <a:pt x="21" y="225"/>
                  </a:cubicBezTo>
                  <a:cubicBezTo>
                    <a:pt x="36" y="230"/>
                    <a:pt x="36" y="230"/>
                    <a:pt x="36" y="230"/>
                  </a:cubicBezTo>
                  <a:cubicBezTo>
                    <a:pt x="43" y="212"/>
                    <a:pt x="43" y="212"/>
                    <a:pt x="43" y="212"/>
                  </a:cubicBezTo>
                  <a:cubicBezTo>
                    <a:pt x="48" y="196"/>
                    <a:pt x="48" y="196"/>
                    <a:pt x="48" y="196"/>
                  </a:cubicBezTo>
                  <a:cubicBezTo>
                    <a:pt x="92" y="229"/>
                    <a:pt x="127" y="241"/>
                    <a:pt x="155" y="2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51"/>
            <p:cNvSpPr>
              <a:spLocks/>
            </p:cNvSpPr>
            <p:nvPr/>
          </p:nvSpPr>
          <p:spPr bwMode="auto">
            <a:xfrm>
              <a:off x="8059738" y="1100138"/>
              <a:ext cx="293688" cy="120650"/>
            </a:xfrm>
            <a:custGeom>
              <a:avLst/>
              <a:gdLst>
                <a:gd name="T0" fmla="*/ 185 w 185"/>
                <a:gd name="T1" fmla="*/ 65 h 76"/>
                <a:gd name="T2" fmla="*/ 3 w 185"/>
                <a:gd name="T3" fmla="*/ 0 h 76"/>
                <a:gd name="T4" fmla="*/ 0 w 185"/>
                <a:gd name="T5" fmla="*/ 11 h 76"/>
                <a:gd name="T6" fmla="*/ 182 w 185"/>
                <a:gd name="T7" fmla="*/ 76 h 76"/>
                <a:gd name="T8" fmla="*/ 185 w 185"/>
                <a:gd name="T9" fmla="*/ 65 h 76"/>
              </a:gdLst>
              <a:ahLst/>
              <a:cxnLst>
                <a:cxn ang="0">
                  <a:pos x="T0" y="T1"/>
                </a:cxn>
                <a:cxn ang="0">
                  <a:pos x="T2" y="T3"/>
                </a:cxn>
                <a:cxn ang="0">
                  <a:pos x="T4" y="T5"/>
                </a:cxn>
                <a:cxn ang="0">
                  <a:pos x="T6" y="T7"/>
                </a:cxn>
                <a:cxn ang="0">
                  <a:pos x="T8" y="T9"/>
                </a:cxn>
              </a:cxnLst>
              <a:rect l="0" t="0" r="r" b="b"/>
              <a:pathLst>
                <a:path w="185" h="76">
                  <a:moveTo>
                    <a:pt x="185" y="65"/>
                  </a:moveTo>
                  <a:lnTo>
                    <a:pt x="3" y="0"/>
                  </a:lnTo>
                  <a:lnTo>
                    <a:pt x="0" y="11"/>
                  </a:lnTo>
                  <a:lnTo>
                    <a:pt x="182" y="76"/>
                  </a:lnTo>
                  <a:lnTo>
                    <a:pt x="185" y="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52"/>
            <p:cNvSpPr>
              <a:spLocks/>
            </p:cNvSpPr>
            <p:nvPr/>
          </p:nvSpPr>
          <p:spPr bwMode="auto">
            <a:xfrm>
              <a:off x="8870950" y="2127250"/>
              <a:ext cx="327025" cy="357188"/>
            </a:xfrm>
            <a:custGeom>
              <a:avLst/>
              <a:gdLst>
                <a:gd name="T0" fmla="*/ 114 w 204"/>
                <a:gd name="T1" fmla="*/ 17 h 224"/>
                <a:gd name="T2" fmla="*/ 108 w 204"/>
                <a:gd name="T3" fmla="*/ 27 h 224"/>
                <a:gd name="T4" fmla="*/ 12 w 204"/>
                <a:gd name="T5" fmla="*/ 55 h 224"/>
                <a:gd name="T6" fmla="*/ 23 w 204"/>
                <a:gd name="T7" fmla="*/ 224 h 224"/>
                <a:gd name="T8" fmla="*/ 179 w 204"/>
                <a:gd name="T9" fmla="*/ 224 h 224"/>
                <a:gd name="T10" fmla="*/ 193 w 204"/>
                <a:gd name="T11" fmla="*/ 24 h 224"/>
                <a:gd name="T12" fmla="*/ 204 w 204"/>
                <a:gd name="T13" fmla="*/ 24 h 224"/>
                <a:gd name="T14" fmla="*/ 204 w 204"/>
                <a:gd name="T15" fmla="*/ 0 h 224"/>
                <a:gd name="T16" fmla="*/ 0 w 204"/>
                <a:gd name="T17" fmla="*/ 0 h 224"/>
                <a:gd name="T18" fmla="*/ 0 w 204"/>
                <a:gd name="T19" fmla="*/ 24 h 224"/>
                <a:gd name="T20" fmla="*/ 10 w 204"/>
                <a:gd name="T21" fmla="*/ 24 h 224"/>
                <a:gd name="T22" fmla="*/ 11 w 204"/>
                <a:gd name="T23" fmla="*/ 38 h 224"/>
                <a:gd name="T24" fmla="*/ 104 w 204"/>
                <a:gd name="T25" fmla="*/ 12 h 224"/>
                <a:gd name="T26" fmla="*/ 114 w 204"/>
                <a:gd name="T27" fmla="*/ 17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4" h="224">
                  <a:moveTo>
                    <a:pt x="114" y="17"/>
                  </a:moveTo>
                  <a:cubicBezTo>
                    <a:pt x="115" y="22"/>
                    <a:pt x="113" y="26"/>
                    <a:pt x="108" y="27"/>
                  </a:cubicBezTo>
                  <a:cubicBezTo>
                    <a:pt x="12" y="55"/>
                    <a:pt x="12" y="55"/>
                    <a:pt x="12" y="55"/>
                  </a:cubicBezTo>
                  <a:cubicBezTo>
                    <a:pt x="23" y="224"/>
                    <a:pt x="23" y="224"/>
                    <a:pt x="23" y="224"/>
                  </a:cubicBezTo>
                  <a:cubicBezTo>
                    <a:pt x="179" y="224"/>
                    <a:pt x="179" y="224"/>
                    <a:pt x="179" y="224"/>
                  </a:cubicBezTo>
                  <a:cubicBezTo>
                    <a:pt x="193" y="24"/>
                    <a:pt x="193" y="24"/>
                    <a:pt x="193" y="24"/>
                  </a:cubicBezTo>
                  <a:cubicBezTo>
                    <a:pt x="204" y="24"/>
                    <a:pt x="204" y="24"/>
                    <a:pt x="204" y="24"/>
                  </a:cubicBezTo>
                  <a:cubicBezTo>
                    <a:pt x="204" y="0"/>
                    <a:pt x="204" y="0"/>
                    <a:pt x="204" y="0"/>
                  </a:cubicBezTo>
                  <a:cubicBezTo>
                    <a:pt x="0" y="0"/>
                    <a:pt x="0" y="0"/>
                    <a:pt x="0" y="0"/>
                  </a:cubicBezTo>
                  <a:cubicBezTo>
                    <a:pt x="0" y="24"/>
                    <a:pt x="0" y="24"/>
                    <a:pt x="0" y="24"/>
                  </a:cubicBezTo>
                  <a:cubicBezTo>
                    <a:pt x="10" y="24"/>
                    <a:pt x="10" y="24"/>
                    <a:pt x="10" y="24"/>
                  </a:cubicBezTo>
                  <a:cubicBezTo>
                    <a:pt x="11" y="38"/>
                    <a:pt x="11" y="38"/>
                    <a:pt x="11" y="38"/>
                  </a:cubicBezTo>
                  <a:cubicBezTo>
                    <a:pt x="104" y="12"/>
                    <a:pt x="104" y="12"/>
                    <a:pt x="104" y="12"/>
                  </a:cubicBezTo>
                  <a:cubicBezTo>
                    <a:pt x="108" y="11"/>
                    <a:pt x="113" y="13"/>
                    <a:pt x="114"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53"/>
            <p:cNvSpPr>
              <a:spLocks/>
            </p:cNvSpPr>
            <p:nvPr/>
          </p:nvSpPr>
          <p:spPr bwMode="auto">
            <a:xfrm>
              <a:off x="8831263" y="2187575"/>
              <a:ext cx="66675" cy="38100"/>
            </a:xfrm>
            <a:custGeom>
              <a:avLst/>
              <a:gdLst>
                <a:gd name="T0" fmla="*/ 40 w 41"/>
                <a:gd name="T1" fmla="*/ 8 h 24"/>
                <a:gd name="T2" fmla="*/ 30 w 41"/>
                <a:gd name="T3" fmla="*/ 2 h 24"/>
                <a:gd name="T4" fmla="*/ 30 w 41"/>
                <a:gd name="T5" fmla="*/ 2 h 24"/>
                <a:gd name="T6" fmla="*/ 7 w 41"/>
                <a:gd name="T7" fmla="*/ 8 h 24"/>
                <a:gd name="T8" fmla="*/ 2 w 41"/>
                <a:gd name="T9" fmla="*/ 18 h 24"/>
                <a:gd name="T10" fmla="*/ 9 w 41"/>
                <a:gd name="T11" fmla="*/ 23 h 24"/>
                <a:gd name="T12" fmla="*/ 11 w 41"/>
                <a:gd name="T13" fmla="*/ 24 h 24"/>
                <a:gd name="T14" fmla="*/ 34 w 41"/>
                <a:gd name="T15" fmla="*/ 18 h 24"/>
                <a:gd name="T16" fmla="*/ 34 w 41"/>
                <a:gd name="T17" fmla="*/ 18 h 24"/>
                <a:gd name="T18" fmla="*/ 40 w 41"/>
                <a:gd name="T19" fmla="*/ 8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24">
                  <a:moveTo>
                    <a:pt x="40" y="8"/>
                  </a:moveTo>
                  <a:cubicBezTo>
                    <a:pt x="39" y="3"/>
                    <a:pt x="34" y="0"/>
                    <a:pt x="30" y="2"/>
                  </a:cubicBezTo>
                  <a:cubicBezTo>
                    <a:pt x="30" y="2"/>
                    <a:pt x="30" y="2"/>
                    <a:pt x="30" y="2"/>
                  </a:cubicBezTo>
                  <a:cubicBezTo>
                    <a:pt x="7" y="8"/>
                    <a:pt x="7" y="8"/>
                    <a:pt x="7" y="8"/>
                  </a:cubicBezTo>
                  <a:cubicBezTo>
                    <a:pt x="3" y="9"/>
                    <a:pt x="0" y="13"/>
                    <a:pt x="2" y="18"/>
                  </a:cubicBezTo>
                  <a:cubicBezTo>
                    <a:pt x="3" y="21"/>
                    <a:pt x="6" y="23"/>
                    <a:pt x="9" y="23"/>
                  </a:cubicBezTo>
                  <a:cubicBezTo>
                    <a:pt x="10" y="23"/>
                    <a:pt x="11" y="24"/>
                    <a:pt x="11" y="24"/>
                  </a:cubicBezTo>
                  <a:cubicBezTo>
                    <a:pt x="34" y="18"/>
                    <a:pt x="34" y="18"/>
                    <a:pt x="34" y="18"/>
                  </a:cubicBezTo>
                  <a:cubicBezTo>
                    <a:pt x="34" y="18"/>
                    <a:pt x="34" y="18"/>
                    <a:pt x="34" y="18"/>
                  </a:cubicBezTo>
                  <a:cubicBezTo>
                    <a:pt x="39" y="18"/>
                    <a:pt x="41" y="12"/>
                    <a:pt x="4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5" name="组合 54"/>
          <p:cNvGrpSpPr/>
          <p:nvPr/>
        </p:nvGrpSpPr>
        <p:grpSpPr>
          <a:xfrm>
            <a:off x="10434638" y="2752725"/>
            <a:ext cx="1654175" cy="1736725"/>
            <a:chOff x="10434638" y="2752725"/>
            <a:chExt cx="1654175" cy="1736725"/>
          </a:xfrm>
          <a:solidFill>
            <a:schemeClr val="tx1">
              <a:lumMod val="65000"/>
              <a:lumOff val="35000"/>
            </a:schemeClr>
          </a:solidFill>
        </p:grpSpPr>
        <p:sp>
          <p:nvSpPr>
            <p:cNvPr id="56" name="Freeform 54"/>
            <p:cNvSpPr>
              <a:spLocks/>
            </p:cNvSpPr>
            <p:nvPr/>
          </p:nvSpPr>
          <p:spPr bwMode="auto">
            <a:xfrm>
              <a:off x="11201400" y="2822575"/>
              <a:ext cx="860425" cy="1652588"/>
            </a:xfrm>
            <a:custGeom>
              <a:avLst/>
              <a:gdLst>
                <a:gd name="T0" fmla="*/ 382 w 539"/>
                <a:gd name="T1" fmla="*/ 284 h 1036"/>
                <a:gd name="T2" fmla="*/ 444 w 539"/>
                <a:gd name="T3" fmla="*/ 284 h 1036"/>
                <a:gd name="T4" fmla="*/ 444 w 539"/>
                <a:gd name="T5" fmla="*/ 746 h 1036"/>
                <a:gd name="T6" fmla="*/ 360 w 539"/>
                <a:gd name="T7" fmla="*/ 833 h 1036"/>
                <a:gd name="T8" fmla="*/ 343 w 539"/>
                <a:gd name="T9" fmla="*/ 824 h 1036"/>
                <a:gd name="T10" fmla="*/ 325 w 539"/>
                <a:gd name="T11" fmla="*/ 824 h 1036"/>
                <a:gd name="T12" fmla="*/ 382 w 539"/>
                <a:gd name="T13" fmla="*/ 536 h 1036"/>
                <a:gd name="T14" fmla="*/ 371 w 539"/>
                <a:gd name="T15" fmla="*/ 519 h 1036"/>
                <a:gd name="T16" fmla="*/ 353 w 539"/>
                <a:gd name="T17" fmla="*/ 531 h 1036"/>
                <a:gd name="T18" fmla="*/ 295 w 539"/>
                <a:gd name="T19" fmla="*/ 824 h 1036"/>
                <a:gd name="T20" fmla="*/ 21 w 539"/>
                <a:gd name="T21" fmla="*/ 824 h 1036"/>
                <a:gd name="T22" fmla="*/ 0 w 539"/>
                <a:gd name="T23" fmla="*/ 844 h 1036"/>
                <a:gd name="T24" fmla="*/ 21 w 539"/>
                <a:gd name="T25" fmla="*/ 864 h 1036"/>
                <a:gd name="T26" fmla="*/ 28 w 539"/>
                <a:gd name="T27" fmla="*/ 864 h 1036"/>
                <a:gd name="T28" fmla="*/ 28 w 539"/>
                <a:gd name="T29" fmla="*/ 907 h 1036"/>
                <a:gd name="T30" fmla="*/ 91 w 539"/>
                <a:gd name="T31" fmla="*/ 972 h 1036"/>
                <a:gd name="T32" fmla="*/ 96 w 539"/>
                <a:gd name="T33" fmla="*/ 972 h 1036"/>
                <a:gd name="T34" fmla="*/ 96 w 539"/>
                <a:gd name="T35" fmla="*/ 996 h 1036"/>
                <a:gd name="T36" fmla="*/ 77 w 539"/>
                <a:gd name="T37" fmla="*/ 996 h 1036"/>
                <a:gd name="T38" fmla="*/ 58 w 539"/>
                <a:gd name="T39" fmla="*/ 1016 h 1036"/>
                <a:gd name="T40" fmla="*/ 77 w 539"/>
                <a:gd name="T41" fmla="*/ 1036 h 1036"/>
                <a:gd name="T42" fmla="*/ 287 w 539"/>
                <a:gd name="T43" fmla="*/ 1036 h 1036"/>
                <a:gd name="T44" fmla="*/ 305 w 539"/>
                <a:gd name="T45" fmla="*/ 1016 h 1036"/>
                <a:gd name="T46" fmla="*/ 287 w 539"/>
                <a:gd name="T47" fmla="*/ 996 h 1036"/>
                <a:gd name="T48" fmla="*/ 268 w 539"/>
                <a:gd name="T49" fmla="*/ 996 h 1036"/>
                <a:gd name="T50" fmla="*/ 268 w 539"/>
                <a:gd name="T51" fmla="*/ 972 h 1036"/>
                <a:gd name="T52" fmla="*/ 273 w 539"/>
                <a:gd name="T53" fmla="*/ 972 h 1036"/>
                <a:gd name="T54" fmla="*/ 336 w 539"/>
                <a:gd name="T55" fmla="*/ 907 h 1036"/>
                <a:gd name="T56" fmla="*/ 336 w 539"/>
                <a:gd name="T57" fmla="*/ 864 h 1036"/>
                <a:gd name="T58" fmla="*/ 343 w 539"/>
                <a:gd name="T59" fmla="*/ 864 h 1036"/>
                <a:gd name="T60" fmla="*/ 361 w 539"/>
                <a:gd name="T61" fmla="*/ 852 h 1036"/>
                <a:gd name="T62" fmla="*/ 464 w 539"/>
                <a:gd name="T63" fmla="*/ 746 h 1036"/>
                <a:gd name="T64" fmla="*/ 464 w 539"/>
                <a:gd name="T65" fmla="*/ 284 h 1036"/>
                <a:gd name="T66" fmla="*/ 526 w 539"/>
                <a:gd name="T67" fmla="*/ 284 h 1036"/>
                <a:gd name="T68" fmla="*/ 539 w 539"/>
                <a:gd name="T69" fmla="*/ 0 h 1036"/>
                <a:gd name="T70" fmla="*/ 370 w 539"/>
                <a:gd name="T71" fmla="*/ 0 h 1036"/>
                <a:gd name="T72" fmla="*/ 382 w 539"/>
                <a:gd name="T73" fmla="*/ 284 h 10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39" h="1036">
                  <a:moveTo>
                    <a:pt x="382" y="284"/>
                  </a:moveTo>
                  <a:cubicBezTo>
                    <a:pt x="444" y="284"/>
                    <a:pt x="444" y="284"/>
                    <a:pt x="444" y="284"/>
                  </a:cubicBezTo>
                  <a:cubicBezTo>
                    <a:pt x="444" y="746"/>
                    <a:pt x="444" y="746"/>
                    <a:pt x="444" y="746"/>
                  </a:cubicBezTo>
                  <a:cubicBezTo>
                    <a:pt x="444" y="793"/>
                    <a:pt x="406" y="831"/>
                    <a:pt x="360" y="833"/>
                  </a:cubicBezTo>
                  <a:cubicBezTo>
                    <a:pt x="357" y="827"/>
                    <a:pt x="350" y="824"/>
                    <a:pt x="343" y="824"/>
                  </a:cubicBezTo>
                  <a:cubicBezTo>
                    <a:pt x="325" y="824"/>
                    <a:pt x="325" y="824"/>
                    <a:pt x="325" y="824"/>
                  </a:cubicBezTo>
                  <a:cubicBezTo>
                    <a:pt x="382" y="536"/>
                    <a:pt x="382" y="536"/>
                    <a:pt x="382" y="536"/>
                  </a:cubicBezTo>
                  <a:cubicBezTo>
                    <a:pt x="384" y="529"/>
                    <a:pt x="379" y="521"/>
                    <a:pt x="371" y="519"/>
                  </a:cubicBezTo>
                  <a:cubicBezTo>
                    <a:pt x="363" y="517"/>
                    <a:pt x="355" y="523"/>
                    <a:pt x="353" y="531"/>
                  </a:cubicBezTo>
                  <a:cubicBezTo>
                    <a:pt x="295" y="824"/>
                    <a:pt x="295" y="824"/>
                    <a:pt x="295" y="824"/>
                  </a:cubicBezTo>
                  <a:cubicBezTo>
                    <a:pt x="21" y="824"/>
                    <a:pt x="21" y="824"/>
                    <a:pt x="21" y="824"/>
                  </a:cubicBezTo>
                  <a:cubicBezTo>
                    <a:pt x="9" y="824"/>
                    <a:pt x="0" y="833"/>
                    <a:pt x="0" y="844"/>
                  </a:cubicBezTo>
                  <a:cubicBezTo>
                    <a:pt x="0" y="855"/>
                    <a:pt x="9" y="864"/>
                    <a:pt x="21" y="864"/>
                  </a:cubicBezTo>
                  <a:cubicBezTo>
                    <a:pt x="28" y="864"/>
                    <a:pt x="28" y="864"/>
                    <a:pt x="28" y="864"/>
                  </a:cubicBezTo>
                  <a:cubicBezTo>
                    <a:pt x="28" y="907"/>
                    <a:pt x="28" y="907"/>
                    <a:pt x="28" y="907"/>
                  </a:cubicBezTo>
                  <a:cubicBezTo>
                    <a:pt x="28" y="942"/>
                    <a:pt x="56" y="972"/>
                    <a:pt x="91" y="972"/>
                  </a:cubicBezTo>
                  <a:cubicBezTo>
                    <a:pt x="96" y="972"/>
                    <a:pt x="96" y="972"/>
                    <a:pt x="96" y="972"/>
                  </a:cubicBezTo>
                  <a:cubicBezTo>
                    <a:pt x="96" y="996"/>
                    <a:pt x="96" y="996"/>
                    <a:pt x="96" y="996"/>
                  </a:cubicBezTo>
                  <a:cubicBezTo>
                    <a:pt x="77" y="996"/>
                    <a:pt x="77" y="996"/>
                    <a:pt x="77" y="996"/>
                  </a:cubicBezTo>
                  <a:cubicBezTo>
                    <a:pt x="67" y="996"/>
                    <a:pt x="58" y="1006"/>
                    <a:pt x="58" y="1016"/>
                  </a:cubicBezTo>
                  <a:cubicBezTo>
                    <a:pt x="58" y="1026"/>
                    <a:pt x="67" y="1036"/>
                    <a:pt x="77" y="1036"/>
                  </a:cubicBezTo>
                  <a:cubicBezTo>
                    <a:pt x="287" y="1036"/>
                    <a:pt x="287" y="1036"/>
                    <a:pt x="287" y="1036"/>
                  </a:cubicBezTo>
                  <a:cubicBezTo>
                    <a:pt x="297" y="1036"/>
                    <a:pt x="305" y="1026"/>
                    <a:pt x="305" y="1016"/>
                  </a:cubicBezTo>
                  <a:cubicBezTo>
                    <a:pt x="305" y="1006"/>
                    <a:pt x="297" y="996"/>
                    <a:pt x="287" y="996"/>
                  </a:cubicBezTo>
                  <a:cubicBezTo>
                    <a:pt x="268" y="996"/>
                    <a:pt x="268" y="996"/>
                    <a:pt x="268" y="996"/>
                  </a:cubicBezTo>
                  <a:cubicBezTo>
                    <a:pt x="268" y="972"/>
                    <a:pt x="268" y="972"/>
                    <a:pt x="268" y="972"/>
                  </a:cubicBezTo>
                  <a:cubicBezTo>
                    <a:pt x="273" y="972"/>
                    <a:pt x="273" y="972"/>
                    <a:pt x="273" y="972"/>
                  </a:cubicBezTo>
                  <a:cubicBezTo>
                    <a:pt x="308" y="972"/>
                    <a:pt x="336" y="942"/>
                    <a:pt x="336" y="907"/>
                  </a:cubicBezTo>
                  <a:cubicBezTo>
                    <a:pt x="336" y="864"/>
                    <a:pt x="336" y="864"/>
                    <a:pt x="336" y="864"/>
                  </a:cubicBezTo>
                  <a:cubicBezTo>
                    <a:pt x="343" y="864"/>
                    <a:pt x="343" y="864"/>
                    <a:pt x="343" y="864"/>
                  </a:cubicBezTo>
                  <a:cubicBezTo>
                    <a:pt x="351" y="864"/>
                    <a:pt x="358" y="859"/>
                    <a:pt x="361" y="852"/>
                  </a:cubicBezTo>
                  <a:cubicBezTo>
                    <a:pt x="418" y="850"/>
                    <a:pt x="464" y="803"/>
                    <a:pt x="464" y="746"/>
                  </a:cubicBezTo>
                  <a:cubicBezTo>
                    <a:pt x="464" y="284"/>
                    <a:pt x="464" y="284"/>
                    <a:pt x="464" y="284"/>
                  </a:cubicBezTo>
                  <a:cubicBezTo>
                    <a:pt x="526" y="284"/>
                    <a:pt x="526" y="284"/>
                    <a:pt x="526" y="284"/>
                  </a:cubicBezTo>
                  <a:cubicBezTo>
                    <a:pt x="539" y="0"/>
                    <a:pt x="539" y="0"/>
                    <a:pt x="539" y="0"/>
                  </a:cubicBezTo>
                  <a:cubicBezTo>
                    <a:pt x="370" y="0"/>
                    <a:pt x="370" y="0"/>
                    <a:pt x="370" y="0"/>
                  </a:cubicBezTo>
                  <a:lnTo>
                    <a:pt x="382" y="2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Rectangle 55"/>
            <p:cNvSpPr>
              <a:spLocks noChangeArrowheads="1"/>
            </p:cNvSpPr>
            <p:nvPr/>
          </p:nvSpPr>
          <p:spPr bwMode="auto">
            <a:xfrm>
              <a:off x="11763375" y="2752725"/>
              <a:ext cx="325438" cy="508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56"/>
            <p:cNvSpPr>
              <a:spLocks noEditPoints="1"/>
            </p:cNvSpPr>
            <p:nvPr/>
          </p:nvSpPr>
          <p:spPr bwMode="auto">
            <a:xfrm>
              <a:off x="10804525" y="2974975"/>
              <a:ext cx="287338" cy="287338"/>
            </a:xfrm>
            <a:custGeom>
              <a:avLst/>
              <a:gdLst>
                <a:gd name="T0" fmla="*/ 180 w 180"/>
                <a:gd name="T1" fmla="*/ 90 h 180"/>
                <a:gd name="T2" fmla="*/ 90 w 180"/>
                <a:gd name="T3" fmla="*/ 0 h 180"/>
                <a:gd name="T4" fmla="*/ 0 w 180"/>
                <a:gd name="T5" fmla="*/ 90 h 180"/>
                <a:gd name="T6" fmla="*/ 90 w 180"/>
                <a:gd name="T7" fmla="*/ 180 h 180"/>
                <a:gd name="T8" fmla="*/ 180 w 180"/>
                <a:gd name="T9" fmla="*/ 90 h 180"/>
                <a:gd name="T10" fmla="*/ 34 w 180"/>
                <a:gd name="T11" fmla="*/ 124 h 180"/>
                <a:gd name="T12" fmla="*/ 146 w 180"/>
                <a:gd name="T13" fmla="*/ 124 h 180"/>
                <a:gd name="T14" fmla="*/ 90 w 180"/>
                <a:gd name="T15" fmla="*/ 155 h 180"/>
                <a:gd name="T16" fmla="*/ 34 w 180"/>
                <a:gd name="T17" fmla="*/ 124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0" h="180">
                  <a:moveTo>
                    <a:pt x="180" y="90"/>
                  </a:moveTo>
                  <a:cubicBezTo>
                    <a:pt x="180" y="40"/>
                    <a:pt x="140" y="0"/>
                    <a:pt x="90" y="0"/>
                  </a:cubicBezTo>
                  <a:cubicBezTo>
                    <a:pt x="41" y="0"/>
                    <a:pt x="0" y="40"/>
                    <a:pt x="0" y="90"/>
                  </a:cubicBezTo>
                  <a:cubicBezTo>
                    <a:pt x="0" y="140"/>
                    <a:pt x="41" y="180"/>
                    <a:pt x="90" y="180"/>
                  </a:cubicBezTo>
                  <a:cubicBezTo>
                    <a:pt x="140" y="180"/>
                    <a:pt x="180" y="140"/>
                    <a:pt x="180" y="90"/>
                  </a:cubicBezTo>
                  <a:close/>
                  <a:moveTo>
                    <a:pt x="34" y="124"/>
                  </a:moveTo>
                  <a:cubicBezTo>
                    <a:pt x="146" y="124"/>
                    <a:pt x="146" y="124"/>
                    <a:pt x="146" y="124"/>
                  </a:cubicBezTo>
                  <a:cubicBezTo>
                    <a:pt x="135" y="144"/>
                    <a:pt x="114" y="155"/>
                    <a:pt x="90" y="155"/>
                  </a:cubicBezTo>
                  <a:cubicBezTo>
                    <a:pt x="67" y="155"/>
                    <a:pt x="46" y="144"/>
                    <a:pt x="34" y="1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57"/>
            <p:cNvSpPr>
              <a:spLocks noEditPoints="1"/>
            </p:cNvSpPr>
            <p:nvPr/>
          </p:nvSpPr>
          <p:spPr bwMode="auto">
            <a:xfrm>
              <a:off x="10434638" y="2952750"/>
              <a:ext cx="968375" cy="1536700"/>
            </a:xfrm>
            <a:custGeom>
              <a:avLst/>
              <a:gdLst>
                <a:gd name="T0" fmla="*/ 11 w 607"/>
                <a:gd name="T1" fmla="*/ 317 h 963"/>
                <a:gd name="T2" fmla="*/ 32 w 607"/>
                <a:gd name="T3" fmla="*/ 313 h 963"/>
                <a:gd name="T4" fmla="*/ 213 w 607"/>
                <a:gd name="T5" fmla="*/ 521 h 963"/>
                <a:gd name="T6" fmla="*/ 313 w 607"/>
                <a:gd name="T7" fmla="*/ 554 h 963"/>
                <a:gd name="T8" fmla="*/ 429 w 607"/>
                <a:gd name="T9" fmla="*/ 913 h 963"/>
                <a:gd name="T10" fmla="*/ 454 w 607"/>
                <a:gd name="T11" fmla="*/ 417 h 963"/>
                <a:gd name="T12" fmla="*/ 579 w 607"/>
                <a:gd name="T13" fmla="*/ 406 h 963"/>
                <a:gd name="T14" fmla="*/ 547 w 607"/>
                <a:gd name="T15" fmla="*/ 388 h 963"/>
                <a:gd name="T16" fmla="*/ 451 w 607"/>
                <a:gd name="T17" fmla="*/ 236 h 963"/>
                <a:gd name="T18" fmla="*/ 244 w 607"/>
                <a:gd name="T19" fmla="*/ 217 h 963"/>
                <a:gd name="T20" fmla="*/ 56 w 607"/>
                <a:gd name="T21" fmla="*/ 250 h 963"/>
                <a:gd name="T22" fmla="*/ 92 w 607"/>
                <a:gd name="T23" fmla="*/ 147 h 963"/>
                <a:gd name="T24" fmla="*/ 107 w 607"/>
                <a:gd name="T25" fmla="*/ 136 h 963"/>
                <a:gd name="T26" fmla="*/ 116 w 607"/>
                <a:gd name="T27" fmla="*/ 127 h 963"/>
                <a:gd name="T28" fmla="*/ 124 w 607"/>
                <a:gd name="T29" fmla="*/ 116 h 963"/>
                <a:gd name="T30" fmla="*/ 134 w 607"/>
                <a:gd name="T31" fmla="*/ 101 h 963"/>
                <a:gd name="T32" fmla="*/ 141 w 607"/>
                <a:gd name="T33" fmla="*/ 85 h 963"/>
                <a:gd name="T34" fmla="*/ 163 w 607"/>
                <a:gd name="T35" fmla="*/ 72 h 963"/>
                <a:gd name="T36" fmla="*/ 165 w 607"/>
                <a:gd name="T37" fmla="*/ 48 h 963"/>
                <a:gd name="T38" fmla="*/ 153 w 607"/>
                <a:gd name="T39" fmla="*/ 21 h 963"/>
                <a:gd name="T40" fmla="*/ 131 w 607"/>
                <a:gd name="T41" fmla="*/ 6 h 963"/>
                <a:gd name="T42" fmla="*/ 120 w 607"/>
                <a:gd name="T43" fmla="*/ 3 h 963"/>
                <a:gd name="T44" fmla="*/ 94 w 607"/>
                <a:gd name="T45" fmla="*/ 1 h 963"/>
                <a:gd name="T46" fmla="*/ 68 w 607"/>
                <a:gd name="T47" fmla="*/ 16 h 963"/>
                <a:gd name="T48" fmla="*/ 55 w 607"/>
                <a:gd name="T49" fmla="*/ 36 h 963"/>
                <a:gd name="T50" fmla="*/ 49 w 607"/>
                <a:gd name="T51" fmla="*/ 53 h 963"/>
                <a:gd name="T52" fmla="*/ 45 w 607"/>
                <a:gd name="T53" fmla="*/ 72 h 963"/>
                <a:gd name="T54" fmla="*/ 43 w 607"/>
                <a:gd name="T55" fmla="*/ 91 h 963"/>
                <a:gd name="T56" fmla="*/ 59 w 607"/>
                <a:gd name="T57" fmla="*/ 110 h 963"/>
                <a:gd name="T58" fmla="*/ 62 w 607"/>
                <a:gd name="T59" fmla="*/ 128 h 963"/>
                <a:gd name="T60" fmla="*/ 69 w 607"/>
                <a:gd name="T61" fmla="*/ 142 h 963"/>
                <a:gd name="T62" fmla="*/ 68 w 607"/>
                <a:gd name="T63" fmla="*/ 117 h 963"/>
                <a:gd name="T64" fmla="*/ 67 w 607"/>
                <a:gd name="T65" fmla="*/ 108 h 963"/>
                <a:gd name="T66" fmla="*/ 67 w 607"/>
                <a:gd name="T67" fmla="*/ 93 h 963"/>
                <a:gd name="T68" fmla="*/ 69 w 607"/>
                <a:gd name="T69" fmla="*/ 76 h 963"/>
                <a:gd name="T70" fmla="*/ 73 w 607"/>
                <a:gd name="T71" fmla="*/ 59 h 963"/>
                <a:gd name="T72" fmla="*/ 77 w 607"/>
                <a:gd name="T73" fmla="*/ 45 h 963"/>
                <a:gd name="T74" fmla="*/ 86 w 607"/>
                <a:gd name="T75" fmla="*/ 32 h 963"/>
                <a:gd name="T76" fmla="*/ 98 w 607"/>
                <a:gd name="T77" fmla="*/ 25 h 963"/>
                <a:gd name="T78" fmla="*/ 114 w 607"/>
                <a:gd name="T79" fmla="*/ 26 h 963"/>
                <a:gd name="T80" fmla="*/ 116 w 607"/>
                <a:gd name="T81" fmla="*/ 42 h 963"/>
                <a:gd name="T82" fmla="*/ 123 w 607"/>
                <a:gd name="T83" fmla="*/ 48 h 963"/>
                <a:gd name="T84" fmla="*/ 141 w 607"/>
                <a:gd name="T85" fmla="*/ 50 h 963"/>
                <a:gd name="T86" fmla="*/ 141 w 607"/>
                <a:gd name="T87" fmla="*/ 57 h 963"/>
                <a:gd name="T88" fmla="*/ 137 w 607"/>
                <a:gd name="T89" fmla="*/ 73 h 963"/>
                <a:gd name="T90" fmla="*/ 116 w 607"/>
                <a:gd name="T91" fmla="*/ 82 h 963"/>
                <a:gd name="T92" fmla="*/ 109 w 607"/>
                <a:gd name="T93" fmla="*/ 96 h 963"/>
                <a:gd name="T94" fmla="*/ 104 w 607"/>
                <a:gd name="T95" fmla="*/ 102 h 963"/>
                <a:gd name="T96" fmla="*/ 107 w 607"/>
                <a:gd name="T97" fmla="*/ 125 h 963"/>
                <a:gd name="T98" fmla="*/ 95 w 607"/>
                <a:gd name="T99" fmla="*/ 136 h 963"/>
                <a:gd name="T100" fmla="*/ 83 w 607"/>
                <a:gd name="T101" fmla="*/ 128 h 963"/>
                <a:gd name="T102" fmla="*/ 72 w 607"/>
                <a:gd name="T103" fmla="*/ 133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07" h="963">
                  <a:moveTo>
                    <a:pt x="11" y="255"/>
                  </a:moveTo>
                  <a:cubicBezTo>
                    <a:pt x="0" y="269"/>
                    <a:pt x="2" y="289"/>
                    <a:pt x="16" y="300"/>
                  </a:cubicBezTo>
                  <a:cubicBezTo>
                    <a:pt x="16" y="300"/>
                    <a:pt x="16" y="300"/>
                    <a:pt x="16" y="301"/>
                  </a:cubicBezTo>
                  <a:cubicBezTo>
                    <a:pt x="11" y="317"/>
                    <a:pt x="11" y="317"/>
                    <a:pt x="11" y="317"/>
                  </a:cubicBezTo>
                  <a:cubicBezTo>
                    <a:pt x="5" y="333"/>
                    <a:pt x="5" y="333"/>
                    <a:pt x="5" y="333"/>
                  </a:cubicBezTo>
                  <a:cubicBezTo>
                    <a:pt x="24" y="340"/>
                    <a:pt x="24" y="340"/>
                    <a:pt x="24" y="340"/>
                  </a:cubicBezTo>
                  <a:cubicBezTo>
                    <a:pt x="27" y="329"/>
                    <a:pt x="27" y="329"/>
                    <a:pt x="27" y="329"/>
                  </a:cubicBezTo>
                  <a:cubicBezTo>
                    <a:pt x="32" y="313"/>
                    <a:pt x="32" y="313"/>
                    <a:pt x="32" y="313"/>
                  </a:cubicBezTo>
                  <a:cubicBezTo>
                    <a:pt x="74" y="343"/>
                    <a:pt x="107" y="354"/>
                    <a:pt x="133" y="354"/>
                  </a:cubicBezTo>
                  <a:cubicBezTo>
                    <a:pt x="171" y="354"/>
                    <a:pt x="197" y="333"/>
                    <a:pt x="213" y="313"/>
                  </a:cubicBezTo>
                  <a:cubicBezTo>
                    <a:pt x="213" y="445"/>
                    <a:pt x="213" y="445"/>
                    <a:pt x="213" y="445"/>
                  </a:cubicBezTo>
                  <a:cubicBezTo>
                    <a:pt x="213" y="521"/>
                    <a:pt x="213" y="521"/>
                    <a:pt x="213" y="521"/>
                  </a:cubicBezTo>
                  <a:cubicBezTo>
                    <a:pt x="213" y="913"/>
                    <a:pt x="213" y="913"/>
                    <a:pt x="213" y="913"/>
                  </a:cubicBezTo>
                  <a:cubicBezTo>
                    <a:pt x="213" y="940"/>
                    <a:pt x="236" y="963"/>
                    <a:pt x="263" y="963"/>
                  </a:cubicBezTo>
                  <a:cubicBezTo>
                    <a:pt x="290" y="963"/>
                    <a:pt x="313" y="940"/>
                    <a:pt x="313" y="913"/>
                  </a:cubicBezTo>
                  <a:cubicBezTo>
                    <a:pt x="313" y="554"/>
                    <a:pt x="313" y="554"/>
                    <a:pt x="313" y="554"/>
                  </a:cubicBezTo>
                  <a:cubicBezTo>
                    <a:pt x="333" y="554"/>
                    <a:pt x="333" y="554"/>
                    <a:pt x="333" y="554"/>
                  </a:cubicBezTo>
                  <a:cubicBezTo>
                    <a:pt x="333" y="913"/>
                    <a:pt x="333" y="913"/>
                    <a:pt x="333" y="913"/>
                  </a:cubicBezTo>
                  <a:cubicBezTo>
                    <a:pt x="333" y="940"/>
                    <a:pt x="354" y="963"/>
                    <a:pt x="381" y="963"/>
                  </a:cubicBezTo>
                  <a:cubicBezTo>
                    <a:pt x="408" y="963"/>
                    <a:pt x="429" y="940"/>
                    <a:pt x="429" y="913"/>
                  </a:cubicBezTo>
                  <a:cubicBezTo>
                    <a:pt x="429" y="521"/>
                    <a:pt x="429" y="521"/>
                    <a:pt x="429" y="521"/>
                  </a:cubicBezTo>
                  <a:cubicBezTo>
                    <a:pt x="429" y="445"/>
                    <a:pt x="429" y="445"/>
                    <a:pt x="429" y="445"/>
                  </a:cubicBezTo>
                  <a:cubicBezTo>
                    <a:pt x="429" y="313"/>
                    <a:pt x="429" y="313"/>
                    <a:pt x="429" y="313"/>
                  </a:cubicBezTo>
                  <a:cubicBezTo>
                    <a:pt x="441" y="334"/>
                    <a:pt x="449" y="366"/>
                    <a:pt x="454" y="417"/>
                  </a:cubicBezTo>
                  <a:cubicBezTo>
                    <a:pt x="456" y="433"/>
                    <a:pt x="464" y="446"/>
                    <a:pt x="477" y="456"/>
                  </a:cubicBezTo>
                  <a:cubicBezTo>
                    <a:pt x="495" y="470"/>
                    <a:pt x="522" y="473"/>
                    <a:pt x="545" y="473"/>
                  </a:cubicBezTo>
                  <a:cubicBezTo>
                    <a:pt x="565" y="474"/>
                    <a:pt x="582" y="471"/>
                    <a:pt x="590" y="470"/>
                  </a:cubicBezTo>
                  <a:cubicBezTo>
                    <a:pt x="607" y="466"/>
                    <a:pt x="596" y="403"/>
                    <a:pt x="579" y="406"/>
                  </a:cubicBezTo>
                  <a:cubicBezTo>
                    <a:pt x="573" y="407"/>
                    <a:pt x="567" y="408"/>
                    <a:pt x="562" y="409"/>
                  </a:cubicBezTo>
                  <a:cubicBezTo>
                    <a:pt x="565" y="388"/>
                    <a:pt x="565" y="388"/>
                    <a:pt x="565" y="388"/>
                  </a:cubicBezTo>
                  <a:cubicBezTo>
                    <a:pt x="566" y="383"/>
                    <a:pt x="562" y="379"/>
                    <a:pt x="557" y="379"/>
                  </a:cubicBezTo>
                  <a:cubicBezTo>
                    <a:pt x="552" y="379"/>
                    <a:pt x="548" y="383"/>
                    <a:pt x="547" y="388"/>
                  </a:cubicBezTo>
                  <a:cubicBezTo>
                    <a:pt x="543" y="409"/>
                    <a:pt x="543" y="409"/>
                    <a:pt x="543" y="409"/>
                  </a:cubicBezTo>
                  <a:cubicBezTo>
                    <a:pt x="544" y="409"/>
                    <a:pt x="544" y="409"/>
                    <a:pt x="544" y="409"/>
                  </a:cubicBezTo>
                  <a:cubicBezTo>
                    <a:pt x="533" y="409"/>
                    <a:pt x="523" y="408"/>
                    <a:pt x="518" y="406"/>
                  </a:cubicBezTo>
                  <a:cubicBezTo>
                    <a:pt x="510" y="322"/>
                    <a:pt x="487" y="265"/>
                    <a:pt x="451" y="236"/>
                  </a:cubicBezTo>
                  <a:cubicBezTo>
                    <a:pt x="431" y="220"/>
                    <a:pt x="412" y="218"/>
                    <a:pt x="401" y="217"/>
                  </a:cubicBezTo>
                  <a:cubicBezTo>
                    <a:pt x="401" y="217"/>
                    <a:pt x="400" y="218"/>
                    <a:pt x="400" y="218"/>
                  </a:cubicBezTo>
                  <a:cubicBezTo>
                    <a:pt x="245" y="218"/>
                    <a:pt x="245" y="218"/>
                    <a:pt x="245" y="218"/>
                  </a:cubicBezTo>
                  <a:cubicBezTo>
                    <a:pt x="245" y="218"/>
                    <a:pt x="244" y="217"/>
                    <a:pt x="244" y="217"/>
                  </a:cubicBezTo>
                  <a:cubicBezTo>
                    <a:pt x="244" y="217"/>
                    <a:pt x="243" y="217"/>
                    <a:pt x="243" y="217"/>
                  </a:cubicBezTo>
                  <a:cubicBezTo>
                    <a:pt x="211" y="217"/>
                    <a:pt x="192" y="240"/>
                    <a:pt x="176" y="259"/>
                  </a:cubicBezTo>
                  <a:cubicBezTo>
                    <a:pt x="164" y="273"/>
                    <a:pt x="153" y="287"/>
                    <a:pt x="139" y="289"/>
                  </a:cubicBezTo>
                  <a:cubicBezTo>
                    <a:pt x="121" y="293"/>
                    <a:pt x="92" y="279"/>
                    <a:pt x="56" y="250"/>
                  </a:cubicBezTo>
                  <a:cubicBezTo>
                    <a:pt x="55" y="250"/>
                    <a:pt x="54" y="250"/>
                    <a:pt x="54" y="249"/>
                  </a:cubicBezTo>
                  <a:cubicBezTo>
                    <a:pt x="59" y="233"/>
                    <a:pt x="59" y="233"/>
                    <a:pt x="59" y="233"/>
                  </a:cubicBezTo>
                  <a:cubicBezTo>
                    <a:pt x="88" y="149"/>
                    <a:pt x="88" y="149"/>
                    <a:pt x="88" y="149"/>
                  </a:cubicBezTo>
                  <a:cubicBezTo>
                    <a:pt x="89" y="148"/>
                    <a:pt x="90" y="148"/>
                    <a:pt x="92" y="147"/>
                  </a:cubicBezTo>
                  <a:cubicBezTo>
                    <a:pt x="98" y="162"/>
                    <a:pt x="98" y="162"/>
                    <a:pt x="98" y="162"/>
                  </a:cubicBezTo>
                  <a:cubicBezTo>
                    <a:pt x="102" y="160"/>
                    <a:pt x="106" y="158"/>
                    <a:pt x="109" y="156"/>
                  </a:cubicBezTo>
                  <a:cubicBezTo>
                    <a:pt x="100" y="143"/>
                    <a:pt x="100" y="143"/>
                    <a:pt x="100" y="143"/>
                  </a:cubicBezTo>
                  <a:cubicBezTo>
                    <a:pt x="102" y="141"/>
                    <a:pt x="105" y="139"/>
                    <a:pt x="107" y="136"/>
                  </a:cubicBezTo>
                  <a:cubicBezTo>
                    <a:pt x="118" y="148"/>
                    <a:pt x="118" y="148"/>
                    <a:pt x="118" y="148"/>
                  </a:cubicBezTo>
                  <a:cubicBezTo>
                    <a:pt x="121" y="146"/>
                    <a:pt x="123" y="143"/>
                    <a:pt x="125" y="141"/>
                  </a:cubicBezTo>
                  <a:cubicBezTo>
                    <a:pt x="113" y="130"/>
                    <a:pt x="113" y="130"/>
                    <a:pt x="113" y="130"/>
                  </a:cubicBezTo>
                  <a:cubicBezTo>
                    <a:pt x="114" y="129"/>
                    <a:pt x="115" y="128"/>
                    <a:pt x="116" y="127"/>
                  </a:cubicBezTo>
                  <a:cubicBezTo>
                    <a:pt x="117" y="126"/>
                    <a:pt x="118" y="124"/>
                    <a:pt x="119" y="123"/>
                  </a:cubicBezTo>
                  <a:cubicBezTo>
                    <a:pt x="132" y="133"/>
                    <a:pt x="132" y="133"/>
                    <a:pt x="132" y="133"/>
                  </a:cubicBezTo>
                  <a:cubicBezTo>
                    <a:pt x="134" y="130"/>
                    <a:pt x="136" y="128"/>
                    <a:pt x="137" y="125"/>
                  </a:cubicBezTo>
                  <a:cubicBezTo>
                    <a:pt x="124" y="116"/>
                    <a:pt x="124" y="116"/>
                    <a:pt x="124" y="116"/>
                  </a:cubicBezTo>
                  <a:cubicBezTo>
                    <a:pt x="126" y="114"/>
                    <a:pt x="128" y="111"/>
                    <a:pt x="129" y="108"/>
                  </a:cubicBezTo>
                  <a:cubicBezTo>
                    <a:pt x="143" y="116"/>
                    <a:pt x="143" y="116"/>
                    <a:pt x="143" y="116"/>
                  </a:cubicBezTo>
                  <a:cubicBezTo>
                    <a:pt x="145" y="114"/>
                    <a:pt x="146" y="111"/>
                    <a:pt x="148" y="109"/>
                  </a:cubicBezTo>
                  <a:cubicBezTo>
                    <a:pt x="134" y="101"/>
                    <a:pt x="134" y="101"/>
                    <a:pt x="134" y="101"/>
                  </a:cubicBezTo>
                  <a:cubicBezTo>
                    <a:pt x="135" y="98"/>
                    <a:pt x="137" y="95"/>
                    <a:pt x="138" y="92"/>
                  </a:cubicBezTo>
                  <a:cubicBezTo>
                    <a:pt x="152" y="99"/>
                    <a:pt x="152" y="99"/>
                    <a:pt x="152" y="99"/>
                  </a:cubicBezTo>
                  <a:cubicBezTo>
                    <a:pt x="154" y="97"/>
                    <a:pt x="155" y="94"/>
                    <a:pt x="156" y="91"/>
                  </a:cubicBezTo>
                  <a:cubicBezTo>
                    <a:pt x="141" y="85"/>
                    <a:pt x="141" y="85"/>
                    <a:pt x="141" y="85"/>
                  </a:cubicBezTo>
                  <a:cubicBezTo>
                    <a:pt x="143" y="82"/>
                    <a:pt x="144" y="79"/>
                    <a:pt x="145" y="76"/>
                  </a:cubicBezTo>
                  <a:cubicBezTo>
                    <a:pt x="145" y="76"/>
                    <a:pt x="145" y="76"/>
                    <a:pt x="145" y="76"/>
                  </a:cubicBezTo>
                  <a:cubicBezTo>
                    <a:pt x="160" y="81"/>
                    <a:pt x="160" y="81"/>
                    <a:pt x="160" y="81"/>
                  </a:cubicBezTo>
                  <a:cubicBezTo>
                    <a:pt x="161" y="78"/>
                    <a:pt x="162" y="75"/>
                    <a:pt x="163" y="72"/>
                  </a:cubicBezTo>
                  <a:cubicBezTo>
                    <a:pt x="147" y="68"/>
                    <a:pt x="147" y="68"/>
                    <a:pt x="147" y="68"/>
                  </a:cubicBezTo>
                  <a:cubicBezTo>
                    <a:pt x="148" y="64"/>
                    <a:pt x="148" y="61"/>
                    <a:pt x="149" y="58"/>
                  </a:cubicBezTo>
                  <a:cubicBezTo>
                    <a:pt x="165" y="60"/>
                    <a:pt x="165" y="60"/>
                    <a:pt x="165" y="60"/>
                  </a:cubicBezTo>
                  <a:cubicBezTo>
                    <a:pt x="165" y="56"/>
                    <a:pt x="165" y="52"/>
                    <a:pt x="165" y="48"/>
                  </a:cubicBezTo>
                  <a:cubicBezTo>
                    <a:pt x="149" y="49"/>
                    <a:pt x="149" y="49"/>
                    <a:pt x="149" y="49"/>
                  </a:cubicBezTo>
                  <a:cubicBezTo>
                    <a:pt x="148" y="46"/>
                    <a:pt x="147" y="42"/>
                    <a:pt x="146" y="39"/>
                  </a:cubicBezTo>
                  <a:cubicBezTo>
                    <a:pt x="161" y="32"/>
                    <a:pt x="161" y="32"/>
                    <a:pt x="161" y="32"/>
                  </a:cubicBezTo>
                  <a:cubicBezTo>
                    <a:pt x="159" y="28"/>
                    <a:pt x="156" y="24"/>
                    <a:pt x="153" y="21"/>
                  </a:cubicBezTo>
                  <a:cubicBezTo>
                    <a:pt x="141" y="31"/>
                    <a:pt x="141" y="31"/>
                    <a:pt x="141" y="31"/>
                  </a:cubicBezTo>
                  <a:cubicBezTo>
                    <a:pt x="139" y="29"/>
                    <a:pt x="136" y="27"/>
                    <a:pt x="133" y="25"/>
                  </a:cubicBezTo>
                  <a:cubicBezTo>
                    <a:pt x="141" y="11"/>
                    <a:pt x="141" y="11"/>
                    <a:pt x="141" y="11"/>
                  </a:cubicBezTo>
                  <a:cubicBezTo>
                    <a:pt x="138" y="9"/>
                    <a:pt x="134" y="8"/>
                    <a:pt x="131" y="6"/>
                  </a:cubicBezTo>
                  <a:cubicBezTo>
                    <a:pt x="125" y="21"/>
                    <a:pt x="125" y="21"/>
                    <a:pt x="125" y="21"/>
                  </a:cubicBezTo>
                  <a:cubicBezTo>
                    <a:pt x="123" y="20"/>
                    <a:pt x="122" y="20"/>
                    <a:pt x="120" y="19"/>
                  </a:cubicBezTo>
                  <a:cubicBezTo>
                    <a:pt x="119" y="19"/>
                    <a:pt x="117" y="18"/>
                    <a:pt x="116" y="18"/>
                  </a:cubicBezTo>
                  <a:cubicBezTo>
                    <a:pt x="120" y="3"/>
                    <a:pt x="120" y="3"/>
                    <a:pt x="120" y="3"/>
                  </a:cubicBezTo>
                  <a:cubicBezTo>
                    <a:pt x="116" y="2"/>
                    <a:pt x="113" y="1"/>
                    <a:pt x="109" y="0"/>
                  </a:cubicBezTo>
                  <a:cubicBezTo>
                    <a:pt x="107" y="16"/>
                    <a:pt x="107" y="16"/>
                    <a:pt x="107" y="16"/>
                  </a:cubicBezTo>
                  <a:cubicBezTo>
                    <a:pt x="104" y="16"/>
                    <a:pt x="100" y="16"/>
                    <a:pt x="97" y="17"/>
                  </a:cubicBezTo>
                  <a:cubicBezTo>
                    <a:pt x="94" y="1"/>
                    <a:pt x="94" y="1"/>
                    <a:pt x="94" y="1"/>
                  </a:cubicBezTo>
                  <a:cubicBezTo>
                    <a:pt x="89" y="2"/>
                    <a:pt x="85" y="3"/>
                    <a:pt x="80" y="6"/>
                  </a:cubicBezTo>
                  <a:cubicBezTo>
                    <a:pt x="88" y="20"/>
                    <a:pt x="88" y="20"/>
                    <a:pt x="88" y="20"/>
                  </a:cubicBezTo>
                  <a:cubicBezTo>
                    <a:pt x="85" y="21"/>
                    <a:pt x="82" y="24"/>
                    <a:pt x="80" y="26"/>
                  </a:cubicBezTo>
                  <a:cubicBezTo>
                    <a:pt x="68" y="16"/>
                    <a:pt x="68" y="16"/>
                    <a:pt x="68" y="16"/>
                  </a:cubicBezTo>
                  <a:cubicBezTo>
                    <a:pt x="65" y="18"/>
                    <a:pt x="63" y="22"/>
                    <a:pt x="61" y="25"/>
                  </a:cubicBezTo>
                  <a:cubicBezTo>
                    <a:pt x="74" y="33"/>
                    <a:pt x="74" y="33"/>
                    <a:pt x="74" y="33"/>
                  </a:cubicBezTo>
                  <a:cubicBezTo>
                    <a:pt x="73" y="36"/>
                    <a:pt x="71" y="39"/>
                    <a:pt x="70" y="42"/>
                  </a:cubicBezTo>
                  <a:cubicBezTo>
                    <a:pt x="55" y="36"/>
                    <a:pt x="55" y="36"/>
                    <a:pt x="55" y="36"/>
                  </a:cubicBezTo>
                  <a:cubicBezTo>
                    <a:pt x="54" y="39"/>
                    <a:pt x="53" y="42"/>
                    <a:pt x="52" y="45"/>
                  </a:cubicBezTo>
                  <a:cubicBezTo>
                    <a:pt x="67" y="50"/>
                    <a:pt x="67" y="50"/>
                    <a:pt x="67" y="50"/>
                  </a:cubicBezTo>
                  <a:cubicBezTo>
                    <a:pt x="66" y="52"/>
                    <a:pt x="65" y="55"/>
                    <a:pt x="65" y="57"/>
                  </a:cubicBezTo>
                  <a:cubicBezTo>
                    <a:pt x="49" y="53"/>
                    <a:pt x="49" y="53"/>
                    <a:pt x="49" y="53"/>
                  </a:cubicBezTo>
                  <a:cubicBezTo>
                    <a:pt x="49" y="56"/>
                    <a:pt x="48" y="59"/>
                    <a:pt x="47" y="62"/>
                  </a:cubicBezTo>
                  <a:cubicBezTo>
                    <a:pt x="63" y="65"/>
                    <a:pt x="63" y="65"/>
                    <a:pt x="63" y="65"/>
                  </a:cubicBezTo>
                  <a:cubicBezTo>
                    <a:pt x="62" y="68"/>
                    <a:pt x="62" y="71"/>
                    <a:pt x="61" y="75"/>
                  </a:cubicBezTo>
                  <a:cubicBezTo>
                    <a:pt x="45" y="72"/>
                    <a:pt x="45" y="72"/>
                    <a:pt x="45" y="72"/>
                  </a:cubicBezTo>
                  <a:cubicBezTo>
                    <a:pt x="45" y="75"/>
                    <a:pt x="44" y="78"/>
                    <a:pt x="44" y="81"/>
                  </a:cubicBezTo>
                  <a:cubicBezTo>
                    <a:pt x="60" y="83"/>
                    <a:pt x="60" y="83"/>
                    <a:pt x="60" y="83"/>
                  </a:cubicBezTo>
                  <a:cubicBezTo>
                    <a:pt x="60" y="86"/>
                    <a:pt x="59" y="89"/>
                    <a:pt x="59" y="92"/>
                  </a:cubicBezTo>
                  <a:cubicBezTo>
                    <a:pt x="43" y="91"/>
                    <a:pt x="43" y="91"/>
                    <a:pt x="43" y="91"/>
                  </a:cubicBezTo>
                  <a:cubicBezTo>
                    <a:pt x="43" y="94"/>
                    <a:pt x="43" y="97"/>
                    <a:pt x="43" y="100"/>
                  </a:cubicBezTo>
                  <a:cubicBezTo>
                    <a:pt x="59" y="101"/>
                    <a:pt x="59" y="101"/>
                    <a:pt x="59" y="101"/>
                  </a:cubicBezTo>
                  <a:cubicBezTo>
                    <a:pt x="59" y="103"/>
                    <a:pt x="59" y="106"/>
                    <a:pt x="59" y="108"/>
                  </a:cubicBezTo>
                  <a:cubicBezTo>
                    <a:pt x="59" y="109"/>
                    <a:pt x="59" y="110"/>
                    <a:pt x="59" y="110"/>
                  </a:cubicBezTo>
                  <a:cubicBezTo>
                    <a:pt x="43" y="111"/>
                    <a:pt x="43" y="111"/>
                    <a:pt x="43" y="111"/>
                  </a:cubicBezTo>
                  <a:cubicBezTo>
                    <a:pt x="44" y="114"/>
                    <a:pt x="44" y="118"/>
                    <a:pt x="44" y="121"/>
                  </a:cubicBezTo>
                  <a:cubicBezTo>
                    <a:pt x="60" y="118"/>
                    <a:pt x="60" y="118"/>
                    <a:pt x="60" y="118"/>
                  </a:cubicBezTo>
                  <a:cubicBezTo>
                    <a:pt x="61" y="122"/>
                    <a:pt x="61" y="125"/>
                    <a:pt x="62" y="128"/>
                  </a:cubicBezTo>
                  <a:cubicBezTo>
                    <a:pt x="47" y="132"/>
                    <a:pt x="47" y="132"/>
                    <a:pt x="47" y="132"/>
                  </a:cubicBezTo>
                  <a:cubicBezTo>
                    <a:pt x="48" y="136"/>
                    <a:pt x="49" y="140"/>
                    <a:pt x="51" y="143"/>
                  </a:cubicBezTo>
                  <a:cubicBezTo>
                    <a:pt x="65" y="136"/>
                    <a:pt x="65" y="136"/>
                    <a:pt x="65" y="136"/>
                  </a:cubicBezTo>
                  <a:cubicBezTo>
                    <a:pt x="66" y="139"/>
                    <a:pt x="67" y="141"/>
                    <a:pt x="69" y="142"/>
                  </a:cubicBezTo>
                  <a:cubicBezTo>
                    <a:pt x="40" y="228"/>
                    <a:pt x="40" y="228"/>
                    <a:pt x="40" y="228"/>
                  </a:cubicBezTo>
                  <a:cubicBezTo>
                    <a:pt x="35" y="243"/>
                    <a:pt x="35" y="243"/>
                    <a:pt x="35" y="243"/>
                  </a:cubicBezTo>
                  <a:cubicBezTo>
                    <a:pt x="26" y="244"/>
                    <a:pt x="17" y="248"/>
                    <a:pt x="11" y="255"/>
                  </a:cubicBezTo>
                  <a:close/>
                  <a:moveTo>
                    <a:pt x="68" y="117"/>
                  </a:moveTo>
                  <a:cubicBezTo>
                    <a:pt x="84" y="115"/>
                    <a:pt x="84" y="115"/>
                    <a:pt x="84" y="115"/>
                  </a:cubicBezTo>
                  <a:cubicBezTo>
                    <a:pt x="84" y="113"/>
                    <a:pt x="83" y="111"/>
                    <a:pt x="83" y="109"/>
                  </a:cubicBezTo>
                  <a:cubicBezTo>
                    <a:pt x="67" y="110"/>
                    <a:pt x="67" y="110"/>
                    <a:pt x="67" y="110"/>
                  </a:cubicBezTo>
                  <a:cubicBezTo>
                    <a:pt x="67" y="109"/>
                    <a:pt x="67" y="108"/>
                    <a:pt x="67" y="108"/>
                  </a:cubicBezTo>
                  <a:cubicBezTo>
                    <a:pt x="67" y="105"/>
                    <a:pt x="67" y="103"/>
                    <a:pt x="67" y="101"/>
                  </a:cubicBezTo>
                  <a:cubicBezTo>
                    <a:pt x="83" y="101"/>
                    <a:pt x="83" y="101"/>
                    <a:pt x="83" y="101"/>
                  </a:cubicBezTo>
                  <a:cubicBezTo>
                    <a:pt x="83" y="98"/>
                    <a:pt x="83" y="96"/>
                    <a:pt x="83" y="94"/>
                  </a:cubicBezTo>
                  <a:cubicBezTo>
                    <a:pt x="67" y="93"/>
                    <a:pt x="67" y="93"/>
                    <a:pt x="67" y="93"/>
                  </a:cubicBezTo>
                  <a:cubicBezTo>
                    <a:pt x="67" y="90"/>
                    <a:pt x="68" y="87"/>
                    <a:pt x="68" y="84"/>
                  </a:cubicBezTo>
                  <a:cubicBezTo>
                    <a:pt x="84" y="85"/>
                    <a:pt x="84" y="85"/>
                    <a:pt x="84" y="85"/>
                  </a:cubicBezTo>
                  <a:cubicBezTo>
                    <a:pt x="84" y="83"/>
                    <a:pt x="84" y="81"/>
                    <a:pt x="85" y="78"/>
                  </a:cubicBezTo>
                  <a:cubicBezTo>
                    <a:pt x="69" y="76"/>
                    <a:pt x="69" y="76"/>
                    <a:pt x="69" y="76"/>
                  </a:cubicBezTo>
                  <a:cubicBezTo>
                    <a:pt x="70" y="73"/>
                    <a:pt x="70" y="70"/>
                    <a:pt x="71" y="67"/>
                  </a:cubicBezTo>
                  <a:cubicBezTo>
                    <a:pt x="86" y="70"/>
                    <a:pt x="86" y="70"/>
                    <a:pt x="86" y="70"/>
                  </a:cubicBezTo>
                  <a:cubicBezTo>
                    <a:pt x="87" y="68"/>
                    <a:pt x="87" y="66"/>
                    <a:pt x="88" y="63"/>
                  </a:cubicBezTo>
                  <a:cubicBezTo>
                    <a:pt x="73" y="59"/>
                    <a:pt x="73" y="59"/>
                    <a:pt x="73" y="59"/>
                  </a:cubicBezTo>
                  <a:cubicBezTo>
                    <a:pt x="73" y="57"/>
                    <a:pt x="74" y="55"/>
                    <a:pt x="75" y="53"/>
                  </a:cubicBezTo>
                  <a:cubicBezTo>
                    <a:pt x="90" y="58"/>
                    <a:pt x="90" y="58"/>
                    <a:pt x="90" y="58"/>
                  </a:cubicBezTo>
                  <a:cubicBezTo>
                    <a:pt x="90" y="55"/>
                    <a:pt x="91" y="53"/>
                    <a:pt x="92" y="52"/>
                  </a:cubicBezTo>
                  <a:cubicBezTo>
                    <a:pt x="77" y="45"/>
                    <a:pt x="77" y="45"/>
                    <a:pt x="77" y="45"/>
                  </a:cubicBezTo>
                  <a:cubicBezTo>
                    <a:pt x="79" y="42"/>
                    <a:pt x="80" y="40"/>
                    <a:pt x="81" y="38"/>
                  </a:cubicBezTo>
                  <a:cubicBezTo>
                    <a:pt x="95" y="46"/>
                    <a:pt x="95" y="46"/>
                    <a:pt x="95" y="46"/>
                  </a:cubicBezTo>
                  <a:cubicBezTo>
                    <a:pt x="96" y="44"/>
                    <a:pt x="97" y="43"/>
                    <a:pt x="97" y="43"/>
                  </a:cubicBezTo>
                  <a:cubicBezTo>
                    <a:pt x="86" y="32"/>
                    <a:pt x="86" y="32"/>
                    <a:pt x="86" y="32"/>
                  </a:cubicBezTo>
                  <a:cubicBezTo>
                    <a:pt x="88" y="30"/>
                    <a:pt x="90" y="28"/>
                    <a:pt x="92" y="27"/>
                  </a:cubicBezTo>
                  <a:cubicBezTo>
                    <a:pt x="100" y="41"/>
                    <a:pt x="100" y="41"/>
                    <a:pt x="100" y="41"/>
                  </a:cubicBezTo>
                  <a:cubicBezTo>
                    <a:pt x="100" y="40"/>
                    <a:pt x="100" y="40"/>
                    <a:pt x="101" y="40"/>
                  </a:cubicBezTo>
                  <a:cubicBezTo>
                    <a:pt x="98" y="25"/>
                    <a:pt x="98" y="25"/>
                    <a:pt x="98" y="25"/>
                  </a:cubicBezTo>
                  <a:cubicBezTo>
                    <a:pt x="101" y="24"/>
                    <a:pt x="103" y="24"/>
                    <a:pt x="106" y="24"/>
                  </a:cubicBezTo>
                  <a:cubicBezTo>
                    <a:pt x="105" y="40"/>
                    <a:pt x="105" y="40"/>
                    <a:pt x="105" y="40"/>
                  </a:cubicBezTo>
                  <a:cubicBezTo>
                    <a:pt x="106" y="40"/>
                    <a:pt x="108" y="41"/>
                    <a:pt x="109" y="41"/>
                  </a:cubicBezTo>
                  <a:cubicBezTo>
                    <a:pt x="114" y="26"/>
                    <a:pt x="114" y="26"/>
                    <a:pt x="114" y="26"/>
                  </a:cubicBezTo>
                  <a:cubicBezTo>
                    <a:pt x="115" y="26"/>
                    <a:pt x="116" y="26"/>
                    <a:pt x="118" y="27"/>
                  </a:cubicBezTo>
                  <a:cubicBezTo>
                    <a:pt x="119" y="27"/>
                    <a:pt x="121" y="27"/>
                    <a:pt x="122" y="28"/>
                  </a:cubicBezTo>
                  <a:cubicBezTo>
                    <a:pt x="116" y="42"/>
                    <a:pt x="116" y="42"/>
                    <a:pt x="116" y="42"/>
                  </a:cubicBezTo>
                  <a:cubicBezTo>
                    <a:pt x="116" y="42"/>
                    <a:pt x="116" y="42"/>
                    <a:pt x="116" y="42"/>
                  </a:cubicBezTo>
                  <a:cubicBezTo>
                    <a:pt x="118" y="46"/>
                    <a:pt x="119" y="44"/>
                    <a:pt x="121" y="45"/>
                  </a:cubicBezTo>
                  <a:cubicBezTo>
                    <a:pt x="129" y="31"/>
                    <a:pt x="129" y="31"/>
                    <a:pt x="129" y="31"/>
                  </a:cubicBezTo>
                  <a:cubicBezTo>
                    <a:pt x="131" y="33"/>
                    <a:pt x="133" y="35"/>
                    <a:pt x="135" y="37"/>
                  </a:cubicBezTo>
                  <a:cubicBezTo>
                    <a:pt x="123" y="48"/>
                    <a:pt x="123" y="48"/>
                    <a:pt x="123" y="48"/>
                  </a:cubicBezTo>
                  <a:cubicBezTo>
                    <a:pt x="123" y="48"/>
                    <a:pt x="123" y="48"/>
                    <a:pt x="123" y="48"/>
                  </a:cubicBezTo>
                  <a:cubicBezTo>
                    <a:pt x="124" y="48"/>
                    <a:pt x="124" y="48"/>
                    <a:pt x="124" y="49"/>
                  </a:cubicBezTo>
                  <a:cubicBezTo>
                    <a:pt x="139" y="42"/>
                    <a:pt x="139" y="42"/>
                    <a:pt x="139" y="42"/>
                  </a:cubicBezTo>
                  <a:cubicBezTo>
                    <a:pt x="140" y="45"/>
                    <a:pt x="140" y="47"/>
                    <a:pt x="141" y="50"/>
                  </a:cubicBezTo>
                  <a:cubicBezTo>
                    <a:pt x="125" y="52"/>
                    <a:pt x="125" y="52"/>
                    <a:pt x="125" y="52"/>
                  </a:cubicBezTo>
                  <a:cubicBezTo>
                    <a:pt x="125" y="52"/>
                    <a:pt x="125" y="52"/>
                    <a:pt x="125" y="52"/>
                  </a:cubicBezTo>
                  <a:cubicBezTo>
                    <a:pt x="125" y="53"/>
                    <a:pt x="125" y="54"/>
                    <a:pt x="125" y="56"/>
                  </a:cubicBezTo>
                  <a:cubicBezTo>
                    <a:pt x="141" y="57"/>
                    <a:pt x="141" y="57"/>
                    <a:pt x="141" y="57"/>
                  </a:cubicBezTo>
                  <a:cubicBezTo>
                    <a:pt x="141" y="60"/>
                    <a:pt x="140" y="63"/>
                    <a:pt x="139" y="66"/>
                  </a:cubicBezTo>
                  <a:cubicBezTo>
                    <a:pt x="124" y="62"/>
                    <a:pt x="124" y="62"/>
                    <a:pt x="124" y="62"/>
                  </a:cubicBezTo>
                  <a:cubicBezTo>
                    <a:pt x="123" y="64"/>
                    <a:pt x="123" y="66"/>
                    <a:pt x="122" y="68"/>
                  </a:cubicBezTo>
                  <a:cubicBezTo>
                    <a:pt x="137" y="73"/>
                    <a:pt x="137" y="73"/>
                    <a:pt x="137" y="73"/>
                  </a:cubicBezTo>
                  <a:cubicBezTo>
                    <a:pt x="137" y="73"/>
                    <a:pt x="137" y="73"/>
                    <a:pt x="137" y="74"/>
                  </a:cubicBezTo>
                  <a:cubicBezTo>
                    <a:pt x="136" y="76"/>
                    <a:pt x="135" y="79"/>
                    <a:pt x="134" y="82"/>
                  </a:cubicBezTo>
                  <a:cubicBezTo>
                    <a:pt x="119" y="76"/>
                    <a:pt x="119" y="76"/>
                    <a:pt x="119" y="76"/>
                  </a:cubicBezTo>
                  <a:cubicBezTo>
                    <a:pt x="118" y="78"/>
                    <a:pt x="117" y="80"/>
                    <a:pt x="116" y="82"/>
                  </a:cubicBezTo>
                  <a:cubicBezTo>
                    <a:pt x="131" y="89"/>
                    <a:pt x="131" y="89"/>
                    <a:pt x="131" y="89"/>
                  </a:cubicBezTo>
                  <a:cubicBezTo>
                    <a:pt x="129" y="92"/>
                    <a:pt x="128" y="94"/>
                    <a:pt x="127" y="97"/>
                  </a:cubicBezTo>
                  <a:cubicBezTo>
                    <a:pt x="113" y="89"/>
                    <a:pt x="113" y="89"/>
                    <a:pt x="113" y="89"/>
                  </a:cubicBezTo>
                  <a:cubicBezTo>
                    <a:pt x="111" y="92"/>
                    <a:pt x="110" y="94"/>
                    <a:pt x="109" y="96"/>
                  </a:cubicBezTo>
                  <a:cubicBezTo>
                    <a:pt x="123" y="104"/>
                    <a:pt x="123" y="104"/>
                    <a:pt x="123" y="104"/>
                  </a:cubicBezTo>
                  <a:cubicBezTo>
                    <a:pt x="121" y="107"/>
                    <a:pt x="119" y="109"/>
                    <a:pt x="118" y="111"/>
                  </a:cubicBezTo>
                  <a:cubicBezTo>
                    <a:pt x="104" y="102"/>
                    <a:pt x="104" y="102"/>
                    <a:pt x="104" y="102"/>
                  </a:cubicBezTo>
                  <a:cubicBezTo>
                    <a:pt x="104" y="102"/>
                    <a:pt x="104" y="102"/>
                    <a:pt x="104" y="102"/>
                  </a:cubicBezTo>
                  <a:cubicBezTo>
                    <a:pt x="103" y="106"/>
                    <a:pt x="102" y="106"/>
                    <a:pt x="100" y="108"/>
                  </a:cubicBezTo>
                  <a:cubicBezTo>
                    <a:pt x="113" y="118"/>
                    <a:pt x="113" y="118"/>
                    <a:pt x="113" y="118"/>
                  </a:cubicBezTo>
                  <a:cubicBezTo>
                    <a:pt x="112" y="119"/>
                    <a:pt x="111" y="121"/>
                    <a:pt x="110" y="122"/>
                  </a:cubicBezTo>
                  <a:cubicBezTo>
                    <a:pt x="109" y="123"/>
                    <a:pt x="108" y="124"/>
                    <a:pt x="107" y="125"/>
                  </a:cubicBezTo>
                  <a:cubicBezTo>
                    <a:pt x="95" y="114"/>
                    <a:pt x="95" y="114"/>
                    <a:pt x="95" y="114"/>
                  </a:cubicBezTo>
                  <a:cubicBezTo>
                    <a:pt x="94" y="116"/>
                    <a:pt x="92" y="118"/>
                    <a:pt x="91" y="119"/>
                  </a:cubicBezTo>
                  <a:cubicBezTo>
                    <a:pt x="102" y="131"/>
                    <a:pt x="102" y="131"/>
                    <a:pt x="102" y="131"/>
                  </a:cubicBezTo>
                  <a:cubicBezTo>
                    <a:pt x="100" y="133"/>
                    <a:pt x="97" y="134"/>
                    <a:pt x="95" y="136"/>
                  </a:cubicBezTo>
                  <a:cubicBezTo>
                    <a:pt x="85" y="122"/>
                    <a:pt x="85" y="122"/>
                    <a:pt x="85" y="122"/>
                  </a:cubicBezTo>
                  <a:cubicBezTo>
                    <a:pt x="70" y="126"/>
                    <a:pt x="70" y="126"/>
                    <a:pt x="70" y="126"/>
                  </a:cubicBezTo>
                  <a:cubicBezTo>
                    <a:pt x="69" y="123"/>
                    <a:pt x="68" y="120"/>
                    <a:pt x="68" y="117"/>
                  </a:cubicBezTo>
                  <a:close/>
                  <a:moveTo>
                    <a:pt x="83" y="128"/>
                  </a:moveTo>
                  <a:cubicBezTo>
                    <a:pt x="89" y="140"/>
                    <a:pt x="89" y="140"/>
                    <a:pt x="89" y="140"/>
                  </a:cubicBezTo>
                  <a:cubicBezTo>
                    <a:pt x="85" y="141"/>
                    <a:pt x="82" y="142"/>
                    <a:pt x="80" y="141"/>
                  </a:cubicBezTo>
                  <a:cubicBezTo>
                    <a:pt x="80" y="141"/>
                    <a:pt x="80" y="141"/>
                    <a:pt x="80" y="141"/>
                  </a:cubicBezTo>
                  <a:cubicBezTo>
                    <a:pt x="77" y="140"/>
                    <a:pt x="74" y="137"/>
                    <a:pt x="72" y="133"/>
                  </a:cubicBezTo>
                  <a:lnTo>
                    <a:pt x="83" y="1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58"/>
            <p:cNvSpPr>
              <a:spLocks/>
            </p:cNvSpPr>
            <p:nvPr/>
          </p:nvSpPr>
          <p:spPr bwMode="auto">
            <a:xfrm>
              <a:off x="10563225" y="4168775"/>
              <a:ext cx="127000" cy="306388"/>
            </a:xfrm>
            <a:custGeom>
              <a:avLst/>
              <a:gdLst>
                <a:gd name="T0" fmla="*/ 63 w 80"/>
                <a:gd name="T1" fmla="*/ 0 h 192"/>
                <a:gd name="T2" fmla="*/ 17 w 80"/>
                <a:gd name="T3" fmla="*/ 0 h 192"/>
                <a:gd name="T4" fmla="*/ 0 w 80"/>
                <a:gd name="T5" fmla="*/ 14 h 192"/>
                <a:gd name="T6" fmla="*/ 0 w 80"/>
                <a:gd name="T7" fmla="*/ 60 h 192"/>
                <a:gd name="T8" fmla="*/ 40 w 80"/>
                <a:gd name="T9" fmla="*/ 60 h 192"/>
                <a:gd name="T10" fmla="*/ 40 w 80"/>
                <a:gd name="T11" fmla="*/ 128 h 192"/>
                <a:gd name="T12" fmla="*/ 0 w 80"/>
                <a:gd name="T13" fmla="*/ 128 h 192"/>
                <a:gd name="T14" fmla="*/ 0 w 80"/>
                <a:gd name="T15" fmla="*/ 174 h 192"/>
                <a:gd name="T16" fmla="*/ 17 w 80"/>
                <a:gd name="T17" fmla="*/ 192 h 192"/>
                <a:gd name="T18" fmla="*/ 63 w 80"/>
                <a:gd name="T19" fmla="*/ 192 h 192"/>
                <a:gd name="T20" fmla="*/ 80 w 80"/>
                <a:gd name="T21" fmla="*/ 174 h 192"/>
                <a:gd name="T22" fmla="*/ 80 w 80"/>
                <a:gd name="T23" fmla="*/ 14 h 192"/>
                <a:gd name="T24" fmla="*/ 63 w 80"/>
                <a:gd name="T25"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 h="192">
                  <a:moveTo>
                    <a:pt x="63" y="0"/>
                  </a:moveTo>
                  <a:cubicBezTo>
                    <a:pt x="17" y="0"/>
                    <a:pt x="17" y="0"/>
                    <a:pt x="17" y="0"/>
                  </a:cubicBezTo>
                  <a:cubicBezTo>
                    <a:pt x="8" y="0"/>
                    <a:pt x="0" y="5"/>
                    <a:pt x="0" y="14"/>
                  </a:cubicBezTo>
                  <a:cubicBezTo>
                    <a:pt x="0" y="60"/>
                    <a:pt x="0" y="60"/>
                    <a:pt x="0" y="60"/>
                  </a:cubicBezTo>
                  <a:cubicBezTo>
                    <a:pt x="40" y="60"/>
                    <a:pt x="40" y="60"/>
                    <a:pt x="40" y="60"/>
                  </a:cubicBezTo>
                  <a:cubicBezTo>
                    <a:pt x="40" y="128"/>
                    <a:pt x="40" y="128"/>
                    <a:pt x="40" y="128"/>
                  </a:cubicBezTo>
                  <a:cubicBezTo>
                    <a:pt x="0" y="128"/>
                    <a:pt x="0" y="128"/>
                    <a:pt x="0" y="128"/>
                  </a:cubicBezTo>
                  <a:cubicBezTo>
                    <a:pt x="0" y="174"/>
                    <a:pt x="0" y="174"/>
                    <a:pt x="0" y="174"/>
                  </a:cubicBezTo>
                  <a:cubicBezTo>
                    <a:pt x="0" y="183"/>
                    <a:pt x="8" y="192"/>
                    <a:pt x="17" y="192"/>
                  </a:cubicBezTo>
                  <a:cubicBezTo>
                    <a:pt x="63" y="192"/>
                    <a:pt x="63" y="192"/>
                    <a:pt x="63" y="192"/>
                  </a:cubicBezTo>
                  <a:cubicBezTo>
                    <a:pt x="72" y="192"/>
                    <a:pt x="80" y="183"/>
                    <a:pt x="80" y="174"/>
                  </a:cubicBezTo>
                  <a:cubicBezTo>
                    <a:pt x="80" y="14"/>
                    <a:pt x="80" y="14"/>
                    <a:pt x="80" y="14"/>
                  </a:cubicBezTo>
                  <a:cubicBezTo>
                    <a:pt x="80" y="5"/>
                    <a:pt x="72" y="0"/>
                    <a:pt x="6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Rectangle 59"/>
            <p:cNvSpPr>
              <a:spLocks noChangeArrowheads="1"/>
            </p:cNvSpPr>
            <p:nvPr/>
          </p:nvSpPr>
          <p:spPr bwMode="auto">
            <a:xfrm>
              <a:off x="10582275" y="4124325"/>
              <a:ext cx="88900" cy="317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60"/>
            <p:cNvSpPr>
              <a:spLocks/>
            </p:cNvSpPr>
            <p:nvPr/>
          </p:nvSpPr>
          <p:spPr bwMode="auto">
            <a:xfrm>
              <a:off x="11245850" y="3811588"/>
              <a:ext cx="141288" cy="147638"/>
            </a:xfrm>
            <a:custGeom>
              <a:avLst/>
              <a:gdLst>
                <a:gd name="T0" fmla="*/ 45 w 88"/>
                <a:gd name="T1" fmla="*/ 0 h 92"/>
                <a:gd name="T2" fmla="*/ 44 w 88"/>
                <a:gd name="T3" fmla="*/ 0 h 92"/>
                <a:gd name="T4" fmla="*/ 0 w 88"/>
                <a:gd name="T5" fmla="*/ 45 h 92"/>
                <a:gd name="T6" fmla="*/ 0 w 88"/>
                <a:gd name="T7" fmla="*/ 46 h 92"/>
                <a:gd name="T8" fmla="*/ 44 w 88"/>
                <a:gd name="T9" fmla="*/ 92 h 92"/>
                <a:gd name="T10" fmla="*/ 45 w 88"/>
                <a:gd name="T11" fmla="*/ 92 h 92"/>
                <a:gd name="T12" fmla="*/ 88 w 88"/>
                <a:gd name="T13" fmla="*/ 46 h 92"/>
                <a:gd name="T14" fmla="*/ 88 w 88"/>
                <a:gd name="T15" fmla="*/ 45 h 92"/>
                <a:gd name="T16" fmla="*/ 45 w 88"/>
                <a:gd name="T17"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92">
                  <a:moveTo>
                    <a:pt x="45" y="0"/>
                  </a:moveTo>
                  <a:cubicBezTo>
                    <a:pt x="44" y="0"/>
                    <a:pt x="44" y="0"/>
                    <a:pt x="44" y="0"/>
                  </a:cubicBezTo>
                  <a:cubicBezTo>
                    <a:pt x="41" y="32"/>
                    <a:pt x="32" y="42"/>
                    <a:pt x="0" y="45"/>
                  </a:cubicBezTo>
                  <a:cubicBezTo>
                    <a:pt x="0" y="46"/>
                    <a:pt x="0" y="46"/>
                    <a:pt x="0" y="46"/>
                  </a:cubicBezTo>
                  <a:cubicBezTo>
                    <a:pt x="32" y="49"/>
                    <a:pt x="41" y="60"/>
                    <a:pt x="44" y="92"/>
                  </a:cubicBezTo>
                  <a:cubicBezTo>
                    <a:pt x="45" y="92"/>
                    <a:pt x="45" y="92"/>
                    <a:pt x="45" y="92"/>
                  </a:cubicBezTo>
                  <a:cubicBezTo>
                    <a:pt x="48" y="60"/>
                    <a:pt x="56" y="49"/>
                    <a:pt x="88" y="46"/>
                  </a:cubicBezTo>
                  <a:cubicBezTo>
                    <a:pt x="88" y="45"/>
                    <a:pt x="88" y="45"/>
                    <a:pt x="88" y="45"/>
                  </a:cubicBezTo>
                  <a:cubicBezTo>
                    <a:pt x="56" y="42"/>
                    <a:pt x="48" y="32"/>
                    <a:pt x="4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61"/>
            <p:cNvSpPr>
              <a:spLocks/>
            </p:cNvSpPr>
            <p:nvPr/>
          </p:nvSpPr>
          <p:spPr bwMode="auto">
            <a:xfrm>
              <a:off x="11437938" y="3965575"/>
              <a:ext cx="120650" cy="120650"/>
            </a:xfrm>
            <a:custGeom>
              <a:avLst/>
              <a:gdLst>
                <a:gd name="T0" fmla="*/ 37 w 76"/>
                <a:gd name="T1" fmla="*/ 0 h 76"/>
                <a:gd name="T2" fmla="*/ 36 w 76"/>
                <a:gd name="T3" fmla="*/ 0 h 76"/>
                <a:gd name="T4" fmla="*/ 0 w 76"/>
                <a:gd name="T5" fmla="*/ 38 h 76"/>
                <a:gd name="T6" fmla="*/ 0 w 76"/>
                <a:gd name="T7" fmla="*/ 39 h 76"/>
                <a:gd name="T8" fmla="*/ 36 w 76"/>
                <a:gd name="T9" fmla="*/ 76 h 76"/>
                <a:gd name="T10" fmla="*/ 37 w 76"/>
                <a:gd name="T11" fmla="*/ 76 h 76"/>
                <a:gd name="T12" fmla="*/ 76 w 76"/>
                <a:gd name="T13" fmla="*/ 39 h 76"/>
                <a:gd name="T14" fmla="*/ 76 w 76"/>
                <a:gd name="T15" fmla="*/ 38 h 76"/>
                <a:gd name="T16" fmla="*/ 37 w 76"/>
                <a:gd name="T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76">
                  <a:moveTo>
                    <a:pt x="37" y="0"/>
                  </a:moveTo>
                  <a:cubicBezTo>
                    <a:pt x="36" y="0"/>
                    <a:pt x="36" y="0"/>
                    <a:pt x="36" y="0"/>
                  </a:cubicBezTo>
                  <a:cubicBezTo>
                    <a:pt x="34" y="28"/>
                    <a:pt x="24" y="35"/>
                    <a:pt x="0" y="38"/>
                  </a:cubicBezTo>
                  <a:cubicBezTo>
                    <a:pt x="0" y="39"/>
                    <a:pt x="0" y="39"/>
                    <a:pt x="0" y="39"/>
                  </a:cubicBezTo>
                  <a:cubicBezTo>
                    <a:pt x="24" y="41"/>
                    <a:pt x="34" y="48"/>
                    <a:pt x="36" y="76"/>
                  </a:cubicBezTo>
                  <a:cubicBezTo>
                    <a:pt x="37" y="76"/>
                    <a:pt x="37" y="76"/>
                    <a:pt x="37" y="76"/>
                  </a:cubicBezTo>
                  <a:cubicBezTo>
                    <a:pt x="40" y="48"/>
                    <a:pt x="48" y="41"/>
                    <a:pt x="76" y="39"/>
                  </a:cubicBezTo>
                  <a:cubicBezTo>
                    <a:pt x="76" y="38"/>
                    <a:pt x="76" y="38"/>
                    <a:pt x="76" y="38"/>
                  </a:cubicBezTo>
                  <a:cubicBezTo>
                    <a:pt x="48" y="35"/>
                    <a:pt x="40" y="28"/>
                    <a:pt x="3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62"/>
            <p:cNvSpPr>
              <a:spLocks/>
            </p:cNvSpPr>
            <p:nvPr/>
          </p:nvSpPr>
          <p:spPr bwMode="auto">
            <a:xfrm>
              <a:off x="11495088" y="3754438"/>
              <a:ext cx="160338" cy="166688"/>
            </a:xfrm>
            <a:custGeom>
              <a:avLst/>
              <a:gdLst>
                <a:gd name="T0" fmla="*/ 51 w 100"/>
                <a:gd name="T1" fmla="*/ 104 h 104"/>
                <a:gd name="T2" fmla="*/ 100 w 100"/>
                <a:gd name="T3" fmla="*/ 54 h 104"/>
                <a:gd name="T4" fmla="*/ 100 w 100"/>
                <a:gd name="T5" fmla="*/ 53 h 104"/>
                <a:gd name="T6" fmla="*/ 51 w 100"/>
                <a:gd name="T7" fmla="*/ 0 h 104"/>
                <a:gd name="T8" fmla="*/ 50 w 100"/>
                <a:gd name="T9" fmla="*/ 0 h 104"/>
                <a:gd name="T10" fmla="*/ 0 w 100"/>
                <a:gd name="T11" fmla="*/ 53 h 104"/>
                <a:gd name="T12" fmla="*/ 0 w 100"/>
                <a:gd name="T13" fmla="*/ 54 h 104"/>
                <a:gd name="T14" fmla="*/ 50 w 100"/>
                <a:gd name="T15" fmla="*/ 104 h 104"/>
                <a:gd name="T16" fmla="*/ 51 w 100"/>
                <a:gd name="T17"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104">
                  <a:moveTo>
                    <a:pt x="51" y="104"/>
                  </a:moveTo>
                  <a:cubicBezTo>
                    <a:pt x="54" y="68"/>
                    <a:pt x="64" y="57"/>
                    <a:pt x="100" y="54"/>
                  </a:cubicBezTo>
                  <a:cubicBezTo>
                    <a:pt x="100" y="53"/>
                    <a:pt x="100" y="53"/>
                    <a:pt x="100" y="53"/>
                  </a:cubicBezTo>
                  <a:cubicBezTo>
                    <a:pt x="64" y="50"/>
                    <a:pt x="54" y="40"/>
                    <a:pt x="51" y="0"/>
                  </a:cubicBezTo>
                  <a:cubicBezTo>
                    <a:pt x="50" y="0"/>
                    <a:pt x="50" y="0"/>
                    <a:pt x="50" y="0"/>
                  </a:cubicBezTo>
                  <a:cubicBezTo>
                    <a:pt x="47" y="40"/>
                    <a:pt x="36" y="50"/>
                    <a:pt x="0" y="53"/>
                  </a:cubicBezTo>
                  <a:cubicBezTo>
                    <a:pt x="0" y="54"/>
                    <a:pt x="0" y="54"/>
                    <a:pt x="0" y="54"/>
                  </a:cubicBezTo>
                  <a:cubicBezTo>
                    <a:pt x="36" y="57"/>
                    <a:pt x="47" y="68"/>
                    <a:pt x="50" y="104"/>
                  </a:cubicBezTo>
                  <a:lnTo>
                    <a:pt x="51" y="1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5" name="组合 64"/>
          <p:cNvGrpSpPr/>
          <p:nvPr/>
        </p:nvGrpSpPr>
        <p:grpSpPr>
          <a:xfrm>
            <a:off x="5973762" y="4964113"/>
            <a:ext cx="2406651" cy="1527175"/>
            <a:chOff x="5973762" y="4964113"/>
            <a:chExt cx="2406651" cy="1527175"/>
          </a:xfrm>
          <a:solidFill>
            <a:schemeClr val="tx1">
              <a:lumMod val="65000"/>
              <a:lumOff val="35000"/>
            </a:schemeClr>
          </a:solidFill>
        </p:grpSpPr>
        <p:sp>
          <p:nvSpPr>
            <p:cNvPr id="66" name="Freeform 63"/>
            <p:cNvSpPr>
              <a:spLocks/>
            </p:cNvSpPr>
            <p:nvPr/>
          </p:nvSpPr>
          <p:spPr bwMode="auto">
            <a:xfrm>
              <a:off x="6994525" y="5911850"/>
              <a:ext cx="63500" cy="6350"/>
            </a:xfrm>
            <a:custGeom>
              <a:avLst/>
              <a:gdLst>
                <a:gd name="T0" fmla="*/ 0 w 39"/>
                <a:gd name="T1" fmla="*/ 4 h 4"/>
                <a:gd name="T2" fmla="*/ 36 w 39"/>
                <a:gd name="T3" fmla="*/ 4 h 4"/>
                <a:gd name="T4" fmla="*/ 39 w 39"/>
                <a:gd name="T5" fmla="*/ 0 h 4"/>
                <a:gd name="T6" fmla="*/ 3 w 39"/>
                <a:gd name="T7" fmla="*/ 0 h 4"/>
                <a:gd name="T8" fmla="*/ 0 w 39"/>
                <a:gd name="T9" fmla="*/ 4 h 4"/>
              </a:gdLst>
              <a:ahLst/>
              <a:cxnLst>
                <a:cxn ang="0">
                  <a:pos x="T0" y="T1"/>
                </a:cxn>
                <a:cxn ang="0">
                  <a:pos x="T2" y="T3"/>
                </a:cxn>
                <a:cxn ang="0">
                  <a:pos x="T4" y="T5"/>
                </a:cxn>
                <a:cxn ang="0">
                  <a:pos x="T6" y="T7"/>
                </a:cxn>
                <a:cxn ang="0">
                  <a:pos x="T8" y="T9"/>
                </a:cxn>
              </a:cxnLst>
              <a:rect l="0" t="0" r="r" b="b"/>
              <a:pathLst>
                <a:path w="39" h="4">
                  <a:moveTo>
                    <a:pt x="0" y="4"/>
                  </a:moveTo>
                  <a:cubicBezTo>
                    <a:pt x="36" y="4"/>
                    <a:pt x="36" y="4"/>
                    <a:pt x="36" y="4"/>
                  </a:cubicBezTo>
                  <a:cubicBezTo>
                    <a:pt x="37" y="0"/>
                    <a:pt x="38" y="0"/>
                    <a:pt x="39" y="0"/>
                  </a:cubicBezTo>
                  <a:cubicBezTo>
                    <a:pt x="3" y="0"/>
                    <a:pt x="3" y="0"/>
                    <a:pt x="3" y="0"/>
                  </a:cubicBezTo>
                  <a:cubicBezTo>
                    <a:pt x="2" y="0"/>
                    <a:pt x="1" y="0"/>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64"/>
            <p:cNvSpPr>
              <a:spLocks/>
            </p:cNvSpPr>
            <p:nvPr/>
          </p:nvSpPr>
          <p:spPr bwMode="auto">
            <a:xfrm>
              <a:off x="6935788" y="6072188"/>
              <a:ext cx="71438" cy="6350"/>
            </a:xfrm>
            <a:custGeom>
              <a:avLst/>
              <a:gdLst>
                <a:gd name="T0" fmla="*/ 0 w 45"/>
                <a:gd name="T1" fmla="*/ 4 h 4"/>
                <a:gd name="T2" fmla="*/ 45 w 45"/>
                <a:gd name="T3" fmla="*/ 4 h 4"/>
                <a:gd name="T4" fmla="*/ 45 w 45"/>
                <a:gd name="T5" fmla="*/ 0 h 4"/>
                <a:gd name="T6" fmla="*/ 1 w 45"/>
                <a:gd name="T7" fmla="*/ 0 h 4"/>
                <a:gd name="T8" fmla="*/ 0 w 45"/>
                <a:gd name="T9" fmla="*/ 4 h 4"/>
              </a:gdLst>
              <a:ahLst/>
              <a:cxnLst>
                <a:cxn ang="0">
                  <a:pos x="T0" y="T1"/>
                </a:cxn>
                <a:cxn ang="0">
                  <a:pos x="T2" y="T3"/>
                </a:cxn>
                <a:cxn ang="0">
                  <a:pos x="T4" y="T5"/>
                </a:cxn>
                <a:cxn ang="0">
                  <a:pos x="T6" y="T7"/>
                </a:cxn>
                <a:cxn ang="0">
                  <a:pos x="T8" y="T9"/>
                </a:cxn>
              </a:cxnLst>
              <a:rect l="0" t="0" r="r" b="b"/>
              <a:pathLst>
                <a:path w="45" h="4">
                  <a:moveTo>
                    <a:pt x="0" y="4"/>
                  </a:moveTo>
                  <a:cubicBezTo>
                    <a:pt x="45" y="4"/>
                    <a:pt x="45" y="4"/>
                    <a:pt x="45" y="4"/>
                  </a:cubicBezTo>
                  <a:cubicBezTo>
                    <a:pt x="45" y="0"/>
                    <a:pt x="45" y="0"/>
                    <a:pt x="45" y="0"/>
                  </a:cubicBezTo>
                  <a:cubicBezTo>
                    <a:pt x="1" y="0"/>
                    <a:pt x="1" y="0"/>
                    <a:pt x="1" y="0"/>
                  </a:cubicBezTo>
                  <a:cubicBezTo>
                    <a:pt x="0" y="0"/>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65"/>
            <p:cNvSpPr>
              <a:spLocks noEditPoints="1"/>
            </p:cNvSpPr>
            <p:nvPr/>
          </p:nvSpPr>
          <p:spPr bwMode="auto">
            <a:xfrm>
              <a:off x="6065838" y="5286375"/>
              <a:ext cx="2314575" cy="1190625"/>
            </a:xfrm>
            <a:custGeom>
              <a:avLst/>
              <a:gdLst>
                <a:gd name="T0" fmla="*/ 1043 w 1450"/>
                <a:gd name="T1" fmla="*/ 328 h 746"/>
                <a:gd name="T2" fmla="*/ 1046 w 1450"/>
                <a:gd name="T3" fmla="*/ 332 h 746"/>
                <a:gd name="T4" fmla="*/ 895 w 1450"/>
                <a:gd name="T5" fmla="*/ 332 h 746"/>
                <a:gd name="T6" fmla="*/ 893 w 1450"/>
                <a:gd name="T7" fmla="*/ 328 h 746"/>
                <a:gd name="T8" fmla="*/ 898 w 1450"/>
                <a:gd name="T9" fmla="*/ 284 h 746"/>
                <a:gd name="T10" fmla="*/ 385 w 1450"/>
                <a:gd name="T11" fmla="*/ 1 h 746"/>
                <a:gd name="T12" fmla="*/ 220 w 1450"/>
                <a:gd name="T13" fmla="*/ 0 h 746"/>
                <a:gd name="T14" fmla="*/ 102 w 1450"/>
                <a:gd name="T15" fmla="*/ 190 h 746"/>
                <a:gd name="T16" fmla="*/ 72 w 1450"/>
                <a:gd name="T17" fmla="*/ 172 h 746"/>
                <a:gd name="T18" fmla="*/ 58 w 1450"/>
                <a:gd name="T19" fmla="*/ 193 h 746"/>
                <a:gd name="T20" fmla="*/ 75 w 1450"/>
                <a:gd name="T21" fmla="*/ 257 h 746"/>
                <a:gd name="T22" fmla="*/ 190 w 1450"/>
                <a:gd name="T23" fmla="*/ 97 h 746"/>
                <a:gd name="T24" fmla="*/ 190 w 1450"/>
                <a:gd name="T25" fmla="*/ 424 h 746"/>
                <a:gd name="T26" fmla="*/ 306 w 1450"/>
                <a:gd name="T27" fmla="*/ 336 h 746"/>
                <a:gd name="T28" fmla="*/ 406 w 1450"/>
                <a:gd name="T29" fmla="*/ 342 h 746"/>
                <a:gd name="T30" fmla="*/ 432 w 1450"/>
                <a:gd name="T31" fmla="*/ 334 h 746"/>
                <a:gd name="T32" fmla="*/ 13 w 1450"/>
                <a:gd name="T33" fmla="*/ 482 h 746"/>
                <a:gd name="T34" fmla="*/ 34 w 1450"/>
                <a:gd name="T35" fmla="*/ 541 h 746"/>
                <a:gd name="T36" fmla="*/ 436 w 1450"/>
                <a:gd name="T37" fmla="*/ 386 h 746"/>
                <a:gd name="T38" fmla="*/ 409 w 1450"/>
                <a:gd name="T39" fmla="*/ 396 h 746"/>
                <a:gd name="T40" fmla="*/ 463 w 1450"/>
                <a:gd name="T41" fmla="*/ 401 h 746"/>
                <a:gd name="T42" fmla="*/ 478 w 1450"/>
                <a:gd name="T43" fmla="*/ 492 h 746"/>
                <a:gd name="T44" fmla="*/ 306 w 1450"/>
                <a:gd name="T45" fmla="*/ 433 h 746"/>
                <a:gd name="T46" fmla="*/ 290 w 1450"/>
                <a:gd name="T47" fmla="*/ 448 h 746"/>
                <a:gd name="T48" fmla="*/ 190 w 1450"/>
                <a:gd name="T49" fmla="*/ 526 h 746"/>
                <a:gd name="T50" fmla="*/ 190 w 1450"/>
                <a:gd name="T51" fmla="*/ 697 h 746"/>
                <a:gd name="T52" fmla="*/ 290 w 1450"/>
                <a:gd name="T53" fmla="*/ 680 h 746"/>
                <a:gd name="T54" fmla="*/ 356 w 1450"/>
                <a:gd name="T55" fmla="*/ 746 h 746"/>
                <a:gd name="T56" fmla="*/ 590 w 1450"/>
                <a:gd name="T57" fmla="*/ 680 h 746"/>
                <a:gd name="T58" fmla="*/ 406 w 1450"/>
                <a:gd name="T59" fmla="*/ 644 h 746"/>
                <a:gd name="T60" fmla="*/ 505 w 1450"/>
                <a:gd name="T61" fmla="*/ 492 h 746"/>
                <a:gd name="T62" fmla="*/ 558 w 1450"/>
                <a:gd name="T63" fmla="*/ 358 h 746"/>
                <a:gd name="T64" fmla="*/ 569 w 1450"/>
                <a:gd name="T65" fmla="*/ 332 h 746"/>
                <a:gd name="T66" fmla="*/ 495 w 1450"/>
                <a:gd name="T67" fmla="*/ 371 h 746"/>
                <a:gd name="T68" fmla="*/ 528 w 1450"/>
                <a:gd name="T69" fmla="*/ 339 h 746"/>
                <a:gd name="T70" fmla="*/ 497 w 1450"/>
                <a:gd name="T71" fmla="*/ 310 h 746"/>
                <a:gd name="T72" fmla="*/ 593 w 1450"/>
                <a:gd name="T73" fmla="*/ 289 h 746"/>
                <a:gd name="T74" fmla="*/ 729 w 1450"/>
                <a:gd name="T75" fmla="*/ 288 h 746"/>
                <a:gd name="T76" fmla="*/ 615 w 1450"/>
                <a:gd name="T77" fmla="*/ 332 h 746"/>
                <a:gd name="T78" fmla="*/ 736 w 1450"/>
                <a:gd name="T79" fmla="*/ 368 h 746"/>
                <a:gd name="T80" fmla="*/ 920 w 1450"/>
                <a:gd name="T81" fmla="*/ 392 h 746"/>
                <a:gd name="T82" fmla="*/ 922 w 1450"/>
                <a:gd name="T83" fmla="*/ 396 h 746"/>
                <a:gd name="T84" fmla="*/ 850 w 1450"/>
                <a:gd name="T85" fmla="*/ 496 h 746"/>
                <a:gd name="T86" fmla="*/ 923 w 1450"/>
                <a:gd name="T87" fmla="*/ 668 h 746"/>
                <a:gd name="T88" fmla="*/ 1021 w 1450"/>
                <a:gd name="T89" fmla="*/ 302 h 746"/>
                <a:gd name="T90" fmla="*/ 190 w 1450"/>
                <a:gd name="T91" fmla="*/ 668 h 746"/>
                <a:gd name="T92" fmla="*/ 290 w 1450"/>
                <a:gd name="T93" fmla="*/ 496 h 746"/>
                <a:gd name="T94" fmla="*/ 290 w 1450"/>
                <a:gd name="T95" fmla="*/ 668 h 746"/>
                <a:gd name="T96" fmla="*/ 474 w 1450"/>
                <a:gd name="T97" fmla="*/ 496 h 746"/>
                <a:gd name="T98" fmla="*/ 406 w 1450"/>
                <a:gd name="T99" fmla="*/ 229 h 746"/>
                <a:gd name="T100" fmla="*/ 406 w 1450"/>
                <a:gd name="T101" fmla="*/ 335 h 746"/>
                <a:gd name="T102" fmla="*/ 433 w 1450"/>
                <a:gd name="T103" fmla="*/ 317 h 746"/>
                <a:gd name="T104" fmla="*/ 736 w 1450"/>
                <a:gd name="T105" fmla="*/ 328 h 746"/>
                <a:gd name="T106" fmla="*/ 886 w 1450"/>
                <a:gd name="T107" fmla="*/ 328 h 746"/>
                <a:gd name="T108" fmla="*/ 1117 w 1450"/>
                <a:gd name="T109" fmla="*/ 396 h 746"/>
                <a:gd name="T110" fmla="*/ 932 w 1450"/>
                <a:gd name="T111" fmla="*/ 396 h 746"/>
                <a:gd name="T112" fmla="*/ 1419 w 1450"/>
                <a:gd name="T113" fmla="*/ 668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50" h="746">
                  <a:moveTo>
                    <a:pt x="1021" y="302"/>
                  </a:moveTo>
                  <a:cubicBezTo>
                    <a:pt x="1015" y="302"/>
                    <a:pt x="1015" y="302"/>
                    <a:pt x="1015" y="302"/>
                  </a:cubicBezTo>
                  <a:cubicBezTo>
                    <a:pt x="1043" y="328"/>
                    <a:pt x="1043" y="328"/>
                    <a:pt x="1043" y="328"/>
                  </a:cubicBezTo>
                  <a:cubicBezTo>
                    <a:pt x="977" y="328"/>
                    <a:pt x="977" y="328"/>
                    <a:pt x="977" y="328"/>
                  </a:cubicBezTo>
                  <a:cubicBezTo>
                    <a:pt x="976" y="328"/>
                    <a:pt x="976" y="332"/>
                    <a:pt x="976" y="332"/>
                  </a:cubicBezTo>
                  <a:cubicBezTo>
                    <a:pt x="1046" y="332"/>
                    <a:pt x="1046" y="332"/>
                    <a:pt x="1046" y="332"/>
                  </a:cubicBezTo>
                  <a:cubicBezTo>
                    <a:pt x="1113" y="392"/>
                    <a:pt x="1113" y="392"/>
                    <a:pt x="1113" y="392"/>
                  </a:cubicBezTo>
                  <a:cubicBezTo>
                    <a:pt x="929" y="392"/>
                    <a:pt x="929" y="392"/>
                    <a:pt x="929" y="392"/>
                  </a:cubicBezTo>
                  <a:cubicBezTo>
                    <a:pt x="895" y="332"/>
                    <a:pt x="895" y="332"/>
                    <a:pt x="895" y="332"/>
                  </a:cubicBezTo>
                  <a:cubicBezTo>
                    <a:pt x="948" y="332"/>
                    <a:pt x="948" y="332"/>
                    <a:pt x="948" y="332"/>
                  </a:cubicBezTo>
                  <a:cubicBezTo>
                    <a:pt x="948" y="332"/>
                    <a:pt x="948" y="328"/>
                    <a:pt x="947" y="328"/>
                  </a:cubicBezTo>
                  <a:cubicBezTo>
                    <a:pt x="893" y="328"/>
                    <a:pt x="893" y="328"/>
                    <a:pt x="893" y="328"/>
                  </a:cubicBezTo>
                  <a:cubicBezTo>
                    <a:pt x="870" y="288"/>
                    <a:pt x="870" y="288"/>
                    <a:pt x="870" y="288"/>
                  </a:cubicBezTo>
                  <a:cubicBezTo>
                    <a:pt x="898" y="288"/>
                    <a:pt x="898" y="288"/>
                    <a:pt x="898" y="288"/>
                  </a:cubicBezTo>
                  <a:cubicBezTo>
                    <a:pt x="898" y="284"/>
                    <a:pt x="898" y="284"/>
                    <a:pt x="898" y="284"/>
                  </a:cubicBezTo>
                  <a:cubicBezTo>
                    <a:pt x="497" y="284"/>
                    <a:pt x="497" y="284"/>
                    <a:pt x="497" y="284"/>
                  </a:cubicBezTo>
                  <a:cubicBezTo>
                    <a:pt x="496" y="192"/>
                    <a:pt x="482" y="120"/>
                    <a:pt x="455" y="69"/>
                  </a:cubicBezTo>
                  <a:cubicBezTo>
                    <a:pt x="426" y="14"/>
                    <a:pt x="392" y="3"/>
                    <a:pt x="385" y="1"/>
                  </a:cubicBezTo>
                  <a:cubicBezTo>
                    <a:pt x="385" y="2"/>
                    <a:pt x="385" y="2"/>
                    <a:pt x="385" y="2"/>
                  </a:cubicBezTo>
                  <a:cubicBezTo>
                    <a:pt x="382" y="1"/>
                    <a:pt x="379" y="0"/>
                    <a:pt x="375" y="0"/>
                  </a:cubicBezTo>
                  <a:cubicBezTo>
                    <a:pt x="220" y="0"/>
                    <a:pt x="220" y="0"/>
                    <a:pt x="220" y="0"/>
                  </a:cubicBezTo>
                  <a:cubicBezTo>
                    <a:pt x="220" y="0"/>
                    <a:pt x="219" y="0"/>
                    <a:pt x="219" y="0"/>
                  </a:cubicBezTo>
                  <a:cubicBezTo>
                    <a:pt x="208" y="1"/>
                    <a:pt x="189" y="4"/>
                    <a:pt x="169" y="20"/>
                  </a:cubicBezTo>
                  <a:cubicBezTo>
                    <a:pt x="133" y="49"/>
                    <a:pt x="110" y="106"/>
                    <a:pt x="102" y="190"/>
                  </a:cubicBezTo>
                  <a:cubicBezTo>
                    <a:pt x="97" y="192"/>
                    <a:pt x="87" y="193"/>
                    <a:pt x="76" y="193"/>
                  </a:cubicBezTo>
                  <a:cubicBezTo>
                    <a:pt x="76" y="192"/>
                    <a:pt x="76" y="192"/>
                    <a:pt x="76" y="192"/>
                  </a:cubicBezTo>
                  <a:cubicBezTo>
                    <a:pt x="72" y="172"/>
                    <a:pt x="72" y="172"/>
                    <a:pt x="72" y="172"/>
                  </a:cubicBezTo>
                  <a:cubicBezTo>
                    <a:pt x="72" y="167"/>
                    <a:pt x="68" y="163"/>
                    <a:pt x="63" y="163"/>
                  </a:cubicBezTo>
                  <a:cubicBezTo>
                    <a:pt x="58" y="163"/>
                    <a:pt x="54" y="167"/>
                    <a:pt x="54" y="172"/>
                  </a:cubicBezTo>
                  <a:cubicBezTo>
                    <a:pt x="58" y="193"/>
                    <a:pt x="58" y="193"/>
                    <a:pt x="58" y="193"/>
                  </a:cubicBezTo>
                  <a:cubicBezTo>
                    <a:pt x="52" y="192"/>
                    <a:pt x="47" y="191"/>
                    <a:pt x="41" y="190"/>
                  </a:cubicBezTo>
                  <a:cubicBezTo>
                    <a:pt x="24" y="187"/>
                    <a:pt x="12" y="250"/>
                    <a:pt x="30" y="253"/>
                  </a:cubicBezTo>
                  <a:cubicBezTo>
                    <a:pt x="38" y="255"/>
                    <a:pt x="55" y="257"/>
                    <a:pt x="75" y="257"/>
                  </a:cubicBezTo>
                  <a:cubicBezTo>
                    <a:pt x="98" y="257"/>
                    <a:pt x="125" y="254"/>
                    <a:pt x="143" y="240"/>
                  </a:cubicBezTo>
                  <a:cubicBezTo>
                    <a:pt x="156" y="230"/>
                    <a:pt x="164" y="217"/>
                    <a:pt x="165" y="201"/>
                  </a:cubicBezTo>
                  <a:cubicBezTo>
                    <a:pt x="170" y="150"/>
                    <a:pt x="178" y="118"/>
                    <a:pt x="190" y="97"/>
                  </a:cubicBezTo>
                  <a:cubicBezTo>
                    <a:pt x="190" y="229"/>
                    <a:pt x="190" y="229"/>
                    <a:pt x="190" y="229"/>
                  </a:cubicBezTo>
                  <a:cubicBezTo>
                    <a:pt x="190" y="305"/>
                    <a:pt x="190" y="305"/>
                    <a:pt x="190" y="305"/>
                  </a:cubicBezTo>
                  <a:cubicBezTo>
                    <a:pt x="190" y="424"/>
                    <a:pt x="190" y="424"/>
                    <a:pt x="190" y="424"/>
                  </a:cubicBezTo>
                  <a:cubicBezTo>
                    <a:pt x="290" y="387"/>
                    <a:pt x="290" y="387"/>
                    <a:pt x="290" y="387"/>
                  </a:cubicBezTo>
                  <a:cubicBezTo>
                    <a:pt x="290" y="336"/>
                    <a:pt x="290" y="336"/>
                    <a:pt x="290" y="336"/>
                  </a:cubicBezTo>
                  <a:cubicBezTo>
                    <a:pt x="306" y="336"/>
                    <a:pt x="306" y="336"/>
                    <a:pt x="306" y="336"/>
                  </a:cubicBezTo>
                  <a:cubicBezTo>
                    <a:pt x="306" y="380"/>
                    <a:pt x="306" y="380"/>
                    <a:pt x="306" y="380"/>
                  </a:cubicBezTo>
                  <a:cubicBezTo>
                    <a:pt x="406" y="343"/>
                    <a:pt x="406" y="343"/>
                    <a:pt x="406" y="343"/>
                  </a:cubicBezTo>
                  <a:cubicBezTo>
                    <a:pt x="406" y="342"/>
                    <a:pt x="406" y="342"/>
                    <a:pt x="406" y="342"/>
                  </a:cubicBezTo>
                  <a:cubicBezTo>
                    <a:pt x="418" y="332"/>
                    <a:pt x="418" y="332"/>
                    <a:pt x="418" y="332"/>
                  </a:cubicBezTo>
                  <a:cubicBezTo>
                    <a:pt x="433" y="332"/>
                    <a:pt x="433" y="332"/>
                    <a:pt x="433" y="332"/>
                  </a:cubicBezTo>
                  <a:cubicBezTo>
                    <a:pt x="433" y="332"/>
                    <a:pt x="432" y="333"/>
                    <a:pt x="432" y="334"/>
                  </a:cubicBezTo>
                  <a:cubicBezTo>
                    <a:pt x="432" y="338"/>
                    <a:pt x="432" y="342"/>
                    <a:pt x="432" y="347"/>
                  </a:cubicBezTo>
                  <a:cubicBezTo>
                    <a:pt x="19" y="500"/>
                    <a:pt x="19" y="500"/>
                    <a:pt x="19" y="500"/>
                  </a:cubicBezTo>
                  <a:cubicBezTo>
                    <a:pt x="13" y="482"/>
                    <a:pt x="13" y="482"/>
                    <a:pt x="13" y="482"/>
                  </a:cubicBezTo>
                  <a:cubicBezTo>
                    <a:pt x="0" y="487"/>
                    <a:pt x="0" y="487"/>
                    <a:pt x="0" y="487"/>
                  </a:cubicBezTo>
                  <a:cubicBezTo>
                    <a:pt x="22" y="546"/>
                    <a:pt x="22" y="546"/>
                    <a:pt x="22" y="546"/>
                  </a:cubicBezTo>
                  <a:cubicBezTo>
                    <a:pt x="34" y="541"/>
                    <a:pt x="34" y="541"/>
                    <a:pt x="34" y="541"/>
                  </a:cubicBezTo>
                  <a:cubicBezTo>
                    <a:pt x="28" y="524"/>
                    <a:pt x="28" y="524"/>
                    <a:pt x="28" y="524"/>
                  </a:cubicBezTo>
                  <a:cubicBezTo>
                    <a:pt x="431" y="375"/>
                    <a:pt x="431" y="375"/>
                    <a:pt x="431" y="375"/>
                  </a:cubicBezTo>
                  <a:cubicBezTo>
                    <a:pt x="432" y="379"/>
                    <a:pt x="434" y="382"/>
                    <a:pt x="436" y="386"/>
                  </a:cubicBezTo>
                  <a:cubicBezTo>
                    <a:pt x="437" y="388"/>
                    <a:pt x="439" y="388"/>
                    <a:pt x="441" y="392"/>
                  </a:cubicBezTo>
                  <a:cubicBezTo>
                    <a:pt x="419" y="392"/>
                    <a:pt x="419" y="392"/>
                    <a:pt x="419" y="392"/>
                  </a:cubicBezTo>
                  <a:cubicBezTo>
                    <a:pt x="409" y="396"/>
                    <a:pt x="409" y="396"/>
                    <a:pt x="409" y="396"/>
                  </a:cubicBezTo>
                  <a:cubicBezTo>
                    <a:pt x="446" y="396"/>
                    <a:pt x="446" y="396"/>
                    <a:pt x="446" y="396"/>
                  </a:cubicBezTo>
                  <a:cubicBezTo>
                    <a:pt x="450" y="396"/>
                    <a:pt x="455" y="400"/>
                    <a:pt x="461" y="401"/>
                  </a:cubicBezTo>
                  <a:cubicBezTo>
                    <a:pt x="462" y="401"/>
                    <a:pt x="462" y="401"/>
                    <a:pt x="463" y="401"/>
                  </a:cubicBezTo>
                  <a:cubicBezTo>
                    <a:pt x="469" y="401"/>
                    <a:pt x="475" y="400"/>
                    <a:pt x="480" y="396"/>
                  </a:cubicBezTo>
                  <a:cubicBezTo>
                    <a:pt x="532" y="396"/>
                    <a:pt x="532" y="396"/>
                    <a:pt x="532" y="396"/>
                  </a:cubicBezTo>
                  <a:cubicBezTo>
                    <a:pt x="478" y="492"/>
                    <a:pt x="478" y="492"/>
                    <a:pt x="478" y="492"/>
                  </a:cubicBezTo>
                  <a:cubicBezTo>
                    <a:pt x="406" y="492"/>
                    <a:pt x="406" y="492"/>
                    <a:pt x="406" y="492"/>
                  </a:cubicBezTo>
                  <a:cubicBezTo>
                    <a:pt x="406" y="397"/>
                    <a:pt x="406" y="397"/>
                    <a:pt x="406" y="397"/>
                  </a:cubicBezTo>
                  <a:cubicBezTo>
                    <a:pt x="306" y="433"/>
                    <a:pt x="306" y="433"/>
                    <a:pt x="306" y="433"/>
                  </a:cubicBezTo>
                  <a:cubicBezTo>
                    <a:pt x="306" y="492"/>
                    <a:pt x="306" y="492"/>
                    <a:pt x="306" y="492"/>
                  </a:cubicBezTo>
                  <a:cubicBezTo>
                    <a:pt x="290" y="492"/>
                    <a:pt x="290" y="492"/>
                    <a:pt x="290" y="492"/>
                  </a:cubicBezTo>
                  <a:cubicBezTo>
                    <a:pt x="290" y="448"/>
                    <a:pt x="290" y="448"/>
                    <a:pt x="290" y="448"/>
                  </a:cubicBezTo>
                  <a:cubicBezTo>
                    <a:pt x="305" y="435"/>
                    <a:pt x="305" y="435"/>
                    <a:pt x="305" y="435"/>
                  </a:cubicBezTo>
                  <a:cubicBezTo>
                    <a:pt x="190" y="477"/>
                    <a:pt x="190" y="477"/>
                    <a:pt x="190" y="477"/>
                  </a:cubicBezTo>
                  <a:cubicBezTo>
                    <a:pt x="190" y="526"/>
                    <a:pt x="190" y="526"/>
                    <a:pt x="190" y="526"/>
                  </a:cubicBezTo>
                  <a:cubicBezTo>
                    <a:pt x="13" y="680"/>
                    <a:pt x="13" y="680"/>
                    <a:pt x="13" y="680"/>
                  </a:cubicBezTo>
                  <a:cubicBezTo>
                    <a:pt x="190" y="680"/>
                    <a:pt x="190" y="680"/>
                    <a:pt x="190" y="680"/>
                  </a:cubicBezTo>
                  <a:cubicBezTo>
                    <a:pt x="190" y="697"/>
                    <a:pt x="190" y="697"/>
                    <a:pt x="190" y="697"/>
                  </a:cubicBezTo>
                  <a:cubicBezTo>
                    <a:pt x="190" y="724"/>
                    <a:pt x="213" y="746"/>
                    <a:pt x="240" y="746"/>
                  </a:cubicBezTo>
                  <a:cubicBezTo>
                    <a:pt x="267" y="746"/>
                    <a:pt x="290" y="724"/>
                    <a:pt x="290" y="697"/>
                  </a:cubicBezTo>
                  <a:cubicBezTo>
                    <a:pt x="290" y="680"/>
                    <a:pt x="290" y="680"/>
                    <a:pt x="290" y="680"/>
                  </a:cubicBezTo>
                  <a:cubicBezTo>
                    <a:pt x="306" y="680"/>
                    <a:pt x="306" y="680"/>
                    <a:pt x="306" y="680"/>
                  </a:cubicBezTo>
                  <a:cubicBezTo>
                    <a:pt x="306" y="697"/>
                    <a:pt x="306" y="697"/>
                    <a:pt x="306" y="697"/>
                  </a:cubicBezTo>
                  <a:cubicBezTo>
                    <a:pt x="306" y="724"/>
                    <a:pt x="329" y="746"/>
                    <a:pt x="356" y="746"/>
                  </a:cubicBezTo>
                  <a:cubicBezTo>
                    <a:pt x="383" y="746"/>
                    <a:pt x="406" y="724"/>
                    <a:pt x="406" y="697"/>
                  </a:cubicBezTo>
                  <a:cubicBezTo>
                    <a:pt x="406" y="680"/>
                    <a:pt x="406" y="680"/>
                    <a:pt x="406" y="680"/>
                  </a:cubicBezTo>
                  <a:cubicBezTo>
                    <a:pt x="590" y="680"/>
                    <a:pt x="590" y="680"/>
                    <a:pt x="590" y="680"/>
                  </a:cubicBezTo>
                  <a:cubicBezTo>
                    <a:pt x="590" y="668"/>
                    <a:pt x="590" y="668"/>
                    <a:pt x="590" y="668"/>
                  </a:cubicBezTo>
                  <a:cubicBezTo>
                    <a:pt x="406" y="668"/>
                    <a:pt x="406" y="668"/>
                    <a:pt x="406" y="668"/>
                  </a:cubicBezTo>
                  <a:cubicBezTo>
                    <a:pt x="406" y="644"/>
                    <a:pt x="406" y="644"/>
                    <a:pt x="406" y="644"/>
                  </a:cubicBezTo>
                  <a:cubicBezTo>
                    <a:pt x="486" y="496"/>
                    <a:pt x="486" y="496"/>
                    <a:pt x="486" y="496"/>
                  </a:cubicBezTo>
                  <a:cubicBezTo>
                    <a:pt x="504" y="496"/>
                    <a:pt x="504" y="496"/>
                    <a:pt x="504" y="496"/>
                  </a:cubicBezTo>
                  <a:cubicBezTo>
                    <a:pt x="505" y="496"/>
                    <a:pt x="505" y="492"/>
                    <a:pt x="505" y="492"/>
                  </a:cubicBezTo>
                  <a:cubicBezTo>
                    <a:pt x="490" y="492"/>
                    <a:pt x="490" y="492"/>
                    <a:pt x="490" y="492"/>
                  </a:cubicBezTo>
                  <a:cubicBezTo>
                    <a:pt x="518" y="440"/>
                    <a:pt x="518" y="440"/>
                    <a:pt x="518" y="440"/>
                  </a:cubicBezTo>
                  <a:cubicBezTo>
                    <a:pt x="529" y="409"/>
                    <a:pt x="545" y="381"/>
                    <a:pt x="558" y="358"/>
                  </a:cubicBezTo>
                  <a:cubicBezTo>
                    <a:pt x="562" y="351"/>
                    <a:pt x="569" y="339"/>
                    <a:pt x="573" y="330"/>
                  </a:cubicBezTo>
                  <a:cubicBezTo>
                    <a:pt x="571" y="330"/>
                    <a:pt x="568" y="332"/>
                    <a:pt x="565" y="332"/>
                  </a:cubicBezTo>
                  <a:cubicBezTo>
                    <a:pt x="569" y="332"/>
                    <a:pt x="569" y="332"/>
                    <a:pt x="569" y="332"/>
                  </a:cubicBezTo>
                  <a:cubicBezTo>
                    <a:pt x="534" y="392"/>
                    <a:pt x="534" y="392"/>
                    <a:pt x="534" y="392"/>
                  </a:cubicBezTo>
                  <a:cubicBezTo>
                    <a:pt x="485" y="392"/>
                    <a:pt x="485" y="392"/>
                    <a:pt x="485" y="392"/>
                  </a:cubicBezTo>
                  <a:cubicBezTo>
                    <a:pt x="490" y="384"/>
                    <a:pt x="494" y="379"/>
                    <a:pt x="495" y="371"/>
                  </a:cubicBezTo>
                  <a:cubicBezTo>
                    <a:pt x="495" y="368"/>
                    <a:pt x="495" y="366"/>
                    <a:pt x="495" y="364"/>
                  </a:cubicBezTo>
                  <a:cubicBezTo>
                    <a:pt x="495" y="359"/>
                    <a:pt x="496" y="355"/>
                    <a:pt x="496" y="351"/>
                  </a:cubicBezTo>
                  <a:cubicBezTo>
                    <a:pt x="528" y="339"/>
                    <a:pt x="528" y="339"/>
                    <a:pt x="528" y="339"/>
                  </a:cubicBezTo>
                  <a:cubicBezTo>
                    <a:pt x="519" y="314"/>
                    <a:pt x="519" y="314"/>
                    <a:pt x="519" y="314"/>
                  </a:cubicBezTo>
                  <a:cubicBezTo>
                    <a:pt x="497" y="323"/>
                    <a:pt x="497" y="323"/>
                    <a:pt x="497" y="323"/>
                  </a:cubicBezTo>
                  <a:cubicBezTo>
                    <a:pt x="497" y="318"/>
                    <a:pt x="497" y="314"/>
                    <a:pt x="497" y="310"/>
                  </a:cubicBezTo>
                  <a:cubicBezTo>
                    <a:pt x="497" y="302"/>
                    <a:pt x="497" y="296"/>
                    <a:pt x="497" y="288"/>
                  </a:cubicBezTo>
                  <a:cubicBezTo>
                    <a:pt x="594" y="288"/>
                    <a:pt x="594" y="288"/>
                    <a:pt x="594" y="288"/>
                  </a:cubicBezTo>
                  <a:cubicBezTo>
                    <a:pt x="593" y="289"/>
                    <a:pt x="593" y="289"/>
                    <a:pt x="593" y="289"/>
                  </a:cubicBezTo>
                  <a:cubicBezTo>
                    <a:pt x="595" y="290"/>
                    <a:pt x="597" y="290"/>
                    <a:pt x="599" y="291"/>
                  </a:cubicBezTo>
                  <a:cubicBezTo>
                    <a:pt x="601" y="288"/>
                    <a:pt x="601" y="288"/>
                    <a:pt x="601" y="288"/>
                  </a:cubicBezTo>
                  <a:cubicBezTo>
                    <a:pt x="729" y="288"/>
                    <a:pt x="729" y="288"/>
                    <a:pt x="729" y="288"/>
                  </a:cubicBezTo>
                  <a:cubicBezTo>
                    <a:pt x="728" y="328"/>
                    <a:pt x="728" y="328"/>
                    <a:pt x="728" y="328"/>
                  </a:cubicBezTo>
                  <a:cubicBezTo>
                    <a:pt x="616" y="328"/>
                    <a:pt x="616" y="328"/>
                    <a:pt x="616" y="328"/>
                  </a:cubicBezTo>
                  <a:cubicBezTo>
                    <a:pt x="616" y="328"/>
                    <a:pt x="616" y="332"/>
                    <a:pt x="615" y="332"/>
                  </a:cubicBezTo>
                  <a:cubicBezTo>
                    <a:pt x="728" y="332"/>
                    <a:pt x="728" y="332"/>
                    <a:pt x="728" y="332"/>
                  </a:cubicBezTo>
                  <a:cubicBezTo>
                    <a:pt x="728" y="368"/>
                    <a:pt x="728" y="368"/>
                    <a:pt x="728" y="368"/>
                  </a:cubicBezTo>
                  <a:cubicBezTo>
                    <a:pt x="736" y="368"/>
                    <a:pt x="736" y="368"/>
                    <a:pt x="736" y="368"/>
                  </a:cubicBezTo>
                  <a:cubicBezTo>
                    <a:pt x="736" y="332"/>
                    <a:pt x="736" y="332"/>
                    <a:pt x="736" y="332"/>
                  </a:cubicBezTo>
                  <a:cubicBezTo>
                    <a:pt x="887" y="332"/>
                    <a:pt x="887" y="332"/>
                    <a:pt x="887" y="332"/>
                  </a:cubicBezTo>
                  <a:cubicBezTo>
                    <a:pt x="920" y="392"/>
                    <a:pt x="920" y="392"/>
                    <a:pt x="920" y="392"/>
                  </a:cubicBezTo>
                  <a:cubicBezTo>
                    <a:pt x="879" y="392"/>
                    <a:pt x="879" y="392"/>
                    <a:pt x="879" y="392"/>
                  </a:cubicBezTo>
                  <a:cubicBezTo>
                    <a:pt x="879" y="392"/>
                    <a:pt x="880" y="392"/>
                    <a:pt x="880" y="396"/>
                  </a:cubicBezTo>
                  <a:cubicBezTo>
                    <a:pt x="922" y="396"/>
                    <a:pt x="922" y="396"/>
                    <a:pt x="922" y="396"/>
                  </a:cubicBezTo>
                  <a:cubicBezTo>
                    <a:pt x="974" y="492"/>
                    <a:pt x="974" y="492"/>
                    <a:pt x="974" y="492"/>
                  </a:cubicBezTo>
                  <a:cubicBezTo>
                    <a:pt x="850" y="492"/>
                    <a:pt x="850" y="492"/>
                    <a:pt x="850" y="492"/>
                  </a:cubicBezTo>
                  <a:cubicBezTo>
                    <a:pt x="850" y="496"/>
                    <a:pt x="850" y="496"/>
                    <a:pt x="850" y="496"/>
                  </a:cubicBezTo>
                  <a:cubicBezTo>
                    <a:pt x="977" y="496"/>
                    <a:pt x="977" y="496"/>
                    <a:pt x="977" y="496"/>
                  </a:cubicBezTo>
                  <a:cubicBezTo>
                    <a:pt x="1071" y="668"/>
                    <a:pt x="1071" y="668"/>
                    <a:pt x="1071" y="668"/>
                  </a:cubicBezTo>
                  <a:cubicBezTo>
                    <a:pt x="923" y="668"/>
                    <a:pt x="923" y="668"/>
                    <a:pt x="923" y="668"/>
                  </a:cubicBezTo>
                  <a:cubicBezTo>
                    <a:pt x="924" y="672"/>
                    <a:pt x="925" y="676"/>
                    <a:pt x="925" y="680"/>
                  </a:cubicBezTo>
                  <a:cubicBezTo>
                    <a:pt x="1450" y="680"/>
                    <a:pt x="1450" y="680"/>
                    <a:pt x="1450" y="680"/>
                  </a:cubicBezTo>
                  <a:lnTo>
                    <a:pt x="1021" y="302"/>
                  </a:lnTo>
                  <a:close/>
                  <a:moveTo>
                    <a:pt x="44" y="668"/>
                  </a:moveTo>
                  <a:cubicBezTo>
                    <a:pt x="190" y="538"/>
                    <a:pt x="190" y="538"/>
                    <a:pt x="190" y="538"/>
                  </a:cubicBezTo>
                  <a:cubicBezTo>
                    <a:pt x="190" y="668"/>
                    <a:pt x="190" y="668"/>
                    <a:pt x="190" y="668"/>
                  </a:cubicBezTo>
                  <a:lnTo>
                    <a:pt x="44" y="668"/>
                  </a:lnTo>
                  <a:close/>
                  <a:moveTo>
                    <a:pt x="290" y="668"/>
                  </a:moveTo>
                  <a:cubicBezTo>
                    <a:pt x="290" y="496"/>
                    <a:pt x="290" y="496"/>
                    <a:pt x="290" y="496"/>
                  </a:cubicBezTo>
                  <a:cubicBezTo>
                    <a:pt x="306" y="496"/>
                    <a:pt x="306" y="496"/>
                    <a:pt x="306" y="496"/>
                  </a:cubicBezTo>
                  <a:cubicBezTo>
                    <a:pt x="306" y="668"/>
                    <a:pt x="306" y="668"/>
                    <a:pt x="306" y="668"/>
                  </a:cubicBezTo>
                  <a:lnTo>
                    <a:pt x="290" y="668"/>
                  </a:lnTo>
                  <a:close/>
                  <a:moveTo>
                    <a:pt x="406" y="616"/>
                  </a:moveTo>
                  <a:cubicBezTo>
                    <a:pt x="406" y="496"/>
                    <a:pt x="406" y="496"/>
                    <a:pt x="406" y="496"/>
                  </a:cubicBezTo>
                  <a:cubicBezTo>
                    <a:pt x="474" y="496"/>
                    <a:pt x="474" y="496"/>
                    <a:pt x="474" y="496"/>
                  </a:cubicBezTo>
                  <a:lnTo>
                    <a:pt x="406" y="616"/>
                  </a:lnTo>
                  <a:close/>
                  <a:moveTo>
                    <a:pt x="406" y="305"/>
                  </a:moveTo>
                  <a:cubicBezTo>
                    <a:pt x="406" y="229"/>
                    <a:pt x="406" y="229"/>
                    <a:pt x="406" y="229"/>
                  </a:cubicBezTo>
                  <a:cubicBezTo>
                    <a:pt x="406" y="116"/>
                    <a:pt x="406" y="116"/>
                    <a:pt x="406" y="116"/>
                  </a:cubicBezTo>
                  <a:cubicBezTo>
                    <a:pt x="422" y="152"/>
                    <a:pt x="434" y="212"/>
                    <a:pt x="433" y="311"/>
                  </a:cubicBezTo>
                  <a:cubicBezTo>
                    <a:pt x="406" y="335"/>
                    <a:pt x="406" y="335"/>
                    <a:pt x="406" y="335"/>
                  </a:cubicBezTo>
                  <a:lnTo>
                    <a:pt x="406" y="305"/>
                  </a:lnTo>
                  <a:close/>
                  <a:moveTo>
                    <a:pt x="420" y="328"/>
                  </a:moveTo>
                  <a:cubicBezTo>
                    <a:pt x="433" y="317"/>
                    <a:pt x="433" y="317"/>
                    <a:pt x="433" y="317"/>
                  </a:cubicBezTo>
                  <a:cubicBezTo>
                    <a:pt x="433" y="320"/>
                    <a:pt x="433" y="324"/>
                    <a:pt x="433" y="328"/>
                  </a:cubicBezTo>
                  <a:lnTo>
                    <a:pt x="420" y="328"/>
                  </a:lnTo>
                  <a:close/>
                  <a:moveTo>
                    <a:pt x="736" y="328"/>
                  </a:moveTo>
                  <a:cubicBezTo>
                    <a:pt x="735" y="288"/>
                    <a:pt x="735" y="288"/>
                    <a:pt x="735" y="288"/>
                  </a:cubicBezTo>
                  <a:cubicBezTo>
                    <a:pt x="863" y="288"/>
                    <a:pt x="863" y="288"/>
                    <a:pt x="863" y="288"/>
                  </a:cubicBezTo>
                  <a:cubicBezTo>
                    <a:pt x="886" y="328"/>
                    <a:pt x="886" y="328"/>
                    <a:pt x="886" y="328"/>
                  </a:cubicBezTo>
                  <a:lnTo>
                    <a:pt x="736" y="328"/>
                  </a:lnTo>
                  <a:close/>
                  <a:moveTo>
                    <a:pt x="932" y="396"/>
                  </a:moveTo>
                  <a:cubicBezTo>
                    <a:pt x="1117" y="396"/>
                    <a:pt x="1117" y="396"/>
                    <a:pt x="1117" y="396"/>
                  </a:cubicBezTo>
                  <a:cubicBezTo>
                    <a:pt x="1222" y="492"/>
                    <a:pt x="1222" y="492"/>
                    <a:pt x="1222" y="492"/>
                  </a:cubicBezTo>
                  <a:cubicBezTo>
                    <a:pt x="986" y="492"/>
                    <a:pt x="986" y="492"/>
                    <a:pt x="986" y="492"/>
                  </a:cubicBezTo>
                  <a:lnTo>
                    <a:pt x="932" y="396"/>
                  </a:lnTo>
                  <a:close/>
                  <a:moveTo>
                    <a:pt x="990" y="496"/>
                  </a:moveTo>
                  <a:cubicBezTo>
                    <a:pt x="1229" y="496"/>
                    <a:pt x="1229" y="496"/>
                    <a:pt x="1229" y="496"/>
                  </a:cubicBezTo>
                  <a:cubicBezTo>
                    <a:pt x="1419" y="668"/>
                    <a:pt x="1419" y="668"/>
                    <a:pt x="1419" y="668"/>
                  </a:cubicBezTo>
                  <a:cubicBezTo>
                    <a:pt x="1088" y="668"/>
                    <a:pt x="1088" y="668"/>
                    <a:pt x="1088" y="668"/>
                  </a:cubicBezTo>
                  <a:lnTo>
                    <a:pt x="990" y="4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66"/>
            <p:cNvSpPr>
              <a:spLocks/>
            </p:cNvSpPr>
            <p:nvPr/>
          </p:nvSpPr>
          <p:spPr bwMode="auto">
            <a:xfrm>
              <a:off x="7423150" y="6353175"/>
              <a:ext cx="55563" cy="19050"/>
            </a:xfrm>
            <a:custGeom>
              <a:avLst/>
              <a:gdLst>
                <a:gd name="T0" fmla="*/ 29 w 35"/>
                <a:gd name="T1" fmla="*/ 0 h 12"/>
                <a:gd name="T2" fmla="*/ 0 w 35"/>
                <a:gd name="T3" fmla="*/ 0 h 12"/>
                <a:gd name="T4" fmla="*/ 0 w 35"/>
                <a:gd name="T5" fmla="*/ 12 h 12"/>
                <a:gd name="T6" fmla="*/ 35 w 35"/>
                <a:gd name="T7" fmla="*/ 12 h 12"/>
                <a:gd name="T8" fmla="*/ 29 w 35"/>
                <a:gd name="T9" fmla="*/ 0 h 12"/>
              </a:gdLst>
              <a:ahLst/>
              <a:cxnLst>
                <a:cxn ang="0">
                  <a:pos x="T0" y="T1"/>
                </a:cxn>
                <a:cxn ang="0">
                  <a:pos x="T2" y="T3"/>
                </a:cxn>
                <a:cxn ang="0">
                  <a:pos x="T4" y="T5"/>
                </a:cxn>
                <a:cxn ang="0">
                  <a:pos x="T6" y="T7"/>
                </a:cxn>
                <a:cxn ang="0">
                  <a:pos x="T8" y="T9"/>
                </a:cxn>
              </a:cxnLst>
              <a:rect l="0" t="0" r="r" b="b"/>
              <a:pathLst>
                <a:path w="35" h="12">
                  <a:moveTo>
                    <a:pt x="29" y="0"/>
                  </a:moveTo>
                  <a:cubicBezTo>
                    <a:pt x="0" y="0"/>
                    <a:pt x="0" y="0"/>
                    <a:pt x="0" y="0"/>
                  </a:cubicBezTo>
                  <a:cubicBezTo>
                    <a:pt x="0" y="12"/>
                    <a:pt x="0" y="12"/>
                    <a:pt x="0" y="12"/>
                  </a:cubicBezTo>
                  <a:cubicBezTo>
                    <a:pt x="35" y="12"/>
                    <a:pt x="35" y="12"/>
                    <a:pt x="35" y="12"/>
                  </a:cubicBezTo>
                  <a:cubicBezTo>
                    <a:pt x="34" y="12"/>
                    <a:pt x="32" y="8"/>
                    <a:pt x="2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67"/>
            <p:cNvSpPr>
              <a:spLocks/>
            </p:cNvSpPr>
            <p:nvPr/>
          </p:nvSpPr>
          <p:spPr bwMode="auto">
            <a:xfrm>
              <a:off x="7369175" y="5911850"/>
              <a:ext cx="53975" cy="6350"/>
            </a:xfrm>
            <a:custGeom>
              <a:avLst/>
              <a:gdLst>
                <a:gd name="T0" fmla="*/ 3 w 34"/>
                <a:gd name="T1" fmla="*/ 4 h 4"/>
                <a:gd name="T2" fmla="*/ 32 w 34"/>
                <a:gd name="T3" fmla="*/ 4 h 4"/>
                <a:gd name="T4" fmla="*/ 34 w 34"/>
                <a:gd name="T5" fmla="*/ 0 h 4"/>
                <a:gd name="T6" fmla="*/ 0 w 34"/>
                <a:gd name="T7" fmla="*/ 0 h 4"/>
                <a:gd name="T8" fmla="*/ 3 w 34"/>
                <a:gd name="T9" fmla="*/ 4 h 4"/>
              </a:gdLst>
              <a:ahLst/>
              <a:cxnLst>
                <a:cxn ang="0">
                  <a:pos x="T0" y="T1"/>
                </a:cxn>
                <a:cxn ang="0">
                  <a:pos x="T2" y="T3"/>
                </a:cxn>
                <a:cxn ang="0">
                  <a:pos x="T4" y="T5"/>
                </a:cxn>
                <a:cxn ang="0">
                  <a:pos x="T6" y="T7"/>
                </a:cxn>
                <a:cxn ang="0">
                  <a:pos x="T8" y="T9"/>
                </a:cxn>
              </a:cxnLst>
              <a:rect l="0" t="0" r="r" b="b"/>
              <a:pathLst>
                <a:path w="34" h="4">
                  <a:moveTo>
                    <a:pt x="3" y="4"/>
                  </a:moveTo>
                  <a:cubicBezTo>
                    <a:pt x="32" y="4"/>
                    <a:pt x="32" y="4"/>
                    <a:pt x="32" y="4"/>
                  </a:cubicBezTo>
                  <a:cubicBezTo>
                    <a:pt x="33" y="0"/>
                    <a:pt x="33" y="0"/>
                    <a:pt x="34" y="0"/>
                  </a:cubicBezTo>
                  <a:cubicBezTo>
                    <a:pt x="0" y="0"/>
                    <a:pt x="0" y="0"/>
                    <a:pt x="0" y="0"/>
                  </a:cubicBezTo>
                  <a:cubicBezTo>
                    <a:pt x="1" y="0"/>
                    <a:pt x="2" y="0"/>
                    <a:pt x="3"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68"/>
            <p:cNvSpPr>
              <a:spLocks/>
            </p:cNvSpPr>
            <p:nvPr/>
          </p:nvSpPr>
          <p:spPr bwMode="auto">
            <a:xfrm>
              <a:off x="7345363" y="5561013"/>
              <a:ext cx="147638" cy="139700"/>
            </a:xfrm>
            <a:custGeom>
              <a:avLst/>
              <a:gdLst>
                <a:gd name="T0" fmla="*/ 47 w 92"/>
                <a:gd name="T1" fmla="*/ 88 h 88"/>
                <a:gd name="T2" fmla="*/ 92 w 92"/>
                <a:gd name="T3" fmla="*/ 45 h 88"/>
                <a:gd name="T4" fmla="*/ 92 w 92"/>
                <a:gd name="T5" fmla="*/ 44 h 88"/>
                <a:gd name="T6" fmla="*/ 47 w 92"/>
                <a:gd name="T7" fmla="*/ 0 h 88"/>
                <a:gd name="T8" fmla="*/ 45 w 92"/>
                <a:gd name="T9" fmla="*/ 0 h 88"/>
                <a:gd name="T10" fmla="*/ 0 w 92"/>
                <a:gd name="T11" fmla="*/ 44 h 88"/>
                <a:gd name="T12" fmla="*/ 0 w 92"/>
                <a:gd name="T13" fmla="*/ 45 h 88"/>
                <a:gd name="T14" fmla="*/ 45 w 92"/>
                <a:gd name="T15" fmla="*/ 88 h 88"/>
                <a:gd name="T16" fmla="*/ 47 w 92"/>
                <a:gd name="T17"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88">
                  <a:moveTo>
                    <a:pt x="47" y="88"/>
                  </a:moveTo>
                  <a:cubicBezTo>
                    <a:pt x="49" y="56"/>
                    <a:pt x="60" y="48"/>
                    <a:pt x="92" y="45"/>
                  </a:cubicBezTo>
                  <a:cubicBezTo>
                    <a:pt x="92" y="44"/>
                    <a:pt x="92" y="44"/>
                    <a:pt x="92" y="44"/>
                  </a:cubicBezTo>
                  <a:cubicBezTo>
                    <a:pt x="60" y="41"/>
                    <a:pt x="49" y="32"/>
                    <a:pt x="47" y="0"/>
                  </a:cubicBezTo>
                  <a:cubicBezTo>
                    <a:pt x="45" y="0"/>
                    <a:pt x="45" y="0"/>
                    <a:pt x="45" y="0"/>
                  </a:cubicBezTo>
                  <a:cubicBezTo>
                    <a:pt x="43" y="32"/>
                    <a:pt x="32" y="41"/>
                    <a:pt x="0" y="44"/>
                  </a:cubicBezTo>
                  <a:cubicBezTo>
                    <a:pt x="0" y="45"/>
                    <a:pt x="0" y="45"/>
                    <a:pt x="0" y="45"/>
                  </a:cubicBezTo>
                  <a:cubicBezTo>
                    <a:pt x="32" y="48"/>
                    <a:pt x="43" y="56"/>
                    <a:pt x="45" y="88"/>
                  </a:cubicBezTo>
                  <a:lnTo>
                    <a:pt x="47" y="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69"/>
            <p:cNvSpPr>
              <a:spLocks/>
            </p:cNvSpPr>
            <p:nvPr/>
          </p:nvSpPr>
          <p:spPr bwMode="auto">
            <a:xfrm>
              <a:off x="7600950" y="5478463"/>
              <a:ext cx="122238" cy="120650"/>
            </a:xfrm>
            <a:custGeom>
              <a:avLst/>
              <a:gdLst>
                <a:gd name="T0" fmla="*/ 36 w 76"/>
                <a:gd name="T1" fmla="*/ 76 h 76"/>
                <a:gd name="T2" fmla="*/ 37 w 76"/>
                <a:gd name="T3" fmla="*/ 76 h 76"/>
                <a:gd name="T4" fmla="*/ 76 w 76"/>
                <a:gd name="T5" fmla="*/ 39 h 76"/>
                <a:gd name="T6" fmla="*/ 76 w 76"/>
                <a:gd name="T7" fmla="*/ 37 h 76"/>
                <a:gd name="T8" fmla="*/ 37 w 76"/>
                <a:gd name="T9" fmla="*/ 0 h 76"/>
                <a:gd name="T10" fmla="*/ 36 w 76"/>
                <a:gd name="T11" fmla="*/ 0 h 76"/>
                <a:gd name="T12" fmla="*/ 0 w 76"/>
                <a:gd name="T13" fmla="*/ 37 h 76"/>
                <a:gd name="T14" fmla="*/ 0 w 76"/>
                <a:gd name="T15" fmla="*/ 39 h 76"/>
                <a:gd name="T16" fmla="*/ 36 w 76"/>
                <a:gd name="T17"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76">
                  <a:moveTo>
                    <a:pt x="36" y="76"/>
                  </a:moveTo>
                  <a:cubicBezTo>
                    <a:pt x="37" y="76"/>
                    <a:pt x="37" y="76"/>
                    <a:pt x="37" y="76"/>
                  </a:cubicBezTo>
                  <a:cubicBezTo>
                    <a:pt x="40" y="48"/>
                    <a:pt x="48" y="41"/>
                    <a:pt x="76" y="39"/>
                  </a:cubicBezTo>
                  <a:cubicBezTo>
                    <a:pt x="76" y="37"/>
                    <a:pt x="76" y="37"/>
                    <a:pt x="76" y="37"/>
                  </a:cubicBezTo>
                  <a:cubicBezTo>
                    <a:pt x="48" y="35"/>
                    <a:pt x="40" y="28"/>
                    <a:pt x="37" y="0"/>
                  </a:cubicBezTo>
                  <a:cubicBezTo>
                    <a:pt x="36" y="0"/>
                    <a:pt x="36" y="0"/>
                    <a:pt x="36" y="0"/>
                  </a:cubicBezTo>
                  <a:cubicBezTo>
                    <a:pt x="34" y="28"/>
                    <a:pt x="24" y="35"/>
                    <a:pt x="0" y="37"/>
                  </a:cubicBezTo>
                  <a:cubicBezTo>
                    <a:pt x="0" y="39"/>
                    <a:pt x="0" y="39"/>
                    <a:pt x="0" y="39"/>
                  </a:cubicBezTo>
                  <a:cubicBezTo>
                    <a:pt x="24" y="41"/>
                    <a:pt x="34" y="48"/>
                    <a:pt x="36"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70"/>
            <p:cNvSpPr>
              <a:spLocks/>
            </p:cNvSpPr>
            <p:nvPr/>
          </p:nvSpPr>
          <p:spPr bwMode="auto">
            <a:xfrm>
              <a:off x="7388225" y="5892800"/>
              <a:ext cx="117475" cy="120650"/>
            </a:xfrm>
            <a:custGeom>
              <a:avLst/>
              <a:gdLst>
                <a:gd name="T0" fmla="*/ 36 w 74"/>
                <a:gd name="T1" fmla="*/ 76 h 76"/>
                <a:gd name="T2" fmla="*/ 37 w 74"/>
                <a:gd name="T3" fmla="*/ 76 h 76"/>
                <a:gd name="T4" fmla="*/ 74 w 74"/>
                <a:gd name="T5" fmla="*/ 38 h 76"/>
                <a:gd name="T6" fmla="*/ 74 w 74"/>
                <a:gd name="T7" fmla="*/ 37 h 76"/>
                <a:gd name="T8" fmla="*/ 37 w 74"/>
                <a:gd name="T9" fmla="*/ 0 h 76"/>
                <a:gd name="T10" fmla="*/ 36 w 74"/>
                <a:gd name="T11" fmla="*/ 0 h 76"/>
                <a:gd name="T12" fmla="*/ 0 w 74"/>
                <a:gd name="T13" fmla="*/ 37 h 76"/>
                <a:gd name="T14" fmla="*/ 0 w 74"/>
                <a:gd name="T15" fmla="*/ 39 h 76"/>
                <a:gd name="T16" fmla="*/ 36 w 74"/>
                <a:gd name="T17"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 h="76">
                  <a:moveTo>
                    <a:pt x="36" y="76"/>
                  </a:moveTo>
                  <a:cubicBezTo>
                    <a:pt x="37" y="76"/>
                    <a:pt x="37" y="76"/>
                    <a:pt x="37" y="76"/>
                  </a:cubicBezTo>
                  <a:cubicBezTo>
                    <a:pt x="39" y="48"/>
                    <a:pt x="46" y="41"/>
                    <a:pt x="74" y="38"/>
                  </a:cubicBezTo>
                  <a:cubicBezTo>
                    <a:pt x="74" y="37"/>
                    <a:pt x="74" y="37"/>
                    <a:pt x="74" y="37"/>
                  </a:cubicBezTo>
                  <a:cubicBezTo>
                    <a:pt x="46" y="35"/>
                    <a:pt x="39" y="28"/>
                    <a:pt x="37" y="0"/>
                  </a:cubicBezTo>
                  <a:cubicBezTo>
                    <a:pt x="36" y="0"/>
                    <a:pt x="36" y="0"/>
                    <a:pt x="36" y="0"/>
                  </a:cubicBezTo>
                  <a:cubicBezTo>
                    <a:pt x="34" y="24"/>
                    <a:pt x="26" y="35"/>
                    <a:pt x="0" y="37"/>
                  </a:cubicBezTo>
                  <a:cubicBezTo>
                    <a:pt x="0" y="38"/>
                    <a:pt x="0" y="38"/>
                    <a:pt x="0" y="39"/>
                  </a:cubicBezTo>
                  <a:cubicBezTo>
                    <a:pt x="26" y="41"/>
                    <a:pt x="34" y="48"/>
                    <a:pt x="36"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71"/>
            <p:cNvSpPr>
              <a:spLocks/>
            </p:cNvSpPr>
            <p:nvPr/>
          </p:nvSpPr>
          <p:spPr bwMode="auto">
            <a:xfrm>
              <a:off x="7518400" y="5668963"/>
              <a:ext cx="166688" cy="160338"/>
            </a:xfrm>
            <a:custGeom>
              <a:avLst/>
              <a:gdLst>
                <a:gd name="T0" fmla="*/ 0 w 104"/>
                <a:gd name="T1" fmla="*/ 49 h 100"/>
                <a:gd name="T2" fmla="*/ 0 w 104"/>
                <a:gd name="T3" fmla="*/ 51 h 100"/>
                <a:gd name="T4" fmla="*/ 51 w 104"/>
                <a:gd name="T5" fmla="*/ 100 h 100"/>
                <a:gd name="T6" fmla="*/ 53 w 104"/>
                <a:gd name="T7" fmla="*/ 100 h 100"/>
                <a:gd name="T8" fmla="*/ 104 w 104"/>
                <a:gd name="T9" fmla="*/ 51 h 100"/>
                <a:gd name="T10" fmla="*/ 104 w 104"/>
                <a:gd name="T11" fmla="*/ 49 h 100"/>
                <a:gd name="T12" fmla="*/ 53 w 104"/>
                <a:gd name="T13" fmla="*/ 0 h 100"/>
                <a:gd name="T14" fmla="*/ 51 w 104"/>
                <a:gd name="T15" fmla="*/ 0 h 100"/>
                <a:gd name="T16" fmla="*/ 0 w 104"/>
                <a:gd name="T17" fmla="*/ 49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100">
                  <a:moveTo>
                    <a:pt x="0" y="49"/>
                  </a:moveTo>
                  <a:cubicBezTo>
                    <a:pt x="0" y="51"/>
                    <a:pt x="0" y="51"/>
                    <a:pt x="0" y="51"/>
                  </a:cubicBezTo>
                  <a:cubicBezTo>
                    <a:pt x="36" y="54"/>
                    <a:pt x="48" y="64"/>
                    <a:pt x="51" y="100"/>
                  </a:cubicBezTo>
                  <a:cubicBezTo>
                    <a:pt x="53" y="100"/>
                    <a:pt x="53" y="100"/>
                    <a:pt x="53" y="100"/>
                  </a:cubicBezTo>
                  <a:cubicBezTo>
                    <a:pt x="56" y="64"/>
                    <a:pt x="68" y="54"/>
                    <a:pt x="104" y="51"/>
                  </a:cubicBezTo>
                  <a:cubicBezTo>
                    <a:pt x="104" y="49"/>
                    <a:pt x="104" y="49"/>
                    <a:pt x="104" y="49"/>
                  </a:cubicBezTo>
                  <a:cubicBezTo>
                    <a:pt x="68" y="46"/>
                    <a:pt x="56" y="36"/>
                    <a:pt x="53" y="0"/>
                  </a:cubicBezTo>
                  <a:cubicBezTo>
                    <a:pt x="51" y="0"/>
                    <a:pt x="51" y="0"/>
                    <a:pt x="51" y="0"/>
                  </a:cubicBezTo>
                  <a:cubicBezTo>
                    <a:pt x="48" y="36"/>
                    <a:pt x="36" y="46"/>
                    <a:pt x="0"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72"/>
            <p:cNvSpPr>
              <a:spLocks/>
            </p:cNvSpPr>
            <p:nvPr/>
          </p:nvSpPr>
          <p:spPr bwMode="auto">
            <a:xfrm>
              <a:off x="7423150" y="6232525"/>
              <a:ext cx="107950" cy="198438"/>
            </a:xfrm>
            <a:custGeom>
              <a:avLst/>
              <a:gdLst>
                <a:gd name="T0" fmla="*/ 0 w 68"/>
                <a:gd name="T1" fmla="*/ 0 h 124"/>
                <a:gd name="T2" fmla="*/ 0 w 68"/>
                <a:gd name="T3" fmla="*/ 23 h 124"/>
                <a:gd name="T4" fmla="*/ 48 w 68"/>
                <a:gd name="T5" fmla="*/ 97 h 124"/>
                <a:gd name="T6" fmla="*/ 0 w 68"/>
                <a:gd name="T7" fmla="*/ 107 h 124"/>
                <a:gd name="T8" fmla="*/ 0 w 68"/>
                <a:gd name="T9" fmla="*/ 112 h 124"/>
                <a:gd name="T10" fmla="*/ 0 w 68"/>
                <a:gd name="T11" fmla="*/ 123 h 124"/>
                <a:gd name="T12" fmla="*/ 12 w 68"/>
                <a:gd name="T13" fmla="*/ 124 h 124"/>
                <a:gd name="T14" fmla="*/ 62 w 68"/>
                <a:gd name="T15" fmla="*/ 104 h 124"/>
                <a:gd name="T16" fmla="*/ 0 w 68"/>
                <a:gd name="T17"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124">
                  <a:moveTo>
                    <a:pt x="0" y="0"/>
                  </a:moveTo>
                  <a:cubicBezTo>
                    <a:pt x="0" y="23"/>
                    <a:pt x="0" y="23"/>
                    <a:pt x="0" y="23"/>
                  </a:cubicBezTo>
                  <a:cubicBezTo>
                    <a:pt x="32" y="55"/>
                    <a:pt x="54" y="84"/>
                    <a:pt x="48" y="97"/>
                  </a:cubicBezTo>
                  <a:cubicBezTo>
                    <a:pt x="46" y="102"/>
                    <a:pt x="36" y="110"/>
                    <a:pt x="0" y="107"/>
                  </a:cubicBezTo>
                  <a:cubicBezTo>
                    <a:pt x="0" y="112"/>
                    <a:pt x="0" y="112"/>
                    <a:pt x="0" y="112"/>
                  </a:cubicBezTo>
                  <a:cubicBezTo>
                    <a:pt x="0" y="123"/>
                    <a:pt x="0" y="123"/>
                    <a:pt x="0" y="123"/>
                  </a:cubicBezTo>
                  <a:cubicBezTo>
                    <a:pt x="4" y="123"/>
                    <a:pt x="8" y="124"/>
                    <a:pt x="12" y="124"/>
                  </a:cubicBezTo>
                  <a:cubicBezTo>
                    <a:pt x="46" y="124"/>
                    <a:pt x="57" y="114"/>
                    <a:pt x="62" y="104"/>
                  </a:cubicBezTo>
                  <a:cubicBezTo>
                    <a:pt x="68" y="91"/>
                    <a:pt x="68" y="65"/>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73"/>
            <p:cNvSpPr>
              <a:spLocks/>
            </p:cNvSpPr>
            <p:nvPr/>
          </p:nvSpPr>
          <p:spPr bwMode="auto">
            <a:xfrm>
              <a:off x="6859588" y="5759450"/>
              <a:ext cx="182563" cy="539750"/>
            </a:xfrm>
            <a:custGeom>
              <a:avLst/>
              <a:gdLst>
                <a:gd name="T0" fmla="*/ 45 w 115"/>
                <a:gd name="T1" fmla="*/ 261 h 339"/>
                <a:gd name="T2" fmla="*/ 86 w 115"/>
                <a:gd name="T3" fmla="*/ 75 h 339"/>
                <a:gd name="T4" fmla="*/ 105 w 115"/>
                <a:gd name="T5" fmla="*/ 10 h 339"/>
                <a:gd name="T6" fmla="*/ 34 w 115"/>
                <a:gd name="T7" fmla="*/ 17 h 339"/>
                <a:gd name="T8" fmla="*/ 40 w 115"/>
                <a:gd name="T9" fmla="*/ 32 h 339"/>
                <a:gd name="T10" fmla="*/ 92 w 115"/>
                <a:gd name="T11" fmla="*/ 21 h 339"/>
                <a:gd name="T12" fmla="*/ 71 w 115"/>
                <a:gd name="T13" fmla="*/ 67 h 339"/>
                <a:gd name="T14" fmla="*/ 30 w 115"/>
                <a:gd name="T15" fmla="*/ 267 h 339"/>
                <a:gd name="T16" fmla="*/ 93 w 115"/>
                <a:gd name="T17" fmla="*/ 339 h 339"/>
                <a:gd name="T18" fmla="*/ 93 w 115"/>
                <a:gd name="T19" fmla="*/ 319 h 339"/>
                <a:gd name="T20" fmla="*/ 45 w 115"/>
                <a:gd name="T21" fmla="*/ 261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5" h="339">
                  <a:moveTo>
                    <a:pt x="45" y="261"/>
                  </a:moveTo>
                  <a:cubicBezTo>
                    <a:pt x="18" y="196"/>
                    <a:pt x="58" y="124"/>
                    <a:pt x="86" y="75"/>
                  </a:cubicBezTo>
                  <a:cubicBezTo>
                    <a:pt x="104" y="42"/>
                    <a:pt x="115" y="23"/>
                    <a:pt x="105" y="10"/>
                  </a:cubicBezTo>
                  <a:cubicBezTo>
                    <a:pt x="97" y="2"/>
                    <a:pt x="83" y="0"/>
                    <a:pt x="34" y="17"/>
                  </a:cubicBezTo>
                  <a:cubicBezTo>
                    <a:pt x="40" y="32"/>
                    <a:pt x="40" y="32"/>
                    <a:pt x="40" y="32"/>
                  </a:cubicBezTo>
                  <a:cubicBezTo>
                    <a:pt x="83" y="17"/>
                    <a:pt x="91" y="20"/>
                    <a:pt x="92" y="21"/>
                  </a:cubicBezTo>
                  <a:cubicBezTo>
                    <a:pt x="95" y="26"/>
                    <a:pt x="81" y="50"/>
                    <a:pt x="71" y="67"/>
                  </a:cubicBezTo>
                  <a:cubicBezTo>
                    <a:pt x="43" y="118"/>
                    <a:pt x="0" y="195"/>
                    <a:pt x="30" y="267"/>
                  </a:cubicBezTo>
                  <a:cubicBezTo>
                    <a:pt x="41" y="294"/>
                    <a:pt x="61" y="318"/>
                    <a:pt x="93" y="339"/>
                  </a:cubicBezTo>
                  <a:cubicBezTo>
                    <a:pt x="93" y="319"/>
                    <a:pt x="93" y="319"/>
                    <a:pt x="93" y="319"/>
                  </a:cubicBezTo>
                  <a:cubicBezTo>
                    <a:pt x="69" y="302"/>
                    <a:pt x="54" y="283"/>
                    <a:pt x="45" y="2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74"/>
            <p:cNvSpPr>
              <a:spLocks/>
            </p:cNvSpPr>
            <p:nvPr/>
          </p:nvSpPr>
          <p:spPr bwMode="auto">
            <a:xfrm>
              <a:off x="7053263" y="5892800"/>
              <a:ext cx="319088" cy="127000"/>
            </a:xfrm>
            <a:custGeom>
              <a:avLst/>
              <a:gdLst>
                <a:gd name="T0" fmla="*/ 200 w 200"/>
                <a:gd name="T1" fmla="*/ 49 h 80"/>
                <a:gd name="T2" fmla="*/ 151 w 200"/>
                <a:gd name="T3" fmla="*/ 0 h 80"/>
                <a:gd name="T4" fmla="*/ 50 w 200"/>
                <a:gd name="T5" fmla="*/ 0 h 80"/>
                <a:gd name="T6" fmla="*/ 0 w 200"/>
                <a:gd name="T7" fmla="*/ 49 h 80"/>
                <a:gd name="T8" fmla="*/ 0 w 200"/>
                <a:gd name="T9" fmla="*/ 80 h 80"/>
                <a:gd name="T10" fmla="*/ 200 w 200"/>
                <a:gd name="T11" fmla="*/ 80 h 80"/>
                <a:gd name="T12" fmla="*/ 200 w 200"/>
                <a:gd name="T13" fmla="*/ 49 h 80"/>
              </a:gdLst>
              <a:ahLst/>
              <a:cxnLst>
                <a:cxn ang="0">
                  <a:pos x="T0" y="T1"/>
                </a:cxn>
                <a:cxn ang="0">
                  <a:pos x="T2" y="T3"/>
                </a:cxn>
                <a:cxn ang="0">
                  <a:pos x="T4" y="T5"/>
                </a:cxn>
                <a:cxn ang="0">
                  <a:pos x="T6" y="T7"/>
                </a:cxn>
                <a:cxn ang="0">
                  <a:pos x="T8" y="T9"/>
                </a:cxn>
                <a:cxn ang="0">
                  <a:pos x="T10" y="T11"/>
                </a:cxn>
                <a:cxn ang="0">
                  <a:pos x="T12" y="T13"/>
                </a:cxn>
              </a:cxnLst>
              <a:rect l="0" t="0" r="r" b="b"/>
              <a:pathLst>
                <a:path w="200" h="80">
                  <a:moveTo>
                    <a:pt x="200" y="49"/>
                  </a:moveTo>
                  <a:cubicBezTo>
                    <a:pt x="200" y="23"/>
                    <a:pt x="178" y="0"/>
                    <a:pt x="151" y="0"/>
                  </a:cubicBezTo>
                  <a:cubicBezTo>
                    <a:pt x="50" y="0"/>
                    <a:pt x="50" y="0"/>
                    <a:pt x="50" y="0"/>
                  </a:cubicBezTo>
                  <a:cubicBezTo>
                    <a:pt x="23" y="0"/>
                    <a:pt x="0" y="23"/>
                    <a:pt x="0" y="49"/>
                  </a:cubicBezTo>
                  <a:cubicBezTo>
                    <a:pt x="0" y="80"/>
                    <a:pt x="0" y="80"/>
                    <a:pt x="0" y="80"/>
                  </a:cubicBezTo>
                  <a:cubicBezTo>
                    <a:pt x="200" y="80"/>
                    <a:pt x="200" y="80"/>
                    <a:pt x="200" y="80"/>
                  </a:cubicBezTo>
                  <a:lnTo>
                    <a:pt x="200"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75"/>
            <p:cNvSpPr>
              <a:spLocks noEditPoints="1"/>
            </p:cNvSpPr>
            <p:nvPr/>
          </p:nvSpPr>
          <p:spPr bwMode="auto">
            <a:xfrm>
              <a:off x="7026275" y="6038850"/>
              <a:ext cx="377825" cy="415925"/>
            </a:xfrm>
            <a:custGeom>
              <a:avLst/>
              <a:gdLst>
                <a:gd name="T0" fmla="*/ 185 w 238"/>
                <a:gd name="T1" fmla="*/ 234 h 262"/>
                <a:gd name="T2" fmla="*/ 238 w 238"/>
                <a:gd name="T3" fmla="*/ 234 h 262"/>
                <a:gd name="T4" fmla="*/ 238 w 238"/>
                <a:gd name="T5" fmla="*/ 0 h 262"/>
                <a:gd name="T6" fmla="*/ 0 w 238"/>
                <a:gd name="T7" fmla="*/ 0 h 262"/>
                <a:gd name="T8" fmla="*/ 0 w 238"/>
                <a:gd name="T9" fmla="*/ 234 h 262"/>
                <a:gd name="T10" fmla="*/ 49 w 238"/>
                <a:gd name="T11" fmla="*/ 234 h 262"/>
                <a:gd name="T12" fmla="*/ 49 w 238"/>
                <a:gd name="T13" fmla="*/ 247 h 262"/>
                <a:gd name="T14" fmla="*/ 49 w 238"/>
                <a:gd name="T15" fmla="*/ 262 h 262"/>
                <a:gd name="T16" fmla="*/ 185 w 238"/>
                <a:gd name="T17" fmla="*/ 262 h 262"/>
                <a:gd name="T18" fmla="*/ 185 w 238"/>
                <a:gd name="T19" fmla="*/ 250 h 262"/>
                <a:gd name="T20" fmla="*/ 185 w 238"/>
                <a:gd name="T21" fmla="*/ 234 h 262"/>
                <a:gd name="T22" fmla="*/ 214 w 238"/>
                <a:gd name="T23" fmla="*/ 29 h 262"/>
                <a:gd name="T24" fmla="*/ 214 w 238"/>
                <a:gd name="T25" fmla="*/ 61 h 262"/>
                <a:gd name="T26" fmla="*/ 89 w 238"/>
                <a:gd name="T27" fmla="*/ 61 h 262"/>
                <a:gd name="T28" fmla="*/ 89 w 238"/>
                <a:gd name="T29" fmla="*/ 29 h 262"/>
                <a:gd name="T30" fmla="*/ 214 w 238"/>
                <a:gd name="T31" fmla="*/ 29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8" h="262">
                  <a:moveTo>
                    <a:pt x="185" y="234"/>
                  </a:moveTo>
                  <a:lnTo>
                    <a:pt x="238" y="234"/>
                  </a:lnTo>
                  <a:lnTo>
                    <a:pt x="238" y="0"/>
                  </a:lnTo>
                  <a:lnTo>
                    <a:pt x="0" y="0"/>
                  </a:lnTo>
                  <a:lnTo>
                    <a:pt x="0" y="234"/>
                  </a:lnTo>
                  <a:lnTo>
                    <a:pt x="49" y="234"/>
                  </a:lnTo>
                  <a:lnTo>
                    <a:pt x="49" y="247"/>
                  </a:lnTo>
                  <a:lnTo>
                    <a:pt x="49" y="262"/>
                  </a:lnTo>
                  <a:lnTo>
                    <a:pt x="185" y="262"/>
                  </a:lnTo>
                  <a:lnTo>
                    <a:pt x="185" y="250"/>
                  </a:lnTo>
                  <a:lnTo>
                    <a:pt x="185" y="234"/>
                  </a:lnTo>
                  <a:close/>
                  <a:moveTo>
                    <a:pt x="214" y="29"/>
                  </a:moveTo>
                  <a:lnTo>
                    <a:pt x="214" y="61"/>
                  </a:lnTo>
                  <a:lnTo>
                    <a:pt x="89" y="61"/>
                  </a:lnTo>
                  <a:lnTo>
                    <a:pt x="89" y="29"/>
                  </a:lnTo>
                  <a:lnTo>
                    <a:pt x="214" y="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Rectangle 76"/>
            <p:cNvSpPr>
              <a:spLocks noChangeArrowheads="1"/>
            </p:cNvSpPr>
            <p:nvPr/>
          </p:nvSpPr>
          <p:spPr bwMode="auto">
            <a:xfrm>
              <a:off x="7231063" y="6103938"/>
              <a:ext cx="12065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77"/>
            <p:cNvSpPr>
              <a:spLocks/>
            </p:cNvSpPr>
            <p:nvPr/>
          </p:nvSpPr>
          <p:spPr bwMode="auto">
            <a:xfrm>
              <a:off x="7023100" y="6427788"/>
              <a:ext cx="65088" cy="63500"/>
            </a:xfrm>
            <a:custGeom>
              <a:avLst/>
              <a:gdLst>
                <a:gd name="T0" fmla="*/ 10 w 40"/>
                <a:gd name="T1" fmla="*/ 2 h 40"/>
                <a:gd name="T2" fmla="*/ 0 w 40"/>
                <a:gd name="T3" fmla="*/ 20 h 40"/>
                <a:gd name="T4" fmla="*/ 20 w 40"/>
                <a:gd name="T5" fmla="*/ 40 h 40"/>
                <a:gd name="T6" fmla="*/ 40 w 40"/>
                <a:gd name="T7" fmla="*/ 20 h 40"/>
                <a:gd name="T8" fmla="*/ 30 w 40"/>
                <a:gd name="T9" fmla="*/ 2 h 40"/>
                <a:gd name="T10" fmla="*/ 20 w 40"/>
                <a:gd name="T11" fmla="*/ 0 h 40"/>
                <a:gd name="T12" fmla="*/ 10 w 40"/>
                <a:gd name="T13" fmla="*/ 2 h 40"/>
              </a:gdLst>
              <a:ahLst/>
              <a:cxnLst>
                <a:cxn ang="0">
                  <a:pos x="T0" y="T1"/>
                </a:cxn>
                <a:cxn ang="0">
                  <a:pos x="T2" y="T3"/>
                </a:cxn>
                <a:cxn ang="0">
                  <a:pos x="T4" y="T5"/>
                </a:cxn>
                <a:cxn ang="0">
                  <a:pos x="T6" y="T7"/>
                </a:cxn>
                <a:cxn ang="0">
                  <a:pos x="T8" y="T9"/>
                </a:cxn>
                <a:cxn ang="0">
                  <a:pos x="T10" y="T11"/>
                </a:cxn>
                <a:cxn ang="0">
                  <a:pos x="T12" y="T13"/>
                </a:cxn>
              </a:cxnLst>
              <a:rect l="0" t="0" r="r" b="b"/>
              <a:pathLst>
                <a:path w="40" h="40">
                  <a:moveTo>
                    <a:pt x="10" y="2"/>
                  </a:moveTo>
                  <a:cubicBezTo>
                    <a:pt x="4" y="6"/>
                    <a:pt x="0" y="12"/>
                    <a:pt x="0" y="20"/>
                  </a:cubicBezTo>
                  <a:cubicBezTo>
                    <a:pt x="0" y="31"/>
                    <a:pt x="9" y="40"/>
                    <a:pt x="20" y="40"/>
                  </a:cubicBezTo>
                  <a:cubicBezTo>
                    <a:pt x="31" y="40"/>
                    <a:pt x="40" y="31"/>
                    <a:pt x="40" y="20"/>
                  </a:cubicBezTo>
                  <a:cubicBezTo>
                    <a:pt x="40" y="12"/>
                    <a:pt x="36" y="6"/>
                    <a:pt x="30" y="2"/>
                  </a:cubicBezTo>
                  <a:cubicBezTo>
                    <a:pt x="27" y="1"/>
                    <a:pt x="23" y="0"/>
                    <a:pt x="20" y="0"/>
                  </a:cubicBezTo>
                  <a:cubicBezTo>
                    <a:pt x="16" y="0"/>
                    <a:pt x="13" y="1"/>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78"/>
            <p:cNvSpPr>
              <a:spLocks/>
            </p:cNvSpPr>
            <p:nvPr/>
          </p:nvSpPr>
          <p:spPr bwMode="auto">
            <a:xfrm>
              <a:off x="7337425" y="6427788"/>
              <a:ext cx="65088" cy="63500"/>
            </a:xfrm>
            <a:custGeom>
              <a:avLst/>
              <a:gdLst>
                <a:gd name="T0" fmla="*/ 20 w 40"/>
                <a:gd name="T1" fmla="*/ 0 h 40"/>
                <a:gd name="T2" fmla="*/ 5 w 40"/>
                <a:gd name="T3" fmla="*/ 7 h 40"/>
                <a:gd name="T4" fmla="*/ 0 w 40"/>
                <a:gd name="T5" fmla="*/ 20 h 40"/>
                <a:gd name="T6" fmla="*/ 20 w 40"/>
                <a:gd name="T7" fmla="*/ 40 h 40"/>
                <a:gd name="T8" fmla="*/ 40 w 40"/>
                <a:gd name="T9" fmla="*/ 20 h 40"/>
                <a:gd name="T10" fmla="*/ 39 w 40"/>
                <a:gd name="T11" fmla="*/ 12 h 40"/>
                <a:gd name="T12" fmla="*/ 20 w 40"/>
                <a:gd name="T13" fmla="*/ 0 h 40"/>
              </a:gdLst>
              <a:ahLst/>
              <a:cxnLst>
                <a:cxn ang="0">
                  <a:pos x="T0" y="T1"/>
                </a:cxn>
                <a:cxn ang="0">
                  <a:pos x="T2" y="T3"/>
                </a:cxn>
                <a:cxn ang="0">
                  <a:pos x="T4" y="T5"/>
                </a:cxn>
                <a:cxn ang="0">
                  <a:pos x="T6" y="T7"/>
                </a:cxn>
                <a:cxn ang="0">
                  <a:pos x="T8" y="T9"/>
                </a:cxn>
                <a:cxn ang="0">
                  <a:pos x="T10" y="T11"/>
                </a:cxn>
                <a:cxn ang="0">
                  <a:pos x="T12" y="T13"/>
                </a:cxn>
              </a:cxnLst>
              <a:rect l="0" t="0" r="r" b="b"/>
              <a:pathLst>
                <a:path w="40" h="40">
                  <a:moveTo>
                    <a:pt x="20" y="0"/>
                  </a:moveTo>
                  <a:cubicBezTo>
                    <a:pt x="14" y="0"/>
                    <a:pt x="8" y="3"/>
                    <a:pt x="5" y="7"/>
                  </a:cubicBezTo>
                  <a:cubicBezTo>
                    <a:pt x="2" y="11"/>
                    <a:pt x="0" y="15"/>
                    <a:pt x="0" y="20"/>
                  </a:cubicBezTo>
                  <a:cubicBezTo>
                    <a:pt x="0" y="31"/>
                    <a:pt x="9" y="40"/>
                    <a:pt x="20" y="40"/>
                  </a:cubicBezTo>
                  <a:cubicBezTo>
                    <a:pt x="31" y="40"/>
                    <a:pt x="40" y="31"/>
                    <a:pt x="40" y="20"/>
                  </a:cubicBezTo>
                  <a:cubicBezTo>
                    <a:pt x="40" y="17"/>
                    <a:pt x="40" y="14"/>
                    <a:pt x="39" y="12"/>
                  </a:cubicBezTo>
                  <a:cubicBezTo>
                    <a:pt x="36" y="5"/>
                    <a:pt x="29" y="0"/>
                    <a:pt x="2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79"/>
            <p:cNvSpPr>
              <a:spLocks noEditPoints="1"/>
            </p:cNvSpPr>
            <p:nvPr/>
          </p:nvSpPr>
          <p:spPr bwMode="auto">
            <a:xfrm>
              <a:off x="6397625" y="4964113"/>
              <a:ext cx="287338" cy="287338"/>
            </a:xfrm>
            <a:custGeom>
              <a:avLst/>
              <a:gdLst>
                <a:gd name="T0" fmla="*/ 90 w 180"/>
                <a:gd name="T1" fmla="*/ 180 h 180"/>
                <a:gd name="T2" fmla="*/ 180 w 180"/>
                <a:gd name="T3" fmla="*/ 90 h 180"/>
                <a:gd name="T4" fmla="*/ 90 w 180"/>
                <a:gd name="T5" fmla="*/ 0 h 180"/>
                <a:gd name="T6" fmla="*/ 0 w 180"/>
                <a:gd name="T7" fmla="*/ 90 h 180"/>
                <a:gd name="T8" fmla="*/ 90 w 180"/>
                <a:gd name="T9" fmla="*/ 180 h 180"/>
                <a:gd name="T10" fmla="*/ 146 w 180"/>
                <a:gd name="T11" fmla="*/ 122 h 180"/>
                <a:gd name="T12" fmla="*/ 90 w 180"/>
                <a:gd name="T13" fmla="*/ 153 h 180"/>
                <a:gd name="T14" fmla="*/ 34 w 180"/>
                <a:gd name="T15" fmla="*/ 122 h 180"/>
                <a:gd name="T16" fmla="*/ 146 w 180"/>
                <a:gd name="T17" fmla="*/ 122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0" h="180">
                  <a:moveTo>
                    <a:pt x="90" y="180"/>
                  </a:moveTo>
                  <a:cubicBezTo>
                    <a:pt x="139" y="180"/>
                    <a:pt x="180" y="139"/>
                    <a:pt x="180" y="90"/>
                  </a:cubicBezTo>
                  <a:cubicBezTo>
                    <a:pt x="180" y="40"/>
                    <a:pt x="139" y="0"/>
                    <a:pt x="90" y="0"/>
                  </a:cubicBezTo>
                  <a:cubicBezTo>
                    <a:pt x="40" y="0"/>
                    <a:pt x="0" y="40"/>
                    <a:pt x="0" y="90"/>
                  </a:cubicBezTo>
                  <a:cubicBezTo>
                    <a:pt x="0" y="139"/>
                    <a:pt x="40" y="180"/>
                    <a:pt x="90" y="180"/>
                  </a:cubicBezTo>
                  <a:close/>
                  <a:moveTo>
                    <a:pt x="146" y="122"/>
                  </a:moveTo>
                  <a:cubicBezTo>
                    <a:pt x="134" y="142"/>
                    <a:pt x="113" y="153"/>
                    <a:pt x="90" y="153"/>
                  </a:cubicBezTo>
                  <a:cubicBezTo>
                    <a:pt x="66" y="153"/>
                    <a:pt x="45" y="142"/>
                    <a:pt x="34" y="122"/>
                  </a:cubicBezTo>
                  <a:lnTo>
                    <a:pt x="146" y="1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80"/>
            <p:cNvSpPr>
              <a:spLocks/>
            </p:cNvSpPr>
            <p:nvPr/>
          </p:nvSpPr>
          <p:spPr bwMode="auto">
            <a:xfrm>
              <a:off x="5973762" y="5962650"/>
              <a:ext cx="155575" cy="319088"/>
            </a:xfrm>
            <a:custGeom>
              <a:avLst/>
              <a:gdLst>
                <a:gd name="T0" fmla="*/ 28 w 98"/>
                <a:gd name="T1" fmla="*/ 0 h 201"/>
                <a:gd name="T2" fmla="*/ 0 w 98"/>
                <a:gd name="T3" fmla="*/ 10 h 201"/>
                <a:gd name="T4" fmla="*/ 70 w 98"/>
                <a:gd name="T5" fmla="*/ 201 h 201"/>
                <a:gd name="T6" fmla="*/ 98 w 98"/>
                <a:gd name="T7" fmla="*/ 191 h 201"/>
                <a:gd name="T8" fmla="*/ 28 w 98"/>
                <a:gd name="T9" fmla="*/ 0 h 201"/>
              </a:gdLst>
              <a:ahLst/>
              <a:cxnLst>
                <a:cxn ang="0">
                  <a:pos x="T0" y="T1"/>
                </a:cxn>
                <a:cxn ang="0">
                  <a:pos x="T2" y="T3"/>
                </a:cxn>
                <a:cxn ang="0">
                  <a:pos x="T4" y="T5"/>
                </a:cxn>
                <a:cxn ang="0">
                  <a:pos x="T6" y="T7"/>
                </a:cxn>
                <a:cxn ang="0">
                  <a:pos x="T8" y="T9"/>
                </a:cxn>
              </a:cxnLst>
              <a:rect l="0" t="0" r="r" b="b"/>
              <a:pathLst>
                <a:path w="98" h="201">
                  <a:moveTo>
                    <a:pt x="28" y="0"/>
                  </a:moveTo>
                  <a:lnTo>
                    <a:pt x="0" y="10"/>
                  </a:lnTo>
                  <a:lnTo>
                    <a:pt x="70" y="201"/>
                  </a:lnTo>
                  <a:lnTo>
                    <a:pt x="98" y="191"/>
                  </a:lnTo>
                  <a:lnTo>
                    <a:pt x="2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4" name="组合 83"/>
          <p:cNvGrpSpPr/>
          <p:nvPr/>
        </p:nvGrpSpPr>
        <p:grpSpPr>
          <a:xfrm>
            <a:off x="10167938" y="969963"/>
            <a:ext cx="1900237" cy="1514475"/>
            <a:chOff x="10167938" y="969963"/>
            <a:chExt cx="1900237" cy="1514475"/>
          </a:xfrm>
          <a:solidFill>
            <a:schemeClr val="tx1">
              <a:lumMod val="65000"/>
              <a:lumOff val="35000"/>
            </a:schemeClr>
          </a:solidFill>
        </p:grpSpPr>
        <p:sp>
          <p:nvSpPr>
            <p:cNvPr id="85" name="Freeform 81"/>
            <p:cNvSpPr>
              <a:spLocks noEditPoints="1"/>
            </p:cNvSpPr>
            <p:nvPr/>
          </p:nvSpPr>
          <p:spPr bwMode="auto">
            <a:xfrm>
              <a:off x="11636375" y="1609725"/>
              <a:ext cx="431800" cy="868363"/>
            </a:xfrm>
            <a:custGeom>
              <a:avLst/>
              <a:gdLst>
                <a:gd name="T0" fmla="*/ 0 w 271"/>
                <a:gd name="T1" fmla="*/ 344 h 544"/>
                <a:gd name="T2" fmla="*/ 0 w 271"/>
                <a:gd name="T3" fmla="*/ 388 h 544"/>
                <a:gd name="T4" fmla="*/ 8 w 271"/>
                <a:gd name="T5" fmla="*/ 388 h 544"/>
                <a:gd name="T6" fmla="*/ 8 w 271"/>
                <a:gd name="T7" fmla="*/ 544 h 544"/>
                <a:gd name="T8" fmla="*/ 52 w 271"/>
                <a:gd name="T9" fmla="*/ 544 h 544"/>
                <a:gd name="T10" fmla="*/ 52 w 271"/>
                <a:gd name="T11" fmla="*/ 488 h 544"/>
                <a:gd name="T12" fmla="*/ 215 w 271"/>
                <a:gd name="T13" fmla="*/ 488 h 544"/>
                <a:gd name="T14" fmla="*/ 224 w 271"/>
                <a:gd name="T15" fmla="*/ 544 h 544"/>
                <a:gd name="T16" fmla="*/ 268 w 271"/>
                <a:gd name="T17" fmla="*/ 544 h 544"/>
                <a:gd name="T18" fmla="*/ 271 w 271"/>
                <a:gd name="T19" fmla="*/ 8 h 544"/>
                <a:gd name="T20" fmla="*/ 228 w 271"/>
                <a:gd name="T21" fmla="*/ 0 h 544"/>
                <a:gd name="T22" fmla="*/ 203 w 271"/>
                <a:gd name="T23" fmla="*/ 344 h 544"/>
                <a:gd name="T24" fmla="*/ 0 w 271"/>
                <a:gd name="T25" fmla="*/ 344 h 544"/>
                <a:gd name="T26" fmla="*/ 212 w 271"/>
                <a:gd name="T27" fmla="*/ 464 h 544"/>
                <a:gd name="T28" fmla="*/ 52 w 271"/>
                <a:gd name="T29" fmla="*/ 464 h 544"/>
                <a:gd name="T30" fmla="*/ 52 w 271"/>
                <a:gd name="T31" fmla="*/ 388 h 544"/>
                <a:gd name="T32" fmla="*/ 205 w 271"/>
                <a:gd name="T33" fmla="*/ 388 h 544"/>
                <a:gd name="T34" fmla="*/ 212 w 271"/>
                <a:gd name="T35" fmla="*/ 464 h 5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1" h="544">
                  <a:moveTo>
                    <a:pt x="0" y="344"/>
                  </a:moveTo>
                  <a:cubicBezTo>
                    <a:pt x="0" y="388"/>
                    <a:pt x="0" y="388"/>
                    <a:pt x="0" y="388"/>
                  </a:cubicBezTo>
                  <a:cubicBezTo>
                    <a:pt x="8" y="388"/>
                    <a:pt x="8" y="388"/>
                    <a:pt x="8" y="388"/>
                  </a:cubicBezTo>
                  <a:cubicBezTo>
                    <a:pt x="8" y="544"/>
                    <a:pt x="8" y="544"/>
                    <a:pt x="8" y="544"/>
                  </a:cubicBezTo>
                  <a:cubicBezTo>
                    <a:pt x="52" y="544"/>
                    <a:pt x="52" y="544"/>
                    <a:pt x="52" y="544"/>
                  </a:cubicBezTo>
                  <a:cubicBezTo>
                    <a:pt x="52" y="488"/>
                    <a:pt x="52" y="488"/>
                    <a:pt x="52" y="488"/>
                  </a:cubicBezTo>
                  <a:cubicBezTo>
                    <a:pt x="215" y="488"/>
                    <a:pt x="215" y="488"/>
                    <a:pt x="215" y="488"/>
                  </a:cubicBezTo>
                  <a:cubicBezTo>
                    <a:pt x="218" y="504"/>
                    <a:pt x="220" y="524"/>
                    <a:pt x="224" y="544"/>
                  </a:cubicBezTo>
                  <a:cubicBezTo>
                    <a:pt x="268" y="544"/>
                    <a:pt x="268" y="544"/>
                    <a:pt x="268" y="544"/>
                  </a:cubicBezTo>
                  <a:cubicBezTo>
                    <a:pt x="237" y="364"/>
                    <a:pt x="238" y="184"/>
                    <a:pt x="271" y="8"/>
                  </a:cubicBezTo>
                  <a:cubicBezTo>
                    <a:pt x="257" y="5"/>
                    <a:pt x="243" y="2"/>
                    <a:pt x="228" y="0"/>
                  </a:cubicBezTo>
                  <a:cubicBezTo>
                    <a:pt x="206" y="113"/>
                    <a:pt x="198" y="228"/>
                    <a:pt x="203" y="344"/>
                  </a:cubicBezTo>
                  <a:lnTo>
                    <a:pt x="0" y="344"/>
                  </a:lnTo>
                  <a:close/>
                  <a:moveTo>
                    <a:pt x="212" y="464"/>
                  </a:moveTo>
                  <a:cubicBezTo>
                    <a:pt x="52" y="464"/>
                    <a:pt x="52" y="464"/>
                    <a:pt x="52" y="464"/>
                  </a:cubicBezTo>
                  <a:cubicBezTo>
                    <a:pt x="52" y="388"/>
                    <a:pt x="52" y="388"/>
                    <a:pt x="52" y="388"/>
                  </a:cubicBezTo>
                  <a:cubicBezTo>
                    <a:pt x="205" y="388"/>
                    <a:pt x="205" y="388"/>
                    <a:pt x="205" y="388"/>
                  </a:cubicBezTo>
                  <a:cubicBezTo>
                    <a:pt x="207" y="412"/>
                    <a:pt x="209" y="436"/>
                    <a:pt x="212" y="4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82"/>
            <p:cNvSpPr>
              <a:spLocks noEditPoints="1"/>
            </p:cNvSpPr>
            <p:nvPr/>
          </p:nvSpPr>
          <p:spPr bwMode="auto">
            <a:xfrm>
              <a:off x="10971213" y="2108200"/>
              <a:ext cx="434975" cy="369888"/>
            </a:xfrm>
            <a:custGeom>
              <a:avLst/>
              <a:gdLst>
                <a:gd name="T0" fmla="*/ 222 w 274"/>
                <a:gd name="T1" fmla="*/ 32 h 233"/>
                <a:gd name="T2" fmla="*/ 53 w 274"/>
                <a:gd name="T3" fmla="*/ 32 h 233"/>
                <a:gd name="T4" fmla="*/ 53 w 274"/>
                <a:gd name="T5" fmla="*/ 0 h 233"/>
                <a:gd name="T6" fmla="*/ 8 w 274"/>
                <a:gd name="T7" fmla="*/ 0 h 233"/>
                <a:gd name="T8" fmla="*/ 8 w 274"/>
                <a:gd name="T9" fmla="*/ 32 h 233"/>
                <a:gd name="T10" fmla="*/ 0 w 274"/>
                <a:gd name="T11" fmla="*/ 32 h 233"/>
                <a:gd name="T12" fmla="*/ 0 w 274"/>
                <a:gd name="T13" fmla="*/ 76 h 233"/>
                <a:gd name="T14" fmla="*/ 8 w 274"/>
                <a:gd name="T15" fmla="*/ 76 h 233"/>
                <a:gd name="T16" fmla="*/ 8 w 274"/>
                <a:gd name="T17" fmla="*/ 233 h 233"/>
                <a:gd name="T18" fmla="*/ 53 w 274"/>
                <a:gd name="T19" fmla="*/ 233 h 233"/>
                <a:gd name="T20" fmla="*/ 53 w 274"/>
                <a:gd name="T21" fmla="*/ 176 h 233"/>
                <a:gd name="T22" fmla="*/ 222 w 274"/>
                <a:gd name="T23" fmla="*/ 176 h 233"/>
                <a:gd name="T24" fmla="*/ 222 w 274"/>
                <a:gd name="T25" fmla="*/ 233 h 233"/>
                <a:gd name="T26" fmla="*/ 266 w 274"/>
                <a:gd name="T27" fmla="*/ 233 h 233"/>
                <a:gd name="T28" fmla="*/ 266 w 274"/>
                <a:gd name="T29" fmla="*/ 76 h 233"/>
                <a:gd name="T30" fmla="*/ 274 w 274"/>
                <a:gd name="T31" fmla="*/ 76 h 233"/>
                <a:gd name="T32" fmla="*/ 274 w 274"/>
                <a:gd name="T33" fmla="*/ 32 h 233"/>
                <a:gd name="T34" fmla="*/ 266 w 274"/>
                <a:gd name="T35" fmla="*/ 32 h 233"/>
                <a:gd name="T36" fmla="*/ 266 w 274"/>
                <a:gd name="T37" fmla="*/ 0 h 233"/>
                <a:gd name="T38" fmla="*/ 222 w 274"/>
                <a:gd name="T39" fmla="*/ 0 h 233"/>
                <a:gd name="T40" fmla="*/ 222 w 274"/>
                <a:gd name="T41" fmla="*/ 32 h 233"/>
                <a:gd name="T42" fmla="*/ 222 w 274"/>
                <a:gd name="T43" fmla="*/ 152 h 233"/>
                <a:gd name="T44" fmla="*/ 53 w 274"/>
                <a:gd name="T45" fmla="*/ 152 h 233"/>
                <a:gd name="T46" fmla="*/ 53 w 274"/>
                <a:gd name="T47" fmla="*/ 76 h 233"/>
                <a:gd name="T48" fmla="*/ 222 w 274"/>
                <a:gd name="T49" fmla="*/ 76 h 233"/>
                <a:gd name="T50" fmla="*/ 222 w 274"/>
                <a:gd name="T51" fmla="*/ 152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74" h="233">
                  <a:moveTo>
                    <a:pt x="222" y="32"/>
                  </a:moveTo>
                  <a:lnTo>
                    <a:pt x="53" y="32"/>
                  </a:lnTo>
                  <a:lnTo>
                    <a:pt x="53" y="0"/>
                  </a:lnTo>
                  <a:lnTo>
                    <a:pt x="8" y="0"/>
                  </a:lnTo>
                  <a:lnTo>
                    <a:pt x="8" y="32"/>
                  </a:lnTo>
                  <a:lnTo>
                    <a:pt x="0" y="32"/>
                  </a:lnTo>
                  <a:lnTo>
                    <a:pt x="0" y="76"/>
                  </a:lnTo>
                  <a:lnTo>
                    <a:pt x="8" y="76"/>
                  </a:lnTo>
                  <a:lnTo>
                    <a:pt x="8" y="233"/>
                  </a:lnTo>
                  <a:lnTo>
                    <a:pt x="53" y="233"/>
                  </a:lnTo>
                  <a:lnTo>
                    <a:pt x="53" y="176"/>
                  </a:lnTo>
                  <a:lnTo>
                    <a:pt x="222" y="176"/>
                  </a:lnTo>
                  <a:lnTo>
                    <a:pt x="222" y="233"/>
                  </a:lnTo>
                  <a:lnTo>
                    <a:pt x="266" y="233"/>
                  </a:lnTo>
                  <a:lnTo>
                    <a:pt x="266" y="76"/>
                  </a:lnTo>
                  <a:lnTo>
                    <a:pt x="274" y="76"/>
                  </a:lnTo>
                  <a:lnTo>
                    <a:pt x="274" y="32"/>
                  </a:lnTo>
                  <a:lnTo>
                    <a:pt x="266" y="32"/>
                  </a:lnTo>
                  <a:lnTo>
                    <a:pt x="266" y="0"/>
                  </a:lnTo>
                  <a:lnTo>
                    <a:pt x="222" y="0"/>
                  </a:lnTo>
                  <a:lnTo>
                    <a:pt x="222" y="32"/>
                  </a:lnTo>
                  <a:close/>
                  <a:moveTo>
                    <a:pt x="222" y="152"/>
                  </a:moveTo>
                  <a:lnTo>
                    <a:pt x="53" y="152"/>
                  </a:lnTo>
                  <a:lnTo>
                    <a:pt x="53" y="76"/>
                  </a:lnTo>
                  <a:lnTo>
                    <a:pt x="222" y="76"/>
                  </a:lnTo>
                  <a:lnTo>
                    <a:pt x="222"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83"/>
            <p:cNvSpPr>
              <a:spLocks/>
            </p:cNvSpPr>
            <p:nvPr/>
          </p:nvSpPr>
          <p:spPr bwMode="auto">
            <a:xfrm>
              <a:off x="10983913" y="1609725"/>
              <a:ext cx="409575" cy="268288"/>
            </a:xfrm>
            <a:custGeom>
              <a:avLst/>
              <a:gdLst>
                <a:gd name="T0" fmla="*/ 52 w 256"/>
                <a:gd name="T1" fmla="*/ 71 h 168"/>
                <a:gd name="T2" fmla="*/ 5 w 256"/>
                <a:gd name="T3" fmla="*/ 75 h 168"/>
                <a:gd name="T4" fmla="*/ 0 w 256"/>
                <a:gd name="T5" fmla="*/ 75 h 168"/>
                <a:gd name="T6" fmla="*/ 0 w 256"/>
                <a:gd name="T7" fmla="*/ 168 h 168"/>
                <a:gd name="T8" fmla="*/ 256 w 256"/>
                <a:gd name="T9" fmla="*/ 168 h 168"/>
                <a:gd name="T10" fmla="*/ 256 w 256"/>
                <a:gd name="T11" fmla="*/ 0 h 168"/>
                <a:gd name="T12" fmla="*/ 212 w 256"/>
                <a:gd name="T13" fmla="*/ 0 h 168"/>
                <a:gd name="T14" fmla="*/ 212 w 256"/>
                <a:gd name="T15" fmla="*/ 28 h 168"/>
                <a:gd name="T16" fmla="*/ 73 w 256"/>
                <a:gd name="T17" fmla="*/ 28 h 168"/>
                <a:gd name="T18" fmla="*/ 73 w 256"/>
                <a:gd name="T19" fmla="*/ 29 h 168"/>
                <a:gd name="T20" fmla="*/ 52 w 256"/>
                <a:gd name="T21" fmla="*/ 71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6" h="168">
                  <a:moveTo>
                    <a:pt x="52" y="71"/>
                  </a:moveTo>
                  <a:cubicBezTo>
                    <a:pt x="43" y="72"/>
                    <a:pt x="25" y="75"/>
                    <a:pt x="5" y="75"/>
                  </a:cubicBezTo>
                  <a:cubicBezTo>
                    <a:pt x="3" y="75"/>
                    <a:pt x="0" y="75"/>
                    <a:pt x="0" y="75"/>
                  </a:cubicBezTo>
                  <a:cubicBezTo>
                    <a:pt x="0" y="168"/>
                    <a:pt x="0" y="168"/>
                    <a:pt x="0" y="168"/>
                  </a:cubicBezTo>
                  <a:cubicBezTo>
                    <a:pt x="256" y="168"/>
                    <a:pt x="256" y="168"/>
                    <a:pt x="256" y="168"/>
                  </a:cubicBezTo>
                  <a:cubicBezTo>
                    <a:pt x="256" y="0"/>
                    <a:pt x="256" y="0"/>
                    <a:pt x="256" y="0"/>
                  </a:cubicBezTo>
                  <a:cubicBezTo>
                    <a:pt x="212" y="0"/>
                    <a:pt x="212" y="0"/>
                    <a:pt x="212" y="0"/>
                  </a:cubicBezTo>
                  <a:cubicBezTo>
                    <a:pt x="212" y="28"/>
                    <a:pt x="212" y="28"/>
                    <a:pt x="212" y="28"/>
                  </a:cubicBezTo>
                  <a:cubicBezTo>
                    <a:pt x="73" y="28"/>
                    <a:pt x="73" y="28"/>
                    <a:pt x="73" y="28"/>
                  </a:cubicBezTo>
                  <a:cubicBezTo>
                    <a:pt x="73" y="28"/>
                    <a:pt x="73" y="28"/>
                    <a:pt x="73" y="29"/>
                  </a:cubicBezTo>
                  <a:cubicBezTo>
                    <a:pt x="77" y="65"/>
                    <a:pt x="58" y="70"/>
                    <a:pt x="52"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84"/>
            <p:cNvSpPr>
              <a:spLocks/>
            </p:cNvSpPr>
            <p:nvPr/>
          </p:nvSpPr>
          <p:spPr bwMode="auto">
            <a:xfrm>
              <a:off x="10809288" y="1903413"/>
              <a:ext cx="954088" cy="574675"/>
            </a:xfrm>
            <a:custGeom>
              <a:avLst/>
              <a:gdLst>
                <a:gd name="T0" fmla="*/ 0 w 598"/>
                <a:gd name="T1" fmla="*/ 360 h 360"/>
                <a:gd name="T2" fmla="*/ 38 w 598"/>
                <a:gd name="T3" fmla="*/ 360 h 360"/>
                <a:gd name="T4" fmla="*/ 38 w 598"/>
                <a:gd name="T5" fmla="*/ 112 h 360"/>
                <a:gd name="T6" fmla="*/ 438 w 598"/>
                <a:gd name="T7" fmla="*/ 112 h 360"/>
                <a:gd name="T8" fmla="*/ 438 w 598"/>
                <a:gd name="T9" fmla="*/ 360 h 360"/>
                <a:gd name="T10" fmla="*/ 490 w 598"/>
                <a:gd name="T11" fmla="*/ 360 h 360"/>
                <a:gd name="T12" fmla="*/ 490 w 598"/>
                <a:gd name="T13" fmla="*/ 112 h 360"/>
                <a:gd name="T14" fmla="*/ 550 w 598"/>
                <a:gd name="T15" fmla="*/ 112 h 360"/>
                <a:gd name="T16" fmla="*/ 550 w 598"/>
                <a:gd name="T17" fmla="*/ 36 h 360"/>
                <a:gd name="T18" fmla="*/ 580 w 598"/>
                <a:gd name="T19" fmla="*/ 36 h 360"/>
                <a:gd name="T20" fmla="*/ 598 w 598"/>
                <a:gd name="T21" fmla="*/ 16 h 360"/>
                <a:gd name="T22" fmla="*/ 598 w 598"/>
                <a:gd name="T23" fmla="*/ 12 h 360"/>
                <a:gd name="T24" fmla="*/ 580 w 598"/>
                <a:gd name="T25" fmla="*/ 0 h 360"/>
                <a:gd name="T26" fmla="*/ 14 w 598"/>
                <a:gd name="T27" fmla="*/ 0 h 360"/>
                <a:gd name="T28" fmla="*/ 14 w 598"/>
                <a:gd name="T29" fmla="*/ 315 h 360"/>
                <a:gd name="T30" fmla="*/ 0 w 598"/>
                <a:gd name="T31" fmla="*/ 36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98" h="360">
                  <a:moveTo>
                    <a:pt x="0" y="360"/>
                  </a:moveTo>
                  <a:cubicBezTo>
                    <a:pt x="38" y="360"/>
                    <a:pt x="38" y="360"/>
                    <a:pt x="38" y="360"/>
                  </a:cubicBezTo>
                  <a:cubicBezTo>
                    <a:pt x="38" y="112"/>
                    <a:pt x="38" y="112"/>
                    <a:pt x="38" y="112"/>
                  </a:cubicBezTo>
                  <a:cubicBezTo>
                    <a:pt x="438" y="112"/>
                    <a:pt x="438" y="112"/>
                    <a:pt x="438" y="112"/>
                  </a:cubicBezTo>
                  <a:cubicBezTo>
                    <a:pt x="438" y="360"/>
                    <a:pt x="438" y="360"/>
                    <a:pt x="438" y="360"/>
                  </a:cubicBezTo>
                  <a:cubicBezTo>
                    <a:pt x="490" y="360"/>
                    <a:pt x="490" y="360"/>
                    <a:pt x="490" y="360"/>
                  </a:cubicBezTo>
                  <a:cubicBezTo>
                    <a:pt x="490" y="112"/>
                    <a:pt x="490" y="112"/>
                    <a:pt x="490" y="112"/>
                  </a:cubicBezTo>
                  <a:cubicBezTo>
                    <a:pt x="550" y="112"/>
                    <a:pt x="550" y="112"/>
                    <a:pt x="550" y="112"/>
                  </a:cubicBezTo>
                  <a:cubicBezTo>
                    <a:pt x="550" y="36"/>
                    <a:pt x="550" y="36"/>
                    <a:pt x="550" y="36"/>
                  </a:cubicBezTo>
                  <a:cubicBezTo>
                    <a:pt x="580" y="36"/>
                    <a:pt x="580" y="36"/>
                    <a:pt x="580" y="36"/>
                  </a:cubicBezTo>
                  <a:cubicBezTo>
                    <a:pt x="589" y="36"/>
                    <a:pt x="598" y="25"/>
                    <a:pt x="598" y="16"/>
                  </a:cubicBezTo>
                  <a:cubicBezTo>
                    <a:pt x="598" y="12"/>
                    <a:pt x="598" y="12"/>
                    <a:pt x="598" y="12"/>
                  </a:cubicBezTo>
                  <a:cubicBezTo>
                    <a:pt x="598" y="3"/>
                    <a:pt x="589" y="0"/>
                    <a:pt x="580" y="0"/>
                  </a:cubicBezTo>
                  <a:cubicBezTo>
                    <a:pt x="14" y="0"/>
                    <a:pt x="14" y="0"/>
                    <a:pt x="14" y="0"/>
                  </a:cubicBezTo>
                  <a:cubicBezTo>
                    <a:pt x="14" y="315"/>
                    <a:pt x="14" y="315"/>
                    <a:pt x="14" y="315"/>
                  </a:cubicBezTo>
                  <a:cubicBezTo>
                    <a:pt x="14" y="330"/>
                    <a:pt x="10" y="348"/>
                    <a:pt x="0" y="3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85"/>
            <p:cNvSpPr>
              <a:spLocks noEditPoints="1"/>
            </p:cNvSpPr>
            <p:nvPr/>
          </p:nvSpPr>
          <p:spPr bwMode="auto">
            <a:xfrm>
              <a:off x="10491788" y="969963"/>
              <a:ext cx="287338" cy="287338"/>
            </a:xfrm>
            <a:custGeom>
              <a:avLst/>
              <a:gdLst>
                <a:gd name="T0" fmla="*/ 180 w 180"/>
                <a:gd name="T1" fmla="*/ 90 h 180"/>
                <a:gd name="T2" fmla="*/ 90 w 180"/>
                <a:gd name="T3" fmla="*/ 0 h 180"/>
                <a:gd name="T4" fmla="*/ 0 w 180"/>
                <a:gd name="T5" fmla="*/ 90 h 180"/>
                <a:gd name="T6" fmla="*/ 90 w 180"/>
                <a:gd name="T7" fmla="*/ 180 h 180"/>
                <a:gd name="T8" fmla="*/ 180 w 180"/>
                <a:gd name="T9" fmla="*/ 90 h 180"/>
                <a:gd name="T10" fmla="*/ 34 w 180"/>
                <a:gd name="T11" fmla="*/ 125 h 180"/>
                <a:gd name="T12" fmla="*/ 146 w 180"/>
                <a:gd name="T13" fmla="*/ 125 h 180"/>
                <a:gd name="T14" fmla="*/ 90 w 180"/>
                <a:gd name="T15" fmla="*/ 156 h 180"/>
                <a:gd name="T16" fmla="*/ 34 w 180"/>
                <a:gd name="T17" fmla="*/ 125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0" h="180">
                  <a:moveTo>
                    <a:pt x="180" y="90"/>
                  </a:moveTo>
                  <a:cubicBezTo>
                    <a:pt x="180" y="41"/>
                    <a:pt x="140" y="0"/>
                    <a:pt x="90" y="0"/>
                  </a:cubicBezTo>
                  <a:cubicBezTo>
                    <a:pt x="40" y="0"/>
                    <a:pt x="0" y="41"/>
                    <a:pt x="0" y="90"/>
                  </a:cubicBezTo>
                  <a:cubicBezTo>
                    <a:pt x="0" y="140"/>
                    <a:pt x="40" y="180"/>
                    <a:pt x="90" y="180"/>
                  </a:cubicBezTo>
                  <a:cubicBezTo>
                    <a:pt x="140" y="180"/>
                    <a:pt x="180" y="140"/>
                    <a:pt x="180" y="90"/>
                  </a:cubicBezTo>
                  <a:close/>
                  <a:moveTo>
                    <a:pt x="34" y="125"/>
                  </a:moveTo>
                  <a:cubicBezTo>
                    <a:pt x="146" y="125"/>
                    <a:pt x="146" y="125"/>
                    <a:pt x="146" y="125"/>
                  </a:cubicBezTo>
                  <a:cubicBezTo>
                    <a:pt x="135" y="145"/>
                    <a:pt x="114" y="156"/>
                    <a:pt x="90" y="156"/>
                  </a:cubicBezTo>
                  <a:cubicBezTo>
                    <a:pt x="66" y="156"/>
                    <a:pt x="46" y="145"/>
                    <a:pt x="34" y="1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86"/>
            <p:cNvSpPr>
              <a:spLocks noEditPoints="1"/>
            </p:cNvSpPr>
            <p:nvPr/>
          </p:nvSpPr>
          <p:spPr bwMode="auto">
            <a:xfrm>
              <a:off x="10167938" y="1008063"/>
              <a:ext cx="922338" cy="1476375"/>
            </a:xfrm>
            <a:custGeom>
              <a:avLst/>
              <a:gdLst>
                <a:gd name="T0" fmla="*/ 145 w 578"/>
                <a:gd name="T1" fmla="*/ 249 h 925"/>
                <a:gd name="T2" fmla="*/ 184 w 578"/>
                <a:gd name="T3" fmla="*/ 246 h 925"/>
                <a:gd name="T4" fmla="*/ 184 w 578"/>
                <a:gd name="T5" fmla="*/ 408 h 925"/>
                <a:gd name="T6" fmla="*/ 184 w 578"/>
                <a:gd name="T7" fmla="*/ 484 h 925"/>
                <a:gd name="T8" fmla="*/ 184 w 578"/>
                <a:gd name="T9" fmla="*/ 876 h 925"/>
                <a:gd name="T10" fmla="*/ 234 w 578"/>
                <a:gd name="T11" fmla="*/ 925 h 925"/>
                <a:gd name="T12" fmla="*/ 284 w 578"/>
                <a:gd name="T13" fmla="*/ 876 h 925"/>
                <a:gd name="T14" fmla="*/ 284 w 578"/>
                <a:gd name="T15" fmla="*/ 517 h 925"/>
                <a:gd name="T16" fmla="*/ 304 w 578"/>
                <a:gd name="T17" fmla="*/ 517 h 925"/>
                <a:gd name="T18" fmla="*/ 304 w 578"/>
                <a:gd name="T19" fmla="*/ 876 h 925"/>
                <a:gd name="T20" fmla="*/ 352 w 578"/>
                <a:gd name="T21" fmla="*/ 925 h 925"/>
                <a:gd name="T22" fmla="*/ 400 w 578"/>
                <a:gd name="T23" fmla="*/ 876 h 925"/>
                <a:gd name="T24" fmla="*/ 400 w 578"/>
                <a:gd name="T25" fmla="*/ 484 h 925"/>
                <a:gd name="T26" fmla="*/ 400 w 578"/>
                <a:gd name="T27" fmla="*/ 408 h 925"/>
                <a:gd name="T28" fmla="*/ 400 w 578"/>
                <a:gd name="T29" fmla="*/ 275 h 925"/>
                <a:gd name="T30" fmla="*/ 425 w 578"/>
                <a:gd name="T31" fmla="*/ 380 h 925"/>
                <a:gd name="T32" fmla="*/ 447 w 578"/>
                <a:gd name="T33" fmla="*/ 418 h 925"/>
                <a:gd name="T34" fmla="*/ 516 w 578"/>
                <a:gd name="T35" fmla="*/ 436 h 925"/>
                <a:gd name="T36" fmla="*/ 561 w 578"/>
                <a:gd name="T37" fmla="*/ 432 h 925"/>
                <a:gd name="T38" fmla="*/ 550 w 578"/>
                <a:gd name="T39" fmla="*/ 369 h 925"/>
                <a:gd name="T40" fmla="*/ 532 w 578"/>
                <a:gd name="T41" fmla="*/ 371 h 925"/>
                <a:gd name="T42" fmla="*/ 536 w 578"/>
                <a:gd name="T43" fmla="*/ 351 h 925"/>
                <a:gd name="T44" fmla="*/ 527 w 578"/>
                <a:gd name="T45" fmla="*/ 342 h 925"/>
                <a:gd name="T46" fmla="*/ 518 w 578"/>
                <a:gd name="T47" fmla="*/ 350 h 925"/>
                <a:gd name="T48" fmla="*/ 514 w 578"/>
                <a:gd name="T49" fmla="*/ 371 h 925"/>
                <a:gd name="T50" fmla="*/ 514 w 578"/>
                <a:gd name="T51" fmla="*/ 372 h 925"/>
                <a:gd name="T52" fmla="*/ 489 w 578"/>
                <a:gd name="T53" fmla="*/ 369 h 925"/>
                <a:gd name="T54" fmla="*/ 422 w 578"/>
                <a:gd name="T55" fmla="*/ 199 h 925"/>
                <a:gd name="T56" fmla="*/ 372 w 578"/>
                <a:gd name="T57" fmla="*/ 180 h 925"/>
                <a:gd name="T58" fmla="*/ 370 w 578"/>
                <a:gd name="T59" fmla="*/ 181 h 925"/>
                <a:gd name="T60" fmla="*/ 216 w 578"/>
                <a:gd name="T61" fmla="*/ 181 h 925"/>
                <a:gd name="T62" fmla="*/ 214 w 578"/>
                <a:gd name="T63" fmla="*/ 180 h 925"/>
                <a:gd name="T64" fmla="*/ 214 w 578"/>
                <a:gd name="T65" fmla="*/ 180 h 925"/>
                <a:gd name="T66" fmla="*/ 180 w 578"/>
                <a:gd name="T67" fmla="*/ 182 h 925"/>
                <a:gd name="T68" fmla="*/ 153 w 578"/>
                <a:gd name="T69" fmla="*/ 185 h 925"/>
                <a:gd name="T70" fmla="*/ 155 w 578"/>
                <a:gd name="T71" fmla="*/ 175 h 925"/>
                <a:gd name="T72" fmla="*/ 156 w 578"/>
                <a:gd name="T73" fmla="*/ 168 h 925"/>
                <a:gd name="T74" fmla="*/ 152 w 578"/>
                <a:gd name="T75" fmla="*/ 93 h 925"/>
                <a:gd name="T76" fmla="*/ 137 w 578"/>
                <a:gd name="T77" fmla="*/ 47 h 925"/>
                <a:gd name="T78" fmla="*/ 98 w 578"/>
                <a:gd name="T79" fmla="*/ 3 h 925"/>
                <a:gd name="T80" fmla="*/ 98 w 578"/>
                <a:gd name="T81" fmla="*/ 3 h 925"/>
                <a:gd name="T82" fmla="*/ 91 w 578"/>
                <a:gd name="T83" fmla="*/ 2 h 925"/>
                <a:gd name="T84" fmla="*/ 67 w 578"/>
                <a:gd name="T85" fmla="*/ 0 h 925"/>
                <a:gd name="T86" fmla="*/ 25 w 578"/>
                <a:gd name="T87" fmla="*/ 10 h 925"/>
                <a:gd name="T88" fmla="*/ 4 w 578"/>
                <a:gd name="T89" fmla="*/ 128 h 925"/>
                <a:gd name="T90" fmla="*/ 10 w 578"/>
                <a:gd name="T91" fmla="*/ 243 h 925"/>
                <a:gd name="T92" fmla="*/ 65 w 578"/>
                <a:gd name="T93" fmla="*/ 257 h 925"/>
                <a:gd name="T94" fmla="*/ 93 w 578"/>
                <a:gd name="T95" fmla="*/ 255 h 925"/>
                <a:gd name="T96" fmla="*/ 119 w 578"/>
                <a:gd name="T97" fmla="*/ 247 h 925"/>
                <a:gd name="T98" fmla="*/ 145 w 578"/>
                <a:gd name="T99" fmla="*/ 249 h 925"/>
                <a:gd name="T100" fmla="*/ 16 w 578"/>
                <a:gd name="T101" fmla="*/ 238 h 925"/>
                <a:gd name="T102" fmla="*/ 30 w 578"/>
                <a:gd name="T103" fmla="*/ 16 h 925"/>
                <a:gd name="T104" fmla="*/ 89 w 578"/>
                <a:gd name="T105" fmla="*/ 10 h 925"/>
                <a:gd name="T106" fmla="*/ 116 w 578"/>
                <a:gd name="T107" fmla="*/ 239 h 925"/>
                <a:gd name="T108" fmla="*/ 16 w 578"/>
                <a:gd name="T109" fmla="*/ 238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78" h="925">
                  <a:moveTo>
                    <a:pt x="145" y="249"/>
                  </a:moveTo>
                  <a:cubicBezTo>
                    <a:pt x="158" y="249"/>
                    <a:pt x="172" y="247"/>
                    <a:pt x="184" y="246"/>
                  </a:cubicBezTo>
                  <a:cubicBezTo>
                    <a:pt x="184" y="408"/>
                    <a:pt x="184" y="408"/>
                    <a:pt x="184" y="408"/>
                  </a:cubicBezTo>
                  <a:cubicBezTo>
                    <a:pt x="184" y="484"/>
                    <a:pt x="184" y="484"/>
                    <a:pt x="184" y="484"/>
                  </a:cubicBezTo>
                  <a:cubicBezTo>
                    <a:pt x="184" y="876"/>
                    <a:pt x="184" y="876"/>
                    <a:pt x="184" y="876"/>
                  </a:cubicBezTo>
                  <a:cubicBezTo>
                    <a:pt x="184" y="903"/>
                    <a:pt x="207" y="925"/>
                    <a:pt x="234" y="925"/>
                  </a:cubicBezTo>
                  <a:cubicBezTo>
                    <a:pt x="261" y="925"/>
                    <a:pt x="284" y="903"/>
                    <a:pt x="284" y="876"/>
                  </a:cubicBezTo>
                  <a:cubicBezTo>
                    <a:pt x="284" y="517"/>
                    <a:pt x="284" y="517"/>
                    <a:pt x="284" y="517"/>
                  </a:cubicBezTo>
                  <a:cubicBezTo>
                    <a:pt x="304" y="517"/>
                    <a:pt x="304" y="517"/>
                    <a:pt x="304" y="517"/>
                  </a:cubicBezTo>
                  <a:cubicBezTo>
                    <a:pt x="304" y="876"/>
                    <a:pt x="304" y="876"/>
                    <a:pt x="304" y="876"/>
                  </a:cubicBezTo>
                  <a:cubicBezTo>
                    <a:pt x="304" y="903"/>
                    <a:pt x="325" y="925"/>
                    <a:pt x="352" y="925"/>
                  </a:cubicBezTo>
                  <a:cubicBezTo>
                    <a:pt x="379" y="925"/>
                    <a:pt x="400" y="903"/>
                    <a:pt x="400" y="876"/>
                  </a:cubicBezTo>
                  <a:cubicBezTo>
                    <a:pt x="400" y="484"/>
                    <a:pt x="400" y="484"/>
                    <a:pt x="400" y="484"/>
                  </a:cubicBezTo>
                  <a:cubicBezTo>
                    <a:pt x="400" y="408"/>
                    <a:pt x="400" y="408"/>
                    <a:pt x="400" y="408"/>
                  </a:cubicBezTo>
                  <a:cubicBezTo>
                    <a:pt x="400" y="275"/>
                    <a:pt x="400" y="275"/>
                    <a:pt x="400" y="275"/>
                  </a:cubicBezTo>
                  <a:cubicBezTo>
                    <a:pt x="412" y="296"/>
                    <a:pt x="420" y="329"/>
                    <a:pt x="425" y="380"/>
                  </a:cubicBezTo>
                  <a:cubicBezTo>
                    <a:pt x="427" y="395"/>
                    <a:pt x="435" y="409"/>
                    <a:pt x="447" y="418"/>
                  </a:cubicBezTo>
                  <a:cubicBezTo>
                    <a:pt x="466" y="432"/>
                    <a:pt x="492" y="436"/>
                    <a:pt x="516" y="436"/>
                  </a:cubicBezTo>
                  <a:cubicBezTo>
                    <a:pt x="535" y="436"/>
                    <a:pt x="553" y="433"/>
                    <a:pt x="561" y="432"/>
                  </a:cubicBezTo>
                  <a:cubicBezTo>
                    <a:pt x="578" y="429"/>
                    <a:pt x="567" y="366"/>
                    <a:pt x="550" y="369"/>
                  </a:cubicBezTo>
                  <a:cubicBezTo>
                    <a:pt x="544" y="370"/>
                    <a:pt x="538" y="371"/>
                    <a:pt x="532" y="371"/>
                  </a:cubicBezTo>
                  <a:cubicBezTo>
                    <a:pt x="536" y="351"/>
                    <a:pt x="536" y="351"/>
                    <a:pt x="536" y="351"/>
                  </a:cubicBezTo>
                  <a:cubicBezTo>
                    <a:pt x="536" y="346"/>
                    <a:pt x="532" y="342"/>
                    <a:pt x="527" y="342"/>
                  </a:cubicBezTo>
                  <a:cubicBezTo>
                    <a:pt x="522" y="342"/>
                    <a:pt x="518" y="345"/>
                    <a:pt x="518" y="350"/>
                  </a:cubicBezTo>
                  <a:cubicBezTo>
                    <a:pt x="514" y="371"/>
                    <a:pt x="514" y="371"/>
                    <a:pt x="514" y="371"/>
                  </a:cubicBezTo>
                  <a:cubicBezTo>
                    <a:pt x="514" y="372"/>
                    <a:pt x="514" y="372"/>
                    <a:pt x="514" y="372"/>
                  </a:cubicBezTo>
                  <a:cubicBezTo>
                    <a:pt x="503" y="372"/>
                    <a:pt x="494" y="371"/>
                    <a:pt x="489" y="369"/>
                  </a:cubicBezTo>
                  <a:cubicBezTo>
                    <a:pt x="480" y="285"/>
                    <a:pt x="458" y="228"/>
                    <a:pt x="422" y="199"/>
                  </a:cubicBezTo>
                  <a:cubicBezTo>
                    <a:pt x="401" y="182"/>
                    <a:pt x="382" y="180"/>
                    <a:pt x="372" y="180"/>
                  </a:cubicBezTo>
                  <a:cubicBezTo>
                    <a:pt x="372" y="180"/>
                    <a:pt x="371" y="181"/>
                    <a:pt x="370" y="181"/>
                  </a:cubicBezTo>
                  <a:cubicBezTo>
                    <a:pt x="216" y="181"/>
                    <a:pt x="216" y="181"/>
                    <a:pt x="216" y="181"/>
                  </a:cubicBezTo>
                  <a:cubicBezTo>
                    <a:pt x="215" y="181"/>
                    <a:pt x="215" y="180"/>
                    <a:pt x="214" y="180"/>
                  </a:cubicBezTo>
                  <a:cubicBezTo>
                    <a:pt x="214" y="180"/>
                    <a:pt x="214" y="180"/>
                    <a:pt x="214" y="180"/>
                  </a:cubicBezTo>
                  <a:cubicBezTo>
                    <a:pt x="203" y="180"/>
                    <a:pt x="192" y="181"/>
                    <a:pt x="180" y="182"/>
                  </a:cubicBezTo>
                  <a:cubicBezTo>
                    <a:pt x="172" y="183"/>
                    <a:pt x="162" y="184"/>
                    <a:pt x="153" y="185"/>
                  </a:cubicBezTo>
                  <a:cubicBezTo>
                    <a:pt x="154" y="182"/>
                    <a:pt x="155" y="179"/>
                    <a:pt x="155" y="175"/>
                  </a:cubicBezTo>
                  <a:cubicBezTo>
                    <a:pt x="156" y="173"/>
                    <a:pt x="156" y="171"/>
                    <a:pt x="156" y="168"/>
                  </a:cubicBezTo>
                  <a:cubicBezTo>
                    <a:pt x="158" y="148"/>
                    <a:pt x="158" y="120"/>
                    <a:pt x="152" y="93"/>
                  </a:cubicBezTo>
                  <a:cubicBezTo>
                    <a:pt x="149" y="77"/>
                    <a:pt x="144" y="61"/>
                    <a:pt x="137" y="47"/>
                  </a:cubicBezTo>
                  <a:cubicBezTo>
                    <a:pt x="128" y="29"/>
                    <a:pt x="115" y="13"/>
                    <a:pt x="98" y="3"/>
                  </a:cubicBezTo>
                  <a:cubicBezTo>
                    <a:pt x="98" y="3"/>
                    <a:pt x="98" y="3"/>
                    <a:pt x="98" y="3"/>
                  </a:cubicBezTo>
                  <a:cubicBezTo>
                    <a:pt x="91" y="2"/>
                    <a:pt x="91" y="2"/>
                    <a:pt x="91" y="2"/>
                  </a:cubicBezTo>
                  <a:cubicBezTo>
                    <a:pt x="90" y="2"/>
                    <a:pt x="80" y="0"/>
                    <a:pt x="67" y="0"/>
                  </a:cubicBezTo>
                  <a:cubicBezTo>
                    <a:pt x="48" y="0"/>
                    <a:pt x="34" y="3"/>
                    <a:pt x="25" y="10"/>
                  </a:cubicBezTo>
                  <a:cubicBezTo>
                    <a:pt x="14" y="18"/>
                    <a:pt x="7" y="58"/>
                    <a:pt x="4" y="128"/>
                  </a:cubicBezTo>
                  <a:cubicBezTo>
                    <a:pt x="4" y="138"/>
                    <a:pt x="0" y="230"/>
                    <a:pt x="10" y="243"/>
                  </a:cubicBezTo>
                  <a:cubicBezTo>
                    <a:pt x="18" y="253"/>
                    <a:pt x="44" y="257"/>
                    <a:pt x="65" y="257"/>
                  </a:cubicBezTo>
                  <a:cubicBezTo>
                    <a:pt x="72" y="257"/>
                    <a:pt x="82" y="257"/>
                    <a:pt x="93" y="255"/>
                  </a:cubicBezTo>
                  <a:cubicBezTo>
                    <a:pt x="102" y="253"/>
                    <a:pt x="111" y="251"/>
                    <a:pt x="119" y="247"/>
                  </a:cubicBezTo>
                  <a:cubicBezTo>
                    <a:pt x="128" y="248"/>
                    <a:pt x="136" y="249"/>
                    <a:pt x="145" y="249"/>
                  </a:cubicBezTo>
                  <a:close/>
                  <a:moveTo>
                    <a:pt x="16" y="238"/>
                  </a:moveTo>
                  <a:cubicBezTo>
                    <a:pt x="7" y="225"/>
                    <a:pt x="11" y="31"/>
                    <a:pt x="30" y="16"/>
                  </a:cubicBezTo>
                  <a:cubicBezTo>
                    <a:pt x="47" y="4"/>
                    <a:pt x="89" y="10"/>
                    <a:pt x="89" y="10"/>
                  </a:cubicBezTo>
                  <a:cubicBezTo>
                    <a:pt x="89" y="109"/>
                    <a:pt x="149" y="223"/>
                    <a:pt x="116" y="239"/>
                  </a:cubicBezTo>
                  <a:cubicBezTo>
                    <a:pt x="84" y="255"/>
                    <a:pt x="26" y="250"/>
                    <a:pt x="16" y="2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87"/>
            <p:cNvSpPr>
              <a:spLocks/>
            </p:cNvSpPr>
            <p:nvPr/>
          </p:nvSpPr>
          <p:spPr bwMode="auto">
            <a:xfrm>
              <a:off x="10193338" y="1049338"/>
              <a:ext cx="42863" cy="255588"/>
            </a:xfrm>
            <a:custGeom>
              <a:avLst/>
              <a:gdLst>
                <a:gd name="T0" fmla="*/ 27 w 27"/>
                <a:gd name="T1" fmla="*/ 1 h 160"/>
                <a:gd name="T2" fmla="*/ 19 w 27"/>
                <a:gd name="T3" fmla="*/ 0 h 160"/>
                <a:gd name="T4" fmla="*/ 13 w 27"/>
                <a:gd name="T5" fmla="*/ 160 h 160"/>
                <a:gd name="T6" fmla="*/ 21 w 27"/>
                <a:gd name="T7" fmla="*/ 158 h 160"/>
                <a:gd name="T8" fmla="*/ 27 w 27"/>
                <a:gd name="T9" fmla="*/ 1 h 160"/>
              </a:gdLst>
              <a:ahLst/>
              <a:cxnLst>
                <a:cxn ang="0">
                  <a:pos x="T0" y="T1"/>
                </a:cxn>
                <a:cxn ang="0">
                  <a:pos x="T2" y="T3"/>
                </a:cxn>
                <a:cxn ang="0">
                  <a:pos x="T4" y="T5"/>
                </a:cxn>
                <a:cxn ang="0">
                  <a:pos x="T6" y="T7"/>
                </a:cxn>
                <a:cxn ang="0">
                  <a:pos x="T8" y="T9"/>
                </a:cxn>
              </a:cxnLst>
              <a:rect l="0" t="0" r="r" b="b"/>
              <a:pathLst>
                <a:path w="27" h="160">
                  <a:moveTo>
                    <a:pt x="27" y="1"/>
                  </a:moveTo>
                  <a:cubicBezTo>
                    <a:pt x="19" y="0"/>
                    <a:pt x="19" y="0"/>
                    <a:pt x="19" y="0"/>
                  </a:cubicBezTo>
                  <a:cubicBezTo>
                    <a:pt x="19" y="0"/>
                    <a:pt x="0" y="82"/>
                    <a:pt x="13" y="160"/>
                  </a:cubicBezTo>
                  <a:cubicBezTo>
                    <a:pt x="21" y="158"/>
                    <a:pt x="21" y="158"/>
                    <a:pt x="21" y="158"/>
                  </a:cubicBezTo>
                  <a:cubicBezTo>
                    <a:pt x="8" y="82"/>
                    <a:pt x="27" y="2"/>
                    <a:pt x="2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88"/>
            <p:cNvSpPr>
              <a:spLocks/>
            </p:cNvSpPr>
            <p:nvPr/>
          </p:nvSpPr>
          <p:spPr bwMode="auto">
            <a:xfrm>
              <a:off x="11437938" y="1347788"/>
              <a:ext cx="146050" cy="147638"/>
            </a:xfrm>
            <a:custGeom>
              <a:avLst/>
              <a:gdLst>
                <a:gd name="T0" fmla="*/ 45 w 92"/>
                <a:gd name="T1" fmla="*/ 92 h 92"/>
                <a:gd name="T2" fmla="*/ 46 w 92"/>
                <a:gd name="T3" fmla="*/ 92 h 92"/>
                <a:gd name="T4" fmla="*/ 92 w 92"/>
                <a:gd name="T5" fmla="*/ 44 h 92"/>
                <a:gd name="T6" fmla="*/ 92 w 92"/>
                <a:gd name="T7" fmla="*/ 43 h 92"/>
                <a:gd name="T8" fmla="*/ 46 w 92"/>
                <a:gd name="T9" fmla="*/ 0 h 92"/>
                <a:gd name="T10" fmla="*/ 45 w 92"/>
                <a:gd name="T11" fmla="*/ 0 h 92"/>
                <a:gd name="T12" fmla="*/ 0 w 92"/>
                <a:gd name="T13" fmla="*/ 43 h 92"/>
                <a:gd name="T14" fmla="*/ 0 w 92"/>
                <a:gd name="T15" fmla="*/ 44 h 92"/>
                <a:gd name="T16" fmla="*/ 45 w 92"/>
                <a:gd name="T17"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92">
                  <a:moveTo>
                    <a:pt x="45" y="92"/>
                  </a:moveTo>
                  <a:cubicBezTo>
                    <a:pt x="46" y="92"/>
                    <a:pt x="46" y="92"/>
                    <a:pt x="46" y="92"/>
                  </a:cubicBezTo>
                  <a:cubicBezTo>
                    <a:pt x="49" y="60"/>
                    <a:pt x="60" y="47"/>
                    <a:pt x="92" y="44"/>
                  </a:cubicBezTo>
                  <a:cubicBezTo>
                    <a:pt x="92" y="43"/>
                    <a:pt x="92" y="43"/>
                    <a:pt x="92" y="43"/>
                  </a:cubicBezTo>
                  <a:cubicBezTo>
                    <a:pt x="60" y="40"/>
                    <a:pt x="49" y="32"/>
                    <a:pt x="46" y="0"/>
                  </a:cubicBezTo>
                  <a:cubicBezTo>
                    <a:pt x="45" y="0"/>
                    <a:pt x="45" y="0"/>
                    <a:pt x="45" y="0"/>
                  </a:cubicBezTo>
                  <a:cubicBezTo>
                    <a:pt x="42" y="32"/>
                    <a:pt x="32" y="40"/>
                    <a:pt x="0" y="43"/>
                  </a:cubicBezTo>
                  <a:cubicBezTo>
                    <a:pt x="0" y="44"/>
                    <a:pt x="0" y="44"/>
                    <a:pt x="0" y="44"/>
                  </a:cubicBezTo>
                  <a:cubicBezTo>
                    <a:pt x="32" y="47"/>
                    <a:pt x="42" y="60"/>
                    <a:pt x="45" y="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89"/>
            <p:cNvSpPr>
              <a:spLocks/>
            </p:cNvSpPr>
            <p:nvPr/>
          </p:nvSpPr>
          <p:spPr bwMode="auto">
            <a:xfrm>
              <a:off x="11539538" y="1666875"/>
              <a:ext cx="122238" cy="120650"/>
            </a:xfrm>
            <a:custGeom>
              <a:avLst/>
              <a:gdLst>
                <a:gd name="T0" fmla="*/ 0 w 76"/>
                <a:gd name="T1" fmla="*/ 37 h 76"/>
                <a:gd name="T2" fmla="*/ 36 w 76"/>
                <a:gd name="T3" fmla="*/ 76 h 76"/>
                <a:gd name="T4" fmla="*/ 37 w 76"/>
                <a:gd name="T5" fmla="*/ 76 h 76"/>
                <a:gd name="T6" fmla="*/ 76 w 76"/>
                <a:gd name="T7" fmla="*/ 37 h 76"/>
                <a:gd name="T8" fmla="*/ 76 w 76"/>
                <a:gd name="T9" fmla="*/ 36 h 76"/>
                <a:gd name="T10" fmla="*/ 37 w 76"/>
                <a:gd name="T11" fmla="*/ 0 h 76"/>
                <a:gd name="T12" fmla="*/ 36 w 76"/>
                <a:gd name="T13" fmla="*/ 0 h 76"/>
                <a:gd name="T14" fmla="*/ 0 w 76"/>
                <a:gd name="T15" fmla="*/ 36 h 76"/>
                <a:gd name="T16" fmla="*/ 0 w 76"/>
                <a:gd name="T17" fmla="*/ 37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76">
                  <a:moveTo>
                    <a:pt x="0" y="37"/>
                  </a:moveTo>
                  <a:cubicBezTo>
                    <a:pt x="24" y="39"/>
                    <a:pt x="34" y="48"/>
                    <a:pt x="36" y="76"/>
                  </a:cubicBezTo>
                  <a:cubicBezTo>
                    <a:pt x="37" y="76"/>
                    <a:pt x="37" y="76"/>
                    <a:pt x="37" y="76"/>
                  </a:cubicBezTo>
                  <a:cubicBezTo>
                    <a:pt x="40" y="48"/>
                    <a:pt x="48" y="39"/>
                    <a:pt x="76" y="37"/>
                  </a:cubicBezTo>
                  <a:cubicBezTo>
                    <a:pt x="76" y="36"/>
                    <a:pt x="76" y="36"/>
                    <a:pt x="76" y="36"/>
                  </a:cubicBezTo>
                  <a:cubicBezTo>
                    <a:pt x="48" y="33"/>
                    <a:pt x="40" y="28"/>
                    <a:pt x="37" y="0"/>
                  </a:cubicBezTo>
                  <a:cubicBezTo>
                    <a:pt x="36" y="0"/>
                    <a:pt x="36" y="0"/>
                    <a:pt x="36" y="0"/>
                  </a:cubicBezTo>
                  <a:cubicBezTo>
                    <a:pt x="34" y="28"/>
                    <a:pt x="24" y="33"/>
                    <a:pt x="0" y="36"/>
                  </a:cubicBezTo>
                  <a:lnTo>
                    <a:pt x="0"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90"/>
            <p:cNvSpPr>
              <a:spLocks/>
            </p:cNvSpPr>
            <p:nvPr/>
          </p:nvSpPr>
          <p:spPr bwMode="auto">
            <a:xfrm>
              <a:off x="11596688" y="1455738"/>
              <a:ext cx="160338" cy="166688"/>
            </a:xfrm>
            <a:custGeom>
              <a:avLst/>
              <a:gdLst>
                <a:gd name="T0" fmla="*/ 50 w 100"/>
                <a:gd name="T1" fmla="*/ 104 h 104"/>
                <a:gd name="T2" fmla="*/ 51 w 100"/>
                <a:gd name="T3" fmla="*/ 104 h 104"/>
                <a:gd name="T4" fmla="*/ 100 w 100"/>
                <a:gd name="T5" fmla="*/ 52 h 104"/>
                <a:gd name="T6" fmla="*/ 100 w 100"/>
                <a:gd name="T7" fmla="*/ 51 h 104"/>
                <a:gd name="T8" fmla="*/ 51 w 100"/>
                <a:gd name="T9" fmla="*/ 0 h 104"/>
                <a:gd name="T10" fmla="*/ 50 w 100"/>
                <a:gd name="T11" fmla="*/ 0 h 104"/>
                <a:gd name="T12" fmla="*/ 0 w 100"/>
                <a:gd name="T13" fmla="*/ 51 h 104"/>
                <a:gd name="T14" fmla="*/ 0 w 100"/>
                <a:gd name="T15" fmla="*/ 52 h 104"/>
                <a:gd name="T16" fmla="*/ 50 w 100"/>
                <a:gd name="T17"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104">
                  <a:moveTo>
                    <a:pt x="50" y="104"/>
                  </a:moveTo>
                  <a:cubicBezTo>
                    <a:pt x="51" y="104"/>
                    <a:pt x="51" y="104"/>
                    <a:pt x="51" y="104"/>
                  </a:cubicBezTo>
                  <a:cubicBezTo>
                    <a:pt x="54" y="68"/>
                    <a:pt x="64" y="56"/>
                    <a:pt x="100" y="52"/>
                  </a:cubicBezTo>
                  <a:cubicBezTo>
                    <a:pt x="100" y="51"/>
                    <a:pt x="100" y="51"/>
                    <a:pt x="100" y="51"/>
                  </a:cubicBezTo>
                  <a:cubicBezTo>
                    <a:pt x="64" y="48"/>
                    <a:pt x="54" y="40"/>
                    <a:pt x="51" y="0"/>
                  </a:cubicBezTo>
                  <a:cubicBezTo>
                    <a:pt x="50" y="0"/>
                    <a:pt x="50" y="0"/>
                    <a:pt x="50" y="0"/>
                  </a:cubicBezTo>
                  <a:cubicBezTo>
                    <a:pt x="47" y="40"/>
                    <a:pt x="36" y="48"/>
                    <a:pt x="0" y="51"/>
                  </a:cubicBezTo>
                  <a:cubicBezTo>
                    <a:pt x="0" y="52"/>
                    <a:pt x="0" y="52"/>
                    <a:pt x="0" y="52"/>
                  </a:cubicBezTo>
                  <a:cubicBezTo>
                    <a:pt x="36" y="56"/>
                    <a:pt x="47" y="68"/>
                    <a:pt x="50" y="1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5" name="组合 94"/>
          <p:cNvGrpSpPr/>
          <p:nvPr/>
        </p:nvGrpSpPr>
        <p:grpSpPr>
          <a:xfrm>
            <a:off x="8440738" y="4910138"/>
            <a:ext cx="1828800" cy="1581150"/>
            <a:chOff x="8440738" y="4910138"/>
            <a:chExt cx="1828800" cy="1581150"/>
          </a:xfrm>
          <a:solidFill>
            <a:schemeClr val="tx1">
              <a:lumMod val="65000"/>
              <a:lumOff val="35000"/>
            </a:schemeClr>
          </a:solidFill>
        </p:grpSpPr>
        <p:sp>
          <p:nvSpPr>
            <p:cNvPr id="96" name="Freeform 91"/>
            <p:cNvSpPr>
              <a:spLocks noEditPoints="1"/>
            </p:cNvSpPr>
            <p:nvPr/>
          </p:nvSpPr>
          <p:spPr bwMode="auto">
            <a:xfrm>
              <a:off x="8947150" y="5713413"/>
              <a:ext cx="1214438" cy="722313"/>
            </a:xfrm>
            <a:custGeom>
              <a:avLst/>
              <a:gdLst>
                <a:gd name="T0" fmla="*/ 0 w 761"/>
                <a:gd name="T1" fmla="*/ 452 h 452"/>
                <a:gd name="T2" fmla="*/ 761 w 761"/>
                <a:gd name="T3" fmla="*/ 452 h 452"/>
                <a:gd name="T4" fmla="*/ 761 w 761"/>
                <a:gd name="T5" fmla="*/ 0 h 452"/>
                <a:gd name="T6" fmla="*/ 1 w 761"/>
                <a:gd name="T7" fmla="*/ 0 h 452"/>
                <a:gd name="T8" fmla="*/ 1 w 761"/>
                <a:gd name="T9" fmla="*/ 437 h 452"/>
                <a:gd name="T10" fmla="*/ 0 w 761"/>
                <a:gd name="T11" fmla="*/ 452 h 452"/>
                <a:gd name="T12" fmla="*/ 389 w 761"/>
                <a:gd name="T13" fmla="*/ 32 h 452"/>
                <a:gd name="T14" fmla="*/ 729 w 761"/>
                <a:gd name="T15" fmla="*/ 32 h 452"/>
                <a:gd name="T16" fmla="*/ 729 w 761"/>
                <a:gd name="T17" fmla="*/ 416 h 452"/>
                <a:gd name="T18" fmla="*/ 389 w 761"/>
                <a:gd name="T19" fmla="*/ 416 h 452"/>
                <a:gd name="T20" fmla="*/ 389 w 761"/>
                <a:gd name="T21" fmla="*/ 32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1" h="452">
                  <a:moveTo>
                    <a:pt x="0" y="452"/>
                  </a:moveTo>
                  <a:cubicBezTo>
                    <a:pt x="761" y="452"/>
                    <a:pt x="761" y="452"/>
                    <a:pt x="761" y="452"/>
                  </a:cubicBezTo>
                  <a:cubicBezTo>
                    <a:pt x="761" y="0"/>
                    <a:pt x="761" y="0"/>
                    <a:pt x="761" y="0"/>
                  </a:cubicBezTo>
                  <a:cubicBezTo>
                    <a:pt x="1" y="0"/>
                    <a:pt x="1" y="0"/>
                    <a:pt x="1" y="0"/>
                  </a:cubicBezTo>
                  <a:cubicBezTo>
                    <a:pt x="1" y="437"/>
                    <a:pt x="1" y="437"/>
                    <a:pt x="1" y="437"/>
                  </a:cubicBezTo>
                  <a:cubicBezTo>
                    <a:pt x="1" y="443"/>
                    <a:pt x="2" y="448"/>
                    <a:pt x="0" y="452"/>
                  </a:cubicBezTo>
                  <a:close/>
                  <a:moveTo>
                    <a:pt x="389" y="32"/>
                  </a:moveTo>
                  <a:cubicBezTo>
                    <a:pt x="729" y="32"/>
                    <a:pt x="729" y="32"/>
                    <a:pt x="729" y="32"/>
                  </a:cubicBezTo>
                  <a:cubicBezTo>
                    <a:pt x="729" y="416"/>
                    <a:pt x="729" y="416"/>
                    <a:pt x="729" y="416"/>
                  </a:cubicBezTo>
                  <a:cubicBezTo>
                    <a:pt x="389" y="416"/>
                    <a:pt x="389" y="416"/>
                    <a:pt x="389" y="416"/>
                  </a:cubicBezTo>
                  <a:lnTo>
                    <a:pt x="389"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92"/>
            <p:cNvSpPr>
              <a:spLocks noEditPoints="1"/>
            </p:cNvSpPr>
            <p:nvPr/>
          </p:nvSpPr>
          <p:spPr bwMode="auto">
            <a:xfrm>
              <a:off x="9848850" y="5294313"/>
              <a:ext cx="155575" cy="120650"/>
            </a:xfrm>
            <a:custGeom>
              <a:avLst/>
              <a:gdLst>
                <a:gd name="T0" fmla="*/ 42 w 98"/>
                <a:gd name="T1" fmla="*/ 76 h 76"/>
                <a:gd name="T2" fmla="*/ 86 w 98"/>
                <a:gd name="T3" fmla="*/ 52 h 76"/>
                <a:gd name="T4" fmla="*/ 98 w 98"/>
                <a:gd name="T5" fmla="*/ 53 h 76"/>
                <a:gd name="T6" fmla="*/ 98 w 98"/>
                <a:gd name="T7" fmla="*/ 49 h 76"/>
                <a:gd name="T8" fmla="*/ 49 w 98"/>
                <a:gd name="T9" fmla="*/ 0 h 76"/>
                <a:gd name="T10" fmla="*/ 0 w 98"/>
                <a:gd name="T11" fmla="*/ 49 h 76"/>
                <a:gd name="T12" fmla="*/ 0 w 98"/>
                <a:gd name="T13" fmla="*/ 50 h 76"/>
                <a:gd name="T14" fmla="*/ 42 w 98"/>
                <a:gd name="T15" fmla="*/ 76 h 76"/>
                <a:gd name="T16" fmla="*/ 68 w 98"/>
                <a:gd name="T17" fmla="*/ 14 h 76"/>
                <a:gd name="T18" fmla="*/ 72 w 98"/>
                <a:gd name="T19" fmla="*/ 18 h 76"/>
                <a:gd name="T20" fmla="*/ 68 w 98"/>
                <a:gd name="T21" fmla="*/ 22 h 76"/>
                <a:gd name="T22" fmla="*/ 64 w 98"/>
                <a:gd name="T23" fmla="*/ 18 h 76"/>
                <a:gd name="T24" fmla="*/ 68 w 98"/>
                <a:gd name="T25" fmla="*/ 14 h 76"/>
                <a:gd name="T26" fmla="*/ 62 w 98"/>
                <a:gd name="T27" fmla="*/ 24 h 76"/>
                <a:gd name="T28" fmla="*/ 58 w 98"/>
                <a:gd name="T29" fmla="*/ 28 h 76"/>
                <a:gd name="T30" fmla="*/ 54 w 98"/>
                <a:gd name="T31" fmla="*/ 24 h 76"/>
                <a:gd name="T32" fmla="*/ 58 w 98"/>
                <a:gd name="T33" fmla="*/ 20 h 76"/>
                <a:gd name="T34" fmla="*/ 62 w 98"/>
                <a:gd name="T35" fmla="*/ 24 h 76"/>
                <a:gd name="T36" fmla="*/ 49 w 98"/>
                <a:gd name="T37" fmla="*/ 6 h 76"/>
                <a:gd name="T38" fmla="*/ 58 w 98"/>
                <a:gd name="T39" fmla="*/ 12 h 76"/>
                <a:gd name="T40" fmla="*/ 49 w 98"/>
                <a:gd name="T41" fmla="*/ 18 h 76"/>
                <a:gd name="T42" fmla="*/ 40 w 98"/>
                <a:gd name="T43" fmla="*/ 12 h 76"/>
                <a:gd name="T44" fmla="*/ 49 w 98"/>
                <a:gd name="T45" fmla="*/ 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8" h="76">
                  <a:moveTo>
                    <a:pt x="42" y="76"/>
                  </a:moveTo>
                  <a:cubicBezTo>
                    <a:pt x="52" y="61"/>
                    <a:pt x="68" y="52"/>
                    <a:pt x="86" y="52"/>
                  </a:cubicBezTo>
                  <a:cubicBezTo>
                    <a:pt x="90" y="52"/>
                    <a:pt x="94" y="52"/>
                    <a:pt x="98" y="53"/>
                  </a:cubicBezTo>
                  <a:cubicBezTo>
                    <a:pt x="98" y="52"/>
                    <a:pt x="98" y="50"/>
                    <a:pt x="98" y="49"/>
                  </a:cubicBezTo>
                  <a:cubicBezTo>
                    <a:pt x="98" y="22"/>
                    <a:pt x="76" y="0"/>
                    <a:pt x="49" y="0"/>
                  </a:cubicBezTo>
                  <a:cubicBezTo>
                    <a:pt x="22" y="0"/>
                    <a:pt x="0" y="22"/>
                    <a:pt x="0" y="49"/>
                  </a:cubicBezTo>
                  <a:cubicBezTo>
                    <a:pt x="0" y="49"/>
                    <a:pt x="0" y="50"/>
                    <a:pt x="0" y="50"/>
                  </a:cubicBezTo>
                  <a:cubicBezTo>
                    <a:pt x="18" y="51"/>
                    <a:pt x="34" y="61"/>
                    <a:pt x="42" y="76"/>
                  </a:cubicBezTo>
                  <a:close/>
                  <a:moveTo>
                    <a:pt x="68" y="14"/>
                  </a:moveTo>
                  <a:cubicBezTo>
                    <a:pt x="70" y="14"/>
                    <a:pt x="72" y="15"/>
                    <a:pt x="72" y="18"/>
                  </a:cubicBezTo>
                  <a:cubicBezTo>
                    <a:pt x="72" y="20"/>
                    <a:pt x="70" y="22"/>
                    <a:pt x="68" y="22"/>
                  </a:cubicBezTo>
                  <a:cubicBezTo>
                    <a:pt x="66" y="22"/>
                    <a:pt x="64" y="20"/>
                    <a:pt x="64" y="18"/>
                  </a:cubicBezTo>
                  <a:cubicBezTo>
                    <a:pt x="64" y="15"/>
                    <a:pt x="66" y="14"/>
                    <a:pt x="68" y="14"/>
                  </a:cubicBezTo>
                  <a:close/>
                  <a:moveTo>
                    <a:pt x="62" y="24"/>
                  </a:moveTo>
                  <a:cubicBezTo>
                    <a:pt x="62" y="26"/>
                    <a:pt x="60" y="28"/>
                    <a:pt x="58" y="28"/>
                  </a:cubicBezTo>
                  <a:cubicBezTo>
                    <a:pt x="55" y="28"/>
                    <a:pt x="54" y="26"/>
                    <a:pt x="54" y="24"/>
                  </a:cubicBezTo>
                  <a:cubicBezTo>
                    <a:pt x="54" y="22"/>
                    <a:pt x="55" y="20"/>
                    <a:pt x="58" y="20"/>
                  </a:cubicBezTo>
                  <a:cubicBezTo>
                    <a:pt x="60" y="20"/>
                    <a:pt x="62" y="22"/>
                    <a:pt x="62" y="24"/>
                  </a:cubicBezTo>
                  <a:close/>
                  <a:moveTo>
                    <a:pt x="49" y="6"/>
                  </a:moveTo>
                  <a:cubicBezTo>
                    <a:pt x="54" y="6"/>
                    <a:pt x="58" y="9"/>
                    <a:pt x="58" y="12"/>
                  </a:cubicBezTo>
                  <a:cubicBezTo>
                    <a:pt x="58" y="15"/>
                    <a:pt x="54" y="18"/>
                    <a:pt x="49" y="18"/>
                  </a:cubicBezTo>
                  <a:cubicBezTo>
                    <a:pt x="44" y="18"/>
                    <a:pt x="40" y="15"/>
                    <a:pt x="40" y="12"/>
                  </a:cubicBezTo>
                  <a:cubicBezTo>
                    <a:pt x="40" y="9"/>
                    <a:pt x="44" y="6"/>
                    <a:pt x="4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93"/>
            <p:cNvSpPr>
              <a:spLocks noEditPoints="1"/>
            </p:cNvSpPr>
            <p:nvPr/>
          </p:nvSpPr>
          <p:spPr bwMode="auto">
            <a:xfrm>
              <a:off x="9755188" y="5383213"/>
              <a:ext cx="304800" cy="95250"/>
            </a:xfrm>
            <a:custGeom>
              <a:avLst/>
              <a:gdLst>
                <a:gd name="T0" fmla="*/ 191 w 191"/>
                <a:gd name="T1" fmla="*/ 59 h 59"/>
                <a:gd name="T2" fmla="*/ 191 w 191"/>
                <a:gd name="T3" fmla="*/ 55 h 59"/>
                <a:gd name="T4" fmla="*/ 142 w 191"/>
                <a:gd name="T5" fmla="*/ 6 h 59"/>
                <a:gd name="T6" fmla="*/ 93 w 191"/>
                <a:gd name="T7" fmla="*/ 55 h 59"/>
                <a:gd name="T8" fmla="*/ 92 w 191"/>
                <a:gd name="T9" fmla="*/ 48 h 59"/>
                <a:gd name="T10" fmla="*/ 95 w 191"/>
                <a:gd name="T11" fmla="*/ 31 h 59"/>
                <a:gd name="T12" fmla="*/ 49 w 191"/>
                <a:gd name="T13" fmla="*/ 0 h 59"/>
                <a:gd name="T14" fmla="*/ 16 w 191"/>
                <a:gd name="T15" fmla="*/ 13 h 59"/>
                <a:gd name="T16" fmla="*/ 0 w 191"/>
                <a:gd name="T17" fmla="*/ 49 h 59"/>
                <a:gd name="T18" fmla="*/ 1 w 191"/>
                <a:gd name="T19" fmla="*/ 59 h 59"/>
                <a:gd name="T20" fmla="*/ 191 w 191"/>
                <a:gd name="T21" fmla="*/ 59 h 59"/>
                <a:gd name="T22" fmla="*/ 161 w 191"/>
                <a:gd name="T23" fmla="*/ 20 h 59"/>
                <a:gd name="T24" fmla="*/ 165 w 191"/>
                <a:gd name="T25" fmla="*/ 24 h 59"/>
                <a:gd name="T26" fmla="*/ 161 w 191"/>
                <a:gd name="T27" fmla="*/ 28 h 59"/>
                <a:gd name="T28" fmla="*/ 157 w 191"/>
                <a:gd name="T29" fmla="*/ 24 h 59"/>
                <a:gd name="T30" fmla="*/ 161 w 191"/>
                <a:gd name="T31" fmla="*/ 20 h 59"/>
                <a:gd name="T32" fmla="*/ 150 w 191"/>
                <a:gd name="T33" fmla="*/ 35 h 59"/>
                <a:gd name="T34" fmla="*/ 146 w 191"/>
                <a:gd name="T35" fmla="*/ 31 h 59"/>
                <a:gd name="T36" fmla="*/ 150 w 191"/>
                <a:gd name="T37" fmla="*/ 27 h 59"/>
                <a:gd name="T38" fmla="*/ 154 w 191"/>
                <a:gd name="T39" fmla="*/ 31 h 59"/>
                <a:gd name="T40" fmla="*/ 150 w 191"/>
                <a:gd name="T41" fmla="*/ 35 h 59"/>
                <a:gd name="T42" fmla="*/ 142 w 191"/>
                <a:gd name="T43" fmla="*/ 13 h 59"/>
                <a:gd name="T44" fmla="*/ 151 w 191"/>
                <a:gd name="T45" fmla="*/ 19 h 59"/>
                <a:gd name="T46" fmla="*/ 142 w 191"/>
                <a:gd name="T47" fmla="*/ 24 h 59"/>
                <a:gd name="T48" fmla="*/ 133 w 191"/>
                <a:gd name="T49" fmla="*/ 19 h 59"/>
                <a:gd name="T50" fmla="*/ 142 w 191"/>
                <a:gd name="T51" fmla="*/ 13 h 59"/>
                <a:gd name="T52" fmla="*/ 58 w 191"/>
                <a:gd name="T53" fmla="*/ 28 h 59"/>
                <a:gd name="T54" fmla="*/ 54 w 191"/>
                <a:gd name="T55" fmla="*/ 24 h 59"/>
                <a:gd name="T56" fmla="*/ 58 w 191"/>
                <a:gd name="T57" fmla="*/ 20 h 59"/>
                <a:gd name="T58" fmla="*/ 62 w 191"/>
                <a:gd name="T59" fmla="*/ 24 h 59"/>
                <a:gd name="T60" fmla="*/ 58 w 191"/>
                <a:gd name="T61" fmla="*/ 28 h 59"/>
                <a:gd name="T62" fmla="*/ 68 w 191"/>
                <a:gd name="T63" fmla="*/ 14 h 59"/>
                <a:gd name="T64" fmla="*/ 72 w 191"/>
                <a:gd name="T65" fmla="*/ 18 h 59"/>
                <a:gd name="T66" fmla="*/ 68 w 191"/>
                <a:gd name="T67" fmla="*/ 22 h 59"/>
                <a:gd name="T68" fmla="*/ 64 w 191"/>
                <a:gd name="T69" fmla="*/ 18 h 59"/>
                <a:gd name="T70" fmla="*/ 68 w 191"/>
                <a:gd name="T71" fmla="*/ 14 h 59"/>
                <a:gd name="T72" fmla="*/ 49 w 191"/>
                <a:gd name="T73" fmla="*/ 6 h 59"/>
                <a:gd name="T74" fmla="*/ 58 w 191"/>
                <a:gd name="T75" fmla="*/ 12 h 59"/>
                <a:gd name="T76" fmla="*/ 49 w 191"/>
                <a:gd name="T77" fmla="*/ 18 h 59"/>
                <a:gd name="T78" fmla="*/ 40 w 191"/>
                <a:gd name="T79" fmla="*/ 12 h 59"/>
                <a:gd name="T80" fmla="*/ 49 w 191"/>
                <a:gd name="T81" fmla="*/ 6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91" h="59">
                  <a:moveTo>
                    <a:pt x="191" y="59"/>
                  </a:moveTo>
                  <a:cubicBezTo>
                    <a:pt x="191" y="59"/>
                    <a:pt x="191" y="57"/>
                    <a:pt x="191" y="55"/>
                  </a:cubicBezTo>
                  <a:cubicBezTo>
                    <a:pt x="191" y="28"/>
                    <a:pt x="169" y="6"/>
                    <a:pt x="142" y="6"/>
                  </a:cubicBezTo>
                  <a:cubicBezTo>
                    <a:pt x="115" y="6"/>
                    <a:pt x="93" y="28"/>
                    <a:pt x="93" y="55"/>
                  </a:cubicBezTo>
                  <a:cubicBezTo>
                    <a:pt x="93" y="52"/>
                    <a:pt x="92" y="50"/>
                    <a:pt x="92" y="48"/>
                  </a:cubicBezTo>
                  <a:cubicBezTo>
                    <a:pt x="92" y="42"/>
                    <a:pt x="93" y="37"/>
                    <a:pt x="95" y="31"/>
                  </a:cubicBezTo>
                  <a:cubicBezTo>
                    <a:pt x="88" y="13"/>
                    <a:pt x="70" y="0"/>
                    <a:pt x="49" y="0"/>
                  </a:cubicBezTo>
                  <a:cubicBezTo>
                    <a:pt x="36" y="0"/>
                    <a:pt x="24" y="5"/>
                    <a:pt x="16" y="13"/>
                  </a:cubicBezTo>
                  <a:cubicBezTo>
                    <a:pt x="6" y="22"/>
                    <a:pt x="0" y="35"/>
                    <a:pt x="0" y="49"/>
                  </a:cubicBezTo>
                  <a:cubicBezTo>
                    <a:pt x="0" y="52"/>
                    <a:pt x="1" y="55"/>
                    <a:pt x="1" y="59"/>
                  </a:cubicBezTo>
                  <a:lnTo>
                    <a:pt x="191" y="59"/>
                  </a:lnTo>
                  <a:close/>
                  <a:moveTo>
                    <a:pt x="161" y="20"/>
                  </a:moveTo>
                  <a:cubicBezTo>
                    <a:pt x="163" y="20"/>
                    <a:pt x="165" y="22"/>
                    <a:pt x="165" y="24"/>
                  </a:cubicBezTo>
                  <a:cubicBezTo>
                    <a:pt x="165" y="26"/>
                    <a:pt x="163" y="28"/>
                    <a:pt x="161" y="28"/>
                  </a:cubicBezTo>
                  <a:cubicBezTo>
                    <a:pt x="159" y="28"/>
                    <a:pt x="157" y="26"/>
                    <a:pt x="157" y="24"/>
                  </a:cubicBezTo>
                  <a:cubicBezTo>
                    <a:pt x="157" y="22"/>
                    <a:pt x="159" y="20"/>
                    <a:pt x="161" y="20"/>
                  </a:cubicBezTo>
                  <a:close/>
                  <a:moveTo>
                    <a:pt x="150" y="35"/>
                  </a:moveTo>
                  <a:cubicBezTo>
                    <a:pt x="148" y="35"/>
                    <a:pt x="146" y="33"/>
                    <a:pt x="146" y="31"/>
                  </a:cubicBezTo>
                  <a:cubicBezTo>
                    <a:pt x="146" y="29"/>
                    <a:pt x="148" y="27"/>
                    <a:pt x="150" y="27"/>
                  </a:cubicBezTo>
                  <a:cubicBezTo>
                    <a:pt x="152" y="27"/>
                    <a:pt x="154" y="29"/>
                    <a:pt x="154" y="31"/>
                  </a:cubicBezTo>
                  <a:cubicBezTo>
                    <a:pt x="154" y="33"/>
                    <a:pt x="152" y="35"/>
                    <a:pt x="150" y="35"/>
                  </a:cubicBezTo>
                  <a:close/>
                  <a:moveTo>
                    <a:pt x="142" y="13"/>
                  </a:moveTo>
                  <a:cubicBezTo>
                    <a:pt x="147" y="13"/>
                    <a:pt x="151" y="15"/>
                    <a:pt x="151" y="19"/>
                  </a:cubicBezTo>
                  <a:cubicBezTo>
                    <a:pt x="151" y="22"/>
                    <a:pt x="147" y="24"/>
                    <a:pt x="142" y="24"/>
                  </a:cubicBezTo>
                  <a:cubicBezTo>
                    <a:pt x="137" y="24"/>
                    <a:pt x="133" y="22"/>
                    <a:pt x="133" y="19"/>
                  </a:cubicBezTo>
                  <a:cubicBezTo>
                    <a:pt x="133" y="15"/>
                    <a:pt x="137" y="13"/>
                    <a:pt x="142" y="13"/>
                  </a:cubicBezTo>
                  <a:close/>
                  <a:moveTo>
                    <a:pt x="58" y="28"/>
                  </a:moveTo>
                  <a:cubicBezTo>
                    <a:pt x="55" y="28"/>
                    <a:pt x="54" y="26"/>
                    <a:pt x="54" y="24"/>
                  </a:cubicBezTo>
                  <a:cubicBezTo>
                    <a:pt x="54" y="22"/>
                    <a:pt x="55" y="20"/>
                    <a:pt x="58" y="20"/>
                  </a:cubicBezTo>
                  <a:cubicBezTo>
                    <a:pt x="60" y="20"/>
                    <a:pt x="62" y="22"/>
                    <a:pt x="62" y="24"/>
                  </a:cubicBezTo>
                  <a:cubicBezTo>
                    <a:pt x="62" y="26"/>
                    <a:pt x="60" y="28"/>
                    <a:pt x="58" y="28"/>
                  </a:cubicBezTo>
                  <a:close/>
                  <a:moveTo>
                    <a:pt x="68" y="14"/>
                  </a:moveTo>
                  <a:cubicBezTo>
                    <a:pt x="70" y="14"/>
                    <a:pt x="72" y="15"/>
                    <a:pt x="72" y="18"/>
                  </a:cubicBezTo>
                  <a:cubicBezTo>
                    <a:pt x="72" y="20"/>
                    <a:pt x="70" y="22"/>
                    <a:pt x="68" y="22"/>
                  </a:cubicBezTo>
                  <a:cubicBezTo>
                    <a:pt x="66" y="22"/>
                    <a:pt x="64" y="20"/>
                    <a:pt x="64" y="18"/>
                  </a:cubicBezTo>
                  <a:cubicBezTo>
                    <a:pt x="64" y="15"/>
                    <a:pt x="66" y="14"/>
                    <a:pt x="68" y="14"/>
                  </a:cubicBezTo>
                  <a:close/>
                  <a:moveTo>
                    <a:pt x="49" y="6"/>
                  </a:moveTo>
                  <a:cubicBezTo>
                    <a:pt x="54" y="6"/>
                    <a:pt x="58" y="9"/>
                    <a:pt x="58" y="12"/>
                  </a:cubicBezTo>
                  <a:cubicBezTo>
                    <a:pt x="58" y="15"/>
                    <a:pt x="54" y="18"/>
                    <a:pt x="49" y="18"/>
                  </a:cubicBezTo>
                  <a:cubicBezTo>
                    <a:pt x="44" y="18"/>
                    <a:pt x="40" y="15"/>
                    <a:pt x="40" y="12"/>
                  </a:cubicBezTo>
                  <a:cubicBezTo>
                    <a:pt x="40" y="9"/>
                    <a:pt x="44" y="6"/>
                    <a:pt x="4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94"/>
            <p:cNvSpPr>
              <a:spLocks/>
            </p:cNvSpPr>
            <p:nvPr/>
          </p:nvSpPr>
          <p:spPr bwMode="auto">
            <a:xfrm>
              <a:off x="9704388" y="5491163"/>
              <a:ext cx="395288" cy="103188"/>
            </a:xfrm>
            <a:custGeom>
              <a:avLst/>
              <a:gdLst>
                <a:gd name="T0" fmla="*/ 124 w 248"/>
                <a:gd name="T1" fmla="*/ 65 h 65"/>
                <a:gd name="T2" fmla="*/ 248 w 248"/>
                <a:gd name="T3" fmla="*/ 0 h 65"/>
                <a:gd name="T4" fmla="*/ 0 w 248"/>
                <a:gd name="T5" fmla="*/ 0 h 65"/>
                <a:gd name="T6" fmla="*/ 124 w 248"/>
                <a:gd name="T7" fmla="*/ 65 h 65"/>
              </a:gdLst>
              <a:ahLst/>
              <a:cxnLst>
                <a:cxn ang="0">
                  <a:pos x="T0" y="T1"/>
                </a:cxn>
                <a:cxn ang="0">
                  <a:pos x="T2" y="T3"/>
                </a:cxn>
                <a:cxn ang="0">
                  <a:pos x="T4" y="T5"/>
                </a:cxn>
                <a:cxn ang="0">
                  <a:pos x="T6" y="T7"/>
                </a:cxn>
              </a:cxnLst>
              <a:rect l="0" t="0" r="r" b="b"/>
              <a:pathLst>
                <a:path w="248" h="65">
                  <a:moveTo>
                    <a:pt x="124" y="65"/>
                  </a:moveTo>
                  <a:cubicBezTo>
                    <a:pt x="193" y="65"/>
                    <a:pt x="248" y="36"/>
                    <a:pt x="248" y="0"/>
                  </a:cubicBezTo>
                  <a:cubicBezTo>
                    <a:pt x="0" y="0"/>
                    <a:pt x="0" y="0"/>
                    <a:pt x="0" y="0"/>
                  </a:cubicBezTo>
                  <a:cubicBezTo>
                    <a:pt x="0" y="36"/>
                    <a:pt x="56" y="65"/>
                    <a:pt x="124"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95"/>
            <p:cNvSpPr>
              <a:spLocks/>
            </p:cNvSpPr>
            <p:nvPr/>
          </p:nvSpPr>
          <p:spPr bwMode="auto">
            <a:xfrm>
              <a:off x="8948738" y="5226050"/>
              <a:ext cx="1320800" cy="461963"/>
            </a:xfrm>
            <a:custGeom>
              <a:avLst/>
              <a:gdLst>
                <a:gd name="T0" fmla="*/ 368 w 828"/>
                <a:gd name="T1" fmla="*/ 202 h 290"/>
                <a:gd name="T2" fmla="*/ 388 w 828"/>
                <a:gd name="T3" fmla="*/ 202 h 290"/>
                <a:gd name="T4" fmla="*/ 388 w 828"/>
                <a:gd name="T5" fmla="*/ 226 h 290"/>
                <a:gd name="T6" fmla="*/ 408 w 828"/>
                <a:gd name="T7" fmla="*/ 226 h 290"/>
                <a:gd name="T8" fmla="*/ 408 w 828"/>
                <a:gd name="T9" fmla="*/ 158 h 290"/>
                <a:gd name="T10" fmla="*/ 388 w 828"/>
                <a:gd name="T11" fmla="*/ 158 h 290"/>
                <a:gd name="T12" fmla="*/ 388 w 828"/>
                <a:gd name="T13" fmla="*/ 182 h 290"/>
                <a:gd name="T14" fmla="*/ 368 w 828"/>
                <a:gd name="T15" fmla="*/ 182 h 290"/>
                <a:gd name="T16" fmla="*/ 368 w 828"/>
                <a:gd name="T17" fmla="*/ 63 h 290"/>
                <a:gd name="T18" fmla="*/ 306 w 828"/>
                <a:gd name="T19" fmla="*/ 0 h 290"/>
                <a:gd name="T20" fmla="*/ 244 w 828"/>
                <a:gd name="T21" fmla="*/ 63 h 290"/>
                <a:gd name="T22" fmla="*/ 244 w 828"/>
                <a:gd name="T23" fmla="*/ 114 h 290"/>
                <a:gd name="T24" fmla="*/ 264 w 828"/>
                <a:gd name="T25" fmla="*/ 114 h 290"/>
                <a:gd name="T26" fmla="*/ 264 w 828"/>
                <a:gd name="T27" fmla="*/ 63 h 290"/>
                <a:gd name="T28" fmla="*/ 306 w 828"/>
                <a:gd name="T29" fmla="*/ 20 h 290"/>
                <a:gd name="T30" fmla="*/ 348 w 828"/>
                <a:gd name="T31" fmla="*/ 63 h 290"/>
                <a:gd name="T32" fmla="*/ 348 w 828"/>
                <a:gd name="T33" fmla="*/ 250 h 290"/>
                <a:gd name="T34" fmla="*/ 0 w 828"/>
                <a:gd name="T35" fmla="*/ 250 h 290"/>
                <a:gd name="T36" fmla="*/ 0 w 828"/>
                <a:gd name="T37" fmla="*/ 290 h 290"/>
                <a:gd name="T38" fmla="*/ 828 w 828"/>
                <a:gd name="T39" fmla="*/ 290 h 290"/>
                <a:gd name="T40" fmla="*/ 828 w 828"/>
                <a:gd name="T41" fmla="*/ 250 h 290"/>
                <a:gd name="T42" fmla="*/ 368 w 828"/>
                <a:gd name="T43" fmla="*/ 250 h 290"/>
                <a:gd name="T44" fmla="*/ 368 w 828"/>
                <a:gd name="T45" fmla="*/ 202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28" h="290">
                  <a:moveTo>
                    <a:pt x="368" y="202"/>
                  </a:moveTo>
                  <a:cubicBezTo>
                    <a:pt x="388" y="202"/>
                    <a:pt x="388" y="202"/>
                    <a:pt x="388" y="202"/>
                  </a:cubicBezTo>
                  <a:cubicBezTo>
                    <a:pt x="388" y="226"/>
                    <a:pt x="388" y="226"/>
                    <a:pt x="388" y="226"/>
                  </a:cubicBezTo>
                  <a:cubicBezTo>
                    <a:pt x="408" y="226"/>
                    <a:pt x="408" y="226"/>
                    <a:pt x="408" y="226"/>
                  </a:cubicBezTo>
                  <a:cubicBezTo>
                    <a:pt x="408" y="158"/>
                    <a:pt x="408" y="158"/>
                    <a:pt x="408" y="158"/>
                  </a:cubicBezTo>
                  <a:cubicBezTo>
                    <a:pt x="388" y="158"/>
                    <a:pt x="388" y="158"/>
                    <a:pt x="388" y="158"/>
                  </a:cubicBezTo>
                  <a:cubicBezTo>
                    <a:pt x="388" y="182"/>
                    <a:pt x="388" y="182"/>
                    <a:pt x="388" y="182"/>
                  </a:cubicBezTo>
                  <a:cubicBezTo>
                    <a:pt x="368" y="182"/>
                    <a:pt x="368" y="182"/>
                    <a:pt x="368" y="182"/>
                  </a:cubicBezTo>
                  <a:cubicBezTo>
                    <a:pt x="368" y="63"/>
                    <a:pt x="368" y="63"/>
                    <a:pt x="368" y="63"/>
                  </a:cubicBezTo>
                  <a:cubicBezTo>
                    <a:pt x="368" y="28"/>
                    <a:pt x="340" y="0"/>
                    <a:pt x="306" y="0"/>
                  </a:cubicBezTo>
                  <a:cubicBezTo>
                    <a:pt x="272" y="0"/>
                    <a:pt x="244" y="28"/>
                    <a:pt x="244" y="63"/>
                  </a:cubicBezTo>
                  <a:cubicBezTo>
                    <a:pt x="244" y="114"/>
                    <a:pt x="244" y="114"/>
                    <a:pt x="244" y="114"/>
                  </a:cubicBezTo>
                  <a:cubicBezTo>
                    <a:pt x="264" y="114"/>
                    <a:pt x="264" y="114"/>
                    <a:pt x="264" y="114"/>
                  </a:cubicBezTo>
                  <a:cubicBezTo>
                    <a:pt x="264" y="63"/>
                    <a:pt x="264" y="63"/>
                    <a:pt x="264" y="63"/>
                  </a:cubicBezTo>
                  <a:cubicBezTo>
                    <a:pt x="264" y="39"/>
                    <a:pt x="283" y="20"/>
                    <a:pt x="306" y="20"/>
                  </a:cubicBezTo>
                  <a:cubicBezTo>
                    <a:pt x="329" y="20"/>
                    <a:pt x="348" y="39"/>
                    <a:pt x="348" y="63"/>
                  </a:cubicBezTo>
                  <a:cubicBezTo>
                    <a:pt x="348" y="250"/>
                    <a:pt x="348" y="250"/>
                    <a:pt x="348" y="250"/>
                  </a:cubicBezTo>
                  <a:cubicBezTo>
                    <a:pt x="0" y="250"/>
                    <a:pt x="0" y="250"/>
                    <a:pt x="0" y="250"/>
                  </a:cubicBezTo>
                  <a:cubicBezTo>
                    <a:pt x="0" y="290"/>
                    <a:pt x="0" y="290"/>
                    <a:pt x="0" y="290"/>
                  </a:cubicBezTo>
                  <a:cubicBezTo>
                    <a:pt x="828" y="290"/>
                    <a:pt x="828" y="290"/>
                    <a:pt x="828" y="290"/>
                  </a:cubicBezTo>
                  <a:cubicBezTo>
                    <a:pt x="828" y="250"/>
                    <a:pt x="828" y="250"/>
                    <a:pt x="828" y="250"/>
                  </a:cubicBezTo>
                  <a:cubicBezTo>
                    <a:pt x="368" y="250"/>
                    <a:pt x="368" y="250"/>
                    <a:pt x="368" y="250"/>
                  </a:cubicBezTo>
                  <a:lnTo>
                    <a:pt x="368" y="2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96"/>
            <p:cNvSpPr>
              <a:spLocks noEditPoints="1"/>
            </p:cNvSpPr>
            <p:nvPr/>
          </p:nvSpPr>
          <p:spPr bwMode="auto">
            <a:xfrm>
              <a:off x="9586913" y="6186488"/>
              <a:ext cx="503238" cy="173038"/>
            </a:xfrm>
            <a:custGeom>
              <a:avLst/>
              <a:gdLst>
                <a:gd name="T0" fmla="*/ 0 w 317"/>
                <a:gd name="T1" fmla="*/ 0 h 109"/>
                <a:gd name="T2" fmla="*/ 0 w 317"/>
                <a:gd name="T3" fmla="*/ 109 h 109"/>
                <a:gd name="T4" fmla="*/ 317 w 317"/>
                <a:gd name="T5" fmla="*/ 109 h 109"/>
                <a:gd name="T6" fmla="*/ 317 w 317"/>
                <a:gd name="T7" fmla="*/ 0 h 109"/>
                <a:gd name="T8" fmla="*/ 0 w 317"/>
                <a:gd name="T9" fmla="*/ 0 h 109"/>
                <a:gd name="T10" fmla="*/ 189 w 317"/>
                <a:gd name="T11" fmla="*/ 32 h 109"/>
                <a:gd name="T12" fmla="*/ 124 w 317"/>
                <a:gd name="T13" fmla="*/ 32 h 109"/>
                <a:gd name="T14" fmla="*/ 124 w 317"/>
                <a:gd name="T15" fmla="*/ 20 h 109"/>
                <a:gd name="T16" fmla="*/ 189 w 317"/>
                <a:gd name="T17" fmla="*/ 20 h 109"/>
                <a:gd name="T18" fmla="*/ 189 w 317"/>
                <a:gd name="T19" fmla="*/ 32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7" h="109">
                  <a:moveTo>
                    <a:pt x="0" y="0"/>
                  </a:moveTo>
                  <a:lnTo>
                    <a:pt x="0" y="109"/>
                  </a:lnTo>
                  <a:lnTo>
                    <a:pt x="317" y="109"/>
                  </a:lnTo>
                  <a:lnTo>
                    <a:pt x="317" y="0"/>
                  </a:lnTo>
                  <a:lnTo>
                    <a:pt x="0" y="0"/>
                  </a:lnTo>
                  <a:close/>
                  <a:moveTo>
                    <a:pt x="189" y="32"/>
                  </a:moveTo>
                  <a:lnTo>
                    <a:pt x="124" y="32"/>
                  </a:lnTo>
                  <a:lnTo>
                    <a:pt x="124" y="20"/>
                  </a:lnTo>
                  <a:lnTo>
                    <a:pt x="189" y="20"/>
                  </a:lnTo>
                  <a:lnTo>
                    <a:pt x="189"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97"/>
            <p:cNvSpPr>
              <a:spLocks noEditPoints="1"/>
            </p:cNvSpPr>
            <p:nvPr/>
          </p:nvSpPr>
          <p:spPr bwMode="auto">
            <a:xfrm>
              <a:off x="9586913" y="5784850"/>
              <a:ext cx="503238" cy="184150"/>
            </a:xfrm>
            <a:custGeom>
              <a:avLst/>
              <a:gdLst>
                <a:gd name="T0" fmla="*/ 317 w 317"/>
                <a:gd name="T1" fmla="*/ 116 h 116"/>
                <a:gd name="T2" fmla="*/ 317 w 317"/>
                <a:gd name="T3" fmla="*/ 0 h 116"/>
                <a:gd name="T4" fmla="*/ 0 w 317"/>
                <a:gd name="T5" fmla="*/ 0 h 116"/>
                <a:gd name="T6" fmla="*/ 0 w 317"/>
                <a:gd name="T7" fmla="*/ 116 h 116"/>
                <a:gd name="T8" fmla="*/ 317 w 317"/>
                <a:gd name="T9" fmla="*/ 116 h 116"/>
                <a:gd name="T10" fmla="*/ 124 w 317"/>
                <a:gd name="T11" fmla="*/ 20 h 116"/>
                <a:gd name="T12" fmla="*/ 189 w 317"/>
                <a:gd name="T13" fmla="*/ 20 h 116"/>
                <a:gd name="T14" fmla="*/ 189 w 317"/>
                <a:gd name="T15" fmla="*/ 32 h 116"/>
                <a:gd name="T16" fmla="*/ 124 w 317"/>
                <a:gd name="T17" fmla="*/ 32 h 116"/>
                <a:gd name="T18" fmla="*/ 124 w 317"/>
                <a:gd name="T19" fmla="*/ 2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7" h="116">
                  <a:moveTo>
                    <a:pt x="317" y="116"/>
                  </a:moveTo>
                  <a:lnTo>
                    <a:pt x="317" y="0"/>
                  </a:lnTo>
                  <a:lnTo>
                    <a:pt x="0" y="0"/>
                  </a:lnTo>
                  <a:lnTo>
                    <a:pt x="0" y="116"/>
                  </a:lnTo>
                  <a:lnTo>
                    <a:pt x="317" y="116"/>
                  </a:lnTo>
                  <a:close/>
                  <a:moveTo>
                    <a:pt x="124" y="20"/>
                  </a:moveTo>
                  <a:lnTo>
                    <a:pt x="189" y="20"/>
                  </a:lnTo>
                  <a:lnTo>
                    <a:pt x="189" y="32"/>
                  </a:lnTo>
                  <a:lnTo>
                    <a:pt x="124" y="32"/>
                  </a:lnTo>
                  <a:lnTo>
                    <a:pt x="124"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98"/>
            <p:cNvSpPr>
              <a:spLocks noEditPoints="1"/>
            </p:cNvSpPr>
            <p:nvPr/>
          </p:nvSpPr>
          <p:spPr bwMode="auto">
            <a:xfrm>
              <a:off x="9586913" y="5988050"/>
              <a:ext cx="503238" cy="179388"/>
            </a:xfrm>
            <a:custGeom>
              <a:avLst/>
              <a:gdLst>
                <a:gd name="T0" fmla="*/ 317 w 317"/>
                <a:gd name="T1" fmla="*/ 113 h 113"/>
                <a:gd name="T2" fmla="*/ 317 w 317"/>
                <a:gd name="T3" fmla="*/ 0 h 113"/>
                <a:gd name="T4" fmla="*/ 0 w 317"/>
                <a:gd name="T5" fmla="*/ 0 h 113"/>
                <a:gd name="T6" fmla="*/ 0 w 317"/>
                <a:gd name="T7" fmla="*/ 113 h 113"/>
                <a:gd name="T8" fmla="*/ 317 w 317"/>
                <a:gd name="T9" fmla="*/ 113 h 113"/>
                <a:gd name="T10" fmla="*/ 189 w 317"/>
                <a:gd name="T11" fmla="*/ 20 h 113"/>
                <a:gd name="T12" fmla="*/ 189 w 317"/>
                <a:gd name="T13" fmla="*/ 32 h 113"/>
                <a:gd name="T14" fmla="*/ 124 w 317"/>
                <a:gd name="T15" fmla="*/ 32 h 113"/>
                <a:gd name="T16" fmla="*/ 124 w 317"/>
                <a:gd name="T17" fmla="*/ 20 h 113"/>
                <a:gd name="T18" fmla="*/ 189 w 317"/>
                <a:gd name="T19" fmla="*/ 2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7" h="113">
                  <a:moveTo>
                    <a:pt x="317" y="113"/>
                  </a:moveTo>
                  <a:lnTo>
                    <a:pt x="317" y="0"/>
                  </a:lnTo>
                  <a:lnTo>
                    <a:pt x="0" y="0"/>
                  </a:lnTo>
                  <a:lnTo>
                    <a:pt x="0" y="113"/>
                  </a:lnTo>
                  <a:lnTo>
                    <a:pt x="317" y="113"/>
                  </a:lnTo>
                  <a:close/>
                  <a:moveTo>
                    <a:pt x="189" y="20"/>
                  </a:moveTo>
                  <a:lnTo>
                    <a:pt x="189" y="32"/>
                  </a:lnTo>
                  <a:lnTo>
                    <a:pt x="124" y="32"/>
                  </a:lnTo>
                  <a:lnTo>
                    <a:pt x="124" y="20"/>
                  </a:lnTo>
                  <a:lnTo>
                    <a:pt x="189"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99"/>
            <p:cNvSpPr>
              <a:spLocks noEditPoints="1"/>
            </p:cNvSpPr>
            <p:nvPr/>
          </p:nvSpPr>
          <p:spPr bwMode="auto">
            <a:xfrm>
              <a:off x="8440738" y="5081588"/>
              <a:ext cx="690563" cy="1409700"/>
            </a:xfrm>
            <a:custGeom>
              <a:avLst/>
              <a:gdLst>
                <a:gd name="T0" fmla="*/ 136 w 433"/>
                <a:gd name="T1" fmla="*/ 883 h 883"/>
                <a:gd name="T2" fmla="*/ 186 w 433"/>
                <a:gd name="T3" fmla="*/ 485 h 883"/>
                <a:gd name="T4" fmla="*/ 206 w 433"/>
                <a:gd name="T5" fmla="*/ 472 h 883"/>
                <a:gd name="T6" fmla="*/ 254 w 433"/>
                <a:gd name="T7" fmla="*/ 883 h 883"/>
                <a:gd name="T8" fmla="*/ 302 w 433"/>
                <a:gd name="T9" fmla="*/ 441 h 883"/>
                <a:gd name="T10" fmla="*/ 302 w 433"/>
                <a:gd name="T11" fmla="*/ 203 h 883"/>
                <a:gd name="T12" fmla="*/ 414 w 433"/>
                <a:gd name="T13" fmla="*/ 178 h 883"/>
                <a:gd name="T14" fmla="*/ 413 w 433"/>
                <a:gd name="T15" fmla="*/ 90 h 883"/>
                <a:gd name="T16" fmla="*/ 412 w 433"/>
                <a:gd name="T17" fmla="*/ 84 h 883"/>
                <a:gd name="T18" fmla="*/ 396 w 433"/>
                <a:gd name="T19" fmla="*/ 25 h 883"/>
                <a:gd name="T20" fmla="*/ 386 w 433"/>
                <a:gd name="T21" fmla="*/ 11 h 883"/>
                <a:gd name="T22" fmla="*/ 386 w 433"/>
                <a:gd name="T23" fmla="*/ 0 h 883"/>
                <a:gd name="T24" fmla="*/ 354 w 433"/>
                <a:gd name="T25" fmla="*/ 56 h 883"/>
                <a:gd name="T26" fmla="*/ 309 w 433"/>
                <a:gd name="T27" fmla="*/ 140 h 883"/>
                <a:gd name="T28" fmla="*/ 274 w 433"/>
                <a:gd name="T29" fmla="*/ 136 h 883"/>
                <a:gd name="T30" fmla="*/ 118 w 433"/>
                <a:gd name="T31" fmla="*/ 136 h 883"/>
                <a:gd name="T32" fmla="*/ 107 w 433"/>
                <a:gd name="T33" fmla="*/ 138 h 883"/>
                <a:gd name="T34" fmla="*/ 2 w 433"/>
                <a:gd name="T35" fmla="*/ 311 h 883"/>
                <a:gd name="T36" fmla="*/ 2 w 433"/>
                <a:gd name="T37" fmla="*/ 314 h 883"/>
                <a:gd name="T38" fmla="*/ 32 w 433"/>
                <a:gd name="T39" fmla="*/ 367 h 883"/>
                <a:gd name="T40" fmla="*/ 50 w 433"/>
                <a:gd name="T41" fmla="*/ 409 h 883"/>
                <a:gd name="T42" fmla="*/ 71 w 433"/>
                <a:gd name="T43" fmla="*/ 533 h 883"/>
                <a:gd name="T44" fmla="*/ 86 w 433"/>
                <a:gd name="T45" fmla="*/ 833 h 883"/>
                <a:gd name="T46" fmla="*/ 175 w 433"/>
                <a:gd name="T47" fmla="*/ 408 h 883"/>
                <a:gd name="T48" fmla="*/ 172 w 433"/>
                <a:gd name="T49" fmla="*/ 408 h 883"/>
                <a:gd name="T50" fmla="*/ 159 w 433"/>
                <a:gd name="T51" fmla="*/ 398 h 883"/>
                <a:gd name="T52" fmla="*/ 175 w 433"/>
                <a:gd name="T53" fmla="*/ 400 h 883"/>
                <a:gd name="T54" fmla="*/ 178 w 433"/>
                <a:gd name="T55" fmla="*/ 336 h 883"/>
                <a:gd name="T56" fmla="*/ 145 w 433"/>
                <a:gd name="T57" fmla="*/ 323 h 883"/>
                <a:gd name="T58" fmla="*/ 216 w 433"/>
                <a:gd name="T59" fmla="*/ 371 h 883"/>
                <a:gd name="T60" fmla="*/ 74 w 433"/>
                <a:gd name="T61" fmla="*/ 288 h 883"/>
                <a:gd name="T62" fmla="*/ 86 w 433"/>
                <a:gd name="T63" fmla="*/ 284 h 883"/>
                <a:gd name="T64" fmla="*/ 76 w 433"/>
                <a:gd name="T65" fmla="*/ 297 h 883"/>
                <a:gd name="T66" fmla="*/ 162 w 433"/>
                <a:gd name="T67" fmla="*/ 521 h 8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33" h="883">
                  <a:moveTo>
                    <a:pt x="86" y="833"/>
                  </a:moveTo>
                  <a:cubicBezTo>
                    <a:pt x="86" y="860"/>
                    <a:pt x="109" y="883"/>
                    <a:pt x="136" y="883"/>
                  </a:cubicBezTo>
                  <a:cubicBezTo>
                    <a:pt x="163" y="883"/>
                    <a:pt x="186" y="860"/>
                    <a:pt x="186" y="833"/>
                  </a:cubicBezTo>
                  <a:cubicBezTo>
                    <a:pt x="186" y="485"/>
                    <a:pt x="186" y="485"/>
                    <a:pt x="186" y="485"/>
                  </a:cubicBezTo>
                  <a:cubicBezTo>
                    <a:pt x="190" y="481"/>
                    <a:pt x="193" y="476"/>
                    <a:pt x="196" y="472"/>
                  </a:cubicBezTo>
                  <a:cubicBezTo>
                    <a:pt x="206" y="472"/>
                    <a:pt x="206" y="472"/>
                    <a:pt x="206" y="472"/>
                  </a:cubicBezTo>
                  <a:cubicBezTo>
                    <a:pt x="206" y="833"/>
                    <a:pt x="206" y="833"/>
                    <a:pt x="206" y="833"/>
                  </a:cubicBezTo>
                  <a:cubicBezTo>
                    <a:pt x="206" y="860"/>
                    <a:pt x="227" y="883"/>
                    <a:pt x="254" y="883"/>
                  </a:cubicBezTo>
                  <a:cubicBezTo>
                    <a:pt x="281" y="883"/>
                    <a:pt x="302" y="860"/>
                    <a:pt x="302" y="833"/>
                  </a:cubicBezTo>
                  <a:cubicBezTo>
                    <a:pt x="302" y="441"/>
                    <a:pt x="302" y="441"/>
                    <a:pt x="302" y="441"/>
                  </a:cubicBezTo>
                  <a:cubicBezTo>
                    <a:pt x="302" y="365"/>
                    <a:pt x="302" y="365"/>
                    <a:pt x="302" y="365"/>
                  </a:cubicBezTo>
                  <a:cubicBezTo>
                    <a:pt x="302" y="203"/>
                    <a:pt x="302" y="203"/>
                    <a:pt x="302" y="203"/>
                  </a:cubicBezTo>
                  <a:cubicBezTo>
                    <a:pt x="314" y="205"/>
                    <a:pt x="329" y="206"/>
                    <a:pt x="343" y="206"/>
                  </a:cubicBezTo>
                  <a:cubicBezTo>
                    <a:pt x="369" y="206"/>
                    <a:pt x="396" y="201"/>
                    <a:pt x="414" y="178"/>
                  </a:cubicBezTo>
                  <a:cubicBezTo>
                    <a:pt x="427" y="163"/>
                    <a:pt x="433" y="142"/>
                    <a:pt x="432" y="116"/>
                  </a:cubicBezTo>
                  <a:cubicBezTo>
                    <a:pt x="413" y="90"/>
                    <a:pt x="413" y="90"/>
                    <a:pt x="413" y="90"/>
                  </a:cubicBezTo>
                  <a:cubicBezTo>
                    <a:pt x="411" y="87"/>
                    <a:pt x="411" y="87"/>
                    <a:pt x="411" y="87"/>
                  </a:cubicBezTo>
                  <a:cubicBezTo>
                    <a:pt x="412" y="84"/>
                    <a:pt x="412" y="84"/>
                    <a:pt x="412" y="84"/>
                  </a:cubicBezTo>
                  <a:cubicBezTo>
                    <a:pt x="416" y="69"/>
                    <a:pt x="404" y="39"/>
                    <a:pt x="399" y="29"/>
                  </a:cubicBezTo>
                  <a:cubicBezTo>
                    <a:pt x="396" y="25"/>
                    <a:pt x="396" y="25"/>
                    <a:pt x="396" y="25"/>
                  </a:cubicBezTo>
                  <a:cubicBezTo>
                    <a:pt x="390" y="16"/>
                    <a:pt x="390" y="16"/>
                    <a:pt x="390" y="16"/>
                  </a:cubicBezTo>
                  <a:cubicBezTo>
                    <a:pt x="386" y="11"/>
                    <a:pt x="386" y="11"/>
                    <a:pt x="386" y="11"/>
                  </a:cubicBezTo>
                  <a:cubicBezTo>
                    <a:pt x="390" y="8"/>
                    <a:pt x="390" y="8"/>
                    <a:pt x="390" y="8"/>
                  </a:cubicBezTo>
                  <a:cubicBezTo>
                    <a:pt x="386" y="0"/>
                    <a:pt x="386" y="0"/>
                    <a:pt x="386" y="0"/>
                  </a:cubicBezTo>
                  <a:cubicBezTo>
                    <a:pt x="378" y="1"/>
                    <a:pt x="378" y="1"/>
                    <a:pt x="378" y="1"/>
                  </a:cubicBezTo>
                  <a:cubicBezTo>
                    <a:pt x="355" y="20"/>
                    <a:pt x="348" y="38"/>
                    <a:pt x="354" y="56"/>
                  </a:cubicBezTo>
                  <a:cubicBezTo>
                    <a:pt x="377" y="122"/>
                    <a:pt x="366" y="137"/>
                    <a:pt x="365" y="138"/>
                  </a:cubicBezTo>
                  <a:cubicBezTo>
                    <a:pt x="359" y="146"/>
                    <a:pt x="326" y="142"/>
                    <a:pt x="309" y="140"/>
                  </a:cubicBezTo>
                  <a:cubicBezTo>
                    <a:pt x="297" y="138"/>
                    <a:pt x="285" y="137"/>
                    <a:pt x="275" y="137"/>
                  </a:cubicBezTo>
                  <a:cubicBezTo>
                    <a:pt x="274" y="137"/>
                    <a:pt x="274" y="136"/>
                    <a:pt x="274" y="136"/>
                  </a:cubicBezTo>
                  <a:cubicBezTo>
                    <a:pt x="274" y="136"/>
                    <a:pt x="273" y="136"/>
                    <a:pt x="273" y="136"/>
                  </a:cubicBezTo>
                  <a:cubicBezTo>
                    <a:pt x="118" y="136"/>
                    <a:pt x="118" y="136"/>
                    <a:pt x="118" y="136"/>
                  </a:cubicBezTo>
                  <a:cubicBezTo>
                    <a:pt x="114" y="136"/>
                    <a:pt x="111" y="137"/>
                    <a:pt x="107" y="138"/>
                  </a:cubicBezTo>
                  <a:cubicBezTo>
                    <a:pt x="107" y="138"/>
                    <a:pt x="107" y="138"/>
                    <a:pt x="107" y="138"/>
                  </a:cubicBezTo>
                  <a:cubicBezTo>
                    <a:pt x="92" y="142"/>
                    <a:pt x="38" y="169"/>
                    <a:pt x="3" y="311"/>
                  </a:cubicBezTo>
                  <a:cubicBezTo>
                    <a:pt x="3" y="311"/>
                    <a:pt x="3" y="311"/>
                    <a:pt x="2" y="311"/>
                  </a:cubicBezTo>
                  <a:cubicBezTo>
                    <a:pt x="2" y="311"/>
                    <a:pt x="2" y="312"/>
                    <a:pt x="2" y="312"/>
                  </a:cubicBezTo>
                  <a:cubicBezTo>
                    <a:pt x="2" y="313"/>
                    <a:pt x="2" y="313"/>
                    <a:pt x="2" y="314"/>
                  </a:cubicBezTo>
                  <a:cubicBezTo>
                    <a:pt x="0" y="326"/>
                    <a:pt x="3" y="338"/>
                    <a:pt x="10" y="348"/>
                  </a:cubicBezTo>
                  <a:cubicBezTo>
                    <a:pt x="15" y="355"/>
                    <a:pt x="22" y="361"/>
                    <a:pt x="32" y="367"/>
                  </a:cubicBezTo>
                  <a:cubicBezTo>
                    <a:pt x="38" y="370"/>
                    <a:pt x="45" y="373"/>
                    <a:pt x="52" y="376"/>
                  </a:cubicBezTo>
                  <a:cubicBezTo>
                    <a:pt x="51" y="386"/>
                    <a:pt x="51" y="397"/>
                    <a:pt x="50" y="409"/>
                  </a:cubicBezTo>
                  <a:cubicBezTo>
                    <a:pt x="50" y="419"/>
                    <a:pt x="46" y="511"/>
                    <a:pt x="56" y="524"/>
                  </a:cubicBezTo>
                  <a:cubicBezTo>
                    <a:pt x="59" y="528"/>
                    <a:pt x="64" y="531"/>
                    <a:pt x="71" y="533"/>
                  </a:cubicBezTo>
                  <a:cubicBezTo>
                    <a:pt x="75" y="535"/>
                    <a:pt x="82" y="536"/>
                    <a:pt x="86" y="537"/>
                  </a:cubicBezTo>
                  <a:lnTo>
                    <a:pt x="86" y="833"/>
                  </a:lnTo>
                  <a:close/>
                  <a:moveTo>
                    <a:pt x="216" y="371"/>
                  </a:moveTo>
                  <a:cubicBezTo>
                    <a:pt x="214" y="392"/>
                    <a:pt x="197" y="408"/>
                    <a:pt x="175" y="408"/>
                  </a:cubicBezTo>
                  <a:cubicBezTo>
                    <a:pt x="175" y="408"/>
                    <a:pt x="175" y="408"/>
                    <a:pt x="175" y="408"/>
                  </a:cubicBezTo>
                  <a:cubicBezTo>
                    <a:pt x="174" y="408"/>
                    <a:pt x="173" y="408"/>
                    <a:pt x="172" y="408"/>
                  </a:cubicBezTo>
                  <a:cubicBezTo>
                    <a:pt x="168" y="408"/>
                    <a:pt x="165" y="408"/>
                    <a:pt x="162" y="408"/>
                  </a:cubicBezTo>
                  <a:cubicBezTo>
                    <a:pt x="161" y="404"/>
                    <a:pt x="160" y="401"/>
                    <a:pt x="159" y="398"/>
                  </a:cubicBezTo>
                  <a:cubicBezTo>
                    <a:pt x="164" y="399"/>
                    <a:pt x="168" y="399"/>
                    <a:pt x="172" y="400"/>
                  </a:cubicBezTo>
                  <a:cubicBezTo>
                    <a:pt x="173" y="400"/>
                    <a:pt x="174" y="400"/>
                    <a:pt x="175" y="400"/>
                  </a:cubicBezTo>
                  <a:cubicBezTo>
                    <a:pt x="192" y="400"/>
                    <a:pt x="206" y="387"/>
                    <a:pt x="207" y="370"/>
                  </a:cubicBezTo>
                  <a:cubicBezTo>
                    <a:pt x="209" y="353"/>
                    <a:pt x="195" y="337"/>
                    <a:pt x="178" y="336"/>
                  </a:cubicBezTo>
                  <a:cubicBezTo>
                    <a:pt x="167" y="335"/>
                    <a:pt x="157" y="334"/>
                    <a:pt x="146" y="332"/>
                  </a:cubicBezTo>
                  <a:cubicBezTo>
                    <a:pt x="146" y="329"/>
                    <a:pt x="145" y="326"/>
                    <a:pt x="145" y="323"/>
                  </a:cubicBezTo>
                  <a:cubicBezTo>
                    <a:pt x="156" y="324"/>
                    <a:pt x="167" y="325"/>
                    <a:pt x="179" y="326"/>
                  </a:cubicBezTo>
                  <a:cubicBezTo>
                    <a:pt x="201" y="328"/>
                    <a:pt x="218" y="348"/>
                    <a:pt x="216" y="371"/>
                  </a:cubicBezTo>
                  <a:close/>
                  <a:moveTo>
                    <a:pt x="86" y="284"/>
                  </a:moveTo>
                  <a:cubicBezTo>
                    <a:pt x="82" y="285"/>
                    <a:pt x="78" y="287"/>
                    <a:pt x="74" y="288"/>
                  </a:cubicBezTo>
                  <a:cubicBezTo>
                    <a:pt x="78" y="277"/>
                    <a:pt x="82" y="266"/>
                    <a:pt x="86" y="257"/>
                  </a:cubicBezTo>
                  <a:lnTo>
                    <a:pt x="86" y="284"/>
                  </a:lnTo>
                  <a:close/>
                  <a:moveTo>
                    <a:pt x="62" y="519"/>
                  </a:moveTo>
                  <a:cubicBezTo>
                    <a:pt x="53" y="507"/>
                    <a:pt x="57" y="312"/>
                    <a:pt x="76" y="297"/>
                  </a:cubicBezTo>
                  <a:cubicBezTo>
                    <a:pt x="93" y="285"/>
                    <a:pt x="135" y="291"/>
                    <a:pt x="135" y="291"/>
                  </a:cubicBezTo>
                  <a:cubicBezTo>
                    <a:pt x="135" y="391"/>
                    <a:pt x="195" y="504"/>
                    <a:pt x="162" y="521"/>
                  </a:cubicBezTo>
                  <a:cubicBezTo>
                    <a:pt x="130" y="537"/>
                    <a:pt x="72" y="531"/>
                    <a:pt x="62" y="5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100"/>
            <p:cNvSpPr>
              <a:spLocks noEditPoints="1"/>
            </p:cNvSpPr>
            <p:nvPr/>
          </p:nvSpPr>
          <p:spPr bwMode="auto">
            <a:xfrm>
              <a:off x="8609013" y="4976813"/>
              <a:ext cx="287338" cy="287338"/>
            </a:xfrm>
            <a:custGeom>
              <a:avLst/>
              <a:gdLst>
                <a:gd name="T0" fmla="*/ 90 w 180"/>
                <a:gd name="T1" fmla="*/ 0 h 180"/>
                <a:gd name="T2" fmla="*/ 0 w 180"/>
                <a:gd name="T3" fmla="*/ 90 h 180"/>
                <a:gd name="T4" fmla="*/ 90 w 180"/>
                <a:gd name="T5" fmla="*/ 180 h 180"/>
                <a:gd name="T6" fmla="*/ 180 w 180"/>
                <a:gd name="T7" fmla="*/ 90 h 180"/>
                <a:gd name="T8" fmla="*/ 90 w 180"/>
                <a:gd name="T9" fmla="*/ 0 h 180"/>
                <a:gd name="T10" fmla="*/ 90 w 180"/>
                <a:gd name="T11" fmla="*/ 157 h 180"/>
                <a:gd name="T12" fmla="*/ 34 w 180"/>
                <a:gd name="T13" fmla="*/ 126 h 180"/>
                <a:gd name="T14" fmla="*/ 147 w 180"/>
                <a:gd name="T15" fmla="*/ 126 h 180"/>
                <a:gd name="T16" fmla="*/ 90 w 180"/>
                <a:gd name="T17" fmla="*/ 157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0" h="180">
                  <a:moveTo>
                    <a:pt x="90" y="0"/>
                  </a:moveTo>
                  <a:cubicBezTo>
                    <a:pt x="41" y="0"/>
                    <a:pt x="0" y="40"/>
                    <a:pt x="0" y="90"/>
                  </a:cubicBezTo>
                  <a:cubicBezTo>
                    <a:pt x="0" y="140"/>
                    <a:pt x="41" y="180"/>
                    <a:pt x="90" y="180"/>
                  </a:cubicBezTo>
                  <a:cubicBezTo>
                    <a:pt x="140" y="180"/>
                    <a:pt x="180" y="140"/>
                    <a:pt x="180" y="90"/>
                  </a:cubicBezTo>
                  <a:cubicBezTo>
                    <a:pt x="180" y="40"/>
                    <a:pt x="140" y="0"/>
                    <a:pt x="90" y="0"/>
                  </a:cubicBezTo>
                  <a:close/>
                  <a:moveTo>
                    <a:pt x="90" y="157"/>
                  </a:moveTo>
                  <a:cubicBezTo>
                    <a:pt x="67" y="157"/>
                    <a:pt x="46" y="142"/>
                    <a:pt x="34" y="126"/>
                  </a:cubicBezTo>
                  <a:cubicBezTo>
                    <a:pt x="147" y="126"/>
                    <a:pt x="147" y="126"/>
                    <a:pt x="147" y="126"/>
                  </a:cubicBezTo>
                  <a:cubicBezTo>
                    <a:pt x="135" y="142"/>
                    <a:pt x="114" y="157"/>
                    <a:pt x="90" y="1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101"/>
            <p:cNvSpPr>
              <a:spLocks/>
            </p:cNvSpPr>
            <p:nvPr/>
          </p:nvSpPr>
          <p:spPr bwMode="auto">
            <a:xfrm>
              <a:off x="9085263" y="5089525"/>
              <a:ext cx="201613" cy="227013"/>
            </a:xfrm>
            <a:custGeom>
              <a:avLst/>
              <a:gdLst>
                <a:gd name="T0" fmla="*/ 58 w 126"/>
                <a:gd name="T1" fmla="*/ 142 h 142"/>
                <a:gd name="T2" fmla="*/ 98 w 126"/>
                <a:gd name="T3" fmla="*/ 125 h 142"/>
                <a:gd name="T4" fmla="*/ 126 w 126"/>
                <a:gd name="T5" fmla="*/ 93 h 142"/>
                <a:gd name="T6" fmla="*/ 82 w 126"/>
                <a:gd name="T7" fmla="*/ 32 h 142"/>
                <a:gd name="T8" fmla="*/ 30 w 126"/>
                <a:gd name="T9" fmla="*/ 0 h 142"/>
                <a:gd name="T10" fmla="*/ 15 w 126"/>
                <a:gd name="T11" fmla="*/ 10 h 142"/>
                <a:gd name="T12" fmla="*/ 0 w 126"/>
                <a:gd name="T13" fmla="*/ 21 h 142"/>
                <a:gd name="T14" fmla="*/ 15 w 126"/>
                <a:gd name="T15" fmla="*/ 81 h 142"/>
                <a:gd name="T16" fmla="*/ 58 w 126"/>
                <a:gd name="T17" fmla="*/ 14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 h="142">
                  <a:moveTo>
                    <a:pt x="58" y="142"/>
                  </a:moveTo>
                  <a:cubicBezTo>
                    <a:pt x="58" y="142"/>
                    <a:pt x="76" y="140"/>
                    <a:pt x="98" y="125"/>
                  </a:cubicBezTo>
                  <a:cubicBezTo>
                    <a:pt x="119" y="110"/>
                    <a:pt x="126" y="93"/>
                    <a:pt x="126" y="93"/>
                  </a:cubicBezTo>
                  <a:cubicBezTo>
                    <a:pt x="82" y="32"/>
                    <a:pt x="82" y="32"/>
                    <a:pt x="82" y="32"/>
                  </a:cubicBezTo>
                  <a:cubicBezTo>
                    <a:pt x="60" y="30"/>
                    <a:pt x="30" y="0"/>
                    <a:pt x="30" y="0"/>
                  </a:cubicBezTo>
                  <a:cubicBezTo>
                    <a:pt x="15" y="10"/>
                    <a:pt x="15" y="10"/>
                    <a:pt x="15" y="10"/>
                  </a:cubicBezTo>
                  <a:cubicBezTo>
                    <a:pt x="0" y="21"/>
                    <a:pt x="0" y="21"/>
                    <a:pt x="0" y="21"/>
                  </a:cubicBezTo>
                  <a:cubicBezTo>
                    <a:pt x="0" y="21"/>
                    <a:pt x="20" y="59"/>
                    <a:pt x="15" y="81"/>
                  </a:cubicBezTo>
                  <a:lnTo>
                    <a:pt x="58" y="1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102"/>
            <p:cNvSpPr>
              <a:spLocks/>
            </p:cNvSpPr>
            <p:nvPr/>
          </p:nvSpPr>
          <p:spPr bwMode="auto">
            <a:xfrm>
              <a:off x="9032875" y="4957763"/>
              <a:ext cx="160338" cy="133350"/>
            </a:xfrm>
            <a:custGeom>
              <a:avLst/>
              <a:gdLst>
                <a:gd name="T0" fmla="*/ 26 w 101"/>
                <a:gd name="T1" fmla="*/ 84 h 84"/>
                <a:gd name="T2" fmla="*/ 47 w 101"/>
                <a:gd name="T3" fmla="*/ 69 h 84"/>
                <a:gd name="T4" fmla="*/ 34 w 101"/>
                <a:gd name="T5" fmla="*/ 56 h 84"/>
                <a:gd name="T6" fmla="*/ 54 w 101"/>
                <a:gd name="T7" fmla="*/ 48 h 84"/>
                <a:gd name="T8" fmla="*/ 99 w 101"/>
                <a:gd name="T9" fmla="*/ 51 h 84"/>
                <a:gd name="T10" fmla="*/ 101 w 101"/>
                <a:gd name="T11" fmla="*/ 45 h 84"/>
                <a:gd name="T12" fmla="*/ 59 w 101"/>
                <a:gd name="T13" fmla="*/ 39 h 84"/>
                <a:gd name="T14" fmla="*/ 47 w 101"/>
                <a:gd name="T15" fmla="*/ 18 h 84"/>
                <a:gd name="T16" fmla="*/ 53 w 101"/>
                <a:gd name="T17" fmla="*/ 8 h 84"/>
                <a:gd name="T18" fmla="*/ 43 w 101"/>
                <a:gd name="T19" fmla="*/ 0 h 84"/>
                <a:gd name="T20" fmla="*/ 8 w 101"/>
                <a:gd name="T21" fmla="*/ 47 h 84"/>
                <a:gd name="T22" fmla="*/ 0 w 101"/>
                <a:gd name="T23" fmla="*/ 73 h 84"/>
                <a:gd name="T24" fmla="*/ 19 w 101"/>
                <a:gd name="T25" fmla="*/ 71 h 84"/>
                <a:gd name="T26" fmla="*/ 26 w 101"/>
                <a:gd name="T27"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1" h="84">
                  <a:moveTo>
                    <a:pt x="26" y="84"/>
                  </a:moveTo>
                  <a:lnTo>
                    <a:pt x="47" y="69"/>
                  </a:lnTo>
                  <a:lnTo>
                    <a:pt x="34" y="56"/>
                  </a:lnTo>
                  <a:lnTo>
                    <a:pt x="54" y="48"/>
                  </a:lnTo>
                  <a:lnTo>
                    <a:pt x="99" y="51"/>
                  </a:lnTo>
                  <a:lnTo>
                    <a:pt x="101" y="45"/>
                  </a:lnTo>
                  <a:lnTo>
                    <a:pt x="59" y="39"/>
                  </a:lnTo>
                  <a:lnTo>
                    <a:pt x="47" y="18"/>
                  </a:lnTo>
                  <a:lnTo>
                    <a:pt x="53" y="8"/>
                  </a:lnTo>
                  <a:lnTo>
                    <a:pt x="43" y="0"/>
                  </a:lnTo>
                  <a:lnTo>
                    <a:pt x="8" y="47"/>
                  </a:lnTo>
                  <a:lnTo>
                    <a:pt x="0" y="73"/>
                  </a:lnTo>
                  <a:lnTo>
                    <a:pt x="19" y="71"/>
                  </a:lnTo>
                  <a:lnTo>
                    <a:pt x="26" y="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103"/>
            <p:cNvSpPr>
              <a:spLocks/>
            </p:cNvSpPr>
            <p:nvPr/>
          </p:nvSpPr>
          <p:spPr bwMode="auto">
            <a:xfrm>
              <a:off x="9070975" y="5068888"/>
              <a:ext cx="55563" cy="47625"/>
            </a:xfrm>
            <a:custGeom>
              <a:avLst/>
              <a:gdLst>
                <a:gd name="T0" fmla="*/ 35 w 35"/>
                <a:gd name="T1" fmla="*/ 10 h 30"/>
                <a:gd name="T2" fmla="*/ 28 w 35"/>
                <a:gd name="T3" fmla="*/ 0 h 30"/>
                <a:gd name="T4" fmla="*/ 0 w 35"/>
                <a:gd name="T5" fmla="*/ 20 h 30"/>
                <a:gd name="T6" fmla="*/ 7 w 35"/>
                <a:gd name="T7" fmla="*/ 30 h 30"/>
                <a:gd name="T8" fmla="*/ 35 w 35"/>
                <a:gd name="T9" fmla="*/ 10 h 30"/>
              </a:gdLst>
              <a:ahLst/>
              <a:cxnLst>
                <a:cxn ang="0">
                  <a:pos x="T0" y="T1"/>
                </a:cxn>
                <a:cxn ang="0">
                  <a:pos x="T2" y="T3"/>
                </a:cxn>
                <a:cxn ang="0">
                  <a:pos x="T4" y="T5"/>
                </a:cxn>
                <a:cxn ang="0">
                  <a:pos x="T6" y="T7"/>
                </a:cxn>
                <a:cxn ang="0">
                  <a:pos x="T8" y="T9"/>
                </a:cxn>
              </a:cxnLst>
              <a:rect l="0" t="0" r="r" b="b"/>
              <a:pathLst>
                <a:path w="35" h="30">
                  <a:moveTo>
                    <a:pt x="35" y="10"/>
                  </a:moveTo>
                  <a:lnTo>
                    <a:pt x="28" y="0"/>
                  </a:lnTo>
                  <a:lnTo>
                    <a:pt x="0" y="20"/>
                  </a:lnTo>
                  <a:lnTo>
                    <a:pt x="7" y="30"/>
                  </a:lnTo>
                  <a:lnTo>
                    <a:pt x="35"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104"/>
            <p:cNvSpPr>
              <a:spLocks/>
            </p:cNvSpPr>
            <p:nvPr/>
          </p:nvSpPr>
          <p:spPr bwMode="auto">
            <a:xfrm>
              <a:off x="8539163" y="5572125"/>
              <a:ext cx="44450" cy="255588"/>
            </a:xfrm>
            <a:custGeom>
              <a:avLst/>
              <a:gdLst>
                <a:gd name="T0" fmla="*/ 27 w 27"/>
                <a:gd name="T1" fmla="*/ 2 h 160"/>
                <a:gd name="T2" fmla="*/ 19 w 27"/>
                <a:gd name="T3" fmla="*/ 0 h 160"/>
                <a:gd name="T4" fmla="*/ 13 w 27"/>
                <a:gd name="T5" fmla="*/ 160 h 160"/>
                <a:gd name="T6" fmla="*/ 21 w 27"/>
                <a:gd name="T7" fmla="*/ 159 h 160"/>
                <a:gd name="T8" fmla="*/ 27 w 27"/>
                <a:gd name="T9" fmla="*/ 2 h 160"/>
              </a:gdLst>
              <a:ahLst/>
              <a:cxnLst>
                <a:cxn ang="0">
                  <a:pos x="T0" y="T1"/>
                </a:cxn>
                <a:cxn ang="0">
                  <a:pos x="T2" y="T3"/>
                </a:cxn>
                <a:cxn ang="0">
                  <a:pos x="T4" y="T5"/>
                </a:cxn>
                <a:cxn ang="0">
                  <a:pos x="T6" y="T7"/>
                </a:cxn>
                <a:cxn ang="0">
                  <a:pos x="T8" y="T9"/>
                </a:cxn>
              </a:cxnLst>
              <a:rect l="0" t="0" r="r" b="b"/>
              <a:pathLst>
                <a:path w="27" h="160">
                  <a:moveTo>
                    <a:pt x="27" y="2"/>
                  </a:moveTo>
                  <a:cubicBezTo>
                    <a:pt x="19" y="0"/>
                    <a:pt x="19" y="0"/>
                    <a:pt x="19" y="0"/>
                  </a:cubicBezTo>
                  <a:cubicBezTo>
                    <a:pt x="19" y="1"/>
                    <a:pt x="0" y="82"/>
                    <a:pt x="13" y="160"/>
                  </a:cubicBezTo>
                  <a:cubicBezTo>
                    <a:pt x="21" y="159"/>
                    <a:pt x="21" y="159"/>
                    <a:pt x="21" y="159"/>
                  </a:cubicBezTo>
                  <a:cubicBezTo>
                    <a:pt x="8" y="82"/>
                    <a:pt x="27" y="2"/>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105"/>
            <p:cNvSpPr>
              <a:spLocks/>
            </p:cNvSpPr>
            <p:nvPr/>
          </p:nvSpPr>
          <p:spPr bwMode="auto">
            <a:xfrm>
              <a:off x="9491663" y="4910138"/>
              <a:ext cx="139700" cy="139700"/>
            </a:xfrm>
            <a:custGeom>
              <a:avLst/>
              <a:gdLst>
                <a:gd name="T0" fmla="*/ 88 w 88"/>
                <a:gd name="T1" fmla="*/ 43 h 88"/>
                <a:gd name="T2" fmla="*/ 44 w 88"/>
                <a:gd name="T3" fmla="*/ 0 h 88"/>
                <a:gd name="T4" fmla="*/ 43 w 88"/>
                <a:gd name="T5" fmla="*/ 0 h 88"/>
                <a:gd name="T6" fmla="*/ 0 w 88"/>
                <a:gd name="T7" fmla="*/ 43 h 88"/>
                <a:gd name="T8" fmla="*/ 0 w 88"/>
                <a:gd name="T9" fmla="*/ 44 h 88"/>
                <a:gd name="T10" fmla="*/ 43 w 88"/>
                <a:gd name="T11" fmla="*/ 88 h 88"/>
                <a:gd name="T12" fmla="*/ 44 w 88"/>
                <a:gd name="T13" fmla="*/ 88 h 88"/>
                <a:gd name="T14" fmla="*/ 88 w 88"/>
                <a:gd name="T15" fmla="*/ 44 h 88"/>
                <a:gd name="T16" fmla="*/ 88 w 88"/>
                <a:gd name="T17" fmla="*/ 43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88">
                  <a:moveTo>
                    <a:pt x="88" y="43"/>
                  </a:moveTo>
                  <a:cubicBezTo>
                    <a:pt x="56" y="40"/>
                    <a:pt x="47" y="32"/>
                    <a:pt x="44" y="0"/>
                  </a:cubicBezTo>
                  <a:cubicBezTo>
                    <a:pt x="43" y="0"/>
                    <a:pt x="43" y="0"/>
                    <a:pt x="43" y="0"/>
                  </a:cubicBezTo>
                  <a:cubicBezTo>
                    <a:pt x="40" y="32"/>
                    <a:pt x="32" y="40"/>
                    <a:pt x="0" y="43"/>
                  </a:cubicBezTo>
                  <a:cubicBezTo>
                    <a:pt x="0" y="44"/>
                    <a:pt x="0" y="44"/>
                    <a:pt x="0" y="44"/>
                  </a:cubicBezTo>
                  <a:cubicBezTo>
                    <a:pt x="32" y="47"/>
                    <a:pt x="40" y="56"/>
                    <a:pt x="43" y="88"/>
                  </a:cubicBezTo>
                  <a:cubicBezTo>
                    <a:pt x="44" y="88"/>
                    <a:pt x="44" y="88"/>
                    <a:pt x="44" y="88"/>
                  </a:cubicBezTo>
                  <a:cubicBezTo>
                    <a:pt x="47" y="56"/>
                    <a:pt x="56" y="47"/>
                    <a:pt x="88" y="44"/>
                  </a:cubicBezTo>
                  <a:lnTo>
                    <a:pt x="88"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106"/>
            <p:cNvSpPr>
              <a:spLocks/>
            </p:cNvSpPr>
            <p:nvPr/>
          </p:nvSpPr>
          <p:spPr bwMode="auto">
            <a:xfrm>
              <a:off x="9586913" y="5222875"/>
              <a:ext cx="120650" cy="127000"/>
            </a:xfrm>
            <a:custGeom>
              <a:avLst/>
              <a:gdLst>
                <a:gd name="T0" fmla="*/ 38 w 76"/>
                <a:gd name="T1" fmla="*/ 80 h 80"/>
                <a:gd name="T2" fmla="*/ 39 w 76"/>
                <a:gd name="T3" fmla="*/ 80 h 80"/>
                <a:gd name="T4" fmla="*/ 76 w 76"/>
                <a:gd name="T5" fmla="*/ 41 h 80"/>
                <a:gd name="T6" fmla="*/ 76 w 76"/>
                <a:gd name="T7" fmla="*/ 40 h 80"/>
                <a:gd name="T8" fmla="*/ 39 w 76"/>
                <a:gd name="T9" fmla="*/ 0 h 80"/>
                <a:gd name="T10" fmla="*/ 38 w 76"/>
                <a:gd name="T11" fmla="*/ 0 h 80"/>
                <a:gd name="T12" fmla="*/ 0 w 76"/>
                <a:gd name="T13" fmla="*/ 40 h 80"/>
                <a:gd name="T14" fmla="*/ 0 w 76"/>
                <a:gd name="T15" fmla="*/ 41 h 80"/>
                <a:gd name="T16" fmla="*/ 38 w 76"/>
                <a:gd name="T17"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80">
                  <a:moveTo>
                    <a:pt x="38" y="80"/>
                  </a:moveTo>
                  <a:cubicBezTo>
                    <a:pt x="39" y="80"/>
                    <a:pt x="39" y="80"/>
                    <a:pt x="39" y="80"/>
                  </a:cubicBezTo>
                  <a:cubicBezTo>
                    <a:pt x="42" y="52"/>
                    <a:pt x="48" y="43"/>
                    <a:pt x="76" y="41"/>
                  </a:cubicBezTo>
                  <a:cubicBezTo>
                    <a:pt x="76" y="40"/>
                    <a:pt x="76" y="40"/>
                    <a:pt x="76" y="40"/>
                  </a:cubicBezTo>
                  <a:cubicBezTo>
                    <a:pt x="48" y="37"/>
                    <a:pt x="42" y="28"/>
                    <a:pt x="39" y="0"/>
                  </a:cubicBezTo>
                  <a:cubicBezTo>
                    <a:pt x="38" y="0"/>
                    <a:pt x="38" y="0"/>
                    <a:pt x="38" y="0"/>
                  </a:cubicBezTo>
                  <a:cubicBezTo>
                    <a:pt x="36" y="28"/>
                    <a:pt x="28" y="37"/>
                    <a:pt x="0" y="40"/>
                  </a:cubicBezTo>
                  <a:cubicBezTo>
                    <a:pt x="0" y="41"/>
                    <a:pt x="0" y="41"/>
                    <a:pt x="0" y="41"/>
                  </a:cubicBezTo>
                  <a:cubicBezTo>
                    <a:pt x="28" y="43"/>
                    <a:pt x="36" y="52"/>
                    <a:pt x="38"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107"/>
            <p:cNvSpPr>
              <a:spLocks/>
            </p:cNvSpPr>
            <p:nvPr/>
          </p:nvSpPr>
          <p:spPr bwMode="auto">
            <a:xfrm>
              <a:off x="9644063" y="5018088"/>
              <a:ext cx="166688" cy="166688"/>
            </a:xfrm>
            <a:custGeom>
              <a:avLst/>
              <a:gdLst>
                <a:gd name="T0" fmla="*/ 52 w 104"/>
                <a:gd name="T1" fmla="*/ 104 h 104"/>
                <a:gd name="T2" fmla="*/ 53 w 104"/>
                <a:gd name="T3" fmla="*/ 104 h 104"/>
                <a:gd name="T4" fmla="*/ 104 w 104"/>
                <a:gd name="T5" fmla="*/ 52 h 104"/>
                <a:gd name="T6" fmla="*/ 104 w 104"/>
                <a:gd name="T7" fmla="*/ 51 h 104"/>
                <a:gd name="T8" fmla="*/ 53 w 104"/>
                <a:gd name="T9" fmla="*/ 0 h 104"/>
                <a:gd name="T10" fmla="*/ 52 w 104"/>
                <a:gd name="T11" fmla="*/ 0 h 104"/>
                <a:gd name="T12" fmla="*/ 0 w 104"/>
                <a:gd name="T13" fmla="*/ 51 h 104"/>
                <a:gd name="T14" fmla="*/ 0 w 104"/>
                <a:gd name="T15" fmla="*/ 52 h 104"/>
                <a:gd name="T16" fmla="*/ 52 w 104"/>
                <a:gd name="T17"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104">
                  <a:moveTo>
                    <a:pt x="52" y="104"/>
                  </a:moveTo>
                  <a:cubicBezTo>
                    <a:pt x="53" y="104"/>
                    <a:pt x="53" y="104"/>
                    <a:pt x="53" y="104"/>
                  </a:cubicBezTo>
                  <a:cubicBezTo>
                    <a:pt x="56" y="68"/>
                    <a:pt x="68" y="55"/>
                    <a:pt x="104" y="52"/>
                  </a:cubicBezTo>
                  <a:cubicBezTo>
                    <a:pt x="104" y="51"/>
                    <a:pt x="104" y="51"/>
                    <a:pt x="104" y="51"/>
                  </a:cubicBezTo>
                  <a:cubicBezTo>
                    <a:pt x="68" y="48"/>
                    <a:pt x="56" y="36"/>
                    <a:pt x="53" y="0"/>
                  </a:cubicBezTo>
                  <a:cubicBezTo>
                    <a:pt x="52" y="0"/>
                    <a:pt x="52" y="0"/>
                    <a:pt x="52" y="0"/>
                  </a:cubicBezTo>
                  <a:cubicBezTo>
                    <a:pt x="49" y="36"/>
                    <a:pt x="36" y="48"/>
                    <a:pt x="0" y="51"/>
                  </a:cubicBezTo>
                  <a:cubicBezTo>
                    <a:pt x="0" y="52"/>
                    <a:pt x="0" y="52"/>
                    <a:pt x="0" y="52"/>
                  </a:cubicBezTo>
                  <a:cubicBezTo>
                    <a:pt x="36" y="55"/>
                    <a:pt x="49" y="68"/>
                    <a:pt x="52" y="1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13" name="组合 112"/>
          <p:cNvGrpSpPr/>
          <p:nvPr/>
        </p:nvGrpSpPr>
        <p:grpSpPr>
          <a:xfrm>
            <a:off x="10426700" y="4749800"/>
            <a:ext cx="1554163" cy="1741488"/>
            <a:chOff x="10426700" y="4749800"/>
            <a:chExt cx="1554163" cy="1741488"/>
          </a:xfrm>
          <a:solidFill>
            <a:schemeClr val="tx1">
              <a:lumMod val="65000"/>
              <a:lumOff val="35000"/>
            </a:schemeClr>
          </a:solidFill>
        </p:grpSpPr>
        <p:sp>
          <p:nvSpPr>
            <p:cNvPr id="114" name="Freeform 108"/>
            <p:cNvSpPr>
              <a:spLocks/>
            </p:cNvSpPr>
            <p:nvPr/>
          </p:nvSpPr>
          <p:spPr bwMode="auto">
            <a:xfrm>
              <a:off x="11150600" y="5299075"/>
              <a:ext cx="244475" cy="1033463"/>
            </a:xfrm>
            <a:custGeom>
              <a:avLst/>
              <a:gdLst>
                <a:gd name="T0" fmla="*/ 4 w 153"/>
                <a:gd name="T1" fmla="*/ 648 h 648"/>
                <a:gd name="T2" fmla="*/ 64 w 153"/>
                <a:gd name="T3" fmla="*/ 648 h 648"/>
                <a:gd name="T4" fmla="*/ 64 w 153"/>
                <a:gd name="T5" fmla="*/ 401 h 648"/>
                <a:gd name="T6" fmla="*/ 96 w 153"/>
                <a:gd name="T7" fmla="*/ 388 h 648"/>
                <a:gd name="T8" fmla="*/ 102 w 153"/>
                <a:gd name="T9" fmla="*/ 273 h 648"/>
                <a:gd name="T10" fmla="*/ 100 w 153"/>
                <a:gd name="T11" fmla="*/ 240 h 648"/>
                <a:gd name="T12" fmla="*/ 142 w 153"/>
                <a:gd name="T13" fmla="*/ 212 h 648"/>
                <a:gd name="T14" fmla="*/ 150 w 153"/>
                <a:gd name="T15" fmla="*/ 178 h 648"/>
                <a:gd name="T16" fmla="*/ 150 w 153"/>
                <a:gd name="T17" fmla="*/ 176 h 648"/>
                <a:gd name="T18" fmla="*/ 150 w 153"/>
                <a:gd name="T19" fmla="*/ 175 h 648"/>
                <a:gd name="T20" fmla="*/ 150 w 153"/>
                <a:gd name="T21" fmla="*/ 175 h 648"/>
                <a:gd name="T22" fmla="*/ 45 w 153"/>
                <a:gd name="T23" fmla="*/ 2 h 648"/>
                <a:gd name="T24" fmla="*/ 45 w 153"/>
                <a:gd name="T25" fmla="*/ 2 h 648"/>
                <a:gd name="T26" fmla="*/ 34 w 153"/>
                <a:gd name="T27" fmla="*/ 0 h 648"/>
                <a:gd name="T28" fmla="*/ 0 w 153"/>
                <a:gd name="T29" fmla="*/ 0 h 648"/>
                <a:gd name="T30" fmla="*/ 89 w 153"/>
                <a:gd name="T31" fmla="*/ 171 h 648"/>
                <a:gd name="T32" fmla="*/ 89 w 153"/>
                <a:gd name="T33" fmla="*/ 171 h 648"/>
                <a:gd name="T34" fmla="*/ 90 w 153"/>
                <a:gd name="T35" fmla="*/ 172 h 648"/>
                <a:gd name="T36" fmla="*/ 90 w 153"/>
                <a:gd name="T37" fmla="*/ 176 h 648"/>
                <a:gd name="T38" fmla="*/ 88 w 153"/>
                <a:gd name="T39" fmla="*/ 204 h 648"/>
                <a:gd name="T40" fmla="*/ 89 w 153"/>
                <a:gd name="T41" fmla="*/ 383 h 648"/>
                <a:gd name="T42" fmla="*/ 64 w 153"/>
                <a:gd name="T43" fmla="*/ 393 h 648"/>
                <a:gd name="T44" fmla="*/ 64 w 153"/>
                <a:gd name="T45" fmla="*/ 305 h 648"/>
                <a:gd name="T46" fmla="*/ 64 w 153"/>
                <a:gd name="T47" fmla="*/ 236 h 648"/>
                <a:gd name="T48" fmla="*/ 40 w 153"/>
                <a:gd name="T49" fmla="*/ 250 h 648"/>
                <a:gd name="T50" fmla="*/ 42 w 153"/>
                <a:gd name="T51" fmla="*/ 272 h 648"/>
                <a:gd name="T52" fmla="*/ 32 w 153"/>
                <a:gd name="T53" fmla="*/ 398 h 648"/>
                <a:gd name="T54" fmla="*/ 4 w 153"/>
                <a:gd name="T55" fmla="*/ 414 h 648"/>
                <a:gd name="T56" fmla="*/ 4 w 153"/>
                <a:gd name="T57" fmla="*/ 648 h 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3" h="648">
                  <a:moveTo>
                    <a:pt x="4" y="648"/>
                  </a:moveTo>
                  <a:cubicBezTo>
                    <a:pt x="64" y="648"/>
                    <a:pt x="64" y="648"/>
                    <a:pt x="64" y="648"/>
                  </a:cubicBezTo>
                  <a:cubicBezTo>
                    <a:pt x="64" y="401"/>
                    <a:pt x="64" y="401"/>
                    <a:pt x="64" y="401"/>
                  </a:cubicBezTo>
                  <a:cubicBezTo>
                    <a:pt x="80" y="399"/>
                    <a:pt x="91" y="395"/>
                    <a:pt x="96" y="388"/>
                  </a:cubicBezTo>
                  <a:cubicBezTo>
                    <a:pt x="105" y="375"/>
                    <a:pt x="102" y="283"/>
                    <a:pt x="102" y="273"/>
                  </a:cubicBezTo>
                  <a:cubicBezTo>
                    <a:pt x="101" y="261"/>
                    <a:pt x="101" y="250"/>
                    <a:pt x="100" y="240"/>
                  </a:cubicBezTo>
                  <a:cubicBezTo>
                    <a:pt x="119" y="233"/>
                    <a:pt x="134" y="224"/>
                    <a:pt x="142" y="212"/>
                  </a:cubicBezTo>
                  <a:cubicBezTo>
                    <a:pt x="150" y="202"/>
                    <a:pt x="153" y="190"/>
                    <a:pt x="150" y="178"/>
                  </a:cubicBezTo>
                  <a:cubicBezTo>
                    <a:pt x="150" y="177"/>
                    <a:pt x="150" y="177"/>
                    <a:pt x="150" y="176"/>
                  </a:cubicBezTo>
                  <a:cubicBezTo>
                    <a:pt x="150" y="176"/>
                    <a:pt x="150" y="175"/>
                    <a:pt x="150" y="175"/>
                  </a:cubicBezTo>
                  <a:cubicBezTo>
                    <a:pt x="150" y="175"/>
                    <a:pt x="150" y="175"/>
                    <a:pt x="150" y="175"/>
                  </a:cubicBezTo>
                  <a:cubicBezTo>
                    <a:pt x="114" y="33"/>
                    <a:pt x="61" y="7"/>
                    <a:pt x="45" y="2"/>
                  </a:cubicBezTo>
                  <a:cubicBezTo>
                    <a:pt x="45" y="2"/>
                    <a:pt x="45" y="2"/>
                    <a:pt x="45" y="2"/>
                  </a:cubicBezTo>
                  <a:cubicBezTo>
                    <a:pt x="42" y="1"/>
                    <a:pt x="38" y="0"/>
                    <a:pt x="34" y="0"/>
                  </a:cubicBezTo>
                  <a:cubicBezTo>
                    <a:pt x="0" y="0"/>
                    <a:pt x="0" y="0"/>
                    <a:pt x="0" y="0"/>
                  </a:cubicBezTo>
                  <a:cubicBezTo>
                    <a:pt x="27" y="20"/>
                    <a:pt x="63" y="66"/>
                    <a:pt x="89" y="171"/>
                  </a:cubicBezTo>
                  <a:cubicBezTo>
                    <a:pt x="89" y="171"/>
                    <a:pt x="89" y="171"/>
                    <a:pt x="89" y="171"/>
                  </a:cubicBezTo>
                  <a:cubicBezTo>
                    <a:pt x="89" y="171"/>
                    <a:pt x="90" y="171"/>
                    <a:pt x="90" y="172"/>
                  </a:cubicBezTo>
                  <a:cubicBezTo>
                    <a:pt x="90" y="173"/>
                    <a:pt x="90" y="175"/>
                    <a:pt x="90" y="176"/>
                  </a:cubicBezTo>
                  <a:cubicBezTo>
                    <a:pt x="92" y="185"/>
                    <a:pt x="91" y="195"/>
                    <a:pt x="88" y="204"/>
                  </a:cubicBezTo>
                  <a:cubicBezTo>
                    <a:pt x="97" y="266"/>
                    <a:pt x="96" y="374"/>
                    <a:pt x="89" y="383"/>
                  </a:cubicBezTo>
                  <a:cubicBezTo>
                    <a:pt x="86" y="387"/>
                    <a:pt x="76" y="391"/>
                    <a:pt x="64" y="393"/>
                  </a:cubicBezTo>
                  <a:cubicBezTo>
                    <a:pt x="64" y="305"/>
                    <a:pt x="64" y="305"/>
                    <a:pt x="64" y="305"/>
                  </a:cubicBezTo>
                  <a:cubicBezTo>
                    <a:pt x="64" y="236"/>
                    <a:pt x="64" y="236"/>
                    <a:pt x="64" y="236"/>
                  </a:cubicBezTo>
                  <a:cubicBezTo>
                    <a:pt x="60" y="241"/>
                    <a:pt x="49" y="246"/>
                    <a:pt x="40" y="250"/>
                  </a:cubicBezTo>
                  <a:cubicBezTo>
                    <a:pt x="41" y="257"/>
                    <a:pt x="41" y="264"/>
                    <a:pt x="42" y="272"/>
                  </a:cubicBezTo>
                  <a:cubicBezTo>
                    <a:pt x="46" y="380"/>
                    <a:pt x="36" y="393"/>
                    <a:pt x="32" y="398"/>
                  </a:cubicBezTo>
                  <a:cubicBezTo>
                    <a:pt x="26" y="406"/>
                    <a:pt x="16" y="411"/>
                    <a:pt x="4" y="414"/>
                  </a:cubicBezTo>
                  <a:lnTo>
                    <a:pt x="4" y="6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109"/>
            <p:cNvSpPr>
              <a:spLocks/>
            </p:cNvSpPr>
            <p:nvPr/>
          </p:nvSpPr>
          <p:spPr bwMode="auto">
            <a:xfrm>
              <a:off x="11118850" y="4981575"/>
              <a:ext cx="107950" cy="277813"/>
            </a:xfrm>
            <a:custGeom>
              <a:avLst/>
              <a:gdLst>
                <a:gd name="T0" fmla="*/ 0 w 68"/>
                <a:gd name="T1" fmla="*/ 46 h 174"/>
                <a:gd name="T2" fmla="*/ 8 w 68"/>
                <a:gd name="T3" fmla="*/ 87 h 174"/>
                <a:gd name="T4" fmla="*/ 0 w 68"/>
                <a:gd name="T5" fmla="*/ 127 h 174"/>
                <a:gd name="T6" fmla="*/ 0 w 68"/>
                <a:gd name="T7" fmla="*/ 174 h 174"/>
                <a:gd name="T8" fmla="*/ 68 w 68"/>
                <a:gd name="T9" fmla="*/ 87 h 174"/>
                <a:gd name="T10" fmla="*/ 0 w 68"/>
                <a:gd name="T11" fmla="*/ 0 h 174"/>
                <a:gd name="T12" fmla="*/ 0 w 68"/>
                <a:gd name="T13" fmla="*/ 46 h 174"/>
              </a:gdLst>
              <a:ahLst/>
              <a:cxnLst>
                <a:cxn ang="0">
                  <a:pos x="T0" y="T1"/>
                </a:cxn>
                <a:cxn ang="0">
                  <a:pos x="T2" y="T3"/>
                </a:cxn>
                <a:cxn ang="0">
                  <a:pos x="T4" y="T5"/>
                </a:cxn>
                <a:cxn ang="0">
                  <a:pos x="T6" y="T7"/>
                </a:cxn>
                <a:cxn ang="0">
                  <a:pos x="T8" y="T9"/>
                </a:cxn>
                <a:cxn ang="0">
                  <a:pos x="T10" y="T11"/>
                </a:cxn>
                <a:cxn ang="0">
                  <a:pos x="T12" y="T13"/>
                </a:cxn>
              </a:cxnLst>
              <a:rect l="0" t="0" r="r" b="b"/>
              <a:pathLst>
                <a:path w="68" h="174">
                  <a:moveTo>
                    <a:pt x="0" y="46"/>
                  </a:moveTo>
                  <a:cubicBezTo>
                    <a:pt x="4" y="59"/>
                    <a:pt x="8" y="73"/>
                    <a:pt x="8" y="87"/>
                  </a:cubicBezTo>
                  <a:cubicBezTo>
                    <a:pt x="8" y="101"/>
                    <a:pt x="4" y="115"/>
                    <a:pt x="0" y="127"/>
                  </a:cubicBezTo>
                  <a:cubicBezTo>
                    <a:pt x="0" y="174"/>
                    <a:pt x="0" y="174"/>
                    <a:pt x="0" y="174"/>
                  </a:cubicBezTo>
                  <a:cubicBezTo>
                    <a:pt x="36" y="164"/>
                    <a:pt x="68" y="129"/>
                    <a:pt x="68" y="87"/>
                  </a:cubicBezTo>
                  <a:cubicBezTo>
                    <a:pt x="68" y="45"/>
                    <a:pt x="36" y="9"/>
                    <a:pt x="0" y="0"/>
                  </a:cubicBezTo>
                  <a:lnTo>
                    <a:pt x="0"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110"/>
            <p:cNvSpPr>
              <a:spLocks/>
            </p:cNvSpPr>
            <p:nvPr/>
          </p:nvSpPr>
          <p:spPr bwMode="auto">
            <a:xfrm>
              <a:off x="11037888" y="5219700"/>
              <a:ext cx="61913" cy="55563"/>
            </a:xfrm>
            <a:custGeom>
              <a:avLst/>
              <a:gdLst>
                <a:gd name="T0" fmla="*/ 0 w 39"/>
                <a:gd name="T1" fmla="*/ 33 h 35"/>
                <a:gd name="T2" fmla="*/ 30 w 39"/>
                <a:gd name="T3" fmla="*/ 32 h 35"/>
                <a:gd name="T4" fmla="*/ 39 w 39"/>
                <a:gd name="T5" fmla="*/ 35 h 35"/>
                <a:gd name="T6" fmla="*/ 39 w 39"/>
                <a:gd name="T7" fmla="*/ 0 h 35"/>
                <a:gd name="T8" fmla="*/ 0 w 39"/>
                <a:gd name="T9" fmla="*/ 33 h 35"/>
              </a:gdLst>
              <a:ahLst/>
              <a:cxnLst>
                <a:cxn ang="0">
                  <a:pos x="T0" y="T1"/>
                </a:cxn>
                <a:cxn ang="0">
                  <a:pos x="T2" y="T3"/>
                </a:cxn>
                <a:cxn ang="0">
                  <a:pos x="T4" y="T5"/>
                </a:cxn>
                <a:cxn ang="0">
                  <a:pos x="T6" y="T7"/>
                </a:cxn>
                <a:cxn ang="0">
                  <a:pos x="T8" y="T9"/>
                </a:cxn>
              </a:cxnLst>
              <a:rect l="0" t="0" r="r" b="b"/>
              <a:pathLst>
                <a:path w="39" h="35">
                  <a:moveTo>
                    <a:pt x="0" y="33"/>
                  </a:moveTo>
                  <a:cubicBezTo>
                    <a:pt x="30" y="32"/>
                    <a:pt x="30" y="32"/>
                    <a:pt x="30" y="32"/>
                  </a:cubicBezTo>
                  <a:cubicBezTo>
                    <a:pt x="39" y="35"/>
                    <a:pt x="39" y="35"/>
                    <a:pt x="39" y="35"/>
                  </a:cubicBezTo>
                  <a:cubicBezTo>
                    <a:pt x="39" y="0"/>
                    <a:pt x="39" y="0"/>
                    <a:pt x="39" y="0"/>
                  </a:cubicBezTo>
                  <a:cubicBezTo>
                    <a:pt x="27" y="14"/>
                    <a:pt x="15" y="25"/>
                    <a:pt x="0"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111"/>
            <p:cNvSpPr>
              <a:spLocks/>
            </p:cNvSpPr>
            <p:nvPr/>
          </p:nvSpPr>
          <p:spPr bwMode="auto">
            <a:xfrm>
              <a:off x="11036300" y="4749800"/>
              <a:ext cx="944563" cy="1666875"/>
            </a:xfrm>
            <a:custGeom>
              <a:avLst/>
              <a:gdLst>
                <a:gd name="T0" fmla="*/ 40 w 592"/>
                <a:gd name="T1" fmla="*/ 170 h 1044"/>
                <a:gd name="T2" fmla="*/ 40 w 592"/>
                <a:gd name="T3" fmla="*/ 40 h 1044"/>
                <a:gd name="T4" fmla="*/ 552 w 592"/>
                <a:gd name="T5" fmla="*/ 40 h 1044"/>
                <a:gd name="T6" fmla="*/ 552 w 592"/>
                <a:gd name="T7" fmla="*/ 1004 h 1044"/>
                <a:gd name="T8" fmla="*/ 76 w 592"/>
                <a:gd name="T9" fmla="*/ 1004 h 1044"/>
                <a:gd name="T10" fmla="*/ 76 w 592"/>
                <a:gd name="T11" fmla="*/ 1041 h 1044"/>
                <a:gd name="T12" fmla="*/ 77 w 592"/>
                <a:gd name="T13" fmla="*/ 1044 h 1044"/>
                <a:gd name="T14" fmla="*/ 592 w 592"/>
                <a:gd name="T15" fmla="*/ 1044 h 1044"/>
                <a:gd name="T16" fmla="*/ 592 w 592"/>
                <a:gd name="T17" fmla="*/ 0 h 1044"/>
                <a:gd name="T18" fmla="*/ 0 w 592"/>
                <a:gd name="T19" fmla="*/ 0 h 1044"/>
                <a:gd name="T20" fmla="*/ 0 w 592"/>
                <a:gd name="T21" fmla="*/ 136 h 1044"/>
                <a:gd name="T22" fmla="*/ 40 w 592"/>
                <a:gd name="T23" fmla="*/ 170 h 1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92" h="1044">
                  <a:moveTo>
                    <a:pt x="40" y="170"/>
                  </a:moveTo>
                  <a:cubicBezTo>
                    <a:pt x="40" y="40"/>
                    <a:pt x="40" y="40"/>
                    <a:pt x="40" y="40"/>
                  </a:cubicBezTo>
                  <a:cubicBezTo>
                    <a:pt x="552" y="40"/>
                    <a:pt x="552" y="40"/>
                    <a:pt x="552" y="40"/>
                  </a:cubicBezTo>
                  <a:cubicBezTo>
                    <a:pt x="552" y="1004"/>
                    <a:pt x="552" y="1004"/>
                    <a:pt x="552" y="1004"/>
                  </a:cubicBezTo>
                  <a:cubicBezTo>
                    <a:pt x="76" y="1004"/>
                    <a:pt x="76" y="1004"/>
                    <a:pt x="76" y="1004"/>
                  </a:cubicBezTo>
                  <a:cubicBezTo>
                    <a:pt x="76" y="1041"/>
                    <a:pt x="76" y="1041"/>
                    <a:pt x="76" y="1041"/>
                  </a:cubicBezTo>
                  <a:cubicBezTo>
                    <a:pt x="76" y="1041"/>
                    <a:pt x="77" y="1040"/>
                    <a:pt x="77" y="1044"/>
                  </a:cubicBezTo>
                  <a:cubicBezTo>
                    <a:pt x="592" y="1044"/>
                    <a:pt x="592" y="1044"/>
                    <a:pt x="592" y="1044"/>
                  </a:cubicBezTo>
                  <a:cubicBezTo>
                    <a:pt x="592" y="0"/>
                    <a:pt x="592" y="0"/>
                    <a:pt x="592" y="0"/>
                  </a:cubicBezTo>
                  <a:cubicBezTo>
                    <a:pt x="0" y="0"/>
                    <a:pt x="0" y="0"/>
                    <a:pt x="0" y="0"/>
                  </a:cubicBezTo>
                  <a:cubicBezTo>
                    <a:pt x="0" y="136"/>
                    <a:pt x="0" y="136"/>
                    <a:pt x="0" y="136"/>
                  </a:cubicBezTo>
                  <a:cubicBezTo>
                    <a:pt x="16" y="144"/>
                    <a:pt x="28" y="156"/>
                    <a:pt x="40" y="1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112"/>
            <p:cNvSpPr>
              <a:spLocks/>
            </p:cNvSpPr>
            <p:nvPr/>
          </p:nvSpPr>
          <p:spPr bwMode="auto">
            <a:xfrm>
              <a:off x="11493500" y="5300663"/>
              <a:ext cx="161925" cy="161925"/>
            </a:xfrm>
            <a:custGeom>
              <a:avLst/>
              <a:gdLst>
                <a:gd name="T0" fmla="*/ 102 w 102"/>
                <a:gd name="T1" fmla="*/ 97 h 102"/>
                <a:gd name="T2" fmla="*/ 5 w 102"/>
                <a:gd name="T3" fmla="*/ 0 h 102"/>
                <a:gd name="T4" fmla="*/ 0 w 102"/>
                <a:gd name="T5" fmla="*/ 5 h 102"/>
                <a:gd name="T6" fmla="*/ 97 w 102"/>
                <a:gd name="T7" fmla="*/ 102 h 102"/>
                <a:gd name="T8" fmla="*/ 102 w 102"/>
                <a:gd name="T9" fmla="*/ 97 h 102"/>
              </a:gdLst>
              <a:ahLst/>
              <a:cxnLst>
                <a:cxn ang="0">
                  <a:pos x="T0" y="T1"/>
                </a:cxn>
                <a:cxn ang="0">
                  <a:pos x="T2" y="T3"/>
                </a:cxn>
                <a:cxn ang="0">
                  <a:pos x="T4" y="T5"/>
                </a:cxn>
                <a:cxn ang="0">
                  <a:pos x="T6" y="T7"/>
                </a:cxn>
                <a:cxn ang="0">
                  <a:pos x="T8" y="T9"/>
                </a:cxn>
              </a:cxnLst>
              <a:rect l="0" t="0" r="r" b="b"/>
              <a:pathLst>
                <a:path w="102" h="102">
                  <a:moveTo>
                    <a:pt x="102" y="97"/>
                  </a:moveTo>
                  <a:lnTo>
                    <a:pt x="5" y="0"/>
                  </a:lnTo>
                  <a:lnTo>
                    <a:pt x="0" y="5"/>
                  </a:lnTo>
                  <a:lnTo>
                    <a:pt x="97" y="102"/>
                  </a:lnTo>
                  <a:lnTo>
                    <a:pt x="102" y="9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113"/>
            <p:cNvSpPr>
              <a:spLocks/>
            </p:cNvSpPr>
            <p:nvPr/>
          </p:nvSpPr>
          <p:spPr bwMode="auto">
            <a:xfrm>
              <a:off x="11456988" y="5335588"/>
              <a:ext cx="160338" cy="163513"/>
            </a:xfrm>
            <a:custGeom>
              <a:avLst/>
              <a:gdLst>
                <a:gd name="T0" fmla="*/ 0 w 101"/>
                <a:gd name="T1" fmla="*/ 5 h 103"/>
                <a:gd name="T2" fmla="*/ 96 w 101"/>
                <a:gd name="T3" fmla="*/ 103 h 103"/>
                <a:gd name="T4" fmla="*/ 101 w 101"/>
                <a:gd name="T5" fmla="*/ 97 h 103"/>
                <a:gd name="T6" fmla="*/ 5 w 101"/>
                <a:gd name="T7" fmla="*/ 0 h 103"/>
                <a:gd name="T8" fmla="*/ 0 w 101"/>
                <a:gd name="T9" fmla="*/ 5 h 103"/>
              </a:gdLst>
              <a:ahLst/>
              <a:cxnLst>
                <a:cxn ang="0">
                  <a:pos x="T0" y="T1"/>
                </a:cxn>
                <a:cxn ang="0">
                  <a:pos x="T2" y="T3"/>
                </a:cxn>
                <a:cxn ang="0">
                  <a:pos x="T4" y="T5"/>
                </a:cxn>
                <a:cxn ang="0">
                  <a:pos x="T6" y="T7"/>
                </a:cxn>
                <a:cxn ang="0">
                  <a:pos x="T8" y="T9"/>
                </a:cxn>
              </a:cxnLst>
              <a:rect l="0" t="0" r="r" b="b"/>
              <a:pathLst>
                <a:path w="101" h="103">
                  <a:moveTo>
                    <a:pt x="0" y="5"/>
                  </a:moveTo>
                  <a:lnTo>
                    <a:pt x="96" y="103"/>
                  </a:lnTo>
                  <a:lnTo>
                    <a:pt x="101" y="97"/>
                  </a:lnTo>
                  <a:lnTo>
                    <a:pt x="5"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114"/>
            <p:cNvSpPr>
              <a:spLocks/>
            </p:cNvSpPr>
            <p:nvPr/>
          </p:nvSpPr>
          <p:spPr bwMode="auto">
            <a:xfrm>
              <a:off x="11403013" y="5246688"/>
              <a:ext cx="306388" cy="304800"/>
            </a:xfrm>
            <a:custGeom>
              <a:avLst/>
              <a:gdLst>
                <a:gd name="T0" fmla="*/ 193 w 193"/>
                <a:gd name="T1" fmla="*/ 187 h 192"/>
                <a:gd name="T2" fmla="*/ 6 w 193"/>
                <a:gd name="T3" fmla="*/ 0 h 192"/>
                <a:gd name="T4" fmla="*/ 0 w 193"/>
                <a:gd name="T5" fmla="*/ 5 h 192"/>
                <a:gd name="T6" fmla="*/ 188 w 193"/>
                <a:gd name="T7" fmla="*/ 192 h 192"/>
                <a:gd name="T8" fmla="*/ 193 w 193"/>
                <a:gd name="T9" fmla="*/ 187 h 192"/>
              </a:gdLst>
              <a:ahLst/>
              <a:cxnLst>
                <a:cxn ang="0">
                  <a:pos x="T0" y="T1"/>
                </a:cxn>
                <a:cxn ang="0">
                  <a:pos x="T2" y="T3"/>
                </a:cxn>
                <a:cxn ang="0">
                  <a:pos x="T4" y="T5"/>
                </a:cxn>
                <a:cxn ang="0">
                  <a:pos x="T6" y="T7"/>
                </a:cxn>
                <a:cxn ang="0">
                  <a:pos x="T8" y="T9"/>
                </a:cxn>
              </a:cxnLst>
              <a:rect l="0" t="0" r="r" b="b"/>
              <a:pathLst>
                <a:path w="193" h="192">
                  <a:moveTo>
                    <a:pt x="193" y="187"/>
                  </a:moveTo>
                  <a:lnTo>
                    <a:pt x="6" y="0"/>
                  </a:lnTo>
                  <a:lnTo>
                    <a:pt x="0" y="5"/>
                  </a:lnTo>
                  <a:lnTo>
                    <a:pt x="188" y="192"/>
                  </a:lnTo>
                  <a:lnTo>
                    <a:pt x="193" y="1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115"/>
            <p:cNvSpPr>
              <a:spLocks noEditPoints="1"/>
            </p:cNvSpPr>
            <p:nvPr/>
          </p:nvSpPr>
          <p:spPr bwMode="auto">
            <a:xfrm>
              <a:off x="10580688" y="5081588"/>
              <a:ext cx="692150" cy="1409700"/>
            </a:xfrm>
            <a:custGeom>
              <a:avLst/>
              <a:gdLst>
                <a:gd name="T0" fmla="*/ 345 w 434"/>
                <a:gd name="T1" fmla="*/ 537 h 883"/>
                <a:gd name="T2" fmla="*/ 383 w 434"/>
                <a:gd name="T3" fmla="*/ 409 h 883"/>
                <a:gd name="T4" fmla="*/ 423 w 434"/>
                <a:gd name="T5" fmla="*/ 348 h 883"/>
                <a:gd name="T6" fmla="*/ 431 w 434"/>
                <a:gd name="T7" fmla="*/ 312 h 883"/>
                <a:gd name="T8" fmla="*/ 431 w 434"/>
                <a:gd name="T9" fmla="*/ 311 h 883"/>
                <a:gd name="T10" fmla="*/ 326 w 434"/>
                <a:gd name="T11" fmla="*/ 138 h 883"/>
                <a:gd name="T12" fmla="*/ 161 w 434"/>
                <a:gd name="T13" fmla="*/ 136 h 883"/>
                <a:gd name="T14" fmla="*/ 159 w 434"/>
                <a:gd name="T15" fmla="*/ 137 h 883"/>
                <a:gd name="T16" fmla="*/ 68 w 434"/>
                <a:gd name="T17" fmla="*/ 138 h 883"/>
                <a:gd name="T18" fmla="*/ 56 w 434"/>
                <a:gd name="T19" fmla="*/ 1 h 883"/>
                <a:gd name="T20" fmla="*/ 43 w 434"/>
                <a:gd name="T21" fmla="*/ 8 h 883"/>
                <a:gd name="T22" fmla="*/ 43 w 434"/>
                <a:gd name="T23" fmla="*/ 16 h 883"/>
                <a:gd name="T24" fmla="*/ 35 w 434"/>
                <a:gd name="T25" fmla="*/ 29 h 883"/>
                <a:gd name="T26" fmla="*/ 22 w 434"/>
                <a:gd name="T27" fmla="*/ 87 h 883"/>
                <a:gd name="T28" fmla="*/ 1 w 434"/>
                <a:gd name="T29" fmla="*/ 116 h 883"/>
                <a:gd name="T30" fmla="*/ 90 w 434"/>
                <a:gd name="T31" fmla="*/ 206 h 883"/>
                <a:gd name="T32" fmla="*/ 129 w 434"/>
                <a:gd name="T33" fmla="*/ 365 h 883"/>
                <a:gd name="T34" fmla="*/ 129 w 434"/>
                <a:gd name="T35" fmla="*/ 833 h 883"/>
                <a:gd name="T36" fmla="*/ 229 w 434"/>
                <a:gd name="T37" fmla="*/ 833 h 883"/>
                <a:gd name="T38" fmla="*/ 237 w 434"/>
                <a:gd name="T39" fmla="*/ 472 h 883"/>
                <a:gd name="T40" fmla="*/ 249 w 434"/>
                <a:gd name="T41" fmla="*/ 833 h 883"/>
                <a:gd name="T42" fmla="*/ 345 w 434"/>
                <a:gd name="T43" fmla="*/ 833 h 883"/>
                <a:gd name="T44" fmla="*/ 271 w 434"/>
                <a:gd name="T45" fmla="*/ 521 h 883"/>
                <a:gd name="T46" fmla="*/ 357 w 434"/>
                <a:gd name="T47" fmla="*/ 297 h 883"/>
                <a:gd name="T48" fmla="*/ 255 w 434"/>
                <a:gd name="T49" fmla="*/ 327 h 883"/>
                <a:gd name="T50" fmla="*/ 287 w 434"/>
                <a:gd name="T51" fmla="*/ 332 h 883"/>
                <a:gd name="T52" fmla="*/ 226 w 434"/>
                <a:gd name="T53" fmla="*/ 370 h 883"/>
                <a:gd name="T54" fmla="*/ 261 w 434"/>
                <a:gd name="T55" fmla="*/ 400 h 883"/>
                <a:gd name="T56" fmla="*/ 272 w 434"/>
                <a:gd name="T57" fmla="*/ 408 h 883"/>
                <a:gd name="T58" fmla="*/ 258 w 434"/>
                <a:gd name="T59" fmla="*/ 408 h 883"/>
                <a:gd name="T60" fmla="*/ 217 w 434"/>
                <a:gd name="T61" fmla="*/ 371 h 883"/>
                <a:gd name="T62" fmla="*/ 357 w 434"/>
                <a:gd name="T63" fmla="*/ 288 h 883"/>
                <a:gd name="T64" fmla="*/ 345 w 434"/>
                <a:gd name="T65" fmla="*/ 257 h 8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4" h="883">
                  <a:moveTo>
                    <a:pt x="345" y="833"/>
                  </a:moveTo>
                  <a:cubicBezTo>
                    <a:pt x="345" y="537"/>
                    <a:pt x="345" y="537"/>
                    <a:pt x="345" y="537"/>
                  </a:cubicBezTo>
                  <a:cubicBezTo>
                    <a:pt x="361" y="535"/>
                    <a:pt x="372" y="531"/>
                    <a:pt x="377" y="524"/>
                  </a:cubicBezTo>
                  <a:cubicBezTo>
                    <a:pt x="386" y="511"/>
                    <a:pt x="383" y="419"/>
                    <a:pt x="383" y="409"/>
                  </a:cubicBezTo>
                  <a:cubicBezTo>
                    <a:pt x="382" y="397"/>
                    <a:pt x="382" y="386"/>
                    <a:pt x="381" y="376"/>
                  </a:cubicBezTo>
                  <a:cubicBezTo>
                    <a:pt x="400" y="369"/>
                    <a:pt x="415" y="360"/>
                    <a:pt x="423" y="348"/>
                  </a:cubicBezTo>
                  <a:cubicBezTo>
                    <a:pt x="431" y="338"/>
                    <a:pt x="434" y="326"/>
                    <a:pt x="432" y="314"/>
                  </a:cubicBezTo>
                  <a:cubicBezTo>
                    <a:pt x="431" y="313"/>
                    <a:pt x="431" y="313"/>
                    <a:pt x="431" y="312"/>
                  </a:cubicBezTo>
                  <a:cubicBezTo>
                    <a:pt x="431" y="311"/>
                    <a:pt x="431" y="311"/>
                    <a:pt x="431" y="311"/>
                  </a:cubicBezTo>
                  <a:cubicBezTo>
                    <a:pt x="431" y="311"/>
                    <a:pt x="431" y="311"/>
                    <a:pt x="431" y="311"/>
                  </a:cubicBezTo>
                  <a:cubicBezTo>
                    <a:pt x="395" y="169"/>
                    <a:pt x="342" y="143"/>
                    <a:pt x="326" y="138"/>
                  </a:cubicBezTo>
                  <a:cubicBezTo>
                    <a:pt x="326" y="138"/>
                    <a:pt x="326" y="138"/>
                    <a:pt x="326" y="138"/>
                  </a:cubicBezTo>
                  <a:cubicBezTo>
                    <a:pt x="323" y="137"/>
                    <a:pt x="319" y="136"/>
                    <a:pt x="315" y="136"/>
                  </a:cubicBezTo>
                  <a:cubicBezTo>
                    <a:pt x="161" y="136"/>
                    <a:pt x="161" y="136"/>
                    <a:pt x="161" y="136"/>
                  </a:cubicBezTo>
                  <a:cubicBezTo>
                    <a:pt x="160" y="136"/>
                    <a:pt x="160" y="136"/>
                    <a:pt x="159" y="136"/>
                  </a:cubicBezTo>
                  <a:cubicBezTo>
                    <a:pt x="159" y="136"/>
                    <a:pt x="159" y="137"/>
                    <a:pt x="159" y="137"/>
                  </a:cubicBezTo>
                  <a:cubicBezTo>
                    <a:pt x="148" y="137"/>
                    <a:pt x="137" y="138"/>
                    <a:pt x="124" y="139"/>
                  </a:cubicBezTo>
                  <a:cubicBezTo>
                    <a:pt x="107" y="142"/>
                    <a:pt x="75" y="146"/>
                    <a:pt x="68" y="138"/>
                  </a:cubicBezTo>
                  <a:cubicBezTo>
                    <a:pt x="68" y="137"/>
                    <a:pt x="57" y="122"/>
                    <a:pt x="79" y="56"/>
                  </a:cubicBezTo>
                  <a:cubicBezTo>
                    <a:pt x="86" y="38"/>
                    <a:pt x="78" y="20"/>
                    <a:pt x="56" y="1"/>
                  </a:cubicBezTo>
                  <a:cubicBezTo>
                    <a:pt x="47" y="0"/>
                    <a:pt x="47" y="0"/>
                    <a:pt x="47" y="0"/>
                  </a:cubicBezTo>
                  <a:cubicBezTo>
                    <a:pt x="43" y="8"/>
                    <a:pt x="43" y="8"/>
                    <a:pt x="43" y="8"/>
                  </a:cubicBezTo>
                  <a:cubicBezTo>
                    <a:pt x="47" y="11"/>
                    <a:pt x="47" y="11"/>
                    <a:pt x="47" y="11"/>
                  </a:cubicBezTo>
                  <a:cubicBezTo>
                    <a:pt x="43" y="16"/>
                    <a:pt x="43" y="16"/>
                    <a:pt x="43" y="16"/>
                  </a:cubicBezTo>
                  <a:cubicBezTo>
                    <a:pt x="37" y="25"/>
                    <a:pt x="37" y="25"/>
                    <a:pt x="37" y="25"/>
                  </a:cubicBezTo>
                  <a:cubicBezTo>
                    <a:pt x="35" y="29"/>
                    <a:pt x="35" y="29"/>
                    <a:pt x="35" y="29"/>
                  </a:cubicBezTo>
                  <a:cubicBezTo>
                    <a:pt x="30" y="39"/>
                    <a:pt x="17" y="69"/>
                    <a:pt x="21" y="84"/>
                  </a:cubicBezTo>
                  <a:cubicBezTo>
                    <a:pt x="22" y="87"/>
                    <a:pt x="22" y="87"/>
                    <a:pt x="22" y="87"/>
                  </a:cubicBezTo>
                  <a:cubicBezTo>
                    <a:pt x="20" y="90"/>
                    <a:pt x="20" y="90"/>
                    <a:pt x="20" y="90"/>
                  </a:cubicBezTo>
                  <a:cubicBezTo>
                    <a:pt x="1" y="116"/>
                    <a:pt x="1" y="116"/>
                    <a:pt x="1" y="116"/>
                  </a:cubicBezTo>
                  <a:cubicBezTo>
                    <a:pt x="0" y="142"/>
                    <a:pt x="6" y="163"/>
                    <a:pt x="19" y="178"/>
                  </a:cubicBezTo>
                  <a:cubicBezTo>
                    <a:pt x="37" y="201"/>
                    <a:pt x="63" y="206"/>
                    <a:pt x="90" y="206"/>
                  </a:cubicBezTo>
                  <a:cubicBezTo>
                    <a:pt x="103" y="206"/>
                    <a:pt x="117" y="205"/>
                    <a:pt x="129" y="203"/>
                  </a:cubicBezTo>
                  <a:cubicBezTo>
                    <a:pt x="129" y="365"/>
                    <a:pt x="129" y="365"/>
                    <a:pt x="129" y="365"/>
                  </a:cubicBezTo>
                  <a:cubicBezTo>
                    <a:pt x="129" y="441"/>
                    <a:pt x="129" y="441"/>
                    <a:pt x="129" y="441"/>
                  </a:cubicBezTo>
                  <a:cubicBezTo>
                    <a:pt x="129" y="833"/>
                    <a:pt x="129" y="833"/>
                    <a:pt x="129" y="833"/>
                  </a:cubicBezTo>
                  <a:cubicBezTo>
                    <a:pt x="129" y="860"/>
                    <a:pt x="152" y="883"/>
                    <a:pt x="179" y="883"/>
                  </a:cubicBezTo>
                  <a:cubicBezTo>
                    <a:pt x="206" y="883"/>
                    <a:pt x="229" y="860"/>
                    <a:pt x="229" y="833"/>
                  </a:cubicBezTo>
                  <a:cubicBezTo>
                    <a:pt x="229" y="472"/>
                    <a:pt x="229" y="472"/>
                    <a:pt x="229" y="472"/>
                  </a:cubicBezTo>
                  <a:cubicBezTo>
                    <a:pt x="237" y="472"/>
                    <a:pt x="237" y="472"/>
                    <a:pt x="237" y="472"/>
                  </a:cubicBezTo>
                  <a:cubicBezTo>
                    <a:pt x="240" y="476"/>
                    <a:pt x="245" y="481"/>
                    <a:pt x="249" y="485"/>
                  </a:cubicBezTo>
                  <a:cubicBezTo>
                    <a:pt x="249" y="833"/>
                    <a:pt x="249" y="833"/>
                    <a:pt x="249" y="833"/>
                  </a:cubicBezTo>
                  <a:cubicBezTo>
                    <a:pt x="249" y="860"/>
                    <a:pt x="270" y="883"/>
                    <a:pt x="297" y="883"/>
                  </a:cubicBezTo>
                  <a:cubicBezTo>
                    <a:pt x="324" y="883"/>
                    <a:pt x="345" y="860"/>
                    <a:pt x="345" y="833"/>
                  </a:cubicBezTo>
                  <a:close/>
                  <a:moveTo>
                    <a:pt x="371" y="519"/>
                  </a:moveTo>
                  <a:cubicBezTo>
                    <a:pt x="362" y="531"/>
                    <a:pt x="303" y="537"/>
                    <a:pt x="271" y="521"/>
                  </a:cubicBezTo>
                  <a:cubicBezTo>
                    <a:pt x="238" y="504"/>
                    <a:pt x="299" y="391"/>
                    <a:pt x="298" y="291"/>
                  </a:cubicBezTo>
                  <a:cubicBezTo>
                    <a:pt x="298" y="291"/>
                    <a:pt x="341" y="285"/>
                    <a:pt x="357" y="297"/>
                  </a:cubicBezTo>
                  <a:cubicBezTo>
                    <a:pt x="377" y="312"/>
                    <a:pt x="380" y="507"/>
                    <a:pt x="371" y="519"/>
                  </a:cubicBezTo>
                  <a:close/>
                  <a:moveTo>
                    <a:pt x="255" y="327"/>
                  </a:moveTo>
                  <a:cubicBezTo>
                    <a:pt x="266" y="326"/>
                    <a:pt x="278" y="324"/>
                    <a:pt x="288" y="323"/>
                  </a:cubicBezTo>
                  <a:cubicBezTo>
                    <a:pt x="288" y="326"/>
                    <a:pt x="288" y="329"/>
                    <a:pt x="287" y="332"/>
                  </a:cubicBezTo>
                  <a:cubicBezTo>
                    <a:pt x="277" y="334"/>
                    <a:pt x="266" y="335"/>
                    <a:pt x="256" y="336"/>
                  </a:cubicBezTo>
                  <a:cubicBezTo>
                    <a:pt x="238" y="337"/>
                    <a:pt x="225" y="353"/>
                    <a:pt x="226" y="370"/>
                  </a:cubicBezTo>
                  <a:cubicBezTo>
                    <a:pt x="228" y="387"/>
                    <a:pt x="242" y="400"/>
                    <a:pt x="258" y="400"/>
                  </a:cubicBezTo>
                  <a:cubicBezTo>
                    <a:pt x="259" y="400"/>
                    <a:pt x="260" y="400"/>
                    <a:pt x="261" y="400"/>
                  </a:cubicBezTo>
                  <a:cubicBezTo>
                    <a:pt x="265" y="399"/>
                    <a:pt x="270" y="399"/>
                    <a:pt x="274" y="398"/>
                  </a:cubicBezTo>
                  <a:cubicBezTo>
                    <a:pt x="273" y="402"/>
                    <a:pt x="273" y="405"/>
                    <a:pt x="272" y="408"/>
                  </a:cubicBezTo>
                  <a:cubicBezTo>
                    <a:pt x="268" y="408"/>
                    <a:pt x="265" y="408"/>
                    <a:pt x="262" y="408"/>
                  </a:cubicBezTo>
                  <a:cubicBezTo>
                    <a:pt x="261" y="408"/>
                    <a:pt x="260" y="408"/>
                    <a:pt x="258" y="408"/>
                  </a:cubicBezTo>
                  <a:cubicBezTo>
                    <a:pt x="258" y="408"/>
                    <a:pt x="258" y="408"/>
                    <a:pt x="258" y="408"/>
                  </a:cubicBezTo>
                  <a:cubicBezTo>
                    <a:pt x="237" y="408"/>
                    <a:pt x="219" y="392"/>
                    <a:pt x="217" y="371"/>
                  </a:cubicBezTo>
                  <a:cubicBezTo>
                    <a:pt x="215" y="348"/>
                    <a:pt x="232" y="329"/>
                    <a:pt x="255" y="327"/>
                  </a:cubicBezTo>
                  <a:close/>
                  <a:moveTo>
                    <a:pt x="357" y="288"/>
                  </a:moveTo>
                  <a:cubicBezTo>
                    <a:pt x="353" y="287"/>
                    <a:pt x="349" y="285"/>
                    <a:pt x="345" y="284"/>
                  </a:cubicBezTo>
                  <a:cubicBezTo>
                    <a:pt x="345" y="257"/>
                    <a:pt x="345" y="257"/>
                    <a:pt x="345" y="257"/>
                  </a:cubicBezTo>
                  <a:cubicBezTo>
                    <a:pt x="349" y="266"/>
                    <a:pt x="353" y="277"/>
                    <a:pt x="357" y="2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116"/>
            <p:cNvSpPr>
              <a:spLocks noEditPoints="1"/>
            </p:cNvSpPr>
            <p:nvPr/>
          </p:nvSpPr>
          <p:spPr bwMode="auto">
            <a:xfrm>
              <a:off x="10817225" y="4976813"/>
              <a:ext cx="287338" cy="287338"/>
            </a:xfrm>
            <a:custGeom>
              <a:avLst/>
              <a:gdLst>
                <a:gd name="T0" fmla="*/ 180 w 180"/>
                <a:gd name="T1" fmla="*/ 90 h 180"/>
                <a:gd name="T2" fmla="*/ 90 w 180"/>
                <a:gd name="T3" fmla="*/ 0 h 180"/>
                <a:gd name="T4" fmla="*/ 0 w 180"/>
                <a:gd name="T5" fmla="*/ 90 h 180"/>
                <a:gd name="T6" fmla="*/ 90 w 180"/>
                <a:gd name="T7" fmla="*/ 180 h 180"/>
                <a:gd name="T8" fmla="*/ 180 w 180"/>
                <a:gd name="T9" fmla="*/ 90 h 180"/>
                <a:gd name="T10" fmla="*/ 34 w 180"/>
                <a:gd name="T11" fmla="*/ 126 h 180"/>
                <a:gd name="T12" fmla="*/ 146 w 180"/>
                <a:gd name="T13" fmla="*/ 126 h 180"/>
                <a:gd name="T14" fmla="*/ 90 w 180"/>
                <a:gd name="T15" fmla="*/ 157 h 180"/>
                <a:gd name="T16" fmla="*/ 34 w 180"/>
                <a:gd name="T17" fmla="*/ 126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0" h="180">
                  <a:moveTo>
                    <a:pt x="180" y="90"/>
                  </a:moveTo>
                  <a:cubicBezTo>
                    <a:pt x="180" y="40"/>
                    <a:pt x="140" y="0"/>
                    <a:pt x="90" y="0"/>
                  </a:cubicBezTo>
                  <a:cubicBezTo>
                    <a:pt x="40" y="0"/>
                    <a:pt x="0" y="40"/>
                    <a:pt x="0" y="90"/>
                  </a:cubicBezTo>
                  <a:cubicBezTo>
                    <a:pt x="0" y="140"/>
                    <a:pt x="40" y="180"/>
                    <a:pt x="90" y="180"/>
                  </a:cubicBezTo>
                  <a:cubicBezTo>
                    <a:pt x="140" y="180"/>
                    <a:pt x="180" y="140"/>
                    <a:pt x="180" y="90"/>
                  </a:cubicBezTo>
                  <a:close/>
                  <a:moveTo>
                    <a:pt x="34" y="126"/>
                  </a:moveTo>
                  <a:cubicBezTo>
                    <a:pt x="146" y="126"/>
                    <a:pt x="146" y="126"/>
                    <a:pt x="146" y="126"/>
                  </a:cubicBezTo>
                  <a:cubicBezTo>
                    <a:pt x="134" y="142"/>
                    <a:pt x="114" y="157"/>
                    <a:pt x="90" y="157"/>
                  </a:cubicBezTo>
                  <a:cubicBezTo>
                    <a:pt x="66" y="157"/>
                    <a:pt x="45" y="142"/>
                    <a:pt x="34" y="1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17"/>
            <p:cNvSpPr>
              <a:spLocks/>
            </p:cNvSpPr>
            <p:nvPr/>
          </p:nvSpPr>
          <p:spPr bwMode="auto">
            <a:xfrm>
              <a:off x="10426700" y="5089525"/>
              <a:ext cx="200025" cy="227013"/>
            </a:xfrm>
            <a:custGeom>
              <a:avLst/>
              <a:gdLst>
                <a:gd name="T0" fmla="*/ 112 w 126"/>
                <a:gd name="T1" fmla="*/ 81 h 142"/>
                <a:gd name="T2" fmla="*/ 126 w 126"/>
                <a:gd name="T3" fmla="*/ 21 h 142"/>
                <a:gd name="T4" fmla="*/ 111 w 126"/>
                <a:gd name="T5" fmla="*/ 10 h 142"/>
                <a:gd name="T6" fmla="*/ 97 w 126"/>
                <a:gd name="T7" fmla="*/ 0 h 142"/>
                <a:gd name="T8" fmla="*/ 44 w 126"/>
                <a:gd name="T9" fmla="*/ 32 h 142"/>
                <a:gd name="T10" fmla="*/ 0 w 126"/>
                <a:gd name="T11" fmla="*/ 93 h 142"/>
                <a:gd name="T12" fmla="*/ 29 w 126"/>
                <a:gd name="T13" fmla="*/ 125 h 142"/>
                <a:gd name="T14" fmla="*/ 68 w 126"/>
                <a:gd name="T15" fmla="*/ 142 h 142"/>
                <a:gd name="T16" fmla="*/ 112 w 126"/>
                <a:gd name="T17" fmla="*/ 81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 h="142">
                  <a:moveTo>
                    <a:pt x="112" y="81"/>
                  </a:moveTo>
                  <a:cubicBezTo>
                    <a:pt x="107" y="59"/>
                    <a:pt x="126" y="21"/>
                    <a:pt x="126" y="21"/>
                  </a:cubicBezTo>
                  <a:cubicBezTo>
                    <a:pt x="111" y="10"/>
                    <a:pt x="111" y="10"/>
                    <a:pt x="111" y="10"/>
                  </a:cubicBezTo>
                  <a:cubicBezTo>
                    <a:pt x="97" y="0"/>
                    <a:pt x="97" y="0"/>
                    <a:pt x="97" y="0"/>
                  </a:cubicBezTo>
                  <a:cubicBezTo>
                    <a:pt x="97" y="0"/>
                    <a:pt x="66" y="30"/>
                    <a:pt x="44" y="32"/>
                  </a:cubicBezTo>
                  <a:cubicBezTo>
                    <a:pt x="0" y="93"/>
                    <a:pt x="0" y="93"/>
                    <a:pt x="0" y="93"/>
                  </a:cubicBezTo>
                  <a:cubicBezTo>
                    <a:pt x="0" y="93"/>
                    <a:pt x="7" y="110"/>
                    <a:pt x="29" y="125"/>
                  </a:cubicBezTo>
                  <a:cubicBezTo>
                    <a:pt x="50" y="140"/>
                    <a:pt x="68" y="142"/>
                    <a:pt x="68" y="142"/>
                  </a:cubicBezTo>
                  <a:lnTo>
                    <a:pt x="112" y="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118"/>
            <p:cNvSpPr>
              <a:spLocks/>
            </p:cNvSpPr>
            <p:nvPr/>
          </p:nvSpPr>
          <p:spPr bwMode="auto">
            <a:xfrm>
              <a:off x="10520363" y="4957763"/>
              <a:ext cx="158750" cy="133350"/>
            </a:xfrm>
            <a:custGeom>
              <a:avLst/>
              <a:gdLst>
                <a:gd name="T0" fmla="*/ 54 w 100"/>
                <a:gd name="T1" fmla="*/ 69 h 84"/>
                <a:gd name="T2" fmla="*/ 75 w 100"/>
                <a:gd name="T3" fmla="*/ 84 h 84"/>
                <a:gd name="T4" fmla="*/ 82 w 100"/>
                <a:gd name="T5" fmla="*/ 71 h 84"/>
                <a:gd name="T6" fmla="*/ 100 w 100"/>
                <a:gd name="T7" fmla="*/ 73 h 84"/>
                <a:gd name="T8" fmla="*/ 92 w 100"/>
                <a:gd name="T9" fmla="*/ 47 h 84"/>
                <a:gd name="T10" fmla="*/ 58 w 100"/>
                <a:gd name="T11" fmla="*/ 0 h 84"/>
                <a:gd name="T12" fmla="*/ 48 w 100"/>
                <a:gd name="T13" fmla="*/ 8 h 84"/>
                <a:gd name="T14" fmla="*/ 53 w 100"/>
                <a:gd name="T15" fmla="*/ 18 h 84"/>
                <a:gd name="T16" fmla="*/ 41 w 100"/>
                <a:gd name="T17" fmla="*/ 39 h 84"/>
                <a:gd name="T18" fmla="*/ 0 w 100"/>
                <a:gd name="T19" fmla="*/ 45 h 84"/>
                <a:gd name="T20" fmla="*/ 3 w 100"/>
                <a:gd name="T21" fmla="*/ 51 h 84"/>
                <a:gd name="T22" fmla="*/ 46 w 100"/>
                <a:gd name="T23" fmla="*/ 48 h 84"/>
                <a:gd name="T24" fmla="*/ 66 w 100"/>
                <a:gd name="T25" fmla="*/ 56 h 84"/>
                <a:gd name="T26" fmla="*/ 54 w 100"/>
                <a:gd name="T27" fmla="*/ 69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0" h="84">
                  <a:moveTo>
                    <a:pt x="54" y="69"/>
                  </a:moveTo>
                  <a:lnTo>
                    <a:pt x="75" y="84"/>
                  </a:lnTo>
                  <a:lnTo>
                    <a:pt x="82" y="71"/>
                  </a:lnTo>
                  <a:lnTo>
                    <a:pt x="100" y="73"/>
                  </a:lnTo>
                  <a:lnTo>
                    <a:pt x="92" y="47"/>
                  </a:lnTo>
                  <a:lnTo>
                    <a:pt x="58" y="0"/>
                  </a:lnTo>
                  <a:lnTo>
                    <a:pt x="48" y="8"/>
                  </a:lnTo>
                  <a:lnTo>
                    <a:pt x="53" y="18"/>
                  </a:lnTo>
                  <a:lnTo>
                    <a:pt x="41" y="39"/>
                  </a:lnTo>
                  <a:lnTo>
                    <a:pt x="0" y="45"/>
                  </a:lnTo>
                  <a:lnTo>
                    <a:pt x="3" y="51"/>
                  </a:lnTo>
                  <a:lnTo>
                    <a:pt x="46" y="48"/>
                  </a:lnTo>
                  <a:lnTo>
                    <a:pt x="66" y="56"/>
                  </a:lnTo>
                  <a:lnTo>
                    <a:pt x="54"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119"/>
            <p:cNvSpPr>
              <a:spLocks/>
            </p:cNvSpPr>
            <p:nvPr/>
          </p:nvSpPr>
          <p:spPr bwMode="auto">
            <a:xfrm>
              <a:off x="10585450" y="5068888"/>
              <a:ext cx="55563" cy="47625"/>
            </a:xfrm>
            <a:custGeom>
              <a:avLst/>
              <a:gdLst>
                <a:gd name="T0" fmla="*/ 7 w 35"/>
                <a:gd name="T1" fmla="*/ 0 h 30"/>
                <a:gd name="T2" fmla="*/ 0 w 35"/>
                <a:gd name="T3" fmla="*/ 10 h 30"/>
                <a:gd name="T4" fmla="*/ 28 w 35"/>
                <a:gd name="T5" fmla="*/ 30 h 30"/>
                <a:gd name="T6" fmla="*/ 35 w 35"/>
                <a:gd name="T7" fmla="*/ 20 h 30"/>
                <a:gd name="T8" fmla="*/ 7 w 35"/>
                <a:gd name="T9" fmla="*/ 0 h 30"/>
              </a:gdLst>
              <a:ahLst/>
              <a:cxnLst>
                <a:cxn ang="0">
                  <a:pos x="T0" y="T1"/>
                </a:cxn>
                <a:cxn ang="0">
                  <a:pos x="T2" y="T3"/>
                </a:cxn>
                <a:cxn ang="0">
                  <a:pos x="T4" y="T5"/>
                </a:cxn>
                <a:cxn ang="0">
                  <a:pos x="T6" y="T7"/>
                </a:cxn>
                <a:cxn ang="0">
                  <a:pos x="T8" y="T9"/>
                </a:cxn>
              </a:cxnLst>
              <a:rect l="0" t="0" r="r" b="b"/>
              <a:pathLst>
                <a:path w="35" h="30">
                  <a:moveTo>
                    <a:pt x="7" y="0"/>
                  </a:moveTo>
                  <a:lnTo>
                    <a:pt x="0" y="10"/>
                  </a:lnTo>
                  <a:lnTo>
                    <a:pt x="28" y="30"/>
                  </a:lnTo>
                  <a:lnTo>
                    <a:pt x="35" y="20"/>
                  </a:lnTo>
                  <a:lnTo>
                    <a:pt x="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120"/>
            <p:cNvSpPr>
              <a:spLocks/>
            </p:cNvSpPr>
            <p:nvPr/>
          </p:nvSpPr>
          <p:spPr bwMode="auto">
            <a:xfrm>
              <a:off x="11129963" y="5572125"/>
              <a:ext cx="42863" cy="255588"/>
            </a:xfrm>
            <a:custGeom>
              <a:avLst/>
              <a:gdLst>
                <a:gd name="T0" fmla="*/ 8 w 27"/>
                <a:gd name="T1" fmla="*/ 0 h 160"/>
                <a:gd name="T2" fmla="*/ 0 w 27"/>
                <a:gd name="T3" fmla="*/ 2 h 160"/>
                <a:gd name="T4" fmla="*/ 6 w 27"/>
                <a:gd name="T5" fmla="*/ 159 h 160"/>
                <a:gd name="T6" fmla="*/ 14 w 27"/>
                <a:gd name="T7" fmla="*/ 160 h 160"/>
                <a:gd name="T8" fmla="*/ 8 w 27"/>
                <a:gd name="T9" fmla="*/ 0 h 160"/>
              </a:gdLst>
              <a:ahLst/>
              <a:cxnLst>
                <a:cxn ang="0">
                  <a:pos x="T0" y="T1"/>
                </a:cxn>
                <a:cxn ang="0">
                  <a:pos x="T2" y="T3"/>
                </a:cxn>
                <a:cxn ang="0">
                  <a:pos x="T4" y="T5"/>
                </a:cxn>
                <a:cxn ang="0">
                  <a:pos x="T6" y="T7"/>
                </a:cxn>
                <a:cxn ang="0">
                  <a:pos x="T8" y="T9"/>
                </a:cxn>
              </a:cxnLst>
              <a:rect l="0" t="0" r="r" b="b"/>
              <a:pathLst>
                <a:path w="27" h="160">
                  <a:moveTo>
                    <a:pt x="8" y="0"/>
                  </a:moveTo>
                  <a:cubicBezTo>
                    <a:pt x="0" y="2"/>
                    <a:pt x="0" y="2"/>
                    <a:pt x="0" y="2"/>
                  </a:cubicBezTo>
                  <a:cubicBezTo>
                    <a:pt x="0" y="2"/>
                    <a:pt x="19" y="82"/>
                    <a:pt x="6" y="159"/>
                  </a:cubicBezTo>
                  <a:cubicBezTo>
                    <a:pt x="14" y="160"/>
                    <a:pt x="14" y="160"/>
                    <a:pt x="14" y="160"/>
                  </a:cubicBezTo>
                  <a:cubicBezTo>
                    <a:pt x="27" y="82"/>
                    <a:pt x="8"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121"/>
            <p:cNvSpPr>
              <a:spLocks/>
            </p:cNvSpPr>
            <p:nvPr/>
          </p:nvSpPr>
          <p:spPr bwMode="auto">
            <a:xfrm>
              <a:off x="11526838" y="4872038"/>
              <a:ext cx="147638" cy="139700"/>
            </a:xfrm>
            <a:custGeom>
              <a:avLst/>
              <a:gdLst>
                <a:gd name="T0" fmla="*/ 45 w 92"/>
                <a:gd name="T1" fmla="*/ 88 h 88"/>
                <a:gd name="T2" fmla="*/ 46 w 92"/>
                <a:gd name="T3" fmla="*/ 88 h 88"/>
                <a:gd name="T4" fmla="*/ 92 w 92"/>
                <a:gd name="T5" fmla="*/ 44 h 88"/>
                <a:gd name="T6" fmla="*/ 92 w 92"/>
                <a:gd name="T7" fmla="*/ 43 h 88"/>
                <a:gd name="T8" fmla="*/ 46 w 92"/>
                <a:gd name="T9" fmla="*/ 0 h 88"/>
                <a:gd name="T10" fmla="*/ 45 w 92"/>
                <a:gd name="T11" fmla="*/ 0 h 88"/>
                <a:gd name="T12" fmla="*/ 0 w 92"/>
                <a:gd name="T13" fmla="*/ 43 h 88"/>
                <a:gd name="T14" fmla="*/ 0 w 92"/>
                <a:gd name="T15" fmla="*/ 44 h 88"/>
                <a:gd name="T16" fmla="*/ 45 w 92"/>
                <a:gd name="T17"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88">
                  <a:moveTo>
                    <a:pt x="45" y="88"/>
                  </a:moveTo>
                  <a:cubicBezTo>
                    <a:pt x="46" y="88"/>
                    <a:pt x="46" y="88"/>
                    <a:pt x="46" y="88"/>
                  </a:cubicBezTo>
                  <a:cubicBezTo>
                    <a:pt x="49" y="56"/>
                    <a:pt x="60" y="47"/>
                    <a:pt x="92" y="44"/>
                  </a:cubicBezTo>
                  <a:cubicBezTo>
                    <a:pt x="92" y="43"/>
                    <a:pt x="92" y="43"/>
                    <a:pt x="92" y="43"/>
                  </a:cubicBezTo>
                  <a:cubicBezTo>
                    <a:pt x="60" y="40"/>
                    <a:pt x="49" y="32"/>
                    <a:pt x="46" y="0"/>
                  </a:cubicBezTo>
                  <a:cubicBezTo>
                    <a:pt x="45" y="0"/>
                    <a:pt x="45" y="0"/>
                    <a:pt x="45" y="0"/>
                  </a:cubicBezTo>
                  <a:cubicBezTo>
                    <a:pt x="42" y="32"/>
                    <a:pt x="32" y="40"/>
                    <a:pt x="0" y="43"/>
                  </a:cubicBezTo>
                  <a:cubicBezTo>
                    <a:pt x="0" y="44"/>
                    <a:pt x="0" y="44"/>
                    <a:pt x="0" y="44"/>
                  </a:cubicBezTo>
                  <a:cubicBezTo>
                    <a:pt x="32" y="47"/>
                    <a:pt x="42" y="56"/>
                    <a:pt x="45"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122"/>
            <p:cNvSpPr>
              <a:spLocks/>
            </p:cNvSpPr>
            <p:nvPr/>
          </p:nvSpPr>
          <p:spPr bwMode="auto">
            <a:xfrm>
              <a:off x="11630025" y="5184775"/>
              <a:ext cx="120650" cy="127000"/>
            </a:xfrm>
            <a:custGeom>
              <a:avLst/>
              <a:gdLst>
                <a:gd name="T0" fmla="*/ 0 w 76"/>
                <a:gd name="T1" fmla="*/ 41 h 80"/>
                <a:gd name="T2" fmla="*/ 36 w 76"/>
                <a:gd name="T3" fmla="*/ 80 h 80"/>
                <a:gd name="T4" fmla="*/ 37 w 76"/>
                <a:gd name="T5" fmla="*/ 80 h 80"/>
                <a:gd name="T6" fmla="*/ 76 w 76"/>
                <a:gd name="T7" fmla="*/ 41 h 80"/>
                <a:gd name="T8" fmla="*/ 76 w 76"/>
                <a:gd name="T9" fmla="*/ 40 h 80"/>
                <a:gd name="T10" fmla="*/ 37 w 76"/>
                <a:gd name="T11" fmla="*/ 0 h 80"/>
                <a:gd name="T12" fmla="*/ 36 w 76"/>
                <a:gd name="T13" fmla="*/ 0 h 80"/>
                <a:gd name="T14" fmla="*/ 0 w 76"/>
                <a:gd name="T15" fmla="*/ 40 h 80"/>
                <a:gd name="T16" fmla="*/ 0 w 76"/>
                <a:gd name="T17" fmla="*/ 41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80">
                  <a:moveTo>
                    <a:pt x="0" y="41"/>
                  </a:moveTo>
                  <a:cubicBezTo>
                    <a:pt x="24" y="43"/>
                    <a:pt x="34" y="52"/>
                    <a:pt x="36" y="80"/>
                  </a:cubicBezTo>
                  <a:cubicBezTo>
                    <a:pt x="37" y="80"/>
                    <a:pt x="37" y="80"/>
                    <a:pt x="37" y="80"/>
                  </a:cubicBezTo>
                  <a:cubicBezTo>
                    <a:pt x="40" y="52"/>
                    <a:pt x="48" y="43"/>
                    <a:pt x="76" y="41"/>
                  </a:cubicBezTo>
                  <a:cubicBezTo>
                    <a:pt x="76" y="40"/>
                    <a:pt x="76" y="40"/>
                    <a:pt x="76" y="40"/>
                  </a:cubicBezTo>
                  <a:cubicBezTo>
                    <a:pt x="48" y="37"/>
                    <a:pt x="40" y="28"/>
                    <a:pt x="37" y="0"/>
                  </a:cubicBezTo>
                  <a:cubicBezTo>
                    <a:pt x="36" y="0"/>
                    <a:pt x="36" y="0"/>
                    <a:pt x="36" y="0"/>
                  </a:cubicBezTo>
                  <a:cubicBezTo>
                    <a:pt x="34" y="28"/>
                    <a:pt x="24" y="37"/>
                    <a:pt x="0" y="40"/>
                  </a:cubicBezTo>
                  <a:lnTo>
                    <a:pt x="0"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123"/>
            <p:cNvSpPr>
              <a:spLocks/>
            </p:cNvSpPr>
            <p:nvPr/>
          </p:nvSpPr>
          <p:spPr bwMode="auto">
            <a:xfrm>
              <a:off x="11687175" y="4979988"/>
              <a:ext cx="158750" cy="166688"/>
            </a:xfrm>
            <a:custGeom>
              <a:avLst/>
              <a:gdLst>
                <a:gd name="T0" fmla="*/ 50 w 100"/>
                <a:gd name="T1" fmla="*/ 104 h 104"/>
                <a:gd name="T2" fmla="*/ 51 w 100"/>
                <a:gd name="T3" fmla="*/ 104 h 104"/>
                <a:gd name="T4" fmla="*/ 100 w 100"/>
                <a:gd name="T5" fmla="*/ 52 h 104"/>
                <a:gd name="T6" fmla="*/ 100 w 100"/>
                <a:gd name="T7" fmla="*/ 51 h 104"/>
                <a:gd name="T8" fmla="*/ 51 w 100"/>
                <a:gd name="T9" fmla="*/ 0 h 104"/>
                <a:gd name="T10" fmla="*/ 50 w 100"/>
                <a:gd name="T11" fmla="*/ 0 h 104"/>
                <a:gd name="T12" fmla="*/ 0 w 100"/>
                <a:gd name="T13" fmla="*/ 51 h 104"/>
                <a:gd name="T14" fmla="*/ 0 w 100"/>
                <a:gd name="T15" fmla="*/ 52 h 104"/>
                <a:gd name="T16" fmla="*/ 50 w 100"/>
                <a:gd name="T17"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104">
                  <a:moveTo>
                    <a:pt x="50" y="104"/>
                  </a:moveTo>
                  <a:cubicBezTo>
                    <a:pt x="51" y="104"/>
                    <a:pt x="51" y="104"/>
                    <a:pt x="51" y="104"/>
                  </a:cubicBezTo>
                  <a:cubicBezTo>
                    <a:pt x="54" y="68"/>
                    <a:pt x="64" y="55"/>
                    <a:pt x="100" y="52"/>
                  </a:cubicBezTo>
                  <a:cubicBezTo>
                    <a:pt x="100" y="51"/>
                    <a:pt x="100" y="51"/>
                    <a:pt x="100" y="51"/>
                  </a:cubicBezTo>
                  <a:cubicBezTo>
                    <a:pt x="64" y="48"/>
                    <a:pt x="54" y="36"/>
                    <a:pt x="51" y="0"/>
                  </a:cubicBezTo>
                  <a:cubicBezTo>
                    <a:pt x="50" y="0"/>
                    <a:pt x="50" y="0"/>
                    <a:pt x="50" y="0"/>
                  </a:cubicBezTo>
                  <a:cubicBezTo>
                    <a:pt x="47" y="36"/>
                    <a:pt x="36" y="48"/>
                    <a:pt x="0" y="51"/>
                  </a:cubicBezTo>
                  <a:cubicBezTo>
                    <a:pt x="0" y="52"/>
                    <a:pt x="0" y="52"/>
                    <a:pt x="0" y="52"/>
                  </a:cubicBezTo>
                  <a:cubicBezTo>
                    <a:pt x="36" y="55"/>
                    <a:pt x="47" y="68"/>
                    <a:pt x="50" y="1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30" name="组合 129"/>
          <p:cNvGrpSpPr/>
          <p:nvPr/>
        </p:nvGrpSpPr>
        <p:grpSpPr>
          <a:xfrm>
            <a:off x="1511301" y="933450"/>
            <a:ext cx="2216150" cy="1844675"/>
            <a:chOff x="1511301" y="933450"/>
            <a:chExt cx="2216150" cy="1844675"/>
          </a:xfrm>
          <a:solidFill>
            <a:schemeClr val="tx1">
              <a:lumMod val="65000"/>
              <a:lumOff val="35000"/>
            </a:schemeClr>
          </a:solidFill>
        </p:grpSpPr>
        <p:sp>
          <p:nvSpPr>
            <p:cNvPr id="131" name="Freeform 127"/>
            <p:cNvSpPr>
              <a:spLocks noEditPoints="1"/>
            </p:cNvSpPr>
            <p:nvPr/>
          </p:nvSpPr>
          <p:spPr bwMode="auto">
            <a:xfrm>
              <a:off x="1625601" y="2122488"/>
              <a:ext cx="287338" cy="84138"/>
            </a:xfrm>
            <a:custGeom>
              <a:avLst/>
              <a:gdLst>
                <a:gd name="T0" fmla="*/ 170 w 172"/>
                <a:gd name="T1" fmla="*/ 50 h 50"/>
                <a:gd name="T2" fmla="*/ 166 w 172"/>
                <a:gd name="T3" fmla="*/ 17 h 50"/>
                <a:gd name="T4" fmla="*/ 116 w 172"/>
                <a:gd name="T5" fmla="*/ 49 h 50"/>
                <a:gd name="T6" fmla="*/ 73 w 172"/>
                <a:gd name="T7" fmla="*/ 1 h 50"/>
                <a:gd name="T8" fmla="*/ 59 w 172"/>
                <a:gd name="T9" fmla="*/ 36 h 50"/>
                <a:gd name="T10" fmla="*/ 7 w 172"/>
                <a:gd name="T11" fmla="*/ 4 h 50"/>
                <a:gd name="T12" fmla="*/ 4 w 172"/>
                <a:gd name="T13" fmla="*/ 50 h 50"/>
                <a:gd name="T14" fmla="*/ 170 w 172"/>
                <a:gd name="T15" fmla="*/ 50 h 50"/>
                <a:gd name="T16" fmla="*/ 148 w 172"/>
                <a:gd name="T17" fmla="*/ 35 h 50"/>
                <a:gd name="T18" fmla="*/ 154 w 172"/>
                <a:gd name="T19" fmla="*/ 40 h 50"/>
                <a:gd name="T20" fmla="*/ 148 w 172"/>
                <a:gd name="T21" fmla="*/ 46 h 50"/>
                <a:gd name="T22" fmla="*/ 143 w 172"/>
                <a:gd name="T23" fmla="*/ 40 h 50"/>
                <a:gd name="T24" fmla="*/ 148 w 172"/>
                <a:gd name="T25" fmla="*/ 35 h 50"/>
                <a:gd name="T26" fmla="*/ 79 w 172"/>
                <a:gd name="T27" fmla="*/ 28 h 50"/>
                <a:gd name="T28" fmla="*/ 86 w 172"/>
                <a:gd name="T29" fmla="*/ 24 h 50"/>
                <a:gd name="T30" fmla="*/ 90 w 172"/>
                <a:gd name="T31" fmla="*/ 32 h 50"/>
                <a:gd name="T32" fmla="*/ 83 w 172"/>
                <a:gd name="T33" fmla="*/ 36 h 50"/>
                <a:gd name="T34" fmla="*/ 79 w 172"/>
                <a:gd name="T35" fmla="*/ 28 h 50"/>
                <a:gd name="T36" fmla="*/ 26 w 172"/>
                <a:gd name="T37" fmla="*/ 35 h 50"/>
                <a:gd name="T38" fmla="*/ 20 w 172"/>
                <a:gd name="T39" fmla="*/ 29 h 50"/>
                <a:gd name="T40" fmla="*/ 26 w 172"/>
                <a:gd name="T41" fmla="*/ 23 h 50"/>
                <a:gd name="T42" fmla="*/ 32 w 172"/>
                <a:gd name="T43" fmla="*/ 29 h 50"/>
                <a:gd name="T44" fmla="*/ 26 w 172"/>
                <a:gd name="T45" fmla="*/ 3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2" h="50">
                  <a:moveTo>
                    <a:pt x="170" y="50"/>
                  </a:moveTo>
                  <a:cubicBezTo>
                    <a:pt x="172" y="34"/>
                    <a:pt x="170" y="19"/>
                    <a:pt x="166" y="17"/>
                  </a:cubicBezTo>
                  <a:cubicBezTo>
                    <a:pt x="161" y="14"/>
                    <a:pt x="136" y="26"/>
                    <a:pt x="116" y="49"/>
                  </a:cubicBezTo>
                  <a:cubicBezTo>
                    <a:pt x="102" y="19"/>
                    <a:pt x="79" y="0"/>
                    <a:pt x="73" y="1"/>
                  </a:cubicBezTo>
                  <a:cubicBezTo>
                    <a:pt x="69" y="2"/>
                    <a:pt x="62" y="16"/>
                    <a:pt x="59" y="36"/>
                  </a:cubicBezTo>
                  <a:cubicBezTo>
                    <a:pt x="37" y="12"/>
                    <a:pt x="12" y="1"/>
                    <a:pt x="7" y="4"/>
                  </a:cubicBezTo>
                  <a:cubicBezTo>
                    <a:pt x="3" y="7"/>
                    <a:pt x="0" y="26"/>
                    <a:pt x="4" y="50"/>
                  </a:cubicBezTo>
                  <a:lnTo>
                    <a:pt x="170" y="50"/>
                  </a:lnTo>
                  <a:close/>
                  <a:moveTo>
                    <a:pt x="148" y="35"/>
                  </a:moveTo>
                  <a:cubicBezTo>
                    <a:pt x="151" y="35"/>
                    <a:pt x="154" y="37"/>
                    <a:pt x="154" y="40"/>
                  </a:cubicBezTo>
                  <a:cubicBezTo>
                    <a:pt x="154" y="43"/>
                    <a:pt x="151" y="46"/>
                    <a:pt x="148" y="46"/>
                  </a:cubicBezTo>
                  <a:cubicBezTo>
                    <a:pt x="145" y="46"/>
                    <a:pt x="143" y="43"/>
                    <a:pt x="143" y="40"/>
                  </a:cubicBezTo>
                  <a:cubicBezTo>
                    <a:pt x="143" y="37"/>
                    <a:pt x="145" y="35"/>
                    <a:pt x="148" y="35"/>
                  </a:cubicBezTo>
                  <a:close/>
                  <a:moveTo>
                    <a:pt x="79" y="28"/>
                  </a:moveTo>
                  <a:cubicBezTo>
                    <a:pt x="80" y="25"/>
                    <a:pt x="83" y="23"/>
                    <a:pt x="86" y="24"/>
                  </a:cubicBezTo>
                  <a:cubicBezTo>
                    <a:pt x="90" y="25"/>
                    <a:pt x="91" y="29"/>
                    <a:pt x="90" y="32"/>
                  </a:cubicBezTo>
                  <a:cubicBezTo>
                    <a:pt x="90" y="35"/>
                    <a:pt x="86" y="37"/>
                    <a:pt x="83" y="36"/>
                  </a:cubicBezTo>
                  <a:cubicBezTo>
                    <a:pt x="80" y="35"/>
                    <a:pt x="78" y="32"/>
                    <a:pt x="79" y="28"/>
                  </a:cubicBezTo>
                  <a:close/>
                  <a:moveTo>
                    <a:pt x="26" y="35"/>
                  </a:moveTo>
                  <a:cubicBezTo>
                    <a:pt x="23" y="35"/>
                    <a:pt x="20" y="32"/>
                    <a:pt x="20" y="29"/>
                  </a:cubicBezTo>
                  <a:cubicBezTo>
                    <a:pt x="20" y="25"/>
                    <a:pt x="23" y="23"/>
                    <a:pt x="26" y="23"/>
                  </a:cubicBezTo>
                  <a:cubicBezTo>
                    <a:pt x="30" y="23"/>
                    <a:pt x="32" y="25"/>
                    <a:pt x="32" y="29"/>
                  </a:cubicBezTo>
                  <a:cubicBezTo>
                    <a:pt x="32" y="32"/>
                    <a:pt x="30" y="35"/>
                    <a:pt x="26"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128"/>
            <p:cNvSpPr>
              <a:spLocks/>
            </p:cNvSpPr>
            <p:nvPr/>
          </p:nvSpPr>
          <p:spPr bwMode="auto">
            <a:xfrm>
              <a:off x="2471738" y="2398713"/>
              <a:ext cx="441325" cy="238125"/>
            </a:xfrm>
            <a:custGeom>
              <a:avLst/>
              <a:gdLst>
                <a:gd name="T0" fmla="*/ 0 w 278"/>
                <a:gd name="T1" fmla="*/ 116 h 150"/>
                <a:gd name="T2" fmla="*/ 28 w 278"/>
                <a:gd name="T3" fmla="*/ 92 h 150"/>
                <a:gd name="T4" fmla="*/ 152 w 278"/>
                <a:gd name="T5" fmla="*/ 92 h 150"/>
                <a:gd name="T6" fmla="*/ 198 w 278"/>
                <a:gd name="T7" fmla="*/ 150 h 150"/>
                <a:gd name="T8" fmla="*/ 252 w 278"/>
                <a:gd name="T9" fmla="*/ 149 h 150"/>
                <a:gd name="T10" fmla="*/ 278 w 278"/>
                <a:gd name="T11" fmla="*/ 76 h 150"/>
                <a:gd name="T12" fmla="*/ 223 w 278"/>
                <a:gd name="T13" fmla="*/ 0 h 150"/>
                <a:gd name="T14" fmla="*/ 86 w 278"/>
                <a:gd name="T15" fmla="*/ 0 h 150"/>
                <a:gd name="T16" fmla="*/ 6 w 278"/>
                <a:gd name="T17" fmla="*/ 73 h 150"/>
                <a:gd name="T18" fmla="*/ 0 w 278"/>
                <a:gd name="T19" fmla="*/ 116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8" h="150">
                  <a:moveTo>
                    <a:pt x="0" y="116"/>
                  </a:moveTo>
                  <a:lnTo>
                    <a:pt x="28" y="92"/>
                  </a:lnTo>
                  <a:lnTo>
                    <a:pt x="152" y="92"/>
                  </a:lnTo>
                  <a:lnTo>
                    <a:pt x="198" y="150"/>
                  </a:lnTo>
                  <a:lnTo>
                    <a:pt x="252" y="149"/>
                  </a:lnTo>
                  <a:lnTo>
                    <a:pt x="278" y="76"/>
                  </a:lnTo>
                  <a:lnTo>
                    <a:pt x="223" y="0"/>
                  </a:lnTo>
                  <a:lnTo>
                    <a:pt x="86" y="0"/>
                  </a:lnTo>
                  <a:lnTo>
                    <a:pt x="6" y="73"/>
                  </a:lnTo>
                  <a:lnTo>
                    <a:pt x="0" y="1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129"/>
            <p:cNvSpPr>
              <a:spLocks/>
            </p:cNvSpPr>
            <p:nvPr/>
          </p:nvSpPr>
          <p:spPr bwMode="auto">
            <a:xfrm>
              <a:off x="2405063" y="2559050"/>
              <a:ext cx="371475" cy="182563"/>
            </a:xfrm>
            <a:custGeom>
              <a:avLst/>
              <a:gdLst>
                <a:gd name="T0" fmla="*/ 188 w 234"/>
                <a:gd name="T1" fmla="*/ 0 h 115"/>
                <a:gd name="T2" fmla="*/ 73 w 234"/>
                <a:gd name="T3" fmla="*/ 0 h 115"/>
                <a:gd name="T4" fmla="*/ 7 w 234"/>
                <a:gd name="T5" fmla="*/ 55 h 115"/>
                <a:gd name="T6" fmla="*/ 0 w 234"/>
                <a:gd name="T7" fmla="*/ 97 h 115"/>
                <a:gd name="T8" fmla="*/ 55 w 234"/>
                <a:gd name="T9" fmla="*/ 115 h 115"/>
                <a:gd name="T10" fmla="*/ 212 w 234"/>
                <a:gd name="T11" fmla="*/ 112 h 115"/>
                <a:gd name="T12" fmla="*/ 234 w 234"/>
                <a:gd name="T13" fmla="*/ 56 h 115"/>
                <a:gd name="T14" fmla="*/ 188 w 234"/>
                <a:gd name="T15" fmla="*/ 0 h 1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4" h="115">
                  <a:moveTo>
                    <a:pt x="188" y="0"/>
                  </a:moveTo>
                  <a:lnTo>
                    <a:pt x="73" y="0"/>
                  </a:lnTo>
                  <a:lnTo>
                    <a:pt x="7" y="55"/>
                  </a:lnTo>
                  <a:lnTo>
                    <a:pt x="0" y="97"/>
                  </a:lnTo>
                  <a:lnTo>
                    <a:pt x="55" y="115"/>
                  </a:lnTo>
                  <a:lnTo>
                    <a:pt x="212" y="112"/>
                  </a:lnTo>
                  <a:lnTo>
                    <a:pt x="234" y="56"/>
                  </a:lnTo>
                  <a:lnTo>
                    <a:pt x="18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130"/>
            <p:cNvSpPr>
              <a:spLocks/>
            </p:cNvSpPr>
            <p:nvPr/>
          </p:nvSpPr>
          <p:spPr bwMode="auto">
            <a:xfrm>
              <a:off x="2093913" y="1162050"/>
              <a:ext cx="406400" cy="238125"/>
            </a:xfrm>
            <a:custGeom>
              <a:avLst/>
              <a:gdLst>
                <a:gd name="T0" fmla="*/ 142 w 245"/>
                <a:gd name="T1" fmla="*/ 139 h 143"/>
                <a:gd name="T2" fmla="*/ 163 w 245"/>
                <a:gd name="T3" fmla="*/ 143 h 143"/>
                <a:gd name="T4" fmla="*/ 180 w 245"/>
                <a:gd name="T5" fmla="*/ 103 h 143"/>
                <a:gd name="T6" fmla="*/ 154 w 245"/>
                <a:gd name="T7" fmla="*/ 100 h 143"/>
                <a:gd name="T8" fmla="*/ 74 w 245"/>
                <a:gd name="T9" fmla="*/ 59 h 143"/>
                <a:gd name="T10" fmla="*/ 159 w 245"/>
                <a:gd name="T11" fmla="*/ 84 h 143"/>
                <a:gd name="T12" fmla="*/ 234 w 245"/>
                <a:gd name="T13" fmla="*/ 69 h 143"/>
                <a:gd name="T14" fmla="*/ 245 w 245"/>
                <a:gd name="T15" fmla="*/ 55 h 143"/>
                <a:gd name="T16" fmla="*/ 159 w 245"/>
                <a:gd name="T17" fmla="*/ 26 h 143"/>
                <a:gd name="T18" fmla="*/ 154 w 245"/>
                <a:gd name="T19" fmla="*/ 27 h 143"/>
                <a:gd name="T20" fmla="*/ 90 w 245"/>
                <a:gd name="T21" fmla="*/ 0 h 143"/>
                <a:gd name="T22" fmla="*/ 0 w 245"/>
                <a:gd name="T23" fmla="*/ 90 h 143"/>
                <a:gd name="T24" fmla="*/ 15 w 245"/>
                <a:gd name="T25" fmla="*/ 139 h 143"/>
                <a:gd name="T26" fmla="*/ 139 w 245"/>
                <a:gd name="T27" fmla="*/ 139 h 143"/>
                <a:gd name="T28" fmla="*/ 142 w 245"/>
                <a:gd name="T29" fmla="*/ 139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5" h="143">
                  <a:moveTo>
                    <a:pt x="142" y="139"/>
                  </a:moveTo>
                  <a:cubicBezTo>
                    <a:pt x="148" y="139"/>
                    <a:pt x="155" y="140"/>
                    <a:pt x="163" y="143"/>
                  </a:cubicBezTo>
                  <a:cubicBezTo>
                    <a:pt x="172" y="132"/>
                    <a:pt x="178" y="118"/>
                    <a:pt x="180" y="103"/>
                  </a:cubicBezTo>
                  <a:cubicBezTo>
                    <a:pt x="172" y="102"/>
                    <a:pt x="163" y="101"/>
                    <a:pt x="154" y="100"/>
                  </a:cubicBezTo>
                  <a:cubicBezTo>
                    <a:pt x="108" y="93"/>
                    <a:pt x="73" y="75"/>
                    <a:pt x="74" y="59"/>
                  </a:cubicBezTo>
                  <a:cubicBezTo>
                    <a:pt x="80" y="73"/>
                    <a:pt x="115" y="84"/>
                    <a:pt x="159" y="84"/>
                  </a:cubicBezTo>
                  <a:cubicBezTo>
                    <a:pt x="191" y="84"/>
                    <a:pt x="220" y="78"/>
                    <a:pt x="234" y="69"/>
                  </a:cubicBezTo>
                  <a:cubicBezTo>
                    <a:pt x="241" y="65"/>
                    <a:pt x="245" y="60"/>
                    <a:pt x="245" y="55"/>
                  </a:cubicBezTo>
                  <a:cubicBezTo>
                    <a:pt x="245" y="39"/>
                    <a:pt x="206" y="26"/>
                    <a:pt x="159" y="26"/>
                  </a:cubicBezTo>
                  <a:cubicBezTo>
                    <a:pt x="157" y="26"/>
                    <a:pt x="155" y="26"/>
                    <a:pt x="154" y="27"/>
                  </a:cubicBezTo>
                  <a:cubicBezTo>
                    <a:pt x="138" y="10"/>
                    <a:pt x="115" y="0"/>
                    <a:pt x="90" y="0"/>
                  </a:cubicBezTo>
                  <a:cubicBezTo>
                    <a:pt x="41" y="0"/>
                    <a:pt x="0" y="41"/>
                    <a:pt x="0" y="90"/>
                  </a:cubicBezTo>
                  <a:cubicBezTo>
                    <a:pt x="0" y="108"/>
                    <a:pt x="6" y="127"/>
                    <a:pt x="15" y="139"/>
                  </a:cubicBezTo>
                  <a:cubicBezTo>
                    <a:pt x="139" y="139"/>
                    <a:pt x="139" y="139"/>
                    <a:pt x="139" y="139"/>
                  </a:cubicBezTo>
                  <a:cubicBezTo>
                    <a:pt x="140" y="139"/>
                    <a:pt x="141" y="139"/>
                    <a:pt x="142" y="1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131"/>
            <p:cNvSpPr>
              <a:spLocks noEditPoints="1"/>
            </p:cNvSpPr>
            <p:nvPr/>
          </p:nvSpPr>
          <p:spPr bwMode="auto">
            <a:xfrm>
              <a:off x="1906588" y="1042988"/>
              <a:ext cx="1603375" cy="1608138"/>
            </a:xfrm>
            <a:custGeom>
              <a:avLst/>
              <a:gdLst>
                <a:gd name="T0" fmla="*/ 59 w 963"/>
                <a:gd name="T1" fmla="*/ 471 h 967"/>
                <a:gd name="T2" fmla="*/ 67 w 963"/>
                <a:gd name="T3" fmla="*/ 347 h 967"/>
                <a:gd name="T4" fmla="*/ 67 w 963"/>
                <a:gd name="T5" fmla="*/ 449 h 967"/>
                <a:gd name="T6" fmla="*/ 67 w 963"/>
                <a:gd name="T7" fmla="*/ 917 h 967"/>
                <a:gd name="T8" fmla="*/ 167 w 963"/>
                <a:gd name="T9" fmla="*/ 917 h 967"/>
                <a:gd name="T10" fmla="*/ 167 w 963"/>
                <a:gd name="T11" fmla="*/ 555 h 967"/>
                <a:gd name="T12" fmla="*/ 183 w 963"/>
                <a:gd name="T13" fmla="*/ 635 h 967"/>
                <a:gd name="T14" fmla="*/ 233 w 963"/>
                <a:gd name="T15" fmla="*/ 967 h 967"/>
                <a:gd name="T16" fmla="*/ 283 w 963"/>
                <a:gd name="T17" fmla="*/ 623 h 967"/>
                <a:gd name="T18" fmla="*/ 283 w 963"/>
                <a:gd name="T19" fmla="*/ 449 h 967"/>
                <a:gd name="T20" fmla="*/ 295 w 963"/>
                <a:gd name="T21" fmla="*/ 358 h 967"/>
                <a:gd name="T22" fmla="*/ 300 w 963"/>
                <a:gd name="T23" fmla="*/ 437 h 967"/>
                <a:gd name="T24" fmla="*/ 295 w 963"/>
                <a:gd name="T25" fmla="*/ 520 h 967"/>
                <a:gd name="T26" fmla="*/ 372 w 963"/>
                <a:gd name="T27" fmla="*/ 452 h 967"/>
                <a:gd name="T28" fmla="*/ 388 w 963"/>
                <a:gd name="T29" fmla="*/ 453 h 967"/>
                <a:gd name="T30" fmla="*/ 415 w 963"/>
                <a:gd name="T31" fmla="*/ 438 h 967"/>
                <a:gd name="T32" fmla="*/ 955 w 963"/>
                <a:gd name="T33" fmla="*/ 655 h 967"/>
                <a:gd name="T34" fmla="*/ 963 w 963"/>
                <a:gd name="T35" fmla="*/ 8 h 967"/>
                <a:gd name="T36" fmla="*/ 942 w 963"/>
                <a:gd name="T37" fmla="*/ 18 h 967"/>
                <a:gd name="T38" fmla="*/ 946 w 963"/>
                <a:gd name="T39" fmla="*/ 6 h 967"/>
                <a:gd name="T40" fmla="*/ 405 w 963"/>
                <a:gd name="T41" fmla="*/ 394 h 967"/>
                <a:gd name="T42" fmla="*/ 343 w 963"/>
                <a:gd name="T43" fmla="*/ 384 h 967"/>
                <a:gd name="T44" fmla="*/ 331 w 963"/>
                <a:gd name="T45" fmla="*/ 319 h 967"/>
                <a:gd name="T46" fmla="*/ 251 w 963"/>
                <a:gd name="T47" fmla="*/ 219 h 967"/>
                <a:gd name="T48" fmla="*/ 63 w 963"/>
                <a:gd name="T49" fmla="*/ 231 h 967"/>
                <a:gd name="T50" fmla="*/ 1 w 963"/>
                <a:gd name="T51" fmla="*/ 412 h 967"/>
                <a:gd name="T52" fmla="*/ 58 w 963"/>
                <a:gd name="T53" fmla="*/ 471 h 967"/>
                <a:gd name="T54" fmla="*/ 490 w 963"/>
                <a:gd name="T55" fmla="*/ 327 h 967"/>
                <a:gd name="T56" fmla="*/ 656 w 963"/>
                <a:gd name="T57" fmla="*/ 194 h 967"/>
                <a:gd name="T58" fmla="*/ 934 w 963"/>
                <a:gd name="T59" fmla="*/ 21 h 967"/>
                <a:gd name="T60" fmla="*/ 655 w 963"/>
                <a:gd name="T61" fmla="*/ 180 h 967"/>
                <a:gd name="T62" fmla="*/ 934 w 963"/>
                <a:gd name="T63" fmla="*/ 21 h 967"/>
                <a:gd name="T64" fmla="*/ 491 w 963"/>
                <a:gd name="T65" fmla="*/ 341 h 967"/>
                <a:gd name="T66" fmla="*/ 415 w 963"/>
                <a:gd name="T67" fmla="*/ 404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63" h="967">
                  <a:moveTo>
                    <a:pt x="58" y="471"/>
                  </a:moveTo>
                  <a:cubicBezTo>
                    <a:pt x="58" y="471"/>
                    <a:pt x="59" y="471"/>
                    <a:pt x="59" y="471"/>
                  </a:cubicBezTo>
                  <a:cubicBezTo>
                    <a:pt x="59" y="347"/>
                    <a:pt x="59" y="347"/>
                    <a:pt x="59" y="347"/>
                  </a:cubicBezTo>
                  <a:cubicBezTo>
                    <a:pt x="67" y="347"/>
                    <a:pt x="67" y="347"/>
                    <a:pt x="67" y="347"/>
                  </a:cubicBezTo>
                  <a:cubicBezTo>
                    <a:pt x="67" y="449"/>
                    <a:pt x="67" y="449"/>
                    <a:pt x="67" y="449"/>
                  </a:cubicBezTo>
                  <a:cubicBezTo>
                    <a:pt x="67" y="449"/>
                    <a:pt x="67" y="449"/>
                    <a:pt x="67" y="449"/>
                  </a:cubicBezTo>
                  <a:cubicBezTo>
                    <a:pt x="67" y="620"/>
                    <a:pt x="67" y="620"/>
                    <a:pt x="67" y="620"/>
                  </a:cubicBezTo>
                  <a:cubicBezTo>
                    <a:pt x="67" y="917"/>
                    <a:pt x="67" y="917"/>
                    <a:pt x="67" y="917"/>
                  </a:cubicBezTo>
                  <a:cubicBezTo>
                    <a:pt x="67" y="944"/>
                    <a:pt x="90" y="967"/>
                    <a:pt x="117" y="967"/>
                  </a:cubicBezTo>
                  <a:cubicBezTo>
                    <a:pt x="144" y="967"/>
                    <a:pt x="167" y="944"/>
                    <a:pt x="167" y="917"/>
                  </a:cubicBezTo>
                  <a:cubicBezTo>
                    <a:pt x="167" y="635"/>
                    <a:pt x="167" y="635"/>
                    <a:pt x="167" y="635"/>
                  </a:cubicBezTo>
                  <a:cubicBezTo>
                    <a:pt x="167" y="555"/>
                    <a:pt x="167" y="555"/>
                    <a:pt x="167" y="555"/>
                  </a:cubicBezTo>
                  <a:cubicBezTo>
                    <a:pt x="183" y="555"/>
                    <a:pt x="183" y="555"/>
                    <a:pt x="183" y="555"/>
                  </a:cubicBezTo>
                  <a:cubicBezTo>
                    <a:pt x="183" y="635"/>
                    <a:pt x="183" y="635"/>
                    <a:pt x="183" y="635"/>
                  </a:cubicBezTo>
                  <a:cubicBezTo>
                    <a:pt x="183" y="917"/>
                    <a:pt x="183" y="917"/>
                    <a:pt x="183" y="917"/>
                  </a:cubicBezTo>
                  <a:cubicBezTo>
                    <a:pt x="183" y="944"/>
                    <a:pt x="206" y="967"/>
                    <a:pt x="233" y="967"/>
                  </a:cubicBezTo>
                  <a:cubicBezTo>
                    <a:pt x="260" y="967"/>
                    <a:pt x="283" y="944"/>
                    <a:pt x="283" y="917"/>
                  </a:cubicBezTo>
                  <a:cubicBezTo>
                    <a:pt x="283" y="623"/>
                    <a:pt x="283" y="623"/>
                    <a:pt x="283" y="623"/>
                  </a:cubicBezTo>
                  <a:cubicBezTo>
                    <a:pt x="283" y="525"/>
                    <a:pt x="283" y="525"/>
                    <a:pt x="283" y="525"/>
                  </a:cubicBezTo>
                  <a:cubicBezTo>
                    <a:pt x="283" y="449"/>
                    <a:pt x="283" y="449"/>
                    <a:pt x="283" y="449"/>
                  </a:cubicBezTo>
                  <a:cubicBezTo>
                    <a:pt x="283" y="354"/>
                    <a:pt x="283" y="354"/>
                    <a:pt x="283" y="354"/>
                  </a:cubicBezTo>
                  <a:cubicBezTo>
                    <a:pt x="287" y="356"/>
                    <a:pt x="291" y="358"/>
                    <a:pt x="295" y="358"/>
                  </a:cubicBezTo>
                  <a:cubicBezTo>
                    <a:pt x="295" y="435"/>
                    <a:pt x="295" y="435"/>
                    <a:pt x="295" y="435"/>
                  </a:cubicBezTo>
                  <a:cubicBezTo>
                    <a:pt x="300" y="437"/>
                    <a:pt x="300" y="437"/>
                    <a:pt x="300" y="437"/>
                  </a:cubicBezTo>
                  <a:cubicBezTo>
                    <a:pt x="315" y="444"/>
                    <a:pt x="336" y="448"/>
                    <a:pt x="354" y="450"/>
                  </a:cubicBezTo>
                  <a:cubicBezTo>
                    <a:pt x="330" y="478"/>
                    <a:pt x="311" y="501"/>
                    <a:pt x="295" y="520"/>
                  </a:cubicBezTo>
                  <a:cubicBezTo>
                    <a:pt x="295" y="544"/>
                    <a:pt x="295" y="544"/>
                    <a:pt x="295" y="544"/>
                  </a:cubicBezTo>
                  <a:cubicBezTo>
                    <a:pt x="315" y="522"/>
                    <a:pt x="339" y="490"/>
                    <a:pt x="372" y="452"/>
                  </a:cubicBezTo>
                  <a:cubicBezTo>
                    <a:pt x="379" y="453"/>
                    <a:pt x="384" y="453"/>
                    <a:pt x="386" y="453"/>
                  </a:cubicBezTo>
                  <a:cubicBezTo>
                    <a:pt x="387" y="453"/>
                    <a:pt x="387" y="453"/>
                    <a:pt x="388" y="453"/>
                  </a:cubicBezTo>
                  <a:cubicBezTo>
                    <a:pt x="400" y="453"/>
                    <a:pt x="410" y="447"/>
                    <a:pt x="416" y="438"/>
                  </a:cubicBezTo>
                  <a:cubicBezTo>
                    <a:pt x="415" y="438"/>
                    <a:pt x="415" y="438"/>
                    <a:pt x="415" y="438"/>
                  </a:cubicBezTo>
                  <a:cubicBezTo>
                    <a:pt x="634" y="169"/>
                    <a:pt x="915" y="39"/>
                    <a:pt x="955" y="20"/>
                  </a:cubicBezTo>
                  <a:cubicBezTo>
                    <a:pt x="955" y="655"/>
                    <a:pt x="955" y="655"/>
                    <a:pt x="955" y="655"/>
                  </a:cubicBezTo>
                  <a:cubicBezTo>
                    <a:pt x="963" y="655"/>
                    <a:pt x="963" y="655"/>
                    <a:pt x="963" y="655"/>
                  </a:cubicBezTo>
                  <a:cubicBezTo>
                    <a:pt x="963" y="8"/>
                    <a:pt x="963" y="8"/>
                    <a:pt x="963" y="8"/>
                  </a:cubicBezTo>
                  <a:cubicBezTo>
                    <a:pt x="958" y="11"/>
                    <a:pt x="958" y="11"/>
                    <a:pt x="958" y="11"/>
                  </a:cubicBezTo>
                  <a:cubicBezTo>
                    <a:pt x="957" y="11"/>
                    <a:pt x="952" y="13"/>
                    <a:pt x="942" y="18"/>
                  </a:cubicBezTo>
                  <a:cubicBezTo>
                    <a:pt x="938" y="9"/>
                    <a:pt x="938" y="9"/>
                    <a:pt x="938" y="9"/>
                  </a:cubicBezTo>
                  <a:cubicBezTo>
                    <a:pt x="941" y="8"/>
                    <a:pt x="943" y="7"/>
                    <a:pt x="946" y="6"/>
                  </a:cubicBezTo>
                  <a:cubicBezTo>
                    <a:pt x="945" y="0"/>
                    <a:pt x="945" y="0"/>
                    <a:pt x="945" y="0"/>
                  </a:cubicBezTo>
                  <a:cubicBezTo>
                    <a:pt x="729" y="82"/>
                    <a:pt x="531" y="260"/>
                    <a:pt x="405" y="394"/>
                  </a:cubicBezTo>
                  <a:cubicBezTo>
                    <a:pt x="401" y="392"/>
                    <a:pt x="395" y="390"/>
                    <a:pt x="390" y="389"/>
                  </a:cubicBezTo>
                  <a:cubicBezTo>
                    <a:pt x="377" y="389"/>
                    <a:pt x="357" y="387"/>
                    <a:pt x="343" y="384"/>
                  </a:cubicBezTo>
                  <a:cubicBezTo>
                    <a:pt x="341" y="370"/>
                    <a:pt x="339" y="357"/>
                    <a:pt x="337" y="346"/>
                  </a:cubicBezTo>
                  <a:cubicBezTo>
                    <a:pt x="335" y="336"/>
                    <a:pt x="333" y="327"/>
                    <a:pt x="331" y="319"/>
                  </a:cubicBezTo>
                  <a:cubicBezTo>
                    <a:pt x="331" y="319"/>
                    <a:pt x="331" y="318"/>
                    <a:pt x="331" y="318"/>
                  </a:cubicBezTo>
                  <a:cubicBezTo>
                    <a:pt x="308" y="228"/>
                    <a:pt x="270" y="219"/>
                    <a:pt x="251" y="219"/>
                  </a:cubicBezTo>
                  <a:cubicBezTo>
                    <a:pt x="99" y="219"/>
                    <a:pt x="99" y="219"/>
                    <a:pt x="99" y="219"/>
                  </a:cubicBezTo>
                  <a:cubicBezTo>
                    <a:pt x="91" y="219"/>
                    <a:pt x="77" y="221"/>
                    <a:pt x="63" y="231"/>
                  </a:cubicBezTo>
                  <a:cubicBezTo>
                    <a:pt x="62" y="232"/>
                    <a:pt x="61" y="233"/>
                    <a:pt x="60" y="234"/>
                  </a:cubicBezTo>
                  <a:cubicBezTo>
                    <a:pt x="26" y="259"/>
                    <a:pt x="7" y="318"/>
                    <a:pt x="1" y="412"/>
                  </a:cubicBezTo>
                  <a:cubicBezTo>
                    <a:pt x="0" y="427"/>
                    <a:pt x="5" y="441"/>
                    <a:pt x="16" y="452"/>
                  </a:cubicBezTo>
                  <a:cubicBezTo>
                    <a:pt x="27" y="461"/>
                    <a:pt x="42" y="467"/>
                    <a:pt x="58" y="471"/>
                  </a:cubicBezTo>
                  <a:close/>
                  <a:moveTo>
                    <a:pt x="497" y="335"/>
                  </a:moveTo>
                  <a:cubicBezTo>
                    <a:pt x="490" y="327"/>
                    <a:pt x="490" y="327"/>
                    <a:pt x="490" y="327"/>
                  </a:cubicBezTo>
                  <a:cubicBezTo>
                    <a:pt x="537" y="280"/>
                    <a:pt x="591" y="231"/>
                    <a:pt x="648" y="185"/>
                  </a:cubicBezTo>
                  <a:cubicBezTo>
                    <a:pt x="656" y="194"/>
                    <a:pt x="656" y="194"/>
                    <a:pt x="656" y="194"/>
                  </a:cubicBezTo>
                  <a:cubicBezTo>
                    <a:pt x="604" y="234"/>
                    <a:pt x="550" y="281"/>
                    <a:pt x="497" y="335"/>
                  </a:cubicBezTo>
                  <a:close/>
                  <a:moveTo>
                    <a:pt x="934" y="21"/>
                  </a:moveTo>
                  <a:cubicBezTo>
                    <a:pt x="889" y="43"/>
                    <a:pt x="783" y="97"/>
                    <a:pt x="662" y="189"/>
                  </a:cubicBezTo>
                  <a:cubicBezTo>
                    <a:pt x="655" y="180"/>
                    <a:pt x="655" y="180"/>
                    <a:pt x="655" y="180"/>
                  </a:cubicBezTo>
                  <a:cubicBezTo>
                    <a:pt x="739" y="114"/>
                    <a:pt x="833" y="53"/>
                    <a:pt x="930" y="12"/>
                  </a:cubicBezTo>
                  <a:lnTo>
                    <a:pt x="934" y="21"/>
                  </a:lnTo>
                  <a:close/>
                  <a:moveTo>
                    <a:pt x="484" y="333"/>
                  </a:moveTo>
                  <a:cubicBezTo>
                    <a:pt x="491" y="341"/>
                    <a:pt x="491" y="341"/>
                    <a:pt x="491" y="341"/>
                  </a:cubicBezTo>
                  <a:cubicBezTo>
                    <a:pt x="467" y="366"/>
                    <a:pt x="443" y="392"/>
                    <a:pt x="420" y="420"/>
                  </a:cubicBezTo>
                  <a:cubicBezTo>
                    <a:pt x="420" y="414"/>
                    <a:pt x="418" y="409"/>
                    <a:pt x="415" y="404"/>
                  </a:cubicBezTo>
                  <a:cubicBezTo>
                    <a:pt x="436" y="382"/>
                    <a:pt x="459" y="357"/>
                    <a:pt x="484" y="3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Rectangle 132"/>
            <p:cNvSpPr>
              <a:spLocks noChangeArrowheads="1"/>
            </p:cNvSpPr>
            <p:nvPr/>
          </p:nvSpPr>
          <p:spPr bwMode="auto">
            <a:xfrm>
              <a:off x="2478088" y="1879600"/>
              <a:ext cx="990600"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Rectangle 133"/>
            <p:cNvSpPr>
              <a:spLocks noChangeArrowheads="1"/>
            </p:cNvSpPr>
            <p:nvPr/>
          </p:nvSpPr>
          <p:spPr bwMode="auto">
            <a:xfrm>
              <a:off x="1552576" y="1879600"/>
              <a:ext cx="425450"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Rectangle 134"/>
            <p:cNvSpPr>
              <a:spLocks noChangeArrowheads="1"/>
            </p:cNvSpPr>
            <p:nvPr/>
          </p:nvSpPr>
          <p:spPr bwMode="auto">
            <a:xfrm>
              <a:off x="3543301" y="1879600"/>
              <a:ext cx="119063"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135"/>
            <p:cNvSpPr>
              <a:spLocks/>
            </p:cNvSpPr>
            <p:nvPr/>
          </p:nvSpPr>
          <p:spPr bwMode="auto">
            <a:xfrm>
              <a:off x="3424238" y="2098675"/>
              <a:ext cx="50800" cy="19050"/>
            </a:xfrm>
            <a:custGeom>
              <a:avLst/>
              <a:gdLst>
                <a:gd name="T0" fmla="*/ 29 w 30"/>
                <a:gd name="T1" fmla="*/ 0 h 11"/>
                <a:gd name="T2" fmla="*/ 0 w 30"/>
                <a:gd name="T3" fmla="*/ 3 h 11"/>
                <a:gd name="T4" fmla="*/ 1 w 30"/>
                <a:gd name="T5" fmla="*/ 11 h 11"/>
                <a:gd name="T6" fmla="*/ 30 w 30"/>
                <a:gd name="T7" fmla="*/ 8 h 11"/>
                <a:gd name="T8" fmla="*/ 29 w 30"/>
                <a:gd name="T9" fmla="*/ 0 h 11"/>
              </a:gdLst>
              <a:ahLst/>
              <a:cxnLst>
                <a:cxn ang="0">
                  <a:pos x="T0" y="T1"/>
                </a:cxn>
                <a:cxn ang="0">
                  <a:pos x="T2" y="T3"/>
                </a:cxn>
                <a:cxn ang="0">
                  <a:pos x="T4" y="T5"/>
                </a:cxn>
                <a:cxn ang="0">
                  <a:pos x="T6" y="T7"/>
                </a:cxn>
                <a:cxn ang="0">
                  <a:pos x="T8" y="T9"/>
                </a:cxn>
              </a:cxnLst>
              <a:rect l="0" t="0" r="r" b="b"/>
              <a:pathLst>
                <a:path w="30" h="11">
                  <a:moveTo>
                    <a:pt x="29" y="0"/>
                  </a:moveTo>
                  <a:cubicBezTo>
                    <a:pt x="19" y="1"/>
                    <a:pt x="9" y="2"/>
                    <a:pt x="0" y="3"/>
                  </a:cubicBezTo>
                  <a:cubicBezTo>
                    <a:pt x="1" y="11"/>
                    <a:pt x="1" y="11"/>
                    <a:pt x="1" y="11"/>
                  </a:cubicBezTo>
                  <a:cubicBezTo>
                    <a:pt x="10" y="10"/>
                    <a:pt x="20" y="9"/>
                    <a:pt x="30" y="8"/>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136"/>
            <p:cNvSpPr>
              <a:spLocks/>
            </p:cNvSpPr>
            <p:nvPr/>
          </p:nvSpPr>
          <p:spPr bwMode="auto">
            <a:xfrm>
              <a:off x="3355976" y="2108200"/>
              <a:ext cx="82550" cy="60325"/>
            </a:xfrm>
            <a:custGeom>
              <a:avLst/>
              <a:gdLst>
                <a:gd name="T0" fmla="*/ 48 w 49"/>
                <a:gd name="T1" fmla="*/ 37 h 37"/>
                <a:gd name="T2" fmla="*/ 49 w 49"/>
                <a:gd name="T3" fmla="*/ 29 h 37"/>
                <a:gd name="T4" fmla="*/ 8 w 49"/>
                <a:gd name="T5" fmla="*/ 17 h 37"/>
                <a:gd name="T6" fmla="*/ 32 w 49"/>
                <a:gd name="T7" fmla="*/ 7 h 37"/>
                <a:gd name="T8" fmla="*/ 31 w 49"/>
                <a:gd name="T9" fmla="*/ 0 h 37"/>
                <a:gd name="T10" fmla="*/ 0 w 49"/>
                <a:gd name="T11" fmla="*/ 17 h 37"/>
                <a:gd name="T12" fmla="*/ 48 w 49"/>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49" h="37">
                  <a:moveTo>
                    <a:pt x="48" y="37"/>
                  </a:moveTo>
                  <a:cubicBezTo>
                    <a:pt x="49" y="29"/>
                    <a:pt x="49" y="29"/>
                    <a:pt x="49" y="29"/>
                  </a:cubicBezTo>
                  <a:cubicBezTo>
                    <a:pt x="16" y="25"/>
                    <a:pt x="8" y="18"/>
                    <a:pt x="8" y="17"/>
                  </a:cubicBezTo>
                  <a:cubicBezTo>
                    <a:pt x="8" y="16"/>
                    <a:pt x="13" y="11"/>
                    <a:pt x="32" y="7"/>
                  </a:cubicBezTo>
                  <a:cubicBezTo>
                    <a:pt x="31" y="0"/>
                    <a:pt x="31" y="0"/>
                    <a:pt x="31" y="0"/>
                  </a:cubicBezTo>
                  <a:cubicBezTo>
                    <a:pt x="10" y="4"/>
                    <a:pt x="0" y="9"/>
                    <a:pt x="0" y="17"/>
                  </a:cubicBezTo>
                  <a:cubicBezTo>
                    <a:pt x="0" y="29"/>
                    <a:pt x="26" y="34"/>
                    <a:pt x="48"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137"/>
            <p:cNvSpPr>
              <a:spLocks/>
            </p:cNvSpPr>
            <p:nvPr/>
          </p:nvSpPr>
          <p:spPr bwMode="auto">
            <a:xfrm>
              <a:off x="3462338" y="2098675"/>
              <a:ext cx="188913" cy="74613"/>
            </a:xfrm>
            <a:custGeom>
              <a:avLst/>
              <a:gdLst>
                <a:gd name="T0" fmla="*/ 105 w 113"/>
                <a:gd name="T1" fmla="*/ 22 h 44"/>
                <a:gd name="T2" fmla="*/ 24 w 113"/>
                <a:gd name="T3" fmla="*/ 36 h 44"/>
                <a:gd name="T4" fmla="*/ 1 w 113"/>
                <a:gd name="T5" fmla="*/ 35 h 44"/>
                <a:gd name="T6" fmla="*/ 0 w 113"/>
                <a:gd name="T7" fmla="*/ 43 h 44"/>
                <a:gd name="T8" fmla="*/ 24 w 113"/>
                <a:gd name="T9" fmla="*/ 44 h 44"/>
                <a:gd name="T10" fmla="*/ 113 w 113"/>
                <a:gd name="T11" fmla="*/ 22 h 44"/>
                <a:gd name="T12" fmla="*/ 41 w 113"/>
                <a:gd name="T13" fmla="*/ 0 h 44"/>
                <a:gd name="T14" fmla="*/ 41 w 113"/>
                <a:gd name="T15" fmla="*/ 8 h 44"/>
                <a:gd name="T16" fmla="*/ 105 w 113"/>
                <a:gd name="T17" fmla="*/ 2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44">
                  <a:moveTo>
                    <a:pt x="105" y="22"/>
                  </a:moveTo>
                  <a:cubicBezTo>
                    <a:pt x="104" y="27"/>
                    <a:pt x="75" y="36"/>
                    <a:pt x="24" y="36"/>
                  </a:cubicBezTo>
                  <a:cubicBezTo>
                    <a:pt x="16" y="36"/>
                    <a:pt x="9" y="36"/>
                    <a:pt x="1" y="35"/>
                  </a:cubicBezTo>
                  <a:cubicBezTo>
                    <a:pt x="0" y="43"/>
                    <a:pt x="0" y="43"/>
                    <a:pt x="0" y="43"/>
                  </a:cubicBezTo>
                  <a:cubicBezTo>
                    <a:pt x="8" y="44"/>
                    <a:pt x="16" y="44"/>
                    <a:pt x="24" y="44"/>
                  </a:cubicBezTo>
                  <a:cubicBezTo>
                    <a:pt x="55" y="44"/>
                    <a:pt x="113" y="39"/>
                    <a:pt x="113" y="22"/>
                  </a:cubicBezTo>
                  <a:cubicBezTo>
                    <a:pt x="113" y="5"/>
                    <a:pt x="58" y="1"/>
                    <a:pt x="41" y="0"/>
                  </a:cubicBezTo>
                  <a:cubicBezTo>
                    <a:pt x="41" y="8"/>
                    <a:pt x="41" y="8"/>
                    <a:pt x="41" y="8"/>
                  </a:cubicBezTo>
                  <a:cubicBezTo>
                    <a:pt x="86" y="10"/>
                    <a:pt x="104" y="19"/>
                    <a:pt x="105"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138"/>
            <p:cNvSpPr>
              <a:spLocks/>
            </p:cNvSpPr>
            <p:nvPr/>
          </p:nvSpPr>
          <p:spPr bwMode="auto">
            <a:xfrm>
              <a:off x="3362326" y="2074863"/>
              <a:ext cx="111125" cy="25400"/>
            </a:xfrm>
            <a:custGeom>
              <a:avLst/>
              <a:gdLst>
                <a:gd name="T0" fmla="*/ 0 w 66"/>
                <a:gd name="T1" fmla="*/ 8 h 16"/>
                <a:gd name="T2" fmla="*/ 2 w 66"/>
                <a:gd name="T3" fmla="*/ 16 h 16"/>
                <a:gd name="T4" fmla="*/ 66 w 66"/>
                <a:gd name="T5" fmla="*/ 8 h 16"/>
                <a:gd name="T6" fmla="*/ 66 w 66"/>
                <a:gd name="T7" fmla="*/ 0 h 16"/>
                <a:gd name="T8" fmla="*/ 0 w 66"/>
                <a:gd name="T9" fmla="*/ 8 h 16"/>
              </a:gdLst>
              <a:ahLst/>
              <a:cxnLst>
                <a:cxn ang="0">
                  <a:pos x="T0" y="T1"/>
                </a:cxn>
                <a:cxn ang="0">
                  <a:pos x="T2" y="T3"/>
                </a:cxn>
                <a:cxn ang="0">
                  <a:pos x="T4" y="T5"/>
                </a:cxn>
                <a:cxn ang="0">
                  <a:pos x="T6" y="T7"/>
                </a:cxn>
                <a:cxn ang="0">
                  <a:pos x="T8" y="T9"/>
                </a:cxn>
              </a:cxnLst>
              <a:rect l="0" t="0" r="r" b="b"/>
              <a:pathLst>
                <a:path w="66" h="16">
                  <a:moveTo>
                    <a:pt x="0" y="8"/>
                  </a:moveTo>
                  <a:cubicBezTo>
                    <a:pt x="2" y="16"/>
                    <a:pt x="2" y="16"/>
                    <a:pt x="2" y="16"/>
                  </a:cubicBezTo>
                  <a:cubicBezTo>
                    <a:pt x="20" y="12"/>
                    <a:pt x="43" y="9"/>
                    <a:pt x="66" y="8"/>
                  </a:cubicBezTo>
                  <a:cubicBezTo>
                    <a:pt x="66" y="0"/>
                    <a:pt x="66" y="0"/>
                    <a:pt x="66" y="0"/>
                  </a:cubicBezTo>
                  <a:cubicBezTo>
                    <a:pt x="42" y="1"/>
                    <a:pt x="19" y="4"/>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139"/>
            <p:cNvSpPr>
              <a:spLocks/>
            </p:cNvSpPr>
            <p:nvPr/>
          </p:nvSpPr>
          <p:spPr bwMode="auto">
            <a:xfrm>
              <a:off x="3279776" y="2092325"/>
              <a:ext cx="198438" cy="114300"/>
            </a:xfrm>
            <a:custGeom>
              <a:avLst/>
              <a:gdLst>
                <a:gd name="T0" fmla="*/ 119 w 119"/>
                <a:gd name="T1" fmla="*/ 60 h 68"/>
                <a:gd name="T2" fmla="*/ 8 w 119"/>
                <a:gd name="T3" fmla="*/ 28 h 68"/>
                <a:gd name="T4" fmla="*/ 41 w 119"/>
                <a:gd name="T5" fmla="*/ 8 h 68"/>
                <a:gd name="T6" fmla="*/ 39 w 119"/>
                <a:gd name="T7" fmla="*/ 0 h 68"/>
                <a:gd name="T8" fmla="*/ 0 w 119"/>
                <a:gd name="T9" fmla="*/ 28 h 68"/>
                <a:gd name="T10" fmla="*/ 119 w 119"/>
                <a:gd name="T11" fmla="*/ 68 h 68"/>
                <a:gd name="T12" fmla="*/ 119 w 119"/>
                <a:gd name="T13" fmla="*/ 60 h 68"/>
              </a:gdLst>
              <a:ahLst/>
              <a:cxnLst>
                <a:cxn ang="0">
                  <a:pos x="T0" y="T1"/>
                </a:cxn>
                <a:cxn ang="0">
                  <a:pos x="T2" y="T3"/>
                </a:cxn>
                <a:cxn ang="0">
                  <a:pos x="T4" y="T5"/>
                </a:cxn>
                <a:cxn ang="0">
                  <a:pos x="T6" y="T7"/>
                </a:cxn>
                <a:cxn ang="0">
                  <a:pos x="T8" y="T9"/>
                </a:cxn>
                <a:cxn ang="0">
                  <a:pos x="T10" y="T11"/>
                </a:cxn>
                <a:cxn ang="0">
                  <a:pos x="T12" y="T13"/>
                </a:cxn>
              </a:cxnLst>
              <a:rect l="0" t="0" r="r" b="b"/>
              <a:pathLst>
                <a:path w="119" h="68">
                  <a:moveTo>
                    <a:pt x="119" y="60"/>
                  </a:moveTo>
                  <a:cubicBezTo>
                    <a:pt x="53" y="58"/>
                    <a:pt x="8" y="42"/>
                    <a:pt x="8" y="28"/>
                  </a:cubicBezTo>
                  <a:cubicBezTo>
                    <a:pt x="8" y="21"/>
                    <a:pt x="21" y="14"/>
                    <a:pt x="41" y="8"/>
                  </a:cubicBezTo>
                  <a:cubicBezTo>
                    <a:pt x="39" y="0"/>
                    <a:pt x="39" y="0"/>
                    <a:pt x="39" y="0"/>
                  </a:cubicBezTo>
                  <a:cubicBezTo>
                    <a:pt x="14" y="7"/>
                    <a:pt x="0" y="17"/>
                    <a:pt x="0" y="28"/>
                  </a:cubicBezTo>
                  <a:cubicBezTo>
                    <a:pt x="0" y="53"/>
                    <a:pt x="62" y="66"/>
                    <a:pt x="119" y="68"/>
                  </a:cubicBezTo>
                  <a:lnTo>
                    <a:pt x="119"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140"/>
            <p:cNvSpPr>
              <a:spLocks/>
            </p:cNvSpPr>
            <p:nvPr/>
          </p:nvSpPr>
          <p:spPr bwMode="auto">
            <a:xfrm>
              <a:off x="3538538" y="2093913"/>
              <a:ext cx="188913" cy="112713"/>
            </a:xfrm>
            <a:custGeom>
              <a:avLst/>
              <a:gdLst>
                <a:gd name="T0" fmla="*/ 105 w 113"/>
                <a:gd name="T1" fmla="*/ 27 h 67"/>
                <a:gd name="T2" fmla="*/ 0 w 113"/>
                <a:gd name="T3" fmla="*/ 59 h 67"/>
                <a:gd name="T4" fmla="*/ 1 w 113"/>
                <a:gd name="T5" fmla="*/ 67 h 67"/>
                <a:gd name="T6" fmla="*/ 113 w 113"/>
                <a:gd name="T7" fmla="*/ 27 h 67"/>
                <a:gd name="T8" fmla="*/ 78 w 113"/>
                <a:gd name="T9" fmla="*/ 0 h 67"/>
                <a:gd name="T10" fmla="*/ 76 w 113"/>
                <a:gd name="T11" fmla="*/ 8 h 67"/>
                <a:gd name="T12" fmla="*/ 105 w 113"/>
                <a:gd name="T13" fmla="*/ 27 h 67"/>
              </a:gdLst>
              <a:ahLst/>
              <a:cxnLst>
                <a:cxn ang="0">
                  <a:pos x="T0" y="T1"/>
                </a:cxn>
                <a:cxn ang="0">
                  <a:pos x="T2" y="T3"/>
                </a:cxn>
                <a:cxn ang="0">
                  <a:pos x="T4" y="T5"/>
                </a:cxn>
                <a:cxn ang="0">
                  <a:pos x="T6" y="T7"/>
                </a:cxn>
                <a:cxn ang="0">
                  <a:pos x="T8" y="T9"/>
                </a:cxn>
                <a:cxn ang="0">
                  <a:pos x="T10" y="T11"/>
                </a:cxn>
                <a:cxn ang="0">
                  <a:pos x="T12" y="T13"/>
                </a:cxn>
              </a:cxnLst>
              <a:rect l="0" t="0" r="r" b="b"/>
              <a:pathLst>
                <a:path w="113" h="67">
                  <a:moveTo>
                    <a:pt x="105" y="27"/>
                  </a:moveTo>
                  <a:cubicBezTo>
                    <a:pt x="105" y="40"/>
                    <a:pt x="65" y="56"/>
                    <a:pt x="0" y="59"/>
                  </a:cubicBezTo>
                  <a:cubicBezTo>
                    <a:pt x="1" y="67"/>
                    <a:pt x="1" y="67"/>
                    <a:pt x="1" y="67"/>
                  </a:cubicBezTo>
                  <a:cubicBezTo>
                    <a:pt x="56" y="64"/>
                    <a:pt x="113" y="51"/>
                    <a:pt x="113" y="27"/>
                  </a:cubicBezTo>
                  <a:cubicBezTo>
                    <a:pt x="113" y="17"/>
                    <a:pt x="101" y="7"/>
                    <a:pt x="78" y="0"/>
                  </a:cubicBezTo>
                  <a:cubicBezTo>
                    <a:pt x="76" y="8"/>
                    <a:pt x="76" y="8"/>
                    <a:pt x="76" y="8"/>
                  </a:cubicBezTo>
                  <a:cubicBezTo>
                    <a:pt x="94" y="14"/>
                    <a:pt x="105" y="21"/>
                    <a:pt x="105"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141"/>
            <p:cNvSpPr>
              <a:spLocks/>
            </p:cNvSpPr>
            <p:nvPr/>
          </p:nvSpPr>
          <p:spPr bwMode="auto">
            <a:xfrm>
              <a:off x="3533776" y="2074863"/>
              <a:ext cx="114300" cy="25400"/>
            </a:xfrm>
            <a:custGeom>
              <a:avLst/>
              <a:gdLst>
                <a:gd name="T0" fmla="*/ 68 w 68"/>
                <a:gd name="T1" fmla="*/ 8 h 16"/>
                <a:gd name="T2" fmla="*/ 0 w 68"/>
                <a:gd name="T3" fmla="*/ 0 h 16"/>
                <a:gd name="T4" fmla="*/ 0 w 68"/>
                <a:gd name="T5" fmla="*/ 8 h 16"/>
                <a:gd name="T6" fmla="*/ 66 w 68"/>
                <a:gd name="T7" fmla="*/ 16 h 16"/>
                <a:gd name="T8" fmla="*/ 68 w 68"/>
                <a:gd name="T9" fmla="*/ 8 h 16"/>
              </a:gdLst>
              <a:ahLst/>
              <a:cxnLst>
                <a:cxn ang="0">
                  <a:pos x="T0" y="T1"/>
                </a:cxn>
                <a:cxn ang="0">
                  <a:pos x="T2" y="T3"/>
                </a:cxn>
                <a:cxn ang="0">
                  <a:pos x="T4" y="T5"/>
                </a:cxn>
                <a:cxn ang="0">
                  <a:pos x="T6" y="T7"/>
                </a:cxn>
                <a:cxn ang="0">
                  <a:pos x="T8" y="T9"/>
                </a:cxn>
              </a:cxnLst>
              <a:rect l="0" t="0" r="r" b="b"/>
              <a:pathLst>
                <a:path w="68" h="16">
                  <a:moveTo>
                    <a:pt x="68" y="8"/>
                  </a:moveTo>
                  <a:cubicBezTo>
                    <a:pt x="48" y="4"/>
                    <a:pt x="25" y="1"/>
                    <a:pt x="0" y="0"/>
                  </a:cubicBezTo>
                  <a:cubicBezTo>
                    <a:pt x="0" y="8"/>
                    <a:pt x="0" y="8"/>
                    <a:pt x="0" y="8"/>
                  </a:cubicBezTo>
                  <a:cubicBezTo>
                    <a:pt x="24" y="9"/>
                    <a:pt x="47" y="12"/>
                    <a:pt x="66" y="16"/>
                  </a:cubicBezTo>
                  <a:lnTo>
                    <a:pt x="6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142"/>
            <p:cNvSpPr>
              <a:spLocks noEditPoints="1"/>
            </p:cNvSpPr>
            <p:nvPr/>
          </p:nvSpPr>
          <p:spPr bwMode="auto">
            <a:xfrm>
              <a:off x="1601788" y="2219325"/>
              <a:ext cx="325438" cy="292100"/>
            </a:xfrm>
            <a:custGeom>
              <a:avLst/>
              <a:gdLst>
                <a:gd name="T0" fmla="*/ 0 w 205"/>
                <a:gd name="T1" fmla="*/ 0 h 184"/>
                <a:gd name="T2" fmla="*/ 3 w 205"/>
                <a:gd name="T3" fmla="*/ 25 h 184"/>
                <a:gd name="T4" fmla="*/ 116 w 205"/>
                <a:gd name="T5" fmla="*/ 25 h 184"/>
                <a:gd name="T6" fmla="*/ 116 w 205"/>
                <a:gd name="T7" fmla="*/ 29 h 184"/>
                <a:gd name="T8" fmla="*/ 4 w 205"/>
                <a:gd name="T9" fmla="*/ 29 h 184"/>
                <a:gd name="T10" fmla="*/ 23 w 205"/>
                <a:gd name="T11" fmla="*/ 184 h 184"/>
                <a:gd name="T12" fmla="*/ 182 w 205"/>
                <a:gd name="T13" fmla="*/ 184 h 184"/>
                <a:gd name="T14" fmla="*/ 205 w 205"/>
                <a:gd name="T15" fmla="*/ 0 h 184"/>
                <a:gd name="T16" fmla="*/ 0 w 205"/>
                <a:gd name="T17" fmla="*/ 0 h 184"/>
                <a:gd name="T18" fmla="*/ 133 w 205"/>
                <a:gd name="T19" fmla="*/ 25 h 184"/>
                <a:gd name="T20" fmla="*/ 166 w 205"/>
                <a:gd name="T21" fmla="*/ 25 h 184"/>
                <a:gd name="T22" fmla="*/ 166 w 205"/>
                <a:gd name="T23" fmla="*/ 29 h 184"/>
                <a:gd name="T24" fmla="*/ 133 w 205"/>
                <a:gd name="T25" fmla="*/ 29 h 184"/>
                <a:gd name="T26" fmla="*/ 133 w 205"/>
                <a:gd name="T27" fmla="*/ 25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5" h="184">
                  <a:moveTo>
                    <a:pt x="0" y="0"/>
                  </a:moveTo>
                  <a:lnTo>
                    <a:pt x="3" y="25"/>
                  </a:lnTo>
                  <a:lnTo>
                    <a:pt x="116" y="25"/>
                  </a:lnTo>
                  <a:lnTo>
                    <a:pt x="116" y="29"/>
                  </a:lnTo>
                  <a:lnTo>
                    <a:pt x="4" y="29"/>
                  </a:lnTo>
                  <a:lnTo>
                    <a:pt x="23" y="184"/>
                  </a:lnTo>
                  <a:lnTo>
                    <a:pt x="182" y="184"/>
                  </a:lnTo>
                  <a:lnTo>
                    <a:pt x="205" y="0"/>
                  </a:lnTo>
                  <a:lnTo>
                    <a:pt x="0" y="0"/>
                  </a:lnTo>
                  <a:close/>
                  <a:moveTo>
                    <a:pt x="133" y="25"/>
                  </a:moveTo>
                  <a:lnTo>
                    <a:pt x="166" y="25"/>
                  </a:lnTo>
                  <a:lnTo>
                    <a:pt x="166" y="29"/>
                  </a:lnTo>
                  <a:lnTo>
                    <a:pt x="133" y="29"/>
                  </a:lnTo>
                  <a:lnTo>
                    <a:pt x="133"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Rectangle 143"/>
            <p:cNvSpPr>
              <a:spLocks noChangeArrowheads="1"/>
            </p:cNvSpPr>
            <p:nvPr/>
          </p:nvSpPr>
          <p:spPr bwMode="auto">
            <a:xfrm>
              <a:off x="2876551" y="1985963"/>
              <a:ext cx="193675"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Rectangle 144"/>
            <p:cNvSpPr>
              <a:spLocks noChangeArrowheads="1"/>
            </p:cNvSpPr>
            <p:nvPr/>
          </p:nvSpPr>
          <p:spPr bwMode="auto">
            <a:xfrm>
              <a:off x="2617788" y="1985963"/>
              <a:ext cx="10636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Rectangle 145"/>
            <p:cNvSpPr>
              <a:spLocks noChangeArrowheads="1"/>
            </p:cNvSpPr>
            <p:nvPr/>
          </p:nvSpPr>
          <p:spPr bwMode="auto">
            <a:xfrm>
              <a:off x="1852613" y="1985963"/>
              <a:ext cx="10636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Rectangle 146"/>
            <p:cNvSpPr>
              <a:spLocks noChangeArrowheads="1"/>
            </p:cNvSpPr>
            <p:nvPr/>
          </p:nvSpPr>
          <p:spPr bwMode="auto">
            <a:xfrm>
              <a:off x="1719263" y="1985963"/>
              <a:ext cx="66675"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Rectangle 147"/>
            <p:cNvSpPr>
              <a:spLocks noChangeArrowheads="1"/>
            </p:cNvSpPr>
            <p:nvPr/>
          </p:nvSpPr>
          <p:spPr bwMode="auto">
            <a:xfrm>
              <a:off x="2457451" y="2085975"/>
              <a:ext cx="22066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Rectangle 148"/>
            <p:cNvSpPr>
              <a:spLocks noChangeArrowheads="1"/>
            </p:cNvSpPr>
            <p:nvPr/>
          </p:nvSpPr>
          <p:spPr bwMode="auto">
            <a:xfrm>
              <a:off x="2884488" y="2085975"/>
              <a:ext cx="1524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Rectangle 149"/>
            <p:cNvSpPr>
              <a:spLocks noChangeArrowheads="1"/>
            </p:cNvSpPr>
            <p:nvPr/>
          </p:nvSpPr>
          <p:spPr bwMode="auto">
            <a:xfrm>
              <a:off x="2736851" y="2085975"/>
              <a:ext cx="9366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Rectangle 150"/>
            <p:cNvSpPr>
              <a:spLocks noChangeArrowheads="1"/>
            </p:cNvSpPr>
            <p:nvPr/>
          </p:nvSpPr>
          <p:spPr bwMode="auto">
            <a:xfrm>
              <a:off x="1825626" y="2085975"/>
              <a:ext cx="9366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Rectangle 151"/>
            <p:cNvSpPr>
              <a:spLocks noChangeArrowheads="1"/>
            </p:cNvSpPr>
            <p:nvPr/>
          </p:nvSpPr>
          <p:spPr bwMode="auto">
            <a:xfrm>
              <a:off x="2457451" y="2238375"/>
              <a:ext cx="293688"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Rectangle 152"/>
            <p:cNvSpPr>
              <a:spLocks noChangeArrowheads="1"/>
            </p:cNvSpPr>
            <p:nvPr/>
          </p:nvSpPr>
          <p:spPr bwMode="auto">
            <a:xfrm>
              <a:off x="3036888" y="2238375"/>
              <a:ext cx="2063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Rectangle 153"/>
            <p:cNvSpPr>
              <a:spLocks noChangeArrowheads="1"/>
            </p:cNvSpPr>
            <p:nvPr/>
          </p:nvSpPr>
          <p:spPr bwMode="auto">
            <a:xfrm>
              <a:off x="2830513" y="2238375"/>
              <a:ext cx="127000"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Rectangle 154"/>
            <p:cNvSpPr>
              <a:spLocks noChangeArrowheads="1"/>
            </p:cNvSpPr>
            <p:nvPr/>
          </p:nvSpPr>
          <p:spPr bwMode="auto">
            <a:xfrm>
              <a:off x="3270251" y="1985963"/>
              <a:ext cx="10636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Rectangle 155"/>
            <p:cNvSpPr>
              <a:spLocks noChangeArrowheads="1"/>
            </p:cNvSpPr>
            <p:nvPr/>
          </p:nvSpPr>
          <p:spPr bwMode="auto">
            <a:xfrm>
              <a:off x="3163888" y="1985963"/>
              <a:ext cx="66675"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Rectangle 156"/>
            <p:cNvSpPr>
              <a:spLocks noChangeArrowheads="1"/>
            </p:cNvSpPr>
            <p:nvPr/>
          </p:nvSpPr>
          <p:spPr bwMode="auto">
            <a:xfrm>
              <a:off x="3575051" y="1985963"/>
              <a:ext cx="66675"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157"/>
            <p:cNvSpPr>
              <a:spLocks/>
            </p:cNvSpPr>
            <p:nvPr/>
          </p:nvSpPr>
          <p:spPr bwMode="auto">
            <a:xfrm>
              <a:off x="2816226" y="2700338"/>
              <a:ext cx="122238" cy="66675"/>
            </a:xfrm>
            <a:custGeom>
              <a:avLst/>
              <a:gdLst>
                <a:gd name="T0" fmla="*/ 77 w 77"/>
                <a:gd name="T1" fmla="*/ 41 h 42"/>
                <a:gd name="T2" fmla="*/ 69 w 77"/>
                <a:gd name="T3" fmla="*/ 3 h 42"/>
                <a:gd name="T4" fmla="*/ 27 w 77"/>
                <a:gd name="T5" fmla="*/ 0 h 42"/>
                <a:gd name="T6" fmla="*/ 0 w 77"/>
                <a:gd name="T7" fmla="*/ 15 h 42"/>
                <a:gd name="T8" fmla="*/ 12 w 77"/>
                <a:gd name="T9" fmla="*/ 42 h 42"/>
                <a:gd name="T10" fmla="*/ 77 w 77"/>
                <a:gd name="T11" fmla="*/ 41 h 42"/>
              </a:gdLst>
              <a:ahLst/>
              <a:cxnLst>
                <a:cxn ang="0">
                  <a:pos x="T0" y="T1"/>
                </a:cxn>
                <a:cxn ang="0">
                  <a:pos x="T2" y="T3"/>
                </a:cxn>
                <a:cxn ang="0">
                  <a:pos x="T4" y="T5"/>
                </a:cxn>
                <a:cxn ang="0">
                  <a:pos x="T6" y="T7"/>
                </a:cxn>
                <a:cxn ang="0">
                  <a:pos x="T8" y="T9"/>
                </a:cxn>
                <a:cxn ang="0">
                  <a:pos x="T10" y="T11"/>
                </a:cxn>
              </a:cxnLst>
              <a:rect l="0" t="0" r="r" b="b"/>
              <a:pathLst>
                <a:path w="77" h="42">
                  <a:moveTo>
                    <a:pt x="77" y="41"/>
                  </a:moveTo>
                  <a:lnTo>
                    <a:pt x="69" y="3"/>
                  </a:lnTo>
                  <a:lnTo>
                    <a:pt x="27" y="0"/>
                  </a:lnTo>
                  <a:lnTo>
                    <a:pt x="0" y="15"/>
                  </a:lnTo>
                  <a:lnTo>
                    <a:pt x="12" y="42"/>
                  </a:lnTo>
                  <a:lnTo>
                    <a:pt x="77"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158"/>
            <p:cNvSpPr>
              <a:spLocks/>
            </p:cNvSpPr>
            <p:nvPr/>
          </p:nvSpPr>
          <p:spPr bwMode="auto">
            <a:xfrm>
              <a:off x="2228851" y="2711450"/>
              <a:ext cx="107950" cy="66675"/>
            </a:xfrm>
            <a:custGeom>
              <a:avLst/>
              <a:gdLst>
                <a:gd name="T0" fmla="*/ 0 w 68"/>
                <a:gd name="T1" fmla="*/ 16 h 42"/>
                <a:gd name="T2" fmla="*/ 12 w 68"/>
                <a:gd name="T3" fmla="*/ 42 h 42"/>
                <a:gd name="T4" fmla="*/ 59 w 68"/>
                <a:gd name="T5" fmla="*/ 34 h 42"/>
                <a:gd name="T6" fmla="*/ 68 w 68"/>
                <a:gd name="T7" fmla="*/ 3 h 42"/>
                <a:gd name="T8" fmla="*/ 26 w 68"/>
                <a:gd name="T9" fmla="*/ 0 h 42"/>
                <a:gd name="T10" fmla="*/ 0 w 68"/>
                <a:gd name="T11" fmla="*/ 16 h 42"/>
              </a:gdLst>
              <a:ahLst/>
              <a:cxnLst>
                <a:cxn ang="0">
                  <a:pos x="T0" y="T1"/>
                </a:cxn>
                <a:cxn ang="0">
                  <a:pos x="T2" y="T3"/>
                </a:cxn>
                <a:cxn ang="0">
                  <a:pos x="T4" y="T5"/>
                </a:cxn>
                <a:cxn ang="0">
                  <a:pos x="T6" y="T7"/>
                </a:cxn>
                <a:cxn ang="0">
                  <a:pos x="T8" y="T9"/>
                </a:cxn>
                <a:cxn ang="0">
                  <a:pos x="T10" y="T11"/>
                </a:cxn>
              </a:cxnLst>
              <a:rect l="0" t="0" r="r" b="b"/>
              <a:pathLst>
                <a:path w="68" h="42">
                  <a:moveTo>
                    <a:pt x="0" y="16"/>
                  </a:moveTo>
                  <a:lnTo>
                    <a:pt x="12" y="42"/>
                  </a:lnTo>
                  <a:lnTo>
                    <a:pt x="59" y="34"/>
                  </a:lnTo>
                  <a:lnTo>
                    <a:pt x="68" y="3"/>
                  </a:lnTo>
                  <a:lnTo>
                    <a:pt x="26" y="0"/>
                  </a:lnTo>
                  <a:lnTo>
                    <a:pt x="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159"/>
            <p:cNvSpPr>
              <a:spLocks/>
            </p:cNvSpPr>
            <p:nvPr/>
          </p:nvSpPr>
          <p:spPr bwMode="auto">
            <a:xfrm>
              <a:off x="2938463" y="2459038"/>
              <a:ext cx="107950" cy="66675"/>
            </a:xfrm>
            <a:custGeom>
              <a:avLst/>
              <a:gdLst>
                <a:gd name="T0" fmla="*/ 0 w 68"/>
                <a:gd name="T1" fmla="*/ 16 h 42"/>
                <a:gd name="T2" fmla="*/ 13 w 68"/>
                <a:gd name="T3" fmla="*/ 42 h 42"/>
                <a:gd name="T4" fmla="*/ 60 w 68"/>
                <a:gd name="T5" fmla="*/ 33 h 42"/>
                <a:gd name="T6" fmla="*/ 68 w 68"/>
                <a:gd name="T7" fmla="*/ 3 h 42"/>
                <a:gd name="T8" fmla="*/ 26 w 68"/>
                <a:gd name="T9" fmla="*/ 0 h 42"/>
                <a:gd name="T10" fmla="*/ 0 w 68"/>
                <a:gd name="T11" fmla="*/ 16 h 42"/>
              </a:gdLst>
              <a:ahLst/>
              <a:cxnLst>
                <a:cxn ang="0">
                  <a:pos x="T0" y="T1"/>
                </a:cxn>
                <a:cxn ang="0">
                  <a:pos x="T2" y="T3"/>
                </a:cxn>
                <a:cxn ang="0">
                  <a:pos x="T4" y="T5"/>
                </a:cxn>
                <a:cxn ang="0">
                  <a:pos x="T6" y="T7"/>
                </a:cxn>
                <a:cxn ang="0">
                  <a:pos x="T8" y="T9"/>
                </a:cxn>
                <a:cxn ang="0">
                  <a:pos x="T10" y="T11"/>
                </a:cxn>
              </a:cxnLst>
              <a:rect l="0" t="0" r="r" b="b"/>
              <a:pathLst>
                <a:path w="68" h="42">
                  <a:moveTo>
                    <a:pt x="0" y="16"/>
                  </a:moveTo>
                  <a:lnTo>
                    <a:pt x="13" y="42"/>
                  </a:lnTo>
                  <a:lnTo>
                    <a:pt x="60" y="33"/>
                  </a:lnTo>
                  <a:lnTo>
                    <a:pt x="68" y="3"/>
                  </a:lnTo>
                  <a:lnTo>
                    <a:pt x="26" y="0"/>
                  </a:lnTo>
                  <a:lnTo>
                    <a:pt x="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160"/>
            <p:cNvSpPr>
              <a:spLocks/>
            </p:cNvSpPr>
            <p:nvPr/>
          </p:nvSpPr>
          <p:spPr bwMode="auto">
            <a:xfrm>
              <a:off x="2892426" y="2397125"/>
              <a:ext cx="65088" cy="49213"/>
            </a:xfrm>
            <a:custGeom>
              <a:avLst/>
              <a:gdLst>
                <a:gd name="T0" fmla="*/ 35 w 41"/>
                <a:gd name="T1" fmla="*/ 25 h 31"/>
                <a:gd name="T2" fmla="*/ 41 w 41"/>
                <a:gd name="T3" fmla="*/ 2 h 31"/>
                <a:gd name="T4" fmla="*/ 15 w 41"/>
                <a:gd name="T5" fmla="*/ 0 h 31"/>
                <a:gd name="T6" fmla="*/ 0 w 41"/>
                <a:gd name="T7" fmla="*/ 12 h 31"/>
                <a:gd name="T8" fmla="*/ 7 w 41"/>
                <a:gd name="T9" fmla="*/ 31 h 31"/>
                <a:gd name="T10" fmla="*/ 35 w 41"/>
                <a:gd name="T11" fmla="*/ 25 h 31"/>
              </a:gdLst>
              <a:ahLst/>
              <a:cxnLst>
                <a:cxn ang="0">
                  <a:pos x="T0" y="T1"/>
                </a:cxn>
                <a:cxn ang="0">
                  <a:pos x="T2" y="T3"/>
                </a:cxn>
                <a:cxn ang="0">
                  <a:pos x="T4" y="T5"/>
                </a:cxn>
                <a:cxn ang="0">
                  <a:pos x="T6" y="T7"/>
                </a:cxn>
                <a:cxn ang="0">
                  <a:pos x="T8" y="T9"/>
                </a:cxn>
                <a:cxn ang="0">
                  <a:pos x="T10" y="T11"/>
                </a:cxn>
              </a:cxnLst>
              <a:rect l="0" t="0" r="r" b="b"/>
              <a:pathLst>
                <a:path w="41" h="31">
                  <a:moveTo>
                    <a:pt x="35" y="25"/>
                  </a:moveTo>
                  <a:lnTo>
                    <a:pt x="41" y="2"/>
                  </a:lnTo>
                  <a:lnTo>
                    <a:pt x="15" y="0"/>
                  </a:lnTo>
                  <a:lnTo>
                    <a:pt x="0" y="12"/>
                  </a:lnTo>
                  <a:lnTo>
                    <a:pt x="7" y="31"/>
                  </a:lnTo>
                  <a:lnTo>
                    <a:pt x="35"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161"/>
            <p:cNvSpPr>
              <a:spLocks/>
            </p:cNvSpPr>
            <p:nvPr/>
          </p:nvSpPr>
          <p:spPr bwMode="auto">
            <a:xfrm>
              <a:off x="2455863" y="2397125"/>
              <a:ext cx="65088" cy="49213"/>
            </a:xfrm>
            <a:custGeom>
              <a:avLst/>
              <a:gdLst>
                <a:gd name="T0" fmla="*/ 8 w 41"/>
                <a:gd name="T1" fmla="*/ 31 h 31"/>
                <a:gd name="T2" fmla="*/ 36 w 41"/>
                <a:gd name="T3" fmla="*/ 25 h 31"/>
                <a:gd name="T4" fmla="*/ 41 w 41"/>
                <a:gd name="T5" fmla="*/ 2 h 31"/>
                <a:gd name="T6" fmla="*/ 16 w 41"/>
                <a:gd name="T7" fmla="*/ 0 h 31"/>
                <a:gd name="T8" fmla="*/ 0 w 41"/>
                <a:gd name="T9" fmla="*/ 12 h 31"/>
                <a:gd name="T10" fmla="*/ 8 w 41"/>
                <a:gd name="T11" fmla="*/ 31 h 31"/>
              </a:gdLst>
              <a:ahLst/>
              <a:cxnLst>
                <a:cxn ang="0">
                  <a:pos x="T0" y="T1"/>
                </a:cxn>
                <a:cxn ang="0">
                  <a:pos x="T2" y="T3"/>
                </a:cxn>
                <a:cxn ang="0">
                  <a:pos x="T4" y="T5"/>
                </a:cxn>
                <a:cxn ang="0">
                  <a:pos x="T6" y="T7"/>
                </a:cxn>
                <a:cxn ang="0">
                  <a:pos x="T8" y="T9"/>
                </a:cxn>
                <a:cxn ang="0">
                  <a:pos x="T10" y="T11"/>
                </a:cxn>
              </a:cxnLst>
              <a:rect l="0" t="0" r="r" b="b"/>
              <a:pathLst>
                <a:path w="41" h="31">
                  <a:moveTo>
                    <a:pt x="8" y="31"/>
                  </a:moveTo>
                  <a:lnTo>
                    <a:pt x="36" y="25"/>
                  </a:lnTo>
                  <a:lnTo>
                    <a:pt x="41" y="2"/>
                  </a:lnTo>
                  <a:lnTo>
                    <a:pt x="16" y="0"/>
                  </a:lnTo>
                  <a:lnTo>
                    <a:pt x="0" y="12"/>
                  </a:lnTo>
                  <a:lnTo>
                    <a:pt x="8"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162"/>
            <p:cNvSpPr>
              <a:spLocks/>
            </p:cNvSpPr>
            <p:nvPr/>
          </p:nvSpPr>
          <p:spPr bwMode="auto">
            <a:xfrm>
              <a:off x="1543051" y="2493963"/>
              <a:ext cx="49213" cy="38100"/>
            </a:xfrm>
            <a:custGeom>
              <a:avLst/>
              <a:gdLst>
                <a:gd name="T0" fmla="*/ 28 w 31"/>
                <a:gd name="T1" fmla="*/ 19 h 24"/>
                <a:gd name="T2" fmla="*/ 31 w 31"/>
                <a:gd name="T3" fmla="*/ 2 h 24"/>
                <a:gd name="T4" fmla="*/ 12 w 31"/>
                <a:gd name="T5" fmla="*/ 0 h 24"/>
                <a:gd name="T6" fmla="*/ 0 w 31"/>
                <a:gd name="T7" fmla="*/ 8 h 24"/>
                <a:gd name="T8" fmla="*/ 6 w 31"/>
                <a:gd name="T9" fmla="*/ 24 h 24"/>
                <a:gd name="T10" fmla="*/ 28 w 31"/>
                <a:gd name="T11" fmla="*/ 19 h 24"/>
              </a:gdLst>
              <a:ahLst/>
              <a:cxnLst>
                <a:cxn ang="0">
                  <a:pos x="T0" y="T1"/>
                </a:cxn>
                <a:cxn ang="0">
                  <a:pos x="T2" y="T3"/>
                </a:cxn>
                <a:cxn ang="0">
                  <a:pos x="T4" y="T5"/>
                </a:cxn>
                <a:cxn ang="0">
                  <a:pos x="T6" y="T7"/>
                </a:cxn>
                <a:cxn ang="0">
                  <a:pos x="T8" y="T9"/>
                </a:cxn>
                <a:cxn ang="0">
                  <a:pos x="T10" y="T11"/>
                </a:cxn>
              </a:cxnLst>
              <a:rect l="0" t="0" r="r" b="b"/>
              <a:pathLst>
                <a:path w="31" h="24">
                  <a:moveTo>
                    <a:pt x="28" y="19"/>
                  </a:moveTo>
                  <a:lnTo>
                    <a:pt x="31" y="2"/>
                  </a:lnTo>
                  <a:lnTo>
                    <a:pt x="12" y="0"/>
                  </a:lnTo>
                  <a:lnTo>
                    <a:pt x="0" y="8"/>
                  </a:lnTo>
                  <a:lnTo>
                    <a:pt x="6" y="24"/>
                  </a:lnTo>
                  <a:lnTo>
                    <a:pt x="28"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163"/>
            <p:cNvSpPr>
              <a:spLocks/>
            </p:cNvSpPr>
            <p:nvPr/>
          </p:nvSpPr>
          <p:spPr bwMode="auto">
            <a:xfrm>
              <a:off x="1511301" y="2559050"/>
              <a:ext cx="109538" cy="38100"/>
            </a:xfrm>
            <a:custGeom>
              <a:avLst/>
              <a:gdLst>
                <a:gd name="T0" fmla="*/ 61 w 69"/>
                <a:gd name="T1" fmla="*/ 19 h 24"/>
                <a:gd name="T2" fmla="*/ 69 w 69"/>
                <a:gd name="T3" fmla="*/ 2 h 24"/>
                <a:gd name="T4" fmla="*/ 27 w 69"/>
                <a:gd name="T5" fmla="*/ 0 h 24"/>
                <a:gd name="T6" fmla="*/ 0 w 69"/>
                <a:gd name="T7" fmla="*/ 8 h 24"/>
                <a:gd name="T8" fmla="*/ 13 w 69"/>
                <a:gd name="T9" fmla="*/ 24 h 24"/>
                <a:gd name="T10" fmla="*/ 61 w 69"/>
                <a:gd name="T11" fmla="*/ 19 h 24"/>
              </a:gdLst>
              <a:ahLst/>
              <a:cxnLst>
                <a:cxn ang="0">
                  <a:pos x="T0" y="T1"/>
                </a:cxn>
                <a:cxn ang="0">
                  <a:pos x="T2" y="T3"/>
                </a:cxn>
                <a:cxn ang="0">
                  <a:pos x="T4" y="T5"/>
                </a:cxn>
                <a:cxn ang="0">
                  <a:pos x="T6" y="T7"/>
                </a:cxn>
                <a:cxn ang="0">
                  <a:pos x="T8" y="T9"/>
                </a:cxn>
                <a:cxn ang="0">
                  <a:pos x="T10" y="T11"/>
                </a:cxn>
              </a:cxnLst>
              <a:rect l="0" t="0" r="r" b="b"/>
              <a:pathLst>
                <a:path w="69" h="24">
                  <a:moveTo>
                    <a:pt x="61" y="19"/>
                  </a:moveTo>
                  <a:lnTo>
                    <a:pt x="69" y="2"/>
                  </a:lnTo>
                  <a:lnTo>
                    <a:pt x="27" y="0"/>
                  </a:lnTo>
                  <a:lnTo>
                    <a:pt x="0" y="8"/>
                  </a:lnTo>
                  <a:lnTo>
                    <a:pt x="13" y="24"/>
                  </a:lnTo>
                  <a:lnTo>
                    <a:pt x="61"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164"/>
            <p:cNvSpPr>
              <a:spLocks/>
            </p:cNvSpPr>
            <p:nvPr/>
          </p:nvSpPr>
          <p:spPr bwMode="auto">
            <a:xfrm>
              <a:off x="1927226" y="2490788"/>
              <a:ext cx="49213" cy="38100"/>
            </a:xfrm>
            <a:custGeom>
              <a:avLst/>
              <a:gdLst>
                <a:gd name="T0" fmla="*/ 0 w 31"/>
                <a:gd name="T1" fmla="*/ 8 h 24"/>
                <a:gd name="T2" fmla="*/ 6 w 31"/>
                <a:gd name="T3" fmla="*/ 24 h 24"/>
                <a:gd name="T4" fmla="*/ 28 w 31"/>
                <a:gd name="T5" fmla="*/ 19 h 24"/>
                <a:gd name="T6" fmla="*/ 31 w 31"/>
                <a:gd name="T7" fmla="*/ 2 h 24"/>
                <a:gd name="T8" fmla="*/ 13 w 31"/>
                <a:gd name="T9" fmla="*/ 0 h 24"/>
                <a:gd name="T10" fmla="*/ 0 w 31"/>
                <a:gd name="T11" fmla="*/ 8 h 24"/>
              </a:gdLst>
              <a:ahLst/>
              <a:cxnLst>
                <a:cxn ang="0">
                  <a:pos x="T0" y="T1"/>
                </a:cxn>
                <a:cxn ang="0">
                  <a:pos x="T2" y="T3"/>
                </a:cxn>
                <a:cxn ang="0">
                  <a:pos x="T4" y="T5"/>
                </a:cxn>
                <a:cxn ang="0">
                  <a:pos x="T6" y="T7"/>
                </a:cxn>
                <a:cxn ang="0">
                  <a:pos x="T8" y="T9"/>
                </a:cxn>
                <a:cxn ang="0">
                  <a:pos x="T10" y="T11"/>
                </a:cxn>
              </a:cxnLst>
              <a:rect l="0" t="0" r="r" b="b"/>
              <a:pathLst>
                <a:path w="31" h="24">
                  <a:moveTo>
                    <a:pt x="0" y="8"/>
                  </a:moveTo>
                  <a:lnTo>
                    <a:pt x="6" y="24"/>
                  </a:lnTo>
                  <a:lnTo>
                    <a:pt x="28" y="19"/>
                  </a:lnTo>
                  <a:lnTo>
                    <a:pt x="31" y="2"/>
                  </a:lnTo>
                  <a:lnTo>
                    <a:pt x="13" y="0"/>
                  </a:lnTo>
                  <a:lnTo>
                    <a:pt x="0"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165"/>
            <p:cNvSpPr>
              <a:spLocks/>
            </p:cNvSpPr>
            <p:nvPr/>
          </p:nvSpPr>
          <p:spPr bwMode="auto">
            <a:xfrm>
              <a:off x="1719263" y="2630488"/>
              <a:ext cx="49213" cy="38100"/>
            </a:xfrm>
            <a:custGeom>
              <a:avLst/>
              <a:gdLst>
                <a:gd name="T0" fmla="*/ 6 w 31"/>
                <a:gd name="T1" fmla="*/ 24 h 24"/>
                <a:gd name="T2" fmla="*/ 28 w 31"/>
                <a:gd name="T3" fmla="*/ 19 h 24"/>
                <a:gd name="T4" fmla="*/ 31 w 31"/>
                <a:gd name="T5" fmla="*/ 2 h 24"/>
                <a:gd name="T6" fmla="*/ 13 w 31"/>
                <a:gd name="T7" fmla="*/ 0 h 24"/>
                <a:gd name="T8" fmla="*/ 0 w 31"/>
                <a:gd name="T9" fmla="*/ 8 h 24"/>
                <a:gd name="T10" fmla="*/ 6 w 31"/>
                <a:gd name="T11" fmla="*/ 24 h 24"/>
              </a:gdLst>
              <a:ahLst/>
              <a:cxnLst>
                <a:cxn ang="0">
                  <a:pos x="T0" y="T1"/>
                </a:cxn>
                <a:cxn ang="0">
                  <a:pos x="T2" y="T3"/>
                </a:cxn>
                <a:cxn ang="0">
                  <a:pos x="T4" y="T5"/>
                </a:cxn>
                <a:cxn ang="0">
                  <a:pos x="T6" y="T7"/>
                </a:cxn>
                <a:cxn ang="0">
                  <a:pos x="T8" y="T9"/>
                </a:cxn>
                <a:cxn ang="0">
                  <a:pos x="T10" y="T11"/>
                </a:cxn>
              </a:cxnLst>
              <a:rect l="0" t="0" r="r" b="b"/>
              <a:pathLst>
                <a:path w="31" h="24">
                  <a:moveTo>
                    <a:pt x="6" y="24"/>
                  </a:moveTo>
                  <a:lnTo>
                    <a:pt x="28" y="19"/>
                  </a:lnTo>
                  <a:lnTo>
                    <a:pt x="31" y="2"/>
                  </a:lnTo>
                  <a:lnTo>
                    <a:pt x="13" y="0"/>
                  </a:lnTo>
                  <a:lnTo>
                    <a:pt x="0" y="8"/>
                  </a:lnTo>
                  <a:lnTo>
                    <a:pt x="6"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166"/>
            <p:cNvSpPr>
              <a:spLocks/>
            </p:cNvSpPr>
            <p:nvPr/>
          </p:nvSpPr>
          <p:spPr bwMode="auto">
            <a:xfrm>
              <a:off x="1830388" y="2676525"/>
              <a:ext cx="209550" cy="100013"/>
            </a:xfrm>
            <a:custGeom>
              <a:avLst/>
              <a:gdLst>
                <a:gd name="T0" fmla="*/ 132 w 132"/>
                <a:gd name="T1" fmla="*/ 50 h 63"/>
                <a:gd name="T2" fmla="*/ 120 w 132"/>
                <a:gd name="T3" fmla="*/ 13 h 63"/>
                <a:gd name="T4" fmla="*/ 69 w 132"/>
                <a:gd name="T5" fmla="*/ 0 h 63"/>
                <a:gd name="T6" fmla="*/ 0 w 132"/>
                <a:gd name="T7" fmla="*/ 36 h 63"/>
                <a:gd name="T8" fmla="*/ 19 w 132"/>
                <a:gd name="T9" fmla="*/ 63 h 63"/>
                <a:gd name="T10" fmla="*/ 132 w 132"/>
                <a:gd name="T11" fmla="*/ 50 h 63"/>
              </a:gdLst>
              <a:ahLst/>
              <a:cxnLst>
                <a:cxn ang="0">
                  <a:pos x="T0" y="T1"/>
                </a:cxn>
                <a:cxn ang="0">
                  <a:pos x="T2" y="T3"/>
                </a:cxn>
                <a:cxn ang="0">
                  <a:pos x="T4" y="T5"/>
                </a:cxn>
                <a:cxn ang="0">
                  <a:pos x="T6" y="T7"/>
                </a:cxn>
                <a:cxn ang="0">
                  <a:pos x="T8" y="T9"/>
                </a:cxn>
                <a:cxn ang="0">
                  <a:pos x="T10" y="T11"/>
                </a:cxn>
              </a:cxnLst>
              <a:rect l="0" t="0" r="r" b="b"/>
              <a:pathLst>
                <a:path w="132" h="63">
                  <a:moveTo>
                    <a:pt x="132" y="50"/>
                  </a:moveTo>
                  <a:lnTo>
                    <a:pt x="120" y="13"/>
                  </a:lnTo>
                  <a:lnTo>
                    <a:pt x="69" y="0"/>
                  </a:lnTo>
                  <a:lnTo>
                    <a:pt x="0" y="36"/>
                  </a:lnTo>
                  <a:lnTo>
                    <a:pt x="19" y="63"/>
                  </a:lnTo>
                  <a:lnTo>
                    <a:pt x="132" y="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167"/>
            <p:cNvSpPr>
              <a:spLocks/>
            </p:cNvSpPr>
            <p:nvPr/>
          </p:nvSpPr>
          <p:spPr bwMode="auto">
            <a:xfrm>
              <a:off x="1804988" y="2573338"/>
              <a:ext cx="144463" cy="55563"/>
            </a:xfrm>
            <a:custGeom>
              <a:avLst/>
              <a:gdLst>
                <a:gd name="T0" fmla="*/ 91 w 91"/>
                <a:gd name="T1" fmla="*/ 5 h 35"/>
                <a:gd name="T2" fmla="*/ 41 w 91"/>
                <a:gd name="T3" fmla="*/ 0 h 35"/>
                <a:gd name="T4" fmla="*/ 7 w 91"/>
                <a:gd name="T5" fmla="*/ 12 h 35"/>
                <a:gd name="T6" fmla="*/ 0 w 91"/>
                <a:gd name="T7" fmla="*/ 35 h 35"/>
                <a:gd name="T8" fmla="*/ 90 w 91"/>
                <a:gd name="T9" fmla="*/ 33 h 35"/>
                <a:gd name="T10" fmla="*/ 91 w 91"/>
                <a:gd name="T11" fmla="*/ 5 h 35"/>
              </a:gdLst>
              <a:ahLst/>
              <a:cxnLst>
                <a:cxn ang="0">
                  <a:pos x="T0" y="T1"/>
                </a:cxn>
                <a:cxn ang="0">
                  <a:pos x="T2" y="T3"/>
                </a:cxn>
                <a:cxn ang="0">
                  <a:pos x="T4" y="T5"/>
                </a:cxn>
                <a:cxn ang="0">
                  <a:pos x="T6" y="T7"/>
                </a:cxn>
                <a:cxn ang="0">
                  <a:pos x="T8" y="T9"/>
                </a:cxn>
                <a:cxn ang="0">
                  <a:pos x="T10" y="T11"/>
                </a:cxn>
              </a:cxnLst>
              <a:rect l="0" t="0" r="r" b="b"/>
              <a:pathLst>
                <a:path w="91" h="35">
                  <a:moveTo>
                    <a:pt x="91" y="5"/>
                  </a:moveTo>
                  <a:lnTo>
                    <a:pt x="41" y="0"/>
                  </a:lnTo>
                  <a:lnTo>
                    <a:pt x="7" y="12"/>
                  </a:lnTo>
                  <a:lnTo>
                    <a:pt x="0" y="35"/>
                  </a:lnTo>
                  <a:lnTo>
                    <a:pt x="90" y="33"/>
                  </a:lnTo>
                  <a:lnTo>
                    <a:pt x="9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168"/>
            <p:cNvSpPr>
              <a:spLocks/>
            </p:cNvSpPr>
            <p:nvPr/>
          </p:nvSpPr>
          <p:spPr bwMode="auto">
            <a:xfrm>
              <a:off x="3054351" y="2530475"/>
              <a:ext cx="163513" cy="47625"/>
            </a:xfrm>
            <a:custGeom>
              <a:avLst/>
              <a:gdLst>
                <a:gd name="T0" fmla="*/ 100 w 103"/>
                <a:gd name="T1" fmla="*/ 9 h 30"/>
                <a:gd name="T2" fmla="*/ 64 w 103"/>
                <a:gd name="T3" fmla="*/ 0 h 30"/>
                <a:gd name="T4" fmla="*/ 18 w 103"/>
                <a:gd name="T5" fmla="*/ 9 h 30"/>
                <a:gd name="T6" fmla="*/ 0 w 103"/>
                <a:gd name="T7" fmla="*/ 28 h 30"/>
                <a:gd name="T8" fmla="*/ 46 w 103"/>
                <a:gd name="T9" fmla="*/ 30 h 30"/>
                <a:gd name="T10" fmla="*/ 103 w 103"/>
                <a:gd name="T11" fmla="*/ 25 h 30"/>
                <a:gd name="T12" fmla="*/ 100 w 103"/>
                <a:gd name="T13" fmla="*/ 9 h 30"/>
              </a:gdLst>
              <a:ahLst/>
              <a:cxnLst>
                <a:cxn ang="0">
                  <a:pos x="T0" y="T1"/>
                </a:cxn>
                <a:cxn ang="0">
                  <a:pos x="T2" y="T3"/>
                </a:cxn>
                <a:cxn ang="0">
                  <a:pos x="T4" y="T5"/>
                </a:cxn>
                <a:cxn ang="0">
                  <a:pos x="T6" y="T7"/>
                </a:cxn>
                <a:cxn ang="0">
                  <a:pos x="T8" y="T9"/>
                </a:cxn>
                <a:cxn ang="0">
                  <a:pos x="T10" y="T11"/>
                </a:cxn>
                <a:cxn ang="0">
                  <a:pos x="T12" y="T13"/>
                </a:cxn>
              </a:cxnLst>
              <a:rect l="0" t="0" r="r" b="b"/>
              <a:pathLst>
                <a:path w="103" h="30">
                  <a:moveTo>
                    <a:pt x="100" y="9"/>
                  </a:moveTo>
                  <a:lnTo>
                    <a:pt x="64" y="0"/>
                  </a:lnTo>
                  <a:lnTo>
                    <a:pt x="18" y="9"/>
                  </a:lnTo>
                  <a:lnTo>
                    <a:pt x="0" y="28"/>
                  </a:lnTo>
                  <a:lnTo>
                    <a:pt x="46" y="30"/>
                  </a:lnTo>
                  <a:lnTo>
                    <a:pt x="103" y="25"/>
                  </a:lnTo>
                  <a:lnTo>
                    <a:pt x="10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169"/>
            <p:cNvSpPr>
              <a:spLocks/>
            </p:cNvSpPr>
            <p:nvPr/>
          </p:nvSpPr>
          <p:spPr bwMode="auto">
            <a:xfrm>
              <a:off x="3081338" y="2359025"/>
              <a:ext cx="385763" cy="98425"/>
            </a:xfrm>
            <a:custGeom>
              <a:avLst/>
              <a:gdLst>
                <a:gd name="T0" fmla="*/ 243 w 243"/>
                <a:gd name="T1" fmla="*/ 39 h 62"/>
                <a:gd name="T2" fmla="*/ 189 w 243"/>
                <a:gd name="T3" fmla="*/ 0 h 62"/>
                <a:gd name="T4" fmla="*/ 88 w 243"/>
                <a:gd name="T5" fmla="*/ 0 h 62"/>
                <a:gd name="T6" fmla="*/ 13 w 243"/>
                <a:gd name="T7" fmla="*/ 25 h 62"/>
                <a:gd name="T8" fmla="*/ 0 w 243"/>
                <a:gd name="T9" fmla="*/ 50 h 62"/>
                <a:gd name="T10" fmla="*/ 31 w 243"/>
                <a:gd name="T11" fmla="*/ 62 h 62"/>
                <a:gd name="T12" fmla="*/ 106 w 243"/>
                <a:gd name="T13" fmla="*/ 58 h 62"/>
                <a:gd name="T14" fmla="*/ 220 w 243"/>
                <a:gd name="T15" fmla="*/ 61 h 62"/>
                <a:gd name="T16" fmla="*/ 243 w 243"/>
                <a:gd name="T17" fmla="*/ 39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3" h="62">
                  <a:moveTo>
                    <a:pt x="243" y="39"/>
                  </a:moveTo>
                  <a:lnTo>
                    <a:pt x="189" y="0"/>
                  </a:lnTo>
                  <a:lnTo>
                    <a:pt x="88" y="0"/>
                  </a:lnTo>
                  <a:lnTo>
                    <a:pt x="13" y="25"/>
                  </a:lnTo>
                  <a:lnTo>
                    <a:pt x="0" y="50"/>
                  </a:lnTo>
                  <a:lnTo>
                    <a:pt x="31" y="62"/>
                  </a:lnTo>
                  <a:lnTo>
                    <a:pt x="106" y="58"/>
                  </a:lnTo>
                  <a:lnTo>
                    <a:pt x="220" y="61"/>
                  </a:lnTo>
                  <a:lnTo>
                    <a:pt x="243"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170"/>
            <p:cNvSpPr>
              <a:spLocks/>
            </p:cNvSpPr>
            <p:nvPr/>
          </p:nvSpPr>
          <p:spPr bwMode="auto">
            <a:xfrm>
              <a:off x="3246438" y="2501900"/>
              <a:ext cx="49213" cy="38100"/>
            </a:xfrm>
            <a:custGeom>
              <a:avLst/>
              <a:gdLst>
                <a:gd name="T0" fmla="*/ 6 w 31"/>
                <a:gd name="T1" fmla="*/ 24 h 24"/>
                <a:gd name="T2" fmla="*/ 28 w 31"/>
                <a:gd name="T3" fmla="*/ 19 h 24"/>
                <a:gd name="T4" fmla="*/ 31 w 31"/>
                <a:gd name="T5" fmla="*/ 2 h 24"/>
                <a:gd name="T6" fmla="*/ 13 w 31"/>
                <a:gd name="T7" fmla="*/ 0 h 24"/>
                <a:gd name="T8" fmla="*/ 0 w 31"/>
                <a:gd name="T9" fmla="*/ 8 h 24"/>
                <a:gd name="T10" fmla="*/ 6 w 31"/>
                <a:gd name="T11" fmla="*/ 24 h 24"/>
              </a:gdLst>
              <a:ahLst/>
              <a:cxnLst>
                <a:cxn ang="0">
                  <a:pos x="T0" y="T1"/>
                </a:cxn>
                <a:cxn ang="0">
                  <a:pos x="T2" y="T3"/>
                </a:cxn>
                <a:cxn ang="0">
                  <a:pos x="T4" y="T5"/>
                </a:cxn>
                <a:cxn ang="0">
                  <a:pos x="T6" y="T7"/>
                </a:cxn>
                <a:cxn ang="0">
                  <a:pos x="T8" y="T9"/>
                </a:cxn>
                <a:cxn ang="0">
                  <a:pos x="T10" y="T11"/>
                </a:cxn>
              </a:cxnLst>
              <a:rect l="0" t="0" r="r" b="b"/>
              <a:pathLst>
                <a:path w="31" h="24">
                  <a:moveTo>
                    <a:pt x="6" y="24"/>
                  </a:moveTo>
                  <a:lnTo>
                    <a:pt x="28" y="19"/>
                  </a:lnTo>
                  <a:lnTo>
                    <a:pt x="31" y="2"/>
                  </a:lnTo>
                  <a:lnTo>
                    <a:pt x="13" y="0"/>
                  </a:lnTo>
                  <a:lnTo>
                    <a:pt x="0" y="8"/>
                  </a:lnTo>
                  <a:lnTo>
                    <a:pt x="6"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171"/>
            <p:cNvSpPr>
              <a:spLocks/>
            </p:cNvSpPr>
            <p:nvPr/>
          </p:nvSpPr>
          <p:spPr bwMode="auto">
            <a:xfrm>
              <a:off x="3367088" y="2501900"/>
              <a:ext cx="38100" cy="28575"/>
            </a:xfrm>
            <a:custGeom>
              <a:avLst/>
              <a:gdLst>
                <a:gd name="T0" fmla="*/ 5 w 24"/>
                <a:gd name="T1" fmla="*/ 18 h 18"/>
                <a:gd name="T2" fmla="*/ 21 w 24"/>
                <a:gd name="T3" fmla="*/ 15 h 18"/>
                <a:gd name="T4" fmla="*/ 24 w 24"/>
                <a:gd name="T5" fmla="*/ 1 h 18"/>
                <a:gd name="T6" fmla="*/ 10 w 24"/>
                <a:gd name="T7" fmla="*/ 0 h 18"/>
                <a:gd name="T8" fmla="*/ 0 w 24"/>
                <a:gd name="T9" fmla="*/ 6 h 18"/>
                <a:gd name="T10" fmla="*/ 5 w 24"/>
                <a:gd name="T11" fmla="*/ 18 h 18"/>
              </a:gdLst>
              <a:ahLst/>
              <a:cxnLst>
                <a:cxn ang="0">
                  <a:pos x="T0" y="T1"/>
                </a:cxn>
                <a:cxn ang="0">
                  <a:pos x="T2" y="T3"/>
                </a:cxn>
                <a:cxn ang="0">
                  <a:pos x="T4" y="T5"/>
                </a:cxn>
                <a:cxn ang="0">
                  <a:pos x="T6" y="T7"/>
                </a:cxn>
                <a:cxn ang="0">
                  <a:pos x="T8" y="T9"/>
                </a:cxn>
                <a:cxn ang="0">
                  <a:pos x="T10" y="T11"/>
                </a:cxn>
              </a:cxnLst>
              <a:rect l="0" t="0" r="r" b="b"/>
              <a:pathLst>
                <a:path w="24" h="18">
                  <a:moveTo>
                    <a:pt x="5" y="18"/>
                  </a:moveTo>
                  <a:lnTo>
                    <a:pt x="21" y="15"/>
                  </a:lnTo>
                  <a:lnTo>
                    <a:pt x="24" y="1"/>
                  </a:lnTo>
                  <a:lnTo>
                    <a:pt x="10" y="0"/>
                  </a:lnTo>
                  <a:lnTo>
                    <a:pt x="0" y="6"/>
                  </a:lnTo>
                  <a:lnTo>
                    <a:pt x="5"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172"/>
            <p:cNvSpPr>
              <a:spLocks/>
            </p:cNvSpPr>
            <p:nvPr/>
          </p:nvSpPr>
          <p:spPr bwMode="auto">
            <a:xfrm>
              <a:off x="3317876" y="2543175"/>
              <a:ext cx="36513" cy="28575"/>
            </a:xfrm>
            <a:custGeom>
              <a:avLst/>
              <a:gdLst>
                <a:gd name="T0" fmla="*/ 4 w 23"/>
                <a:gd name="T1" fmla="*/ 18 h 18"/>
                <a:gd name="T2" fmla="*/ 21 w 23"/>
                <a:gd name="T3" fmla="*/ 15 h 18"/>
                <a:gd name="T4" fmla="*/ 23 w 23"/>
                <a:gd name="T5" fmla="*/ 1 h 18"/>
                <a:gd name="T6" fmla="*/ 9 w 23"/>
                <a:gd name="T7" fmla="*/ 0 h 18"/>
                <a:gd name="T8" fmla="*/ 0 w 23"/>
                <a:gd name="T9" fmla="*/ 7 h 18"/>
                <a:gd name="T10" fmla="*/ 4 w 23"/>
                <a:gd name="T11" fmla="*/ 18 h 18"/>
              </a:gdLst>
              <a:ahLst/>
              <a:cxnLst>
                <a:cxn ang="0">
                  <a:pos x="T0" y="T1"/>
                </a:cxn>
                <a:cxn ang="0">
                  <a:pos x="T2" y="T3"/>
                </a:cxn>
                <a:cxn ang="0">
                  <a:pos x="T4" y="T5"/>
                </a:cxn>
                <a:cxn ang="0">
                  <a:pos x="T6" y="T7"/>
                </a:cxn>
                <a:cxn ang="0">
                  <a:pos x="T8" y="T9"/>
                </a:cxn>
                <a:cxn ang="0">
                  <a:pos x="T10" y="T11"/>
                </a:cxn>
              </a:cxnLst>
              <a:rect l="0" t="0" r="r" b="b"/>
              <a:pathLst>
                <a:path w="23" h="18">
                  <a:moveTo>
                    <a:pt x="4" y="18"/>
                  </a:moveTo>
                  <a:lnTo>
                    <a:pt x="21" y="15"/>
                  </a:lnTo>
                  <a:lnTo>
                    <a:pt x="23" y="1"/>
                  </a:lnTo>
                  <a:lnTo>
                    <a:pt x="9" y="0"/>
                  </a:lnTo>
                  <a:lnTo>
                    <a:pt x="0" y="7"/>
                  </a:lnTo>
                  <a:lnTo>
                    <a:pt x="4"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173"/>
            <p:cNvSpPr>
              <a:spLocks/>
            </p:cNvSpPr>
            <p:nvPr/>
          </p:nvSpPr>
          <p:spPr bwMode="auto">
            <a:xfrm>
              <a:off x="2965451" y="2613025"/>
              <a:ext cx="142875" cy="55563"/>
            </a:xfrm>
            <a:custGeom>
              <a:avLst/>
              <a:gdLst>
                <a:gd name="T0" fmla="*/ 6 w 90"/>
                <a:gd name="T1" fmla="*/ 12 h 35"/>
                <a:gd name="T2" fmla="*/ 0 w 90"/>
                <a:gd name="T3" fmla="*/ 35 h 35"/>
                <a:gd name="T4" fmla="*/ 89 w 90"/>
                <a:gd name="T5" fmla="*/ 33 h 35"/>
                <a:gd name="T6" fmla="*/ 90 w 90"/>
                <a:gd name="T7" fmla="*/ 6 h 35"/>
                <a:gd name="T8" fmla="*/ 41 w 90"/>
                <a:gd name="T9" fmla="*/ 0 h 35"/>
                <a:gd name="T10" fmla="*/ 6 w 90"/>
                <a:gd name="T11" fmla="*/ 12 h 35"/>
              </a:gdLst>
              <a:ahLst/>
              <a:cxnLst>
                <a:cxn ang="0">
                  <a:pos x="T0" y="T1"/>
                </a:cxn>
                <a:cxn ang="0">
                  <a:pos x="T2" y="T3"/>
                </a:cxn>
                <a:cxn ang="0">
                  <a:pos x="T4" y="T5"/>
                </a:cxn>
                <a:cxn ang="0">
                  <a:pos x="T6" y="T7"/>
                </a:cxn>
                <a:cxn ang="0">
                  <a:pos x="T8" y="T9"/>
                </a:cxn>
                <a:cxn ang="0">
                  <a:pos x="T10" y="T11"/>
                </a:cxn>
              </a:cxnLst>
              <a:rect l="0" t="0" r="r" b="b"/>
              <a:pathLst>
                <a:path w="90" h="35">
                  <a:moveTo>
                    <a:pt x="6" y="12"/>
                  </a:moveTo>
                  <a:lnTo>
                    <a:pt x="0" y="35"/>
                  </a:lnTo>
                  <a:lnTo>
                    <a:pt x="89" y="33"/>
                  </a:lnTo>
                  <a:lnTo>
                    <a:pt x="90" y="6"/>
                  </a:lnTo>
                  <a:lnTo>
                    <a:pt x="41" y="0"/>
                  </a:lnTo>
                  <a:lnTo>
                    <a:pt x="6"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174"/>
            <p:cNvSpPr>
              <a:spLocks noEditPoints="1"/>
            </p:cNvSpPr>
            <p:nvPr/>
          </p:nvSpPr>
          <p:spPr bwMode="auto">
            <a:xfrm>
              <a:off x="1638301" y="933450"/>
              <a:ext cx="265113" cy="265113"/>
            </a:xfrm>
            <a:custGeom>
              <a:avLst/>
              <a:gdLst>
                <a:gd name="T0" fmla="*/ 80 w 160"/>
                <a:gd name="T1" fmla="*/ 160 h 160"/>
                <a:gd name="T2" fmla="*/ 160 w 160"/>
                <a:gd name="T3" fmla="*/ 80 h 160"/>
                <a:gd name="T4" fmla="*/ 80 w 160"/>
                <a:gd name="T5" fmla="*/ 0 h 160"/>
                <a:gd name="T6" fmla="*/ 0 w 160"/>
                <a:gd name="T7" fmla="*/ 80 h 160"/>
                <a:gd name="T8" fmla="*/ 80 w 160"/>
                <a:gd name="T9" fmla="*/ 160 h 160"/>
                <a:gd name="T10" fmla="*/ 80 w 160"/>
                <a:gd name="T11" fmla="*/ 15 h 160"/>
                <a:gd name="T12" fmla="*/ 144 w 160"/>
                <a:gd name="T13" fmla="*/ 80 h 160"/>
                <a:gd name="T14" fmla="*/ 80 w 160"/>
                <a:gd name="T15" fmla="*/ 145 h 160"/>
                <a:gd name="T16" fmla="*/ 15 w 160"/>
                <a:gd name="T17" fmla="*/ 80 h 160"/>
                <a:gd name="T18" fmla="*/ 80 w 160"/>
                <a:gd name="T19" fmla="*/ 1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0" h="160">
                  <a:moveTo>
                    <a:pt x="80" y="160"/>
                  </a:moveTo>
                  <a:cubicBezTo>
                    <a:pt x="124" y="160"/>
                    <a:pt x="160" y="124"/>
                    <a:pt x="160" y="80"/>
                  </a:cubicBezTo>
                  <a:cubicBezTo>
                    <a:pt x="160" y="36"/>
                    <a:pt x="124" y="0"/>
                    <a:pt x="80" y="0"/>
                  </a:cubicBezTo>
                  <a:cubicBezTo>
                    <a:pt x="35" y="0"/>
                    <a:pt x="0" y="36"/>
                    <a:pt x="0" y="80"/>
                  </a:cubicBezTo>
                  <a:cubicBezTo>
                    <a:pt x="0" y="124"/>
                    <a:pt x="35" y="160"/>
                    <a:pt x="80" y="160"/>
                  </a:cubicBezTo>
                  <a:close/>
                  <a:moveTo>
                    <a:pt x="80" y="15"/>
                  </a:moveTo>
                  <a:cubicBezTo>
                    <a:pt x="115" y="15"/>
                    <a:pt x="144" y="44"/>
                    <a:pt x="144" y="80"/>
                  </a:cubicBezTo>
                  <a:cubicBezTo>
                    <a:pt x="144" y="116"/>
                    <a:pt x="115" y="145"/>
                    <a:pt x="80" y="145"/>
                  </a:cubicBezTo>
                  <a:cubicBezTo>
                    <a:pt x="44" y="145"/>
                    <a:pt x="15" y="116"/>
                    <a:pt x="15" y="80"/>
                  </a:cubicBezTo>
                  <a:cubicBezTo>
                    <a:pt x="15" y="44"/>
                    <a:pt x="44" y="15"/>
                    <a:pt x="80"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175"/>
            <p:cNvSpPr>
              <a:spLocks/>
            </p:cNvSpPr>
            <p:nvPr/>
          </p:nvSpPr>
          <p:spPr bwMode="auto">
            <a:xfrm>
              <a:off x="3476626" y="2455863"/>
              <a:ext cx="38100" cy="30163"/>
            </a:xfrm>
            <a:custGeom>
              <a:avLst/>
              <a:gdLst>
                <a:gd name="T0" fmla="*/ 24 w 24"/>
                <a:gd name="T1" fmla="*/ 10 h 19"/>
                <a:gd name="T2" fmla="*/ 17 w 24"/>
                <a:gd name="T3" fmla="*/ 0 h 19"/>
                <a:gd name="T4" fmla="*/ 5 w 24"/>
                <a:gd name="T5" fmla="*/ 1 h 19"/>
                <a:gd name="T6" fmla="*/ 0 w 24"/>
                <a:gd name="T7" fmla="*/ 13 h 19"/>
                <a:gd name="T8" fmla="*/ 9 w 24"/>
                <a:gd name="T9" fmla="*/ 19 h 19"/>
                <a:gd name="T10" fmla="*/ 24 w 24"/>
                <a:gd name="T11" fmla="*/ 10 h 19"/>
              </a:gdLst>
              <a:ahLst/>
              <a:cxnLst>
                <a:cxn ang="0">
                  <a:pos x="T0" y="T1"/>
                </a:cxn>
                <a:cxn ang="0">
                  <a:pos x="T2" y="T3"/>
                </a:cxn>
                <a:cxn ang="0">
                  <a:pos x="T4" y="T5"/>
                </a:cxn>
                <a:cxn ang="0">
                  <a:pos x="T6" y="T7"/>
                </a:cxn>
                <a:cxn ang="0">
                  <a:pos x="T8" y="T9"/>
                </a:cxn>
                <a:cxn ang="0">
                  <a:pos x="T10" y="T11"/>
                </a:cxn>
              </a:cxnLst>
              <a:rect l="0" t="0" r="r" b="b"/>
              <a:pathLst>
                <a:path w="24" h="19">
                  <a:moveTo>
                    <a:pt x="24" y="10"/>
                  </a:moveTo>
                  <a:lnTo>
                    <a:pt x="17" y="0"/>
                  </a:lnTo>
                  <a:lnTo>
                    <a:pt x="5" y="1"/>
                  </a:lnTo>
                  <a:lnTo>
                    <a:pt x="0" y="13"/>
                  </a:lnTo>
                  <a:lnTo>
                    <a:pt x="9" y="19"/>
                  </a:lnTo>
                  <a:lnTo>
                    <a:pt x="24"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176"/>
            <p:cNvSpPr>
              <a:spLocks/>
            </p:cNvSpPr>
            <p:nvPr/>
          </p:nvSpPr>
          <p:spPr bwMode="auto">
            <a:xfrm>
              <a:off x="3063876" y="2709863"/>
              <a:ext cx="106363" cy="42863"/>
            </a:xfrm>
            <a:custGeom>
              <a:avLst/>
              <a:gdLst>
                <a:gd name="T0" fmla="*/ 67 w 67"/>
                <a:gd name="T1" fmla="*/ 6 h 27"/>
                <a:gd name="T2" fmla="*/ 38 w 67"/>
                <a:gd name="T3" fmla="*/ 0 h 27"/>
                <a:gd name="T4" fmla="*/ 1 w 67"/>
                <a:gd name="T5" fmla="*/ 8 h 27"/>
                <a:gd name="T6" fmla="*/ 0 w 67"/>
                <a:gd name="T7" fmla="*/ 25 h 27"/>
                <a:gd name="T8" fmla="*/ 31 w 67"/>
                <a:gd name="T9" fmla="*/ 27 h 27"/>
                <a:gd name="T10" fmla="*/ 65 w 67"/>
                <a:gd name="T11" fmla="*/ 19 h 27"/>
                <a:gd name="T12" fmla="*/ 67 w 67"/>
                <a:gd name="T13" fmla="*/ 6 h 27"/>
              </a:gdLst>
              <a:ahLst/>
              <a:cxnLst>
                <a:cxn ang="0">
                  <a:pos x="T0" y="T1"/>
                </a:cxn>
                <a:cxn ang="0">
                  <a:pos x="T2" y="T3"/>
                </a:cxn>
                <a:cxn ang="0">
                  <a:pos x="T4" y="T5"/>
                </a:cxn>
                <a:cxn ang="0">
                  <a:pos x="T6" y="T7"/>
                </a:cxn>
                <a:cxn ang="0">
                  <a:pos x="T8" y="T9"/>
                </a:cxn>
                <a:cxn ang="0">
                  <a:pos x="T10" y="T11"/>
                </a:cxn>
                <a:cxn ang="0">
                  <a:pos x="T12" y="T13"/>
                </a:cxn>
              </a:cxnLst>
              <a:rect l="0" t="0" r="r" b="b"/>
              <a:pathLst>
                <a:path w="67" h="27">
                  <a:moveTo>
                    <a:pt x="67" y="6"/>
                  </a:moveTo>
                  <a:lnTo>
                    <a:pt x="38" y="0"/>
                  </a:lnTo>
                  <a:lnTo>
                    <a:pt x="1" y="8"/>
                  </a:lnTo>
                  <a:lnTo>
                    <a:pt x="0" y="25"/>
                  </a:lnTo>
                  <a:lnTo>
                    <a:pt x="31" y="27"/>
                  </a:lnTo>
                  <a:lnTo>
                    <a:pt x="65" y="19"/>
                  </a:lnTo>
                  <a:lnTo>
                    <a:pt x="67"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81" name="组合 180"/>
          <p:cNvGrpSpPr/>
          <p:nvPr/>
        </p:nvGrpSpPr>
        <p:grpSpPr>
          <a:xfrm>
            <a:off x="4006851" y="730250"/>
            <a:ext cx="1643063" cy="2025651"/>
            <a:chOff x="4006851" y="730250"/>
            <a:chExt cx="1643063" cy="2025651"/>
          </a:xfrm>
          <a:solidFill>
            <a:schemeClr val="tx1">
              <a:lumMod val="65000"/>
              <a:lumOff val="35000"/>
            </a:schemeClr>
          </a:solidFill>
        </p:grpSpPr>
        <p:sp>
          <p:nvSpPr>
            <p:cNvPr id="182" name="Freeform 177"/>
            <p:cNvSpPr>
              <a:spLocks/>
            </p:cNvSpPr>
            <p:nvPr/>
          </p:nvSpPr>
          <p:spPr bwMode="auto">
            <a:xfrm>
              <a:off x="4084638" y="1246188"/>
              <a:ext cx="385763" cy="350838"/>
            </a:xfrm>
            <a:custGeom>
              <a:avLst/>
              <a:gdLst>
                <a:gd name="T0" fmla="*/ 138 w 232"/>
                <a:gd name="T1" fmla="*/ 191 h 211"/>
                <a:gd name="T2" fmla="*/ 189 w 232"/>
                <a:gd name="T3" fmla="*/ 84 h 211"/>
                <a:gd name="T4" fmla="*/ 165 w 232"/>
                <a:gd name="T5" fmla="*/ 92 h 211"/>
                <a:gd name="T6" fmla="*/ 74 w 232"/>
                <a:gd name="T7" fmla="*/ 86 h 211"/>
                <a:gd name="T8" fmla="*/ 162 w 232"/>
                <a:gd name="T9" fmla="*/ 75 h 211"/>
                <a:gd name="T10" fmla="*/ 225 w 232"/>
                <a:gd name="T11" fmla="*/ 31 h 211"/>
                <a:gd name="T12" fmla="*/ 230 w 232"/>
                <a:gd name="T13" fmla="*/ 14 h 211"/>
                <a:gd name="T14" fmla="*/ 139 w 232"/>
                <a:gd name="T15" fmla="*/ 22 h 211"/>
                <a:gd name="T16" fmla="*/ 135 w 232"/>
                <a:gd name="T17" fmla="*/ 24 h 211"/>
                <a:gd name="T18" fmla="*/ 66 w 232"/>
                <a:gd name="T19" fmla="*/ 26 h 211"/>
                <a:gd name="T20" fmla="*/ 20 w 232"/>
                <a:gd name="T21" fmla="*/ 144 h 211"/>
                <a:gd name="T22" fmla="*/ 138 w 232"/>
                <a:gd name="T23" fmla="*/ 19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2" h="211">
                  <a:moveTo>
                    <a:pt x="138" y="191"/>
                  </a:moveTo>
                  <a:cubicBezTo>
                    <a:pt x="180" y="173"/>
                    <a:pt x="201" y="127"/>
                    <a:pt x="189" y="84"/>
                  </a:cubicBezTo>
                  <a:cubicBezTo>
                    <a:pt x="181" y="87"/>
                    <a:pt x="173" y="89"/>
                    <a:pt x="165" y="92"/>
                  </a:cubicBezTo>
                  <a:cubicBezTo>
                    <a:pt x="119" y="103"/>
                    <a:pt x="80" y="101"/>
                    <a:pt x="74" y="86"/>
                  </a:cubicBezTo>
                  <a:cubicBezTo>
                    <a:pt x="85" y="97"/>
                    <a:pt x="122" y="92"/>
                    <a:pt x="162" y="75"/>
                  </a:cubicBezTo>
                  <a:cubicBezTo>
                    <a:pt x="192" y="62"/>
                    <a:pt x="216" y="45"/>
                    <a:pt x="225" y="31"/>
                  </a:cubicBezTo>
                  <a:cubicBezTo>
                    <a:pt x="230" y="25"/>
                    <a:pt x="232" y="19"/>
                    <a:pt x="230" y="14"/>
                  </a:cubicBezTo>
                  <a:cubicBezTo>
                    <a:pt x="223" y="0"/>
                    <a:pt x="183" y="3"/>
                    <a:pt x="139" y="22"/>
                  </a:cubicBezTo>
                  <a:cubicBezTo>
                    <a:pt x="138" y="23"/>
                    <a:pt x="136" y="24"/>
                    <a:pt x="135" y="24"/>
                  </a:cubicBezTo>
                  <a:cubicBezTo>
                    <a:pt x="114" y="16"/>
                    <a:pt x="89" y="16"/>
                    <a:pt x="66" y="26"/>
                  </a:cubicBezTo>
                  <a:cubicBezTo>
                    <a:pt x="21" y="46"/>
                    <a:pt x="0" y="99"/>
                    <a:pt x="20" y="144"/>
                  </a:cubicBezTo>
                  <a:cubicBezTo>
                    <a:pt x="40" y="190"/>
                    <a:pt x="93" y="211"/>
                    <a:pt x="138" y="1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178"/>
            <p:cNvSpPr>
              <a:spLocks/>
            </p:cNvSpPr>
            <p:nvPr/>
          </p:nvSpPr>
          <p:spPr bwMode="auto">
            <a:xfrm>
              <a:off x="4008438" y="1706563"/>
              <a:ext cx="754063" cy="1049338"/>
            </a:xfrm>
            <a:custGeom>
              <a:avLst/>
              <a:gdLst>
                <a:gd name="T0" fmla="*/ 132 w 453"/>
                <a:gd name="T1" fmla="*/ 135 h 631"/>
                <a:gd name="T2" fmla="*/ 100 w 453"/>
                <a:gd name="T3" fmla="*/ 120 h 631"/>
                <a:gd name="T4" fmla="*/ 0 w 453"/>
                <a:gd name="T5" fmla="*/ 0 h 631"/>
                <a:gd name="T6" fmla="*/ 71 w 453"/>
                <a:gd name="T7" fmla="*/ 263 h 631"/>
                <a:gd name="T8" fmla="*/ 78 w 453"/>
                <a:gd name="T9" fmla="*/ 274 h 631"/>
                <a:gd name="T10" fmla="*/ 90 w 453"/>
                <a:gd name="T11" fmla="*/ 289 h 631"/>
                <a:gd name="T12" fmla="*/ 168 w 453"/>
                <a:gd name="T13" fmla="*/ 409 h 631"/>
                <a:gd name="T14" fmla="*/ 40 w 453"/>
                <a:gd name="T15" fmla="*/ 546 h 631"/>
                <a:gd name="T16" fmla="*/ 42 w 453"/>
                <a:gd name="T17" fmla="*/ 616 h 631"/>
                <a:gd name="T18" fmla="*/ 76 w 453"/>
                <a:gd name="T19" fmla="*/ 630 h 631"/>
                <a:gd name="T20" fmla="*/ 112 w 453"/>
                <a:gd name="T21" fmla="*/ 614 h 631"/>
                <a:gd name="T22" fmla="*/ 252 w 453"/>
                <a:gd name="T23" fmla="*/ 466 h 631"/>
                <a:gd name="T24" fmla="*/ 263 w 453"/>
                <a:gd name="T25" fmla="*/ 446 h 631"/>
                <a:gd name="T26" fmla="*/ 235 w 453"/>
                <a:gd name="T27" fmla="*/ 307 h 631"/>
                <a:gd name="T28" fmla="*/ 322 w 453"/>
                <a:gd name="T29" fmla="*/ 383 h 631"/>
                <a:gd name="T30" fmla="*/ 350 w 453"/>
                <a:gd name="T31" fmla="*/ 588 h 631"/>
                <a:gd name="T32" fmla="*/ 400 w 453"/>
                <a:gd name="T33" fmla="*/ 631 h 631"/>
                <a:gd name="T34" fmla="*/ 407 w 453"/>
                <a:gd name="T35" fmla="*/ 631 h 631"/>
                <a:gd name="T36" fmla="*/ 450 w 453"/>
                <a:gd name="T37" fmla="*/ 574 h 631"/>
                <a:gd name="T38" fmla="*/ 420 w 453"/>
                <a:gd name="T39" fmla="*/ 361 h 631"/>
                <a:gd name="T40" fmla="*/ 417 w 453"/>
                <a:gd name="T41" fmla="*/ 350 h 631"/>
                <a:gd name="T42" fmla="*/ 242 w 453"/>
                <a:gd name="T43" fmla="*/ 203 h 631"/>
                <a:gd name="T44" fmla="*/ 212 w 453"/>
                <a:gd name="T45" fmla="*/ 100 h 631"/>
                <a:gd name="T46" fmla="*/ 150 w 453"/>
                <a:gd name="T47" fmla="*/ 131 h 631"/>
                <a:gd name="T48" fmla="*/ 132 w 453"/>
                <a:gd name="T49" fmla="*/ 135 h 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53" h="631">
                  <a:moveTo>
                    <a:pt x="132" y="135"/>
                  </a:moveTo>
                  <a:cubicBezTo>
                    <a:pt x="120" y="135"/>
                    <a:pt x="108" y="130"/>
                    <a:pt x="100" y="120"/>
                  </a:cubicBezTo>
                  <a:cubicBezTo>
                    <a:pt x="0" y="0"/>
                    <a:pt x="0" y="0"/>
                    <a:pt x="0" y="0"/>
                  </a:cubicBezTo>
                  <a:cubicBezTo>
                    <a:pt x="3" y="97"/>
                    <a:pt x="30" y="170"/>
                    <a:pt x="71" y="263"/>
                  </a:cubicBezTo>
                  <a:cubicBezTo>
                    <a:pt x="73" y="267"/>
                    <a:pt x="75" y="271"/>
                    <a:pt x="78" y="274"/>
                  </a:cubicBezTo>
                  <a:cubicBezTo>
                    <a:pt x="81" y="279"/>
                    <a:pt x="85" y="285"/>
                    <a:pt x="90" y="289"/>
                  </a:cubicBezTo>
                  <a:cubicBezTo>
                    <a:pt x="125" y="319"/>
                    <a:pt x="168" y="375"/>
                    <a:pt x="168" y="409"/>
                  </a:cubicBezTo>
                  <a:cubicBezTo>
                    <a:pt x="40" y="546"/>
                    <a:pt x="40" y="546"/>
                    <a:pt x="40" y="546"/>
                  </a:cubicBezTo>
                  <a:cubicBezTo>
                    <a:pt x="21" y="566"/>
                    <a:pt x="22" y="597"/>
                    <a:pt x="42" y="616"/>
                  </a:cubicBezTo>
                  <a:cubicBezTo>
                    <a:pt x="51" y="626"/>
                    <a:pt x="64" y="630"/>
                    <a:pt x="76" y="630"/>
                  </a:cubicBezTo>
                  <a:cubicBezTo>
                    <a:pt x="89" y="630"/>
                    <a:pt x="103" y="625"/>
                    <a:pt x="112" y="614"/>
                  </a:cubicBezTo>
                  <a:cubicBezTo>
                    <a:pt x="252" y="466"/>
                    <a:pt x="252" y="466"/>
                    <a:pt x="252" y="466"/>
                  </a:cubicBezTo>
                  <a:cubicBezTo>
                    <a:pt x="257" y="460"/>
                    <a:pt x="261" y="453"/>
                    <a:pt x="263" y="446"/>
                  </a:cubicBezTo>
                  <a:cubicBezTo>
                    <a:pt x="277" y="397"/>
                    <a:pt x="260" y="348"/>
                    <a:pt x="235" y="307"/>
                  </a:cubicBezTo>
                  <a:cubicBezTo>
                    <a:pt x="291" y="333"/>
                    <a:pt x="315" y="370"/>
                    <a:pt x="322" y="383"/>
                  </a:cubicBezTo>
                  <a:cubicBezTo>
                    <a:pt x="350" y="588"/>
                    <a:pt x="350" y="588"/>
                    <a:pt x="350" y="588"/>
                  </a:cubicBezTo>
                  <a:cubicBezTo>
                    <a:pt x="354" y="613"/>
                    <a:pt x="375" y="631"/>
                    <a:pt x="400" y="631"/>
                  </a:cubicBezTo>
                  <a:cubicBezTo>
                    <a:pt x="402" y="631"/>
                    <a:pt x="405" y="631"/>
                    <a:pt x="407" y="631"/>
                  </a:cubicBezTo>
                  <a:cubicBezTo>
                    <a:pt x="434" y="627"/>
                    <a:pt x="453" y="602"/>
                    <a:pt x="450" y="574"/>
                  </a:cubicBezTo>
                  <a:cubicBezTo>
                    <a:pt x="420" y="361"/>
                    <a:pt x="420" y="361"/>
                    <a:pt x="420" y="361"/>
                  </a:cubicBezTo>
                  <a:cubicBezTo>
                    <a:pt x="419" y="357"/>
                    <a:pt x="418" y="353"/>
                    <a:pt x="417" y="350"/>
                  </a:cubicBezTo>
                  <a:cubicBezTo>
                    <a:pt x="415" y="345"/>
                    <a:pt x="375" y="249"/>
                    <a:pt x="242" y="203"/>
                  </a:cubicBezTo>
                  <a:cubicBezTo>
                    <a:pt x="221" y="162"/>
                    <a:pt x="212" y="130"/>
                    <a:pt x="212" y="100"/>
                  </a:cubicBezTo>
                  <a:cubicBezTo>
                    <a:pt x="150" y="131"/>
                    <a:pt x="150" y="131"/>
                    <a:pt x="150" y="131"/>
                  </a:cubicBezTo>
                  <a:cubicBezTo>
                    <a:pt x="145" y="134"/>
                    <a:pt x="138" y="135"/>
                    <a:pt x="132"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179"/>
            <p:cNvSpPr>
              <a:spLocks/>
            </p:cNvSpPr>
            <p:nvPr/>
          </p:nvSpPr>
          <p:spPr bwMode="auto">
            <a:xfrm>
              <a:off x="4410076" y="1819275"/>
              <a:ext cx="57150" cy="90488"/>
            </a:xfrm>
            <a:custGeom>
              <a:avLst/>
              <a:gdLst>
                <a:gd name="T0" fmla="*/ 0 w 35"/>
                <a:gd name="T1" fmla="*/ 36 h 54"/>
                <a:gd name="T2" fmla="*/ 9 w 35"/>
                <a:gd name="T3" fmla="*/ 54 h 54"/>
                <a:gd name="T4" fmla="*/ 35 w 35"/>
                <a:gd name="T5" fmla="*/ 0 h 54"/>
                <a:gd name="T6" fmla="*/ 12 w 35"/>
                <a:gd name="T7" fmla="*/ 12 h 54"/>
                <a:gd name="T8" fmla="*/ 0 w 35"/>
                <a:gd name="T9" fmla="*/ 36 h 54"/>
              </a:gdLst>
              <a:ahLst/>
              <a:cxnLst>
                <a:cxn ang="0">
                  <a:pos x="T0" y="T1"/>
                </a:cxn>
                <a:cxn ang="0">
                  <a:pos x="T2" y="T3"/>
                </a:cxn>
                <a:cxn ang="0">
                  <a:pos x="T4" y="T5"/>
                </a:cxn>
                <a:cxn ang="0">
                  <a:pos x="T6" y="T7"/>
                </a:cxn>
                <a:cxn ang="0">
                  <a:pos x="T8" y="T9"/>
                </a:cxn>
              </a:cxnLst>
              <a:rect l="0" t="0" r="r" b="b"/>
              <a:pathLst>
                <a:path w="35" h="54">
                  <a:moveTo>
                    <a:pt x="0" y="36"/>
                  </a:moveTo>
                  <a:cubicBezTo>
                    <a:pt x="9" y="54"/>
                    <a:pt x="9" y="54"/>
                    <a:pt x="9" y="54"/>
                  </a:cubicBezTo>
                  <a:cubicBezTo>
                    <a:pt x="9" y="54"/>
                    <a:pt x="18" y="34"/>
                    <a:pt x="35" y="0"/>
                  </a:cubicBezTo>
                  <a:cubicBezTo>
                    <a:pt x="12" y="12"/>
                    <a:pt x="12" y="12"/>
                    <a:pt x="12" y="12"/>
                  </a:cubicBezTo>
                  <a:cubicBezTo>
                    <a:pt x="4" y="28"/>
                    <a:pt x="0" y="36"/>
                    <a:pt x="0"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180"/>
            <p:cNvSpPr>
              <a:spLocks noEditPoints="1"/>
            </p:cNvSpPr>
            <p:nvPr/>
          </p:nvSpPr>
          <p:spPr bwMode="auto">
            <a:xfrm>
              <a:off x="4006851" y="730250"/>
              <a:ext cx="1643063" cy="1593850"/>
            </a:xfrm>
            <a:custGeom>
              <a:avLst/>
              <a:gdLst>
                <a:gd name="T0" fmla="*/ 108 w 988"/>
                <a:gd name="T1" fmla="*/ 702 h 958"/>
                <a:gd name="T2" fmla="*/ 147 w 988"/>
                <a:gd name="T3" fmla="*/ 710 h 958"/>
                <a:gd name="T4" fmla="*/ 308 w 988"/>
                <a:gd name="T5" fmla="*/ 594 h 958"/>
                <a:gd name="T6" fmla="*/ 141 w 988"/>
                <a:gd name="T7" fmla="*/ 641 h 958"/>
                <a:gd name="T8" fmla="*/ 112 w 988"/>
                <a:gd name="T9" fmla="*/ 592 h 958"/>
                <a:gd name="T10" fmla="*/ 261 w 988"/>
                <a:gd name="T11" fmla="*/ 571 h 958"/>
                <a:gd name="T12" fmla="*/ 316 w 988"/>
                <a:gd name="T13" fmla="*/ 590 h 958"/>
                <a:gd name="T14" fmla="*/ 325 w 988"/>
                <a:gd name="T15" fmla="*/ 584 h 958"/>
                <a:gd name="T16" fmla="*/ 403 w 988"/>
                <a:gd name="T17" fmla="*/ 557 h 958"/>
                <a:gd name="T18" fmla="*/ 390 w 988"/>
                <a:gd name="T19" fmla="*/ 495 h 958"/>
                <a:gd name="T20" fmla="*/ 806 w 988"/>
                <a:gd name="T21" fmla="*/ 340 h 958"/>
                <a:gd name="T22" fmla="*/ 945 w 988"/>
                <a:gd name="T23" fmla="*/ 390 h 958"/>
                <a:gd name="T24" fmla="*/ 830 w 988"/>
                <a:gd name="T25" fmla="*/ 643 h 958"/>
                <a:gd name="T26" fmla="*/ 761 w 988"/>
                <a:gd name="T27" fmla="*/ 718 h 958"/>
                <a:gd name="T28" fmla="*/ 776 w 988"/>
                <a:gd name="T29" fmla="*/ 767 h 958"/>
                <a:gd name="T30" fmla="*/ 770 w 988"/>
                <a:gd name="T31" fmla="*/ 800 h 958"/>
                <a:gd name="T32" fmla="*/ 766 w 988"/>
                <a:gd name="T33" fmla="*/ 881 h 958"/>
                <a:gd name="T34" fmla="*/ 766 w 988"/>
                <a:gd name="T35" fmla="*/ 915 h 958"/>
                <a:gd name="T36" fmla="*/ 794 w 988"/>
                <a:gd name="T37" fmla="*/ 898 h 958"/>
                <a:gd name="T38" fmla="*/ 876 w 988"/>
                <a:gd name="T39" fmla="*/ 828 h 958"/>
                <a:gd name="T40" fmla="*/ 850 w 988"/>
                <a:gd name="T41" fmla="*/ 679 h 958"/>
                <a:gd name="T42" fmla="*/ 837 w 988"/>
                <a:gd name="T43" fmla="*/ 648 h 958"/>
                <a:gd name="T44" fmla="*/ 884 w 988"/>
                <a:gd name="T45" fmla="*/ 362 h 958"/>
                <a:gd name="T46" fmla="*/ 815 w 988"/>
                <a:gd name="T47" fmla="*/ 12 h 958"/>
                <a:gd name="T48" fmla="*/ 809 w 988"/>
                <a:gd name="T49" fmla="*/ 8 h 958"/>
                <a:gd name="T50" fmla="*/ 789 w 988"/>
                <a:gd name="T51" fmla="*/ 10 h 958"/>
                <a:gd name="T52" fmla="*/ 794 w 988"/>
                <a:gd name="T53" fmla="*/ 0 h 958"/>
                <a:gd name="T54" fmla="*/ 340 w 988"/>
                <a:gd name="T55" fmla="*/ 484 h 958"/>
                <a:gd name="T56" fmla="*/ 225 w 988"/>
                <a:gd name="T57" fmla="*/ 545 h 958"/>
                <a:gd name="T58" fmla="*/ 202 w 988"/>
                <a:gd name="T59" fmla="*/ 536 h 958"/>
                <a:gd name="T60" fmla="*/ 24 w 988"/>
                <a:gd name="T61" fmla="*/ 529 h 958"/>
                <a:gd name="T62" fmla="*/ 9 w 988"/>
                <a:gd name="T63" fmla="*/ 539 h 958"/>
                <a:gd name="T64" fmla="*/ 0 w 988"/>
                <a:gd name="T65" fmla="*/ 559 h 958"/>
                <a:gd name="T66" fmla="*/ 840 w 988"/>
                <a:gd name="T67" fmla="*/ 683 h 958"/>
                <a:gd name="T68" fmla="*/ 825 w 988"/>
                <a:gd name="T69" fmla="*/ 680 h 958"/>
                <a:gd name="T70" fmla="*/ 840 w 988"/>
                <a:gd name="T71" fmla="*/ 683 h 958"/>
                <a:gd name="T72" fmla="*/ 417 w 988"/>
                <a:gd name="T73" fmla="*/ 414 h 958"/>
                <a:gd name="T74" fmla="*/ 551 w 988"/>
                <a:gd name="T75" fmla="*/ 250 h 958"/>
                <a:gd name="T76" fmla="*/ 782 w 988"/>
                <a:gd name="T77" fmla="*/ 15 h 958"/>
                <a:gd name="T78" fmla="*/ 557 w 988"/>
                <a:gd name="T79" fmla="*/ 243 h 958"/>
                <a:gd name="T80" fmla="*/ 782 w 988"/>
                <a:gd name="T81" fmla="*/ 15 h 958"/>
                <a:gd name="T82" fmla="*/ 420 w 988"/>
                <a:gd name="T83" fmla="*/ 428 h 958"/>
                <a:gd name="T84" fmla="*/ 385 w 988"/>
                <a:gd name="T85" fmla="*/ 487 h 958"/>
                <a:gd name="T86" fmla="*/ 412 w 988"/>
                <a:gd name="T87" fmla="*/ 421 h 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88" h="958">
                  <a:moveTo>
                    <a:pt x="8" y="581"/>
                  </a:moveTo>
                  <a:cubicBezTo>
                    <a:pt x="108" y="702"/>
                    <a:pt x="108" y="702"/>
                    <a:pt x="108" y="702"/>
                  </a:cubicBezTo>
                  <a:cubicBezTo>
                    <a:pt x="115" y="709"/>
                    <a:pt x="124" y="713"/>
                    <a:pt x="133" y="713"/>
                  </a:cubicBezTo>
                  <a:cubicBezTo>
                    <a:pt x="138" y="713"/>
                    <a:pt x="143" y="712"/>
                    <a:pt x="147" y="710"/>
                  </a:cubicBezTo>
                  <a:cubicBezTo>
                    <a:pt x="293" y="637"/>
                    <a:pt x="293" y="637"/>
                    <a:pt x="293" y="637"/>
                  </a:cubicBezTo>
                  <a:cubicBezTo>
                    <a:pt x="309" y="629"/>
                    <a:pt x="316" y="610"/>
                    <a:pt x="308" y="594"/>
                  </a:cubicBezTo>
                  <a:cubicBezTo>
                    <a:pt x="300" y="578"/>
                    <a:pt x="281" y="572"/>
                    <a:pt x="265" y="580"/>
                  </a:cubicBezTo>
                  <a:cubicBezTo>
                    <a:pt x="141" y="641"/>
                    <a:pt x="141" y="641"/>
                    <a:pt x="141" y="641"/>
                  </a:cubicBezTo>
                  <a:cubicBezTo>
                    <a:pt x="96" y="587"/>
                    <a:pt x="96" y="587"/>
                    <a:pt x="96" y="587"/>
                  </a:cubicBezTo>
                  <a:cubicBezTo>
                    <a:pt x="112" y="592"/>
                    <a:pt x="112" y="592"/>
                    <a:pt x="112" y="592"/>
                  </a:cubicBezTo>
                  <a:cubicBezTo>
                    <a:pt x="144" y="630"/>
                    <a:pt x="144" y="630"/>
                    <a:pt x="144" y="630"/>
                  </a:cubicBezTo>
                  <a:cubicBezTo>
                    <a:pt x="261" y="571"/>
                    <a:pt x="261" y="571"/>
                    <a:pt x="261" y="571"/>
                  </a:cubicBezTo>
                  <a:cubicBezTo>
                    <a:pt x="266" y="569"/>
                    <a:pt x="273" y="567"/>
                    <a:pt x="279" y="567"/>
                  </a:cubicBezTo>
                  <a:cubicBezTo>
                    <a:pt x="295" y="567"/>
                    <a:pt x="309" y="576"/>
                    <a:pt x="316" y="590"/>
                  </a:cubicBezTo>
                  <a:cubicBezTo>
                    <a:pt x="316" y="590"/>
                    <a:pt x="316" y="591"/>
                    <a:pt x="316" y="591"/>
                  </a:cubicBezTo>
                  <a:cubicBezTo>
                    <a:pt x="325" y="584"/>
                    <a:pt x="325" y="584"/>
                    <a:pt x="325" y="584"/>
                  </a:cubicBezTo>
                  <a:cubicBezTo>
                    <a:pt x="333" y="594"/>
                    <a:pt x="345" y="601"/>
                    <a:pt x="359" y="601"/>
                  </a:cubicBezTo>
                  <a:cubicBezTo>
                    <a:pt x="384" y="601"/>
                    <a:pt x="403" y="581"/>
                    <a:pt x="403" y="557"/>
                  </a:cubicBezTo>
                  <a:cubicBezTo>
                    <a:pt x="403" y="544"/>
                    <a:pt x="398" y="532"/>
                    <a:pt x="389" y="524"/>
                  </a:cubicBezTo>
                  <a:cubicBezTo>
                    <a:pt x="394" y="515"/>
                    <a:pt x="394" y="504"/>
                    <a:pt x="390" y="495"/>
                  </a:cubicBezTo>
                  <a:cubicBezTo>
                    <a:pt x="542" y="221"/>
                    <a:pt x="758" y="55"/>
                    <a:pt x="804" y="21"/>
                  </a:cubicBezTo>
                  <a:cubicBezTo>
                    <a:pt x="791" y="70"/>
                    <a:pt x="744" y="264"/>
                    <a:pt x="806" y="340"/>
                  </a:cubicBezTo>
                  <a:cubicBezTo>
                    <a:pt x="825" y="362"/>
                    <a:pt x="851" y="372"/>
                    <a:pt x="885" y="370"/>
                  </a:cubicBezTo>
                  <a:cubicBezTo>
                    <a:pt x="916" y="367"/>
                    <a:pt x="936" y="374"/>
                    <a:pt x="945" y="390"/>
                  </a:cubicBezTo>
                  <a:cubicBezTo>
                    <a:pt x="979" y="454"/>
                    <a:pt x="832" y="641"/>
                    <a:pt x="831" y="643"/>
                  </a:cubicBezTo>
                  <a:cubicBezTo>
                    <a:pt x="830" y="643"/>
                    <a:pt x="830" y="643"/>
                    <a:pt x="830" y="643"/>
                  </a:cubicBezTo>
                  <a:cubicBezTo>
                    <a:pt x="822" y="645"/>
                    <a:pt x="798" y="692"/>
                    <a:pt x="798" y="697"/>
                  </a:cubicBezTo>
                  <a:cubicBezTo>
                    <a:pt x="798" y="697"/>
                    <a:pt x="770" y="708"/>
                    <a:pt x="761" y="718"/>
                  </a:cubicBezTo>
                  <a:cubicBezTo>
                    <a:pt x="777" y="718"/>
                    <a:pt x="786" y="727"/>
                    <a:pt x="786" y="727"/>
                  </a:cubicBezTo>
                  <a:cubicBezTo>
                    <a:pt x="786" y="727"/>
                    <a:pt x="778" y="754"/>
                    <a:pt x="776" y="767"/>
                  </a:cubicBezTo>
                  <a:cubicBezTo>
                    <a:pt x="775" y="780"/>
                    <a:pt x="750" y="767"/>
                    <a:pt x="735" y="793"/>
                  </a:cubicBezTo>
                  <a:cubicBezTo>
                    <a:pt x="753" y="793"/>
                    <a:pt x="767" y="797"/>
                    <a:pt x="770" y="800"/>
                  </a:cubicBezTo>
                  <a:cubicBezTo>
                    <a:pt x="769" y="862"/>
                    <a:pt x="769" y="862"/>
                    <a:pt x="769" y="862"/>
                  </a:cubicBezTo>
                  <a:cubicBezTo>
                    <a:pt x="769" y="862"/>
                    <a:pt x="769" y="873"/>
                    <a:pt x="766" y="881"/>
                  </a:cubicBezTo>
                  <a:cubicBezTo>
                    <a:pt x="764" y="888"/>
                    <a:pt x="719" y="903"/>
                    <a:pt x="724" y="927"/>
                  </a:cubicBezTo>
                  <a:cubicBezTo>
                    <a:pt x="738" y="914"/>
                    <a:pt x="754" y="910"/>
                    <a:pt x="766" y="915"/>
                  </a:cubicBezTo>
                  <a:cubicBezTo>
                    <a:pt x="781" y="922"/>
                    <a:pt x="791" y="944"/>
                    <a:pt x="795" y="958"/>
                  </a:cubicBezTo>
                  <a:cubicBezTo>
                    <a:pt x="808" y="920"/>
                    <a:pt x="791" y="906"/>
                    <a:pt x="794" y="898"/>
                  </a:cubicBezTo>
                  <a:cubicBezTo>
                    <a:pt x="804" y="871"/>
                    <a:pt x="827" y="831"/>
                    <a:pt x="833" y="828"/>
                  </a:cubicBezTo>
                  <a:cubicBezTo>
                    <a:pt x="839" y="824"/>
                    <a:pt x="858" y="812"/>
                    <a:pt x="876" y="828"/>
                  </a:cubicBezTo>
                  <a:cubicBezTo>
                    <a:pt x="875" y="786"/>
                    <a:pt x="857" y="783"/>
                    <a:pt x="858" y="766"/>
                  </a:cubicBezTo>
                  <a:cubicBezTo>
                    <a:pt x="859" y="751"/>
                    <a:pt x="858" y="695"/>
                    <a:pt x="850" y="679"/>
                  </a:cubicBezTo>
                  <a:cubicBezTo>
                    <a:pt x="844" y="667"/>
                    <a:pt x="841" y="655"/>
                    <a:pt x="837" y="648"/>
                  </a:cubicBezTo>
                  <a:cubicBezTo>
                    <a:pt x="837" y="648"/>
                    <a:pt x="837" y="648"/>
                    <a:pt x="837" y="648"/>
                  </a:cubicBezTo>
                  <a:cubicBezTo>
                    <a:pt x="843" y="640"/>
                    <a:pt x="988" y="454"/>
                    <a:pt x="952" y="386"/>
                  </a:cubicBezTo>
                  <a:cubicBezTo>
                    <a:pt x="941" y="367"/>
                    <a:pt x="919" y="359"/>
                    <a:pt x="884" y="362"/>
                  </a:cubicBezTo>
                  <a:cubicBezTo>
                    <a:pt x="853" y="364"/>
                    <a:pt x="829" y="355"/>
                    <a:pt x="812" y="335"/>
                  </a:cubicBezTo>
                  <a:cubicBezTo>
                    <a:pt x="746" y="253"/>
                    <a:pt x="814" y="14"/>
                    <a:pt x="815" y="12"/>
                  </a:cubicBezTo>
                  <a:cubicBezTo>
                    <a:pt x="816" y="10"/>
                    <a:pt x="815" y="9"/>
                    <a:pt x="814" y="8"/>
                  </a:cubicBezTo>
                  <a:cubicBezTo>
                    <a:pt x="812" y="7"/>
                    <a:pt x="810" y="7"/>
                    <a:pt x="809" y="8"/>
                  </a:cubicBezTo>
                  <a:cubicBezTo>
                    <a:pt x="809" y="8"/>
                    <a:pt x="804" y="11"/>
                    <a:pt x="795" y="18"/>
                  </a:cubicBezTo>
                  <a:cubicBezTo>
                    <a:pt x="789" y="10"/>
                    <a:pt x="789" y="10"/>
                    <a:pt x="789" y="10"/>
                  </a:cubicBezTo>
                  <a:cubicBezTo>
                    <a:pt x="791" y="9"/>
                    <a:pt x="794" y="7"/>
                    <a:pt x="796" y="5"/>
                  </a:cubicBezTo>
                  <a:cubicBezTo>
                    <a:pt x="794" y="0"/>
                    <a:pt x="794" y="0"/>
                    <a:pt x="794" y="0"/>
                  </a:cubicBezTo>
                  <a:cubicBezTo>
                    <a:pt x="608" y="119"/>
                    <a:pt x="457" y="321"/>
                    <a:pt x="361" y="476"/>
                  </a:cubicBezTo>
                  <a:cubicBezTo>
                    <a:pt x="353" y="476"/>
                    <a:pt x="346" y="479"/>
                    <a:pt x="340" y="484"/>
                  </a:cubicBezTo>
                  <a:cubicBezTo>
                    <a:pt x="248" y="567"/>
                    <a:pt x="248" y="567"/>
                    <a:pt x="248" y="567"/>
                  </a:cubicBezTo>
                  <a:cubicBezTo>
                    <a:pt x="225" y="545"/>
                    <a:pt x="225" y="545"/>
                    <a:pt x="225" y="545"/>
                  </a:cubicBezTo>
                  <a:cubicBezTo>
                    <a:pt x="219" y="539"/>
                    <a:pt x="211" y="536"/>
                    <a:pt x="202" y="536"/>
                  </a:cubicBezTo>
                  <a:cubicBezTo>
                    <a:pt x="202" y="536"/>
                    <a:pt x="202" y="536"/>
                    <a:pt x="202" y="536"/>
                  </a:cubicBezTo>
                  <a:cubicBezTo>
                    <a:pt x="151" y="534"/>
                    <a:pt x="89" y="529"/>
                    <a:pt x="39" y="527"/>
                  </a:cubicBezTo>
                  <a:cubicBezTo>
                    <a:pt x="34" y="527"/>
                    <a:pt x="29" y="528"/>
                    <a:pt x="24" y="529"/>
                  </a:cubicBezTo>
                  <a:cubicBezTo>
                    <a:pt x="20" y="531"/>
                    <a:pt x="16" y="533"/>
                    <a:pt x="12" y="536"/>
                  </a:cubicBezTo>
                  <a:cubicBezTo>
                    <a:pt x="11" y="537"/>
                    <a:pt x="10" y="538"/>
                    <a:pt x="9" y="539"/>
                  </a:cubicBezTo>
                  <a:cubicBezTo>
                    <a:pt x="6" y="542"/>
                    <a:pt x="3" y="546"/>
                    <a:pt x="2" y="551"/>
                  </a:cubicBezTo>
                  <a:cubicBezTo>
                    <a:pt x="1" y="554"/>
                    <a:pt x="1" y="557"/>
                    <a:pt x="0" y="559"/>
                  </a:cubicBezTo>
                  <a:cubicBezTo>
                    <a:pt x="0" y="567"/>
                    <a:pt x="3" y="575"/>
                    <a:pt x="8" y="581"/>
                  </a:cubicBezTo>
                  <a:close/>
                  <a:moveTo>
                    <a:pt x="840" y="683"/>
                  </a:moveTo>
                  <a:cubicBezTo>
                    <a:pt x="839" y="688"/>
                    <a:pt x="835" y="690"/>
                    <a:pt x="831" y="689"/>
                  </a:cubicBezTo>
                  <a:cubicBezTo>
                    <a:pt x="827" y="688"/>
                    <a:pt x="824" y="684"/>
                    <a:pt x="825" y="680"/>
                  </a:cubicBezTo>
                  <a:cubicBezTo>
                    <a:pt x="826" y="676"/>
                    <a:pt x="830" y="674"/>
                    <a:pt x="834" y="675"/>
                  </a:cubicBezTo>
                  <a:cubicBezTo>
                    <a:pt x="838" y="675"/>
                    <a:pt x="841" y="679"/>
                    <a:pt x="840" y="683"/>
                  </a:cubicBezTo>
                  <a:close/>
                  <a:moveTo>
                    <a:pt x="425" y="421"/>
                  </a:moveTo>
                  <a:cubicBezTo>
                    <a:pt x="417" y="414"/>
                    <a:pt x="417" y="414"/>
                    <a:pt x="417" y="414"/>
                  </a:cubicBezTo>
                  <a:cubicBezTo>
                    <a:pt x="453" y="358"/>
                    <a:pt x="495" y="300"/>
                    <a:pt x="542" y="243"/>
                  </a:cubicBezTo>
                  <a:cubicBezTo>
                    <a:pt x="551" y="250"/>
                    <a:pt x="551" y="250"/>
                    <a:pt x="551" y="250"/>
                  </a:cubicBezTo>
                  <a:cubicBezTo>
                    <a:pt x="509" y="300"/>
                    <a:pt x="465" y="357"/>
                    <a:pt x="425" y="421"/>
                  </a:cubicBezTo>
                  <a:close/>
                  <a:moveTo>
                    <a:pt x="782" y="15"/>
                  </a:moveTo>
                  <a:cubicBezTo>
                    <a:pt x="788" y="23"/>
                    <a:pt x="788" y="23"/>
                    <a:pt x="788" y="23"/>
                  </a:cubicBezTo>
                  <a:cubicBezTo>
                    <a:pt x="748" y="54"/>
                    <a:pt x="655" y="129"/>
                    <a:pt x="557" y="243"/>
                  </a:cubicBezTo>
                  <a:cubicBezTo>
                    <a:pt x="548" y="236"/>
                    <a:pt x="548" y="236"/>
                    <a:pt x="548" y="236"/>
                  </a:cubicBezTo>
                  <a:cubicBezTo>
                    <a:pt x="616" y="154"/>
                    <a:pt x="695" y="75"/>
                    <a:pt x="782" y="15"/>
                  </a:cubicBezTo>
                  <a:close/>
                  <a:moveTo>
                    <a:pt x="412" y="421"/>
                  </a:moveTo>
                  <a:cubicBezTo>
                    <a:pt x="420" y="428"/>
                    <a:pt x="420" y="428"/>
                    <a:pt x="420" y="428"/>
                  </a:cubicBezTo>
                  <a:cubicBezTo>
                    <a:pt x="408" y="447"/>
                    <a:pt x="396" y="467"/>
                    <a:pt x="385" y="487"/>
                  </a:cubicBezTo>
                  <a:cubicBezTo>
                    <a:pt x="385" y="487"/>
                    <a:pt x="385" y="487"/>
                    <a:pt x="385" y="487"/>
                  </a:cubicBezTo>
                  <a:cubicBezTo>
                    <a:pt x="382" y="483"/>
                    <a:pt x="379" y="481"/>
                    <a:pt x="375" y="479"/>
                  </a:cubicBezTo>
                  <a:cubicBezTo>
                    <a:pt x="387" y="460"/>
                    <a:pt x="399" y="441"/>
                    <a:pt x="412" y="4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86" name="组合 185"/>
          <p:cNvGrpSpPr/>
          <p:nvPr/>
        </p:nvGrpSpPr>
        <p:grpSpPr>
          <a:xfrm>
            <a:off x="160338" y="828675"/>
            <a:ext cx="911225" cy="1941513"/>
            <a:chOff x="160338" y="828675"/>
            <a:chExt cx="911225" cy="1941513"/>
          </a:xfrm>
          <a:solidFill>
            <a:schemeClr val="tx1">
              <a:lumMod val="65000"/>
              <a:lumOff val="35000"/>
            </a:schemeClr>
          </a:solidFill>
        </p:grpSpPr>
        <p:sp>
          <p:nvSpPr>
            <p:cNvPr id="187" name="Freeform 181"/>
            <p:cNvSpPr>
              <a:spLocks/>
            </p:cNvSpPr>
            <p:nvPr/>
          </p:nvSpPr>
          <p:spPr bwMode="auto">
            <a:xfrm>
              <a:off x="461963" y="1190625"/>
              <a:ext cx="404813" cy="300038"/>
            </a:xfrm>
            <a:custGeom>
              <a:avLst/>
              <a:gdLst>
                <a:gd name="T0" fmla="*/ 90 w 244"/>
                <a:gd name="T1" fmla="*/ 180 h 180"/>
                <a:gd name="T2" fmla="*/ 179 w 244"/>
                <a:gd name="T3" fmla="*/ 102 h 180"/>
                <a:gd name="T4" fmla="*/ 154 w 244"/>
                <a:gd name="T5" fmla="*/ 99 h 180"/>
                <a:gd name="T6" fmla="*/ 73 w 244"/>
                <a:gd name="T7" fmla="*/ 59 h 180"/>
                <a:gd name="T8" fmla="*/ 158 w 244"/>
                <a:gd name="T9" fmla="*/ 83 h 180"/>
                <a:gd name="T10" fmla="*/ 234 w 244"/>
                <a:gd name="T11" fmla="*/ 68 h 180"/>
                <a:gd name="T12" fmla="*/ 244 w 244"/>
                <a:gd name="T13" fmla="*/ 55 h 180"/>
                <a:gd name="T14" fmla="*/ 158 w 244"/>
                <a:gd name="T15" fmla="*/ 26 h 180"/>
                <a:gd name="T16" fmla="*/ 153 w 244"/>
                <a:gd name="T17" fmla="*/ 26 h 180"/>
                <a:gd name="T18" fmla="*/ 90 w 244"/>
                <a:gd name="T19" fmla="*/ 0 h 180"/>
                <a:gd name="T20" fmla="*/ 0 w 244"/>
                <a:gd name="T21" fmla="*/ 90 h 180"/>
                <a:gd name="T22" fmla="*/ 90 w 244"/>
                <a:gd name="T23" fmla="*/ 18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4" h="180">
                  <a:moveTo>
                    <a:pt x="90" y="180"/>
                  </a:moveTo>
                  <a:cubicBezTo>
                    <a:pt x="136" y="180"/>
                    <a:pt x="173" y="146"/>
                    <a:pt x="179" y="102"/>
                  </a:cubicBezTo>
                  <a:cubicBezTo>
                    <a:pt x="171" y="102"/>
                    <a:pt x="163" y="101"/>
                    <a:pt x="154" y="99"/>
                  </a:cubicBezTo>
                  <a:cubicBezTo>
                    <a:pt x="108" y="92"/>
                    <a:pt x="72" y="74"/>
                    <a:pt x="73" y="59"/>
                  </a:cubicBezTo>
                  <a:cubicBezTo>
                    <a:pt x="79" y="73"/>
                    <a:pt x="115" y="83"/>
                    <a:pt x="158" y="83"/>
                  </a:cubicBezTo>
                  <a:cubicBezTo>
                    <a:pt x="191" y="83"/>
                    <a:pt x="219" y="77"/>
                    <a:pt x="234" y="68"/>
                  </a:cubicBezTo>
                  <a:cubicBezTo>
                    <a:pt x="240" y="64"/>
                    <a:pt x="244" y="60"/>
                    <a:pt x="244" y="55"/>
                  </a:cubicBezTo>
                  <a:cubicBezTo>
                    <a:pt x="244" y="39"/>
                    <a:pt x="206" y="26"/>
                    <a:pt x="158" y="26"/>
                  </a:cubicBezTo>
                  <a:cubicBezTo>
                    <a:pt x="156" y="26"/>
                    <a:pt x="155" y="26"/>
                    <a:pt x="153" y="26"/>
                  </a:cubicBezTo>
                  <a:cubicBezTo>
                    <a:pt x="137" y="10"/>
                    <a:pt x="115" y="0"/>
                    <a:pt x="90" y="0"/>
                  </a:cubicBezTo>
                  <a:cubicBezTo>
                    <a:pt x="40" y="0"/>
                    <a:pt x="0" y="40"/>
                    <a:pt x="0" y="90"/>
                  </a:cubicBezTo>
                  <a:cubicBezTo>
                    <a:pt x="0" y="140"/>
                    <a:pt x="40" y="180"/>
                    <a:pt x="90" y="1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182"/>
            <p:cNvSpPr>
              <a:spLocks noEditPoints="1"/>
            </p:cNvSpPr>
            <p:nvPr/>
          </p:nvSpPr>
          <p:spPr bwMode="auto">
            <a:xfrm>
              <a:off x="160338" y="828675"/>
              <a:ext cx="911225" cy="1941513"/>
            </a:xfrm>
            <a:custGeom>
              <a:avLst/>
              <a:gdLst>
                <a:gd name="T0" fmla="*/ 65 w 548"/>
                <a:gd name="T1" fmla="*/ 920 h 1167"/>
                <a:gd name="T2" fmla="*/ 99 w 548"/>
                <a:gd name="T3" fmla="*/ 1104 h 1167"/>
                <a:gd name="T4" fmla="*/ 136 w 548"/>
                <a:gd name="T5" fmla="*/ 770 h 1167"/>
                <a:gd name="T6" fmla="*/ 161 w 548"/>
                <a:gd name="T7" fmla="*/ 725 h 1167"/>
                <a:gd name="T8" fmla="*/ 261 w 548"/>
                <a:gd name="T9" fmla="*/ 1117 h 1167"/>
                <a:gd name="T10" fmla="*/ 281 w 548"/>
                <a:gd name="T11" fmla="*/ 1117 h 1167"/>
                <a:gd name="T12" fmla="*/ 381 w 548"/>
                <a:gd name="T13" fmla="*/ 1055 h 1167"/>
                <a:gd name="T14" fmla="*/ 344 w 548"/>
                <a:gd name="T15" fmla="*/ 904 h 1167"/>
                <a:gd name="T16" fmla="*/ 381 w 548"/>
                <a:gd name="T17" fmla="*/ 725 h 1167"/>
                <a:gd name="T18" fmla="*/ 406 w 548"/>
                <a:gd name="T19" fmla="*/ 765 h 1167"/>
                <a:gd name="T20" fmla="*/ 329 w 548"/>
                <a:gd name="T21" fmla="*/ 869 h 1167"/>
                <a:gd name="T22" fmla="*/ 361 w 548"/>
                <a:gd name="T23" fmla="*/ 1028 h 1167"/>
                <a:gd name="T24" fmla="*/ 516 w 548"/>
                <a:gd name="T25" fmla="*/ 1028 h 1167"/>
                <a:gd name="T26" fmla="*/ 532 w 548"/>
                <a:gd name="T27" fmla="*/ 895 h 1167"/>
                <a:gd name="T28" fmla="*/ 469 w 548"/>
                <a:gd name="T29" fmla="*/ 772 h 1167"/>
                <a:gd name="T30" fmla="*/ 350 w 548"/>
                <a:gd name="T31" fmla="*/ 420 h 1167"/>
                <a:gd name="T32" fmla="*/ 192 w 548"/>
                <a:gd name="T33" fmla="*/ 420 h 1167"/>
                <a:gd name="T34" fmla="*/ 110 w 548"/>
                <a:gd name="T35" fmla="*/ 268 h 1167"/>
                <a:gd name="T36" fmla="*/ 102 w 548"/>
                <a:gd name="T37" fmla="*/ 8 h 1167"/>
                <a:gd name="T38" fmla="*/ 98 w 548"/>
                <a:gd name="T39" fmla="*/ 1 h 1167"/>
                <a:gd name="T40" fmla="*/ 74 w 548"/>
                <a:gd name="T41" fmla="*/ 201 h 1167"/>
                <a:gd name="T42" fmla="*/ 78 w 548"/>
                <a:gd name="T43" fmla="*/ 588 h 1167"/>
                <a:gd name="T44" fmla="*/ 19 w 548"/>
                <a:gd name="T45" fmla="*/ 750 h 1167"/>
                <a:gd name="T46" fmla="*/ 3 w 548"/>
                <a:gd name="T47" fmla="*/ 753 h 1167"/>
                <a:gd name="T48" fmla="*/ 28 w 548"/>
                <a:gd name="T49" fmla="*/ 751 h 1167"/>
                <a:gd name="T50" fmla="*/ 22 w 548"/>
                <a:gd name="T51" fmla="*/ 742 h 1167"/>
                <a:gd name="T52" fmla="*/ 78 w 548"/>
                <a:gd name="T53" fmla="*/ 789 h 1167"/>
                <a:gd name="T54" fmla="*/ 65 w 548"/>
                <a:gd name="T55" fmla="*/ 852 h 1167"/>
                <a:gd name="T56" fmla="*/ 65 w 548"/>
                <a:gd name="T57" fmla="*/ 844 h 1167"/>
                <a:gd name="T58" fmla="*/ 25 w 548"/>
                <a:gd name="T59" fmla="*/ 844 h 1167"/>
                <a:gd name="T60" fmla="*/ 25 w 548"/>
                <a:gd name="T61" fmla="*/ 852 h 1167"/>
                <a:gd name="T62" fmla="*/ 21 w 548"/>
                <a:gd name="T63" fmla="*/ 928 h 1167"/>
                <a:gd name="T64" fmla="*/ 65 w 548"/>
                <a:gd name="T65" fmla="*/ 940 h 1167"/>
                <a:gd name="T66" fmla="*/ 517 w 548"/>
                <a:gd name="T67" fmla="*/ 887 h 1167"/>
                <a:gd name="T68" fmla="*/ 437 w 548"/>
                <a:gd name="T69" fmla="*/ 871 h 1167"/>
                <a:gd name="T70" fmla="*/ 527 w 548"/>
                <a:gd name="T71" fmla="*/ 884 h 1167"/>
                <a:gd name="T72" fmla="*/ 521 w 548"/>
                <a:gd name="T73" fmla="*/ 879 h 1167"/>
                <a:gd name="T74" fmla="*/ 381 w 548"/>
                <a:gd name="T75" fmla="*/ 868 h 1167"/>
                <a:gd name="T76" fmla="*/ 354 w 548"/>
                <a:gd name="T77" fmla="*/ 877 h 1167"/>
                <a:gd name="T78" fmla="*/ 408 w 548"/>
                <a:gd name="T79" fmla="*/ 785 h 1167"/>
                <a:gd name="T80" fmla="*/ 437 w 548"/>
                <a:gd name="T81" fmla="*/ 804 h 1167"/>
                <a:gd name="T82" fmla="*/ 486 w 548"/>
                <a:gd name="T83" fmla="*/ 792 h 1167"/>
                <a:gd name="T84" fmla="*/ 101 w 548"/>
                <a:gd name="T85" fmla="*/ 269 h 1167"/>
                <a:gd name="T86" fmla="*/ 97 w 548"/>
                <a:gd name="T87" fmla="*/ 255 h 1167"/>
                <a:gd name="T88" fmla="*/ 110 w 548"/>
                <a:gd name="T89" fmla="*/ 467 h 1167"/>
                <a:gd name="T90" fmla="*/ 102 w 548"/>
                <a:gd name="T91" fmla="*/ 124 h 1167"/>
                <a:gd name="T92" fmla="*/ 102 w 548"/>
                <a:gd name="T93" fmla="*/ 16 h 1167"/>
                <a:gd name="T94" fmla="*/ 101 w 548"/>
                <a:gd name="T95" fmla="*/ 16 h 1167"/>
                <a:gd name="T96" fmla="*/ 79 w 548"/>
                <a:gd name="T97" fmla="*/ 194 h 1167"/>
                <a:gd name="T98" fmla="*/ 81 w 548"/>
                <a:gd name="T99" fmla="*/ 198 h 1167"/>
                <a:gd name="T100" fmla="*/ 101 w 548"/>
                <a:gd name="T101" fmla="*/ 501 h 1167"/>
                <a:gd name="T102" fmla="*/ 86 w 548"/>
                <a:gd name="T103" fmla="*/ 797 h 1167"/>
                <a:gd name="T104" fmla="*/ 85 w 548"/>
                <a:gd name="T105" fmla="*/ 888 h 1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48" h="1167">
                  <a:moveTo>
                    <a:pt x="69" y="928"/>
                  </a:moveTo>
                  <a:cubicBezTo>
                    <a:pt x="69" y="920"/>
                    <a:pt x="69" y="920"/>
                    <a:pt x="69" y="920"/>
                  </a:cubicBezTo>
                  <a:cubicBezTo>
                    <a:pt x="65" y="920"/>
                    <a:pt x="65" y="920"/>
                    <a:pt x="65" y="920"/>
                  </a:cubicBezTo>
                  <a:cubicBezTo>
                    <a:pt x="65" y="904"/>
                    <a:pt x="65" y="904"/>
                    <a:pt x="65" y="904"/>
                  </a:cubicBezTo>
                  <a:cubicBezTo>
                    <a:pt x="99" y="904"/>
                    <a:pt x="99" y="904"/>
                    <a:pt x="99" y="904"/>
                  </a:cubicBezTo>
                  <a:cubicBezTo>
                    <a:pt x="99" y="1104"/>
                    <a:pt x="99" y="1104"/>
                    <a:pt x="99" y="1104"/>
                  </a:cubicBezTo>
                  <a:cubicBezTo>
                    <a:pt x="112" y="1104"/>
                    <a:pt x="112" y="1104"/>
                    <a:pt x="112" y="1104"/>
                  </a:cubicBezTo>
                  <a:cubicBezTo>
                    <a:pt x="111" y="804"/>
                    <a:pt x="111" y="804"/>
                    <a:pt x="111" y="804"/>
                  </a:cubicBezTo>
                  <a:cubicBezTo>
                    <a:pt x="127" y="801"/>
                    <a:pt x="137" y="786"/>
                    <a:pt x="136" y="770"/>
                  </a:cubicBezTo>
                  <a:cubicBezTo>
                    <a:pt x="128" y="630"/>
                    <a:pt x="145" y="554"/>
                    <a:pt x="161" y="517"/>
                  </a:cubicBezTo>
                  <a:cubicBezTo>
                    <a:pt x="161" y="649"/>
                    <a:pt x="161" y="649"/>
                    <a:pt x="161" y="649"/>
                  </a:cubicBezTo>
                  <a:cubicBezTo>
                    <a:pt x="161" y="725"/>
                    <a:pt x="161" y="725"/>
                    <a:pt x="161" y="725"/>
                  </a:cubicBezTo>
                  <a:cubicBezTo>
                    <a:pt x="161" y="1117"/>
                    <a:pt x="161" y="1117"/>
                    <a:pt x="161" y="1117"/>
                  </a:cubicBezTo>
                  <a:cubicBezTo>
                    <a:pt x="161" y="1145"/>
                    <a:pt x="184" y="1167"/>
                    <a:pt x="211" y="1167"/>
                  </a:cubicBezTo>
                  <a:cubicBezTo>
                    <a:pt x="238" y="1167"/>
                    <a:pt x="261" y="1145"/>
                    <a:pt x="261" y="1117"/>
                  </a:cubicBezTo>
                  <a:cubicBezTo>
                    <a:pt x="261" y="756"/>
                    <a:pt x="261" y="756"/>
                    <a:pt x="261" y="756"/>
                  </a:cubicBezTo>
                  <a:cubicBezTo>
                    <a:pt x="281" y="756"/>
                    <a:pt x="281" y="756"/>
                    <a:pt x="281" y="756"/>
                  </a:cubicBezTo>
                  <a:cubicBezTo>
                    <a:pt x="281" y="1117"/>
                    <a:pt x="281" y="1117"/>
                    <a:pt x="281" y="1117"/>
                  </a:cubicBezTo>
                  <a:cubicBezTo>
                    <a:pt x="281" y="1145"/>
                    <a:pt x="304" y="1167"/>
                    <a:pt x="331" y="1167"/>
                  </a:cubicBezTo>
                  <a:cubicBezTo>
                    <a:pt x="358" y="1167"/>
                    <a:pt x="381" y="1145"/>
                    <a:pt x="381" y="1117"/>
                  </a:cubicBezTo>
                  <a:cubicBezTo>
                    <a:pt x="381" y="1055"/>
                    <a:pt x="381" y="1055"/>
                    <a:pt x="381" y="1055"/>
                  </a:cubicBezTo>
                  <a:cubicBezTo>
                    <a:pt x="365" y="1054"/>
                    <a:pt x="355" y="1042"/>
                    <a:pt x="354" y="1028"/>
                  </a:cubicBezTo>
                  <a:cubicBezTo>
                    <a:pt x="344" y="904"/>
                    <a:pt x="344" y="904"/>
                    <a:pt x="344" y="904"/>
                  </a:cubicBezTo>
                  <a:cubicBezTo>
                    <a:pt x="344" y="904"/>
                    <a:pt x="344" y="904"/>
                    <a:pt x="344" y="904"/>
                  </a:cubicBezTo>
                  <a:cubicBezTo>
                    <a:pt x="325" y="893"/>
                    <a:pt x="321" y="880"/>
                    <a:pt x="321" y="869"/>
                  </a:cubicBezTo>
                  <a:cubicBezTo>
                    <a:pt x="321" y="829"/>
                    <a:pt x="345" y="794"/>
                    <a:pt x="381" y="775"/>
                  </a:cubicBezTo>
                  <a:cubicBezTo>
                    <a:pt x="381" y="725"/>
                    <a:pt x="381" y="725"/>
                    <a:pt x="381" y="725"/>
                  </a:cubicBezTo>
                  <a:cubicBezTo>
                    <a:pt x="381" y="649"/>
                    <a:pt x="381" y="649"/>
                    <a:pt x="381" y="649"/>
                  </a:cubicBezTo>
                  <a:cubicBezTo>
                    <a:pt x="381" y="517"/>
                    <a:pt x="381" y="517"/>
                    <a:pt x="381" y="517"/>
                  </a:cubicBezTo>
                  <a:cubicBezTo>
                    <a:pt x="397" y="554"/>
                    <a:pt x="414" y="627"/>
                    <a:pt x="406" y="765"/>
                  </a:cubicBezTo>
                  <a:cubicBezTo>
                    <a:pt x="406" y="766"/>
                    <a:pt x="405" y="768"/>
                    <a:pt x="405" y="770"/>
                  </a:cubicBezTo>
                  <a:cubicBezTo>
                    <a:pt x="405" y="771"/>
                    <a:pt x="405" y="772"/>
                    <a:pt x="405" y="773"/>
                  </a:cubicBezTo>
                  <a:cubicBezTo>
                    <a:pt x="361" y="786"/>
                    <a:pt x="329" y="824"/>
                    <a:pt x="329" y="869"/>
                  </a:cubicBezTo>
                  <a:cubicBezTo>
                    <a:pt x="329" y="879"/>
                    <a:pt x="334" y="891"/>
                    <a:pt x="356" y="901"/>
                  </a:cubicBezTo>
                  <a:cubicBezTo>
                    <a:pt x="351" y="905"/>
                    <a:pt x="351" y="905"/>
                    <a:pt x="351" y="905"/>
                  </a:cubicBezTo>
                  <a:cubicBezTo>
                    <a:pt x="361" y="1028"/>
                    <a:pt x="361" y="1028"/>
                    <a:pt x="361" y="1028"/>
                  </a:cubicBezTo>
                  <a:cubicBezTo>
                    <a:pt x="361" y="1039"/>
                    <a:pt x="371" y="1048"/>
                    <a:pt x="382" y="1048"/>
                  </a:cubicBezTo>
                  <a:cubicBezTo>
                    <a:pt x="495" y="1048"/>
                    <a:pt x="495" y="1048"/>
                    <a:pt x="495" y="1048"/>
                  </a:cubicBezTo>
                  <a:cubicBezTo>
                    <a:pt x="506" y="1048"/>
                    <a:pt x="515" y="1039"/>
                    <a:pt x="516" y="1028"/>
                  </a:cubicBezTo>
                  <a:cubicBezTo>
                    <a:pt x="525" y="904"/>
                    <a:pt x="525" y="904"/>
                    <a:pt x="525" y="904"/>
                  </a:cubicBezTo>
                  <a:cubicBezTo>
                    <a:pt x="526" y="902"/>
                    <a:pt x="525" y="901"/>
                    <a:pt x="525" y="899"/>
                  </a:cubicBezTo>
                  <a:cubicBezTo>
                    <a:pt x="528" y="898"/>
                    <a:pt x="530" y="896"/>
                    <a:pt x="532" y="895"/>
                  </a:cubicBezTo>
                  <a:cubicBezTo>
                    <a:pt x="542" y="888"/>
                    <a:pt x="548" y="880"/>
                    <a:pt x="548" y="869"/>
                  </a:cubicBezTo>
                  <a:cubicBezTo>
                    <a:pt x="548" y="833"/>
                    <a:pt x="527" y="801"/>
                    <a:pt x="496" y="783"/>
                  </a:cubicBezTo>
                  <a:cubicBezTo>
                    <a:pt x="488" y="779"/>
                    <a:pt x="478" y="775"/>
                    <a:pt x="469" y="772"/>
                  </a:cubicBezTo>
                  <a:cubicBezTo>
                    <a:pt x="469" y="770"/>
                    <a:pt x="469" y="767"/>
                    <a:pt x="469" y="764"/>
                  </a:cubicBezTo>
                  <a:cubicBezTo>
                    <a:pt x="478" y="600"/>
                    <a:pt x="456" y="493"/>
                    <a:pt x="406" y="446"/>
                  </a:cubicBezTo>
                  <a:cubicBezTo>
                    <a:pt x="383" y="425"/>
                    <a:pt x="362" y="421"/>
                    <a:pt x="350" y="420"/>
                  </a:cubicBezTo>
                  <a:cubicBezTo>
                    <a:pt x="350" y="420"/>
                    <a:pt x="349" y="420"/>
                    <a:pt x="348" y="420"/>
                  </a:cubicBezTo>
                  <a:cubicBezTo>
                    <a:pt x="194" y="420"/>
                    <a:pt x="194" y="420"/>
                    <a:pt x="194" y="420"/>
                  </a:cubicBezTo>
                  <a:cubicBezTo>
                    <a:pt x="193" y="420"/>
                    <a:pt x="192" y="420"/>
                    <a:pt x="192" y="420"/>
                  </a:cubicBezTo>
                  <a:cubicBezTo>
                    <a:pt x="180" y="421"/>
                    <a:pt x="159" y="425"/>
                    <a:pt x="136" y="446"/>
                  </a:cubicBezTo>
                  <a:cubicBezTo>
                    <a:pt x="130" y="452"/>
                    <a:pt x="124" y="459"/>
                    <a:pt x="119" y="466"/>
                  </a:cubicBezTo>
                  <a:cubicBezTo>
                    <a:pt x="134" y="379"/>
                    <a:pt x="125" y="317"/>
                    <a:pt x="110" y="268"/>
                  </a:cubicBezTo>
                  <a:cubicBezTo>
                    <a:pt x="109" y="4"/>
                    <a:pt x="109" y="4"/>
                    <a:pt x="109" y="4"/>
                  </a:cubicBezTo>
                  <a:cubicBezTo>
                    <a:pt x="102" y="4"/>
                    <a:pt x="102" y="4"/>
                    <a:pt x="102" y="4"/>
                  </a:cubicBezTo>
                  <a:cubicBezTo>
                    <a:pt x="102" y="8"/>
                    <a:pt x="102" y="8"/>
                    <a:pt x="102" y="8"/>
                  </a:cubicBezTo>
                  <a:cubicBezTo>
                    <a:pt x="101" y="8"/>
                    <a:pt x="101" y="8"/>
                    <a:pt x="101" y="8"/>
                  </a:cubicBezTo>
                  <a:cubicBezTo>
                    <a:pt x="101" y="5"/>
                    <a:pt x="101" y="5"/>
                    <a:pt x="101" y="5"/>
                  </a:cubicBezTo>
                  <a:cubicBezTo>
                    <a:pt x="101" y="3"/>
                    <a:pt x="100" y="1"/>
                    <a:pt x="98" y="1"/>
                  </a:cubicBezTo>
                  <a:cubicBezTo>
                    <a:pt x="97" y="0"/>
                    <a:pt x="95" y="1"/>
                    <a:pt x="94" y="3"/>
                  </a:cubicBezTo>
                  <a:cubicBezTo>
                    <a:pt x="93" y="4"/>
                    <a:pt x="29" y="105"/>
                    <a:pt x="72" y="197"/>
                  </a:cubicBezTo>
                  <a:cubicBezTo>
                    <a:pt x="74" y="201"/>
                    <a:pt x="74" y="201"/>
                    <a:pt x="74" y="201"/>
                  </a:cubicBezTo>
                  <a:cubicBezTo>
                    <a:pt x="79" y="212"/>
                    <a:pt x="84" y="223"/>
                    <a:pt x="89" y="235"/>
                  </a:cubicBezTo>
                  <a:cubicBezTo>
                    <a:pt x="83" y="559"/>
                    <a:pt x="83" y="559"/>
                    <a:pt x="83" y="559"/>
                  </a:cubicBezTo>
                  <a:cubicBezTo>
                    <a:pt x="81" y="568"/>
                    <a:pt x="79" y="578"/>
                    <a:pt x="78" y="588"/>
                  </a:cubicBezTo>
                  <a:cubicBezTo>
                    <a:pt x="62" y="634"/>
                    <a:pt x="41" y="684"/>
                    <a:pt x="13" y="742"/>
                  </a:cubicBezTo>
                  <a:cubicBezTo>
                    <a:pt x="12" y="743"/>
                    <a:pt x="13" y="745"/>
                    <a:pt x="14" y="746"/>
                  </a:cubicBezTo>
                  <a:cubicBezTo>
                    <a:pt x="16" y="748"/>
                    <a:pt x="18" y="749"/>
                    <a:pt x="19" y="750"/>
                  </a:cubicBezTo>
                  <a:cubicBezTo>
                    <a:pt x="17" y="753"/>
                    <a:pt x="14" y="756"/>
                    <a:pt x="11" y="756"/>
                  </a:cubicBezTo>
                  <a:cubicBezTo>
                    <a:pt x="10" y="756"/>
                    <a:pt x="9" y="755"/>
                    <a:pt x="8" y="754"/>
                  </a:cubicBezTo>
                  <a:cubicBezTo>
                    <a:pt x="7" y="752"/>
                    <a:pt x="4" y="751"/>
                    <a:pt x="3" y="753"/>
                  </a:cubicBezTo>
                  <a:cubicBezTo>
                    <a:pt x="1" y="754"/>
                    <a:pt x="0" y="756"/>
                    <a:pt x="1" y="758"/>
                  </a:cubicBezTo>
                  <a:cubicBezTo>
                    <a:pt x="5" y="763"/>
                    <a:pt x="9" y="764"/>
                    <a:pt x="12" y="764"/>
                  </a:cubicBezTo>
                  <a:cubicBezTo>
                    <a:pt x="20" y="764"/>
                    <a:pt x="26" y="754"/>
                    <a:pt x="28" y="751"/>
                  </a:cubicBezTo>
                  <a:cubicBezTo>
                    <a:pt x="28" y="750"/>
                    <a:pt x="28" y="749"/>
                    <a:pt x="28" y="747"/>
                  </a:cubicBezTo>
                  <a:cubicBezTo>
                    <a:pt x="27" y="747"/>
                    <a:pt x="27" y="746"/>
                    <a:pt x="26" y="746"/>
                  </a:cubicBezTo>
                  <a:cubicBezTo>
                    <a:pt x="25" y="745"/>
                    <a:pt x="24" y="744"/>
                    <a:pt x="22" y="742"/>
                  </a:cubicBezTo>
                  <a:cubicBezTo>
                    <a:pt x="43" y="699"/>
                    <a:pt x="60" y="659"/>
                    <a:pt x="74" y="622"/>
                  </a:cubicBezTo>
                  <a:cubicBezTo>
                    <a:pt x="70" y="666"/>
                    <a:pt x="70" y="716"/>
                    <a:pt x="73" y="774"/>
                  </a:cubicBezTo>
                  <a:cubicBezTo>
                    <a:pt x="74" y="779"/>
                    <a:pt x="76" y="784"/>
                    <a:pt x="78" y="789"/>
                  </a:cubicBezTo>
                  <a:cubicBezTo>
                    <a:pt x="77" y="888"/>
                    <a:pt x="77" y="888"/>
                    <a:pt x="77" y="888"/>
                  </a:cubicBezTo>
                  <a:cubicBezTo>
                    <a:pt x="65" y="888"/>
                    <a:pt x="65" y="888"/>
                    <a:pt x="65" y="888"/>
                  </a:cubicBezTo>
                  <a:cubicBezTo>
                    <a:pt x="65" y="852"/>
                    <a:pt x="65" y="852"/>
                    <a:pt x="65" y="852"/>
                  </a:cubicBezTo>
                  <a:cubicBezTo>
                    <a:pt x="69" y="852"/>
                    <a:pt x="69" y="852"/>
                    <a:pt x="69" y="852"/>
                  </a:cubicBezTo>
                  <a:cubicBezTo>
                    <a:pt x="69" y="844"/>
                    <a:pt x="69" y="844"/>
                    <a:pt x="69" y="844"/>
                  </a:cubicBezTo>
                  <a:cubicBezTo>
                    <a:pt x="65" y="844"/>
                    <a:pt x="65" y="844"/>
                    <a:pt x="65" y="844"/>
                  </a:cubicBezTo>
                  <a:cubicBezTo>
                    <a:pt x="65" y="832"/>
                    <a:pt x="65" y="832"/>
                    <a:pt x="65" y="832"/>
                  </a:cubicBezTo>
                  <a:cubicBezTo>
                    <a:pt x="25" y="832"/>
                    <a:pt x="25" y="832"/>
                    <a:pt x="25" y="832"/>
                  </a:cubicBezTo>
                  <a:cubicBezTo>
                    <a:pt x="25" y="844"/>
                    <a:pt x="25" y="844"/>
                    <a:pt x="25" y="844"/>
                  </a:cubicBezTo>
                  <a:cubicBezTo>
                    <a:pt x="21" y="844"/>
                    <a:pt x="21" y="844"/>
                    <a:pt x="21" y="844"/>
                  </a:cubicBezTo>
                  <a:cubicBezTo>
                    <a:pt x="21" y="852"/>
                    <a:pt x="21" y="852"/>
                    <a:pt x="21" y="852"/>
                  </a:cubicBezTo>
                  <a:cubicBezTo>
                    <a:pt x="25" y="852"/>
                    <a:pt x="25" y="852"/>
                    <a:pt x="25" y="852"/>
                  </a:cubicBezTo>
                  <a:cubicBezTo>
                    <a:pt x="25" y="920"/>
                    <a:pt x="25" y="920"/>
                    <a:pt x="25" y="920"/>
                  </a:cubicBezTo>
                  <a:cubicBezTo>
                    <a:pt x="21" y="920"/>
                    <a:pt x="21" y="920"/>
                    <a:pt x="21" y="920"/>
                  </a:cubicBezTo>
                  <a:cubicBezTo>
                    <a:pt x="21" y="928"/>
                    <a:pt x="21" y="928"/>
                    <a:pt x="21" y="928"/>
                  </a:cubicBezTo>
                  <a:cubicBezTo>
                    <a:pt x="25" y="928"/>
                    <a:pt x="25" y="928"/>
                    <a:pt x="25" y="928"/>
                  </a:cubicBezTo>
                  <a:cubicBezTo>
                    <a:pt x="25" y="940"/>
                    <a:pt x="25" y="940"/>
                    <a:pt x="25" y="940"/>
                  </a:cubicBezTo>
                  <a:cubicBezTo>
                    <a:pt x="65" y="940"/>
                    <a:pt x="65" y="940"/>
                    <a:pt x="65" y="940"/>
                  </a:cubicBezTo>
                  <a:cubicBezTo>
                    <a:pt x="65" y="928"/>
                    <a:pt x="65" y="928"/>
                    <a:pt x="65" y="928"/>
                  </a:cubicBezTo>
                  <a:lnTo>
                    <a:pt x="69" y="928"/>
                  </a:lnTo>
                  <a:close/>
                  <a:moveTo>
                    <a:pt x="517" y="887"/>
                  </a:moveTo>
                  <a:cubicBezTo>
                    <a:pt x="517" y="896"/>
                    <a:pt x="481" y="903"/>
                    <a:pt x="437" y="903"/>
                  </a:cubicBezTo>
                  <a:cubicBezTo>
                    <a:pt x="393" y="903"/>
                    <a:pt x="357" y="896"/>
                    <a:pt x="357" y="887"/>
                  </a:cubicBezTo>
                  <a:cubicBezTo>
                    <a:pt x="357" y="878"/>
                    <a:pt x="393" y="871"/>
                    <a:pt x="437" y="871"/>
                  </a:cubicBezTo>
                  <a:cubicBezTo>
                    <a:pt x="481" y="871"/>
                    <a:pt x="517" y="878"/>
                    <a:pt x="517" y="887"/>
                  </a:cubicBezTo>
                  <a:close/>
                  <a:moveTo>
                    <a:pt x="536" y="869"/>
                  </a:moveTo>
                  <a:cubicBezTo>
                    <a:pt x="536" y="875"/>
                    <a:pt x="533" y="880"/>
                    <a:pt x="527" y="884"/>
                  </a:cubicBezTo>
                  <a:cubicBezTo>
                    <a:pt x="526" y="885"/>
                    <a:pt x="525" y="885"/>
                    <a:pt x="525" y="886"/>
                  </a:cubicBezTo>
                  <a:cubicBezTo>
                    <a:pt x="524" y="884"/>
                    <a:pt x="524" y="882"/>
                    <a:pt x="523" y="881"/>
                  </a:cubicBezTo>
                  <a:cubicBezTo>
                    <a:pt x="522" y="880"/>
                    <a:pt x="522" y="879"/>
                    <a:pt x="521" y="879"/>
                  </a:cubicBezTo>
                  <a:cubicBezTo>
                    <a:pt x="507" y="865"/>
                    <a:pt x="459" y="863"/>
                    <a:pt x="437" y="863"/>
                  </a:cubicBezTo>
                  <a:cubicBezTo>
                    <a:pt x="427" y="863"/>
                    <a:pt x="414" y="863"/>
                    <a:pt x="400" y="865"/>
                  </a:cubicBezTo>
                  <a:cubicBezTo>
                    <a:pt x="393" y="865"/>
                    <a:pt x="385" y="866"/>
                    <a:pt x="381" y="868"/>
                  </a:cubicBezTo>
                  <a:cubicBezTo>
                    <a:pt x="381" y="808"/>
                    <a:pt x="381" y="808"/>
                    <a:pt x="381" y="808"/>
                  </a:cubicBezTo>
                  <a:cubicBezTo>
                    <a:pt x="361" y="823"/>
                    <a:pt x="349" y="845"/>
                    <a:pt x="349" y="869"/>
                  </a:cubicBezTo>
                  <a:cubicBezTo>
                    <a:pt x="349" y="872"/>
                    <a:pt x="351" y="875"/>
                    <a:pt x="354" y="877"/>
                  </a:cubicBezTo>
                  <a:cubicBezTo>
                    <a:pt x="352" y="879"/>
                    <a:pt x="350" y="881"/>
                    <a:pt x="350" y="884"/>
                  </a:cubicBezTo>
                  <a:cubicBezTo>
                    <a:pt x="344" y="879"/>
                    <a:pt x="341" y="875"/>
                    <a:pt x="341" y="869"/>
                  </a:cubicBezTo>
                  <a:cubicBezTo>
                    <a:pt x="341" y="830"/>
                    <a:pt x="369" y="797"/>
                    <a:pt x="408" y="785"/>
                  </a:cubicBezTo>
                  <a:cubicBezTo>
                    <a:pt x="409" y="787"/>
                    <a:pt x="410" y="790"/>
                    <a:pt x="412" y="792"/>
                  </a:cubicBezTo>
                  <a:cubicBezTo>
                    <a:pt x="418" y="799"/>
                    <a:pt x="426" y="803"/>
                    <a:pt x="435" y="804"/>
                  </a:cubicBezTo>
                  <a:cubicBezTo>
                    <a:pt x="436" y="804"/>
                    <a:pt x="436" y="804"/>
                    <a:pt x="437" y="804"/>
                  </a:cubicBezTo>
                  <a:cubicBezTo>
                    <a:pt x="447" y="804"/>
                    <a:pt x="456" y="799"/>
                    <a:pt x="462" y="791"/>
                  </a:cubicBezTo>
                  <a:cubicBezTo>
                    <a:pt x="464" y="789"/>
                    <a:pt x="465" y="787"/>
                    <a:pt x="466" y="784"/>
                  </a:cubicBezTo>
                  <a:cubicBezTo>
                    <a:pt x="473" y="786"/>
                    <a:pt x="480" y="789"/>
                    <a:pt x="486" y="792"/>
                  </a:cubicBezTo>
                  <a:cubicBezTo>
                    <a:pt x="516" y="807"/>
                    <a:pt x="536" y="836"/>
                    <a:pt x="536" y="869"/>
                  </a:cubicBezTo>
                  <a:close/>
                  <a:moveTo>
                    <a:pt x="97" y="255"/>
                  </a:moveTo>
                  <a:cubicBezTo>
                    <a:pt x="98" y="259"/>
                    <a:pt x="100" y="264"/>
                    <a:pt x="101" y="269"/>
                  </a:cubicBezTo>
                  <a:cubicBezTo>
                    <a:pt x="101" y="316"/>
                    <a:pt x="101" y="316"/>
                    <a:pt x="101" y="316"/>
                  </a:cubicBezTo>
                  <a:cubicBezTo>
                    <a:pt x="95" y="316"/>
                    <a:pt x="95" y="316"/>
                    <a:pt x="95" y="316"/>
                  </a:cubicBezTo>
                  <a:lnTo>
                    <a:pt x="97" y="255"/>
                  </a:lnTo>
                  <a:close/>
                  <a:moveTo>
                    <a:pt x="110" y="467"/>
                  </a:moveTo>
                  <a:cubicBezTo>
                    <a:pt x="110" y="299"/>
                    <a:pt x="110" y="299"/>
                    <a:pt x="110" y="299"/>
                  </a:cubicBezTo>
                  <a:cubicBezTo>
                    <a:pt x="120" y="343"/>
                    <a:pt x="123" y="396"/>
                    <a:pt x="110" y="467"/>
                  </a:cubicBezTo>
                  <a:close/>
                  <a:moveTo>
                    <a:pt x="97" y="233"/>
                  </a:moveTo>
                  <a:cubicBezTo>
                    <a:pt x="99" y="124"/>
                    <a:pt x="99" y="124"/>
                    <a:pt x="99" y="124"/>
                  </a:cubicBezTo>
                  <a:cubicBezTo>
                    <a:pt x="102" y="124"/>
                    <a:pt x="102" y="124"/>
                    <a:pt x="102" y="124"/>
                  </a:cubicBezTo>
                  <a:cubicBezTo>
                    <a:pt x="101" y="244"/>
                    <a:pt x="101" y="244"/>
                    <a:pt x="101" y="244"/>
                  </a:cubicBezTo>
                  <a:cubicBezTo>
                    <a:pt x="100" y="240"/>
                    <a:pt x="98" y="237"/>
                    <a:pt x="97" y="233"/>
                  </a:cubicBezTo>
                  <a:close/>
                  <a:moveTo>
                    <a:pt x="102" y="16"/>
                  </a:moveTo>
                  <a:cubicBezTo>
                    <a:pt x="102" y="120"/>
                    <a:pt x="102" y="120"/>
                    <a:pt x="102" y="120"/>
                  </a:cubicBezTo>
                  <a:cubicBezTo>
                    <a:pt x="99" y="120"/>
                    <a:pt x="99" y="120"/>
                    <a:pt x="99" y="120"/>
                  </a:cubicBezTo>
                  <a:cubicBezTo>
                    <a:pt x="101" y="16"/>
                    <a:pt x="101" y="16"/>
                    <a:pt x="101" y="16"/>
                  </a:cubicBezTo>
                  <a:lnTo>
                    <a:pt x="102" y="16"/>
                  </a:lnTo>
                  <a:close/>
                  <a:moveTo>
                    <a:pt x="81" y="198"/>
                  </a:moveTo>
                  <a:cubicBezTo>
                    <a:pt x="79" y="194"/>
                    <a:pt x="79" y="194"/>
                    <a:pt x="79" y="194"/>
                  </a:cubicBezTo>
                  <a:cubicBezTo>
                    <a:pt x="47" y="125"/>
                    <a:pt x="78" y="51"/>
                    <a:pt x="93" y="21"/>
                  </a:cubicBezTo>
                  <a:cubicBezTo>
                    <a:pt x="89" y="216"/>
                    <a:pt x="89" y="216"/>
                    <a:pt x="89" y="216"/>
                  </a:cubicBezTo>
                  <a:cubicBezTo>
                    <a:pt x="86" y="210"/>
                    <a:pt x="84" y="204"/>
                    <a:pt x="81" y="198"/>
                  </a:cubicBezTo>
                  <a:close/>
                  <a:moveTo>
                    <a:pt x="95" y="324"/>
                  </a:moveTo>
                  <a:cubicBezTo>
                    <a:pt x="101" y="324"/>
                    <a:pt x="101" y="324"/>
                    <a:pt x="101" y="324"/>
                  </a:cubicBezTo>
                  <a:cubicBezTo>
                    <a:pt x="101" y="501"/>
                    <a:pt x="101" y="501"/>
                    <a:pt x="101" y="501"/>
                  </a:cubicBezTo>
                  <a:cubicBezTo>
                    <a:pt x="97" y="509"/>
                    <a:pt x="94" y="517"/>
                    <a:pt x="91" y="526"/>
                  </a:cubicBezTo>
                  <a:lnTo>
                    <a:pt x="95" y="324"/>
                  </a:lnTo>
                  <a:close/>
                  <a:moveTo>
                    <a:pt x="86" y="797"/>
                  </a:moveTo>
                  <a:cubicBezTo>
                    <a:pt x="90" y="800"/>
                    <a:pt x="95" y="802"/>
                    <a:pt x="100" y="802"/>
                  </a:cubicBezTo>
                  <a:cubicBezTo>
                    <a:pt x="99" y="888"/>
                    <a:pt x="99" y="888"/>
                    <a:pt x="99" y="888"/>
                  </a:cubicBezTo>
                  <a:cubicBezTo>
                    <a:pt x="85" y="888"/>
                    <a:pt x="85" y="888"/>
                    <a:pt x="85" y="888"/>
                  </a:cubicBezTo>
                  <a:lnTo>
                    <a:pt x="86" y="79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89" name="Freeform 183"/>
          <p:cNvSpPr>
            <a:spLocks noEditPoints="1"/>
          </p:cNvSpPr>
          <p:nvPr/>
        </p:nvSpPr>
        <p:spPr bwMode="auto">
          <a:xfrm>
            <a:off x="977901" y="3295650"/>
            <a:ext cx="298450" cy="300038"/>
          </a:xfrm>
          <a:custGeom>
            <a:avLst/>
            <a:gdLst>
              <a:gd name="T0" fmla="*/ 90 w 180"/>
              <a:gd name="T1" fmla="*/ 180 h 180"/>
              <a:gd name="T2" fmla="*/ 180 w 180"/>
              <a:gd name="T3" fmla="*/ 90 h 180"/>
              <a:gd name="T4" fmla="*/ 90 w 180"/>
              <a:gd name="T5" fmla="*/ 0 h 180"/>
              <a:gd name="T6" fmla="*/ 0 w 180"/>
              <a:gd name="T7" fmla="*/ 90 h 180"/>
              <a:gd name="T8" fmla="*/ 90 w 180"/>
              <a:gd name="T9" fmla="*/ 180 h 180"/>
              <a:gd name="T10" fmla="*/ 19 w 180"/>
              <a:gd name="T11" fmla="*/ 63 h 180"/>
              <a:gd name="T12" fmla="*/ 90 w 180"/>
              <a:gd name="T13" fmla="*/ 96 h 180"/>
              <a:gd name="T14" fmla="*/ 161 w 180"/>
              <a:gd name="T15" fmla="*/ 63 h 180"/>
              <a:gd name="T16" fmla="*/ 162 w 180"/>
              <a:gd name="T17" fmla="*/ 69 h 180"/>
              <a:gd name="T18" fmla="*/ 90 w 180"/>
              <a:gd name="T19" fmla="*/ 109 h 180"/>
              <a:gd name="T20" fmla="*/ 18 w 180"/>
              <a:gd name="T21" fmla="*/ 69 h 180"/>
              <a:gd name="T22" fmla="*/ 19 w 180"/>
              <a:gd name="T23" fmla="*/ 63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0" h="180">
                <a:moveTo>
                  <a:pt x="90" y="180"/>
                </a:moveTo>
                <a:cubicBezTo>
                  <a:pt x="140" y="180"/>
                  <a:pt x="180" y="140"/>
                  <a:pt x="180" y="90"/>
                </a:cubicBezTo>
                <a:cubicBezTo>
                  <a:pt x="180" y="41"/>
                  <a:pt x="140" y="0"/>
                  <a:pt x="90" y="0"/>
                </a:cubicBezTo>
                <a:cubicBezTo>
                  <a:pt x="41" y="0"/>
                  <a:pt x="0" y="41"/>
                  <a:pt x="0" y="90"/>
                </a:cubicBezTo>
                <a:cubicBezTo>
                  <a:pt x="0" y="140"/>
                  <a:pt x="41" y="180"/>
                  <a:pt x="90" y="180"/>
                </a:cubicBezTo>
                <a:close/>
                <a:moveTo>
                  <a:pt x="19" y="63"/>
                </a:moveTo>
                <a:cubicBezTo>
                  <a:pt x="25" y="82"/>
                  <a:pt x="55" y="96"/>
                  <a:pt x="90" y="96"/>
                </a:cubicBezTo>
                <a:cubicBezTo>
                  <a:pt x="126" y="96"/>
                  <a:pt x="156" y="82"/>
                  <a:pt x="161" y="63"/>
                </a:cubicBezTo>
                <a:cubicBezTo>
                  <a:pt x="162" y="65"/>
                  <a:pt x="162" y="67"/>
                  <a:pt x="162" y="69"/>
                </a:cubicBezTo>
                <a:cubicBezTo>
                  <a:pt x="162" y="91"/>
                  <a:pt x="130" y="109"/>
                  <a:pt x="90" y="109"/>
                </a:cubicBezTo>
                <a:cubicBezTo>
                  <a:pt x="51" y="109"/>
                  <a:pt x="18" y="91"/>
                  <a:pt x="18" y="69"/>
                </a:cubicBezTo>
                <a:cubicBezTo>
                  <a:pt x="18" y="67"/>
                  <a:pt x="19" y="65"/>
                  <a:pt x="19" y="6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0" name="Freeform 184"/>
          <p:cNvSpPr>
            <a:spLocks noEditPoints="1"/>
          </p:cNvSpPr>
          <p:nvPr/>
        </p:nvSpPr>
        <p:spPr bwMode="auto">
          <a:xfrm>
            <a:off x="582613" y="2722563"/>
            <a:ext cx="1177925" cy="2151063"/>
          </a:xfrm>
          <a:custGeom>
            <a:avLst/>
            <a:gdLst>
              <a:gd name="T0" fmla="*/ 142 w 708"/>
              <a:gd name="T1" fmla="*/ 349 h 1293"/>
              <a:gd name="T2" fmla="*/ 100 w 708"/>
              <a:gd name="T3" fmla="*/ 387 h 1293"/>
              <a:gd name="T4" fmla="*/ 66 w 708"/>
              <a:gd name="T5" fmla="*/ 525 h 1293"/>
              <a:gd name="T6" fmla="*/ 67 w 708"/>
              <a:gd name="T7" fmla="*/ 563 h 1293"/>
              <a:gd name="T8" fmla="*/ 91 w 708"/>
              <a:gd name="T9" fmla="*/ 654 h 1293"/>
              <a:gd name="T10" fmla="*/ 69 w 708"/>
              <a:gd name="T11" fmla="*/ 680 h 1293"/>
              <a:gd name="T12" fmla="*/ 0 w 708"/>
              <a:gd name="T13" fmla="*/ 814 h 1293"/>
              <a:gd name="T14" fmla="*/ 58 w 708"/>
              <a:gd name="T15" fmla="*/ 905 h 1293"/>
              <a:gd name="T16" fmla="*/ 80 w 708"/>
              <a:gd name="T17" fmla="*/ 930 h 1293"/>
              <a:gd name="T18" fmla="*/ 90 w 708"/>
              <a:gd name="T19" fmla="*/ 897 h 1293"/>
              <a:gd name="T20" fmla="*/ 110 w 708"/>
              <a:gd name="T21" fmla="*/ 819 h 1293"/>
              <a:gd name="T22" fmla="*/ 114 w 708"/>
              <a:gd name="T23" fmla="*/ 785 h 1293"/>
              <a:gd name="T24" fmla="*/ 142 w 708"/>
              <a:gd name="T25" fmla="*/ 743 h 1293"/>
              <a:gd name="T26" fmla="*/ 99 w 708"/>
              <a:gd name="T27" fmla="*/ 653 h 1293"/>
              <a:gd name="T28" fmla="*/ 219 w 708"/>
              <a:gd name="T29" fmla="*/ 605 h 1293"/>
              <a:gd name="T30" fmla="*/ 219 w 708"/>
              <a:gd name="T31" fmla="*/ 852 h 1293"/>
              <a:gd name="T32" fmla="*/ 269 w 708"/>
              <a:gd name="T33" fmla="*/ 1293 h 1293"/>
              <a:gd name="T34" fmla="*/ 319 w 708"/>
              <a:gd name="T35" fmla="*/ 885 h 1293"/>
              <a:gd name="T36" fmla="*/ 335 w 708"/>
              <a:gd name="T37" fmla="*/ 1244 h 1293"/>
              <a:gd name="T38" fmla="*/ 435 w 708"/>
              <a:gd name="T39" fmla="*/ 1244 h 1293"/>
              <a:gd name="T40" fmla="*/ 435 w 708"/>
              <a:gd name="T41" fmla="*/ 776 h 1293"/>
              <a:gd name="T42" fmla="*/ 460 w 708"/>
              <a:gd name="T43" fmla="*/ 746 h 1293"/>
              <a:gd name="T44" fmla="*/ 522 w 708"/>
              <a:gd name="T45" fmla="*/ 794 h 1293"/>
              <a:gd name="T46" fmla="*/ 669 w 708"/>
              <a:gd name="T47" fmla="*/ 1068 h 1293"/>
              <a:gd name="T48" fmla="*/ 629 w 708"/>
              <a:gd name="T49" fmla="*/ 872 h 1293"/>
              <a:gd name="T50" fmla="*/ 673 w 708"/>
              <a:gd name="T51" fmla="*/ 898 h 1293"/>
              <a:gd name="T52" fmla="*/ 680 w 708"/>
              <a:gd name="T53" fmla="*/ 784 h 1293"/>
              <a:gd name="T54" fmla="*/ 660 w 708"/>
              <a:gd name="T55" fmla="*/ 849 h 1293"/>
              <a:gd name="T56" fmla="*/ 618 w 708"/>
              <a:gd name="T57" fmla="*/ 752 h 1293"/>
              <a:gd name="T58" fmla="*/ 610 w 708"/>
              <a:gd name="T59" fmla="*/ 726 h 1293"/>
              <a:gd name="T60" fmla="*/ 471 w 708"/>
              <a:gd name="T61" fmla="*/ 184 h 1293"/>
              <a:gd name="T62" fmla="*/ 394 w 708"/>
              <a:gd name="T63" fmla="*/ 1 h 1293"/>
              <a:gd name="T64" fmla="*/ 393 w 708"/>
              <a:gd name="T65" fmla="*/ 9 h 1293"/>
              <a:gd name="T66" fmla="*/ 391 w 708"/>
              <a:gd name="T67" fmla="*/ 6 h 1293"/>
              <a:gd name="T68" fmla="*/ 439 w 708"/>
              <a:gd name="T69" fmla="*/ 211 h 1293"/>
              <a:gd name="T70" fmla="*/ 152 w 708"/>
              <a:gd name="T71" fmla="*/ 353 h 1293"/>
              <a:gd name="T72" fmla="*/ 69 w 708"/>
              <a:gd name="T73" fmla="*/ 513 h 1293"/>
              <a:gd name="T74" fmla="*/ 84 w 708"/>
              <a:gd name="T75" fmla="*/ 695 h 1293"/>
              <a:gd name="T76" fmla="*/ 85 w 708"/>
              <a:gd name="T77" fmla="*/ 680 h 1293"/>
              <a:gd name="T78" fmla="*/ 84 w 708"/>
              <a:gd name="T79" fmla="*/ 695 h 1293"/>
              <a:gd name="T80" fmla="*/ 475 w 708"/>
              <a:gd name="T81" fmla="*/ 312 h 1293"/>
              <a:gd name="T82" fmla="*/ 600 w 708"/>
              <a:gd name="T83" fmla="*/ 718 h 1293"/>
              <a:gd name="T84" fmla="*/ 640 w 708"/>
              <a:gd name="T85" fmla="*/ 855 h 1293"/>
              <a:gd name="T86" fmla="*/ 602 w 708"/>
              <a:gd name="T87" fmla="*/ 774 h 1293"/>
              <a:gd name="T88" fmla="*/ 640 w 708"/>
              <a:gd name="T89" fmla="*/ 855 h 1293"/>
              <a:gd name="T90" fmla="*/ 473 w 708"/>
              <a:gd name="T91" fmla="*/ 306 h 1293"/>
              <a:gd name="T92" fmla="*/ 452 w 708"/>
              <a:gd name="T93" fmla="*/ 211 h 1293"/>
              <a:gd name="T94" fmla="*/ 463 w 708"/>
              <a:gd name="T95" fmla="*/ 183 h 1293"/>
              <a:gd name="T96" fmla="*/ 404 w 708"/>
              <a:gd name="T97" fmla="*/ 19 h 1293"/>
              <a:gd name="T98" fmla="*/ 395 w 708"/>
              <a:gd name="T99" fmla="*/ 16 h 1293"/>
              <a:gd name="T100" fmla="*/ 421 w 708"/>
              <a:gd name="T101" fmla="*/ 116 h 1293"/>
              <a:gd name="T102" fmla="*/ 395 w 708"/>
              <a:gd name="T103" fmla="*/ 16 h 1293"/>
              <a:gd name="T104" fmla="*/ 426 w 708"/>
              <a:gd name="T105" fmla="*/ 122 h 1293"/>
              <a:gd name="T106" fmla="*/ 446 w 708"/>
              <a:gd name="T107" fmla="*/ 205 h 1293"/>
              <a:gd name="T108" fmla="*/ 441 w 708"/>
              <a:gd name="T109" fmla="*/ 219 h 1293"/>
              <a:gd name="T110" fmla="*/ 574 w 708"/>
              <a:gd name="T111" fmla="*/ 717 h 1293"/>
              <a:gd name="T112" fmla="*/ 456 w 708"/>
              <a:gd name="T113" fmla="*/ 567 h 1293"/>
              <a:gd name="T114" fmla="*/ 405 w 708"/>
              <a:gd name="T115" fmla="*/ 549 h 1293"/>
              <a:gd name="T116" fmla="*/ 133 w 708"/>
              <a:gd name="T117" fmla="*/ 523 h 1293"/>
              <a:gd name="T118" fmla="*/ 158 w 708"/>
              <a:gd name="T119" fmla="*/ 359 h 1293"/>
              <a:gd name="T120" fmla="*/ 441 w 708"/>
              <a:gd name="T121" fmla="*/ 219 h 1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08" h="1293">
                <a:moveTo>
                  <a:pt x="152" y="353"/>
                </a:moveTo>
                <a:cubicBezTo>
                  <a:pt x="149" y="351"/>
                  <a:pt x="145" y="350"/>
                  <a:pt x="142" y="349"/>
                </a:cubicBezTo>
                <a:cubicBezTo>
                  <a:pt x="124" y="345"/>
                  <a:pt x="107" y="355"/>
                  <a:pt x="103" y="372"/>
                </a:cubicBezTo>
                <a:cubicBezTo>
                  <a:pt x="100" y="387"/>
                  <a:pt x="100" y="387"/>
                  <a:pt x="100" y="387"/>
                </a:cubicBezTo>
                <a:cubicBezTo>
                  <a:pt x="27" y="443"/>
                  <a:pt x="44" y="479"/>
                  <a:pt x="66" y="524"/>
                </a:cubicBezTo>
                <a:cubicBezTo>
                  <a:pt x="66" y="525"/>
                  <a:pt x="66" y="525"/>
                  <a:pt x="66" y="525"/>
                </a:cubicBezTo>
                <a:cubicBezTo>
                  <a:pt x="63" y="539"/>
                  <a:pt x="63" y="539"/>
                  <a:pt x="63" y="539"/>
                </a:cubicBezTo>
                <a:cubicBezTo>
                  <a:pt x="61" y="547"/>
                  <a:pt x="63" y="556"/>
                  <a:pt x="67" y="563"/>
                </a:cubicBezTo>
                <a:cubicBezTo>
                  <a:pt x="72" y="571"/>
                  <a:pt x="79" y="576"/>
                  <a:pt x="88" y="578"/>
                </a:cubicBezTo>
                <a:cubicBezTo>
                  <a:pt x="93" y="599"/>
                  <a:pt x="95" y="624"/>
                  <a:pt x="91" y="654"/>
                </a:cubicBezTo>
                <a:cubicBezTo>
                  <a:pt x="91" y="654"/>
                  <a:pt x="91" y="654"/>
                  <a:pt x="91" y="654"/>
                </a:cubicBezTo>
                <a:cubicBezTo>
                  <a:pt x="87" y="659"/>
                  <a:pt x="78" y="670"/>
                  <a:pt x="69" y="680"/>
                </a:cubicBezTo>
                <a:cubicBezTo>
                  <a:pt x="56" y="693"/>
                  <a:pt x="40" y="746"/>
                  <a:pt x="36" y="761"/>
                </a:cubicBezTo>
                <a:cubicBezTo>
                  <a:pt x="31" y="777"/>
                  <a:pt x="14" y="775"/>
                  <a:pt x="0" y="814"/>
                </a:cubicBezTo>
                <a:cubicBezTo>
                  <a:pt x="22" y="805"/>
                  <a:pt x="37" y="822"/>
                  <a:pt x="42" y="827"/>
                </a:cubicBezTo>
                <a:cubicBezTo>
                  <a:pt x="47" y="832"/>
                  <a:pt x="57" y="877"/>
                  <a:pt x="58" y="905"/>
                </a:cubicBezTo>
                <a:cubicBezTo>
                  <a:pt x="59" y="914"/>
                  <a:pt x="39" y="922"/>
                  <a:pt x="40" y="963"/>
                </a:cubicBezTo>
                <a:cubicBezTo>
                  <a:pt x="48" y="951"/>
                  <a:pt x="64" y="932"/>
                  <a:pt x="80" y="930"/>
                </a:cubicBezTo>
                <a:cubicBezTo>
                  <a:pt x="93" y="929"/>
                  <a:pt x="107" y="937"/>
                  <a:pt x="117" y="954"/>
                </a:cubicBezTo>
                <a:cubicBezTo>
                  <a:pt x="129" y="932"/>
                  <a:pt x="90" y="905"/>
                  <a:pt x="90" y="897"/>
                </a:cubicBezTo>
                <a:cubicBezTo>
                  <a:pt x="90" y="889"/>
                  <a:pt x="93" y="878"/>
                  <a:pt x="93" y="878"/>
                </a:cubicBezTo>
                <a:cubicBezTo>
                  <a:pt x="110" y="819"/>
                  <a:pt x="110" y="819"/>
                  <a:pt x="110" y="819"/>
                </a:cubicBezTo>
                <a:cubicBezTo>
                  <a:pt x="114" y="817"/>
                  <a:pt x="128" y="818"/>
                  <a:pt x="146" y="822"/>
                </a:cubicBezTo>
                <a:cubicBezTo>
                  <a:pt x="139" y="793"/>
                  <a:pt x="111" y="798"/>
                  <a:pt x="114" y="785"/>
                </a:cubicBezTo>
                <a:cubicBezTo>
                  <a:pt x="116" y="772"/>
                  <a:pt x="116" y="745"/>
                  <a:pt x="116" y="745"/>
                </a:cubicBezTo>
                <a:cubicBezTo>
                  <a:pt x="116" y="745"/>
                  <a:pt x="127" y="738"/>
                  <a:pt x="142" y="743"/>
                </a:cubicBezTo>
                <a:cubicBezTo>
                  <a:pt x="137" y="731"/>
                  <a:pt x="114" y="712"/>
                  <a:pt x="114" y="712"/>
                </a:cubicBezTo>
                <a:cubicBezTo>
                  <a:pt x="115" y="707"/>
                  <a:pt x="106" y="661"/>
                  <a:pt x="99" y="653"/>
                </a:cubicBezTo>
                <a:cubicBezTo>
                  <a:pt x="104" y="624"/>
                  <a:pt x="101" y="600"/>
                  <a:pt x="96" y="579"/>
                </a:cubicBezTo>
                <a:cubicBezTo>
                  <a:pt x="219" y="605"/>
                  <a:pt x="219" y="605"/>
                  <a:pt x="219" y="605"/>
                </a:cubicBezTo>
                <a:cubicBezTo>
                  <a:pt x="219" y="776"/>
                  <a:pt x="219" y="776"/>
                  <a:pt x="219" y="776"/>
                </a:cubicBezTo>
                <a:cubicBezTo>
                  <a:pt x="219" y="852"/>
                  <a:pt x="219" y="852"/>
                  <a:pt x="219" y="852"/>
                </a:cubicBezTo>
                <a:cubicBezTo>
                  <a:pt x="219" y="1244"/>
                  <a:pt x="219" y="1244"/>
                  <a:pt x="219" y="1244"/>
                </a:cubicBezTo>
                <a:cubicBezTo>
                  <a:pt x="219" y="1271"/>
                  <a:pt x="242" y="1293"/>
                  <a:pt x="269" y="1293"/>
                </a:cubicBezTo>
                <a:cubicBezTo>
                  <a:pt x="296" y="1293"/>
                  <a:pt x="319" y="1271"/>
                  <a:pt x="319" y="1244"/>
                </a:cubicBezTo>
                <a:cubicBezTo>
                  <a:pt x="319" y="885"/>
                  <a:pt x="319" y="885"/>
                  <a:pt x="319" y="885"/>
                </a:cubicBezTo>
                <a:cubicBezTo>
                  <a:pt x="335" y="885"/>
                  <a:pt x="335" y="885"/>
                  <a:pt x="335" y="885"/>
                </a:cubicBezTo>
                <a:cubicBezTo>
                  <a:pt x="335" y="1244"/>
                  <a:pt x="335" y="1244"/>
                  <a:pt x="335" y="1244"/>
                </a:cubicBezTo>
                <a:cubicBezTo>
                  <a:pt x="335" y="1271"/>
                  <a:pt x="358" y="1293"/>
                  <a:pt x="385" y="1293"/>
                </a:cubicBezTo>
                <a:cubicBezTo>
                  <a:pt x="412" y="1293"/>
                  <a:pt x="435" y="1271"/>
                  <a:pt x="435" y="1244"/>
                </a:cubicBezTo>
                <a:cubicBezTo>
                  <a:pt x="435" y="852"/>
                  <a:pt x="435" y="852"/>
                  <a:pt x="435" y="852"/>
                </a:cubicBezTo>
                <a:cubicBezTo>
                  <a:pt x="435" y="776"/>
                  <a:pt x="435" y="776"/>
                  <a:pt x="435" y="776"/>
                </a:cubicBezTo>
                <a:cubicBezTo>
                  <a:pt x="435" y="643"/>
                  <a:pt x="435" y="643"/>
                  <a:pt x="435" y="643"/>
                </a:cubicBezTo>
                <a:cubicBezTo>
                  <a:pt x="447" y="664"/>
                  <a:pt x="455" y="696"/>
                  <a:pt x="460" y="746"/>
                </a:cubicBezTo>
                <a:cubicBezTo>
                  <a:pt x="461" y="762"/>
                  <a:pt x="470" y="776"/>
                  <a:pt x="484" y="785"/>
                </a:cubicBezTo>
                <a:cubicBezTo>
                  <a:pt x="495" y="791"/>
                  <a:pt x="508" y="794"/>
                  <a:pt x="522" y="794"/>
                </a:cubicBezTo>
                <a:cubicBezTo>
                  <a:pt x="547" y="794"/>
                  <a:pt x="574" y="785"/>
                  <a:pt x="591" y="779"/>
                </a:cubicBezTo>
                <a:cubicBezTo>
                  <a:pt x="669" y="1068"/>
                  <a:pt x="669" y="1068"/>
                  <a:pt x="669" y="1068"/>
                </a:cubicBezTo>
                <a:cubicBezTo>
                  <a:pt x="682" y="1065"/>
                  <a:pt x="682" y="1065"/>
                  <a:pt x="682" y="1065"/>
                </a:cubicBezTo>
                <a:cubicBezTo>
                  <a:pt x="629" y="872"/>
                  <a:pt x="629" y="872"/>
                  <a:pt x="629" y="872"/>
                </a:cubicBezTo>
                <a:cubicBezTo>
                  <a:pt x="663" y="862"/>
                  <a:pt x="663" y="862"/>
                  <a:pt x="663" y="862"/>
                </a:cubicBezTo>
                <a:cubicBezTo>
                  <a:pt x="673" y="898"/>
                  <a:pt x="673" y="898"/>
                  <a:pt x="673" y="898"/>
                </a:cubicBezTo>
                <a:cubicBezTo>
                  <a:pt x="708" y="888"/>
                  <a:pt x="708" y="888"/>
                  <a:pt x="708" y="888"/>
                </a:cubicBezTo>
                <a:cubicBezTo>
                  <a:pt x="680" y="784"/>
                  <a:pt x="680" y="784"/>
                  <a:pt x="680" y="784"/>
                </a:cubicBezTo>
                <a:cubicBezTo>
                  <a:pt x="644" y="793"/>
                  <a:pt x="644" y="793"/>
                  <a:pt x="644" y="793"/>
                </a:cubicBezTo>
                <a:cubicBezTo>
                  <a:pt x="660" y="849"/>
                  <a:pt x="660" y="849"/>
                  <a:pt x="660" y="849"/>
                </a:cubicBezTo>
                <a:cubicBezTo>
                  <a:pt x="647" y="853"/>
                  <a:pt x="647" y="853"/>
                  <a:pt x="647" y="853"/>
                </a:cubicBezTo>
                <a:cubicBezTo>
                  <a:pt x="618" y="752"/>
                  <a:pt x="618" y="752"/>
                  <a:pt x="618" y="752"/>
                </a:cubicBezTo>
                <a:cubicBezTo>
                  <a:pt x="619" y="746"/>
                  <a:pt x="618" y="740"/>
                  <a:pt x="616" y="735"/>
                </a:cubicBezTo>
                <a:cubicBezTo>
                  <a:pt x="614" y="731"/>
                  <a:pt x="613" y="728"/>
                  <a:pt x="610" y="726"/>
                </a:cubicBezTo>
                <a:cubicBezTo>
                  <a:pt x="458" y="205"/>
                  <a:pt x="458" y="205"/>
                  <a:pt x="458" y="205"/>
                </a:cubicBezTo>
                <a:cubicBezTo>
                  <a:pt x="465" y="198"/>
                  <a:pt x="469" y="191"/>
                  <a:pt x="471" y="184"/>
                </a:cubicBezTo>
                <a:cubicBezTo>
                  <a:pt x="488" y="83"/>
                  <a:pt x="399" y="3"/>
                  <a:pt x="398" y="2"/>
                </a:cubicBezTo>
                <a:cubicBezTo>
                  <a:pt x="397" y="1"/>
                  <a:pt x="395" y="0"/>
                  <a:pt x="394" y="1"/>
                </a:cubicBezTo>
                <a:cubicBezTo>
                  <a:pt x="392" y="2"/>
                  <a:pt x="391" y="4"/>
                  <a:pt x="392" y="6"/>
                </a:cubicBezTo>
                <a:cubicBezTo>
                  <a:pt x="393" y="9"/>
                  <a:pt x="393" y="9"/>
                  <a:pt x="393" y="9"/>
                </a:cubicBezTo>
                <a:cubicBezTo>
                  <a:pt x="392" y="10"/>
                  <a:pt x="392" y="10"/>
                  <a:pt x="392" y="10"/>
                </a:cubicBezTo>
                <a:cubicBezTo>
                  <a:pt x="391" y="6"/>
                  <a:pt x="391" y="6"/>
                  <a:pt x="391" y="6"/>
                </a:cubicBezTo>
                <a:cubicBezTo>
                  <a:pt x="384" y="8"/>
                  <a:pt x="384" y="8"/>
                  <a:pt x="384" y="8"/>
                </a:cubicBezTo>
                <a:cubicBezTo>
                  <a:pt x="439" y="211"/>
                  <a:pt x="439" y="211"/>
                  <a:pt x="439" y="211"/>
                </a:cubicBezTo>
                <a:cubicBezTo>
                  <a:pt x="408" y="233"/>
                  <a:pt x="352" y="258"/>
                  <a:pt x="294" y="284"/>
                </a:cubicBezTo>
                <a:cubicBezTo>
                  <a:pt x="245" y="306"/>
                  <a:pt x="194" y="329"/>
                  <a:pt x="152" y="353"/>
                </a:cubicBezTo>
                <a:close/>
                <a:moveTo>
                  <a:pt x="97" y="400"/>
                </a:moveTo>
                <a:cubicBezTo>
                  <a:pt x="69" y="513"/>
                  <a:pt x="69" y="513"/>
                  <a:pt x="69" y="513"/>
                </a:cubicBezTo>
                <a:cubicBezTo>
                  <a:pt x="51" y="474"/>
                  <a:pt x="41" y="444"/>
                  <a:pt x="97" y="400"/>
                </a:cubicBezTo>
                <a:close/>
                <a:moveTo>
                  <a:pt x="84" y="695"/>
                </a:moveTo>
                <a:cubicBezTo>
                  <a:pt x="80" y="695"/>
                  <a:pt x="77" y="691"/>
                  <a:pt x="77" y="687"/>
                </a:cubicBezTo>
                <a:cubicBezTo>
                  <a:pt x="78" y="683"/>
                  <a:pt x="81" y="680"/>
                  <a:pt x="85" y="680"/>
                </a:cubicBezTo>
                <a:cubicBezTo>
                  <a:pt x="89" y="680"/>
                  <a:pt x="93" y="684"/>
                  <a:pt x="92" y="688"/>
                </a:cubicBezTo>
                <a:cubicBezTo>
                  <a:pt x="92" y="692"/>
                  <a:pt x="88" y="695"/>
                  <a:pt x="84" y="695"/>
                </a:cubicBezTo>
                <a:close/>
                <a:moveTo>
                  <a:pt x="586" y="715"/>
                </a:moveTo>
                <a:cubicBezTo>
                  <a:pt x="475" y="312"/>
                  <a:pt x="475" y="312"/>
                  <a:pt x="475" y="312"/>
                </a:cubicBezTo>
                <a:cubicBezTo>
                  <a:pt x="481" y="311"/>
                  <a:pt x="481" y="311"/>
                  <a:pt x="481" y="311"/>
                </a:cubicBezTo>
                <a:cubicBezTo>
                  <a:pt x="600" y="718"/>
                  <a:pt x="600" y="718"/>
                  <a:pt x="600" y="718"/>
                </a:cubicBezTo>
                <a:cubicBezTo>
                  <a:pt x="595" y="716"/>
                  <a:pt x="591" y="715"/>
                  <a:pt x="586" y="715"/>
                </a:cubicBezTo>
                <a:close/>
                <a:moveTo>
                  <a:pt x="640" y="855"/>
                </a:moveTo>
                <a:cubicBezTo>
                  <a:pt x="625" y="859"/>
                  <a:pt x="625" y="859"/>
                  <a:pt x="625" y="859"/>
                </a:cubicBezTo>
                <a:cubicBezTo>
                  <a:pt x="602" y="774"/>
                  <a:pt x="602" y="774"/>
                  <a:pt x="602" y="774"/>
                </a:cubicBezTo>
                <a:cubicBezTo>
                  <a:pt x="607" y="772"/>
                  <a:pt x="610" y="768"/>
                  <a:pt x="613" y="764"/>
                </a:cubicBezTo>
                <a:lnTo>
                  <a:pt x="640" y="855"/>
                </a:lnTo>
                <a:close/>
                <a:moveTo>
                  <a:pt x="479" y="304"/>
                </a:moveTo>
                <a:cubicBezTo>
                  <a:pt x="473" y="306"/>
                  <a:pt x="473" y="306"/>
                  <a:pt x="473" y="306"/>
                </a:cubicBezTo>
                <a:cubicBezTo>
                  <a:pt x="448" y="213"/>
                  <a:pt x="448" y="213"/>
                  <a:pt x="448" y="213"/>
                </a:cubicBezTo>
                <a:cubicBezTo>
                  <a:pt x="449" y="212"/>
                  <a:pt x="450" y="212"/>
                  <a:pt x="452" y="211"/>
                </a:cubicBezTo>
                <a:lnTo>
                  <a:pt x="479" y="304"/>
                </a:lnTo>
                <a:close/>
                <a:moveTo>
                  <a:pt x="463" y="183"/>
                </a:moveTo>
                <a:cubicBezTo>
                  <a:pt x="462" y="187"/>
                  <a:pt x="460" y="191"/>
                  <a:pt x="456" y="196"/>
                </a:cubicBezTo>
                <a:cubicBezTo>
                  <a:pt x="404" y="19"/>
                  <a:pt x="404" y="19"/>
                  <a:pt x="404" y="19"/>
                </a:cubicBezTo>
                <a:cubicBezTo>
                  <a:pt x="427" y="44"/>
                  <a:pt x="476" y="108"/>
                  <a:pt x="463" y="183"/>
                </a:cubicBezTo>
                <a:close/>
                <a:moveTo>
                  <a:pt x="395" y="16"/>
                </a:moveTo>
                <a:cubicBezTo>
                  <a:pt x="424" y="115"/>
                  <a:pt x="424" y="115"/>
                  <a:pt x="424" y="115"/>
                </a:cubicBezTo>
                <a:cubicBezTo>
                  <a:pt x="421" y="116"/>
                  <a:pt x="421" y="116"/>
                  <a:pt x="421" y="116"/>
                </a:cubicBezTo>
                <a:cubicBezTo>
                  <a:pt x="394" y="16"/>
                  <a:pt x="394" y="16"/>
                  <a:pt x="394" y="16"/>
                </a:cubicBezTo>
                <a:lnTo>
                  <a:pt x="395" y="16"/>
                </a:lnTo>
                <a:close/>
                <a:moveTo>
                  <a:pt x="423" y="122"/>
                </a:moveTo>
                <a:cubicBezTo>
                  <a:pt x="426" y="122"/>
                  <a:pt x="426" y="122"/>
                  <a:pt x="426" y="122"/>
                </a:cubicBezTo>
                <a:cubicBezTo>
                  <a:pt x="449" y="202"/>
                  <a:pt x="449" y="202"/>
                  <a:pt x="449" y="202"/>
                </a:cubicBezTo>
                <a:cubicBezTo>
                  <a:pt x="448" y="203"/>
                  <a:pt x="447" y="204"/>
                  <a:pt x="446" y="205"/>
                </a:cubicBezTo>
                <a:lnTo>
                  <a:pt x="423" y="122"/>
                </a:lnTo>
                <a:close/>
                <a:moveTo>
                  <a:pt x="441" y="219"/>
                </a:moveTo>
                <a:cubicBezTo>
                  <a:pt x="575" y="717"/>
                  <a:pt x="575" y="717"/>
                  <a:pt x="575" y="717"/>
                </a:cubicBezTo>
                <a:cubicBezTo>
                  <a:pt x="574" y="717"/>
                  <a:pt x="574" y="717"/>
                  <a:pt x="574" y="717"/>
                </a:cubicBezTo>
                <a:cubicBezTo>
                  <a:pt x="556" y="724"/>
                  <a:pt x="534" y="730"/>
                  <a:pt x="523" y="730"/>
                </a:cubicBezTo>
                <a:cubicBezTo>
                  <a:pt x="513" y="650"/>
                  <a:pt x="491" y="595"/>
                  <a:pt x="456" y="567"/>
                </a:cubicBezTo>
                <a:cubicBezTo>
                  <a:pt x="436" y="550"/>
                  <a:pt x="417" y="548"/>
                  <a:pt x="406" y="548"/>
                </a:cubicBezTo>
                <a:cubicBezTo>
                  <a:pt x="406" y="548"/>
                  <a:pt x="405" y="549"/>
                  <a:pt x="405" y="549"/>
                </a:cubicBezTo>
                <a:cubicBezTo>
                  <a:pt x="254" y="549"/>
                  <a:pt x="254" y="549"/>
                  <a:pt x="254" y="549"/>
                </a:cubicBezTo>
                <a:cubicBezTo>
                  <a:pt x="133" y="523"/>
                  <a:pt x="133" y="523"/>
                  <a:pt x="133" y="523"/>
                </a:cubicBezTo>
                <a:cubicBezTo>
                  <a:pt x="165" y="388"/>
                  <a:pt x="165" y="388"/>
                  <a:pt x="165" y="388"/>
                </a:cubicBezTo>
                <a:cubicBezTo>
                  <a:pt x="168" y="377"/>
                  <a:pt x="165" y="367"/>
                  <a:pt x="158" y="359"/>
                </a:cubicBezTo>
                <a:cubicBezTo>
                  <a:pt x="199" y="336"/>
                  <a:pt x="249" y="313"/>
                  <a:pt x="298" y="291"/>
                </a:cubicBezTo>
                <a:cubicBezTo>
                  <a:pt x="356" y="265"/>
                  <a:pt x="409" y="241"/>
                  <a:pt x="441" y="21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191" name="组合 190"/>
          <p:cNvGrpSpPr/>
          <p:nvPr/>
        </p:nvGrpSpPr>
        <p:grpSpPr>
          <a:xfrm>
            <a:off x="2097088" y="3036888"/>
            <a:ext cx="1414463" cy="1836738"/>
            <a:chOff x="2097088" y="3036888"/>
            <a:chExt cx="1414463" cy="1836738"/>
          </a:xfrm>
          <a:solidFill>
            <a:schemeClr val="tx1">
              <a:lumMod val="65000"/>
              <a:lumOff val="35000"/>
            </a:schemeClr>
          </a:solidFill>
        </p:grpSpPr>
        <p:sp>
          <p:nvSpPr>
            <p:cNvPr id="192" name="Freeform 185"/>
            <p:cNvSpPr>
              <a:spLocks noEditPoints="1"/>
            </p:cNvSpPr>
            <p:nvPr/>
          </p:nvSpPr>
          <p:spPr bwMode="auto">
            <a:xfrm>
              <a:off x="2867026" y="3292475"/>
              <a:ext cx="300038" cy="298450"/>
            </a:xfrm>
            <a:custGeom>
              <a:avLst/>
              <a:gdLst>
                <a:gd name="T0" fmla="*/ 90 w 180"/>
                <a:gd name="T1" fmla="*/ 180 h 180"/>
                <a:gd name="T2" fmla="*/ 180 w 180"/>
                <a:gd name="T3" fmla="*/ 90 h 180"/>
                <a:gd name="T4" fmla="*/ 90 w 180"/>
                <a:gd name="T5" fmla="*/ 0 h 180"/>
                <a:gd name="T6" fmla="*/ 0 w 180"/>
                <a:gd name="T7" fmla="*/ 90 h 180"/>
                <a:gd name="T8" fmla="*/ 90 w 180"/>
                <a:gd name="T9" fmla="*/ 180 h 180"/>
                <a:gd name="T10" fmla="*/ 19 w 180"/>
                <a:gd name="T11" fmla="*/ 63 h 180"/>
                <a:gd name="T12" fmla="*/ 90 w 180"/>
                <a:gd name="T13" fmla="*/ 96 h 180"/>
                <a:gd name="T14" fmla="*/ 161 w 180"/>
                <a:gd name="T15" fmla="*/ 63 h 180"/>
                <a:gd name="T16" fmla="*/ 162 w 180"/>
                <a:gd name="T17" fmla="*/ 69 h 180"/>
                <a:gd name="T18" fmla="*/ 90 w 180"/>
                <a:gd name="T19" fmla="*/ 108 h 180"/>
                <a:gd name="T20" fmla="*/ 18 w 180"/>
                <a:gd name="T21" fmla="*/ 69 h 180"/>
                <a:gd name="T22" fmla="*/ 19 w 180"/>
                <a:gd name="T23" fmla="*/ 63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0" h="180">
                  <a:moveTo>
                    <a:pt x="90" y="180"/>
                  </a:moveTo>
                  <a:cubicBezTo>
                    <a:pt x="140" y="180"/>
                    <a:pt x="180" y="140"/>
                    <a:pt x="180" y="90"/>
                  </a:cubicBezTo>
                  <a:cubicBezTo>
                    <a:pt x="180" y="40"/>
                    <a:pt x="140" y="0"/>
                    <a:pt x="90" y="0"/>
                  </a:cubicBezTo>
                  <a:cubicBezTo>
                    <a:pt x="41" y="0"/>
                    <a:pt x="0" y="40"/>
                    <a:pt x="0" y="90"/>
                  </a:cubicBezTo>
                  <a:cubicBezTo>
                    <a:pt x="0" y="140"/>
                    <a:pt x="41" y="180"/>
                    <a:pt x="90" y="180"/>
                  </a:cubicBezTo>
                  <a:close/>
                  <a:moveTo>
                    <a:pt x="19" y="63"/>
                  </a:moveTo>
                  <a:cubicBezTo>
                    <a:pt x="25" y="82"/>
                    <a:pt x="55" y="96"/>
                    <a:pt x="90" y="96"/>
                  </a:cubicBezTo>
                  <a:cubicBezTo>
                    <a:pt x="126" y="96"/>
                    <a:pt x="156" y="82"/>
                    <a:pt x="161" y="63"/>
                  </a:cubicBezTo>
                  <a:cubicBezTo>
                    <a:pt x="162" y="65"/>
                    <a:pt x="162" y="67"/>
                    <a:pt x="162" y="69"/>
                  </a:cubicBezTo>
                  <a:cubicBezTo>
                    <a:pt x="162" y="91"/>
                    <a:pt x="130" y="108"/>
                    <a:pt x="90" y="108"/>
                  </a:cubicBezTo>
                  <a:cubicBezTo>
                    <a:pt x="51" y="108"/>
                    <a:pt x="18" y="91"/>
                    <a:pt x="18" y="69"/>
                  </a:cubicBezTo>
                  <a:cubicBezTo>
                    <a:pt x="18" y="67"/>
                    <a:pt x="19" y="65"/>
                    <a:pt x="19"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186"/>
            <p:cNvSpPr>
              <a:spLocks/>
            </p:cNvSpPr>
            <p:nvPr/>
          </p:nvSpPr>
          <p:spPr bwMode="auto">
            <a:xfrm>
              <a:off x="2282826" y="3525838"/>
              <a:ext cx="50800" cy="103188"/>
            </a:xfrm>
            <a:custGeom>
              <a:avLst/>
              <a:gdLst>
                <a:gd name="T0" fmla="*/ 26 w 30"/>
                <a:gd name="T1" fmla="*/ 0 h 62"/>
                <a:gd name="T2" fmla="*/ 4 w 30"/>
                <a:gd name="T3" fmla="*/ 25 h 62"/>
                <a:gd name="T4" fmla="*/ 26 w 30"/>
                <a:gd name="T5" fmla="*/ 62 h 62"/>
                <a:gd name="T6" fmla="*/ 26 w 30"/>
                <a:gd name="T7" fmla="*/ 59 h 62"/>
                <a:gd name="T8" fmla="*/ 26 w 30"/>
                <a:gd name="T9" fmla="*/ 0 h 62"/>
              </a:gdLst>
              <a:ahLst/>
              <a:cxnLst>
                <a:cxn ang="0">
                  <a:pos x="T0" y="T1"/>
                </a:cxn>
                <a:cxn ang="0">
                  <a:pos x="T2" y="T3"/>
                </a:cxn>
                <a:cxn ang="0">
                  <a:pos x="T4" y="T5"/>
                </a:cxn>
                <a:cxn ang="0">
                  <a:pos x="T6" y="T7"/>
                </a:cxn>
                <a:cxn ang="0">
                  <a:pos x="T8" y="T9"/>
                </a:cxn>
              </a:cxnLst>
              <a:rect l="0" t="0" r="r" b="b"/>
              <a:pathLst>
                <a:path w="30" h="62">
                  <a:moveTo>
                    <a:pt x="26" y="0"/>
                  </a:moveTo>
                  <a:cubicBezTo>
                    <a:pt x="15" y="3"/>
                    <a:pt x="6" y="13"/>
                    <a:pt x="4" y="25"/>
                  </a:cubicBezTo>
                  <a:cubicBezTo>
                    <a:pt x="0" y="41"/>
                    <a:pt x="10" y="57"/>
                    <a:pt x="26" y="62"/>
                  </a:cubicBezTo>
                  <a:cubicBezTo>
                    <a:pt x="26" y="59"/>
                    <a:pt x="26" y="59"/>
                    <a:pt x="26" y="59"/>
                  </a:cubicBezTo>
                  <a:cubicBezTo>
                    <a:pt x="27" y="56"/>
                    <a:pt x="30" y="24"/>
                    <a:pt x="2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187"/>
            <p:cNvSpPr>
              <a:spLocks noEditPoints="1"/>
            </p:cNvSpPr>
            <p:nvPr/>
          </p:nvSpPr>
          <p:spPr bwMode="auto">
            <a:xfrm>
              <a:off x="2552701" y="3036888"/>
              <a:ext cx="958850" cy="1836738"/>
            </a:xfrm>
            <a:custGeom>
              <a:avLst/>
              <a:gdLst>
                <a:gd name="T0" fmla="*/ 337 w 576"/>
                <a:gd name="T1" fmla="*/ 1057 h 1104"/>
                <a:gd name="T2" fmla="*/ 435 w 576"/>
                <a:gd name="T3" fmla="*/ 1045 h 1104"/>
                <a:gd name="T4" fmla="*/ 387 w 576"/>
                <a:gd name="T5" fmla="*/ 453 h 1104"/>
                <a:gd name="T6" fmla="*/ 436 w 576"/>
                <a:gd name="T7" fmla="*/ 594 h 1104"/>
                <a:gd name="T8" fmla="*/ 514 w 576"/>
                <a:gd name="T9" fmla="*/ 597 h 1104"/>
                <a:gd name="T10" fmla="*/ 454 w 576"/>
                <a:gd name="T11" fmla="*/ 746 h 1104"/>
                <a:gd name="T12" fmla="*/ 451 w 576"/>
                <a:gd name="T13" fmla="*/ 756 h 1104"/>
                <a:gd name="T14" fmla="*/ 447 w 576"/>
                <a:gd name="T15" fmla="*/ 754 h 1104"/>
                <a:gd name="T16" fmla="*/ 441 w 576"/>
                <a:gd name="T17" fmla="*/ 758 h 1104"/>
                <a:gd name="T18" fmla="*/ 467 w 576"/>
                <a:gd name="T19" fmla="*/ 751 h 1104"/>
                <a:gd name="T20" fmla="*/ 465 w 576"/>
                <a:gd name="T21" fmla="*/ 746 h 1104"/>
                <a:gd name="T22" fmla="*/ 521 w 576"/>
                <a:gd name="T23" fmla="*/ 600 h 1104"/>
                <a:gd name="T24" fmla="*/ 503 w 576"/>
                <a:gd name="T25" fmla="*/ 888 h 1104"/>
                <a:gd name="T26" fmla="*/ 467 w 576"/>
                <a:gd name="T27" fmla="*/ 832 h 1104"/>
                <a:gd name="T28" fmla="*/ 503 w 576"/>
                <a:gd name="T29" fmla="*/ 940 h 1104"/>
                <a:gd name="T30" fmla="*/ 539 w 576"/>
                <a:gd name="T31" fmla="*/ 904 h 1104"/>
                <a:gd name="T32" fmla="*/ 552 w 576"/>
                <a:gd name="T33" fmla="*/ 1104 h 1104"/>
                <a:gd name="T34" fmla="*/ 550 w 576"/>
                <a:gd name="T35" fmla="*/ 586 h 1104"/>
                <a:gd name="T36" fmla="*/ 550 w 576"/>
                <a:gd name="T37" fmla="*/ 526 h 1104"/>
                <a:gd name="T38" fmla="*/ 549 w 576"/>
                <a:gd name="T39" fmla="*/ 268 h 1104"/>
                <a:gd name="T40" fmla="*/ 541 w 576"/>
                <a:gd name="T41" fmla="*/ 4 h 1104"/>
                <a:gd name="T42" fmla="*/ 540 w 576"/>
                <a:gd name="T43" fmla="*/ 8 h 1104"/>
                <a:gd name="T44" fmla="*/ 538 w 576"/>
                <a:gd name="T45" fmla="*/ 1 h 1104"/>
                <a:gd name="T46" fmla="*/ 511 w 576"/>
                <a:gd name="T47" fmla="*/ 197 h 1104"/>
                <a:gd name="T48" fmla="*/ 528 w 576"/>
                <a:gd name="T49" fmla="*/ 235 h 1104"/>
                <a:gd name="T50" fmla="*/ 475 w 576"/>
                <a:gd name="T51" fmla="*/ 539 h 1104"/>
                <a:gd name="T52" fmla="*/ 358 w 576"/>
                <a:gd name="T53" fmla="*/ 356 h 1104"/>
                <a:gd name="T54" fmla="*/ 206 w 576"/>
                <a:gd name="T55" fmla="*/ 356 h 1104"/>
                <a:gd name="T56" fmla="*/ 22 w 576"/>
                <a:gd name="T57" fmla="*/ 386 h 1104"/>
                <a:gd name="T58" fmla="*/ 171 w 576"/>
                <a:gd name="T59" fmla="*/ 523 h 1104"/>
                <a:gd name="T60" fmla="*/ 216 w 576"/>
                <a:gd name="T61" fmla="*/ 499 h 1104"/>
                <a:gd name="T62" fmla="*/ 171 w 576"/>
                <a:gd name="T63" fmla="*/ 629 h 1104"/>
                <a:gd name="T64" fmla="*/ 123 w 576"/>
                <a:gd name="T65" fmla="*/ 1045 h 1104"/>
                <a:gd name="T66" fmla="*/ 222 w 576"/>
                <a:gd name="T67" fmla="*/ 1057 h 1104"/>
                <a:gd name="T68" fmla="*/ 294 w 576"/>
                <a:gd name="T69" fmla="*/ 692 h 1104"/>
                <a:gd name="T70" fmla="*/ 524 w 576"/>
                <a:gd name="T71" fmla="*/ 888 h 1104"/>
                <a:gd name="T72" fmla="*/ 540 w 576"/>
                <a:gd name="T73" fmla="*/ 589 h 1104"/>
                <a:gd name="T74" fmla="*/ 536 w 576"/>
                <a:gd name="T75" fmla="*/ 255 h 1104"/>
                <a:gd name="T76" fmla="*/ 540 w 576"/>
                <a:gd name="T77" fmla="*/ 316 h 1104"/>
                <a:gd name="T78" fmla="*/ 536 w 576"/>
                <a:gd name="T79" fmla="*/ 255 h 1104"/>
                <a:gd name="T80" fmla="*/ 540 w 576"/>
                <a:gd name="T81" fmla="*/ 324 h 1104"/>
                <a:gd name="T82" fmla="*/ 537 w 576"/>
                <a:gd name="T83" fmla="*/ 524 h 1104"/>
                <a:gd name="T84" fmla="*/ 535 w 576"/>
                <a:gd name="T85" fmla="*/ 324 h 1104"/>
                <a:gd name="T86" fmla="*/ 549 w 576"/>
                <a:gd name="T87" fmla="*/ 299 h 1104"/>
                <a:gd name="T88" fmla="*/ 536 w 576"/>
                <a:gd name="T89" fmla="*/ 233 h 1104"/>
                <a:gd name="T90" fmla="*/ 541 w 576"/>
                <a:gd name="T91" fmla="*/ 124 h 1104"/>
                <a:gd name="T92" fmla="*/ 536 w 576"/>
                <a:gd name="T93" fmla="*/ 233 h 1104"/>
                <a:gd name="T94" fmla="*/ 541 w 576"/>
                <a:gd name="T95" fmla="*/ 120 h 1104"/>
                <a:gd name="T96" fmla="*/ 540 w 576"/>
                <a:gd name="T97" fmla="*/ 16 h 1104"/>
                <a:gd name="T98" fmla="*/ 520 w 576"/>
                <a:gd name="T99" fmla="*/ 198 h 1104"/>
                <a:gd name="T100" fmla="*/ 532 w 576"/>
                <a:gd name="T101" fmla="*/ 21 h 1104"/>
                <a:gd name="T102" fmla="*/ 520 w 576"/>
                <a:gd name="T103" fmla="*/ 198 h 1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76" h="1104">
                  <a:moveTo>
                    <a:pt x="294" y="692"/>
                  </a:moveTo>
                  <a:cubicBezTo>
                    <a:pt x="337" y="1057"/>
                    <a:pt x="337" y="1057"/>
                    <a:pt x="337" y="1057"/>
                  </a:cubicBezTo>
                  <a:cubicBezTo>
                    <a:pt x="340" y="1084"/>
                    <a:pt x="365" y="1103"/>
                    <a:pt x="392" y="1100"/>
                  </a:cubicBezTo>
                  <a:cubicBezTo>
                    <a:pt x="419" y="1097"/>
                    <a:pt x="438" y="1072"/>
                    <a:pt x="435" y="1045"/>
                  </a:cubicBezTo>
                  <a:cubicBezTo>
                    <a:pt x="387" y="642"/>
                    <a:pt x="387" y="642"/>
                    <a:pt x="387" y="642"/>
                  </a:cubicBezTo>
                  <a:cubicBezTo>
                    <a:pt x="387" y="453"/>
                    <a:pt x="387" y="453"/>
                    <a:pt x="387" y="453"/>
                  </a:cubicBezTo>
                  <a:cubicBezTo>
                    <a:pt x="399" y="472"/>
                    <a:pt x="407" y="504"/>
                    <a:pt x="412" y="555"/>
                  </a:cubicBezTo>
                  <a:cubicBezTo>
                    <a:pt x="413" y="571"/>
                    <a:pt x="422" y="585"/>
                    <a:pt x="436" y="594"/>
                  </a:cubicBezTo>
                  <a:cubicBezTo>
                    <a:pt x="447" y="600"/>
                    <a:pt x="460" y="603"/>
                    <a:pt x="474" y="603"/>
                  </a:cubicBezTo>
                  <a:cubicBezTo>
                    <a:pt x="487" y="603"/>
                    <a:pt x="501" y="600"/>
                    <a:pt x="514" y="597"/>
                  </a:cubicBezTo>
                  <a:cubicBezTo>
                    <a:pt x="498" y="640"/>
                    <a:pt x="478" y="688"/>
                    <a:pt x="453" y="742"/>
                  </a:cubicBezTo>
                  <a:cubicBezTo>
                    <a:pt x="452" y="743"/>
                    <a:pt x="452" y="745"/>
                    <a:pt x="454" y="746"/>
                  </a:cubicBezTo>
                  <a:cubicBezTo>
                    <a:pt x="455" y="748"/>
                    <a:pt x="457" y="749"/>
                    <a:pt x="458" y="750"/>
                  </a:cubicBezTo>
                  <a:cubicBezTo>
                    <a:pt x="456" y="753"/>
                    <a:pt x="453" y="756"/>
                    <a:pt x="451" y="756"/>
                  </a:cubicBezTo>
                  <a:cubicBezTo>
                    <a:pt x="451" y="756"/>
                    <a:pt x="451" y="756"/>
                    <a:pt x="451" y="756"/>
                  </a:cubicBezTo>
                  <a:cubicBezTo>
                    <a:pt x="449" y="756"/>
                    <a:pt x="448" y="755"/>
                    <a:pt x="447" y="754"/>
                  </a:cubicBezTo>
                  <a:cubicBezTo>
                    <a:pt x="446" y="752"/>
                    <a:pt x="444" y="751"/>
                    <a:pt x="442" y="752"/>
                  </a:cubicBezTo>
                  <a:cubicBezTo>
                    <a:pt x="440" y="754"/>
                    <a:pt x="440" y="756"/>
                    <a:pt x="441" y="758"/>
                  </a:cubicBezTo>
                  <a:cubicBezTo>
                    <a:pt x="444" y="763"/>
                    <a:pt x="448" y="765"/>
                    <a:pt x="451" y="764"/>
                  </a:cubicBezTo>
                  <a:cubicBezTo>
                    <a:pt x="459" y="764"/>
                    <a:pt x="466" y="753"/>
                    <a:pt x="467" y="751"/>
                  </a:cubicBezTo>
                  <a:cubicBezTo>
                    <a:pt x="468" y="750"/>
                    <a:pt x="468" y="749"/>
                    <a:pt x="467" y="747"/>
                  </a:cubicBezTo>
                  <a:cubicBezTo>
                    <a:pt x="467" y="747"/>
                    <a:pt x="466" y="746"/>
                    <a:pt x="465" y="746"/>
                  </a:cubicBezTo>
                  <a:cubicBezTo>
                    <a:pt x="465" y="745"/>
                    <a:pt x="463" y="744"/>
                    <a:pt x="461" y="742"/>
                  </a:cubicBezTo>
                  <a:cubicBezTo>
                    <a:pt x="486" y="690"/>
                    <a:pt x="506" y="642"/>
                    <a:pt x="521" y="600"/>
                  </a:cubicBezTo>
                  <a:cubicBezTo>
                    <a:pt x="516" y="888"/>
                    <a:pt x="516" y="888"/>
                    <a:pt x="516" y="888"/>
                  </a:cubicBezTo>
                  <a:cubicBezTo>
                    <a:pt x="503" y="888"/>
                    <a:pt x="503" y="888"/>
                    <a:pt x="503" y="888"/>
                  </a:cubicBezTo>
                  <a:cubicBezTo>
                    <a:pt x="503" y="832"/>
                    <a:pt x="503" y="832"/>
                    <a:pt x="503" y="832"/>
                  </a:cubicBezTo>
                  <a:cubicBezTo>
                    <a:pt x="467" y="832"/>
                    <a:pt x="467" y="832"/>
                    <a:pt x="467" y="832"/>
                  </a:cubicBezTo>
                  <a:cubicBezTo>
                    <a:pt x="467" y="940"/>
                    <a:pt x="467" y="940"/>
                    <a:pt x="467" y="940"/>
                  </a:cubicBezTo>
                  <a:cubicBezTo>
                    <a:pt x="503" y="940"/>
                    <a:pt x="503" y="940"/>
                    <a:pt x="503" y="940"/>
                  </a:cubicBezTo>
                  <a:cubicBezTo>
                    <a:pt x="503" y="904"/>
                    <a:pt x="503" y="904"/>
                    <a:pt x="503" y="904"/>
                  </a:cubicBezTo>
                  <a:cubicBezTo>
                    <a:pt x="539" y="904"/>
                    <a:pt x="539" y="904"/>
                    <a:pt x="539" y="904"/>
                  </a:cubicBezTo>
                  <a:cubicBezTo>
                    <a:pt x="538" y="1104"/>
                    <a:pt x="538" y="1104"/>
                    <a:pt x="538" y="1104"/>
                  </a:cubicBezTo>
                  <a:cubicBezTo>
                    <a:pt x="552" y="1104"/>
                    <a:pt x="552" y="1104"/>
                    <a:pt x="552" y="1104"/>
                  </a:cubicBezTo>
                  <a:cubicBezTo>
                    <a:pt x="550" y="586"/>
                    <a:pt x="550" y="586"/>
                    <a:pt x="550" y="586"/>
                  </a:cubicBezTo>
                  <a:cubicBezTo>
                    <a:pt x="550" y="586"/>
                    <a:pt x="550" y="586"/>
                    <a:pt x="550" y="586"/>
                  </a:cubicBezTo>
                  <a:cubicBezTo>
                    <a:pt x="567" y="579"/>
                    <a:pt x="574" y="560"/>
                    <a:pt x="568" y="544"/>
                  </a:cubicBezTo>
                  <a:cubicBezTo>
                    <a:pt x="564" y="535"/>
                    <a:pt x="558" y="529"/>
                    <a:pt x="550" y="526"/>
                  </a:cubicBezTo>
                  <a:cubicBezTo>
                    <a:pt x="550" y="506"/>
                    <a:pt x="550" y="506"/>
                    <a:pt x="550" y="506"/>
                  </a:cubicBezTo>
                  <a:cubicBezTo>
                    <a:pt x="576" y="397"/>
                    <a:pt x="567" y="324"/>
                    <a:pt x="549" y="268"/>
                  </a:cubicBezTo>
                  <a:cubicBezTo>
                    <a:pt x="548" y="4"/>
                    <a:pt x="548" y="4"/>
                    <a:pt x="548" y="4"/>
                  </a:cubicBezTo>
                  <a:cubicBezTo>
                    <a:pt x="541" y="4"/>
                    <a:pt x="541" y="4"/>
                    <a:pt x="541" y="4"/>
                  </a:cubicBezTo>
                  <a:cubicBezTo>
                    <a:pt x="541" y="8"/>
                    <a:pt x="541" y="8"/>
                    <a:pt x="541" y="8"/>
                  </a:cubicBezTo>
                  <a:cubicBezTo>
                    <a:pt x="540" y="8"/>
                    <a:pt x="540" y="8"/>
                    <a:pt x="540" y="8"/>
                  </a:cubicBezTo>
                  <a:cubicBezTo>
                    <a:pt x="541" y="5"/>
                    <a:pt x="541" y="5"/>
                    <a:pt x="541" y="5"/>
                  </a:cubicBezTo>
                  <a:cubicBezTo>
                    <a:pt x="541" y="3"/>
                    <a:pt x="539" y="1"/>
                    <a:pt x="538" y="1"/>
                  </a:cubicBezTo>
                  <a:cubicBezTo>
                    <a:pt x="536" y="0"/>
                    <a:pt x="534" y="1"/>
                    <a:pt x="533" y="3"/>
                  </a:cubicBezTo>
                  <a:cubicBezTo>
                    <a:pt x="533" y="4"/>
                    <a:pt x="468" y="105"/>
                    <a:pt x="511" y="197"/>
                  </a:cubicBezTo>
                  <a:cubicBezTo>
                    <a:pt x="513" y="201"/>
                    <a:pt x="513" y="201"/>
                    <a:pt x="513" y="201"/>
                  </a:cubicBezTo>
                  <a:cubicBezTo>
                    <a:pt x="518" y="212"/>
                    <a:pt x="523" y="223"/>
                    <a:pt x="528" y="235"/>
                  </a:cubicBezTo>
                  <a:cubicBezTo>
                    <a:pt x="523" y="527"/>
                    <a:pt x="523" y="527"/>
                    <a:pt x="523" y="527"/>
                  </a:cubicBezTo>
                  <a:cubicBezTo>
                    <a:pt x="506" y="534"/>
                    <a:pt x="486" y="538"/>
                    <a:pt x="475" y="539"/>
                  </a:cubicBezTo>
                  <a:cubicBezTo>
                    <a:pt x="465" y="459"/>
                    <a:pt x="443" y="404"/>
                    <a:pt x="408" y="375"/>
                  </a:cubicBezTo>
                  <a:cubicBezTo>
                    <a:pt x="388" y="359"/>
                    <a:pt x="369" y="356"/>
                    <a:pt x="358" y="356"/>
                  </a:cubicBezTo>
                  <a:cubicBezTo>
                    <a:pt x="358" y="356"/>
                    <a:pt x="357" y="356"/>
                    <a:pt x="357" y="356"/>
                  </a:cubicBezTo>
                  <a:cubicBezTo>
                    <a:pt x="206" y="356"/>
                    <a:pt x="206" y="356"/>
                    <a:pt x="206" y="356"/>
                  </a:cubicBezTo>
                  <a:cubicBezTo>
                    <a:pt x="0" y="316"/>
                    <a:pt x="0" y="316"/>
                    <a:pt x="0" y="316"/>
                  </a:cubicBezTo>
                  <a:cubicBezTo>
                    <a:pt x="7" y="340"/>
                    <a:pt x="14" y="363"/>
                    <a:pt x="22" y="386"/>
                  </a:cubicBezTo>
                  <a:cubicBezTo>
                    <a:pt x="171" y="415"/>
                    <a:pt x="171" y="415"/>
                    <a:pt x="171" y="415"/>
                  </a:cubicBezTo>
                  <a:cubicBezTo>
                    <a:pt x="171" y="523"/>
                    <a:pt x="171" y="523"/>
                    <a:pt x="171" y="523"/>
                  </a:cubicBezTo>
                  <a:cubicBezTo>
                    <a:pt x="179" y="520"/>
                    <a:pt x="189" y="516"/>
                    <a:pt x="198" y="511"/>
                  </a:cubicBezTo>
                  <a:cubicBezTo>
                    <a:pt x="216" y="499"/>
                    <a:pt x="216" y="499"/>
                    <a:pt x="216" y="499"/>
                  </a:cubicBezTo>
                  <a:cubicBezTo>
                    <a:pt x="212" y="520"/>
                    <a:pt x="212" y="520"/>
                    <a:pt x="212" y="520"/>
                  </a:cubicBezTo>
                  <a:cubicBezTo>
                    <a:pt x="201" y="573"/>
                    <a:pt x="187" y="605"/>
                    <a:pt x="171" y="629"/>
                  </a:cubicBezTo>
                  <a:cubicBezTo>
                    <a:pt x="171" y="642"/>
                    <a:pt x="171" y="642"/>
                    <a:pt x="171" y="642"/>
                  </a:cubicBezTo>
                  <a:cubicBezTo>
                    <a:pt x="123" y="1045"/>
                    <a:pt x="123" y="1045"/>
                    <a:pt x="123" y="1045"/>
                  </a:cubicBezTo>
                  <a:cubicBezTo>
                    <a:pt x="120" y="1072"/>
                    <a:pt x="140" y="1097"/>
                    <a:pt x="167" y="1100"/>
                  </a:cubicBezTo>
                  <a:cubicBezTo>
                    <a:pt x="194" y="1103"/>
                    <a:pt x="218" y="1084"/>
                    <a:pt x="222" y="1057"/>
                  </a:cubicBezTo>
                  <a:cubicBezTo>
                    <a:pt x="265" y="692"/>
                    <a:pt x="265" y="692"/>
                    <a:pt x="265" y="692"/>
                  </a:cubicBezTo>
                  <a:lnTo>
                    <a:pt x="294" y="692"/>
                  </a:lnTo>
                  <a:close/>
                  <a:moveTo>
                    <a:pt x="539" y="888"/>
                  </a:moveTo>
                  <a:cubicBezTo>
                    <a:pt x="524" y="888"/>
                    <a:pt x="524" y="888"/>
                    <a:pt x="524" y="888"/>
                  </a:cubicBezTo>
                  <a:cubicBezTo>
                    <a:pt x="530" y="592"/>
                    <a:pt x="530" y="592"/>
                    <a:pt x="530" y="592"/>
                  </a:cubicBezTo>
                  <a:cubicBezTo>
                    <a:pt x="533" y="591"/>
                    <a:pt x="537" y="590"/>
                    <a:pt x="540" y="589"/>
                  </a:cubicBezTo>
                  <a:lnTo>
                    <a:pt x="539" y="888"/>
                  </a:lnTo>
                  <a:close/>
                  <a:moveTo>
                    <a:pt x="536" y="255"/>
                  </a:moveTo>
                  <a:cubicBezTo>
                    <a:pt x="537" y="259"/>
                    <a:pt x="539" y="264"/>
                    <a:pt x="541" y="269"/>
                  </a:cubicBezTo>
                  <a:cubicBezTo>
                    <a:pt x="540" y="316"/>
                    <a:pt x="540" y="316"/>
                    <a:pt x="540" y="316"/>
                  </a:cubicBezTo>
                  <a:cubicBezTo>
                    <a:pt x="535" y="316"/>
                    <a:pt x="535" y="316"/>
                    <a:pt x="535" y="316"/>
                  </a:cubicBezTo>
                  <a:lnTo>
                    <a:pt x="536" y="255"/>
                  </a:lnTo>
                  <a:close/>
                  <a:moveTo>
                    <a:pt x="535" y="324"/>
                  </a:moveTo>
                  <a:cubicBezTo>
                    <a:pt x="540" y="324"/>
                    <a:pt x="540" y="324"/>
                    <a:pt x="540" y="324"/>
                  </a:cubicBezTo>
                  <a:cubicBezTo>
                    <a:pt x="540" y="513"/>
                    <a:pt x="540" y="513"/>
                    <a:pt x="540" y="513"/>
                  </a:cubicBezTo>
                  <a:cubicBezTo>
                    <a:pt x="539" y="517"/>
                    <a:pt x="538" y="520"/>
                    <a:pt x="537" y="524"/>
                  </a:cubicBezTo>
                  <a:cubicBezTo>
                    <a:pt x="535" y="524"/>
                    <a:pt x="533" y="525"/>
                    <a:pt x="531" y="526"/>
                  </a:cubicBezTo>
                  <a:lnTo>
                    <a:pt x="535" y="324"/>
                  </a:lnTo>
                  <a:close/>
                  <a:moveTo>
                    <a:pt x="550" y="467"/>
                  </a:moveTo>
                  <a:cubicBezTo>
                    <a:pt x="549" y="299"/>
                    <a:pt x="549" y="299"/>
                    <a:pt x="549" y="299"/>
                  </a:cubicBezTo>
                  <a:cubicBezTo>
                    <a:pt x="559" y="343"/>
                    <a:pt x="562" y="396"/>
                    <a:pt x="550" y="467"/>
                  </a:cubicBezTo>
                  <a:close/>
                  <a:moveTo>
                    <a:pt x="536" y="233"/>
                  </a:moveTo>
                  <a:cubicBezTo>
                    <a:pt x="538" y="124"/>
                    <a:pt x="538" y="124"/>
                    <a:pt x="538" y="124"/>
                  </a:cubicBezTo>
                  <a:cubicBezTo>
                    <a:pt x="541" y="124"/>
                    <a:pt x="541" y="124"/>
                    <a:pt x="541" y="124"/>
                  </a:cubicBezTo>
                  <a:cubicBezTo>
                    <a:pt x="541" y="244"/>
                    <a:pt x="541" y="244"/>
                    <a:pt x="541" y="244"/>
                  </a:cubicBezTo>
                  <a:cubicBezTo>
                    <a:pt x="539" y="240"/>
                    <a:pt x="538" y="237"/>
                    <a:pt x="536" y="233"/>
                  </a:cubicBezTo>
                  <a:close/>
                  <a:moveTo>
                    <a:pt x="541" y="16"/>
                  </a:moveTo>
                  <a:cubicBezTo>
                    <a:pt x="541" y="120"/>
                    <a:pt x="541" y="120"/>
                    <a:pt x="541" y="120"/>
                  </a:cubicBezTo>
                  <a:cubicBezTo>
                    <a:pt x="538" y="120"/>
                    <a:pt x="538" y="120"/>
                    <a:pt x="538" y="120"/>
                  </a:cubicBezTo>
                  <a:cubicBezTo>
                    <a:pt x="540" y="16"/>
                    <a:pt x="540" y="16"/>
                    <a:pt x="540" y="16"/>
                  </a:cubicBezTo>
                  <a:lnTo>
                    <a:pt x="541" y="16"/>
                  </a:lnTo>
                  <a:close/>
                  <a:moveTo>
                    <a:pt x="520" y="198"/>
                  </a:moveTo>
                  <a:cubicBezTo>
                    <a:pt x="518" y="194"/>
                    <a:pt x="518" y="194"/>
                    <a:pt x="518" y="194"/>
                  </a:cubicBezTo>
                  <a:cubicBezTo>
                    <a:pt x="486" y="125"/>
                    <a:pt x="517" y="51"/>
                    <a:pt x="532" y="21"/>
                  </a:cubicBezTo>
                  <a:cubicBezTo>
                    <a:pt x="529" y="216"/>
                    <a:pt x="529" y="216"/>
                    <a:pt x="529" y="216"/>
                  </a:cubicBezTo>
                  <a:cubicBezTo>
                    <a:pt x="526" y="210"/>
                    <a:pt x="523" y="204"/>
                    <a:pt x="520" y="19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188"/>
            <p:cNvSpPr>
              <a:spLocks noEditPoints="1"/>
            </p:cNvSpPr>
            <p:nvPr/>
          </p:nvSpPr>
          <p:spPr bwMode="auto">
            <a:xfrm>
              <a:off x="2097088" y="3127375"/>
              <a:ext cx="793750" cy="1730375"/>
            </a:xfrm>
            <a:custGeom>
              <a:avLst/>
              <a:gdLst>
                <a:gd name="T0" fmla="*/ 477 w 477"/>
                <a:gd name="T1" fmla="*/ 465 h 1040"/>
                <a:gd name="T2" fmla="*/ 336 w 477"/>
                <a:gd name="T3" fmla="*/ 442 h 1040"/>
                <a:gd name="T4" fmla="*/ 248 w 477"/>
                <a:gd name="T5" fmla="*/ 196 h 1040"/>
                <a:gd name="T6" fmla="*/ 281 w 477"/>
                <a:gd name="T7" fmla="*/ 0 h 1040"/>
                <a:gd name="T8" fmla="*/ 165 w 477"/>
                <a:gd name="T9" fmla="*/ 124 h 1040"/>
                <a:gd name="T10" fmla="*/ 34 w 477"/>
                <a:gd name="T11" fmla="*/ 63 h 1040"/>
                <a:gd name="T12" fmla="*/ 147 w 477"/>
                <a:gd name="T13" fmla="*/ 236 h 1040"/>
                <a:gd name="T14" fmla="*/ 147 w 477"/>
                <a:gd name="T15" fmla="*/ 299 h 1040"/>
                <a:gd name="T16" fmla="*/ 117 w 477"/>
                <a:gd name="T17" fmla="*/ 500 h 1040"/>
                <a:gd name="T18" fmla="*/ 0 w 477"/>
                <a:gd name="T19" fmla="*/ 503 h 1040"/>
                <a:gd name="T20" fmla="*/ 120 w 477"/>
                <a:gd name="T21" fmla="*/ 611 h 1040"/>
                <a:gd name="T22" fmla="*/ 132 w 477"/>
                <a:gd name="T23" fmla="*/ 743 h 1040"/>
                <a:gd name="T24" fmla="*/ 46 w 477"/>
                <a:gd name="T25" fmla="*/ 759 h 1040"/>
                <a:gd name="T26" fmla="*/ 154 w 477"/>
                <a:gd name="T27" fmla="*/ 848 h 1040"/>
                <a:gd name="T28" fmla="*/ 234 w 477"/>
                <a:gd name="T29" fmla="*/ 1039 h 1040"/>
                <a:gd name="T30" fmla="*/ 314 w 477"/>
                <a:gd name="T31" fmla="*/ 934 h 1040"/>
                <a:gd name="T32" fmla="*/ 385 w 477"/>
                <a:gd name="T33" fmla="*/ 656 h 1040"/>
                <a:gd name="T34" fmla="*/ 477 w 477"/>
                <a:gd name="T35" fmla="*/ 465 h 1040"/>
                <a:gd name="T36" fmla="*/ 239 w 477"/>
                <a:gd name="T37" fmla="*/ 262 h 1040"/>
                <a:gd name="T38" fmla="*/ 322 w 477"/>
                <a:gd name="T39" fmla="*/ 685 h 1040"/>
                <a:gd name="T40" fmla="*/ 239 w 477"/>
                <a:gd name="T41" fmla="*/ 262 h 1040"/>
                <a:gd name="T42" fmla="*/ 260 w 477"/>
                <a:gd name="T43" fmla="*/ 939 h 1040"/>
                <a:gd name="T44" fmla="*/ 234 w 477"/>
                <a:gd name="T45" fmla="*/ 917 h 1040"/>
                <a:gd name="T46" fmla="*/ 257 w 477"/>
                <a:gd name="T47" fmla="*/ 891 h 1040"/>
                <a:gd name="T48" fmla="*/ 283 w 477"/>
                <a:gd name="T49" fmla="*/ 913 h 1040"/>
                <a:gd name="T50" fmla="*/ 260 w 477"/>
                <a:gd name="T51" fmla="*/ 939 h 1040"/>
                <a:gd name="T52" fmla="*/ 185 w 477"/>
                <a:gd name="T53" fmla="*/ 787 h 1040"/>
                <a:gd name="T54" fmla="*/ 324 w 477"/>
                <a:gd name="T55" fmla="*/ 761 h 1040"/>
                <a:gd name="T56" fmla="*/ 185 w 477"/>
                <a:gd name="T57" fmla="*/ 787 h 1040"/>
                <a:gd name="T58" fmla="*/ 167 w 477"/>
                <a:gd name="T59" fmla="*/ 759 h 1040"/>
                <a:gd name="T60" fmla="*/ 335 w 477"/>
                <a:gd name="T61" fmla="*/ 727 h 1040"/>
                <a:gd name="T62" fmla="*/ 167 w 477"/>
                <a:gd name="T63" fmla="*/ 759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77" h="1040">
                  <a:moveTo>
                    <a:pt x="477" y="465"/>
                  </a:moveTo>
                  <a:cubicBezTo>
                    <a:pt x="410" y="507"/>
                    <a:pt x="354" y="457"/>
                    <a:pt x="336" y="442"/>
                  </a:cubicBezTo>
                  <a:cubicBezTo>
                    <a:pt x="318" y="427"/>
                    <a:pt x="266" y="286"/>
                    <a:pt x="248" y="196"/>
                  </a:cubicBezTo>
                  <a:cubicBezTo>
                    <a:pt x="242" y="165"/>
                    <a:pt x="304" y="131"/>
                    <a:pt x="281" y="0"/>
                  </a:cubicBezTo>
                  <a:cubicBezTo>
                    <a:pt x="261" y="43"/>
                    <a:pt x="216" y="111"/>
                    <a:pt x="165" y="124"/>
                  </a:cubicBezTo>
                  <a:cubicBezTo>
                    <a:pt x="123" y="134"/>
                    <a:pt x="75" y="114"/>
                    <a:pt x="34" y="63"/>
                  </a:cubicBezTo>
                  <a:cubicBezTo>
                    <a:pt x="5" y="140"/>
                    <a:pt x="143" y="209"/>
                    <a:pt x="147" y="236"/>
                  </a:cubicBezTo>
                  <a:cubicBezTo>
                    <a:pt x="151" y="263"/>
                    <a:pt x="147" y="299"/>
                    <a:pt x="147" y="299"/>
                  </a:cubicBezTo>
                  <a:cubicBezTo>
                    <a:pt x="117" y="500"/>
                    <a:pt x="117" y="500"/>
                    <a:pt x="117" y="500"/>
                  </a:cubicBezTo>
                  <a:cubicBezTo>
                    <a:pt x="107" y="508"/>
                    <a:pt x="60" y="511"/>
                    <a:pt x="0" y="503"/>
                  </a:cubicBezTo>
                  <a:cubicBezTo>
                    <a:pt x="35" y="595"/>
                    <a:pt x="123" y="568"/>
                    <a:pt x="120" y="611"/>
                  </a:cubicBezTo>
                  <a:cubicBezTo>
                    <a:pt x="118" y="654"/>
                    <a:pt x="132" y="743"/>
                    <a:pt x="132" y="743"/>
                  </a:cubicBezTo>
                  <a:cubicBezTo>
                    <a:pt x="132" y="743"/>
                    <a:pt x="97" y="769"/>
                    <a:pt x="46" y="759"/>
                  </a:cubicBezTo>
                  <a:cubicBezTo>
                    <a:pt x="70" y="798"/>
                    <a:pt x="154" y="848"/>
                    <a:pt x="154" y="848"/>
                  </a:cubicBezTo>
                  <a:cubicBezTo>
                    <a:pt x="152" y="866"/>
                    <a:pt x="210" y="1040"/>
                    <a:pt x="234" y="1039"/>
                  </a:cubicBezTo>
                  <a:cubicBezTo>
                    <a:pt x="258" y="1037"/>
                    <a:pt x="278" y="983"/>
                    <a:pt x="314" y="934"/>
                  </a:cubicBezTo>
                  <a:cubicBezTo>
                    <a:pt x="349" y="885"/>
                    <a:pt x="379" y="706"/>
                    <a:pt x="385" y="656"/>
                  </a:cubicBezTo>
                  <a:cubicBezTo>
                    <a:pt x="392" y="599"/>
                    <a:pt x="450" y="599"/>
                    <a:pt x="477" y="465"/>
                  </a:cubicBezTo>
                  <a:close/>
                  <a:moveTo>
                    <a:pt x="239" y="262"/>
                  </a:moveTo>
                  <a:cubicBezTo>
                    <a:pt x="239" y="262"/>
                    <a:pt x="325" y="515"/>
                    <a:pt x="322" y="685"/>
                  </a:cubicBezTo>
                  <a:cubicBezTo>
                    <a:pt x="275" y="449"/>
                    <a:pt x="263" y="395"/>
                    <a:pt x="239" y="262"/>
                  </a:cubicBezTo>
                  <a:close/>
                  <a:moveTo>
                    <a:pt x="260" y="939"/>
                  </a:moveTo>
                  <a:cubicBezTo>
                    <a:pt x="246" y="940"/>
                    <a:pt x="235" y="930"/>
                    <a:pt x="234" y="917"/>
                  </a:cubicBezTo>
                  <a:cubicBezTo>
                    <a:pt x="233" y="903"/>
                    <a:pt x="243" y="891"/>
                    <a:pt x="257" y="891"/>
                  </a:cubicBezTo>
                  <a:cubicBezTo>
                    <a:pt x="270" y="890"/>
                    <a:pt x="282" y="900"/>
                    <a:pt x="283" y="913"/>
                  </a:cubicBezTo>
                  <a:cubicBezTo>
                    <a:pt x="284" y="927"/>
                    <a:pt x="273" y="939"/>
                    <a:pt x="260" y="939"/>
                  </a:cubicBezTo>
                  <a:close/>
                  <a:moveTo>
                    <a:pt x="185" y="787"/>
                  </a:moveTo>
                  <a:cubicBezTo>
                    <a:pt x="185" y="787"/>
                    <a:pt x="244" y="722"/>
                    <a:pt x="324" y="761"/>
                  </a:cubicBezTo>
                  <a:cubicBezTo>
                    <a:pt x="324" y="761"/>
                    <a:pt x="264" y="742"/>
                    <a:pt x="185" y="787"/>
                  </a:cubicBezTo>
                  <a:close/>
                  <a:moveTo>
                    <a:pt x="167" y="759"/>
                  </a:moveTo>
                  <a:cubicBezTo>
                    <a:pt x="167" y="759"/>
                    <a:pt x="238" y="681"/>
                    <a:pt x="335" y="727"/>
                  </a:cubicBezTo>
                  <a:cubicBezTo>
                    <a:pt x="335" y="727"/>
                    <a:pt x="262" y="705"/>
                    <a:pt x="167" y="7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96" name="组合 195"/>
          <p:cNvGrpSpPr/>
          <p:nvPr/>
        </p:nvGrpSpPr>
        <p:grpSpPr>
          <a:xfrm>
            <a:off x="3740151" y="3298825"/>
            <a:ext cx="1722438" cy="1581151"/>
            <a:chOff x="3740151" y="3298825"/>
            <a:chExt cx="1722438" cy="1581151"/>
          </a:xfrm>
          <a:solidFill>
            <a:schemeClr val="tx1">
              <a:lumMod val="65000"/>
              <a:lumOff val="35000"/>
            </a:schemeClr>
          </a:solidFill>
        </p:grpSpPr>
        <p:sp>
          <p:nvSpPr>
            <p:cNvPr id="197" name="Freeform 189"/>
            <p:cNvSpPr>
              <a:spLocks noEditPoints="1"/>
            </p:cNvSpPr>
            <p:nvPr/>
          </p:nvSpPr>
          <p:spPr bwMode="auto">
            <a:xfrm>
              <a:off x="4505326" y="3298825"/>
              <a:ext cx="300038" cy="300038"/>
            </a:xfrm>
            <a:custGeom>
              <a:avLst/>
              <a:gdLst>
                <a:gd name="T0" fmla="*/ 0 w 180"/>
                <a:gd name="T1" fmla="*/ 90 h 180"/>
                <a:gd name="T2" fmla="*/ 90 w 180"/>
                <a:gd name="T3" fmla="*/ 180 h 180"/>
                <a:gd name="T4" fmla="*/ 180 w 180"/>
                <a:gd name="T5" fmla="*/ 90 h 180"/>
                <a:gd name="T6" fmla="*/ 90 w 180"/>
                <a:gd name="T7" fmla="*/ 0 h 180"/>
                <a:gd name="T8" fmla="*/ 0 w 180"/>
                <a:gd name="T9" fmla="*/ 90 h 180"/>
                <a:gd name="T10" fmla="*/ 90 w 180"/>
                <a:gd name="T11" fmla="*/ 108 h 180"/>
                <a:gd name="T12" fmla="*/ 18 w 180"/>
                <a:gd name="T13" fmla="*/ 69 h 180"/>
                <a:gd name="T14" fmla="*/ 19 w 180"/>
                <a:gd name="T15" fmla="*/ 62 h 180"/>
                <a:gd name="T16" fmla="*/ 90 w 180"/>
                <a:gd name="T17" fmla="*/ 95 h 180"/>
                <a:gd name="T18" fmla="*/ 161 w 180"/>
                <a:gd name="T19" fmla="*/ 62 h 180"/>
                <a:gd name="T20" fmla="*/ 162 w 180"/>
                <a:gd name="T21" fmla="*/ 69 h 180"/>
                <a:gd name="T22" fmla="*/ 90 w 180"/>
                <a:gd name="T23" fmla="*/ 108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0" h="180">
                  <a:moveTo>
                    <a:pt x="0" y="90"/>
                  </a:moveTo>
                  <a:cubicBezTo>
                    <a:pt x="0" y="140"/>
                    <a:pt x="40" y="180"/>
                    <a:pt x="90" y="180"/>
                  </a:cubicBezTo>
                  <a:cubicBezTo>
                    <a:pt x="140" y="180"/>
                    <a:pt x="180" y="140"/>
                    <a:pt x="180" y="90"/>
                  </a:cubicBezTo>
                  <a:cubicBezTo>
                    <a:pt x="180" y="40"/>
                    <a:pt x="140" y="0"/>
                    <a:pt x="90" y="0"/>
                  </a:cubicBezTo>
                  <a:cubicBezTo>
                    <a:pt x="40" y="0"/>
                    <a:pt x="0" y="40"/>
                    <a:pt x="0" y="90"/>
                  </a:cubicBezTo>
                  <a:close/>
                  <a:moveTo>
                    <a:pt x="90" y="108"/>
                  </a:moveTo>
                  <a:cubicBezTo>
                    <a:pt x="50" y="108"/>
                    <a:pt x="18" y="91"/>
                    <a:pt x="18" y="69"/>
                  </a:cubicBezTo>
                  <a:cubicBezTo>
                    <a:pt x="18" y="67"/>
                    <a:pt x="18" y="65"/>
                    <a:pt x="19" y="62"/>
                  </a:cubicBezTo>
                  <a:cubicBezTo>
                    <a:pt x="25" y="81"/>
                    <a:pt x="54" y="95"/>
                    <a:pt x="90" y="95"/>
                  </a:cubicBezTo>
                  <a:cubicBezTo>
                    <a:pt x="126" y="95"/>
                    <a:pt x="155" y="81"/>
                    <a:pt x="161" y="62"/>
                  </a:cubicBezTo>
                  <a:cubicBezTo>
                    <a:pt x="162" y="65"/>
                    <a:pt x="162" y="67"/>
                    <a:pt x="162" y="69"/>
                  </a:cubicBezTo>
                  <a:cubicBezTo>
                    <a:pt x="162" y="91"/>
                    <a:pt x="130" y="108"/>
                    <a:pt x="90" y="1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190"/>
            <p:cNvSpPr>
              <a:spLocks/>
            </p:cNvSpPr>
            <p:nvPr/>
          </p:nvSpPr>
          <p:spPr bwMode="auto">
            <a:xfrm>
              <a:off x="4624388" y="3636963"/>
              <a:ext cx="331788" cy="65088"/>
            </a:xfrm>
            <a:custGeom>
              <a:avLst/>
              <a:gdLst>
                <a:gd name="T0" fmla="*/ 96 w 200"/>
                <a:gd name="T1" fmla="*/ 38 h 39"/>
                <a:gd name="T2" fmla="*/ 200 w 200"/>
                <a:gd name="T3" fmla="*/ 37 h 39"/>
                <a:gd name="T4" fmla="*/ 102 w 200"/>
                <a:gd name="T5" fmla="*/ 0 h 39"/>
                <a:gd name="T6" fmla="*/ 96 w 200"/>
                <a:gd name="T7" fmla="*/ 0 h 39"/>
                <a:gd name="T8" fmla="*/ 0 w 200"/>
                <a:gd name="T9" fmla="*/ 0 h 39"/>
                <a:gd name="T10" fmla="*/ 44 w 200"/>
                <a:gd name="T11" fmla="*/ 21 h 39"/>
                <a:gd name="T12" fmla="*/ 96 w 200"/>
                <a:gd name="T13" fmla="*/ 38 h 39"/>
              </a:gdLst>
              <a:ahLst/>
              <a:cxnLst>
                <a:cxn ang="0">
                  <a:pos x="T0" y="T1"/>
                </a:cxn>
                <a:cxn ang="0">
                  <a:pos x="T2" y="T3"/>
                </a:cxn>
                <a:cxn ang="0">
                  <a:pos x="T4" y="T5"/>
                </a:cxn>
                <a:cxn ang="0">
                  <a:pos x="T6" y="T7"/>
                </a:cxn>
                <a:cxn ang="0">
                  <a:pos x="T8" y="T9"/>
                </a:cxn>
                <a:cxn ang="0">
                  <a:pos x="T10" y="T11"/>
                </a:cxn>
                <a:cxn ang="0">
                  <a:pos x="T12" y="T13"/>
                </a:cxn>
              </a:cxnLst>
              <a:rect l="0" t="0" r="r" b="b"/>
              <a:pathLst>
                <a:path w="200" h="39">
                  <a:moveTo>
                    <a:pt x="96" y="38"/>
                  </a:moveTo>
                  <a:cubicBezTo>
                    <a:pt x="111" y="37"/>
                    <a:pt x="152" y="36"/>
                    <a:pt x="200" y="37"/>
                  </a:cubicBezTo>
                  <a:cubicBezTo>
                    <a:pt x="153" y="8"/>
                    <a:pt x="117" y="2"/>
                    <a:pt x="102" y="0"/>
                  </a:cubicBezTo>
                  <a:cubicBezTo>
                    <a:pt x="100" y="0"/>
                    <a:pt x="98" y="0"/>
                    <a:pt x="96" y="0"/>
                  </a:cubicBezTo>
                  <a:cubicBezTo>
                    <a:pt x="0" y="0"/>
                    <a:pt x="0" y="0"/>
                    <a:pt x="0" y="0"/>
                  </a:cubicBezTo>
                  <a:cubicBezTo>
                    <a:pt x="18" y="8"/>
                    <a:pt x="32" y="14"/>
                    <a:pt x="44" y="21"/>
                  </a:cubicBezTo>
                  <a:cubicBezTo>
                    <a:pt x="62" y="32"/>
                    <a:pt x="76" y="39"/>
                    <a:pt x="96"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191"/>
            <p:cNvSpPr>
              <a:spLocks/>
            </p:cNvSpPr>
            <p:nvPr/>
          </p:nvSpPr>
          <p:spPr bwMode="auto">
            <a:xfrm>
              <a:off x="4391026" y="4214813"/>
              <a:ext cx="230188" cy="665163"/>
            </a:xfrm>
            <a:custGeom>
              <a:avLst/>
              <a:gdLst>
                <a:gd name="T0" fmla="*/ 43 w 138"/>
                <a:gd name="T1" fmla="*/ 2 h 399"/>
                <a:gd name="T2" fmla="*/ 3 w 138"/>
                <a:gd name="T3" fmla="*/ 341 h 399"/>
                <a:gd name="T4" fmla="*/ 46 w 138"/>
                <a:gd name="T5" fmla="*/ 396 h 399"/>
                <a:gd name="T6" fmla="*/ 101 w 138"/>
                <a:gd name="T7" fmla="*/ 352 h 399"/>
                <a:gd name="T8" fmla="*/ 138 w 138"/>
                <a:gd name="T9" fmla="*/ 44 h 399"/>
                <a:gd name="T10" fmla="*/ 125 w 138"/>
                <a:gd name="T11" fmla="*/ 0 h 399"/>
                <a:gd name="T12" fmla="*/ 43 w 138"/>
                <a:gd name="T13" fmla="*/ 2 h 399"/>
              </a:gdLst>
              <a:ahLst/>
              <a:cxnLst>
                <a:cxn ang="0">
                  <a:pos x="T0" y="T1"/>
                </a:cxn>
                <a:cxn ang="0">
                  <a:pos x="T2" y="T3"/>
                </a:cxn>
                <a:cxn ang="0">
                  <a:pos x="T4" y="T5"/>
                </a:cxn>
                <a:cxn ang="0">
                  <a:pos x="T6" y="T7"/>
                </a:cxn>
                <a:cxn ang="0">
                  <a:pos x="T8" y="T9"/>
                </a:cxn>
                <a:cxn ang="0">
                  <a:pos x="T10" y="T11"/>
                </a:cxn>
                <a:cxn ang="0">
                  <a:pos x="T12" y="T13"/>
                </a:cxn>
              </a:cxnLst>
              <a:rect l="0" t="0" r="r" b="b"/>
              <a:pathLst>
                <a:path w="138" h="399">
                  <a:moveTo>
                    <a:pt x="43" y="2"/>
                  </a:moveTo>
                  <a:cubicBezTo>
                    <a:pt x="3" y="341"/>
                    <a:pt x="3" y="341"/>
                    <a:pt x="3" y="341"/>
                  </a:cubicBezTo>
                  <a:cubicBezTo>
                    <a:pt x="0" y="368"/>
                    <a:pt x="19" y="392"/>
                    <a:pt x="46" y="396"/>
                  </a:cubicBezTo>
                  <a:cubicBezTo>
                    <a:pt x="73" y="399"/>
                    <a:pt x="98" y="379"/>
                    <a:pt x="101" y="352"/>
                  </a:cubicBezTo>
                  <a:cubicBezTo>
                    <a:pt x="138" y="44"/>
                    <a:pt x="138" y="44"/>
                    <a:pt x="138" y="44"/>
                  </a:cubicBezTo>
                  <a:cubicBezTo>
                    <a:pt x="133" y="18"/>
                    <a:pt x="128" y="5"/>
                    <a:pt x="125" y="0"/>
                  </a:cubicBezTo>
                  <a:lnTo>
                    <a:pt x="43"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192"/>
            <p:cNvSpPr>
              <a:spLocks/>
            </p:cNvSpPr>
            <p:nvPr/>
          </p:nvSpPr>
          <p:spPr bwMode="auto">
            <a:xfrm>
              <a:off x="4700588" y="4167188"/>
              <a:ext cx="219075" cy="712788"/>
            </a:xfrm>
            <a:custGeom>
              <a:avLst/>
              <a:gdLst>
                <a:gd name="T0" fmla="*/ 53 w 132"/>
                <a:gd name="T1" fmla="*/ 6 h 428"/>
                <a:gd name="T2" fmla="*/ 37 w 132"/>
                <a:gd name="T3" fmla="*/ 39 h 428"/>
                <a:gd name="T4" fmla="*/ 0 w 132"/>
                <a:gd name="T5" fmla="*/ 121 h 428"/>
                <a:gd name="T6" fmla="*/ 31 w 132"/>
                <a:gd name="T7" fmla="*/ 381 h 428"/>
                <a:gd name="T8" fmla="*/ 86 w 132"/>
                <a:gd name="T9" fmla="*/ 425 h 428"/>
                <a:gd name="T10" fmla="*/ 129 w 132"/>
                <a:gd name="T11" fmla="*/ 370 h 428"/>
                <a:gd name="T12" fmla="*/ 85 w 132"/>
                <a:gd name="T13" fmla="*/ 0 h 428"/>
                <a:gd name="T14" fmla="*/ 53 w 132"/>
                <a:gd name="T15" fmla="*/ 6 h 4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2" h="428">
                  <a:moveTo>
                    <a:pt x="53" y="6"/>
                  </a:moveTo>
                  <a:cubicBezTo>
                    <a:pt x="43" y="8"/>
                    <a:pt x="41" y="16"/>
                    <a:pt x="37" y="39"/>
                  </a:cubicBezTo>
                  <a:cubicBezTo>
                    <a:pt x="32" y="63"/>
                    <a:pt x="27" y="94"/>
                    <a:pt x="0" y="121"/>
                  </a:cubicBezTo>
                  <a:cubicBezTo>
                    <a:pt x="31" y="381"/>
                    <a:pt x="31" y="381"/>
                    <a:pt x="31" y="381"/>
                  </a:cubicBezTo>
                  <a:cubicBezTo>
                    <a:pt x="34" y="408"/>
                    <a:pt x="58" y="428"/>
                    <a:pt x="86" y="425"/>
                  </a:cubicBezTo>
                  <a:cubicBezTo>
                    <a:pt x="113" y="421"/>
                    <a:pt x="132" y="397"/>
                    <a:pt x="129" y="370"/>
                  </a:cubicBezTo>
                  <a:cubicBezTo>
                    <a:pt x="85" y="0"/>
                    <a:pt x="85" y="0"/>
                    <a:pt x="85" y="0"/>
                  </a:cubicBezTo>
                  <a:cubicBezTo>
                    <a:pt x="74" y="3"/>
                    <a:pt x="63" y="5"/>
                    <a:pt x="5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193"/>
            <p:cNvSpPr>
              <a:spLocks noEditPoints="1"/>
            </p:cNvSpPr>
            <p:nvPr/>
          </p:nvSpPr>
          <p:spPr bwMode="auto">
            <a:xfrm>
              <a:off x="3740151" y="3619500"/>
              <a:ext cx="1722438" cy="866775"/>
            </a:xfrm>
            <a:custGeom>
              <a:avLst/>
              <a:gdLst>
                <a:gd name="T0" fmla="*/ 142 w 1035"/>
                <a:gd name="T1" fmla="*/ 366 h 521"/>
                <a:gd name="T2" fmla="*/ 105 w 1035"/>
                <a:gd name="T3" fmla="*/ 506 h 521"/>
                <a:gd name="T4" fmla="*/ 256 w 1035"/>
                <a:gd name="T5" fmla="*/ 364 h 521"/>
                <a:gd name="T6" fmla="*/ 318 w 1035"/>
                <a:gd name="T7" fmla="*/ 353 h 521"/>
                <a:gd name="T8" fmla="*/ 521 w 1035"/>
                <a:gd name="T9" fmla="*/ 349 h 521"/>
                <a:gd name="T10" fmla="*/ 544 w 1035"/>
                <a:gd name="T11" fmla="*/ 463 h 521"/>
                <a:gd name="T12" fmla="*/ 629 w 1035"/>
                <a:gd name="T13" fmla="*/ 326 h 521"/>
                <a:gd name="T14" fmla="*/ 757 w 1035"/>
                <a:gd name="T15" fmla="*/ 292 h 521"/>
                <a:gd name="T16" fmla="*/ 788 w 1035"/>
                <a:gd name="T17" fmla="*/ 374 h 521"/>
                <a:gd name="T18" fmla="*/ 843 w 1035"/>
                <a:gd name="T19" fmla="*/ 287 h 521"/>
                <a:gd name="T20" fmla="*/ 824 w 1035"/>
                <a:gd name="T21" fmla="*/ 265 h 521"/>
                <a:gd name="T22" fmla="*/ 815 w 1035"/>
                <a:gd name="T23" fmla="*/ 235 h 521"/>
                <a:gd name="T24" fmla="*/ 829 w 1035"/>
                <a:gd name="T25" fmla="*/ 207 h 521"/>
                <a:gd name="T26" fmla="*/ 856 w 1035"/>
                <a:gd name="T27" fmla="*/ 197 h 521"/>
                <a:gd name="T28" fmla="*/ 887 w 1035"/>
                <a:gd name="T29" fmla="*/ 212 h 521"/>
                <a:gd name="T30" fmla="*/ 904 w 1035"/>
                <a:gd name="T31" fmla="*/ 232 h 521"/>
                <a:gd name="T32" fmla="*/ 1031 w 1035"/>
                <a:gd name="T33" fmla="*/ 140 h 521"/>
                <a:gd name="T34" fmla="*/ 914 w 1035"/>
                <a:gd name="T35" fmla="*/ 80 h 521"/>
                <a:gd name="T36" fmla="*/ 628 w 1035"/>
                <a:gd name="T37" fmla="*/ 57 h 521"/>
                <a:gd name="T38" fmla="*/ 424 w 1035"/>
                <a:gd name="T39" fmla="*/ 0 h 521"/>
                <a:gd name="T40" fmla="*/ 426 w 1035"/>
                <a:gd name="T41" fmla="*/ 143 h 521"/>
                <a:gd name="T42" fmla="*/ 390 w 1035"/>
                <a:gd name="T43" fmla="*/ 172 h 521"/>
                <a:gd name="T44" fmla="*/ 360 w 1035"/>
                <a:gd name="T45" fmla="*/ 222 h 521"/>
                <a:gd name="T46" fmla="*/ 667 w 1035"/>
                <a:gd name="T47" fmla="*/ 115 h 521"/>
                <a:gd name="T48" fmla="*/ 353 w 1035"/>
                <a:gd name="T49" fmla="*/ 237 h 521"/>
                <a:gd name="T50" fmla="*/ 331 w 1035"/>
                <a:gd name="T51" fmla="*/ 319 h 521"/>
                <a:gd name="T52" fmla="*/ 290 w 1035"/>
                <a:gd name="T53" fmla="*/ 355 h 521"/>
                <a:gd name="T54" fmla="*/ 285 w 1035"/>
                <a:gd name="T55" fmla="*/ 355 h 521"/>
                <a:gd name="T56" fmla="*/ 249 w 1035"/>
                <a:gd name="T57" fmla="*/ 308 h 521"/>
                <a:gd name="T58" fmla="*/ 263 w 1035"/>
                <a:gd name="T59" fmla="*/ 244 h 521"/>
                <a:gd name="T60" fmla="*/ 199 w 1035"/>
                <a:gd name="T61" fmla="*/ 272 h 521"/>
                <a:gd name="T62" fmla="*/ 0 w 1035"/>
                <a:gd name="T63" fmla="*/ 273 h 521"/>
                <a:gd name="T64" fmla="*/ 142 w 1035"/>
                <a:gd name="T65" fmla="*/ 366 h 521"/>
                <a:gd name="T66" fmla="*/ 899 w 1035"/>
                <a:gd name="T67" fmla="*/ 114 h 521"/>
                <a:gd name="T68" fmla="*/ 929 w 1035"/>
                <a:gd name="T69" fmla="*/ 132 h 521"/>
                <a:gd name="T70" fmla="*/ 911 w 1035"/>
                <a:gd name="T71" fmla="*/ 161 h 521"/>
                <a:gd name="T72" fmla="*/ 881 w 1035"/>
                <a:gd name="T73" fmla="*/ 143 h 521"/>
                <a:gd name="T74" fmla="*/ 899 w 1035"/>
                <a:gd name="T75" fmla="*/ 114 h 521"/>
                <a:gd name="T76" fmla="*/ 742 w 1035"/>
                <a:gd name="T77" fmla="*/ 100 h 521"/>
                <a:gd name="T78" fmla="*/ 792 w 1035"/>
                <a:gd name="T79" fmla="*/ 232 h 521"/>
                <a:gd name="T80" fmla="*/ 742 w 1035"/>
                <a:gd name="T81" fmla="*/ 100 h 521"/>
                <a:gd name="T82" fmla="*/ 767 w 1035"/>
                <a:gd name="T83" fmla="*/ 255 h 521"/>
                <a:gd name="T84" fmla="*/ 707 w 1035"/>
                <a:gd name="T85" fmla="*/ 95 h 521"/>
                <a:gd name="T86" fmla="*/ 767 w 1035"/>
                <a:gd name="T87" fmla="*/ 255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35" h="521">
                  <a:moveTo>
                    <a:pt x="142" y="366"/>
                  </a:moveTo>
                  <a:cubicBezTo>
                    <a:pt x="160" y="406"/>
                    <a:pt x="148" y="457"/>
                    <a:pt x="105" y="506"/>
                  </a:cubicBezTo>
                  <a:cubicBezTo>
                    <a:pt x="185" y="521"/>
                    <a:pt x="230" y="373"/>
                    <a:pt x="256" y="364"/>
                  </a:cubicBezTo>
                  <a:cubicBezTo>
                    <a:pt x="281" y="356"/>
                    <a:pt x="318" y="353"/>
                    <a:pt x="318" y="353"/>
                  </a:cubicBezTo>
                  <a:cubicBezTo>
                    <a:pt x="521" y="349"/>
                    <a:pt x="521" y="349"/>
                    <a:pt x="521" y="349"/>
                  </a:cubicBezTo>
                  <a:cubicBezTo>
                    <a:pt x="530" y="357"/>
                    <a:pt x="542" y="403"/>
                    <a:pt x="544" y="463"/>
                  </a:cubicBezTo>
                  <a:cubicBezTo>
                    <a:pt x="629" y="413"/>
                    <a:pt x="586" y="331"/>
                    <a:pt x="629" y="326"/>
                  </a:cubicBezTo>
                  <a:cubicBezTo>
                    <a:pt x="672" y="321"/>
                    <a:pt x="757" y="292"/>
                    <a:pt x="757" y="292"/>
                  </a:cubicBezTo>
                  <a:cubicBezTo>
                    <a:pt x="757" y="292"/>
                    <a:pt x="789" y="321"/>
                    <a:pt x="788" y="374"/>
                  </a:cubicBezTo>
                  <a:cubicBezTo>
                    <a:pt x="809" y="356"/>
                    <a:pt x="829" y="316"/>
                    <a:pt x="843" y="287"/>
                  </a:cubicBezTo>
                  <a:cubicBezTo>
                    <a:pt x="824" y="265"/>
                    <a:pt x="824" y="265"/>
                    <a:pt x="824" y="265"/>
                  </a:cubicBezTo>
                  <a:cubicBezTo>
                    <a:pt x="817" y="257"/>
                    <a:pt x="814" y="246"/>
                    <a:pt x="815" y="235"/>
                  </a:cubicBezTo>
                  <a:cubicBezTo>
                    <a:pt x="816" y="224"/>
                    <a:pt x="821" y="214"/>
                    <a:pt x="829" y="207"/>
                  </a:cubicBezTo>
                  <a:cubicBezTo>
                    <a:pt x="837" y="201"/>
                    <a:pt x="846" y="197"/>
                    <a:pt x="856" y="197"/>
                  </a:cubicBezTo>
                  <a:cubicBezTo>
                    <a:pt x="868" y="197"/>
                    <a:pt x="879" y="203"/>
                    <a:pt x="887" y="212"/>
                  </a:cubicBezTo>
                  <a:cubicBezTo>
                    <a:pt x="904" y="232"/>
                    <a:pt x="904" y="232"/>
                    <a:pt x="904" y="232"/>
                  </a:cubicBezTo>
                  <a:cubicBezTo>
                    <a:pt x="957" y="204"/>
                    <a:pt x="1035" y="157"/>
                    <a:pt x="1031" y="140"/>
                  </a:cubicBezTo>
                  <a:cubicBezTo>
                    <a:pt x="1026" y="117"/>
                    <a:pt x="969" y="106"/>
                    <a:pt x="914" y="80"/>
                  </a:cubicBezTo>
                  <a:cubicBezTo>
                    <a:pt x="860" y="53"/>
                    <a:pt x="678" y="55"/>
                    <a:pt x="628" y="57"/>
                  </a:cubicBezTo>
                  <a:cubicBezTo>
                    <a:pt x="571" y="60"/>
                    <a:pt x="561" y="4"/>
                    <a:pt x="424" y="0"/>
                  </a:cubicBezTo>
                  <a:cubicBezTo>
                    <a:pt x="477" y="59"/>
                    <a:pt x="437" y="122"/>
                    <a:pt x="426" y="143"/>
                  </a:cubicBezTo>
                  <a:cubicBezTo>
                    <a:pt x="422" y="149"/>
                    <a:pt x="409" y="160"/>
                    <a:pt x="390" y="172"/>
                  </a:cubicBezTo>
                  <a:cubicBezTo>
                    <a:pt x="378" y="188"/>
                    <a:pt x="368" y="205"/>
                    <a:pt x="360" y="222"/>
                  </a:cubicBezTo>
                  <a:cubicBezTo>
                    <a:pt x="444" y="183"/>
                    <a:pt x="568" y="131"/>
                    <a:pt x="667" y="115"/>
                  </a:cubicBezTo>
                  <a:cubicBezTo>
                    <a:pt x="502" y="180"/>
                    <a:pt x="431" y="208"/>
                    <a:pt x="353" y="237"/>
                  </a:cubicBezTo>
                  <a:cubicBezTo>
                    <a:pt x="342" y="263"/>
                    <a:pt x="335" y="290"/>
                    <a:pt x="331" y="319"/>
                  </a:cubicBezTo>
                  <a:cubicBezTo>
                    <a:pt x="328" y="340"/>
                    <a:pt x="311" y="355"/>
                    <a:pt x="290" y="355"/>
                  </a:cubicBezTo>
                  <a:cubicBezTo>
                    <a:pt x="289" y="355"/>
                    <a:pt x="287" y="355"/>
                    <a:pt x="285" y="355"/>
                  </a:cubicBezTo>
                  <a:cubicBezTo>
                    <a:pt x="262" y="352"/>
                    <a:pt x="246" y="331"/>
                    <a:pt x="249" y="308"/>
                  </a:cubicBezTo>
                  <a:cubicBezTo>
                    <a:pt x="252" y="286"/>
                    <a:pt x="257" y="264"/>
                    <a:pt x="263" y="244"/>
                  </a:cubicBezTo>
                  <a:cubicBezTo>
                    <a:pt x="241" y="255"/>
                    <a:pt x="218" y="265"/>
                    <a:pt x="199" y="272"/>
                  </a:cubicBezTo>
                  <a:cubicBezTo>
                    <a:pt x="170" y="284"/>
                    <a:pt x="126" y="229"/>
                    <a:pt x="0" y="273"/>
                  </a:cubicBezTo>
                  <a:cubicBezTo>
                    <a:pt x="46" y="286"/>
                    <a:pt x="120" y="318"/>
                    <a:pt x="142" y="366"/>
                  </a:cubicBezTo>
                  <a:close/>
                  <a:moveTo>
                    <a:pt x="899" y="114"/>
                  </a:moveTo>
                  <a:cubicBezTo>
                    <a:pt x="912" y="111"/>
                    <a:pt x="926" y="119"/>
                    <a:pt x="929" y="132"/>
                  </a:cubicBezTo>
                  <a:cubicBezTo>
                    <a:pt x="932" y="145"/>
                    <a:pt x="924" y="158"/>
                    <a:pt x="911" y="161"/>
                  </a:cubicBezTo>
                  <a:cubicBezTo>
                    <a:pt x="898" y="165"/>
                    <a:pt x="885" y="157"/>
                    <a:pt x="881" y="143"/>
                  </a:cubicBezTo>
                  <a:cubicBezTo>
                    <a:pt x="878" y="130"/>
                    <a:pt x="886" y="117"/>
                    <a:pt x="899" y="114"/>
                  </a:cubicBezTo>
                  <a:close/>
                  <a:moveTo>
                    <a:pt x="742" y="100"/>
                  </a:moveTo>
                  <a:cubicBezTo>
                    <a:pt x="742" y="100"/>
                    <a:pt x="734" y="162"/>
                    <a:pt x="792" y="232"/>
                  </a:cubicBezTo>
                  <a:cubicBezTo>
                    <a:pt x="792" y="232"/>
                    <a:pt x="718" y="185"/>
                    <a:pt x="742" y="100"/>
                  </a:cubicBezTo>
                  <a:close/>
                  <a:moveTo>
                    <a:pt x="767" y="255"/>
                  </a:moveTo>
                  <a:cubicBezTo>
                    <a:pt x="767" y="255"/>
                    <a:pt x="678" y="198"/>
                    <a:pt x="707" y="95"/>
                  </a:cubicBezTo>
                  <a:cubicBezTo>
                    <a:pt x="707" y="95"/>
                    <a:pt x="698" y="170"/>
                    <a:pt x="767"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194"/>
            <p:cNvSpPr>
              <a:spLocks/>
            </p:cNvSpPr>
            <p:nvPr/>
          </p:nvSpPr>
          <p:spPr bwMode="auto">
            <a:xfrm>
              <a:off x="4167188" y="3670300"/>
              <a:ext cx="312738" cy="525463"/>
            </a:xfrm>
            <a:custGeom>
              <a:avLst/>
              <a:gdLst>
                <a:gd name="T0" fmla="*/ 3 w 188"/>
                <a:gd name="T1" fmla="*/ 279 h 316"/>
                <a:gd name="T2" fmla="*/ 30 w 188"/>
                <a:gd name="T3" fmla="*/ 315 h 316"/>
                <a:gd name="T4" fmla="*/ 34 w 188"/>
                <a:gd name="T5" fmla="*/ 316 h 316"/>
                <a:gd name="T6" fmla="*/ 66 w 188"/>
                <a:gd name="T7" fmla="*/ 288 h 316"/>
                <a:gd name="T8" fmla="*/ 137 w 188"/>
                <a:gd name="T9" fmla="*/ 124 h 316"/>
                <a:gd name="T10" fmla="*/ 151 w 188"/>
                <a:gd name="T11" fmla="*/ 107 h 316"/>
                <a:gd name="T12" fmla="*/ 151 w 188"/>
                <a:gd name="T13" fmla="*/ 107 h 316"/>
                <a:gd name="T14" fmla="*/ 175 w 188"/>
                <a:gd name="T15" fmla="*/ 83 h 316"/>
                <a:gd name="T16" fmla="*/ 184 w 188"/>
                <a:gd name="T17" fmla="*/ 22 h 316"/>
                <a:gd name="T18" fmla="*/ 177 w 188"/>
                <a:gd name="T19" fmla="*/ 0 h 316"/>
                <a:gd name="T20" fmla="*/ 103 w 188"/>
                <a:gd name="T21" fmla="*/ 64 h 316"/>
                <a:gd name="T22" fmla="*/ 103 w 188"/>
                <a:gd name="T23" fmla="*/ 64 h 316"/>
                <a:gd name="T24" fmla="*/ 71 w 188"/>
                <a:gd name="T25" fmla="*/ 104 h 316"/>
                <a:gd name="T26" fmla="*/ 3 w 188"/>
                <a:gd name="T27" fmla="*/ 279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8" h="316">
                  <a:moveTo>
                    <a:pt x="3" y="279"/>
                  </a:moveTo>
                  <a:cubicBezTo>
                    <a:pt x="0" y="297"/>
                    <a:pt x="13" y="313"/>
                    <a:pt x="30" y="315"/>
                  </a:cubicBezTo>
                  <a:cubicBezTo>
                    <a:pt x="32" y="316"/>
                    <a:pt x="33" y="316"/>
                    <a:pt x="34" y="316"/>
                  </a:cubicBezTo>
                  <a:cubicBezTo>
                    <a:pt x="50" y="316"/>
                    <a:pt x="64" y="304"/>
                    <a:pt x="66" y="288"/>
                  </a:cubicBezTo>
                  <a:cubicBezTo>
                    <a:pt x="74" y="227"/>
                    <a:pt x="98" y="172"/>
                    <a:pt x="137" y="124"/>
                  </a:cubicBezTo>
                  <a:cubicBezTo>
                    <a:pt x="141" y="118"/>
                    <a:pt x="146" y="113"/>
                    <a:pt x="151" y="107"/>
                  </a:cubicBezTo>
                  <a:cubicBezTo>
                    <a:pt x="151" y="107"/>
                    <a:pt x="151" y="107"/>
                    <a:pt x="151" y="107"/>
                  </a:cubicBezTo>
                  <a:cubicBezTo>
                    <a:pt x="159" y="98"/>
                    <a:pt x="167" y="90"/>
                    <a:pt x="175" y="83"/>
                  </a:cubicBezTo>
                  <a:cubicBezTo>
                    <a:pt x="182" y="66"/>
                    <a:pt x="188" y="45"/>
                    <a:pt x="184" y="22"/>
                  </a:cubicBezTo>
                  <a:cubicBezTo>
                    <a:pt x="183" y="14"/>
                    <a:pt x="180" y="7"/>
                    <a:pt x="177" y="0"/>
                  </a:cubicBezTo>
                  <a:cubicBezTo>
                    <a:pt x="158" y="13"/>
                    <a:pt x="131" y="34"/>
                    <a:pt x="103" y="64"/>
                  </a:cubicBezTo>
                  <a:cubicBezTo>
                    <a:pt x="103" y="64"/>
                    <a:pt x="103" y="64"/>
                    <a:pt x="103" y="64"/>
                  </a:cubicBezTo>
                  <a:cubicBezTo>
                    <a:pt x="91" y="77"/>
                    <a:pt x="81" y="91"/>
                    <a:pt x="71" y="104"/>
                  </a:cubicBezTo>
                  <a:cubicBezTo>
                    <a:pt x="34" y="157"/>
                    <a:pt x="11" y="215"/>
                    <a:pt x="3" y="2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195"/>
            <p:cNvSpPr>
              <a:spLocks/>
            </p:cNvSpPr>
            <p:nvPr/>
          </p:nvSpPr>
          <p:spPr bwMode="auto">
            <a:xfrm>
              <a:off x="5105401" y="3957638"/>
              <a:ext cx="163513" cy="161925"/>
            </a:xfrm>
            <a:custGeom>
              <a:avLst/>
              <a:gdLst>
                <a:gd name="T0" fmla="*/ 60 w 99"/>
                <a:gd name="T1" fmla="*/ 15 h 97"/>
                <a:gd name="T2" fmla="*/ 15 w 99"/>
                <a:gd name="T3" fmla="*/ 11 h 97"/>
                <a:gd name="T4" fmla="*/ 11 w 99"/>
                <a:gd name="T5" fmla="*/ 56 h 97"/>
                <a:gd name="T6" fmla="*/ 39 w 99"/>
                <a:gd name="T7" fmla="*/ 89 h 97"/>
                <a:gd name="T8" fmla="*/ 88 w 99"/>
                <a:gd name="T9" fmla="*/ 47 h 97"/>
                <a:gd name="T10" fmla="*/ 60 w 99"/>
                <a:gd name="T11" fmla="*/ 15 h 97"/>
              </a:gdLst>
              <a:ahLst/>
              <a:cxnLst>
                <a:cxn ang="0">
                  <a:pos x="T0" y="T1"/>
                </a:cxn>
                <a:cxn ang="0">
                  <a:pos x="T2" y="T3"/>
                </a:cxn>
                <a:cxn ang="0">
                  <a:pos x="T4" y="T5"/>
                </a:cxn>
                <a:cxn ang="0">
                  <a:pos x="T6" y="T7"/>
                </a:cxn>
                <a:cxn ang="0">
                  <a:pos x="T8" y="T9"/>
                </a:cxn>
                <a:cxn ang="0">
                  <a:pos x="T10" y="T11"/>
                </a:cxn>
              </a:cxnLst>
              <a:rect l="0" t="0" r="r" b="b"/>
              <a:pathLst>
                <a:path w="99" h="97">
                  <a:moveTo>
                    <a:pt x="60" y="15"/>
                  </a:moveTo>
                  <a:cubicBezTo>
                    <a:pt x="49" y="1"/>
                    <a:pt x="29" y="0"/>
                    <a:pt x="15" y="11"/>
                  </a:cubicBezTo>
                  <a:cubicBezTo>
                    <a:pt x="2" y="23"/>
                    <a:pt x="0" y="43"/>
                    <a:pt x="11" y="56"/>
                  </a:cubicBezTo>
                  <a:cubicBezTo>
                    <a:pt x="39" y="89"/>
                    <a:pt x="39" y="89"/>
                    <a:pt x="39" y="89"/>
                  </a:cubicBezTo>
                  <a:cubicBezTo>
                    <a:pt x="46" y="97"/>
                    <a:pt x="99" y="61"/>
                    <a:pt x="88" y="47"/>
                  </a:cubicBezTo>
                  <a:lnTo>
                    <a:pt x="6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04" name="组合 203"/>
          <p:cNvGrpSpPr/>
          <p:nvPr/>
        </p:nvGrpSpPr>
        <p:grpSpPr>
          <a:xfrm>
            <a:off x="260351" y="5103813"/>
            <a:ext cx="2227262" cy="1373188"/>
            <a:chOff x="260351" y="5103813"/>
            <a:chExt cx="2227262" cy="1373188"/>
          </a:xfrm>
          <a:solidFill>
            <a:schemeClr val="tx1">
              <a:lumMod val="65000"/>
              <a:lumOff val="35000"/>
            </a:schemeClr>
          </a:solidFill>
        </p:grpSpPr>
        <p:sp>
          <p:nvSpPr>
            <p:cNvPr id="205" name="Freeform 196"/>
            <p:cNvSpPr>
              <a:spLocks noEditPoints="1"/>
            </p:cNvSpPr>
            <p:nvPr/>
          </p:nvSpPr>
          <p:spPr bwMode="auto">
            <a:xfrm>
              <a:off x="260351" y="5337175"/>
              <a:ext cx="1736725" cy="1069975"/>
            </a:xfrm>
            <a:custGeom>
              <a:avLst/>
              <a:gdLst>
                <a:gd name="T0" fmla="*/ 1037 w 1044"/>
                <a:gd name="T1" fmla="*/ 17 h 643"/>
                <a:gd name="T2" fmla="*/ 1035 w 1044"/>
                <a:gd name="T3" fmla="*/ 14 h 643"/>
                <a:gd name="T4" fmla="*/ 1032 w 1044"/>
                <a:gd name="T5" fmla="*/ 13 h 643"/>
                <a:gd name="T6" fmla="*/ 1001 w 1044"/>
                <a:gd name="T7" fmla="*/ 17 h 643"/>
                <a:gd name="T8" fmla="*/ 998 w 1044"/>
                <a:gd name="T9" fmla="*/ 7 h 643"/>
                <a:gd name="T10" fmla="*/ 1022 w 1044"/>
                <a:gd name="T11" fmla="*/ 5 h 643"/>
                <a:gd name="T12" fmla="*/ 1023 w 1044"/>
                <a:gd name="T13" fmla="*/ 0 h 643"/>
                <a:gd name="T14" fmla="*/ 387 w 1044"/>
                <a:gd name="T15" fmla="*/ 216 h 643"/>
                <a:gd name="T16" fmla="*/ 239 w 1044"/>
                <a:gd name="T17" fmla="*/ 213 h 643"/>
                <a:gd name="T18" fmla="*/ 170 w 1044"/>
                <a:gd name="T19" fmla="*/ 103 h 643"/>
                <a:gd name="T20" fmla="*/ 137 w 1044"/>
                <a:gd name="T21" fmla="*/ 73 h 643"/>
                <a:gd name="T22" fmla="*/ 33 w 1044"/>
                <a:gd name="T23" fmla="*/ 141 h 643"/>
                <a:gd name="T24" fmla="*/ 10 w 1044"/>
                <a:gd name="T25" fmla="*/ 363 h 643"/>
                <a:gd name="T26" fmla="*/ 103 w 1044"/>
                <a:gd name="T27" fmla="*/ 434 h 643"/>
                <a:gd name="T28" fmla="*/ 111 w 1044"/>
                <a:gd name="T29" fmla="*/ 434 h 643"/>
                <a:gd name="T30" fmla="*/ 259 w 1044"/>
                <a:gd name="T31" fmla="*/ 434 h 643"/>
                <a:gd name="T32" fmla="*/ 279 w 1044"/>
                <a:gd name="T33" fmla="*/ 598 h 643"/>
                <a:gd name="T34" fmla="*/ 329 w 1044"/>
                <a:gd name="T35" fmla="*/ 643 h 643"/>
                <a:gd name="T36" fmla="*/ 335 w 1044"/>
                <a:gd name="T37" fmla="*/ 642 h 643"/>
                <a:gd name="T38" fmla="*/ 379 w 1044"/>
                <a:gd name="T39" fmla="*/ 587 h 643"/>
                <a:gd name="T40" fmla="*/ 353 w 1044"/>
                <a:gd name="T41" fmla="*/ 378 h 643"/>
                <a:gd name="T42" fmla="*/ 304 w 1044"/>
                <a:gd name="T43" fmla="*/ 334 h 643"/>
                <a:gd name="T44" fmla="*/ 225 w 1044"/>
                <a:gd name="T45" fmla="*/ 334 h 643"/>
                <a:gd name="T46" fmla="*/ 234 w 1044"/>
                <a:gd name="T47" fmla="*/ 328 h 643"/>
                <a:gd name="T48" fmla="*/ 203 w 1044"/>
                <a:gd name="T49" fmla="*/ 331 h 643"/>
                <a:gd name="T50" fmla="*/ 203 w 1044"/>
                <a:gd name="T51" fmla="*/ 334 h 643"/>
                <a:gd name="T52" fmla="*/ 151 w 1044"/>
                <a:gd name="T53" fmla="*/ 334 h 643"/>
                <a:gd name="T54" fmla="*/ 151 w 1044"/>
                <a:gd name="T55" fmla="*/ 325 h 643"/>
                <a:gd name="T56" fmla="*/ 139 w 1044"/>
                <a:gd name="T57" fmla="*/ 309 h 643"/>
                <a:gd name="T58" fmla="*/ 79 w 1044"/>
                <a:gd name="T59" fmla="*/ 170 h 643"/>
                <a:gd name="T60" fmla="*/ 101 w 1044"/>
                <a:gd name="T61" fmla="*/ 116 h 643"/>
                <a:gd name="T62" fmla="*/ 117 w 1044"/>
                <a:gd name="T63" fmla="*/ 112 h 643"/>
                <a:gd name="T64" fmla="*/ 155 w 1044"/>
                <a:gd name="T65" fmla="*/ 137 h 643"/>
                <a:gd name="T66" fmla="*/ 203 w 1044"/>
                <a:gd name="T67" fmla="*/ 249 h 643"/>
                <a:gd name="T68" fmla="*/ 330 w 1044"/>
                <a:gd name="T69" fmla="*/ 236 h 643"/>
                <a:gd name="T70" fmla="*/ 334 w 1044"/>
                <a:gd name="T71" fmla="*/ 235 h 643"/>
                <a:gd name="T72" fmla="*/ 375 w 1044"/>
                <a:gd name="T73" fmla="*/ 272 h 643"/>
                <a:gd name="T74" fmla="*/ 355 w 1044"/>
                <a:gd name="T75" fmla="*/ 312 h 643"/>
                <a:gd name="T76" fmla="*/ 409 w 1044"/>
                <a:gd name="T77" fmla="*/ 293 h 643"/>
                <a:gd name="T78" fmla="*/ 415 w 1044"/>
                <a:gd name="T79" fmla="*/ 274 h 643"/>
                <a:gd name="T80" fmla="*/ 428 w 1044"/>
                <a:gd name="T81" fmla="*/ 249 h 643"/>
                <a:gd name="T82" fmla="*/ 425 w 1044"/>
                <a:gd name="T83" fmla="*/ 234 h 643"/>
                <a:gd name="T84" fmla="*/ 1029 w 1044"/>
                <a:gd name="T85" fmla="*/ 22 h 643"/>
                <a:gd name="T86" fmla="*/ 1036 w 1044"/>
                <a:gd name="T87" fmla="*/ 535 h 643"/>
                <a:gd name="T88" fmla="*/ 1044 w 1044"/>
                <a:gd name="T89" fmla="*/ 535 h 643"/>
                <a:gd name="T90" fmla="*/ 1037 w 1044"/>
                <a:gd name="T91" fmla="*/ 17 h 643"/>
                <a:gd name="T92" fmla="*/ 992 w 1044"/>
                <a:gd name="T93" fmla="*/ 19 h 643"/>
                <a:gd name="T94" fmla="*/ 697 w 1044"/>
                <a:gd name="T95" fmla="*/ 95 h 643"/>
                <a:gd name="T96" fmla="*/ 692 w 1044"/>
                <a:gd name="T97" fmla="*/ 84 h 643"/>
                <a:gd name="T98" fmla="*/ 990 w 1044"/>
                <a:gd name="T99" fmla="*/ 8 h 643"/>
                <a:gd name="T100" fmla="*/ 992 w 1044"/>
                <a:gd name="T101" fmla="*/ 19 h 643"/>
                <a:gd name="T102" fmla="*/ 689 w 1044"/>
                <a:gd name="T103" fmla="*/ 98 h 643"/>
                <a:gd name="T104" fmla="*/ 495 w 1044"/>
                <a:gd name="T105" fmla="*/ 185 h 643"/>
                <a:gd name="T106" fmla="*/ 491 w 1044"/>
                <a:gd name="T107" fmla="*/ 175 h 643"/>
                <a:gd name="T108" fmla="*/ 684 w 1044"/>
                <a:gd name="T109" fmla="*/ 88 h 643"/>
                <a:gd name="T110" fmla="*/ 689 w 1044"/>
                <a:gd name="T111" fmla="*/ 98 h 643"/>
                <a:gd name="T112" fmla="*/ 410 w 1044"/>
                <a:gd name="T113" fmla="*/ 219 h 643"/>
                <a:gd name="T114" fmla="*/ 483 w 1044"/>
                <a:gd name="T115" fmla="*/ 179 h 643"/>
                <a:gd name="T116" fmla="*/ 487 w 1044"/>
                <a:gd name="T117" fmla="*/ 189 h 643"/>
                <a:gd name="T118" fmla="*/ 421 w 1044"/>
                <a:gd name="T119" fmla="*/ 228 h 643"/>
                <a:gd name="T120" fmla="*/ 410 w 1044"/>
                <a:gd name="T121" fmla="*/ 219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44" h="643">
                  <a:moveTo>
                    <a:pt x="1037" y="17"/>
                  </a:moveTo>
                  <a:cubicBezTo>
                    <a:pt x="1037" y="16"/>
                    <a:pt x="1036" y="15"/>
                    <a:pt x="1035" y="14"/>
                  </a:cubicBezTo>
                  <a:cubicBezTo>
                    <a:pt x="1034" y="14"/>
                    <a:pt x="1033" y="13"/>
                    <a:pt x="1032" y="13"/>
                  </a:cubicBezTo>
                  <a:cubicBezTo>
                    <a:pt x="1032" y="13"/>
                    <a:pt x="1021" y="14"/>
                    <a:pt x="1001" y="17"/>
                  </a:cubicBezTo>
                  <a:cubicBezTo>
                    <a:pt x="998" y="7"/>
                    <a:pt x="998" y="7"/>
                    <a:pt x="998" y="7"/>
                  </a:cubicBezTo>
                  <a:cubicBezTo>
                    <a:pt x="1006" y="7"/>
                    <a:pt x="1014" y="6"/>
                    <a:pt x="1022" y="5"/>
                  </a:cubicBezTo>
                  <a:cubicBezTo>
                    <a:pt x="1023" y="0"/>
                    <a:pt x="1023" y="0"/>
                    <a:pt x="1023" y="0"/>
                  </a:cubicBezTo>
                  <a:cubicBezTo>
                    <a:pt x="791" y="13"/>
                    <a:pt x="548" y="125"/>
                    <a:pt x="387" y="216"/>
                  </a:cubicBezTo>
                  <a:cubicBezTo>
                    <a:pt x="239" y="213"/>
                    <a:pt x="239" y="213"/>
                    <a:pt x="239" y="213"/>
                  </a:cubicBezTo>
                  <a:cubicBezTo>
                    <a:pt x="170" y="103"/>
                    <a:pt x="170" y="103"/>
                    <a:pt x="170" y="103"/>
                  </a:cubicBezTo>
                  <a:cubicBezTo>
                    <a:pt x="163" y="88"/>
                    <a:pt x="152" y="77"/>
                    <a:pt x="137" y="73"/>
                  </a:cubicBezTo>
                  <a:cubicBezTo>
                    <a:pt x="102" y="64"/>
                    <a:pt x="53" y="83"/>
                    <a:pt x="33" y="141"/>
                  </a:cubicBezTo>
                  <a:cubicBezTo>
                    <a:pt x="6" y="222"/>
                    <a:pt x="0" y="275"/>
                    <a:pt x="10" y="363"/>
                  </a:cubicBezTo>
                  <a:cubicBezTo>
                    <a:pt x="23" y="428"/>
                    <a:pt x="66" y="434"/>
                    <a:pt x="103" y="434"/>
                  </a:cubicBezTo>
                  <a:cubicBezTo>
                    <a:pt x="105" y="434"/>
                    <a:pt x="108" y="434"/>
                    <a:pt x="111" y="434"/>
                  </a:cubicBezTo>
                  <a:cubicBezTo>
                    <a:pt x="259" y="434"/>
                    <a:pt x="259" y="434"/>
                    <a:pt x="259" y="434"/>
                  </a:cubicBezTo>
                  <a:cubicBezTo>
                    <a:pt x="279" y="598"/>
                    <a:pt x="279" y="598"/>
                    <a:pt x="279" y="598"/>
                  </a:cubicBezTo>
                  <a:cubicBezTo>
                    <a:pt x="282" y="624"/>
                    <a:pt x="304" y="643"/>
                    <a:pt x="329" y="643"/>
                  </a:cubicBezTo>
                  <a:cubicBezTo>
                    <a:pt x="331" y="643"/>
                    <a:pt x="333" y="642"/>
                    <a:pt x="335" y="642"/>
                  </a:cubicBezTo>
                  <a:cubicBezTo>
                    <a:pt x="362" y="639"/>
                    <a:pt x="382" y="614"/>
                    <a:pt x="379" y="587"/>
                  </a:cubicBezTo>
                  <a:cubicBezTo>
                    <a:pt x="353" y="378"/>
                    <a:pt x="353" y="378"/>
                    <a:pt x="353" y="378"/>
                  </a:cubicBezTo>
                  <a:cubicBezTo>
                    <a:pt x="350" y="353"/>
                    <a:pt x="329" y="334"/>
                    <a:pt x="304" y="334"/>
                  </a:cubicBezTo>
                  <a:cubicBezTo>
                    <a:pt x="225" y="334"/>
                    <a:pt x="225" y="334"/>
                    <a:pt x="225" y="334"/>
                  </a:cubicBezTo>
                  <a:cubicBezTo>
                    <a:pt x="228" y="334"/>
                    <a:pt x="231" y="330"/>
                    <a:pt x="234" y="328"/>
                  </a:cubicBezTo>
                  <a:cubicBezTo>
                    <a:pt x="203" y="331"/>
                    <a:pt x="203" y="331"/>
                    <a:pt x="203" y="331"/>
                  </a:cubicBezTo>
                  <a:cubicBezTo>
                    <a:pt x="203" y="334"/>
                    <a:pt x="203" y="334"/>
                    <a:pt x="203" y="334"/>
                  </a:cubicBezTo>
                  <a:cubicBezTo>
                    <a:pt x="151" y="334"/>
                    <a:pt x="151" y="334"/>
                    <a:pt x="151" y="334"/>
                  </a:cubicBezTo>
                  <a:cubicBezTo>
                    <a:pt x="151" y="330"/>
                    <a:pt x="151" y="328"/>
                    <a:pt x="151" y="325"/>
                  </a:cubicBezTo>
                  <a:cubicBezTo>
                    <a:pt x="146" y="320"/>
                    <a:pt x="142" y="315"/>
                    <a:pt x="139" y="309"/>
                  </a:cubicBezTo>
                  <a:cubicBezTo>
                    <a:pt x="79" y="170"/>
                    <a:pt x="79" y="170"/>
                    <a:pt x="79" y="170"/>
                  </a:cubicBezTo>
                  <a:cubicBezTo>
                    <a:pt x="70" y="149"/>
                    <a:pt x="80" y="125"/>
                    <a:pt x="101" y="116"/>
                  </a:cubicBezTo>
                  <a:cubicBezTo>
                    <a:pt x="106" y="114"/>
                    <a:pt x="111" y="112"/>
                    <a:pt x="117" y="112"/>
                  </a:cubicBezTo>
                  <a:cubicBezTo>
                    <a:pt x="133" y="112"/>
                    <a:pt x="148" y="122"/>
                    <a:pt x="155" y="137"/>
                  </a:cubicBezTo>
                  <a:cubicBezTo>
                    <a:pt x="203" y="249"/>
                    <a:pt x="203" y="249"/>
                    <a:pt x="203" y="249"/>
                  </a:cubicBezTo>
                  <a:cubicBezTo>
                    <a:pt x="330" y="236"/>
                    <a:pt x="330" y="236"/>
                    <a:pt x="330" y="236"/>
                  </a:cubicBezTo>
                  <a:cubicBezTo>
                    <a:pt x="331" y="236"/>
                    <a:pt x="333" y="235"/>
                    <a:pt x="334" y="235"/>
                  </a:cubicBezTo>
                  <a:cubicBezTo>
                    <a:pt x="355" y="235"/>
                    <a:pt x="373" y="251"/>
                    <a:pt x="375" y="272"/>
                  </a:cubicBezTo>
                  <a:cubicBezTo>
                    <a:pt x="377" y="289"/>
                    <a:pt x="368" y="304"/>
                    <a:pt x="355" y="312"/>
                  </a:cubicBezTo>
                  <a:cubicBezTo>
                    <a:pt x="375" y="320"/>
                    <a:pt x="398" y="313"/>
                    <a:pt x="409" y="293"/>
                  </a:cubicBezTo>
                  <a:cubicBezTo>
                    <a:pt x="413" y="287"/>
                    <a:pt x="415" y="280"/>
                    <a:pt x="415" y="274"/>
                  </a:cubicBezTo>
                  <a:cubicBezTo>
                    <a:pt x="423" y="268"/>
                    <a:pt x="428" y="259"/>
                    <a:pt x="428" y="249"/>
                  </a:cubicBezTo>
                  <a:cubicBezTo>
                    <a:pt x="428" y="244"/>
                    <a:pt x="427" y="239"/>
                    <a:pt x="425" y="234"/>
                  </a:cubicBezTo>
                  <a:cubicBezTo>
                    <a:pt x="706" y="61"/>
                    <a:pt x="990" y="26"/>
                    <a:pt x="1029" y="22"/>
                  </a:cubicBezTo>
                  <a:cubicBezTo>
                    <a:pt x="1036" y="535"/>
                    <a:pt x="1036" y="535"/>
                    <a:pt x="1036" y="535"/>
                  </a:cubicBezTo>
                  <a:cubicBezTo>
                    <a:pt x="1044" y="535"/>
                    <a:pt x="1044" y="535"/>
                    <a:pt x="1044" y="535"/>
                  </a:cubicBezTo>
                  <a:lnTo>
                    <a:pt x="1037" y="17"/>
                  </a:lnTo>
                  <a:close/>
                  <a:moveTo>
                    <a:pt x="992" y="19"/>
                  </a:moveTo>
                  <a:cubicBezTo>
                    <a:pt x="937" y="27"/>
                    <a:pt x="827" y="48"/>
                    <a:pt x="697" y="95"/>
                  </a:cubicBezTo>
                  <a:cubicBezTo>
                    <a:pt x="692" y="84"/>
                    <a:pt x="692" y="84"/>
                    <a:pt x="692" y="84"/>
                  </a:cubicBezTo>
                  <a:cubicBezTo>
                    <a:pt x="788" y="48"/>
                    <a:pt x="889" y="19"/>
                    <a:pt x="990" y="8"/>
                  </a:cubicBezTo>
                  <a:lnTo>
                    <a:pt x="992" y="19"/>
                  </a:lnTo>
                  <a:close/>
                  <a:moveTo>
                    <a:pt x="689" y="98"/>
                  </a:moveTo>
                  <a:cubicBezTo>
                    <a:pt x="627" y="121"/>
                    <a:pt x="562" y="149"/>
                    <a:pt x="495" y="185"/>
                  </a:cubicBezTo>
                  <a:cubicBezTo>
                    <a:pt x="491" y="175"/>
                    <a:pt x="491" y="175"/>
                    <a:pt x="491" y="175"/>
                  </a:cubicBezTo>
                  <a:cubicBezTo>
                    <a:pt x="550" y="145"/>
                    <a:pt x="616" y="114"/>
                    <a:pt x="684" y="88"/>
                  </a:cubicBezTo>
                  <a:lnTo>
                    <a:pt x="689" y="98"/>
                  </a:lnTo>
                  <a:close/>
                  <a:moveTo>
                    <a:pt x="410" y="219"/>
                  </a:moveTo>
                  <a:cubicBezTo>
                    <a:pt x="433" y="206"/>
                    <a:pt x="457" y="193"/>
                    <a:pt x="483" y="179"/>
                  </a:cubicBezTo>
                  <a:cubicBezTo>
                    <a:pt x="487" y="189"/>
                    <a:pt x="487" y="189"/>
                    <a:pt x="487" y="189"/>
                  </a:cubicBezTo>
                  <a:cubicBezTo>
                    <a:pt x="465" y="201"/>
                    <a:pt x="443" y="214"/>
                    <a:pt x="421" y="228"/>
                  </a:cubicBezTo>
                  <a:cubicBezTo>
                    <a:pt x="418" y="224"/>
                    <a:pt x="414" y="221"/>
                    <a:pt x="410" y="2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197"/>
            <p:cNvSpPr>
              <a:spLocks/>
            </p:cNvSpPr>
            <p:nvPr/>
          </p:nvSpPr>
          <p:spPr bwMode="auto">
            <a:xfrm>
              <a:off x="395288" y="5530850"/>
              <a:ext cx="477838" cy="346075"/>
            </a:xfrm>
            <a:custGeom>
              <a:avLst/>
              <a:gdLst>
                <a:gd name="T0" fmla="*/ 285 w 287"/>
                <a:gd name="T1" fmla="*/ 156 h 208"/>
                <a:gd name="T2" fmla="*/ 250 w 287"/>
                <a:gd name="T3" fmla="*/ 128 h 208"/>
                <a:gd name="T4" fmla="*/ 116 w 287"/>
                <a:gd name="T5" fmla="*/ 142 h 208"/>
                <a:gd name="T6" fmla="*/ 65 w 287"/>
                <a:gd name="T7" fmla="*/ 24 h 208"/>
                <a:gd name="T8" fmla="*/ 23 w 287"/>
                <a:gd name="T9" fmla="*/ 7 h 208"/>
                <a:gd name="T10" fmla="*/ 7 w 287"/>
                <a:gd name="T11" fmla="*/ 49 h 208"/>
                <a:gd name="T12" fmla="*/ 67 w 287"/>
                <a:gd name="T13" fmla="*/ 189 h 208"/>
                <a:gd name="T14" fmla="*/ 96 w 287"/>
                <a:gd name="T15" fmla="*/ 208 h 208"/>
                <a:gd name="T16" fmla="*/ 99 w 287"/>
                <a:gd name="T17" fmla="*/ 208 h 208"/>
                <a:gd name="T18" fmla="*/ 256 w 287"/>
                <a:gd name="T19" fmla="*/ 192 h 208"/>
                <a:gd name="T20" fmla="*/ 285 w 287"/>
                <a:gd name="T21" fmla="*/ 156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7" h="208">
                  <a:moveTo>
                    <a:pt x="285" y="156"/>
                  </a:moveTo>
                  <a:cubicBezTo>
                    <a:pt x="283" y="139"/>
                    <a:pt x="267" y="126"/>
                    <a:pt x="250" y="128"/>
                  </a:cubicBezTo>
                  <a:cubicBezTo>
                    <a:pt x="116" y="142"/>
                    <a:pt x="116" y="142"/>
                    <a:pt x="116" y="142"/>
                  </a:cubicBezTo>
                  <a:cubicBezTo>
                    <a:pt x="65" y="24"/>
                    <a:pt x="65" y="24"/>
                    <a:pt x="65" y="24"/>
                  </a:cubicBezTo>
                  <a:cubicBezTo>
                    <a:pt x="58" y="8"/>
                    <a:pt x="40" y="0"/>
                    <a:pt x="23" y="7"/>
                  </a:cubicBezTo>
                  <a:cubicBezTo>
                    <a:pt x="7" y="14"/>
                    <a:pt x="0" y="33"/>
                    <a:pt x="7" y="49"/>
                  </a:cubicBezTo>
                  <a:cubicBezTo>
                    <a:pt x="67" y="189"/>
                    <a:pt x="67" y="189"/>
                    <a:pt x="67" y="189"/>
                  </a:cubicBezTo>
                  <a:cubicBezTo>
                    <a:pt x="72" y="200"/>
                    <a:pt x="83" y="208"/>
                    <a:pt x="96" y="208"/>
                  </a:cubicBezTo>
                  <a:cubicBezTo>
                    <a:pt x="97" y="208"/>
                    <a:pt x="98" y="208"/>
                    <a:pt x="99" y="208"/>
                  </a:cubicBezTo>
                  <a:cubicBezTo>
                    <a:pt x="256" y="192"/>
                    <a:pt x="256" y="192"/>
                    <a:pt x="256" y="192"/>
                  </a:cubicBezTo>
                  <a:cubicBezTo>
                    <a:pt x="274" y="190"/>
                    <a:pt x="287" y="174"/>
                    <a:pt x="285" y="1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198"/>
            <p:cNvSpPr>
              <a:spLocks noEditPoints="1"/>
            </p:cNvSpPr>
            <p:nvPr/>
          </p:nvSpPr>
          <p:spPr bwMode="auto">
            <a:xfrm>
              <a:off x="274638" y="6078538"/>
              <a:ext cx="373063" cy="322263"/>
            </a:xfrm>
            <a:custGeom>
              <a:avLst/>
              <a:gdLst>
                <a:gd name="T0" fmla="*/ 0 w 224"/>
                <a:gd name="T1" fmla="*/ 24 h 194"/>
                <a:gd name="T2" fmla="*/ 33 w 224"/>
                <a:gd name="T3" fmla="*/ 24 h 194"/>
                <a:gd name="T4" fmla="*/ 96 w 224"/>
                <a:gd name="T5" fmla="*/ 98 h 194"/>
                <a:gd name="T6" fmla="*/ 28 w 224"/>
                <a:gd name="T7" fmla="*/ 179 h 194"/>
                <a:gd name="T8" fmla="*/ 47 w 224"/>
                <a:gd name="T9" fmla="*/ 194 h 194"/>
                <a:gd name="T10" fmla="*/ 112 w 224"/>
                <a:gd name="T11" fmla="*/ 117 h 194"/>
                <a:gd name="T12" fmla="*/ 177 w 224"/>
                <a:gd name="T13" fmla="*/ 194 h 194"/>
                <a:gd name="T14" fmla="*/ 195 w 224"/>
                <a:gd name="T15" fmla="*/ 178 h 194"/>
                <a:gd name="T16" fmla="*/ 128 w 224"/>
                <a:gd name="T17" fmla="*/ 98 h 194"/>
                <a:gd name="T18" fmla="*/ 190 w 224"/>
                <a:gd name="T19" fmla="*/ 24 h 194"/>
                <a:gd name="T20" fmla="*/ 224 w 224"/>
                <a:gd name="T21" fmla="*/ 24 h 194"/>
                <a:gd name="T22" fmla="*/ 224 w 224"/>
                <a:gd name="T23" fmla="*/ 0 h 194"/>
                <a:gd name="T24" fmla="*/ 0 w 224"/>
                <a:gd name="T25" fmla="*/ 0 h 194"/>
                <a:gd name="T26" fmla="*/ 0 w 224"/>
                <a:gd name="T27" fmla="*/ 24 h 194"/>
                <a:gd name="T28" fmla="*/ 112 w 224"/>
                <a:gd name="T29" fmla="*/ 88 h 194"/>
                <a:gd name="T30" fmla="*/ 121 w 224"/>
                <a:gd name="T31" fmla="*/ 98 h 194"/>
                <a:gd name="T32" fmla="*/ 112 w 224"/>
                <a:gd name="T33" fmla="*/ 108 h 194"/>
                <a:gd name="T34" fmla="*/ 102 w 224"/>
                <a:gd name="T35" fmla="*/ 98 h 194"/>
                <a:gd name="T36" fmla="*/ 112 w 224"/>
                <a:gd name="T37" fmla="*/ 88 h 194"/>
                <a:gd name="T38" fmla="*/ 112 w 224"/>
                <a:gd name="T39" fmla="*/ 80 h 194"/>
                <a:gd name="T40" fmla="*/ 65 w 224"/>
                <a:gd name="T41" fmla="*/ 24 h 194"/>
                <a:gd name="T42" fmla="*/ 159 w 224"/>
                <a:gd name="T43" fmla="*/ 24 h 194"/>
                <a:gd name="T44" fmla="*/ 112 w 224"/>
                <a:gd name="T45" fmla="*/ 8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4" h="194">
                  <a:moveTo>
                    <a:pt x="0" y="24"/>
                  </a:moveTo>
                  <a:cubicBezTo>
                    <a:pt x="33" y="24"/>
                    <a:pt x="33" y="24"/>
                    <a:pt x="33" y="24"/>
                  </a:cubicBezTo>
                  <a:cubicBezTo>
                    <a:pt x="96" y="98"/>
                    <a:pt x="96" y="98"/>
                    <a:pt x="96" y="98"/>
                  </a:cubicBezTo>
                  <a:cubicBezTo>
                    <a:pt x="28" y="179"/>
                    <a:pt x="28" y="179"/>
                    <a:pt x="28" y="179"/>
                  </a:cubicBezTo>
                  <a:cubicBezTo>
                    <a:pt x="47" y="194"/>
                    <a:pt x="47" y="194"/>
                    <a:pt x="47" y="194"/>
                  </a:cubicBezTo>
                  <a:cubicBezTo>
                    <a:pt x="112" y="117"/>
                    <a:pt x="112" y="117"/>
                    <a:pt x="112" y="117"/>
                  </a:cubicBezTo>
                  <a:cubicBezTo>
                    <a:pt x="177" y="194"/>
                    <a:pt x="177" y="194"/>
                    <a:pt x="177" y="194"/>
                  </a:cubicBezTo>
                  <a:cubicBezTo>
                    <a:pt x="195" y="178"/>
                    <a:pt x="195" y="178"/>
                    <a:pt x="195" y="178"/>
                  </a:cubicBezTo>
                  <a:cubicBezTo>
                    <a:pt x="128" y="98"/>
                    <a:pt x="128" y="98"/>
                    <a:pt x="128" y="98"/>
                  </a:cubicBezTo>
                  <a:cubicBezTo>
                    <a:pt x="190" y="24"/>
                    <a:pt x="190" y="24"/>
                    <a:pt x="190" y="24"/>
                  </a:cubicBezTo>
                  <a:cubicBezTo>
                    <a:pt x="224" y="24"/>
                    <a:pt x="224" y="24"/>
                    <a:pt x="224" y="24"/>
                  </a:cubicBezTo>
                  <a:cubicBezTo>
                    <a:pt x="224" y="0"/>
                    <a:pt x="224" y="0"/>
                    <a:pt x="224" y="0"/>
                  </a:cubicBezTo>
                  <a:cubicBezTo>
                    <a:pt x="0" y="0"/>
                    <a:pt x="0" y="0"/>
                    <a:pt x="0" y="0"/>
                  </a:cubicBezTo>
                  <a:lnTo>
                    <a:pt x="0" y="24"/>
                  </a:lnTo>
                  <a:close/>
                  <a:moveTo>
                    <a:pt x="112" y="88"/>
                  </a:moveTo>
                  <a:cubicBezTo>
                    <a:pt x="117" y="88"/>
                    <a:pt x="121" y="93"/>
                    <a:pt x="121" y="98"/>
                  </a:cubicBezTo>
                  <a:cubicBezTo>
                    <a:pt x="121" y="103"/>
                    <a:pt x="117" y="108"/>
                    <a:pt x="112" y="108"/>
                  </a:cubicBezTo>
                  <a:cubicBezTo>
                    <a:pt x="106" y="108"/>
                    <a:pt x="102" y="103"/>
                    <a:pt x="102" y="98"/>
                  </a:cubicBezTo>
                  <a:cubicBezTo>
                    <a:pt x="102" y="93"/>
                    <a:pt x="106" y="88"/>
                    <a:pt x="112" y="88"/>
                  </a:cubicBezTo>
                  <a:close/>
                  <a:moveTo>
                    <a:pt x="112" y="80"/>
                  </a:moveTo>
                  <a:cubicBezTo>
                    <a:pt x="65" y="24"/>
                    <a:pt x="65" y="24"/>
                    <a:pt x="65" y="24"/>
                  </a:cubicBezTo>
                  <a:cubicBezTo>
                    <a:pt x="159" y="24"/>
                    <a:pt x="159" y="24"/>
                    <a:pt x="159" y="24"/>
                  </a:cubicBezTo>
                  <a:lnTo>
                    <a:pt x="112" y="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199"/>
            <p:cNvSpPr>
              <a:spLocks/>
            </p:cNvSpPr>
            <p:nvPr/>
          </p:nvSpPr>
          <p:spPr bwMode="auto">
            <a:xfrm>
              <a:off x="533401" y="5237163"/>
              <a:ext cx="249238" cy="231775"/>
            </a:xfrm>
            <a:custGeom>
              <a:avLst/>
              <a:gdLst>
                <a:gd name="T0" fmla="*/ 0 w 150"/>
                <a:gd name="T1" fmla="*/ 116 h 139"/>
                <a:gd name="T2" fmla="*/ 60 w 150"/>
                <a:gd name="T3" fmla="*/ 139 h 139"/>
                <a:gd name="T4" fmla="*/ 150 w 150"/>
                <a:gd name="T5" fmla="*/ 49 h 139"/>
                <a:gd name="T6" fmla="*/ 136 w 150"/>
                <a:gd name="T7" fmla="*/ 0 h 139"/>
                <a:gd name="T8" fmla="*/ 0 w 150"/>
                <a:gd name="T9" fmla="*/ 116 h 139"/>
              </a:gdLst>
              <a:ahLst/>
              <a:cxnLst>
                <a:cxn ang="0">
                  <a:pos x="T0" y="T1"/>
                </a:cxn>
                <a:cxn ang="0">
                  <a:pos x="T2" y="T3"/>
                </a:cxn>
                <a:cxn ang="0">
                  <a:pos x="T4" y="T5"/>
                </a:cxn>
                <a:cxn ang="0">
                  <a:pos x="T6" y="T7"/>
                </a:cxn>
                <a:cxn ang="0">
                  <a:pos x="T8" y="T9"/>
                </a:cxn>
              </a:cxnLst>
              <a:rect l="0" t="0" r="r" b="b"/>
              <a:pathLst>
                <a:path w="150" h="139">
                  <a:moveTo>
                    <a:pt x="0" y="116"/>
                  </a:moveTo>
                  <a:cubicBezTo>
                    <a:pt x="16" y="130"/>
                    <a:pt x="37" y="139"/>
                    <a:pt x="60" y="139"/>
                  </a:cubicBezTo>
                  <a:cubicBezTo>
                    <a:pt x="109" y="139"/>
                    <a:pt x="150" y="98"/>
                    <a:pt x="150" y="49"/>
                  </a:cubicBezTo>
                  <a:cubicBezTo>
                    <a:pt x="150" y="31"/>
                    <a:pt x="145" y="14"/>
                    <a:pt x="136" y="0"/>
                  </a:cubicBezTo>
                  <a:cubicBezTo>
                    <a:pt x="111" y="7"/>
                    <a:pt x="53" y="31"/>
                    <a:pt x="0" y="1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200"/>
            <p:cNvSpPr>
              <a:spLocks/>
            </p:cNvSpPr>
            <p:nvPr/>
          </p:nvSpPr>
          <p:spPr bwMode="auto">
            <a:xfrm>
              <a:off x="403226" y="5103813"/>
              <a:ext cx="366713" cy="328613"/>
            </a:xfrm>
            <a:custGeom>
              <a:avLst/>
              <a:gdLst>
                <a:gd name="T0" fmla="*/ 64 w 220"/>
                <a:gd name="T1" fmla="*/ 193 h 197"/>
                <a:gd name="T2" fmla="*/ 68 w 220"/>
                <a:gd name="T3" fmla="*/ 197 h 197"/>
                <a:gd name="T4" fmla="*/ 220 w 220"/>
                <a:gd name="T5" fmla="*/ 72 h 197"/>
                <a:gd name="T6" fmla="*/ 205 w 220"/>
                <a:gd name="T7" fmla="*/ 52 h 197"/>
                <a:gd name="T8" fmla="*/ 84 w 220"/>
                <a:gd name="T9" fmla="*/ 21 h 197"/>
                <a:gd name="T10" fmla="*/ 77 w 220"/>
                <a:gd name="T11" fmla="*/ 23 h 197"/>
                <a:gd name="T12" fmla="*/ 75 w 220"/>
                <a:gd name="T13" fmla="*/ 24 h 197"/>
                <a:gd name="T14" fmla="*/ 75 w 220"/>
                <a:gd name="T15" fmla="*/ 21 h 197"/>
                <a:gd name="T16" fmla="*/ 71 w 220"/>
                <a:gd name="T17" fmla="*/ 19 h 197"/>
                <a:gd name="T18" fmla="*/ 72 w 220"/>
                <a:gd name="T19" fmla="*/ 15 h 197"/>
                <a:gd name="T20" fmla="*/ 72 w 220"/>
                <a:gd name="T21" fmla="*/ 13 h 197"/>
                <a:gd name="T22" fmla="*/ 69 w 220"/>
                <a:gd name="T23" fmla="*/ 10 h 197"/>
                <a:gd name="T24" fmla="*/ 65 w 220"/>
                <a:gd name="T25" fmla="*/ 9 h 197"/>
                <a:gd name="T26" fmla="*/ 65 w 220"/>
                <a:gd name="T27" fmla="*/ 9 h 197"/>
                <a:gd name="T28" fmla="*/ 60 w 220"/>
                <a:gd name="T29" fmla="*/ 10 h 197"/>
                <a:gd name="T30" fmla="*/ 59 w 220"/>
                <a:gd name="T31" fmla="*/ 8 h 197"/>
                <a:gd name="T32" fmla="*/ 59 w 220"/>
                <a:gd name="T33" fmla="*/ 3 h 197"/>
                <a:gd name="T34" fmla="*/ 55 w 220"/>
                <a:gd name="T35" fmla="*/ 3 h 197"/>
                <a:gd name="T36" fmla="*/ 51 w 220"/>
                <a:gd name="T37" fmla="*/ 0 h 197"/>
                <a:gd name="T38" fmla="*/ 46 w 220"/>
                <a:gd name="T39" fmla="*/ 7 h 197"/>
                <a:gd name="T40" fmla="*/ 42 w 220"/>
                <a:gd name="T41" fmla="*/ 4 h 197"/>
                <a:gd name="T42" fmla="*/ 39 w 220"/>
                <a:gd name="T43" fmla="*/ 6 h 197"/>
                <a:gd name="T44" fmla="*/ 35 w 220"/>
                <a:gd name="T45" fmla="*/ 5 h 197"/>
                <a:gd name="T46" fmla="*/ 31 w 220"/>
                <a:gd name="T47" fmla="*/ 3 h 197"/>
                <a:gd name="T48" fmla="*/ 28 w 220"/>
                <a:gd name="T49" fmla="*/ 7 h 197"/>
                <a:gd name="T50" fmla="*/ 22 w 220"/>
                <a:gd name="T51" fmla="*/ 4 h 197"/>
                <a:gd name="T52" fmla="*/ 19 w 220"/>
                <a:gd name="T53" fmla="*/ 7 h 197"/>
                <a:gd name="T54" fmla="*/ 16 w 220"/>
                <a:gd name="T55" fmla="*/ 10 h 197"/>
                <a:gd name="T56" fmla="*/ 14 w 220"/>
                <a:gd name="T57" fmla="*/ 14 h 197"/>
                <a:gd name="T58" fmla="*/ 9 w 220"/>
                <a:gd name="T59" fmla="*/ 15 h 197"/>
                <a:gd name="T60" fmla="*/ 11 w 220"/>
                <a:gd name="T61" fmla="*/ 22 h 197"/>
                <a:gd name="T62" fmla="*/ 6 w 220"/>
                <a:gd name="T63" fmla="*/ 23 h 197"/>
                <a:gd name="T64" fmla="*/ 9 w 220"/>
                <a:gd name="T65" fmla="*/ 29 h 197"/>
                <a:gd name="T66" fmla="*/ 7 w 220"/>
                <a:gd name="T67" fmla="*/ 32 h 197"/>
                <a:gd name="T68" fmla="*/ 1 w 220"/>
                <a:gd name="T69" fmla="*/ 34 h 197"/>
                <a:gd name="T70" fmla="*/ 2 w 220"/>
                <a:gd name="T71" fmla="*/ 39 h 197"/>
                <a:gd name="T72" fmla="*/ 3 w 220"/>
                <a:gd name="T73" fmla="*/ 43 h 197"/>
                <a:gd name="T74" fmla="*/ 0 w 220"/>
                <a:gd name="T75" fmla="*/ 47 h 197"/>
                <a:gd name="T76" fmla="*/ 2 w 220"/>
                <a:gd name="T77" fmla="*/ 50 h 197"/>
                <a:gd name="T78" fmla="*/ 1 w 220"/>
                <a:gd name="T79" fmla="*/ 55 h 197"/>
                <a:gd name="T80" fmla="*/ 8 w 220"/>
                <a:gd name="T81" fmla="*/ 56 h 197"/>
                <a:gd name="T82" fmla="*/ 9 w 220"/>
                <a:gd name="T83" fmla="*/ 56 h 197"/>
                <a:gd name="T84" fmla="*/ 9 w 220"/>
                <a:gd name="T85" fmla="*/ 60 h 197"/>
                <a:gd name="T86" fmla="*/ 10 w 220"/>
                <a:gd name="T87" fmla="*/ 61 h 197"/>
                <a:gd name="T88" fmla="*/ 11 w 220"/>
                <a:gd name="T89" fmla="*/ 63 h 197"/>
                <a:gd name="T90" fmla="*/ 9 w 220"/>
                <a:gd name="T91" fmla="*/ 70 h 197"/>
                <a:gd name="T92" fmla="*/ 12 w 220"/>
                <a:gd name="T93" fmla="*/ 73 h 197"/>
                <a:gd name="T94" fmla="*/ 16 w 220"/>
                <a:gd name="T95" fmla="*/ 72 h 197"/>
                <a:gd name="T96" fmla="*/ 19 w 220"/>
                <a:gd name="T97" fmla="*/ 71 h 197"/>
                <a:gd name="T98" fmla="*/ 19 w 220"/>
                <a:gd name="T99" fmla="*/ 77 h 197"/>
                <a:gd name="T100" fmla="*/ 26 w 220"/>
                <a:gd name="T101" fmla="*/ 74 h 197"/>
                <a:gd name="T102" fmla="*/ 26 w 220"/>
                <a:gd name="T103" fmla="*/ 82 h 197"/>
                <a:gd name="T104" fmla="*/ 32 w 220"/>
                <a:gd name="T105" fmla="*/ 77 h 197"/>
                <a:gd name="T106" fmla="*/ 34 w 220"/>
                <a:gd name="T107" fmla="*/ 84 h 197"/>
                <a:gd name="T108" fmla="*/ 39 w 220"/>
                <a:gd name="T109" fmla="*/ 82 h 197"/>
                <a:gd name="T110" fmla="*/ 42 w 220"/>
                <a:gd name="T111" fmla="*/ 81 h 197"/>
                <a:gd name="T112" fmla="*/ 40 w 220"/>
                <a:gd name="T113" fmla="*/ 90 h 197"/>
                <a:gd name="T114" fmla="*/ 64 w 220"/>
                <a:gd name="T115" fmla="*/ 193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0" h="197">
                  <a:moveTo>
                    <a:pt x="64" y="193"/>
                  </a:moveTo>
                  <a:cubicBezTo>
                    <a:pt x="65" y="195"/>
                    <a:pt x="67" y="196"/>
                    <a:pt x="68" y="197"/>
                  </a:cubicBezTo>
                  <a:cubicBezTo>
                    <a:pt x="139" y="78"/>
                    <a:pt x="220" y="72"/>
                    <a:pt x="220" y="72"/>
                  </a:cubicBezTo>
                  <a:cubicBezTo>
                    <a:pt x="220" y="72"/>
                    <a:pt x="215" y="63"/>
                    <a:pt x="205" y="52"/>
                  </a:cubicBezTo>
                  <a:cubicBezTo>
                    <a:pt x="186" y="31"/>
                    <a:pt x="147" y="4"/>
                    <a:pt x="84" y="21"/>
                  </a:cubicBezTo>
                  <a:cubicBezTo>
                    <a:pt x="81" y="22"/>
                    <a:pt x="79" y="23"/>
                    <a:pt x="77" y="23"/>
                  </a:cubicBezTo>
                  <a:cubicBezTo>
                    <a:pt x="77" y="23"/>
                    <a:pt x="76" y="23"/>
                    <a:pt x="75" y="24"/>
                  </a:cubicBezTo>
                  <a:cubicBezTo>
                    <a:pt x="75" y="21"/>
                    <a:pt x="75" y="21"/>
                    <a:pt x="75" y="21"/>
                  </a:cubicBezTo>
                  <a:cubicBezTo>
                    <a:pt x="71" y="19"/>
                    <a:pt x="71" y="19"/>
                    <a:pt x="71" y="19"/>
                  </a:cubicBezTo>
                  <a:cubicBezTo>
                    <a:pt x="72" y="15"/>
                    <a:pt x="72" y="15"/>
                    <a:pt x="72" y="15"/>
                  </a:cubicBezTo>
                  <a:cubicBezTo>
                    <a:pt x="72" y="13"/>
                    <a:pt x="72" y="13"/>
                    <a:pt x="72" y="13"/>
                  </a:cubicBezTo>
                  <a:cubicBezTo>
                    <a:pt x="69" y="10"/>
                    <a:pt x="69" y="10"/>
                    <a:pt x="69" y="10"/>
                  </a:cubicBezTo>
                  <a:cubicBezTo>
                    <a:pt x="65" y="9"/>
                    <a:pt x="65" y="9"/>
                    <a:pt x="65" y="9"/>
                  </a:cubicBezTo>
                  <a:cubicBezTo>
                    <a:pt x="65" y="9"/>
                    <a:pt x="65" y="9"/>
                    <a:pt x="65" y="9"/>
                  </a:cubicBezTo>
                  <a:cubicBezTo>
                    <a:pt x="60" y="10"/>
                    <a:pt x="60" y="10"/>
                    <a:pt x="60" y="10"/>
                  </a:cubicBezTo>
                  <a:cubicBezTo>
                    <a:pt x="59" y="8"/>
                    <a:pt x="59" y="8"/>
                    <a:pt x="59" y="8"/>
                  </a:cubicBezTo>
                  <a:cubicBezTo>
                    <a:pt x="59" y="3"/>
                    <a:pt x="59" y="3"/>
                    <a:pt x="59" y="3"/>
                  </a:cubicBezTo>
                  <a:cubicBezTo>
                    <a:pt x="55" y="3"/>
                    <a:pt x="55" y="3"/>
                    <a:pt x="55" y="3"/>
                  </a:cubicBezTo>
                  <a:cubicBezTo>
                    <a:pt x="51" y="0"/>
                    <a:pt x="51" y="0"/>
                    <a:pt x="51" y="0"/>
                  </a:cubicBezTo>
                  <a:cubicBezTo>
                    <a:pt x="46" y="7"/>
                    <a:pt x="46" y="7"/>
                    <a:pt x="46" y="7"/>
                  </a:cubicBezTo>
                  <a:cubicBezTo>
                    <a:pt x="42" y="4"/>
                    <a:pt x="42" y="4"/>
                    <a:pt x="42" y="4"/>
                  </a:cubicBezTo>
                  <a:cubicBezTo>
                    <a:pt x="39" y="6"/>
                    <a:pt x="39" y="6"/>
                    <a:pt x="39" y="6"/>
                  </a:cubicBezTo>
                  <a:cubicBezTo>
                    <a:pt x="35" y="5"/>
                    <a:pt x="35" y="5"/>
                    <a:pt x="35" y="5"/>
                  </a:cubicBezTo>
                  <a:cubicBezTo>
                    <a:pt x="31" y="3"/>
                    <a:pt x="31" y="3"/>
                    <a:pt x="31" y="3"/>
                  </a:cubicBezTo>
                  <a:cubicBezTo>
                    <a:pt x="28" y="7"/>
                    <a:pt x="28" y="7"/>
                    <a:pt x="28" y="7"/>
                  </a:cubicBezTo>
                  <a:cubicBezTo>
                    <a:pt x="22" y="4"/>
                    <a:pt x="22" y="4"/>
                    <a:pt x="22" y="4"/>
                  </a:cubicBezTo>
                  <a:cubicBezTo>
                    <a:pt x="19" y="7"/>
                    <a:pt x="19" y="7"/>
                    <a:pt x="19" y="7"/>
                  </a:cubicBezTo>
                  <a:cubicBezTo>
                    <a:pt x="16" y="10"/>
                    <a:pt x="16" y="10"/>
                    <a:pt x="16" y="10"/>
                  </a:cubicBezTo>
                  <a:cubicBezTo>
                    <a:pt x="14" y="14"/>
                    <a:pt x="14" y="14"/>
                    <a:pt x="14" y="14"/>
                  </a:cubicBezTo>
                  <a:cubicBezTo>
                    <a:pt x="9" y="15"/>
                    <a:pt x="9" y="15"/>
                    <a:pt x="9" y="15"/>
                  </a:cubicBezTo>
                  <a:cubicBezTo>
                    <a:pt x="11" y="22"/>
                    <a:pt x="11" y="22"/>
                    <a:pt x="11" y="22"/>
                  </a:cubicBezTo>
                  <a:cubicBezTo>
                    <a:pt x="6" y="23"/>
                    <a:pt x="6" y="23"/>
                    <a:pt x="6" y="23"/>
                  </a:cubicBezTo>
                  <a:cubicBezTo>
                    <a:pt x="9" y="29"/>
                    <a:pt x="9" y="29"/>
                    <a:pt x="9" y="29"/>
                  </a:cubicBezTo>
                  <a:cubicBezTo>
                    <a:pt x="7" y="32"/>
                    <a:pt x="7" y="32"/>
                    <a:pt x="7" y="32"/>
                  </a:cubicBezTo>
                  <a:cubicBezTo>
                    <a:pt x="1" y="34"/>
                    <a:pt x="1" y="34"/>
                    <a:pt x="1" y="34"/>
                  </a:cubicBezTo>
                  <a:cubicBezTo>
                    <a:pt x="2" y="39"/>
                    <a:pt x="2" y="39"/>
                    <a:pt x="2" y="39"/>
                  </a:cubicBezTo>
                  <a:cubicBezTo>
                    <a:pt x="3" y="43"/>
                    <a:pt x="3" y="43"/>
                    <a:pt x="3" y="43"/>
                  </a:cubicBezTo>
                  <a:cubicBezTo>
                    <a:pt x="0" y="47"/>
                    <a:pt x="0" y="47"/>
                    <a:pt x="0" y="47"/>
                  </a:cubicBezTo>
                  <a:cubicBezTo>
                    <a:pt x="2" y="50"/>
                    <a:pt x="2" y="50"/>
                    <a:pt x="2" y="50"/>
                  </a:cubicBezTo>
                  <a:cubicBezTo>
                    <a:pt x="1" y="55"/>
                    <a:pt x="1" y="55"/>
                    <a:pt x="1" y="55"/>
                  </a:cubicBezTo>
                  <a:cubicBezTo>
                    <a:pt x="8" y="56"/>
                    <a:pt x="8" y="56"/>
                    <a:pt x="8" y="56"/>
                  </a:cubicBezTo>
                  <a:cubicBezTo>
                    <a:pt x="9" y="56"/>
                    <a:pt x="9" y="56"/>
                    <a:pt x="9" y="56"/>
                  </a:cubicBezTo>
                  <a:cubicBezTo>
                    <a:pt x="9" y="60"/>
                    <a:pt x="9" y="60"/>
                    <a:pt x="9" y="60"/>
                  </a:cubicBezTo>
                  <a:cubicBezTo>
                    <a:pt x="10" y="61"/>
                    <a:pt x="10" y="61"/>
                    <a:pt x="10" y="61"/>
                  </a:cubicBezTo>
                  <a:cubicBezTo>
                    <a:pt x="11" y="63"/>
                    <a:pt x="11" y="63"/>
                    <a:pt x="11" y="63"/>
                  </a:cubicBezTo>
                  <a:cubicBezTo>
                    <a:pt x="9" y="70"/>
                    <a:pt x="9" y="70"/>
                    <a:pt x="9" y="70"/>
                  </a:cubicBezTo>
                  <a:cubicBezTo>
                    <a:pt x="12" y="73"/>
                    <a:pt x="12" y="73"/>
                    <a:pt x="12" y="73"/>
                  </a:cubicBezTo>
                  <a:cubicBezTo>
                    <a:pt x="16" y="72"/>
                    <a:pt x="16" y="72"/>
                    <a:pt x="16" y="72"/>
                  </a:cubicBezTo>
                  <a:cubicBezTo>
                    <a:pt x="19" y="71"/>
                    <a:pt x="19" y="71"/>
                    <a:pt x="19" y="71"/>
                  </a:cubicBezTo>
                  <a:cubicBezTo>
                    <a:pt x="19" y="77"/>
                    <a:pt x="19" y="77"/>
                    <a:pt x="19" y="77"/>
                  </a:cubicBezTo>
                  <a:cubicBezTo>
                    <a:pt x="26" y="74"/>
                    <a:pt x="26" y="74"/>
                    <a:pt x="26" y="74"/>
                  </a:cubicBezTo>
                  <a:cubicBezTo>
                    <a:pt x="26" y="82"/>
                    <a:pt x="26" y="82"/>
                    <a:pt x="26" y="82"/>
                  </a:cubicBezTo>
                  <a:cubicBezTo>
                    <a:pt x="32" y="77"/>
                    <a:pt x="32" y="77"/>
                    <a:pt x="32" y="77"/>
                  </a:cubicBezTo>
                  <a:cubicBezTo>
                    <a:pt x="34" y="84"/>
                    <a:pt x="34" y="84"/>
                    <a:pt x="34" y="84"/>
                  </a:cubicBezTo>
                  <a:cubicBezTo>
                    <a:pt x="39" y="82"/>
                    <a:pt x="39" y="82"/>
                    <a:pt x="39" y="82"/>
                  </a:cubicBezTo>
                  <a:cubicBezTo>
                    <a:pt x="42" y="81"/>
                    <a:pt x="42" y="81"/>
                    <a:pt x="42" y="81"/>
                  </a:cubicBezTo>
                  <a:cubicBezTo>
                    <a:pt x="41" y="83"/>
                    <a:pt x="40" y="86"/>
                    <a:pt x="40" y="90"/>
                  </a:cubicBezTo>
                  <a:cubicBezTo>
                    <a:pt x="36" y="115"/>
                    <a:pt x="32" y="165"/>
                    <a:pt x="64" y="1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201"/>
            <p:cNvSpPr>
              <a:spLocks/>
            </p:cNvSpPr>
            <p:nvPr/>
          </p:nvSpPr>
          <p:spPr bwMode="auto">
            <a:xfrm>
              <a:off x="1635126" y="6235700"/>
              <a:ext cx="735013" cy="176213"/>
            </a:xfrm>
            <a:custGeom>
              <a:avLst/>
              <a:gdLst>
                <a:gd name="T0" fmla="*/ 442 w 442"/>
                <a:gd name="T1" fmla="*/ 50 h 106"/>
                <a:gd name="T2" fmla="*/ 219 w 442"/>
                <a:gd name="T3" fmla="*/ 0 h 106"/>
                <a:gd name="T4" fmla="*/ 218 w 442"/>
                <a:gd name="T5" fmla="*/ 0 h 106"/>
                <a:gd name="T6" fmla="*/ 218 w 442"/>
                <a:gd name="T7" fmla="*/ 38 h 106"/>
                <a:gd name="T8" fmla="*/ 210 w 442"/>
                <a:gd name="T9" fmla="*/ 38 h 106"/>
                <a:gd name="T10" fmla="*/ 210 w 442"/>
                <a:gd name="T11" fmla="*/ 0 h 106"/>
                <a:gd name="T12" fmla="*/ 0 w 442"/>
                <a:gd name="T13" fmla="*/ 42 h 106"/>
                <a:gd name="T14" fmla="*/ 19 w 442"/>
                <a:gd name="T15" fmla="*/ 60 h 106"/>
                <a:gd name="T16" fmla="*/ 7 w 442"/>
                <a:gd name="T17" fmla="*/ 70 h 106"/>
                <a:gd name="T18" fmla="*/ 26 w 442"/>
                <a:gd name="T19" fmla="*/ 80 h 106"/>
                <a:gd name="T20" fmla="*/ 68 w 442"/>
                <a:gd name="T21" fmla="*/ 72 h 106"/>
                <a:gd name="T22" fmla="*/ 92 w 442"/>
                <a:gd name="T23" fmla="*/ 84 h 106"/>
                <a:gd name="T24" fmla="*/ 83 w 442"/>
                <a:gd name="T25" fmla="*/ 95 h 106"/>
                <a:gd name="T26" fmla="*/ 179 w 442"/>
                <a:gd name="T27" fmla="*/ 105 h 106"/>
                <a:gd name="T28" fmla="*/ 182 w 442"/>
                <a:gd name="T29" fmla="*/ 97 h 106"/>
                <a:gd name="T30" fmla="*/ 220 w 442"/>
                <a:gd name="T31" fmla="*/ 88 h 106"/>
                <a:gd name="T32" fmla="*/ 235 w 442"/>
                <a:gd name="T33" fmla="*/ 102 h 106"/>
                <a:gd name="T34" fmla="*/ 235 w 442"/>
                <a:gd name="T35" fmla="*/ 106 h 106"/>
                <a:gd name="T36" fmla="*/ 258 w 442"/>
                <a:gd name="T37" fmla="*/ 105 h 106"/>
                <a:gd name="T38" fmla="*/ 251 w 442"/>
                <a:gd name="T39" fmla="*/ 92 h 106"/>
                <a:gd name="T40" fmla="*/ 294 w 442"/>
                <a:gd name="T41" fmla="*/ 89 h 106"/>
                <a:gd name="T42" fmla="*/ 295 w 442"/>
                <a:gd name="T43" fmla="*/ 103 h 106"/>
                <a:gd name="T44" fmla="*/ 312 w 442"/>
                <a:gd name="T45" fmla="*/ 101 h 106"/>
                <a:gd name="T46" fmla="*/ 327 w 442"/>
                <a:gd name="T47" fmla="*/ 80 h 106"/>
                <a:gd name="T48" fmla="*/ 354 w 442"/>
                <a:gd name="T49" fmla="*/ 95 h 106"/>
                <a:gd name="T50" fmla="*/ 420 w 442"/>
                <a:gd name="T51" fmla="*/ 76 h 106"/>
                <a:gd name="T52" fmla="*/ 416 w 442"/>
                <a:gd name="T53" fmla="*/ 58 h 106"/>
                <a:gd name="T54" fmla="*/ 442 w 442"/>
                <a:gd name="T55" fmla="*/ 5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42" h="106">
                  <a:moveTo>
                    <a:pt x="442" y="50"/>
                  </a:moveTo>
                  <a:cubicBezTo>
                    <a:pt x="435" y="22"/>
                    <a:pt x="338" y="0"/>
                    <a:pt x="219" y="0"/>
                  </a:cubicBezTo>
                  <a:cubicBezTo>
                    <a:pt x="219" y="0"/>
                    <a:pt x="218" y="0"/>
                    <a:pt x="218" y="0"/>
                  </a:cubicBezTo>
                  <a:cubicBezTo>
                    <a:pt x="218" y="38"/>
                    <a:pt x="218" y="38"/>
                    <a:pt x="218" y="38"/>
                  </a:cubicBezTo>
                  <a:cubicBezTo>
                    <a:pt x="210" y="38"/>
                    <a:pt x="210" y="38"/>
                    <a:pt x="210" y="38"/>
                  </a:cubicBezTo>
                  <a:cubicBezTo>
                    <a:pt x="210" y="0"/>
                    <a:pt x="210" y="0"/>
                    <a:pt x="210" y="0"/>
                  </a:cubicBezTo>
                  <a:cubicBezTo>
                    <a:pt x="107" y="1"/>
                    <a:pt x="22" y="19"/>
                    <a:pt x="0" y="42"/>
                  </a:cubicBezTo>
                  <a:cubicBezTo>
                    <a:pt x="19" y="60"/>
                    <a:pt x="19" y="60"/>
                    <a:pt x="19" y="60"/>
                  </a:cubicBezTo>
                  <a:cubicBezTo>
                    <a:pt x="7" y="70"/>
                    <a:pt x="7" y="70"/>
                    <a:pt x="7" y="70"/>
                  </a:cubicBezTo>
                  <a:cubicBezTo>
                    <a:pt x="12" y="73"/>
                    <a:pt x="18" y="77"/>
                    <a:pt x="26" y="80"/>
                  </a:cubicBezTo>
                  <a:cubicBezTo>
                    <a:pt x="68" y="72"/>
                    <a:pt x="68" y="72"/>
                    <a:pt x="68" y="72"/>
                  </a:cubicBezTo>
                  <a:cubicBezTo>
                    <a:pt x="92" y="84"/>
                    <a:pt x="92" y="84"/>
                    <a:pt x="92" y="84"/>
                  </a:cubicBezTo>
                  <a:cubicBezTo>
                    <a:pt x="83" y="95"/>
                    <a:pt x="83" y="95"/>
                    <a:pt x="83" y="95"/>
                  </a:cubicBezTo>
                  <a:cubicBezTo>
                    <a:pt x="111" y="100"/>
                    <a:pt x="143" y="104"/>
                    <a:pt x="179" y="105"/>
                  </a:cubicBezTo>
                  <a:cubicBezTo>
                    <a:pt x="182" y="97"/>
                    <a:pt x="182" y="97"/>
                    <a:pt x="182" y="97"/>
                  </a:cubicBezTo>
                  <a:cubicBezTo>
                    <a:pt x="220" y="88"/>
                    <a:pt x="220" y="88"/>
                    <a:pt x="220" y="88"/>
                  </a:cubicBezTo>
                  <a:cubicBezTo>
                    <a:pt x="235" y="102"/>
                    <a:pt x="235" y="102"/>
                    <a:pt x="235" y="102"/>
                  </a:cubicBezTo>
                  <a:cubicBezTo>
                    <a:pt x="235" y="106"/>
                    <a:pt x="235" y="106"/>
                    <a:pt x="235" y="106"/>
                  </a:cubicBezTo>
                  <a:cubicBezTo>
                    <a:pt x="243" y="106"/>
                    <a:pt x="250" y="106"/>
                    <a:pt x="258" y="105"/>
                  </a:cubicBezTo>
                  <a:cubicBezTo>
                    <a:pt x="251" y="92"/>
                    <a:pt x="251" y="92"/>
                    <a:pt x="251" y="92"/>
                  </a:cubicBezTo>
                  <a:cubicBezTo>
                    <a:pt x="294" y="89"/>
                    <a:pt x="294" y="89"/>
                    <a:pt x="294" y="89"/>
                  </a:cubicBezTo>
                  <a:cubicBezTo>
                    <a:pt x="295" y="103"/>
                    <a:pt x="295" y="103"/>
                    <a:pt x="295" y="103"/>
                  </a:cubicBezTo>
                  <a:cubicBezTo>
                    <a:pt x="301" y="102"/>
                    <a:pt x="306" y="102"/>
                    <a:pt x="312" y="101"/>
                  </a:cubicBezTo>
                  <a:cubicBezTo>
                    <a:pt x="327" y="80"/>
                    <a:pt x="327" y="80"/>
                    <a:pt x="327" y="80"/>
                  </a:cubicBezTo>
                  <a:cubicBezTo>
                    <a:pt x="354" y="95"/>
                    <a:pt x="354" y="95"/>
                    <a:pt x="354" y="95"/>
                  </a:cubicBezTo>
                  <a:cubicBezTo>
                    <a:pt x="382" y="90"/>
                    <a:pt x="404" y="84"/>
                    <a:pt x="420" y="76"/>
                  </a:cubicBezTo>
                  <a:cubicBezTo>
                    <a:pt x="416" y="58"/>
                    <a:pt x="416" y="58"/>
                    <a:pt x="416" y="58"/>
                  </a:cubicBezTo>
                  <a:lnTo>
                    <a:pt x="442" y="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202"/>
            <p:cNvSpPr>
              <a:spLocks noEditPoints="1"/>
            </p:cNvSpPr>
            <p:nvPr/>
          </p:nvSpPr>
          <p:spPr bwMode="auto">
            <a:xfrm>
              <a:off x="1076326" y="6007100"/>
              <a:ext cx="288925" cy="85725"/>
            </a:xfrm>
            <a:custGeom>
              <a:avLst/>
              <a:gdLst>
                <a:gd name="T0" fmla="*/ 171 w 173"/>
                <a:gd name="T1" fmla="*/ 51 h 51"/>
                <a:gd name="T2" fmla="*/ 167 w 173"/>
                <a:gd name="T3" fmla="*/ 18 h 51"/>
                <a:gd name="T4" fmla="*/ 116 w 173"/>
                <a:gd name="T5" fmla="*/ 50 h 51"/>
                <a:gd name="T6" fmla="*/ 74 w 173"/>
                <a:gd name="T7" fmla="*/ 1 h 51"/>
                <a:gd name="T8" fmla="*/ 59 w 173"/>
                <a:gd name="T9" fmla="*/ 36 h 51"/>
                <a:gd name="T10" fmla="*/ 8 w 173"/>
                <a:gd name="T11" fmla="*/ 5 h 51"/>
                <a:gd name="T12" fmla="*/ 5 w 173"/>
                <a:gd name="T13" fmla="*/ 51 h 51"/>
                <a:gd name="T14" fmla="*/ 171 w 173"/>
                <a:gd name="T15" fmla="*/ 51 h 51"/>
                <a:gd name="T16" fmla="*/ 149 w 173"/>
                <a:gd name="T17" fmla="*/ 35 h 51"/>
                <a:gd name="T18" fmla="*/ 154 w 173"/>
                <a:gd name="T19" fmla="*/ 40 h 51"/>
                <a:gd name="T20" fmla="*/ 149 w 173"/>
                <a:gd name="T21" fmla="*/ 46 h 51"/>
                <a:gd name="T22" fmla="*/ 143 w 173"/>
                <a:gd name="T23" fmla="*/ 40 h 51"/>
                <a:gd name="T24" fmla="*/ 149 w 173"/>
                <a:gd name="T25" fmla="*/ 35 h 51"/>
                <a:gd name="T26" fmla="*/ 80 w 173"/>
                <a:gd name="T27" fmla="*/ 29 h 51"/>
                <a:gd name="T28" fmla="*/ 87 w 173"/>
                <a:gd name="T29" fmla="*/ 25 h 51"/>
                <a:gd name="T30" fmla="*/ 91 w 173"/>
                <a:gd name="T31" fmla="*/ 32 h 51"/>
                <a:gd name="T32" fmla="*/ 84 w 173"/>
                <a:gd name="T33" fmla="*/ 36 h 51"/>
                <a:gd name="T34" fmla="*/ 80 w 173"/>
                <a:gd name="T35" fmla="*/ 29 h 51"/>
                <a:gd name="T36" fmla="*/ 27 w 173"/>
                <a:gd name="T37" fmla="*/ 35 h 51"/>
                <a:gd name="T38" fmla="*/ 21 w 173"/>
                <a:gd name="T39" fmla="*/ 29 h 51"/>
                <a:gd name="T40" fmla="*/ 27 w 173"/>
                <a:gd name="T41" fmla="*/ 23 h 51"/>
                <a:gd name="T42" fmla="*/ 33 w 173"/>
                <a:gd name="T43" fmla="*/ 29 h 51"/>
                <a:gd name="T44" fmla="*/ 27 w 173"/>
                <a:gd name="T45" fmla="*/ 3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3" h="51">
                  <a:moveTo>
                    <a:pt x="171" y="51"/>
                  </a:moveTo>
                  <a:cubicBezTo>
                    <a:pt x="173" y="31"/>
                    <a:pt x="170" y="20"/>
                    <a:pt x="167" y="18"/>
                  </a:cubicBezTo>
                  <a:cubicBezTo>
                    <a:pt x="162" y="15"/>
                    <a:pt x="137" y="26"/>
                    <a:pt x="116" y="50"/>
                  </a:cubicBezTo>
                  <a:cubicBezTo>
                    <a:pt x="102" y="19"/>
                    <a:pt x="80" y="0"/>
                    <a:pt x="74" y="1"/>
                  </a:cubicBezTo>
                  <a:cubicBezTo>
                    <a:pt x="70" y="2"/>
                    <a:pt x="63" y="16"/>
                    <a:pt x="59" y="36"/>
                  </a:cubicBezTo>
                  <a:cubicBezTo>
                    <a:pt x="38" y="13"/>
                    <a:pt x="13" y="2"/>
                    <a:pt x="8" y="5"/>
                  </a:cubicBezTo>
                  <a:cubicBezTo>
                    <a:pt x="3" y="7"/>
                    <a:pt x="0" y="27"/>
                    <a:pt x="5" y="51"/>
                  </a:cubicBezTo>
                  <a:lnTo>
                    <a:pt x="171" y="51"/>
                  </a:lnTo>
                  <a:close/>
                  <a:moveTo>
                    <a:pt x="149" y="35"/>
                  </a:moveTo>
                  <a:cubicBezTo>
                    <a:pt x="152" y="35"/>
                    <a:pt x="154" y="37"/>
                    <a:pt x="154" y="40"/>
                  </a:cubicBezTo>
                  <a:cubicBezTo>
                    <a:pt x="154" y="43"/>
                    <a:pt x="152" y="46"/>
                    <a:pt x="149" y="46"/>
                  </a:cubicBezTo>
                  <a:cubicBezTo>
                    <a:pt x="146" y="46"/>
                    <a:pt x="143" y="43"/>
                    <a:pt x="143" y="40"/>
                  </a:cubicBezTo>
                  <a:cubicBezTo>
                    <a:pt x="143" y="37"/>
                    <a:pt x="146" y="35"/>
                    <a:pt x="149" y="35"/>
                  </a:cubicBezTo>
                  <a:close/>
                  <a:moveTo>
                    <a:pt x="80" y="29"/>
                  </a:moveTo>
                  <a:cubicBezTo>
                    <a:pt x="81" y="26"/>
                    <a:pt x="84" y="24"/>
                    <a:pt x="87" y="25"/>
                  </a:cubicBezTo>
                  <a:cubicBezTo>
                    <a:pt x="90" y="26"/>
                    <a:pt x="92" y="29"/>
                    <a:pt x="91" y="32"/>
                  </a:cubicBezTo>
                  <a:cubicBezTo>
                    <a:pt x="90" y="35"/>
                    <a:pt x="87" y="37"/>
                    <a:pt x="84" y="36"/>
                  </a:cubicBezTo>
                  <a:cubicBezTo>
                    <a:pt x="81" y="35"/>
                    <a:pt x="79" y="32"/>
                    <a:pt x="80" y="29"/>
                  </a:cubicBezTo>
                  <a:close/>
                  <a:moveTo>
                    <a:pt x="27" y="35"/>
                  </a:moveTo>
                  <a:cubicBezTo>
                    <a:pt x="24" y="35"/>
                    <a:pt x="21" y="32"/>
                    <a:pt x="21" y="29"/>
                  </a:cubicBezTo>
                  <a:cubicBezTo>
                    <a:pt x="21" y="26"/>
                    <a:pt x="24" y="23"/>
                    <a:pt x="27" y="23"/>
                  </a:cubicBezTo>
                  <a:cubicBezTo>
                    <a:pt x="30" y="23"/>
                    <a:pt x="33" y="26"/>
                    <a:pt x="33" y="29"/>
                  </a:cubicBezTo>
                  <a:cubicBezTo>
                    <a:pt x="33" y="32"/>
                    <a:pt x="30" y="35"/>
                    <a:pt x="27"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203"/>
            <p:cNvSpPr>
              <a:spLocks noEditPoints="1"/>
            </p:cNvSpPr>
            <p:nvPr/>
          </p:nvSpPr>
          <p:spPr bwMode="auto">
            <a:xfrm>
              <a:off x="1054101" y="6105525"/>
              <a:ext cx="323850" cy="292100"/>
            </a:xfrm>
            <a:custGeom>
              <a:avLst/>
              <a:gdLst>
                <a:gd name="T0" fmla="*/ 0 w 204"/>
                <a:gd name="T1" fmla="*/ 0 h 184"/>
                <a:gd name="T2" fmla="*/ 3 w 204"/>
                <a:gd name="T3" fmla="*/ 21 h 184"/>
                <a:gd name="T4" fmla="*/ 117 w 204"/>
                <a:gd name="T5" fmla="*/ 21 h 184"/>
                <a:gd name="T6" fmla="*/ 117 w 204"/>
                <a:gd name="T7" fmla="*/ 29 h 184"/>
                <a:gd name="T8" fmla="*/ 3 w 204"/>
                <a:gd name="T9" fmla="*/ 29 h 184"/>
                <a:gd name="T10" fmla="*/ 23 w 204"/>
                <a:gd name="T11" fmla="*/ 184 h 184"/>
                <a:gd name="T12" fmla="*/ 182 w 204"/>
                <a:gd name="T13" fmla="*/ 184 h 184"/>
                <a:gd name="T14" fmla="*/ 204 w 204"/>
                <a:gd name="T15" fmla="*/ 0 h 184"/>
                <a:gd name="T16" fmla="*/ 0 w 204"/>
                <a:gd name="T17" fmla="*/ 0 h 184"/>
                <a:gd name="T18" fmla="*/ 134 w 204"/>
                <a:gd name="T19" fmla="*/ 21 h 184"/>
                <a:gd name="T20" fmla="*/ 163 w 204"/>
                <a:gd name="T21" fmla="*/ 21 h 184"/>
                <a:gd name="T22" fmla="*/ 163 w 204"/>
                <a:gd name="T23" fmla="*/ 29 h 184"/>
                <a:gd name="T24" fmla="*/ 134 w 204"/>
                <a:gd name="T25" fmla="*/ 29 h 184"/>
                <a:gd name="T26" fmla="*/ 134 w 204"/>
                <a:gd name="T27" fmla="*/ 21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4" h="184">
                  <a:moveTo>
                    <a:pt x="0" y="0"/>
                  </a:moveTo>
                  <a:lnTo>
                    <a:pt x="3" y="21"/>
                  </a:lnTo>
                  <a:lnTo>
                    <a:pt x="117" y="21"/>
                  </a:lnTo>
                  <a:lnTo>
                    <a:pt x="117" y="29"/>
                  </a:lnTo>
                  <a:lnTo>
                    <a:pt x="3" y="29"/>
                  </a:lnTo>
                  <a:lnTo>
                    <a:pt x="23" y="184"/>
                  </a:lnTo>
                  <a:lnTo>
                    <a:pt x="182" y="184"/>
                  </a:lnTo>
                  <a:lnTo>
                    <a:pt x="204" y="0"/>
                  </a:lnTo>
                  <a:lnTo>
                    <a:pt x="0" y="0"/>
                  </a:lnTo>
                  <a:close/>
                  <a:moveTo>
                    <a:pt x="134" y="21"/>
                  </a:moveTo>
                  <a:lnTo>
                    <a:pt x="163" y="21"/>
                  </a:lnTo>
                  <a:lnTo>
                    <a:pt x="163" y="29"/>
                  </a:lnTo>
                  <a:lnTo>
                    <a:pt x="134" y="29"/>
                  </a:lnTo>
                  <a:lnTo>
                    <a:pt x="134"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204"/>
            <p:cNvSpPr>
              <a:spLocks/>
            </p:cNvSpPr>
            <p:nvPr/>
          </p:nvSpPr>
          <p:spPr bwMode="auto">
            <a:xfrm>
              <a:off x="1684338" y="6369050"/>
              <a:ext cx="82550" cy="30163"/>
            </a:xfrm>
            <a:custGeom>
              <a:avLst/>
              <a:gdLst>
                <a:gd name="T0" fmla="*/ 52 w 52"/>
                <a:gd name="T1" fmla="*/ 7 h 19"/>
                <a:gd name="T2" fmla="*/ 38 w 52"/>
                <a:gd name="T3" fmla="*/ 0 h 19"/>
                <a:gd name="T4" fmla="*/ 0 w 52"/>
                <a:gd name="T5" fmla="*/ 7 h 19"/>
                <a:gd name="T6" fmla="*/ 1 w 52"/>
                <a:gd name="T7" fmla="*/ 19 h 19"/>
                <a:gd name="T8" fmla="*/ 42 w 52"/>
                <a:gd name="T9" fmla="*/ 19 h 19"/>
                <a:gd name="T10" fmla="*/ 52 w 52"/>
                <a:gd name="T11" fmla="*/ 7 h 19"/>
              </a:gdLst>
              <a:ahLst/>
              <a:cxnLst>
                <a:cxn ang="0">
                  <a:pos x="T0" y="T1"/>
                </a:cxn>
                <a:cxn ang="0">
                  <a:pos x="T2" y="T3"/>
                </a:cxn>
                <a:cxn ang="0">
                  <a:pos x="T4" y="T5"/>
                </a:cxn>
                <a:cxn ang="0">
                  <a:pos x="T6" y="T7"/>
                </a:cxn>
                <a:cxn ang="0">
                  <a:pos x="T8" y="T9"/>
                </a:cxn>
                <a:cxn ang="0">
                  <a:pos x="T10" y="T11"/>
                </a:cxn>
              </a:cxnLst>
              <a:rect l="0" t="0" r="r" b="b"/>
              <a:pathLst>
                <a:path w="52" h="19">
                  <a:moveTo>
                    <a:pt x="52" y="7"/>
                  </a:moveTo>
                  <a:lnTo>
                    <a:pt x="38" y="0"/>
                  </a:lnTo>
                  <a:lnTo>
                    <a:pt x="0" y="7"/>
                  </a:lnTo>
                  <a:lnTo>
                    <a:pt x="1" y="19"/>
                  </a:lnTo>
                  <a:lnTo>
                    <a:pt x="42" y="19"/>
                  </a:lnTo>
                  <a:lnTo>
                    <a:pt x="52"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205"/>
            <p:cNvSpPr>
              <a:spLocks/>
            </p:cNvSpPr>
            <p:nvPr/>
          </p:nvSpPr>
          <p:spPr bwMode="auto">
            <a:xfrm>
              <a:off x="1590676" y="6311900"/>
              <a:ext cx="55563" cy="44450"/>
            </a:xfrm>
            <a:custGeom>
              <a:avLst/>
              <a:gdLst>
                <a:gd name="T0" fmla="*/ 21 w 35"/>
                <a:gd name="T1" fmla="*/ 0 h 28"/>
                <a:gd name="T2" fmla="*/ 0 w 35"/>
                <a:gd name="T3" fmla="*/ 10 h 28"/>
                <a:gd name="T4" fmla="*/ 7 w 35"/>
                <a:gd name="T5" fmla="*/ 28 h 28"/>
                <a:gd name="T6" fmla="*/ 23 w 35"/>
                <a:gd name="T7" fmla="*/ 23 h 28"/>
                <a:gd name="T8" fmla="*/ 35 w 35"/>
                <a:gd name="T9" fmla="*/ 15 h 28"/>
                <a:gd name="T10" fmla="*/ 21 w 35"/>
                <a:gd name="T11" fmla="*/ 0 h 28"/>
              </a:gdLst>
              <a:ahLst/>
              <a:cxnLst>
                <a:cxn ang="0">
                  <a:pos x="T0" y="T1"/>
                </a:cxn>
                <a:cxn ang="0">
                  <a:pos x="T2" y="T3"/>
                </a:cxn>
                <a:cxn ang="0">
                  <a:pos x="T4" y="T5"/>
                </a:cxn>
                <a:cxn ang="0">
                  <a:pos x="T6" y="T7"/>
                </a:cxn>
                <a:cxn ang="0">
                  <a:pos x="T8" y="T9"/>
                </a:cxn>
                <a:cxn ang="0">
                  <a:pos x="T10" y="T11"/>
                </a:cxn>
              </a:cxnLst>
              <a:rect l="0" t="0" r="r" b="b"/>
              <a:pathLst>
                <a:path w="35" h="28">
                  <a:moveTo>
                    <a:pt x="21" y="0"/>
                  </a:moveTo>
                  <a:lnTo>
                    <a:pt x="0" y="10"/>
                  </a:lnTo>
                  <a:lnTo>
                    <a:pt x="7" y="28"/>
                  </a:lnTo>
                  <a:lnTo>
                    <a:pt x="23" y="23"/>
                  </a:lnTo>
                  <a:lnTo>
                    <a:pt x="35" y="15"/>
                  </a:lnTo>
                  <a:lnTo>
                    <a:pt x="2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206"/>
            <p:cNvSpPr>
              <a:spLocks/>
            </p:cNvSpPr>
            <p:nvPr/>
          </p:nvSpPr>
          <p:spPr bwMode="auto">
            <a:xfrm>
              <a:off x="2343151" y="6329363"/>
              <a:ext cx="52388" cy="41275"/>
            </a:xfrm>
            <a:custGeom>
              <a:avLst/>
              <a:gdLst>
                <a:gd name="T0" fmla="*/ 21 w 33"/>
                <a:gd name="T1" fmla="*/ 0 h 26"/>
                <a:gd name="T2" fmla="*/ 0 w 33"/>
                <a:gd name="T3" fmla="*/ 8 h 26"/>
                <a:gd name="T4" fmla="*/ 3 w 33"/>
                <a:gd name="T5" fmla="*/ 26 h 26"/>
                <a:gd name="T6" fmla="*/ 20 w 33"/>
                <a:gd name="T7" fmla="*/ 23 h 26"/>
                <a:gd name="T8" fmla="*/ 33 w 33"/>
                <a:gd name="T9" fmla="*/ 16 h 26"/>
                <a:gd name="T10" fmla="*/ 21 w 33"/>
                <a:gd name="T11" fmla="*/ 0 h 26"/>
              </a:gdLst>
              <a:ahLst/>
              <a:cxnLst>
                <a:cxn ang="0">
                  <a:pos x="T0" y="T1"/>
                </a:cxn>
                <a:cxn ang="0">
                  <a:pos x="T2" y="T3"/>
                </a:cxn>
                <a:cxn ang="0">
                  <a:pos x="T4" y="T5"/>
                </a:cxn>
                <a:cxn ang="0">
                  <a:pos x="T6" y="T7"/>
                </a:cxn>
                <a:cxn ang="0">
                  <a:pos x="T8" y="T9"/>
                </a:cxn>
                <a:cxn ang="0">
                  <a:pos x="T10" y="T11"/>
                </a:cxn>
              </a:cxnLst>
              <a:rect l="0" t="0" r="r" b="b"/>
              <a:pathLst>
                <a:path w="33" h="26">
                  <a:moveTo>
                    <a:pt x="21" y="0"/>
                  </a:moveTo>
                  <a:lnTo>
                    <a:pt x="0" y="8"/>
                  </a:lnTo>
                  <a:lnTo>
                    <a:pt x="3" y="26"/>
                  </a:lnTo>
                  <a:lnTo>
                    <a:pt x="20" y="23"/>
                  </a:lnTo>
                  <a:lnTo>
                    <a:pt x="33" y="16"/>
                  </a:lnTo>
                  <a:lnTo>
                    <a:pt x="2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207"/>
            <p:cNvSpPr>
              <a:spLocks/>
            </p:cNvSpPr>
            <p:nvPr/>
          </p:nvSpPr>
          <p:spPr bwMode="auto">
            <a:xfrm>
              <a:off x="1763713" y="6424613"/>
              <a:ext cx="134938" cy="52388"/>
            </a:xfrm>
            <a:custGeom>
              <a:avLst/>
              <a:gdLst>
                <a:gd name="T0" fmla="*/ 2 w 85"/>
                <a:gd name="T1" fmla="*/ 0 h 33"/>
                <a:gd name="T2" fmla="*/ 0 w 85"/>
                <a:gd name="T3" fmla="*/ 21 h 33"/>
                <a:gd name="T4" fmla="*/ 37 w 85"/>
                <a:gd name="T5" fmla="*/ 33 h 33"/>
                <a:gd name="T6" fmla="*/ 66 w 85"/>
                <a:gd name="T7" fmla="*/ 25 h 33"/>
                <a:gd name="T8" fmla="*/ 85 w 85"/>
                <a:gd name="T9" fmla="*/ 12 h 33"/>
                <a:gd name="T10" fmla="*/ 67 w 85"/>
                <a:gd name="T11" fmla="*/ 1 h 33"/>
                <a:gd name="T12" fmla="*/ 2 w 85"/>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85" h="33">
                  <a:moveTo>
                    <a:pt x="2" y="0"/>
                  </a:moveTo>
                  <a:lnTo>
                    <a:pt x="0" y="21"/>
                  </a:lnTo>
                  <a:lnTo>
                    <a:pt x="37" y="33"/>
                  </a:lnTo>
                  <a:lnTo>
                    <a:pt x="66" y="25"/>
                  </a:lnTo>
                  <a:lnTo>
                    <a:pt x="85" y="12"/>
                  </a:lnTo>
                  <a:lnTo>
                    <a:pt x="67" y="1"/>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208"/>
            <p:cNvSpPr>
              <a:spLocks/>
            </p:cNvSpPr>
            <p:nvPr/>
          </p:nvSpPr>
          <p:spPr bwMode="auto">
            <a:xfrm>
              <a:off x="1662113" y="6218238"/>
              <a:ext cx="74613" cy="42863"/>
            </a:xfrm>
            <a:custGeom>
              <a:avLst/>
              <a:gdLst>
                <a:gd name="T0" fmla="*/ 47 w 47"/>
                <a:gd name="T1" fmla="*/ 10 h 27"/>
                <a:gd name="T2" fmla="*/ 29 w 47"/>
                <a:gd name="T3" fmla="*/ 0 h 27"/>
                <a:gd name="T4" fmla="*/ 3 w 47"/>
                <a:gd name="T5" fmla="*/ 4 h 27"/>
                <a:gd name="T6" fmla="*/ 0 w 47"/>
                <a:gd name="T7" fmla="*/ 17 h 27"/>
                <a:gd name="T8" fmla="*/ 6 w 47"/>
                <a:gd name="T9" fmla="*/ 27 h 27"/>
                <a:gd name="T10" fmla="*/ 31 w 47"/>
                <a:gd name="T11" fmla="*/ 22 h 27"/>
                <a:gd name="T12" fmla="*/ 47 w 47"/>
                <a:gd name="T13" fmla="*/ 10 h 27"/>
              </a:gdLst>
              <a:ahLst/>
              <a:cxnLst>
                <a:cxn ang="0">
                  <a:pos x="T0" y="T1"/>
                </a:cxn>
                <a:cxn ang="0">
                  <a:pos x="T2" y="T3"/>
                </a:cxn>
                <a:cxn ang="0">
                  <a:pos x="T4" y="T5"/>
                </a:cxn>
                <a:cxn ang="0">
                  <a:pos x="T6" y="T7"/>
                </a:cxn>
                <a:cxn ang="0">
                  <a:pos x="T8" y="T9"/>
                </a:cxn>
                <a:cxn ang="0">
                  <a:pos x="T10" y="T11"/>
                </a:cxn>
                <a:cxn ang="0">
                  <a:pos x="T12" y="T13"/>
                </a:cxn>
              </a:cxnLst>
              <a:rect l="0" t="0" r="r" b="b"/>
              <a:pathLst>
                <a:path w="47" h="27">
                  <a:moveTo>
                    <a:pt x="47" y="10"/>
                  </a:moveTo>
                  <a:lnTo>
                    <a:pt x="29" y="0"/>
                  </a:lnTo>
                  <a:lnTo>
                    <a:pt x="3" y="4"/>
                  </a:lnTo>
                  <a:lnTo>
                    <a:pt x="0" y="17"/>
                  </a:lnTo>
                  <a:lnTo>
                    <a:pt x="6" y="27"/>
                  </a:lnTo>
                  <a:lnTo>
                    <a:pt x="31" y="22"/>
                  </a:lnTo>
                  <a:lnTo>
                    <a:pt x="47"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209"/>
            <p:cNvSpPr>
              <a:spLocks/>
            </p:cNvSpPr>
            <p:nvPr/>
          </p:nvSpPr>
          <p:spPr bwMode="auto">
            <a:xfrm>
              <a:off x="2271713" y="6392863"/>
              <a:ext cx="74613" cy="42863"/>
            </a:xfrm>
            <a:custGeom>
              <a:avLst/>
              <a:gdLst>
                <a:gd name="T0" fmla="*/ 3 w 47"/>
                <a:gd name="T1" fmla="*/ 4 h 27"/>
                <a:gd name="T2" fmla="*/ 0 w 47"/>
                <a:gd name="T3" fmla="*/ 17 h 27"/>
                <a:gd name="T4" fmla="*/ 5 w 47"/>
                <a:gd name="T5" fmla="*/ 27 h 27"/>
                <a:gd name="T6" fmla="*/ 30 w 47"/>
                <a:gd name="T7" fmla="*/ 22 h 27"/>
                <a:gd name="T8" fmla="*/ 47 w 47"/>
                <a:gd name="T9" fmla="*/ 10 h 27"/>
                <a:gd name="T10" fmla="*/ 28 w 47"/>
                <a:gd name="T11" fmla="*/ 0 h 27"/>
                <a:gd name="T12" fmla="*/ 3 w 47"/>
                <a:gd name="T13" fmla="*/ 4 h 27"/>
              </a:gdLst>
              <a:ahLst/>
              <a:cxnLst>
                <a:cxn ang="0">
                  <a:pos x="T0" y="T1"/>
                </a:cxn>
                <a:cxn ang="0">
                  <a:pos x="T2" y="T3"/>
                </a:cxn>
                <a:cxn ang="0">
                  <a:pos x="T4" y="T5"/>
                </a:cxn>
                <a:cxn ang="0">
                  <a:pos x="T6" y="T7"/>
                </a:cxn>
                <a:cxn ang="0">
                  <a:pos x="T8" y="T9"/>
                </a:cxn>
                <a:cxn ang="0">
                  <a:pos x="T10" y="T11"/>
                </a:cxn>
                <a:cxn ang="0">
                  <a:pos x="T12" y="T13"/>
                </a:cxn>
              </a:cxnLst>
              <a:rect l="0" t="0" r="r" b="b"/>
              <a:pathLst>
                <a:path w="47" h="27">
                  <a:moveTo>
                    <a:pt x="3" y="4"/>
                  </a:moveTo>
                  <a:lnTo>
                    <a:pt x="0" y="17"/>
                  </a:lnTo>
                  <a:lnTo>
                    <a:pt x="5" y="27"/>
                  </a:lnTo>
                  <a:lnTo>
                    <a:pt x="30" y="22"/>
                  </a:lnTo>
                  <a:lnTo>
                    <a:pt x="47" y="10"/>
                  </a:lnTo>
                  <a:lnTo>
                    <a:pt x="28" y="0"/>
                  </a:lnTo>
                  <a:lnTo>
                    <a:pt x="3"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210"/>
            <p:cNvSpPr>
              <a:spLocks/>
            </p:cNvSpPr>
            <p:nvPr/>
          </p:nvSpPr>
          <p:spPr bwMode="auto">
            <a:xfrm>
              <a:off x="2071688" y="6397625"/>
              <a:ext cx="39688" cy="31750"/>
            </a:xfrm>
            <a:custGeom>
              <a:avLst/>
              <a:gdLst>
                <a:gd name="T0" fmla="*/ 0 w 25"/>
                <a:gd name="T1" fmla="*/ 1 h 20"/>
                <a:gd name="T2" fmla="*/ 10 w 25"/>
                <a:gd name="T3" fmla="*/ 20 h 20"/>
                <a:gd name="T4" fmla="*/ 25 w 25"/>
                <a:gd name="T5" fmla="*/ 11 h 20"/>
                <a:gd name="T6" fmla="*/ 25 w 25"/>
                <a:gd name="T7" fmla="*/ 0 h 20"/>
                <a:gd name="T8" fmla="*/ 0 w 25"/>
                <a:gd name="T9" fmla="*/ 1 h 20"/>
              </a:gdLst>
              <a:ahLst/>
              <a:cxnLst>
                <a:cxn ang="0">
                  <a:pos x="T0" y="T1"/>
                </a:cxn>
                <a:cxn ang="0">
                  <a:pos x="T2" y="T3"/>
                </a:cxn>
                <a:cxn ang="0">
                  <a:pos x="T4" y="T5"/>
                </a:cxn>
                <a:cxn ang="0">
                  <a:pos x="T6" y="T7"/>
                </a:cxn>
                <a:cxn ang="0">
                  <a:pos x="T8" y="T9"/>
                </a:cxn>
              </a:cxnLst>
              <a:rect l="0" t="0" r="r" b="b"/>
              <a:pathLst>
                <a:path w="25" h="20">
                  <a:moveTo>
                    <a:pt x="0" y="1"/>
                  </a:moveTo>
                  <a:lnTo>
                    <a:pt x="10" y="20"/>
                  </a:lnTo>
                  <a:lnTo>
                    <a:pt x="25" y="11"/>
                  </a:lnTo>
                  <a:lnTo>
                    <a:pt x="25"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211"/>
            <p:cNvSpPr>
              <a:spLocks/>
            </p:cNvSpPr>
            <p:nvPr/>
          </p:nvSpPr>
          <p:spPr bwMode="auto">
            <a:xfrm>
              <a:off x="1935163" y="6394450"/>
              <a:ext cx="82550" cy="61913"/>
            </a:xfrm>
            <a:custGeom>
              <a:avLst/>
              <a:gdLst>
                <a:gd name="T0" fmla="*/ 39 w 52"/>
                <a:gd name="T1" fmla="*/ 0 h 39"/>
                <a:gd name="T2" fmla="*/ 8 w 52"/>
                <a:gd name="T3" fmla="*/ 8 h 39"/>
                <a:gd name="T4" fmla="*/ 0 w 52"/>
                <a:gd name="T5" fmla="*/ 25 h 39"/>
                <a:gd name="T6" fmla="*/ 21 w 52"/>
                <a:gd name="T7" fmla="*/ 39 h 39"/>
                <a:gd name="T8" fmla="*/ 52 w 52"/>
                <a:gd name="T9" fmla="*/ 32 h 39"/>
                <a:gd name="T10" fmla="*/ 48 w 52"/>
                <a:gd name="T11" fmla="*/ 11 h 39"/>
                <a:gd name="T12" fmla="*/ 39 w 52"/>
                <a:gd name="T13" fmla="*/ 0 h 39"/>
              </a:gdLst>
              <a:ahLst/>
              <a:cxnLst>
                <a:cxn ang="0">
                  <a:pos x="T0" y="T1"/>
                </a:cxn>
                <a:cxn ang="0">
                  <a:pos x="T2" y="T3"/>
                </a:cxn>
                <a:cxn ang="0">
                  <a:pos x="T4" y="T5"/>
                </a:cxn>
                <a:cxn ang="0">
                  <a:pos x="T6" y="T7"/>
                </a:cxn>
                <a:cxn ang="0">
                  <a:pos x="T8" y="T9"/>
                </a:cxn>
                <a:cxn ang="0">
                  <a:pos x="T10" y="T11"/>
                </a:cxn>
                <a:cxn ang="0">
                  <a:pos x="T12" y="T13"/>
                </a:cxn>
              </a:cxnLst>
              <a:rect l="0" t="0" r="r" b="b"/>
              <a:pathLst>
                <a:path w="52" h="39">
                  <a:moveTo>
                    <a:pt x="39" y="0"/>
                  </a:moveTo>
                  <a:lnTo>
                    <a:pt x="8" y="8"/>
                  </a:lnTo>
                  <a:lnTo>
                    <a:pt x="0" y="25"/>
                  </a:lnTo>
                  <a:lnTo>
                    <a:pt x="21" y="39"/>
                  </a:lnTo>
                  <a:lnTo>
                    <a:pt x="52" y="32"/>
                  </a:lnTo>
                  <a:lnTo>
                    <a:pt x="48" y="11"/>
                  </a:lnTo>
                  <a:lnTo>
                    <a:pt x="3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212"/>
            <p:cNvSpPr>
              <a:spLocks/>
            </p:cNvSpPr>
            <p:nvPr/>
          </p:nvSpPr>
          <p:spPr bwMode="auto">
            <a:xfrm>
              <a:off x="2162176" y="6386513"/>
              <a:ext cx="46038" cy="39688"/>
            </a:xfrm>
            <a:custGeom>
              <a:avLst/>
              <a:gdLst>
                <a:gd name="T0" fmla="*/ 0 w 29"/>
                <a:gd name="T1" fmla="*/ 18 h 25"/>
                <a:gd name="T2" fmla="*/ 7 w 29"/>
                <a:gd name="T3" fmla="*/ 25 h 25"/>
                <a:gd name="T4" fmla="*/ 24 w 29"/>
                <a:gd name="T5" fmla="*/ 24 h 25"/>
                <a:gd name="T6" fmla="*/ 29 w 29"/>
                <a:gd name="T7" fmla="*/ 9 h 25"/>
                <a:gd name="T8" fmla="*/ 12 w 29"/>
                <a:gd name="T9" fmla="*/ 0 h 25"/>
                <a:gd name="T10" fmla="*/ 0 w 29"/>
                <a:gd name="T11" fmla="*/ 18 h 25"/>
              </a:gdLst>
              <a:ahLst/>
              <a:cxnLst>
                <a:cxn ang="0">
                  <a:pos x="T0" y="T1"/>
                </a:cxn>
                <a:cxn ang="0">
                  <a:pos x="T2" y="T3"/>
                </a:cxn>
                <a:cxn ang="0">
                  <a:pos x="T4" y="T5"/>
                </a:cxn>
                <a:cxn ang="0">
                  <a:pos x="T6" y="T7"/>
                </a:cxn>
                <a:cxn ang="0">
                  <a:pos x="T8" y="T9"/>
                </a:cxn>
                <a:cxn ang="0">
                  <a:pos x="T10" y="T11"/>
                </a:cxn>
              </a:cxnLst>
              <a:rect l="0" t="0" r="r" b="b"/>
              <a:pathLst>
                <a:path w="29" h="25">
                  <a:moveTo>
                    <a:pt x="0" y="18"/>
                  </a:moveTo>
                  <a:lnTo>
                    <a:pt x="7" y="25"/>
                  </a:lnTo>
                  <a:lnTo>
                    <a:pt x="24" y="24"/>
                  </a:lnTo>
                  <a:lnTo>
                    <a:pt x="29" y="9"/>
                  </a:lnTo>
                  <a:lnTo>
                    <a:pt x="12" y="0"/>
                  </a:lnTo>
                  <a:lnTo>
                    <a:pt x="0"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213"/>
            <p:cNvSpPr>
              <a:spLocks/>
            </p:cNvSpPr>
            <p:nvPr/>
          </p:nvSpPr>
          <p:spPr bwMode="auto">
            <a:xfrm>
              <a:off x="2314576" y="6234113"/>
              <a:ext cx="49213" cy="30163"/>
            </a:xfrm>
            <a:custGeom>
              <a:avLst/>
              <a:gdLst>
                <a:gd name="T0" fmla="*/ 28 w 31"/>
                <a:gd name="T1" fmla="*/ 1 h 19"/>
                <a:gd name="T2" fmla="*/ 7 w 31"/>
                <a:gd name="T3" fmla="*/ 0 h 19"/>
                <a:gd name="T4" fmla="*/ 0 w 31"/>
                <a:gd name="T5" fmla="*/ 8 h 19"/>
                <a:gd name="T6" fmla="*/ 10 w 31"/>
                <a:gd name="T7" fmla="*/ 19 h 19"/>
                <a:gd name="T8" fmla="*/ 31 w 31"/>
                <a:gd name="T9" fmla="*/ 16 h 19"/>
                <a:gd name="T10" fmla="*/ 28 w 31"/>
                <a:gd name="T11" fmla="*/ 1 h 19"/>
              </a:gdLst>
              <a:ahLst/>
              <a:cxnLst>
                <a:cxn ang="0">
                  <a:pos x="T0" y="T1"/>
                </a:cxn>
                <a:cxn ang="0">
                  <a:pos x="T2" y="T3"/>
                </a:cxn>
                <a:cxn ang="0">
                  <a:pos x="T4" y="T5"/>
                </a:cxn>
                <a:cxn ang="0">
                  <a:pos x="T6" y="T7"/>
                </a:cxn>
                <a:cxn ang="0">
                  <a:pos x="T8" y="T9"/>
                </a:cxn>
                <a:cxn ang="0">
                  <a:pos x="T10" y="T11"/>
                </a:cxn>
              </a:cxnLst>
              <a:rect l="0" t="0" r="r" b="b"/>
              <a:pathLst>
                <a:path w="31" h="19">
                  <a:moveTo>
                    <a:pt x="28" y="1"/>
                  </a:moveTo>
                  <a:lnTo>
                    <a:pt x="7" y="0"/>
                  </a:lnTo>
                  <a:lnTo>
                    <a:pt x="0" y="8"/>
                  </a:lnTo>
                  <a:lnTo>
                    <a:pt x="10" y="19"/>
                  </a:lnTo>
                  <a:lnTo>
                    <a:pt x="31" y="16"/>
                  </a:lnTo>
                  <a:lnTo>
                    <a:pt x="2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214"/>
            <p:cNvSpPr>
              <a:spLocks/>
            </p:cNvSpPr>
            <p:nvPr/>
          </p:nvSpPr>
          <p:spPr bwMode="auto">
            <a:xfrm>
              <a:off x="2378076" y="6275388"/>
              <a:ext cx="38100" cy="31750"/>
            </a:xfrm>
            <a:custGeom>
              <a:avLst/>
              <a:gdLst>
                <a:gd name="T0" fmla="*/ 16 w 24"/>
                <a:gd name="T1" fmla="*/ 20 h 20"/>
                <a:gd name="T2" fmla="*/ 24 w 24"/>
                <a:gd name="T3" fmla="*/ 9 h 20"/>
                <a:gd name="T4" fmla="*/ 18 w 24"/>
                <a:gd name="T5" fmla="*/ 0 h 20"/>
                <a:gd name="T6" fmla="*/ 0 w 24"/>
                <a:gd name="T7" fmla="*/ 2 h 20"/>
                <a:gd name="T8" fmla="*/ 4 w 24"/>
                <a:gd name="T9" fmla="*/ 16 h 20"/>
                <a:gd name="T10" fmla="*/ 16 w 24"/>
                <a:gd name="T11" fmla="*/ 20 h 20"/>
              </a:gdLst>
              <a:ahLst/>
              <a:cxnLst>
                <a:cxn ang="0">
                  <a:pos x="T0" y="T1"/>
                </a:cxn>
                <a:cxn ang="0">
                  <a:pos x="T2" y="T3"/>
                </a:cxn>
                <a:cxn ang="0">
                  <a:pos x="T4" y="T5"/>
                </a:cxn>
                <a:cxn ang="0">
                  <a:pos x="T6" y="T7"/>
                </a:cxn>
                <a:cxn ang="0">
                  <a:pos x="T8" y="T9"/>
                </a:cxn>
                <a:cxn ang="0">
                  <a:pos x="T10" y="T11"/>
                </a:cxn>
              </a:cxnLst>
              <a:rect l="0" t="0" r="r" b="b"/>
              <a:pathLst>
                <a:path w="24" h="20">
                  <a:moveTo>
                    <a:pt x="16" y="20"/>
                  </a:moveTo>
                  <a:lnTo>
                    <a:pt x="24" y="9"/>
                  </a:lnTo>
                  <a:lnTo>
                    <a:pt x="18" y="0"/>
                  </a:lnTo>
                  <a:lnTo>
                    <a:pt x="0" y="2"/>
                  </a:lnTo>
                  <a:lnTo>
                    <a:pt x="4" y="16"/>
                  </a:lnTo>
                  <a:lnTo>
                    <a:pt x="16"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215"/>
            <p:cNvSpPr>
              <a:spLocks/>
            </p:cNvSpPr>
            <p:nvPr/>
          </p:nvSpPr>
          <p:spPr bwMode="auto">
            <a:xfrm>
              <a:off x="2413001" y="6323013"/>
              <a:ext cx="33338" cy="26988"/>
            </a:xfrm>
            <a:custGeom>
              <a:avLst/>
              <a:gdLst>
                <a:gd name="T0" fmla="*/ 4 w 21"/>
                <a:gd name="T1" fmla="*/ 3 h 17"/>
                <a:gd name="T2" fmla="*/ 0 w 21"/>
                <a:gd name="T3" fmla="*/ 15 h 17"/>
                <a:gd name="T4" fmla="*/ 7 w 21"/>
                <a:gd name="T5" fmla="*/ 17 h 17"/>
                <a:gd name="T6" fmla="*/ 21 w 21"/>
                <a:gd name="T7" fmla="*/ 10 h 17"/>
                <a:gd name="T8" fmla="*/ 16 w 21"/>
                <a:gd name="T9" fmla="*/ 0 h 17"/>
                <a:gd name="T10" fmla="*/ 4 w 21"/>
                <a:gd name="T11" fmla="*/ 3 h 17"/>
              </a:gdLst>
              <a:ahLst/>
              <a:cxnLst>
                <a:cxn ang="0">
                  <a:pos x="T0" y="T1"/>
                </a:cxn>
                <a:cxn ang="0">
                  <a:pos x="T2" y="T3"/>
                </a:cxn>
                <a:cxn ang="0">
                  <a:pos x="T4" y="T5"/>
                </a:cxn>
                <a:cxn ang="0">
                  <a:pos x="T6" y="T7"/>
                </a:cxn>
                <a:cxn ang="0">
                  <a:pos x="T8" y="T9"/>
                </a:cxn>
                <a:cxn ang="0">
                  <a:pos x="T10" y="T11"/>
                </a:cxn>
              </a:cxnLst>
              <a:rect l="0" t="0" r="r" b="b"/>
              <a:pathLst>
                <a:path w="21" h="17">
                  <a:moveTo>
                    <a:pt x="4" y="3"/>
                  </a:moveTo>
                  <a:lnTo>
                    <a:pt x="0" y="15"/>
                  </a:lnTo>
                  <a:lnTo>
                    <a:pt x="7" y="17"/>
                  </a:lnTo>
                  <a:lnTo>
                    <a:pt x="21" y="10"/>
                  </a:lnTo>
                  <a:lnTo>
                    <a:pt x="16" y="0"/>
                  </a:lnTo>
                  <a:lnTo>
                    <a:pt x="4"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Freeform 216"/>
            <p:cNvSpPr>
              <a:spLocks/>
            </p:cNvSpPr>
            <p:nvPr/>
          </p:nvSpPr>
          <p:spPr bwMode="auto">
            <a:xfrm>
              <a:off x="1498601" y="6310313"/>
              <a:ext cx="58738" cy="33338"/>
            </a:xfrm>
            <a:custGeom>
              <a:avLst/>
              <a:gdLst>
                <a:gd name="T0" fmla="*/ 0 w 37"/>
                <a:gd name="T1" fmla="*/ 20 h 21"/>
                <a:gd name="T2" fmla="*/ 17 w 37"/>
                <a:gd name="T3" fmla="*/ 21 h 21"/>
                <a:gd name="T4" fmla="*/ 35 w 37"/>
                <a:gd name="T5" fmla="*/ 18 h 21"/>
                <a:gd name="T6" fmla="*/ 37 w 37"/>
                <a:gd name="T7" fmla="*/ 0 h 21"/>
                <a:gd name="T8" fmla="*/ 9 w 37"/>
                <a:gd name="T9" fmla="*/ 3 h 21"/>
                <a:gd name="T10" fmla="*/ 0 w 37"/>
                <a:gd name="T11" fmla="*/ 20 h 21"/>
              </a:gdLst>
              <a:ahLst/>
              <a:cxnLst>
                <a:cxn ang="0">
                  <a:pos x="T0" y="T1"/>
                </a:cxn>
                <a:cxn ang="0">
                  <a:pos x="T2" y="T3"/>
                </a:cxn>
                <a:cxn ang="0">
                  <a:pos x="T4" y="T5"/>
                </a:cxn>
                <a:cxn ang="0">
                  <a:pos x="T6" y="T7"/>
                </a:cxn>
                <a:cxn ang="0">
                  <a:pos x="T8" y="T9"/>
                </a:cxn>
                <a:cxn ang="0">
                  <a:pos x="T10" y="T11"/>
                </a:cxn>
              </a:cxnLst>
              <a:rect l="0" t="0" r="r" b="b"/>
              <a:pathLst>
                <a:path w="37" h="21">
                  <a:moveTo>
                    <a:pt x="0" y="20"/>
                  </a:moveTo>
                  <a:lnTo>
                    <a:pt x="17" y="21"/>
                  </a:lnTo>
                  <a:lnTo>
                    <a:pt x="35" y="18"/>
                  </a:lnTo>
                  <a:lnTo>
                    <a:pt x="37" y="0"/>
                  </a:lnTo>
                  <a:lnTo>
                    <a:pt x="9" y="3"/>
                  </a:lnTo>
                  <a:lnTo>
                    <a:pt x="0"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217"/>
            <p:cNvSpPr>
              <a:spLocks/>
            </p:cNvSpPr>
            <p:nvPr/>
          </p:nvSpPr>
          <p:spPr bwMode="auto">
            <a:xfrm>
              <a:off x="1590676" y="6383338"/>
              <a:ext cx="50800" cy="36513"/>
            </a:xfrm>
            <a:custGeom>
              <a:avLst/>
              <a:gdLst>
                <a:gd name="T0" fmla="*/ 6 w 32"/>
                <a:gd name="T1" fmla="*/ 23 h 23"/>
                <a:gd name="T2" fmla="*/ 23 w 32"/>
                <a:gd name="T3" fmla="*/ 13 h 23"/>
                <a:gd name="T4" fmla="*/ 32 w 32"/>
                <a:gd name="T5" fmla="*/ 0 h 23"/>
                <a:gd name="T6" fmla="*/ 0 w 32"/>
                <a:gd name="T7" fmla="*/ 1 h 23"/>
                <a:gd name="T8" fmla="*/ 6 w 32"/>
                <a:gd name="T9" fmla="*/ 23 h 23"/>
              </a:gdLst>
              <a:ahLst/>
              <a:cxnLst>
                <a:cxn ang="0">
                  <a:pos x="T0" y="T1"/>
                </a:cxn>
                <a:cxn ang="0">
                  <a:pos x="T2" y="T3"/>
                </a:cxn>
                <a:cxn ang="0">
                  <a:pos x="T4" y="T5"/>
                </a:cxn>
                <a:cxn ang="0">
                  <a:pos x="T6" y="T7"/>
                </a:cxn>
                <a:cxn ang="0">
                  <a:pos x="T8" y="T9"/>
                </a:cxn>
              </a:cxnLst>
              <a:rect l="0" t="0" r="r" b="b"/>
              <a:pathLst>
                <a:path w="32" h="23">
                  <a:moveTo>
                    <a:pt x="6" y="23"/>
                  </a:moveTo>
                  <a:lnTo>
                    <a:pt x="23" y="13"/>
                  </a:lnTo>
                  <a:lnTo>
                    <a:pt x="32" y="0"/>
                  </a:lnTo>
                  <a:lnTo>
                    <a:pt x="0" y="1"/>
                  </a:lnTo>
                  <a:lnTo>
                    <a:pt x="6"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218"/>
            <p:cNvSpPr>
              <a:spLocks/>
            </p:cNvSpPr>
            <p:nvPr/>
          </p:nvSpPr>
          <p:spPr bwMode="auto">
            <a:xfrm>
              <a:off x="1584326" y="6246813"/>
              <a:ext cx="50800" cy="36513"/>
            </a:xfrm>
            <a:custGeom>
              <a:avLst/>
              <a:gdLst>
                <a:gd name="T0" fmla="*/ 32 w 32"/>
                <a:gd name="T1" fmla="*/ 6 h 23"/>
                <a:gd name="T2" fmla="*/ 5 w 32"/>
                <a:gd name="T3" fmla="*/ 0 h 23"/>
                <a:gd name="T4" fmla="*/ 0 w 32"/>
                <a:gd name="T5" fmla="*/ 23 h 23"/>
                <a:gd name="T6" fmla="*/ 26 w 32"/>
                <a:gd name="T7" fmla="*/ 18 h 23"/>
                <a:gd name="T8" fmla="*/ 32 w 32"/>
                <a:gd name="T9" fmla="*/ 6 h 23"/>
              </a:gdLst>
              <a:ahLst/>
              <a:cxnLst>
                <a:cxn ang="0">
                  <a:pos x="T0" y="T1"/>
                </a:cxn>
                <a:cxn ang="0">
                  <a:pos x="T2" y="T3"/>
                </a:cxn>
                <a:cxn ang="0">
                  <a:pos x="T4" y="T5"/>
                </a:cxn>
                <a:cxn ang="0">
                  <a:pos x="T6" y="T7"/>
                </a:cxn>
                <a:cxn ang="0">
                  <a:pos x="T8" y="T9"/>
                </a:cxn>
              </a:cxnLst>
              <a:rect l="0" t="0" r="r" b="b"/>
              <a:pathLst>
                <a:path w="32" h="23">
                  <a:moveTo>
                    <a:pt x="32" y="6"/>
                  </a:moveTo>
                  <a:lnTo>
                    <a:pt x="5" y="0"/>
                  </a:lnTo>
                  <a:lnTo>
                    <a:pt x="0" y="23"/>
                  </a:lnTo>
                  <a:lnTo>
                    <a:pt x="26" y="18"/>
                  </a:lnTo>
                  <a:lnTo>
                    <a:pt x="32"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219"/>
            <p:cNvSpPr>
              <a:spLocks/>
            </p:cNvSpPr>
            <p:nvPr/>
          </p:nvSpPr>
          <p:spPr bwMode="auto">
            <a:xfrm>
              <a:off x="2439988" y="6284913"/>
              <a:ext cx="47625" cy="23813"/>
            </a:xfrm>
            <a:custGeom>
              <a:avLst/>
              <a:gdLst>
                <a:gd name="T0" fmla="*/ 0 w 30"/>
                <a:gd name="T1" fmla="*/ 7 h 15"/>
                <a:gd name="T2" fmla="*/ 7 w 30"/>
                <a:gd name="T3" fmla="*/ 15 h 15"/>
                <a:gd name="T4" fmla="*/ 26 w 30"/>
                <a:gd name="T5" fmla="*/ 14 h 15"/>
                <a:gd name="T6" fmla="*/ 30 w 30"/>
                <a:gd name="T7" fmla="*/ 1 h 15"/>
                <a:gd name="T8" fmla="*/ 10 w 30"/>
                <a:gd name="T9" fmla="*/ 0 h 15"/>
                <a:gd name="T10" fmla="*/ 0 w 30"/>
                <a:gd name="T11" fmla="*/ 7 h 15"/>
              </a:gdLst>
              <a:ahLst/>
              <a:cxnLst>
                <a:cxn ang="0">
                  <a:pos x="T0" y="T1"/>
                </a:cxn>
                <a:cxn ang="0">
                  <a:pos x="T2" y="T3"/>
                </a:cxn>
                <a:cxn ang="0">
                  <a:pos x="T4" y="T5"/>
                </a:cxn>
                <a:cxn ang="0">
                  <a:pos x="T6" y="T7"/>
                </a:cxn>
                <a:cxn ang="0">
                  <a:pos x="T8" y="T9"/>
                </a:cxn>
                <a:cxn ang="0">
                  <a:pos x="T10" y="T11"/>
                </a:cxn>
              </a:cxnLst>
              <a:rect l="0" t="0" r="r" b="b"/>
              <a:pathLst>
                <a:path w="30" h="15">
                  <a:moveTo>
                    <a:pt x="0" y="7"/>
                  </a:moveTo>
                  <a:lnTo>
                    <a:pt x="7" y="15"/>
                  </a:lnTo>
                  <a:lnTo>
                    <a:pt x="26" y="14"/>
                  </a:lnTo>
                  <a:lnTo>
                    <a:pt x="30" y="1"/>
                  </a:lnTo>
                  <a:lnTo>
                    <a:pt x="10" y="0"/>
                  </a:lnTo>
                  <a:lnTo>
                    <a:pt x="0"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29" name="组合 228"/>
          <p:cNvGrpSpPr/>
          <p:nvPr/>
        </p:nvGrpSpPr>
        <p:grpSpPr>
          <a:xfrm>
            <a:off x="3016251" y="5059363"/>
            <a:ext cx="2589213" cy="1431925"/>
            <a:chOff x="3016251" y="5059363"/>
            <a:chExt cx="2589213" cy="1431925"/>
          </a:xfrm>
          <a:solidFill>
            <a:schemeClr val="tx1">
              <a:lumMod val="65000"/>
              <a:lumOff val="35000"/>
            </a:schemeClr>
          </a:solidFill>
        </p:grpSpPr>
        <p:sp>
          <p:nvSpPr>
            <p:cNvPr id="230" name="Freeform 220"/>
            <p:cNvSpPr>
              <a:spLocks noEditPoints="1"/>
            </p:cNvSpPr>
            <p:nvPr/>
          </p:nvSpPr>
          <p:spPr bwMode="auto">
            <a:xfrm>
              <a:off x="3695701" y="5083175"/>
              <a:ext cx="266700" cy="266700"/>
            </a:xfrm>
            <a:custGeom>
              <a:avLst/>
              <a:gdLst>
                <a:gd name="T0" fmla="*/ 80 w 160"/>
                <a:gd name="T1" fmla="*/ 160 h 160"/>
                <a:gd name="T2" fmla="*/ 160 w 160"/>
                <a:gd name="T3" fmla="*/ 80 h 160"/>
                <a:gd name="T4" fmla="*/ 80 w 160"/>
                <a:gd name="T5" fmla="*/ 0 h 160"/>
                <a:gd name="T6" fmla="*/ 0 w 160"/>
                <a:gd name="T7" fmla="*/ 80 h 160"/>
                <a:gd name="T8" fmla="*/ 80 w 160"/>
                <a:gd name="T9" fmla="*/ 160 h 160"/>
                <a:gd name="T10" fmla="*/ 80 w 160"/>
                <a:gd name="T11" fmla="*/ 15 h 160"/>
                <a:gd name="T12" fmla="*/ 145 w 160"/>
                <a:gd name="T13" fmla="*/ 80 h 160"/>
                <a:gd name="T14" fmla="*/ 80 w 160"/>
                <a:gd name="T15" fmla="*/ 144 h 160"/>
                <a:gd name="T16" fmla="*/ 15 w 160"/>
                <a:gd name="T17" fmla="*/ 80 h 160"/>
                <a:gd name="T18" fmla="*/ 80 w 160"/>
                <a:gd name="T19" fmla="*/ 1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0" h="160">
                  <a:moveTo>
                    <a:pt x="80" y="160"/>
                  </a:moveTo>
                  <a:cubicBezTo>
                    <a:pt x="124" y="160"/>
                    <a:pt x="160" y="124"/>
                    <a:pt x="160" y="80"/>
                  </a:cubicBezTo>
                  <a:cubicBezTo>
                    <a:pt x="160" y="36"/>
                    <a:pt x="124" y="0"/>
                    <a:pt x="80" y="0"/>
                  </a:cubicBezTo>
                  <a:cubicBezTo>
                    <a:pt x="36" y="0"/>
                    <a:pt x="0" y="36"/>
                    <a:pt x="0" y="80"/>
                  </a:cubicBezTo>
                  <a:cubicBezTo>
                    <a:pt x="0" y="124"/>
                    <a:pt x="36" y="160"/>
                    <a:pt x="80" y="160"/>
                  </a:cubicBezTo>
                  <a:close/>
                  <a:moveTo>
                    <a:pt x="80" y="15"/>
                  </a:moveTo>
                  <a:cubicBezTo>
                    <a:pt x="116" y="15"/>
                    <a:pt x="145" y="44"/>
                    <a:pt x="145" y="80"/>
                  </a:cubicBezTo>
                  <a:cubicBezTo>
                    <a:pt x="145" y="115"/>
                    <a:pt x="116" y="144"/>
                    <a:pt x="80" y="144"/>
                  </a:cubicBezTo>
                  <a:cubicBezTo>
                    <a:pt x="44" y="144"/>
                    <a:pt x="15" y="115"/>
                    <a:pt x="15" y="80"/>
                  </a:cubicBezTo>
                  <a:cubicBezTo>
                    <a:pt x="15" y="44"/>
                    <a:pt x="44" y="15"/>
                    <a:pt x="80"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221"/>
            <p:cNvSpPr>
              <a:spLocks/>
            </p:cNvSpPr>
            <p:nvPr/>
          </p:nvSpPr>
          <p:spPr bwMode="auto">
            <a:xfrm>
              <a:off x="3432176" y="6072188"/>
              <a:ext cx="244475" cy="107950"/>
            </a:xfrm>
            <a:custGeom>
              <a:avLst/>
              <a:gdLst>
                <a:gd name="T0" fmla="*/ 152 w 154"/>
                <a:gd name="T1" fmla="*/ 28 h 68"/>
                <a:gd name="T2" fmla="*/ 106 w 154"/>
                <a:gd name="T3" fmla="*/ 32 h 68"/>
                <a:gd name="T4" fmla="*/ 104 w 154"/>
                <a:gd name="T5" fmla="*/ 0 h 68"/>
                <a:gd name="T6" fmla="*/ 53 w 154"/>
                <a:gd name="T7" fmla="*/ 5 h 68"/>
                <a:gd name="T8" fmla="*/ 56 w 154"/>
                <a:gd name="T9" fmla="*/ 37 h 68"/>
                <a:gd name="T10" fmla="*/ 0 w 154"/>
                <a:gd name="T11" fmla="*/ 42 h 68"/>
                <a:gd name="T12" fmla="*/ 4 w 154"/>
                <a:gd name="T13" fmla="*/ 68 h 68"/>
                <a:gd name="T14" fmla="*/ 154 w 154"/>
                <a:gd name="T15" fmla="*/ 58 h 68"/>
                <a:gd name="T16" fmla="*/ 152 w 154"/>
                <a:gd name="T17" fmla="*/ 2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68">
                  <a:moveTo>
                    <a:pt x="152" y="28"/>
                  </a:moveTo>
                  <a:lnTo>
                    <a:pt x="106" y="32"/>
                  </a:lnTo>
                  <a:lnTo>
                    <a:pt x="104" y="0"/>
                  </a:lnTo>
                  <a:lnTo>
                    <a:pt x="53" y="5"/>
                  </a:lnTo>
                  <a:lnTo>
                    <a:pt x="56" y="37"/>
                  </a:lnTo>
                  <a:lnTo>
                    <a:pt x="0" y="42"/>
                  </a:lnTo>
                  <a:lnTo>
                    <a:pt x="4" y="68"/>
                  </a:lnTo>
                  <a:lnTo>
                    <a:pt x="154" y="58"/>
                  </a:lnTo>
                  <a:lnTo>
                    <a:pt x="152"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222"/>
            <p:cNvSpPr>
              <a:spLocks/>
            </p:cNvSpPr>
            <p:nvPr/>
          </p:nvSpPr>
          <p:spPr bwMode="auto">
            <a:xfrm>
              <a:off x="3016251" y="5276850"/>
              <a:ext cx="2589213" cy="303213"/>
            </a:xfrm>
            <a:custGeom>
              <a:avLst/>
              <a:gdLst>
                <a:gd name="T0" fmla="*/ 1498 w 1556"/>
                <a:gd name="T1" fmla="*/ 170 h 182"/>
                <a:gd name="T2" fmla="*/ 1379 w 1556"/>
                <a:gd name="T3" fmla="*/ 91 h 182"/>
                <a:gd name="T4" fmla="*/ 1297 w 1556"/>
                <a:gd name="T5" fmla="*/ 34 h 182"/>
                <a:gd name="T6" fmla="*/ 1212 w 1556"/>
                <a:gd name="T7" fmla="*/ 89 h 182"/>
                <a:gd name="T8" fmla="*/ 1155 w 1556"/>
                <a:gd name="T9" fmla="*/ 133 h 182"/>
                <a:gd name="T10" fmla="*/ 1082 w 1556"/>
                <a:gd name="T11" fmla="*/ 170 h 182"/>
                <a:gd name="T12" fmla="*/ 0 w 1556"/>
                <a:gd name="T13" fmla="*/ 170 h 182"/>
                <a:gd name="T14" fmla="*/ 0 w 1556"/>
                <a:gd name="T15" fmla="*/ 182 h 182"/>
                <a:gd name="T16" fmla="*/ 1556 w 1556"/>
                <a:gd name="T17" fmla="*/ 182 h 182"/>
                <a:gd name="T18" fmla="*/ 1556 w 1556"/>
                <a:gd name="T19" fmla="*/ 170 h 182"/>
                <a:gd name="T20" fmla="*/ 1498 w 1556"/>
                <a:gd name="T21" fmla="*/ 17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6" h="182">
                  <a:moveTo>
                    <a:pt x="1498" y="170"/>
                  </a:moveTo>
                  <a:cubicBezTo>
                    <a:pt x="1484" y="150"/>
                    <a:pt x="1404" y="118"/>
                    <a:pt x="1379" y="91"/>
                  </a:cubicBezTo>
                  <a:cubicBezTo>
                    <a:pt x="1353" y="60"/>
                    <a:pt x="1329" y="0"/>
                    <a:pt x="1297" y="34"/>
                  </a:cubicBezTo>
                  <a:cubicBezTo>
                    <a:pt x="1288" y="45"/>
                    <a:pt x="1273" y="85"/>
                    <a:pt x="1212" y="89"/>
                  </a:cubicBezTo>
                  <a:cubicBezTo>
                    <a:pt x="1186" y="91"/>
                    <a:pt x="1178" y="120"/>
                    <a:pt x="1155" y="133"/>
                  </a:cubicBezTo>
                  <a:cubicBezTo>
                    <a:pt x="1127" y="150"/>
                    <a:pt x="1093" y="158"/>
                    <a:pt x="1082" y="170"/>
                  </a:cubicBezTo>
                  <a:cubicBezTo>
                    <a:pt x="0" y="170"/>
                    <a:pt x="0" y="170"/>
                    <a:pt x="0" y="170"/>
                  </a:cubicBezTo>
                  <a:cubicBezTo>
                    <a:pt x="0" y="182"/>
                    <a:pt x="0" y="182"/>
                    <a:pt x="0" y="182"/>
                  </a:cubicBezTo>
                  <a:cubicBezTo>
                    <a:pt x="1556" y="182"/>
                    <a:pt x="1556" y="182"/>
                    <a:pt x="1556" y="182"/>
                  </a:cubicBezTo>
                  <a:cubicBezTo>
                    <a:pt x="1556" y="170"/>
                    <a:pt x="1556" y="170"/>
                    <a:pt x="1556" y="170"/>
                  </a:cubicBezTo>
                  <a:lnTo>
                    <a:pt x="1498" y="1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Rectangle 223"/>
            <p:cNvSpPr>
              <a:spLocks noChangeArrowheads="1"/>
            </p:cNvSpPr>
            <p:nvPr/>
          </p:nvSpPr>
          <p:spPr bwMode="auto">
            <a:xfrm>
              <a:off x="3030538" y="6384925"/>
              <a:ext cx="27305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Rectangle 224"/>
            <p:cNvSpPr>
              <a:spLocks noChangeArrowheads="1"/>
            </p:cNvSpPr>
            <p:nvPr/>
          </p:nvSpPr>
          <p:spPr bwMode="auto">
            <a:xfrm>
              <a:off x="4567238" y="6418263"/>
              <a:ext cx="346075"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Rectangle 225"/>
            <p:cNvSpPr>
              <a:spLocks noChangeArrowheads="1"/>
            </p:cNvSpPr>
            <p:nvPr/>
          </p:nvSpPr>
          <p:spPr bwMode="auto">
            <a:xfrm>
              <a:off x="4160838" y="6418263"/>
              <a:ext cx="339725"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Rectangle 226"/>
            <p:cNvSpPr>
              <a:spLocks noChangeArrowheads="1"/>
            </p:cNvSpPr>
            <p:nvPr/>
          </p:nvSpPr>
          <p:spPr bwMode="auto">
            <a:xfrm>
              <a:off x="4014788" y="6478588"/>
              <a:ext cx="339725"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Rectangle 227"/>
            <p:cNvSpPr>
              <a:spLocks noChangeArrowheads="1"/>
            </p:cNvSpPr>
            <p:nvPr/>
          </p:nvSpPr>
          <p:spPr bwMode="auto">
            <a:xfrm>
              <a:off x="3197226" y="6418263"/>
              <a:ext cx="312738"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Rectangle 228"/>
            <p:cNvSpPr>
              <a:spLocks noChangeArrowheads="1"/>
            </p:cNvSpPr>
            <p:nvPr/>
          </p:nvSpPr>
          <p:spPr bwMode="auto">
            <a:xfrm>
              <a:off x="3808413" y="6418263"/>
              <a:ext cx="1000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Rectangle 229"/>
            <p:cNvSpPr>
              <a:spLocks noChangeArrowheads="1"/>
            </p:cNvSpPr>
            <p:nvPr/>
          </p:nvSpPr>
          <p:spPr bwMode="auto">
            <a:xfrm>
              <a:off x="3962401" y="6418263"/>
              <a:ext cx="98425"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Rectangle 230"/>
            <p:cNvSpPr>
              <a:spLocks noChangeArrowheads="1"/>
            </p:cNvSpPr>
            <p:nvPr/>
          </p:nvSpPr>
          <p:spPr bwMode="auto">
            <a:xfrm>
              <a:off x="3097213" y="6345238"/>
              <a:ext cx="185738"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Rectangle 231"/>
            <p:cNvSpPr>
              <a:spLocks noChangeArrowheads="1"/>
            </p:cNvSpPr>
            <p:nvPr/>
          </p:nvSpPr>
          <p:spPr bwMode="auto">
            <a:xfrm>
              <a:off x="4767263" y="6378575"/>
              <a:ext cx="265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232"/>
            <p:cNvSpPr>
              <a:spLocks/>
            </p:cNvSpPr>
            <p:nvPr/>
          </p:nvSpPr>
          <p:spPr bwMode="auto">
            <a:xfrm>
              <a:off x="4470401" y="5208588"/>
              <a:ext cx="141288" cy="104775"/>
            </a:xfrm>
            <a:custGeom>
              <a:avLst/>
              <a:gdLst>
                <a:gd name="T0" fmla="*/ 43 w 85"/>
                <a:gd name="T1" fmla="*/ 42 h 63"/>
                <a:gd name="T2" fmla="*/ 0 w 85"/>
                <a:gd name="T3" fmla="*/ 63 h 63"/>
                <a:gd name="T4" fmla="*/ 49 w 85"/>
                <a:gd name="T5" fmla="*/ 55 h 63"/>
                <a:gd name="T6" fmla="*/ 85 w 85"/>
                <a:gd name="T7" fmla="*/ 19 h 63"/>
                <a:gd name="T8" fmla="*/ 43 w 85"/>
                <a:gd name="T9" fmla="*/ 42 h 63"/>
              </a:gdLst>
              <a:ahLst/>
              <a:cxnLst>
                <a:cxn ang="0">
                  <a:pos x="T0" y="T1"/>
                </a:cxn>
                <a:cxn ang="0">
                  <a:pos x="T2" y="T3"/>
                </a:cxn>
                <a:cxn ang="0">
                  <a:pos x="T4" y="T5"/>
                </a:cxn>
                <a:cxn ang="0">
                  <a:pos x="T6" y="T7"/>
                </a:cxn>
                <a:cxn ang="0">
                  <a:pos x="T8" y="T9"/>
                </a:cxn>
              </a:cxnLst>
              <a:rect l="0" t="0" r="r" b="b"/>
              <a:pathLst>
                <a:path w="85" h="63">
                  <a:moveTo>
                    <a:pt x="43" y="42"/>
                  </a:moveTo>
                  <a:cubicBezTo>
                    <a:pt x="43" y="42"/>
                    <a:pt x="0" y="30"/>
                    <a:pt x="0" y="63"/>
                  </a:cubicBezTo>
                  <a:cubicBezTo>
                    <a:pt x="12" y="46"/>
                    <a:pt x="39" y="51"/>
                    <a:pt x="49" y="55"/>
                  </a:cubicBezTo>
                  <a:cubicBezTo>
                    <a:pt x="52" y="45"/>
                    <a:pt x="64" y="19"/>
                    <a:pt x="85" y="19"/>
                  </a:cubicBezTo>
                  <a:cubicBezTo>
                    <a:pt x="58" y="0"/>
                    <a:pt x="43" y="42"/>
                    <a:pt x="43"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233"/>
            <p:cNvSpPr>
              <a:spLocks/>
            </p:cNvSpPr>
            <p:nvPr/>
          </p:nvSpPr>
          <p:spPr bwMode="auto">
            <a:xfrm>
              <a:off x="4637088" y="5240338"/>
              <a:ext cx="141288" cy="103188"/>
            </a:xfrm>
            <a:custGeom>
              <a:avLst/>
              <a:gdLst>
                <a:gd name="T0" fmla="*/ 43 w 85"/>
                <a:gd name="T1" fmla="*/ 42 h 62"/>
                <a:gd name="T2" fmla="*/ 0 w 85"/>
                <a:gd name="T3" fmla="*/ 62 h 62"/>
                <a:gd name="T4" fmla="*/ 49 w 85"/>
                <a:gd name="T5" fmla="*/ 54 h 62"/>
                <a:gd name="T6" fmla="*/ 85 w 85"/>
                <a:gd name="T7" fmla="*/ 19 h 62"/>
                <a:gd name="T8" fmla="*/ 43 w 85"/>
                <a:gd name="T9" fmla="*/ 42 h 62"/>
              </a:gdLst>
              <a:ahLst/>
              <a:cxnLst>
                <a:cxn ang="0">
                  <a:pos x="T0" y="T1"/>
                </a:cxn>
                <a:cxn ang="0">
                  <a:pos x="T2" y="T3"/>
                </a:cxn>
                <a:cxn ang="0">
                  <a:pos x="T4" y="T5"/>
                </a:cxn>
                <a:cxn ang="0">
                  <a:pos x="T6" y="T7"/>
                </a:cxn>
                <a:cxn ang="0">
                  <a:pos x="T8" y="T9"/>
                </a:cxn>
              </a:cxnLst>
              <a:rect l="0" t="0" r="r" b="b"/>
              <a:pathLst>
                <a:path w="85" h="62">
                  <a:moveTo>
                    <a:pt x="43" y="42"/>
                  </a:moveTo>
                  <a:cubicBezTo>
                    <a:pt x="43" y="42"/>
                    <a:pt x="0" y="30"/>
                    <a:pt x="0" y="62"/>
                  </a:cubicBezTo>
                  <a:cubicBezTo>
                    <a:pt x="12" y="46"/>
                    <a:pt x="39" y="51"/>
                    <a:pt x="49" y="54"/>
                  </a:cubicBezTo>
                  <a:cubicBezTo>
                    <a:pt x="53" y="44"/>
                    <a:pt x="64" y="19"/>
                    <a:pt x="85" y="19"/>
                  </a:cubicBezTo>
                  <a:cubicBezTo>
                    <a:pt x="58" y="0"/>
                    <a:pt x="43" y="42"/>
                    <a:pt x="43"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234"/>
            <p:cNvSpPr>
              <a:spLocks/>
            </p:cNvSpPr>
            <p:nvPr/>
          </p:nvSpPr>
          <p:spPr bwMode="auto">
            <a:xfrm>
              <a:off x="4718051" y="5059363"/>
              <a:ext cx="142875" cy="104775"/>
            </a:xfrm>
            <a:custGeom>
              <a:avLst/>
              <a:gdLst>
                <a:gd name="T0" fmla="*/ 85 w 85"/>
                <a:gd name="T1" fmla="*/ 19 h 63"/>
                <a:gd name="T2" fmla="*/ 43 w 85"/>
                <a:gd name="T3" fmla="*/ 42 h 63"/>
                <a:gd name="T4" fmla="*/ 0 w 85"/>
                <a:gd name="T5" fmla="*/ 63 h 63"/>
                <a:gd name="T6" fmla="*/ 49 w 85"/>
                <a:gd name="T7" fmla="*/ 55 h 63"/>
                <a:gd name="T8" fmla="*/ 85 w 85"/>
                <a:gd name="T9" fmla="*/ 19 h 63"/>
              </a:gdLst>
              <a:ahLst/>
              <a:cxnLst>
                <a:cxn ang="0">
                  <a:pos x="T0" y="T1"/>
                </a:cxn>
                <a:cxn ang="0">
                  <a:pos x="T2" y="T3"/>
                </a:cxn>
                <a:cxn ang="0">
                  <a:pos x="T4" y="T5"/>
                </a:cxn>
                <a:cxn ang="0">
                  <a:pos x="T6" y="T7"/>
                </a:cxn>
                <a:cxn ang="0">
                  <a:pos x="T8" y="T9"/>
                </a:cxn>
              </a:cxnLst>
              <a:rect l="0" t="0" r="r" b="b"/>
              <a:pathLst>
                <a:path w="85" h="63">
                  <a:moveTo>
                    <a:pt x="85" y="19"/>
                  </a:moveTo>
                  <a:cubicBezTo>
                    <a:pt x="58" y="0"/>
                    <a:pt x="43" y="42"/>
                    <a:pt x="43" y="42"/>
                  </a:cubicBezTo>
                  <a:cubicBezTo>
                    <a:pt x="43" y="42"/>
                    <a:pt x="0" y="30"/>
                    <a:pt x="0" y="63"/>
                  </a:cubicBezTo>
                  <a:cubicBezTo>
                    <a:pt x="12" y="46"/>
                    <a:pt x="39" y="52"/>
                    <a:pt x="49" y="55"/>
                  </a:cubicBezTo>
                  <a:cubicBezTo>
                    <a:pt x="53" y="45"/>
                    <a:pt x="64" y="20"/>
                    <a:pt x="85"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235"/>
            <p:cNvSpPr>
              <a:spLocks/>
            </p:cNvSpPr>
            <p:nvPr/>
          </p:nvSpPr>
          <p:spPr bwMode="auto">
            <a:xfrm>
              <a:off x="4514851" y="5759450"/>
              <a:ext cx="112713" cy="112713"/>
            </a:xfrm>
            <a:custGeom>
              <a:avLst/>
              <a:gdLst>
                <a:gd name="T0" fmla="*/ 27 w 68"/>
                <a:gd name="T1" fmla="*/ 64 h 68"/>
                <a:gd name="T2" fmla="*/ 64 w 68"/>
                <a:gd name="T3" fmla="*/ 41 h 68"/>
                <a:gd name="T4" fmla="*/ 41 w 68"/>
                <a:gd name="T5" fmla="*/ 4 h 68"/>
                <a:gd name="T6" fmla="*/ 4 w 68"/>
                <a:gd name="T7" fmla="*/ 27 h 68"/>
                <a:gd name="T8" fmla="*/ 27 w 68"/>
                <a:gd name="T9" fmla="*/ 64 h 68"/>
              </a:gdLst>
              <a:ahLst/>
              <a:cxnLst>
                <a:cxn ang="0">
                  <a:pos x="T0" y="T1"/>
                </a:cxn>
                <a:cxn ang="0">
                  <a:pos x="T2" y="T3"/>
                </a:cxn>
                <a:cxn ang="0">
                  <a:pos x="T4" y="T5"/>
                </a:cxn>
                <a:cxn ang="0">
                  <a:pos x="T6" y="T7"/>
                </a:cxn>
                <a:cxn ang="0">
                  <a:pos x="T8" y="T9"/>
                </a:cxn>
              </a:cxnLst>
              <a:rect l="0" t="0" r="r" b="b"/>
              <a:pathLst>
                <a:path w="68" h="68">
                  <a:moveTo>
                    <a:pt x="27" y="64"/>
                  </a:moveTo>
                  <a:cubicBezTo>
                    <a:pt x="44" y="68"/>
                    <a:pt x="60" y="58"/>
                    <a:pt x="64" y="41"/>
                  </a:cubicBezTo>
                  <a:cubicBezTo>
                    <a:pt x="68" y="25"/>
                    <a:pt x="58" y="8"/>
                    <a:pt x="41" y="4"/>
                  </a:cubicBezTo>
                  <a:cubicBezTo>
                    <a:pt x="24" y="0"/>
                    <a:pt x="8" y="11"/>
                    <a:pt x="4" y="27"/>
                  </a:cubicBezTo>
                  <a:cubicBezTo>
                    <a:pt x="0" y="44"/>
                    <a:pt x="10" y="60"/>
                    <a:pt x="27" y="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Freeform 236"/>
            <p:cNvSpPr>
              <a:spLocks noEditPoints="1"/>
            </p:cNvSpPr>
            <p:nvPr/>
          </p:nvSpPr>
          <p:spPr bwMode="auto">
            <a:xfrm>
              <a:off x="4456113" y="5781675"/>
              <a:ext cx="1004888" cy="328613"/>
            </a:xfrm>
            <a:custGeom>
              <a:avLst/>
              <a:gdLst>
                <a:gd name="T0" fmla="*/ 121 w 604"/>
                <a:gd name="T1" fmla="*/ 122 h 198"/>
                <a:gd name="T2" fmla="*/ 117 w 604"/>
                <a:gd name="T3" fmla="*/ 118 h 198"/>
                <a:gd name="T4" fmla="*/ 59 w 604"/>
                <a:gd name="T5" fmla="*/ 66 h 198"/>
                <a:gd name="T6" fmla="*/ 59 w 604"/>
                <a:gd name="T7" fmla="*/ 65 h 198"/>
                <a:gd name="T8" fmla="*/ 47 w 604"/>
                <a:gd name="T9" fmla="*/ 54 h 198"/>
                <a:gd name="T10" fmla="*/ 12 w 604"/>
                <a:gd name="T11" fmla="*/ 78 h 198"/>
                <a:gd name="T12" fmla="*/ 4 w 604"/>
                <a:gd name="T13" fmla="*/ 154 h 198"/>
                <a:gd name="T14" fmla="*/ 25 w 604"/>
                <a:gd name="T15" fmla="*/ 177 h 198"/>
                <a:gd name="T16" fmla="*/ 28 w 604"/>
                <a:gd name="T17" fmla="*/ 198 h 198"/>
                <a:gd name="T18" fmla="*/ 60 w 604"/>
                <a:gd name="T19" fmla="*/ 196 h 198"/>
                <a:gd name="T20" fmla="*/ 55 w 604"/>
                <a:gd name="T21" fmla="*/ 165 h 198"/>
                <a:gd name="T22" fmla="*/ 111 w 604"/>
                <a:gd name="T23" fmla="*/ 137 h 198"/>
                <a:gd name="T24" fmla="*/ 113 w 604"/>
                <a:gd name="T25" fmla="*/ 138 h 198"/>
                <a:gd name="T26" fmla="*/ 122 w 604"/>
                <a:gd name="T27" fmla="*/ 132 h 198"/>
                <a:gd name="T28" fmla="*/ 604 w 604"/>
                <a:gd name="T29" fmla="*/ 16 h 198"/>
                <a:gd name="T30" fmla="*/ 604 w 604"/>
                <a:gd name="T31" fmla="*/ 13 h 198"/>
                <a:gd name="T32" fmla="*/ 121 w 604"/>
                <a:gd name="T33" fmla="*/ 122 h 198"/>
                <a:gd name="T34" fmla="*/ 98 w 604"/>
                <a:gd name="T35" fmla="*/ 132 h 198"/>
                <a:gd name="T36" fmla="*/ 52 w 604"/>
                <a:gd name="T37" fmla="*/ 155 h 198"/>
                <a:gd name="T38" fmla="*/ 57 w 604"/>
                <a:gd name="T39" fmla="*/ 100 h 198"/>
                <a:gd name="T40" fmla="*/ 98 w 604"/>
                <a:gd name="T41" fmla="*/ 132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04" h="198">
                  <a:moveTo>
                    <a:pt x="121" y="122"/>
                  </a:moveTo>
                  <a:cubicBezTo>
                    <a:pt x="120" y="120"/>
                    <a:pt x="119" y="119"/>
                    <a:pt x="117" y="118"/>
                  </a:cubicBezTo>
                  <a:cubicBezTo>
                    <a:pt x="76" y="105"/>
                    <a:pt x="59" y="66"/>
                    <a:pt x="59" y="66"/>
                  </a:cubicBezTo>
                  <a:cubicBezTo>
                    <a:pt x="59" y="65"/>
                    <a:pt x="59" y="65"/>
                    <a:pt x="59" y="65"/>
                  </a:cubicBezTo>
                  <a:cubicBezTo>
                    <a:pt x="56" y="59"/>
                    <a:pt x="52" y="55"/>
                    <a:pt x="47" y="54"/>
                  </a:cubicBezTo>
                  <a:cubicBezTo>
                    <a:pt x="35" y="51"/>
                    <a:pt x="18" y="58"/>
                    <a:pt x="12" y="78"/>
                  </a:cubicBezTo>
                  <a:cubicBezTo>
                    <a:pt x="2" y="105"/>
                    <a:pt x="0" y="123"/>
                    <a:pt x="4" y="154"/>
                  </a:cubicBezTo>
                  <a:cubicBezTo>
                    <a:pt x="7" y="169"/>
                    <a:pt x="15" y="175"/>
                    <a:pt x="25" y="177"/>
                  </a:cubicBezTo>
                  <a:cubicBezTo>
                    <a:pt x="26" y="183"/>
                    <a:pt x="27" y="190"/>
                    <a:pt x="28" y="198"/>
                  </a:cubicBezTo>
                  <a:cubicBezTo>
                    <a:pt x="60" y="196"/>
                    <a:pt x="60" y="196"/>
                    <a:pt x="60" y="196"/>
                  </a:cubicBezTo>
                  <a:cubicBezTo>
                    <a:pt x="59" y="183"/>
                    <a:pt x="57" y="173"/>
                    <a:pt x="55" y="165"/>
                  </a:cubicBezTo>
                  <a:cubicBezTo>
                    <a:pt x="68" y="158"/>
                    <a:pt x="87" y="149"/>
                    <a:pt x="111" y="137"/>
                  </a:cubicBezTo>
                  <a:cubicBezTo>
                    <a:pt x="112" y="138"/>
                    <a:pt x="113" y="138"/>
                    <a:pt x="113" y="138"/>
                  </a:cubicBezTo>
                  <a:cubicBezTo>
                    <a:pt x="117" y="138"/>
                    <a:pt x="121" y="136"/>
                    <a:pt x="122" y="132"/>
                  </a:cubicBezTo>
                  <a:cubicBezTo>
                    <a:pt x="232" y="82"/>
                    <a:pt x="428" y="7"/>
                    <a:pt x="604" y="16"/>
                  </a:cubicBezTo>
                  <a:cubicBezTo>
                    <a:pt x="604" y="13"/>
                    <a:pt x="604" y="13"/>
                    <a:pt x="604" y="13"/>
                  </a:cubicBezTo>
                  <a:cubicBezTo>
                    <a:pt x="428" y="0"/>
                    <a:pt x="230" y="73"/>
                    <a:pt x="121" y="122"/>
                  </a:cubicBezTo>
                  <a:close/>
                  <a:moveTo>
                    <a:pt x="98" y="132"/>
                  </a:moveTo>
                  <a:cubicBezTo>
                    <a:pt x="78" y="142"/>
                    <a:pt x="63" y="149"/>
                    <a:pt x="52" y="155"/>
                  </a:cubicBezTo>
                  <a:cubicBezTo>
                    <a:pt x="51" y="137"/>
                    <a:pt x="54" y="117"/>
                    <a:pt x="57" y="100"/>
                  </a:cubicBezTo>
                  <a:cubicBezTo>
                    <a:pt x="67" y="111"/>
                    <a:pt x="80" y="124"/>
                    <a:pt x="98" y="1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Rectangle 237"/>
            <p:cNvSpPr>
              <a:spLocks noChangeArrowheads="1"/>
            </p:cNvSpPr>
            <p:nvPr/>
          </p:nvSpPr>
          <p:spPr bwMode="auto">
            <a:xfrm>
              <a:off x="5432426" y="5832475"/>
              <a:ext cx="6350" cy="5397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238"/>
            <p:cNvSpPr>
              <a:spLocks/>
            </p:cNvSpPr>
            <p:nvPr/>
          </p:nvSpPr>
          <p:spPr bwMode="auto">
            <a:xfrm>
              <a:off x="3344863" y="6100763"/>
              <a:ext cx="1524000" cy="280988"/>
            </a:xfrm>
            <a:custGeom>
              <a:avLst/>
              <a:gdLst>
                <a:gd name="T0" fmla="*/ 10 w 916"/>
                <a:gd name="T1" fmla="*/ 59 h 169"/>
                <a:gd name="T2" fmla="*/ 1 w 916"/>
                <a:gd name="T3" fmla="*/ 60 h 169"/>
                <a:gd name="T4" fmla="*/ 0 w 916"/>
                <a:gd name="T5" fmla="*/ 75 h 169"/>
                <a:gd name="T6" fmla="*/ 18 w 916"/>
                <a:gd name="T7" fmla="*/ 74 h 169"/>
                <a:gd name="T8" fmla="*/ 39 w 916"/>
                <a:gd name="T9" fmla="*/ 161 h 169"/>
                <a:gd name="T10" fmla="*/ 732 w 916"/>
                <a:gd name="T11" fmla="*/ 169 h 169"/>
                <a:gd name="T12" fmla="*/ 890 w 916"/>
                <a:gd name="T13" fmla="*/ 35 h 169"/>
                <a:gd name="T14" fmla="*/ 911 w 916"/>
                <a:gd name="T15" fmla="*/ 34 h 169"/>
                <a:gd name="T16" fmla="*/ 912 w 916"/>
                <a:gd name="T17" fmla="*/ 26 h 169"/>
                <a:gd name="T18" fmla="*/ 916 w 916"/>
                <a:gd name="T19" fmla="*/ 0 h 169"/>
                <a:gd name="T20" fmla="*/ 10 w 916"/>
                <a:gd name="T21" fmla="*/ 5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16" h="169">
                  <a:moveTo>
                    <a:pt x="10" y="59"/>
                  </a:moveTo>
                  <a:cubicBezTo>
                    <a:pt x="1" y="60"/>
                    <a:pt x="1" y="60"/>
                    <a:pt x="1" y="60"/>
                  </a:cubicBezTo>
                  <a:cubicBezTo>
                    <a:pt x="0" y="75"/>
                    <a:pt x="0" y="75"/>
                    <a:pt x="0" y="75"/>
                  </a:cubicBezTo>
                  <a:cubicBezTo>
                    <a:pt x="18" y="74"/>
                    <a:pt x="18" y="74"/>
                    <a:pt x="18" y="74"/>
                  </a:cubicBezTo>
                  <a:cubicBezTo>
                    <a:pt x="39" y="161"/>
                    <a:pt x="39" y="161"/>
                    <a:pt x="39" y="161"/>
                  </a:cubicBezTo>
                  <a:cubicBezTo>
                    <a:pt x="39" y="161"/>
                    <a:pt x="646" y="169"/>
                    <a:pt x="732" y="169"/>
                  </a:cubicBezTo>
                  <a:cubicBezTo>
                    <a:pt x="797" y="169"/>
                    <a:pt x="862" y="79"/>
                    <a:pt x="890" y="35"/>
                  </a:cubicBezTo>
                  <a:cubicBezTo>
                    <a:pt x="911" y="34"/>
                    <a:pt x="911" y="34"/>
                    <a:pt x="911" y="34"/>
                  </a:cubicBezTo>
                  <a:cubicBezTo>
                    <a:pt x="912" y="26"/>
                    <a:pt x="912" y="26"/>
                    <a:pt x="912" y="26"/>
                  </a:cubicBezTo>
                  <a:cubicBezTo>
                    <a:pt x="916" y="0"/>
                    <a:pt x="916" y="0"/>
                    <a:pt x="916" y="0"/>
                  </a:cubicBezTo>
                  <a:lnTo>
                    <a:pt x="10"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3045263122"/>
      </p:ext>
    </p:extLst>
  </p:cSld>
  <p:clrMapOvr>
    <a:masterClrMapping/>
  </p:clrMapOvr>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2092325" y="547688"/>
            <a:ext cx="666750" cy="1522413"/>
            <a:chOff x="2092325" y="547688"/>
            <a:chExt cx="666750" cy="1522413"/>
          </a:xfrm>
          <a:solidFill>
            <a:schemeClr val="tx1">
              <a:lumMod val="65000"/>
              <a:lumOff val="35000"/>
            </a:schemeClr>
          </a:solidFill>
        </p:grpSpPr>
        <p:sp>
          <p:nvSpPr>
            <p:cNvPr id="3" name="Freeform 5"/>
            <p:cNvSpPr>
              <a:spLocks noEditPoints="1"/>
            </p:cNvSpPr>
            <p:nvPr/>
          </p:nvSpPr>
          <p:spPr bwMode="auto">
            <a:xfrm>
              <a:off x="2281238" y="547688"/>
              <a:ext cx="288925" cy="288925"/>
            </a:xfrm>
            <a:custGeom>
              <a:avLst/>
              <a:gdLst>
                <a:gd name="T0" fmla="*/ 90 w 180"/>
                <a:gd name="T1" fmla="*/ 180 h 180"/>
                <a:gd name="T2" fmla="*/ 180 w 180"/>
                <a:gd name="T3" fmla="*/ 90 h 180"/>
                <a:gd name="T4" fmla="*/ 90 w 180"/>
                <a:gd name="T5" fmla="*/ 0 h 180"/>
                <a:gd name="T6" fmla="*/ 0 w 180"/>
                <a:gd name="T7" fmla="*/ 90 h 180"/>
                <a:gd name="T8" fmla="*/ 90 w 180"/>
                <a:gd name="T9" fmla="*/ 180 h 180"/>
                <a:gd name="T10" fmla="*/ 147 w 180"/>
                <a:gd name="T11" fmla="*/ 128 h 180"/>
                <a:gd name="T12" fmla="*/ 90 w 180"/>
                <a:gd name="T13" fmla="*/ 159 h 180"/>
                <a:gd name="T14" fmla="*/ 34 w 180"/>
                <a:gd name="T15" fmla="*/ 128 h 180"/>
                <a:gd name="T16" fmla="*/ 147 w 180"/>
                <a:gd name="T17" fmla="*/ 128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0" h="180">
                  <a:moveTo>
                    <a:pt x="90" y="180"/>
                  </a:moveTo>
                  <a:cubicBezTo>
                    <a:pt x="140" y="180"/>
                    <a:pt x="180" y="140"/>
                    <a:pt x="180" y="90"/>
                  </a:cubicBezTo>
                  <a:cubicBezTo>
                    <a:pt x="180" y="41"/>
                    <a:pt x="140" y="0"/>
                    <a:pt x="90" y="0"/>
                  </a:cubicBezTo>
                  <a:cubicBezTo>
                    <a:pt x="41" y="0"/>
                    <a:pt x="0" y="41"/>
                    <a:pt x="0" y="90"/>
                  </a:cubicBezTo>
                  <a:cubicBezTo>
                    <a:pt x="0" y="140"/>
                    <a:pt x="41" y="180"/>
                    <a:pt x="90" y="180"/>
                  </a:cubicBezTo>
                  <a:close/>
                  <a:moveTo>
                    <a:pt x="147" y="128"/>
                  </a:moveTo>
                  <a:cubicBezTo>
                    <a:pt x="135" y="144"/>
                    <a:pt x="114" y="159"/>
                    <a:pt x="90" y="159"/>
                  </a:cubicBezTo>
                  <a:cubicBezTo>
                    <a:pt x="67" y="159"/>
                    <a:pt x="46" y="144"/>
                    <a:pt x="34" y="128"/>
                  </a:cubicBezTo>
                  <a:lnTo>
                    <a:pt x="147" y="1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Freeform 6"/>
            <p:cNvSpPr>
              <a:spLocks noEditPoints="1"/>
            </p:cNvSpPr>
            <p:nvPr/>
          </p:nvSpPr>
          <p:spPr bwMode="auto">
            <a:xfrm>
              <a:off x="2092325" y="874713"/>
              <a:ext cx="666750" cy="1195388"/>
            </a:xfrm>
            <a:custGeom>
              <a:avLst/>
              <a:gdLst>
                <a:gd name="T0" fmla="*/ 80 w 416"/>
                <a:gd name="T1" fmla="*/ 400 h 745"/>
                <a:gd name="T2" fmla="*/ 52 w 416"/>
                <a:gd name="T3" fmla="*/ 400 h 745"/>
                <a:gd name="T4" fmla="*/ 52 w 416"/>
                <a:gd name="T5" fmla="*/ 381 h 745"/>
                <a:gd name="T6" fmla="*/ 75 w 416"/>
                <a:gd name="T7" fmla="*/ 348 h 745"/>
                <a:gd name="T8" fmla="*/ 100 w 416"/>
                <a:gd name="T9" fmla="*/ 96 h 745"/>
                <a:gd name="T10" fmla="*/ 100 w 416"/>
                <a:gd name="T11" fmla="*/ 228 h 745"/>
                <a:gd name="T12" fmla="*/ 100 w 416"/>
                <a:gd name="T13" fmla="*/ 304 h 745"/>
                <a:gd name="T14" fmla="*/ 100 w 416"/>
                <a:gd name="T15" fmla="*/ 696 h 745"/>
                <a:gd name="T16" fmla="*/ 150 w 416"/>
                <a:gd name="T17" fmla="*/ 745 h 745"/>
                <a:gd name="T18" fmla="*/ 200 w 416"/>
                <a:gd name="T19" fmla="*/ 696 h 745"/>
                <a:gd name="T20" fmla="*/ 200 w 416"/>
                <a:gd name="T21" fmla="*/ 336 h 745"/>
                <a:gd name="T22" fmla="*/ 216 w 416"/>
                <a:gd name="T23" fmla="*/ 336 h 745"/>
                <a:gd name="T24" fmla="*/ 216 w 416"/>
                <a:gd name="T25" fmla="*/ 696 h 745"/>
                <a:gd name="T26" fmla="*/ 266 w 416"/>
                <a:gd name="T27" fmla="*/ 745 h 745"/>
                <a:gd name="T28" fmla="*/ 316 w 416"/>
                <a:gd name="T29" fmla="*/ 696 h 745"/>
                <a:gd name="T30" fmla="*/ 316 w 416"/>
                <a:gd name="T31" fmla="*/ 304 h 745"/>
                <a:gd name="T32" fmla="*/ 316 w 416"/>
                <a:gd name="T33" fmla="*/ 228 h 745"/>
                <a:gd name="T34" fmla="*/ 316 w 416"/>
                <a:gd name="T35" fmla="*/ 96 h 745"/>
                <a:gd name="T36" fmla="*/ 342 w 416"/>
                <a:gd name="T37" fmla="*/ 348 h 745"/>
                <a:gd name="T38" fmla="*/ 372 w 416"/>
                <a:gd name="T39" fmla="*/ 382 h 745"/>
                <a:gd name="T40" fmla="*/ 374 w 416"/>
                <a:gd name="T41" fmla="*/ 382 h 745"/>
                <a:gd name="T42" fmla="*/ 406 w 416"/>
                <a:gd name="T43" fmla="*/ 352 h 745"/>
                <a:gd name="T44" fmla="*/ 343 w 416"/>
                <a:gd name="T45" fmla="*/ 24 h 745"/>
                <a:gd name="T46" fmla="*/ 288 w 416"/>
                <a:gd name="T47" fmla="*/ 0 h 745"/>
                <a:gd name="T48" fmla="*/ 286 w 416"/>
                <a:gd name="T49" fmla="*/ 0 h 745"/>
                <a:gd name="T50" fmla="*/ 131 w 416"/>
                <a:gd name="T51" fmla="*/ 0 h 745"/>
                <a:gd name="T52" fmla="*/ 129 w 416"/>
                <a:gd name="T53" fmla="*/ 0 h 745"/>
                <a:gd name="T54" fmla="*/ 74 w 416"/>
                <a:gd name="T55" fmla="*/ 24 h 745"/>
                <a:gd name="T56" fmla="*/ 10 w 416"/>
                <a:gd name="T57" fmla="*/ 352 h 745"/>
                <a:gd name="T58" fmla="*/ 32 w 416"/>
                <a:gd name="T59" fmla="*/ 381 h 745"/>
                <a:gd name="T60" fmla="*/ 32 w 416"/>
                <a:gd name="T61" fmla="*/ 400 h 745"/>
                <a:gd name="T62" fmla="*/ 4 w 416"/>
                <a:gd name="T63" fmla="*/ 400 h 745"/>
                <a:gd name="T64" fmla="*/ 4 w 416"/>
                <a:gd name="T65" fmla="*/ 560 h 745"/>
                <a:gd name="T66" fmla="*/ 80 w 416"/>
                <a:gd name="T67" fmla="*/ 560 h 745"/>
                <a:gd name="T68" fmla="*/ 80 w 416"/>
                <a:gd name="T69" fmla="*/ 400 h 745"/>
                <a:gd name="T70" fmla="*/ 208 w 416"/>
                <a:gd name="T71" fmla="*/ 290 h 745"/>
                <a:gd name="T72" fmla="*/ 170 w 416"/>
                <a:gd name="T73" fmla="*/ 242 h 745"/>
                <a:gd name="T74" fmla="*/ 192 w 416"/>
                <a:gd name="T75" fmla="*/ 81 h 745"/>
                <a:gd name="T76" fmla="*/ 208 w 416"/>
                <a:gd name="T77" fmla="*/ 84 h 745"/>
                <a:gd name="T78" fmla="*/ 208 w 416"/>
                <a:gd name="T79" fmla="*/ 84 h 745"/>
                <a:gd name="T80" fmla="*/ 208 w 416"/>
                <a:gd name="T81" fmla="*/ 84 h 745"/>
                <a:gd name="T82" fmla="*/ 224 w 416"/>
                <a:gd name="T83" fmla="*/ 81 h 745"/>
                <a:gd name="T84" fmla="*/ 246 w 416"/>
                <a:gd name="T85" fmla="*/ 242 h 745"/>
                <a:gd name="T86" fmla="*/ 208 w 416"/>
                <a:gd name="T87" fmla="*/ 290 h 745"/>
                <a:gd name="T88" fmla="*/ 193 w 416"/>
                <a:gd name="T89" fmla="*/ 32 h 745"/>
                <a:gd name="T90" fmla="*/ 208 w 416"/>
                <a:gd name="T91" fmla="*/ 32 h 745"/>
                <a:gd name="T92" fmla="*/ 224 w 416"/>
                <a:gd name="T93" fmla="*/ 32 h 745"/>
                <a:gd name="T94" fmla="*/ 231 w 416"/>
                <a:gd name="T95" fmla="*/ 62 h 745"/>
                <a:gd name="T96" fmla="*/ 230 w 416"/>
                <a:gd name="T97" fmla="*/ 64 h 745"/>
                <a:gd name="T98" fmla="*/ 208 w 416"/>
                <a:gd name="T99" fmla="*/ 72 h 745"/>
                <a:gd name="T100" fmla="*/ 187 w 416"/>
                <a:gd name="T101" fmla="*/ 64 h 745"/>
                <a:gd name="T102" fmla="*/ 186 w 416"/>
                <a:gd name="T103" fmla="*/ 62 h 745"/>
                <a:gd name="T104" fmla="*/ 193 w 416"/>
                <a:gd name="T105" fmla="*/ 3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16" h="745">
                  <a:moveTo>
                    <a:pt x="80" y="400"/>
                  </a:moveTo>
                  <a:cubicBezTo>
                    <a:pt x="52" y="400"/>
                    <a:pt x="52" y="400"/>
                    <a:pt x="52" y="400"/>
                  </a:cubicBezTo>
                  <a:cubicBezTo>
                    <a:pt x="52" y="381"/>
                    <a:pt x="52" y="381"/>
                    <a:pt x="52" y="381"/>
                  </a:cubicBezTo>
                  <a:cubicBezTo>
                    <a:pt x="64" y="377"/>
                    <a:pt x="76" y="363"/>
                    <a:pt x="75" y="348"/>
                  </a:cubicBezTo>
                  <a:cubicBezTo>
                    <a:pt x="67" y="208"/>
                    <a:pt x="84" y="133"/>
                    <a:pt x="100" y="96"/>
                  </a:cubicBezTo>
                  <a:cubicBezTo>
                    <a:pt x="100" y="228"/>
                    <a:pt x="100" y="228"/>
                    <a:pt x="100" y="228"/>
                  </a:cubicBezTo>
                  <a:cubicBezTo>
                    <a:pt x="100" y="304"/>
                    <a:pt x="100" y="304"/>
                    <a:pt x="100" y="304"/>
                  </a:cubicBezTo>
                  <a:cubicBezTo>
                    <a:pt x="100" y="696"/>
                    <a:pt x="100" y="696"/>
                    <a:pt x="100" y="696"/>
                  </a:cubicBezTo>
                  <a:cubicBezTo>
                    <a:pt x="100" y="723"/>
                    <a:pt x="123" y="745"/>
                    <a:pt x="150" y="745"/>
                  </a:cubicBezTo>
                  <a:cubicBezTo>
                    <a:pt x="177" y="745"/>
                    <a:pt x="200" y="723"/>
                    <a:pt x="200" y="696"/>
                  </a:cubicBezTo>
                  <a:cubicBezTo>
                    <a:pt x="200" y="336"/>
                    <a:pt x="200" y="336"/>
                    <a:pt x="200" y="336"/>
                  </a:cubicBezTo>
                  <a:cubicBezTo>
                    <a:pt x="216" y="336"/>
                    <a:pt x="216" y="336"/>
                    <a:pt x="216" y="336"/>
                  </a:cubicBezTo>
                  <a:cubicBezTo>
                    <a:pt x="216" y="696"/>
                    <a:pt x="216" y="696"/>
                    <a:pt x="216" y="696"/>
                  </a:cubicBezTo>
                  <a:cubicBezTo>
                    <a:pt x="216" y="723"/>
                    <a:pt x="239" y="745"/>
                    <a:pt x="266" y="745"/>
                  </a:cubicBezTo>
                  <a:cubicBezTo>
                    <a:pt x="293" y="745"/>
                    <a:pt x="316" y="723"/>
                    <a:pt x="316" y="696"/>
                  </a:cubicBezTo>
                  <a:cubicBezTo>
                    <a:pt x="316" y="304"/>
                    <a:pt x="316" y="304"/>
                    <a:pt x="316" y="304"/>
                  </a:cubicBezTo>
                  <a:cubicBezTo>
                    <a:pt x="316" y="228"/>
                    <a:pt x="316" y="228"/>
                    <a:pt x="316" y="228"/>
                  </a:cubicBezTo>
                  <a:cubicBezTo>
                    <a:pt x="316" y="96"/>
                    <a:pt x="316" y="96"/>
                    <a:pt x="316" y="96"/>
                  </a:cubicBezTo>
                  <a:cubicBezTo>
                    <a:pt x="336" y="133"/>
                    <a:pt x="350" y="208"/>
                    <a:pt x="342" y="348"/>
                  </a:cubicBezTo>
                  <a:cubicBezTo>
                    <a:pt x="341" y="366"/>
                    <a:pt x="354" y="381"/>
                    <a:pt x="372" y="382"/>
                  </a:cubicBezTo>
                  <a:cubicBezTo>
                    <a:pt x="373" y="382"/>
                    <a:pt x="373" y="382"/>
                    <a:pt x="374" y="382"/>
                  </a:cubicBezTo>
                  <a:cubicBezTo>
                    <a:pt x="391" y="382"/>
                    <a:pt x="405" y="369"/>
                    <a:pt x="406" y="352"/>
                  </a:cubicBezTo>
                  <a:cubicBezTo>
                    <a:pt x="416" y="183"/>
                    <a:pt x="395" y="73"/>
                    <a:pt x="343" y="24"/>
                  </a:cubicBezTo>
                  <a:cubicBezTo>
                    <a:pt x="321" y="3"/>
                    <a:pt x="299" y="0"/>
                    <a:pt x="288" y="0"/>
                  </a:cubicBezTo>
                  <a:cubicBezTo>
                    <a:pt x="287" y="0"/>
                    <a:pt x="286" y="0"/>
                    <a:pt x="286" y="0"/>
                  </a:cubicBezTo>
                  <a:cubicBezTo>
                    <a:pt x="131" y="0"/>
                    <a:pt x="131" y="0"/>
                    <a:pt x="131" y="0"/>
                  </a:cubicBezTo>
                  <a:cubicBezTo>
                    <a:pt x="130" y="0"/>
                    <a:pt x="130" y="0"/>
                    <a:pt x="129" y="0"/>
                  </a:cubicBezTo>
                  <a:cubicBezTo>
                    <a:pt x="118" y="0"/>
                    <a:pt x="96" y="3"/>
                    <a:pt x="74" y="24"/>
                  </a:cubicBezTo>
                  <a:cubicBezTo>
                    <a:pt x="22" y="73"/>
                    <a:pt x="0" y="183"/>
                    <a:pt x="10" y="352"/>
                  </a:cubicBezTo>
                  <a:cubicBezTo>
                    <a:pt x="11" y="366"/>
                    <a:pt x="20" y="377"/>
                    <a:pt x="32" y="381"/>
                  </a:cubicBezTo>
                  <a:cubicBezTo>
                    <a:pt x="32" y="400"/>
                    <a:pt x="32" y="400"/>
                    <a:pt x="32" y="400"/>
                  </a:cubicBezTo>
                  <a:cubicBezTo>
                    <a:pt x="4" y="400"/>
                    <a:pt x="4" y="400"/>
                    <a:pt x="4" y="400"/>
                  </a:cubicBezTo>
                  <a:cubicBezTo>
                    <a:pt x="4" y="560"/>
                    <a:pt x="4" y="560"/>
                    <a:pt x="4" y="560"/>
                  </a:cubicBezTo>
                  <a:cubicBezTo>
                    <a:pt x="80" y="560"/>
                    <a:pt x="80" y="560"/>
                    <a:pt x="80" y="560"/>
                  </a:cubicBezTo>
                  <a:lnTo>
                    <a:pt x="80" y="400"/>
                  </a:lnTo>
                  <a:close/>
                  <a:moveTo>
                    <a:pt x="208" y="290"/>
                  </a:moveTo>
                  <a:cubicBezTo>
                    <a:pt x="170" y="242"/>
                    <a:pt x="170" y="242"/>
                    <a:pt x="170" y="242"/>
                  </a:cubicBezTo>
                  <a:cubicBezTo>
                    <a:pt x="192" y="81"/>
                    <a:pt x="192" y="81"/>
                    <a:pt x="192" y="81"/>
                  </a:cubicBezTo>
                  <a:cubicBezTo>
                    <a:pt x="197" y="83"/>
                    <a:pt x="203" y="84"/>
                    <a:pt x="208" y="84"/>
                  </a:cubicBezTo>
                  <a:cubicBezTo>
                    <a:pt x="208" y="84"/>
                    <a:pt x="208" y="84"/>
                    <a:pt x="208" y="84"/>
                  </a:cubicBezTo>
                  <a:cubicBezTo>
                    <a:pt x="208" y="84"/>
                    <a:pt x="208" y="84"/>
                    <a:pt x="208" y="84"/>
                  </a:cubicBezTo>
                  <a:cubicBezTo>
                    <a:pt x="214" y="84"/>
                    <a:pt x="219" y="83"/>
                    <a:pt x="224" y="81"/>
                  </a:cubicBezTo>
                  <a:cubicBezTo>
                    <a:pt x="246" y="242"/>
                    <a:pt x="246" y="242"/>
                    <a:pt x="246" y="242"/>
                  </a:cubicBezTo>
                  <a:lnTo>
                    <a:pt x="208" y="290"/>
                  </a:lnTo>
                  <a:close/>
                  <a:moveTo>
                    <a:pt x="193" y="32"/>
                  </a:moveTo>
                  <a:cubicBezTo>
                    <a:pt x="208" y="32"/>
                    <a:pt x="208" y="32"/>
                    <a:pt x="208" y="32"/>
                  </a:cubicBezTo>
                  <a:cubicBezTo>
                    <a:pt x="224" y="32"/>
                    <a:pt x="224" y="32"/>
                    <a:pt x="224" y="32"/>
                  </a:cubicBezTo>
                  <a:cubicBezTo>
                    <a:pt x="231" y="62"/>
                    <a:pt x="231" y="62"/>
                    <a:pt x="231" y="62"/>
                  </a:cubicBezTo>
                  <a:cubicBezTo>
                    <a:pt x="230" y="64"/>
                    <a:pt x="230" y="64"/>
                    <a:pt x="230" y="64"/>
                  </a:cubicBezTo>
                  <a:cubicBezTo>
                    <a:pt x="224" y="69"/>
                    <a:pt x="216" y="72"/>
                    <a:pt x="208" y="72"/>
                  </a:cubicBezTo>
                  <a:cubicBezTo>
                    <a:pt x="201" y="72"/>
                    <a:pt x="193" y="69"/>
                    <a:pt x="187" y="64"/>
                  </a:cubicBezTo>
                  <a:cubicBezTo>
                    <a:pt x="186" y="62"/>
                    <a:pt x="186" y="62"/>
                    <a:pt x="186" y="62"/>
                  </a:cubicBezTo>
                  <a:lnTo>
                    <a:pt x="193"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 name="组合 4"/>
          <p:cNvGrpSpPr/>
          <p:nvPr/>
        </p:nvGrpSpPr>
        <p:grpSpPr>
          <a:xfrm>
            <a:off x="4386263" y="542926"/>
            <a:ext cx="1296987" cy="1527175"/>
            <a:chOff x="4386263" y="542926"/>
            <a:chExt cx="1296987" cy="1527175"/>
          </a:xfrm>
          <a:solidFill>
            <a:schemeClr val="tx1">
              <a:lumMod val="65000"/>
              <a:lumOff val="35000"/>
            </a:schemeClr>
          </a:solidFill>
        </p:grpSpPr>
        <p:sp>
          <p:nvSpPr>
            <p:cNvPr id="6" name="Freeform 7"/>
            <p:cNvSpPr>
              <a:spLocks/>
            </p:cNvSpPr>
            <p:nvPr/>
          </p:nvSpPr>
          <p:spPr bwMode="auto">
            <a:xfrm>
              <a:off x="5276850" y="850901"/>
              <a:ext cx="141288" cy="80963"/>
            </a:xfrm>
            <a:custGeom>
              <a:avLst/>
              <a:gdLst>
                <a:gd name="T0" fmla="*/ 0 w 89"/>
                <a:gd name="T1" fmla="*/ 29 h 51"/>
                <a:gd name="T2" fmla="*/ 41 w 89"/>
                <a:gd name="T3" fmla="*/ 36 h 51"/>
                <a:gd name="T4" fmla="*/ 83 w 89"/>
                <a:gd name="T5" fmla="*/ 51 h 51"/>
                <a:gd name="T6" fmla="*/ 89 w 89"/>
                <a:gd name="T7" fmla="*/ 31 h 51"/>
                <a:gd name="T8" fmla="*/ 56 w 89"/>
                <a:gd name="T9" fmla="*/ 0 h 51"/>
                <a:gd name="T10" fmla="*/ 44 w 89"/>
                <a:gd name="T11" fmla="*/ 1 h 51"/>
                <a:gd name="T12" fmla="*/ 0 w 89"/>
                <a:gd name="T13" fmla="*/ 29 h 51"/>
              </a:gdLst>
              <a:ahLst/>
              <a:cxnLst>
                <a:cxn ang="0">
                  <a:pos x="T0" y="T1"/>
                </a:cxn>
                <a:cxn ang="0">
                  <a:pos x="T2" y="T3"/>
                </a:cxn>
                <a:cxn ang="0">
                  <a:pos x="T4" y="T5"/>
                </a:cxn>
                <a:cxn ang="0">
                  <a:pos x="T6" y="T7"/>
                </a:cxn>
                <a:cxn ang="0">
                  <a:pos x="T8" y="T9"/>
                </a:cxn>
                <a:cxn ang="0">
                  <a:pos x="T10" y="T11"/>
                </a:cxn>
                <a:cxn ang="0">
                  <a:pos x="T12" y="T13"/>
                </a:cxn>
              </a:cxnLst>
              <a:rect l="0" t="0" r="r" b="b"/>
              <a:pathLst>
                <a:path w="89" h="51">
                  <a:moveTo>
                    <a:pt x="0" y="29"/>
                  </a:moveTo>
                  <a:cubicBezTo>
                    <a:pt x="21" y="31"/>
                    <a:pt x="37" y="35"/>
                    <a:pt x="41" y="36"/>
                  </a:cubicBezTo>
                  <a:cubicBezTo>
                    <a:pt x="44" y="37"/>
                    <a:pt x="61" y="41"/>
                    <a:pt x="83" y="51"/>
                  </a:cubicBezTo>
                  <a:cubicBezTo>
                    <a:pt x="87" y="45"/>
                    <a:pt x="89" y="39"/>
                    <a:pt x="89" y="31"/>
                  </a:cubicBezTo>
                  <a:cubicBezTo>
                    <a:pt x="88" y="14"/>
                    <a:pt x="74" y="0"/>
                    <a:pt x="56" y="0"/>
                  </a:cubicBezTo>
                  <a:cubicBezTo>
                    <a:pt x="44" y="1"/>
                    <a:pt x="44" y="1"/>
                    <a:pt x="44" y="1"/>
                  </a:cubicBezTo>
                  <a:cubicBezTo>
                    <a:pt x="33" y="14"/>
                    <a:pt x="17" y="24"/>
                    <a:pt x="0"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8"/>
            <p:cNvSpPr>
              <a:spLocks noEditPoints="1"/>
            </p:cNvSpPr>
            <p:nvPr/>
          </p:nvSpPr>
          <p:spPr bwMode="auto">
            <a:xfrm>
              <a:off x="4575175" y="542926"/>
              <a:ext cx="288925" cy="288925"/>
            </a:xfrm>
            <a:custGeom>
              <a:avLst/>
              <a:gdLst>
                <a:gd name="T0" fmla="*/ 90 w 180"/>
                <a:gd name="T1" fmla="*/ 180 h 180"/>
                <a:gd name="T2" fmla="*/ 180 w 180"/>
                <a:gd name="T3" fmla="*/ 90 h 180"/>
                <a:gd name="T4" fmla="*/ 90 w 180"/>
                <a:gd name="T5" fmla="*/ 0 h 180"/>
                <a:gd name="T6" fmla="*/ 0 w 180"/>
                <a:gd name="T7" fmla="*/ 90 h 180"/>
                <a:gd name="T8" fmla="*/ 90 w 180"/>
                <a:gd name="T9" fmla="*/ 180 h 180"/>
                <a:gd name="T10" fmla="*/ 146 w 180"/>
                <a:gd name="T11" fmla="*/ 127 h 180"/>
                <a:gd name="T12" fmla="*/ 90 w 180"/>
                <a:gd name="T13" fmla="*/ 158 h 180"/>
                <a:gd name="T14" fmla="*/ 34 w 180"/>
                <a:gd name="T15" fmla="*/ 127 h 180"/>
                <a:gd name="T16" fmla="*/ 146 w 180"/>
                <a:gd name="T17" fmla="*/ 127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0" h="180">
                  <a:moveTo>
                    <a:pt x="90" y="180"/>
                  </a:moveTo>
                  <a:cubicBezTo>
                    <a:pt x="140" y="180"/>
                    <a:pt x="180" y="139"/>
                    <a:pt x="180" y="90"/>
                  </a:cubicBezTo>
                  <a:cubicBezTo>
                    <a:pt x="180" y="40"/>
                    <a:pt x="140" y="0"/>
                    <a:pt x="90" y="0"/>
                  </a:cubicBezTo>
                  <a:cubicBezTo>
                    <a:pt x="40" y="0"/>
                    <a:pt x="0" y="40"/>
                    <a:pt x="0" y="90"/>
                  </a:cubicBezTo>
                  <a:cubicBezTo>
                    <a:pt x="0" y="139"/>
                    <a:pt x="40" y="180"/>
                    <a:pt x="90" y="180"/>
                  </a:cubicBezTo>
                  <a:close/>
                  <a:moveTo>
                    <a:pt x="146" y="127"/>
                  </a:moveTo>
                  <a:cubicBezTo>
                    <a:pt x="135" y="143"/>
                    <a:pt x="114" y="158"/>
                    <a:pt x="90" y="158"/>
                  </a:cubicBezTo>
                  <a:cubicBezTo>
                    <a:pt x="66" y="158"/>
                    <a:pt x="46" y="143"/>
                    <a:pt x="34" y="127"/>
                  </a:cubicBezTo>
                  <a:lnTo>
                    <a:pt x="146" y="1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9"/>
            <p:cNvSpPr>
              <a:spLocks noEditPoints="1"/>
            </p:cNvSpPr>
            <p:nvPr/>
          </p:nvSpPr>
          <p:spPr bwMode="auto">
            <a:xfrm>
              <a:off x="4386263" y="858838"/>
              <a:ext cx="798513" cy="1204913"/>
            </a:xfrm>
            <a:custGeom>
              <a:avLst/>
              <a:gdLst>
                <a:gd name="T0" fmla="*/ 78 w 498"/>
                <a:gd name="T1" fmla="*/ 406 h 751"/>
                <a:gd name="T2" fmla="*/ 50 w 498"/>
                <a:gd name="T3" fmla="*/ 406 h 751"/>
                <a:gd name="T4" fmla="*/ 50 w 498"/>
                <a:gd name="T5" fmla="*/ 388 h 751"/>
                <a:gd name="T6" fmla="*/ 74 w 498"/>
                <a:gd name="T7" fmla="*/ 354 h 751"/>
                <a:gd name="T8" fmla="*/ 98 w 498"/>
                <a:gd name="T9" fmla="*/ 102 h 751"/>
                <a:gd name="T10" fmla="*/ 98 w 498"/>
                <a:gd name="T11" fmla="*/ 234 h 751"/>
                <a:gd name="T12" fmla="*/ 98 w 498"/>
                <a:gd name="T13" fmla="*/ 310 h 751"/>
                <a:gd name="T14" fmla="*/ 98 w 498"/>
                <a:gd name="T15" fmla="*/ 702 h 751"/>
                <a:gd name="T16" fmla="*/ 148 w 498"/>
                <a:gd name="T17" fmla="*/ 751 h 751"/>
                <a:gd name="T18" fmla="*/ 198 w 498"/>
                <a:gd name="T19" fmla="*/ 702 h 751"/>
                <a:gd name="T20" fmla="*/ 198 w 498"/>
                <a:gd name="T21" fmla="*/ 342 h 751"/>
                <a:gd name="T22" fmla="*/ 218 w 498"/>
                <a:gd name="T23" fmla="*/ 342 h 751"/>
                <a:gd name="T24" fmla="*/ 218 w 498"/>
                <a:gd name="T25" fmla="*/ 702 h 751"/>
                <a:gd name="T26" fmla="*/ 268 w 498"/>
                <a:gd name="T27" fmla="*/ 751 h 751"/>
                <a:gd name="T28" fmla="*/ 318 w 498"/>
                <a:gd name="T29" fmla="*/ 702 h 751"/>
                <a:gd name="T30" fmla="*/ 318 w 498"/>
                <a:gd name="T31" fmla="*/ 392 h 751"/>
                <a:gd name="T32" fmla="*/ 316 w 498"/>
                <a:gd name="T33" fmla="*/ 392 h 751"/>
                <a:gd name="T34" fmla="*/ 283 w 498"/>
                <a:gd name="T35" fmla="*/ 350 h 751"/>
                <a:gd name="T36" fmla="*/ 318 w 498"/>
                <a:gd name="T37" fmla="*/ 198 h 751"/>
                <a:gd name="T38" fmla="*/ 318 w 498"/>
                <a:gd name="T39" fmla="*/ 69 h 751"/>
                <a:gd name="T40" fmla="*/ 396 w 498"/>
                <a:gd name="T41" fmla="*/ 66 h 751"/>
                <a:gd name="T42" fmla="*/ 459 w 498"/>
                <a:gd name="T43" fmla="*/ 31 h 751"/>
                <a:gd name="T44" fmla="*/ 498 w 498"/>
                <a:gd name="T45" fmla="*/ 24 h 751"/>
                <a:gd name="T46" fmla="*/ 458 w 498"/>
                <a:gd name="T47" fmla="*/ 0 h 751"/>
                <a:gd name="T48" fmla="*/ 286 w 498"/>
                <a:gd name="T49" fmla="*/ 6 h 751"/>
                <a:gd name="T50" fmla="*/ 285 w 498"/>
                <a:gd name="T51" fmla="*/ 6 h 751"/>
                <a:gd name="T52" fmla="*/ 131 w 498"/>
                <a:gd name="T53" fmla="*/ 6 h 751"/>
                <a:gd name="T54" fmla="*/ 129 w 498"/>
                <a:gd name="T55" fmla="*/ 6 h 751"/>
                <a:gd name="T56" fmla="*/ 73 w 498"/>
                <a:gd name="T57" fmla="*/ 31 h 751"/>
                <a:gd name="T58" fmla="*/ 10 w 498"/>
                <a:gd name="T59" fmla="*/ 358 h 751"/>
                <a:gd name="T60" fmla="*/ 30 w 498"/>
                <a:gd name="T61" fmla="*/ 386 h 751"/>
                <a:gd name="T62" fmla="*/ 30 w 498"/>
                <a:gd name="T63" fmla="*/ 406 h 751"/>
                <a:gd name="T64" fmla="*/ 2 w 498"/>
                <a:gd name="T65" fmla="*/ 406 h 751"/>
                <a:gd name="T66" fmla="*/ 2 w 498"/>
                <a:gd name="T67" fmla="*/ 566 h 751"/>
                <a:gd name="T68" fmla="*/ 78 w 498"/>
                <a:gd name="T69" fmla="*/ 566 h 751"/>
                <a:gd name="T70" fmla="*/ 78 w 498"/>
                <a:gd name="T71" fmla="*/ 406 h 751"/>
                <a:gd name="T72" fmla="*/ 208 w 498"/>
                <a:gd name="T73" fmla="*/ 296 h 751"/>
                <a:gd name="T74" fmla="*/ 170 w 498"/>
                <a:gd name="T75" fmla="*/ 248 h 751"/>
                <a:gd name="T76" fmla="*/ 192 w 498"/>
                <a:gd name="T77" fmla="*/ 87 h 751"/>
                <a:gd name="T78" fmla="*/ 208 w 498"/>
                <a:gd name="T79" fmla="*/ 90 h 751"/>
                <a:gd name="T80" fmla="*/ 208 w 498"/>
                <a:gd name="T81" fmla="*/ 90 h 751"/>
                <a:gd name="T82" fmla="*/ 208 w 498"/>
                <a:gd name="T83" fmla="*/ 90 h 751"/>
                <a:gd name="T84" fmla="*/ 224 w 498"/>
                <a:gd name="T85" fmla="*/ 87 h 751"/>
                <a:gd name="T86" fmla="*/ 246 w 498"/>
                <a:gd name="T87" fmla="*/ 248 h 751"/>
                <a:gd name="T88" fmla="*/ 208 w 498"/>
                <a:gd name="T89" fmla="*/ 296 h 751"/>
                <a:gd name="T90" fmla="*/ 193 w 498"/>
                <a:gd name="T91" fmla="*/ 38 h 751"/>
                <a:gd name="T92" fmla="*/ 208 w 498"/>
                <a:gd name="T93" fmla="*/ 38 h 751"/>
                <a:gd name="T94" fmla="*/ 223 w 498"/>
                <a:gd name="T95" fmla="*/ 38 h 751"/>
                <a:gd name="T96" fmla="*/ 231 w 498"/>
                <a:gd name="T97" fmla="*/ 68 h 751"/>
                <a:gd name="T98" fmla="*/ 230 w 498"/>
                <a:gd name="T99" fmla="*/ 70 h 751"/>
                <a:gd name="T100" fmla="*/ 208 w 498"/>
                <a:gd name="T101" fmla="*/ 78 h 751"/>
                <a:gd name="T102" fmla="*/ 186 w 498"/>
                <a:gd name="T103" fmla="*/ 70 h 751"/>
                <a:gd name="T104" fmla="*/ 185 w 498"/>
                <a:gd name="T105" fmla="*/ 68 h 751"/>
                <a:gd name="T106" fmla="*/ 193 w 498"/>
                <a:gd name="T107" fmla="*/ 38 h 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98" h="751">
                  <a:moveTo>
                    <a:pt x="78" y="406"/>
                  </a:moveTo>
                  <a:cubicBezTo>
                    <a:pt x="50" y="406"/>
                    <a:pt x="50" y="406"/>
                    <a:pt x="50" y="406"/>
                  </a:cubicBezTo>
                  <a:cubicBezTo>
                    <a:pt x="50" y="388"/>
                    <a:pt x="50" y="388"/>
                    <a:pt x="50" y="388"/>
                  </a:cubicBezTo>
                  <a:cubicBezTo>
                    <a:pt x="66" y="384"/>
                    <a:pt x="75" y="370"/>
                    <a:pt x="74" y="354"/>
                  </a:cubicBezTo>
                  <a:cubicBezTo>
                    <a:pt x="65" y="214"/>
                    <a:pt x="82" y="139"/>
                    <a:pt x="98" y="102"/>
                  </a:cubicBezTo>
                  <a:cubicBezTo>
                    <a:pt x="98" y="234"/>
                    <a:pt x="98" y="234"/>
                    <a:pt x="98" y="234"/>
                  </a:cubicBezTo>
                  <a:cubicBezTo>
                    <a:pt x="98" y="310"/>
                    <a:pt x="98" y="310"/>
                    <a:pt x="98" y="310"/>
                  </a:cubicBezTo>
                  <a:cubicBezTo>
                    <a:pt x="98" y="702"/>
                    <a:pt x="98" y="702"/>
                    <a:pt x="98" y="702"/>
                  </a:cubicBezTo>
                  <a:cubicBezTo>
                    <a:pt x="98" y="729"/>
                    <a:pt x="121" y="751"/>
                    <a:pt x="148" y="751"/>
                  </a:cubicBezTo>
                  <a:cubicBezTo>
                    <a:pt x="175" y="751"/>
                    <a:pt x="198" y="729"/>
                    <a:pt x="198" y="702"/>
                  </a:cubicBezTo>
                  <a:cubicBezTo>
                    <a:pt x="198" y="342"/>
                    <a:pt x="198" y="342"/>
                    <a:pt x="198" y="342"/>
                  </a:cubicBezTo>
                  <a:cubicBezTo>
                    <a:pt x="218" y="342"/>
                    <a:pt x="218" y="342"/>
                    <a:pt x="218" y="342"/>
                  </a:cubicBezTo>
                  <a:cubicBezTo>
                    <a:pt x="218" y="702"/>
                    <a:pt x="218" y="702"/>
                    <a:pt x="218" y="702"/>
                  </a:cubicBezTo>
                  <a:cubicBezTo>
                    <a:pt x="218" y="729"/>
                    <a:pt x="241" y="751"/>
                    <a:pt x="268" y="751"/>
                  </a:cubicBezTo>
                  <a:cubicBezTo>
                    <a:pt x="295" y="751"/>
                    <a:pt x="318" y="729"/>
                    <a:pt x="318" y="702"/>
                  </a:cubicBezTo>
                  <a:cubicBezTo>
                    <a:pt x="318" y="392"/>
                    <a:pt x="318" y="392"/>
                    <a:pt x="318" y="392"/>
                  </a:cubicBezTo>
                  <a:cubicBezTo>
                    <a:pt x="314" y="392"/>
                    <a:pt x="316" y="392"/>
                    <a:pt x="316" y="392"/>
                  </a:cubicBezTo>
                  <a:cubicBezTo>
                    <a:pt x="295" y="390"/>
                    <a:pt x="281" y="370"/>
                    <a:pt x="283" y="350"/>
                  </a:cubicBezTo>
                  <a:cubicBezTo>
                    <a:pt x="292" y="288"/>
                    <a:pt x="302" y="238"/>
                    <a:pt x="318" y="198"/>
                  </a:cubicBezTo>
                  <a:cubicBezTo>
                    <a:pt x="318" y="69"/>
                    <a:pt x="318" y="69"/>
                    <a:pt x="318" y="69"/>
                  </a:cubicBezTo>
                  <a:cubicBezTo>
                    <a:pt x="396" y="66"/>
                    <a:pt x="396" y="66"/>
                    <a:pt x="396" y="66"/>
                  </a:cubicBezTo>
                  <a:cubicBezTo>
                    <a:pt x="425" y="40"/>
                    <a:pt x="449" y="33"/>
                    <a:pt x="459" y="31"/>
                  </a:cubicBezTo>
                  <a:cubicBezTo>
                    <a:pt x="465" y="30"/>
                    <a:pt x="480" y="26"/>
                    <a:pt x="498" y="24"/>
                  </a:cubicBezTo>
                  <a:cubicBezTo>
                    <a:pt x="483" y="19"/>
                    <a:pt x="469" y="11"/>
                    <a:pt x="458" y="0"/>
                  </a:cubicBezTo>
                  <a:cubicBezTo>
                    <a:pt x="286" y="6"/>
                    <a:pt x="286" y="6"/>
                    <a:pt x="286" y="6"/>
                  </a:cubicBezTo>
                  <a:cubicBezTo>
                    <a:pt x="286" y="6"/>
                    <a:pt x="286" y="6"/>
                    <a:pt x="285" y="6"/>
                  </a:cubicBezTo>
                  <a:cubicBezTo>
                    <a:pt x="131" y="6"/>
                    <a:pt x="131" y="6"/>
                    <a:pt x="131" y="6"/>
                  </a:cubicBezTo>
                  <a:cubicBezTo>
                    <a:pt x="130" y="6"/>
                    <a:pt x="130" y="6"/>
                    <a:pt x="129" y="6"/>
                  </a:cubicBezTo>
                  <a:cubicBezTo>
                    <a:pt x="118" y="6"/>
                    <a:pt x="96" y="10"/>
                    <a:pt x="73" y="31"/>
                  </a:cubicBezTo>
                  <a:cubicBezTo>
                    <a:pt x="22" y="79"/>
                    <a:pt x="0" y="189"/>
                    <a:pt x="10" y="358"/>
                  </a:cubicBezTo>
                  <a:cubicBezTo>
                    <a:pt x="11" y="371"/>
                    <a:pt x="18" y="382"/>
                    <a:pt x="30" y="386"/>
                  </a:cubicBezTo>
                  <a:cubicBezTo>
                    <a:pt x="30" y="406"/>
                    <a:pt x="30" y="406"/>
                    <a:pt x="30" y="406"/>
                  </a:cubicBezTo>
                  <a:cubicBezTo>
                    <a:pt x="2" y="406"/>
                    <a:pt x="2" y="406"/>
                    <a:pt x="2" y="406"/>
                  </a:cubicBezTo>
                  <a:cubicBezTo>
                    <a:pt x="2" y="566"/>
                    <a:pt x="2" y="566"/>
                    <a:pt x="2" y="566"/>
                  </a:cubicBezTo>
                  <a:cubicBezTo>
                    <a:pt x="78" y="566"/>
                    <a:pt x="78" y="566"/>
                    <a:pt x="78" y="566"/>
                  </a:cubicBezTo>
                  <a:lnTo>
                    <a:pt x="78" y="406"/>
                  </a:lnTo>
                  <a:close/>
                  <a:moveTo>
                    <a:pt x="208" y="296"/>
                  </a:moveTo>
                  <a:cubicBezTo>
                    <a:pt x="170" y="248"/>
                    <a:pt x="170" y="248"/>
                    <a:pt x="170" y="248"/>
                  </a:cubicBezTo>
                  <a:cubicBezTo>
                    <a:pt x="192" y="87"/>
                    <a:pt x="192" y="87"/>
                    <a:pt x="192" y="87"/>
                  </a:cubicBezTo>
                  <a:cubicBezTo>
                    <a:pt x="197" y="89"/>
                    <a:pt x="203" y="90"/>
                    <a:pt x="208" y="90"/>
                  </a:cubicBezTo>
                  <a:cubicBezTo>
                    <a:pt x="208" y="90"/>
                    <a:pt x="208" y="90"/>
                    <a:pt x="208" y="90"/>
                  </a:cubicBezTo>
                  <a:cubicBezTo>
                    <a:pt x="208" y="90"/>
                    <a:pt x="208" y="90"/>
                    <a:pt x="208" y="90"/>
                  </a:cubicBezTo>
                  <a:cubicBezTo>
                    <a:pt x="214" y="90"/>
                    <a:pt x="219" y="89"/>
                    <a:pt x="224" y="87"/>
                  </a:cubicBezTo>
                  <a:cubicBezTo>
                    <a:pt x="246" y="248"/>
                    <a:pt x="246" y="248"/>
                    <a:pt x="246" y="248"/>
                  </a:cubicBezTo>
                  <a:lnTo>
                    <a:pt x="208" y="296"/>
                  </a:lnTo>
                  <a:close/>
                  <a:moveTo>
                    <a:pt x="193" y="38"/>
                  </a:moveTo>
                  <a:cubicBezTo>
                    <a:pt x="208" y="38"/>
                    <a:pt x="208" y="38"/>
                    <a:pt x="208" y="38"/>
                  </a:cubicBezTo>
                  <a:cubicBezTo>
                    <a:pt x="223" y="38"/>
                    <a:pt x="223" y="38"/>
                    <a:pt x="223" y="38"/>
                  </a:cubicBezTo>
                  <a:cubicBezTo>
                    <a:pt x="231" y="68"/>
                    <a:pt x="231" y="68"/>
                    <a:pt x="231" y="68"/>
                  </a:cubicBezTo>
                  <a:cubicBezTo>
                    <a:pt x="230" y="70"/>
                    <a:pt x="230" y="70"/>
                    <a:pt x="230" y="70"/>
                  </a:cubicBezTo>
                  <a:cubicBezTo>
                    <a:pt x="224" y="75"/>
                    <a:pt x="216" y="78"/>
                    <a:pt x="208" y="78"/>
                  </a:cubicBezTo>
                  <a:cubicBezTo>
                    <a:pt x="200" y="78"/>
                    <a:pt x="193" y="75"/>
                    <a:pt x="186" y="70"/>
                  </a:cubicBezTo>
                  <a:cubicBezTo>
                    <a:pt x="185" y="68"/>
                    <a:pt x="185" y="68"/>
                    <a:pt x="185" y="68"/>
                  </a:cubicBezTo>
                  <a:lnTo>
                    <a:pt x="193"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10"/>
            <p:cNvSpPr>
              <a:spLocks/>
            </p:cNvSpPr>
            <p:nvPr/>
          </p:nvSpPr>
          <p:spPr bwMode="auto">
            <a:xfrm>
              <a:off x="5241925" y="1676401"/>
              <a:ext cx="128588" cy="393700"/>
            </a:xfrm>
            <a:custGeom>
              <a:avLst/>
              <a:gdLst>
                <a:gd name="T0" fmla="*/ 0 w 80"/>
                <a:gd name="T1" fmla="*/ 205 h 245"/>
                <a:gd name="T2" fmla="*/ 40 w 80"/>
                <a:gd name="T3" fmla="*/ 245 h 245"/>
                <a:gd name="T4" fmla="*/ 80 w 80"/>
                <a:gd name="T5" fmla="*/ 205 h 245"/>
                <a:gd name="T6" fmla="*/ 80 w 80"/>
                <a:gd name="T7" fmla="*/ 0 h 245"/>
                <a:gd name="T8" fmla="*/ 0 w 80"/>
                <a:gd name="T9" fmla="*/ 7 h 245"/>
                <a:gd name="T10" fmla="*/ 0 w 80"/>
                <a:gd name="T11" fmla="*/ 205 h 245"/>
              </a:gdLst>
              <a:ahLst/>
              <a:cxnLst>
                <a:cxn ang="0">
                  <a:pos x="T0" y="T1"/>
                </a:cxn>
                <a:cxn ang="0">
                  <a:pos x="T2" y="T3"/>
                </a:cxn>
                <a:cxn ang="0">
                  <a:pos x="T4" y="T5"/>
                </a:cxn>
                <a:cxn ang="0">
                  <a:pos x="T6" y="T7"/>
                </a:cxn>
                <a:cxn ang="0">
                  <a:pos x="T8" y="T9"/>
                </a:cxn>
                <a:cxn ang="0">
                  <a:pos x="T10" y="T11"/>
                </a:cxn>
              </a:cxnLst>
              <a:rect l="0" t="0" r="r" b="b"/>
              <a:pathLst>
                <a:path w="80" h="245">
                  <a:moveTo>
                    <a:pt x="0" y="205"/>
                  </a:moveTo>
                  <a:cubicBezTo>
                    <a:pt x="0" y="227"/>
                    <a:pt x="18" y="245"/>
                    <a:pt x="40" y="245"/>
                  </a:cubicBezTo>
                  <a:cubicBezTo>
                    <a:pt x="62" y="245"/>
                    <a:pt x="80" y="227"/>
                    <a:pt x="80" y="205"/>
                  </a:cubicBezTo>
                  <a:cubicBezTo>
                    <a:pt x="80" y="0"/>
                    <a:pt x="80" y="0"/>
                    <a:pt x="80" y="0"/>
                  </a:cubicBezTo>
                  <a:cubicBezTo>
                    <a:pt x="56" y="4"/>
                    <a:pt x="28" y="7"/>
                    <a:pt x="0" y="7"/>
                  </a:cubicBezTo>
                  <a:lnTo>
                    <a:pt x="0"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11"/>
            <p:cNvSpPr>
              <a:spLocks/>
            </p:cNvSpPr>
            <p:nvPr/>
          </p:nvSpPr>
          <p:spPr bwMode="auto">
            <a:xfrm>
              <a:off x="5087938" y="1676401"/>
              <a:ext cx="128588" cy="393700"/>
            </a:xfrm>
            <a:custGeom>
              <a:avLst/>
              <a:gdLst>
                <a:gd name="T0" fmla="*/ 0 w 80"/>
                <a:gd name="T1" fmla="*/ 205 h 245"/>
                <a:gd name="T2" fmla="*/ 40 w 80"/>
                <a:gd name="T3" fmla="*/ 245 h 245"/>
                <a:gd name="T4" fmla="*/ 80 w 80"/>
                <a:gd name="T5" fmla="*/ 205 h 245"/>
                <a:gd name="T6" fmla="*/ 80 w 80"/>
                <a:gd name="T7" fmla="*/ 7 h 245"/>
                <a:gd name="T8" fmla="*/ 0 w 80"/>
                <a:gd name="T9" fmla="*/ 0 h 245"/>
                <a:gd name="T10" fmla="*/ 0 w 80"/>
                <a:gd name="T11" fmla="*/ 205 h 245"/>
              </a:gdLst>
              <a:ahLst/>
              <a:cxnLst>
                <a:cxn ang="0">
                  <a:pos x="T0" y="T1"/>
                </a:cxn>
                <a:cxn ang="0">
                  <a:pos x="T2" y="T3"/>
                </a:cxn>
                <a:cxn ang="0">
                  <a:pos x="T4" y="T5"/>
                </a:cxn>
                <a:cxn ang="0">
                  <a:pos x="T6" y="T7"/>
                </a:cxn>
                <a:cxn ang="0">
                  <a:pos x="T8" y="T9"/>
                </a:cxn>
                <a:cxn ang="0">
                  <a:pos x="T10" y="T11"/>
                </a:cxn>
              </a:cxnLst>
              <a:rect l="0" t="0" r="r" b="b"/>
              <a:pathLst>
                <a:path w="80" h="245">
                  <a:moveTo>
                    <a:pt x="0" y="205"/>
                  </a:moveTo>
                  <a:cubicBezTo>
                    <a:pt x="0" y="227"/>
                    <a:pt x="18" y="245"/>
                    <a:pt x="40" y="245"/>
                  </a:cubicBezTo>
                  <a:cubicBezTo>
                    <a:pt x="62" y="245"/>
                    <a:pt x="80" y="227"/>
                    <a:pt x="80" y="205"/>
                  </a:cubicBezTo>
                  <a:cubicBezTo>
                    <a:pt x="80" y="7"/>
                    <a:pt x="80" y="7"/>
                    <a:pt x="80" y="7"/>
                  </a:cubicBezTo>
                  <a:cubicBezTo>
                    <a:pt x="52" y="7"/>
                    <a:pt x="24" y="4"/>
                    <a:pt x="0" y="0"/>
                  </a:cubicBezTo>
                  <a:lnTo>
                    <a:pt x="0"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2"/>
            <p:cNvSpPr>
              <a:spLocks/>
            </p:cNvSpPr>
            <p:nvPr/>
          </p:nvSpPr>
          <p:spPr bwMode="auto">
            <a:xfrm>
              <a:off x="4854575" y="852488"/>
              <a:ext cx="828675" cy="815975"/>
            </a:xfrm>
            <a:custGeom>
              <a:avLst/>
              <a:gdLst>
                <a:gd name="T0" fmla="*/ 330 w 517"/>
                <a:gd name="T1" fmla="*/ 56 h 509"/>
                <a:gd name="T2" fmla="*/ 304 w 517"/>
                <a:gd name="T3" fmla="*/ 163 h 509"/>
                <a:gd name="T4" fmla="*/ 355 w 517"/>
                <a:gd name="T5" fmla="*/ 412 h 509"/>
                <a:gd name="T6" fmla="*/ 344 w 517"/>
                <a:gd name="T7" fmla="*/ 430 h 509"/>
                <a:gd name="T8" fmla="*/ 235 w 517"/>
                <a:gd name="T9" fmla="*/ 444 h 509"/>
                <a:gd name="T10" fmla="*/ 125 w 517"/>
                <a:gd name="T11" fmla="*/ 430 h 509"/>
                <a:gd name="T12" fmla="*/ 114 w 517"/>
                <a:gd name="T13" fmla="*/ 412 h 509"/>
                <a:gd name="T14" fmla="*/ 165 w 517"/>
                <a:gd name="T15" fmla="*/ 163 h 509"/>
                <a:gd name="T16" fmla="*/ 140 w 517"/>
                <a:gd name="T17" fmla="*/ 58 h 509"/>
                <a:gd name="T18" fmla="*/ 2 w 517"/>
                <a:gd name="T19" fmla="*/ 355 h 509"/>
                <a:gd name="T20" fmla="*/ 24 w 517"/>
                <a:gd name="T21" fmla="*/ 384 h 509"/>
                <a:gd name="T22" fmla="*/ 28 w 517"/>
                <a:gd name="T23" fmla="*/ 385 h 509"/>
                <a:gd name="T24" fmla="*/ 54 w 517"/>
                <a:gd name="T25" fmla="*/ 362 h 509"/>
                <a:gd name="T26" fmla="*/ 130 w 517"/>
                <a:gd name="T27" fmla="*/ 136 h 509"/>
                <a:gd name="T28" fmla="*/ 61 w 517"/>
                <a:gd name="T29" fmla="*/ 473 h 509"/>
                <a:gd name="T30" fmla="*/ 235 w 517"/>
                <a:gd name="T31" fmla="*/ 509 h 509"/>
                <a:gd name="T32" fmla="*/ 408 w 517"/>
                <a:gd name="T33" fmla="*/ 473 h 509"/>
                <a:gd name="T34" fmla="*/ 335 w 517"/>
                <a:gd name="T35" fmla="*/ 115 h 509"/>
                <a:gd name="T36" fmla="*/ 393 w 517"/>
                <a:gd name="T37" fmla="*/ 151 h 509"/>
                <a:gd name="T38" fmla="*/ 431 w 517"/>
                <a:gd name="T39" fmla="*/ 159 h 509"/>
                <a:gd name="T40" fmla="*/ 512 w 517"/>
                <a:gd name="T41" fmla="*/ 38 h 509"/>
                <a:gd name="T42" fmla="*/ 496 w 517"/>
                <a:gd name="T43" fmla="*/ 5 h 509"/>
                <a:gd name="T44" fmla="*/ 463 w 517"/>
                <a:gd name="T45" fmla="*/ 21 h 509"/>
                <a:gd name="T46" fmla="*/ 420 w 517"/>
                <a:gd name="T47" fmla="*/ 106 h 509"/>
                <a:gd name="T48" fmla="*/ 330 w 517"/>
                <a:gd name="T49" fmla="*/ 56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17" h="509">
                  <a:moveTo>
                    <a:pt x="330" y="56"/>
                  </a:moveTo>
                  <a:cubicBezTo>
                    <a:pt x="304" y="163"/>
                    <a:pt x="304" y="163"/>
                    <a:pt x="304" y="163"/>
                  </a:cubicBezTo>
                  <a:cubicBezTo>
                    <a:pt x="355" y="412"/>
                    <a:pt x="355" y="412"/>
                    <a:pt x="355" y="412"/>
                  </a:cubicBezTo>
                  <a:cubicBezTo>
                    <a:pt x="357" y="420"/>
                    <a:pt x="352" y="428"/>
                    <a:pt x="344" y="430"/>
                  </a:cubicBezTo>
                  <a:cubicBezTo>
                    <a:pt x="319" y="437"/>
                    <a:pt x="282" y="444"/>
                    <a:pt x="235" y="444"/>
                  </a:cubicBezTo>
                  <a:cubicBezTo>
                    <a:pt x="187" y="444"/>
                    <a:pt x="150" y="437"/>
                    <a:pt x="125" y="430"/>
                  </a:cubicBezTo>
                  <a:cubicBezTo>
                    <a:pt x="117" y="428"/>
                    <a:pt x="113" y="420"/>
                    <a:pt x="114" y="412"/>
                  </a:cubicBezTo>
                  <a:cubicBezTo>
                    <a:pt x="165" y="163"/>
                    <a:pt x="165" y="163"/>
                    <a:pt x="165" y="163"/>
                  </a:cubicBezTo>
                  <a:cubicBezTo>
                    <a:pt x="140" y="58"/>
                    <a:pt x="140" y="58"/>
                    <a:pt x="140" y="58"/>
                  </a:cubicBezTo>
                  <a:cubicBezTo>
                    <a:pt x="98" y="81"/>
                    <a:pt x="29" y="150"/>
                    <a:pt x="2" y="355"/>
                  </a:cubicBezTo>
                  <a:cubicBezTo>
                    <a:pt x="0" y="369"/>
                    <a:pt x="10" y="383"/>
                    <a:pt x="24" y="384"/>
                  </a:cubicBezTo>
                  <a:cubicBezTo>
                    <a:pt x="26" y="385"/>
                    <a:pt x="27" y="385"/>
                    <a:pt x="28" y="385"/>
                  </a:cubicBezTo>
                  <a:cubicBezTo>
                    <a:pt x="41" y="385"/>
                    <a:pt x="52" y="375"/>
                    <a:pt x="54" y="362"/>
                  </a:cubicBezTo>
                  <a:cubicBezTo>
                    <a:pt x="70" y="237"/>
                    <a:pt x="102" y="170"/>
                    <a:pt x="130" y="136"/>
                  </a:cubicBezTo>
                  <a:cubicBezTo>
                    <a:pt x="61" y="473"/>
                    <a:pt x="61" y="473"/>
                    <a:pt x="61" y="473"/>
                  </a:cubicBezTo>
                  <a:cubicBezTo>
                    <a:pt x="61" y="473"/>
                    <a:pt x="121" y="509"/>
                    <a:pt x="235" y="509"/>
                  </a:cubicBezTo>
                  <a:cubicBezTo>
                    <a:pt x="348" y="509"/>
                    <a:pt x="408" y="473"/>
                    <a:pt x="408" y="473"/>
                  </a:cubicBezTo>
                  <a:cubicBezTo>
                    <a:pt x="335" y="115"/>
                    <a:pt x="335" y="115"/>
                    <a:pt x="335" y="115"/>
                  </a:cubicBezTo>
                  <a:cubicBezTo>
                    <a:pt x="353" y="123"/>
                    <a:pt x="374" y="135"/>
                    <a:pt x="393" y="151"/>
                  </a:cubicBezTo>
                  <a:cubicBezTo>
                    <a:pt x="404" y="160"/>
                    <a:pt x="418" y="162"/>
                    <a:pt x="431" y="159"/>
                  </a:cubicBezTo>
                  <a:cubicBezTo>
                    <a:pt x="469" y="148"/>
                    <a:pt x="498" y="78"/>
                    <a:pt x="512" y="38"/>
                  </a:cubicBezTo>
                  <a:cubicBezTo>
                    <a:pt x="517" y="24"/>
                    <a:pt x="510" y="10"/>
                    <a:pt x="496" y="5"/>
                  </a:cubicBezTo>
                  <a:cubicBezTo>
                    <a:pt x="483" y="0"/>
                    <a:pt x="468" y="7"/>
                    <a:pt x="463" y="21"/>
                  </a:cubicBezTo>
                  <a:cubicBezTo>
                    <a:pt x="451" y="57"/>
                    <a:pt x="432" y="94"/>
                    <a:pt x="420" y="106"/>
                  </a:cubicBezTo>
                  <a:cubicBezTo>
                    <a:pt x="388" y="80"/>
                    <a:pt x="354" y="65"/>
                    <a:pt x="330" y="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13"/>
            <p:cNvSpPr>
              <a:spLocks/>
            </p:cNvSpPr>
            <p:nvPr/>
          </p:nvSpPr>
          <p:spPr bwMode="auto">
            <a:xfrm>
              <a:off x="5108575" y="914401"/>
              <a:ext cx="242888" cy="204788"/>
            </a:xfrm>
            <a:custGeom>
              <a:avLst/>
              <a:gdLst>
                <a:gd name="T0" fmla="*/ 10 w 151"/>
                <a:gd name="T1" fmla="*/ 8 h 127"/>
                <a:gd name="T2" fmla="*/ 0 w 151"/>
                <a:gd name="T3" fmla="*/ 12 h 127"/>
                <a:gd name="T4" fmla="*/ 27 w 151"/>
                <a:gd name="T5" fmla="*/ 127 h 127"/>
                <a:gd name="T6" fmla="*/ 124 w 151"/>
                <a:gd name="T7" fmla="*/ 127 h 127"/>
                <a:gd name="T8" fmla="*/ 151 w 151"/>
                <a:gd name="T9" fmla="*/ 12 h 127"/>
                <a:gd name="T10" fmla="*/ 142 w 151"/>
                <a:gd name="T11" fmla="*/ 9 h 127"/>
                <a:gd name="T12" fmla="*/ 76 w 151"/>
                <a:gd name="T13" fmla="*/ 0 h 127"/>
                <a:gd name="T14" fmla="*/ 10 w 151"/>
                <a:gd name="T15" fmla="*/ 8 h 1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1" h="127">
                  <a:moveTo>
                    <a:pt x="10" y="8"/>
                  </a:moveTo>
                  <a:cubicBezTo>
                    <a:pt x="8" y="8"/>
                    <a:pt x="5" y="10"/>
                    <a:pt x="0" y="12"/>
                  </a:cubicBezTo>
                  <a:cubicBezTo>
                    <a:pt x="27" y="127"/>
                    <a:pt x="27" y="127"/>
                    <a:pt x="27" y="127"/>
                  </a:cubicBezTo>
                  <a:cubicBezTo>
                    <a:pt x="124" y="127"/>
                    <a:pt x="124" y="127"/>
                    <a:pt x="124" y="127"/>
                  </a:cubicBezTo>
                  <a:cubicBezTo>
                    <a:pt x="151" y="12"/>
                    <a:pt x="151" y="12"/>
                    <a:pt x="151" y="12"/>
                  </a:cubicBezTo>
                  <a:cubicBezTo>
                    <a:pt x="146" y="11"/>
                    <a:pt x="143" y="9"/>
                    <a:pt x="142" y="9"/>
                  </a:cubicBezTo>
                  <a:cubicBezTo>
                    <a:pt x="138" y="8"/>
                    <a:pt x="107" y="0"/>
                    <a:pt x="76" y="0"/>
                  </a:cubicBezTo>
                  <a:cubicBezTo>
                    <a:pt x="46" y="0"/>
                    <a:pt x="17" y="6"/>
                    <a:pt x="1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4"/>
            <p:cNvSpPr>
              <a:spLocks noEditPoints="1"/>
            </p:cNvSpPr>
            <p:nvPr/>
          </p:nvSpPr>
          <p:spPr bwMode="auto">
            <a:xfrm>
              <a:off x="5092700" y="608013"/>
              <a:ext cx="276225" cy="276225"/>
            </a:xfrm>
            <a:custGeom>
              <a:avLst/>
              <a:gdLst>
                <a:gd name="T0" fmla="*/ 172 w 172"/>
                <a:gd name="T1" fmla="*/ 86 h 172"/>
                <a:gd name="T2" fmla="*/ 86 w 172"/>
                <a:gd name="T3" fmla="*/ 0 h 172"/>
                <a:gd name="T4" fmla="*/ 0 w 172"/>
                <a:gd name="T5" fmla="*/ 86 h 172"/>
                <a:gd name="T6" fmla="*/ 86 w 172"/>
                <a:gd name="T7" fmla="*/ 172 h 172"/>
                <a:gd name="T8" fmla="*/ 172 w 172"/>
                <a:gd name="T9" fmla="*/ 86 h 172"/>
                <a:gd name="T10" fmla="*/ 142 w 172"/>
                <a:gd name="T11" fmla="*/ 118 h 172"/>
                <a:gd name="T12" fmla="*/ 86 w 172"/>
                <a:gd name="T13" fmla="*/ 149 h 172"/>
                <a:gd name="T14" fmla="*/ 30 w 172"/>
                <a:gd name="T15" fmla="*/ 118 h 172"/>
                <a:gd name="T16" fmla="*/ 142 w 172"/>
                <a:gd name="T17" fmla="*/ 118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2" h="172">
                  <a:moveTo>
                    <a:pt x="172" y="86"/>
                  </a:moveTo>
                  <a:cubicBezTo>
                    <a:pt x="172" y="39"/>
                    <a:pt x="133" y="0"/>
                    <a:pt x="86" y="0"/>
                  </a:cubicBezTo>
                  <a:cubicBezTo>
                    <a:pt x="38" y="0"/>
                    <a:pt x="0" y="39"/>
                    <a:pt x="0" y="86"/>
                  </a:cubicBezTo>
                  <a:cubicBezTo>
                    <a:pt x="0" y="134"/>
                    <a:pt x="38" y="172"/>
                    <a:pt x="86" y="172"/>
                  </a:cubicBezTo>
                  <a:cubicBezTo>
                    <a:pt x="133" y="172"/>
                    <a:pt x="172" y="134"/>
                    <a:pt x="172" y="86"/>
                  </a:cubicBezTo>
                  <a:close/>
                  <a:moveTo>
                    <a:pt x="142" y="118"/>
                  </a:moveTo>
                  <a:cubicBezTo>
                    <a:pt x="130" y="138"/>
                    <a:pt x="109" y="149"/>
                    <a:pt x="86" y="149"/>
                  </a:cubicBezTo>
                  <a:cubicBezTo>
                    <a:pt x="62" y="149"/>
                    <a:pt x="41" y="138"/>
                    <a:pt x="30" y="118"/>
                  </a:cubicBezTo>
                  <a:lnTo>
                    <a:pt x="142" y="1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4" name="组合 13"/>
          <p:cNvGrpSpPr/>
          <p:nvPr/>
        </p:nvGrpSpPr>
        <p:grpSpPr>
          <a:xfrm>
            <a:off x="3089275" y="549276"/>
            <a:ext cx="869950" cy="1520825"/>
            <a:chOff x="3089275" y="549276"/>
            <a:chExt cx="869950" cy="1520825"/>
          </a:xfrm>
          <a:solidFill>
            <a:schemeClr val="tx1">
              <a:lumMod val="65000"/>
              <a:lumOff val="35000"/>
            </a:schemeClr>
          </a:solidFill>
        </p:grpSpPr>
        <p:sp>
          <p:nvSpPr>
            <p:cNvPr id="15" name="Freeform 15"/>
            <p:cNvSpPr>
              <a:spLocks/>
            </p:cNvSpPr>
            <p:nvPr/>
          </p:nvSpPr>
          <p:spPr bwMode="auto">
            <a:xfrm>
              <a:off x="3560763" y="1676401"/>
              <a:ext cx="128588" cy="393700"/>
            </a:xfrm>
            <a:custGeom>
              <a:avLst/>
              <a:gdLst>
                <a:gd name="T0" fmla="*/ 0 w 80"/>
                <a:gd name="T1" fmla="*/ 205 h 245"/>
                <a:gd name="T2" fmla="*/ 40 w 80"/>
                <a:gd name="T3" fmla="*/ 245 h 245"/>
                <a:gd name="T4" fmla="*/ 80 w 80"/>
                <a:gd name="T5" fmla="*/ 205 h 245"/>
                <a:gd name="T6" fmla="*/ 80 w 80"/>
                <a:gd name="T7" fmla="*/ 0 h 245"/>
                <a:gd name="T8" fmla="*/ 0 w 80"/>
                <a:gd name="T9" fmla="*/ 7 h 245"/>
                <a:gd name="T10" fmla="*/ 0 w 80"/>
                <a:gd name="T11" fmla="*/ 205 h 245"/>
              </a:gdLst>
              <a:ahLst/>
              <a:cxnLst>
                <a:cxn ang="0">
                  <a:pos x="T0" y="T1"/>
                </a:cxn>
                <a:cxn ang="0">
                  <a:pos x="T2" y="T3"/>
                </a:cxn>
                <a:cxn ang="0">
                  <a:pos x="T4" y="T5"/>
                </a:cxn>
                <a:cxn ang="0">
                  <a:pos x="T6" y="T7"/>
                </a:cxn>
                <a:cxn ang="0">
                  <a:pos x="T8" y="T9"/>
                </a:cxn>
                <a:cxn ang="0">
                  <a:pos x="T10" y="T11"/>
                </a:cxn>
              </a:cxnLst>
              <a:rect l="0" t="0" r="r" b="b"/>
              <a:pathLst>
                <a:path w="80" h="245">
                  <a:moveTo>
                    <a:pt x="0" y="205"/>
                  </a:moveTo>
                  <a:cubicBezTo>
                    <a:pt x="0" y="227"/>
                    <a:pt x="18" y="245"/>
                    <a:pt x="40" y="245"/>
                  </a:cubicBezTo>
                  <a:cubicBezTo>
                    <a:pt x="62" y="245"/>
                    <a:pt x="80" y="227"/>
                    <a:pt x="80" y="205"/>
                  </a:cubicBezTo>
                  <a:cubicBezTo>
                    <a:pt x="80" y="0"/>
                    <a:pt x="80" y="0"/>
                    <a:pt x="80" y="0"/>
                  </a:cubicBezTo>
                  <a:cubicBezTo>
                    <a:pt x="60" y="4"/>
                    <a:pt x="32" y="7"/>
                    <a:pt x="0" y="7"/>
                  </a:cubicBezTo>
                  <a:lnTo>
                    <a:pt x="0"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6"/>
            <p:cNvSpPr>
              <a:spLocks/>
            </p:cNvSpPr>
            <p:nvPr/>
          </p:nvSpPr>
          <p:spPr bwMode="auto">
            <a:xfrm>
              <a:off x="3413125" y="1676401"/>
              <a:ext cx="128588" cy="393700"/>
            </a:xfrm>
            <a:custGeom>
              <a:avLst/>
              <a:gdLst>
                <a:gd name="T0" fmla="*/ 0 w 80"/>
                <a:gd name="T1" fmla="*/ 205 h 245"/>
                <a:gd name="T2" fmla="*/ 40 w 80"/>
                <a:gd name="T3" fmla="*/ 245 h 245"/>
                <a:gd name="T4" fmla="*/ 80 w 80"/>
                <a:gd name="T5" fmla="*/ 205 h 245"/>
                <a:gd name="T6" fmla="*/ 80 w 80"/>
                <a:gd name="T7" fmla="*/ 7 h 245"/>
                <a:gd name="T8" fmla="*/ 0 w 80"/>
                <a:gd name="T9" fmla="*/ 0 h 245"/>
                <a:gd name="T10" fmla="*/ 0 w 80"/>
                <a:gd name="T11" fmla="*/ 205 h 245"/>
              </a:gdLst>
              <a:ahLst/>
              <a:cxnLst>
                <a:cxn ang="0">
                  <a:pos x="T0" y="T1"/>
                </a:cxn>
                <a:cxn ang="0">
                  <a:pos x="T2" y="T3"/>
                </a:cxn>
                <a:cxn ang="0">
                  <a:pos x="T4" y="T5"/>
                </a:cxn>
                <a:cxn ang="0">
                  <a:pos x="T6" y="T7"/>
                </a:cxn>
                <a:cxn ang="0">
                  <a:pos x="T8" y="T9"/>
                </a:cxn>
                <a:cxn ang="0">
                  <a:pos x="T10" y="T11"/>
                </a:cxn>
              </a:cxnLst>
              <a:rect l="0" t="0" r="r" b="b"/>
              <a:pathLst>
                <a:path w="80" h="245">
                  <a:moveTo>
                    <a:pt x="0" y="205"/>
                  </a:moveTo>
                  <a:cubicBezTo>
                    <a:pt x="0" y="227"/>
                    <a:pt x="18" y="245"/>
                    <a:pt x="40" y="245"/>
                  </a:cubicBezTo>
                  <a:cubicBezTo>
                    <a:pt x="62" y="245"/>
                    <a:pt x="80" y="227"/>
                    <a:pt x="80" y="205"/>
                  </a:cubicBezTo>
                  <a:cubicBezTo>
                    <a:pt x="80" y="7"/>
                    <a:pt x="80" y="7"/>
                    <a:pt x="80" y="7"/>
                  </a:cubicBezTo>
                  <a:cubicBezTo>
                    <a:pt x="48" y="7"/>
                    <a:pt x="24" y="4"/>
                    <a:pt x="0" y="0"/>
                  </a:cubicBezTo>
                  <a:lnTo>
                    <a:pt x="0"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7"/>
            <p:cNvSpPr>
              <a:spLocks/>
            </p:cNvSpPr>
            <p:nvPr/>
          </p:nvSpPr>
          <p:spPr bwMode="auto">
            <a:xfrm>
              <a:off x="3433763" y="912813"/>
              <a:ext cx="219075" cy="206375"/>
            </a:xfrm>
            <a:custGeom>
              <a:avLst/>
              <a:gdLst>
                <a:gd name="T0" fmla="*/ 137 w 137"/>
                <a:gd name="T1" fmla="*/ 69 h 128"/>
                <a:gd name="T2" fmla="*/ 112 w 137"/>
                <a:gd name="T3" fmla="*/ 74 h 128"/>
                <a:gd name="T4" fmla="*/ 104 w 137"/>
                <a:gd name="T5" fmla="*/ 75 h 128"/>
                <a:gd name="T6" fmla="*/ 69 w 137"/>
                <a:gd name="T7" fmla="*/ 48 h 128"/>
                <a:gd name="T8" fmla="*/ 73 w 137"/>
                <a:gd name="T9" fmla="*/ 20 h 128"/>
                <a:gd name="T10" fmla="*/ 95 w 137"/>
                <a:gd name="T11" fmla="*/ 4 h 128"/>
                <a:gd name="T12" fmla="*/ 102 w 137"/>
                <a:gd name="T13" fmla="*/ 2 h 128"/>
                <a:gd name="T14" fmla="*/ 75 w 137"/>
                <a:gd name="T15" fmla="*/ 0 h 128"/>
                <a:gd name="T16" fmla="*/ 10 w 137"/>
                <a:gd name="T17" fmla="*/ 9 h 128"/>
                <a:gd name="T18" fmla="*/ 0 w 137"/>
                <a:gd name="T19" fmla="*/ 13 h 128"/>
                <a:gd name="T20" fmla="*/ 27 w 137"/>
                <a:gd name="T21" fmla="*/ 128 h 128"/>
                <a:gd name="T22" fmla="*/ 123 w 137"/>
                <a:gd name="T23" fmla="*/ 128 h 128"/>
                <a:gd name="T24" fmla="*/ 137 w 137"/>
                <a:gd name="T25" fmla="*/ 6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7" h="128">
                  <a:moveTo>
                    <a:pt x="137" y="69"/>
                  </a:moveTo>
                  <a:cubicBezTo>
                    <a:pt x="112" y="74"/>
                    <a:pt x="112" y="74"/>
                    <a:pt x="112" y="74"/>
                  </a:cubicBezTo>
                  <a:cubicBezTo>
                    <a:pt x="110" y="75"/>
                    <a:pt x="107" y="75"/>
                    <a:pt x="104" y="75"/>
                  </a:cubicBezTo>
                  <a:cubicBezTo>
                    <a:pt x="87" y="75"/>
                    <a:pt x="73" y="64"/>
                    <a:pt x="69" y="48"/>
                  </a:cubicBezTo>
                  <a:cubicBezTo>
                    <a:pt x="66" y="38"/>
                    <a:pt x="68" y="29"/>
                    <a:pt x="73" y="20"/>
                  </a:cubicBezTo>
                  <a:cubicBezTo>
                    <a:pt x="78" y="12"/>
                    <a:pt x="85" y="6"/>
                    <a:pt x="95" y="4"/>
                  </a:cubicBezTo>
                  <a:cubicBezTo>
                    <a:pt x="102" y="2"/>
                    <a:pt x="102" y="2"/>
                    <a:pt x="102" y="2"/>
                  </a:cubicBezTo>
                  <a:cubicBezTo>
                    <a:pt x="94" y="1"/>
                    <a:pt x="85" y="0"/>
                    <a:pt x="75" y="0"/>
                  </a:cubicBezTo>
                  <a:cubicBezTo>
                    <a:pt x="46" y="0"/>
                    <a:pt x="16" y="7"/>
                    <a:pt x="10" y="9"/>
                  </a:cubicBezTo>
                  <a:cubicBezTo>
                    <a:pt x="8" y="9"/>
                    <a:pt x="4" y="11"/>
                    <a:pt x="0" y="13"/>
                  </a:cubicBezTo>
                  <a:cubicBezTo>
                    <a:pt x="27" y="128"/>
                    <a:pt x="27" y="128"/>
                    <a:pt x="27" y="128"/>
                  </a:cubicBezTo>
                  <a:cubicBezTo>
                    <a:pt x="123" y="128"/>
                    <a:pt x="123" y="128"/>
                    <a:pt x="123" y="128"/>
                  </a:cubicBezTo>
                  <a:lnTo>
                    <a:pt x="137"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8"/>
            <p:cNvSpPr>
              <a:spLocks noEditPoints="1"/>
            </p:cNvSpPr>
            <p:nvPr/>
          </p:nvSpPr>
          <p:spPr bwMode="auto">
            <a:xfrm>
              <a:off x="3089275" y="549276"/>
              <a:ext cx="741363" cy="1119188"/>
            </a:xfrm>
            <a:custGeom>
              <a:avLst/>
              <a:gdLst>
                <a:gd name="T0" fmla="*/ 116 w 462"/>
                <a:gd name="T1" fmla="*/ 662 h 698"/>
                <a:gd name="T2" fmla="*/ 289 w 462"/>
                <a:gd name="T3" fmla="*/ 698 h 698"/>
                <a:gd name="T4" fmla="*/ 462 w 462"/>
                <a:gd name="T5" fmla="*/ 662 h 698"/>
                <a:gd name="T6" fmla="*/ 435 w 462"/>
                <a:gd name="T7" fmla="*/ 528 h 698"/>
                <a:gd name="T8" fmla="*/ 420 w 462"/>
                <a:gd name="T9" fmla="*/ 534 h 698"/>
                <a:gd name="T10" fmla="*/ 412 w 462"/>
                <a:gd name="T11" fmla="*/ 535 h 698"/>
                <a:gd name="T12" fmla="*/ 395 w 462"/>
                <a:gd name="T13" fmla="*/ 532 h 698"/>
                <a:gd name="T14" fmla="*/ 409 w 462"/>
                <a:gd name="T15" fmla="*/ 601 h 698"/>
                <a:gd name="T16" fmla="*/ 399 w 462"/>
                <a:gd name="T17" fmla="*/ 619 h 698"/>
                <a:gd name="T18" fmla="*/ 289 w 462"/>
                <a:gd name="T19" fmla="*/ 633 h 698"/>
                <a:gd name="T20" fmla="*/ 180 w 462"/>
                <a:gd name="T21" fmla="*/ 619 h 698"/>
                <a:gd name="T22" fmla="*/ 169 w 462"/>
                <a:gd name="T23" fmla="*/ 601 h 698"/>
                <a:gd name="T24" fmla="*/ 219 w 462"/>
                <a:gd name="T25" fmla="*/ 352 h 698"/>
                <a:gd name="T26" fmla="*/ 194 w 462"/>
                <a:gd name="T27" fmla="*/ 247 h 698"/>
                <a:gd name="T28" fmla="*/ 187 w 462"/>
                <a:gd name="T29" fmla="*/ 251 h 698"/>
                <a:gd name="T30" fmla="*/ 111 w 462"/>
                <a:gd name="T31" fmla="*/ 345 h 698"/>
                <a:gd name="T32" fmla="*/ 63 w 462"/>
                <a:gd name="T33" fmla="*/ 251 h 698"/>
                <a:gd name="T34" fmla="*/ 62 w 462"/>
                <a:gd name="T35" fmla="*/ 248 h 698"/>
                <a:gd name="T36" fmla="*/ 111 w 462"/>
                <a:gd name="T37" fmla="*/ 123 h 698"/>
                <a:gd name="T38" fmla="*/ 145 w 462"/>
                <a:gd name="T39" fmla="*/ 136 h 698"/>
                <a:gd name="T40" fmla="*/ 185 w 462"/>
                <a:gd name="T41" fmla="*/ 34 h 698"/>
                <a:gd name="T42" fmla="*/ 97 w 462"/>
                <a:gd name="T43" fmla="*/ 0 h 698"/>
                <a:gd name="T44" fmla="*/ 57 w 462"/>
                <a:gd name="T45" fmla="*/ 102 h 698"/>
                <a:gd name="T46" fmla="*/ 91 w 462"/>
                <a:gd name="T47" fmla="*/ 115 h 698"/>
                <a:gd name="T48" fmla="*/ 44 w 462"/>
                <a:gd name="T49" fmla="*/ 236 h 698"/>
                <a:gd name="T50" fmla="*/ 29 w 462"/>
                <a:gd name="T51" fmla="*/ 237 h 698"/>
                <a:gd name="T52" fmla="*/ 15 w 462"/>
                <a:gd name="T53" fmla="*/ 271 h 698"/>
                <a:gd name="T54" fmla="*/ 23 w 462"/>
                <a:gd name="T55" fmla="*/ 289 h 698"/>
                <a:gd name="T56" fmla="*/ 0 w 462"/>
                <a:gd name="T57" fmla="*/ 348 h 698"/>
                <a:gd name="T58" fmla="*/ 20 w 462"/>
                <a:gd name="T59" fmla="*/ 356 h 698"/>
                <a:gd name="T60" fmla="*/ 36 w 462"/>
                <a:gd name="T61" fmla="*/ 316 h 698"/>
                <a:gd name="T62" fmla="*/ 46 w 462"/>
                <a:gd name="T63" fmla="*/ 337 h 698"/>
                <a:gd name="T64" fmla="*/ 116 w 462"/>
                <a:gd name="T65" fmla="*/ 415 h 698"/>
                <a:gd name="T66" fmla="*/ 116 w 462"/>
                <a:gd name="T67" fmla="*/ 415 h 698"/>
                <a:gd name="T68" fmla="*/ 147 w 462"/>
                <a:gd name="T69" fmla="*/ 391 h 698"/>
                <a:gd name="T70" fmla="*/ 167 w 462"/>
                <a:gd name="T71" fmla="*/ 351 h 698"/>
                <a:gd name="T72" fmla="*/ 185 w 462"/>
                <a:gd name="T73" fmla="*/ 325 h 698"/>
                <a:gd name="T74" fmla="*/ 116 w 462"/>
                <a:gd name="T75" fmla="*/ 662 h 698"/>
                <a:gd name="T76" fmla="*/ 163 w 462"/>
                <a:gd name="T77" fmla="*/ 47 h 698"/>
                <a:gd name="T78" fmla="*/ 138 w 462"/>
                <a:gd name="T79" fmla="*/ 110 h 698"/>
                <a:gd name="T80" fmla="*/ 127 w 462"/>
                <a:gd name="T81" fmla="*/ 106 h 698"/>
                <a:gd name="T82" fmla="*/ 152 w 462"/>
                <a:gd name="T83" fmla="*/ 43 h 698"/>
                <a:gd name="T84" fmla="*/ 163 w 462"/>
                <a:gd name="T85" fmla="*/ 47 h 698"/>
                <a:gd name="T86" fmla="*/ 139 w 462"/>
                <a:gd name="T87" fmla="*/ 38 h 698"/>
                <a:gd name="T88" fmla="*/ 115 w 462"/>
                <a:gd name="T89" fmla="*/ 101 h 698"/>
                <a:gd name="T90" fmla="*/ 103 w 462"/>
                <a:gd name="T91" fmla="*/ 97 h 698"/>
                <a:gd name="T92" fmla="*/ 128 w 462"/>
                <a:gd name="T93" fmla="*/ 33 h 698"/>
                <a:gd name="T94" fmla="*/ 139 w 462"/>
                <a:gd name="T95" fmla="*/ 38 h 698"/>
                <a:gd name="T96" fmla="*/ 80 w 462"/>
                <a:gd name="T97" fmla="*/ 87 h 698"/>
                <a:gd name="T98" fmla="*/ 104 w 462"/>
                <a:gd name="T99" fmla="*/ 24 h 698"/>
                <a:gd name="T100" fmla="*/ 116 w 462"/>
                <a:gd name="T101" fmla="*/ 28 h 698"/>
                <a:gd name="T102" fmla="*/ 91 w 462"/>
                <a:gd name="T103" fmla="*/ 92 h 698"/>
                <a:gd name="T104" fmla="*/ 80 w 462"/>
                <a:gd name="T105" fmla="*/ 87 h 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62" h="698">
                  <a:moveTo>
                    <a:pt x="116" y="662"/>
                  </a:moveTo>
                  <a:cubicBezTo>
                    <a:pt x="116" y="662"/>
                    <a:pt x="176" y="698"/>
                    <a:pt x="289" y="698"/>
                  </a:cubicBezTo>
                  <a:cubicBezTo>
                    <a:pt x="402" y="698"/>
                    <a:pt x="462" y="662"/>
                    <a:pt x="462" y="662"/>
                  </a:cubicBezTo>
                  <a:cubicBezTo>
                    <a:pt x="435" y="528"/>
                    <a:pt x="435" y="528"/>
                    <a:pt x="435" y="528"/>
                  </a:cubicBezTo>
                  <a:cubicBezTo>
                    <a:pt x="431" y="531"/>
                    <a:pt x="426" y="533"/>
                    <a:pt x="420" y="534"/>
                  </a:cubicBezTo>
                  <a:cubicBezTo>
                    <a:pt x="418" y="535"/>
                    <a:pt x="415" y="535"/>
                    <a:pt x="412" y="535"/>
                  </a:cubicBezTo>
                  <a:cubicBezTo>
                    <a:pt x="406" y="535"/>
                    <a:pt x="400" y="534"/>
                    <a:pt x="395" y="532"/>
                  </a:cubicBezTo>
                  <a:cubicBezTo>
                    <a:pt x="409" y="601"/>
                    <a:pt x="409" y="601"/>
                    <a:pt x="409" y="601"/>
                  </a:cubicBezTo>
                  <a:cubicBezTo>
                    <a:pt x="411" y="609"/>
                    <a:pt x="406" y="617"/>
                    <a:pt x="399" y="619"/>
                  </a:cubicBezTo>
                  <a:cubicBezTo>
                    <a:pt x="373" y="626"/>
                    <a:pt x="337" y="633"/>
                    <a:pt x="289" y="633"/>
                  </a:cubicBezTo>
                  <a:cubicBezTo>
                    <a:pt x="242" y="633"/>
                    <a:pt x="205" y="626"/>
                    <a:pt x="180" y="619"/>
                  </a:cubicBezTo>
                  <a:cubicBezTo>
                    <a:pt x="172" y="617"/>
                    <a:pt x="167" y="609"/>
                    <a:pt x="169" y="601"/>
                  </a:cubicBezTo>
                  <a:cubicBezTo>
                    <a:pt x="219" y="352"/>
                    <a:pt x="219" y="352"/>
                    <a:pt x="219" y="352"/>
                  </a:cubicBezTo>
                  <a:cubicBezTo>
                    <a:pt x="194" y="247"/>
                    <a:pt x="194" y="247"/>
                    <a:pt x="194" y="247"/>
                  </a:cubicBezTo>
                  <a:cubicBezTo>
                    <a:pt x="192" y="248"/>
                    <a:pt x="190" y="250"/>
                    <a:pt x="187" y="251"/>
                  </a:cubicBezTo>
                  <a:cubicBezTo>
                    <a:pt x="165" y="266"/>
                    <a:pt x="136" y="293"/>
                    <a:pt x="111" y="345"/>
                  </a:cubicBezTo>
                  <a:cubicBezTo>
                    <a:pt x="97" y="324"/>
                    <a:pt x="79" y="287"/>
                    <a:pt x="63" y="251"/>
                  </a:cubicBezTo>
                  <a:cubicBezTo>
                    <a:pt x="63" y="250"/>
                    <a:pt x="63" y="249"/>
                    <a:pt x="62" y="248"/>
                  </a:cubicBezTo>
                  <a:cubicBezTo>
                    <a:pt x="111" y="123"/>
                    <a:pt x="111" y="123"/>
                    <a:pt x="111" y="123"/>
                  </a:cubicBezTo>
                  <a:cubicBezTo>
                    <a:pt x="145" y="136"/>
                    <a:pt x="145" y="136"/>
                    <a:pt x="145" y="136"/>
                  </a:cubicBezTo>
                  <a:cubicBezTo>
                    <a:pt x="185" y="34"/>
                    <a:pt x="185" y="34"/>
                    <a:pt x="185" y="34"/>
                  </a:cubicBezTo>
                  <a:cubicBezTo>
                    <a:pt x="97" y="0"/>
                    <a:pt x="97" y="0"/>
                    <a:pt x="97" y="0"/>
                  </a:cubicBezTo>
                  <a:cubicBezTo>
                    <a:pt x="57" y="102"/>
                    <a:pt x="57" y="102"/>
                    <a:pt x="57" y="102"/>
                  </a:cubicBezTo>
                  <a:cubicBezTo>
                    <a:pt x="91" y="115"/>
                    <a:pt x="91" y="115"/>
                    <a:pt x="91" y="115"/>
                  </a:cubicBezTo>
                  <a:cubicBezTo>
                    <a:pt x="44" y="236"/>
                    <a:pt x="44" y="236"/>
                    <a:pt x="44" y="236"/>
                  </a:cubicBezTo>
                  <a:cubicBezTo>
                    <a:pt x="39" y="235"/>
                    <a:pt x="34" y="235"/>
                    <a:pt x="29" y="237"/>
                  </a:cubicBezTo>
                  <a:cubicBezTo>
                    <a:pt x="16" y="243"/>
                    <a:pt x="10" y="258"/>
                    <a:pt x="15" y="271"/>
                  </a:cubicBezTo>
                  <a:cubicBezTo>
                    <a:pt x="16" y="272"/>
                    <a:pt x="19" y="279"/>
                    <a:pt x="23" y="289"/>
                  </a:cubicBezTo>
                  <a:cubicBezTo>
                    <a:pt x="0" y="348"/>
                    <a:pt x="0" y="348"/>
                    <a:pt x="0" y="348"/>
                  </a:cubicBezTo>
                  <a:cubicBezTo>
                    <a:pt x="20" y="356"/>
                    <a:pt x="20" y="356"/>
                    <a:pt x="20" y="356"/>
                  </a:cubicBezTo>
                  <a:cubicBezTo>
                    <a:pt x="36" y="316"/>
                    <a:pt x="36" y="316"/>
                    <a:pt x="36" y="316"/>
                  </a:cubicBezTo>
                  <a:cubicBezTo>
                    <a:pt x="39" y="322"/>
                    <a:pt x="42" y="330"/>
                    <a:pt x="46" y="337"/>
                  </a:cubicBezTo>
                  <a:cubicBezTo>
                    <a:pt x="75" y="394"/>
                    <a:pt x="93" y="415"/>
                    <a:pt x="116" y="415"/>
                  </a:cubicBezTo>
                  <a:cubicBezTo>
                    <a:pt x="116" y="415"/>
                    <a:pt x="116" y="415"/>
                    <a:pt x="116" y="415"/>
                  </a:cubicBezTo>
                  <a:cubicBezTo>
                    <a:pt x="130" y="415"/>
                    <a:pt x="142" y="405"/>
                    <a:pt x="147" y="391"/>
                  </a:cubicBezTo>
                  <a:cubicBezTo>
                    <a:pt x="154" y="376"/>
                    <a:pt x="160" y="362"/>
                    <a:pt x="167" y="351"/>
                  </a:cubicBezTo>
                  <a:cubicBezTo>
                    <a:pt x="173" y="341"/>
                    <a:pt x="179" y="332"/>
                    <a:pt x="185" y="325"/>
                  </a:cubicBezTo>
                  <a:lnTo>
                    <a:pt x="116" y="662"/>
                  </a:lnTo>
                  <a:close/>
                  <a:moveTo>
                    <a:pt x="163" y="47"/>
                  </a:moveTo>
                  <a:cubicBezTo>
                    <a:pt x="138" y="110"/>
                    <a:pt x="138" y="110"/>
                    <a:pt x="138" y="110"/>
                  </a:cubicBezTo>
                  <a:cubicBezTo>
                    <a:pt x="127" y="106"/>
                    <a:pt x="127" y="106"/>
                    <a:pt x="127" y="106"/>
                  </a:cubicBezTo>
                  <a:cubicBezTo>
                    <a:pt x="152" y="43"/>
                    <a:pt x="152" y="43"/>
                    <a:pt x="152" y="43"/>
                  </a:cubicBezTo>
                  <a:lnTo>
                    <a:pt x="163" y="47"/>
                  </a:lnTo>
                  <a:close/>
                  <a:moveTo>
                    <a:pt x="139" y="38"/>
                  </a:moveTo>
                  <a:cubicBezTo>
                    <a:pt x="115" y="101"/>
                    <a:pt x="115" y="101"/>
                    <a:pt x="115" y="101"/>
                  </a:cubicBezTo>
                  <a:cubicBezTo>
                    <a:pt x="103" y="97"/>
                    <a:pt x="103" y="97"/>
                    <a:pt x="103" y="97"/>
                  </a:cubicBezTo>
                  <a:cubicBezTo>
                    <a:pt x="128" y="33"/>
                    <a:pt x="128" y="33"/>
                    <a:pt x="128" y="33"/>
                  </a:cubicBezTo>
                  <a:lnTo>
                    <a:pt x="139" y="38"/>
                  </a:lnTo>
                  <a:close/>
                  <a:moveTo>
                    <a:pt x="80" y="87"/>
                  </a:moveTo>
                  <a:cubicBezTo>
                    <a:pt x="104" y="24"/>
                    <a:pt x="104" y="24"/>
                    <a:pt x="104" y="24"/>
                  </a:cubicBezTo>
                  <a:cubicBezTo>
                    <a:pt x="116" y="28"/>
                    <a:pt x="116" y="28"/>
                    <a:pt x="116" y="28"/>
                  </a:cubicBezTo>
                  <a:cubicBezTo>
                    <a:pt x="91" y="92"/>
                    <a:pt x="91" y="92"/>
                    <a:pt x="91" y="92"/>
                  </a:cubicBezTo>
                  <a:lnTo>
                    <a:pt x="80" y="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9"/>
            <p:cNvSpPr>
              <a:spLocks/>
            </p:cNvSpPr>
            <p:nvPr/>
          </p:nvSpPr>
          <p:spPr bwMode="auto">
            <a:xfrm>
              <a:off x="3665538" y="1009651"/>
              <a:ext cx="66675" cy="139700"/>
            </a:xfrm>
            <a:custGeom>
              <a:avLst/>
              <a:gdLst>
                <a:gd name="T0" fmla="*/ 21 w 41"/>
                <a:gd name="T1" fmla="*/ 0 h 87"/>
                <a:gd name="T2" fmla="*/ 15 w 41"/>
                <a:gd name="T3" fmla="*/ 2 h 87"/>
                <a:gd name="T4" fmla="*/ 0 w 41"/>
                <a:gd name="T5" fmla="*/ 65 h 87"/>
                <a:gd name="T6" fmla="*/ 4 w 41"/>
                <a:gd name="T7" fmla="*/ 87 h 87"/>
                <a:gd name="T8" fmla="*/ 18 w 41"/>
                <a:gd name="T9" fmla="*/ 77 h 87"/>
                <a:gd name="T10" fmla="*/ 41 w 41"/>
                <a:gd name="T11" fmla="*/ 68 h 87"/>
                <a:gd name="T12" fmla="*/ 33 w 41"/>
                <a:gd name="T13" fmla="*/ 27 h 87"/>
                <a:gd name="T14" fmla="*/ 24 w 41"/>
                <a:gd name="T15" fmla="*/ 8 h 87"/>
                <a:gd name="T16" fmla="*/ 21 w 41"/>
                <a:gd name="T17"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87">
                  <a:moveTo>
                    <a:pt x="21" y="0"/>
                  </a:moveTo>
                  <a:cubicBezTo>
                    <a:pt x="15" y="2"/>
                    <a:pt x="15" y="2"/>
                    <a:pt x="15" y="2"/>
                  </a:cubicBezTo>
                  <a:cubicBezTo>
                    <a:pt x="0" y="65"/>
                    <a:pt x="0" y="65"/>
                    <a:pt x="0" y="65"/>
                  </a:cubicBezTo>
                  <a:cubicBezTo>
                    <a:pt x="4" y="87"/>
                    <a:pt x="4" y="87"/>
                    <a:pt x="4" y="87"/>
                  </a:cubicBezTo>
                  <a:cubicBezTo>
                    <a:pt x="8" y="83"/>
                    <a:pt x="13" y="79"/>
                    <a:pt x="18" y="77"/>
                  </a:cubicBezTo>
                  <a:cubicBezTo>
                    <a:pt x="41" y="68"/>
                    <a:pt x="41" y="68"/>
                    <a:pt x="41" y="68"/>
                  </a:cubicBezTo>
                  <a:cubicBezTo>
                    <a:pt x="33" y="27"/>
                    <a:pt x="33" y="27"/>
                    <a:pt x="33" y="27"/>
                  </a:cubicBezTo>
                  <a:cubicBezTo>
                    <a:pt x="24" y="8"/>
                    <a:pt x="24" y="8"/>
                    <a:pt x="24" y="8"/>
                  </a:cubicBezTo>
                  <a:cubicBezTo>
                    <a:pt x="23" y="5"/>
                    <a:pt x="22" y="3"/>
                    <a:pt x="2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20"/>
            <p:cNvSpPr>
              <a:spLocks noEditPoints="1"/>
            </p:cNvSpPr>
            <p:nvPr/>
          </p:nvSpPr>
          <p:spPr bwMode="auto">
            <a:xfrm>
              <a:off x="3414713" y="608013"/>
              <a:ext cx="265113" cy="276225"/>
            </a:xfrm>
            <a:custGeom>
              <a:avLst/>
              <a:gdLst>
                <a:gd name="T0" fmla="*/ 165 w 165"/>
                <a:gd name="T1" fmla="*/ 52 h 172"/>
                <a:gd name="T2" fmla="*/ 86 w 165"/>
                <a:gd name="T3" fmla="*/ 0 h 172"/>
                <a:gd name="T4" fmla="*/ 0 w 165"/>
                <a:gd name="T5" fmla="*/ 86 h 172"/>
                <a:gd name="T6" fmla="*/ 86 w 165"/>
                <a:gd name="T7" fmla="*/ 172 h 172"/>
                <a:gd name="T8" fmla="*/ 157 w 165"/>
                <a:gd name="T9" fmla="*/ 135 h 172"/>
                <a:gd name="T10" fmla="*/ 153 w 165"/>
                <a:gd name="T11" fmla="*/ 127 h 172"/>
                <a:gd name="T12" fmla="*/ 165 w 165"/>
                <a:gd name="T13" fmla="*/ 52 h 172"/>
                <a:gd name="T14" fmla="*/ 86 w 165"/>
                <a:gd name="T15" fmla="*/ 149 h 172"/>
                <a:gd name="T16" fmla="*/ 30 w 165"/>
                <a:gd name="T17" fmla="*/ 118 h 172"/>
                <a:gd name="T18" fmla="*/ 142 w 165"/>
                <a:gd name="T19" fmla="*/ 118 h 172"/>
                <a:gd name="T20" fmla="*/ 86 w 165"/>
                <a:gd name="T21" fmla="*/ 14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5" h="172">
                  <a:moveTo>
                    <a:pt x="165" y="52"/>
                  </a:moveTo>
                  <a:cubicBezTo>
                    <a:pt x="151" y="21"/>
                    <a:pt x="121" y="0"/>
                    <a:pt x="86" y="0"/>
                  </a:cubicBezTo>
                  <a:cubicBezTo>
                    <a:pt x="39" y="0"/>
                    <a:pt x="0" y="39"/>
                    <a:pt x="0" y="86"/>
                  </a:cubicBezTo>
                  <a:cubicBezTo>
                    <a:pt x="0" y="134"/>
                    <a:pt x="39" y="172"/>
                    <a:pt x="86" y="172"/>
                  </a:cubicBezTo>
                  <a:cubicBezTo>
                    <a:pt x="115" y="172"/>
                    <a:pt x="141" y="158"/>
                    <a:pt x="157" y="135"/>
                  </a:cubicBezTo>
                  <a:cubicBezTo>
                    <a:pt x="155" y="133"/>
                    <a:pt x="154" y="130"/>
                    <a:pt x="153" y="127"/>
                  </a:cubicBezTo>
                  <a:cubicBezTo>
                    <a:pt x="141" y="101"/>
                    <a:pt x="147" y="72"/>
                    <a:pt x="165" y="52"/>
                  </a:cubicBezTo>
                  <a:close/>
                  <a:moveTo>
                    <a:pt x="86" y="149"/>
                  </a:moveTo>
                  <a:cubicBezTo>
                    <a:pt x="62" y="149"/>
                    <a:pt x="42" y="138"/>
                    <a:pt x="30" y="118"/>
                  </a:cubicBezTo>
                  <a:cubicBezTo>
                    <a:pt x="142" y="118"/>
                    <a:pt x="142" y="118"/>
                    <a:pt x="142" y="118"/>
                  </a:cubicBezTo>
                  <a:cubicBezTo>
                    <a:pt x="131" y="138"/>
                    <a:pt x="110" y="149"/>
                    <a:pt x="86" y="1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21"/>
            <p:cNvSpPr>
              <a:spLocks/>
            </p:cNvSpPr>
            <p:nvPr/>
          </p:nvSpPr>
          <p:spPr bwMode="auto">
            <a:xfrm>
              <a:off x="3652838" y="655638"/>
              <a:ext cx="222250" cy="222250"/>
            </a:xfrm>
            <a:custGeom>
              <a:avLst/>
              <a:gdLst>
                <a:gd name="T0" fmla="*/ 94 w 139"/>
                <a:gd name="T1" fmla="*/ 126 h 139"/>
                <a:gd name="T2" fmla="*/ 126 w 139"/>
                <a:gd name="T3" fmla="*/ 46 h 139"/>
                <a:gd name="T4" fmla="*/ 46 w 139"/>
                <a:gd name="T5" fmla="*/ 14 h 139"/>
                <a:gd name="T6" fmla="*/ 14 w 139"/>
                <a:gd name="T7" fmla="*/ 94 h 139"/>
                <a:gd name="T8" fmla="*/ 94 w 139"/>
                <a:gd name="T9" fmla="*/ 126 h 139"/>
              </a:gdLst>
              <a:ahLst/>
              <a:cxnLst>
                <a:cxn ang="0">
                  <a:pos x="T0" y="T1"/>
                </a:cxn>
                <a:cxn ang="0">
                  <a:pos x="T2" y="T3"/>
                </a:cxn>
                <a:cxn ang="0">
                  <a:pos x="T4" y="T5"/>
                </a:cxn>
                <a:cxn ang="0">
                  <a:pos x="T6" y="T7"/>
                </a:cxn>
                <a:cxn ang="0">
                  <a:pos x="T8" y="T9"/>
                </a:cxn>
              </a:cxnLst>
              <a:rect l="0" t="0" r="r" b="b"/>
              <a:pathLst>
                <a:path w="139" h="139">
                  <a:moveTo>
                    <a:pt x="94" y="126"/>
                  </a:moveTo>
                  <a:cubicBezTo>
                    <a:pt x="125" y="113"/>
                    <a:pt x="139" y="77"/>
                    <a:pt x="126" y="46"/>
                  </a:cubicBezTo>
                  <a:cubicBezTo>
                    <a:pt x="113" y="15"/>
                    <a:pt x="77" y="0"/>
                    <a:pt x="46" y="14"/>
                  </a:cubicBezTo>
                  <a:cubicBezTo>
                    <a:pt x="15" y="27"/>
                    <a:pt x="0" y="63"/>
                    <a:pt x="14" y="94"/>
                  </a:cubicBezTo>
                  <a:cubicBezTo>
                    <a:pt x="27" y="125"/>
                    <a:pt x="63" y="139"/>
                    <a:pt x="94" y="1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22"/>
            <p:cNvSpPr>
              <a:spLocks/>
            </p:cNvSpPr>
            <p:nvPr/>
          </p:nvSpPr>
          <p:spPr bwMode="auto">
            <a:xfrm>
              <a:off x="3705225" y="1330326"/>
              <a:ext cx="98425" cy="60325"/>
            </a:xfrm>
            <a:custGeom>
              <a:avLst/>
              <a:gdLst>
                <a:gd name="T0" fmla="*/ 0 w 61"/>
                <a:gd name="T1" fmla="*/ 19 h 38"/>
                <a:gd name="T2" fmla="*/ 28 w 61"/>
                <a:gd name="T3" fmla="*/ 38 h 38"/>
                <a:gd name="T4" fmla="*/ 34 w 61"/>
                <a:gd name="T5" fmla="*/ 38 h 38"/>
                <a:gd name="T6" fmla="*/ 57 w 61"/>
                <a:gd name="T7" fmla="*/ 2 h 38"/>
                <a:gd name="T8" fmla="*/ 57 w 61"/>
                <a:gd name="T9" fmla="*/ 0 h 38"/>
                <a:gd name="T10" fmla="*/ 0 w 61"/>
                <a:gd name="T11" fmla="*/ 19 h 38"/>
              </a:gdLst>
              <a:ahLst/>
              <a:cxnLst>
                <a:cxn ang="0">
                  <a:pos x="T0" y="T1"/>
                </a:cxn>
                <a:cxn ang="0">
                  <a:pos x="T2" y="T3"/>
                </a:cxn>
                <a:cxn ang="0">
                  <a:pos x="T4" y="T5"/>
                </a:cxn>
                <a:cxn ang="0">
                  <a:pos x="T6" y="T7"/>
                </a:cxn>
                <a:cxn ang="0">
                  <a:pos x="T8" y="T9"/>
                </a:cxn>
                <a:cxn ang="0">
                  <a:pos x="T10" y="T11"/>
                </a:cxn>
              </a:cxnLst>
              <a:rect l="0" t="0" r="r" b="b"/>
              <a:pathLst>
                <a:path w="61" h="38">
                  <a:moveTo>
                    <a:pt x="0" y="19"/>
                  </a:moveTo>
                  <a:cubicBezTo>
                    <a:pt x="4" y="31"/>
                    <a:pt x="16" y="38"/>
                    <a:pt x="28" y="38"/>
                  </a:cubicBezTo>
                  <a:cubicBezTo>
                    <a:pt x="30" y="38"/>
                    <a:pt x="32" y="38"/>
                    <a:pt x="34" y="38"/>
                  </a:cubicBezTo>
                  <a:cubicBezTo>
                    <a:pt x="50" y="34"/>
                    <a:pt x="61" y="18"/>
                    <a:pt x="57" y="2"/>
                  </a:cubicBezTo>
                  <a:cubicBezTo>
                    <a:pt x="57" y="0"/>
                    <a:pt x="57" y="0"/>
                    <a:pt x="57" y="0"/>
                  </a:cubicBezTo>
                  <a:lnTo>
                    <a:pt x="0"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23"/>
            <p:cNvSpPr>
              <a:spLocks/>
            </p:cNvSpPr>
            <p:nvPr/>
          </p:nvSpPr>
          <p:spPr bwMode="auto">
            <a:xfrm>
              <a:off x="3552825" y="879476"/>
              <a:ext cx="406400" cy="371475"/>
            </a:xfrm>
            <a:custGeom>
              <a:avLst/>
              <a:gdLst>
                <a:gd name="T0" fmla="*/ 22 w 253"/>
                <a:gd name="T1" fmla="*/ 35 h 231"/>
                <a:gd name="T2" fmla="*/ 3 w 253"/>
                <a:gd name="T3" fmla="*/ 66 h 231"/>
                <a:gd name="T4" fmla="*/ 29 w 253"/>
                <a:gd name="T5" fmla="*/ 86 h 231"/>
                <a:gd name="T6" fmla="*/ 35 w 253"/>
                <a:gd name="T7" fmla="*/ 85 h 231"/>
                <a:gd name="T8" fmla="*/ 98 w 253"/>
                <a:gd name="T9" fmla="*/ 69 h 231"/>
                <a:gd name="T10" fmla="*/ 103 w 253"/>
                <a:gd name="T11" fmla="*/ 84 h 231"/>
                <a:gd name="T12" fmla="*/ 133 w 253"/>
                <a:gd name="T13" fmla="*/ 151 h 231"/>
                <a:gd name="T14" fmla="*/ 92 w 253"/>
                <a:gd name="T15" fmla="*/ 167 h 231"/>
                <a:gd name="T16" fmla="*/ 74 w 253"/>
                <a:gd name="T17" fmla="*/ 201 h 231"/>
                <a:gd name="T18" fmla="*/ 81 w 253"/>
                <a:gd name="T19" fmla="*/ 231 h 231"/>
                <a:gd name="T20" fmla="*/ 147 w 253"/>
                <a:gd name="T21" fmla="*/ 210 h 231"/>
                <a:gd name="T22" fmla="*/ 199 w 253"/>
                <a:gd name="T23" fmla="*/ 188 h 231"/>
                <a:gd name="T24" fmla="*/ 211 w 253"/>
                <a:gd name="T25" fmla="*/ 184 h 231"/>
                <a:gd name="T26" fmla="*/ 240 w 253"/>
                <a:gd name="T27" fmla="*/ 108 h 231"/>
                <a:gd name="T28" fmla="*/ 208 w 253"/>
                <a:gd name="T29" fmla="*/ 37 h 231"/>
                <a:gd name="T30" fmla="*/ 147 w 253"/>
                <a:gd name="T31" fmla="*/ 4 h 231"/>
                <a:gd name="T32" fmla="*/ 141 w 253"/>
                <a:gd name="T33" fmla="*/ 5 h 231"/>
                <a:gd name="T34" fmla="*/ 22 w 253"/>
                <a:gd name="T35" fmla="*/ 3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3" h="231">
                  <a:moveTo>
                    <a:pt x="22" y="35"/>
                  </a:moveTo>
                  <a:cubicBezTo>
                    <a:pt x="8" y="38"/>
                    <a:pt x="0" y="52"/>
                    <a:pt x="3" y="66"/>
                  </a:cubicBezTo>
                  <a:cubicBezTo>
                    <a:pt x="6" y="78"/>
                    <a:pt x="17" y="86"/>
                    <a:pt x="29" y="86"/>
                  </a:cubicBezTo>
                  <a:cubicBezTo>
                    <a:pt x="31" y="86"/>
                    <a:pt x="33" y="86"/>
                    <a:pt x="35" y="85"/>
                  </a:cubicBezTo>
                  <a:cubicBezTo>
                    <a:pt x="98" y="69"/>
                    <a:pt x="98" y="69"/>
                    <a:pt x="98" y="69"/>
                  </a:cubicBezTo>
                  <a:cubicBezTo>
                    <a:pt x="99" y="74"/>
                    <a:pt x="101" y="79"/>
                    <a:pt x="103" y="84"/>
                  </a:cubicBezTo>
                  <a:cubicBezTo>
                    <a:pt x="133" y="151"/>
                    <a:pt x="133" y="151"/>
                    <a:pt x="133" y="151"/>
                  </a:cubicBezTo>
                  <a:cubicBezTo>
                    <a:pt x="92" y="167"/>
                    <a:pt x="92" y="167"/>
                    <a:pt x="92" y="167"/>
                  </a:cubicBezTo>
                  <a:cubicBezTo>
                    <a:pt x="79" y="173"/>
                    <a:pt x="71" y="187"/>
                    <a:pt x="74" y="201"/>
                  </a:cubicBezTo>
                  <a:cubicBezTo>
                    <a:pt x="81" y="231"/>
                    <a:pt x="81" y="231"/>
                    <a:pt x="81" y="231"/>
                  </a:cubicBezTo>
                  <a:cubicBezTo>
                    <a:pt x="147" y="210"/>
                    <a:pt x="147" y="210"/>
                    <a:pt x="147" y="210"/>
                  </a:cubicBezTo>
                  <a:cubicBezTo>
                    <a:pt x="199" y="188"/>
                    <a:pt x="199" y="188"/>
                    <a:pt x="199" y="188"/>
                  </a:cubicBezTo>
                  <a:cubicBezTo>
                    <a:pt x="203" y="187"/>
                    <a:pt x="207" y="186"/>
                    <a:pt x="211" y="184"/>
                  </a:cubicBezTo>
                  <a:cubicBezTo>
                    <a:pt x="240" y="171"/>
                    <a:pt x="253" y="137"/>
                    <a:pt x="240" y="108"/>
                  </a:cubicBezTo>
                  <a:cubicBezTo>
                    <a:pt x="208" y="37"/>
                    <a:pt x="208" y="37"/>
                    <a:pt x="208" y="37"/>
                  </a:cubicBezTo>
                  <a:cubicBezTo>
                    <a:pt x="197" y="13"/>
                    <a:pt x="172" y="0"/>
                    <a:pt x="147" y="4"/>
                  </a:cubicBezTo>
                  <a:cubicBezTo>
                    <a:pt x="145" y="4"/>
                    <a:pt x="143" y="4"/>
                    <a:pt x="141" y="5"/>
                  </a:cubicBezTo>
                  <a:lnTo>
                    <a:pt x="22"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4"/>
            <p:cNvSpPr>
              <a:spLocks/>
            </p:cNvSpPr>
            <p:nvPr/>
          </p:nvSpPr>
          <p:spPr bwMode="auto">
            <a:xfrm>
              <a:off x="3638550" y="1192213"/>
              <a:ext cx="271463" cy="158750"/>
            </a:xfrm>
            <a:custGeom>
              <a:avLst/>
              <a:gdLst>
                <a:gd name="T0" fmla="*/ 169 w 169"/>
                <a:gd name="T1" fmla="*/ 34 h 99"/>
                <a:gd name="T2" fmla="*/ 169 w 169"/>
                <a:gd name="T3" fmla="*/ 33 h 99"/>
                <a:gd name="T4" fmla="*/ 169 w 169"/>
                <a:gd name="T5" fmla="*/ 32 h 99"/>
                <a:gd name="T6" fmla="*/ 168 w 169"/>
                <a:gd name="T7" fmla="*/ 30 h 99"/>
                <a:gd name="T8" fmla="*/ 168 w 169"/>
                <a:gd name="T9" fmla="*/ 29 h 99"/>
                <a:gd name="T10" fmla="*/ 168 w 169"/>
                <a:gd name="T11" fmla="*/ 28 h 99"/>
                <a:gd name="T12" fmla="*/ 159 w 169"/>
                <a:gd name="T13" fmla="*/ 0 h 99"/>
                <a:gd name="T14" fmla="*/ 149 w 169"/>
                <a:gd name="T15" fmla="*/ 3 h 99"/>
                <a:gd name="T16" fmla="*/ 112 w 169"/>
                <a:gd name="T17" fmla="*/ 18 h 99"/>
                <a:gd name="T18" fmla="*/ 21 w 169"/>
                <a:gd name="T19" fmla="*/ 48 h 99"/>
                <a:gd name="T20" fmla="*/ 4 w 169"/>
                <a:gd name="T21" fmla="*/ 81 h 99"/>
                <a:gd name="T22" fmla="*/ 29 w 169"/>
                <a:gd name="T23" fmla="*/ 99 h 99"/>
                <a:gd name="T24" fmla="*/ 37 w 169"/>
                <a:gd name="T25" fmla="*/ 97 h 99"/>
                <a:gd name="T26" fmla="*/ 109 w 169"/>
                <a:gd name="T27" fmla="*/ 74 h 99"/>
                <a:gd name="T28" fmla="*/ 151 w 169"/>
                <a:gd name="T29" fmla="*/ 60 h 99"/>
                <a:gd name="T30" fmla="*/ 152 w 169"/>
                <a:gd name="T31" fmla="*/ 60 h 99"/>
                <a:gd name="T32" fmla="*/ 153 w 169"/>
                <a:gd name="T33" fmla="*/ 59 h 99"/>
                <a:gd name="T34" fmla="*/ 154 w 169"/>
                <a:gd name="T35" fmla="*/ 59 h 99"/>
                <a:gd name="T36" fmla="*/ 155 w 169"/>
                <a:gd name="T37" fmla="*/ 58 h 99"/>
                <a:gd name="T38" fmla="*/ 156 w 169"/>
                <a:gd name="T39" fmla="*/ 57 h 99"/>
                <a:gd name="T40" fmla="*/ 158 w 169"/>
                <a:gd name="T41" fmla="*/ 57 h 99"/>
                <a:gd name="T42" fmla="*/ 159 w 169"/>
                <a:gd name="T43" fmla="*/ 56 h 99"/>
                <a:gd name="T44" fmla="*/ 160 w 169"/>
                <a:gd name="T45" fmla="*/ 55 h 99"/>
                <a:gd name="T46" fmla="*/ 161 w 169"/>
                <a:gd name="T47" fmla="*/ 54 h 99"/>
                <a:gd name="T48" fmla="*/ 161 w 169"/>
                <a:gd name="T49" fmla="*/ 53 h 99"/>
                <a:gd name="T50" fmla="*/ 162 w 169"/>
                <a:gd name="T51" fmla="*/ 53 h 99"/>
                <a:gd name="T52" fmla="*/ 163 w 169"/>
                <a:gd name="T53" fmla="*/ 52 h 99"/>
                <a:gd name="T54" fmla="*/ 164 w 169"/>
                <a:gd name="T55" fmla="*/ 51 h 99"/>
                <a:gd name="T56" fmla="*/ 165 w 169"/>
                <a:gd name="T57" fmla="*/ 50 h 99"/>
                <a:gd name="T58" fmla="*/ 165 w 169"/>
                <a:gd name="T59" fmla="*/ 49 h 99"/>
                <a:gd name="T60" fmla="*/ 166 w 169"/>
                <a:gd name="T61" fmla="*/ 47 h 99"/>
                <a:gd name="T62" fmla="*/ 166 w 169"/>
                <a:gd name="T63" fmla="*/ 46 h 99"/>
                <a:gd name="T64" fmla="*/ 167 w 169"/>
                <a:gd name="T65" fmla="*/ 45 h 99"/>
                <a:gd name="T66" fmla="*/ 167 w 169"/>
                <a:gd name="T67" fmla="*/ 44 h 99"/>
                <a:gd name="T68" fmla="*/ 168 w 169"/>
                <a:gd name="T69" fmla="*/ 43 h 99"/>
                <a:gd name="T70" fmla="*/ 168 w 169"/>
                <a:gd name="T71" fmla="*/ 42 h 99"/>
                <a:gd name="T72" fmla="*/ 168 w 169"/>
                <a:gd name="T73" fmla="*/ 40 h 99"/>
                <a:gd name="T74" fmla="*/ 169 w 169"/>
                <a:gd name="T75" fmla="*/ 39 h 99"/>
                <a:gd name="T76" fmla="*/ 169 w 169"/>
                <a:gd name="T77" fmla="*/ 38 h 99"/>
                <a:gd name="T78" fmla="*/ 169 w 169"/>
                <a:gd name="T79" fmla="*/ 37 h 99"/>
                <a:gd name="T80" fmla="*/ 169 w 169"/>
                <a:gd name="T81" fmla="*/ 35 h 99"/>
                <a:gd name="T82" fmla="*/ 169 w 169"/>
                <a:gd name="T83" fmla="*/ 34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9" h="99">
                  <a:moveTo>
                    <a:pt x="169" y="34"/>
                  </a:moveTo>
                  <a:cubicBezTo>
                    <a:pt x="169" y="34"/>
                    <a:pt x="169" y="33"/>
                    <a:pt x="169" y="33"/>
                  </a:cubicBezTo>
                  <a:cubicBezTo>
                    <a:pt x="169" y="32"/>
                    <a:pt x="169" y="32"/>
                    <a:pt x="169" y="32"/>
                  </a:cubicBezTo>
                  <a:cubicBezTo>
                    <a:pt x="169" y="31"/>
                    <a:pt x="169" y="31"/>
                    <a:pt x="168" y="30"/>
                  </a:cubicBezTo>
                  <a:cubicBezTo>
                    <a:pt x="168" y="30"/>
                    <a:pt x="168" y="29"/>
                    <a:pt x="168" y="29"/>
                  </a:cubicBezTo>
                  <a:cubicBezTo>
                    <a:pt x="168" y="29"/>
                    <a:pt x="168" y="28"/>
                    <a:pt x="168" y="28"/>
                  </a:cubicBezTo>
                  <a:cubicBezTo>
                    <a:pt x="165" y="18"/>
                    <a:pt x="162" y="9"/>
                    <a:pt x="159" y="0"/>
                  </a:cubicBezTo>
                  <a:cubicBezTo>
                    <a:pt x="156" y="1"/>
                    <a:pt x="152" y="2"/>
                    <a:pt x="149" y="3"/>
                  </a:cubicBezTo>
                  <a:cubicBezTo>
                    <a:pt x="112" y="18"/>
                    <a:pt x="112" y="18"/>
                    <a:pt x="112" y="18"/>
                  </a:cubicBezTo>
                  <a:cubicBezTo>
                    <a:pt x="21" y="48"/>
                    <a:pt x="21" y="48"/>
                    <a:pt x="21" y="48"/>
                  </a:cubicBezTo>
                  <a:cubicBezTo>
                    <a:pt x="7" y="52"/>
                    <a:pt x="0" y="67"/>
                    <a:pt x="4" y="81"/>
                  </a:cubicBezTo>
                  <a:cubicBezTo>
                    <a:pt x="8" y="92"/>
                    <a:pt x="18" y="99"/>
                    <a:pt x="29" y="99"/>
                  </a:cubicBezTo>
                  <a:cubicBezTo>
                    <a:pt x="32" y="99"/>
                    <a:pt x="34" y="98"/>
                    <a:pt x="37" y="97"/>
                  </a:cubicBezTo>
                  <a:cubicBezTo>
                    <a:pt x="109" y="74"/>
                    <a:pt x="109" y="74"/>
                    <a:pt x="109" y="74"/>
                  </a:cubicBezTo>
                  <a:cubicBezTo>
                    <a:pt x="151" y="60"/>
                    <a:pt x="151" y="60"/>
                    <a:pt x="151" y="60"/>
                  </a:cubicBezTo>
                  <a:cubicBezTo>
                    <a:pt x="151" y="60"/>
                    <a:pt x="152" y="60"/>
                    <a:pt x="152" y="60"/>
                  </a:cubicBezTo>
                  <a:cubicBezTo>
                    <a:pt x="152" y="60"/>
                    <a:pt x="153" y="59"/>
                    <a:pt x="153" y="59"/>
                  </a:cubicBezTo>
                  <a:cubicBezTo>
                    <a:pt x="153" y="59"/>
                    <a:pt x="154" y="59"/>
                    <a:pt x="154" y="59"/>
                  </a:cubicBezTo>
                  <a:cubicBezTo>
                    <a:pt x="155" y="58"/>
                    <a:pt x="155" y="58"/>
                    <a:pt x="155" y="58"/>
                  </a:cubicBezTo>
                  <a:cubicBezTo>
                    <a:pt x="156" y="58"/>
                    <a:pt x="156" y="58"/>
                    <a:pt x="156" y="57"/>
                  </a:cubicBezTo>
                  <a:cubicBezTo>
                    <a:pt x="157" y="57"/>
                    <a:pt x="157" y="57"/>
                    <a:pt x="158" y="57"/>
                  </a:cubicBezTo>
                  <a:cubicBezTo>
                    <a:pt x="158" y="56"/>
                    <a:pt x="158" y="56"/>
                    <a:pt x="159" y="56"/>
                  </a:cubicBezTo>
                  <a:cubicBezTo>
                    <a:pt x="159" y="56"/>
                    <a:pt x="159" y="55"/>
                    <a:pt x="160" y="55"/>
                  </a:cubicBezTo>
                  <a:cubicBezTo>
                    <a:pt x="160" y="55"/>
                    <a:pt x="160" y="55"/>
                    <a:pt x="161" y="54"/>
                  </a:cubicBezTo>
                  <a:cubicBezTo>
                    <a:pt x="161" y="54"/>
                    <a:pt x="161" y="54"/>
                    <a:pt x="161" y="53"/>
                  </a:cubicBezTo>
                  <a:cubicBezTo>
                    <a:pt x="162" y="53"/>
                    <a:pt x="162" y="53"/>
                    <a:pt x="162" y="53"/>
                  </a:cubicBezTo>
                  <a:cubicBezTo>
                    <a:pt x="163" y="52"/>
                    <a:pt x="163" y="52"/>
                    <a:pt x="163" y="52"/>
                  </a:cubicBezTo>
                  <a:cubicBezTo>
                    <a:pt x="163" y="51"/>
                    <a:pt x="164" y="51"/>
                    <a:pt x="164" y="51"/>
                  </a:cubicBezTo>
                  <a:cubicBezTo>
                    <a:pt x="164" y="50"/>
                    <a:pt x="164" y="50"/>
                    <a:pt x="165" y="50"/>
                  </a:cubicBezTo>
                  <a:cubicBezTo>
                    <a:pt x="165" y="49"/>
                    <a:pt x="165" y="49"/>
                    <a:pt x="165" y="49"/>
                  </a:cubicBezTo>
                  <a:cubicBezTo>
                    <a:pt x="165" y="48"/>
                    <a:pt x="166" y="48"/>
                    <a:pt x="166" y="47"/>
                  </a:cubicBezTo>
                  <a:cubicBezTo>
                    <a:pt x="166" y="47"/>
                    <a:pt x="166" y="47"/>
                    <a:pt x="166" y="46"/>
                  </a:cubicBezTo>
                  <a:cubicBezTo>
                    <a:pt x="167" y="46"/>
                    <a:pt x="167" y="46"/>
                    <a:pt x="167" y="45"/>
                  </a:cubicBezTo>
                  <a:cubicBezTo>
                    <a:pt x="167" y="45"/>
                    <a:pt x="167" y="44"/>
                    <a:pt x="167" y="44"/>
                  </a:cubicBezTo>
                  <a:cubicBezTo>
                    <a:pt x="168" y="44"/>
                    <a:pt x="168" y="43"/>
                    <a:pt x="168" y="43"/>
                  </a:cubicBezTo>
                  <a:cubicBezTo>
                    <a:pt x="168" y="42"/>
                    <a:pt x="168" y="42"/>
                    <a:pt x="168" y="42"/>
                  </a:cubicBezTo>
                  <a:cubicBezTo>
                    <a:pt x="168" y="41"/>
                    <a:pt x="168" y="41"/>
                    <a:pt x="168" y="40"/>
                  </a:cubicBezTo>
                  <a:cubicBezTo>
                    <a:pt x="169" y="40"/>
                    <a:pt x="169" y="40"/>
                    <a:pt x="169" y="39"/>
                  </a:cubicBezTo>
                  <a:cubicBezTo>
                    <a:pt x="169" y="39"/>
                    <a:pt x="169" y="38"/>
                    <a:pt x="169" y="38"/>
                  </a:cubicBezTo>
                  <a:cubicBezTo>
                    <a:pt x="169" y="37"/>
                    <a:pt x="169" y="37"/>
                    <a:pt x="169" y="37"/>
                  </a:cubicBezTo>
                  <a:cubicBezTo>
                    <a:pt x="169" y="36"/>
                    <a:pt x="169" y="36"/>
                    <a:pt x="169" y="35"/>
                  </a:cubicBezTo>
                  <a:cubicBezTo>
                    <a:pt x="169" y="35"/>
                    <a:pt x="169" y="35"/>
                    <a:pt x="169"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5" name="组合 24"/>
          <p:cNvGrpSpPr/>
          <p:nvPr/>
        </p:nvGrpSpPr>
        <p:grpSpPr>
          <a:xfrm>
            <a:off x="2049463" y="2476501"/>
            <a:ext cx="1558925" cy="1617662"/>
            <a:chOff x="2049463" y="2476501"/>
            <a:chExt cx="1558925" cy="1617662"/>
          </a:xfrm>
          <a:solidFill>
            <a:schemeClr val="tx1">
              <a:lumMod val="65000"/>
              <a:lumOff val="35000"/>
            </a:schemeClr>
          </a:solidFill>
        </p:grpSpPr>
        <p:sp>
          <p:nvSpPr>
            <p:cNvPr id="26" name="Freeform 25"/>
            <p:cNvSpPr>
              <a:spLocks/>
            </p:cNvSpPr>
            <p:nvPr/>
          </p:nvSpPr>
          <p:spPr bwMode="auto">
            <a:xfrm>
              <a:off x="3092450" y="3698876"/>
              <a:ext cx="128588" cy="393700"/>
            </a:xfrm>
            <a:custGeom>
              <a:avLst/>
              <a:gdLst>
                <a:gd name="T0" fmla="*/ 0 w 80"/>
                <a:gd name="T1" fmla="*/ 205 h 245"/>
                <a:gd name="T2" fmla="*/ 40 w 80"/>
                <a:gd name="T3" fmla="*/ 245 h 245"/>
                <a:gd name="T4" fmla="*/ 80 w 80"/>
                <a:gd name="T5" fmla="*/ 205 h 245"/>
                <a:gd name="T6" fmla="*/ 80 w 80"/>
                <a:gd name="T7" fmla="*/ 8 h 245"/>
                <a:gd name="T8" fmla="*/ 0 w 80"/>
                <a:gd name="T9" fmla="*/ 0 h 245"/>
                <a:gd name="T10" fmla="*/ 0 w 80"/>
                <a:gd name="T11" fmla="*/ 205 h 245"/>
              </a:gdLst>
              <a:ahLst/>
              <a:cxnLst>
                <a:cxn ang="0">
                  <a:pos x="T0" y="T1"/>
                </a:cxn>
                <a:cxn ang="0">
                  <a:pos x="T2" y="T3"/>
                </a:cxn>
                <a:cxn ang="0">
                  <a:pos x="T4" y="T5"/>
                </a:cxn>
                <a:cxn ang="0">
                  <a:pos x="T6" y="T7"/>
                </a:cxn>
                <a:cxn ang="0">
                  <a:pos x="T8" y="T9"/>
                </a:cxn>
                <a:cxn ang="0">
                  <a:pos x="T10" y="T11"/>
                </a:cxn>
              </a:cxnLst>
              <a:rect l="0" t="0" r="r" b="b"/>
              <a:pathLst>
                <a:path w="80" h="245">
                  <a:moveTo>
                    <a:pt x="0" y="205"/>
                  </a:moveTo>
                  <a:cubicBezTo>
                    <a:pt x="0" y="228"/>
                    <a:pt x="18" y="245"/>
                    <a:pt x="40" y="245"/>
                  </a:cubicBezTo>
                  <a:cubicBezTo>
                    <a:pt x="62" y="245"/>
                    <a:pt x="80" y="228"/>
                    <a:pt x="80" y="205"/>
                  </a:cubicBezTo>
                  <a:cubicBezTo>
                    <a:pt x="80" y="8"/>
                    <a:pt x="80" y="8"/>
                    <a:pt x="80" y="8"/>
                  </a:cubicBezTo>
                  <a:cubicBezTo>
                    <a:pt x="48" y="7"/>
                    <a:pt x="24" y="4"/>
                    <a:pt x="0" y="0"/>
                  </a:cubicBezTo>
                  <a:lnTo>
                    <a:pt x="0"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26"/>
            <p:cNvSpPr>
              <a:spLocks/>
            </p:cNvSpPr>
            <p:nvPr/>
          </p:nvSpPr>
          <p:spPr bwMode="auto">
            <a:xfrm>
              <a:off x="3240088" y="3698876"/>
              <a:ext cx="128588" cy="393700"/>
            </a:xfrm>
            <a:custGeom>
              <a:avLst/>
              <a:gdLst>
                <a:gd name="T0" fmla="*/ 0 w 80"/>
                <a:gd name="T1" fmla="*/ 205 h 245"/>
                <a:gd name="T2" fmla="*/ 40 w 80"/>
                <a:gd name="T3" fmla="*/ 245 h 245"/>
                <a:gd name="T4" fmla="*/ 80 w 80"/>
                <a:gd name="T5" fmla="*/ 205 h 245"/>
                <a:gd name="T6" fmla="*/ 80 w 80"/>
                <a:gd name="T7" fmla="*/ 0 h 245"/>
                <a:gd name="T8" fmla="*/ 0 w 80"/>
                <a:gd name="T9" fmla="*/ 8 h 245"/>
                <a:gd name="T10" fmla="*/ 0 w 80"/>
                <a:gd name="T11" fmla="*/ 205 h 245"/>
              </a:gdLst>
              <a:ahLst/>
              <a:cxnLst>
                <a:cxn ang="0">
                  <a:pos x="T0" y="T1"/>
                </a:cxn>
                <a:cxn ang="0">
                  <a:pos x="T2" y="T3"/>
                </a:cxn>
                <a:cxn ang="0">
                  <a:pos x="T4" y="T5"/>
                </a:cxn>
                <a:cxn ang="0">
                  <a:pos x="T6" y="T7"/>
                </a:cxn>
                <a:cxn ang="0">
                  <a:pos x="T8" y="T9"/>
                </a:cxn>
                <a:cxn ang="0">
                  <a:pos x="T10" y="T11"/>
                </a:cxn>
              </a:cxnLst>
              <a:rect l="0" t="0" r="r" b="b"/>
              <a:pathLst>
                <a:path w="80" h="245">
                  <a:moveTo>
                    <a:pt x="0" y="205"/>
                  </a:moveTo>
                  <a:cubicBezTo>
                    <a:pt x="0" y="228"/>
                    <a:pt x="18" y="245"/>
                    <a:pt x="40" y="245"/>
                  </a:cubicBezTo>
                  <a:cubicBezTo>
                    <a:pt x="62" y="245"/>
                    <a:pt x="80" y="228"/>
                    <a:pt x="80" y="205"/>
                  </a:cubicBezTo>
                  <a:cubicBezTo>
                    <a:pt x="80" y="0"/>
                    <a:pt x="80" y="0"/>
                    <a:pt x="80" y="0"/>
                  </a:cubicBezTo>
                  <a:cubicBezTo>
                    <a:pt x="60" y="4"/>
                    <a:pt x="32" y="7"/>
                    <a:pt x="0" y="8"/>
                  </a:cubicBezTo>
                  <a:lnTo>
                    <a:pt x="0"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27"/>
            <p:cNvSpPr>
              <a:spLocks/>
            </p:cNvSpPr>
            <p:nvPr/>
          </p:nvSpPr>
          <p:spPr bwMode="auto">
            <a:xfrm>
              <a:off x="3109913" y="2936876"/>
              <a:ext cx="242888" cy="196850"/>
            </a:xfrm>
            <a:custGeom>
              <a:avLst/>
              <a:gdLst>
                <a:gd name="T0" fmla="*/ 76 w 151"/>
                <a:gd name="T1" fmla="*/ 0 h 122"/>
                <a:gd name="T2" fmla="*/ 10 w 151"/>
                <a:gd name="T3" fmla="*/ 8 h 122"/>
                <a:gd name="T4" fmla="*/ 0 w 151"/>
                <a:gd name="T5" fmla="*/ 10 h 122"/>
                <a:gd name="T6" fmla="*/ 27 w 151"/>
                <a:gd name="T7" fmla="*/ 122 h 122"/>
                <a:gd name="T8" fmla="*/ 124 w 151"/>
                <a:gd name="T9" fmla="*/ 122 h 122"/>
                <a:gd name="T10" fmla="*/ 151 w 151"/>
                <a:gd name="T11" fmla="*/ 10 h 122"/>
                <a:gd name="T12" fmla="*/ 141 w 151"/>
                <a:gd name="T13" fmla="*/ 8 h 122"/>
                <a:gd name="T14" fmla="*/ 76 w 151"/>
                <a:gd name="T15" fmla="*/ 0 h 1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1" h="122">
                  <a:moveTo>
                    <a:pt x="76" y="0"/>
                  </a:moveTo>
                  <a:cubicBezTo>
                    <a:pt x="46" y="0"/>
                    <a:pt x="17" y="6"/>
                    <a:pt x="10" y="8"/>
                  </a:cubicBezTo>
                  <a:cubicBezTo>
                    <a:pt x="8" y="9"/>
                    <a:pt x="4" y="8"/>
                    <a:pt x="0" y="10"/>
                  </a:cubicBezTo>
                  <a:cubicBezTo>
                    <a:pt x="27" y="122"/>
                    <a:pt x="27" y="122"/>
                    <a:pt x="27" y="122"/>
                  </a:cubicBezTo>
                  <a:cubicBezTo>
                    <a:pt x="124" y="122"/>
                    <a:pt x="124" y="122"/>
                    <a:pt x="124" y="122"/>
                  </a:cubicBezTo>
                  <a:cubicBezTo>
                    <a:pt x="151" y="10"/>
                    <a:pt x="151" y="10"/>
                    <a:pt x="151" y="10"/>
                  </a:cubicBezTo>
                  <a:cubicBezTo>
                    <a:pt x="147" y="8"/>
                    <a:pt x="143" y="8"/>
                    <a:pt x="141" y="8"/>
                  </a:cubicBezTo>
                  <a:cubicBezTo>
                    <a:pt x="134" y="6"/>
                    <a:pt x="105" y="0"/>
                    <a:pt x="7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28"/>
            <p:cNvSpPr>
              <a:spLocks/>
            </p:cNvSpPr>
            <p:nvPr/>
          </p:nvSpPr>
          <p:spPr bwMode="auto">
            <a:xfrm>
              <a:off x="2855913" y="2968626"/>
              <a:ext cx="752475" cy="723900"/>
            </a:xfrm>
            <a:custGeom>
              <a:avLst/>
              <a:gdLst>
                <a:gd name="T0" fmla="*/ 304 w 469"/>
                <a:gd name="T1" fmla="*/ 106 h 452"/>
                <a:gd name="T2" fmla="*/ 355 w 469"/>
                <a:gd name="T3" fmla="*/ 354 h 452"/>
                <a:gd name="T4" fmla="*/ 344 w 469"/>
                <a:gd name="T5" fmla="*/ 372 h 452"/>
                <a:gd name="T6" fmla="*/ 235 w 469"/>
                <a:gd name="T7" fmla="*/ 386 h 452"/>
                <a:gd name="T8" fmla="*/ 125 w 469"/>
                <a:gd name="T9" fmla="*/ 372 h 452"/>
                <a:gd name="T10" fmla="*/ 114 w 469"/>
                <a:gd name="T11" fmla="*/ 354 h 452"/>
                <a:gd name="T12" fmla="*/ 165 w 469"/>
                <a:gd name="T13" fmla="*/ 106 h 452"/>
                <a:gd name="T14" fmla="*/ 140 w 469"/>
                <a:gd name="T15" fmla="*/ 0 h 452"/>
                <a:gd name="T16" fmla="*/ 133 w 469"/>
                <a:gd name="T17" fmla="*/ 5 h 452"/>
                <a:gd name="T18" fmla="*/ 2 w 469"/>
                <a:gd name="T19" fmla="*/ 298 h 452"/>
                <a:gd name="T20" fmla="*/ 24 w 469"/>
                <a:gd name="T21" fmla="*/ 327 h 452"/>
                <a:gd name="T22" fmla="*/ 54 w 469"/>
                <a:gd name="T23" fmla="*/ 304 h 452"/>
                <a:gd name="T24" fmla="*/ 112 w 469"/>
                <a:gd name="T25" fmla="*/ 104 h 452"/>
                <a:gd name="T26" fmla="*/ 130 w 469"/>
                <a:gd name="T27" fmla="*/ 78 h 452"/>
                <a:gd name="T28" fmla="*/ 61 w 469"/>
                <a:gd name="T29" fmla="*/ 416 h 452"/>
                <a:gd name="T30" fmla="*/ 235 w 469"/>
                <a:gd name="T31" fmla="*/ 452 h 452"/>
                <a:gd name="T32" fmla="*/ 408 w 469"/>
                <a:gd name="T33" fmla="*/ 416 h 452"/>
                <a:gd name="T34" fmla="*/ 339 w 469"/>
                <a:gd name="T35" fmla="*/ 78 h 452"/>
                <a:gd name="T36" fmla="*/ 357 w 469"/>
                <a:gd name="T37" fmla="*/ 104 h 452"/>
                <a:gd name="T38" fmla="*/ 416 w 469"/>
                <a:gd name="T39" fmla="*/ 304 h 452"/>
                <a:gd name="T40" fmla="*/ 441 w 469"/>
                <a:gd name="T41" fmla="*/ 327 h 452"/>
                <a:gd name="T42" fmla="*/ 445 w 469"/>
                <a:gd name="T43" fmla="*/ 327 h 452"/>
                <a:gd name="T44" fmla="*/ 467 w 469"/>
                <a:gd name="T45" fmla="*/ 298 h 452"/>
                <a:gd name="T46" fmla="*/ 336 w 469"/>
                <a:gd name="T47" fmla="*/ 5 h 452"/>
                <a:gd name="T48" fmla="*/ 330 w 469"/>
                <a:gd name="T49" fmla="*/ 0 h 452"/>
                <a:gd name="T50" fmla="*/ 304 w 469"/>
                <a:gd name="T51" fmla="*/ 106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69" h="452">
                  <a:moveTo>
                    <a:pt x="304" y="106"/>
                  </a:moveTo>
                  <a:cubicBezTo>
                    <a:pt x="355" y="354"/>
                    <a:pt x="355" y="354"/>
                    <a:pt x="355" y="354"/>
                  </a:cubicBezTo>
                  <a:cubicBezTo>
                    <a:pt x="356" y="362"/>
                    <a:pt x="352" y="370"/>
                    <a:pt x="344" y="372"/>
                  </a:cubicBezTo>
                  <a:cubicBezTo>
                    <a:pt x="319" y="379"/>
                    <a:pt x="282" y="386"/>
                    <a:pt x="235" y="386"/>
                  </a:cubicBezTo>
                  <a:cubicBezTo>
                    <a:pt x="187" y="386"/>
                    <a:pt x="150" y="379"/>
                    <a:pt x="125" y="372"/>
                  </a:cubicBezTo>
                  <a:cubicBezTo>
                    <a:pt x="117" y="370"/>
                    <a:pt x="113" y="362"/>
                    <a:pt x="114" y="354"/>
                  </a:cubicBezTo>
                  <a:cubicBezTo>
                    <a:pt x="165" y="106"/>
                    <a:pt x="165" y="106"/>
                    <a:pt x="165" y="106"/>
                  </a:cubicBezTo>
                  <a:cubicBezTo>
                    <a:pt x="140" y="0"/>
                    <a:pt x="140" y="0"/>
                    <a:pt x="140" y="0"/>
                  </a:cubicBezTo>
                  <a:cubicBezTo>
                    <a:pt x="137" y="2"/>
                    <a:pt x="135" y="3"/>
                    <a:pt x="133" y="5"/>
                  </a:cubicBezTo>
                  <a:cubicBezTo>
                    <a:pt x="91" y="31"/>
                    <a:pt x="28" y="104"/>
                    <a:pt x="2" y="298"/>
                  </a:cubicBezTo>
                  <a:cubicBezTo>
                    <a:pt x="0" y="312"/>
                    <a:pt x="10" y="325"/>
                    <a:pt x="24" y="327"/>
                  </a:cubicBezTo>
                  <a:cubicBezTo>
                    <a:pt x="39" y="329"/>
                    <a:pt x="52" y="319"/>
                    <a:pt x="54" y="304"/>
                  </a:cubicBezTo>
                  <a:cubicBezTo>
                    <a:pt x="67" y="205"/>
                    <a:pt x="90" y="143"/>
                    <a:pt x="112" y="104"/>
                  </a:cubicBezTo>
                  <a:cubicBezTo>
                    <a:pt x="118" y="94"/>
                    <a:pt x="124" y="85"/>
                    <a:pt x="130" y="78"/>
                  </a:cubicBezTo>
                  <a:cubicBezTo>
                    <a:pt x="61" y="416"/>
                    <a:pt x="61" y="416"/>
                    <a:pt x="61" y="416"/>
                  </a:cubicBezTo>
                  <a:cubicBezTo>
                    <a:pt x="61" y="416"/>
                    <a:pt x="121" y="452"/>
                    <a:pt x="235" y="452"/>
                  </a:cubicBezTo>
                  <a:cubicBezTo>
                    <a:pt x="348" y="452"/>
                    <a:pt x="408" y="416"/>
                    <a:pt x="408" y="416"/>
                  </a:cubicBezTo>
                  <a:cubicBezTo>
                    <a:pt x="339" y="78"/>
                    <a:pt x="339" y="78"/>
                    <a:pt x="339" y="78"/>
                  </a:cubicBezTo>
                  <a:cubicBezTo>
                    <a:pt x="345" y="85"/>
                    <a:pt x="351" y="94"/>
                    <a:pt x="357" y="104"/>
                  </a:cubicBezTo>
                  <a:cubicBezTo>
                    <a:pt x="379" y="143"/>
                    <a:pt x="403" y="205"/>
                    <a:pt x="416" y="304"/>
                  </a:cubicBezTo>
                  <a:cubicBezTo>
                    <a:pt x="417" y="317"/>
                    <a:pt x="429" y="327"/>
                    <a:pt x="441" y="327"/>
                  </a:cubicBezTo>
                  <a:cubicBezTo>
                    <a:pt x="443" y="327"/>
                    <a:pt x="444" y="327"/>
                    <a:pt x="445" y="327"/>
                  </a:cubicBezTo>
                  <a:cubicBezTo>
                    <a:pt x="459" y="325"/>
                    <a:pt x="469" y="312"/>
                    <a:pt x="467" y="298"/>
                  </a:cubicBezTo>
                  <a:cubicBezTo>
                    <a:pt x="442" y="104"/>
                    <a:pt x="378" y="31"/>
                    <a:pt x="336" y="5"/>
                  </a:cubicBezTo>
                  <a:cubicBezTo>
                    <a:pt x="334" y="3"/>
                    <a:pt x="332" y="2"/>
                    <a:pt x="330" y="0"/>
                  </a:cubicBezTo>
                  <a:lnTo>
                    <a:pt x="304" y="1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29"/>
            <p:cNvSpPr>
              <a:spLocks noEditPoints="1"/>
            </p:cNvSpPr>
            <p:nvPr/>
          </p:nvSpPr>
          <p:spPr bwMode="auto">
            <a:xfrm>
              <a:off x="3094038" y="2632076"/>
              <a:ext cx="276225" cy="276225"/>
            </a:xfrm>
            <a:custGeom>
              <a:avLst/>
              <a:gdLst>
                <a:gd name="T0" fmla="*/ 86 w 172"/>
                <a:gd name="T1" fmla="*/ 0 h 172"/>
                <a:gd name="T2" fmla="*/ 0 w 172"/>
                <a:gd name="T3" fmla="*/ 86 h 172"/>
                <a:gd name="T4" fmla="*/ 86 w 172"/>
                <a:gd name="T5" fmla="*/ 172 h 172"/>
                <a:gd name="T6" fmla="*/ 172 w 172"/>
                <a:gd name="T7" fmla="*/ 86 h 172"/>
                <a:gd name="T8" fmla="*/ 86 w 172"/>
                <a:gd name="T9" fmla="*/ 0 h 172"/>
                <a:gd name="T10" fmla="*/ 86 w 172"/>
                <a:gd name="T11" fmla="*/ 147 h 172"/>
                <a:gd name="T12" fmla="*/ 29 w 172"/>
                <a:gd name="T13" fmla="*/ 116 h 172"/>
                <a:gd name="T14" fmla="*/ 142 w 172"/>
                <a:gd name="T15" fmla="*/ 116 h 172"/>
                <a:gd name="T16" fmla="*/ 86 w 172"/>
                <a:gd name="T17" fmla="*/ 147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2" h="172">
                  <a:moveTo>
                    <a:pt x="86" y="0"/>
                  </a:moveTo>
                  <a:cubicBezTo>
                    <a:pt x="38" y="0"/>
                    <a:pt x="0" y="38"/>
                    <a:pt x="0" y="86"/>
                  </a:cubicBezTo>
                  <a:cubicBezTo>
                    <a:pt x="0" y="133"/>
                    <a:pt x="38" y="172"/>
                    <a:pt x="86" y="172"/>
                  </a:cubicBezTo>
                  <a:cubicBezTo>
                    <a:pt x="133" y="172"/>
                    <a:pt x="172" y="133"/>
                    <a:pt x="172" y="86"/>
                  </a:cubicBezTo>
                  <a:cubicBezTo>
                    <a:pt x="172" y="38"/>
                    <a:pt x="133" y="0"/>
                    <a:pt x="86" y="0"/>
                  </a:cubicBezTo>
                  <a:close/>
                  <a:moveTo>
                    <a:pt x="86" y="147"/>
                  </a:moveTo>
                  <a:cubicBezTo>
                    <a:pt x="62" y="147"/>
                    <a:pt x="41" y="132"/>
                    <a:pt x="29" y="116"/>
                  </a:cubicBezTo>
                  <a:cubicBezTo>
                    <a:pt x="142" y="116"/>
                    <a:pt x="142" y="116"/>
                    <a:pt x="142" y="116"/>
                  </a:cubicBezTo>
                  <a:cubicBezTo>
                    <a:pt x="130" y="132"/>
                    <a:pt x="109" y="147"/>
                    <a:pt x="86" y="1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30"/>
            <p:cNvSpPr>
              <a:spLocks/>
            </p:cNvSpPr>
            <p:nvPr/>
          </p:nvSpPr>
          <p:spPr bwMode="auto">
            <a:xfrm>
              <a:off x="2532063" y="2900363"/>
              <a:ext cx="376238" cy="1193800"/>
            </a:xfrm>
            <a:custGeom>
              <a:avLst/>
              <a:gdLst>
                <a:gd name="T0" fmla="*/ 122 w 235"/>
                <a:gd name="T1" fmla="*/ 41 h 744"/>
                <a:gd name="T2" fmla="*/ 150 w 235"/>
                <a:gd name="T3" fmla="*/ 52 h 744"/>
                <a:gd name="T4" fmla="*/ 153 w 235"/>
                <a:gd name="T5" fmla="*/ 110 h 744"/>
                <a:gd name="T6" fmla="*/ 0 w 235"/>
                <a:gd name="T7" fmla="*/ 280 h 744"/>
                <a:gd name="T8" fmla="*/ 0 w 235"/>
                <a:gd name="T9" fmla="*/ 287 h 744"/>
                <a:gd name="T10" fmla="*/ 49 w 235"/>
                <a:gd name="T11" fmla="*/ 360 h 744"/>
                <a:gd name="T12" fmla="*/ 131 w 235"/>
                <a:gd name="T13" fmla="*/ 706 h 744"/>
                <a:gd name="T14" fmla="*/ 180 w 235"/>
                <a:gd name="T15" fmla="*/ 744 h 744"/>
                <a:gd name="T16" fmla="*/ 191 w 235"/>
                <a:gd name="T17" fmla="*/ 743 h 744"/>
                <a:gd name="T18" fmla="*/ 228 w 235"/>
                <a:gd name="T19" fmla="*/ 683 h 744"/>
                <a:gd name="T20" fmla="*/ 141 w 235"/>
                <a:gd name="T21" fmla="*/ 314 h 744"/>
                <a:gd name="T22" fmla="*/ 141 w 235"/>
                <a:gd name="T23" fmla="*/ 314 h 744"/>
                <a:gd name="T24" fmla="*/ 181 w 235"/>
                <a:gd name="T25" fmla="*/ 128 h 744"/>
                <a:gd name="T26" fmla="*/ 167 w 235"/>
                <a:gd name="T27" fmla="*/ 243 h 744"/>
                <a:gd name="T28" fmla="*/ 178 w 235"/>
                <a:gd name="T29" fmla="*/ 291 h 744"/>
                <a:gd name="T30" fmla="*/ 208 w 235"/>
                <a:gd name="T31" fmla="*/ 249 h 744"/>
                <a:gd name="T32" fmla="*/ 191 w 235"/>
                <a:gd name="T33" fmla="*/ 54 h 744"/>
                <a:gd name="T34" fmla="*/ 159 w 235"/>
                <a:gd name="T35" fmla="*/ 13 h 744"/>
                <a:gd name="T36" fmla="*/ 48 w 235"/>
                <a:gd name="T37" fmla="*/ 69 h 744"/>
                <a:gd name="T38" fmla="*/ 22 w 235"/>
                <a:gd name="T39" fmla="*/ 132 h 744"/>
                <a:gd name="T40" fmla="*/ 91 w 235"/>
                <a:gd name="T41" fmla="*/ 55 h 744"/>
                <a:gd name="T42" fmla="*/ 122 w 235"/>
                <a:gd name="T43" fmla="*/ 41 h 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5" h="744">
                  <a:moveTo>
                    <a:pt x="122" y="41"/>
                  </a:moveTo>
                  <a:cubicBezTo>
                    <a:pt x="132" y="41"/>
                    <a:pt x="142" y="45"/>
                    <a:pt x="150" y="52"/>
                  </a:cubicBezTo>
                  <a:cubicBezTo>
                    <a:pt x="166" y="67"/>
                    <a:pt x="168" y="93"/>
                    <a:pt x="153" y="110"/>
                  </a:cubicBezTo>
                  <a:cubicBezTo>
                    <a:pt x="0" y="280"/>
                    <a:pt x="0" y="280"/>
                    <a:pt x="0" y="280"/>
                  </a:cubicBezTo>
                  <a:cubicBezTo>
                    <a:pt x="0" y="283"/>
                    <a:pt x="0" y="285"/>
                    <a:pt x="0" y="287"/>
                  </a:cubicBezTo>
                  <a:cubicBezTo>
                    <a:pt x="4" y="332"/>
                    <a:pt x="25" y="351"/>
                    <a:pt x="49" y="360"/>
                  </a:cubicBezTo>
                  <a:cubicBezTo>
                    <a:pt x="131" y="706"/>
                    <a:pt x="131" y="706"/>
                    <a:pt x="131" y="706"/>
                  </a:cubicBezTo>
                  <a:cubicBezTo>
                    <a:pt x="136" y="729"/>
                    <a:pt x="157" y="744"/>
                    <a:pt x="180" y="744"/>
                  </a:cubicBezTo>
                  <a:cubicBezTo>
                    <a:pt x="183" y="744"/>
                    <a:pt x="187" y="744"/>
                    <a:pt x="191" y="743"/>
                  </a:cubicBezTo>
                  <a:cubicBezTo>
                    <a:pt x="218" y="737"/>
                    <a:pt x="235" y="710"/>
                    <a:pt x="228" y="683"/>
                  </a:cubicBezTo>
                  <a:cubicBezTo>
                    <a:pt x="141" y="314"/>
                    <a:pt x="141" y="314"/>
                    <a:pt x="141" y="314"/>
                  </a:cubicBezTo>
                  <a:cubicBezTo>
                    <a:pt x="141" y="314"/>
                    <a:pt x="141" y="314"/>
                    <a:pt x="141" y="314"/>
                  </a:cubicBezTo>
                  <a:cubicBezTo>
                    <a:pt x="140" y="251"/>
                    <a:pt x="164" y="181"/>
                    <a:pt x="181" y="128"/>
                  </a:cubicBezTo>
                  <a:cubicBezTo>
                    <a:pt x="181" y="167"/>
                    <a:pt x="176" y="205"/>
                    <a:pt x="167" y="243"/>
                  </a:cubicBezTo>
                  <a:cubicBezTo>
                    <a:pt x="171" y="259"/>
                    <a:pt x="175" y="275"/>
                    <a:pt x="178" y="291"/>
                  </a:cubicBezTo>
                  <a:cubicBezTo>
                    <a:pt x="188" y="278"/>
                    <a:pt x="198" y="264"/>
                    <a:pt x="208" y="249"/>
                  </a:cubicBezTo>
                  <a:cubicBezTo>
                    <a:pt x="212" y="197"/>
                    <a:pt x="205" y="93"/>
                    <a:pt x="191" y="54"/>
                  </a:cubicBezTo>
                  <a:cubicBezTo>
                    <a:pt x="187" y="35"/>
                    <a:pt x="176" y="19"/>
                    <a:pt x="159" y="13"/>
                  </a:cubicBezTo>
                  <a:cubicBezTo>
                    <a:pt x="127" y="0"/>
                    <a:pt x="75" y="13"/>
                    <a:pt x="48" y="69"/>
                  </a:cubicBezTo>
                  <a:cubicBezTo>
                    <a:pt x="38" y="92"/>
                    <a:pt x="29" y="112"/>
                    <a:pt x="22" y="132"/>
                  </a:cubicBezTo>
                  <a:cubicBezTo>
                    <a:pt x="91" y="55"/>
                    <a:pt x="91" y="55"/>
                    <a:pt x="91" y="55"/>
                  </a:cubicBezTo>
                  <a:cubicBezTo>
                    <a:pt x="99" y="46"/>
                    <a:pt x="110" y="41"/>
                    <a:pt x="122"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31"/>
            <p:cNvSpPr>
              <a:spLocks/>
            </p:cNvSpPr>
            <p:nvPr/>
          </p:nvSpPr>
          <p:spPr bwMode="auto">
            <a:xfrm>
              <a:off x="2759075" y="2627313"/>
              <a:ext cx="304800" cy="306388"/>
            </a:xfrm>
            <a:custGeom>
              <a:avLst/>
              <a:gdLst>
                <a:gd name="T0" fmla="*/ 85 w 190"/>
                <a:gd name="T1" fmla="*/ 185 h 191"/>
                <a:gd name="T2" fmla="*/ 184 w 190"/>
                <a:gd name="T3" fmla="*/ 106 h 191"/>
                <a:gd name="T4" fmla="*/ 105 w 190"/>
                <a:gd name="T5" fmla="*/ 6 h 191"/>
                <a:gd name="T6" fmla="*/ 6 w 190"/>
                <a:gd name="T7" fmla="*/ 85 h 191"/>
                <a:gd name="T8" fmla="*/ 85 w 190"/>
                <a:gd name="T9" fmla="*/ 185 h 191"/>
              </a:gdLst>
              <a:ahLst/>
              <a:cxnLst>
                <a:cxn ang="0">
                  <a:pos x="T0" y="T1"/>
                </a:cxn>
                <a:cxn ang="0">
                  <a:pos x="T2" y="T3"/>
                </a:cxn>
                <a:cxn ang="0">
                  <a:pos x="T4" y="T5"/>
                </a:cxn>
                <a:cxn ang="0">
                  <a:pos x="T6" y="T7"/>
                </a:cxn>
                <a:cxn ang="0">
                  <a:pos x="T8" y="T9"/>
                </a:cxn>
              </a:cxnLst>
              <a:rect l="0" t="0" r="r" b="b"/>
              <a:pathLst>
                <a:path w="190" h="191">
                  <a:moveTo>
                    <a:pt x="85" y="185"/>
                  </a:moveTo>
                  <a:cubicBezTo>
                    <a:pt x="134" y="191"/>
                    <a:pt x="179" y="155"/>
                    <a:pt x="184" y="106"/>
                  </a:cubicBezTo>
                  <a:cubicBezTo>
                    <a:pt x="190" y="56"/>
                    <a:pt x="155" y="12"/>
                    <a:pt x="105" y="6"/>
                  </a:cubicBezTo>
                  <a:cubicBezTo>
                    <a:pt x="56" y="0"/>
                    <a:pt x="11" y="36"/>
                    <a:pt x="6" y="85"/>
                  </a:cubicBezTo>
                  <a:cubicBezTo>
                    <a:pt x="0" y="135"/>
                    <a:pt x="35" y="179"/>
                    <a:pt x="85" y="1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32"/>
            <p:cNvSpPr>
              <a:spLocks/>
            </p:cNvSpPr>
            <p:nvPr/>
          </p:nvSpPr>
          <p:spPr bwMode="auto">
            <a:xfrm>
              <a:off x="2049463" y="3351213"/>
              <a:ext cx="419100" cy="415925"/>
            </a:xfrm>
            <a:custGeom>
              <a:avLst/>
              <a:gdLst>
                <a:gd name="T0" fmla="*/ 262 w 262"/>
                <a:gd name="T1" fmla="*/ 136 h 259"/>
                <a:gd name="T2" fmla="*/ 230 w 262"/>
                <a:gd name="T3" fmla="*/ 109 h 259"/>
                <a:gd name="T4" fmla="*/ 255 w 262"/>
                <a:gd name="T5" fmla="*/ 80 h 259"/>
                <a:gd name="T6" fmla="*/ 240 w 262"/>
                <a:gd name="T7" fmla="*/ 67 h 259"/>
                <a:gd name="T8" fmla="*/ 223 w 262"/>
                <a:gd name="T9" fmla="*/ 76 h 259"/>
                <a:gd name="T10" fmla="*/ 230 w 262"/>
                <a:gd name="T11" fmla="*/ 82 h 259"/>
                <a:gd name="T12" fmla="*/ 217 w 262"/>
                <a:gd name="T13" fmla="*/ 98 h 259"/>
                <a:gd name="T14" fmla="*/ 149 w 262"/>
                <a:gd name="T15" fmla="*/ 41 h 259"/>
                <a:gd name="T16" fmla="*/ 163 w 262"/>
                <a:gd name="T17" fmla="*/ 25 h 259"/>
                <a:gd name="T18" fmla="*/ 172 w 262"/>
                <a:gd name="T19" fmla="*/ 33 h 259"/>
                <a:gd name="T20" fmla="*/ 178 w 262"/>
                <a:gd name="T21" fmla="*/ 15 h 259"/>
                <a:gd name="T22" fmla="*/ 161 w 262"/>
                <a:gd name="T23" fmla="*/ 0 h 259"/>
                <a:gd name="T24" fmla="*/ 136 w 262"/>
                <a:gd name="T25" fmla="*/ 29 h 259"/>
                <a:gd name="T26" fmla="*/ 104 w 262"/>
                <a:gd name="T27" fmla="*/ 2 h 259"/>
                <a:gd name="T28" fmla="*/ 0 w 262"/>
                <a:gd name="T29" fmla="*/ 125 h 259"/>
                <a:gd name="T30" fmla="*/ 158 w 262"/>
                <a:gd name="T31" fmla="*/ 259 h 259"/>
                <a:gd name="T32" fmla="*/ 262 w 262"/>
                <a:gd name="T33" fmla="*/ 136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2" h="259">
                  <a:moveTo>
                    <a:pt x="262" y="136"/>
                  </a:moveTo>
                  <a:cubicBezTo>
                    <a:pt x="230" y="109"/>
                    <a:pt x="230" y="109"/>
                    <a:pt x="230" y="109"/>
                  </a:cubicBezTo>
                  <a:cubicBezTo>
                    <a:pt x="255" y="80"/>
                    <a:pt x="255" y="80"/>
                    <a:pt x="255" y="80"/>
                  </a:cubicBezTo>
                  <a:cubicBezTo>
                    <a:pt x="240" y="67"/>
                    <a:pt x="240" y="67"/>
                    <a:pt x="240" y="67"/>
                  </a:cubicBezTo>
                  <a:cubicBezTo>
                    <a:pt x="235" y="72"/>
                    <a:pt x="229" y="75"/>
                    <a:pt x="223" y="76"/>
                  </a:cubicBezTo>
                  <a:cubicBezTo>
                    <a:pt x="230" y="82"/>
                    <a:pt x="230" y="82"/>
                    <a:pt x="230" y="82"/>
                  </a:cubicBezTo>
                  <a:cubicBezTo>
                    <a:pt x="217" y="98"/>
                    <a:pt x="217" y="98"/>
                    <a:pt x="217" y="98"/>
                  </a:cubicBezTo>
                  <a:cubicBezTo>
                    <a:pt x="149" y="41"/>
                    <a:pt x="149" y="41"/>
                    <a:pt x="149" y="41"/>
                  </a:cubicBezTo>
                  <a:cubicBezTo>
                    <a:pt x="163" y="25"/>
                    <a:pt x="163" y="25"/>
                    <a:pt x="163" y="25"/>
                  </a:cubicBezTo>
                  <a:cubicBezTo>
                    <a:pt x="172" y="33"/>
                    <a:pt x="172" y="33"/>
                    <a:pt x="172" y="33"/>
                  </a:cubicBezTo>
                  <a:cubicBezTo>
                    <a:pt x="173" y="27"/>
                    <a:pt x="175" y="20"/>
                    <a:pt x="178" y="15"/>
                  </a:cubicBezTo>
                  <a:cubicBezTo>
                    <a:pt x="161" y="0"/>
                    <a:pt x="161" y="0"/>
                    <a:pt x="161" y="0"/>
                  </a:cubicBezTo>
                  <a:cubicBezTo>
                    <a:pt x="136" y="29"/>
                    <a:pt x="136" y="29"/>
                    <a:pt x="136" y="29"/>
                  </a:cubicBezTo>
                  <a:cubicBezTo>
                    <a:pt x="104" y="2"/>
                    <a:pt x="104" y="2"/>
                    <a:pt x="104" y="2"/>
                  </a:cubicBezTo>
                  <a:cubicBezTo>
                    <a:pt x="0" y="125"/>
                    <a:pt x="0" y="125"/>
                    <a:pt x="0" y="125"/>
                  </a:cubicBezTo>
                  <a:cubicBezTo>
                    <a:pt x="158" y="259"/>
                    <a:pt x="158" y="259"/>
                    <a:pt x="158" y="259"/>
                  </a:cubicBezTo>
                  <a:lnTo>
                    <a:pt x="262" y="1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33"/>
            <p:cNvSpPr>
              <a:spLocks/>
            </p:cNvSpPr>
            <p:nvPr/>
          </p:nvSpPr>
          <p:spPr bwMode="auto">
            <a:xfrm>
              <a:off x="2333625" y="2976563"/>
              <a:ext cx="450850" cy="484188"/>
            </a:xfrm>
            <a:custGeom>
              <a:avLst/>
              <a:gdLst>
                <a:gd name="T0" fmla="*/ 14 w 281"/>
                <a:gd name="T1" fmla="*/ 294 h 302"/>
                <a:gd name="T2" fmla="*/ 35 w 281"/>
                <a:gd name="T3" fmla="*/ 302 h 302"/>
                <a:gd name="T4" fmla="*/ 59 w 281"/>
                <a:gd name="T5" fmla="*/ 291 h 302"/>
                <a:gd name="T6" fmla="*/ 269 w 281"/>
                <a:gd name="T7" fmla="*/ 57 h 302"/>
                <a:gd name="T8" fmla="*/ 266 w 281"/>
                <a:gd name="T9" fmla="*/ 12 h 302"/>
                <a:gd name="T10" fmla="*/ 221 w 281"/>
                <a:gd name="T11" fmla="*/ 14 h 302"/>
                <a:gd name="T12" fmla="*/ 11 w 281"/>
                <a:gd name="T13" fmla="*/ 249 h 302"/>
                <a:gd name="T14" fmla="*/ 14 w 281"/>
                <a:gd name="T15" fmla="*/ 294 h 3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1" h="302">
                  <a:moveTo>
                    <a:pt x="14" y="294"/>
                  </a:moveTo>
                  <a:cubicBezTo>
                    <a:pt x="20" y="299"/>
                    <a:pt x="28" y="302"/>
                    <a:pt x="35" y="302"/>
                  </a:cubicBezTo>
                  <a:cubicBezTo>
                    <a:pt x="44" y="302"/>
                    <a:pt x="53" y="298"/>
                    <a:pt x="59" y="291"/>
                  </a:cubicBezTo>
                  <a:cubicBezTo>
                    <a:pt x="269" y="57"/>
                    <a:pt x="269" y="57"/>
                    <a:pt x="269" y="57"/>
                  </a:cubicBezTo>
                  <a:cubicBezTo>
                    <a:pt x="281" y="44"/>
                    <a:pt x="280" y="24"/>
                    <a:pt x="266" y="12"/>
                  </a:cubicBezTo>
                  <a:cubicBezTo>
                    <a:pt x="253" y="0"/>
                    <a:pt x="233" y="1"/>
                    <a:pt x="221" y="14"/>
                  </a:cubicBezTo>
                  <a:cubicBezTo>
                    <a:pt x="11" y="249"/>
                    <a:pt x="11" y="249"/>
                    <a:pt x="11" y="249"/>
                  </a:cubicBezTo>
                  <a:cubicBezTo>
                    <a:pt x="0" y="262"/>
                    <a:pt x="1" y="282"/>
                    <a:pt x="14" y="2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34"/>
            <p:cNvSpPr>
              <a:spLocks/>
            </p:cNvSpPr>
            <p:nvPr/>
          </p:nvSpPr>
          <p:spPr bwMode="auto">
            <a:xfrm>
              <a:off x="2990850" y="2476501"/>
              <a:ext cx="215900" cy="131763"/>
            </a:xfrm>
            <a:custGeom>
              <a:avLst/>
              <a:gdLst>
                <a:gd name="T0" fmla="*/ 96 w 135"/>
                <a:gd name="T1" fmla="*/ 23 h 82"/>
                <a:gd name="T2" fmla="*/ 73 w 135"/>
                <a:gd name="T3" fmla="*/ 25 h 82"/>
                <a:gd name="T4" fmla="*/ 60 w 135"/>
                <a:gd name="T5" fmla="*/ 7 h 82"/>
                <a:gd name="T6" fmla="*/ 47 w 135"/>
                <a:gd name="T7" fmla="*/ 82 h 82"/>
                <a:gd name="T8" fmla="*/ 96 w 135"/>
                <a:gd name="T9" fmla="*/ 23 h 82"/>
              </a:gdLst>
              <a:ahLst/>
              <a:cxnLst>
                <a:cxn ang="0">
                  <a:pos x="T0" y="T1"/>
                </a:cxn>
                <a:cxn ang="0">
                  <a:pos x="T2" y="T3"/>
                </a:cxn>
                <a:cxn ang="0">
                  <a:pos x="T4" y="T5"/>
                </a:cxn>
                <a:cxn ang="0">
                  <a:pos x="T6" y="T7"/>
                </a:cxn>
                <a:cxn ang="0">
                  <a:pos x="T8" y="T9"/>
                </a:cxn>
              </a:cxnLst>
              <a:rect l="0" t="0" r="r" b="b"/>
              <a:pathLst>
                <a:path w="135" h="82">
                  <a:moveTo>
                    <a:pt x="96" y="23"/>
                  </a:moveTo>
                  <a:cubicBezTo>
                    <a:pt x="82" y="17"/>
                    <a:pt x="73" y="25"/>
                    <a:pt x="73" y="25"/>
                  </a:cubicBezTo>
                  <a:cubicBezTo>
                    <a:pt x="73" y="25"/>
                    <a:pt x="74" y="13"/>
                    <a:pt x="60" y="7"/>
                  </a:cubicBezTo>
                  <a:cubicBezTo>
                    <a:pt x="47" y="0"/>
                    <a:pt x="0" y="7"/>
                    <a:pt x="47" y="82"/>
                  </a:cubicBezTo>
                  <a:cubicBezTo>
                    <a:pt x="135" y="68"/>
                    <a:pt x="109" y="29"/>
                    <a:pt x="96"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6" name="组合 35"/>
          <p:cNvGrpSpPr/>
          <p:nvPr/>
        </p:nvGrpSpPr>
        <p:grpSpPr>
          <a:xfrm>
            <a:off x="90488" y="2474913"/>
            <a:ext cx="1976437" cy="1619251"/>
            <a:chOff x="90488" y="2474913"/>
            <a:chExt cx="1976437" cy="1619251"/>
          </a:xfrm>
          <a:solidFill>
            <a:schemeClr val="tx1">
              <a:lumMod val="65000"/>
              <a:lumOff val="35000"/>
            </a:schemeClr>
          </a:solidFill>
        </p:grpSpPr>
        <p:sp>
          <p:nvSpPr>
            <p:cNvPr id="37" name="Freeform 35"/>
            <p:cNvSpPr>
              <a:spLocks noEditPoints="1"/>
            </p:cNvSpPr>
            <p:nvPr/>
          </p:nvSpPr>
          <p:spPr bwMode="auto">
            <a:xfrm>
              <a:off x="90488" y="3201988"/>
              <a:ext cx="436563" cy="874713"/>
            </a:xfrm>
            <a:custGeom>
              <a:avLst/>
              <a:gdLst>
                <a:gd name="T0" fmla="*/ 220 w 272"/>
                <a:gd name="T1" fmla="*/ 545 h 545"/>
                <a:gd name="T2" fmla="*/ 264 w 272"/>
                <a:gd name="T3" fmla="*/ 545 h 545"/>
                <a:gd name="T4" fmla="*/ 264 w 272"/>
                <a:gd name="T5" fmla="*/ 389 h 545"/>
                <a:gd name="T6" fmla="*/ 272 w 272"/>
                <a:gd name="T7" fmla="*/ 389 h 545"/>
                <a:gd name="T8" fmla="*/ 272 w 272"/>
                <a:gd name="T9" fmla="*/ 345 h 545"/>
                <a:gd name="T10" fmla="*/ 69 w 272"/>
                <a:gd name="T11" fmla="*/ 345 h 545"/>
                <a:gd name="T12" fmla="*/ 43 w 272"/>
                <a:gd name="T13" fmla="*/ 0 h 545"/>
                <a:gd name="T14" fmla="*/ 0 w 272"/>
                <a:gd name="T15" fmla="*/ 10 h 545"/>
                <a:gd name="T16" fmla="*/ 3 w 272"/>
                <a:gd name="T17" fmla="*/ 545 h 545"/>
                <a:gd name="T18" fmla="*/ 48 w 272"/>
                <a:gd name="T19" fmla="*/ 545 h 545"/>
                <a:gd name="T20" fmla="*/ 56 w 272"/>
                <a:gd name="T21" fmla="*/ 489 h 545"/>
                <a:gd name="T22" fmla="*/ 220 w 272"/>
                <a:gd name="T23" fmla="*/ 489 h 545"/>
                <a:gd name="T24" fmla="*/ 220 w 272"/>
                <a:gd name="T25" fmla="*/ 545 h 545"/>
                <a:gd name="T26" fmla="*/ 59 w 272"/>
                <a:gd name="T27" fmla="*/ 465 h 545"/>
                <a:gd name="T28" fmla="*/ 66 w 272"/>
                <a:gd name="T29" fmla="*/ 389 h 545"/>
                <a:gd name="T30" fmla="*/ 220 w 272"/>
                <a:gd name="T31" fmla="*/ 389 h 545"/>
                <a:gd name="T32" fmla="*/ 220 w 272"/>
                <a:gd name="T33" fmla="*/ 465 h 545"/>
                <a:gd name="T34" fmla="*/ 59 w 272"/>
                <a:gd name="T35" fmla="*/ 465 h 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2" h="545">
                  <a:moveTo>
                    <a:pt x="220" y="545"/>
                  </a:moveTo>
                  <a:cubicBezTo>
                    <a:pt x="264" y="545"/>
                    <a:pt x="264" y="545"/>
                    <a:pt x="264" y="545"/>
                  </a:cubicBezTo>
                  <a:cubicBezTo>
                    <a:pt x="264" y="389"/>
                    <a:pt x="264" y="389"/>
                    <a:pt x="264" y="389"/>
                  </a:cubicBezTo>
                  <a:cubicBezTo>
                    <a:pt x="272" y="389"/>
                    <a:pt x="272" y="389"/>
                    <a:pt x="272" y="389"/>
                  </a:cubicBezTo>
                  <a:cubicBezTo>
                    <a:pt x="272" y="345"/>
                    <a:pt x="272" y="345"/>
                    <a:pt x="272" y="345"/>
                  </a:cubicBezTo>
                  <a:cubicBezTo>
                    <a:pt x="69" y="345"/>
                    <a:pt x="69" y="345"/>
                    <a:pt x="69" y="345"/>
                  </a:cubicBezTo>
                  <a:cubicBezTo>
                    <a:pt x="73" y="229"/>
                    <a:pt x="65" y="114"/>
                    <a:pt x="43" y="0"/>
                  </a:cubicBezTo>
                  <a:cubicBezTo>
                    <a:pt x="29" y="3"/>
                    <a:pt x="14" y="7"/>
                    <a:pt x="0" y="10"/>
                  </a:cubicBezTo>
                  <a:cubicBezTo>
                    <a:pt x="34" y="186"/>
                    <a:pt x="34" y="365"/>
                    <a:pt x="3" y="545"/>
                  </a:cubicBezTo>
                  <a:cubicBezTo>
                    <a:pt x="48" y="545"/>
                    <a:pt x="48" y="545"/>
                    <a:pt x="48" y="545"/>
                  </a:cubicBezTo>
                  <a:cubicBezTo>
                    <a:pt x="51" y="525"/>
                    <a:pt x="54" y="505"/>
                    <a:pt x="56" y="489"/>
                  </a:cubicBezTo>
                  <a:cubicBezTo>
                    <a:pt x="220" y="489"/>
                    <a:pt x="220" y="489"/>
                    <a:pt x="220" y="489"/>
                  </a:cubicBezTo>
                  <a:lnTo>
                    <a:pt x="220" y="545"/>
                  </a:lnTo>
                  <a:close/>
                  <a:moveTo>
                    <a:pt x="59" y="465"/>
                  </a:moveTo>
                  <a:cubicBezTo>
                    <a:pt x="62" y="437"/>
                    <a:pt x="64" y="413"/>
                    <a:pt x="66" y="389"/>
                  </a:cubicBezTo>
                  <a:cubicBezTo>
                    <a:pt x="220" y="389"/>
                    <a:pt x="220" y="389"/>
                    <a:pt x="220" y="389"/>
                  </a:cubicBezTo>
                  <a:cubicBezTo>
                    <a:pt x="220" y="465"/>
                    <a:pt x="220" y="465"/>
                    <a:pt x="220" y="465"/>
                  </a:cubicBezTo>
                  <a:lnTo>
                    <a:pt x="59" y="4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Oval 36"/>
            <p:cNvSpPr>
              <a:spLocks noChangeArrowheads="1"/>
            </p:cNvSpPr>
            <p:nvPr/>
          </p:nvSpPr>
          <p:spPr bwMode="auto">
            <a:xfrm>
              <a:off x="350838" y="2814638"/>
              <a:ext cx="288925" cy="2873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37"/>
            <p:cNvSpPr>
              <a:spLocks/>
            </p:cNvSpPr>
            <p:nvPr/>
          </p:nvSpPr>
          <p:spPr bwMode="auto">
            <a:xfrm>
              <a:off x="231775" y="3124201"/>
              <a:ext cx="346075" cy="592138"/>
            </a:xfrm>
            <a:custGeom>
              <a:avLst/>
              <a:gdLst>
                <a:gd name="T0" fmla="*/ 197 w 216"/>
                <a:gd name="T1" fmla="*/ 270 h 370"/>
                <a:gd name="T2" fmla="*/ 216 w 216"/>
                <a:gd name="T3" fmla="*/ 232 h 370"/>
                <a:gd name="T4" fmla="*/ 208 w 216"/>
                <a:gd name="T5" fmla="*/ 170 h 370"/>
                <a:gd name="T6" fmla="*/ 176 w 216"/>
                <a:gd name="T7" fmla="*/ 155 h 370"/>
                <a:gd name="T8" fmla="*/ 174 w 216"/>
                <a:gd name="T9" fmla="*/ 231 h 370"/>
                <a:gd name="T10" fmla="*/ 189 w 216"/>
                <a:gd name="T11" fmla="*/ 270 h 370"/>
                <a:gd name="T12" fmla="*/ 151 w 216"/>
                <a:gd name="T13" fmla="*/ 270 h 370"/>
                <a:gd name="T14" fmla="*/ 166 w 216"/>
                <a:gd name="T15" fmla="*/ 150 h 370"/>
                <a:gd name="T16" fmla="*/ 98 w 216"/>
                <a:gd name="T17" fmla="*/ 119 h 370"/>
                <a:gd name="T18" fmla="*/ 77 w 216"/>
                <a:gd name="T19" fmla="*/ 95 h 370"/>
                <a:gd name="T20" fmla="*/ 78 w 216"/>
                <a:gd name="T21" fmla="*/ 64 h 370"/>
                <a:gd name="T22" fmla="*/ 115 w 216"/>
                <a:gd name="T23" fmla="*/ 40 h 370"/>
                <a:gd name="T24" fmla="*/ 133 w 216"/>
                <a:gd name="T25" fmla="*/ 44 h 370"/>
                <a:gd name="T26" fmla="*/ 183 w 216"/>
                <a:gd name="T27" fmla="*/ 67 h 370"/>
                <a:gd name="T28" fmla="*/ 169 w 216"/>
                <a:gd name="T29" fmla="*/ 36 h 370"/>
                <a:gd name="T30" fmla="*/ 137 w 216"/>
                <a:gd name="T31" fmla="*/ 8 h 370"/>
                <a:gd name="T32" fmla="*/ 34 w 216"/>
                <a:gd name="T33" fmla="*/ 77 h 370"/>
                <a:gd name="T34" fmla="*/ 11 w 216"/>
                <a:gd name="T35" fmla="*/ 299 h 370"/>
                <a:gd name="T36" fmla="*/ 94 w 216"/>
                <a:gd name="T37" fmla="*/ 369 h 370"/>
                <a:gd name="T38" fmla="*/ 100 w 216"/>
                <a:gd name="T39" fmla="*/ 370 h 370"/>
                <a:gd name="T40" fmla="*/ 212 w 216"/>
                <a:gd name="T41" fmla="*/ 370 h 370"/>
                <a:gd name="T42" fmla="*/ 216 w 216"/>
                <a:gd name="T43" fmla="*/ 270 h 370"/>
                <a:gd name="T44" fmla="*/ 197 w 216"/>
                <a:gd name="T45" fmla="*/ 270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6" h="370">
                  <a:moveTo>
                    <a:pt x="197" y="270"/>
                  </a:moveTo>
                  <a:cubicBezTo>
                    <a:pt x="203" y="258"/>
                    <a:pt x="210" y="245"/>
                    <a:pt x="216" y="232"/>
                  </a:cubicBezTo>
                  <a:cubicBezTo>
                    <a:pt x="215" y="215"/>
                    <a:pt x="212" y="193"/>
                    <a:pt x="208" y="170"/>
                  </a:cubicBezTo>
                  <a:cubicBezTo>
                    <a:pt x="176" y="155"/>
                    <a:pt x="176" y="155"/>
                    <a:pt x="176" y="155"/>
                  </a:cubicBezTo>
                  <a:cubicBezTo>
                    <a:pt x="177" y="181"/>
                    <a:pt x="177" y="206"/>
                    <a:pt x="174" y="231"/>
                  </a:cubicBezTo>
                  <a:cubicBezTo>
                    <a:pt x="180" y="244"/>
                    <a:pt x="185" y="258"/>
                    <a:pt x="189" y="270"/>
                  </a:cubicBezTo>
                  <a:cubicBezTo>
                    <a:pt x="151" y="270"/>
                    <a:pt x="151" y="270"/>
                    <a:pt x="151" y="270"/>
                  </a:cubicBezTo>
                  <a:cubicBezTo>
                    <a:pt x="152" y="230"/>
                    <a:pt x="159" y="188"/>
                    <a:pt x="166" y="150"/>
                  </a:cubicBezTo>
                  <a:cubicBezTo>
                    <a:pt x="98" y="119"/>
                    <a:pt x="98" y="119"/>
                    <a:pt x="98" y="119"/>
                  </a:cubicBezTo>
                  <a:cubicBezTo>
                    <a:pt x="88" y="114"/>
                    <a:pt x="80" y="106"/>
                    <a:pt x="77" y="95"/>
                  </a:cubicBezTo>
                  <a:cubicBezTo>
                    <a:pt x="73" y="85"/>
                    <a:pt x="73" y="74"/>
                    <a:pt x="78" y="64"/>
                  </a:cubicBezTo>
                  <a:cubicBezTo>
                    <a:pt x="85" y="49"/>
                    <a:pt x="99" y="40"/>
                    <a:pt x="115" y="40"/>
                  </a:cubicBezTo>
                  <a:cubicBezTo>
                    <a:pt x="121" y="40"/>
                    <a:pt x="127" y="41"/>
                    <a:pt x="133" y="44"/>
                  </a:cubicBezTo>
                  <a:cubicBezTo>
                    <a:pt x="183" y="67"/>
                    <a:pt x="183" y="67"/>
                    <a:pt x="183" y="67"/>
                  </a:cubicBezTo>
                  <a:cubicBezTo>
                    <a:pt x="178" y="54"/>
                    <a:pt x="174" y="43"/>
                    <a:pt x="169" y="36"/>
                  </a:cubicBezTo>
                  <a:cubicBezTo>
                    <a:pt x="162" y="22"/>
                    <a:pt x="151" y="12"/>
                    <a:pt x="137" y="8"/>
                  </a:cubicBezTo>
                  <a:cubicBezTo>
                    <a:pt x="103" y="0"/>
                    <a:pt x="54" y="18"/>
                    <a:pt x="34" y="77"/>
                  </a:cubicBezTo>
                  <a:cubicBezTo>
                    <a:pt x="6" y="157"/>
                    <a:pt x="0" y="210"/>
                    <a:pt x="11" y="299"/>
                  </a:cubicBezTo>
                  <a:cubicBezTo>
                    <a:pt x="22" y="358"/>
                    <a:pt x="60" y="368"/>
                    <a:pt x="94" y="369"/>
                  </a:cubicBezTo>
                  <a:cubicBezTo>
                    <a:pt x="96" y="370"/>
                    <a:pt x="98" y="370"/>
                    <a:pt x="100" y="370"/>
                  </a:cubicBezTo>
                  <a:cubicBezTo>
                    <a:pt x="212" y="370"/>
                    <a:pt x="212" y="370"/>
                    <a:pt x="212" y="370"/>
                  </a:cubicBezTo>
                  <a:cubicBezTo>
                    <a:pt x="213" y="326"/>
                    <a:pt x="214" y="294"/>
                    <a:pt x="216" y="270"/>
                  </a:cubicBezTo>
                  <a:lnTo>
                    <a:pt x="197" y="2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38"/>
            <p:cNvSpPr>
              <a:spLocks/>
            </p:cNvSpPr>
            <p:nvPr/>
          </p:nvSpPr>
          <p:spPr bwMode="auto">
            <a:xfrm>
              <a:off x="528638" y="3863976"/>
              <a:ext cx="168275" cy="230188"/>
            </a:xfrm>
            <a:custGeom>
              <a:avLst/>
              <a:gdLst>
                <a:gd name="T0" fmla="*/ 27 w 105"/>
                <a:gd name="T1" fmla="*/ 37 h 143"/>
                <a:gd name="T2" fmla="*/ 27 w 105"/>
                <a:gd name="T3" fmla="*/ 0 h 143"/>
                <a:gd name="T4" fmla="*/ 7 w 105"/>
                <a:gd name="T5" fmla="*/ 81 h 143"/>
                <a:gd name="T6" fmla="*/ 43 w 105"/>
                <a:gd name="T7" fmla="*/ 142 h 143"/>
                <a:gd name="T8" fmla="*/ 55 w 105"/>
                <a:gd name="T9" fmla="*/ 143 h 143"/>
                <a:gd name="T10" fmla="*/ 104 w 105"/>
                <a:gd name="T11" fmla="*/ 105 h 143"/>
                <a:gd name="T12" fmla="*/ 105 w 105"/>
                <a:gd name="T13" fmla="*/ 101 h 143"/>
                <a:gd name="T14" fmla="*/ 27 w 105"/>
                <a:gd name="T15" fmla="*/ 37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 h="143">
                  <a:moveTo>
                    <a:pt x="27" y="37"/>
                  </a:moveTo>
                  <a:cubicBezTo>
                    <a:pt x="27" y="24"/>
                    <a:pt x="27" y="12"/>
                    <a:pt x="27" y="0"/>
                  </a:cubicBezTo>
                  <a:cubicBezTo>
                    <a:pt x="7" y="81"/>
                    <a:pt x="7" y="81"/>
                    <a:pt x="7" y="81"/>
                  </a:cubicBezTo>
                  <a:cubicBezTo>
                    <a:pt x="0" y="108"/>
                    <a:pt x="17" y="135"/>
                    <a:pt x="43" y="142"/>
                  </a:cubicBezTo>
                  <a:cubicBezTo>
                    <a:pt x="47" y="143"/>
                    <a:pt x="52" y="143"/>
                    <a:pt x="55" y="143"/>
                  </a:cubicBezTo>
                  <a:cubicBezTo>
                    <a:pt x="78" y="143"/>
                    <a:pt x="98" y="128"/>
                    <a:pt x="104" y="105"/>
                  </a:cubicBezTo>
                  <a:cubicBezTo>
                    <a:pt x="105" y="101"/>
                    <a:pt x="105" y="101"/>
                    <a:pt x="105" y="101"/>
                  </a:cubicBezTo>
                  <a:cubicBezTo>
                    <a:pt x="53" y="86"/>
                    <a:pt x="27" y="65"/>
                    <a:pt x="27"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39"/>
            <p:cNvSpPr>
              <a:spLocks/>
            </p:cNvSpPr>
            <p:nvPr/>
          </p:nvSpPr>
          <p:spPr bwMode="auto">
            <a:xfrm>
              <a:off x="890588" y="3175001"/>
              <a:ext cx="22225" cy="22225"/>
            </a:xfrm>
            <a:custGeom>
              <a:avLst/>
              <a:gdLst>
                <a:gd name="T0" fmla="*/ 10 w 14"/>
                <a:gd name="T1" fmla="*/ 14 h 14"/>
                <a:gd name="T2" fmla="*/ 14 w 14"/>
                <a:gd name="T3" fmla="*/ 4 h 14"/>
                <a:gd name="T4" fmla="*/ 0 w 14"/>
                <a:gd name="T5" fmla="*/ 0 h 14"/>
                <a:gd name="T6" fmla="*/ 2 w 14"/>
                <a:gd name="T7" fmla="*/ 12 h 14"/>
                <a:gd name="T8" fmla="*/ 10 w 14"/>
                <a:gd name="T9" fmla="*/ 14 h 14"/>
              </a:gdLst>
              <a:ahLst/>
              <a:cxnLst>
                <a:cxn ang="0">
                  <a:pos x="T0" y="T1"/>
                </a:cxn>
                <a:cxn ang="0">
                  <a:pos x="T2" y="T3"/>
                </a:cxn>
                <a:cxn ang="0">
                  <a:pos x="T4" y="T5"/>
                </a:cxn>
                <a:cxn ang="0">
                  <a:pos x="T6" y="T7"/>
                </a:cxn>
                <a:cxn ang="0">
                  <a:pos x="T8" y="T9"/>
                </a:cxn>
              </a:cxnLst>
              <a:rect l="0" t="0" r="r" b="b"/>
              <a:pathLst>
                <a:path w="14" h="14">
                  <a:moveTo>
                    <a:pt x="10" y="14"/>
                  </a:moveTo>
                  <a:cubicBezTo>
                    <a:pt x="14" y="4"/>
                    <a:pt x="14" y="4"/>
                    <a:pt x="14" y="4"/>
                  </a:cubicBezTo>
                  <a:cubicBezTo>
                    <a:pt x="0" y="0"/>
                    <a:pt x="0" y="0"/>
                    <a:pt x="0" y="0"/>
                  </a:cubicBezTo>
                  <a:cubicBezTo>
                    <a:pt x="1" y="4"/>
                    <a:pt x="2" y="8"/>
                    <a:pt x="2" y="12"/>
                  </a:cubicBezTo>
                  <a:lnTo>
                    <a:pt x="10"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40"/>
            <p:cNvSpPr>
              <a:spLocks noEditPoints="1"/>
            </p:cNvSpPr>
            <p:nvPr/>
          </p:nvSpPr>
          <p:spPr bwMode="auto">
            <a:xfrm>
              <a:off x="630238" y="3092451"/>
              <a:ext cx="157163" cy="69850"/>
            </a:xfrm>
            <a:custGeom>
              <a:avLst/>
              <a:gdLst>
                <a:gd name="T0" fmla="*/ 98 w 98"/>
                <a:gd name="T1" fmla="*/ 32 h 43"/>
                <a:gd name="T2" fmla="*/ 73 w 98"/>
                <a:gd name="T3" fmla="*/ 25 h 43"/>
                <a:gd name="T4" fmla="*/ 3 w 98"/>
                <a:gd name="T5" fmla="*/ 8 h 43"/>
                <a:gd name="T6" fmla="*/ 36 w 98"/>
                <a:gd name="T7" fmla="*/ 38 h 43"/>
                <a:gd name="T8" fmla="*/ 75 w 98"/>
                <a:gd name="T9" fmla="*/ 36 h 43"/>
                <a:gd name="T10" fmla="*/ 88 w 98"/>
                <a:gd name="T11" fmla="*/ 40 h 43"/>
                <a:gd name="T12" fmla="*/ 97 w 98"/>
                <a:gd name="T13" fmla="*/ 33 h 43"/>
                <a:gd name="T14" fmla="*/ 98 w 98"/>
                <a:gd name="T15" fmla="*/ 32 h 43"/>
                <a:gd name="T16" fmla="*/ 39 w 98"/>
                <a:gd name="T17" fmla="*/ 27 h 43"/>
                <a:gd name="T18" fmla="*/ 17 w 98"/>
                <a:gd name="T19" fmla="*/ 14 h 43"/>
                <a:gd name="T20" fmla="*/ 64 w 98"/>
                <a:gd name="T21" fmla="*/ 28 h 43"/>
                <a:gd name="T22" fmla="*/ 39 w 98"/>
                <a:gd name="T23" fmla="*/ 2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43">
                  <a:moveTo>
                    <a:pt x="98" y="32"/>
                  </a:moveTo>
                  <a:cubicBezTo>
                    <a:pt x="73" y="25"/>
                    <a:pt x="73" y="25"/>
                    <a:pt x="73" y="25"/>
                  </a:cubicBezTo>
                  <a:cubicBezTo>
                    <a:pt x="56" y="14"/>
                    <a:pt x="5" y="0"/>
                    <a:pt x="3" y="8"/>
                  </a:cubicBezTo>
                  <a:cubicBezTo>
                    <a:pt x="0" y="18"/>
                    <a:pt x="15" y="31"/>
                    <a:pt x="36" y="38"/>
                  </a:cubicBezTo>
                  <a:cubicBezTo>
                    <a:pt x="52" y="43"/>
                    <a:pt x="68" y="42"/>
                    <a:pt x="75" y="36"/>
                  </a:cubicBezTo>
                  <a:cubicBezTo>
                    <a:pt x="88" y="40"/>
                    <a:pt x="88" y="40"/>
                    <a:pt x="88" y="40"/>
                  </a:cubicBezTo>
                  <a:cubicBezTo>
                    <a:pt x="97" y="33"/>
                    <a:pt x="97" y="33"/>
                    <a:pt x="97" y="33"/>
                  </a:cubicBezTo>
                  <a:cubicBezTo>
                    <a:pt x="97" y="33"/>
                    <a:pt x="98" y="32"/>
                    <a:pt x="98" y="32"/>
                  </a:cubicBezTo>
                  <a:close/>
                  <a:moveTo>
                    <a:pt x="39" y="27"/>
                  </a:moveTo>
                  <a:cubicBezTo>
                    <a:pt x="26" y="23"/>
                    <a:pt x="16" y="17"/>
                    <a:pt x="17" y="14"/>
                  </a:cubicBezTo>
                  <a:cubicBezTo>
                    <a:pt x="18" y="10"/>
                    <a:pt x="65" y="25"/>
                    <a:pt x="64" y="28"/>
                  </a:cubicBezTo>
                  <a:cubicBezTo>
                    <a:pt x="63" y="31"/>
                    <a:pt x="52" y="31"/>
                    <a:pt x="39"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41"/>
            <p:cNvSpPr>
              <a:spLocks/>
            </p:cNvSpPr>
            <p:nvPr/>
          </p:nvSpPr>
          <p:spPr bwMode="auto">
            <a:xfrm>
              <a:off x="1519238" y="3690938"/>
              <a:ext cx="130175" cy="384175"/>
            </a:xfrm>
            <a:custGeom>
              <a:avLst/>
              <a:gdLst>
                <a:gd name="T0" fmla="*/ 64 w 81"/>
                <a:gd name="T1" fmla="*/ 145 h 239"/>
                <a:gd name="T2" fmla="*/ 0 w 81"/>
                <a:gd name="T3" fmla="*/ 204 h 239"/>
                <a:gd name="T4" fmla="*/ 40 w 81"/>
                <a:gd name="T5" fmla="*/ 239 h 239"/>
                <a:gd name="T6" fmla="*/ 81 w 81"/>
                <a:gd name="T7" fmla="*/ 199 h 239"/>
                <a:gd name="T8" fmla="*/ 81 w 81"/>
                <a:gd name="T9" fmla="*/ 1 h 239"/>
                <a:gd name="T10" fmla="*/ 64 w 81"/>
                <a:gd name="T11" fmla="*/ 0 h 239"/>
                <a:gd name="T12" fmla="*/ 64 w 81"/>
                <a:gd name="T13" fmla="*/ 145 h 239"/>
              </a:gdLst>
              <a:ahLst/>
              <a:cxnLst>
                <a:cxn ang="0">
                  <a:pos x="T0" y="T1"/>
                </a:cxn>
                <a:cxn ang="0">
                  <a:pos x="T2" y="T3"/>
                </a:cxn>
                <a:cxn ang="0">
                  <a:pos x="T4" y="T5"/>
                </a:cxn>
                <a:cxn ang="0">
                  <a:pos x="T6" y="T7"/>
                </a:cxn>
                <a:cxn ang="0">
                  <a:pos x="T8" y="T9"/>
                </a:cxn>
                <a:cxn ang="0">
                  <a:pos x="T10" y="T11"/>
                </a:cxn>
                <a:cxn ang="0">
                  <a:pos x="T12" y="T13"/>
                </a:cxn>
              </a:cxnLst>
              <a:rect l="0" t="0" r="r" b="b"/>
              <a:pathLst>
                <a:path w="81" h="239">
                  <a:moveTo>
                    <a:pt x="64" y="145"/>
                  </a:moveTo>
                  <a:cubicBezTo>
                    <a:pt x="64" y="170"/>
                    <a:pt x="43" y="190"/>
                    <a:pt x="0" y="204"/>
                  </a:cubicBezTo>
                  <a:cubicBezTo>
                    <a:pt x="3" y="224"/>
                    <a:pt x="20" y="239"/>
                    <a:pt x="40" y="239"/>
                  </a:cubicBezTo>
                  <a:cubicBezTo>
                    <a:pt x="62" y="239"/>
                    <a:pt x="81" y="221"/>
                    <a:pt x="81" y="199"/>
                  </a:cubicBezTo>
                  <a:cubicBezTo>
                    <a:pt x="81" y="1"/>
                    <a:pt x="81" y="1"/>
                    <a:pt x="81" y="1"/>
                  </a:cubicBezTo>
                  <a:cubicBezTo>
                    <a:pt x="73" y="1"/>
                    <a:pt x="69" y="0"/>
                    <a:pt x="64" y="0"/>
                  </a:cubicBezTo>
                  <a:cubicBezTo>
                    <a:pt x="64" y="38"/>
                    <a:pt x="64" y="85"/>
                    <a:pt x="64" y="1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42"/>
            <p:cNvSpPr>
              <a:spLocks/>
            </p:cNvSpPr>
            <p:nvPr/>
          </p:nvSpPr>
          <p:spPr bwMode="auto">
            <a:xfrm>
              <a:off x="1668463" y="3679826"/>
              <a:ext cx="128588" cy="395288"/>
            </a:xfrm>
            <a:custGeom>
              <a:avLst/>
              <a:gdLst>
                <a:gd name="T0" fmla="*/ 0 w 80"/>
                <a:gd name="T1" fmla="*/ 206 h 246"/>
                <a:gd name="T2" fmla="*/ 40 w 80"/>
                <a:gd name="T3" fmla="*/ 246 h 246"/>
                <a:gd name="T4" fmla="*/ 80 w 80"/>
                <a:gd name="T5" fmla="*/ 206 h 246"/>
                <a:gd name="T6" fmla="*/ 80 w 80"/>
                <a:gd name="T7" fmla="*/ 0 h 246"/>
                <a:gd name="T8" fmla="*/ 0 w 80"/>
                <a:gd name="T9" fmla="*/ 8 h 246"/>
                <a:gd name="T10" fmla="*/ 0 w 80"/>
                <a:gd name="T11" fmla="*/ 206 h 246"/>
              </a:gdLst>
              <a:ahLst/>
              <a:cxnLst>
                <a:cxn ang="0">
                  <a:pos x="T0" y="T1"/>
                </a:cxn>
                <a:cxn ang="0">
                  <a:pos x="T2" y="T3"/>
                </a:cxn>
                <a:cxn ang="0">
                  <a:pos x="T4" y="T5"/>
                </a:cxn>
                <a:cxn ang="0">
                  <a:pos x="T6" y="T7"/>
                </a:cxn>
                <a:cxn ang="0">
                  <a:pos x="T8" y="T9"/>
                </a:cxn>
                <a:cxn ang="0">
                  <a:pos x="T10" y="T11"/>
                </a:cxn>
              </a:cxnLst>
              <a:rect l="0" t="0" r="r" b="b"/>
              <a:pathLst>
                <a:path w="80" h="246">
                  <a:moveTo>
                    <a:pt x="0" y="206"/>
                  </a:moveTo>
                  <a:cubicBezTo>
                    <a:pt x="0" y="228"/>
                    <a:pt x="18" y="246"/>
                    <a:pt x="40" y="246"/>
                  </a:cubicBezTo>
                  <a:cubicBezTo>
                    <a:pt x="62" y="246"/>
                    <a:pt x="80" y="228"/>
                    <a:pt x="80" y="206"/>
                  </a:cubicBezTo>
                  <a:cubicBezTo>
                    <a:pt x="80" y="0"/>
                    <a:pt x="80" y="0"/>
                    <a:pt x="80" y="0"/>
                  </a:cubicBezTo>
                  <a:cubicBezTo>
                    <a:pt x="56" y="4"/>
                    <a:pt x="32" y="7"/>
                    <a:pt x="0" y="8"/>
                  </a:cubicBezTo>
                  <a:lnTo>
                    <a:pt x="0" y="2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43"/>
            <p:cNvSpPr>
              <a:spLocks noEditPoints="1"/>
            </p:cNvSpPr>
            <p:nvPr/>
          </p:nvSpPr>
          <p:spPr bwMode="auto">
            <a:xfrm>
              <a:off x="1506538" y="2600326"/>
              <a:ext cx="303213" cy="304800"/>
            </a:xfrm>
            <a:custGeom>
              <a:avLst/>
              <a:gdLst>
                <a:gd name="T0" fmla="*/ 11 w 189"/>
                <a:gd name="T1" fmla="*/ 75 h 190"/>
                <a:gd name="T2" fmla="*/ 75 w 189"/>
                <a:gd name="T3" fmla="*/ 178 h 190"/>
                <a:gd name="T4" fmla="*/ 178 w 189"/>
                <a:gd name="T5" fmla="*/ 114 h 190"/>
                <a:gd name="T6" fmla="*/ 114 w 189"/>
                <a:gd name="T7" fmla="*/ 10 h 190"/>
                <a:gd name="T8" fmla="*/ 11 w 189"/>
                <a:gd name="T9" fmla="*/ 75 h 190"/>
                <a:gd name="T10" fmla="*/ 139 w 189"/>
                <a:gd name="T11" fmla="*/ 112 h 190"/>
                <a:gd name="T12" fmla="*/ 51 w 189"/>
                <a:gd name="T13" fmla="*/ 136 h 190"/>
                <a:gd name="T14" fmla="*/ 139 w 189"/>
                <a:gd name="T15" fmla="*/ 112 h 1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9" h="190">
                  <a:moveTo>
                    <a:pt x="11" y="75"/>
                  </a:moveTo>
                  <a:cubicBezTo>
                    <a:pt x="0" y="121"/>
                    <a:pt x="29" y="167"/>
                    <a:pt x="75" y="178"/>
                  </a:cubicBezTo>
                  <a:cubicBezTo>
                    <a:pt x="121" y="189"/>
                    <a:pt x="167" y="160"/>
                    <a:pt x="178" y="114"/>
                  </a:cubicBezTo>
                  <a:cubicBezTo>
                    <a:pt x="189" y="67"/>
                    <a:pt x="160" y="21"/>
                    <a:pt x="114" y="10"/>
                  </a:cubicBezTo>
                  <a:cubicBezTo>
                    <a:pt x="68" y="0"/>
                    <a:pt x="22" y="28"/>
                    <a:pt x="11" y="75"/>
                  </a:cubicBezTo>
                  <a:close/>
                  <a:moveTo>
                    <a:pt x="139" y="112"/>
                  </a:moveTo>
                  <a:cubicBezTo>
                    <a:pt x="139" y="112"/>
                    <a:pt x="113" y="190"/>
                    <a:pt x="51" y="136"/>
                  </a:cubicBezTo>
                  <a:cubicBezTo>
                    <a:pt x="51" y="136"/>
                    <a:pt x="107" y="138"/>
                    <a:pt x="139" y="1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44"/>
            <p:cNvSpPr>
              <a:spLocks noEditPoints="1"/>
            </p:cNvSpPr>
            <p:nvPr/>
          </p:nvSpPr>
          <p:spPr bwMode="auto">
            <a:xfrm>
              <a:off x="1200150" y="2474913"/>
              <a:ext cx="355600" cy="954088"/>
            </a:xfrm>
            <a:custGeom>
              <a:avLst/>
              <a:gdLst>
                <a:gd name="T0" fmla="*/ 180 w 222"/>
                <a:gd name="T1" fmla="*/ 594 h 594"/>
                <a:gd name="T2" fmla="*/ 222 w 222"/>
                <a:gd name="T3" fmla="*/ 401 h 594"/>
                <a:gd name="T4" fmla="*/ 192 w 222"/>
                <a:gd name="T5" fmla="*/ 292 h 594"/>
                <a:gd name="T6" fmla="*/ 101 w 222"/>
                <a:gd name="T7" fmla="*/ 295 h 594"/>
                <a:gd name="T8" fmla="*/ 86 w 222"/>
                <a:gd name="T9" fmla="*/ 248 h 594"/>
                <a:gd name="T10" fmla="*/ 75 w 222"/>
                <a:gd name="T11" fmla="*/ 227 h 594"/>
                <a:gd name="T12" fmla="*/ 122 w 222"/>
                <a:gd name="T13" fmla="*/ 124 h 594"/>
                <a:gd name="T14" fmla="*/ 155 w 222"/>
                <a:gd name="T15" fmla="*/ 138 h 594"/>
                <a:gd name="T16" fmla="*/ 200 w 222"/>
                <a:gd name="T17" fmla="*/ 38 h 594"/>
                <a:gd name="T18" fmla="*/ 114 w 222"/>
                <a:gd name="T19" fmla="*/ 0 h 594"/>
                <a:gd name="T20" fmla="*/ 69 w 222"/>
                <a:gd name="T21" fmla="*/ 100 h 594"/>
                <a:gd name="T22" fmla="*/ 103 w 222"/>
                <a:gd name="T23" fmla="*/ 115 h 594"/>
                <a:gd name="T24" fmla="*/ 54 w 222"/>
                <a:gd name="T25" fmla="*/ 223 h 594"/>
                <a:gd name="T26" fmla="*/ 34 w 222"/>
                <a:gd name="T27" fmla="*/ 249 h 594"/>
                <a:gd name="T28" fmla="*/ 35 w 222"/>
                <a:gd name="T29" fmla="*/ 265 h 594"/>
                <a:gd name="T30" fmla="*/ 0 w 222"/>
                <a:gd name="T31" fmla="*/ 343 h 594"/>
                <a:gd name="T32" fmla="*/ 20 w 222"/>
                <a:gd name="T33" fmla="*/ 352 h 594"/>
                <a:gd name="T34" fmla="*/ 43 w 222"/>
                <a:gd name="T35" fmla="*/ 299 h 594"/>
                <a:gd name="T36" fmla="*/ 69 w 222"/>
                <a:gd name="T37" fmla="*/ 336 h 594"/>
                <a:gd name="T38" fmla="*/ 130 w 222"/>
                <a:gd name="T39" fmla="*/ 354 h 594"/>
                <a:gd name="T40" fmla="*/ 186 w 222"/>
                <a:gd name="T41" fmla="*/ 347 h 594"/>
                <a:gd name="T42" fmla="*/ 136 w 222"/>
                <a:gd name="T43" fmla="*/ 594 h 594"/>
                <a:gd name="T44" fmla="*/ 180 w 222"/>
                <a:gd name="T45" fmla="*/ 594 h 594"/>
                <a:gd name="T46" fmla="*/ 178 w 222"/>
                <a:gd name="T47" fmla="*/ 50 h 594"/>
                <a:gd name="T48" fmla="*/ 150 w 222"/>
                <a:gd name="T49" fmla="*/ 112 h 594"/>
                <a:gd name="T50" fmla="*/ 139 w 222"/>
                <a:gd name="T51" fmla="*/ 107 h 594"/>
                <a:gd name="T52" fmla="*/ 167 w 222"/>
                <a:gd name="T53" fmla="*/ 45 h 594"/>
                <a:gd name="T54" fmla="*/ 178 w 222"/>
                <a:gd name="T55" fmla="*/ 50 h 594"/>
                <a:gd name="T56" fmla="*/ 155 w 222"/>
                <a:gd name="T57" fmla="*/ 40 h 594"/>
                <a:gd name="T58" fmla="*/ 127 w 222"/>
                <a:gd name="T59" fmla="*/ 102 h 594"/>
                <a:gd name="T60" fmla="*/ 116 w 222"/>
                <a:gd name="T61" fmla="*/ 97 h 594"/>
                <a:gd name="T62" fmla="*/ 144 w 222"/>
                <a:gd name="T63" fmla="*/ 35 h 594"/>
                <a:gd name="T64" fmla="*/ 155 w 222"/>
                <a:gd name="T65" fmla="*/ 40 h 594"/>
                <a:gd name="T66" fmla="*/ 120 w 222"/>
                <a:gd name="T67" fmla="*/ 24 h 594"/>
                <a:gd name="T68" fmla="*/ 131 w 222"/>
                <a:gd name="T69" fmla="*/ 29 h 594"/>
                <a:gd name="T70" fmla="*/ 103 w 222"/>
                <a:gd name="T71" fmla="*/ 91 h 594"/>
                <a:gd name="T72" fmla="*/ 93 w 222"/>
                <a:gd name="T73" fmla="*/ 86 h 594"/>
                <a:gd name="T74" fmla="*/ 120 w 222"/>
                <a:gd name="T75" fmla="*/ 24 h 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22" h="594">
                  <a:moveTo>
                    <a:pt x="180" y="594"/>
                  </a:moveTo>
                  <a:cubicBezTo>
                    <a:pt x="222" y="401"/>
                    <a:pt x="222" y="401"/>
                    <a:pt x="222" y="401"/>
                  </a:cubicBezTo>
                  <a:cubicBezTo>
                    <a:pt x="192" y="292"/>
                    <a:pt x="192" y="292"/>
                    <a:pt x="192" y="292"/>
                  </a:cubicBezTo>
                  <a:cubicBezTo>
                    <a:pt x="155" y="301"/>
                    <a:pt x="118" y="308"/>
                    <a:pt x="101" y="295"/>
                  </a:cubicBezTo>
                  <a:cubicBezTo>
                    <a:pt x="92" y="287"/>
                    <a:pt x="87" y="271"/>
                    <a:pt x="86" y="248"/>
                  </a:cubicBezTo>
                  <a:cubicBezTo>
                    <a:pt x="86" y="239"/>
                    <a:pt x="82" y="232"/>
                    <a:pt x="75" y="227"/>
                  </a:cubicBezTo>
                  <a:cubicBezTo>
                    <a:pt x="122" y="124"/>
                    <a:pt x="122" y="124"/>
                    <a:pt x="122" y="124"/>
                  </a:cubicBezTo>
                  <a:cubicBezTo>
                    <a:pt x="155" y="138"/>
                    <a:pt x="155" y="138"/>
                    <a:pt x="155" y="138"/>
                  </a:cubicBezTo>
                  <a:cubicBezTo>
                    <a:pt x="200" y="38"/>
                    <a:pt x="200" y="38"/>
                    <a:pt x="200" y="38"/>
                  </a:cubicBezTo>
                  <a:cubicBezTo>
                    <a:pt x="114" y="0"/>
                    <a:pt x="114" y="0"/>
                    <a:pt x="114" y="0"/>
                  </a:cubicBezTo>
                  <a:cubicBezTo>
                    <a:pt x="69" y="100"/>
                    <a:pt x="69" y="100"/>
                    <a:pt x="69" y="100"/>
                  </a:cubicBezTo>
                  <a:cubicBezTo>
                    <a:pt x="103" y="115"/>
                    <a:pt x="103" y="115"/>
                    <a:pt x="103" y="115"/>
                  </a:cubicBezTo>
                  <a:cubicBezTo>
                    <a:pt x="54" y="223"/>
                    <a:pt x="54" y="223"/>
                    <a:pt x="54" y="223"/>
                  </a:cubicBezTo>
                  <a:cubicBezTo>
                    <a:pt x="42" y="226"/>
                    <a:pt x="34" y="236"/>
                    <a:pt x="34" y="249"/>
                  </a:cubicBezTo>
                  <a:cubicBezTo>
                    <a:pt x="34" y="254"/>
                    <a:pt x="35" y="260"/>
                    <a:pt x="35" y="265"/>
                  </a:cubicBezTo>
                  <a:cubicBezTo>
                    <a:pt x="0" y="343"/>
                    <a:pt x="0" y="343"/>
                    <a:pt x="0" y="343"/>
                  </a:cubicBezTo>
                  <a:cubicBezTo>
                    <a:pt x="20" y="352"/>
                    <a:pt x="20" y="352"/>
                    <a:pt x="20" y="352"/>
                  </a:cubicBezTo>
                  <a:cubicBezTo>
                    <a:pt x="43" y="299"/>
                    <a:pt x="43" y="299"/>
                    <a:pt x="43" y="299"/>
                  </a:cubicBezTo>
                  <a:cubicBezTo>
                    <a:pt x="49" y="315"/>
                    <a:pt x="58" y="327"/>
                    <a:pt x="69" y="336"/>
                  </a:cubicBezTo>
                  <a:cubicBezTo>
                    <a:pt x="86" y="349"/>
                    <a:pt x="107" y="354"/>
                    <a:pt x="130" y="354"/>
                  </a:cubicBezTo>
                  <a:cubicBezTo>
                    <a:pt x="148" y="354"/>
                    <a:pt x="167" y="351"/>
                    <a:pt x="186" y="347"/>
                  </a:cubicBezTo>
                  <a:cubicBezTo>
                    <a:pt x="136" y="594"/>
                    <a:pt x="136" y="594"/>
                    <a:pt x="136" y="594"/>
                  </a:cubicBezTo>
                  <a:lnTo>
                    <a:pt x="180" y="594"/>
                  </a:lnTo>
                  <a:close/>
                  <a:moveTo>
                    <a:pt x="178" y="50"/>
                  </a:moveTo>
                  <a:cubicBezTo>
                    <a:pt x="150" y="112"/>
                    <a:pt x="150" y="112"/>
                    <a:pt x="150" y="112"/>
                  </a:cubicBezTo>
                  <a:cubicBezTo>
                    <a:pt x="139" y="107"/>
                    <a:pt x="139" y="107"/>
                    <a:pt x="139" y="107"/>
                  </a:cubicBezTo>
                  <a:cubicBezTo>
                    <a:pt x="167" y="45"/>
                    <a:pt x="167" y="45"/>
                    <a:pt x="167" y="45"/>
                  </a:cubicBezTo>
                  <a:lnTo>
                    <a:pt x="178" y="50"/>
                  </a:lnTo>
                  <a:close/>
                  <a:moveTo>
                    <a:pt x="155" y="40"/>
                  </a:moveTo>
                  <a:cubicBezTo>
                    <a:pt x="127" y="102"/>
                    <a:pt x="127" y="102"/>
                    <a:pt x="127" y="102"/>
                  </a:cubicBezTo>
                  <a:cubicBezTo>
                    <a:pt x="116" y="97"/>
                    <a:pt x="116" y="97"/>
                    <a:pt x="116" y="97"/>
                  </a:cubicBezTo>
                  <a:cubicBezTo>
                    <a:pt x="144" y="35"/>
                    <a:pt x="144" y="35"/>
                    <a:pt x="144" y="35"/>
                  </a:cubicBezTo>
                  <a:lnTo>
                    <a:pt x="155" y="40"/>
                  </a:lnTo>
                  <a:close/>
                  <a:moveTo>
                    <a:pt x="120" y="24"/>
                  </a:moveTo>
                  <a:cubicBezTo>
                    <a:pt x="131" y="29"/>
                    <a:pt x="131" y="29"/>
                    <a:pt x="131" y="29"/>
                  </a:cubicBezTo>
                  <a:cubicBezTo>
                    <a:pt x="103" y="91"/>
                    <a:pt x="103" y="91"/>
                    <a:pt x="103" y="91"/>
                  </a:cubicBezTo>
                  <a:cubicBezTo>
                    <a:pt x="93" y="86"/>
                    <a:pt x="93" y="86"/>
                    <a:pt x="93" y="86"/>
                  </a:cubicBezTo>
                  <a:lnTo>
                    <a:pt x="12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45"/>
            <p:cNvSpPr>
              <a:spLocks/>
            </p:cNvSpPr>
            <p:nvPr/>
          </p:nvSpPr>
          <p:spPr bwMode="auto">
            <a:xfrm>
              <a:off x="1541463" y="2917826"/>
              <a:ext cx="233363" cy="196850"/>
            </a:xfrm>
            <a:custGeom>
              <a:avLst/>
              <a:gdLst>
                <a:gd name="T0" fmla="*/ 31 w 145"/>
                <a:gd name="T1" fmla="*/ 122 h 122"/>
                <a:gd name="T2" fmla="*/ 114 w 145"/>
                <a:gd name="T3" fmla="*/ 122 h 122"/>
                <a:gd name="T4" fmla="*/ 145 w 145"/>
                <a:gd name="T5" fmla="*/ 11 h 122"/>
                <a:gd name="T6" fmla="*/ 72 w 145"/>
                <a:gd name="T7" fmla="*/ 0 h 122"/>
                <a:gd name="T8" fmla="*/ 0 w 145"/>
                <a:gd name="T9" fmla="*/ 11 h 122"/>
                <a:gd name="T10" fmla="*/ 31 w 145"/>
                <a:gd name="T11" fmla="*/ 122 h 122"/>
              </a:gdLst>
              <a:ahLst/>
              <a:cxnLst>
                <a:cxn ang="0">
                  <a:pos x="T0" y="T1"/>
                </a:cxn>
                <a:cxn ang="0">
                  <a:pos x="T2" y="T3"/>
                </a:cxn>
                <a:cxn ang="0">
                  <a:pos x="T4" y="T5"/>
                </a:cxn>
                <a:cxn ang="0">
                  <a:pos x="T6" y="T7"/>
                </a:cxn>
                <a:cxn ang="0">
                  <a:pos x="T8" y="T9"/>
                </a:cxn>
                <a:cxn ang="0">
                  <a:pos x="T10" y="T11"/>
                </a:cxn>
              </a:cxnLst>
              <a:rect l="0" t="0" r="r" b="b"/>
              <a:pathLst>
                <a:path w="145" h="122">
                  <a:moveTo>
                    <a:pt x="31" y="122"/>
                  </a:moveTo>
                  <a:cubicBezTo>
                    <a:pt x="114" y="122"/>
                    <a:pt x="114" y="122"/>
                    <a:pt x="114" y="122"/>
                  </a:cubicBezTo>
                  <a:cubicBezTo>
                    <a:pt x="145" y="11"/>
                    <a:pt x="145" y="11"/>
                    <a:pt x="145" y="11"/>
                  </a:cubicBezTo>
                  <a:cubicBezTo>
                    <a:pt x="120" y="6"/>
                    <a:pt x="95" y="0"/>
                    <a:pt x="72" y="0"/>
                  </a:cubicBezTo>
                  <a:cubicBezTo>
                    <a:pt x="50" y="0"/>
                    <a:pt x="25" y="6"/>
                    <a:pt x="0" y="11"/>
                  </a:cubicBezTo>
                  <a:lnTo>
                    <a:pt x="31" y="1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46"/>
            <p:cNvSpPr>
              <a:spLocks noEditPoints="1"/>
            </p:cNvSpPr>
            <p:nvPr/>
          </p:nvSpPr>
          <p:spPr bwMode="auto">
            <a:xfrm>
              <a:off x="1612900" y="2549526"/>
              <a:ext cx="454025" cy="1123950"/>
            </a:xfrm>
            <a:custGeom>
              <a:avLst/>
              <a:gdLst>
                <a:gd name="T0" fmla="*/ 277 w 283"/>
                <a:gd name="T1" fmla="*/ 233 h 701"/>
                <a:gd name="T2" fmla="*/ 254 w 283"/>
                <a:gd name="T3" fmla="*/ 176 h 701"/>
                <a:gd name="T4" fmla="*/ 231 w 283"/>
                <a:gd name="T5" fmla="*/ 139 h 701"/>
                <a:gd name="T6" fmla="*/ 221 w 283"/>
                <a:gd name="T7" fmla="*/ 94 h 701"/>
                <a:gd name="T8" fmla="*/ 215 w 283"/>
                <a:gd name="T9" fmla="*/ 38 h 701"/>
                <a:gd name="T10" fmla="*/ 157 w 283"/>
                <a:gd name="T11" fmla="*/ 11 h 701"/>
                <a:gd name="T12" fmla="*/ 157 w 283"/>
                <a:gd name="T13" fmla="*/ 11 h 701"/>
                <a:gd name="T14" fmla="*/ 142 w 283"/>
                <a:gd name="T15" fmla="*/ 73 h 701"/>
                <a:gd name="T16" fmla="*/ 183 w 283"/>
                <a:gd name="T17" fmla="*/ 113 h 701"/>
                <a:gd name="T18" fmla="*/ 212 w 283"/>
                <a:gd name="T19" fmla="*/ 148 h 701"/>
                <a:gd name="T20" fmla="*/ 228 w 283"/>
                <a:gd name="T21" fmla="*/ 202 h 701"/>
                <a:gd name="T22" fmla="*/ 122 w 283"/>
                <a:gd name="T23" fmla="*/ 246 h 701"/>
                <a:gd name="T24" fmla="*/ 142 w 283"/>
                <a:gd name="T25" fmla="*/ 585 h 701"/>
                <a:gd name="T26" fmla="*/ 0 w 283"/>
                <a:gd name="T27" fmla="*/ 608 h 701"/>
                <a:gd name="T28" fmla="*/ 28 w 283"/>
                <a:gd name="T29" fmla="*/ 701 h 701"/>
                <a:gd name="T30" fmla="*/ 202 w 283"/>
                <a:gd name="T31" fmla="*/ 665 h 701"/>
                <a:gd name="T32" fmla="*/ 245 w 283"/>
                <a:gd name="T33" fmla="*/ 290 h 701"/>
                <a:gd name="T34" fmla="*/ 283 w 283"/>
                <a:gd name="T35" fmla="*/ 245 h 701"/>
                <a:gd name="T36" fmla="*/ 189 w 283"/>
                <a:gd name="T37" fmla="*/ 50 h 701"/>
                <a:gd name="T38" fmla="*/ 205 w 283"/>
                <a:gd name="T39" fmla="*/ 101 h 701"/>
                <a:gd name="T40" fmla="*/ 220 w 283"/>
                <a:gd name="T41" fmla="*/ 140 h 701"/>
                <a:gd name="T42" fmla="*/ 205 w 283"/>
                <a:gd name="T43" fmla="*/ 116 h 701"/>
                <a:gd name="T44" fmla="*/ 184 w 283"/>
                <a:gd name="T45" fmla="*/ 85 h 701"/>
                <a:gd name="T46" fmla="*/ 160 w 283"/>
                <a:gd name="T47" fmla="*/ 16 h 701"/>
                <a:gd name="T48" fmla="*/ 213 w 283"/>
                <a:gd name="T49" fmla="*/ 70 h 701"/>
                <a:gd name="T50" fmla="*/ 219 w 283"/>
                <a:gd name="T51" fmla="*/ 109 h 701"/>
                <a:gd name="T52" fmla="*/ 216 w 283"/>
                <a:gd name="T53" fmla="*/ 111 h 701"/>
                <a:gd name="T54" fmla="*/ 204 w 283"/>
                <a:gd name="T55" fmla="*/ 76 h 701"/>
                <a:gd name="T56" fmla="*/ 170 w 283"/>
                <a:gd name="T57" fmla="*/ 13 h 701"/>
                <a:gd name="T58" fmla="*/ 196 w 283"/>
                <a:gd name="T59" fmla="*/ 120 h 701"/>
                <a:gd name="T60" fmla="*/ 169 w 283"/>
                <a:gd name="T61" fmla="*/ 91 h 701"/>
                <a:gd name="T62" fmla="*/ 142 w 283"/>
                <a:gd name="T63" fmla="*/ 37 h 701"/>
                <a:gd name="T64" fmla="*/ 163 w 283"/>
                <a:gd name="T65" fmla="*/ 63 h 701"/>
                <a:gd name="T66" fmla="*/ 193 w 283"/>
                <a:gd name="T67" fmla="*/ 108 h 701"/>
                <a:gd name="T68" fmla="*/ 212 w 283"/>
                <a:gd name="T69" fmla="*/ 141 h 7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83" h="701">
                  <a:moveTo>
                    <a:pt x="283" y="245"/>
                  </a:moveTo>
                  <a:cubicBezTo>
                    <a:pt x="277" y="233"/>
                    <a:pt x="277" y="233"/>
                    <a:pt x="277" y="233"/>
                  </a:cubicBezTo>
                  <a:cubicBezTo>
                    <a:pt x="279" y="223"/>
                    <a:pt x="280" y="214"/>
                    <a:pt x="280" y="203"/>
                  </a:cubicBezTo>
                  <a:cubicBezTo>
                    <a:pt x="280" y="188"/>
                    <a:pt x="269" y="177"/>
                    <a:pt x="254" y="176"/>
                  </a:cubicBezTo>
                  <a:cubicBezTo>
                    <a:pt x="253" y="176"/>
                    <a:pt x="251" y="176"/>
                    <a:pt x="250" y="177"/>
                  </a:cubicBezTo>
                  <a:cubicBezTo>
                    <a:pt x="231" y="139"/>
                    <a:pt x="231" y="139"/>
                    <a:pt x="231" y="139"/>
                  </a:cubicBezTo>
                  <a:cubicBezTo>
                    <a:pt x="231" y="131"/>
                    <a:pt x="228" y="120"/>
                    <a:pt x="225" y="108"/>
                  </a:cubicBezTo>
                  <a:cubicBezTo>
                    <a:pt x="224" y="103"/>
                    <a:pt x="222" y="99"/>
                    <a:pt x="221" y="94"/>
                  </a:cubicBezTo>
                  <a:cubicBezTo>
                    <a:pt x="219" y="87"/>
                    <a:pt x="219" y="78"/>
                    <a:pt x="219" y="70"/>
                  </a:cubicBezTo>
                  <a:cubicBezTo>
                    <a:pt x="219" y="58"/>
                    <a:pt x="220" y="47"/>
                    <a:pt x="215" y="38"/>
                  </a:cubicBezTo>
                  <a:cubicBezTo>
                    <a:pt x="202" y="10"/>
                    <a:pt x="180" y="0"/>
                    <a:pt x="157" y="11"/>
                  </a:cubicBezTo>
                  <a:cubicBezTo>
                    <a:pt x="157" y="11"/>
                    <a:pt x="157" y="11"/>
                    <a:pt x="157" y="11"/>
                  </a:cubicBezTo>
                  <a:cubicBezTo>
                    <a:pt x="157" y="11"/>
                    <a:pt x="157" y="11"/>
                    <a:pt x="157" y="11"/>
                  </a:cubicBezTo>
                  <a:cubicBezTo>
                    <a:pt x="157" y="11"/>
                    <a:pt x="157" y="11"/>
                    <a:pt x="157" y="11"/>
                  </a:cubicBezTo>
                  <a:cubicBezTo>
                    <a:pt x="146" y="16"/>
                    <a:pt x="139" y="25"/>
                    <a:pt x="136" y="35"/>
                  </a:cubicBezTo>
                  <a:cubicBezTo>
                    <a:pt x="134" y="46"/>
                    <a:pt x="136" y="59"/>
                    <a:pt x="142" y="73"/>
                  </a:cubicBezTo>
                  <a:cubicBezTo>
                    <a:pt x="147" y="82"/>
                    <a:pt x="156" y="89"/>
                    <a:pt x="165" y="96"/>
                  </a:cubicBezTo>
                  <a:cubicBezTo>
                    <a:pt x="172" y="101"/>
                    <a:pt x="179" y="107"/>
                    <a:pt x="183" y="113"/>
                  </a:cubicBezTo>
                  <a:cubicBezTo>
                    <a:pt x="186" y="117"/>
                    <a:pt x="189" y="120"/>
                    <a:pt x="191" y="124"/>
                  </a:cubicBezTo>
                  <a:cubicBezTo>
                    <a:pt x="199" y="134"/>
                    <a:pt x="205" y="143"/>
                    <a:pt x="212" y="148"/>
                  </a:cubicBezTo>
                  <a:cubicBezTo>
                    <a:pt x="231" y="189"/>
                    <a:pt x="231" y="189"/>
                    <a:pt x="231" y="189"/>
                  </a:cubicBezTo>
                  <a:cubicBezTo>
                    <a:pt x="229" y="193"/>
                    <a:pt x="228" y="197"/>
                    <a:pt x="228" y="202"/>
                  </a:cubicBezTo>
                  <a:cubicBezTo>
                    <a:pt x="227" y="226"/>
                    <a:pt x="222" y="241"/>
                    <a:pt x="213" y="249"/>
                  </a:cubicBezTo>
                  <a:cubicBezTo>
                    <a:pt x="196" y="262"/>
                    <a:pt x="159" y="255"/>
                    <a:pt x="122" y="246"/>
                  </a:cubicBezTo>
                  <a:cubicBezTo>
                    <a:pt x="92" y="355"/>
                    <a:pt x="92" y="355"/>
                    <a:pt x="92" y="355"/>
                  </a:cubicBezTo>
                  <a:cubicBezTo>
                    <a:pt x="142" y="585"/>
                    <a:pt x="142" y="585"/>
                    <a:pt x="142" y="585"/>
                  </a:cubicBezTo>
                  <a:cubicBezTo>
                    <a:pt x="142" y="585"/>
                    <a:pt x="138" y="608"/>
                    <a:pt x="118" y="608"/>
                  </a:cubicBezTo>
                  <a:cubicBezTo>
                    <a:pt x="105" y="608"/>
                    <a:pt x="47" y="608"/>
                    <a:pt x="0" y="608"/>
                  </a:cubicBezTo>
                  <a:cubicBezTo>
                    <a:pt x="3" y="632"/>
                    <a:pt x="4" y="658"/>
                    <a:pt x="5" y="700"/>
                  </a:cubicBezTo>
                  <a:cubicBezTo>
                    <a:pt x="12" y="700"/>
                    <a:pt x="20" y="701"/>
                    <a:pt x="28" y="701"/>
                  </a:cubicBezTo>
                  <a:cubicBezTo>
                    <a:pt x="130" y="701"/>
                    <a:pt x="188" y="672"/>
                    <a:pt x="200" y="666"/>
                  </a:cubicBezTo>
                  <a:cubicBezTo>
                    <a:pt x="201" y="665"/>
                    <a:pt x="202" y="665"/>
                    <a:pt x="202" y="665"/>
                  </a:cubicBezTo>
                  <a:cubicBezTo>
                    <a:pt x="128" y="301"/>
                    <a:pt x="128" y="301"/>
                    <a:pt x="128" y="301"/>
                  </a:cubicBezTo>
                  <a:cubicBezTo>
                    <a:pt x="171" y="310"/>
                    <a:pt x="214" y="314"/>
                    <a:pt x="245" y="290"/>
                  </a:cubicBezTo>
                  <a:cubicBezTo>
                    <a:pt x="257" y="280"/>
                    <a:pt x="266" y="267"/>
                    <a:pt x="272" y="250"/>
                  </a:cubicBezTo>
                  <a:lnTo>
                    <a:pt x="283" y="245"/>
                  </a:lnTo>
                  <a:close/>
                  <a:moveTo>
                    <a:pt x="160" y="16"/>
                  </a:moveTo>
                  <a:cubicBezTo>
                    <a:pt x="165" y="14"/>
                    <a:pt x="176" y="23"/>
                    <a:pt x="189" y="50"/>
                  </a:cubicBezTo>
                  <a:cubicBezTo>
                    <a:pt x="193" y="58"/>
                    <a:pt x="196" y="68"/>
                    <a:pt x="198" y="78"/>
                  </a:cubicBezTo>
                  <a:cubicBezTo>
                    <a:pt x="201" y="86"/>
                    <a:pt x="203" y="94"/>
                    <a:pt x="205" y="101"/>
                  </a:cubicBezTo>
                  <a:cubicBezTo>
                    <a:pt x="207" y="105"/>
                    <a:pt x="209" y="110"/>
                    <a:pt x="211" y="114"/>
                  </a:cubicBezTo>
                  <a:cubicBezTo>
                    <a:pt x="214" y="123"/>
                    <a:pt x="218" y="133"/>
                    <a:pt x="220" y="140"/>
                  </a:cubicBezTo>
                  <a:cubicBezTo>
                    <a:pt x="219" y="140"/>
                    <a:pt x="219" y="140"/>
                    <a:pt x="219" y="140"/>
                  </a:cubicBezTo>
                  <a:cubicBezTo>
                    <a:pt x="215" y="134"/>
                    <a:pt x="210" y="125"/>
                    <a:pt x="205" y="116"/>
                  </a:cubicBezTo>
                  <a:cubicBezTo>
                    <a:pt x="203" y="113"/>
                    <a:pt x="200" y="109"/>
                    <a:pt x="198" y="105"/>
                  </a:cubicBezTo>
                  <a:cubicBezTo>
                    <a:pt x="194" y="98"/>
                    <a:pt x="189" y="91"/>
                    <a:pt x="184" y="85"/>
                  </a:cubicBezTo>
                  <a:cubicBezTo>
                    <a:pt x="178" y="77"/>
                    <a:pt x="172" y="68"/>
                    <a:pt x="168" y="60"/>
                  </a:cubicBezTo>
                  <a:cubicBezTo>
                    <a:pt x="155" y="33"/>
                    <a:pt x="155" y="19"/>
                    <a:pt x="160" y="16"/>
                  </a:cubicBezTo>
                  <a:close/>
                  <a:moveTo>
                    <a:pt x="210" y="40"/>
                  </a:moveTo>
                  <a:cubicBezTo>
                    <a:pt x="214" y="48"/>
                    <a:pt x="213" y="59"/>
                    <a:pt x="213" y="70"/>
                  </a:cubicBezTo>
                  <a:cubicBezTo>
                    <a:pt x="213" y="79"/>
                    <a:pt x="213" y="88"/>
                    <a:pt x="215" y="96"/>
                  </a:cubicBezTo>
                  <a:cubicBezTo>
                    <a:pt x="217" y="100"/>
                    <a:pt x="218" y="105"/>
                    <a:pt x="219" y="109"/>
                  </a:cubicBezTo>
                  <a:cubicBezTo>
                    <a:pt x="222" y="119"/>
                    <a:pt x="224" y="128"/>
                    <a:pt x="225" y="135"/>
                  </a:cubicBezTo>
                  <a:cubicBezTo>
                    <a:pt x="223" y="129"/>
                    <a:pt x="220" y="121"/>
                    <a:pt x="216" y="111"/>
                  </a:cubicBezTo>
                  <a:cubicBezTo>
                    <a:pt x="214" y="107"/>
                    <a:pt x="213" y="103"/>
                    <a:pt x="211" y="99"/>
                  </a:cubicBezTo>
                  <a:cubicBezTo>
                    <a:pt x="208" y="92"/>
                    <a:pt x="206" y="84"/>
                    <a:pt x="204" y="76"/>
                  </a:cubicBezTo>
                  <a:cubicBezTo>
                    <a:pt x="202" y="66"/>
                    <a:pt x="199" y="56"/>
                    <a:pt x="195" y="48"/>
                  </a:cubicBezTo>
                  <a:cubicBezTo>
                    <a:pt x="186" y="30"/>
                    <a:pt x="178" y="18"/>
                    <a:pt x="170" y="13"/>
                  </a:cubicBezTo>
                  <a:cubicBezTo>
                    <a:pt x="186" y="10"/>
                    <a:pt x="200" y="20"/>
                    <a:pt x="210" y="40"/>
                  </a:cubicBezTo>
                  <a:close/>
                  <a:moveTo>
                    <a:pt x="196" y="120"/>
                  </a:moveTo>
                  <a:cubicBezTo>
                    <a:pt x="194" y="117"/>
                    <a:pt x="191" y="113"/>
                    <a:pt x="188" y="109"/>
                  </a:cubicBezTo>
                  <a:cubicBezTo>
                    <a:pt x="183" y="103"/>
                    <a:pt x="176" y="97"/>
                    <a:pt x="169" y="91"/>
                  </a:cubicBezTo>
                  <a:cubicBezTo>
                    <a:pt x="160" y="85"/>
                    <a:pt x="151" y="78"/>
                    <a:pt x="148" y="70"/>
                  </a:cubicBezTo>
                  <a:cubicBezTo>
                    <a:pt x="142" y="58"/>
                    <a:pt x="140" y="46"/>
                    <a:pt x="142" y="37"/>
                  </a:cubicBezTo>
                  <a:cubicBezTo>
                    <a:pt x="144" y="31"/>
                    <a:pt x="147" y="26"/>
                    <a:pt x="151" y="22"/>
                  </a:cubicBezTo>
                  <a:cubicBezTo>
                    <a:pt x="150" y="32"/>
                    <a:pt x="154" y="46"/>
                    <a:pt x="163" y="63"/>
                  </a:cubicBezTo>
                  <a:cubicBezTo>
                    <a:pt x="167" y="72"/>
                    <a:pt x="173" y="80"/>
                    <a:pt x="179" y="88"/>
                  </a:cubicBezTo>
                  <a:cubicBezTo>
                    <a:pt x="184" y="95"/>
                    <a:pt x="189" y="101"/>
                    <a:pt x="193" y="108"/>
                  </a:cubicBezTo>
                  <a:cubicBezTo>
                    <a:pt x="195" y="112"/>
                    <a:pt x="197" y="116"/>
                    <a:pt x="200" y="119"/>
                  </a:cubicBezTo>
                  <a:cubicBezTo>
                    <a:pt x="205" y="129"/>
                    <a:pt x="209" y="136"/>
                    <a:pt x="212" y="141"/>
                  </a:cubicBezTo>
                  <a:cubicBezTo>
                    <a:pt x="208" y="136"/>
                    <a:pt x="202" y="128"/>
                    <a:pt x="196"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47"/>
            <p:cNvSpPr>
              <a:spLocks/>
            </p:cNvSpPr>
            <p:nvPr/>
          </p:nvSpPr>
          <p:spPr bwMode="auto">
            <a:xfrm>
              <a:off x="1341438" y="4029076"/>
              <a:ext cx="87313" cy="41275"/>
            </a:xfrm>
            <a:custGeom>
              <a:avLst/>
              <a:gdLst>
                <a:gd name="T0" fmla="*/ 0 w 54"/>
                <a:gd name="T1" fmla="*/ 8 h 25"/>
                <a:gd name="T2" fmla="*/ 0 w 54"/>
                <a:gd name="T3" fmla="*/ 16 h 25"/>
                <a:gd name="T4" fmla="*/ 0 w 54"/>
                <a:gd name="T5" fmla="*/ 25 h 25"/>
                <a:gd name="T6" fmla="*/ 50 w 54"/>
                <a:gd name="T7" fmla="*/ 25 h 25"/>
                <a:gd name="T8" fmla="*/ 52 w 54"/>
                <a:gd name="T9" fmla="*/ 8 h 25"/>
                <a:gd name="T10" fmla="*/ 54 w 54"/>
                <a:gd name="T11" fmla="*/ 0 h 25"/>
                <a:gd name="T12" fmla="*/ 0 w 54"/>
                <a:gd name="T13" fmla="*/ 8 h 25"/>
              </a:gdLst>
              <a:ahLst/>
              <a:cxnLst>
                <a:cxn ang="0">
                  <a:pos x="T0" y="T1"/>
                </a:cxn>
                <a:cxn ang="0">
                  <a:pos x="T2" y="T3"/>
                </a:cxn>
                <a:cxn ang="0">
                  <a:pos x="T4" y="T5"/>
                </a:cxn>
                <a:cxn ang="0">
                  <a:pos x="T6" y="T7"/>
                </a:cxn>
                <a:cxn ang="0">
                  <a:pos x="T8" y="T9"/>
                </a:cxn>
                <a:cxn ang="0">
                  <a:pos x="T10" y="T11"/>
                </a:cxn>
                <a:cxn ang="0">
                  <a:pos x="T12" y="T13"/>
                </a:cxn>
              </a:cxnLst>
              <a:rect l="0" t="0" r="r" b="b"/>
              <a:pathLst>
                <a:path w="54" h="25">
                  <a:moveTo>
                    <a:pt x="0" y="8"/>
                  </a:moveTo>
                  <a:cubicBezTo>
                    <a:pt x="0" y="16"/>
                    <a:pt x="0" y="16"/>
                    <a:pt x="0" y="16"/>
                  </a:cubicBezTo>
                  <a:cubicBezTo>
                    <a:pt x="0" y="25"/>
                    <a:pt x="0" y="25"/>
                    <a:pt x="0" y="25"/>
                  </a:cubicBezTo>
                  <a:cubicBezTo>
                    <a:pt x="50" y="25"/>
                    <a:pt x="50" y="25"/>
                    <a:pt x="50" y="25"/>
                  </a:cubicBezTo>
                  <a:cubicBezTo>
                    <a:pt x="52" y="8"/>
                    <a:pt x="52" y="8"/>
                    <a:pt x="52" y="8"/>
                  </a:cubicBezTo>
                  <a:cubicBezTo>
                    <a:pt x="54" y="0"/>
                    <a:pt x="54" y="0"/>
                    <a:pt x="54" y="0"/>
                  </a:cubicBezTo>
                  <a:cubicBezTo>
                    <a:pt x="37" y="3"/>
                    <a:pt x="20" y="6"/>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48"/>
            <p:cNvSpPr>
              <a:spLocks/>
            </p:cNvSpPr>
            <p:nvPr/>
          </p:nvSpPr>
          <p:spPr bwMode="auto">
            <a:xfrm>
              <a:off x="765175" y="4030663"/>
              <a:ext cx="88900" cy="39688"/>
            </a:xfrm>
            <a:custGeom>
              <a:avLst/>
              <a:gdLst>
                <a:gd name="T0" fmla="*/ 0 w 55"/>
                <a:gd name="T1" fmla="*/ 0 h 24"/>
                <a:gd name="T2" fmla="*/ 4 w 55"/>
                <a:gd name="T3" fmla="*/ 24 h 24"/>
                <a:gd name="T4" fmla="*/ 55 w 55"/>
                <a:gd name="T5" fmla="*/ 24 h 24"/>
                <a:gd name="T6" fmla="*/ 55 w 55"/>
                <a:gd name="T7" fmla="*/ 7 h 24"/>
                <a:gd name="T8" fmla="*/ 0 w 55"/>
                <a:gd name="T9" fmla="*/ 0 h 24"/>
              </a:gdLst>
              <a:ahLst/>
              <a:cxnLst>
                <a:cxn ang="0">
                  <a:pos x="T0" y="T1"/>
                </a:cxn>
                <a:cxn ang="0">
                  <a:pos x="T2" y="T3"/>
                </a:cxn>
                <a:cxn ang="0">
                  <a:pos x="T4" y="T5"/>
                </a:cxn>
                <a:cxn ang="0">
                  <a:pos x="T6" y="T7"/>
                </a:cxn>
                <a:cxn ang="0">
                  <a:pos x="T8" y="T9"/>
                </a:cxn>
              </a:cxnLst>
              <a:rect l="0" t="0" r="r" b="b"/>
              <a:pathLst>
                <a:path w="55" h="24">
                  <a:moveTo>
                    <a:pt x="0" y="0"/>
                  </a:moveTo>
                  <a:cubicBezTo>
                    <a:pt x="4" y="24"/>
                    <a:pt x="4" y="24"/>
                    <a:pt x="4" y="24"/>
                  </a:cubicBezTo>
                  <a:cubicBezTo>
                    <a:pt x="55" y="24"/>
                    <a:pt x="55" y="24"/>
                    <a:pt x="55" y="24"/>
                  </a:cubicBezTo>
                  <a:cubicBezTo>
                    <a:pt x="55" y="7"/>
                    <a:pt x="55" y="7"/>
                    <a:pt x="55" y="7"/>
                  </a:cubicBezTo>
                  <a:cubicBezTo>
                    <a:pt x="35" y="5"/>
                    <a:pt x="18"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49"/>
            <p:cNvSpPr>
              <a:spLocks/>
            </p:cNvSpPr>
            <p:nvPr/>
          </p:nvSpPr>
          <p:spPr bwMode="auto">
            <a:xfrm>
              <a:off x="603250" y="3460751"/>
              <a:ext cx="987425" cy="615950"/>
            </a:xfrm>
            <a:custGeom>
              <a:avLst/>
              <a:gdLst>
                <a:gd name="T0" fmla="*/ 615 w 615"/>
                <a:gd name="T1" fmla="*/ 288 h 384"/>
                <a:gd name="T2" fmla="*/ 568 w 615"/>
                <a:gd name="T3" fmla="*/ 0 h 384"/>
                <a:gd name="T4" fmla="*/ 47 w 615"/>
                <a:gd name="T5" fmla="*/ 0 h 384"/>
                <a:gd name="T6" fmla="*/ 0 w 615"/>
                <a:gd name="T7" fmla="*/ 288 h 384"/>
                <a:gd name="T8" fmla="*/ 615 w 615"/>
                <a:gd name="T9" fmla="*/ 288 h 384"/>
              </a:gdLst>
              <a:ahLst/>
              <a:cxnLst>
                <a:cxn ang="0">
                  <a:pos x="T0" y="T1"/>
                </a:cxn>
                <a:cxn ang="0">
                  <a:pos x="T2" y="T3"/>
                </a:cxn>
                <a:cxn ang="0">
                  <a:pos x="T4" y="T5"/>
                </a:cxn>
                <a:cxn ang="0">
                  <a:pos x="T6" y="T7"/>
                </a:cxn>
                <a:cxn ang="0">
                  <a:pos x="T8" y="T9"/>
                </a:cxn>
              </a:cxnLst>
              <a:rect l="0" t="0" r="r" b="b"/>
              <a:pathLst>
                <a:path w="615" h="384">
                  <a:moveTo>
                    <a:pt x="615" y="288"/>
                  </a:moveTo>
                  <a:cubicBezTo>
                    <a:pt x="615" y="4"/>
                    <a:pt x="612" y="0"/>
                    <a:pt x="568" y="0"/>
                  </a:cubicBezTo>
                  <a:cubicBezTo>
                    <a:pt x="549" y="0"/>
                    <a:pt x="66" y="0"/>
                    <a:pt x="47" y="0"/>
                  </a:cubicBezTo>
                  <a:cubicBezTo>
                    <a:pt x="3" y="0"/>
                    <a:pt x="0" y="4"/>
                    <a:pt x="0" y="288"/>
                  </a:cubicBezTo>
                  <a:cubicBezTo>
                    <a:pt x="0" y="384"/>
                    <a:pt x="615" y="380"/>
                    <a:pt x="615" y="2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50"/>
            <p:cNvSpPr>
              <a:spLocks/>
            </p:cNvSpPr>
            <p:nvPr/>
          </p:nvSpPr>
          <p:spPr bwMode="auto">
            <a:xfrm>
              <a:off x="358775" y="3140076"/>
              <a:ext cx="527050" cy="265113"/>
            </a:xfrm>
            <a:custGeom>
              <a:avLst/>
              <a:gdLst>
                <a:gd name="T0" fmla="*/ 50 w 329"/>
                <a:gd name="T1" fmla="*/ 42 h 166"/>
                <a:gd name="T2" fmla="*/ 7 w 329"/>
                <a:gd name="T3" fmla="*/ 58 h 166"/>
                <a:gd name="T4" fmla="*/ 23 w 329"/>
                <a:gd name="T5" fmla="*/ 100 h 166"/>
                <a:gd name="T6" fmla="*/ 157 w 329"/>
                <a:gd name="T7" fmla="*/ 163 h 166"/>
                <a:gd name="T8" fmla="*/ 171 w 329"/>
                <a:gd name="T9" fmla="*/ 166 h 166"/>
                <a:gd name="T10" fmla="*/ 191 w 329"/>
                <a:gd name="T11" fmla="*/ 159 h 166"/>
                <a:gd name="T12" fmla="*/ 313 w 329"/>
                <a:gd name="T13" fmla="*/ 61 h 166"/>
                <a:gd name="T14" fmla="*/ 318 w 329"/>
                <a:gd name="T15" fmla="*/ 16 h 166"/>
                <a:gd name="T16" fmla="*/ 273 w 329"/>
                <a:gd name="T17" fmla="*/ 11 h 166"/>
                <a:gd name="T18" fmla="*/ 166 w 329"/>
                <a:gd name="T19" fmla="*/ 97 h 166"/>
                <a:gd name="T20" fmla="*/ 50 w 329"/>
                <a:gd name="T21" fmla="*/ 42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9" h="166">
                  <a:moveTo>
                    <a:pt x="50" y="42"/>
                  </a:moveTo>
                  <a:cubicBezTo>
                    <a:pt x="34" y="35"/>
                    <a:pt x="15" y="42"/>
                    <a:pt x="7" y="58"/>
                  </a:cubicBezTo>
                  <a:cubicBezTo>
                    <a:pt x="0" y="74"/>
                    <a:pt x="7" y="93"/>
                    <a:pt x="23" y="100"/>
                  </a:cubicBezTo>
                  <a:cubicBezTo>
                    <a:pt x="157" y="163"/>
                    <a:pt x="157" y="163"/>
                    <a:pt x="157" y="163"/>
                  </a:cubicBezTo>
                  <a:cubicBezTo>
                    <a:pt x="162" y="165"/>
                    <a:pt x="166" y="166"/>
                    <a:pt x="171" y="166"/>
                  </a:cubicBezTo>
                  <a:cubicBezTo>
                    <a:pt x="178" y="166"/>
                    <a:pt x="185" y="164"/>
                    <a:pt x="191" y="159"/>
                  </a:cubicBezTo>
                  <a:cubicBezTo>
                    <a:pt x="313" y="61"/>
                    <a:pt x="313" y="61"/>
                    <a:pt x="313" y="61"/>
                  </a:cubicBezTo>
                  <a:cubicBezTo>
                    <a:pt x="327" y="50"/>
                    <a:pt x="329" y="30"/>
                    <a:pt x="318" y="16"/>
                  </a:cubicBezTo>
                  <a:cubicBezTo>
                    <a:pt x="307" y="2"/>
                    <a:pt x="286" y="0"/>
                    <a:pt x="273" y="11"/>
                  </a:cubicBezTo>
                  <a:cubicBezTo>
                    <a:pt x="166" y="97"/>
                    <a:pt x="166" y="97"/>
                    <a:pt x="166" y="97"/>
                  </a:cubicBezTo>
                  <a:lnTo>
                    <a:pt x="50"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51"/>
            <p:cNvSpPr>
              <a:spLocks/>
            </p:cNvSpPr>
            <p:nvPr/>
          </p:nvSpPr>
          <p:spPr bwMode="auto">
            <a:xfrm>
              <a:off x="846138" y="3300413"/>
              <a:ext cx="227013" cy="128588"/>
            </a:xfrm>
            <a:custGeom>
              <a:avLst/>
              <a:gdLst>
                <a:gd name="T0" fmla="*/ 97 w 142"/>
                <a:gd name="T1" fmla="*/ 80 h 80"/>
                <a:gd name="T2" fmla="*/ 97 w 142"/>
                <a:gd name="T3" fmla="*/ 80 h 80"/>
                <a:gd name="T4" fmla="*/ 97 w 142"/>
                <a:gd name="T5" fmla="*/ 68 h 80"/>
                <a:gd name="T6" fmla="*/ 142 w 142"/>
                <a:gd name="T7" fmla="*/ 0 h 80"/>
                <a:gd name="T8" fmla="*/ 0 w 142"/>
                <a:gd name="T9" fmla="*/ 0 h 80"/>
                <a:gd name="T10" fmla="*/ 45 w 142"/>
                <a:gd name="T11" fmla="*/ 68 h 80"/>
                <a:gd name="T12" fmla="*/ 45 w 142"/>
                <a:gd name="T13" fmla="*/ 80 h 80"/>
                <a:gd name="T14" fmla="*/ 45 w 142"/>
                <a:gd name="T15" fmla="*/ 80 h 80"/>
                <a:gd name="T16" fmla="*/ 97 w 142"/>
                <a:gd name="T17"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80">
                  <a:moveTo>
                    <a:pt x="97" y="80"/>
                  </a:moveTo>
                  <a:cubicBezTo>
                    <a:pt x="97" y="80"/>
                    <a:pt x="97" y="80"/>
                    <a:pt x="97" y="80"/>
                  </a:cubicBezTo>
                  <a:cubicBezTo>
                    <a:pt x="97" y="68"/>
                    <a:pt x="97" y="68"/>
                    <a:pt x="97" y="68"/>
                  </a:cubicBezTo>
                  <a:cubicBezTo>
                    <a:pt x="121" y="57"/>
                    <a:pt x="142" y="32"/>
                    <a:pt x="142" y="0"/>
                  </a:cubicBezTo>
                  <a:cubicBezTo>
                    <a:pt x="0" y="0"/>
                    <a:pt x="0" y="0"/>
                    <a:pt x="0" y="0"/>
                  </a:cubicBezTo>
                  <a:cubicBezTo>
                    <a:pt x="0" y="32"/>
                    <a:pt x="17" y="57"/>
                    <a:pt x="45" y="68"/>
                  </a:cubicBezTo>
                  <a:cubicBezTo>
                    <a:pt x="45" y="80"/>
                    <a:pt x="45" y="80"/>
                    <a:pt x="45" y="80"/>
                  </a:cubicBezTo>
                  <a:cubicBezTo>
                    <a:pt x="45" y="80"/>
                    <a:pt x="45" y="80"/>
                    <a:pt x="45" y="80"/>
                  </a:cubicBezTo>
                  <a:lnTo>
                    <a:pt x="97" y="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52"/>
            <p:cNvSpPr>
              <a:spLocks noEditPoints="1"/>
            </p:cNvSpPr>
            <p:nvPr/>
          </p:nvSpPr>
          <p:spPr bwMode="auto">
            <a:xfrm>
              <a:off x="1104900" y="3114676"/>
              <a:ext cx="114300" cy="327025"/>
            </a:xfrm>
            <a:custGeom>
              <a:avLst/>
              <a:gdLst>
                <a:gd name="T0" fmla="*/ 9 w 72"/>
                <a:gd name="T1" fmla="*/ 204 h 204"/>
                <a:gd name="T2" fmla="*/ 36 w 72"/>
                <a:gd name="T3" fmla="*/ 204 h 204"/>
                <a:gd name="T4" fmla="*/ 63 w 72"/>
                <a:gd name="T5" fmla="*/ 204 h 204"/>
                <a:gd name="T6" fmla="*/ 71 w 72"/>
                <a:gd name="T7" fmla="*/ 197 h 204"/>
                <a:gd name="T8" fmla="*/ 72 w 72"/>
                <a:gd name="T9" fmla="*/ 192 h 204"/>
                <a:gd name="T10" fmla="*/ 72 w 72"/>
                <a:gd name="T11" fmla="*/ 120 h 204"/>
                <a:gd name="T12" fmla="*/ 52 w 72"/>
                <a:gd name="T13" fmla="*/ 47 h 204"/>
                <a:gd name="T14" fmla="*/ 52 w 72"/>
                <a:gd name="T15" fmla="*/ 12 h 204"/>
                <a:gd name="T16" fmla="*/ 55 w 72"/>
                <a:gd name="T17" fmla="*/ 12 h 204"/>
                <a:gd name="T18" fmla="*/ 61 w 72"/>
                <a:gd name="T19" fmla="*/ 6 h 204"/>
                <a:gd name="T20" fmla="*/ 55 w 72"/>
                <a:gd name="T21" fmla="*/ 0 h 204"/>
                <a:gd name="T22" fmla="*/ 17 w 72"/>
                <a:gd name="T23" fmla="*/ 0 h 204"/>
                <a:gd name="T24" fmla="*/ 11 w 72"/>
                <a:gd name="T25" fmla="*/ 6 h 204"/>
                <a:gd name="T26" fmla="*/ 17 w 72"/>
                <a:gd name="T27" fmla="*/ 12 h 204"/>
                <a:gd name="T28" fmla="*/ 20 w 72"/>
                <a:gd name="T29" fmla="*/ 12 h 204"/>
                <a:gd name="T30" fmla="*/ 20 w 72"/>
                <a:gd name="T31" fmla="*/ 47 h 204"/>
                <a:gd name="T32" fmla="*/ 0 w 72"/>
                <a:gd name="T33" fmla="*/ 120 h 204"/>
                <a:gd name="T34" fmla="*/ 0 w 72"/>
                <a:gd name="T35" fmla="*/ 192 h 204"/>
                <a:gd name="T36" fmla="*/ 1 w 72"/>
                <a:gd name="T37" fmla="*/ 197 h 204"/>
                <a:gd name="T38" fmla="*/ 9 w 72"/>
                <a:gd name="T39" fmla="*/ 204 h 204"/>
                <a:gd name="T40" fmla="*/ 8 w 72"/>
                <a:gd name="T41" fmla="*/ 120 h 204"/>
                <a:gd name="T42" fmla="*/ 16 w 72"/>
                <a:gd name="T43" fmla="*/ 80 h 204"/>
                <a:gd name="T44" fmla="*/ 56 w 72"/>
                <a:gd name="T45" fmla="*/ 80 h 204"/>
                <a:gd name="T46" fmla="*/ 64 w 72"/>
                <a:gd name="T47" fmla="*/ 120 h 204"/>
                <a:gd name="T48" fmla="*/ 64 w 72"/>
                <a:gd name="T49" fmla="*/ 192 h 204"/>
                <a:gd name="T50" fmla="*/ 63 w 72"/>
                <a:gd name="T51" fmla="*/ 192 h 204"/>
                <a:gd name="T52" fmla="*/ 63 w 72"/>
                <a:gd name="T53" fmla="*/ 192 h 204"/>
                <a:gd name="T54" fmla="*/ 36 w 72"/>
                <a:gd name="T55" fmla="*/ 192 h 204"/>
                <a:gd name="T56" fmla="*/ 9 w 72"/>
                <a:gd name="T57" fmla="*/ 192 h 204"/>
                <a:gd name="T58" fmla="*/ 9 w 72"/>
                <a:gd name="T59" fmla="*/ 192 h 204"/>
                <a:gd name="T60" fmla="*/ 8 w 72"/>
                <a:gd name="T61" fmla="*/ 192 h 204"/>
                <a:gd name="T62" fmla="*/ 8 w 72"/>
                <a:gd name="T63" fmla="*/ 12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2" h="204">
                  <a:moveTo>
                    <a:pt x="9" y="204"/>
                  </a:moveTo>
                  <a:cubicBezTo>
                    <a:pt x="22" y="204"/>
                    <a:pt x="36" y="204"/>
                    <a:pt x="36" y="204"/>
                  </a:cubicBezTo>
                  <a:cubicBezTo>
                    <a:pt x="36" y="204"/>
                    <a:pt x="50" y="204"/>
                    <a:pt x="63" y="204"/>
                  </a:cubicBezTo>
                  <a:cubicBezTo>
                    <a:pt x="68" y="204"/>
                    <a:pt x="70" y="200"/>
                    <a:pt x="71" y="197"/>
                  </a:cubicBezTo>
                  <a:cubicBezTo>
                    <a:pt x="72" y="196"/>
                    <a:pt x="72" y="193"/>
                    <a:pt x="72" y="192"/>
                  </a:cubicBezTo>
                  <a:cubicBezTo>
                    <a:pt x="72" y="187"/>
                    <a:pt x="72" y="160"/>
                    <a:pt x="72" y="120"/>
                  </a:cubicBezTo>
                  <a:cubicBezTo>
                    <a:pt x="72" y="90"/>
                    <a:pt x="60" y="60"/>
                    <a:pt x="52" y="47"/>
                  </a:cubicBezTo>
                  <a:cubicBezTo>
                    <a:pt x="52" y="12"/>
                    <a:pt x="52" y="12"/>
                    <a:pt x="52" y="12"/>
                  </a:cubicBezTo>
                  <a:cubicBezTo>
                    <a:pt x="55" y="12"/>
                    <a:pt x="55" y="12"/>
                    <a:pt x="55" y="12"/>
                  </a:cubicBezTo>
                  <a:cubicBezTo>
                    <a:pt x="59" y="12"/>
                    <a:pt x="61" y="9"/>
                    <a:pt x="61" y="6"/>
                  </a:cubicBezTo>
                  <a:cubicBezTo>
                    <a:pt x="61" y="3"/>
                    <a:pt x="59" y="0"/>
                    <a:pt x="55" y="0"/>
                  </a:cubicBezTo>
                  <a:cubicBezTo>
                    <a:pt x="17" y="0"/>
                    <a:pt x="17" y="0"/>
                    <a:pt x="17" y="0"/>
                  </a:cubicBezTo>
                  <a:cubicBezTo>
                    <a:pt x="13" y="0"/>
                    <a:pt x="11" y="3"/>
                    <a:pt x="11" y="6"/>
                  </a:cubicBezTo>
                  <a:cubicBezTo>
                    <a:pt x="11" y="9"/>
                    <a:pt x="13" y="12"/>
                    <a:pt x="17" y="12"/>
                  </a:cubicBezTo>
                  <a:cubicBezTo>
                    <a:pt x="20" y="12"/>
                    <a:pt x="20" y="12"/>
                    <a:pt x="20" y="12"/>
                  </a:cubicBezTo>
                  <a:cubicBezTo>
                    <a:pt x="20" y="47"/>
                    <a:pt x="20" y="47"/>
                    <a:pt x="20" y="47"/>
                  </a:cubicBezTo>
                  <a:cubicBezTo>
                    <a:pt x="12" y="60"/>
                    <a:pt x="0" y="90"/>
                    <a:pt x="0" y="120"/>
                  </a:cubicBezTo>
                  <a:cubicBezTo>
                    <a:pt x="0" y="160"/>
                    <a:pt x="0" y="187"/>
                    <a:pt x="0" y="192"/>
                  </a:cubicBezTo>
                  <a:cubicBezTo>
                    <a:pt x="0" y="193"/>
                    <a:pt x="0" y="196"/>
                    <a:pt x="1" y="197"/>
                  </a:cubicBezTo>
                  <a:cubicBezTo>
                    <a:pt x="2" y="200"/>
                    <a:pt x="4" y="204"/>
                    <a:pt x="9" y="204"/>
                  </a:cubicBezTo>
                  <a:close/>
                  <a:moveTo>
                    <a:pt x="8" y="120"/>
                  </a:moveTo>
                  <a:cubicBezTo>
                    <a:pt x="8" y="105"/>
                    <a:pt x="12" y="92"/>
                    <a:pt x="16" y="80"/>
                  </a:cubicBezTo>
                  <a:cubicBezTo>
                    <a:pt x="56" y="80"/>
                    <a:pt x="56" y="80"/>
                    <a:pt x="56" y="80"/>
                  </a:cubicBezTo>
                  <a:cubicBezTo>
                    <a:pt x="60" y="92"/>
                    <a:pt x="64" y="105"/>
                    <a:pt x="64" y="120"/>
                  </a:cubicBezTo>
                  <a:cubicBezTo>
                    <a:pt x="64" y="192"/>
                    <a:pt x="64" y="192"/>
                    <a:pt x="64" y="192"/>
                  </a:cubicBezTo>
                  <a:cubicBezTo>
                    <a:pt x="64" y="193"/>
                    <a:pt x="63" y="192"/>
                    <a:pt x="63" y="192"/>
                  </a:cubicBezTo>
                  <a:cubicBezTo>
                    <a:pt x="63" y="192"/>
                    <a:pt x="63" y="192"/>
                    <a:pt x="63" y="192"/>
                  </a:cubicBezTo>
                  <a:cubicBezTo>
                    <a:pt x="36" y="192"/>
                    <a:pt x="36" y="192"/>
                    <a:pt x="36" y="192"/>
                  </a:cubicBezTo>
                  <a:cubicBezTo>
                    <a:pt x="9" y="192"/>
                    <a:pt x="9" y="192"/>
                    <a:pt x="9" y="192"/>
                  </a:cubicBezTo>
                  <a:cubicBezTo>
                    <a:pt x="9" y="192"/>
                    <a:pt x="9" y="192"/>
                    <a:pt x="9" y="192"/>
                  </a:cubicBezTo>
                  <a:cubicBezTo>
                    <a:pt x="9" y="192"/>
                    <a:pt x="8" y="193"/>
                    <a:pt x="8" y="192"/>
                  </a:cubicBezTo>
                  <a:lnTo>
                    <a:pt x="8" y="1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5" name="组合 54"/>
          <p:cNvGrpSpPr/>
          <p:nvPr/>
        </p:nvGrpSpPr>
        <p:grpSpPr>
          <a:xfrm>
            <a:off x="3941763" y="2587626"/>
            <a:ext cx="2035175" cy="1517650"/>
            <a:chOff x="3941763" y="2587626"/>
            <a:chExt cx="2035175" cy="1517650"/>
          </a:xfrm>
          <a:solidFill>
            <a:schemeClr val="tx1">
              <a:lumMod val="65000"/>
              <a:lumOff val="35000"/>
            </a:schemeClr>
          </a:solidFill>
        </p:grpSpPr>
        <p:sp>
          <p:nvSpPr>
            <p:cNvPr id="56" name="Freeform 53"/>
            <p:cNvSpPr>
              <a:spLocks/>
            </p:cNvSpPr>
            <p:nvPr/>
          </p:nvSpPr>
          <p:spPr bwMode="auto">
            <a:xfrm>
              <a:off x="5795963" y="3362326"/>
              <a:ext cx="1588" cy="1588"/>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54"/>
            <p:cNvSpPr>
              <a:spLocks noEditPoints="1"/>
            </p:cNvSpPr>
            <p:nvPr/>
          </p:nvSpPr>
          <p:spPr bwMode="auto">
            <a:xfrm>
              <a:off x="5113338" y="2919413"/>
              <a:ext cx="825500" cy="1185863"/>
            </a:xfrm>
            <a:custGeom>
              <a:avLst/>
              <a:gdLst>
                <a:gd name="T0" fmla="*/ 304 w 514"/>
                <a:gd name="T1" fmla="*/ 76 h 739"/>
                <a:gd name="T2" fmla="*/ 345 w 514"/>
                <a:gd name="T3" fmla="*/ 35 h 739"/>
                <a:gd name="T4" fmla="*/ 346 w 514"/>
                <a:gd name="T5" fmla="*/ 35 h 739"/>
                <a:gd name="T6" fmla="*/ 387 w 514"/>
                <a:gd name="T7" fmla="*/ 77 h 739"/>
                <a:gd name="T8" fmla="*/ 404 w 514"/>
                <a:gd name="T9" fmla="*/ 142 h 739"/>
                <a:gd name="T10" fmla="*/ 409 w 514"/>
                <a:gd name="T11" fmla="*/ 115 h 739"/>
                <a:gd name="T12" fmla="*/ 412 w 514"/>
                <a:gd name="T13" fmla="*/ 156 h 739"/>
                <a:gd name="T14" fmla="*/ 446 w 514"/>
                <a:gd name="T15" fmla="*/ 192 h 739"/>
                <a:gd name="T16" fmla="*/ 411 w 514"/>
                <a:gd name="T17" fmla="*/ 40 h 739"/>
                <a:gd name="T18" fmla="*/ 375 w 514"/>
                <a:gd name="T19" fmla="*/ 3 h 739"/>
                <a:gd name="T20" fmla="*/ 346 w 514"/>
                <a:gd name="T21" fmla="*/ 2 h 739"/>
                <a:gd name="T22" fmla="*/ 341 w 514"/>
                <a:gd name="T23" fmla="*/ 2 h 739"/>
                <a:gd name="T24" fmla="*/ 135 w 514"/>
                <a:gd name="T25" fmla="*/ 265 h 739"/>
                <a:gd name="T26" fmla="*/ 105 w 514"/>
                <a:gd name="T27" fmla="*/ 254 h 739"/>
                <a:gd name="T28" fmla="*/ 92 w 514"/>
                <a:gd name="T29" fmla="*/ 291 h 739"/>
                <a:gd name="T30" fmla="*/ 53 w 514"/>
                <a:gd name="T31" fmla="*/ 277 h 739"/>
                <a:gd name="T32" fmla="*/ 0 w 514"/>
                <a:gd name="T33" fmla="*/ 430 h 739"/>
                <a:gd name="T34" fmla="*/ 196 w 514"/>
                <a:gd name="T35" fmla="*/ 498 h 739"/>
                <a:gd name="T36" fmla="*/ 249 w 514"/>
                <a:gd name="T37" fmla="*/ 345 h 739"/>
                <a:gd name="T38" fmla="*/ 210 w 514"/>
                <a:gd name="T39" fmla="*/ 331 h 739"/>
                <a:gd name="T40" fmla="*/ 222 w 514"/>
                <a:gd name="T41" fmla="*/ 295 h 739"/>
                <a:gd name="T42" fmla="*/ 195 w 514"/>
                <a:gd name="T43" fmla="*/ 285 h 739"/>
                <a:gd name="T44" fmla="*/ 197 w 514"/>
                <a:gd name="T45" fmla="*/ 278 h 739"/>
                <a:gd name="T46" fmla="*/ 252 w 514"/>
                <a:gd name="T47" fmla="*/ 139 h 739"/>
                <a:gd name="T48" fmla="*/ 248 w 514"/>
                <a:gd name="T49" fmla="*/ 293 h 739"/>
                <a:gd name="T50" fmla="*/ 285 w 514"/>
                <a:gd name="T51" fmla="*/ 353 h 739"/>
                <a:gd name="T52" fmla="*/ 182 w 514"/>
                <a:gd name="T53" fmla="*/ 644 h 739"/>
                <a:gd name="T54" fmla="*/ 175 w 514"/>
                <a:gd name="T55" fmla="*/ 714 h 739"/>
                <a:gd name="T56" fmla="*/ 246 w 514"/>
                <a:gd name="T57" fmla="*/ 721 h 739"/>
                <a:gd name="T58" fmla="*/ 379 w 514"/>
                <a:gd name="T59" fmla="*/ 510 h 739"/>
                <a:gd name="T60" fmla="*/ 412 w 514"/>
                <a:gd name="T61" fmla="*/ 686 h 739"/>
                <a:gd name="T62" fmla="*/ 462 w 514"/>
                <a:gd name="T63" fmla="*/ 732 h 739"/>
                <a:gd name="T64" fmla="*/ 466 w 514"/>
                <a:gd name="T65" fmla="*/ 732 h 739"/>
                <a:gd name="T66" fmla="*/ 512 w 514"/>
                <a:gd name="T67" fmla="*/ 679 h 739"/>
                <a:gd name="T68" fmla="*/ 391 w 514"/>
                <a:gd name="T69" fmla="*/ 302 h 739"/>
                <a:gd name="T70" fmla="*/ 389 w 514"/>
                <a:gd name="T71" fmla="*/ 252 h 739"/>
                <a:gd name="T72" fmla="*/ 304 w 514"/>
                <a:gd name="T73" fmla="*/ 76 h 739"/>
                <a:gd name="T74" fmla="*/ 193 w 514"/>
                <a:gd name="T75" fmla="*/ 326 h 739"/>
                <a:gd name="T76" fmla="*/ 109 w 514"/>
                <a:gd name="T77" fmla="*/ 297 h 739"/>
                <a:gd name="T78" fmla="*/ 116 w 514"/>
                <a:gd name="T79" fmla="*/ 277 h 739"/>
                <a:gd name="T80" fmla="*/ 136 w 514"/>
                <a:gd name="T81" fmla="*/ 284 h 739"/>
                <a:gd name="T82" fmla="*/ 160 w 514"/>
                <a:gd name="T83" fmla="*/ 304 h 739"/>
                <a:gd name="T84" fmla="*/ 166 w 514"/>
                <a:gd name="T85" fmla="*/ 304 h 739"/>
                <a:gd name="T86" fmla="*/ 182 w 514"/>
                <a:gd name="T87" fmla="*/ 300 h 739"/>
                <a:gd name="T88" fmla="*/ 199 w 514"/>
                <a:gd name="T89" fmla="*/ 306 h 739"/>
                <a:gd name="T90" fmla="*/ 193 w 514"/>
                <a:gd name="T91" fmla="*/ 326 h 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14" h="739">
                  <a:moveTo>
                    <a:pt x="304" y="76"/>
                  </a:moveTo>
                  <a:cubicBezTo>
                    <a:pt x="305" y="53"/>
                    <a:pt x="323" y="35"/>
                    <a:pt x="345" y="35"/>
                  </a:cubicBezTo>
                  <a:cubicBezTo>
                    <a:pt x="346" y="35"/>
                    <a:pt x="346" y="35"/>
                    <a:pt x="346" y="35"/>
                  </a:cubicBezTo>
                  <a:cubicBezTo>
                    <a:pt x="369" y="36"/>
                    <a:pt x="387" y="54"/>
                    <a:pt x="387" y="77"/>
                  </a:cubicBezTo>
                  <a:cubicBezTo>
                    <a:pt x="387" y="79"/>
                    <a:pt x="387" y="109"/>
                    <a:pt x="404" y="142"/>
                  </a:cubicBezTo>
                  <a:cubicBezTo>
                    <a:pt x="406" y="133"/>
                    <a:pt x="407" y="123"/>
                    <a:pt x="409" y="115"/>
                  </a:cubicBezTo>
                  <a:cubicBezTo>
                    <a:pt x="411" y="129"/>
                    <a:pt x="412" y="142"/>
                    <a:pt x="412" y="156"/>
                  </a:cubicBezTo>
                  <a:cubicBezTo>
                    <a:pt x="420" y="169"/>
                    <a:pt x="432" y="181"/>
                    <a:pt x="446" y="192"/>
                  </a:cubicBezTo>
                  <a:cubicBezTo>
                    <a:pt x="440" y="139"/>
                    <a:pt x="425" y="70"/>
                    <a:pt x="411" y="40"/>
                  </a:cubicBezTo>
                  <a:cubicBezTo>
                    <a:pt x="405" y="22"/>
                    <a:pt x="392" y="7"/>
                    <a:pt x="375" y="3"/>
                  </a:cubicBezTo>
                  <a:cubicBezTo>
                    <a:pt x="366" y="1"/>
                    <a:pt x="356" y="0"/>
                    <a:pt x="346" y="2"/>
                  </a:cubicBezTo>
                  <a:cubicBezTo>
                    <a:pt x="344" y="2"/>
                    <a:pt x="343" y="2"/>
                    <a:pt x="341" y="2"/>
                  </a:cubicBezTo>
                  <a:cubicBezTo>
                    <a:pt x="334" y="4"/>
                    <a:pt x="175" y="36"/>
                    <a:pt x="135" y="265"/>
                  </a:cubicBezTo>
                  <a:cubicBezTo>
                    <a:pt x="105" y="254"/>
                    <a:pt x="105" y="254"/>
                    <a:pt x="105" y="254"/>
                  </a:cubicBezTo>
                  <a:cubicBezTo>
                    <a:pt x="92" y="291"/>
                    <a:pt x="92" y="291"/>
                    <a:pt x="92" y="291"/>
                  </a:cubicBezTo>
                  <a:cubicBezTo>
                    <a:pt x="53" y="277"/>
                    <a:pt x="53" y="277"/>
                    <a:pt x="53" y="277"/>
                  </a:cubicBezTo>
                  <a:cubicBezTo>
                    <a:pt x="0" y="430"/>
                    <a:pt x="0" y="430"/>
                    <a:pt x="0" y="430"/>
                  </a:cubicBezTo>
                  <a:cubicBezTo>
                    <a:pt x="196" y="498"/>
                    <a:pt x="196" y="498"/>
                    <a:pt x="196" y="498"/>
                  </a:cubicBezTo>
                  <a:cubicBezTo>
                    <a:pt x="249" y="345"/>
                    <a:pt x="249" y="345"/>
                    <a:pt x="249" y="345"/>
                  </a:cubicBezTo>
                  <a:cubicBezTo>
                    <a:pt x="210" y="331"/>
                    <a:pt x="210" y="331"/>
                    <a:pt x="210" y="331"/>
                  </a:cubicBezTo>
                  <a:cubicBezTo>
                    <a:pt x="222" y="295"/>
                    <a:pt x="222" y="295"/>
                    <a:pt x="222" y="295"/>
                  </a:cubicBezTo>
                  <a:cubicBezTo>
                    <a:pt x="195" y="285"/>
                    <a:pt x="195" y="285"/>
                    <a:pt x="195" y="285"/>
                  </a:cubicBezTo>
                  <a:cubicBezTo>
                    <a:pt x="196" y="283"/>
                    <a:pt x="197" y="281"/>
                    <a:pt x="197" y="278"/>
                  </a:cubicBezTo>
                  <a:cubicBezTo>
                    <a:pt x="208" y="215"/>
                    <a:pt x="229" y="170"/>
                    <a:pt x="252" y="139"/>
                  </a:cubicBezTo>
                  <a:cubicBezTo>
                    <a:pt x="242" y="187"/>
                    <a:pt x="241" y="232"/>
                    <a:pt x="248" y="293"/>
                  </a:cubicBezTo>
                  <a:cubicBezTo>
                    <a:pt x="254" y="325"/>
                    <a:pt x="268" y="343"/>
                    <a:pt x="285" y="353"/>
                  </a:cubicBezTo>
                  <a:cubicBezTo>
                    <a:pt x="297" y="419"/>
                    <a:pt x="299" y="547"/>
                    <a:pt x="182" y="644"/>
                  </a:cubicBezTo>
                  <a:cubicBezTo>
                    <a:pt x="161" y="661"/>
                    <a:pt x="158" y="693"/>
                    <a:pt x="175" y="714"/>
                  </a:cubicBezTo>
                  <a:cubicBezTo>
                    <a:pt x="193" y="736"/>
                    <a:pt x="224" y="739"/>
                    <a:pt x="246" y="721"/>
                  </a:cubicBezTo>
                  <a:cubicBezTo>
                    <a:pt x="314" y="665"/>
                    <a:pt x="359" y="593"/>
                    <a:pt x="379" y="510"/>
                  </a:cubicBezTo>
                  <a:cubicBezTo>
                    <a:pt x="394" y="559"/>
                    <a:pt x="407" y="618"/>
                    <a:pt x="412" y="686"/>
                  </a:cubicBezTo>
                  <a:cubicBezTo>
                    <a:pt x="414" y="712"/>
                    <a:pt x="436" y="732"/>
                    <a:pt x="462" y="732"/>
                  </a:cubicBezTo>
                  <a:cubicBezTo>
                    <a:pt x="463" y="732"/>
                    <a:pt x="464" y="732"/>
                    <a:pt x="466" y="732"/>
                  </a:cubicBezTo>
                  <a:cubicBezTo>
                    <a:pt x="493" y="730"/>
                    <a:pt x="514" y="706"/>
                    <a:pt x="512" y="679"/>
                  </a:cubicBezTo>
                  <a:cubicBezTo>
                    <a:pt x="497" y="488"/>
                    <a:pt x="432" y="363"/>
                    <a:pt x="391" y="302"/>
                  </a:cubicBezTo>
                  <a:cubicBezTo>
                    <a:pt x="389" y="286"/>
                    <a:pt x="389" y="269"/>
                    <a:pt x="389" y="252"/>
                  </a:cubicBezTo>
                  <a:cubicBezTo>
                    <a:pt x="323" y="198"/>
                    <a:pt x="304" y="120"/>
                    <a:pt x="304" y="76"/>
                  </a:cubicBezTo>
                  <a:close/>
                  <a:moveTo>
                    <a:pt x="193" y="326"/>
                  </a:moveTo>
                  <a:cubicBezTo>
                    <a:pt x="109" y="297"/>
                    <a:pt x="109" y="297"/>
                    <a:pt x="109" y="297"/>
                  </a:cubicBezTo>
                  <a:cubicBezTo>
                    <a:pt x="116" y="277"/>
                    <a:pt x="116" y="277"/>
                    <a:pt x="116" y="277"/>
                  </a:cubicBezTo>
                  <a:cubicBezTo>
                    <a:pt x="136" y="284"/>
                    <a:pt x="136" y="284"/>
                    <a:pt x="136" y="284"/>
                  </a:cubicBezTo>
                  <a:cubicBezTo>
                    <a:pt x="140" y="294"/>
                    <a:pt x="149" y="302"/>
                    <a:pt x="160" y="304"/>
                  </a:cubicBezTo>
                  <a:cubicBezTo>
                    <a:pt x="162" y="304"/>
                    <a:pt x="164" y="304"/>
                    <a:pt x="166" y="304"/>
                  </a:cubicBezTo>
                  <a:cubicBezTo>
                    <a:pt x="172" y="304"/>
                    <a:pt x="177" y="303"/>
                    <a:pt x="182" y="300"/>
                  </a:cubicBezTo>
                  <a:cubicBezTo>
                    <a:pt x="199" y="306"/>
                    <a:pt x="199" y="306"/>
                    <a:pt x="199" y="306"/>
                  </a:cubicBezTo>
                  <a:lnTo>
                    <a:pt x="193" y="3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55"/>
            <p:cNvSpPr>
              <a:spLocks/>
            </p:cNvSpPr>
            <p:nvPr/>
          </p:nvSpPr>
          <p:spPr bwMode="auto">
            <a:xfrm>
              <a:off x="5616575" y="2990851"/>
              <a:ext cx="360363" cy="400050"/>
            </a:xfrm>
            <a:custGeom>
              <a:avLst/>
              <a:gdLst>
                <a:gd name="T0" fmla="*/ 197 w 225"/>
                <a:gd name="T1" fmla="*/ 187 h 250"/>
                <a:gd name="T2" fmla="*/ 65 w 225"/>
                <a:gd name="T3" fmla="*/ 33 h 250"/>
                <a:gd name="T4" fmla="*/ 33 w 225"/>
                <a:gd name="T5" fmla="*/ 0 h 250"/>
                <a:gd name="T6" fmla="*/ 1 w 225"/>
                <a:gd name="T7" fmla="*/ 32 h 250"/>
                <a:gd name="T8" fmla="*/ 183 w 225"/>
                <a:gd name="T9" fmla="*/ 249 h 250"/>
                <a:gd name="T10" fmla="*/ 190 w 225"/>
                <a:gd name="T11" fmla="*/ 250 h 250"/>
                <a:gd name="T12" fmla="*/ 221 w 225"/>
                <a:gd name="T13" fmla="*/ 225 h 250"/>
                <a:gd name="T14" fmla="*/ 197 w 225"/>
                <a:gd name="T15" fmla="*/ 187 h 2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5" h="250">
                  <a:moveTo>
                    <a:pt x="197" y="187"/>
                  </a:moveTo>
                  <a:cubicBezTo>
                    <a:pt x="66" y="156"/>
                    <a:pt x="65" y="38"/>
                    <a:pt x="65" y="33"/>
                  </a:cubicBezTo>
                  <a:cubicBezTo>
                    <a:pt x="65" y="15"/>
                    <a:pt x="51" y="1"/>
                    <a:pt x="33" y="0"/>
                  </a:cubicBezTo>
                  <a:cubicBezTo>
                    <a:pt x="15" y="0"/>
                    <a:pt x="1" y="14"/>
                    <a:pt x="1" y="32"/>
                  </a:cubicBezTo>
                  <a:cubicBezTo>
                    <a:pt x="0" y="92"/>
                    <a:pt x="36" y="215"/>
                    <a:pt x="183" y="249"/>
                  </a:cubicBezTo>
                  <a:cubicBezTo>
                    <a:pt x="185" y="250"/>
                    <a:pt x="188" y="250"/>
                    <a:pt x="190" y="250"/>
                  </a:cubicBezTo>
                  <a:cubicBezTo>
                    <a:pt x="205" y="250"/>
                    <a:pt x="218" y="240"/>
                    <a:pt x="221" y="225"/>
                  </a:cubicBezTo>
                  <a:cubicBezTo>
                    <a:pt x="225" y="208"/>
                    <a:pt x="214" y="191"/>
                    <a:pt x="197" y="1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Oval 56"/>
            <p:cNvSpPr>
              <a:spLocks noChangeArrowheads="1"/>
            </p:cNvSpPr>
            <p:nvPr/>
          </p:nvSpPr>
          <p:spPr bwMode="auto">
            <a:xfrm>
              <a:off x="5678488" y="2625726"/>
              <a:ext cx="288925" cy="2889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57"/>
            <p:cNvSpPr>
              <a:spLocks/>
            </p:cNvSpPr>
            <p:nvPr/>
          </p:nvSpPr>
          <p:spPr bwMode="auto">
            <a:xfrm>
              <a:off x="4157663" y="3649663"/>
              <a:ext cx="180975" cy="433388"/>
            </a:xfrm>
            <a:custGeom>
              <a:avLst/>
              <a:gdLst>
                <a:gd name="T0" fmla="*/ 110 w 113"/>
                <a:gd name="T1" fmla="*/ 225 h 270"/>
                <a:gd name="T2" fmla="*/ 79 w 113"/>
                <a:gd name="T3" fmla="*/ 0 h 270"/>
                <a:gd name="T4" fmla="*/ 0 w 113"/>
                <a:gd name="T5" fmla="*/ 13 h 270"/>
                <a:gd name="T6" fmla="*/ 31 w 113"/>
                <a:gd name="T7" fmla="*/ 236 h 270"/>
                <a:gd name="T8" fmla="*/ 70 w 113"/>
                <a:gd name="T9" fmla="*/ 270 h 270"/>
                <a:gd name="T10" fmla="*/ 76 w 113"/>
                <a:gd name="T11" fmla="*/ 270 h 270"/>
                <a:gd name="T12" fmla="*/ 110 w 113"/>
                <a:gd name="T13" fmla="*/ 225 h 270"/>
              </a:gdLst>
              <a:ahLst/>
              <a:cxnLst>
                <a:cxn ang="0">
                  <a:pos x="T0" y="T1"/>
                </a:cxn>
                <a:cxn ang="0">
                  <a:pos x="T2" y="T3"/>
                </a:cxn>
                <a:cxn ang="0">
                  <a:pos x="T4" y="T5"/>
                </a:cxn>
                <a:cxn ang="0">
                  <a:pos x="T6" y="T7"/>
                </a:cxn>
                <a:cxn ang="0">
                  <a:pos x="T8" y="T9"/>
                </a:cxn>
                <a:cxn ang="0">
                  <a:pos x="T10" y="T11"/>
                </a:cxn>
                <a:cxn ang="0">
                  <a:pos x="T12" y="T13"/>
                </a:cxn>
              </a:cxnLst>
              <a:rect l="0" t="0" r="r" b="b"/>
              <a:pathLst>
                <a:path w="113" h="270">
                  <a:moveTo>
                    <a:pt x="110" y="225"/>
                  </a:moveTo>
                  <a:cubicBezTo>
                    <a:pt x="79" y="0"/>
                    <a:pt x="79" y="0"/>
                    <a:pt x="79" y="0"/>
                  </a:cubicBezTo>
                  <a:cubicBezTo>
                    <a:pt x="52" y="7"/>
                    <a:pt x="26" y="11"/>
                    <a:pt x="0" y="13"/>
                  </a:cubicBezTo>
                  <a:cubicBezTo>
                    <a:pt x="31" y="236"/>
                    <a:pt x="31" y="236"/>
                    <a:pt x="31" y="236"/>
                  </a:cubicBezTo>
                  <a:cubicBezTo>
                    <a:pt x="34" y="256"/>
                    <a:pt x="51" y="270"/>
                    <a:pt x="70" y="270"/>
                  </a:cubicBezTo>
                  <a:cubicBezTo>
                    <a:pt x="72" y="270"/>
                    <a:pt x="74" y="270"/>
                    <a:pt x="76" y="270"/>
                  </a:cubicBezTo>
                  <a:cubicBezTo>
                    <a:pt x="98" y="267"/>
                    <a:pt x="113" y="247"/>
                    <a:pt x="110" y="2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58"/>
            <p:cNvSpPr>
              <a:spLocks/>
            </p:cNvSpPr>
            <p:nvPr/>
          </p:nvSpPr>
          <p:spPr bwMode="auto">
            <a:xfrm>
              <a:off x="3941763" y="2884488"/>
              <a:ext cx="550863" cy="844550"/>
            </a:xfrm>
            <a:custGeom>
              <a:avLst/>
              <a:gdLst>
                <a:gd name="T0" fmla="*/ 344 w 344"/>
                <a:gd name="T1" fmla="*/ 411 h 527"/>
                <a:gd name="T2" fmla="*/ 257 w 344"/>
                <a:gd name="T3" fmla="*/ 119 h 527"/>
                <a:gd name="T4" fmla="*/ 175 w 344"/>
                <a:gd name="T5" fmla="*/ 125 h 527"/>
                <a:gd name="T6" fmla="*/ 172 w 344"/>
                <a:gd name="T7" fmla="*/ 126 h 527"/>
                <a:gd name="T8" fmla="*/ 135 w 344"/>
                <a:gd name="T9" fmla="*/ 91 h 527"/>
                <a:gd name="T10" fmla="*/ 169 w 344"/>
                <a:gd name="T11" fmla="*/ 51 h 527"/>
                <a:gd name="T12" fmla="*/ 228 w 344"/>
                <a:gd name="T13" fmla="*/ 46 h 527"/>
                <a:gd name="T14" fmla="*/ 170 w 344"/>
                <a:gd name="T15" fmla="*/ 21 h 527"/>
                <a:gd name="T16" fmla="*/ 0 w 344"/>
                <a:gd name="T17" fmla="*/ 460 h 527"/>
                <a:gd name="T18" fmla="*/ 344 w 344"/>
                <a:gd name="T19" fmla="*/ 411 h 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4" h="527">
                  <a:moveTo>
                    <a:pt x="344" y="411"/>
                  </a:moveTo>
                  <a:cubicBezTo>
                    <a:pt x="265" y="298"/>
                    <a:pt x="268" y="192"/>
                    <a:pt x="257" y="119"/>
                  </a:cubicBezTo>
                  <a:cubicBezTo>
                    <a:pt x="175" y="125"/>
                    <a:pt x="175" y="125"/>
                    <a:pt x="175" y="125"/>
                  </a:cubicBezTo>
                  <a:cubicBezTo>
                    <a:pt x="174" y="125"/>
                    <a:pt x="173" y="126"/>
                    <a:pt x="172" y="126"/>
                  </a:cubicBezTo>
                  <a:cubicBezTo>
                    <a:pt x="153" y="126"/>
                    <a:pt x="136" y="111"/>
                    <a:pt x="135" y="91"/>
                  </a:cubicBezTo>
                  <a:cubicBezTo>
                    <a:pt x="133" y="71"/>
                    <a:pt x="149" y="53"/>
                    <a:pt x="169" y="51"/>
                  </a:cubicBezTo>
                  <a:cubicBezTo>
                    <a:pt x="228" y="46"/>
                    <a:pt x="228" y="46"/>
                    <a:pt x="228" y="46"/>
                  </a:cubicBezTo>
                  <a:cubicBezTo>
                    <a:pt x="216" y="33"/>
                    <a:pt x="197" y="24"/>
                    <a:pt x="170" y="21"/>
                  </a:cubicBezTo>
                  <a:cubicBezTo>
                    <a:pt x="8" y="0"/>
                    <a:pt x="0" y="460"/>
                    <a:pt x="0" y="460"/>
                  </a:cubicBezTo>
                  <a:cubicBezTo>
                    <a:pt x="0" y="460"/>
                    <a:pt x="132" y="527"/>
                    <a:pt x="344" y="4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59"/>
            <p:cNvSpPr>
              <a:spLocks/>
            </p:cNvSpPr>
            <p:nvPr/>
          </p:nvSpPr>
          <p:spPr bwMode="auto">
            <a:xfrm>
              <a:off x="4111625" y="2587626"/>
              <a:ext cx="312738" cy="312738"/>
            </a:xfrm>
            <a:custGeom>
              <a:avLst/>
              <a:gdLst>
                <a:gd name="T0" fmla="*/ 113 w 195"/>
                <a:gd name="T1" fmla="*/ 186 h 195"/>
                <a:gd name="T2" fmla="*/ 186 w 195"/>
                <a:gd name="T3" fmla="*/ 82 h 195"/>
                <a:gd name="T4" fmla="*/ 81 w 195"/>
                <a:gd name="T5" fmla="*/ 9 h 195"/>
                <a:gd name="T6" fmla="*/ 9 w 195"/>
                <a:gd name="T7" fmla="*/ 114 h 195"/>
                <a:gd name="T8" fmla="*/ 113 w 195"/>
                <a:gd name="T9" fmla="*/ 186 h 195"/>
              </a:gdLst>
              <a:ahLst/>
              <a:cxnLst>
                <a:cxn ang="0">
                  <a:pos x="T0" y="T1"/>
                </a:cxn>
                <a:cxn ang="0">
                  <a:pos x="T2" y="T3"/>
                </a:cxn>
                <a:cxn ang="0">
                  <a:pos x="T4" y="T5"/>
                </a:cxn>
                <a:cxn ang="0">
                  <a:pos x="T6" y="T7"/>
                </a:cxn>
                <a:cxn ang="0">
                  <a:pos x="T8" y="T9"/>
                </a:cxn>
              </a:cxnLst>
              <a:rect l="0" t="0" r="r" b="b"/>
              <a:pathLst>
                <a:path w="195" h="195">
                  <a:moveTo>
                    <a:pt x="113" y="186"/>
                  </a:moveTo>
                  <a:cubicBezTo>
                    <a:pt x="162" y="177"/>
                    <a:pt x="195" y="131"/>
                    <a:pt x="186" y="82"/>
                  </a:cubicBezTo>
                  <a:cubicBezTo>
                    <a:pt x="177" y="33"/>
                    <a:pt x="130" y="0"/>
                    <a:pt x="81" y="9"/>
                  </a:cubicBezTo>
                  <a:cubicBezTo>
                    <a:pt x="32" y="18"/>
                    <a:pt x="0" y="65"/>
                    <a:pt x="9" y="114"/>
                  </a:cubicBezTo>
                  <a:cubicBezTo>
                    <a:pt x="18" y="163"/>
                    <a:pt x="64" y="195"/>
                    <a:pt x="113" y="1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60"/>
            <p:cNvSpPr>
              <a:spLocks/>
            </p:cNvSpPr>
            <p:nvPr/>
          </p:nvSpPr>
          <p:spPr bwMode="auto">
            <a:xfrm>
              <a:off x="4170363" y="2705101"/>
              <a:ext cx="415925" cy="365125"/>
            </a:xfrm>
            <a:custGeom>
              <a:avLst/>
              <a:gdLst>
                <a:gd name="T0" fmla="*/ 27 w 259"/>
                <a:gd name="T1" fmla="*/ 172 h 228"/>
                <a:gd name="T2" fmla="*/ 1 w 259"/>
                <a:gd name="T3" fmla="*/ 203 h 228"/>
                <a:gd name="T4" fmla="*/ 29 w 259"/>
                <a:gd name="T5" fmla="*/ 228 h 228"/>
                <a:gd name="T6" fmla="*/ 31 w 259"/>
                <a:gd name="T7" fmla="*/ 228 h 228"/>
                <a:gd name="T8" fmla="*/ 192 w 259"/>
                <a:gd name="T9" fmla="*/ 215 h 228"/>
                <a:gd name="T10" fmla="*/ 217 w 259"/>
                <a:gd name="T11" fmla="*/ 194 h 228"/>
                <a:gd name="T12" fmla="*/ 255 w 259"/>
                <a:gd name="T13" fmla="*/ 38 h 228"/>
                <a:gd name="T14" fmla="*/ 235 w 259"/>
                <a:gd name="T15" fmla="*/ 4 h 228"/>
                <a:gd name="T16" fmla="*/ 201 w 259"/>
                <a:gd name="T17" fmla="*/ 25 h 228"/>
                <a:gd name="T18" fmla="*/ 167 w 259"/>
                <a:gd name="T19" fmla="*/ 161 h 228"/>
                <a:gd name="T20" fmla="*/ 27 w 259"/>
                <a:gd name="T21" fmla="*/ 172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9" h="228">
                  <a:moveTo>
                    <a:pt x="27" y="172"/>
                  </a:moveTo>
                  <a:cubicBezTo>
                    <a:pt x="11" y="174"/>
                    <a:pt x="0" y="187"/>
                    <a:pt x="1" y="203"/>
                  </a:cubicBezTo>
                  <a:cubicBezTo>
                    <a:pt x="2" y="217"/>
                    <a:pt x="15" y="228"/>
                    <a:pt x="29" y="228"/>
                  </a:cubicBezTo>
                  <a:cubicBezTo>
                    <a:pt x="30" y="228"/>
                    <a:pt x="31" y="228"/>
                    <a:pt x="31" y="228"/>
                  </a:cubicBezTo>
                  <a:cubicBezTo>
                    <a:pt x="192" y="215"/>
                    <a:pt x="192" y="215"/>
                    <a:pt x="192" y="215"/>
                  </a:cubicBezTo>
                  <a:cubicBezTo>
                    <a:pt x="204" y="214"/>
                    <a:pt x="214" y="206"/>
                    <a:pt x="217" y="194"/>
                  </a:cubicBezTo>
                  <a:cubicBezTo>
                    <a:pt x="255" y="38"/>
                    <a:pt x="255" y="38"/>
                    <a:pt x="255" y="38"/>
                  </a:cubicBezTo>
                  <a:cubicBezTo>
                    <a:pt x="259" y="23"/>
                    <a:pt x="250" y="8"/>
                    <a:pt x="235" y="4"/>
                  </a:cubicBezTo>
                  <a:cubicBezTo>
                    <a:pt x="220" y="0"/>
                    <a:pt x="205" y="10"/>
                    <a:pt x="201" y="25"/>
                  </a:cubicBezTo>
                  <a:cubicBezTo>
                    <a:pt x="167" y="161"/>
                    <a:pt x="167" y="161"/>
                    <a:pt x="167" y="161"/>
                  </a:cubicBezTo>
                  <a:lnTo>
                    <a:pt x="27" y="1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61"/>
            <p:cNvSpPr>
              <a:spLocks/>
            </p:cNvSpPr>
            <p:nvPr/>
          </p:nvSpPr>
          <p:spPr bwMode="auto">
            <a:xfrm>
              <a:off x="4576763" y="3349626"/>
              <a:ext cx="222250" cy="222250"/>
            </a:xfrm>
            <a:custGeom>
              <a:avLst/>
              <a:gdLst>
                <a:gd name="T0" fmla="*/ 13 w 139"/>
                <a:gd name="T1" fmla="*/ 45 h 139"/>
                <a:gd name="T2" fmla="*/ 45 w 139"/>
                <a:gd name="T3" fmla="*/ 126 h 139"/>
                <a:gd name="T4" fmla="*/ 126 w 139"/>
                <a:gd name="T5" fmla="*/ 94 h 139"/>
                <a:gd name="T6" fmla="*/ 94 w 139"/>
                <a:gd name="T7" fmla="*/ 14 h 139"/>
                <a:gd name="T8" fmla="*/ 13 w 139"/>
                <a:gd name="T9" fmla="*/ 45 h 139"/>
              </a:gdLst>
              <a:ahLst/>
              <a:cxnLst>
                <a:cxn ang="0">
                  <a:pos x="T0" y="T1"/>
                </a:cxn>
                <a:cxn ang="0">
                  <a:pos x="T2" y="T3"/>
                </a:cxn>
                <a:cxn ang="0">
                  <a:pos x="T4" y="T5"/>
                </a:cxn>
                <a:cxn ang="0">
                  <a:pos x="T6" y="T7"/>
                </a:cxn>
                <a:cxn ang="0">
                  <a:pos x="T8" y="T9"/>
                </a:cxn>
              </a:cxnLst>
              <a:rect l="0" t="0" r="r" b="b"/>
              <a:pathLst>
                <a:path w="139" h="139">
                  <a:moveTo>
                    <a:pt x="13" y="45"/>
                  </a:moveTo>
                  <a:cubicBezTo>
                    <a:pt x="0" y="76"/>
                    <a:pt x="14" y="112"/>
                    <a:pt x="45" y="126"/>
                  </a:cubicBezTo>
                  <a:cubicBezTo>
                    <a:pt x="76" y="139"/>
                    <a:pt x="112" y="125"/>
                    <a:pt x="126" y="94"/>
                  </a:cubicBezTo>
                  <a:cubicBezTo>
                    <a:pt x="139" y="63"/>
                    <a:pt x="125" y="27"/>
                    <a:pt x="94" y="14"/>
                  </a:cubicBezTo>
                  <a:cubicBezTo>
                    <a:pt x="63" y="0"/>
                    <a:pt x="27" y="14"/>
                    <a:pt x="13"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62"/>
            <p:cNvSpPr>
              <a:spLocks/>
            </p:cNvSpPr>
            <p:nvPr/>
          </p:nvSpPr>
          <p:spPr bwMode="auto">
            <a:xfrm>
              <a:off x="4478338" y="3509963"/>
              <a:ext cx="414338" cy="573088"/>
            </a:xfrm>
            <a:custGeom>
              <a:avLst/>
              <a:gdLst>
                <a:gd name="T0" fmla="*/ 86 w 258"/>
                <a:gd name="T1" fmla="*/ 357 h 357"/>
                <a:gd name="T2" fmla="*/ 116 w 258"/>
                <a:gd name="T3" fmla="*/ 327 h 357"/>
                <a:gd name="T4" fmla="*/ 116 w 258"/>
                <a:gd name="T5" fmla="*/ 194 h 357"/>
                <a:gd name="T6" fmla="*/ 118 w 258"/>
                <a:gd name="T7" fmla="*/ 190 h 357"/>
                <a:gd name="T8" fmla="*/ 150 w 258"/>
                <a:gd name="T9" fmla="*/ 119 h 357"/>
                <a:gd name="T10" fmla="*/ 153 w 258"/>
                <a:gd name="T11" fmla="*/ 111 h 357"/>
                <a:gd name="T12" fmla="*/ 243 w 258"/>
                <a:gd name="T13" fmla="*/ 51 h 357"/>
                <a:gd name="T14" fmla="*/ 250 w 258"/>
                <a:gd name="T15" fmla="*/ 15 h 357"/>
                <a:gd name="T16" fmla="*/ 214 w 258"/>
                <a:gd name="T17" fmla="*/ 8 h 357"/>
                <a:gd name="T18" fmla="*/ 141 w 258"/>
                <a:gd name="T19" fmla="*/ 57 h 357"/>
                <a:gd name="T20" fmla="*/ 121 w 258"/>
                <a:gd name="T21" fmla="*/ 43 h 357"/>
                <a:gd name="T22" fmla="*/ 45 w 258"/>
                <a:gd name="T23" fmla="*/ 72 h 357"/>
                <a:gd name="T24" fmla="*/ 13 w 258"/>
                <a:gd name="T25" fmla="*/ 143 h 357"/>
                <a:gd name="T26" fmla="*/ 42 w 258"/>
                <a:gd name="T27" fmla="*/ 219 h 357"/>
                <a:gd name="T28" fmla="*/ 56 w 258"/>
                <a:gd name="T29" fmla="*/ 223 h 357"/>
                <a:gd name="T30" fmla="*/ 56 w 258"/>
                <a:gd name="T31" fmla="*/ 327 h 357"/>
                <a:gd name="T32" fmla="*/ 86 w 258"/>
                <a:gd name="T33" fmla="*/ 357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8" h="357">
                  <a:moveTo>
                    <a:pt x="86" y="357"/>
                  </a:moveTo>
                  <a:cubicBezTo>
                    <a:pt x="103" y="357"/>
                    <a:pt x="116" y="344"/>
                    <a:pt x="116" y="327"/>
                  </a:cubicBezTo>
                  <a:cubicBezTo>
                    <a:pt x="116" y="194"/>
                    <a:pt x="116" y="194"/>
                    <a:pt x="116" y="194"/>
                  </a:cubicBezTo>
                  <a:cubicBezTo>
                    <a:pt x="116" y="193"/>
                    <a:pt x="118" y="191"/>
                    <a:pt x="118" y="190"/>
                  </a:cubicBezTo>
                  <a:cubicBezTo>
                    <a:pt x="150" y="119"/>
                    <a:pt x="150" y="119"/>
                    <a:pt x="150" y="119"/>
                  </a:cubicBezTo>
                  <a:cubicBezTo>
                    <a:pt x="151" y="116"/>
                    <a:pt x="152" y="114"/>
                    <a:pt x="153" y="111"/>
                  </a:cubicBezTo>
                  <a:cubicBezTo>
                    <a:pt x="243" y="51"/>
                    <a:pt x="243" y="51"/>
                    <a:pt x="243" y="51"/>
                  </a:cubicBezTo>
                  <a:cubicBezTo>
                    <a:pt x="255" y="43"/>
                    <a:pt x="258" y="27"/>
                    <a:pt x="250" y="15"/>
                  </a:cubicBezTo>
                  <a:cubicBezTo>
                    <a:pt x="242" y="3"/>
                    <a:pt x="226" y="0"/>
                    <a:pt x="214" y="8"/>
                  </a:cubicBezTo>
                  <a:cubicBezTo>
                    <a:pt x="141" y="57"/>
                    <a:pt x="141" y="57"/>
                    <a:pt x="141" y="57"/>
                  </a:cubicBezTo>
                  <a:cubicBezTo>
                    <a:pt x="135" y="51"/>
                    <a:pt x="129" y="46"/>
                    <a:pt x="121" y="43"/>
                  </a:cubicBezTo>
                  <a:cubicBezTo>
                    <a:pt x="92" y="30"/>
                    <a:pt x="58" y="43"/>
                    <a:pt x="45" y="72"/>
                  </a:cubicBezTo>
                  <a:cubicBezTo>
                    <a:pt x="13" y="143"/>
                    <a:pt x="13" y="143"/>
                    <a:pt x="13" y="143"/>
                  </a:cubicBezTo>
                  <a:cubicBezTo>
                    <a:pt x="0" y="172"/>
                    <a:pt x="13" y="206"/>
                    <a:pt x="42" y="219"/>
                  </a:cubicBezTo>
                  <a:cubicBezTo>
                    <a:pt x="47" y="221"/>
                    <a:pt x="52" y="222"/>
                    <a:pt x="56" y="223"/>
                  </a:cubicBezTo>
                  <a:cubicBezTo>
                    <a:pt x="56" y="327"/>
                    <a:pt x="56" y="327"/>
                    <a:pt x="56" y="327"/>
                  </a:cubicBezTo>
                  <a:cubicBezTo>
                    <a:pt x="56" y="344"/>
                    <a:pt x="69" y="357"/>
                    <a:pt x="86" y="3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63"/>
            <p:cNvSpPr>
              <a:spLocks/>
            </p:cNvSpPr>
            <p:nvPr/>
          </p:nvSpPr>
          <p:spPr bwMode="auto">
            <a:xfrm>
              <a:off x="4529138" y="3135313"/>
              <a:ext cx="93663" cy="119063"/>
            </a:xfrm>
            <a:custGeom>
              <a:avLst/>
              <a:gdLst>
                <a:gd name="T0" fmla="*/ 21 w 59"/>
                <a:gd name="T1" fmla="*/ 12 h 75"/>
                <a:gd name="T2" fmla="*/ 24 w 59"/>
                <a:gd name="T3" fmla="*/ 12 h 75"/>
                <a:gd name="T4" fmla="*/ 27 w 59"/>
                <a:gd name="T5" fmla="*/ 13 h 75"/>
                <a:gd name="T6" fmla="*/ 30 w 59"/>
                <a:gd name="T7" fmla="*/ 14 h 75"/>
                <a:gd name="T8" fmla="*/ 32 w 59"/>
                <a:gd name="T9" fmla="*/ 13 h 75"/>
                <a:gd name="T10" fmla="*/ 33 w 59"/>
                <a:gd name="T11" fmla="*/ 8 h 75"/>
                <a:gd name="T12" fmla="*/ 32 w 59"/>
                <a:gd name="T13" fmla="*/ 3 h 75"/>
                <a:gd name="T14" fmla="*/ 27 w 59"/>
                <a:gd name="T15" fmla="*/ 0 h 75"/>
                <a:gd name="T16" fmla="*/ 19 w 59"/>
                <a:gd name="T17" fmla="*/ 3 h 75"/>
                <a:gd name="T18" fmla="*/ 5 w 59"/>
                <a:gd name="T19" fmla="*/ 19 h 75"/>
                <a:gd name="T20" fmla="*/ 0 w 59"/>
                <a:gd name="T21" fmla="*/ 44 h 75"/>
                <a:gd name="T22" fmla="*/ 0 w 59"/>
                <a:gd name="T23" fmla="*/ 44 h 75"/>
                <a:gd name="T24" fmla="*/ 6 w 59"/>
                <a:gd name="T25" fmla="*/ 67 h 75"/>
                <a:gd name="T26" fmla="*/ 16 w 59"/>
                <a:gd name="T27" fmla="*/ 74 h 75"/>
                <a:gd name="T28" fmla="*/ 28 w 59"/>
                <a:gd name="T29" fmla="*/ 71 h 75"/>
                <a:gd name="T30" fmla="*/ 43 w 59"/>
                <a:gd name="T31" fmla="*/ 50 h 75"/>
                <a:gd name="T32" fmla="*/ 46 w 59"/>
                <a:gd name="T33" fmla="*/ 57 h 75"/>
                <a:gd name="T34" fmla="*/ 49 w 59"/>
                <a:gd name="T35" fmla="*/ 63 h 75"/>
                <a:gd name="T36" fmla="*/ 52 w 59"/>
                <a:gd name="T37" fmla="*/ 65 h 75"/>
                <a:gd name="T38" fmla="*/ 56 w 59"/>
                <a:gd name="T39" fmla="*/ 64 h 75"/>
                <a:gd name="T40" fmla="*/ 58 w 59"/>
                <a:gd name="T41" fmla="*/ 62 h 75"/>
                <a:gd name="T42" fmla="*/ 59 w 59"/>
                <a:gd name="T43" fmla="*/ 60 h 75"/>
                <a:gd name="T44" fmla="*/ 58 w 59"/>
                <a:gd name="T45" fmla="*/ 57 h 75"/>
                <a:gd name="T46" fmla="*/ 54 w 59"/>
                <a:gd name="T47" fmla="*/ 51 h 75"/>
                <a:gd name="T48" fmla="*/ 51 w 59"/>
                <a:gd name="T49" fmla="*/ 44 h 75"/>
                <a:gd name="T50" fmla="*/ 47 w 59"/>
                <a:gd name="T51" fmla="*/ 35 h 75"/>
                <a:gd name="T52" fmla="*/ 47 w 59"/>
                <a:gd name="T53" fmla="*/ 35 h 75"/>
                <a:gd name="T54" fmla="*/ 46 w 59"/>
                <a:gd name="T55" fmla="*/ 29 h 75"/>
                <a:gd name="T56" fmla="*/ 45 w 59"/>
                <a:gd name="T57" fmla="*/ 24 h 75"/>
                <a:gd name="T58" fmla="*/ 38 w 59"/>
                <a:gd name="T59" fmla="*/ 24 h 75"/>
                <a:gd name="T60" fmla="*/ 35 w 59"/>
                <a:gd name="T61" fmla="*/ 27 h 75"/>
                <a:gd name="T62" fmla="*/ 36 w 59"/>
                <a:gd name="T63" fmla="*/ 30 h 75"/>
                <a:gd name="T64" fmla="*/ 38 w 59"/>
                <a:gd name="T65" fmla="*/ 37 h 75"/>
                <a:gd name="T66" fmla="*/ 36 w 59"/>
                <a:gd name="T67" fmla="*/ 47 h 75"/>
                <a:gd name="T68" fmla="*/ 30 w 59"/>
                <a:gd name="T69" fmla="*/ 58 h 75"/>
                <a:gd name="T70" fmla="*/ 24 w 59"/>
                <a:gd name="T71" fmla="*/ 64 h 75"/>
                <a:gd name="T72" fmla="*/ 14 w 59"/>
                <a:gd name="T73" fmla="*/ 61 h 75"/>
                <a:gd name="T74" fmla="*/ 10 w 59"/>
                <a:gd name="T75" fmla="*/ 45 h 75"/>
                <a:gd name="T76" fmla="*/ 13 w 59"/>
                <a:gd name="T77" fmla="*/ 25 h 75"/>
                <a:gd name="T78" fmla="*/ 21 w 59"/>
                <a:gd name="T79" fmla="*/ 1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9" h="75">
                  <a:moveTo>
                    <a:pt x="21" y="12"/>
                  </a:moveTo>
                  <a:cubicBezTo>
                    <a:pt x="23" y="12"/>
                    <a:pt x="24" y="11"/>
                    <a:pt x="24" y="12"/>
                  </a:cubicBezTo>
                  <a:cubicBezTo>
                    <a:pt x="25" y="12"/>
                    <a:pt x="26" y="12"/>
                    <a:pt x="27" y="13"/>
                  </a:cubicBezTo>
                  <a:cubicBezTo>
                    <a:pt x="28" y="13"/>
                    <a:pt x="29" y="14"/>
                    <a:pt x="30" y="14"/>
                  </a:cubicBezTo>
                  <a:cubicBezTo>
                    <a:pt x="30" y="14"/>
                    <a:pt x="31" y="14"/>
                    <a:pt x="32" y="13"/>
                  </a:cubicBezTo>
                  <a:cubicBezTo>
                    <a:pt x="33" y="12"/>
                    <a:pt x="33" y="11"/>
                    <a:pt x="33" y="8"/>
                  </a:cubicBezTo>
                  <a:cubicBezTo>
                    <a:pt x="34" y="6"/>
                    <a:pt x="33" y="4"/>
                    <a:pt x="32" y="3"/>
                  </a:cubicBezTo>
                  <a:cubicBezTo>
                    <a:pt x="31" y="1"/>
                    <a:pt x="29" y="0"/>
                    <a:pt x="27" y="0"/>
                  </a:cubicBezTo>
                  <a:cubicBezTo>
                    <a:pt x="25" y="0"/>
                    <a:pt x="22" y="1"/>
                    <a:pt x="19" y="3"/>
                  </a:cubicBezTo>
                  <a:cubicBezTo>
                    <a:pt x="13" y="7"/>
                    <a:pt x="9" y="12"/>
                    <a:pt x="5" y="19"/>
                  </a:cubicBezTo>
                  <a:cubicBezTo>
                    <a:pt x="2" y="27"/>
                    <a:pt x="0" y="35"/>
                    <a:pt x="0" y="44"/>
                  </a:cubicBezTo>
                  <a:cubicBezTo>
                    <a:pt x="0" y="44"/>
                    <a:pt x="0" y="44"/>
                    <a:pt x="0" y="44"/>
                  </a:cubicBezTo>
                  <a:cubicBezTo>
                    <a:pt x="0" y="52"/>
                    <a:pt x="2" y="60"/>
                    <a:pt x="6" y="67"/>
                  </a:cubicBezTo>
                  <a:cubicBezTo>
                    <a:pt x="9" y="71"/>
                    <a:pt x="12" y="73"/>
                    <a:pt x="16" y="74"/>
                  </a:cubicBezTo>
                  <a:cubicBezTo>
                    <a:pt x="20" y="75"/>
                    <a:pt x="24" y="74"/>
                    <a:pt x="28" y="71"/>
                  </a:cubicBezTo>
                  <a:cubicBezTo>
                    <a:pt x="34" y="67"/>
                    <a:pt x="39" y="60"/>
                    <a:pt x="43" y="50"/>
                  </a:cubicBezTo>
                  <a:cubicBezTo>
                    <a:pt x="44" y="52"/>
                    <a:pt x="45" y="54"/>
                    <a:pt x="46" y="57"/>
                  </a:cubicBezTo>
                  <a:cubicBezTo>
                    <a:pt x="48" y="61"/>
                    <a:pt x="48" y="63"/>
                    <a:pt x="49" y="63"/>
                  </a:cubicBezTo>
                  <a:cubicBezTo>
                    <a:pt x="49" y="64"/>
                    <a:pt x="51" y="65"/>
                    <a:pt x="52" y="65"/>
                  </a:cubicBezTo>
                  <a:cubicBezTo>
                    <a:pt x="54" y="65"/>
                    <a:pt x="55" y="65"/>
                    <a:pt x="56" y="64"/>
                  </a:cubicBezTo>
                  <a:cubicBezTo>
                    <a:pt x="57" y="64"/>
                    <a:pt x="58" y="63"/>
                    <a:pt x="58" y="62"/>
                  </a:cubicBezTo>
                  <a:cubicBezTo>
                    <a:pt x="59" y="61"/>
                    <a:pt x="59" y="61"/>
                    <a:pt x="59" y="60"/>
                  </a:cubicBezTo>
                  <a:cubicBezTo>
                    <a:pt x="59" y="59"/>
                    <a:pt x="58" y="58"/>
                    <a:pt x="58" y="57"/>
                  </a:cubicBezTo>
                  <a:cubicBezTo>
                    <a:pt x="57" y="56"/>
                    <a:pt x="56" y="54"/>
                    <a:pt x="54" y="51"/>
                  </a:cubicBezTo>
                  <a:cubicBezTo>
                    <a:pt x="53" y="50"/>
                    <a:pt x="52" y="47"/>
                    <a:pt x="51" y="44"/>
                  </a:cubicBezTo>
                  <a:cubicBezTo>
                    <a:pt x="49" y="40"/>
                    <a:pt x="48" y="37"/>
                    <a:pt x="47" y="35"/>
                  </a:cubicBezTo>
                  <a:cubicBezTo>
                    <a:pt x="47" y="35"/>
                    <a:pt x="47" y="35"/>
                    <a:pt x="47" y="35"/>
                  </a:cubicBezTo>
                  <a:cubicBezTo>
                    <a:pt x="47" y="33"/>
                    <a:pt x="46" y="31"/>
                    <a:pt x="46" y="29"/>
                  </a:cubicBezTo>
                  <a:cubicBezTo>
                    <a:pt x="46" y="27"/>
                    <a:pt x="45" y="25"/>
                    <a:pt x="45" y="24"/>
                  </a:cubicBezTo>
                  <a:cubicBezTo>
                    <a:pt x="43" y="22"/>
                    <a:pt x="41" y="22"/>
                    <a:pt x="38" y="24"/>
                  </a:cubicBezTo>
                  <a:cubicBezTo>
                    <a:pt x="37" y="25"/>
                    <a:pt x="36" y="26"/>
                    <a:pt x="35" y="27"/>
                  </a:cubicBezTo>
                  <a:cubicBezTo>
                    <a:pt x="35" y="28"/>
                    <a:pt x="35" y="29"/>
                    <a:pt x="36" y="30"/>
                  </a:cubicBezTo>
                  <a:cubicBezTo>
                    <a:pt x="37" y="33"/>
                    <a:pt x="37" y="35"/>
                    <a:pt x="38" y="37"/>
                  </a:cubicBezTo>
                  <a:cubicBezTo>
                    <a:pt x="39" y="40"/>
                    <a:pt x="38" y="43"/>
                    <a:pt x="36" y="47"/>
                  </a:cubicBezTo>
                  <a:cubicBezTo>
                    <a:pt x="34" y="51"/>
                    <a:pt x="33" y="55"/>
                    <a:pt x="30" y="58"/>
                  </a:cubicBezTo>
                  <a:cubicBezTo>
                    <a:pt x="28" y="60"/>
                    <a:pt x="26" y="62"/>
                    <a:pt x="24" y="64"/>
                  </a:cubicBezTo>
                  <a:cubicBezTo>
                    <a:pt x="20" y="66"/>
                    <a:pt x="17" y="65"/>
                    <a:pt x="14" y="61"/>
                  </a:cubicBezTo>
                  <a:cubicBezTo>
                    <a:pt x="11" y="56"/>
                    <a:pt x="10" y="51"/>
                    <a:pt x="10" y="45"/>
                  </a:cubicBezTo>
                  <a:cubicBezTo>
                    <a:pt x="9" y="38"/>
                    <a:pt x="11" y="32"/>
                    <a:pt x="13" y="25"/>
                  </a:cubicBezTo>
                  <a:cubicBezTo>
                    <a:pt x="15" y="19"/>
                    <a:pt x="18" y="15"/>
                    <a:pt x="21"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64"/>
            <p:cNvSpPr>
              <a:spLocks noEditPoints="1"/>
            </p:cNvSpPr>
            <p:nvPr/>
          </p:nvSpPr>
          <p:spPr bwMode="auto">
            <a:xfrm>
              <a:off x="4618038" y="3122613"/>
              <a:ext cx="60325" cy="79375"/>
            </a:xfrm>
            <a:custGeom>
              <a:avLst/>
              <a:gdLst>
                <a:gd name="T0" fmla="*/ 35 w 37"/>
                <a:gd name="T1" fmla="*/ 15 h 50"/>
                <a:gd name="T2" fmla="*/ 32 w 37"/>
                <a:gd name="T3" fmla="*/ 9 h 50"/>
                <a:gd name="T4" fmla="*/ 22 w 37"/>
                <a:gd name="T5" fmla="*/ 1 h 50"/>
                <a:gd name="T6" fmla="*/ 10 w 37"/>
                <a:gd name="T7" fmla="*/ 3 h 50"/>
                <a:gd name="T8" fmla="*/ 0 w 37"/>
                <a:gd name="T9" fmla="*/ 21 h 50"/>
                <a:gd name="T10" fmla="*/ 6 w 37"/>
                <a:gd name="T11" fmla="*/ 42 h 50"/>
                <a:gd name="T12" fmla="*/ 15 w 37"/>
                <a:gd name="T13" fmla="*/ 49 h 50"/>
                <a:gd name="T14" fmla="*/ 26 w 37"/>
                <a:gd name="T15" fmla="*/ 48 h 50"/>
                <a:gd name="T16" fmla="*/ 35 w 37"/>
                <a:gd name="T17" fmla="*/ 34 h 50"/>
                <a:gd name="T18" fmla="*/ 35 w 37"/>
                <a:gd name="T19" fmla="*/ 15 h 50"/>
                <a:gd name="T20" fmla="*/ 27 w 37"/>
                <a:gd name="T21" fmla="*/ 29 h 50"/>
                <a:gd name="T22" fmla="*/ 22 w 37"/>
                <a:gd name="T23" fmla="*/ 40 h 50"/>
                <a:gd name="T24" fmla="*/ 18 w 37"/>
                <a:gd name="T25" fmla="*/ 40 h 50"/>
                <a:gd name="T26" fmla="*/ 14 w 37"/>
                <a:gd name="T27" fmla="*/ 36 h 50"/>
                <a:gd name="T28" fmla="*/ 10 w 37"/>
                <a:gd name="T29" fmla="*/ 25 h 50"/>
                <a:gd name="T30" fmla="*/ 10 w 37"/>
                <a:gd name="T31" fmla="*/ 15 h 50"/>
                <a:gd name="T32" fmla="*/ 10 w 37"/>
                <a:gd name="T33" fmla="*/ 15 h 50"/>
                <a:gd name="T34" fmla="*/ 14 w 37"/>
                <a:gd name="T35" fmla="*/ 11 h 50"/>
                <a:gd name="T36" fmla="*/ 19 w 37"/>
                <a:gd name="T37" fmla="*/ 10 h 50"/>
                <a:gd name="T38" fmla="*/ 25 w 37"/>
                <a:gd name="T39" fmla="*/ 15 h 50"/>
                <a:gd name="T40" fmla="*/ 27 w 37"/>
                <a:gd name="T41" fmla="*/ 29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7" h="50">
                  <a:moveTo>
                    <a:pt x="35" y="15"/>
                  </a:moveTo>
                  <a:cubicBezTo>
                    <a:pt x="34" y="13"/>
                    <a:pt x="33" y="11"/>
                    <a:pt x="32" y="9"/>
                  </a:cubicBezTo>
                  <a:cubicBezTo>
                    <a:pt x="30" y="5"/>
                    <a:pt x="26" y="2"/>
                    <a:pt x="22" y="1"/>
                  </a:cubicBezTo>
                  <a:cubicBezTo>
                    <a:pt x="18" y="0"/>
                    <a:pt x="14" y="0"/>
                    <a:pt x="10" y="3"/>
                  </a:cubicBezTo>
                  <a:cubicBezTo>
                    <a:pt x="4" y="7"/>
                    <a:pt x="1" y="13"/>
                    <a:pt x="0" y="21"/>
                  </a:cubicBezTo>
                  <a:cubicBezTo>
                    <a:pt x="0" y="29"/>
                    <a:pt x="2" y="36"/>
                    <a:pt x="6" y="42"/>
                  </a:cubicBezTo>
                  <a:cubicBezTo>
                    <a:pt x="8" y="46"/>
                    <a:pt x="11" y="48"/>
                    <a:pt x="15" y="49"/>
                  </a:cubicBezTo>
                  <a:cubicBezTo>
                    <a:pt x="19" y="50"/>
                    <a:pt x="22" y="50"/>
                    <a:pt x="26" y="48"/>
                  </a:cubicBezTo>
                  <a:cubicBezTo>
                    <a:pt x="30" y="45"/>
                    <a:pt x="33" y="40"/>
                    <a:pt x="35" y="34"/>
                  </a:cubicBezTo>
                  <a:cubicBezTo>
                    <a:pt x="37" y="27"/>
                    <a:pt x="37" y="21"/>
                    <a:pt x="35" y="15"/>
                  </a:cubicBezTo>
                  <a:close/>
                  <a:moveTo>
                    <a:pt x="27" y="29"/>
                  </a:moveTo>
                  <a:cubicBezTo>
                    <a:pt x="26" y="35"/>
                    <a:pt x="24" y="38"/>
                    <a:pt x="22" y="40"/>
                  </a:cubicBezTo>
                  <a:cubicBezTo>
                    <a:pt x="20" y="41"/>
                    <a:pt x="19" y="41"/>
                    <a:pt x="18" y="40"/>
                  </a:cubicBezTo>
                  <a:cubicBezTo>
                    <a:pt x="16" y="39"/>
                    <a:pt x="15" y="38"/>
                    <a:pt x="14" y="36"/>
                  </a:cubicBezTo>
                  <a:cubicBezTo>
                    <a:pt x="11" y="33"/>
                    <a:pt x="10" y="29"/>
                    <a:pt x="10" y="25"/>
                  </a:cubicBezTo>
                  <a:cubicBezTo>
                    <a:pt x="9" y="21"/>
                    <a:pt x="9" y="18"/>
                    <a:pt x="10" y="15"/>
                  </a:cubicBezTo>
                  <a:cubicBezTo>
                    <a:pt x="10" y="15"/>
                    <a:pt x="10" y="15"/>
                    <a:pt x="10" y="15"/>
                  </a:cubicBezTo>
                  <a:cubicBezTo>
                    <a:pt x="11" y="13"/>
                    <a:pt x="12" y="12"/>
                    <a:pt x="14" y="11"/>
                  </a:cubicBezTo>
                  <a:cubicBezTo>
                    <a:pt x="15" y="9"/>
                    <a:pt x="17" y="9"/>
                    <a:pt x="19" y="10"/>
                  </a:cubicBezTo>
                  <a:cubicBezTo>
                    <a:pt x="21" y="11"/>
                    <a:pt x="23" y="13"/>
                    <a:pt x="25" y="15"/>
                  </a:cubicBezTo>
                  <a:cubicBezTo>
                    <a:pt x="27" y="19"/>
                    <a:pt x="28" y="24"/>
                    <a:pt x="27"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65"/>
            <p:cNvSpPr>
              <a:spLocks noEditPoints="1"/>
            </p:cNvSpPr>
            <p:nvPr/>
          </p:nvSpPr>
          <p:spPr bwMode="auto">
            <a:xfrm>
              <a:off x="4683125" y="3079751"/>
              <a:ext cx="58738" cy="82550"/>
            </a:xfrm>
            <a:custGeom>
              <a:avLst/>
              <a:gdLst>
                <a:gd name="T0" fmla="*/ 15 w 37"/>
                <a:gd name="T1" fmla="*/ 50 h 51"/>
                <a:gd name="T2" fmla="*/ 25 w 37"/>
                <a:gd name="T3" fmla="*/ 48 h 51"/>
                <a:gd name="T4" fmla="*/ 35 w 37"/>
                <a:gd name="T5" fmla="*/ 34 h 51"/>
                <a:gd name="T6" fmla="*/ 35 w 37"/>
                <a:gd name="T7" fmla="*/ 15 h 51"/>
                <a:gd name="T8" fmla="*/ 35 w 37"/>
                <a:gd name="T9" fmla="*/ 15 h 51"/>
                <a:gd name="T10" fmla="*/ 32 w 37"/>
                <a:gd name="T11" fmla="*/ 10 h 51"/>
                <a:gd name="T12" fmla="*/ 22 w 37"/>
                <a:gd name="T13" fmla="*/ 2 h 51"/>
                <a:gd name="T14" fmla="*/ 9 w 37"/>
                <a:gd name="T15" fmla="*/ 3 h 51"/>
                <a:gd name="T16" fmla="*/ 0 w 37"/>
                <a:gd name="T17" fmla="*/ 21 h 51"/>
                <a:gd name="T18" fmla="*/ 5 w 37"/>
                <a:gd name="T19" fmla="*/ 43 h 51"/>
                <a:gd name="T20" fmla="*/ 15 w 37"/>
                <a:gd name="T21" fmla="*/ 50 h 51"/>
                <a:gd name="T22" fmla="*/ 10 w 37"/>
                <a:gd name="T23" fmla="*/ 16 h 51"/>
                <a:gd name="T24" fmla="*/ 10 w 37"/>
                <a:gd name="T25" fmla="*/ 16 h 51"/>
                <a:gd name="T26" fmla="*/ 13 w 37"/>
                <a:gd name="T27" fmla="*/ 11 h 51"/>
                <a:gd name="T28" fmla="*/ 19 w 37"/>
                <a:gd name="T29" fmla="*/ 11 h 51"/>
                <a:gd name="T30" fmla="*/ 24 w 37"/>
                <a:gd name="T31" fmla="*/ 15 h 51"/>
                <a:gd name="T32" fmla="*/ 27 w 37"/>
                <a:gd name="T33" fmla="*/ 30 h 51"/>
                <a:gd name="T34" fmla="*/ 21 w 37"/>
                <a:gd name="T35" fmla="*/ 41 h 51"/>
                <a:gd name="T36" fmla="*/ 17 w 37"/>
                <a:gd name="T37" fmla="*/ 41 h 51"/>
                <a:gd name="T38" fmla="*/ 13 w 37"/>
                <a:gd name="T39" fmla="*/ 36 h 51"/>
                <a:gd name="T40" fmla="*/ 10 w 37"/>
                <a:gd name="T41" fmla="*/ 26 h 51"/>
                <a:gd name="T42" fmla="*/ 10 w 37"/>
                <a:gd name="T43" fmla="*/ 16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7" h="51">
                  <a:moveTo>
                    <a:pt x="15" y="50"/>
                  </a:moveTo>
                  <a:cubicBezTo>
                    <a:pt x="18" y="51"/>
                    <a:pt x="22" y="50"/>
                    <a:pt x="25" y="48"/>
                  </a:cubicBezTo>
                  <a:cubicBezTo>
                    <a:pt x="30" y="45"/>
                    <a:pt x="33" y="41"/>
                    <a:pt x="35" y="34"/>
                  </a:cubicBezTo>
                  <a:cubicBezTo>
                    <a:pt x="37" y="28"/>
                    <a:pt x="37" y="21"/>
                    <a:pt x="35" y="15"/>
                  </a:cubicBezTo>
                  <a:cubicBezTo>
                    <a:pt x="35" y="15"/>
                    <a:pt x="35" y="15"/>
                    <a:pt x="35" y="15"/>
                  </a:cubicBezTo>
                  <a:cubicBezTo>
                    <a:pt x="34" y="13"/>
                    <a:pt x="33" y="11"/>
                    <a:pt x="32" y="10"/>
                  </a:cubicBezTo>
                  <a:cubicBezTo>
                    <a:pt x="30" y="6"/>
                    <a:pt x="26" y="3"/>
                    <a:pt x="22" y="2"/>
                  </a:cubicBezTo>
                  <a:cubicBezTo>
                    <a:pt x="17" y="0"/>
                    <a:pt x="13" y="1"/>
                    <a:pt x="9" y="3"/>
                  </a:cubicBezTo>
                  <a:cubicBezTo>
                    <a:pt x="4" y="7"/>
                    <a:pt x="1" y="13"/>
                    <a:pt x="0" y="21"/>
                  </a:cubicBezTo>
                  <a:cubicBezTo>
                    <a:pt x="0" y="30"/>
                    <a:pt x="2" y="37"/>
                    <a:pt x="5" y="43"/>
                  </a:cubicBezTo>
                  <a:cubicBezTo>
                    <a:pt x="8" y="46"/>
                    <a:pt x="11" y="49"/>
                    <a:pt x="15" y="50"/>
                  </a:cubicBezTo>
                  <a:close/>
                  <a:moveTo>
                    <a:pt x="10" y="16"/>
                  </a:moveTo>
                  <a:cubicBezTo>
                    <a:pt x="10" y="16"/>
                    <a:pt x="10" y="16"/>
                    <a:pt x="10" y="16"/>
                  </a:cubicBezTo>
                  <a:cubicBezTo>
                    <a:pt x="11" y="14"/>
                    <a:pt x="12" y="12"/>
                    <a:pt x="13" y="11"/>
                  </a:cubicBezTo>
                  <a:cubicBezTo>
                    <a:pt x="15" y="10"/>
                    <a:pt x="17" y="10"/>
                    <a:pt x="19" y="11"/>
                  </a:cubicBezTo>
                  <a:cubicBezTo>
                    <a:pt x="21" y="12"/>
                    <a:pt x="23" y="13"/>
                    <a:pt x="24" y="15"/>
                  </a:cubicBezTo>
                  <a:cubicBezTo>
                    <a:pt x="27" y="20"/>
                    <a:pt x="28" y="24"/>
                    <a:pt x="27" y="30"/>
                  </a:cubicBezTo>
                  <a:cubicBezTo>
                    <a:pt x="26" y="35"/>
                    <a:pt x="24" y="39"/>
                    <a:pt x="21" y="41"/>
                  </a:cubicBezTo>
                  <a:cubicBezTo>
                    <a:pt x="20" y="41"/>
                    <a:pt x="19" y="41"/>
                    <a:pt x="17" y="41"/>
                  </a:cubicBezTo>
                  <a:cubicBezTo>
                    <a:pt x="16" y="40"/>
                    <a:pt x="15" y="38"/>
                    <a:pt x="13" y="36"/>
                  </a:cubicBezTo>
                  <a:cubicBezTo>
                    <a:pt x="11" y="33"/>
                    <a:pt x="10" y="30"/>
                    <a:pt x="10" y="26"/>
                  </a:cubicBezTo>
                  <a:cubicBezTo>
                    <a:pt x="9" y="21"/>
                    <a:pt x="9" y="18"/>
                    <a:pt x="10"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66"/>
            <p:cNvSpPr>
              <a:spLocks noEditPoints="1"/>
            </p:cNvSpPr>
            <p:nvPr/>
          </p:nvSpPr>
          <p:spPr bwMode="auto">
            <a:xfrm>
              <a:off x="4746625" y="2994026"/>
              <a:ext cx="82550" cy="130175"/>
            </a:xfrm>
            <a:custGeom>
              <a:avLst/>
              <a:gdLst>
                <a:gd name="T0" fmla="*/ 11 w 51"/>
                <a:gd name="T1" fmla="*/ 33 h 81"/>
                <a:gd name="T2" fmla="*/ 2 w 51"/>
                <a:gd name="T3" fmla="*/ 51 h 81"/>
                <a:gd name="T4" fmla="*/ 6 w 51"/>
                <a:gd name="T5" fmla="*/ 74 h 81"/>
                <a:gd name="T6" fmla="*/ 13 w 51"/>
                <a:gd name="T7" fmla="*/ 80 h 81"/>
                <a:gd name="T8" fmla="*/ 20 w 51"/>
                <a:gd name="T9" fmla="*/ 79 h 81"/>
                <a:gd name="T10" fmla="*/ 30 w 51"/>
                <a:gd name="T11" fmla="*/ 55 h 81"/>
                <a:gd name="T12" fmla="*/ 37 w 51"/>
                <a:gd name="T13" fmla="*/ 63 h 81"/>
                <a:gd name="T14" fmla="*/ 45 w 51"/>
                <a:gd name="T15" fmla="*/ 63 h 81"/>
                <a:gd name="T16" fmla="*/ 50 w 51"/>
                <a:gd name="T17" fmla="*/ 56 h 81"/>
                <a:gd name="T18" fmla="*/ 50 w 51"/>
                <a:gd name="T19" fmla="*/ 50 h 81"/>
                <a:gd name="T20" fmla="*/ 47 w 51"/>
                <a:gd name="T21" fmla="*/ 49 h 81"/>
                <a:gd name="T22" fmla="*/ 45 w 51"/>
                <a:gd name="T23" fmla="*/ 51 h 81"/>
                <a:gd name="T24" fmla="*/ 43 w 51"/>
                <a:gd name="T25" fmla="*/ 53 h 81"/>
                <a:gd name="T26" fmla="*/ 36 w 51"/>
                <a:gd name="T27" fmla="*/ 49 h 81"/>
                <a:gd name="T28" fmla="*/ 28 w 51"/>
                <a:gd name="T29" fmla="*/ 31 h 81"/>
                <a:gd name="T30" fmla="*/ 21 w 51"/>
                <a:gd name="T31" fmla="*/ 10 h 81"/>
                <a:gd name="T32" fmla="*/ 19 w 51"/>
                <a:gd name="T33" fmla="*/ 3 h 81"/>
                <a:gd name="T34" fmla="*/ 16 w 51"/>
                <a:gd name="T35" fmla="*/ 0 h 81"/>
                <a:gd name="T36" fmla="*/ 12 w 51"/>
                <a:gd name="T37" fmla="*/ 1 h 81"/>
                <a:gd name="T38" fmla="*/ 10 w 51"/>
                <a:gd name="T39" fmla="*/ 3 h 81"/>
                <a:gd name="T40" fmla="*/ 10 w 51"/>
                <a:gd name="T41" fmla="*/ 7 h 81"/>
                <a:gd name="T42" fmla="*/ 12 w 51"/>
                <a:gd name="T43" fmla="*/ 15 h 81"/>
                <a:gd name="T44" fmla="*/ 18 w 51"/>
                <a:gd name="T45" fmla="*/ 31 h 81"/>
                <a:gd name="T46" fmla="*/ 11 w 51"/>
                <a:gd name="T47" fmla="*/ 33 h 81"/>
                <a:gd name="T48" fmla="*/ 19 w 51"/>
                <a:gd name="T49" fmla="*/ 39 h 81"/>
                <a:gd name="T50" fmla="*/ 21 w 51"/>
                <a:gd name="T51" fmla="*/ 41 h 81"/>
                <a:gd name="T52" fmla="*/ 23 w 51"/>
                <a:gd name="T53" fmla="*/ 56 h 81"/>
                <a:gd name="T54" fmla="*/ 18 w 51"/>
                <a:gd name="T55" fmla="*/ 70 h 81"/>
                <a:gd name="T56" fmla="*/ 13 w 51"/>
                <a:gd name="T57" fmla="*/ 68 h 81"/>
                <a:gd name="T58" fmla="*/ 10 w 51"/>
                <a:gd name="T59" fmla="*/ 53 h 81"/>
                <a:gd name="T60" fmla="*/ 15 w 51"/>
                <a:gd name="T61" fmla="*/ 40 h 81"/>
                <a:gd name="T62" fmla="*/ 19 w 51"/>
                <a:gd name="T63" fmla="*/ 39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1" h="81">
                  <a:moveTo>
                    <a:pt x="11" y="33"/>
                  </a:moveTo>
                  <a:cubicBezTo>
                    <a:pt x="6" y="36"/>
                    <a:pt x="3" y="42"/>
                    <a:pt x="2" y="51"/>
                  </a:cubicBezTo>
                  <a:cubicBezTo>
                    <a:pt x="0" y="60"/>
                    <a:pt x="2" y="68"/>
                    <a:pt x="6" y="74"/>
                  </a:cubicBezTo>
                  <a:cubicBezTo>
                    <a:pt x="8" y="77"/>
                    <a:pt x="10" y="79"/>
                    <a:pt x="13" y="80"/>
                  </a:cubicBezTo>
                  <a:cubicBezTo>
                    <a:pt x="15" y="81"/>
                    <a:pt x="18" y="81"/>
                    <a:pt x="20" y="79"/>
                  </a:cubicBezTo>
                  <a:cubicBezTo>
                    <a:pt x="26" y="75"/>
                    <a:pt x="30" y="67"/>
                    <a:pt x="30" y="55"/>
                  </a:cubicBezTo>
                  <a:cubicBezTo>
                    <a:pt x="32" y="58"/>
                    <a:pt x="34" y="61"/>
                    <a:pt x="37" y="63"/>
                  </a:cubicBezTo>
                  <a:cubicBezTo>
                    <a:pt x="40" y="64"/>
                    <a:pt x="42" y="64"/>
                    <a:pt x="45" y="63"/>
                  </a:cubicBezTo>
                  <a:cubicBezTo>
                    <a:pt x="47" y="62"/>
                    <a:pt x="48" y="59"/>
                    <a:pt x="50" y="56"/>
                  </a:cubicBezTo>
                  <a:cubicBezTo>
                    <a:pt x="51" y="53"/>
                    <a:pt x="51" y="51"/>
                    <a:pt x="50" y="50"/>
                  </a:cubicBezTo>
                  <a:cubicBezTo>
                    <a:pt x="49" y="48"/>
                    <a:pt x="48" y="48"/>
                    <a:pt x="47" y="49"/>
                  </a:cubicBezTo>
                  <a:cubicBezTo>
                    <a:pt x="47" y="49"/>
                    <a:pt x="46" y="50"/>
                    <a:pt x="45" y="51"/>
                  </a:cubicBezTo>
                  <a:cubicBezTo>
                    <a:pt x="45" y="52"/>
                    <a:pt x="44" y="53"/>
                    <a:pt x="43" y="53"/>
                  </a:cubicBezTo>
                  <a:cubicBezTo>
                    <a:pt x="41" y="54"/>
                    <a:pt x="39" y="53"/>
                    <a:pt x="36" y="49"/>
                  </a:cubicBezTo>
                  <a:cubicBezTo>
                    <a:pt x="34" y="45"/>
                    <a:pt x="31" y="39"/>
                    <a:pt x="28" y="31"/>
                  </a:cubicBezTo>
                  <a:cubicBezTo>
                    <a:pt x="25" y="23"/>
                    <a:pt x="22" y="16"/>
                    <a:pt x="21" y="10"/>
                  </a:cubicBezTo>
                  <a:cubicBezTo>
                    <a:pt x="20" y="6"/>
                    <a:pt x="19" y="4"/>
                    <a:pt x="19" y="3"/>
                  </a:cubicBezTo>
                  <a:cubicBezTo>
                    <a:pt x="18" y="2"/>
                    <a:pt x="17" y="1"/>
                    <a:pt x="16" y="0"/>
                  </a:cubicBezTo>
                  <a:cubicBezTo>
                    <a:pt x="14" y="0"/>
                    <a:pt x="13" y="0"/>
                    <a:pt x="12" y="1"/>
                  </a:cubicBezTo>
                  <a:cubicBezTo>
                    <a:pt x="11" y="1"/>
                    <a:pt x="11" y="2"/>
                    <a:pt x="10" y="3"/>
                  </a:cubicBezTo>
                  <a:cubicBezTo>
                    <a:pt x="10" y="4"/>
                    <a:pt x="9" y="6"/>
                    <a:pt x="10" y="7"/>
                  </a:cubicBezTo>
                  <a:cubicBezTo>
                    <a:pt x="10" y="9"/>
                    <a:pt x="11" y="11"/>
                    <a:pt x="12" y="15"/>
                  </a:cubicBezTo>
                  <a:cubicBezTo>
                    <a:pt x="13" y="17"/>
                    <a:pt x="15" y="23"/>
                    <a:pt x="18" y="31"/>
                  </a:cubicBezTo>
                  <a:cubicBezTo>
                    <a:pt x="16" y="31"/>
                    <a:pt x="14" y="31"/>
                    <a:pt x="11" y="33"/>
                  </a:cubicBezTo>
                  <a:close/>
                  <a:moveTo>
                    <a:pt x="19" y="39"/>
                  </a:moveTo>
                  <a:cubicBezTo>
                    <a:pt x="20" y="39"/>
                    <a:pt x="21" y="40"/>
                    <a:pt x="21" y="41"/>
                  </a:cubicBezTo>
                  <a:cubicBezTo>
                    <a:pt x="23" y="43"/>
                    <a:pt x="24" y="49"/>
                    <a:pt x="23" y="56"/>
                  </a:cubicBezTo>
                  <a:cubicBezTo>
                    <a:pt x="22" y="64"/>
                    <a:pt x="21" y="68"/>
                    <a:pt x="18" y="70"/>
                  </a:cubicBezTo>
                  <a:cubicBezTo>
                    <a:pt x="16" y="71"/>
                    <a:pt x="15" y="71"/>
                    <a:pt x="13" y="68"/>
                  </a:cubicBezTo>
                  <a:cubicBezTo>
                    <a:pt x="11" y="65"/>
                    <a:pt x="10" y="59"/>
                    <a:pt x="10" y="53"/>
                  </a:cubicBezTo>
                  <a:cubicBezTo>
                    <a:pt x="10" y="46"/>
                    <a:pt x="12" y="42"/>
                    <a:pt x="15" y="40"/>
                  </a:cubicBezTo>
                  <a:cubicBezTo>
                    <a:pt x="16" y="39"/>
                    <a:pt x="17" y="39"/>
                    <a:pt x="19"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67"/>
            <p:cNvSpPr>
              <a:spLocks noEditPoints="1"/>
            </p:cNvSpPr>
            <p:nvPr/>
          </p:nvSpPr>
          <p:spPr bwMode="auto">
            <a:xfrm>
              <a:off x="4841875" y="2935288"/>
              <a:ext cx="82550" cy="106363"/>
            </a:xfrm>
            <a:custGeom>
              <a:avLst/>
              <a:gdLst>
                <a:gd name="T0" fmla="*/ 33 w 52"/>
                <a:gd name="T1" fmla="*/ 66 h 66"/>
                <a:gd name="T2" fmla="*/ 40 w 52"/>
                <a:gd name="T3" fmla="*/ 64 h 66"/>
                <a:gd name="T4" fmla="*/ 51 w 52"/>
                <a:gd name="T5" fmla="*/ 44 h 66"/>
                <a:gd name="T6" fmla="*/ 46 w 52"/>
                <a:gd name="T7" fmla="*/ 18 h 66"/>
                <a:gd name="T8" fmla="*/ 40 w 52"/>
                <a:gd name="T9" fmla="*/ 13 h 66"/>
                <a:gd name="T10" fmla="*/ 33 w 52"/>
                <a:gd name="T11" fmla="*/ 14 h 66"/>
                <a:gd name="T12" fmla="*/ 26 w 52"/>
                <a:gd name="T13" fmla="*/ 23 h 66"/>
                <a:gd name="T14" fmla="*/ 23 w 52"/>
                <a:gd name="T15" fmla="*/ 38 h 66"/>
                <a:gd name="T16" fmla="*/ 16 w 52"/>
                <a:gd name="T17" fmla="*/ 20 h 66"/>
                <a:gd name="T18" fmla="*/ 10 w 52"/>
                <a:gd name="T19" fmla="*/ 4 h 66"/>
                <a:gd name="T20" fmla="*/ 3 w 52"/>
                <a:gd name="T21" fmla="*/ 1 h 66"/>
                <a:gd name="T22" fmla="*/ 1 w 52"/>
                <a:gd name="T23" fmla="*/ 8 h 66"/>
                <a:gd name="T24" fmla="*/ 11 w 52"/>
                <a:gd name="T25" fmla="*/ 34 h 66"/>
                <a:gd name="T26" fmla="*/ 18 w 52"/>
                <a:gd name="T27" fmla="*/ 50 h 66"/>
                <a:gd name="T28" fmla="*/ 22 w 52"/>
                <a:gd name="T29" fmla="*/ 60 h 66"/>
                <a:gd name="T30" fmla="*/ 25 w 52"/>
                <a:gd name="T31" fmla="*/ 62 h 66"/>
                <a:gd name="T32" fmla="*/ 27 w 52"/>
                <a:gd name="T33" fmla="*/ 62 h 66"/>
                <a:gd name="T34" fmla="*/ 28 w 52"/>
                <a:gd name="T35" fmla="*/ 64 h 66"/>
                <a:gd name="T36" fmla="*/ 33 w 52"/>
                <a:gd name="T37" fmla="*/ 66 h 66"/>
                <a:gd name="T38" fmla="*/ 29 w 52"/>
                <a:gd name="T39" fmla="*/ 38 h 66"/>
                <a:gd name="T40" fmla="*/ 36 w 52"/>
                <a:gd name="T41" fmla="*/ 23 h 66"/>
                <a:gd name="T42" fmla="*/ 39 w 52"/>
                <a:gd name="T43" fmla="*/ 25 h 66"/>
                <a:gd name="T44" fmla="*/ 42 w 52"/>
                <a:gd name="T45" fmla="*/ 36 h 66"/>
                <a:gd name="T46" fmla="*/ 41 w 52"/>
                <a:gd name="T47" fmla="*/ 49 h 66"/>
                <a:gd name="T48" fmla="*/ 36 w 52"/>
                <a:gd name="T49" fmla="*/ 57 h 66"/>
                <a:gd name="T50" fmla="*/ 31 w 52"/>
                <a:gd name="T51" fmla="*/ 56 h 66"/>
                <a:gd name="T52" fmla="*/ 29 w 52"/>
                <a:gd name="T53" fmla="*/ 38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2" h="66">
                  <a:moveTo>
                    <a:pt x="33" y="66"/>
                  </a:moveTo>
                  <a:cubicBezTo>
                    <a:pt x="36" y="66"/>
                    <a:pt x="38" y="65"/>
                    <a:pt x="40" y="64"/>
                  </a:cubicBezTo>
                  <a:cubicBezTo>
                    <a:pt x="46" y="60"/>
                    <a:pt x="49" y="53"/>
                    <a:pt x="51" y="44"/>
                  </a:cubicBezTo>
                  <a:cubicBezTo>
                    <a:pt x="52" y="34"/>
                    <a:pt x="51" y="25"/>
                    <a:pt x="46" y="18"/>
                  </a:cubicBezTo>
                  <a:cubicBezTo>
                    <a:pt x="45" y="16"/>
                    <a:pt x="42" y="14"/>
                    <a:pt x="40" y="13"/>
                  </a:cubicBezTo>
                  <a:cubicBezTo>
                    <a:pt x="37" y="12"/>
                    <a:pt x="35" y="13"/>
                    <a:pt x="33" y="14"/>
                  </a:cubicBezTo>
                  <a:cubicBezTo>
                    <a:pt x="30" y="16"/>
                    <a:pt x="28" y="19"/>
                    <a:pt x="26" y="23"/>
                  </a:cubicBezTo>
                  <a:cubicBezTo>
                    <a:pt x="24" y="28"/>
                    <a:pt x="23" y="33"/>
                    <a:pt x="23" y="38"/>
                  </a:cubicBezTo>
                  <a:cubicBezTo>
                    <a:pt x="19" y="30"/>
                    <a:pt x="17" y="24"/>
                    <a:pt x="16" y="20"/>
                  </a:cubicBezTo>
                  <a:cubicBezTo>
                    <a:pt x="13" y="12"/>
                    <a:pt x="11" y="6"/>
                    <a:pt x="10" y="4"/>
                  </a:cubicBezTo>
                  <a:cubicBezTo>
                    <a:pt x="7" y="1"/>
                    <a:pt x="5" y="0"/>
                    <a:pt x="3" y="1"/>
                  </a:cubicBezTo>
                  <a:cubicBezTo>
                    <a:pt x="1" y="2"/>
                    <a:pt x="0" y="5"/>
                    <a:pt x="1" y="8"/>
                  </a:cubicBezTo>
                  <a:cubicBezTo>
                    <a:pt x="1" y="11"/>
                    <a:pt x="5" y="20"/>
                    <a:pt x="11" y="34"/>
                  </a:cubicBezTo>
                  <a:cubicBezTo>
                    <a:pt x="18" y="50"/>
                    <a:pt x="18" y="50"/>
                    <a:pt x="18" y="50"/>
                  </a:cubicBezTo>
                  <a:cubicBezTo>
                    <a:pt x="20" y="55"/>
                    <a:pt x="22" y="58"/>
                    <a:pt x="22" y="60"/>
                  </a:cubicBezTo>
                  <a:cubicBezTo>
                    <a:pt x="23" y="61"/>
                    <a:pt x="24" y="62"/>
                    <a:pt x="25" y="62"/>
                  </a:cubicBezTo>
                  <a:cubicBezTo>
                    <a:pt x="26" y="62"/>
                    <a:pt x="26" y="62"/>
                    <a:pt x="27" y="62"/>
                  </a:cubicBezTo>
                  <a:cubicBezTo>
                    <a:pt x="27" y="62"/>
                    <a:pt x="28" y="63"/>
                    <a:pt x="28" y="64"/>
                  </a:cubicBezTo>
                  <a:cubicBezTo>
                    <a:pt x="29" y="65"/>
                    <a:pt x="31" y="66"/>
                    <a:pt x="33" y="66"/>
                  </a:cubicBezTo>
                  <a:close/>
                  <a:moveTo>
                    <a:pt x="29" y="38"/>
                  </a:moveTo>
                  <a:cubicBezTo>
                    <a:pt x="30" y="30"/>
                    <a:pt x="33" y="25"/>
                    <a:pt x="36" y="23"/>
                  </a:cubicBezTo>
                  <a:cubicBezTo>
                    <a:pt x="37" y="22"/>
                    <a:pt x="38" y="23"/>
                    <a:pt x="39" y="25"/>
                  </a:cubicBezTo>
                  <a:cubicBezTo>
                    <a:pt x="41" y="28"/>
                    <a:pt x="42" y="31"/>
                    <a:pt x="42" y="36"/>
                  </a:cubicBezTo>
                  <a:cubicBezTo>
                    <a:pt x="43" y="41"/>
                    <a:pt x="42" y="45"/>
                    <a:pt x="41" y="49"/>
                  </a:cubicBezTo>
                  <a:cubicBezTo>
                    <a:pt x="39" y="53"/>
                    <a:pt x="38" y="55"/>
                    <a:pt x="36" y="57"/>
                  </a:cubicBezTo>
                  <a:cubicBezTo>
                    <a:pt x="34" y="57"/>
                    <a:pt x="33" y="57"/>
                    <a:pt x="31" y="56"/>
                  </a:cubicBezTo>
                  <a:cubicBezTo>
                    <a:pt x="28" y="53"/>
                    <a:pt x="28" y="47"/>
                    <a:pt x="29"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68"/>
            <p:cNvSpPr>
              <a:spLocks/>
            </p:cNvSpPr>
            <p:nvPr/>
          </p:nvSpPr>
          <p:spPr bwMode="auto">
            <a:xfrm>
              <a:off x="4926013" y="2913063"/>
              <a:ext cx="84138" cy="120650"/>
            </a:xfrm>
            <a:custGeom>
              <a:avLst/>
              <a:gdLst>
                <a:gd name="T0" fmla="*/ 45 w 52"/>
                <a:gd name="T1" fmla="*/ 70 h 75"/>
                <a:gd name="T2" fmla="*/ 50 w 52"/>
                <a:gd name="T3" fmla="*/ 63 h 75"/>
                <a:gd name="T4" fmla="*/ 51 w 52"/>
                <a:gd name="T5" fmla="*/ 51 h 75"/>
                <a:gd name="T6" fmla="*/ 46 w 52"/>
                <a:gd name="T7" fmla="*/ 34 h 75"/>
                <a:gd name="T8" fmla="*/ 37 w 52"/>
                <a:gd name="T9" fmla="*/ 16 h 75"/>
                <a:gd name="T10" fmla="*/ 31 w 52"/>
                <a:gd name="T11" fmla="*/ 4 h 75"/>
                <a:gd name="T12" fmla="*/ 27 w 52"/>
                <a:gd name="T13" fmla="*/ 0 h 75"/>
                <a:gd name="T14" fmla="*/ 23 w 52"/>
                <a:gd name="T15" fmla="*/ 1 h 75"/>
                <a:gd name="T16" fmla="*/ 21 w 52"/>
                <a:gd name="T17" fmla="*/ 4 h 75"/>
                <a:gd name="T18" fmla="*/ 21 w 52"/>
                <a:gd name="T19" fmla="*/ 7 h 75"/>
                <a:gd name="T20" fmla="*/ 24 w 52"/>
                <a:gd name="T21" fmla="*/ 12 h 75"/>
                <a:gd name="T22" fmla="*/ 28 w 52"/>
                <a:gd name="T23" fmla="*/ 21 h 75"/>
                <a:gd name="T24" fmla="*/ 29 w 52"/>
                <a:gd name="T25" fmla="*/ 26 h 75"/>
                <a:gd name="T26" fmla="*/ 27 w 52"/>
                <a:gd name="T27" fmla="*/ 32 h 75"/>
                <a:gd name="T28" fmla="*/ 24 w 52"/>
                <a:gd name="T29" fmla="*/ 39 h 75"/>
                <a:gd name="T30" fmla="*/ 21 w 52"/>
                <a:gd name="T31" fmla="*/ 43 h 75"/>
                <a:gd name="T32" fmla="*/ 18 w 52"/>
                <a:gd name="T33" fmla="*/ 42 h 75"/>
                <a:gd name="T34" fmla="*/ 15 w 52"/>
                <a:gd name="T35" fmla="*/ 39 h 75"/>
                <a:gd name="T36" fmla="*/ 11 w 52"/>
                <a:gd name="T37" fmla="*/ 26 h 75"/>
                <a:gd name="T38" fmla="*/ 10 w 52"/>
                <a:gd name="T39" fmla="*/ 18 h 75"/>
                <a:gd name="T40" fmla="*/ 7 w 52"/>
                <a:gd name="T41" fmla="*/ 16 h 75"/>
                <a:gd name="T42" fmla="*/ 4 w 52"/>
                <a:gd name="T43" fmla="*/ 16 h 75"/>
                <a:gd name="T44" fmla="*/ 0 w 52"/>
                <a:gd name="T45" fmla="*/ 21 h 75"/>
                <a:gd name="T46" fmla="*/ 3 w 52"/>
                <a:gd name="T47" fmla="*/ 33 h 75"/>
                <a:gd name="T48" fmla="*/ 9 w 52"/>
                <a:gd name="T49" fmla="*/ 46 h 75"/>
                <a:gd name="T50" fmla="*/ 16 w 52"/>
                <a:gd name="T51" fmla="*/ 52 h 75"/>
                <a:gd name="T52" fmla="*/ 24 w 52"/>
                <a:gd name="T53" fmla="*/ 51 h 75"/>
                <a:gd name="T54" fmla="*/ 35 w 52"/>
                <a:gd name="T55" fmla="*/ 32 h 75"/>
                <a:gd name="T56" fmla="*/ 42 w 52"/>
                <a:gd name="T57" fmla="*/ 52 h 75"/>
                <a:gd name="T58" fmla="*/ 40 w 52"/>
                <a:gd name="T59" fmla="*/ 63 h 75"/>
                <a:gd name="T60" fmla="*/ 23 w 52"/>
                <a:gd name="T61" fmla="*/ 66 h 75"/>
                <a:gd name="T62" fmla="*/ 21 w 52"/>
                <a:gd name="T63" fmla="*/ 66 h 75"/>
                <a:gd name="T64" fmla="*/ 19 w 52"/>
                <a:gd name="T65" fmla="*/ 68 h 75"/>
                <a:gd name="T66" fmla="*/ 20 w 52"/>
                <a:gd name="T67" fmla="*/ 71 h 75"/>
                <a:gd name="T68" fmla="*/ 26 w 52"/>
                <a:gd name="T69" fmla="*/ 74 h 75"/>
                <a:gd name="T70" fmla="*/ 35 w 52"/>
                <a:gd name="T71" fmla="*/ 74 h 75"/>
                <a:gd name="T72" fmla="*/ 35 w 52"/>
                <a:gd name="T73" fmla="*/ 74 h 75"/>
                <a:gd name="T74" fmla="*/ 45 w 52"/>
                <a:gd name="T75" fmla="*/ 7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2" h="75">
                  <a:moveTo>
                    <a:pt x="45" y="70"/>
                  </a:moveTo>
                  <a:cubicBezTo>
                    <a:pt x="47" y="68"/>
                    <a:pt x="49" y="66"/>
                    <a:pt x="50" y="63"/>
                  </a:cubicBezTo>
                  <a:cubicBezTo>
                    <a:pt x="52" y="60"/>
                    <a:pt x="52" y="56"/>
                    <a:pt x="51" y="51"/>
                  </a:cubicBezTo>
                  <a:cubicBezTo>
                    <a:pt x="50" y="45"/>
                    <a:pt x="48" y="39"/>
                    <a:pt x="46" y="34"/>
                  </a:cubicBezTo>
                  <a:cubicBezTo>
                    <a:pt x="43" y="28"/>
                    <a:pt x="40" y="22"/>
                    <a:pt x="37" y="16"/>
                  </a:cubicBezTo>
                  <a:cubicBezTo>
                    <a:pt x="31" y="4"/>
                    <a:pt x="31" y="4"/>
                    <a:pt x="31" y="4"/>
                  </a:cubicBezTo>
                  <a:cubicBezTo>
                    <a:pt x="29" y="2"/>
                    <a:pt x="28" y="1"/>
                    <a:pt x="27" y="0"/>
                  </a:cubicBezTo>
                  <a:cubicBezTo>
                    <a:pt x="26" y="0"/>
                    <a:pt x="24" y="0"/>
                    <a:pt x="23" y="1"/>
                  </a:cubicBezTo>
                  <a:cubicBezTo>
                    <a:pt x="22" y="2"/>
                    <a:pt x="21" y="3"/>
                    <a:pt x="21" y="4"/>
                  </a:cubicBezTo>
                  <a:cubicBezTo>
                    <a:pt x="20" y="5"/>
                    <a:pt x="20" y="6"/>
                    <a:pt x="21" y="7"/>
                  </a:cubicBezTo>
                  <a:cubicBezTo>
                    <a:pt x="21" y="7"/>
                    <a:pt x="22" y="9"/>
                    <a:pt x="24" y="12"/>
                  </a:cubicBezTo>
                  <a:cubicBezTo>
                    <a:pt x="26" y="17"/>
                    <a:pt x="28" y="20"/>
                    <a:pt x="28" y="21"/>
                  </a:cubicBezTo>
                  <a:cubicBezTo>
                    <a:pt x="29" y="23"/>
                    <a:pt x="29" y="24"/>
                    <a:pt x="29" y="26"/>
                  </a:cubicBezTo>
                  <a:cubicBezTo>
                    <a:pt x="29" y="27"/>
                    <a:pt x="28" y="29"/>
                    <a:pt x="27" y="32"/>
                  </a:cubicBezTo>
                  <a:cubicBezTo>
                    <a:pt x="26" y="35"/>
                    <a:pt x="25" y="37"/>
                    <a:pt x="24" y="39"/>
                  </a:cubicBezTo>
                  <a:cubicBezTo>
                    <a:pt x="23" y="41"/>
                    <a:pt x="22" y="42"/>
                    <a:pt x="21" y="43"/>
                  </a:cubicBezTo>
                  <a:cubicBezTo>
                    <a:pt x="20" y="43"/>
                    <a:pt x="19" y="43"/>
                    <a:pt x="18" y="42"/>
                  </a:cubicBezTo>
                  <a:cubicBezTo>
                    <a:pt x="17" y="42"/>
                    <a:pt x="16" y="41"/>
                    <a:pt x="15" y="39"/>
                  </a:cubicBezTo>
                  <a:cubicBezTo>
                    <a:pt x="13" y="36"/>
                    <a:pt x="12" y="32"/>
                    <a:pt x="11" y="26"/>
                  </a:cubicBezTo>
                  <a:cubicBezTo>
                    <a:pt x="11" y="21"/>
                    <a:pt x="10" y="19"/>
                    <a:pt x="10" y="18"/>
                  </a:cubicBezTo>
                  <a:cubicBezTo>
                    <a:pt x="9" y="17"/>
                    <a:pt x="8" y="16"/>
                    <a:pt x="7" y="16"/>
                  </a:cubicBezTo>
                  <a:cubicBezTo>
                    <a:pt x="6" y="15"/>
                    <a:pt x="5" y="15"/>
                    <a:pt x="4" y="16"/>
                  </a:cubicBezTo>
                  <a:cubicBezTo>
                    <a:pt x="2" y="17"/>
                    <a:pt x="1" y="19"/>
                    <a:pt x="0" y="21"/>
                  </a:cubicBezTo>
                  <a:cubicBezTo>
                    <a:pt x="0" y="23"/>
                    <a:pt x="1" y="27"/>
                    <a:pt x="3" y="33"/>
                  </a:cubicBezTo>
                  <a:cubicBezTo>
                    <a:pt x="6" y="39"/>
                    <a:pt x="7" y="43"/>
                    <a:pt x="9" y="46"/>
                  </a:cubicBezTo>
                  <a:cubicBezTo>
                    <a:pt x="11" y="49"/>
                    <a:pt x="13" y="51"/>
                    <a:pt x="16" y="52"/>
                  </a:cubicBezTo>
                  <a:cubicBezTo>
                    <a:pt x="19" y="53"/>
                    <a:pt x="21" y="53"/>
                    <a:pt x="24" y="51"/>
                  </a:cubicBezTo>
                  <a:cubicBezTo>
                    <a:pt x="28" y="49"/>
                    <a:pt x="31" y="42"/>
                    <a:pt x="35" y="32"/>
                  </a:cubicBezTo>
                  <a:cubicBezTo>
                    <a:pt x="39" y="39"/>
                    <a:pt x="41" y="46"/>
                    <a:pt x="42" y="52"/>
                  </a:cubicBezTo>
                  <a:cubicBezTo>
                    <a:pt x="43" y="58"/>
                    <a:pt x="42" y="62"/>
                    <a:pt x="40" y="63"/>
                  </a:cubicBezTo>
                  <a:cubicBezTo>
                    <a:pt x="34" y="67"/>
                    <a:pt x="29" y="68"/>
                    <a:pt x="23" y="66"/>
                  </a:cubicBezTo>
                  <a:cubicBezTo>
                    <a:pt x="22" y="65"/>
                    <a:pt x="22" y="66"/>
                    <a:pt x="21" y="66"/>
                  </a:cubicBezTo>
                  <a:cubicBezTo>
                    <a:pt x="20" y="67"/>
                    <a:pt x="19" y="67"/>
                    <a:pt x="19" y="68"/>
                  </a:cubicBezTo>
                  <a:cubicBezTo>
                    <a:pt x="19" y="69"/>
                    <a:pt x="19" y="70"/>
                    <a:pt x="20" y="71"/>
                  </a:cubicBezTo>
                  <a:cubicBezTo>
                    <a:pt x="21" y="73"/>
                    <a:pt x="23" y="73"/>
                    <a:pt x="26" y="74"/>
                  </a:cubicBezTo>
                  <a:cubicBezTo>
                    <a:pt x="29" y="75"/>
                    <a:pt x="32" y="75"/>
                    <a:pt x="35" y="74"/>
                  </a:cubicBezTo>
                  <a:cubicBezTo>
                    <a:pt x="35" y="74"/>
                    <a:pt x="35" y="74"/>
                    <a:pt x="35" y="74"/>
                  </a:cubicBezTo>
                  <a:cubicBezTo>
                    <a:pt x="38" y="73"/>
                    <a:pt x="41" y="72"/>
                    <a:pt x="45"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69"/>
            <p:cNvSpPr>
              <a:spLocks noEditPoints="1"/>
            </p:cNvSpPr>
            <p:nvPr/>
          </p:nvSpPr>
          <p:spPr bwMode="auto">
            <a:xfrm>
              <a:off x="4997450" y="2876551"/>
              <a:ext cx="61913" cy="84138"/>
            </a:xfrm>
            <a:custGeom>
              <a:avLst/>
              <a:gdLst>
                <a:gd name="T0" fmla="*/ 15 w 39"/>
                <a:gd name="T1" fmla="*/ 51 h 52"/>
                <a:gd name="T2" fmla="*/ 27 w 39"/>
                <a:gd name="T3" fmla="*/ 49 h 52"/>
                <a:gd name="T4" fmla="*/ 37 w 39"/>
                <a:gd name="T5" fmla="*/ 35 h 52"/>
                <a:gd name="T6" fmla="*/ 38 w 39"/>
                <a:gd name="T7" fmla="*/ 22 h 52"/>
                <a:gd name="T8" fmla="*/ 34 w 39"/>
                <a:gd name="T9" fmla="*/ 21 h 52"/>
                <a:gd name="T10" fmla="*/ 33 w 39"/>
                <a:gd name="T11" fmla="*/ 25 h 52"/>
                <a:gd name="T12" fmla="*/ 23 w 39"/>
                <a:gd name="T13" fmla="*/ 40 h 52"/>
                <a:gd name="T14" fmla="*/ 18 w 39"/>
                <a:gd name="T15" fmla="*/ 41 h 52"/>
                <a:gd name="T16" fmla="*/ 15 w 39"/>
                <a:gd name="T17" fmla="*/ 39 h 52"/>
                <a:gd name="T18" fmla="*/ 15 w 39"/>
                <a:gd name="T19" fmla="*/ 37 h 52"/>
                <a:gd name="T20" fmla="*/ 25 w 39"/>
                <a:gd name="T21" fmla="*/ 20 h 52"/>
                <a:gd name="T22" fmla="*/ 24 w 39"/>
                <a:gd name="T23" fmla="*/ 5 h 52"/>
                <a:gd name="T24" fmla="*/ 18 w 39"/>
                <a:gd name="T25" fmla="*/ 1 h 52"/>
                <a:gd name="T26" fmla="*/ 10 w 39"/>
                <a:gd name="T27" fmla="*/ 2 h 52"/>
                <a:gd name="T28" fmla="*/ 1 w 39"/>
                <a:gd name="T29" fmla="*/ 20 h 52"/>
                <a:gd name="T30" fmla="*/ 5 w 39"/>
                <a:gd name="T31" fmla="*/ 43 h 52"/>
                <a:gd name="T32" fmla="*/ 15 w 39"/>
                <a:gd name="T33" fmla="*/ 51 h 52"/>
                <a:gd name="T34" fmla="*/ 10 w 39"/>
                <a:gd name="T35" fmla="*/ 19 h 52"/>
                <a:gd name="T36" fmla="*/ 13 w 39"/>
                <a:gd name="T37" fmla="*/ 10 h 52"/>
                <a:gd name="T38" fmla="*/ 15 w 39"/>
                <a:gd name="T39" fmla="*/ 10 h 52"/>
                <a:gd name="T40" fmla="*/ 17 w 39"/>
                <a:gd name="T41" fmla="*/ 11 h 52"/>
                <a:gd name="T42" fmla="*/ 17 w 39"/>
                <a:gd name="T43" fmla="*/ 20 h 52"/>
                <a:gd name="T44" fmla="*/ 11 w 39"/>
                <a:gd name="T45" fmla="*/ 31 h 52"/>
                <a:gd name="T46" fmla="*/ 10 w 39"/>
                <a:gd name="T4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9" h="52">
                  <a:moveTo>
                    <a:pt x="15" y="51"/>
                  </a:moveTo>
                  <a:cubicBezTo>
                    <a:pt x="19" y="52"/>
                    <a:pt x="23" y="51"/>
                    <a:pt x="27" y="49"/>
                  </a:cubicBezTo>
                  <a:cubicBezTo>
                    <a:pt x="32" y="45"/>
                    <a:pt x="35" y="41"/>
                    <a:pt x="37" y="35"/>
                  </a:cubicBezTo>
                  <a:cubicBezTo>
                    <a:pt x="39" y="29"/>
                    <a:pt x="39" y="25"/>
                    <a:pt x="38" y="22"/>
                  </a:cubicBezTo>
                  <a:cubicBezTo>
                    <a:pt x="37" y="21"/>
                    <a:pt x="36" y="21"/>
                    <a:pt x="34" y="21"/>
                  </a:cubicBezTo>
                  <a:cubicBezTo>
                    <a:pt x="33" y="22"/>
                    <a:pt x="33" y="23"/>
                    <a:pt x="33" y="25"/>
                  </a:cubicBezTo>
                  <a:cubicBezTo>
                    <a:pt x="31" y="32"/>
                    <a:pt x="28" y="38"/>
                    <a:pt x="23" y="40"/>
                  </a:cubicBezTo>
                  <a:cubicBezTo>
                    <a:pt x="22" y="42"/>
                    <a:pt x="20" y="42"/>
                    <a:pt x="18" y="41"/>
                  </a:cubicBezTo>
                  <a:cubicBezTo>
                    <a:pt x="17" y="41"/>
                    <a:pt x="16" y="40"/>
                    <a:pt x="15" y="39"/>
                  </a:cubicBezTo>
                  <a:cubicBezTo>
                    <a:pt x="15" y="39"/>
                    <a:pt x="15" y="38"/>
                    <a:pt x="15" y="37"/>
                  </a:cubicBezTo>
                  <a:cubicBezTo>
                    <a:pt x="20" y="32"/>
                    <a:pt x="24" y="26"/>
                    <a:pt x="25" y="20"/>
                  </a:cubicBezTo>
                  <a:cubicBezTo>
                    <a:pt x="27" y="14"/>
                    <a:pt x="26" y="9"/>
                    <a:pt x="24" y="5"/>
                  </a:cubicBezTo>
                  <a:cubicBezTo>
                    <a:pt x="22" y="3"/>
                    <a:pt x="20" y="2"/>
                    <a:pt x="18" y="1"/>
                  </a:cubicBezTo>
                  <a:cubicBezTo>
                    <a:pt x="15" y="0"/>
                    <a:pt x="12" y="1"/>
                    <a:pt x="10" y="2"/>
                  </a:cubicBezTo>
                  <a:cubicBezTo>
                    <a:pt x="5" y="6"/>
                    <a:pt x="2" y="12"/>
                    <a:pt x="1" y="20"/>
                  </a:cubicBezTo>
                  <a:cubicBezTo>
                    <a:pt x="0" y="29"/>
                    <a:pt x="1" y="36"/>
                    <a:pt x="5" y="43"/>
                  </a:cubicBezTo>
                  <a:cubicBezTo>
                    <a:pt x="8" y="47"/>
                    <a:pt x="11" y="50"/>
                    <a:pt x="15" y="51"/>
                  </a:cubicBezTo>
                  <a:close/>
                  <a:moveTo>
                    <a:pt x="10" y="19"/>
                  </a:moveTo>
                  <a:cubicBezTo>
                    <a:pt x="10" y="14"/>
                    <a:pt x="11" y="11"/>
                    <a:pt x="13" y="10"/>
                  </a:cubicBezTo>
                  <a:cubicBezTo>
                    <a:pt x="14" y="10"/>
                    <a:pt x="15" y="10"/>
                    <a:pt x="15" y="10"/>
                  </a:cubicBezTo>
                  <a:cubicBezTo>
                    <a:pt x="16" y="10"/>
                    <a:pt x="17" y="11"/>
                    <a:pt x="17" y="11"/>
                  </a:cubicBezTo>
                  <a:cubicBezTo>
                    <a:pt x="19" y="13"/>
                    <a:pt x="19" y="16"/>
                    <a:pt x="17" y="20"/>
                  </a:cubicBezTo>
                  <a:cubicBezTo>
                    <a:pt x="16" y="25"/>
                    <a:pt x="14" y="28"/>
                    <a:pt x="11" y="31"/>
                  </a:cubicBezTo>
                  <a:cubicBezTo>
                    <a:pt x="9" y="27"/>
                    <a:pt x="9" y="23"/>
                    <a:pt x="10"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70"/>
            <p:cNvSpPr>
              <a:spLocks/>
            </p:cNvSpPr>
            <p:nvPr/>
          </p:nvSpPr>
          <p:spPr bwMode="auto">
            <a:xfrm>
              <a:off x="5068888" y="2900363"/>
              <a:ext cx="19050" cy="22225"/>
            </a:xfrm>
            <a:custGeom>
              <a:avLst/>
              <a:gdLst>
                <a:gd name="T0" fmla="*/ 4 w 12"/>
                <a:gd name="T1" fmla="*/ 1 h 14"/>
                <a:gd name="T2" fmla="*/ 1 w 12"/>
                <a:gd name="T3" fmla="*/ 4 h 14"/>
                <a:gd name="T4" fmla="*/ 0 w 12"/>
                <a:gd name="T5" fmla="*/ 7 h 14"/>
                <a:gd name="T6" fmla="*/ 2 w 12"/>
                <a:gd name="T7" fmla="*/ 10 h 14"/>
                <a:gd name="T8" fmla="*/ 5 w 12"/>
                <a:gd name="T9" fmla="*/ 14 h 14"/>
                <a:gd name="T10" fmla="*/ 9 w 12"/>
                <a:gd name="T11" fmla="*/ 13 h 14"/>
                <a:gd name="T12" fmla="*/ 11 w 12"/>
                <a:gd name="T13" fmla="*/ 9 h 14"/>
                <a:gd name="T14" fmla="*/ 12 w 12"/>
                <a:gd name="T15" fmla="*/ 5 h 14"/>
                <a:gd name="T16" fmla="*/ 11 w 12"/>
                <a:gd name="T17" fmla="*/ 1 h 14"/>
                <a:gd name="T18" fmla="*/ 8 w 12"/>
                <a:gd name="T19" fmla="*/ 0 h 14"/>
                <a:gd name="T20" fmla="*/ 4 w 12"/>
                <a:gd name="T21"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4">
                  <a:moveTo>
                    <a:pt x="4" y="1"/>
                  </a:moveTo>
                  <a:cubicBezTo>
                    <a:pt x="3" y="2"/>
                    <a:pt x="1" y="3"/>
                    <a:pt x="1" y="4"/>
                  </a:cubicBezTo>
                  <a:cubicBezTo>
                    <a:pt x="0" y="5"/>
                    <a:pt x="0" y="6"/>
                    <a:pt x="0" y="7"/>
                  </a:cubicBezTo>
                  <a:cubicBezTo>
                    <a:pt x="0" y="8"/>
                    <a:pt x="1" y="9"/>
                    <a:pt x="2" y="10"/>
                  </a:cubicBezTo>
                  <a:cubicBezTo>
                    <a:pt x="3" y="12"/>
                    <a:pt x="4" y="14"/>
                    <a:pt x="5" y="14"/>
                  </a:cubicBezTo>
                  <a:cubicBezTo>
                    <a:pt x="6" y="14"/>
                    <a:pt x="8" y="13"/>
                    <a:pt x="9" y="13"/>
                  </a:cubicBezTo>
                  <a:cubicBezTo>
                    <a:pt x="10" y="12"/>
                    <a:pt x="10" y="11"/>
                    <a:pt x="11" y="9"/>
                  </a:cubicBezTo>
                  <a:cubicBezTo>
                    <a:pt x="12" y="7"/>
                    <a:pt x="12" y="6"/>
                    <a:pt x="12" y="5"/>
                  </a:cubicBezTo>
                  <a:cubicBezTo>
                    <a:pt x="12" y="4"/>
                    <a:pt x="12" y="3"/>
                    <a:pt x="11" y="1"/>
                  </a:cubicBezTo>
                  <a:cubicBezTo>
                    <a:pt x="10" y="1"/>
                    <a:pt x="9" y="0"/>
                    <a:pt x="8" y="0"/>
                  </a:cubicBezTo>
                  <a:cubicBezTo>
                    <a:pt x="7" y="0"/>
                    <a:pt x="6" y="0"/>
                    <a:pt x="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71"/>
            <p:cNvSpPr>
              <a:spLocks/>
            </p:cNvSpPr>
            <p:nvPr/>
          </p:nvSpPr>
          <p:spPr bwMode="auto">
            <a:xfrm>
              <a:off x="5095875" y="2881313"/>
              <a:ext cx="20638" cy="23813"/>
            </a:xfrm>
            <a:custGeom>
              <a:avLst/>
              <a:gdLst>
                <a:gd name="T0" fmla="*/ 5 w 13"/>
                <a:gd name="T1" fmla="*/ 2 h 15"/>
                <a:gd name="T2" fmla="*/ 1 w 13"/>
                <a:gd name="T3" fmla="*/ 5 h 15"/>
                <a:gd name="T4" fmla="*/ 0 w 13"/>
                <a:gd name="T5" fmla="*/ 8 h 15"/>
                <a:gd name="T6" fmla="*/ 2 w 13"/>
                <a:gd name="T7" fmla="*/ 11 h 15"/>
                <a:gd name="T8" fmla="*/ 6 w 13"/>
                <a:gd name="T9" fmla="*/ 14 h 15"/>
                <a:gd name="T10" fmla="*/ 9 w 13"/>
                <a:gd name="T11" fmla="*/ 13 h 15"/>
                <a:gd name="T12" fmla="*/ 12 w 13"/>
                <a:gd name="T13" fmla="*/ 10 h 15"/>
                <a:gd name="T14" fmla="*/ 13 w 13"/>
                <a:gd name="T15" fmla="*/ 5 h 15"/>
                <a:gd name="T16" fmla="*/ 11 w 13"/>
                <a:gd name="T17" fmla="*/ 2 h 15"/>
                <a:gd name="T18" fmla="*/ 9 w 13"/>
                <a:gd name="T19" fmla="*/ 1 h 15"/>
                <a:gd name="T20" fmla="*/ 5 w 13"/>
                <a:gd name="T21"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5">
                  <a:moveTo>
                    <a:pt x="5" y="2"/>
                  </a:moveTo>
                  <a:cubicBezTo>
                    <a:pt x="3" y="3"/>
                    <a:pt x="2" y="4"/>
                    <a:pt x="1" y="5"/>
                  </a:cubicBezTo>
                  <a:cubicBezTo>
                    <a:pt x="0" y="6"/>
                    <a:pt x="0" y="7"/>
                    <a:pt x="0" y="8"/>
                  </a:cubicBezTo>
                  <a:cubicBezTo>
                    <a:pt x="1" y="9"/>
                    <a:pt x="1" y="10"/>
                    <a:pt x="2" y="11"/>
                  </a:cubicBezTo>
                  <a:cubicBezTo>
                    <a:pt x="4" y="13"/>
                    <a:pt x="5" y="14"/>
                    <a:pt x="6" y="14"/>
                  </a:cubicBezTo>
                  <a:cubicBezTo>
                    <a:pt x="7" y="15"/>
                    <a:pt x="8" y="14"/>
                    <a:pt x="9" y="13"/>
                  </a:cubicBezTo>
                  <a:cubicBezTo>
                    <a:pt x="10" y="13"/>
                    <a:pt x="11" y="12"/>
                    <a:pt x="12" y="10"/>
                  </a:cubicBezTo>
                  <a:cubicBezTo>
                    <a:pt x="12" y="8"/>
                    <a:pt x="13" y="6"/>
                    <a:pt x="13" y="5"/>
                  </a:cubicBezTo>
                  <a:cubicBezTo>
                    <a:pt x="13" y="5"/>
                    <a:pt x="12" y="3"/>
                    <a:pt x="11" y="2"/>
                  </a:cubicBezTo>
                  <a:cubicBezTo>
                    <a:pt x="11" y="1"/>
                    <a:pt x="10" y="1"/>
                    <a:pt x="9" y="1"/>
                  </a:cubicBezTo>
                  <a:cubicBezTo>
                    <a:pt x="8" y="0"/>
                    <a:pt x="6" y="1"/>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72"/>
            <p:cNvSpPr>
              <a:spLocks/>
            </p:cNvSpPr>
            <p:nvPr/>
          </p:nvSpPr>
          <p:spPr bwMode="auto">
            <a:xfrm>
              <a:off x="5126038" y="2863851"/>
              <a:ext cx="19050" cy="22225"/>
            </a:xfrm>
            <a:custGeom>
              <a:avLst/>
              <a:gdLst>
                <a:gd name="T0" fmla="*/ 5 w 12"/>
                <a:gd name="T1" fmla="*/ 1 h 14"/>
                <a:gd name="T2" fmla="*/ 1 w 12"/>
                <a:gd name="T3" fmla="*/ 5 h 14"/>
                <a:gd name="T4" fmla="*/ 0 w 12"/>
                <a:gd name="T5" fmla="*/ 7 h 14"/>
                <a:gd name="T6" fmla="*/ 2 w 12"/>
                <a:gd name="T7" fmla="*/ 11 h 14"/>
                <a:gd name="T8" fmla="*/ 5 w 12"/>
                <a:gd name="T9" fmla="*/ 14 h 14"/>
                <a:gd name="T10" fmla="*/ 9 w 12"/>
                <a:gd name="T11" fmla="*/ 13 h 14"/>
                <a:gd name="T12" fmla="*/ 11 w 12"/>
                <a:gd name="T13" fmla="*/ 9 h 14"/>
                <a:gd name="T14" fmla="*/ 12 w 12"/>
                <a:gd name="T15" fmla="*/ 5 h 14"/>
                <a:gd name="T16" fmla="*/ 11 w 12"/>
                <a:gd name="T17" fmla="*/ 2 h 14"/>
                <a:gd name="T18" fmla="*/ 8 w 12"/>
                <a:gd name="T19" fmla="*/ 0 h 14"/>
                <a:gd name="T20" fmla="*/ 5 w 12"/>
                <a:gd name="T21"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4">
                  <a:moveTo>
                    <a:pt x="5" y="1"/>
                  </a:moveTo>
                  <a:cubicBezTo>
                    <a:pt x="3" y="3"/>
                    <a:pt x="1" y="4"/>
                    <a:pt x="1" y="5"/>
                  </a:cubicBezTo>
                  <a:cubicBezTo>
                    <a:pt x="0" y="6"/>
                    <a:pt x="0" y="7"/>
                    <a:pt x="0" y="7"/>
                  </a:cubicBezTo>
                  <a:cubicBezTo>
                    <a:pt x="0" y="8"/>
                    <a:pt x="1" y="9"/>
                    <a:pt x="2" y="11"/>
                  </a:cubicBezTo>
                  <a:cubicBezTo>
                    <a:pt x="3" y="13"/>
                    <a:pt x="4" y="14"/>
                    <a:pt x="5" y="14"/>
                  </a:cubicBezTo>
                  <a:cubicBezTo>
                    <a:pt x="6" y="14"/>
                    <a:pt x="8" y="14"/>
                    <a:pt x="9" y="13"/>
                  </a:cubicBezTo>
                  <a:cubicBezTo>
                    <a:pt x="10" y="13"/>
                    <a:pt x="11" y="11"/>
                    <a:pt x="11" y="9"/>
                  </a:cubicBezTo>
                  <a:cubicBezTo>
                    <a:pt x="12" y="8"/>
                    <a:pt x="12" y="6"/>
                    <a:pt x="12" y="5"/>
                  </a:cubicBezTo>
                  <a:cubicBezTo>
                    <a:pt x="12" y="4"/>
                    <a:pt x="12" y="3"/>
                    <a:pt x="11" y="2"/>
                  </a:cubicBezTo>
                  <a:cubicBezTo>
                    <a:pt x="10" y="1"/>
                    <a:pt x="10" y="1"/>
                    <a:pt x="8" y="0"/>
                  </a:cubicBezTo>
                  <a:cubicBezTo>
                    <a:pt x="7" y="0"/>
                    <a:pt x="6" y="1"/>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6" name="组合 75"/>
          <p:cNvGrpSpPr/>
          <p:nvPr/>
        </p:nvGrpSpPr>
        <p:grpSpPr>
          <a:xfrm>
            <a:off x="436563" y="4468813"/>
            <a:ext cx="1608137" cy="1830388"/>
            <a:chOff x="436563" y="4468813"/>
            <a:chExt cx="1608137" cy="1830388"/>
          </a:xfrm>
          <a:solidFill>
            <a:schemeClr val="tx1">
              <a:lumMod val="65000"/>
              <a:lumOff val="35000"/>
            </a:schemeClr>
          </a:solidFill>
        </p:grpSpPr>
        <p:sp>
          <p:nvSpPr>
            <p:cNvPr id="77" name="Freeform 73"/>
            <p:cNvSpPr>
              <a:spLocks/>
            </p:cNvSpPr>
            <p:nvPr/>
          </p:nvSpPr>
          <p:spPr bwMode="auto">
            <a:xfrm>
              <a:off x="1096963" y="5905501"/>
              <a:ext cx="128588" cy="393700"/>
            </a:xfrm>
            <a:custGeom>
              <a:avLst/>
              <a:gdLst>
                <a:gd name="T0" fmla="*/ 0 w 80"/>
                <a:gd name="T1" fmla="*/ 205 h 245"/>
                <a:gd name="T2" fmla="*/ 40 w 80"/>
                <a:gd name="T3" fmla="*/ 245 h 245"/>
                <a:gd name="T4" fmla="*/ 80 w 80"/>
                <a:gd name="T5" fmla="*/ 205 h 245"/>
                <a:gd name="T6" fmla="*/ 80 w 80"/>
                <a:gd name="T7" fmla="*/ 0 h 245"/>
                <a:gd name="T8" fmla="*/ 0 w 80"/>
                <a:gd name="T9" fmla="*/ 7 h 245"/>
                <a:gd name="T10" fmla="*/ 0 w 80"/>
                <a:gd name="T11" fmla="*/ 205 h 245"/>
              </a:gdLst>
              <a:ahLst/>
              <a:cxnLst>
                <a:cxn ang="0">
                  <a:pos x="T0" y="T1"/>
                </a:cxn>
                <a:cxn ang="0">
                  <a:pos x="T2" y="T3"/>
                </a:cxn>
                <a:cxn ang="0">
                  <a:pos x="T4" y="T5"/>
                </a:cxn>
                <a:cxn ang="0">
                  <a:pos x="T6" y="T7"/>
                </a:cxn>
                <a:cxn ang="0">
                  <a:pos x="T8" y="T9"/>
                </a:cxn>
                <a:cxn ang="0">
                  <a:pos x="T10" y="T11"/>
                </a:cxn>
              </a:cxnLst>
              <a:rect l="0" t="0" r="r" b="b"/>
              <a:pathLst>
                <a:path w="80" h="245">
                  <a:moveTo>
                    <a:pt x="0" y="205"/>
                  </a:moveTo>
                  <a:cubicBezTo>
                    <a:pt x="0" y="227"/>
                    <a:pt x="18" y="245"/>
                    <a:pt x="40" y="245"/>
                  </a:cubicBezTo>
                  <a:cubicBezTo>
                    <a:pt x="62" y="245"/>
                    <a:pt x="80" y="227"/>
                    <a:pt x="80" y="205"/>
                  </a:cubicBezTo>
                  <a:cubicBezTo>
                    <a:pt x="80" y="0"/>
                    <a:pt x="80" y="0"/>
                    <a:pt x="80" y="0"/>
                  </a:cubicBezTo>
                  <a:cubicBezTo>
                    <a:pt x="60" y="4"/>
                    <a:pt x="32" y="7"/>
                    <a:pt x="0" y="7"/>
                  </a:cubicBezTo>
                  <a:lnTo>
                    <a:pt x="0"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74"/>
            <p:cNvSpPr>
              <a:spLocks/>
            </p:cNvSpPr>
            <p:nvPr/>
          </p:nvSpPr>
          <p:spPr bwMode="auto">
            <a:xfrm>
              <a:off x="950913" y="5905501"/>
              <a:ext cx="127000" cy="393700"/>
            </a:xfrm>
            <a:custGeom>
              <a:avLst/>
              <a:gdLst>
                <a:gd name="T0" fmla="*/ 0 w 80"/>
                <a:gd name="T1" fmla="*/ 205 h 245"/>
                <a:gd name="T2" fmla="*/ 40 w 80"/>
                <a:gd name="T3" fmla="*/ 245 h 245"/>
                <a:gd name="T4" fmla="*/ 80 w 80"/>
                <a:gd name="T5" fmla="*/ 205 h 245"/>
                <a:gd name="T6" fmla="*/ 80 w 80"/>
                <a:gd name="T7" fmla="*/ 7 h 245"/>
                <a:gd name="T8" fmla="*/ 0 w 80"/>
                <a:gd name="T9" fmla="*/ 0 h 245"/>
                <a:gd name="T10" fmla="*/ 0 w 80"/>
                <a:gd name="T11" fmla="*/ 205 h 245"/>
              </a:gdLst>
              <a:ahLst/>
              <a:cxnLst>
                <a:cxn ang="0">
                  <a:pos x="T0" y="T1"/>
                </a:cxn>
                <a:cxn ang="0">
                  <a:pos x="T2" y="T3"/>
                </a:cxn>
                <a:cxn ang="0">
                  <a:pos x="T4" y="T5"/>
                </a:cxn>
                <a:cxn ang="0">
                  <a:pos x="T6" y="T7"/>
                </a:cxn>
                <a:cxn ang="0">
                  <a:pos x="T8" y="T9"/>
                </a:cxn>
                <a:cxn ang="0">
                  <a:pos x="T10" y="T11"/>
                </a:cxn>
              </a:cxnLst>
              <a:rect l="0" t="0" r="r" b="b"/>
              <a:pathLst>
                <a:path w="80" h="245">
                  <a:moveTo>
                    <a:pt x="0" y="205"/>
                  </a:moveTo>
                  <a:cubicBezTo>
                    <a:pt x="0" y="227"/>
                    <a:pt x="18" y="245"/>
                    <a:pt x="40" y="245"/>
                  </a:cubicBezTo>
                  <a:cubicBezTo>
                    <a:pt x="62" y="245"/>
                    <a:pt x="80" y="227"/>
                    <a:pt x="80" y="205"/>
                  </a:cubicBezTo>
                  <a:cubicBezTo>
                    <a:pt x="80" y="7"/>
                    <a:pt x="80" y="7"/>
                    <a:pt x="80" y="7"/>
                  </a:cubicBezTo>
                  <a:cubicBezTo>
                    <a:pt x="48" y="7"/>
                    <a:pt x="24" y="4"/>
                    <a:pt x="0" y="0"/>
                  </a:cubicBezTo>
                  <a:lnTo>
                    <a:pt x="0"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75"/>
            <p:cNvSpPr>
              <a:spLocks noEditPoints="1"/>
            </p:cNvSpPr>
            <p:nvPr/>
          </p:nvSpPr>
          <p:spPr bwMode="auto">
            <a:xfrm>
              <a:off x="457200" y="4468813"/>
              <a:ext cx="911225" cy="1430338"/>
            </a:xfrm>
            <a:custGeom>
              <a:avLst/>
              <a:gdLst>
                <a:gd name="T0" fmla="*/ 500 w 568"/>
                <a:gd name="T1" fmla="*/ 725 h 892"/>
                <a:gd name="T2" fmla="*/ 504 w 568"/>
                <a:gd name="T3" fmla="*/ 812 h 892"/>
                <a:gd name="T4" fmla="*/ 285 w 568"/>
                <a:gd name="T5" fmla="*/ 812 h 892"/>
                <a:gd name="T6" fmla="*/ 325 w 568"/>
                <a:gd name="T7" fmla="*/ 546 h 892"/>
                <a:gd name="T8" fmla="*/ 81 w 568"/>
                <a:gd name="T9" fmla="*/ 284 h 892"/>
                <a:gd name="T10" fmla="*/ 178 w 568"/>
                <a:gd name="T11" fmla="*/ 136 h 892"/>
                <a:gd name="T12" fmla="*/ 130 w 568"/>
                <a:gd name="T13" fmla="*/ 0 h 892"/>
                <a:gd name="T14" fmla="*/ 124 w 568"/>
                <a:gd name="T15" fmla="*/ 115 h 892"/>
                <a:gd name="T16" fmla="*/ 38 w 568"/>
                <a:gd name="T17" fmla="*/ 277 h 892"/>
                <a:gd name="T18" fmla="*/ 44 w 568"/>
                <a:gd name="T19" fmla="*/ 320 h 892"/>
                <a:gd name="T20" fmla="*/ 53 w 568"/>
                <a:gd name="T21" fmla="*/ 356 h 892"/>
                <a:gd name="T22" fmla="*/ 270 w 568"/>
                <a:gd name="T23" fmla="*/ 463 h 892"/>
                <a:gd name="T24" fmla="*/ 91 w 568"/>
                <a:gd name="T25" fmla="*/ 469 h 892"/>
                <a:gd name="T26" fmla="*/ 83 w 568"/>
                <a:gd name="T27" fmla="*/ 449 h 892"/>
                <a:gd name="T28" fmla="*/ 78 w 568"/>
                <a:gd name="T29" fmla="*/ 431 h 892"/>
                <a:gd name="T30" fmla="*/ 58 w 568"/>
                <a:gd name="T31" fmla="*/ 411 h 892"/>
                <a:gd name="T32" fmla="*/ 59 w 568"/>
                <a:gd name="T33" fmla="*/ 402 h 892"/>
                <a:gd name="T34" fmla="*/ 37 w 568"/>
                <a:gd name="T35" fmla="*/ 402 h 892"/>
                <a:gd name="T36" fmla="*/ 39 w 568"/>
                <a:gd name="T37" fmla="*/ 411 h 892"/>
                <a:gd name="T38" fmla="*/ 18 w 568"/>
                <a:gd name="T39" fmla="*/ 431 h 892"/>
                <a:gd name="T40" fmla="*/ 11 w 568"/>
                <a:gd name="T41" fmla="*/ 449 h 892"/>
                <a:gd name="T42" fmla="*/ 7 w 568"/>
                <a:gd name="T43" fmla="*/ 469 h 892"/>
                <a:gd name="T44" fmla="*/ 25 w 568"/>
                <a:gd name="T45" fmla="*/ 583 h 892"/>
                <a:gd name="T46" fmla="*/ 91 w 568"/>
                <a:gd name="T47" fmla="*/ 564 h 892"/>
                <a:gd name="T48" fmla="*/ 132 w 568"/>
                <a:gd name="T49" fmla="*/ 547 h 892"/>
                <a:gd name="T50" fmla="*/ 90 w 568"/>
                <a:gd name="T51" fmla="*/ 673 h 892"/>
                <a:gd name="T52" fmla="*/ 0 w 568"/>
                <a:gd name="T53" fmla="*/ 661 h 892"/>
                <a:gd name="T54" fmla="*/ 32 w 568"/>
                <a:gd name="T55" fmla="*/ 676 h 892"/>
                <a:gd name="T56" fmla="*/ 64 w 568"/>
                <a:gd name="T57" fmla="*/ 788 h 892"/>
                <a:gd name="T58" fmla="*/ 148 w 568"/>
                <a:gd name="T59" fmla="*/ 788 h 892"/>
                <a:gd name="T60" fmla="*/ 271 w 568"/>
                <a:gd name="T61" fmla="*/ 608 h 892"/>
                <a:gd name="T62" fmla="*/ 221 w 568"/>
                <a:gd name="T63" fmla="*/ 856 h 892"/>
                <a:gd name="T64" fmla="*/ 568 w 568"/>
                <a:gd name="T65" fmla="*/ 856 h 892"/>
                <a:gd name="T66" fmla="*/ 540 w 568"/>
                <a:gd name="T67" fmla="*/ 721 h 892"/>
                <a:gd name="T68" fmla="*/ 517 w 568"/>
                <a:gd name="T69" fmla="*/ 729 h 892"/>
                <a:gd name="T70" fmla="*/ 171 w 568"/>
                <a:gd name="T71" fmla="*/ 110 h 892"/>
                <a:gd name="T72" fmla="*/ 185 w 568"/>
                <a:gd name="T73" fmla="*/ 42 h 892"/>
                <a:gd name="T74" fmla="*/ 172 w 568"/>
                <a:gd name="T75" fmla="*/ 38 h 892"/>
                <a:gd name="T76" fmla="*/ 136 w 568"/>
                <a:gd name="T77" fmla="*/ 97 h 892"/>
                <a:gd name="T78" fmla="*/ 172 w 568"/>
                <a:gd name="T79" fmla="*/ 38 h 892"/>
                <a:gd name="T80" fmla="*/ 137 w 568"/>
                <a:gd name="T81" fmla="*/ 24 h 892"/>
                <a:gd name="T82" fmla="*/ 124 w 568"/>
                <a:gd name="T83" fmla="*/ 92 h 892"/>
                <a:gd name="T84" fmla="*/ 71 w 568"/>
                <a:gd name="T85" fmla="*/ 575 h 892"/>
                <a:gd name="T86" fmla="*/ 15 w 568"/>
                <a:gd name="T87" fmla="*/ 564 h 892"/>
                <a:gd name="T88" fmla="*/ 43 w 568"/>
                <a:gd name="T89" fmla="*/ 559 h 892"/>
                <a:gd name="T90" fmla="*/ 15 w 568"/>
                <a:gd name="T91" fmla="*/ 551 h 892"/>
                <a:gd name="T92" fmla="*/ 43 w 568"/>
                <a:gd name="T93" fmla="*/ 535 h 892"/>
                <a:gd name="T94" fmla="*/ 15 w 568"/>
                <a:gd name="T95" fmla="*/ 527 h 892"/>
                <a:gd name="T96" fmla="*/ 43 w 568"/>
                <a:gd name="T97" fmla="*/ 511 h 892"/>
                <a:gd name="T98" fmla="*/ 15 w 568"/>
                <a:gd name="T99" fmla="*/ 503 h 892"/>
                <a:gd name="T100" fmla="*/ 43 w 568"/>
                <a:gd name="T101" fmla="*/ 487 h 892"/>
                <a:gd name="T102" fmla="*/ 15 w 568"/>
                <a:gd name="T103" fmla="*/ 479 h 892"/>
                <a:gd name="T104" fmla="*/ 25 w 568"/>
                <a:gd name="T105" fmla="*/ 459 h 892"/>
                <a:gd name="T106" fmla="*/ 79 w 568"/>
                <a:gd name="T107" fmla="*/ 469 h 892"/>
                <a:gd name="T108" fmla="*/ 71 w 568"/>
                <a:gd name="T109" fmla="*/ 575 h 8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68" h="892">
                  <a:moveTo>
                    <a:pt x="517" y="729"/>
                  </a:moveTo>
                  <a:cubicBezTo>
                    <a:pt x="511" y="729"/>
                    <a:pt x="506" y="727"/>
                    <a:pt x="500" y="725"/>
                  </a:cubicBezTo>
                  <a:cubicBezTo>
                    <a:pt x="515" y="794"/>
                    <a:pt x="515" y="794"/>
                    <a:pt x="515" y="794"/>
                  </a:cubicBezTo>
                  <a:cubicBezTo>
                    <a:pt x="516" y="802"/>
                    <a:pt x="511" y="810"/>
                    <a:pt x="504" y="812"/>
                  </a:cubicBezTo>
                  <a:cubicBezTo>
                    <a:pt x="478" y="819"/>
                    <a:pt x="442" y="826"/>
                    <a:pt x="394" y="826"/>
                  </a:cubicBezTo>
                  <a:cubicBezTo>
                    <a:pt x="347" y="826"/>
                    <a:pt x="310" y="819"/>
                    <a:pt x="285" y="812"/>
                  </a:cubicBezTo>
                  <a:cubicBezTo>
                    <a:pt x="277" y="810"/>
                    <a:pt x="272" y="802"/>
                    <a:pt x="274" y="794"/>
                  </a:cubicBezTo>
                  <a:cubicBezTo>
                    <a:pt x="325" y="546"/>
                    <a:pt x="325" y="546"/>
                    <a:pt x="325" y="546"/>
                  </a:cubicBezTo>
                  <a:cubicBezTo>
                    <a:pt x="294" y="417"/>
                    <a:pt x="294" y="417"/>
                    <a:pt x="294" y="417"/>
                  </a:cubicBezTo>
                  <a:cubicBezTo>
                    <a:pt x="246" y="400"/>
                    <a:pt x="165" y="363"/>
                    <a:pt x="81" y="284"/>
                  </a:cubicBezTo>
                  <a:cubicBezTo>
                    <a:pt x="144" y="123"/>
                    <a:pt x="144" y="123"/>
                    <a:pt x="144" y="123"/>
                  </a:cubicBezTo>
                  <a:cubicBezTo>
                    <a:pt x="178" y="136"/>
                    <a:pt x="178" y="136"/>
                    <a:pt x="178" y="136"/>
                  </a:cubicBezTo>
                  <a:cubicBezTo>
                    <a:pt x="218" y="34"/>
                    <a:pt x="218" y="34"/>
                    <a:pt x="218" y="34"/>
                  </a:cubicBezTo>
                  <a:cubicBezTo>
                    <a:pt x="130" y="0"/>
                    <a:pt x="130" y="0"/>
                    <a:pt x="130" y="0"/>
                  </a:cubicBezTo>
                  <a:cubicBezTo>
                    <a:pt x="90" y="102"/>
                    <a:pt x="90" y="102"/>
                    <a:pt x="90" y="102"/>
                  </a:cubicBezTo>
                  <a:cubicBezTo>
                    <a:pt x="124" y="115"/>
                    <a:pt x="124" y="115"/>
                    <a:pt x="124" y="115"/>
                  </a:cubicBezTo>
                  <a:cubicBezTo>
                    <a:pt x="63" y="271"/>
                    <a:pt x="63" y="271"/>
                    <a:pt x="63" y="271"/>
                  </a:cubicBezTo>
                  <a:cubicBezTo>
                    <a:pt x="55" y="268"/>
                    <a:pt x="45" y="271"/>
                    <a:pt x="38" y="277"/>
                  </a:cubicBezTo>
                  <a:cubicBezTo>
                    <a:pt x="28" y="288"/>
                    <a:pt x="28" y="304"/>
                    <a:pt x="38" y="314"/>
                  </a:cubicBezTo>
                  <a:cubicBezTo>
                    <a:pt x="40" y="316"/>
                    <a:pt x="42" y="318"/>
                    <a:pt x="44" y="320"/>
                  </a:cubicBezTo>
                  <a:cubicBezTo>
                    <a:pt x="33" y="348"/>
                    <a:pt x="33" y="348"/>
                    <a:pt x="33" y="348"/>
                  </a:cubicBezTo>
                  <a:cubicBezTo>
                    <a:pt x="53" y="356"/>
                    <a:pt x="53" y="356"/>
                    <a:pt x="53" y="356"/>
                  </a:cubicBezTo>
                  <a:cubicBezTo>
                    <a:pt x="61" y="336"/>
                    <a:pt x="61" y="336"/>
                    <a:pt x="61" y="336"/>
                  </a:cubicBezTo>
                  <a:cubicBezTo>
                    <a:pt x="141" y="408"/>
                    <a:pt x="219" y="445"/>
                    <a:pt x="270" y="463"/>
                  </a:cubicBezTo>
                  <a:cubicBezTo>
                    <a:pt x="232" y="482"/>
                    <a:pt x="171" y="503"/>
                    <a:pt x="91" y="493"/>
                  </a:cubicBezTo>
                  <a:cubicBezTo>
                    <a:pt x="91" y="469"/>
                    <a:pt x="91" y="469"/>
                    <a:pt x="91" y="469"/>
                  </a:cubicBezTo>
                  <a:cubicBezTo>
                    <a:pt x="91" y="463"/>
                    <a:pt x="87" y="457"/>
                    <a:pt x="82" y="454"/>
                  </a:cubicBezTo>
                  <a:cubicBezTo>
                    <a:pt x="83" y="452"/>
                    <a:pt x="83" y="451"/>
                    <a:pt x="83" y="449"/>
                  </a:cubicBezTo>
                  <a:cubicBezTo>
                    <a:pt x="83" y="436"/>
                    <a:pt x="83" y="436"/>
                    <a:pt x="83" y="436"/>
                  </a:cubicBezTo>
                  <a:cubicBezTo>
                    <a:pt x="83" y="433"/>
                    <a:pt x="82" y="431"/>
                    <a:pt x="78" y="431"/>
                  </a:cubicBezTo>
                  <a:cubicBezTo>
                    <a:pt x="68" y="431"/>
                    <a:pt x="68" y="431"/>
                    <a:pt x="68" y="431"/>
                  </a:cubicBezTo>
                  <a:cubicBezTo>
                    <a:pt x="67" y="423"/>
                    <a:pt x="58" y="414"/>
                    <a:pt x="58" y="411"/>
                  </a:cubicBezTo>
                  <a:cubicBezTo>
                    <a:pt x="58" y="410"/>
                    <a:pt x="58" y="409"/>
                    <a:pt x="58" y="408"/>
                  </a:cubicBezTo>
                  <a:cubicBezTo>
                    <a:pt x="59" y="406"/>
                    <a:pt x="59" y="404"/>
                    <a:pt x="59" y="402"/>
                  </a:cubicBezTo>
                  <a:cubicBezTo>
                    <a:pt x="59" y="396"/>
                    <a:pt x="54" y="391"/>
                    <a:pt x="48" y="391"/>
                  </a:cubicBezTo>
                  <a:cubicBezTo>
                    <a:pt x="42" y="391"/>
                    <a:pt x="37" y="396"/>
                    <a:pt x="37" y="402"/>
                  </a:cubicBezTo>
                  <a:cubicBezTo>
                    <a:pt x="37" y="404"/>
                    <a:pt x="38" y="406"/>
                    <a:pt x="39" y="408"/>
                  </a:cubicBezTo>
                  <a:cubicBezTo>
                    <a:pt x="39" y="409"/>
                    <a:pt x="39" y="410"/>
                    <a:pt x="39" y="411"/>
                  </a:cubicBezTo>
                  <a:cubicBezTo>
                    <a:pt x="39" y="414"/>
                    <a:pt x="29" y="423"/>
                    <a:pt x="29" y="431"/>
                  </a:cubicBezTo>
                  <a:cubicBezTo>
                    <a:pt x="18" y="431"/>
                    <a:pt x="18" y="431"/>
                    <a:pt x="18" y="431"/>
                  </a:cubicBezTo>
                  <a:cubicBezTo>
                    <a:pt x="15" y="431"/>
                    <a:pt x="11" y="433"/>
                    <a:pt x="11" y="436"/>
                  </a:cubicBezTo>
                  <a:cubicBezTo>
                    <a:pt x="11" y="449"/>
                    <a:pt x="11" y="449"/>
                    <a:pt x="11" y="449"/>
                  </a:cubicBezTo>
                  <a:cubicBezTo>
                    <a:pt x="11" y="451"/>
                    <a:pt x="13" y="452"/>
                    <a:pt x="14" y="454"/>
                  </a:cubicBezTo>
                  <a:cubicBezTo>
                    <a:pt x="9" y="457"/>
                    <a:pt x="7" y="463"/>
                    <a:pt x="7" y="469"/>
                  </a:cubicBezTo>
                  <a:cubicBezTo>
                    <a:pt x="7" y="564"/>
                    <a:pt x="7" y="564"/>
                    <a:pt x="7" y="564"/>
                  </a:cubicBezTo>
                  <a:cubicBezTo>
                    <a:pt x="7" y="574"/>
                    <a:pt x="15" y="583"/>
                    <a:pt x="25" y="583"/>
                  </a:cubicBezTo>
                  <a:cubicBezTo>
                    <a:pt x="71" y="583"/>
                    <a:pt x="71" y="583"/>
                    <a:pt x="71" y="583"/>
                  </a:cubicBezTo>
                  <a:cubicBezTo>
                    <a:pt x="82" y="583"/>
                    <a:pt x="91" y="574"/>
                    <a:pt x="91" y="564"/>
                  </a:cubicBezTo>
                  <a:cubicBezTo>
                    <a:pt x="91" y="545"/>
                    <a:pt x="91" y="545"/>
                    <a:pt x="91" y="545"/>
                  </a:cubicBezTo>
                  <a:cubicBezTo>
                    <a:pt x="103" y="547"/>
                    <a:pt x="119" y="547"/>
                    <a:pt x="132" y="547"/>
                  </a:cubicBezTo>
                  <a:cubicBezTo>
                    <a:pt x="190" y="547"/>
                    <a:pt x="238" y="534"/>
                    <a:pt x="273" y="519"/>
                  </a:cubicBezTo>
                  <a:cubicBezTo>
                    <a:pt x="244" y="566"/>
                    <a:pt x="187" y="632"/>
                    <a:pt x="90" y="673"/>
                  </a:cubicBezTo>
                  <a:cubicBezTo>
                    <a:pt x="67" y="627"/>
                    <a:pt x="67" y="627"/>
                    <a:pt x="67" y="627"/>
                  </a:cubicBezTo>
                  <a:cubicBezTo>
                    <a:pt x="0" y="661"/>
                    <a:pt x="0" y="661"/>
                    <a:pt x="0" y="661"/>
                  </a:cubicBezTo>
                  <a:cubicBezTo>
                    <a:pt x="13" y="686"/>
                    <a:pt x="13" y="686"/>
                    <a:pt x="13" y="686"/>
                  </a:cubicBezTo>
                  <a:cubicBezTo>
                    <a:pt x="32" y="676"/>
                    <a:pt x="32" y="676"/>
                    <a:pt x="32" y="676"/>
                  </a:cubicBezTo>
                  <a:cubicBezTo>
                    <a:pt x="84" y="779"/>
                    <a:pt x="84" y="779"/>
                    <a:pt x="84" y="779"/>
                  </a:cubicBezTo>
                  <a:cubicBezTo>
                    <a:pt x="64" y="788"/>
                    <a:pt x="64" y="788"/>
                    <a:pt x="64" y="788"/>
                  </a:cubicBezTo>
                  <a:cubicBezTo>
                    <a:pt x="81" y="822"/>
                    <a:pt x="81" y="822"/>
                    <a:pt x="81" y="822"/>
                  </a:cubicBezTo>
                  <a:cubicBezTo>
                    <a:pt x="148" y="788"/>
                    <a:pt x="148" y="788"/>
                    <a:pt x="148" y="788"/>
                  </a:cubicBezTo>
                  <a:cubicBezTo>
                    <a:pt x="114" y="720"/>
                    <a:pt x="114" y="720"/>
                    <a:pt x="114" y="720"/>
                  </a:cubicBezTo>
                  <a:cubicBezTo>
                    <a:pt x="184" y="690"/>
                    <a:pt x="235" y="648"/>
                    <a:pt x="271" y="608"/>
                  </a:cubicBezTo>
                  <a:cubicBezTo>
                    <a:pt x="246" y="732"/>
                    <a:pt x="246" y="732"/>
                    <a:pt x="246" y="732"/>
                  </a:cubicBezTo>
                  <a:cubicBezTo>
                    <a:pt x="221" y="856"/>
                    <a:pt x="221" y="856"/>
                    <a:pt x="221" y="856"/>
                  </a:cubicBezTo>
                  <a:cubicBezTo>
                    <a:pt x="221" y="856"/>
                    <a:pt x="281" y="892"/>
                    <a:pt x="394" y="892"/>
                  </a:cubicBezTo>
                  <a:cubicBezTo>
                    <a:pt x="508" y="892"/>
                    <a:pt x="568" y="856"/>
                    <a:pt x="568" y="856"/>
                  </a:cubicBezTo>
                  <a:cubicBezTo>
                    <a:pt x="544" y="740"/>
                    <a:pt x="544" y="740"/>
                    <a:pt x="544" y="740"/>
                  </a:cubicBezTo>
                  <a:cubicBezTo>
                    <a:pt x="540" y="721"/>
                    <a:pt x="540" y="721"/>
                    <a:pt x="540" y="721"/>
                  </a:cubicBezTo>
                  <a:cubicBezTo>
                    <a:pt x="536" y="724"/>
                    <a:pt x="531" y="727"/>
                    <a:pt x="525" y="728"/>
                  </a:cubicBezTo>
                  <a:cubicBezTo>
                    <a:pt x="523" y="728"/>
                    <a:pt x="520" y="729"/>
                    <a:pt x="517" y="729"/>
                  </a:cubicBezTo>
                  <a:close/>
                  <a:moveTo>
                    <a:pt x="196" y="47"/>
                  </a:moveTo>
                  <a:cubicBezTo>
                    <a:pt x="171" y="110"/>
                    <a:pt x="171" y="110"/>
                    <a:pt x="171" y="110"/>
                  </a:cubicBezTo>
                  <a:cubicBezTo>
                    <a:pt x="160" y="106"/>
                    <a:pt x="160" y="106"/>
                    <a:pt x="160" y="106"/>
                  </a:cubicBezTo>
                  <a:cubicBezTo>
                    <a:pt x="185" y="42"/>
                    <a:pt x="185" y="42"/>
                    <a:pt x="185" y="42"/>
                  </a:cubicBezTo>
                  <a:lnTo>
                    <a:pt x="196" y="47"/>
                  </a:lnTo>
                  <a:close/>
                  <a:moveTo>
                    <a:pt x="172" y="38"/>
                  </a:moveTo>
                  <a:cubicBezTo>
                    <a:pt x="148" y="101"/>
                    <a:pt x="148" y="101"/>
                    <a:pt x="148" y="101"/>
                  </a:cubicBezTo>
                  <a:cubicBezTo>
                    <a:pt x="136" y="97"/>
                    <a:pt x="136" y="97"/>
                    <a:pt x="136" y="97"/>
                  </a:cubicBezTo>
                  <a:cubicBezTo>
                    <a:pt x="161" y="33"/>
                    <a:pt x="161" y="33"/>
                    <a:pt x="161" y="33"/>
                  </a:cubicBezTo>
                  <a:lnTo>
                    <a:pt x="172" y="38"/>
                  </a:lnTo>
                  <a:close/>
                  <a:moveTo>
                    <a:pt x="113" y="87"/>
                  </a:moveTo>
                  <a:cubicBezTo>
                    <a:pt x="137" y="24"/>
                    <a:pt x="137" y="24"/>
                    <a:pt x="137" y="24"/>
                  </a:cubicBezTo>
                  <a:cubicBezTo>
                    <a:pt x="149" y="28"/>
                    <a:pt x="149" y="28"/>
                    <a:pt x="149" y="28"/>
                  </a:cubicBezTo>
                  <a:cubicBezTo>
                    <a:pt x="124" y="92"/>
                    <a:pt x="124" y="92"/>
                    <a:pt x="124" y="92"/>
                  </a:cubicBezTo>
                  <a:lnTo>
                    <a:pt x="113" y="87"/>
                  </a:lnTo>
                  <a:close/>
                  <a:moveTo>
                    <a:pt x="71" y="575"/>
                  </a:moveTo>
                  <a:cubicBezTo>
                    <a:pt x="25" y="575"/>
                    <a:pt x="25" y="575"/>
                    <a:pt x="25" y="575"/>
                  </a:cubicBezTo>
                  <a:cubicBezTo>
                    <a:pt x="20" y="575"/>
                    <a:pt x="15" y="569"/>
                    <a:pt x="15" y="564"/>
                  </a:cubicBezTo>
                  <a:cubicBezTo>
                    <a:pt x="15" y="559"/>
                    <a:pt x="15" y="559"/>
                    <a:pt x="15" y="559"/>
                  </a:cubicBezTo>
                  <a:cubicBezTo>
                    <a:pt x="43" y="559"/>
                    <a:pt x="43" y="559"/>
                    <a:pt x="43" y="559"/>
                  </a:cubicBezTo>
                  <a:cubicBezTo>
                    <a:pt x="43" y="551"/>
                    <a:pt x="43" y="551"/>
                    <a:pt x="43" y="551"/>
                  </a:cubicBezTo>
                  <a:cubicBezTo>
                    <a:pt x="15" y="551"/>
                    <a:pt x="15" y="551"/>
                    <a:pt x="15" y="551"/>
                  </a:cubicBezTo>
                  <a:cubicBezTo>
                    <a:pt x="15" y="535"/>
                    <a:pt x="15" y="535"/>
                    <a:pt x="15" y="535"/>
                  </a:cubicBezTo>
                  <a:cubicBezTo>
                    <a:pt x="43" y="535"/>
                    <a:pt x="43" y="535"/>
                    <a:pt x="43" y="535"/>
                  </a:cubicBezTo>
                  <a:cubicBezTo>
                    <a:pt x="43" y="527"/>
                    <a:pt x="43" y="527"/>
                    <a:pt x="43" y="527"/>
                  </a:cubicBezTo>
                  <a:cubicBezTo>
                    <a:pt x="15" y="527"/>
                    <a:pt x="15" y="527"/>
                    <a:pt x="15" y="527"/>
                  </a:cubicBezTo>
                  <a:cubicBezTo>
                    <a:pt x="15" y="511"/>
                    <a:pt x="15" y="511"/>
                    <a:pt x="15" y="511"/>
                  </a:cubicBezTo>
                  <a:cubicBezTo>
                    <a:pt x="43" y="511"/>
                    <a:pt x="43" y="511"/>
                    <a:pt x="43" y="511"/>
                  </a:cubicBezTo>
                  <a:cubicBezTo>
                    <a:pt x="43" y="503"/>
                    <a:pt x="43" y="503"/>
                    <a:pt x="43" y="503"/>
                  </a:cubicBezTo>
                  <a:cubicBezTo>
                    <a:pt x="15" y="503"/>
                    <a:pt x="15" y="503"/>
                    <a:pt x="15" y="503"/>
                  </a:cubicBezTo>
                  <a:cubicBezTo>
                    <a:pt x="15" y="487"/>
                    <a:pt x="15" y="487"/>
                    <a:pt x="15" y="487"/>
                  </a:cubicBezTo>
                  <a:cubicBezTo>
                    <a:pt x="43" y="487"/>
                    <a:pt x="43" y="487"/>
                    <a:pt x="43" y="487"/>
                  </a:cubicBezTo>
                  <a:cubicBezTo>
                    <a:pt x="43" y="479"/>
                    <a:pt x="43" y="479"/>
                    <a:pt x="43" y="479"/>
                  </a:cubicBezTo>
                  <a:cubicBezTo>
                    <a:pt x="15" y="479"/>
                    <a:pt x="15" y="479"/>
                    <a:pt x="15" y="479"/>
                  </a:cubicBezTo>
                  <a:cubicBezTo>
                    <a:pt x="15" y="469"/>
                    <a:pt x="15" y="469"/>
                    <a:pt x="15" y="469"/>
                  </a:cubicBezTo>
                  <a:cubicBezTo>
                    <a:pt x="15" y="464"/>
                    <a:pt x="20" y="459"/>
                    <a:pt x="25" y="459"/>
                  </a:cubicBezTo>
                  <a:cubicBezTo>
                    <a:pt x="71" y="459"/>
                    <a:pt x="71" y="459"/>
                    <a:pt x="71" y="459"/>
                  </a:cubicBezTo>
                  <a:cubicBezTo>
                    <a:pt x="76" y="459"/>
                    <a:pt x="79" y="464"/>
                    <a:pt x="79" y="469"/>
                  </a:cubicBezTo>
                  <a:cubicBezTo>
                    <a:pt x="79" y="564"/>
                    <a:pt x="79" y="564"/>
                    <a:pt x="79" y="564"/>
                  </a:cubicBezTo>
                  <a:cubicBezTo>
                    <a:pt x="79" y="569"/>
                    <a:pt x="76" y="575"/>
                    <a:pt x="71" y="5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76"/>
            <p:cNvSpPr>
              <a:spLocks/>
            </p:cNvSpPr>
            <p:nvPr/>
          </p:nvSpPr>
          <p:spPr bwMode="auto">
            <a:xfrm>
              <a:off x="1201738" y="5238751"/>
              <a:ext cx="79375" cy="139700"/>
            </a:xfrm>
            <a:custGeom>
              <a:avLst/>
              <a:gdLst>
                <a:gd name="T0" fmla="*/ 4 w 49"/>
                <a:gd name="T1" fmla="*/ 87 h 87"/>
                <a:gd name="T2" fmla="*/ 18 w 49"/>
                <a:gd name="T3" fmla="*/ 77 h 87"/>
                <a:gd name="T4" fmla="*/ 49 w 49"/>
                <a:gd name="T5" fmla="*/ 65 h 87"/>
                <a:gd name="T6" fmla="*/ 24 w 49"/>
                <a:gd name="T7" fmla="*/ 8 h 87"/>
                <a:gd name="T8" fmla="*/ 21 w 49"/>
                <a:gd name="T9" fmla="*/ 0 h 87"/>
                <a:gd name="T10" fmla="*/ 15 w 49"/>
                <a:gd name="T11" fmla="*/ 2 h 87"/>
                <a:gd name="T12" fmla="*/ 0 w 49"/>
                <a:gd name="T13" fmla="*/ 66 h 87"/>
                <a:gd name="T14" fmla="*/ 4 w 49"/>
                <a:gd name="T15" fmla="*/ 87 h 8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87">
                  <a:moveTo>
                    <a:pt x="4" y="87"/>
                  </a:moveTo>
                  <a:cubicBezTo>
                    <a:pt x="8" y="83"/>
                    <a:pt x="13" y="80"/>
                    <a:pt x="18" y="77"/>
                  </a:cubicBezTo>
                  <a:cubicBezTo>
                    <a:pt x="49" y="65"/>
                    <a:pt x="49" y="65"/>
                    <a:pt x="49" y="65"/>
                  </a:cubicBezTo>
                  <a:cubicBezTo>
                    <a:pt x="24" y="8"/>
                    <a:pt x="24" y="8"/>
                    <a:pt x="24" y="8"/>
                  </a:cubicBezTo>
                  <a:cubicBezTo>
                    <a:pt x="23" y="5"/>
                    <a:pt x="22" y="3"/>
                    <a:pt x="21" y="0"/>
                  </a:cubicBezTo>
                  <a:cubicBezTo>
                    <a:pt x="15" y="2"/>
                    <a:pt x="15" y="2"/>
                    <a:pt x="15" y="2"/>
                  </a:cubicBezTo>
                  <a:cubicBezTo>
                    <a:pt x="0" y="66"/>
                    <a:pt x="0" y="66"/>
                    <a:pt x="0" y="66"/>
                  </a:cubicBezTo>
                  <a:lnTo>
                    <a:pt x="4" y="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77"/>
            <p:cNvSpPr>
              <a:spLocks/>
            </p:cNvSpPr>
            <p:nvPr/>
          </p:nvSpPr>
          <p:spPr bwMode="auto">
            <a:xfrm>
              <a:off x="966788" y="5145088"/>
              <a:ext cx="222250" cy="201613"/>
            </a:xfrm>
            <a:custGeom>
              <a:avLst/>
              <a:gdLst>
                <a:gd name="T0" fmla="*/ 29 w 139"/>
                <a:gd name="T1" fmla="*/ 126 h 126"/>
                <a:gd name="T2" fmla="*/ 125 w 139"/>
                <a:gd name="T3" fmla="*/ 126 h 126"/>
                <a:gd name="T4" fmla="*/ 139 w 139"/>
                <a:gd name="T5" fmla="*/ 68 h 126"/>
                <a:gd name="T6" fmla="*/ 115 w 139"/>
                <a:gd name="T7" fmla="*/ 73 h 126"/>
                <a:gd name="T8" fmla="*/ 106 w 139"/>
                <a:gd name="T9" fmla="*/ 74 h 126"/>
                <a:gd name="T10" fmla="*/ 71 w 139"/>
                <a:gd name="T11" fmla="*/ 47 h 126"/>
                <a:gd name="T12" fmla="*/ 75 w 139"/>
                <a:gd name="T13" fmla="*/ 20 h 126"/>
                <a:gd name="T14" fmla="*/ 97 w 139"/>
                <a:gd name="T15" fmla="*/ 3 h 126"/>
                <a:gd name="T16" fmla="*/ 105 w 139"/>
                <a:gd name="T17" fmla="*/ 1 h 126"/>
                <a:gd name="T18" fmla="*/ 77 w 139"/>
                <a:gd name="T19" fmla="*/ 0 h 126"/>
                <a:gd name="T20" fmla="*/ 16 w 139"/>
                <a:gd name="T21" fmla="*/ 7 h 126"/>
                <a:gd name="T22" fmla="*/ 0 w 139"/>
                <a:gd name="T23" fmla="*/ 4 h 126"/>
                <a:gd name="T24" fmla="*/ 29 w 139"/>
                <a:gd name="T25"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9" h="126">
                  <a:moveTo>
                    <a:pt x="29" y="126"/>
                  </a:moveTo>
                  <a:cubicBezTo>
                    <a:pt x="125" y="126"/>
                    <a:pt x="125" y="126"/>
                    <a:pt x="125" y="126"/>
                  </a:cubicBezTo>
                  <a:cubicBezTo>
                    <a:pt x="139" y="68"/>
                    <a:pt x="139" y="68"/>
                    <a:pt x="139" y="68"/>
                  </a:cubicBezTo>
                  <a:cubicBezTo>
                    <a:pt x="115" y="73"/>
                    <a:pt x="115" y="73"/>
                    <a:pt x="115" y="73"/>
                  </a:cubicBezTo>
                  <a:cubicBezTo>
                    <a:pt x="112" y="74"/>
                    <a:pt x="109" y="74"/>
                    <a:pt x="106" y="74"/>
                  </a:cubicBezTo>
                  <a:cubicBezTo>
                    <a:pt x="89" y="74"/>
                    <a:pt x="75" y="63"/>
                    <a:pt x="71" y="47"/>
                  </a:cubicBezTo>
                  <a:cubicBezTo>
                    <a:pt x="68" y="38"/>
                    <a:pt x="70" y="28"/>
                    <a:pt x="75" y="20"/>
                  </a:cubicBezTo>
                  <a:cubicBezTo>
                    <a:pt x="80" y="11"/>
                    <a:pt x="88" y="6"/>
                    <a:pt x="97" y="3"/>
                  </a:cubicBezTo>
                  <a:cubicBezTo>
                    <a:pt x="105" y="1"/>
                    <a:pt x="105" y="1"/>
                    <a:pt x="105" y="1"/>
                  </a:cubicBezTo>
                  <a:cubicBezTo>
                    <a:pt x="96" y="0"/>
                    <a:pt x="87" y="0"/>
                    <a:pt x="77" y="0"/>
                  </a:cubicBezTo>
                  <a:cubicBezTo>
                    <a:pt x="52" y="0"/>
                    <a:pt x="28" y="4"/>
                    <a:pt x="16" y="7"/>
                  </a:cubicBezTo>
                  <a:cubicBezTo>
                    <a:pt x="13" y="6"/>
                    <a:pt x="7" y="6"/>
                    <a:pt x="0" y="4"/>
                  </a:cubicBezTo>
                  <a:lnTo>
                    <a:pt x="29" y="1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78"/>
            <p:cNvSpPr>
              <a:spLocks/>
            </p:cNvSpPr>
            <p:nvPr/>
          </p:nvSpPr>
          <p:spPr bwMode="auto">
            <a:xfrm>
              <a:off x="952500" y="4840288"/>
              <a:ext cx="263525" cy="274638"/>
            </a:xfrm>
            <a:custGeom>
              <a:avLst/>
              <a:gdLst>
                <a:gd name="T0" fmla="*/ 165 w 165"/>
                <a:gd name="T1" fmla="*/ 51 h 172"/>
                <a:gd name="T2" fmla="*/ 86 w 165"/>
                <a:gd name="T3" fmla="*/ 0 h 172"/>
                <a:gd name="T4" fmla="*/ 0 w 165"/>
                <a:gd name="T5" fmla="*/ 86 h 172"/>
                <a:gd name="T6" fmla="*/ 86 w 165"/>
                <a:gd name="T7" fmla="*/ 172 h 172"/>
                <a:gd name="T8" fmla="*/ 157 w 165"/>
                <a:gd name="T9" fmla="*/ 135 h 172"/>
                <a:gd name="T10" fmla="*/ 153 w 165"/>
                <a:gd name="T11" fmla="*/ 126 h 172"/>
                <a:gd name="T12" fmla="*/ 165 w 165"/>
                <a:gd name="T13" fmla="*/ 51 h 172"/>
              </a:gdLst>
              <a:ahLst/>
              <a:cxnLst>
                <a:cxn ang="0">
                  <a:pos x="T0" y="T1"/>
                </a:cxn>
                <a:cxn ang="0">
                  <a:pos x="T2" y="T3"/>
                </a:cxn>
                <a:cxn ang="0">
                  <a:pos x="T4" y="T5"/>
                </a:cxn>
                <a:cxn ang="0">
                  <a:pos x="T6" y="T7"/>
                </a:cxn>
                <a:cxn ang="0">
                  <a:pos x="T8" y="T9"/>
                </a:cxn>
                <a:cxn ang="0">
                  <a:pos x="T10" y="T11"/>
                </a:cxn>
                <a:cxn ang="0">
                  <a:pos x="T12" y="T13"/>
                </a:cxn>
              </a:cxnLst>
              <a:rect l="0" t="0" r="r" b="b"/>
              <a:pathLst>
                <a:path w="165" h="172">
                  <a:moveTo>
                    <a:pt x="165" y="51"/>
                  </a:moveTo>
                  <a:cubicBezTo>
                    <a:pt x="152" y="21"/>
                    <a:pt x="121" y="0"/>
                    <a:pt x="86" y="0"/>
                  </a:cubicBezTo>
                  <a:cubicBezTo>
                    <a:pt x="39" y="0"/>
                    <a:pt x="0" y="38"/>
                    <a:pt x="0" y="86"/>
                  </a:cubicBezTo>
                  <a:cubicBezTo>
                    <a:pt x="0" y="133"/>
                    <a:pt x="39" y="172"/>
                    <a:pt x="86" y="172"/>
                  </a:cubicBezTo>
                  <a:cubicBezTo>
                    <a:pt x="115" y="172"/>
                    <a:pt x="141" y="157"/>
                    <a:pt x="157" y="135"/>
                  </a:cubicBezTo>
                  <a:cubicBezTo>
                    <a:pt x="155" y="132"/>
                    <a:pt x="154" y="129"/>
                    <a:pt x="153" y="126"/>
                  </a:cubicBezTo>
                  <a:cubicBezTo>
                    <a:pt x="141" y="100"/>
                    <a:pt x="147" y="71"/>
                    <a:pt x="165"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79"/>
            <p:cNvSpPr>
              <a:spLocks/>
            </p:cNvSpPr>
            <p:nvPr/>
          </p:nvSpPr>
          <p:spPr bwMode="auto">
            <a:xfrm>
              <a:off x="1189038" y="4886326"/>
              <a:ext cx="225425" cy="222250"/>
            </a:xfrm>
            <a:custGeom>
              <a:avLst/>
              <a:gdLst>
                <a:gd name="T0" fmla="*/ 94 w 140"/>
                <a:gd name="T1" fmla="*/ 125 h 139"/>
                <a:gd name="T2" fmla="*/ 126 w 140"/>
                <a:gd name="T3" fmla="*/ 45 h 139"/>
                <a:gd name="T4" fmla="*/ 46 w 140"/>
                <a:gd name="T5" fmla="*/ 13 h 139"/>
                <a:gd name="T6" fmla="*/ 14 w 140"/>
                <a:gd name="T7" fmla="*/ 93 h 139"/>
                <a:gd name="T8" fmla="*/ 94 w 140"/>
                <a:gd name="T9" fmla="*/ 125 h 139"/>
              </a:gdLst>
              <a:ahLst/>
              <a:cxnLst>
                <a:cxn ang="0">
                  <a:pos x="T0" y="T1"/>
                </a:cxn>
                <a:cxn ang="0">
                  <a:pos x="T2" y="T3"/>
                </a:cxn>
                <a:cxn ang="0">
                  <a:pos x="T4" y="T5"/>
                </a:cxn>
                <a:cxn ang="0">
                  <a:pos x="T6" y="T7"/>
                </a:cxn>
                <a:cxn ang="0">
                  <a:pos x="T8" y="T9"/>
                </a:cxn>
              </a:cxnLst>
              <a:rect l="0" t="0" r="r" b="b"/>
              <a:pathLst>
                <a:path w="140" h="139">
                  <a:moveTo>
                    <a:pt x="94" y="125"/>
                  </a:moveTo>
                  <a:cubicBezTo>
                    <a:pt x="125" y="112"/>
                    <a:pt x="140" y="76"/>
                    <a:pt x="126" y="45"/>
                  </a:cubicBezTo>
                  <a:cubicBezTo>
                    <a:pt x="113" y="14"/>
                    <a:pt x="77" y="0"/>
                    <a:pt x="46" y="13"/>
                  </a:cubicBezTo>
                  <a:cubicBezTo>
                    <a:pt x="15" y="26"/>
                    <a:pt x="0" y="62"/>
                    <a:pt x="14" y="93"/>
                  </a:cubicBezTo>
                  <a:cubicBezTo>
                    <a:pt x="27" y="124"/>
                    <a:pt x="63" y="139"/>
                    <a:pt x="94" y="1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80"/>
            <p:cNvSpPr>
              <a:spLocks/>
            </p:cNvSpPr>
            <p:nvPr/>
          </p:nvSpPr>
          <p:spPr bwMode="auto">
            <a:xfrm>
              <a:off x="1241425" y="5561013"/>
              <a:ext cx="98425" cy="61913"/>
            </a:xfrm>
            <a:custGeom>
              <a:avLst/>
              <a:gdLst>
                <a:gd name="T0" fmla="*/ 0 w 61"/>
                <a:gd name="T1" fmla="*/ 19 h 38"/>
                <a:gd name="T2" fmla="*/ 28 w 61"/>
                <a:gd name="T3" fmla="*/ 38 h 38"/>
                <a:gd name="T4" fmla="*/ 34 w 61"/>
                <a:gd name="T5" fmla="*/ 37 h 38"/>
                <a:gd name="T6" fmla="*/ 58 w 61"/>
                <a:gd name="T7" fmla="*/ 1 h 38"/>
                <a:gd name="T8" fmla="*/ 57 w 61"/>
                <a:gd name="T9" fmla="*/ 0 h 38"/>
                <a:gd name="T10" fmla="*/ 0 w 61"/>
                <a:gd name="T11" fmla="*/ 19 h 38"/>
              </a:gdLst>
              <a:ahLst/>
              <a:cxnLst>
                <a:cxn ang="0">
                  <a:pos x="T0" y="T1"/>
                </a:cxn>
                <a:cxn ang="0">
                  <a:pos x="T2" y="T3"/>
                </a:cxn>
                <a:cxn ang="0">
                  <a:pos x="T4" y="T5"/>
                </a:cxn>
                <a:cxn ang="0">
                  <a:pos x="T6" y="T7"/>
                </a:cxn>
                <a:cxn ang="0">
                  <a:pos x="T8" y="T9"/>
                </a:cxn>
                <a:cxn ang="0">
                  <a:pos x="T10" y="T11"/>
                </a:cxn>
              </a:cxnLst>
              <a:rect l="0" t="0" r="r" b="b"/>
              <a:pathLst>
                <a:path w="61" h="38">
                  <a:moveTo>
                    <a:pt x="0" y="19"/>
                  </a:moveTo>
                  <a:cubicBezTo>
                    <a:pt x="5" y="30"/>
                    <a:pt x="16" y="38"/>
                    <a:pt x="28" y="38"/>
                  </a:cubicBezTo>
                  <a:cubicBezTo>
                    <a:pt x="30" y="38"/>
                    <a:pt x="32" y="37"/>
                    <a:pt x="34" y="37"/>
                  </a:cubicBezTo>
                  <a:cubicBezTo>
                    <a:pt x="51" y="34"/>
                    <a:pt x="61" y="18"/>
                    <a:pt x="58" y="1"/>
                  </a:cubicBezTo>
                  <a:cubicBezTo>
                    <a:pt x="57" y="0"/>
                    <a:pt x="57" y="0"/>
                    <a:pt x="57" y="0"/>
                  </a:cubicBezTo>
                  <a:lnTo>
                    <a:pt x="0"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81"/>
            <p:cNvSpPr>
              <a:spLocks/>
            </p:cNvSpPr>
            <p:nvPr/>
          </p:nvSpPr>
          <p:spPr bwMode="auto">
            <a:xfrm>
              <a:off x="1089025" y="5108576"/>
              <a:ext cx="406400" cy="371475"/>
            </a:xfrm>
            <a:custGeom>
              <a:avLst/>
              <a:gdLst>
                <a:gd name="T0" fmla="*/ 99 w 253"/>
                <a:gd name="T1" fmla="*/ 69 h 231"/>
                <a:gd name="T2" fmla="*/ 103 w 253"/>
                <a:gd name="T3" fmla="*/ 85 h 231"/>
                <a:gd name="T4" fmla="*/ 133 w 253"/>
                <a:gd name="T5" fmla="*/ 151 h 231"/>
                <a:gd name="T6" fmla="*/ 92 w 253"/>
                <a:gd name="T7" fmla="*/ 168 h 231"/>
                <a:gd name="T8" fmla="*/ 74 w 253"/>
                <a:gd name="T9" fmla="*/ 201 h 231"/>
                <a:gd name="T10" fmla="*/ 81 w 253"/>
                <a:gd name="T11" fmla="*/ 231 h 231"/>
                <a:gd name="T12" fmla="*/ 152 w 253"/>
                <a:gd name="T13" fmla="*/ 208 h 231"/>
                <a:gd name="T14" fmla="*/ 199 w 253"/>
                <a:gd name="T15" fmla="*/ 188 h 231"/>
                <a:gd name="T16" fmla="*/ 211 w 253"/>
                <a:gd name="T17" fmla="*/ 184 h 231"/>
                <a:gd name="T18" fmla="*/ 240 w 253"/>
                <a:gd name="T19" fmla="*/ 108 h 231"/>
                <a:gd name="T20" fmla="*/ 208 w 253"/>
                <a:gd name="T21" fmla="*/ 37 h 231"/>
                <a:gd name="T22" fmla="*/ 147 w 253"/>
                <a:gd name="T23" fmla="*/ 4 h 231"/>
                <a:gd name="T24" fmla="*/ 141 w 253"/>
                <a:gd name="T25" fmla="*/ 5 h 231"/>
                <a:gd name="T26" fmla="*/ 22 w 253"/>
                <a:gd name="T27" fmla="*/ 35 h 231"/>
                <a:gd name="T28" fmla="*/ 3 w 253"/>
                <a:gd name="T29" fmla="*/ 66 h 231"/>
                <a:gd name="T30" fmla="*/ 29 w 253"/>
                <a:gd name="T31" fmla="*/ 86 h 231"/>
                <a:gd name="T32" fmla="*/ 35 w 253"/>
                <a:gd name="T33" fmla="*/ 85 h 231"/>
                <a:gd name="T34" fmla="*/ 99 w 253"/>
                <a:gd name="T35" fmla="*/ 69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3" h="231">
                  <a:moveTo>
                    <a:pt x="99" y="69"/>
                  </a:moveTo>
                  <a:cubicBezTo>
                    <a:pt x="99" y="74"/>
                    <a:pt x="101" y="80"/>
                    <a:pt x="103" y="85"/>
                  </a:cubicBezTo>
                  <a:cubicBezTo>
                    <a:pt x="133" y="151"/>
                    <a:pt x="133" y="151"/>
                    <a:pt x="133" y="151"/>
                  </a:cubicBezTo>
                  <a:cubicBezTo>
                    <a:pt x="92" y="168"/>
                    <a:pt x="92" y="168"/>
                    <a:pt x="92" y="168"/>
                  </a:cubicBezTo>
                  <a:cubicBezTo>
                    <a:pt x="79" y="173"/>
                    <a:pt x="71" y="187"/>
                    <a:pt x="74" y="201"/>
                  </a:cubicBezTo>
                  <a:cubicBezTo>
                    <a:pt x="81" y="231"/>
                    <a:pt x="81" y="231"/>
                    <a:pt x="81" y="231"/>
                  </a:cubicBezTo>
                  <a:cubicBezTo>
                    <a:pt x="152" y="208"/>
                    <a:pt x="152" y="208"/>
                    <a:pt x="152" y="208"/>
                  </a:cubicBezTo>
                  <a:cubicBezTo>
                    <a:pt x="199" y="188"/>
                    <a:pt x="199" y="188"/>
                    <a:pt x="199" y="188"/>
                  </a:cubicBezTo>
                  <a:cubicBezTo>
                    <a:pt x="203" y="188"/>
                    <a:pt x="207" y="186"/>
                    <a:pt x="211" y="184"/>
                  </a:cubicBezTo>
                  <a:cubicBezTo>
                    <a:pt x="240" y="171"/>
                    <a:pt x="253" y="137"/>
                    <a:pt x="240" y="108"/>
                  </a:cubicBezTo>
                  <a:cubicBezTo>
                    <a:pt x="208" y="37"/>
                    <a:pt x="208" y="37"/>
                    <a:pt x="208" y="37"/>
                  </a:cubicBezTo>
                  <a:cubicBezTo>
                    <a:pt x="197" y="13"/>
                    <a:pt x="172" y="0"/>
                    <a:pt x="147" y="4"/>
                  </a:cubicBezTo>
                  <a:cubicBezTo>
                    <a:pt x="145" y="4"/>
                    <a:pt x="143" y="4"/>
                    <a:pt x="141" y="5"/>
                  </a:cubicBezTo>
                  <a:cubicBezTo>
                    <a:pt x="22" y="35"/>
                    <a:pt x="22" y="35"/>
                    <a:pt x="22" y="35"/>
                  </a:cubicBezTo>
                  <a:cubicBezTo>
                    <a:pt x="8" y="38"/>
                    <a:pt x="0" y="52"/>
                    <a:pt x="3" y="66"/>
                  </a:cubicBezTo>
                  <a:cubicBezTo>
                    <a:pt x="6" y="78"/>
                    <a:pt x="17" y="86"/>
                    <a:pt x="29" y="86"/>
                  </a:cubicBezTo>
                  <a:cubicBezTo>
                    <a:pt x="31" y="86"/>
                    <a:pt x="33" y="86"/>
                    <a:pt x="35" y="85"/>
                  </a:cubicBezTo>
                  <a:lnTo>
                    <a:pt x="99"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82"/>
            <p:cNvSpPr>
              <a:spLocks/>
            </p:cNvSpPr>
            <p:nvPr/>
          </p:nvSpPr>
          <p:spPr bwMode="auto">
            <a:xfrm>
              <a:off x="531813" y="5816601"/>
              <a:ext cx="244475" cy="120650"/>
            </a:xfrm>
            <a:custGeom>
              <a:avLst/>
              <a:gdLst>
                <a:gd name="T0" fmla="*/ 153 w 153"/>
                <a:gd name="T1" fmla="*/ 75 h 75"/>
                <a:gd name="T2" fmla="*/ 129 w 153"/>
                <a:gd name="T3" fmla="*/ 44 h 75"/>
                <a:gd name="T4" fmla="*/ 128 w 153"/>
                <a:gd name="T5" fmla="*/ 43 h 75"/>
                <a:gd name="T6" fmla="*/ 128 w 153"/>
                <a:gd name="T7" fmla="*/ 42 h 75"/>
                <a:gd name="T8" fmla="*/ 82 w 153"/>
                <a:gd name="T9" fmla="*/ 1 h 75"/>
                <a:gd name="T10" fmla="*/ 68 w 153"/>
                <a:gd name="T11" fmla="*/ 0 h 75"/>
                <a:gd name="T12" fmla="*/ 23 w 153"/>
                <a:gd name="T13" fmla="*/ 16 h 75"/>
                <a:gd name="T14" fmla="*/ 0 w 153"/>
                <a:gd name="T15" fmla="*/ 41 h 75"/>
                <a:gd name="T16" fmla="*/ 26 w 153"/>
                <a:gd name="T17" fmla="*/ 42 h 75"/>
                <a:gd name="T18" fmla="*/ 105 w 153"/>
                <a:gd name="T19" fmla="*/ 62 h 75"/>
                <a:gd name="T20" fmla="*/ 110 w 153"/>
                <a:gd name="T21" fmla="*/ 75 h 75"/>
                <a:gd name="T22" fmla="*/ 153 w 153"/>
                <a:gd name="T2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3" h="75">
                  <a:moveTo>
                    <a:pt x="153" y="75"/>
                  </a:moveTo>
                  <a:cubicBezTo>
                    <a:pt x="148" y="63"/>
                    <a:pt x="141" y="51"/>
                    <a:pt x="129" y="44"/>
                  </a:cubicBezTo>
                  <a:cubicBezTo>
                    <a:pt x="128" y="43"/>
                    <a:pt x="128" y="43"/>
                    <a:pt x="128" y="43"/>
                  </a:cubicBezTo>
                  <a:cubicBezTo>
                    <a:pt x="128" y="42"/>
                    <a:pt x="128" y="42"/>
                    <a:pt x="128" y="42"/>
                  </a:cubicBezTo>
                  <a:cubicBezTo>
                    <a:pt x="127" y="42"/>
                    <a:pt x="112" y="9"/>
                    <a:pt x="82" y="1"/>
                  </a:cubicBezTo>
                  <a:cubicBezTo>
                    <a:pt x="77" y="0"/>
                    <a:pt x="73" y="0"/>
                    <a:pt x="68" y="0"/>
                  </a:cubicBezTo>
                  <a:cubicBezTo>
                    <a:pt x="54" y="0"/>
                    <a:pt x="39" y="5"/>
                    <a:pt x="23" y="16"/>
                  </a:cubicBezTo>
                  <a:cubicBezTo>
                    <a:pt x="4" y="30"/>
                    <a:pt x="0" y="37"/>
                    <a:pt x="0" y="41"/>
                  </a:cubicBezTo>
                  <a:cubicBezTo>
                    <a:pt x="12" y="40"/>
                    <a:pt x="22" y="41"/>
                    <a:pt x="26" y="42"/>
                  </a:cubicBezTo>
                  <a:cubicBezTo>
                    <a:pt x="56" y="32"/>
                    <a:pt x="91" y="47"/>
                    <a:pt x="105" y="62"/>
                  </a:cubicBezTo>
                  <a:cubicBezTo>
                    <a:pt x="110" y="68"/>
                    <a:pt x="110" y="75"/>
                    <a:pt x="110" y="75"/>
                  </a:cubicBezTo>
                  <a:lnTo>
                    <a:pt x="153"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83"/>
            <p:cNvSpPr>
              <a:spLocks/>
            </p:cNvSpPr>
            <p:nvPr/>
          </p:nvSpPr>
          <p:spPr bwMode="auto">
            <a:xfrm>
              <a:off x="495300" y="5956301"/>
              <a:ext cx="293688" cy="320675"/>
            </a:xfrm>
            <a:custGeom>
              <a:avLst/>
              <a:gdLst>
                <a:gd name="T0" fmla="*/ 184 w 184"/>
                <a:gd name="T1" fmla="*/ 0 h 200"/>
                <a:gd name="T2" fmla="*/ 102 w 184"/>
                <a:gd name="T3" fmla="*/ 0 h 200"/>
                <a:gd name="T4" fmla="*/ 78 w 184"/>
                <a:gd name="T5" fmla="*/ 16 h 200"/>
                <a:gd name="T6" fmla="*/ 45 w 184"/>
                <a:gd name="T7" fmla="*/ 35 h 200"/>
                <a:gd name="T8" fmla="*/ 13 w 184"/>
                <a:gd name="T9" fmla="*/ 54 h 200"/>
                <a:gd name="T10" fmla="*/ 0 w 184"/>
                <a:gd name="T11" fmla="*/ 64 h 200"/>
                <a:gd name="T12" fmla="*/ 13 w 184"/>
                <a:gd name="T13" fmla="*/ 200 h 200"/>
                <a:gd name="T14" fmla="*/ 163 w 184"/>
                <a:gd name="T15" fmla="*/ 200 h 200"/>
                <a:gd name="T16" fmla="*/ 184 w 184"/>
                <a:gd name="T17" fmla="*/ 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4" h="200">
                  <a:moveTo>
                    <a:pt x="184" y="0"/>
                  </a:moveTo>
                  <a:cubicBezTo>
                    <a:pt x="102" y="0"/>
                    <a:pt x="102" y="0"/>
                    <a:pt x="102" y="0"/>
                  </a:cubicBezTo>
                  <a:cubicBezTo>
                    <a:pt x="93" y="0"/>
                    <a:pt x="86" y="9"/>
                    <a:pt x="78" y="16"/>
                  </a:cubicBezTo>
                  <a:cubicBezTo>
                    <a:pt x="69" y="25"/>
                    <a:pt x="59" y="34"/>
                    <a:pt x="45" y="35"/>
                  </a:cubicBezTo>
                  <a:cubicBezTo>
                    <a:pt x="37" y="35"/>
                    <a:pt x="24" y="45"/>
                    <a:pt x="13" y="54"/>
                  </a:cubicBezTo>
                  <a:cubicBezTo>
                    <a:pt x="8" y="58"/>
                    <a:pt x="4" y="61"/>
                    <a:pt x="0" y="64"/>
                  </a:cubicBezTo>
                  <a:cubicBezTo>
                    <a:pt x="13" y="200"/>
                    <a:pt x="13" y="200"/>
                    <a:pt x="13" y="200"/>
                  </a:cubicBezTo>
                  <a:cubicBezTo>
                    <a:pt x="163" y="200"/>
                    <a:pt x="163" y="200"/>
                    <a:pt x="163" y="200"/>
                  </a:cubicBezTo>
                  <a:lnTo>
                    <a:pt x="18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84"/>
            <p:cNvSpPr>
              <a:spLocks/>
            </p:cNvSpPr>
            <p:nvPr/>
          </p:nvSpPr>
          <p:spPr bwMode="auto">
            <a:xfrm>
              <a:off x="436563" y="5883276"/>
              <a:ext cx="257175" cy="185738"/>
            </a:xfrm>
            <a:custGeom>
              <a:avLst/>
              <a:gdLst>
                <a:gd name="T0" fmla="*/ 43 w 160"/>
                <a:gd name="T1" fmla="*/ 92 h 115"/>
                <a:gd name="T2" fmla="*/ 80 w 160"/>
                <a:gd name="T3" fmla="*/ 71 h 115"/>
                <a:gd name="T4" fmla="*/ 108 w 160"/>
                <a:gd name="T5" fmla="*/ 54 h 115"/>
                <a:gd name="T6" fmla="*/ 154 w 160"/>
                <a:gd name="T7" fmla="*/ 32 h 115"/>
                <a:gd name="T8" fmla="*/ 160 w 160"/>
                <a:gd name="T9" fmla="*/ 32 h 115"/>
                <a:gd name="T10" fmla="*/ 152 w 160"/>
                <a:gd name="T11" fmla="*/ 22 h 115"/>
                <a:gd name="T12" fmla="*/ 86 w 160"/>
                <a:gd name="T13" fmla="*/ 9 h 115"/>
                <a:gd name="T14" fmla="*/ 85 w 160"/>
                <a:gd name="T15" fmla="*/ 9 h 115"/>
                <a:gd name="T16" fmla="*/ 84 w 160"/>
                <a:gd name="T17" fmla="*/ 9 h 115"/>
                <a:gd name="T18" fmla="*/ 69 w 160"/>
                <a:gd name="T19" fmla="*/ 7 h 115"/>
                <a:gd name="T20" fmla="*/ 24 w 160"/>
                <a:gd name="T21" fmla="*/ 21 h 115"/>
                <a:gd name="T22" fmla="*/ 1 w 160"/>
                <a:gd name="T23" fmla="*/ 77 h 115"/>
                <a:gd name="T24" fmla="*/ 8 w 160"/>
                <a:gd name="T25" fmla="*/ 111 h 115"/>
                <a:gd name="T26" fmla="*/ 43 w 160"/>
                <a:gd name="T27" fmla="*/ 92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0" h="115">
                  <a:moveTo>
                    <a:pt x="43" y="92"/>
                  </a:moveTo>
                  <a:cubicBezTo>
                    <a:pt x="57" y="81"/>
                    <a:pt x="70" y="71"/>
                    <a:pt x="80" y="71"/>
                  </a:cubicBezTo>
                  <a:cubicBezTo>
                    <a:pt x="91" y="70"/>
                    <a:pt x="99" y="63"/>
                    <a:pt x="108" y="54"/>
                  </a:cubicBezTo>
                  <a:cubicBezTo>
                    <a:pt x="120" y="43"/>
                    <a:pt x="132" y="30"/>
                    <a:pt x="154" y="32"/>
                  </a:cubicBezTo>
                  <a:cubicBezTo>
                    <a:pt x="159" y="33"/>
                    <a:pt x="160" y="32"/>
                    <a:pt x="160" y="32"/>
                  </a:cubicBezTo>
                  <a:cubicBezTo>
                    <a:pt x="160" y="31"/>
                    <a:pt x="159" y="27"/>
                    <a:pt x="152" y="22"/>
                  </a:cubicBezTo>
                  <a:cubicBezTo>
                    <a:pt x="137" y="10"/>
                    <a:pt x="110" y="0"/>
                    <a:pt x="86" y="9"/>
                  </a:cubicBezTo>
                  <a:cubicBezTo>
                    <a:pt x="85" y="9"/>
                    <a:pt x="85" y="9"/>
                    <a:pt x="85" y="9"/>
                  </a:cubicBezTo>
                  <a:cubicBezTo>
                    <a:pt x="84" y="9"/>
                    <a:pt x="84" y="9"/>
                    <a:pt x="84" y="9"/>
                  </a:cubicBezTo>
                  <a:cubicBezTo>
                    <a:pt x="84" y="9"/>
                    <a:pt x="78" y="7"/>
                    <a:pt x="69" y="7"/>
                  </a:cubicBezTo>
                  <a:cubicBezTo>
                    <a:pt x="56" y="7"/>
                    <a:pt x="38" y="10"/>
                    <a:pt x="24" y="21"/>
                  </a:cubicBezTo>
                  <a:cubicBezTo>
                    <a:pt x="9" y="33"/>
                    <a:pt x="1" y="51"/>
                    <a:pt x="1" y="77"/>
                  </a:cubicBezTo>
                  <a:cubicBezTo>
                    <a:pt x="0" y="103"/>
                    <a:pt x="5" y="110"/>
                    <a:pt x="8" y="111"/>
                  </a:cubicBezTo>
                  <a:cubicBezTo>
                    <a:pt x="15" y="115"/>
                    <a:pt x="31" y="102"/>
                    <a:pt x="43" y="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85"/>
            <p:cNvSpPr>
              <a:spLocks/>
            </p:cNvSpPr>
            <p:nvPr/>
          </p:nvSpPr>
          <p:spPr bwMode="auto">
            <a:xfrm>
              <a:off x="458788" y="5448301"/>
              <a:ext cx="80963" cy="60325"/>
            </a:xfrm>
            <a:custGeom>
              <a:avLst/>
              <a:gdLst>
                <a:gd name="T0" fmla="*/ 43 w 51"/>
                <a:gd name="T1" fmla="*/ 0 h 38"/>
                <a:gd name="T2" fmla="*/ 0 w 51"/>
                <a:gd name="T3" fmla="*/ 22 h 38"/>
                <a:gd name="T4" fmla="*/ 8 w 51"/>
                <a:gd name="T5" fmla="*/ 38 h 38"/>
                <a:gd name="T6" fmla="*/ 51 w 51"/>
                <a:gd name="T7" fmla="*/ 17 h 38"/>
                <a:gd name="T8" fmla="*/ 43 w 51"/>
                <a:gd name="T9" fmla="*/ 0 h 38"/>
              </a:gdLst>
              <a:ahLst/>
              <a:cxnLst>
                <a:cxn ang="0">
                  <a:pos x="T0" y="T1"/>
                </a:cxn>
                <a:cxn ang="0">
                  <a:pos x="T2" y="T3"/>
                </a:cxn>
                <a:cxn ang="0">
                  <a:pos x="T4" y="T5"/>
                </a:cxn>
                <a:cxn ang="0">
                  <a:pos x="T6" y="T7"/>
                </a:cxn>
                <a:cxn ang="0">
                  <a:pos x="T8" y="T9"/>
                </a:cxn>
              </a:cxnLst>
              <a:rect l="0" t="0" r="r" b="b"/>
              <a:pathLst>
                <a:path w="51" h="38">
                  <a:moveTo>
                    <a:pt x="43" y="0"/>
                  </a:moveTo>
                  <a:lnTo>
                    <a:pt x="0" y="22"/>
                  </a:lnTo>
                  <a:lnTo>
                    <a:pt x="8" y="38"/>
                  </a:lnTo>
                  <a:lnTo>
                    <a:pt x="51" y="17"/>
                  </a:lnTo>
                  <a:lnTo>
                    <a:pt x="4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86"/>
            <p:cNvSpPr>
              <a:spLocks/>
            </p:cNvSpPr>
            <p:nvPr/>
          </p:nvSpPr>
          <p:spPr bwMode="auto">
            <a:xfrm>
              <a:off x="1655763" y="5846763"/>
              <a:ext cx="327025" cy="358775"/>
            </a:xfrm>
            <a:custGeom>
              <a:avLst/>
              <a:gdLst>
                <a:gd name="T0" fmla="*/ 49 w 204"/>
                <a:gd name="T1" fmla="*/ 179 h 224"/>
                <a:gd name="T2" fmla="*/ 44 w 204"/>
                <a:gd name="T3" fmla="*/ 193 h 224"/>
                <a:gd name="T4" fmla="*/ 40 w 204"/>
                <a:gd name="T5" fmla="*/ 200 h 224"/>
                <a:gd name="T6" fmla="*/ 73 w 204"/>
                <a:gd name="T7" fmla="*/ 207 h 224"/>
                <a:gd name="T8" fmla="*/ 79 w 204"/>
                <a:gd name="T9" fmla="*/ 207 h 224"/>
                <a:gd name="T10" fmla="*/ 83 w 204"/>
                <a:gd name="T11" fmla="*/ 206 h 224"/>
                <a:gd name="T12" fmla="*/ 135 w 204"/>
                <a:gd name="T13" fmla="*/ 224 h 224"/>
                <a:gd name="T14" fmla="*/ 179 w 204"/>
                <a:gd name="T15" fmla="*/ 224 h 224"/>
                <a:gd name="T16" fmla="*/ 192 w 204"/>
                <a:gd name="T17" fmla="*/ 24 h 224"/>
                <a:gd name="T18" fmla="*/ 204 w 204"/>
                <a:gd name="T19" fmla="*/ 24 h 224"/>
                <a:gd name="T20" fmla="*/ 204 w 204"/>
                <a:gd name="T21" fmla="*/ 0 h 224"/>
                <a:gd name="T22" fmla="*/ 0 w 204"/>
                <a:gd name="T23" fmla="*/ 0 h 224"/>
                <a:gd name="T24" fmla="*/ 0 w 204"/>
                <a:gd name="T25" fmla="*/ 24 h 224"/>
                <a:gd name="T26" fmla="*/ 9 w 204"/>
                <a:gd name="T27" fmla="*/ 24 h 224"/>
                <a:gd name="T28" fmla="*/ 10 w 204"/>
                <a:gd name="T29" fmla="*/ 39 h 224"/>
                <a:gd name="T30" fmla="*/ 104 w 204"/>
                <a:gd name="T31" fmla="*/ 14 h 224"/>
                <a:gd name="T32" fmla="*/ 113 w 204"/>
                <a:gd name="T33" fmla="*/ 19 h 224"/>
                <a:gd name="T34" fmla="*/ 108 w 204"/>
                <a:gd name="T35" fmla="*/ 29 h 224"/>
                <a:gd name="T36" fmla="*/ 12 w 204"/>
                <a:gd name="T37" fmla="*/ 56 h 224"/>
                <a:gd name="T38" fmla="*/ 19 w 204"/>
                <a:gd name="T39" fmla="*/ 166 h 224"/>
                <a:gd name="T40" fmla="*/ 28 w 204"/>
                <a:gd name="T41" fmla="*/ 168 h 224"/>
                <a:gd name="T42" fmla="*/ 49 w 204"/>
                <a:gd name="T43" fmla="*/ 179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4" h="224">
                  <a:moveTo>
                    <a:pt x="49" y="179"/>
                  </a:moveTo>
                  <a:cubicBezTo>
                    <a:pt x="51" y="184"/>
                    <a:pt x="49" y="188"/>
                    <a:pt x="44" y="193"/>
                  </a:cubicBezTo>
                  <a:cubicBezTo>
                    <a:pt x="41" y="196"/>
                    <a:pt x="40" y="199"/>
                    <a:pt x="40" y="200"/>
                  </a:cubicBezTo>
                  <a:cubicBezTo>
                    <a:pt x="41" y="202"/>
                    <a:pt x="48" y="207"/>
                    <a:pt x="73" y="207"/>
                  </a:cubicBezTo>
                  <a:cubicBezTo>
                    <a:pt x="75" y="207"/>
                    <a:pt x="77" y="207"/>
                    <a:pt x="79" y="207"/>
                  </a:cubicBezTo>
                  <a:cubicBezTo>
                    <a:pt x="81" y="207"/>
                    <a:pt x="82" y="206"/>
                    <a:pt x="83" y="206"/>
                  </a:cubicBezTo>
                  <a:cubicBezTo>
                    <a:pt x="110" y="206"/>
                    <a:pt x="127" y="216"/>
                    <a:pt x="135" y="224"/>
                  </a:cubicBezTo>
                  <a:cubicBezTo>
                    <a:pt x="179" y="224"/>
                    <a:pt x="179" y="224"/>
                    <a:pt x="179" y="224"/>
                  </a:cubicBezTo>
                  <a:cubicBezTo>
                    <a:pt x="192" y="24"/>
                    <a:pt x="192" y="24"/>
                    <a:pt x="192" y="24"/>
                  </a:cubicBezTo>
                  <a:cubicBezTo>
                    <a:pt x="204" y="24"/>
                    <a:pt x="204" y="24"/>
                    <a:pt x="204" y="24"/>
                  </a:cubicBezTo>
                  <a:cubicBezTo>
                    <a:pt x="204" y="0"/>
                    <a:pt x="204" y="0"/>
                    <a:pt x="204" y="0"/>
                  </a:cubicBezTo>
                  <a:cubicBezTo>
                    <a:pt x="0" y="0"/>
                    <a:pt x="0" y="0"/>
                    <a:pt x="0" y="0"/>
                  </a:cubicBezTo>
                  <a:cubicBezTo>
                    <a:pt x="0" y="24"/>
                    <a:pt x="0" y="24"/>
                    <a:pt x="0" y="24"/>
                  </a:cubicBezTo>
                  <a:cubicBezTo>
                    <a:pt x="9" y="24"/>
                    <a:pt x="9" y="24"/>
                    <a:pt x="9" y="24"/>
                  </a:cubicBezTo>
                  <a:cubicBezTo>
                    <a:pt x="10" y="39"/>
                    <a:pt x="10" y="39"/>
                    <a:pt x="10" y="39"/>
                  </a:cubicBezTo>
                  <a:cubicBezTo>
                    <a:pt x="104" y="14"/>
                    <a:pt x="104" y="14"/>
                    <a:pt x="104" y="14"/>
                  </a:cubicBezTo>
                  <a:cubicBezTo>
                    <a:pt x="108" y="12"/>
                    <a:pt x="112" y="15"/>
                    <a:pt x="113" y="19"/>
                  </a:cubicBezTo>
                  <a:cubicBezTo>
                    <a:pt x="115" y="24"/>
                    <a:pt x="112" y="28"/>
                    <a:pt x="108" y="29"/>
                  </a:cubicBezTo>
                  <a:cubicBezTo>
                    <a:pt x="12" y="56"/>
                    <a:pt x="12" y="56"/>
                    <a:pt x="12" y="56"/>
                  </a:cubicBezTo>
                  <a:cubicBezTo>
                    <a:pt x="19" y="166"/>
                    <a:pt x="19" y="166"/>
                    <a:pt x="19" y="166"/>
                  </a:cubicBezTo>
                  <a:cubicBezTo>
                    <a:pt x="22" y="167"/>
                    <a:pt x="25" y="168"/>
                    <a:pt x="28" y="168"/>
                  </a:cubicBezTo>
                  <a:cubicBezTo>
                    <a:pt x="39" y="170"/>
                    <a:pt x="47" y="172"/>
                    <a:pt x="49" y="1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87"/>
            <p:cNvSpPr>
              <a:spLocks/>
            </p:cNvSpPr>
            <p:nvPr/>
          </p:nvSpPr>
          <p:spPr bwMode="auto">
            <a:xfrm>
              <a:off x="1616075" y="5910263"/>
              <a:ext cx="63500" cy="38100"/>
            </a:xfrm>
            <a:custGeom>
              <a:avLst/>
              <a:gdLst>
                <a:gd name="T0" fmla="*/ 39 w 40"/>
                <a:gd name="T1" fmla="*/ 6 h 23"/>
                <a:gd name="T2" fmla="*/ 29 w 40"/>
                <a:gd name="T3" fmla="*/ 0 h 23"/>
                <a:gd name="T4" fmla="*/ 29 w 40"/>
                <a:gd name="T5" fmla="*/ 0 h 23"/>
                <a:gd name="T6" fmla="*/ 7 w 40"/>
                <a:gd name="T7" fmla="*/ 7 h 23"/>
                <a:gd name="T8" fmla="*/ 1 w 40"/>
                <a:gd name="T9" fmla="*/ 17 h 23"/>
                <a:gd name="T10" fmla="*/ 9 w 40"/>
                <a:gd name="T11" fmla="*/ 23 h 23"/>
                <a:gd name="T12" fmla="*/ 11 w 40"/>
                <a:gd name="T13" fmla="*/ 23 h 23"/>
                <a:gd name="T14" fmla="*/ 34 w 40"/>
                <a:gd name="T15" fmla="*/ 16 h 23"/>
                <a:gd name="T16" fmla="*/ 34 w 40"/>
                <a:gd name="T17" fmla="*/ 16 h 23"/>
                <a:gd name="T18" fmla="*/ 39 w 40"/>
                <a:gd name="T19" fmla="*/ 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23">
                  <a:moveTo>
                    <a:pt x="39" y="6"/>
                  </a:moveTo>
                  <a:cubicBezTo>
                    <a:pt x="38" y="2"/>
                    <a:pt x="34" y="0"/>
                    <a:pt x="29" y="0"/>
                  </a:cubicBezTo>
                  <a:cubicBezTo>
                    <a:pt x="29" y="0"/>
                    <a:pt x="29" y="0"/>
                    <a:pt x="29" y="0"/>
                  </a:cubicBezTo>
                  <a:cubicBezTo>
                    <a:pt x="7" y="7"/>
                    <a:pt x="7" y="7"/>
                    <a:pt x="7" y="7"/>
                  </a:cubicBezTo>
                  <a:cubicBezTo>
                    <a:pt x="2" y="8"/>
                    <a:pt x="0" y="13"/>
                    <a:pt x="1" y="17"/>
                  </a:cubicBezTo>
                  <a:cubicBezTo>
                    <a:pt x="2" y="21"/>
                    <a:pt x="5" y="23"/>
                    <a:pt x="9" y="23"/>
                  </a:cubicBezTo>
                  <a:cubicBezTo>
                    <a:pt x="9" y="23"/>
                    <a:pt x="10" y="23"/>
                    <a:pt x="11" y="23"/>
                  </a:cubicBezTo>
                  <a:cubicBezTo>
                    <a:pt x="34" y="16"/>
                    <a:pt x="34" y="16"/>
                    <a:pt x="34" y="16"/>
                  </a:cubicBezTo>
                  <a:cubicBezTo>
                    <a:pt x="34" y="16"/>
                    <a:pt x="34" y="16"/>
                    <a:pt x="34" y="16"/>
                  </a:cubicBezTo>
                  <a:cubicBezTo>
                    <a:pt x="38" y="16"/>
                    <a:pt x="40" y="10"/>
                    <a:pt x="3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88"/>
            <p:cNvSpPr>
              <a:spLocks/>
            </p:cNvSpPr>
            <p:nvPr/>
          </p:nvSpPr>
          <p:spPr bwMode="auto">
            <a:xfrm>
              <a:off x="1174750" y="5430838"/>
              <a:ext cx="276225" cy="149225"/>
            </a:xfrm>
            <a:custGeom>
              <a:avLst/>
              <a:gdLst>
                <a:gd name="T0" fmla="*/ 168 w 172"/>
                <a:gd name="T1" fmla="*/ 21 h 93"/>
                <a:gd name="T2" fmla="*/ 135 w 172"/>
                <a:gd name="T3" fmla="*/ 5 h 93"/>
                <a:gd name="T4" fmla="*/ 21 w 172"/>
                <a:gd name="T5" fmla="*/ 42 h 93"/>
                <a:gd name="T6" fmla="*/ 4 w 172"/>
                <a:gd name="T7" fmla="*/ 75 h 93"/>
                <a:gd name="T8" fmla="*/ 29 w 172"/>
                <a:gd name="T9" fmla="*/ 93 h 93"/>
                <a:gd name="T10" fmla="*/ 37 w 172"/>
                <a:gd name="T11" fmla="*/ 92 h 93"/>
                <a:gd name="T12" fmla="*/ 151 w 172"/>
                <a:gd name="T13" fmla="*/ 54 h 93"/>
                <a:gd name="T14" fmla="*/ 168 w 172"/>
                <a:gd name="T15" fmla="*/ 21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2" h="93">
                  <a:moveTo>
                    <a:pt x="168" y="21"/>
                  </a:moveTo>
                  <a:cubicBezTo>
                    <a:pt x="163" y="8"/>
                    <a:pt x="149" y="0"/>
                    <a:pt x="135" y="5"/>
                  </a:cubicBezTo>
                  <a:cubicBezTo>
                    <a:pt x="21" y="42"/>
                    <a:pt x="21" y="42"/>
                    <a:pt x="21" y="42"/>
                  </a:cubicBezTo>
                  <a:cubicBezTo>
                    <a:pt x="7" y="47"/>
                    <a:pt x="0" y="61"/>
                    <a:pt x="4" y="75"/>
                  </a:cubicBezTo>
                  <a:cubicBezTo>
                    <a:pt x="8" y="86"/>
                    <a:pt x="18" y="93"/>
                    <a:pt x="29" y="93"/>
                  </a:cubicBezTo>
                  <a:cubicBezTo>
                    <a:pt x="32" y="93"/>
                    <a:pt x="34" y="92"/>
                    <a:pt x="37" y="92"/>
                  </a:cubicBezTo>
                  <a:cubicBezTo>
                    <a:pt x="151" y="54"/>
                    <a:pt x="151" y="54"/>
                    <a:pt x="151" y="54"/>
                  </a:cubicBezTo>
                  <a:cubicBezTo>
                    <a:pt x="165" y="50"/>
                    <a:pt x="172" y="35"/>
                    <a:pt x="168"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89"/>
            <p:cNvSpPr>
              <a:spLocks/>
            </p:cNvSpPr>
            <p:nvPr/>
          </p:nvSpPr>
          <p:spPr bwMode="auto">
            <a:xfrm>
              <a:off x="1754188" y="5413376"/>
              <a:ext cx="44450" cy="38100"/>
            </a:xfrm>
            <a:custGeom>
              <a:avLst/>
              <a:gdLst>
                <a:gd name="T0" fmla="*/ 24 w 28"/>
                <a:gd name="T1" fmla="*/ 0 h 24"/>
                <a:gd name="T2" fmla="*/ 0 w 28"/>
                <a:gd name="T3" fmla="*/ 6 h 24"/>
                <a:gd name="T4" fmla="*/ 5 w 28"/>
                <a:gd name="T5" fmla="*/ 24 h 24"/>
                <a:gd name="T6" fmla="*/ 28 w 28"/>
                <a:gd name="T7" fmla="*/ 17 h 24"/>
                <a:gd name="T8" fmla="*/ 24 w 28"/>
                <a:gd name="T9" fmla="*/ 0 h 24"/>
              </a:gdLst>
              <a:ahLst/>
              <a:cxnLst>
                <a:cxn ang="0">
                  <a:pos x="T0" y="T1"/>
                </a:cxn>
                <a:cxn ang="0">
                  <a:pos x="T2" y="T3"/>
                </a:cxn>
                <a:cxn ang="0">
                  <a:pos x="T4" y="T5"/>
                </a:cxn>
                <a:cxn ang="0">
                  <a:pos x="T6" y="T7"/>
                </a:cxn>
                <a:cxn ang="0">
                  <a:pos x="T8" y="T9"/>
                </a:cxn>
              </a:cxnLst>
              <a:rect l="0" t="0" r="r" b="b"/>
              <a:pathLst>
                <a:path w="28" h="24">
                  <a:moveTo>
                    <a:pt x="24" y="0"/>
                  </a:moveTo>
                  <a:lnTo>
                    <a:pt x="0" y="6"/>
                  </a:lnTo>
                  <a:lnTo>
                    <a:pt x="5" y="24"/>
                  </a:lnTo>
                  <a:lnTo>
                    <a:pt x="28" y="17"/>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90"/>
            <p:cNvSpPr>
              <a:spLocks/>
            </p:cNvSpPr>
            <p:nvPr/>
          </p:nvSpPr>
          <p:spPr bwMode="auto">
            <a:xfrm>
              <a:off x="1685925" y="5465763"/>
              <a:ext cx="358775" cy="352425"/>
            </a:xfrm>
            <a:custGeom>
              <a:avLst/>
              <a:gdLst>
                <a:gd name="T0" fmla="*/ 81 w 223"/>
                <a:gd name="T1" fmla="*/ 25 h 220"/>
                <a:gd name="T2" fmla="*/ 74 w 223"/>
                <a:gd name="T3" fmla="*/ 0 h 220"/>
                <a:gd name="T4" fmla="*/ 51 w 223"/>
                <a:gd name="T5" fmla="*/ 6 h 220"/>
                <a:gd name="T6" fmla="*/ 57 w 223"/>
                <a:gd name="T7" fmla="*/ 31 h 220"/>
                <a:gd name="T8" fmla="*/ 1 w 223"/>
                <a:gd name="T9" fmla="*/ 162 h 220"/>
                <a:gd name="T10" fmla="*/ 110 w 223"/>
                <a:gd name="T11" fmla="*/ 186 h 220"/>
                <a:gd name="T12" fmla="*/ 194 w 223"/>
                <a:gd name="T13" fmla="*/ 112 h 220"/>
                <a:gd name="T14" fmla="*/ 81 w 223"/>
                <a:gd name="T15" fmla="*/ 25 h 2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3" h="220">
                  <a:moveTo>
                    <a:pt x="81" y="25"/>
                  </a:moveTo>
                  <a:cubicBezTo>
                    <a:pt x="74" y="0"/>
                    <a:pt x="74" y="0"/>
                    <a:pt x="74" y="0"/>
                  </a:cubicBezTo>
                  <a:cubicBezTo>
                    <a:pt x="51" y="6"/>
                    <a:pt x="51" y="6"/>
                    <a:pt x="51" y="6"/>
                  </a:cubicBezTo>
                  <a:cubicBezTo>
                    <a:pt x="57" y="31"/>
                    <a:pt x="57" y="31"/>
                    <a:pt x="57" y="31"/>
                  </a:cubicBezTo>
                  <a:cubicBezTo>
                    <a:pt x="39" y="49"/>
                    <a:pt x="1" y="95"/>
                    <a:pt x="1" y="162"/>
                  </a:cubicBezTo>
                  <a:cubicBezTo>
                    <a:pt x="0" y="220"/>
                    <a:pt x="110" y="186"/>
                    <a:pt x="110" y="186"/>
                  </a:cubicBezTo>
                  <a:cubicBezTo>
                    <a:pt x="110" y="186"/>
                    <a:pt x="223" y="162"/>
                    <a:pt x="194" y="112"/>
                  </a:cubicBezTo>
                  <a:cubicBezTo>
                    <a:pt x="161" y="54"/>
                    <a:pt x="106" y="32"/>
                    <a:pt x="81"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91"/>
            <p:cNvSpPr>
              <a:spLocks/>
            </p:cNvSpPr>
            <p:nvPr/>
          </p:nvSpPr>
          <p:spPr bwMode="auto">
            <a:xfrm>
              <a:off x="1412875" y="4510088"/>
              <a:ext cx="481013" cy="1765300"/>
            </a:xfrm>
            <a:custGeom>
              <a:avLst/>
              <a:gdLst>
                <a:gd name="T0" fmla="*/ 178 w 300"/>
                <a:gd name="T1" fmla="*/ 339 h 1100"/>
                <a:gd name="T2" fmla="*/ 179 w 300"/>
                <a:gd name="T3" fmla="*/ 338 h 1100"/>
                <a:gd name="T4" fmla="*/ 183 w 300"/>
                <a:gd name="T5" fmla="*/ 301 h 1100"/>
                <a:gd name="T6" fmla="*/ 166 w 300"/>
                <a:gd name="T7" fmla="*/ 292 h 1100"/>
                <a:gd name="T8" fmla="*/ 90 w 300"/>
                <a:gd name="T9" fmla="*/ 0 h 1100"/>
                <a:gd name="T10" fmla="*/ 67 w 300"/>
                <a:gd name="T11" fmla="*/ 6 h 1100"/>
                <a:gd name="T12" fmla="*/ 143 w 300"/>
                <a:gd name="T13" fmla="*/ 300 h 1100"/>
                <a:gd name="T14" fmla="*/ 84 w 300"/>
                <a:gd name="T15" fmla="*/ 341 h 1100"/>
                <a:gd name="T16" fmla="*/ 84 w 300"/>
                <a:gd name="T17" fmla="*/ 197 h 1100"/>
                <a:gd name="T18" fmla="*/ 64 w 300"/>
                <a:gd name="T19" fmla="*/ 197 h 1100"/>
                <a:gd name="T20" fmla="*/ 64 w 300"/>
                <a:gd name="T21" fmla="*/ 353 h 1100"/>
                <a:gd name="T22" fmla="*/ 0 w 300"/>
                <a:gd name="T23" fmla="*/ 384 h 1100"/>
                <a:gd name="T24" fmla="*/ 16 w 300"/>
                <a:gd name="T25" fmla="*/ 406 h 1100"/>
                <a:gd name="T26" fmla="*/ 26 w 300"/>
                <a:gd name="T27" fmla="*/ 430 h 1100"/>
                <a:gd name="T28" fmla="*/ 64 w 300"/>
                <a:gd name="T29" fmla="*/ 412 h 1100"/>
                <a:gd name="T30" fmla="*/ 64 w 300"/>
                <a:gd name="T31" fmla="*/ 603 h 1100"/>
                <a:gd name="T32" fmla="*/ 13 w 300"/>
                <a:gd name="T33" fmla="*/ 567 h 1100"/>
                <a:gd name="T34" fmla="*/ 5 w 300"/>
                <a:gd name="T35" fmla="*/ 570 h 1100"/>
                <a:gd name="T36" fmla="*/ 28 w 300"/>
                <a:gd name="T37" fmla="*/ 593 h 1100"/>
                <a:gd name="T38" fmla="*/ 26 w 300"/>
                <a:gd name="T39" fmla="*/ 619 h 1100"/>
                <a:gd name="T40" fmla="*/ 15 w 300"/>
                <a:gd name="T41" fmla="*/ 633 h 1100"/>
                <a:gd name="T42" fmla="*/ 52 w 300"/>
                <a:gd name="T43" fmla="*/ 656 h 1100"/>
                <a:gd name="T44" fmla="*/ 64 w 300"/>
                <a:gd name="T45" fmla="*/ 659 h 1100"/>
                <a:gd name="T46" fmla="*/ 64 w 300"/>
                <a:gd name="T47" fmla="*/ 659 h 1100"/>
                <a:gd name="T48" fmla="*/ 64 w 300"/>
                <a:gd name="T49" fmla="*/ 1003 h 1100"/>
                <a:gd name="T50" fmla="*/ 64 w 300"/>
                <a:gd name="T51" fmla="*/ 1012 h 1100"/>
                <a:gd name="T52" fmla="*/ 38 w 300"/>
                <a:gd name="T53" fmla="*/ 1036 h 1100"/>
                <a:gd name="T54" fmla="*/ 74 w 300"/>
                <a:gd name="T55" fmla="*/ 1095 h 1100"/>
                <a:gd name="T56" fmla="*/ 263 w 300"/>
                <a:gd name="T57" fmla="*/ 1089 h 1100"/>
                <a:gd name="T58" fmla="*/ 232 w 300"/>
                <a:gd name="T59" fmla="*/ 1048 h 1100"/>
                <a:gd name="T60" fmla="*/ 191 w 300"/>
                <a:gd name="T61" fmla="*/ 1020 h 1100"/>
                <a:gd name="T62" fmla="*/ 161 w 300"/>
                <a:gd name="T63" fmla="*/ 1005 h 1100"/>
                <a:gd name="T64" fmla="*/ 104 w 300"/>
                <a:gd name="T65" fmla="*/ 1002 h 1100"/>
                <a:gd name="T66" fmla="*/ 84 w 300"/>
                <a:gd name="T67" fmla="*/ 1007 h 1100"/>
                <a:gd name="T68" fmla="*/ 84 w 300"/>
                <a:gd name="T69" fmla="*/ 999 h 1100"/>
                <a:gd name="T70" fmla="*/ 84 w 300"/>
                <a:gd name="T71" fmla="*/ 649 h 1100"/>
                <a:gd name="T72" fmla="*/ 86 w 300"/>
                <a:gd name="T73" fmla="*/ 645 h 1100"/>
                <a:gd name="T74" fmla="*/ 84 w 300"/>
                <a:gd name="T75" fmla="*/ 617 h 1100"/>
                <a:gd name="T76" fmla="*/ 84 w 300"/>
                <a:gd name="T77" fmla="*/ 401 h 1100"/>
                <a:gd name="T78" fmla="*/ 157 w 300"/>
                <a:gd name="T79" fmla="*/ 354 h 1100"/>
                <a:gd name="T80" fmla="*/ 209 w 300"/>
                <a:gd name="T81" fmla="*/ 554 h 1100"/>
                <a:gd name="T82" fmla="*/ 233 w 300"/>
                <a:gd name="T83" fmla="*/ 548 h 1100"/>
                <a:gd name="T84" fmla="*/ 178 w 300"/>
                <a:gd name="T85" fmla="*/ 339 h 1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00" h="1100">
                  <a:moveTo>
                    <a:pt x="178" y="339"/>
                  </a:moveTo>
                  <a:cubicBezTo>
                    <a:pt x="179" y="338"/>
                    <a:pt x="179" y="338"/>
                    <a:pt x="179" y="338"/>
                  </a:cubicBezTo>
                  <a:cubicBezTo>
                    <a:pt x="190" y="329"/>
                    <a:pt x="192" y="313"/>
                    <a:pt x="183" y="301"/>
                  </a:cubicBezTo>
                  <a:cubicBezTo>
                    <a:pt x="179" y="296"/>
                    <a:pt x="173" y="293"/>
                    <a:pt x="166" y="292"/>
                  </a:cubicBezTo>
                  <a:cubicBezTo>
                    <a:pt x="90" y="0"/>
                    <a:pt x="90" y="0"/>
                    <a:pt x="90" y="0"/>
                  </a:cubicBezTo>
                  <a:cubicBezTo>
                    <a:pt x="67" y="6"/>
                    <a:pt x="67" y="6"/>
                    <a:pt x="67" y="6"/>
                  </a:cubicBezTo>
                  <a:cubicBezTo>
                    <a:pt x="143" y="300"/>
                    <a:pt x="143" y="300"/>
                    <a:pt x="143" y="300"/>
                  </a:cubicBezTo>
                  <a:cubicBezTo>
                    <a:pt x="123" y="316"/>
                    <a:pt x="104" y="329"/>
                    <a:pt x="84" y="341"/>
                  </a:cubicBezTo>
                  <a:cubicBezTo>
                    <a:pt x="84" y="197"/>
                    <a:pt x="84" y="197"/>
                    <a:pt x="84" y="197"/>
                  </a:cubicBezTo>
                  <a:cubicBezTo>
                    <a:pt x="64" y="197"/>
                    <a:pt x="64" y="197"/>
                    <a:pt x="64" y="197"/>
                  </a:cubicBezTo>
                  <a:cubicBezTo>
                    <a:pt x="64" y="353"/>
                    <a:pt x="64" y="353"/>
                    <a:pt x="64" y="353"/>
                  </a:cubicBezTo>
                  <a:cubicBezTo>
                    <a:pt x="44" y="366"/>
                    <a:pt x="20" y="376"/>
                    <a:pt x="0" y="384"/>
                  </a:cubicBezTo>
                  <a:cubicBezTo>
                    <a:pt x="7" y="390"/>
                    <a:pt x="12" y="398"/>
                    <a:pt x="16" y="406"/>
                  </a:cubicBezTo>
                  <a:cubicBezTo>
                    <a:pt x="26" y="430"/>
                    <a:pt x="26" y="430"/>
                    <a:pt x="26" y="430"/>
                  </a:cubicBezTo>
                  <a:cubicBezTo>
                    <a:pt x="39" y="425"/>
                    <a:pt x="52" y="419"/>
                    <a:pt x="64" y="412"/>
                  </a:cubicBezTo>
                  <a:cubicBezTo>
                    <a:pt x="64" y="603"/>
                    <a:pt x="64" y="603"/>
                    <a:pt x="64" y="603"/>
                  </a:cubicBezTo>
                  <a:cubicBezTo>
                    <a:pt x="48" y="592"/>
                    <a:pt x="29" y="580"/>
                    <a:pt x="13" y="567"/>
                  </a:cubicBezTo>
                  <a:cubicBezTo>
                    <a:pt x="11" y="568"/>
                    <a:pt x="8" y="569"/>
                    <a:pt x="5" y="570"/>
                  </a:cubicBezTo>
                  <a:cubicBezTo>
                    <a:pt x="16" y="573"/>
                    <a:pt x="25" y="581"/>
                    <a:pt x="28" y="593"/>
                  </a:cubicBezTo>
                  <a:cubicBezTo>
                    <a:pt x="31" y="601"/>
                    <a:pt x="31" y="611"/>
                    <a:pt x="26" y="619"/>
                  </a:cubicBezTo>
                  <a:cubicBezTo>
                    <a:pt x="24" y="625"/>
                    <a:pt x="20" y="629"/>
                    <a:pt x="15" y="633"/>
                  </a:cubicBezTo>
                  <a:cubicBezTo>
                    <a:pt x="27" y="641"/>
                    <a:pt x="39" y="649"/>
                    <a:pt x="52" y="656"/>
                  </a:cubicBezTo>
                  <a:cubicBezTo>
                    <a:pt x="56" y="658"/>
                    <a:pt x="60" y="659"/>
                    <a:pt x="64" y="659"/>
                  </a:cubicBezTo>
                  <a:cubicBezTo>
                    <a:pt x="64" y="659"/>
                    <a:pt x="64" y="659"/>
                    <a:pt x="64" y="659"/>
                  </a:cubicBezTo>
                  <a:cubicBezTo>
                    <a:pt x="64" y="1003"/>
                    <a:pt x="64" y="1003"/>
                    <a:pt x="64" y="1003"/>
                  </a:cubicBezTo>
                  <a:cubicBezTo>
                    <a:pt x="64" y="1012"/>
                    <a:pt x="64" y="1012"/>
                    <a:pt x="64" y="1012"/>
                  </a:cubicBezTo>
                  <a:cubicBezTo>
                    <a:pt x="44" y="1017"/>
                    <a:pt x="24" y="1024"/>
                    <a:pt x="38" y="1036"/>
                  </a:cubicBezTo>
                  <a:cubicBezTo>
                    <a:pt x="60" y="1055"/>
                    <a:pt x="17" y="1091"/>
                    <a:pt x="74" y="1095"/>
                  </a:cubicBezTo>
                  <a:cubicBezTo>
                    <a:pt x="131" y="1100"/>
                    <a:pt x="227" y="1098"/>
                    <a:pt x="263" y="1089"/>
                  </a:cubicBezTo>
                  <a:cubicBezTo>
                    <a:pt x="300" y="1080"/>
                    <a:pt x="286" y="1046"/>
                    <a:pt x="232" y="1048"/>
                  </a:cubicBezTo>
                  <a:cubicBezTo>
                    <a:pt x="177" y="1049"/>
                    <a:pt x="179" y="1031"/>
                    <a:pt x="191" y="1020"/>
                  </a:cubicBezTo>
                  <a:cubicBezTo>
                    <a:pt x="202" y="1010"/>
                    <a:pt x="181" y="1011"/>
                    <a:pt x="161" y="1005"/>
                  </a:cubicBezTo>
                  <a:cubicBezTo>
                    <a:pt x="140" y="999"/>
                    <a:pt x="124" y="994"/>
                    <a:pt x="104" y="1002"/>
                  </a:cubicBezTo>
                  <a:cubicBezTo>
                    <a:pt x="99" y="1004"/>
                    <a:pt x="92" y="1005"/>
                    <a:pt x="84" y="1007"/>
                  </a:cubicBezTo>
                  <a:cubicBezTo>
                    <a:pt x="84" y="999"/>
                    <a:pt x="84" y="999"/>
                    <a:pt x="84" y="999"/>
                  </a:cubicBezTo>
                  <a:cubicBezTo>
                    <a:pt x="84" y="649"/>
                    <a:pt x="84" y="649"/>
                    <a:pt x="84" y="649"/>
                  </a:cubicBezTo>
                  <a:cubicBezTo>
                    <a:pt x="84" y="648"/>
                    <a:pt x="86" y="646"/>
                    <a:pt x="86" y="645"/>
                  </a:cubicBezTo>
                  <a:cubicBezTo>
                    <a:pt x="91" y="636"/>
                    <a:pt x="92" y="625"/>
                    <a:pt x="84" y="617"/>
                  </a:cubicBezTo>
                  <a:cubicBezTo>
                    <a:pt x="84" y="401"/>
                    <a:pt x="84" y="401"/>
                    <a:pt x="84" y="401"/>
                  </a:cubicBezTo>
                  <a:cubicBezTo>
                    <a:pt x="108" y="388"/>
                    <a:pt x="132" y="373"/>
                    <a:pt x="157" y="354"/>
                  </a:cubicBezTo>
                  <a:cubicBezTo>
                    <a:pt x="209" y="554"/>
                    <a:pt x="209" y="554"/>
                    <a:pt x="209" y="554"/>
                  </a:cubicBezTo>
                  <a:cubicBezTo>
                    <a:pt x="233" y="548"/>
                    <a:pt x="233" y="548"/>
                    <a:pt x="233" y="548"/>
                  </a:cubicBezTo>
                  <a:lnTo>
                    <a:pt x="178" y="3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6" name="组合 95"/>
          <p:cNvGrpSpPr/>
          <p:nvPr/>
        </p:nvGrpSpPr>
        <p:grpSpPr>
          <a:xfrm>
            <a:off x="2265363" y="4397376"/>
            <a:ext cx="1473200" cy="1901825"/>
            <a:chOff x="2265363" y="4397376"/>
            <a:chExt cx="1473200" cy="1901825"/>
          </a:xfrm>
          <a:solidFill>
            <a:schemeClr val="tx1">
              <a:lumMod val="65000"/>
              <a:lumOff val="35000"/>
            </a:schemeClr>
          </a:solidFill>
        </p:grpSpPr>
        <p:sp>
          <p:nvSpPr>
            <p:cNvPr id="97" name="Oval 92"/>
            <p:cNvSpPr>
              <a:spLocks noChangeArrowheads="1"/>
            </p:cNvSpPr>
            <p:nvPr/>
          </p:nvSpPr>
          <p:spPr bwMode="auto">
            <a:xfrm>
              <a:off x="2905125" y="4778376"/>
              <a:ext cx="288925" cy="2889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93"/>
            <p:cNvSpPr>
              <a:spLocks noEditPoints="1"/>
            </p:cNvSpPr>
            <p:nvPr/>
          </p:nvSpPr>
          <p:spPr bwMode="auto">
            <a:xfrm>
              <a:off x="2565400" y="4397376"/>
              <a:ext cx="414338" cy="387350"/>
            </a:xfrm>
            <a:custGeom>
              <a:avLst/>
              <a:gdLst>
                <a:gd name="T0" fmla="*/ 258 w 258"/>
                <a:gd name="T1" fmla="*/ 108 h 242"/>
                <a:gd name="T2" fmla="*/ 129 w 258"/>
                <a:gd name="T3" fmla="*/ 0 h 242"/>
                <a:gd name="T4" fmla="*/ 0 w 258"/>
                <a:gd name="T5" fmla="*/ 108 h 242"/>
                <a:gd name="T6" fmla="*/ 129 w 258"/>
                <a:gd name="T7" fmla="*/ 217 h 242"/>
                <a:gd name="T8" fmla="*/ 177 w 258"/>
                <a:gd name="T9" fmla="*/ 209 h 242"/>
                <a:gd name="T10" fmla="*/ 219 w 258"/>
                <a:gd name="T11" fmla="*/ 242 h 242"/>
                <a:gd name="T12" fmla="*/ 208 w 258"/>
                <a:gd name="T13" fmla="*/ 194 h 242"/>
                <a:gd name="T14" fmla="*/ 258 w 258"/>
                <a:gd name="T15" fmla="*/ 108 h 242"/>
                <a:gd name="T16" fmla="*/ 130 w 258"/>
                <a:gd name="T17" fmla="*/ 199 h 242"/>
                <a:gd name="T18" fmla="*/ 21 w 258"/>
                <a:gd name="T19" fmla="*/ 113 h 242"/>
                <a:gd name="T20" fmla="*/ 130 w 258"/>
                <a:gd name="T21" fmla="*/ 27 h 242"/>
                <a:gd name="T22" fmla="*/ 238 w 258"/>
                <a:gd name="T23" fmla="*/ 113 h 242"/>
                <a:gd name="T24" fmla="*/ 130 w 258"/>
                <a:gd name="T25" fmla="*/ 199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8" h="242">
                  <a:moveTo>
                    <a:pt x="258" y="108"/>
                  </a:moveTo>
                  <a:cubicBezTo>
                    <a:pt x="258" y="48"/>
                    <a:pt x="200" y="0"/>
                    <a:pt x="129" y="0"/>
                  </a:cubicBezTo>
                  <a:cubicBezTo>
                    <a:pt x="58" y="0"/>
                    <a:pt x="0" y="48"/>
                    <a:pt x="0" y="108"/>
                  </a:cubicBezTo>
                  <a:cubicBezTo>
                    <a:pt x="0" y="168"/>
                    <a:pt x="58" y="217"/>
                    <a:pt x="129" y="217"/>
                  </a:cubicBezTo>
                  <a:cubicBezTo>
                    <a:pt x="146" y="217"/>
                    <a:pt x="162" y="214"/>
                    <a:pt x="177" y="209"/>
                  </a:cubicBezTo>
                  <a:cubicBezTo>
                    <a:pt x="219" y="242"/>
                    <a:pt x="219" y="242"/>
                    <a:pt x="219" y="242"/>
                  </a:cubicBezTo>
                  <a:cubicBezTo>
                    <a:pt x="208" y="194"/>
                    <a:pt x="208" y="194"/>
                    <a:pt x="208" y="194"/>
                  </a:cubicBezTo>
                  <a:cubicBezTo>
                    <a:pt x="238" y="174"/>
                    <a:pt x="258" y="143"/>
                    <a:pt x="258" y="108"/>
                  </a:cubicBezTo>
                  <a:close/>
                  <a:moveTo>
                    <a:pt x="130" y="199"/>
                  </a:moveTo>
                  <a:cubicBezTo>
                    <a:pt x="70" y="199"/>
                    <a:pt x="21" y="160"/>
                    <a:pt x="21" y="113"/>
                  </a:cubicBezTo>
                  <a:cubicBezTo>
                    <a:pt x="21" y="65"/>
                    <a:pt x="70" y="27"/>
                    <a:pt x="130" y="27"/>
                  </a:cubicBezTo>
                  <a:cubicBezTo>
                    <a:pt x="190" y="27"/>
                    <a:pt x="238" y="65"/>
                    <a:pt x="238" y="113"/>
                  </a:cubicBezTo>
                  <a:cubicBezTo>
                    <a:pt x="238" y="160"/>
                    <a:pt x="190" y="199"/>
                    <a:pt x="130"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94"/>
            <p:cNvSpPr>
              <a:spLocks/>
            </p:cNvSpPr>
            <p:nvPr/>
          </p:nvSpPr>
          <p:spPr bwMode="auto">
            <a:xfrm>
              <a:off x="2663825" y="4538663"/>
              <a:ext cx="66675" cy="76200"/>
            </a:xfrm>
            <a:custGeom>
              <a:avLst/>
              <a:gdLst>
                <a:gd name="T0" fmla="*/ 39 w 42"/>
                <a:gd name="T1" fmla="*/ 0 h 48"/>
                <a:gd name="T2" fmla="*/ 36 w 42"/>
                <a:gd name="T3" fmla="*/ 1 h 48"/>
                <a:gd name="T4" fmla="*/ 35 w 42"/>
                <a:gd name="T5" fmla="*/ 3 h 48"/>
                <a:gd name="T6" fmla="*/ 34 w 42"/>
                <a:gd name="T7" fmla="*/ 14 h 48"/>
                <a:gd name="T8" fmla="*/ 33 w 42"/>
                <a:gd name="T9" fmla="*/ 20 h 48"/>
                <a:gd name="T10" fmla="*/ 25 w 42"/>
                <a:gd name="T11" fmla="*/ 22 h 48"/>
                <a:gd name="T12" fmla="*/ 13 w 42"/>
                <a:gd name="T13" fmla="*/ 22 h 48"/>
                <a:gd name="T14" fmla="*/ 11 w 42"/>
                <a:gd name="T15" fmla="*/ 22 h 48"/>
                <a:gd name="T16" fmla="*/ 12 w 42"/>
                <a:gd name="T17" fmla="*/ 14 h 48"/>
                <a:gd name="T18" fmla="*/ 13 w 42"/>
                <a:gd name="T19" fmla="*/ 7 h 48"/>
                <a:gd name="T20" fmla="*/ 9 w 42"/>
                <a:gd name="T21" fmla="*/ 2 h 48"/>
                <a:gd name="T22" fmla="*/ 6 w 42"/>
                <a:gd name="T23" fmla="*/ 3 h 48"/>
                <a:gd name="T24" fmla="*/ 5 w 42"/>
                <a:gd name="T25" fmla="*/ 5 h 48"/>
                <a:gd name="T26" fmla="*/ 1 w 42"/>
                <a:gd name="T27" fmla="*/ 38 h 48"/>
                <a:gd name="T28" fmla="*/ 0 w 42"/>
                <a:gd name="T29" fmla="*/ 43 h 48"/>
                <a:gd name="T30" fmla="*/ 1 w 42"/>
                <a:gd name="T31" fmla="*/ 46 h 48"/>
                <a:gd name="T32" fmla="*/ 4 w 42"/>
                <a:gd name="T33" fmla="*/ 48 h 48"/>
                <a:gd name="T34" fmla="*/ 7 w 42"/>
                <a:gd name="T35" fmla="*/ 45 h 48"/>
                <a:gd name="T36" fmla="*/ 8 w 42"/>
                <a:gd name="T37" fmla="*/ 38 h 48"/>
                <a:gd name="T38" fmla="*/ 9 w 42"/>
                <a:gd name="T39" fmla="*/ 29 h 48"/>
                <a:gd name="T40" fmla="*/ 14 w 42"/>
                <a:gd name="T41" fmla="*/ 28 h 48"/>
                <a:gd name="T42" fmla="*/ 20 w 42"/>
                <a:gd name="T43" fmla="*/ 28 h 48"/>
                <a:gd name="T44" fmla="*/ 26 w 42"/>
                <a:gd name="T45" fmla="*/ 27 h 48"/>
                <a:gd name="T46" fmla="*/ 31 w 42"/>
                <a:gd name="T47" fmla="*/ 27 h 48"/>
                <a:gd name="T48" fmla="*/ 32 w 42"/>
                <a:gd name="T49" fmla="*/ 29 h 48"/>
                <a:gd name="T50" fmla="*/ 31 w 42"/>
                <a:gd name="T51" fmla="*/ 37 h 48"/>
                <a:gd name="T52" fmla="*/ 30 w 42"/>
                <a:gd name="T53" fmla="*/ 44 h 48"/>
                <a:gd name="T54" fmla="*/ 32 w 42"/>
                <a:gd name="T55" fmla="*/ 46 h 48"/>
                <a:gd name="T56" fmla="*/ 34 w 42"/>
                <a:gd name="T57" fmla="*/ 47 h 48"/>
                <a:gd name="T58" fmla="*/ 37 w 42"/>
                <a:gd name="T59" fmla="*/ 46 h 48"/>
                <a:gd name="T60" fmla="*/ 38 w 42"/>
                <a:gd name="T61" fmla="*/ 42 h 48"/>
                <a:gd name="T62" fmla="*/ 39 w 42"/>
                <a:gd name="T63" fmla="*/ 29 h 48"/>
                <a:gd name="T64" fmla="*/ 41 w 42"/>
                <a:gd name="T65" fmla="*/ 12 h 48"/>
                <a:gd name="T66" fmla="*/ 42 w 42"/>
                <a:gd name="T67" fmla="*/ 4 h 48"/>
                <a:gd name="T68" fmla="*/ 41 w 42"/>
                <a:gd name="T69" fmla="*/ 1 h 48"/>
                <a:gd name="T70" fmla="*/ 39 w 42"/>
                <a:gd name="T7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2" h="48">
                  <a:moveTo>
                    <a:pt x="39" y="0"/>
                  </a:moveTo>
                  <a:cubicBezTo>
                    <a:pt x="38" y="0"/>
                    <a:pt x="37" y="0"/>
                    <a:pt x="36" y="1"/>
                  </a:cubicBezTo>
                  <a:cubicBezTo>
                    <a:pt x="35" y="2"/>
                    <a:pt x="35" y="3"/>
                    <a:pt x="35" y="3"/>
                  </a:cubicBezTo>
                  <a:cubicBezTo>
                    <a:pt x="35" y="7"/>
                    <a:pt x="34" y="10"/>
                    <a:pt x="34" y="14"/>
                  </a:cubicBezTo>
                  <a:cubicBezTo>
                    <a:pt x="34" y="17"/>
                    <a:pt x="33" y="19"/>
                    <a:pt x="33" y="20"/>
                  </a:cubicBezTo>
                  <a:cubicBezTo>
                    <a:pt x="32" y="21"/>
                    <a:pt x="30" y="21"/>
                    <a:pt x="25" y="22"/>
                  </a:cubicBezTo>
                  <a:cubicBezTo>
                    <a:pt x="19" y="22"/>
                    <a:pt x="16" y="22"/>
                    <a:pt x="13" y="22"/>
                  </a:cubicBezTo>
                  <a:cubicBezTo>
                    <a:pt x="12" y="22"/>
                    <a:pt x="11" y="22"/>
                    <a:pt x="11" y="22"/>
                  </a:cubicBezTo>
                  <a:cubicBezTo>
                    <a:pt x="11" y="20"/>
                    <a:pt x="11" y="18"/>
                    <a:pt x="12" y="14"/>
                  </a:cubicBezTo>
                  <a:cubicBezTo>
                    <a:pt x="12" y="11"/>
                    <a:pt x="13" y="8"/>
                    <a:pt x="13" y="7"/>
                  </a:cubicBezTo>
                  <a:cubicBezTo>
                    <a:pt x="13" y="4"/>
                    <a:pt x="11" y="2"/>
                    <a:pt x="9" y="2"/>
                  </a:cubicBezTo>
                  <a:cubicBezTo>
                    <a:pt x="8" y="2"/>
                    <a:pt x="7" y="2"/>
                    <a:pt x="6" y="3"/>
                  </a:cubicBezTo>
                  <a:cubicBezTo>
                    <a:pt x="6" y="4"/>
                    <a:pt x="5" y="4"/>
                    <a:pt x="5" y="5"/>
                  </a:cubicBezTo>
                  <a:cubicBezTo>
                    <a:pt x="4" y="21"/>
                    <a:pt x="2" y="32"/>
                    <a:pt x="1" y="38"/>
                  </a:cubicBezTo>
                  <a:cubicBezTo>
                    <a:pt x="0" y="40"/>
                    <a:pt x="0" y="42"/>
                    <a:pt x="0" y="43"/>
                  </a:cubicBezTo>
                  <a:cubicBezTo>
                    <a:pt x="0" y="44"/>
                    <a:pt x="0" y="46"/>
                    <a:pt x="1" y="46"/>
                  </a:cubicBezTo>
                  <a:cubicBezTo>
                    <a:pt x="2" y="47"/>
                    <a:pt x="3" y="48"/>
                    <a:pt x="4" y="48"/>
                  </a:cubicBezTo>
                  <a:cubicBezTo>
                    <a:pt x="6" y="48"/>
                    <a:pt x="6" y="47"/>
                    <a:pt x="7" y="45"/>
                  </a:cubicBezTo>
                  <a:cubicBezTo>
                    <a:pt x="8" y="43"/>
                    <a:pt x="8" y="40"/>
                    <a:pt x="8" y="38"/>
                  </a:cubicBezTo>
                  <a:cubicBezTo>
                    <a:pt x="9" y="33"/>
                    <a:pt x="9" y="30"/>
                    <a:pt x="9" y="29"/>
                  </a:cubicBezTo>
                  <a:cubicBezTo>
                    <a:pt x="10" y="29"/>
                    <a:pt x="11" y="28"/>
                    <a:pt x="14" y="28"/>
                  </a:cubicBezTo>
                  <a:cubicBezTo>
                    <a:pt x="17" y="28"/>
                    <a:pt x="19" y="28"/>
                    <a:pt x="20" y="28"/>
                  </a:cubicBezTo>
                  <a:cubicBezTo>
                    <a:pt x="21" y="28"/>
                    <a:pt x="23" y="28"/>
                    <a:pt x="26" y="27"/>
                  </a:cubicBezTo>
                  <a:cubicBezTo>
                    <a:pt x="29" y="27"/>
                    <a:pt x="30" y="27"/>
                    <a:pt x="31" y="27"/>
                  </a:cubicBezTo>
                  <a:cubicBezTo>
                    <a:pt x="32" y="27"/>
                    <a:pt x="32" y="28"/>
                    <a:pt x="32" y="29"/>
                  </a:cubicBezTo>
                  <a:cubicBezTo>
                    <a:pt x="32" y="30"/>
                    <a:pt x="32" y="33"/>
                    <a:pt x="31" y="37"/>
                  </a:cubicBezTo>
                  <a:cubicBezTo>
                    <a:pt x="31" y="41"/>
                    <a:pt x="30" y="43"/>
                    <a:pt x="30" y="44"/>
                  </a:cubicBezTo>
                  <a:cubicBezTo>
                    <a:pt x="30" y="45"/>
                    <a:pt x="31" y="45"/>
                    <a:pt x="32" y="46"/>
                  </a:cubicBezTo>
                  <a:cubicBezTo>
                    <a:pt x="32" y="47"/>
                    <a:pt x="33" y="47"/>
                    <a:pt x="34" y="47"/>
                  </a:cubicBezTo>
                  <a:cubicBezTo>
                    <a:pt x="35" y="47"/>
                    <a:pt x="36" y="47"/>
                    <a:pt x="37" y="46"/>
                  </a:cubicBezTo>
                  <a:cubicBezTo>
                    <a:pt x="38" y="44"/>
                    <a:pt x="38" y="43"/>
                    <a:pt x="38" y="42"/>
                  </a:cubicBezTo>
                  <a:cubicBezTo>
                    <a:pt x="38" y="40"/>
                    <a:pt x="39" y="36"/>
                    <a:pt x="39" y="29"/>
                  </a:cubicBezTo>
                  <a:cubicBezTo>
                    <a:pt x="40" y="22"/>
                    <a:pt x="41" y="16"/>
                    <a:pt x="41" y="12"/>
                  </a:cubicBezTo>
                  <a:cubicBezTo>
                    <a:pt x="42" y="8"/>
                    <a:pt x="42" y="5"/>
                    <a:pt x="42" y="4"/>
                  </a:cubicBezTo>
                  <a:cubicBezTo>
                    <a:pt x="42" y="3"/>
                    <a:pt x="42" y="2"/>
                    <a:pt x="41" y="1"/>
                  </a:cubicBezTo>
                  <a:cubicBezTo>
                    <a:pt x="41" y="0"/>
                    <a:pt x="40" y="0"/>
                    <a:pt x="3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95"/>
            <p:cNvSpPr>
              <a:spLocks noEditPoints="1"/>
            </p:cNvSpPr>
            <p:nvPr/>
          </p:nvSpPr>
          <p:spPr bwMode="auto">
            <a:xfrm>
              <a:off x="2738438" y="4557713"/>
              <a:ext cx="44450" cy="55563"/>
            </a:xfrm>
            <a:custGeom>
              <a:avLst/>
              <a:gdLst>
                <a:gd name="T0" fmla="*/ 26 w 28"/>
                <a:gd name="T1" fmla="*/ 21 h 35"/>
                <a:gd name="T2" fmla="*/ 24 w 28"/>
                <a:gd name="T3" fmla="*/ 22 h 35"/>
                <a:gd name="T4" fmla="*/ 12 w 28"/>
                <a:gd name="T5" fmla="*/ 29 h 35"/>
                <a:gd name="T6" fmla="*/ 9 w 28"/>
                <a:gd name="T7" fmla="*/ 27 h 35"/>
                <a:gd name="T8" fmla="*/ 7 w 28"/>
                <a:gd name="T9" fmla="*/ 25 h 35"/>
                <a:gd name="T10" fmla="*/ 8 w 28"/>
                <a:gd name="T11" fmla="*/ 23 h 35"/>
                <a:gd name="T12" fmla="*/ 21 w 28"/>
                <a:gd name="T13" fmla="*/ 17 h 35"/>
                <a:gd name="T14" fmla="*/ 26 w 28"/>
                <a:gd name="T15" fmla="*/ 7 h 35"/>
                <a:gd name="T16" fmla="*/ 24 w 28"/>
                <a:gd name="T17" fmla="*/ 2 h 35"/>
                <a:gd name="T18" fmla="*/ 19 w 28"/>
                <a:gd name="T19" fmla="*/ 0 h 35"/>
                <a:gd name="T20" fmla="*/ 6 w 28"/>
                <a:gd name="T21" fmla="*/ 7 h 35"/>
                <a:gd name="T22" fmla="*/ 0 w 28"/>
                <a:gd name="T23" fmla="*/ 23 h 35"/>
                <a:gd name="T24" fmla="*/ 3 w 28"/>
                <a:gd name="T25" fmla="*/ 32 h 35"/>
                <a:gd name="T26" fmla="*/ 11 w 28"/>
                <a:gd name="T27" fmla="*/ 35 h 35"/>
                <a:gd name="T28" fmla="*/ 23 w 28"/>
                <a:gd name="T29" fmla="*/ 31 h 35"/>
                <a:gd name="T30" fmla="*/ 28 w 28"/>
                <a:gd name="T31" fmla="*/ 23 h 35"/>
                <a:gd name="T32" fmla="*/ 26 w 28"/>
                <a:gd name="T33" fmla="*/ 21 h 35"/>
                <a:gd name="T34" fmla="*/ 12 w 28"/>
                <a:gd name="T35" fmla="*/ 10 h 35"/>
                <a:gd name="T36" fmla="*/ 18 w 28"/>
                <a:gd name="T37" fmla="*/ 6 h 35"/>
                <a:gd name="T38" fmla="*/ 19 w 28"/>
                <a:gd name="T39" fmla="*/ 7 h 35"/>
                <a:gd name="T40" fmla="*/ 20 w 28"/>
                <a:gd name="T41" fmla="*/ 8 h 35"/>
                <a:gd name="T42" fmla="*/ 16 w 28"/>
                <a:gd name="T43" fmla="*/ 14 h 35"/>
                <a:gd name="T44" fmla="*/ 8 w 28"/>
                <a:gd name="T45" fmla="*/ 18 h 35"/>
                <a:gd name="T46" fmla="*/ 12 w 28"/>
                <a:gd name="T47"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35">
                  <a:moveTo>
                    <a:pt x="26" y="21"/>
                  </a:moveTo>
                  <a:cubicBezTo>
                    <a:pt x="25" y="21"/>
                    <a:pt x="25" y="22"/>
                    <a:pt x="24" y="22"/>
                  </a:cubicBezTo>
                  <a:cubicBezTo>
                    <a:pt x="20" y="26"/>
                    <a:pt x="16" y="29"/>
                    <a:pt x="12" y="29"/>
                  </a:cubicBezTo>
                  <a:cubicBezTo>
                    <a:pt x="11" y="29"/>
                    <a:pt x="9" y="28"/>
                    <a:pt x="9" y="27"/>
                  </a:cubicBezTo>
                  <a:cubicBezTo>
                    <a:pt x="8" y="26"/>
                    <a:pt x="7" y="25"/>
                    <a:pt x="7" y="25"/>
                  </a:cubicBezTo>
                  <a:cubicBezTo>
                    <a:pt x="7" y="24"/>
                    <a:pt x="8" y="24"/>
                    <a:pt x="8" y="23"/>
                  </a:cubicBezTo>
                  <a:cubicBezTo>
                    <a:pt x="13" y="22"/>
                    <a:pt x="18" y="20"/>
                    <a:pt x="21" y="17"/>
                  </a:cubicBezTo>
                  <a:cubicBezTo>
                    <a:pt x="24" y="14"/>
                    <a:pt x="26" y="11"/>
                    <a:pt x="26" y="7"/>
                  </a:cubicBezTo>
                  <a:cubicBezTo>
                    <a:pt x="26" y="5"/>
                    <a:pt x="25" y="3"/>
                    <a:pt x="24" y="2"/>
                  </a:cubicBezTo>
                  <a:cubicBezTo>
                    <a:pt x="23" y="1"/>
                    <a:pt x="21" y="0"/>
                    <a:pt x="19" y="0"/>
                  </a:cubicBezTo>
                  <a:cubicBezTo>
                    <a:pt x="14" y="0"/>
                    <a:pt x="10" y="2"/>
                    <a:pt x="6" y="7"/>
                  </a:cubicBezTo>
                  <a:cubicBezTo>
                    <a:pt x="2" y="12"/>
                    <a:pt x="0" y="17"/>
                    <a:pt x="0" y="23"/>
                  </a:cubicBezTo>
                  <a:cubicBezTo>
                    <a:pt x="0" y="27"/>
                    <a:pt x="1" y="30"/>
                    <a:pt x="3" y="32"/>
                  </a:cubicBezTo>
                  <a:cubicBezTo>
                    <a:pt x="5" y="34"/>
                    <a:pt x="8" y="35"/>
                    <a:pt x="11" y="35"/>
                  </a:cubicBezTo>
                  <a:cubicBezTo>
                    <a:pt x="15" y="35"/>
                    <a:pt x="19" y="33"/>
                    <a:pt x="23" y="31"/>
                  </a:cubicBezTo>
                  <a:cubicBezTo>
                    <a:pt x="26" y="28"/>
                    <a:pt x="28" y="25"/>
                    <a:pt x="28" y="23"/>
                  </a:cubicBezTo>
                  <a:cubicBezTo>
                    <a:pt x="28" y="22"/>
                    <a:pt x="27" y="21"/>
                    <a:pt x="26" y="21"/>
                  </a:cubicBezTo>
                  <a:close/>
                  <a:moveTo>
                    <a:pt x="12" y="10"/>
                  </a:moveTo>
                  <a:cubicBezTo>
                    <a:pt x="14" y="7"/>
                    <a:pt x="16" y="6"/>
                    <a:pt x="18" y="6"/>
                  </a:cubicBezTo>
                  <a:cubicBezTo>
                    <a:pt x="18" y="6"/>
                    <a:pt x="19" y="6"/>
                    <a:pt x="19" y="7"/>
                  </a:cubicBezTo>
                  <a:cubicBezTo>
                    <a:pt x="20" y="7"/>
                    <a:pt x="20" y="8"/>
                    <a:pt x="20" y="8"/>
                  </a:cubicBezTo>
                  <a:cubicBezTo>
                    <a:pt x="20" y="10"/>
                    <a:pt x="19" y="12"/>
                    <a:pt x="16" y="14"/>
                  </a:cubicBezTo>
                  <a:cubicBezTo>
                    <a:pt x="14" y="16"/>
                    <a:pt x="11" y="17"/>
                    <a:pt x="8" y="18"/>
                  </a:cubicBezTo>
                  <a:cubicBezTo>
                    <a:pt x="9" y="15"/>
                    <a:pt x="10" y="12"/>
                    <a:pt x="12"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96"/>
            <p:cNvSpPr>
              <a:spLocks/>
            </p:cNvSpPr>
            <p:nvPr/>
          </p:nvSpPr>
          <p:spPr bwMode="auto">
            <a:xfrm>
              <a:off x="2792413" y="4530726"/>
              <a:ext cx="22225" cy="84138"/>
            </a:xfrm>
            <a:custGeom>
              <a:avLst/>
              <a:gdLst>
                <a:gd name="T0" fmla="*/ 10 w 13"/>
                <a:gd name="T1" fmla="*/ 0 h 53"/>
                <a:gd name="T2" fmla="*/ 6 w 13"/>
                <a:gd name="T3" fmla="*/ 3 h 53"/>
                <a:gd name="T4" fmla="*/ 2 w 13"/>
                <a:gd name="T5" fmla="*/ 19 h 53"/>
                <a:gd name="T6" fmla="*/ 0 w 13"/>
                <a:gd name="T7" fmla="*/ 44 h 53"/>
                <a:gd name="T8" fmla="*/ 1 w 13"/>
                <a:gd name="T9" fmla="*/ 51 h 53"/>
                <a:gd name="T10" fmla="*/ 4 w 13"/>
                <a:gd name="T11" fmla="*/ 53 h 53"/>
                <a:gd name="T12" fmla="*/ 6 w 13"/>
                <a:gd name="T13" fmla="*/ 52 h 53"/>
                <a:gd name="T14" fmla="*/ 8 w 13"/>
                <a:gd name="T15" fmla="*/ 48 h 53"/>
                <a:gd name="T16" fmla="*/ 8 w 13"/>
                <a:gd name="T17" fmla="*/ 47 h 53"/>
                <a:gd name="T18" fmla="*/ 7 w 13"/>
                <a:gd name="T19" fmla="*/ 38 h 53"/>
                <a:gd name="T20" fmla="*/ 8 w 13"/>
                <a:gd name="T21" fmla="*/ 28 h 53"/>
                <a:gd name="T22" fmla="*/ 10 w 13"/>
                <a:gd name="T23" fmla="*/ 16 h 53"/>
                <a:gd name="T24" fmla="*/ 12 w 13"/>
                <a:gd name="T25" fmla="*/ 7 h 53"/>
                <a:gd name="T26" fmla="*/ 13 w 13"/>
                <a:gd name="T27" fmla="*/ 4 h 53"/>
                <a:gd name="T28" fmla="*/ 10 w 13"/>
                <a:gd name="T2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53">
                  <a:moveTo>
                    <a:pt x="10" y="0"/>
                  </a:moveTo>
                  <a:cubicBezTo>
                    <a:pt x="8" y="0"/>
                    <a:pt x="7" y="1"/>
                    <a:pt x="6" y="3"/>
                  </a:cubicBezTo>
                  <a:cubicBezTo>
                    <a:pt x="5" y="4"/>
                    <a:pt x="4" y="10"/>
                    <a:pt x="2" y="19"/>
                  </a:cubicBezTo>
                  <a:cubicBezTo>
                    <a:pt x="1" y="29"/>
                    <a:pt x="0" y="37"/>
                    <a:pt x="0" y="44"/>
                  </a:cubicBezTo>
                  <a:cubicBezTo>
                    <a:pt x="0" y="47"/>
                    <a:pt x="0" y="49"/>
                    <a:pt x="1" y="51"/>
                  </a:cubicBezTo>
                  <a:cubicBezTo>
                    <a:pt x="1" y="52"/>
                    <a:pt x="2" y="53"/>
                    <a:pt x="4" y="53"/>
                  </a:cubicBezTo>
                  <a:cubicBezTo>
                    <a:pt x="5" y="53"/>
                    <a:pt x="6" y="52"/>
                    <a:pt x="6" y="52"/>
                  </a:cubicBezTo>
                  <a:cubicBezTo>
                    <a:pt x="7" y="51"/>
                    <a:pt x="8" y="50"/>
                    <a:pt x="8" y="48"/>
                  </a:cubicBezTo>
                  <a:cubicBezTo>
                    <a:pt x="8" y="48"/>
                    <a:pt x="8" y="48"/>
                    <a:pt x="8" y="47"/>
                  </a:cubicBezTo>
                  <a:cubicBezTo>
                    <a:pt x="7" y="43"/>
                    <a:pt x="7" y="40"/>
                    <a:pt x="7" y="38"/>
                  </a:cubicBezTo>
                  <a:cubicBezTo>
                    <a:pt x="7" y="35"/>
                    <a:pt x="7" y="32"/>
                    <a:pt x="8" y="28"/>
                  </a:cubicBezTo>
                  <a:cubicBezTo>
                    <a:pt x="8" y="24"/>
                    <a:pt x="9" y="20"/>
                    <a:pt x="10" y="16"/>
                  </a:cubicBezTo>
                  <a:cubicBezTo>
                    <a:pt x="11" y="11"/>
                    <a:pt x="12" y="8"/>
                    <a:pt x="12" y="7"/>
                  </a:cubicBezTo>
                  <a:cubicBezTo>
                    <a:pt x="13" y="6"/>
                    <a:pt x="13" y="5"/>
                    <a:pt x="13" y="4"/>
                  </a:cubicBezTo>
                  <a:cubicBezTo>
                    <a:pt x="13" y="1"/>
                    <a:pt x="12"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97"/>
            <p:cNvSpPr>
              <a:spLocks/>
            </p:cNvSpPr>
            <p:nvPr/>
          </p:nvSpPr>
          <p:spPr bwMode="auto">
            <a:xfrm>
              <a:off x="2820988" y="4530726"/>
              <a:ext cx="20638" cy="84138"/>
            </a:xfrm>
            <a:custGeom>
              <a:avLst/>
              <a:gdLst>
                <a:gd name="T0" fmla="*/ 10 w 13"/>
                <a:gd name="T1" fmla="*/ 0 h 53"/>
                <a:gd name="T2" fmla="*/ 7 w 13"/>
                <a:gd name="T3" fmla="*/ 3 h 53"/>
                <a:gd name="T4" fmla="*/ 3 w 13"/>
                <a:gd name="T5" fmla="*/ 19 h 53"/>
                <a:gd name="T6" fmla="*/ 0 w 13"/>
                <a:gd name="T7" fmla="*/ 44 h 53"/>
                <a:gd name="T8" fmla="*/ 1 w 13"/>
                <a:gd name="T9" fmla="*/ 51 h 53"/>
                <a:gd name="T10" fmla="*/ 4 w 13"/>
                <a:gd name="T11" fmla="*/ 53 h 53"/>
                <a:gd name="T12" fmla="*/ 7 w 13"/>
                <a:gd name="T13" fmla="*/ 52 h 53"/>
                <a:gd name="T14" fmla="*/ 8 w 13"/>
                <a:gd name="T15" fmla="*/ 48 h 53"/>
                <a:gd name="T16" fmla="*/ 8 w 13"/>
                <a:gd name="T17" fmla="*/ 47 h 53"/>
                <a:gd name="T18" fmla="*/ 7 w 13"/>
                <a:gd name="T19" fmla="*/ 38 h 53"/>
                <a:gd name="T20" fmla="*/ 8 w 13"/>
                <a:gd name="T21" fmla="*/ 28 h 53"/>
                <a:gd name="T22" fmla="*/ 10 w 13"/>
                <a:gd name="T23" fmla="*/ 16 h 53"/>
                <a:gd name="T24" fmla="*/ 13 w 13"/>
                <a:gd name="T25" fmla="*/ 7 h 53"/>
                <a:gd name="T26" fmla="*/ 13 w 13"/>
                <a:gd name="T27" fmla="*/ 4 h 53"/>
                <a:gd name="T28" fmla="*/ 10 w 13"/>
                <a:gd name="T2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53">
                  <a:moveTo>
                    <a:pt x="10" y="0"/>
                  </a:moveTo>
                  <a:cubicBezTo>
                    <a:pt x="9" y="0"/>
                    <a:pt x="8" y="1"/>
                    <a:pt x="7" y="3"/>
                  </a:cubicBezTo>
                  <a:cubicBezTo>
                    <a:pt x="6" y="4"/>
                    <a:pt x="4" y="10"/>
                    <a:pt x="3" y="19"/>
                  </a:cubicBezTo>
                  <a:cubicBezTo>
                    <a:pt x="1" y="29"/>
                    <a:pt x="0" y="37"/>
                    <a:pt x="0" y="44"/>
                  </a:cubicBezTo>
                  <a:cubicBezTo>
                    <a:pt x="0" y="47"/>
                    <a:pt x="0" y="49"/>
                    <a:pt x="1" y="51"/>
                  </a:cubicBezTo>
                  <a:cubicBezTo>
                    <a:pt x="2" y="52"/>
                    <a:pt x="3" y="53"/>
                    <a:pt x="4" y="53"/>
                  </a:cubicBezTo>
                  <a:cubicBezTo>
                    <a:pt x="5" y="53"/>
                    <a:pt x="6" y="52"/>
                    <a:pt x="7" y="52"/>
                  </a:cubicBezTo>
                  <a:cubicBezTo>
                    <a:pt x="8" y="51"/>
                    <a:pt x="8" y="50"/>
                    <a:pt x="8" y="48"/>
                  </a:cubicBezTo>
                  <a:cubicBezTo>
                    <a:pt x="8" y="48"/>
                    <a:pt x="8" y="48"/>
                    <a:pt x="8" y="47"/>
                  </a:cubicBezTo>
                  <a:cubicBezTo>
                    <a:pt x="8" y="43"/>
                    <a:pt x="7" y="40"/>
                    <a:pt x="7" y="38"/>
                  </a:cubicBezTo>
                  <a:cubicBezTo>
                    <a:pt x="7" y="35"/>
                    <a:pt x="8" y="32"/>
                    <a:pt x="8" y="28"/>
                  </a:cubicBezTo>
                  <a:cubicBezTo>
                    <a:pt x="9" y="24"/>
                    <a:pt x="9" y="20"/>
                    <a:pt x="10" y="16"/>
                  </a:cubicBezTo>
                  <a:cubicBezTo>
                    <a:pt x="12" y="11"/>
                    <a:pt x="13" y="8"/>
                    <a:pt x="13" y="7"/>
                  </a:cubicBezTo>
                  <a:cubicBezTo>
                    <a:pt x="13" y="6"/>
                    <a:pt x="13" y="5"/>
                    <a:pt x="13" y="4"/>
                  </a:cubicBezTo>
                  <a:cubicBezTo>
                    <a:pt x="13" y="1"/>
                    <a:pt x="12"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98"/>
            <p:cNvSpPr>
              <a:spLocks noEditPoints="1"/>
            </p:cNvSpPr>
            <p:nvPr/>
          </p:nvSpPr>
          <p:spPr bwMode="auto">
            <a:xfrm>
              <a:off x="2846388" y="4559301"/>
              <a:ext cx="47625" cy="53975"/>
            </a:xfrm>
            <a:custGeom>
              <a:avLst/>
              <a:gdLst>
                <a:gd name="T0" fmla="*/ 18 w 30"/>
                <a:gd name="T1" fmla="*/ 0 h 34"/>
                <a:gd name="T2" fmla="*/ 5 w 30"/>
                <a:gd name="T3" fmla="*/ 8 h 34"/>
                <a:gd name="T4" fmla="*/ 0 w 30"/>
                <a:gd name="T5" fmla="*/ 23 h 34"/>
                <a:gd name="T6" fmla="*/ 3 w 30"/>
                <a:gd name="T7" fmla="*/ 31 h 34"/>
                <a:gd name="T8" fmla="*/ 10 w 30"/>
                <a:gd name="T9" fmla="*/ 34 h 34"/>
                <a:gd name="T10" fmla="*/ 22 w 30"/>
                <a:gd name="T11" fmla="*/ 29 h 34"/>
                <a:gd name="T12" fmla="*/ 30 w 30"/>
                <a:gd name="T13" fmla="*/ 17 h 34"/>
                <a:gd name="T14" fmla="*/ 30 w 30"/>
                <a:gd name="T15" fmla="*/ 17 h 34"/>
                <a:gd name="T16" fmla="*/ 30 w 30"/>
                <a:gd name="T17" fmla="*/ 13 h 34"/>
                <a:gd name="T18" fmla="*/ 26 w 30"/>
                <a:gd name="T19" fmla="*/ 4 h 34"/>
                <a:gd name="T20" fmla="*/ 18 w 30"/>
                <a:gd name="T21" fmla="*/ 0 h 34"/>
                <a:gd name="T22" fmla="*/ 18 w 30"/>
                <a:gd name="T23" fmla="*/ 23 h 34"/>
                <a:gd name="T24" fmla="*/ 10 w 30"/>
                <a:gd name="T25" fmla="*/ 28 h 34"/>
                <a:gd name="T26" fmla="*/ 8 w 30"/>
                <a:gd name="T27" fmla="*/ 26 h 34"/>
                <a:gd name="T28" fmla="*/ 7 w 30"/>
                <a:gd name="T29" fmla="*/ 22 h 34"/>
                <a:gd name="T30" fmla="*/ 9 w 30"/>
                <a:gd name="T31" fmla="*/ 13 h 34"/>
                <a:gd name="T32" fmla="*/ 13 w 30"/>
                <a:gd name="T33" fmla="*/ 7 h 34"/>
                <a:gd name="T34" fmla="*/ 13 w 30"/>
                <a:gd name="T35" fmla="*/ 7 h 34"/>
                <a:gd name="T36" fmla="*/ 17 w 30"/>
                <a:gd name="T37" fmla="*/ 6 h 34"/>
                <a:gd name="T38" fmla="*/ 21 w 30"/>
                <a:gd name="T39" fmla="*/ 8 h 34"/>
                <a:gd name="T40" fmla="*/ 22 w 30"/>
                <a:gd name="T41" fmla="*/ 13 h 34"/>
                <a:gd name="T42" fmla="*/ 18 w 30"/>
                <a:gd name="T43"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 h="34">
                  <a:moveTo>
                    <a:pt x="18" y="0"/>
                  </a:moveTo>
                  <a:cubicBezTo>
                    <a:pt x="13" y="0"/>
                    <a:pt x="9" y="3"/>
                    <a:pt x="5" y="8"/>
                  </a:cubicBezTo>
                  <a:cubicBezTo>
                    <a:pt x="2" y="13"/>
                    <a:pt x="0" y="18"/>
                    <a:pt x="0" y="23"/>
                  </a:cubicBezTo>
                  <a:cubicBezTo>
                    <a:pt x="0" y="26"/>
                    <a:pt x="1" y="28"/>
                    <a:pt x="3" y="31"/>
                  </a:cubicBezTo>
                  <a:cubicBezTo>
                    <a:pt x="5" y="33"/>
                    <a:pt x="7" y="34"/>
                    <a:pt x="10" y="34"/>
                  </a:cubicBezTo>
                  <a:cubicBezTo>
                    <a:pt x="14" y="34"/>
                    <a:pt x="18" y="32"/>
                    <a:pt x="22" y="29"/>
                  </a:cubicBezTo>
                  <a:cubicBezTo>
                    <a:pt x="25" y="26"/>
                    <a:pt x="26" y="22"/>
                    <a:pt x="30" y="17"/>
                  </a:cubicBezTo>
                  <a:cubicBezTo>
                    <a:pt x="30" y="17"/>
                    <a:pt x="30" y="17"/>
                    <a:pt x="30" y="17"/>
                  </a:cubicBezTo>
                  <a:cubicBezTo>
                    <a:pt x="30" y="16"/>
                    <a:pt x="30" y="14"/>
                    <a:pt x="30" y="13"/>
                  </a:cubicBezTo>
                  <a:cubicBezTo>
                    <a:pt x="30" y="9"/>
                    <a:pt x="28" y="6"/>
                    <a:pt x="26" y="4"/>
                  </a:cubicBezTo>
                  <a:cubicBezTo>
                    <a:pt x="24" y="1"/>
                    <a:pt x="21" y="0"/>
                    <a:pt x="18" y="0"/>
                  </a:cubicBezTo>
                  <a:close/>
                  <a:moveTo>
                    <a:pt x="18" y="23"/>
                  </a:moveTo>
                  <a:cubicBezTo>
                    <a:pt x="15" y="26"/>
                    <a:pt x="13" y="28"/>
                    <a:pt x="10" y="28"/>
                  </a:cubicBezTo>
                  <a:cubicBezTo>
                    <a:pt x="9" y="28"/>
                    <a:pt x="9" y="27"/>
                    <a:pt x="8" y="26"/>
                  </a:cubicBezTo>
                  <a:cubicBezTo>
                    <a:pt x="7" y="25"/>
                    <a:pt x="7" y="24"/>
                    <a:pt x="7" y="22"/>
                  </a:cubicBezTo>
                  <a:cubicBezTo>
                    <a:pt x="7" y="19"/>
                    <a:pt x="8" y="16"/>
                    <a:pt x="9" y="13"/>
                  </a:cubicBezTo>
                  <a:cubicBezTo>
                    <a:pt x="10" y="11"/>
                    <a:pt x="12" y="7"/>
                    <a:pt x="13" y="7"/>
                  </a:cubicBezTo>
                  <a:cubicBezTo>
                    <a:pt x="13" y="7"/>
                    <a:pt x="13" y="7"/>
                    <a:pt x="13" y="7"/>
                  </a:cubicBezTo>
                  <a:cubicBezTo>
                    <a:pt x="14" y="7"/>
                    <a:pt x="16" y="6"/>
                    <a:pt x="17" y="6"/>
                  </a:cubicBezTo>
                  <a:cubicBezTo>
                    <a:pt x="19" y="6"/>
                    <a:pt x="20" y="7"/>
                    <a:pt x="21" y="8"/>
                  </a:cubicBezTo>
                  <a:cubicBezTo>
                    <a:pt x="22" y="9"/>
                    <a:pt x="22" y="11"/>
                    <a:pt x="22" y="13"/>
                  </a:cubicBezTo>
                  <a:cubicBezTo>
                    <a:pt x="22" y="17"/>
                    <a:pt x="21" y="20"/>
                    <a:pt x="18"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99"/>
            <p:cNvSpPr>
              <a:spLocks noEditPoints="1"/>
            </p:cNvSpPr>
            <p:nvPr/>
          </p:nvSpPr>
          <p:spPr bwMode="auto">
            <a:xfrm>
              <a:off x="2265363" y="4764088"/>
              <a:ext cx="444500" cy="309563"/>
            </a:xfrm>
            <a:custGeom>
              <a:avLst/>
              <a:gdLst>
                <a:gd name="T0" fmla="*/ 228 w 277"/>
                <a:gd name="T1" fmla="*/ 109 h 193"/>
                <a:gd name="T2" fmla="*/ 277 w 277"/>
                <a:gd name="T3" fmla="*/ 99 h 193"/>
                <a:gd name="T4" fmla="*/ 228 w 277"/>
                <a:gd name="T5" fmla="*/ 81 h 193"/>
                <a:gd name="T6" fmla="*/ 115 w 277"/>
                <a:gd name="T7" fmla="*/ 0 h 193"/>
                <a:gd name="T8" fmla="*/ 0 w 277"/>
                <a:gd name="T9" fmla="*/ 96 h 193"/>
                <a:gd name="T10" fmla="*/ 115 w 277"/>
                <a:gd name="T11" fmla="*/ 193 h 193"/>
                <a:gd name="T12" fmla="*/ 228 w 277"/>
                <a:gd name="T13" fmla="*/ 109 h 193"/>
                <a:gd name="T14" fmla="*/ 19 w 277"/>
                <a:gd name="T15" fmla="*/ 100 h 193"/>
                <a:gd name="T16" fmla="*/ 115 w 277"/>
                <a:gd name="T17" fmla="*/ 23 h 193"/>
                <a:gd name="T18" fmla="*/ 212 w 277"/>
                <a:gd name="T19" fmla="*/ 100 h 193"/>
                <a:gd name="T20" fmla="*/ 115 w 277"/>
                <a:gd name="T21" fmla="*/ 177 h 193"/>
                <a:gd name="T22" fmla="*/ 19 w 277"/>
                <a:gd name="T23" fmla="*/ 10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7" h="193">
                  <a:moveTo>
                    <a:pt x="228" y="109"/>
                  </a:moveTo>
                  <a:cubicBezTo>
                    <a:pt x="277" y="99"/>
                    <a:pt x="277" y="99"/>
                    <a:pt x="277" y="99"/>
                  </a:cubicBezTo>
                  <a:cubicBezTo>
                    <a:pt x="228" y="81"/>
                    <a:pt x="228" y="81"/>
                    <a:pt x="228" y="81"/>
                  </a:cubicBezTo>
                  <a:cubicBezTo>
                    <a:pt x="219" y="35"/>
                    <a:pt x="172" y="0"/>
                    <a:pt x="115" y="0"/>
                  </a:cubicBezTo>
                  <a:cubicBezTo>
                    <a:pt x="51" y="0"/>
                    <a:pt x="0" y="43"/>
                    <a:pt x="0" y="96"/>
                  </a:cubicBezTo>
                  <a:cubicBezTo>
                    <a:pt x="0" y="150"/>
                    <a:pt x="51" y="193"/>
                    <a:pt x="115" y="193"/>
                  </a:cubicBezTo>
                  <a:cubicBezTo>
                    <a:pt x="173" y="193"/>
                    <a:pt x="221" y="156"/>
                    <a:pt x="228" y="109"/>
                  </a:cubicBezTo>
                  <a:close/>
                  <a:moveTo>
                    <a:pt x="19" y="100"/>
                  </a:moveTo>
                  <a:cubicBezTo>
                    <a:pt x="19" y="58"/>
                    <a:pt x="62" y="23"/>
                    <a:pt x="115" y="23"/>
                  </a:cubicBezTo>
                  <a:cubicBezTo>
                    <a:pt x="169" y="23"/>
                    <a:pt x="212" y="58"/>
                    <a:pt x="212" y="100"/>
                  </a:cubicBezTo>
                  <a:cubicBezTo>
                    <a:pt x="212" y="142"/>
                    <a:pt x="169" y="177"/>
                    <a:pt x="115" y="177"/>
                  </a:cubicBezTo>
                  <a:cubicBezTo>
                    <a:pt x="62" y="177"/>
                    <a:pt x="19" y="142"/>
                    <a:pt x="19"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100"/>
            <p:cNvSpPr>
              <a:spLocks noEditPoints="1"/>
            </p:cNvSpPr>
            <p:nvPr/>
          </p:nvSpPr>
          <p:spPr bwMode="auto">
            <a:xfrm>
              <a:off x="2376488" y="4884738"/>
              <a:ext cx="77788" cy="79375"/>
            </a:xfrm>
            <a:custGeom>
              <a:avLst/>
              <a:gdLst>
                <a:gd name="T0" fmla="*/ 48 w 49"/>
                <a:gd name="T1" fmla="*/ 10 h 50"/>
                <a:gd name="T2" fmla="*/ 44 w 49"/>
                <a:gd name="T3" fmla="*/ 5 h 50"/>
                <a:gd name="T4" fmla="*/ 37 w 49"/>
                <a:gd name="T5" fmla="*/ 1 h 50"/>
                <a:gd name="T6" fmla="*/ 28 w 49"/>
                <a:gd name="T7" fmla="*/ 0 h 50"/>
                <a:gd name="T8" fmla="*/ 15 w 49"/>
                <a:gd name="T9" fmla="*/ 5 h 50"/>
                <a:gd name="T10" fmla="*/ 4 w 49"/>
                <a:gd name="T11" fmla="*/ 19 h 50"/>
                <a:gd name="T12" fmla="*/ 0 w 49"/>
                <a:gd name="T13" fmla="*/ 34 h 50"/>
                <a:gd name="T14" fmla="*/ 4 w 49"/>
                <a:gd name="T15" fmla="*/ 45 h 50"/>
                <a:gd name="T16" fmla="*/ 14 w 49"/>
                <a:gd name="T17" fmla="*/ 50 h 50"/>
                <a:gd name="T18" fmla="*/ 28 w 49"/>
                <a:gd name="T19" fmla="*/ 47 h 50"/>
                <a:gd name="T20" fmla="*/ 38 w 49"/>
                <a:gd name="T21" fmla="*/ 39 h 50"/>
                <a:gd name="T22" fmla="*/ 46 w 49"/>
                <a:gd name="T23" fmla="*/ 28 h 50"/>
                <a:gd name="T24" fmla="*/ 49 w 49"/>
                <a:gd name="T25" fmla="*/ 18 h 50"/>
                <a:gd name="T26" fmla="*/ 48 w 49"/>
                <a:gd name="T27" fmla="*/ 10 h 50"/>
                <a:gd name="T28" fmla="*/ 33 w 49"/>
                <a:gd name="T29" fmla="*/ 35 h 50"/>
                <a:gd name="T30" fmla="*/ 16 w 49"/>
                <a:gd name="T31" fmla="*/ 43 h 50"/>
                <a:gd name="T32" fmla="*/ 11 w 49"/>
                <a:gd name="T33" fmla="*/ 40 h 50"/>
                <a:gd name="T34" fmla="*/ 8 w 49"/>
                <a:gd name="T35" fmla="*/ 34 h 50"/>
                <a:gd name="T36" fmla="*/ 15 w 49"/>
                <a:gd name="T37" fmla="*/ 16 h 50"/>
                <a:gd name="T38" fmla="*/ 28 w 49"/>
                <a:gd name="T39" fmla="*/ 6 h 50"/>
                <a:gd name="T40" fmla="*/ 35 w 49"/>
                <a:gd name="T41" fmla="*/ 8 h 50"/>
                <a:gd name="T42" fmla="*/ 39 w 49"/>
                <a:gd name="T43" fmla="*/ 11 h 50"/>
                <a:gd name="T44" fmla="*/ 40 w 49"/>
                <a:gd name="T45" fmla="*/ 17 h 50"/>
                <a:gd name="T46" fmla="*/ 33 w 49"/>
                <a:gd name="T47" fmla="*/ 3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9" h="50">
                  <a:moveTo>
                    <a:pt x="48" y="10"/>
                  </a:moveTo>
                  <a:cubicBezTo>
                    <a:pt x="47" y="9"/>
                    <a:pt x="46" y="7"/>
                    <a:pt x="44" y="5"/>
                  </a:cubicBezTo>
                  <a:cubicBezTo>
                    <a:pt x="42" y="3"/>
                    <a:pt x="39" y="2"/>
                    <a:pt x="37" y="1"/>
                  </a:cubicBezTo>
                  <a:cubicBezTo>
                    <a:pt x="35" y="0"/>
                    <a:pt x="32" y="0"/>
                    <a:pt x="28" y="0"/>
                  </a:cubicBezTo>
                  <a:cubicBezTo>
                    <a:pt x="23" y="0"/>
                    <a:pt x="19" y="2"/>
                    <a:pt x="15" y="5"/>
                  </a:cubicBezTo>
                  <a:cubicBezTo>
                    <a:pt x="10" y="9"/>
                    <a:pt x="7" y="13"/>
                    <a:pt x="4" y="19"/>
                  </a:cubicBezTo>
                  <a:cubicBezTo>
                    <a:pt x="1" y="24"/>
                    <a:pt x="0" y="29"/>
                    <a:pt x="0" y="34"/>
                  </a:cubicBezTo>
                  <a:cubicBezTo>
                    <a:pt x="0" y="38"/>
                    <a:pt x="1" y="41"/>
                    <a:pt x="4" y="45"/>
                  </a:cubicBezTo>
                  <a:cubicBezTo>
                    <a:pt x="7" y="48"/>
                    <a:pt x="10" y="50"/>
                    <a:pt x="14" y="50"/>
                  </a:cubicBezTo>
                  <a:cubicBezTo>
                    <a:pt x="20" y="50"/>
                    <a:pt x="24" y="49"/>
                    <a:pt x="28" y="47"/>
                  </a:cubicBezTo>
                  <a:cubicBezTo>
                    <a:pt x="31" y="45"/>
                    <a:pt x="35" y="43"/>
                    <a:pt x="38" y="39"/>
                  </a:cubicBezTo>
                  <a:cubicBezTo>
                    <a:pt x="42" y="36"/>
                    <a:pt x="44" y="32"/>
                    <a:pt x="46" y="28"/>
                  </a:cubicBezTo>
                  <a:cubicBezTo>
                    <a:pt x="48" y="24"/>
                    <a:pt x="49" y="21"/>
                    <a:pt x="49" y="18"/>
                  </a:cubicBezTo>
                  <a:cubicBezTo>
                    <a:pt x="49" y="15"/>
                    <a:pt x="48" y="12"/>
                    <a:pt x="48" y="10"/>
                  </a:cubicBezTo>
                  <a:close/>
                  <a:moveTo>
                    <a:pt x="33" y="35"/>
                  </a:moveTo>
                  <a:cubicBezTo>
                    <a:pt x="27" y="40"/>
                    <a:pt x="22" y="43"/>
                    <a:pt x="16" y="43"/>
                  </a:cubicBezTo>
                  <a:cubicBezTo>
                    <a:pt x="14" y="43"/>
                    <a:pt x="12" y="42"/>
                    <a:pt x="11" y="40"/>
                  </a:cubicBezTo>
                  <a:cubicBezTo>
                    <a:pt x="9" y="39"/>
                    <a:pt x="8" y="36"/>
                    <a:pt x="8" y="34"/>
                  </a:cubicBezTo>
                  <a:cubicBezTo>
                    <a:pt x="8" y="28"/>
                    <a:pt x="10" y="22"/>
                    <a:pt x="15" y="16"/>
                  </a:cubicBezTo>
                  <a:cubicBezTo>
                    <a:pt x="19" y="9"/>
                    <a:pt x="24" y="6"/>
                    <a:pt x="28" y="6"/>
                  </a:cubicBezTo>
                  <a:cubicBezTo>
                    <a:pt x="30" y="6"/>
                    <a:pt x="33" y="7"/>
                    <a:pt x="35" y="8"/>
                  </a:cubicBezTo>
                  <a:cubicBezTo>
                    <a:pt x="37" y="9"/>
                    <a:pt x="38" y="10"/>
                    <a:pt x="39" y="11"/>
                  </a:cubicBezTo>
                  <a:cubicBezTo>
                    <a:pt x="40" y="13"/>
                    <a:pt x="40" y="14"/>
                    <a:pt x="40" y="17"/>
                  </a:cubicBezTo>
                  <a:cubicBezTo>
                    <a:pt x="40" y="23"/>
                    <a:pt x="38" y="29"/>
                    <a:pt x="33"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101"/>
            <p:cNvSpPr>
              <a:spLocks/>
            </p:cNvSpPr>
            <p:nvPr/>
          </p:nvSpPr>
          <p:spPr bwMode="auto">
            <a:xfrm>
              <a:off x="2460625" y="4873626"/>
              <a:ext cx="58738" cy="90488"/>
            </a:xfrm>
            <a:custGeom>
              <a:avLst/>
              <a:gdLst>
                <a:gd name="T0" fmla="*/ 4 w 36"/>
                <a:gd name="T1" fmla="*/ 57 h 57"/>
                <a:gd name="T2" fmla="*/ 7 w 36"/>
                <a:gd name="T3" fmla="*/ 56 h 57"/>
                <a:gd name="T4" fmla="*/ 9 w 36"/>
                <a:gd name="T5" fmla="*/ 52 h 57"/>
                <a:gd name="T6" fmla="*/ 10 w 36"/>
                <a:gd name="T7" fmla="*/ 45 h 57"/>
                <a:gd name="T8" fmla="*/ 10 w 36"/>
                <a:gd name="T9" fmla="*/ 45 h 57"/>
                <a:gd name="T10" fmla="*/ 11 w 36"/>
                <a:gd name="T11" fmla="*/ 43 h 57"/>
                <a:gd name="T12" fmla="*/ 12 w 36"/>
                <a:gd name="T13" fmla="*/ 42 h 57"/>
                <a:gd name="T14" fmla="*/ 16 w 36"/>
                <a:gd name="T15" fmla="*/ 47 h 57"/>
                <a:gd name="T16" fmla="*/ 24 w 36"/>
                <a:gd name="T17" fmla="*/ 55 h 57"/>
                <a:gd name="T18" fmla="*/ 29 w 36"/>
                <a:gd name="T19" fmla="*/ 56 h 57"/>
                <a:gd name="T20" fmla="*/ 34 w 36"/>
                <a:gd name="T21" fmla="*/ 55 h 57"/>
                <a:gd name="T22" fmla="*/ 36 w 36"/>
                <a:gd name="T23" fmla="*/ 52 h 57"/>
                <a:gd name="T24" fmla="*/ 36 w 36"/>
                <a:gd name="T25" fmla="*/ 50 h 57"/>
                <a:gd name="T26" fmla="*/ 34 w 36"/>
                <a:gd name="T27" fmla="*/ 50 h 57"/>
                <a:gd name="T28" fmla="*/ 33 w 36"/>
                <a:gd name="T29" fmla="*/ 50 h 57"/>
                <a:gd name="T30" fmla="*/ 28 w 36"/>
                <a:gd name="T31" fmla="*/ 48 h 57"/>
                <a:gd name="T32" fmla="*/ 22 w 36"/>
                <a:gd name="T33" fmla="*/ 42 h 57"/>
                <a:gd name="T34" fmla="*/ 18 w 36"/>
                <a:gd name="T35" fmla="*/ 38 h 57"/>
                <a:gd name="T36" fmla="*/ 20 w 36"/>
                <a:gd name="T37" fmla="*/ 36 h 57"/>
                <a:gd name="T38" fmla="*/ 23 w 36"/>
                <a:gd name="T39" fmla="*/ 33 h 57"/>
                <a:gd name="T40" fmla="*/ 28 w 36"/>
                <a:gd name="T41" fmla="*/ 29 h 57"/>
                <a:gd name="T42" fmla="*/ 31 w 36"/>
                <a:gd name="T43" fmla="*/ 27 h 57"/>
                <a:gd name="T44" fmla="*/ 31 w 36"/>
                <a:gd name="T45" fmla="*/ 27 h 57"/>
                <a:gd name="T46" fmla="*/ 31 w 36"/>
                <a:gd name="T47" fmla="*/ 27 h 57"/>
                <a:gd name="T48" fmla="*/ 34 w 36"/>
                <a:gd name="T49" fmla="*/ 22 h 57"/>
                <a:gd name="T50" fmla="*/ 31 w 36"/>
                <a:gd name="T51" fmla="*/ 20 h 57"/>
                <a:gd name="T52" fmla="*/ 20 w 36"/>
                <a:gd name="T53" fmla="*/ 27 h 57"/>
                <a:gd name="T54" fmla="*/ 9 w 36"/>
                <a:gd name="T55" fmla="*/ 35 h 57"/>
                <a:gd name="T56" fmla="*/ 11 w 36"/>
                <a:gd name="T57" fmla="*/ 23 h 57"/>
                <a:gd name="T58" fmla="*/ 11 w 36"/>
                <a:gd name="T59" fmla="*/ 23 h 57"/>
                <a:gd name="T60" fmla="*/ 12 w 36"/>
                <a:gd name="T61" fmla="*/ 20 h 57"/>
                <a:gd name="T62" fmla="*/ 14 w 36"/>
                <a:gd name="T63" fmla="*/ 4 h 57"/>
                <a:gd name="T64" fmla="*/ 14 w 36"/>
                <a:gd name="T65" fmla="*/ 1 h 57"/>
                <a:gd name="T66" fmla="*/ 11 w 36"/>
                <a:gd name="T67" fmla="*/ 0 h 57"/>
                <a:gd name="T68" fmla="*/ 8 w 36"/>
                <a:gd name="T69" fmla="*/ 1 h 57"/>
                <a:gd name="T70" fmla="*/ 6 w 36"/>
                <a:gd name="T71" fmla="*/ 4 h 57"/>
                <a:gd name="T72" fmla="*/ 5 w 36"/>
                <a:gd name="T73" fmla="*/ 12 h 57"/>
                <a:gd name="T74" fmla="*/ 3 w 36"/>
                <a:gd name="T75" fmla="*/ 28 h 57"/>
                <a:gd name="T76" fmla="*/ 1 w 36"/>
                <a:gd name="T77" fmla="*/ 48 h 57"/>
                <a:gd name="T78" fmla="*/ 0 w 36"/>
                <a:gd name="T79" fmla="*/ 54 h 57"/>
                <a:gd name="T80" fmla="*/ 1 w 36"/>
                <a:gd name="T81" fmla="*/ 56 h 57"/>
                <a:gd name="T82" fmla="*/ 4 w 36"/>
                <a:gd name="T83"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 h="57">
                  <a:moveTo>
                    <a:pt x="4" y="57"/>
                  </a:moveTo>
                  <a:cubicBezTo>
                    <a:pt x="5" y="57"/>
                    <a:pt x="6" y="56"/>
                    <a:pt x="7" y="56"/>
                  </a:cubicBezTo>
                  <a:cubicBezTo>
                    <a:pt x="8" y="55"/>
                    <a:pt x="9" y="53"/>
                    <a:pt x="9" y="52"/>
                  </a:cubicBezTo>
                  <a:cubicBezTo>
                    <a:pt x="9" y="49"/>
                    <a:pt x="10" y="47"/>
                    <a:pt x="10" y="45"/>
                  </a:cubicBezTo>
                  <a:cubicBezTo>
                    <a:pt x="10" y="45"/>
                    <a:pt x="10" y="45"/>
                    <a:pt x="10" y="45"/>
                  </a:cubicBezTo>
                  <a:cubicBezTo>
                    <a:pt x="10" y="44"/>
                    <a:pt x="10" y="44"/>
                    <a:pt x="11" y="43"/>
                  </a:cubicBezTo>
                  <a:cubicBezTo>
                    <a:pt x="12" y="42"/>
                    <a:pt x="12" y="42"/>
                    <a:pt x="12" y="42"/>
                  </a:cubicBezTo>
                  <a:cubicBezTo>
                    <a:pt x="12" y="42"/>
                    <a:pt x="14" y="43"/>
                    <a:pt x="16" y="47"/>
                  </a:cubicBezTo>
                  <a:cubicBezTo>
                    <a:pt x="20" y="51"/>
                    <a:pt x="22" y="54"/>
                    <a:pt x="24" y="55"/>
                  </a:cubicBezTo>
                  <a:cubicBezTo>
                    <a:pt x="25" y="56"/>
                    <a:pt x="27" y="56"/>
                    <a:pt x="29" y="56"/>
                  </a:cubicBezTo>
                  <a:cubicBezTo>
                    <a:pt x="31" y="56"/>
                    <a:pt x="33" y="56"/>
                    <a:pt x="34" y="55"/>
                  </a:cubicBezTo>
                  <a:cubicBezTo>
                    <a:pt x="36" y="54"/>
                    <a:pt x="36" y="52"/>
                    <a:pt x="36" y="52"/>
                  </a:cubicBezTo>
                  <a:cubicBezTo>
                    <a:pt x="36" y="51"/>
                    <a:pt x="36" y="50"/>
                    <a:pt x="36" y="50"/>
                  </a:cubicBezTo>
                  <a:cubicBezTo>
                    <a:pt x="35" y="50"/>
                    <a:pt x="35" y="50"/>
                    <a:pt x="34" y="50"/>
                  </a:cubicBezTo>
                  <a:cubicBezTo>
                    <a:pt x="33" y="50"/>
                    <a:pt x="33" y="50"/>
                    <a:pt x="33" y="50"/>
                  </a:cubicBezTo>
                  <a:cubicBezTo>
                    <a:pt x="31" y="50"/>
                    <a:pt x="30" y="49"/>
                    <a:pt x="28" y="48"/>
                  </a:cubicBezTo>
                  <a:cubicBezTo>
                    <a:pt x="27" y="47"/>
                    <a:pt x="25" y="45"/>
                    <a:pt x="22" y="42"/>
                  </a:cubicBezTo>
                  <a:cubicBezTo>
                    <a:pt x="20" y="40"/>
                    <a:pt x="18" y="38"/>
                    <a:pt x="18" y="38"/>
                  </a:cubicBezTo>
                  <a:cubicBezTo>
                    <a:pt x="18" y="37"/>
                    <a:pt x="19" y="37"/>
                    <a:pt x="20" y="36"/>
                  </a:cubicBezTo>
                  <a:cubicBezTo>
                    <a:pt x="20" y="35"/>
                    <a:pt x="22" y="34"/>
                    <a:pt x="23" y="33"/>
                  </a:cubicBezTo>
                  <a:cubicBezTo>
                    <a:pt x="25" y="31"/>
                    <a:pt x="26" y="30"/>
                    <a:pt x="28" y="29"/>
                  </a:cubicBezTo>
                  <a:cubicBezTo>
                    <a:pt x="29" y="29"/>
                    <a:pt x="30" y="28"/>
                    <a:pt x="31" y="27"/>
                  </a:cubicBezTo>
                  <a:cubicBezTo>
                    <a:pt x="31" y="27"/>
                    <a:pt x="31" y="27"/>
                    <a:pt x="31" y="27"/>
                  </a:cubicBezTo>
                  <a:cubicBezTo>
                    <a:pt x="31" y="27"/>
                    <a:pt x="31" y="27"/>
                    <a:pt x="31" y="27"/>
                  </a:cubicBezTo>
                  <a:cubicBezTo>
                    <a:pt x="33" y="23"/>
                    <a:pt x="34" y="25"/>
                    <a:pt x="34" y="22"/>
                  </a:cubicBezTo>
                  <a:cubicBezTo>
                    <a:pt x="34" y="20"/>
                    <a:pt x="33" y="20"/>
                    <a:pt x="31" y="20"/>
                  </a:cubicBezTo>
                  <a:cubicBezTo>
                    <a:pt x="28" y="20"/>
                    <a:pt x="25" y="22"/>
                    <a:pt x="20" y="27"/>
                  </a:cubicBezTo>
                  <a:cubicBezTo>
                    <a:pt x="9" y="35"/>
                    <a:pt x="9" y="35"/>
                    <a:pt x="9" y="35"/>
                  </a:cubicBezTo>
                  <a:cubicBezTo>
                    <a:pt x="9" y="34"/>
                    <a:pt x="10" y="31"/>
                    <a:pt x="11" y="23"/>
                  </a:cubicBezTo>
                  <a:cubicBezTo>
                    <a:pt x="11" y="23"/>
                    <a:pt x="11" y="23"/>
                    <a:pt x="11" y="23"/>
                  </a:cubicBezTo>
                  <a:cubicBezTo>
                    <a:pt x="12" y="20"/>
                    <a:pt x="12" y="20"/>
                    <a:pt x="12" y="20"/>
                  </a:cubicBezTo>
                  <a:cubicBezTo>
                    <a:pt x="14" y="10"/>
                    <a:pt x="14" y="5"/>
                    <a:pt x="14" y="4"/>
                  </a:cubicBezTo>
                  <a:cubicBezTo>
                    <a:pt x="14" y="3"/>
                    <a:pt x="14" y="2"/>
                    <a:pt x="14" y="1"/>
                  </a:cubicBezTo>
                  <a:cubicBezTo>
                    <a:pt x="13" y="0"/>
                    <a:pt x="12" y="0"/>
                    <a:pt x="11" y="0"/>
                  </a:cubicBezTo>
                  <a:cubicBezTo>
                    <a:pt x="10" y="0"/>
                    <a:pt x="9" y="1"/>
                    <a:pt x="8" y="1"/>
                  </a:cubicBezTo>
                  <a:cubicBezTo>
                    <a:pt x="8" y="2"/>
                    <a:pt x="7" y="3"/>
                    <a:pt x="6" y="4"/>
                  </a:cubicBezTo>
                  <a:cubicBezTo>
                    <a:pt x="6" y="5"/>
                    <a:pt x="6" y="8"/>
                    <a:pt x="5" y="12"/>
                  </a:cubicBezTo>
                  <a:cubicBezTo>
                    <a:pt x="5" y="16"/>
                    <a:pt x="4" y="21"/>
                    <a:pt x="3" y="28"/>
                  </a:cubicBezTo>
                  <a:cubicBezTo>
                    <a:pt x="3" y="36"/>
                    <a:pt x="2" y="43"/>
                    <a:pt x="1" y="48"/>
                  </a:cubicBezTo>
                  <a:cubicBezTo>
                    <a:pt x="0" y="51"/>
                    <a:pt x="0" y="53"/>
                    <a:pt x="0" y="54"/>
                  </a:cubicBezTo>
                  <a:cubicBezTo>
                    <a:pt x="0" y="54"/>
                    <a:pt x="0" y="55"/>
                    <a:pt x="1" y="56"/>
                  </a:cubicBezTo>
                  <a:cubicBezTo>
                    <a:pt x="2" y="57"/>
                    <a:pt x="3" y="57"/>
                    <a:pt x="4"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102"/>
            <p:cNvSpPr>
              <a:spLocks noEditPoints="1"/>
            </p:cNvSpPr>
            <p:nvPr/>
          </p:nvSpPr>
          <p:spPr bwMode="auto">
            <a:xfrm>
              <a:off x="3148013" y="4440238"/>
              <a:ext cx="411163" cy="388938"/>
            </a:xfrm>
            <a:custGeom>
              <a:avLst/>
              <a:gdLst>
                <a:gd name="T0" fmla="*/ 81 w 257"/>
                <a:gd name="T1" fmla="*/ 210 h 242"/>
                <a:gd name="T2" fmla="*/ 129 w 257"/>
                <a:gd name="T3" fmla="*/ 217 h 242"/>
                <a:gd name="T4" fmla="*/ 257 w 257"/>
                <a:gd name="T5" fmla="*/ 109 h 242"/>
                <a:gd name="T6" fmla="*/ 129 w 257"/>
                <a:gd name="T7" fmla="*/ 0 h 242"/>
                <a:gd name="T8" fmla="*/ 0 w 257"/>
                <a:gd name="T9" fmla="*/ 109 h 242"/>
                <a:gd name="T10" fmla="*/ 50 w 257"/>
                <a:gd name="T11" fmla="*/ 194 h 242"/>
                <a:gd name="T12" fmla="*/ 39 w 257"/>
                <a:gd name="T13" fmla="*/ 242 h 242"/>
                <a:gd name="T14" fmla="*/ 81 w 257"/>
                <a:gd name="T15" fmla="*/ 210 h 242"/>
                <a:gd name="T16" fmla="*/ 20 w 257"/>
                <a:gd name="T17" fmla="*/ 113 h 242"/>
                <a:gd name="T18" fmla="*/ 128 w 257"/>
                <a:gd name="T19" fmla="*/ 27 h 242"/>
                <a:gd name="T20" fmla="*/ 237 w 257"/>
                <a:gd name="T21" fmla="*/ 113 h 242"/>
                <a:gd name="T22" fmla="*/ 128 w 257"/>
                <a:gd name="T23" fmla="*/ 199 h 242"/>
                <a:gd name="T24" fmla="*/ 20 w 257"/>
                <a:gd name="T25" fmla="*/ 113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7" h="242">
                  <a:moveTo>
                    <a:pt x="81" y="210"/>
                  </a:moveTo>
                  <a:cubicBezTo>
                    <a:pt x="96" y="214"/>
                    <a:pt x="112" y="217"/>
                    <a:pt x="129" y="217"/>
                  </a:cubicBezTo>
                  <a:cubicBezTo>
                    <a:pt x="200" y="217"/>
                    <a:pt x="257" y="169"/>
                    <a:pt x="257" y="109"/>
                  </a:cubicBezTo>
                  <a:cubicBezTo>
                    <a:pt x="257" y="49"/>
                    <a:pt x="200" y="0"/>
                    <a:pt x="129" y="0"/>
                  </a:cubicBezTo>
                  <a:cubicBezTo>
                    <a:pt x="58" y="0"/>
                    <a:pt x="0" y="49"/>
                    <a:pt x="0" y="109"/>
                  </a:cubicBezTo>
                  <a:cubicBezTo>
                    <a:pt x="0" y="143"/>
                    <a:pt x="20" y="174"/>
                    <a:pt x="50" y="194"/>
                  </a:cubicBezTo>
                  <a:cubicBezTo>
                    <a:pt x="39" y="242"/>
                    <a:pt x="39" y="242"/>
                    <a:pt x="39" y="242"/>
                  </a:cubicBezTo>
                  <a:lnTo>
                    <a:pt x="81" y="210"/>
                  </a:lnTo>
                  <a:close/>
                  <a:moveTo>
                    <a:pt x="20" y="113"/>
                  </a:moveTo>
                  <a:cubicBezTo>
                    <a:pt x="20" y="65"/>
                    <a:pt x="68" y="27"/>
                    <a:pt x="128" y="27"/>
                  </a:cubicBezTo>
                  <a:cubicBezTo>
                    <a:pt x="188" y="27"/>
                    <a:pt x="237" y="65"/>
                    <a:pt x="237" y="113"/>
                  </a:cubicBezTo>
                  <a:cubicBezTo>
                    <a:pt x="237" y="160"/>
                    <a:pt x="188" y="199"/>
                    <a:pt x="128" y="199"/>
                  </a:cubicBezTo>
                  <a:cubicBezTo>
                    <a:pt x="68" y="199"/>
                    <a:pt x="20" y="160"/>
                    <a:pt x="20" y="1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103"/>
            <p:cNvSpPr>
              <a:spLocks/>
            </p:cNvSpPr>
            <p:nvPr/>
          </p:nvSpPr>
          <p:spPr bwMode="auto">
            <a:xfrm>
              <a:off x="3268663" y="4581526"/>
              <a:ext cx="71438" cy="74613"/>
            </a:xfrm>
            <a:custGeom>
              <a:avLst/>
              <a:gdLst>
                <a:gd name="T0" fmla="*/ 44 w 45"/>
                <a:gd name="T1" fmla="*/ 2 h 47"/>
                <a:gd name="T2" fmla="*/ 42 w 45"/>
                <a:gd name="T3" fmla="*/ 0 h 47"/>
                <a:gd name="T4" fmla="*/ 36 w 45"/>
                <a:gd name="T5" fmla="*/ 4 h 47"/>
                <a:gd name="T6" fmla="*/ 27 w 45"/>
                <a:gd name="T7" fmla="*/ 15 h 47"/>
                <a:gd name="T8" fmla="*/ 24 w 45"/>
                <a:gd name="T9" fmla="*/ 17 h 47"/>
                <a:gd name="T10" fmla="*/ 22 w 45"/>
                <a:gd name="T11" fmla="*/ 20 h 47"/>
                <a:gd name="T12" fmla="*/ 18 w 45"/>
                <a:gd name="T13" fmla="*/ 15 h 47"/>
                <a:gd name="T14" fmla="*/ 4 w 45"/>
                <a:gd name="T15" fmla="*/ 2 h 47"/>
                <a:gd name="T16" fmla="*/ 1 w 45"/>
                <a:gd name="T17" fmla="*/ 3 h 47"/>
                <a:gd name="T18" fmla="*/ 0 w 45"/>
                <a:gd name="T19" fmla="*/ 5 h 47"/>
                <a:gd name="T20" fmla="*/ 1 w 45"/>
                <a:gd name="T21" fmla="*/ 7 h 47"/>
                <a:gd name="T22" fmla="*/ 5 w 45"/>
                <a:gd name="T23" fmla="*/ 11 h 47"/>
                <a:gd name="T24" fmla="*/ 11 w 45"/>
                <a:gd name="T25" fmla="*/ 18 h 47"/>
                <a:gd name="T26" fmla="*/ 17 w 45"/>
                <a:gd name="T27" fmla="*/ 25 h 47"/>
                <a:gd name="T28" fmla="*/ 18 w 45"/>
                <a:gd name="T29" fmla="*/ 28 h 47"/>
                <a:gd name="T30" fmla="*/ 17 w 45"/>
                <a:gd name="T31" fmla="*/ 35 h 47"/>
                <a:gd name="T32" fmla="*/ 16 w 45"/>
                <a:gd name="T33" fmla="*/ 43 h 47"/>
                <a:gd name="T34" fmla="*/ 19 w 45"/>
                <a:gd name="T35" fmla="*/ 47 h 47"/>
                <a:gd name="T36" fmla="*/ 21 w 45"/>
                <a:gd name="T37" fmla="*/ 47 h 47"/>
                <a:gd name="T38" fmla="*/ 23 w 45"/>
                <a:gd name="T39" fmla="*/ 46 h 47"/>
                <a:gd name="T40" fmla="*/ 24 w 45"/>
                <a:gd name="T41" fmla="*/ 42 h 47"/>
                <a:gd name="T42" fmla="*/ 27 w 45"/>
                <a:gd name="T43" fmla="*/ 26 h 47"/>
                <a:gd name="T44" fmla="*/ 27 w 45"/>
                <a:gd name="T45" fmla="*/ 26 h 47"/>
                <a:gd name="T46" fmla="*/ 35 w 45"/>
                <a:gd name="T47" fmla="*/ 17 h 47"/>
                <a:gd name="T48" fmla="*/ 45 w 45"/>
                <a:gd name="T49" fmla="*/ 4 h 47"/>
                <a:gd name="T50" fmla="*/ 44 w 45"/>
                <a:gd name="T51" fmla="*/ 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 h="47">
                  <a:moveTo>
                    <a:pt x="44" y="2"/>
                  </a:moveTo>
                  <a:cubicBezTo>
                    <a:pt x="43" y="1"/>
                    <a:pt x="43" y="0"/>
                    <a:pt x="42" y="0"/>
                  </a:cubicBezTo>
                  <a:cubicBezTo>
                    <a:pt x="40" y="0"/>
                    <a:pt x="38" y="2"/>
                    <a:pt x="36" y="4"/>
                  </a:cubicBezTo>
                  <a:cubicBezTo>
                    <a:pt x="35" y="6"/>
                    <a:pt x="31" y="10"/>
                    <a:pt x="27" y="15"/>
                  </a:cubicBezTo>
                  <a:cubicBezTo>
                    <a:pt x="26" y="16"/>
                    <a:pt x="25" y="16"/>
                    <a:pt x="24" y="17"/>
                  </a:cubicBezTo>
                  <a:cubicBezTo>
                    <a:pt x="23" y="18"/>
                    <a:pt x="23" y="19"/>
                    <a:pt x="22" y="20"/>
                  </a:cubicBezTo>
                  <a:cubicBezTo>
                    <a:pt x="21" y="19"/>
                    <a:pt x="20" y="18"/>
                    <a:pt x="18" y="15"/>
                  </a:cubicBezTo>
                  <a:cubicBezTo>
                    <a:pt x="11" y="6"/>
                    <a:pt x="7" y="2"/>
                    <a:pt x="4" y="2"/>
                  </a:cubicBezTo>
                  <a:cubicBezTo>
                    <a:pt x="3" y="2"/>
                    <a:pt x="2" y="2"/>
                    <a:pt x="1" y="3"/>
                  </a:cubicBezTo>
                  <a:cubicBezTo>
                    <a:pt x="0" y="4"/>
                    <a:pt x="0" y="4"/>
                    <a:pt x="0" y="5"/>
                  </a:cubicBezTo>
                  <a:cubicBezTo>
                    <a:pt x="0" y="6"/>
                    <a:pt x="0" y="6"/>
                    <a:pt x="1" y="7"/>
                  </a:cubicBezTo>
                  <a:cubicBezTo>
                    <a:pt x="1" y="8"/>
                    <a:pt x="3" y="9"/>
                    <a:pt x="5" y="11"/>
                  </a:cubicBezTo>
                  <a:cubicBezTo>
                    <a:pt x="6" y="12"/>
                    <a:pt x="8" y="14"/>
                    <a:pt x="11" y="18"/>
                  </a:cubicBezTo>
                  <a:cubicBezTo>
                    <a:pt x="14" y="21"/>
                    <a:pt x="16" y="24"/>
                    <a:pt x="17" y="25"/>
                  </a:cubicBezTo>
                  <a:cubicBezTo>
                    <a:pt x="17" y="26"/>
                    <a:pt x="18" y="27"/>
                    <a:pt x="18" y="28"/>
                  </a:cubicBezTo>
                  <a:cubicBezTo>
                    <a:pt x="18" y="29"/>
                    <a:pt x="17" y="32"/>
                    <a:pt x="17" y="35"/>
                  </a:cubicBezTo>
                  <a:cubicBezTo>
                    <a:pt x="16" y="39"/>
                    <a:pt x="16" y="42"/>
                    <a:pt x="16" y="43"/>
                  </a:cubicBezTo>
                  <a:cubicBezTo>
                    <a:pt x="16" y="46"/>
                    <a:pt x="17" y="47"/>
                    <a:pt x="19" y="47"/>
                  </a:cubicBezTo>
                  <a:cubicBezTo>
                    <a:pt x="20" y="47"/>
                    <a:pt x="20" y="47"/>
                    <a:pt x="21" y="47"/>
                  </a:cubicBezTo>
                  <a:cubicBezTo>
                    <a:pt x="22" y="47"/>
                    <a:pt x="22" y="46"/>
                    <a:pt x="23" y="46"/>
                  </a:cubicBezTo>
                  <a:cubicBezTo>
                    <a:pt x="23" y="46"/>
                    <a:pt x="24" y="44"/>
                    <a:pt x="24" y="42"/>
                  </a:cubicBezTo>
                  <a:cubicBezTo>
                    <a:pt x="25" y="33"/>
                    <a:pt x="23" y="28"/>
                    <a:pt x="27" y="26"/>
                  </a:cubicBezTo>
                  <a:cubicBezTo>
                    <a:pt x="27" y="26"/>
                    <a:pt x="27" y="26"/>
                    <a:pt x="27" y="26"/>
                  </a:cubicBezTo>
                  <a:cubicBezTo>
                    <a:pt x="27" y="25"/>
                    <a:pt x="29" y="22"/>
                    <a:pt x="35" y="17"/>
                  </a:cubicBezTo>
                  <a:cubicBezTo>
                    <a:pt x="42" y="9"/>
                    <a:pt x="45" y="5"/>
                    <a:pt x="45" y="4"/>
                  </a:cubicBezTo>
                  <a:cubicBezTo>
                    <a:pt x="45" y="3"/>
                    <a:pt x="44" y="2"/>
                    <a:pt x="4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104"/>
            <p:cNvSpPr>
              <a:spLocks noEditPoints="1"/>
            </p:cNvSpPr>
            <p:nvPr/>
          </p:nvSpPr>
          <p:spPr bwMode="auto">
            <a:xfrm>
              <a:off x="3332163" y="4600576"/>
              <a:ext cx="42863" cy="55563"/>
            </a:xfrm>
            <a:custGeom>
              <a:avLst/>
              <a:gdLst>
                <a:gd name="T0" fmla="*/ 27 w 27"/>
                <a:gd name="T1" fmla="*/ 24 h 35"/>
                <a:gd name="T2" fmla="*/ 26 w 27"/>
                <a:gd name="T3" fmla="*/ 22 h 35"/>
                <a:gd name="T4" fmla="*/ 23 w 27"/>
                <a:gd name="T5" fmla="*/ 23 h 35"/>
                <a:gd name="T6" fmla="*/ 11 w 27"/>
                <a:gd name="T7" fmla="*/ 29 h 35"/>
                <a:gd name="T8" fmla="*/ 8 w 27"/>
                <a:gd name="T9" fmla="*/ 28 h 35"/>
                <a:gd name="T10" fmla="*/ 7 w 27"/>
                <a:gd name="T11" fmla="*/ 25 h 35"/>
                <a:gd name="T12" fmla="*/ 8 w 27"/>
                <a:gd name="T13" fmla="*/ 24 h 35"/>
                <a:gd name="T14" fmla="*/ 20 w 27"/>
                <a:gd name="T15" fmla="*/ 17 h 35"/>
                <a:gd name="T16" fmla="*/ 25 w 27"/>
                <a:gd name="T17" fmla="*/ 7 h 35"/>
                <a:gd name="T18" fmla="*/ 23 w 27"/>
                <a:gd name="T19" fmla="*/ 2 h 35"/>
                <a:gd name="T20" fmla="*/ 18 w 27"/>
                <a:gd name="T21" fmla="*/ 0 h 35"/>
                <a:gd name="T22" fmla="*/ 5 w 27"/>
                <a:gd name="T23" fmla="*/ 8 h 35"/>
                <a:gd name="T24" fmla="*/ 0 w 27"/>
                <a:gd name="T25" fmla="*/ 23 h 35"/>
                <a:gd name="T26" fmla="*/ 2 w 27"/>
                <a:gd name="T27" fmla="*/ 32 h 35"/>
                <a:gd name="T28" fmla="*/ 10 w 27"/>
                <a:gd name="T29" fmla="*/ 35 h 35"/>
                <a:gd name="T30" fmla="*/ 22 w 27"/>
                <a:gd name="T31" fmla="*/ 31 h 35"/>
                <a:gd name="T32" fmla="*/ 27 w 27"/>
                <a:gd name="T33" fmla="*/ 24 h 35"/>
                <a:gd name="T34" fmla="*/ 12 w 27"/>
                <a:gd name="T35" fmla="*/ 10 h 35"/>
                <a:gd name="T36" fmla="*/ 17 w 27"/>
                <a:gd name="T37" fmla="*/ 6 h 35"/>
                <a:gd name="T38" fmla="*/ 19 w 27"/>
                <a:gd name="T39" fmla="*/ 7 h 35"/>
                <a:gd name="T40" fmla="*/ 19 w 27"/>
                <a:gd name="T41" fmla="*/ 9 h 35"/>
                <a:gd name="T42" fmla="*/ 16 w 27"/>
                <a:gd name="T43" fmla="*/ 14 h 35"/>
                <a:gd name="T44" fmla="*/ 7 w 27"/>
                <a:gd name="T45" fmla="*/ 18 h 35"/>
                <a:gd name="T46" fmla="*/ 12 w 27"/>
                <a:gd name="T47"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35">
                  <a:moveTo>
                    <a:pt x="27" y="24"/>
                  </a:moveTo>
                  <a:cubicBezTo>
                    <a:pt x="27" y="22"/>
                    <a:pt x="27" y="22"/>
                    <a:pt x="26" y="22"/>
                  </a:cubicBezTo>
                  <a:cubicBezTo>
                    <a:pt x="25" y="22"/>
                    <a:pt x="24" y="22"/>
                    <a:pt x="23" y="23"/>
                  </a:cubicBezTo>
                  <a:cubicBezTo>
                    <a:pt x="19" y="27"/>
                    <a:pt x="15" y="29"/>
                    <a:pt x="11" y="29"/>
                  </a:cubicBezTo>
                  <a:cubicBezTo>
                    <a:pt x="10" y="29"/>
                    <a:pt x="9" y="28"/>
                    <a:pt x="8" y="28"/>
                  </a:cubicBezTo>
                  <a:cubicBezTo>
                    <a:pt x="7" y="27"/>
                    <a:pt x="7" y="26"/>
                    <a:pt x="7" y="25"/>
                  </a:cubicBezTo>
                  <a:cubicBezTo>
                    <a:pt x="7" y="24"/>
                    <a:pt x="7" y="24"/>
                    <a:pt x="8" y="24"/>
                  </a:cubicBezTo>
                  <a:cubicBezTo>
                    <a:pt x="13" y="23"/>
                    <a:pt x="17" y="20"/>
                    <a:pt x="20" y="17"/>
                  </a:cubicBezTo>
                  <a:cubicBezTo>
                    <a:pt x="24" y="14"/>
                    <a:pt x="25" y="11"/>
                    <a:pt x="25" y="7"/>
                  </a:cubicBezTo>
                  <a:cubicBezTo>
                    <a:pt x="25" y="5"/>
                    <a:pt x="25" y="4"/>
                    <a:pt x="23" y="2"/>
                  </a:cubicBezTo>
                  <a:cubicBezTo>
                    <a:pt x="22" y="1"/>
                    <a:pt x="20" y="0"/>
                    <a:pt x="18" y="0"/>
                  </a:cubicBezTo>
                  <a:cubicBezTo>
                    <a:pt x="14" y="0"/>
                    <a:pt x="9" y="3"/>
                    <a:pt x="5" y="8"/>
                  </a:cubicBezTo>
                  <a:cubicBezTo>
                    <a:pt x="1" y="12"/>
                    <a:pt x="0" y="18"/>
                    <a:pt x="0" y="23"/>
                  </a:cubicBezTo>
                  <a:cubicBezTo>
                    <a:pt x="0" y="27"/>
                    <a:pt x="0" y="30"/>
                    <a:pt x="2" y="32"/>
                  </a:cubicBezTo>
                  <a:cubicBezTo>
                    <a:pt x="4" y="34"/>
                    <a:pt x="7" y="35"/>
                    <a:pt x="10" y="35"/>
                  </a:cubicBezTo>
                  <a:cubicBezTo>
                    <a:pt x="15" y="35"/>
                    <a:pt x="19" y="34"/>
                    <a:pt x="22" y="31"/>
                  </a:cubicBezTo>
                  <a:cubicBezTo>
                    <a:pt x="26" y="28"/>
                    <a:pt x="27" y="26"/>
                    <a:pt x="27" y="24"/>
                  </a:cubicBezTo>
                  <a:close/>
                  <a:moveTo>
                    <a:pt x="12" y="10"/>
                  </a:moveTo>
                  <a:cubicBezTo>
                    <a:pt x="14" y="8"/>
                    <a:pt x="16" y="6"/>
                    <a:pt x="17" y="6"/>
                  </a:cubicBezTo>
                  <a:cubicBezTo>
                    <a:pt x="18" y="6"/>
                    <a:pt x="18" y="7"/>
                    <a:pt x="19" y="7"/>
                  </a:cubicBezTo>
                  <a:cubicBezTo>
                    <a:pt x="19" y="7"/>
                    <a:pt x="19" y="8"/>
                    <a:pt x="19" y="9"/>
                  </a:cubicBezTo>
                  <a:cubicBezTo>
                    <a:pt x="19" y="10"/>
                    <a:pt x="18" y="12"/>
                    <a:pt x="16" y="14"/>
                  </a:cubicBezTo>
                  <a:cubicBezTo>
                    <a:pt x="13" y="16"/>
                    <a:pt x="10" y="18"/>
                    <a:pt x="7" y="18"/>
                  </a:cubicBezTo>
                  <a:cubicBezTo>
                    <a:pt x="8" y="15"/>
                    <a:pt x="9" y="13"/>
                    <a:pt x="12"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105"/>
            <p:cNvSpPr>
              <a:spLocks/>
            </p:cNvSpPr>
            <p:nvPr/>
          </p:nvSpPr>
          <p:spPr bwMode="auto">
            <a:xfrm>
              <a:off x="3378200" y="4598988"/>
              <a:ext cx="39688" cy="58738"/>
            </a:xfrm>
            <a:custGeom>
              <a:avLst/>
              <a:gdLst>
                <a:gd name="T0" fmla="*/ 5 w 25"/>
                <a:gd name="T1" fmla="*/ 37 h 37"/>
                <a:gd name="T2" fmla="*/ 18 w 25"/>
                <a:gd name="T3" fmla="*/ 34 h 37"/>
                <a:gd name="T4" fmla="*/ 24 w 25"/>
                <a:gd name="T5" fmla="*/ 27 h 37"/>
                <a:gd name="T6" fmla="*/ 23 w 25"/>
                <a:gd name="T7" fmla="*/ 22 h 37"/>
                <a:gd name="T8" fmla="*/ 16 w 25"/>
                <a:gd name="T9" fmla="*/ 18 h 37"/>
                <a:gd name="T10" fmla="*/ 11 w 25"/>
                <a:gd name="T11" fmla="*/ 15 h 37"/>
                <a:gd name="T12" fmla="*/ 10 w 25"/>
                <a:gd name="T13" fmla="*/ 13 h 37"/>
                <a:gd name="T14" fmla="*/ 13 w 25"/>
                <a:gd name="T15" fmla="*/ 9 h 37"/>
                <a:gd name="T16" fmla="*/ 19 w 25"/>
                <a:gd name="T17" fmla="*/ 7 h 37"/>
                <a:gd name="T18" fmla="*/ 20 w 25"/>
                <a:gd name="T19" fmla="*/ 7 h 37"/>
                <a:gd name="T20" fmla="*/ 22 w 25"/>
                <a:gd name="T21" fmla="*/ 8 h 37"/>
                <a:gd name="T22" fmla="*/ 23 w 25"/>
                <a:gd name="T23" fmla="*/ 7 h 37"/>
                <a:gd name="T24" fmla="*/ 25 w 25"/>
                <a:gd name="T25" fmla="*/ 5 h 37"/>
                <a:gd name="T26" fmla="*/ 20 w 25"/>
                <a:gd name="T27" fmla="*/ 0 h 37"/>
                <a:gd name="T28" fmla="*/ 9 w 25"/>
                <a:gd name="T29" fmla="*/ 4 h 37"/>
                <a:gd name="T30" fmla="*/ 3 w 25"/>
                <a:gd name="T31" fmla="*/ 14 h 37"/>
                <a:gd name="T32" fmla="*/ 4 w 25"/>
                <a:gd name="T33" fmla="*/ 18 h 37"/>
                <a:gd name="T34" fmla="*/ 12 w 25"/>
                <a:gd name="T35" fmla="*/ 23 h 37"/>
                <a:gd name="T36" fmla="*/ 17 w 25"/>
                <a:gd name="T37" fmla="*/ 27 h 37"/>
                <a:gd name="T38" fmla="*/ 13 w 25"/>
                <a:gd name="T39" fmla="*/ 29 h 37"/>
                <a:gd name="T40" fmla="*/ 7 w 25"/>
                <a:gd name="T41" fmla="*/ 30 h 37"/>
                <a:gd name="T42" fmla="*/ 5 w 25"/>
                <a:gd name="T43" fmla="*/ 30 h 37"/>
                <a:gd name="T44" fmla="*/ 3 w 25"/>
                <a:gd name="T45" fmla="*/ 29 h 37"/>
                <a:gd name="T46" fmla="*/ 1 w 25"/>
                <a:gd name="T47" fmla="*/ 30 h 37"/>
                <a:gd name="T48" fmla="*/ 0 w 25"/>
                <a:gd name="T49" fmla="*/ 33 h 37"/>
                <a:gd name="T50" fmla="*/ 5 w 25"/>
                <a:gd name="T51"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5" h="37">
                  <a:moveTo>
                    <a:pt x="5" y="37"/>
                  </a:moveTo>
                  <a:cubicBezTo>
                    <a:pt x="10" y="37"/>
                    <a:pt x="14" y="36"/>
                    <a:pt x="18" y="34"/>
                  </a:cubicBezTo>
                  <a:cubicBezTo>
                    <a:pt x="22" y="32"/>
                    <a:pt x="24" y="30"/>
                    <a:pt x="24" y="27"/>
                  </a:cubicBezTo>
                  <a:cubicBezTo>
                    <a:pt x="24" y="25"/>
                    <a:pt x="24" y="24"/>
                    <a:pt x="23" y="22"/>
                  </a:cubicBezTo>
                  <a:cubicBezTo>
                    <a:pt x="22" y="21"/>
                    <a:pt x="19" y="20"/>
                    <a:pt x="16" y="18"/>
                  </a:cubicBezTo>
                  <a:cubicBezTo>
                    <a:pt x="13" y="17"/>
                    <a:pt x="12" y="16"/>
                    <a:pt x="11" y="15"/>
                  </a:cubicBezTo>
                  <a:cubicBezTo>
                    <a:pt x="10" y="14"/>
                    <a:pt x="10" y="14"/>
                    <a:pt x="10" y="13"/>
                  </a:cubicBezTo>
                  <a:cubicBezTo>
                    <a:pt x="10" y="11"/>
                    <a:pt x="11" y="10"/>
                    <a:pt x="13" y="9"/>
                  </a:cubicBezTo>
                  <a:cubicBezTo>
                    <a:pt x="15" y="8"/>
                    <a:pt x="17" y="7"/>
                    <a:pt x="19" y="7"/>
                  </a:cubicBezTo>
                  <a:cubicBezTo>
                    <a:pt x="19" y="7"/>
                    <a:pt x="20" y="7"/>
                    <a:pt x="20" y="7"/>
                  </a:cubicBezTo>
                  <a:cubicBezTo>
                    <a:pt x="21" y="8"/>
                    <a:pt x="21" y="8"/>
                    <a:pt x="22" y="8"/>
                  </a:cubicBezTo>
                  <a:cubicBezTo>
                    <a:pt x="22" y="8"/>
                    <a:pt x="23" y="7"/>
                    <a:pt x="23" y="7"/>
                  </a:cubicBezTo>
                  <a:cubicBezTo>
                    <a:pt x="24" y="6"/>
                    <a:pt x="25" y="6"/>
                    <a:pt x="25" y="5"/>
                  </a:cubicBezTo>
                  <a:cubicBezTo>
                    <a:pt x="25" y="2"/>
                    <a:pt x="23" y="0"/>
                    <a:pt x="20" y="0"/>
                  </a:cubicBezTo>
                  <a:cubicBezTo>
                    <a:pt x="16" y="0"/>
                    <a:pt x="13" y="2"/>
                    <a:pt x="9" y="4"/>
                  </a:cubicBezTo>
                  <a:cubicBezTo>
                    <a:pt x="5" y="7"/>
                    <a:pt x="3" y="10"/>
                    <a:pt x="3" y="14"/>
                  </a:cubicBezTo>
                  <a:cubicBezTo>
                    <a:pt x="3" y="15"/>
                    <a:pt x="3" y="17"/>
                    <a:pt x="4" y="18"/>
                  </a:cubicBezTo>
                  <a:cubicBezTo>
                    <a:pt x="5" y="20"/>
                    <a:pt x="8" y="21"/>
                    <a:pt x="12" y="23"/>
                  </a:cubicBezTo>
                  <a:cubicBezTo>
                    <a:pt x="16" y="25"/>
                    <a:pt x="17" y="26"/>
                    <a:pt x="17" y="27"/>
                  </a:cubicBezTo>
                  <a:cubicBezTo>
                    <a:pt x="17" y="28"/>
                    <a:pt x="15" y="29"/>
                    <a:pt x="13" y="29"/>
                  </a:cubicBezTo>
                  <a:cubicBezTo>
                    <a:pt x="11" y="30"/>
                    <a:pt x="9" y="30"/>
                    <a:pt x="7" y="30"/>
                  </a:cubicBezTo>
                  <a:cubicBezTo>
                    <a:pt x="7" y="30"/>
                    <a:pt x="6" y="30"/>
                    <a:pt x="5" y="30"/>
                  </a:cubicBezTo>
                  <a:cubicBezTo>
                    <a:pt x="4" y="30"/>
                    <a:pt x="4" y="29"/>
                    <a:pt x="3" y="29"/>
                  </a:cubicBezTo>
                  <a:cubicBezTo>
                    <a:pt x="2" y="29"/>
                    <a:pt x="2" y="30"/>
                    <a:pt x="1" y="30"/>
                  </a:cubicBezTo>
                  <a:cubicBezTo>
                    <a:pt x="0" y="31"/>
                    <a:pt x="0" y="32"/>
                    <a:pt x="0" y="33"/>
                  </a:cubicBezTo>
                  <a:cubicBezTo>
                    <a:pt x="0" y="35"/>
                    <a:pt x="2" y="37"/>
                    <a:pt x="5"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106"/>
            <p:cNvSpPr>
              <a:spLocks noEditPoints="1"/>
            </p:cNvSpPr>
            <p:nvPr/>
          </p:nvSpPr>
          <p:spPr bwMode="auto">
            <a:xfrm>
              <a:off x="2422525" y="4833938"/>
              <a:ext cx="1316038" cy="1465263"/>
            </a:xfrm>
            <a:custGeom>
              <a:avLst/>
              <a:gdLst>
                <a:gd name="T0" fmla="*/ 675 w 820"/>
                <a:gd name="T1" fmla="*/ 262 h 914"/>
                <a:gd name="T2" fmla="*/ 596 w 820"/>
                <a:gd name="T3" fmla="*/ 303 h 914"/>
                <a:gd name="T4" fmla="*/ 616 w 820"/>
                <a:gd name="T5" fmla="*/ 143 h 914"/>
                <a:gd name="T6" fmla="*/ 498 w 820"/>
                <a:gd name="T7" fmla="*/ 49 h 914"/>
                <a:gd name="T8" fmla="*/ 521 w 820"/>
                <a:gd name="T9" fmla="*/ 135 h 914"/>
                <a:gd name="T10" fmla="*/ 548 w 820"/>
                <a:gd name="T11" fmla="*/ 223 h 914"/>
                <a:gd name="T12" fmla="*/ 468 w 820"/>
                <a:gd name="T13" fmla="*/ 168 h 914"/>
                <a:gd name="T14" fmla="*/ 213 w 820"/>
                <a:gd name="T15" fmla="*/ 155 h 914"/>
                <a:gd name="T16" fmla="*/ 311 w 820"/>
                <a:gd name="T17" fmla="*/ 114 h 914"/>
                <a:gd name="T18" fmla="*/ 232 w 820"/>
                <a:gd name="T19" fmla="*/ 46 h 914"/>
                <a:gd name="T20" fmla="*/ 295 w 820"/>
                <a:gd name="T21" fmla="*/ 31 h 914"/>
                <a:gd name="T22" fmla="*/ 233 w 820"/>
                <a:gd name="T23" fmla="*/ 62 h 914"/>
                <a:gd name="T24" fmla="*/ 250 w 820"/>
                <a:gd name="T25" fmla="*/ 228 h 914"/>
                <a:gd name="T26" fmla="*/ 69 w 820"/>
                <a:gd name="T27" fmla="*/ 226 h 914"/>
                <a:gd name="T28" fmla="*/ 25 w 820"/>
                <a:gd name="T29" fmla="*/ 317 h 914"/>
                <a:gd name="T30" fmla="*/ 18 w 820"/>
                <a:gd name="T31" fmla="*/ 375 h 914"/>
                <a:gd name="T32" fmla="*/ 212 w 820"/>
                <a:gd name="T33" fmla="*/ 331 h 914"/>
                <a:gd name="T34" fmla="*/ 138 w 820"/>
                <a:gd name="T35" fmla="*/ 524 h 914"/>
                <a:gd name="T36" fmla="*/ 98 w 820"/>
                <a:gd name="T37" fmla="*/ 724 h 914"/>
                <a:gd name="T38" fmla="*/ 332 w 820"/>
                <a:gd name="T39" fmla="*/ 914 h 914"/>
                <a:gd name="T40" fmla="*/ 398 w 820"/>
                <a:gd name="T41" fmla="*/ 504 h 914"/>
                <a:gd name="T42" fmla="*/ 498 w 820"/>
                <a:gd name="T43" fmla="*/ 865 h 914"/>
                <a:gd name="T44" fmla="*/ 498 w 820"/>
                <a:gd name="T45" fmla="*/ 382 h 914"/>
                <a:gd name="T46" fmla="*/ 574 w 820"/>
                <a:gd name="T47" fmla="*/ 564 h 914"/>
                <a:gd name="T48" fmla="*/ 534 w 820"/>
                <a:gd name="T49" fmla="*/ 853 h 914"/>
                <a:gd name="T50" fmla="*/ 566 w 820"/>
                <a:gd name="T51" fmla="*/ 902 h 914"/>
                <a:gd name="T52" fmla="*/ 590 w 820"/>
                <a:gd name="T53" fmla="*/ 884 h 914"/>
                <a:gd name="T54" fmla="*/ 738 w 820"/>
                <a:gd name="T55" fmla="*/ 914 h 914"/>
                <a:gd name="T56" fmla="*/ 751 w 820"/>
                <a:gd name="T57" fmla="*/ 884 h 914"/>
                <a:gd name="T58" fmla="*/ 751 w 820"/>
                <a:gd name="T59" fmla="*/ 564 h 914"/>
                <a:gd name="T60" fmla="*/ 817 w 820"/>
                <a:gd name="T61" fmla="*/ 330 h 914"/>
                <a:gd name="T62" fmla="*/ 561 w 820"/>
                <a:gd name="T63" fmla="*/ 361 h 914"/>
                <a:gd name="T64" fmla="*/ 594 w 820"/>
                <a:gd name="T65" fmla="*/ 431 h 914"/>
                <a:gd name="T66" fmla="*/ 603 w 820"/>
                <a:gd name="T67" fmla="*/ 141 h 914"/>
                <a:gd name="T68" fmla="*/ 546 w 820"/>
                <a:gd name="T69" fmla="*/ 163 h 914"/>
                <a:gd name="T70" fmla="*/ 391 w 820"/>
                <a:gd name="T71" fmla="*/ 200 h 914"/>
                <a:gd name="T72" fmla="*/ 412 w 820"/>
                <a:gd name="T73" fmla="*/ 233 h 914"/>
                <a:gd name="T74" fmla="*/ 368 w 820"/>
                <a:gd name="T75" fmla="*/ 231 h 914"/>
                <a:gd name="T76" fmla="*/ 158 w 820"/>
                <a:gd name="T77" fmla="*/ 560 h 914"/>
                <a:gd name="T78" fmla="*/ 197 w 820"/>
                <a:gd name="T79" fmla="*/ 555 h 914"/>
                <a:gd name="T80" fmla="*/ 246 w 820"/>
                <a:gd name="T81" fmla="*/ 540 h 914"/>
                <a:gd name="T82" fmla="*/ 262 w 820"/>
                <a:gd name="T83" fmla="*/ 524 h 914"/>
                <a:gd name="T84" fmla="*/ 282 w 820"/>
                <a:gd name="T85" fmla="*/ 397 h 914"/>
                <a:gd name="T86" fmla="*/ 262 w 820"/>
                <a:gd name="T87" fmla="*/ 560 h 914"/>
                <a:gd name="T88" fmla="*/ 374 w 820"/>
                <a:gd name="T89" fmla="*/ 249 h 914"/>
                <a:gd name="T90" fmla="*/ 391 w 820"/>
                <a:gd name="T91" fmla="*/ 252 h 914"/>
                <a:gd name="T92" fmla="*/ 391 w 820"/>
                <a:gd name="T93" fmla="*/ 459 h 914"/>
                <a:gd name="T94" fmla="*/ 709 w 820"/>
                <a:gd name="T95" fmla="*/ 733 h 914"/>
                <a:gd name="T96" fmla="*/ 750 w 820"/>
                <a:gd name="T97" fmla="*/ 632 h 914"/>
                <a:gd name="T98" fmla="*/ 566 w 820"/>
                <a:gd name="T99" fmla="*/ 632 h 914"/>
                <a:gd name="T100" fmla="*/ 590 w 820"/>
                <a:gd name="T101" fmla="*/ 548 h 914"/>
                <a:gd name="T102" fmla="*/ 606 w 820"/>
                <a:gd name="T103" fmla="*/ 448 h 914"/>
                <a:gd name="T104" fmla="*/ 726 w 820"/>
                <a:gd name="T105" fmla="*/ 564 h 914"/>
                <a:gd name="T106" fmla="*/ 611 w 820"/>
                <a:gd name="T107" fmla="*/ 433 h 914"/>
                <a:gd name="T108" fmla="*/ 724 w 820"/>
                <a:gd name="T109" fmla="*/ 487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20" h="914">
                  <a:moveTo>
                    <a:pt x="812" y="314"/>
                  </a:moveTo>
                  <a:cubicBezTo>
                    <a:pt x="691" y="256"/>
                    <a:pt x="691" y="256"/>
                    <a:pt x="691" y="256"/>
                  </a:cubicBezTo>
                  <a:cubicBezTo>
                    <a:pt x="685" y="253"/>
                    <a:pt x="678" y="256"/>
                    <a:pt x="675" y="262"/>
                  </a:cubicBezTo>
                  <a:cubicBezTo>
                    <a:pt x="644" y="326"/>
                    <a:pt x="644" y="326"/>
                    <a:pt x="644" y="326"/>
                  </a:cubicBezTo>
                  <a:cubicBezTo>
                    <a:pt x="624" y="321"/>
                    <a:pt x="607" y="313"/>
                    <a:pt x="592" y="305"/>
                  </a:cubicBezTo>
                  <a:cubicBezTo>
                    <a:pt x="593" y="304"/>
                    <a:pt x="595" y="304"/>
                    <a:pt x="596" y="303"/>
                  </a:cubicBezTo>
                  <a:cubicBezTo>
                    <a:pt x="626" y="284"/>
                    <a:pt x="621" y="241"/>
                    <a:pt x="602" y="175"/>
                  </a:cubicBezTo>
                  <a:cubicBezTo>
                    <a:pt x="601" y="173"/>
                    <a:pt x="601" y="172"/>
                    <a:pt x="600" y="170"/>
                  </a:cubicBezTo>
                  <a:cubicBezTo>
                    <a:pt x="608" y="163"/>
                    <a:pt x="614" y="154"/>
                    <a:pt x="616" y="143"/>
                  </a:cubicBezTo>
                  <a:cubicBezTo>
                    <a:pt x="718" y="155"/>
                    <a:pt x="718" y="155"/>
                    <a:pt x="718" y="155"/>
                  </a:cubicBezTo>
                  <a:cubicBezTo>
                    <a:pt x="718" y="21"/>
                    <a:pt x="718" y="21"/>
                    <a:pt x="718" y="21"/>
                  </a:cubicBezTo>
                  <a:cubicBezTo>
                    <a:pt x="498" y="49"/>
                    <a:pt x="498" y="49"/>
                    <a:pt x="498" y="49"/>
                  </a:cubicBezTo>
                  <a:cubicBezTo>
                    <a:pt x="498" y="128"/>
                    <a:pt x="498" y="128"/>
                    <a:pt x="498" y="128"/>
                  </a:cubicBezTo>
                  <a:cubicBezTo>
                    <a:pt x="521" y="131"/>
                    <a:pt x="521" y="131"/>
                    <a:pt x="521" y="131"/>
                  </a:cubicBezTo>
                  <a:cubicBezTo>
                    <a:pt x="521" y="132"/>
                    <a:pt x="521" y="133"/>
                    <a:pt x="521" y="135"/>
                  </a:cubicBezTo>
                  <a:cubicBezTo>
                    <a:pt x="521" y="151"/>
                    <a:pt x="528" y="165"/>
                    <a:pt x="541" y="174"/>
                  </a:cubicBezTo>
                  <a:cubicBezTo>
                    <a:pt x="539" y="180"/>
                    <a:pt x="538" y="186"/>
                    <a:pt x="540" y="192"/>
                  </a:cubicBezTo>
                  <a:cubicBezTo>
                    <a:pt x="544" y="205"/>
                    <a:pt x="546" y="215"/>
                    <a:pt x="548" y="223"/>
                  </a:cubicBezTo>
                  <a:cubicBezTo>
                    <a:pt x="543" y="219"/>
                    <a:pt x="538" y="214"/>
                    <a:pt x="534" y="210"/>
                  </a:cubicBezTo>
                  <a:cubicBezTo>
                    <a:pt x="511" y="190"/>
                    <a:pt x="495" y="175"/>
                    <a:pt x="478" y="170"/>
                  </a:cubicBezTo>
                  <a:cubicBezTo>
                    <a:pt x="475" y="169"/>
                    <a:pt x="471" y="168"/>
                    <a:pt x="468" y="168"/>
                  </a:cubicBezTo>
                  <a:cubicBezTo>
                    <a:pt x="313" y="168"/>
                    <a:pt x="313" y="168"/>
                    <a:pt x="313" y="168"/>
                  </a:cubicBezTo>
                  <a:cubicBezTo>
                    <a:pt x="312" y="168"/>
                    <a:pt x="312" y="168"/>
                    <a:pt x="311" y="168"/>
                  </a:cubicBezTo>
                  <a:cubicBezTo>
                    <a:pt x="272" y="168"/>
                    <a:pt x="230" y="162"/>
                    <a:pt x="213" y="155"/>
                  </a:cubicBezTo>
                  <a:cubicBezTo>
                    <a:pt x="220" y="148"/>
                    <a:pt x="235" y="134"/>
                    <a:pt x="271" y="113"/>
                  </a:cubicBezTo>
                  <a:cubicBezTo>
                    <a:pt x="285" y="132"/>
                    <a:pt x="285" y="132"/>
                    <a:pt x="285" y="132"/>
                  </a:cubicBezTo>
                  <a:cubicBezTo>
                    <a:pt x="311" y="114"/>
                    <a:pt x="311" y="114"/>
                    <a:pt x="311" y="114"/>
                  </a:cubicBezTo>
                  <a:cubicBezTo>
                    <a:pt x="307" y="108"/>
                    <a:pt x="303" y="102"/>
                    <a:pt x="300" y="96"/>
                  </a:cubicBezTo>
                  <a:cubicBezTo>
                    <a:pt x="281" y="110"/>
                    <a:pt x="281" y="110"/>
                    <a:pt x="281" y="110"/>
                  </a:cubicBezTo>
                  <a:cubicBezTo>
                    <a:pt x="232" y="46"/>
                    <a:pt x="232" y="46"/>
                    <a:pt x="232" y="46"/>
                  </a:cubicBezTo>
                  <a:cubicBezTo>
                    <a:pt x="272" y="16"/>
                    <a:pt x="272" y="16"/>
                    <a:pt x="272" y="16"/>
                  </a:cubicBezTo>
                  <a:cubicBezTo>
                    <a:pt x="293" y="44"/>
                    <a:pt x="293" y="44"/>
                    <a:pt x="293" y="44"/>
                  </a:cubicBezTo>
                  <a:cubicBezTo>
                    <a:pt x="293" y="40"/>
                    <a:pt x="294" y="35"/>
                    <a:pt x="295" y="31"/>
                  </a:cubicBezTo>
                  <a:cubicBezTo>
                    <a:pt x="271" y="0"/>
                    <a:pt x="271" y="0"/>
                    <a:pt x="271" y="0"/>
                  </a:cubicBezTo>
                  <a:cubicBezTo>
                    <a:pt x="217" y="41"/>
                    <a:pt x="217" y="41"/>
                    <a:pt x="217" y="41"/>
                  </a:cubicBezTo>
                  <a:cubicBezTo>
                    <a:pt x="233" y="62"/>
                    <a:pt x="233" y="62"/>
                    <a:pt x="233" y="62"/>
                  </a:cubicBezTo>
                  <a:cubicBezTo>
                    <a:pt x="181" y="92"/>
                    <a:pt x="136" y="128"/>
                    <a:pt x="147" y="171"/>
                  </a:cubicBezTo>
                  <a:cubicBezTo>
                    <a:pt x="158" y="211"/>
                    <a:pt x="208" y="223"/>
                    <a:pt x="246" y="228"/>
                  </a:cubicBezTo>
                  <a:cubicBezTo>
                    <a:pt x="247" y="228"/>
                    <a:pt x="248" y="228"/>
                    <a:pt x="250" y="228"/>
                  </a:cubicBezTo>
                  <a:cubicBezTo>
                    <a:pt x="217" y="261"/>
                    <a:pt x="152" y="308"/>
                    <a:pt x="69" y="269"/>
                  </a:cubicBezTo>
                  <a:cubicBezTo>
                    <a:pt x="85" y="234"/>
                    <a:pt x="85" y="234"/>
                    <a:pt x="85" y="234"/>
                  </a:cubicBezTo>
                  <a:cubicBezTo>
                    <a:pt x="69" y="226"/>
                    <a:pt x="69" y="226"/>
                    <a:pt x="69" y="226"/>
                  </a:cubicBezTo>
                  <a:cubicBezTo>
                    <a:pt x="51" y="262"/>
                    <a:pt x="51" y="262"/>
                    <a:pt x="51" y="262"/>
                  </a:cubicBezTo>
                  <a:cubicBezTo>
                    <a:pt x="38" y="261"/>
                    <a:pt x="25" y="267"/>
                    <a:pt x="19" y="279"/>
                  </a:cubicBezTo>
                  <a:cubicBezTo>
                    <a:pt x="12" y="292"/>
                    <a:pt x="15" y="307"/>
                    <a:pt x="25" y="317"/>
                  </a:cubicBezTo>
                  <a:cubicBezTo>
                    <a:pt x="1" y="367"/>
                    <a:pt x="1" y="367"/>
                    <a:pt x="1" y="367"/>
                  </a:cubicBezTo>
                  <a:cubicBezTo>
                    <a:pt x="0" y="391"/>
                    <a:pt x="0" y="391"/>
                    <a:pt x="0" y="391"/>
                  </a:cubicBezTo>
                  <a:cubicBezTo>
                    <a:pt x="18" y="375"/>
                    <a:pt x="18" y="375"/>
                    <a:pt x="18" y="375"/>
                  </a:cubicBezTo>
                  <a:cubicBezTo>
                    <a:pt x="41" y="327"/>
                    <a:pt x="41" y="327"/>
                    <a:pt x="41" y="327"/>
                  </a:cubicBezTo>
                  <a:cubicBezTo>
                    <a:pt x="71" y="341"/>
                    <a:pt x="102" y="348"/>
                    <a:pt x="132" y="348"/>
                  </a:cubicBezTo>
                  <a:cubicBezTo>
                    <a:pt x="159" y="348"/>
                    <a:pt x="186" y="343"/>
                    <a:pt x="212" y="331"/>
                  </a:cubicBezTo>
                  <a:cubicBezTo>
                    <a:pt x="190" y="379"/>
                    <a:pt x="171" y="442"/>
                    <a:pt x="167" y="522"/>
                  </a:cubicBezTo>
                  <a:cubicBezTo>
                    <a:pt x="167" y="523"/>
                    <a:pt x="167" y="524"/>
                    <a:pt x="167" y="524"/>
                  </a:cubicBezTo>
                  <a:cubicBezTo>
                    <a:pt x="138" y="524"/>
                    <a:pt x="138" y="524"/>
                    <a:pt x="138" y="524"/>
                  </a:cubicBezTo>
                  <a:cubicBezTo>
                    <a:pt x="138" y="560"/>
                    <a:pt x="138" y="560"/>
                    <a:pt x="138" y="560"/>
                  </a:cubicBezTo>
                  <a:cubicBezTo>
                    <a:pt x="98" y="560"/>
                    <a:pt x="98" y="560"/>
                    <a:pt x="98" y="560"/>
                  </a:cubicBezTo>
                  <a:cubicBezTo>
                    <a:pt x="98" y="724"/>
                    <a:pt x="98" y="724"/>
                    <a:pt x="98" y="724"/>
                  </a:cubicBezTo>
                  <a:cubicBezTo>
                    <a:pt x="282" y="724"/>
                    <a:pt x="282" y="724"/>
                    <a:pt x="282" y="724"/>
                  </a:cubicBezTo>
                  <a:cubicBezTo>
                    <a:pt x="282" y="865"/>
                    <a:pt x="282" y="865"/>
                    <a:pt x="282" y="865"/>
                  </a:cubicBezTo>
                  <a:cubicBezTo>
                    <a:pt x="282" y="892"/>
                    <a:pt x="305" y="914"/>
                    <a:pt x="332" y="914"/>
                  </a:cubicBezTo>
                  <a:cubicBezTo>
                    <a:pt x="359" y="914"/>
                    <a:pt x="382" y="892"/>
                    <a:pt x="382" y="865"/>
                  </a:cubicBezTo>
                  <a:cubicBezTo>
                    <a:pt x="382" y="504"/>
                    <a:pt x="382" y="504"/>
                    <a:pt x="382" y="504"/>
                  </a:cubicBezTo>
                  <a:cubicBezTo>
                    <a:pt x="398" y="504"/>
                    <a:pt x="398" y="504"/>
                    <a:pt x="398" y="504"/>
                  </a:cubicBezTo>
                  <a:cubicBezTo>
                    <a:pt x="398" y="865"/>
                    <a:pt x="398" y="865"/>
                    <a:pt x="398" y="865"/>
                  </a:cubicBezTo>
                  <a:cubicBezTo>
                    <a:pt x="398" y="892"/>
                    <a:pt x="421" y="914"/>
                    <a:pt x="448" y="914"/>
                  </a:cubicBezTo>
                  <a:cubicBezTo>
                    <a:pt x="475" y="914"/>
                    <a:pt x="498" y="892"/>
                    <a:pt x="498" y="865"/>
                  </a:cubicBezTo>
                  <a:cubicBezTo>
                    <a:pt x="498" y="473"/>
                    <a:pt x="498" y="473"/>
                    <a:pt x="498" y="473"/>
                  </a:cubicBezTo>
                  <a:cubicBezTo>
                    <a:pt x="498" y="397"/>
                    <a:pt x="498" y="397"/>
                    <a:pt x="498" y="397"/>
                  </a:cubicBezTo>
                  <a:cubicBezTo>
                    <a:pt x="498" y="382"/>
                    <a:pt x="498" y="382"/>
                    <a:pt x="498" y="382"/>
                  </a:cubicBezTo>
                  <a:cubicBezTo>
                    <a:pt x="522" y="422"/>
                    <a:pt x="545" y="471"/>
                    <a:pt x="552" y="521"/>
                  </a:cubicBezTo>
                  <a:cubicBezTo>
                    <a:pt x="554" y="533"/>
                    <a:pt x="562" y="542"/>
                    <a:pt x="574" y="546"/>
                  </a:cubicBezTo>
                  <a:cubicBezTo>
                    <a:pt x="574" y="564"/>
                    <a:pt x="574" y="564"/>
                    <a:pt x="574" y="564"/>
                  </a:cubicBezTo>
                  <a:cubicBezTo>
                    <a:pt x="564" y="564"/>
                    <a:pt x="564" y="564"/>
                    <a:pt x="564" y="564"/>
                  </a:cubicBezTo>
                  <a:cubicBezTo>
                    <a:pt x="546" y="564"/>
                    <a:pt x="534" y="578"/>
                    <a:pt x="534" y="596"/>
                  </a:cubicBezTo>
                  <a:cubicBezTo>
                    <a:pt x="534" y="853"/>
                    <a:pt x="534" y="853"/>
                    <a:pt x="534" y="853"/>
                  </a:cubicBezTo>
                  <a:cubicBezTo>
                    <a:pt x="534" y="871"/>
                    <a:pt x="546" y="884"/>
                    <a:pt x="564" y="884"/>
                  </a:cubicBezTo>
                  <a:cubicBezTo>
                    <a:pt x="566" y="884"/>
                    <a:pt x="566" y="884"/>
                    <a:pt x="566" y="884"/>
                  </a:cubicBezTo>
                  <a:cubicBezTo>
                    <a:pt x="566" y="902"/>
                    <a:pt x="566" y="902"/>
                    <a:pt x="566" y="902"/>
                  </a:cubicBezTo>
                  <a:cubicBezTo>
                    <a:pt x="566" y="909"/>
                    <a:pt x="571" y="914"/>
                    <a:pt x="578" y="914"/>
                  </a:cubicBezTo>
                  <a:cubicBezTo>
                    <a:pt x="585" y="914"/>
                    <a:pt x="590" y="909"/>
                    <a:pt x="590" y="902"/>
                  </a:cubicBezTo>
                  <a:cubicBezTo>
                    <a:pt x="590" y="884"/>
                    <a:pt x="590" y="884"/>
                    <a:pt x="590" y="884"/>
                  </a:cubicBezTo>
                  <a:cubicBezTo>
                    <a:pt x="726" y="884"/>
                    <a:pt x="726" y="884"/>
                    <a:pt x="726" y="884"/>
                  </a:cubicBezTo>
                  <a:cubicBezTo>
                    <a:pt x="726" y="902"/>
                    <a:pt x="726" y="902"/>
                    <a:pt x="726" y="902"/>
                  </a:cubicBezTo>
                  <a:cubicBezTo>
                    <a:pt x="726" y="909"/>
                    <a:pt x="731" y="914"/>
                    <a:pt x="738" y="914"/>
                  </a:cubicBezTo>
                  <a:cubicBezTo>
                    <a:pt x="745" y="914"/>
                    <a:pt x="750" y="909"/>
                    <a:pt x="750" y="902"/>
                  </a:cubicBezTo>
                  <a:cubicBezTo>
                    <a:pt x="750" y="884"/>
                    <a:pt x="750" y="884"/>
                    <a:pt x="750" y="884"/>
                  </a:cubicBezTo>
                  <a:cubicBezTo>
                    <a:pt x="751" y="884"/>
                    <a:pt x="751" y="884"/>
                    <a:pt x="751" y="884"/>
                  </a:cubicBezTo>
                  <a:cubicBezTo>
                    <a:pt x="768" y="884"/>
                    <a:pt x="782" y="871"/>
                    <a:pt x="782" y="853"/>
                  </a:cubicBezTo>
                  <a:cubicBezTo>
                    <a:pt x="782" y="596"/>
                    <a:pt x="782" y="596"/>
                    <a:pt x="782" y="596"/>
                  </a:cubicBezTo>
                  <a:cubicBezTo>
                    <a:pt x="782" y="578"/>
                    <a:pt x="768" y="564"/>
                    <a:pt x="751" y="564"/>
                  </a:cubicBezTo>
                  <a:cubicBezTo>
                    <a:pt x="742" y="564"/>
                    <a:pt x="742" y="564"/>
                    <a:pt x="742" y="564"/>
                  </a:cubicBezTo>
                  <a:cubicBezTo>
                    <a:pt x="742" y="487"/>
                    <a:pt x="742" y="487"/>
                    <a:pt x="742" y="487"/>
                  </a:cubicBezTo>
                  <a:cubicBezTo>
                    <a:pt x="817" y="330"/>
                    <a:pt x="817" y="330"/>
                    <a:pt x="817" y="330"/>
                  </a:cubicBezTo>
                  <a:cubicBezTo>
                    <a:pt x="820" y="324"/>
                    <a:pt x="818" y="317"/>
                    <a:pt x="812" y="314"/>
                  </a:cubicBezTo>
                  <a:close/>
                  <a:moveTo>
                    <a:pt x="594" y="431"/>
                  </a:moveTo>
                  <a:cubicBezTo>
                    <a:pt x="584" y="406"/>
                    <a:pt x="573" y="383"/>
                    <a:pt x="561" y="361"/>
                  </a:cubicBezTo>
                  <a:cubicBezTo>
                    <a:pt x="577" y="370"/>
                    <a:pt x="596" y="378"/>
                    <a:pt x="616" y="384"/>
                  </a:cubicBezTo>
                  <a:cubicBezTo>
                    <a:pt x="594" y="430"/>
                    <a:pt x="594" y="430"/>
                    <a:pt x="594" y="430"/>
                  </a:cubicBezTo>
                  <a:cubicBezTo>
                    <a:pt x="594" y="430"/>
                    <a:pt x="594" y="431"/>
                    <a:pt x="594" y="431"/>
                  </a:cubicBezTo>
                  <a:close/>
                  <a:moveTo>
                    <a:pt x="532" y="135"/>
                  </a:moveTo>
                  <a:cubicBezTo>
                    <a:pt x="532" y="134"/>
                    <a:pt x="532" y="133"/>
                    <a:pt x="532" y="132"/>
                  </a:cubicBezTo>
                  <a:cubicBezTo>
                    <a:pt x="603" y="141"/>
                    <a:pt x="603" y="141"/>
                    <a:pt x="603" y="141"/>
                  </a:cubicBezTo>
                  <a:cubicBezTo>
                    <a:pt x="602" y="149"/>
                    <a:pt x="598" y="155"/>
                    <a:pt x="593" y="161"/>
                  </a:cubicBezTo>
                  <a:cubicBezTo>
                    <a:pt x="585" y="153"/>
                    <a:pt x="573" y="149"/>
                    <a:pt x="562" y="153"/>
                  </a:cubicBezTo>
                  <a:cubicBezTo>
                    <a:pt x="555" y="155"/>
                    <a:pt x="550" y="158"/>
                    <a:pt x="546" y="163"/>
                  </a:cubicBezTo>
                  <a:cubicBezTo>
                    <a:pt x="538" y="157"/>
                    <a:pt x="532" y="146"/>
                    <a:pt x="532" y="135"/>
                  </a:cubicBezTo>
                  <a:close/>
                  <a:moveTo>
                    <a:pt x="375" y="200"/>
                  </a:moveTo>
                  <a:cubicBezTo>
                    <a:pt x="391" y="200"/>
                    <a:pt x="391" y="200"/>
                    <a:pt x="391" y="200"/>
                  </a:cubicBezTo>
                  <a:cubicBezTo>
                    <a:pt x="406" y="200"/>
                    <a:pt x="406" y="200"/>
                    <a:pt x="406" y="200"/>
                  </a:cubicBezTo>
                  <a:cubicBezTo>
                    <a:pt x="413" y="231"/>
                    <a:pt x="413" y="231"/>
                    <a:pt x="413" y="231"/>
                  </a:cubicBezTo>
                  <a:cubicBezTo>
                    <a:pt x="412" y="233"/>
                    <a:pt x="412" y="233"/>
                    <a:pt x="412" y="233"/>
                  </a:cubicBezTo>
                  <a:cubicBezTo>
                    <a:pt x="406" y="238"/>
                    <a:pt x="398" y="241"/>
                    <a:pt x="391" y="241"/>
                  </a:cubicBezTo>
                  <a:cubicBezTo>
                    <a:pt x="383" y="241"/>
                    <a:pt x="375" y="238"/>
                    <a:pt x="369" y="233"/>
                  </a:cubicBezTo>
                  <a:cubicBezTo>
                    <a:pt x="368" y="231"/>
                    <a:pt x="368" y="231"/>
                    <a:pt x="368" y="231"/>
                  </a:cubicBezTo>
                  <a:lnTo>
                    <a:pt x="375" y="200"/>
                  </a:lnTo>
                  <a:close/>
                  <a:moveTo>
                    <a:pt x="246" y="560"/>
                  </a:moveTo>
                  <a:cubicBezTo>
                    <a:pt x="158" y="560"/>
                    <a:pt x="158" y="560"/>
                    <a:pt x="158" y="560"/>
                  </a:cubicBezTo>
                  <a:cubicBezTo>
                    <a:pt x="158" y="540"/>
                    <a:pt x="158" y="540"/>
                    <a:pt x="158" y="540"/>
                  </a:cubicBezTo>
                  <a:cubicBezTo>
                    <a:pt x="173" y="540"/>
                    <a:pt x="173" y="540"/>
                    <a:pt x="173" y="540"/>
                  </a:cubicBezTo>
                  <a:cubicBezTo>
                    <a:pt x="178" y="548"/>
                    <a:pt x="187" y="554"/>
                    <a:pt x="197" y="555"/>
                  </a:cubicBezTo>
                  <a:cubicBezTo>
                    <a:pt x="198" y="555"/>
                    <a:pt x="198" y="554"/>
                    <a:pt x="199" y="554"/>
                  </a:cubicBezTo>
                  <a:cubicBezTo>
                    <a:pt x="210" y="554"/>
                    <a:pt x="219" y="548"/>
                    <a:pt x="225" y="540"/>
                  </a:cubicBezTo>
                  <a:cubicBezTo>
                    <a:pt x="246" y="540"/>
                    <a:pt x="246" y="540"/>
                    <a:pt x="246" y="540"/>
                  </a:cubicBezTo>
                  <a:lnTo>
                    <a:pt x="246" y="560"/>
                  </a:lnTo>
                  <a:close/>
                  <a:moveTo>
                    <a:pt x="262" y="560"/>
                  </a:moveTo>
                  <a:cubicBezTo>
                    <a:pt x="262" y="524"/>
                    <a:pt x="262" y="524"/>
                    <a:pt x="262" y="524"/>
                  </a:cubicBezTo>
                  <a:cubicBezTo>
                    <a:pt x="231" y="524"/>
                    <a:pt x="231" y="524"/>
                    <a:pt x="231" y="524"/>
                  </a:cubicBezTo>
                  <a:cubicBezTo>
                    <a:pt x="236" y="436"/>
                    <a:pt x="258" y="375"/>
                    <a:pt x="282" y="333"/>
                  </a:cubicBezTo>
                  <a:cubicBezTo>
                    <a:pt x="282" y="397"/>
                    <a:pt x="282" y="397"/>
                    <a:pt x="282" y="397"/>
                  </a:cubicBezTo>
                  <a:cubicBezTo>
                    <a:pt x="282" y="473"/>
                    <a:pt x="282" y="473"/>
                    <a:pt x="282" y="473"/>
                  </a:cubicBezTo>
                  <a:cubicBezTo>
                    <a:pt x="282" y="560"/>
                    <a:pt x="282" y="560"/>
                    <a:pt x="282" y="560"/>
                  </a:cubicBezTo>
                  <a:lnTo>
                    <a:pt x="262" y="560"/>
                  </a:lnTo>
                  <a:close/>
                  <a:moveTo>
                    <a:pt x="391" y="459"/>
                  </a:moveTo>
                  <a:cubicBezTo>
                    <a:pt x="353" y="411"/>
                    <a:pt x="353" y="411"/>
                    <a:pt x="353" y="411"/>
                  </a:cubicBezTo>
                  <a:cubicBezTo>
                    <a:pt x="374" y="249"/>
                    <a:pt x="374" y="249"/>
                    <a:pt x="374" y="249"/>
                  </a:cubicBezTo>
                  <a:cubicBezTo>
                    <a:pt x="380" y="251"/>
                    <a:pt x="385" y="252"/>
                    <a:pt x="391" y="252"/>
                  </a:cubicBezTo>
                  <a:cubicBezTo>
                    <a:pt x="391" y="252"/>
                    <a:pt x="391" y="252"/>
                    <a:pt x="391" y="252"/>
                  </a:cubicBezTo>
                  <a:cubicBezTo>
                    <a:pt x="391" y="252"/>
                    <a:pt x="391" y="252"/>
                    <a:pt x="391" y="252"/>
                  </a:cubicBezTo>
                  <a:cubicBezTo>
                    <a:pt x="396" y="252"/>
                    <a:pt x="402" y="251"/>
                    <a:pt x="407" y="249"/>
                  </a:cubicBezTo>
                  <a:cubicBezTo>
                    <a:pt x="429" y="411"/>
                    <a:pt x="429" y="411"/>
                    <a:pt x="429" y="411"/>
                  </a:cubicBezTo>
                  <a:lnTo>
                    <a:pt x="391" y="459"/>
                  </a:lnTo>
                  <a:close/>
                  <a:moveTo>
                    <a:pt x="597" y="768"/>
                  </a:moveTo>
                  <a:cubicBezTo>
                    <a:pt x="587" y="737"/>
                    <a:pt x="604" y="704"/>
                    <a:pt x="635" y="694"/>
                  </a:cubicBezTo>
                  <a:cubicBezTo>
                    <a:pt x="666" y="684"/>
                    <a:pt x="699" y="702"/>
                    <a:pt x="709" y="733"/>
                  </a:cubicBezTo>
                  <a:cubicBezTo>
                    <a:pt x="719" y="764"/>
                    <a:pt x="701" y="797"/>
                    <a:pt x="670" y="807"/>
                  </a:cubicBezTo>
                  <a:cubicBezTo>
                    <a:pt x="639" y="816"/>
                    <a:pt x="606" y="799"/>
                    <a:pt x="597" y="768"/>
                  </a:cubicBezTo>
                  <a:close/>
                  <a:moveTo>
                    <a:pt x="750" y="632"/>
                  </a:moveTo>
                  <a:cubicBezTo>
                    <a:pt x="750" y="644"/>
                    <a:pt x="750" y="644"/>
                    <a:pt x="750" y="644"/>
                  </a:cubicBezTo>
                  <a:cubicBezTo>
                    <a:pt x="566" y="644"/>
                    <a:pt x="566" y="644"/>
                    <a:pt x="566" y="644"/>
                  </a:cubicBezTo>
                  <a:cubicBezTo>
                    <a:pt x="566" y="632"/>
                    <a:pt x="566" y="632"/>
                    <a:pt x="566" y="632"/>
                  </a:cubicBezTo>
                  <a:lnTo>
                    <a:pt x="750" y="632"/>
                  </a:lnTo>
                  <a:close/>
                  <a:moveTo>
                    <a:pt x="590" y="564"/>
                  </a:moveTo>
                  <a:cubicBezTo>
                    <a:pt x="590" y="548"/>
                    <a:pt x="590" y="548"/>
                    <a:pt x="590" y="548"/>
                  </a:cubicBezTo>
                  <a:cubicBezTo>
                    <a:pt x="606" y="545"/>
                    <a:pt x="618" y="529"/>
                    <a:pt x="616" y="512"/>
                  </a:cubicBezTo>
                  <a:cubicBezTo>
                    <a:pt x="613" y="491"/>
                    <a:pt x="607" y="470"/>
                    <a:pt x="601" y="451"/>
                  </a:cubicBezTo>
                  <a:cubicBezTo>
                    <a:pt x="603" y="450"/>
                    <a:pt x="604" y="449"/>
                    <a:pt x="606" y="448"/>
                  </a:cubicBezTo>
                  <a:cubicBezTo>
                    <a:pt x="721" y="503"/>
                    <a:pt x="721" y="503"/>
                    <a:pt x="721" y="503"/>
                  </a:cubicBezTo>
                  <a:cubicBezTo>
                    <a:pt x="723" y="504"/>
                    <a:pt x="726" y="505"/>
                    <a:pt x="726" y="505"/>
                  </a:cubicBezTo>
                  <a:cubicBezTo>
                    <a:pt x="726" y="564"/>
                    <a:pt x="726" y="564"/>
                    <a:pt x="726" y="564"/>
                  </a:cubicBezTo>
                  <a:lnTo>
                    <a:pt x="590" y="564"/>
                  </a:lnTo>
                  <a:close/>
                  <a:moveTo>
                    <a:pt x="724" y="487"/>
                  </a:moveTo>
                  <a:cubicBezTo>
                    <a:pt x="611" y="433"/>
                    <a:pt x="611" y="433"/>
                    <a:pt x="611" y="433"/>
                  </a:cubicBezTo>
                  <a:cubicBezTo>
                    <a:pt x="688" y="272"/>
                    <a:pt x="688" y="272"/>
                    <a:pt x="688" y="272"/>
                  </a:cubicBezTo>
                  <a:cubicBezTo>
                    <a:pt x="801" y="327"/>
                    <a:pt x="801" y="327"/>
                    <a:pt x="801" y="327"/>
                  </a:cubicBezTo>
                  <a:lnTo>
                    <a:pt x="724" y="4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107"/>
            <p:cNvSpPr>
              <a:spLocks/>
            </p:cNvSpPr>
            <p:nvPr/>
          </p:nvSpPr>
          <p:spPr bwMode="auto">
            <a:xfrm>
              <a:off x="3403600" y="5972176"/>
              <a:ext cx="136525" cy="134938"/>
            </a:xfrm>
            <a:custGeom>
              <a:avLst/>
              <a:gdLst>
                <a:gd name="T0" fmla="*/ 76 w 85"/>
                <a:gd name="T1" fmla="*/ 35 h 84"/>
                <a:gd name="T2" fmla="*/ 84 w 85"/>
                <a:gd name="T3" fmla="*/ 27 h 84"/>
                <a:gd name="T4" fmla="*/ 73 w 85"/>
                <a:gd name="T5" fmla="*/ 25 h 84"/>
                <a:gd name="T6" fmla="*/ 62 w 85"/>
                <a:gd name="T7" fmla="*/ 29 h 84"/>
                <a:gd name="T8" fmla="*/ 28 w 85"/>
                <a:gd name="T9" fmla="*/ 0 h 84"/>
                <a:gd name="T10" fmla="*/ 20 w 85"/>
                <a:gd name="T11" fmla="*/ 3 h 84"/>
                <a:gd name="T12" fmla="*/ 46 w 85"/>
                <a:gd name="T13" fmla="*/ 34 h 84"/>
                <a:gd name="T14" fmla="*/ 14 w 85"/>
                <a:gd name="T15" fmla="*/ 45 h 84"/>
                <a:gd name="T16" fmla="*/ 6 w 85"/>
                <a:gd name="T17" fmla="*/ 38 h 84"/>
                <a:gd name="T18" fmla="*/ 0 w 85"/>
                <a:gd name="T19" fmla="*/ 40 h 84"/>
                <a:gd name="T20" fmla="*/ 9 w 85"/>
                <a:gd name="T21" fmla="*/ 51 h 84"/>
                <a:gd name="T22" fmla="*/ 8 w 85"/>
                <a:gd name="T23" fmla="*/ 65 h 84"/>
                <a:gd name="T24" fmla="*/ 14 w 85"/>
                <a:gd name="T25" fmla="*/ 63 h 84"/>
                <a:gd name="T26" fmla="*/ 17 w 85"/>
                <a:gd name="T27" fmla="*/ 52 h 84"/>
                <a:gd name="T28" fmla="*/ 49 w 85"/>
                <a:gd name="T29" fmla="*/ 44 h 84"/>
                <a:gd name="T30" fmla="*/ 45 w 85"/>
                <a:gd name="T31" fmla="*/ 84 h 84"/>
                <a:gd name="T32" fmla="*/ 53 w 85"/>
                <a:gd name="T33" fmla="*/ 81 h 84"/>
                <a:gd name="T34" fmla="*/ 65 w 85"/>
                <a:gd name="T35" fmla="*/ 39 h 84"/>
                <a:gd name="T36" fmla="*/ 76 w 85"/>
                <a:gd name="T37" fmla="*/ 3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5" h="84">
                  <a:moveTo>
                    <a:pt x="76" y="35"/>
                  </a:moveTo>
                  <a:cubicBezTo>
                    <a:pt x="76" y="35"/>
                    <a:pt x="85" y="29"/>
                    <a:pt x="84" y="27"/>
                  </a:cubicBezTo>
                  <a:cubicBezTo>
                    <a:pt x="84" y="25"/>
                    <a:pt x="73" y="25"/>
                    <a:pt x="73" y="25"/>
                  </a:cubicBezTo>
                  <a:cubicBezTo>
                    <a:pt x="62" y="29"/>
                    <a:pt x="62" y="29"/>
                    <a:pt x="62" y="29"/>
                  </a:cubicBezTo>
                  <a:cubicBezTo>
                    <a:pt x="28" y="0"/>
                    <a:pt x="28" y="0"/>
                    <a:pt x="28" y="0"/>
                  </a:cubicBezTo>
                  <a:cubicBezTo>
                    <a:pt x="20" y="3"/>
                    <a:pt x="20" y="3"/>
                    <a:pt x="20" y="3"/>
                  </a:cubicBezTo>
                  <a:cubicBezTo>
                    <a:pt x="46" y="34"/>
                    <a:pt x="46" y="34"/>
                    <a:pt x="46" y="34"/>
                  </a:cubicBezTo>
                  <a:cubicBezTo>
                    <a:pt x="14" y="45"/>
                    <a:pt x="14" y="45"/>
                    <a:pt x="14" y="45"/>
                  </a:cubicBezTo>
                  <a:cubicBezTo>
                    <a:pt x="6" y="38"/>
                    <a:pt x="6" y="38"/>
                    <a:pt x="6" y="38"/>
                  </a:cubicBezTo>
                  <a:cubicBezTo>
                    <a:pt x="0" y="40"/>
                    <a:pt x="0" y="40"/>
                    <a:pt x="0" y="40"/>
                  </a:cubicBezTo>
                  <a:cubicBezTo>
                    <a:pt x="9" y="51"/>
                    <a:pt x="9" y="51"/>
                    <a:pt x="9" y="51"/>
                  </a:cubicBezTo>
                  <a:cubicBezTo>
                    <a:pt x="8" y="65"/>
                    <a:pt x="8" y="65"/>
                    <a:pt x="8" y="65"/>
                  </a:cubicBezTo>
                  <a:cubicBezTo>
                    <a:pt x="14" y="63"/>
                    <a:pt x="14" y="63"/>
                    <a:pt x="14" y="63"/>
                  </a:cubicBezTo>
                  <a:cubicBezTo>
                    <a:pt x="17" y="52"/>
                    <a:pt x="17" y="52"/>
                    <a:pt x="17" y="52"/>
                  </a:cubicBezTo>
                  <a:cubicBezTo>
                    <a:pt x="49" y="44"/>
                    <a:pt x="49" y="44"/>
                    <a:pt x="49" y="44"/>
                  </a:cubicBezTo>
                  <a:cubicBezTo>
                    <a:pt x="45" y="84"/>
                    <a:pt x="45" y="84"/>
                    <a:pt x="45" y="84"/>
                  </a:cubicBezTo>
                  <a:cubicBezTo>
                    <a:pt x="53" y="81"/>
                    <a:pt x="53" y="81"/>
                    <a:pt x="53" y="81"/>
                  </a:cubicBezTo>
                  <a:cubicBezTo>
                    <a:pt x="65" y="39"/>
                    <a:pt x="65" y="39"/>
                    <a:pt x="65" y="39"/>
                  </a:cubicBezTo>
                  <a:lnTo>
                    <a:pt x="76"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13" name="组合 112"/>
          <p:cNvGrpSpPr/>
          <p:nvPr/>
        </p:nvGrpSpPr>
        <p:grpSpPr>
          <a:xfrm>
            <a:off x="4318000" y="4773613"/>
            <a:ext cx="1617663" cy="1525588"/>
            <a:chOff x="4318000" y="4773613"/>
            <a:chExt cx="1617663" cy="1525588"/>
          </a:xfrm>
          <a:solidFill>
            <a:schemeClr val="tx1">
              <a:lumMod val="65000"/>
              <a:lumOff val="35000"/>
            </a:schemeClr>
          </a:solidFill>
        </p:grpSpPr>
        <p:sp>
          <p:nvSpPr>
            <p:cNvPr id="114" name="Freeform 108"/>
            <p:cNvSpPr>
              <a:spLocks/>
            </p:cNvSpPr>
            <p:nvPr/>
          </p:nvSpPr>
          <p:spPr bwMode="auto">
            <a:xfrm>
              <a:off x="4760913" y="5100638"/>
              <a:ext cx="422275" cy="1195388"/>
            </a:xfrm>
            <a:custGeom>
              <a:avLst/>
              <a:gdLst>
                <a:gd name="T0" fmla="*/ 195 w 263"/>
                <a:gd name="T1" fmla="*/ 465 h 745"/>
                <a:gd name="T2" fmla="*/ 216 w 263"/>
                <a:gd name="T3" fmla="*/ 357 h 745"/>
                <a:gd name="T4" fmla="*/ 216 w 263"/>
                <a:gd name="T5" fmla="*/ 320 h 745"/>
                <a:gd name="T6" fmla="*/ 213 w 263"/>
                <a:gd name="T7" fmla="*/ 349 h 745"/>
                <a:gd name="T8" fmla="*/ 175 w 263"/>
                <a:gd name="T9" fmla="*/ 382 h 745"/>
                <a:gd name="T10" fmla="*/ 171 w 263"/>
                <a:gd name="T11" fmla="*/ 382 h 745"/>
                <a:gd name="T12" fmla="*/ 138 w 263"/>
                <a:gd name="T13" fmla="*/ 339 h 745"/>
                <a:gd name="T14" fmla="*/ 263 w 263"/>
                <a:gd name="T15" fmla="*/ 46 h 745"/>
                <a:gd name="T16" fmla="*/ 244 w 263"/>
                <a:gd name="T17" fmla="*/ 24 h 745"/>
                <a:gd name="T18" fmla="*/ 189 w 263"/>
                <a:gd name="T19" fmla="*/ 0 h 745"/>
                <a:gd name="T20" fmla="*/ 187 w 263"/>
                <a:gd name="T21" fmla="*/ 1 h 745"/>
                <a:gd name="T22" fmla="*/ 46 w 263"/>
                <a:gd name="T23" fmla="*/ 1 h 745"/>
                <a:gd name="T24" fmla="*/ 85 w 263"/>
                <a:gd name="T25" fmla="*/ 10 h 745"/>
                <a:gd name="T26" fmla="*/ 107 w 263"/>
                <a:gd name="T27" fmla="*/ 26 h 745"/>
                <a:gd name="T28" fmla="*/ 111 w 263"/>
                <a:gd name="T29" fmla="*/ 53 h 745"/>
                <a:gd name="T30" fmla="*/ 76 w 263"/>
                <a:gd name="T31" fmla="*/ 80 h 745"/>
                <a:gd name="T32" fmla="*/ 67 w 263"/>
                <a:gd name="T33" fmla="*/ 79 h 745"/>
                <a:gd name="T34" fmla="*/ 14 w 263"/>
                <a:gd name="T35" fmla="*/ 65 h 745"/>
                <a:gd name="T36" fmla="*/ 10 w 263"/>
                <a:gd name="T37" fmla="*/ 73 h 745"/>
                <a:gd name="T38" fmla="*/ 0 w 263"/>
                <a:gd name="T39" fmla="*/ 94 h 745"/>
                <a:gd name="T40" fmla="*/ 0 w 263"/>
                <a:gd name="T41" fmla="*/ 136 h 745"/>
                <a:gd name="T42" fmla="*/ 16 w 263"/>
                <a:gd name="T43" fmla="*/ 142 h 745"/>
                <a:gd name="T44" fmla="*/ 40 w 263"/>
                <a:gd name="T45" fmla="*/ 187 h 745"/>
                <a:gd name="T46" fmla="*/ 35 w 263"/>
                <a:gd name="T47" fmla="*/ 210 h 745"/>
                <a:gd name="T48" fmla="*/ 35 w 263"/>
                <a:gd name="T49" fmla="*/ 210 h 745"/>
                <a:gd name="T50" fmla="*/ 61 w 263"/>
                <a:gd name="T51" fmla="*/ 228 h 745"/>
                <a:gd name="T52" fmla="*/ 67 w 263"/>
                <a:gd name="T53" fmla="*/ 258 h 745"/>
                <a:gd name="T54" fmla="*/ 27 w 263"/>
                <a:gd name="T55" fmla="*/ 291 h 745"/>
                <a:gd name="T56" fmla="*/ 19 w 263"/>
                <a:gd name="T57" fmla="*/ 290 h 745"/>
                <a:gd name="T58" fmla="*/ 17 w 263"/>
                <a:gd name="T59" fmla="*/ 290 h 745"/>
                <a:gd name="T60" fmla="*/ 0 w 263"/>
                <a:gd name="T61" fmla="*/ 308 h 745"/>
                <a:gd name="T62" fmla="*/ 0 w 263"/>
                <a:gd name="T63" fmla="*/ 696 h 745"/>
                <a:gd name="T64" fmla="*/ 50 w 263"/>
                <a:gd name="T65" fmla="*/ 745 h 745"/>
                <a:gd name="T66" fmla="*/ 100 w 263"/>
                <a:gd name="T67" fmla="*/ 696 h 745"/>
                <a:gd name="T68" fmla="*/ 100 w 263"/>
                <a:gd name="T69" fmla="*/ 333 h 745"/>
                <a:gd name="T70" fmla="*/ 120 w 263"/>
                <a:gd name="T71" fmla="*/ 333 h 745"/>
                <a:gd name="T72" fmla="*/ 120 w 263"/>
                <a:gd name="T73" fmla="*/ 696 h 745"/>
                <a:gd name="T74" fmla="*/ 168 w 263"/>
                <a:gd name="T75" fmla="*/ 745 h 745"/>
                <a:gd name="T76" fmla="*/ 216 w 263"/>
                <a:gd name="T77" fmla="*/ 696 h 745"/>
                <a:gd name="T78" fmla="*/ 216 w 263"/>
                <a:gd name="T79" fmla="*/ 476 h 745"/>
                <a:gd name="T80" fmla="*/ 202 w 263"/>
                <a:gd name="T81" fmla="*/ 469 h 745"/>
                <a:gd name="T82" fmla="*/ 195 w 263"/>
                <a:gd name="T83" fmla="*/ 465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3" h="745">
                  <a:moveTo>
                    <a:pt x="195" y="465"/>
                  </a:moveTo>
                  <a:cubicBezTo>
                    <a:pt x="216" y="357"/>
                    <a:pt x="216" y="357"/>
                    <a:pt x="216" y="357"/>
                  </a:cubicBezTo>
                  <a:cubicBezTo>
                    <a:pt x="216" y="320"/>
                    <a:pt x="216" y="320"/>
                    <a:pt x="216" y="320"/>
                  </a:cubicBezTo>
                  <a:cubicBezTo>
                    <a:pt x="216" y="330"/>
                    <a:pt x="214" y="339"/>
                    <a:pt x="213" y="349"/>
                  </a:cubicBezTo>
                  <a:cubicBezTo>
                    <a:pt x="210" y="368"/>
                    <a:pt x="194" y="382"/>
                    <a:pt x="175" y="382"/>
                  </a:cubicBezTo>
                  <a:cubicBezTo>
                    <a:pt x="174" y="382"/>
                    <a:pt x="172" y="382"/>
                    <a:pt x="171" y="382"/>
                  </a:cubicBezTo>
                  <a:cubicBezTo>
                    <a:pt x="150" y="379"/>
                    <a:pt x="135" y="360"/>
                    <a:pt x="138" y="339"/>
                  </a:cubicBezTo>
                  <a:cubicBezTo>
                    <a:pt x="162" y="158"/>
                    <a:pt x="219" y="80"/>
                    <a:pt x="263" y="46"/>
                  </a:cubicBezTo>
                  <a:cubicBezTo>
                    <a:pt x="257" y="38"/>
                    <a:pt x="251" y="31"/>
                    <a:pt x="244" y="24"/>
                  </a:cubicBezTo>
                  <a:cubicBezTo>
                    <a:pt x="222" y="3"/>
                    <a:pt x="200" y="0"/>
                    <a:pt x="189" y="0"/>
                  </a:cubicBezTo>
                  <a:cubicBezTo>
                    <a:pt x="188" y="0"/>
                    <a:pt x="187" y="1"/>
                    <a:pt x="187" y="1"/>
                  </a:cubicBezTo>
                  <a:cubicBezTo>
                    <a:pt x="46" y="1"/>
                    <a:pt x="46" y="1"/>
                    <a:pt x="46" y="1"/>
                  </a:cubicBezTo>
                  <a:cubicBezTo>
                    <a:pt x="85" y="10"/>
                    <a:pt x="85" y="10"/>
                    <a:pt x="85" y="10"/>
                  </a:cubicBezTo>
                  <a:cubicBezTo>
                    <a:pt x="94" y="12"/>
                    <a:pt x="102" y="18"/>
                    <a:pt x="107" y="26"/>
                  </a:cubicBezTo>
                  <a:cubicBezTo>
                    <a:pt x="112" y="34"/>
                    <a:pt x="113" y="44"/>
                    <a:pt x="111" y="53"/>
                  </a:cubicBezTo>
                  <a:cubicBezTo>
                    <a:pt x="107" y="69"/>
                    <a:pt x="92" y="80"/>
                    <a:pt x="76" y="80"/>
                  </a:cubicBezTo>
                  <a:cubicBezTo>
                    <a:pt x="73" y="80"/>
                    <a:pt x="70" y="80"/>
                    <a:pt x="67" y="79"/>
                  </a:cubicBezTo>
                  <a:cubicBezTo>
                    <a:pt x="14" y="65"/>
                    <a:pt x="14" y="65"/>
                    <a:pt x="14" y="65"/>
                  </a:cubicBezTo>
                  <a:cubicBezTo>
                    <a:pt x="13" y="68"/>
                    <a:pt x="11" y="70"/>
                    <a:pt x="10" y="73"/>
                  </a:cubicBezTo>
                  <a:cubicBezTo>
                    <a:pt x="0" y="94"/>
                    <a:pt x="0" y="94"/>
                    <a:pt x="0" y="94"/>
                  </a:cubicBezTo>
                  <a:cubicBezTo>
                    <a:pt x="0" y="136"/>
                    <a:pt x="0" y="136"/>
                    <a:pt x="0" y="136"/>
                  </a:cubicBezTo>
                  <a:cubicBezTo>
                    <a:pt x="16" y="142"/>
                    <a:pt x="16" y="142"/>
                    <a:pt x="16" y="142"/>
                  </a:cubicBezTo>
                  <a:cubicBezTo>
                    <a:pt x="33" y="150"/>
                    <a:pt x="44" y="169"/>
                    <a:pt x="40" y="187"/>
                  </a:cubicBezTo>
                  <a:cubicBezTo>
                    <a:pt x="35" y="210"/>
                    <a:pt x="35" y="210"/>
                    <a:pt x="35" y="210"/>
                  </a:cubicBezTo>
                  <a:cubicBezTo>
                    <a:pt x="35" y="210"/>
                    <a:pt x="35" y="210"/>
                    <a:pt x="35" y="210"/>
                  </a:cubicBezTo>
                  <a:cubicBezTo>
                    <a:pt x="46" y="212"/>
                    <a:pt x="55" y="219"/>
                    <a:pt x="61" y="228"/>
                  </a:cubicBezTo>
                  <a:cubicBezTo>
                    <a:pt x="67" y="237"/>
                    <a:pt x="69" y="248"/>
                    <a:pt x="67" y="258"/>
                  </a:cubicBezTo>
                  <a:cubicBezTo>
                    <a:pt x="63" y="277"/>
                    <a:pt x="46" y="291"/>
                    <a:pt x="27" y="291"/>
                  </a:cubicBezTo>
                  <a:cubicBezTo>
                    <a:pt x="24" y="291"/>
                    <a:pt x="22" y="291"/>
                    <a:pt x="19" y="290"/>
                  </a:cubicBezTo>
                  <a:cubicBezTo>
                    <a:pt x="17" y="290"/>
                    <a:pt x="17" y="290"/>
                    <a:pt x="17" y="290"/>
                  </a:cubicBezTo>
                  <a:cubicBezTo>
                    <a:pt x="14" y="298"/>
                    <a:pt x="8" y="304"/>
                    <a:pt x="0" y="308"/>
                  </a:cubicBezTo>
                  <a:cubicBezTo>
                    <a:pt x="0" y="696"/>
                    <a:pt x="0" y="696"/>
                    <a:pt x="0" y="696"/>
                  </a:cubicBezTo>
                  <a:cubicBezTo>
                    <a:pt x="0" y="723"/>
                    <a:pt x="23" y="745"/>
                    <a:pt x="50" y="745"/>
                  </a:cubicBezTo>
                  <a:cubicBezTo>
                    <a:pt x="77" y="745"/>
                    <a:pt x="100" y="723"/>
                    <a:pt x="100" y="696"/>
                  </a:cubicBezTo>
                  <a:cubicBezTo>
                    <a:pt x="100" y="333"/>
                    <a:pt x="100" y="333"/>
                    <a:pt x="100" y="333"/>
                  </a:cubicBezTo>
                  <a:cubicBezTo>
                    <a:pt x="120" y="333"/>
                    <a:pt x="120" y="333"/>
                    <a:pt x="120" y="333"/>
                  </a:cubicBezTo>
                  <a:cubicBezTo>
                    <a:pt x="120" y="696"/>
                    <a:pt x="120" y="696"/>
                    <a:pt x="120" y="696"/>
                  </a:cubicBezTo>
                  <a:cubicBezTo>
                    <a:pt x="120" y="723"/>
                    <a:pt x="141" y="745"/>
                    <a:pt x="168" y="745"/>
                  </a:cubicBezTo>
                  <a:cubicBezTo>
                    <a:pt x="195" y="745"/>
                    <a:pt x="216" y="723"/>
                    <a:pt x="216" y="696"/>
                  </a:cubicBezTo>
                  <a:cubicBezTo>
                    <a:pt x="216" y="476"/>
                    <a:pt x="216" y="476"/>
                    <a:pt x="216" y="476"/>
                  </a:cubicBezTo>
                  <a:cubicBezTo>
                    <a:pt x="208" y="472"/>
                    <a:pt x="203" y="470"/>
                    <a:pt x="202" y="469"/>
                  </a:cubicBezTo>
                  <a:lnTo>
                    <a:pt x="195" y="4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109"/>
            <p:cNvSpPr>
              <a:spLocks noEditPoints="1"/>
            </p:cNvSpPr>
            <p:nvPr/>
          </p:nvSpPr>
          <p:spPr bwMode="auto">
            <a:xfrm>
              <a:off x="4797425" y="4773613"/>
              <a:ext cx="284163" cy="288925"/>
            </a:xfrm>
            <a:custGeom>
              <a:avLst/>
              <a:gdLst>
                <a:gd name="T0" fmla="*/ 15 w 177"/>
                <a:gd name="T1" fmla="*/ 145 h 180"/>
                <a:gd name="T2" fmla="*/ 87 w 177"/>
                <a:gd name="T3" fmla="*/ 180 h 180"/>
                <a:gd name="T4" fmla="*/ 177 w 177"/>
                <a:gd name="T5" fmla="*/ 90 h 180"/>
                <a:gd name="T6" fmla="*/ 87 w 177"/>
                <a:gd name="T7" fmla="*/ 0 h 180"/>
                <a:gd name="T8" fmla="*/ 0 w 177"/>
                <a:gd name="T9" fmla="*/ 67 h 180"/>
                <a:gd name="T10" fmla="*/ 15 w 177"/>
                <a:gd name="T11" fmla="*/ 145 h 180"/>
                <a:gd name="T12" fmla="*/ 143 w 177"/>
                <a:gd name="T13" fmla="*/ 121 h 180"/>
                <a:gd name="T14" fmla="*/ 87 w 177"/>
                <a:gd name="T15" fmla="*/ 152 h 180"/>
                <a:gd name="T16" fmla="*/ 30 w 177"/>
                <a:gd name="T17" fmla="*/ 121 h 180"/>
                <a:gd name="T18" fmla="*/ 143 w 177"/>
                <a:gd name="T19" fmla="*/ 121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7" h="180">
                  <a:moveTo>
                    <a:pt x="15" y="145"/>
                  </a:moveTo>
                  <a:cubicBezTo>
                    <a:pt x="32" y="167"/>
                    <a:pt x="58" y="180"/>
                    <a:pt x="87" y="180"/>
                  </a:cubicBezTo>
                  <a:cubicBezTo>
                    <a:pt x="136" y="180"/>
                    <a:pt x="177" y="140"/>
                    <a:pt x="177" y="90"/>
                  </a:cubicBezTo>
                  <a:cubicBezTo>
                    <a:pt x="177" y="41"/>
                    <a:pt x="136" y="0"/>
                    <a:pt x="87" y="0"/>
                  </a:cubicBezTo>
                  <a:cubicBezTo>
                    <a:pt x="45" y="0"/>
                    <a:pt x="10" y="29"/>
                    <a:pt x="0" y="67"/>
                  </a:cubicBezTo>
                  <a:cubicBezTo>
                    <a:pt x="20" y="87"/>
                    <a:pt x="27" y="118"/>
                    <a:pt x="15" y="145"/>
                  </a:cubicBezTo>
                  <a:close/>
                  <a:moveTo>
                    <a:pt x="143" y="121"/>
                  </a:moveTo>
                  <a:cubicBezTo>
                    <a:pt x="131" y="141"/>
                    <a:pt x="110" y="152"/>
                    <a:pt x="87" y="152"/>
                  </a:cubicBezTo>
                  <a:cubicBezTo>
                    <a:pt x="63" y="152"/>
                    <a:pt x="42" y="141"/>
                    <a:pt x="30" y="121"/>
                  </a:cubicBezTo>
                  <a:lnTo>
                    <a:pt x="143" y="1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110"/>
            <p:cNvSpPr>
              <a:spLocks/>
            </p:cNvSpPr>
            <p:nvPr/>
          </p:nvSpPr>
          <p:spPr bwMode="auto">
            <a:xfrm>
              <a:off x="4605338" y="4852988"/>
              <a:ext cx="223838" cy="222250"/>
            </a:xfrm>
            <a:custGeom>
              <a:avLst/>
              <a:gdLst>
                <a:gd name="T0" fmla="*/ 126 w 139"/>
                <a:gd name="T1" fmla="*/ 93 h 139"/>
                <a:gd name="T2" fmla="*/ 94 w 139"/>
                <a:gd name="T3" fmla="*/ 13 h 139"/>
                <a:gd name="T4" fmla="*/ 14 w 139"/>
                <a:gd name="T5" fmla="*/ 45 h 139"/>
                <a:gd name="T6" fmla="*/ 45 w 139"/>
                <a:gd name="T7" fmla="*/ 125 h 139"/>
                <a:gd name="T8" fmla="*/ 126 w 139"/>
                <a:gd name="T9" fmla="*/ 93 h 139"/>
              </a:gdLst>
              <a:ahLst/>
              <a:cxnLst>
                <a:cxn ang="0">
                  <a:pos x="T0" y="T1"/>
                </a:cxn>
                <a:cxn ang="0">
                  <a:pos x="T2" y="T3"/>
                </a:cxn>
                <a:cxn ang="0">
                  <a:pos x="T4" y="T5"/>
                </a:cxn>
                <a:cxn ang="0">
                  <a:pos x="T6" y="T7"/>
                </a:cxn>
                <a:cxn ang="0">
                  <a:pos x="T8" y="T9"/>
                </a:cxn>
              </a:cxnLst>
              <a:rect l="0" t="0" r="r" b="b"/>
              <a:pathLst>
                <a:path w="139" h="139">
                  <a:moveTo>
                    <a:pt x="126" y="93"/>
                  </a:moveTo>
                  <a:cubicBezTo>
                    <a:pt x="139" y="62"/>
                    <a:pt x="125" y="26"/>
                    <a:pt x="94" y="13"/>
                  </a:cubicBezTo>
                  <a:cubicBezTo>
                    <a:pt x="63" y="0"/>
                    <a:pt x="27" y="14"/>
                    <a:pt x="14" y="45"/>
                  </a:cubicBezTo>
                  <a:cubicBezTo>
                    <a:pt x="0" y="76"/>
                    <a:pt x="14" y="112"/>
                    <a:pt x="45" y="125"/>
                  </a:cubicBezTo>
                  <a:cubicBezTo>
                    <a:pt x="76" y="139"/>
                    <a:pt x="112" y="124"/>
                    <a:pt x="126" y="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111"/>
            <p:cNvSpPr>
              <a:spLocks/>
            </p:cNvSpPr>
            <p:nvPr/>
          </p:nvSpPr>
          <p:spPr bwMode="auto">
            <a:xfrm>
              <a:off x="4684713" y="5543551"/>
              <a:ext cx="88900" cy="44450"/>
            </a:xfrm>
            <a:custGeom>
              <a:avLst/>
              <a:gdLst>
                <a:gd name="T0" fmla="*/ 56 w 56"/>
                <a:gd name="T1" fmla="*/ 12 h 28"/>
                <a:gd name="T2" fmla="*/ 0 w 56"/>
                <a:gd name="T3" fmla="*/ 0 h 28"/>
                <a:gd name="T4" fmla="*/ 23 w 56"/>
                <a:gd name="T5" fmla="*/ 27 h 28"/>
                <a:gd name="T6" fmla="*/ 29 w 56"/>
                <a:gd name="T7" fmla="*/ 28 h 28"/>
                <a:gd name="T8" fmla="*/ 56 w 56"/>
                <a:gd name="T9" fmla="*/ 12 h 28"/>
              </a:gdLst>
              <a:ahLst/>
              <a:cxnLst>
                <a:cxn ang="0">
                  <a:pos x="T0" y="T1"/>
                </a:cxn>
                <a:cxn ang="0">
                  <a:pos x="T2" y="T3"/>
                </a:cxn>
                <a:cxn ang="0">
                  <a:pos x="T4" y="T5"/>
                </a:cxn>
                <a:cxn ang="0">
                  <a:pos x="T6" y="T7"/>
                </a:cxn>
                <a:cxn ang="0">
                  <a:pos x="T8" y="T9"/>
                </a:cxn>
              </a:cxnLst>
              <a:rect l="0" t="0" r="r" b="b"/>
              <a:pathLst>
                <a:path w="56" h="28">
                  <a:moveTo>
                    <a:pt x="56" y="12"/>
                  </a:moveTo>
                  <a:cubicBezTo>
                    <a:pt x="0" y="0"/>
                    <a:pt x="0" y="0"/>
                    <a:pt x="0" y="0"/>
                  </a:cubicBezTo>
                  <a:cubicBezTo>
                    <a:pt x="1" y="13"/>
                    <a:pt x="10" y="24"/>
                    <a:pt x="23" y="27"/>
                  </a:cubicBezTo>
                  <a:cubicBezTo>
                    <a:pt x="25" y="27"/>
                    <a:pt x="27" y="28"/>
                    <a:pt x="29" y="28"/>
                  </a:cubicBezTo>
                  <a:cubicBezTo>
                    <a:pt x="41" y="28"/>
                    <a:pt x="51" y="21"/>
                    <a:pt x="5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112"/>
            <p:cNvSpPr>
              <a:spLocks/>
            </p:cNvSpPr>
            <p:nvPr/>
          </p:nvSpPr>
          <p:spPr bwMode="auto">
            <a:xfrm>
              <a:off x="4524375" y="5075238"/>
              <a:ext cx="404813" cy="358775"/>
            </a:xfrm>
            <a:custGeom>
              <a:avLst/>
              <a:gdLst>
                <a:gd name="T0" fmla="*/ 160 w 253"/>
                <a:gd name="T1" fmla="*/ 168 h 224"/>
                <a:gd name="T2" fmla="*/ 120 w 253"/>
                <a:gd name="T3" fmla="*/ 151 h 224"/>
                <a:gd name="T4" fmla="*/ 150 w 253"/>
                <a:gd name="T5" fmla="*/ 85 h 224"/>
                <a:gd name="T6" fmla="*/ 154 w 253"/>
                <a:gd name="T7" fmla="*/ 69 h 224"/>
                <a:gd name="T8" fmla="*/ 218 w 253"/>
                <a:gd name="T9" fmla="*/ 85 h 224"/>
                <a:gd name="T10" fmla="*/ 224 w 253"/>
                <a:gd name="T11" fmla="*/ 86 h 224"/>
                <a:gd name="T12" fmla="*/ 249 w 253"/>
                <a:gd name="T13" fmla="*/ 66 h 224"/>
                <a:gd name="T14" fmla="*/ 230 w 253"/>
                <a:gd name="T15" fmla="*/ 35 h 224"/>
                <a:gd name="T16" fmla="*/ 111 w 253"/>
                <a:gd name="T17" fmla="*/ 5 h 224"/>
                <a:gd name="T18" fmla="*/ 106 w 253"/>
                <a:gd name="T19" fmla="*/ 4 h 224"/>
                <a:gd name="T20" fmla="*/ 45 w 253"/>
                <a:gd name="T21" fmla="*/ 37 h 224"/>
                <a:gd name="T22" fmla="*/ 13 w 253"/>
                <a:gd name="T23" fmla="*/ 108 h 224"/>
                <a:gd name="T24" fmla="*/ 41 w 253"/>
                <a:gd name="T25" fmla="*/ 184 h 224"/>
                <a:gd name="T26" fmla="*/ 54 w 253"/>
                <a:gd name="T27" fmla="*/ 188 h 224"/>
                <a:gd name="T28" fmla="*/ 106 w 253"/>
                <a:gd name="T29" fmla="*/ 210 h 224"/>
                <a:gd name="T30" fmla="*/ 174 w 253"/>
                <a:gd name="T31" fmla="*/ 224 h 224"/>
                <a:gd name="T32" fmla="*/ 178 w 253"/>
                <a:gd name="T33" fmla="*/ 201 h 224"/>
                <a:gd name="T34" fmla="*/ 160 w 253"/>
                <a:gd name="T35" fmla="*/ 168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3" h="224">
                  <a:moveTo>
                    <a:pt x="160" y="168"/>
                  </a:moveTo>
                  <a:cubicBezTo>
                    <a:pt x="120" y="151"/>
                    <a:pt x="120" y="151"/>
                    <a:pt x="120" y="151"/>
                  </a:cubicBezTo>
                  <a:cubicBezTo>
                    <a:pt x="150" y="85"/>
                    <a:pt x="150" y="85"/>
                    <a:pt x="150" y="85"/>
                  </a:cubicBezTo>
                  <a:cubicBezTo>
                    <a:pt x="152" y="80"/>
                    <a:pt x="153" y="74"/>
                    <a:pt x="154" y="69"/>
                  </a:cubicBezTo>
                  <a:cubicBezTo>
                    <a:pt x="218" y="85"/>
                    <a:pt x="218" y="85"/>
                    <a:pt x="218" y="85"/>
                  </a:cubicBezTo>
                  <a:cubicBezTo>
                    <a:pt x="220" y="86"/>
                    <a:pt x="222" y="86"/>
                    <a:pt x="224" y="86"/>
                  </a:cubicBezTo>
                  <a:cubicBezTo>
                    <a:pt x="236" y="86"/>
                    <a:pt x="246" y="78"/>
                    <a:pt x="249" y="66"/>
                  </a:cubicBezTo>
                  <a:cubicBezTo>
                    <a:pt x="253" y="52"/>
                    <a:pt x="244" y="38"/>
                    <a:pt x="230" y="35"/>
                  </a:cubicBezTo>
                  <a:cubicBezTo>
                    <a:pt x="111" y="5"/>
                    <a:pt x="111" y="5"/>
                    <a:pt x="111" y="5"/>
                  </a:cubicBezTo>
                  <a:cubicBezTo>
                    <a:pt x="109" y="4"/>
                    <a:pt x="108" y="4"/>
                    <a:pt x="106" y="4"/>
                  </a:cubicBezTo>
                  <a:cubicBezTo>
                    <a:pt x="81" y="0"/>
                    <a:pt x="55" y="13"/>
                    <a:pt x="45" y="37"/>
                  </a:cubicBezTo>
                  <a:cubicBezTo>
                    <a:pt x="13" y="108"/>
                    <a:pt x="13" y="108"/>
                    <a:pt x="13" y="108"/>
                  </a:cubicBezTo>
                  <a:cubicBezTo>
                    <a:pt x="0" y="137"/>
                    <a:pt x="12" y="171"/>
                    <a:pt x="41" y="184"/>
                  </a:cubicBezTo>
                  <a:cubicBezTo>
                    <a:pt x="45" y="186"/>
                    <a:pt x="50" y="187"/>
                    <a:pt x="54" y="188"/>
                  </a:cubicBezTo>
                  <a:cubicBezTo>
                    <a:pt x="106" y="210"/>
                    <a:pt x="106" y="210"/>
                    <a:pt x="106" y="210"/>
                  </a:cubicBezTo>
                  <a:cubicBezTo>
                    <a:pt x="174" y="224"/>
                    <a:pt x="174" y="224"/>
                    <a:pt x="174" y="224"/>
                  </a:cubicBezTo>
                  <a:cubicBezTo>
                    <a:pt x="178" y="201"/>
                    <a:pt x="178" y="201"/>
                    <a:pt x="178" y="201"/>
                  </a:cubicBezTo>
                  <a:cubicBezTo>
                    <a:pt x="181" y="187"/>
                    <a:pt x="174" y="173"/>
                    <a:pt x="160" y="1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113"/>
            <p:cNvSpPr>
              <a:spLocks/>
            </p:cNvSpPr>
            <p:nvPr/>
          </p:nvSpPr>
          <p:spPr bwMode="auto">
            <a:xfrm>
              <a:off x="4545013" y="5375276"/>
              <a:ext cx="315913" cy="177800"/>
            </a:xfrm>
            <a:custGeom>
              <a:avLst/>
              <a:gdLst>
                <a:gd name="T0" fmla="*/ 156 w 197"/>
                <a:gd name="T1" fmla="*/ 110 h 111"/>
                <a:gd name="T2" fmla="*/ 162 w 197"/>
                <a:gd name="T3" fmla="*/ 111 h 111"/>
                <a:gd name="T4" fmla="*/ 194 w 197"/>
                <a:gd name="T5" fmla="*/ 86 h 111"/>
                <a:gd name="T6" fmla="*/ 169 w 197"/>
                <a:gd name="T7" fmla="*/ 48 h 111"/>
                <a:gd name="T8" fmla="*/ 80 w 197"/>
                <a:gd name="T9" fmla="*/ 29 h 111"/>
                <a:gd name="T10" fmla="*/ 72 w 197"/>
                <a:gd name="T11" fmla="*/ 28 h 111"/>
                <a:gd name="T12" fmla="*/ 73 w 197"/>
                <a:gd name="T13" fmla="*/ 25 h 111"/>
                <a:gd name="T14" fmla="*/ 38 w 197"/>
                <a:gd name="T15" fmla="*/ 11 h 111"/>
                <a:gd name="T16" fmla="*/ 24 w 197"/>
                <a:gd name="T17" fmla="*/ 7 h 111"/>
                <a:gd name="T18" fmla="*/ 13 w 197"/>
                <a:gd name="T19" fmla="*/ 0 h 111"/>
                <a:gd name="T20" fmla="*/ 1 w 197"/>
                <a:gd name="T21" fmla="*/ 44 h 111"/>
                <a:gd name="T22" fmla="*/ 1 w 197"/>
                <a:gd name="T23" fmla="*/ 45 h 111"/>
                <a:gd name="T24" fmla="*/ 1 w 197"/>
                <a:gd name="T25" fmla="*/ 45 h 111"/>
                <a:gd name="T26" fmla="*/ 1 w 197"/>
                <a:gd name="T27" fmla="*/ 47 h 111"/>
                <a:gd name="T28" fmla="*/ 0 w 197"/>
                <a:gd name="T29" fmla="*/ 48 h 111"/>
                <a:gd name="T30" fmla="*/ 0 w 197"/>
                <a:gd name="T31" fmla="*/ 50 h 111"/>
                <a:gd name="T32" fmla="*/ 0 w 197"/>
                <a:gd name="T33" fmla="*/ 51 h 111"/>
                <a:gd name="T34" fmla="*/ 0 w 197"/>
                <a:gd name="T35" fmla="*/ 53 h 111"/>
                <a:gd name="T36" fmla="*/ 0 w 197"/>
                <a:gd name="T37" fmla="*/ 55 h 111"/>
                <a:gd name="T38" fmla="*/ 1 w 197"/>
                <a:gd name="T39" fmla="*/ 56 h 111"/>
                <a:gd name="T40" fmla="*/ 1 w 197"/>
                <a:gd name="T41" fmla="*/ 58 h 111"/>
                <a:gd name="T42" fmla="*/ 1 w 197"/>
                <a:gd name="T43" fmla="*/ 59 h 111"/>
                <a:gd name="T44" fmla="*/ 1 w 197"/>
                <a:gd name="T45" fmla="*/ 61 h 111"/>
                <a:gd name="T46" fmla="*/ 2 w 197"/>
                <a:gd name="T47" fmla="*/ 62 h 111"/>
                <a:gd name="T48" fmla="*/ 2 w 197"/>
                <a:gd name="T49" fmla="*/ 64 h 111"/>
                <a:gd name="T50" fmla="*/ 3 w 197"/>
                <a:gd name="T51" fmla="*/ 65 h 111"/>
                <a:gd name="T52" fmla="*/ 4 w 197"/>
                <a:gd name="T53" fmla="*/ 66 h 111"/>
                <a:gd name="T54" fmla="*/ 4 w 197"/>
                <a:gd name="T55" fmla="*/ 68 h 111"/>
                <a:gd name="T56" fmla="*/ 5 w 197"/>
                <a:gd name="T57" fmla="*/ 69 h 111"/>
                <a:gd name="T58" fmla="*/ 6 w 197"/>
                <a:gd name="T59" fmla="*/ 70 h 111"/>
                <a:gd name="T60" fmla="*/ 7 w 197"/>
                <a:gd name="T61" fmla="*/ 72 h 111"/>
                <a:gd name="T62" fmla="*/ 8 w 197"/>
                <a:gd name="T63" fmla="*/ 73 h 111"/>
                <a:gd name="T64" fmla="*/ 9 w 197"/>
                <a:gd name="T65" fmla="*/ 74 h 111"/>
                <a:gd name="T66" fmla="*/ 10 w 197"/>
                <a:gd name="T67" fmla="*/ 75 h 111"/>
                <a:gd name="T68" fmla="*/ 11 w 197"/>
                <a:gd name="T69" fmla="*/ 76 h 111"/>
                <a:gd name="T70" fmla="*/ 12 w 197"/>
                <a:gd name="T71" fmla="*/ 77 h 111"/>
                <a:gd name="T72" fmla="*/ 14 w 197"/>
                <a:gd name="T73" fmla="*/ 78 h 111"/>
                <a:gd name="T74" fmla="*/ 15 w 197"/>
                <a:gd name="T75" fmla="*/ 79 h 111"/>
                <a:gd name="T76" fmla="*/ 16 w 197"/>
                <a:gd name="T77" fmla="*/ 80 h 111"/>
                <a:gd name="T78" fmla="*/ 18 w 197"/>
                <a:gd name="T79" fmla="*/ 80 h 111"/>
                <a:gd name="T80" fmla="*/ 19 w 197"/>
                <a:gd name="T81" fmla="*/ 81 h 111"/>
                <a:gd name="T82" fmla="*/ 21 w 197"/>
                <a:gd name="T83" fmla="*/ 82 h 111"/>
                <a:gd name="T84" fmla="*/ 22 w 197"/>
                <a:gd name="T85" fmla="*/ 82 h 111"/>
                <a:gd name="T86" fmla="*/ 24 w 197"/>
                <a:gd name="T87" fmla="*/ 83 h 111"/>
                <a:gd name="T88" fmla="*/ 25 w 197"/>
                <a:gd name="T89" fmla="*/ 83 h 111"/>
                <a:gd name="T90" fmla="*/ 25 w 197"/>
                <a:gd name="T91" fmla="*/ 83 h 111"/>
                <a:gd name="T92" fmla="*/ 26 w 197"/>
                <a:gd name="T93" fmla="*/ 83 h 111"/>
                <a:gd name="T94" fmla="*/ 33 w 197"/>
                <a:gd name="T95" fmla="*/ 85 h 111"/>
                <a:gd name="T96" fmla="*/ 41 w 197"/>
                <a:gd name="T97" fmla="*/ 86 h 111"/>
                <a:gd name="T98" fmla="*/ 66 w 197"/>
                <a:gd name="T99" fmla="*/ 92 h 111"/>
                <a:gd name="T100" fmla="*/ 156 w 197"/>
                <a:gd name="T101" fmla="*/ 11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111">
                  <a:moveTo>
                    <a:pt x="156" y="110"/>
                  </a:moveTo>
                  <a:cubicBezTo>
                    <a:pt x="158" y="111"/>
                    <a:pt x="160" y="111"/>
                    <a:pt x="162" y="111"/>
                  </a:cubicBezTo>
                  <a:cubicBezTo>
                    <a:pt x="177" y="111"/>
                    <a:pt x="190" y="101"/>
                    <a:pt x="194" y="86"/>
                  </a:cubicBezTo>
                  <a:cubicBezTo>
                    <a:pt x="197" y="68"/>
                    <a:pt x="186" y="51"/>
                    <a:pt x="169" y="48"/>
                  </a:cubicBezTo>
                  <a:cubicBezTo>
                    <a:pt x="80" y="29"/>
                    <a:pt x="80" y="29"/>
                    <a:pt x="80" y="29"/>
                  </a:cubicBezTo>
                  <a:cubicBezTo>
                    <a:pt x="72" y="28"/>
                    <a:pt x="72" y="28"/>
                    <a:pt x="72" y="28"/>
                  </a:cubicBezTo>
                  <a:cubicBezTo>
                    <a:pt x="72" y="27"/>
                    <a:pt x="72" y="26"/>
                    <a:pt x="73" y="25"/>
                  </a:cubicBezTo>
                  <a:cubicBezTo>
                    <a:pt x="38" y="11"/>
                    <a:pt x="38" y="11"/>
                    <a:pt x="38" y="11"/>
                  </a:cubicBezTo>
                  <a:cubicBezTo>
                    <a:pt x="33" y="10"/>
                    <a:pt x="29" y="8"/>
                    <a:pt x="24" y="7"/>
                  </a:cubicBezTo>
                  <a:cubicBezTo>
                    <a:pt x="20" y="5"/>
                    <a:pt x="17" y="3"/>
                    <a:pt x="13" y="0"/>
                  </a:cubicBezTo>
                  <a:cubicBezTo>
                    <a:pt x="9" y="14"/>
                    <a:pt x="5" y="29"/>
                    <a:pt x="1" y="44"/>
                  </a:cubicBezTo>
                  <a:cubicBezTo>
                    <a:pt x="1" y="45"/>
                    <a:pt x="1" y="45"/>
                    <a:pt x="1" y="45"/>
                  </a:cubicBezTo>
                  <a:cubicBezTo>
                    <a:pt x="1" y="45"/>
                    <a:pt x="1" y="45"/>
                    <a:pt x="1" y="45"/>
                  </a:cubicBezTo>
                  <a:cubicBezTo>
                    <a:pt x="1" y="46"/>
                    <a:pt x="1" y="46"/>
                    <a:pt x="1" y="47"/>
                  </a:cubicBezTo>
                  <a:cubicBezTo>
                    <a:pt x="1" y="47"/>
                    <a:pt x="1" y="48"/>
                    <a:pt x="0" y="48"/>
                  </a:cubicBezTo>
                  <a:cubicBezTo>
                    <a:pt x="0" y="49"/>
                    <a:pt x="0" y="49"/>
                    <a:pt x="0" y="50"/>
                  </a:cubicBezTo>
                  <a:cubicBezTo>
                    <a:pt x="0" y="50"/>
                    <a:pt x="0" y="51"/>
                    <a:pt x="0" y="51"/>
                  </a:cubicBezTo>
                  <a:cubicBezTo>
                    <a:pt x="0" y="52"/>
                    <a:pt x="0" y="52"/>
                    <a:pt x="0" y="53"/>
                  </a:cubicBezTo>
                  <a:cubicBezTo>
                    <a:pt x="0" y="54"/>
                    <a:pt x="0" y="54"/>
                    <a:pt x="0" y="55"/>
                  </a:cubicBezTo>
                  <a:cubicBezTo>
                    <a:pt x="0" y="55"/>
                    <a:pt x="0" y="56"/>
                    <a:pt x="1" y="56"/>
                  </a:cubicBezTo>
                  <a:cubicBezTo>
                    <a:pt x="1" y="57"/>
                    <a:pt x="1" y="57"/>
                    <a:pt x="1" y="58"/>
                  </a:cubicBezTo>
                  <a:cubicBezTo>
                    <a:pt x="1" y="58"/>
                    <a:pt x="1" y="59"/>
                    <a:pt x="1" y="59"/>
                  </a:cubicBezTo>
                  <a:cubicBezTo>
                    <a:pt x="1" y="60"/>
                    <a:pt x="1" y="60"/>
                    <a:pt x="1" y="61"/>
                  </a:cubicBezTo>
                  <a:cubicBezTo>
                    <a:pt x="2" y="61"/>
                    <a:pt x="2" y="62"/>
                    <a:pt x="2" y="62"/>
                  </a:cubicBezTo>
                  <a:cubicBezTo>
                    <a:pt x="2" y="63"/>
                    <a:pt x="2" y="63"/>
                    <a:pt x="2" y="64"/>
                  </a:cubicBezTo>
                  <a:cubicBezTo>
                    <a:pt x="3" y="64"/>
                    <a:pt x="3" y="65"/>
                    <a:pt x="3" y="65"/>
                  </a:cubicBezTo>
                  <a:cubicBezTo>
                    <a:pt x="3" y="66"/>
                    <a:pt x="3" y="66"/>
                    <a:pt x="4" y="66"/>
                  </a:cubicBezTo>
                  <a:cubicBezTo>
                    <a:pt x="4" y="67"/>
                    <a:pt x="4" y="67"/>
                    <a:pt x="4" y="68"/>
                  </a:cubicBezTo>
                  <a:cubicBezTo>
                    <a:pt x="5" y="68"/>
                    <a:pt x="5" y="69"/>
                    <a:pt x="5" y="69"/>
                  </a:cubicBezTo>
                  <a:cubicBezTo>
                    <a:pt x="5" y="70"/>
                    <a:pt x="6" y="70"/>
                    <a:pt x="6" y="70"/>
                  </a:cubicBezTo>
                  <a:cubicBezTo>
                    <a:pt x="6" y="71"/>
                    <a:pt x="7" y="71"/>
                    <a:pt x="7" y="72"/>
                  </a:cubicBezTo>
                  <a:cubicBezTo>
                    <a:pt x="7" y="72"/>
                    <a:pt x="8" y="72"/>
                    <a:pt x="8" y="73"/>
                  </a:cubicBezTo>
                  <a:cubicBezTo>
                    <a:pt x="8" y="73"/>
                    <a:pt x="9" y="74"/>
                    <a:pt x="9" y="74"/>
                  </a:cubicBezTo>
                  <a:cubicBezTo>
                    <a:pt x="9" y="74"/>
                    <a:pt x="10" y="75"/>
                    <a:pt x="10" y="75"/>
                  </a:cubicBezTo>
                  <a:cubicBezTo>
                    <a:pt x="10" y="75"/>
                    <a:pt x="11" y="76"/>
                    <a:pt x="11" y="76"/>
                  </a:cubicBezTo>
                  <a:cubicBezTo>
                    <a:pt x="12" y="76"/>
                    <a:pt x="12" y="77"/>
                    <a:pt x="12" y="77"/>
                  </a:cubicBezTo>
                  <a:cubicBezTo>
                    <a:pt x="13" y="77"/>
                    <a:pt x="13" y="78"/>
                    <a:pt x="14" y="78"/>
                  </a:cubicBezTo>
                  <a:cubicBezTo>
                    <a:pt x="14" y="78"/>
                    <a:pt x="15" y="79"/>
                    <a:pt x="15" y="79"/>
                  </a:cubicBezTo>
                  <a:cubicBezTo>
                    <a:pt x="15" y="79"/>
                    <a:pt x="16" y="79"/>
                    <a:pt x="16" y="80"/>
                  </a:cubicBezTo>
                  <a:cubicBezTo>
                    <a:pt x="17" y="80"/>
                    <a:pt x="17" y="80"/>
                    <a:pt x="18" y="80"/>
                  </a:cubicBezTo>
                  <a:cubicBezTo>
                    <a:pt x="18" y="81"/>
                    <a:pt x="19" y="81"/>
                    <a:pt x="19" y="81"/>
                  </a:cubicBezTo>
                  <a:cubicBezTo>
                    <a:pt x="20" y="81"/>
                    <a:pt x="20" y="82"/>
                    <a:pt x="21" y="82"/>
                  </a:cubicBezTo>
                  <a:cubicBezTo>
                    <a:pt x="21" y="82"/>
                    <a:pt x="22" y="82"/>
                    <a:pt x="22" y="82"/>
                  </a:cubicBezTo>
                  <a:cubicBezTo>
                    <a:pt x="23" y="82"/>
                    <a:pt x="23" y="83"/>
                    <a:pt x="24" y="83"/>
                  </a:cubicBezTo>
                  <a:cubicBezTo>
                    <a:pt x="24" y="83"/>
                    <a:pt x="24" y="83"/>
                    <a:pt x="25" y="83"/>
                  </a:cubicBezTo>
                  <a:cubicBezTo>
                    <a:pt x="25" y="83"/>
                    <a:pt x="25" y="83"/>
                    <a:pt x="25" y="83"/>
                  </a:cubicBezTo>
                  <a:cubicBezTo>
                    <a:pt x="25" y="83"/>
                    <a:pt x="26" y="83"/>
                    <a:pt x="26" y="83"/>
                  </a:cubicBezTo>
                  <a:cubicBezTo>
                    <a:pt x="33" y="85"/>
                    <a:pt x="33" y="85"/>
                    <a:pt x="33" y="85"/>
                  </a:cubicBezTo>
                  <a:cubicBezTo>
                    <a:pt x="36" y="85"/>
                    <a:pt x="38" y="86"/>
                    <a:pt x="41" y="86"/>
                  </a:cubicBezTo>
                  <a:cubicBezTo>
                    <a:pt x="66" y="92"/>
                    <a:pt x="66" y="92"/>
                    <a:pt x="66" y="92"/>
                  </a:cubicBezTo>
                  <a:lnTo>
                    <a:pt x="156"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114"/>
            <p:cNvSpPr>
              <a:spLocks/>
            </p:cNvSpPr>
            <p:nvPr/>
          </p:nvSpPr>
          <p:spPr bwMode="auto">
            <a:xfrm>
              <a:off x="5235575" y="5900738"/>
              <a:ext cx="128588" cy="395288"/>
            </a:xfrm>
            <a:custGeom>
              <a:avLst/>
              <a:gdLst>
                <a:gd name="T0" fmla="*/ 0 w 80"/>
                <a:gd name="T1" fmla="*/ 206 h 246"/>
                <a:gd name="T2" fmla="*/ 40 w 80"/>
                <a:gd name="T3" fmla="*/ 246 h 246"/>
                <a:gd name="T4" fmla="*/ 80 w 80"/>
                <a:gd name="T5" fmla="*/ 206 h 246"/>
                <a:gd name="T6" fmla="*/ 80 w 80"/>
                <a:gd name="T7" fmla="*/ 8 h 246"/>
                <a:gd name="T8" fmla="*/ 0 w 80"/>
                <a:gd name="T9" fmla="*/ 0 h 246"/>
                <a:gd name="T10" fmla="*/ 0 w 80"/>
                <a:gd name="T11" fmla="*/ 206 h 246"/>
              </a:gdLst>
              <a:ahLst/>
              <a:cxnLst>
                <a:cxn ang="0">
                  <a:pos x="T0" y="T1"/>
                </a:cxn>
                <a:cxn ang="0">
                  <a:pos x="T2" y="T3"/>
                </a:cxn>
                <a:cxn ang="0">
                  <a:pos x="T4" y="T5"/>
                </a:cxn>
                <a:cxn ang="0">
                  <a:pos x="T6" y="T7"/>
                </a:cxn>
                <a:cxn ang="0">
                  <a:pos x="T8" y="T9"/>
                </a:cxn>
                <a:cxn ang="0">
                  <a:pos x="T10" y="T11"/>
                </a:cxn>
              </a:cxnLst>
              <a:rect l="0" t="0" r="r" b="b"/>
              <a:pathLst>
                <a:path w="80" h="246">
                  <a:moveTo>
                    <a:pt x="0" y="206"/>
                  </a:moveTo>
                  <a:cubicBezTo>
                    <a:pt x="0" y="228"/>
                    <a:pt x="18" y="246"/>
                    <a:pt x="40" y="246"/>
                  </a:cubicBezTo>
                  <a:cubicBezTo>
                    <a:pt x="62" y="246"/>
                    <a:pt x="80" y="228"/>
                    <a:pt x="80" y="206"/>
                  </a:cubicBezTo>
                  <a:cubicBezTo>
                    <a:pt x="80" y="8"/>
                    <a:pt x="80" y="8"/>
                    <a:pt x="80" y="8"/>
                  </a:cubicBezTo>
                  <a:cubicBezTo>
                    <a:pt x="48" y="7"/>
                    <a:pt x="24" y="4"/>
                    <a:pt x="0" y="0"/>
                  </a:cubicBezTo>
                  <a:lnTo>
                    <a:pt x="0" y="2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115"/>
            <p:cNvSpPr>
              <a:spLocks/>
            </p:cNvSpPr>
            <p:nvPr/>
          </p:nvSpPr>
          <p:spPr bwMode="auto">
            <a:xfrm>
              <a:off x="5383213" y="5900738"/>
              <a:ext cx="128588" cy="395288"/>
            </a:xfrm>
            <a:custGeom>
              <a:avLst/>
              <a:gdLst>
                <a:gd name="T0" fmla="*/ 0 w 80"/>
                <a:gd name="T1" fmla="*/ 206 h 246"/>
                <a:gd name="T2" fmla="*/ 40 w 80"/>
                <a:gd name="T3" fmla="*/ 246 h 246"/>
                <a:gd name="T4" fmla="*/ 80 w 80"/>
                <a:gd name="T5" fmla="*/ 206 h 246"/>
                <a:gd name="T6" fmla="*/ 80 w 80"/>
                <a:gd name="T7" fmla="*/ 0 h 246"/>
                <a:gd name="T8" fmla="*/ 0 w 80"/>
                <a:gd name="T9" fmla="*/ 8 h 246"/>
                <a:gd name="T10" fmla="*/ 0 w 80"/>
                <a:gd name="T11" fmla="*/ 206 h 246"/>
              </a:gdLst>
              <a:ahLst/>
              <a:cxnLst>
                <a:cxn ang="0">
                  <a:pos x="T0" y="T1"/>
                </a:cxn>
                <a:cxn ang="0">
                  <a:pos x="T2" y="T3"/>
                </a:cxn>
                <a:cxn ang="0">
                  <a:pos x="T4" y="T5"/>
                </a:cxn>
                <a:cxn ang="0">
                  <a:pos x="T6" y="T7"/>
                </a:cxn>
                <a:cxn ang="0">
                  <a:pos x="T8" y="T9"/>
                </a:cxn>
                <a:cxn ang="0">
                  <a:pos x="T10" y="T11"/>
                </a:cxn>
              </a:cxnLst>
              <a:rect l="0" t="0" r="r" b="b"/>
              <a:pathLst>
                <a:path w="80" h="246">
                  <a:moveTo>
                    <a:pt x="0" y="206"/>
                  </a:moveTo>
                  <a:cubicBezTo>
                    <a:pt x="0" y="228"/>
                    <a:pt x="18" y="246"/>
                    <a:pt x="40" y="246"/>
                  </a:cubicBezTo>
                  <a:cubicBezTo>
                    <a:pt x="62" y="246"/>
                    <a:pt x="80" y="228"/>
                    <a:pt x="80" y="206"/>
                  </a:cubicBezTo>
                  <a:cubicBezTo>
                    <a:pt x="80" y="0"/>
                    <a:pt x="80" y="0"/>
                    <a:pt x="80" y="0"/>
                  </a:cubicBezTo>
                  <a:cubicBezTo>
                    <a:pt x="60" y="4"/>
                    <a:pt x="32" y="7"/>
                    <a:pt x="0" y="8"/>
                  </a:cubicBezTo>
                  <a:lnTo>
                    <a:pt x="0" y="2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116"/>
            <p:cNvSpPr>
              <a:spLocks noEditPoints="1"/>
            </p:cNvSpPr>
            <p:nvPr/>
          </p:nvSpPr>
          <p:spPr bwMode="auto">
            <a:xfrm>
              <a:off x="4999038" y="5141913"/>
              <a:ext cx="936625" cy="1157288"/>
            </a:xfrm>
            <a:custGeom>
              <a:avLst/>
              <a:gdLst>
                <a:gd name="T0" fmla="*/ 24 w 584"/>
                <a:gd name="T1" fmla="*/ 345 h 722"/>
                <a:gd name="T2" fmla="*/ 54 w 584"/>
                <a:gd name="T3" fmla="*/ 323 h 722"/>
                <a:gd name="T4" fmla="*/ 61 w 584"/>
                <a:gd name="T5" fmla="*/ 434 h 722"/>
                <a:gd name="T6" fmla="*/ 324 w 584"/>
                <a:gd name="T7" fmla="*/ 462 h 722"/>
                <a:gd name="T8" fmla="*/ 364 w 584"/>
                <a:gd name="T9" fmla="*/ 363 h 722"/>
                <a:gd name="T10" fmla="*/ 371 w 584"/>
                <a:gd name="T11" fmla="*/ 256 h 722"/>
                <a:gd name="T12" fmla="*/ 357 w 584"/>
                <a:gd name="T13" fmla="*/ 122 h 722"/>
                <a:gd name="T14" fmla="*/ 402 w 584"/>
                <a:gd name="T15" fmla="*/ 242 h 722"/>
                <a:gd name="T16" fmla="*/ 376 w 584"/>
                <a:gd name="T17" fmla="*/ 372 h 722"/>
                <a:gd name="T18" fmla="*/ 336 w 584"/>
                <a:gd name="T19" fmla="*/ 404 h 722"/>
                <a:gd name="T20" fmla="*/ 366 w 584"/>
                <a:gd name="T21" fmla="*/ 692 h 722"/>
                <a:gd name="T22" fmla="*/ 368 w 584"/>
                <a:gd name="T23" fmla="*/ 710 h 722"/>
                <a:gd name="T24" fmla="*/ 392 w 584"/>
                <a:gd name="T25" fmla="*/ 710 h 722"/>
                <a:gd name="T26" fmla="*/ 528 w 584"/>
                <a:gd name="T27" fmla="*/ 692 h 722"/>
                <a:gd name="T28" fmla="*/ 540 w 584"/>
                <a:gd name="T29" fmla="*/ 722 h 722"/>
                <a:gd name="T30" fmla="*/ 552 w 584"/>
                <a:gd name="T31" fmla="*/ 692 h 722"/>
                <a:gd name="T32" fmla="*/ 584 w 584"/>
                <a:gd name="T33" fmla="*/ 662 h 722"/>
                <a:gd name="T34" fmla="*/ 553 w 584"/>
                <a:gd name="T35" fmla="*/ 372 h 722"/>
                <a:gd name="T36" fmla="*/ 544 w 584"/>
                <a:gd name="T37" fmla="*/ 280 h 722"/>
                <a:gd name="T38" fmla="*/ 454 w 584"/>
                <a:gd name="T39" fmla="*/ 240 h 722"/>
                <a:gd name="T40" fmla="*/ 337 w 584"/>
                <a:gd name="T41" fmla="*/ 23 h 722"/>
                <a:gd name="T42" fmla="*/ 235 w 584"/>
                <a:gd name="T43" fmla="*/ 0 h 722"/>
                <a:gd name="T44" fmla="*/ 169 w 584"/>
                <a:gd name="T45" fmla="*/ 8 h 722"/>
                <a:gd name="T46" fmla="*/ 121 w 584"/>
                <a:gd name="T47" fmla="*/ 31 h 722"/>
                <a:gd name="T48" fmla="*/ 528 w 584"/>
                <a:gd name="T49" fmla="*/ 280 h 722"/>
                <a:gd name="T50" fmla="*/ 392 w 584"/>
                <a:gd name="T51" fmla="*/ 372 h 722"/>
                <a:gd name="T52" fmla="*/ 405 w 584"/>
                <a:gd name="T53" fmla="*/ 258 h 722"/>
                <a:gd name="T54" fmla="*/ 442 w 584"/>
                <a:gd name="T55" fmla="*/ 345 h 722"/>
                <a:gd name="T56" fmla="*/ 467 w 584"/>
                <a:gd name="T57" fmla="*/ 316 h 722"/>
                <a:gd name="T58" fmla="*/ 504 w 584"/>
                <a:gd name="T59" fmla="*/ 256 h 722"/>
                <a:gd name="T60" fmla="*/ 552 w 584"/>
                <a:gd name="T61" fmla="*/ 440 h 722"/>
                <a:gd name="T62" fmla="*/ 368 w 584"/>
                <a:gd name="T63" fmla="*/ 452 h 722"/>
                <a:gd name="T64" fmla="*/ 552 w 584"/>
                <a:gd name="T65" fmla="*/ 440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84" h="722">
                  <a:moveTo>
                    <a:pt x="2" y="316"/>
                  </a:moveTo>
                  <a:cubicBezTo>
                    <a:pt x="0" y="330"/>
                    <a:pt x="10" y="343"/>
                    <a:pt x="24" y="345"/>
                  </a:cubicBezTo>
                  <a:cubicBezTo>
                    <a:pt x="26" y="345"/>
                    <a:pt x="27" y="345"/>
                    <a:pt x="28" y="345"/>
                  </a:cubicBezTo>
                  <a:cubicBezTo>
                    <a:pt x="41" y="345"/>
                    <a:pt x="52" y="336"/>
                    <a:pt x="54" y="323"/>
                  </a:cubicBezTo>
                  <a:cubicBezTo>
                    <a:pt x="70" y="197"/>
                    <a:pt x="102" y="131"/>
                    <a:pt x="130" y="96"/>
                  </a:cubicBezTo>
                  <a:cubicBezTo>
                    <a:pt x="61" y="434"/>
                    <a:pt x="61" y="434"/>
                    <a:pt x="61" y="434"/>
                  </a:cubicBezTo>
                  <a:cubicBezTo>
                    <a:pt x="61" y="434"/>
                    <a:pt x="121" y="470"/>
                    <a:pt x="234" y="470"/>
                  </a:cubicBezTo>
                  <a:cubicBezTo>
                    <a:pt x="270" y="470"/>
                    <a:pt x="300" y="466"/>
                    <a:pt x="324" y="462"/>
                  </a:cubicBezTo>
                  <a:cubicBezTo>
                    <a:pt x="324" y="404"/>
                    <a:pt x="324" y="404"/>
                    <a:pt x="324" y="404"/>
                  </a:cubicBezTo>
                  <a:cubicBezTo>
                    <a:pt x="324" y="382"/>
                    <a:pt x="344" y="363"/>
                    <a:pt x="364" y="363"/>
                  </a:cubicBezTo>
                  <a:cubicBezTo>
                    <a:pt x="364" y="280"/>
                    <a:pt x="364" y="280"/>
                    <a:pt x="364" y="280"/>
                  </a:cubicBezTo>
                  <a:cubicBezTo>
                    <a:pt x="364" y="271"/>
                    <a:pt x="367" y="263"/>
                    <a:pt x="371" y="256"/>
                  </a:cubicBezTo>
                  <a:cubicBezTo>
                    <a:pt x="339" y="96"/>
                    <a:pt x="339" y="96"/>
                    <a:pt x="339" y="96"/>
                  </a:cubicBezTo>
                  <a:cubicBezTo>
                    <a:pt x="345" y="104"/>
                    <a:pt x="351" y="112"/>
                    <a:pt x="357" y="122"/>
                  </a:cubicBezTo>
                  <a:cubicBezTo>
                    <a:pt x="372" y="148"/>
                    <a:pt x="387" y="183"/>
                    <a:pt x="399" y="233"/>
                  </a:cubicBezTo>
                  <a:cubicBezTo>
                    <a:pt x="400" y="236"/>
                    <a:pt x="401" y="239"/>
                    <a:pt x="402" y="242"/>
                  </a:cubicBezTo>
                  <a:cubicBezTo>
                    <a:pt x="386" y="248"/>
                    <a:pt x="376" y="262"/>
                    <a:pt x="376" y="280"/>
                  </a:cubicBezTo>
                  <a:cubicBezTo>
                    <a:pt x="376" y="372"/>
                    <a:pt x="376" y="372"/>
                    <a:pt x="376" y="372"/>
                  </a:cubicBezTo>
                  <a:cubicBezTo>
                    <a:pt x="366" y="372"/>
                    <a:pt x="366" y="372"/>
                    <a:pt x="366" y="372"/>
                  </a:cubicBezTo>
                  <a:cubicBezTo>
                    <a:pt x="348" y="372"/>
                    <a:pt x="336" y="387"/>
                    <a:pt x="336" y="404"/>
                  </a:cubicBezTo>
                  <a:cubicBezTo>
                    <a:pt x="336" y="662"/>
                    <a:pt x="336" y="662"/>
                    <a:pt x="336" y="662"/>
                  </a:cubicBezTo>
                  <a:cubicBezTo>
                    <a:pt x="336" y="679"/>
                    <a:pt x="348" y="692"/>
                    <a:pt x="366" y="692"/>
                  </a:cubicBezTo>
                  <a:cubicBezTo>
                    <a:pt x="368" y="692"/>
                    <a:pt x="368" y="692"/>
                    <a:pt x="368" y="692"/>
                  </a:cubicBezTo>
                  <a:cubicBezTo>
                    <a:pt x="368" y="710"/>
                    <a:pt x="368" y="710"/>
                    <a:pt x="368" y="710"/>
                  </a:cubicBezTo>
                  <a:cubicBezTo>
                    <a:pt x="368" y="717"/>
                    <a:pt x="373" y="722"/>
                    <a:pt x="380" y="722"/>
                  </a:cubicBezTo>
                  <a:cubicBezTo>
                    <a:pt x="387" y="722"/>
                    <a:pt x="392" y="717"/>
                    <a:pt x="392" y="710"/>
                  </a:cubicBezTo>
                  <a:cubicBezTo>
                    <a:pt x="392" y="692"/>
                    <a:pt x="392" y="692"/>
                    <a:pt x="392" y="692"/>
                  </a:cubicBezTo>
                  <a:cubicBezTo>
                    <a:pt x="528" y="692"/>
                    <a:pt x="528" y="692"/>
                    <a:pt x="528" y="692"/>
                  </a:cubicBezTo>
                  <a:cubicBezTo>
                    <a:pt x="528" y="710"/>
                    <a:pt x="528" y="710"/>
                    <a:pt x="528" y="710"/>
                  </a:cubicBezTo>
                  <a:cubicBezTo>
                    <a:pt x="528" y="717"/>
                    <a:pt x="533" y="722"/>
                    <a:pt x="540" y="722"/>
                  </a:cubicBezTo>
                  <a:cubicBezTo>
                    <a:pt x="547" y="722"/>
                    <a:pt x="552" y="717"/>
                    <a:pt x="552" y="710"/>
                  </a:cubicBezTo>
                  <a:cubicBezTo>
                    <a:pt x="552" y="692"/>
                    <a:pt x="552" y="692"/>
                    <a:pt x="552" y="692"/>
                  </a:cubicBezTo>
                  <a:cubicBezTo>
                    <a:pt x="553" y="692"/>
                    <a:pt x="553" y="692"/>
                    <a:pt x="553" y="692"/>
                  </a:cubicBezTo>
                  <a:cubicBezTo>
                    <a:pt x="570" y="692"/>
                    <a:pt x="584" y="679"/>
                    <a:pt x="584" y="662"/>
                  </a:cubicBezTo>
                  <a:cubicBezTo>
                    <a:pt x="584" y="404"/>
                    <a:pt x="584" y="404"/>
                    <a:pt x="584" y="404"/>
                  </a:cubicBezTo>
                  <a:cubicBezTo>
                    <a:pt x="584" y="387"/>
                    <a:pt x="570" y="372"/>
                    <a:pt x="553" y="372"/>
                  </a:cubicBezTo>
                  <a:cubicBezTo>
                    <a:pt x="544" y="372"/>
                    <a:pt x="544" y="372"/>
                    <a:pt x="544" y="372"/>
                  </a:cubicBezTo>
                  <a:cubicBezTo>
                    <a:pt x="544" y="280"/>
                    <a:pt x="544" y="280"/>
                    <a:pt x="544" y="280"/>
                  </a:cubicBezTo>
                  <a:cubicBezTo>
                    <a:pt x="544" y="258"/>
                    <a:pt x="526" y="240"/>
                    <a:pt x="504" y="240"/>
                  </a:cubicBezTo>
                  <a:cubicBezTo>
                    <a:pt x="454" y="240"/>
                    <a:pt x="454" y="240"/>
                    <a:pt x="454" y="240"/>
                  </a:cubicBezTo>
                  <a:cubicBezTo>
                    <a:pt x="453" y="236"/>
                    <a:pt x="453" y="234"/>
                    <a:pt x="452" y="231"/>
                  </a:cubicBezTo>
                  <a:cubicBezTo>
                    <a:pt x="422" y="100"/>
                    <a:pt x="372" y="45"/>
                    <a:pt x="337" y="23"/>
                  </a:cubicBezTo>
                  <a:cubicBezTo>
                    <a:pt x="319" y="12"/>
                    <a:pt x="306" y="9"/>
                    <a:pt x="300" y="8"/>
                  </a:cubicBezTo>
                  <a:cubicBezTo>
                    <a:pt x="293" y="6"/>
                    <a:pt x="264" y="0"/>
                    <a:pt x="235" y="0"/>
                  </a:cubicBezTo>
                  <a:cubicBezTo>
                    <a:pt x="235" y="0"/>
                    <a:pt x="235" y="0"/>
                    <a:pt x="235" y="0"/>
                  </a:cubicBezTo>
                  <a:cubicBezTo>
                    <a:pt x="205" y="0"/>
                    <a:pt x="176" y="6"/>
                    <a:pt x="169" y="8"/>
                  </a:cubicBezTo>
                  <a:cubicBezTo>
                    <a:pt x="163" y="9"/>
                    <a:pt x="150" y="12"/>
                    <a:pt x="133" y="23"/>
                  </a:cubicBezTo>
                  <a:cubicBezTo>
                    <a:pt x="129" y="25"/>
                    <a:pt x="125" y="28"/>
                    <a:pt x="121" y="31"/>
                  </a:cubicBezTo>
                  <a:cubicBezTo>
                    <a:pt x="80" y="63"/>
                    <a:pt x="25" y="139"/>
                    <a:pt x="2" y="316"/>
                  </a:cubicBezTo>
                  <a:close/>
                  <a:moveTo>
                    <a:pt x="528" y="280"/>
                  </a:moveTo>
                  <a:cubicBezTo>
                    <a:pt x="528" y="372"/>
                    <a:pt x="528" y="372"/>
                    <a:pt x="528" y="372"/>
                  </a:cubicBezTo>
                  <a:cubicBezTo>
                    <a:pt x="392" y="372"/>
                    <a:pt x="392" y="372"/>
                    <a:pt x="392" y="372"/>
                  </a:cubicBezTo>
                  <a:cubicBezTo>
                    <a:pt x="392" y="280"/>
                    <a:pt x="392" y="280"/>
                    <a:pt x="392" y="280"/>
                  </a:cubicBezTo>
                  <a:cubicBezTo>
                    <a:pt x="392" y="270"/>
                    <a:pt x="397" y="262"/>
                    <a:pt x="405" y="258"/>
                  </a:cubicBezTo>
                  <a:cubicBezTo>
                    <a:pt x="410" y="277"/>
                    <a:pt x="413" y="299"/>
                    <a:pt x="416" y="323"/>
                  </a:cubicBezTo>
                  <a:cubicBezTo>
                    <a:pt x="418" y="336"/>
                    <a:pt x="429" y="345"/>
                    <a:pt x="442" y="345"/>
                  </a:cubicBezTo>
                  <a:cubicBezTo>
                    <a:pt x="443" y="345"/>
                    <a:pt x="444" y="345"/>
                    <a:pt x="445" y="345"/>
                  </a:cubicBezTo>
                  <a:cubicBezTo>
                    <a:pt x="459" y="343"/>
                    <a:pt x="469" y="330"/>
                    <a:pt x="467" y="316"/>
                  </a:cubicBezTo>
                  <a:cubicBezTo>
                    <a:pt x="464" y="294"/>
                    <a:pt x="461" y="276"/>
                    <a:pt x="457" y="256"/>
                  </a:cubicBezTo>
                  <a:cubicBezTo>
                    <a:pt x="504" y="256"/>
                    <a:pt x="504" y="256"/>
                    <a:pt x="504" y="256"/>
                  </a:cubicBezTo>
                  <a:cubicBezTo>
                    <a:pt x="517" y="256"/>
                    <a:pt x="528" y="266"/>
                    <a:pt x="528" y="280"/>
                  </a:cubicBezTo>
                  <a:close/>
                  <a:moveTo>
                    <a:pt x="552" y="440"/>
                  </a:moveTo>
                  <a:cubicBezTo>
                    <a:pt x="552" y="452"/>
                    <a:pt x="552" y="452"/>
                    <a:pt x="552" y="452"/>
                  </a:cubicBezTo>
                  <a:cubicBezTo>
                    <a:pt x="368" y="452"/>
                    <a:pt x="368" y="452"/>
                    <a:pt x="368" y="452"/>
                  </a:cubicBezTo>
                  <a:cubicBezTo>
                    <a:pt x="368" y="440"/>
                    <a:pt x="368" y="440"/>
                    <a:pt x="368" y="440"/>
                  </a:cubicBezTo>
                  <a:lnTo>
                    <a:pt x="552" y="4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17"/>
            <p:cNvSpPr>
              <a:spLocks noEditPoints="1"/>
            </p:cNvSpPr>
            <p:nvPr/>
          </p:nvSpPr>
          <p:spPr bwMode="auto">
            <a:xfrm>
              <a:off x="5237163" y="4835526"/>
              <a:ext cx="276225" cy="274638"/>
            </a:xfrm>
            <a:custGeom>
              <a:avLst/>
              <a:gdLst>
                <a:gd name="T0" fmla="*/ 172 w 172"/>
                <a:gd name="T1" fmla="*/ 86 h 172"/>
                <a:gd name="T2" fmla="*/ 86 w 172"/>
                <a:gd name="T3" fmla="*/ 0 h 172"/>
                <a:gd name="T4" fmla="*/ 0 w 172"/>
                <a:gd name="T5" fmla="*/ 86 h 172"/>
                <a:gd name="T6" fmla="*/ 86 w 172"/>
                <a:gd name="T7" fmla="*/ 172 h 172"/>
                <a:gd name="T8" fmla="*/ 172 w 172"/>
                <a:gd name="T9" fmla="*/ 86 h 172"/>
                <a:gd name="T10" fmla="*/ 29 w 172"/>
                <a:gd name="T11" fmla="*/ 115 h 172"/>
                <a:gd name="T12" fmla="*/ 142 w 172"/>
                <a:gd name="T13" fmla="*/ 115 h 172"/>
                <a:gd name="T14" fmla="*/ 86 w 172"/>
                <a:gd name="T15" fmla="*/ 146 h 172"/>
                <a:gd name="T16" fmla="*/ 29 w 172"/>
                <a:gd name="T17" fmla="*/ 115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2" h="172">
                  <a:moveTo>
                    <a:pt x="172" y="86"/>
                  </a:moveTo>
                  <a:cubicBezTo>
                    <a:pt x="172" y="38"/>
                    <a:pt x="133" y="0"/>
                    <a:pt x="86" y="0"/>
                  </a:cubicBezTo>
                  <a:cubicBezTo>
                    <a:pt x="38" y="0"/>
                    <a:pt x="0" y="38"/>
                    <a:pt x="0" y="86"/>
                  </a:cubicBezTo>
                  <a:cubicBezTo>
                    <a:pt x="0" y="133"/>
                    <a:pt x="38" y="172"/>
                    <a:pt x="86" y="172"/>
                  </a:cubicBezTo>
                  <a:cubicBezTo>
                    <a:pt x="133" y="172"/>
                    <a:pt x="172" y="133"/>
                    <a:pt x="172" y="86"/>
                  </a:cubicBezTo>
                  <a:close/>
                  <a:moveTo>
                    <a:pt x="29" y="115"/>
                  </a:moveTo>
                  <a:cubicBezTo>
                    <a:pt x="142" y="115"/>
                    <a:pt x="142" y="115"/>
                    <a:pt x="142" y="115"/>
                  </a:cubicBezTo>
                  <a:cubicBezTo>
                    <a:pt x="130" y="135"/>
                    <a:pt x="109" y="146"/>
                    <a:pt x="86" y="146"/>
                  </a:cubicBezTo>
                  <a:cubicBezTo>
                    <a:pt x="62" y="146"/>
                    <a:pt x="41" y="135"/>
                    <a:pt x="29" y="1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118"/>
            <p:cNvSpPr>
              <a:spLocks noEditPoints="1"/>
            </p:cNvSpPr>
            <p:nvPr/>
          </p:nvSpPr>
          <p:spPr bwMode="auto">
            <a:xfrm>
              <a:off x="4318000" y="5526088"/>
              <a:ext cx="398463" cy="773113"/>
            </a:xfrm>
            <a:custGeom>
              <a:avLst/>
              <a:gdLst>
                <a:gd name="T0" fmla="*/ 79 w 248"/>
                <a:gd name="T1" fmla="*/ 0 h 482"/>
                <a:gd name="T2" fmla="*/ 40 w 248"/>
                <a:gd name="T3" fmla="*/ 40 h 482"/>
                <a:gd name="T4" fmla="*/ 40 w 248"/>
                <a:gd name="T5" fmla="*/ 132 h 482"/>
                <a:gd name="T6" fmla="*/ 30 w 248"/>
                <a:gd name="T7" fmla="*/ 132 h 482"/>
                <a:gd name="T8" fmla="*/ 0 w 248"/>
                <a:gd name="T9" fmla="*/ 164 h 482"/>
                <a:gd name="T10" fmla="*/ 0 w 248"/>
                <a:gd name="T11" fmla="*/ 422 h 482"/>
                <a:gd name="T12" fmla="*/ 30 w 248"/>
                <a:gd name="T13" fmla="*/ 452 h 482"/>
                <a:gd name="T14" fmla="*/ 32 w 248"/>
                <a:gd name="T15" fmla="*/ 452 h 482"/>
                <a:gd name="T16" fmla="*/ 32 w 248"/>
                <a:gd name="T17" fmla="*/ 470 h 482"/>
                <a:gd name="T18" fmla="*/ 44 w 248"/>
                <a:gd name="T19" fmla="*/ 482 h 482"/>
                <a:gd name="T20" fmla="*/ 56 w 248"/>
                <a:gd name="T21" fmla="*/ 470 h 482"/>
                <a:gd name="T22" fmla="*/ 56 w 248"/>
                <a:gd name="T23" fmla="*/ 452 h 482"/>
                <a:gd name="T24" fmla="*/ 192 w 248"/>
                <a:gd name="T25" fmla="*/ 452 h 482"/>
                <a:gd name="T26" fmla="*/ 192 w 248"/>
                <a:gd name="T27" fmla="*/ 470 h 482"/>
                <a:gd name="T28" fmla="*/ 204 w 248"/>
                <a:gd name="T29" fmla="*/ 482 h 482"/>
                <a:gd name="T30" fmla="*/ 216 w 248"/>
                <a:gd name="T31" fmla="*/ 470 h 482"/>
                <a:gd name="T32" fmla="*/ 216 w 248"/>
                <a:gd name="T33" fmla="*/ 452 h 482"/>
                <a:gd name="T34" fmla="*/ 217 w 248"/>
                <a:gd name="T35" fmla="*/ 452 h 482"/>
                <a:gd name="T36" fmla="*/ 248 w 248"/>
                <a:gd name="T37" fmla="*/ 422 h 482"/>
                <a:gd name="T38" fmla="*/ 248 w 248"/>
                <a:gd name="T39" fmla="*/ 164 h 482"/>
                <a:gd name="T40" fmla="*/ 217 w 248"/>
                <a:gd name="T41" fmla="*/ 132 h 482"/>
                <a:gd name="T42" fmla="*/ 208 w 248"/>
                <a:gd name="T43" fmla="*/ 132 h 482"/>
                <a:gd name="T44" fmla="*/ 208 w 248"/>
                <a:gd name="T45" fmla="*/ 40 h 482"/>
                <a:gd name="T46" fmla="*/ 168 w 248"/>
                <a:gd name="T47" fmla="*/ 0 h 482"/>
                <a:gd name="T48" fmla="*/ 79 w 248"/>
                <a:gd name="T49" fmla="*/ 0 h 482"/>
                <a:gd name="T50" fmla="*/ 192 w 248"/>
                <a:gd name="T51" fmla="*/ 132 h 482"/>
                <a:gd name="T52" fmla="*/ 56 w 248"/>
                <a:gd name="T53" fmla="*/ 132 h 482"/>
                <a:gd name="T54" fmla="*/ 56 w 248"/>
                <a:gd name="T55" fmla="*/ 40 h 482"/>
                <a:gd name="T56" fmla="*/ 79 w 248"/>
                <a:gd name="T57" fmla="*/ 16 h 482"/>
                <a:gd name="T58" fmla="*/ 168 w 248"/>
                <a:gd name="T59" fmla="*/ 16 h 482"/>
                <a:gd name="T60" fmla="*/ 192 w 248"/>
                <a:gd name="T61" fmla="*/ 40 h 482"/>
                <a:gd name="T62" fmla="*/ 192 w 248"/>
                <a:gd name="T63" fmla="*/ 132 h 482"/>
                <a:gd name="T64" fmla="*/ 216 w 248"/>
                <a:gd name="T65" fmla="*/ 200 h 482"/>
                <a:gd name="T66" fmla="*/ 216 w 248"/>
                <a:gd name="T67" fmla="*/ 212 h 482"/>
                <a:gd name="T68" fmla="*/ 32 w 248"/>
                <a:gd name="T69" fmla="*/ 212 h 482"/>
                <a:gd name="T70" fmla="*/ 32 w 248"/>
                <a:gd name="T71" fmla="*/ 200 h 482"/>
                <a:gd name="T72" fmla="*/ 216 w 248"/>
                <a:gd name="T73" fmla="*/ 200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48" h="482">
                  <a:moveTo>
                    <a:pt x="79" y="0"/>
                  </a:moveTo>
                  <a:cubicBezTo>
                    <a:pt x="57" y="0"/>
                    <a:pt x="40" y="18"/>
                    <a:pt x="40" y="40"/>
                  </a:cubicBezTo>
                  <a:cubicBezTo>
                    <a:pt x="40" y="132"/>
                    <a:pt x="40" y="132"/>
                    <a:pt x="40" y="132"/>
                  </a:cubicBezTo>
                  <a:cubicBezTo>
                    <a:pt x="30" y="132"/>
                    <a:pt x="30" y="132"/>
                    <a:pt x="30" y="132"/>
                  </a:cubicBezTo>
                  <a:cubicBezTo>
                    <a:pt x="12" y="132"/>
                    <a:pt x="0" y="147"/>
                    <a:pt x="0" y="164"/>
                  </a:cubicBezTo>
                  <a:cubicBezTo>
                    <a:pt x="0" y="422"/>
                    <a:pt x="0" y="422"/>
                    <a:pt x="0" y="422"/>
                  </a:cubicBezTo>
                  <a:cubicBezTo>
                    <a:pt x="0" y="439"/>
                    <a:pt x="12" y="452"/>
                    <a:pt x="30" y="452"/>
                  </a:cubicBezTo>
                  <a:cubicBezTo>
                    <a:pt x="32" y="452"/>
                    <a:pt x="32" y="452"/>
                    <a:pt x="32" y="452"/>
                  </a:cubicBezTo>
                  <a:cubicBezTo>
                    <a:pt x="32" y="470"/>
                    <a:pt x="32" y="470"/>
                    <a:pt x="32" y="470"/>
                  </a:cubicBezTo>
                  <a:cubicBezTo>
                    <a:pt x="32" y="477"/>
                    <a:pt x="37" y="482"/>
                    <a:pt x="44" y="482"/>
                  </a:cubicBezTo>
                  <a:cubicBezTo>
                    <a:pt x="51" y="482"/>
                    <a:pt x="56" y="477"/>
                    <a:pt x="56" y="470"/>
                  </a:cubicBezTo>
                  <a:cubicBezTo>
                    <a:pt x="56" y="452"/>
                    <a:pt x="56" y="452"/>
                    <a:pt x="56" y="452"/>
                  </a:cubicBezTo>
                  <a:cubicBezTo>
                    <a:pt x="192" y="452"/>
                    <a:pt x="192" y="452"/>
                    <a:pt x="192" y="452"/>
                  </a:cubicBezTo>
                  <a:cubicBezTo>
                    <a:pt x="192" y="470"/>
                    <a:pt x="192" y="470"/>
                    <a:pt x="192" y="470"/>
                  </a:cubicBezTo>
                  <a:cubicBezTo>
                    <a:pt x="192" y="477"/>
                    <a:pt x="197" y="482"/>
                    <a:pt x="204" y="482"/>
                  </a:cubicBezTo>
                  <a:cubicBezTo>
                    <a:pt x="211" y="482"/>
                    <a:pt x="216" y="477"/>
                    <a:pt x="216" y="470"/>
                  </a:cubicBezTo>
                  <a:cubicBezTo>
                    <a:pt x="216" y="452"/>
                    <a:pt x="216" y="452"/>
                    <a:pt x="216" y="452"/>
                  </a:cubicBezTo>
                  <a:cubicBezTo>
                    <a:pt x="217" y="452"/>
                    <a:pt x="217" y="452"/>
                    <a:pt x="217" y="452"/>
                  </a:cubicBezTo>
                  <a:cubicBezTo>
                    <a:pt x="234" y="452"/>
                    <a:pt x="248" y="439"/>
                    <a:pt x="248" y="422"/>
                  </a:cubicBezTo>
                  <a:cubicBezTo>
                    <a:pt x="248" y="164"/>
                    <a:pt x="248" y="164"/>
                    <a:pt x="248" y="164"/>
                  </a:cubicBezTo>
                  <a:cubicBezTo>
                    <a:pt x="248" y="147"/>
                    <a:pt x="234" y="132"/>
                    <a:pt x="217" y="132"/>
                  </a:cubicBezTo>
                  <a:cubicBezTo>
                    <a:pt x="208" y="132"/>
                    <a:pt x="208" y="132"/>
                    <a:pt x="208" y="132"/>
                  </a:cubicBezTo>
                  <a:cubicBezTo>
                    <a:pt x="208" y="40"/>
                    <a:pt x="208" y="40"/>
                    <a:pt x="208" y="40"/>
                  </a:cubicBezTo>
                  <a:cubicBezTo>
                    <a:pt x="208" y="18"/>
                    <a:pt x="190" y="0"/>
                    <a:pt x="168" y="0"/>
                  </a:cubicBezTo>
                  <a:lnTo>
                    <a:pt x="79" y="0"/>
                  </a:lnTo>
                  <a:close/>
                  <a:moveTo>
                    <a:pt x="192" y="132"/>
                  </a:moveTo>
                  <a:cubicBezTo>
                    <a:pt x="56" y="132"/>
                    <a:pt x="56" y="132"/>
                    <a:pt x="56" y="132"/>
                  </a:cubicBezTo>
                  <a:cubicBezTo>
                    <a:pt x="56" y="40"/>
                    <a:pt x="56" y="40"/>
                    <a:pt x="56" y="40"/>
                  </a:cubicBezTo>
                  <a:cubicBezTo>
                    <a:pt x="56" y="26"/>
                    <a:pt x="66" y="16"/>
                    <a:pt x="79" y="16"/>
                  </a:cubicBezTo>
                  <a:cubicBezTo>
                    <a:pt x="168" y="16"/>
                    <a:pt x="168" y="16"/>
                    <a:pt x="168" y="16"/>
                  </a:cubicBezTo>
                  <a:cubicBezTo>
                    <a:pt x="181" y="16"/>
                    <a:pt x="192" y="26"/>
                    <a:pt x="192" y="40"/>
                  </a:cubicBezTo>
                  <a:lnTo>
                    <a:pt x="192" y="132"/>
                  </a:lnTo>
                  <a:close/>
                  <a:moveTo>
                    <a:pt x="216" y="200"/>
                  </a:moveTo>
                  <a:cubicBezTo>
                    <a:pt x="216" y="212"/>
                    <a:pt x="216" y="212"/>
                    <a:pt x="216" y="212"/>
                  </a:cubicBezTo>
                  <a:cubicBezTo>
                    <a:pt x="32" y="212"/>
                    <a:pt x="32" y="212"/>
                    <a:pt x="32" y="212"/>
                  </a:cubicBezTo>
                  <a:cubicBezTo>
                    <a:pt x="32" y="200"/>
                    <a:pt x="32" y="200"/>
                    <a:pt x="32" y="200"/>
                  </a:cubicBezTo>
                  <a:lnTo>
                    <a:pt x="216" y="2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25" name="组合 124"/>
          <p:cNvGrpSpPr/>
          <p:nvPr/>
        </p:nvGrpSpPr>
        <p:grpSpPr>
          <a:xfrm>
            <a:off x="454025" y="547688"/>
            <a:ext cx="1160463" cy="1522413"/>
            <a:chOff x="454025" y="547688"/>
            <a:chExt cx="1160463" cy="1522413"/>
          </a:xfrm>
          <a:solidFill>
            <a:schemeClr val="tx1">
              <a:lumMod val="65000"/>
              <a:lumOff val="35000"/>
            </a:schemeClr>
          </a:solidFill>
        </p:grpSpPr>
        <p:sp>
          <p:nvSpPr>
            <p:cNvPr id="126" name="Freeform 119"/>
            <p:cNvSpPr>
              <a:spLocks/>
            </p:cNvSpPr>
            <p:nvPr/>
          </p:nvSpPr>
          <p:spPr bwMode="auto">
            <a:xfrm>
              <a:off x="454025" y="874713"/>
              <a:ext cx="631825" cy="1195388"/>
            </a:xfrm>
            <a:custGeom>
              <a:avLst/>
              <a:gdLst>
                <a:gd name="T0" fmla="*/ 42 w 394"/>
                <a:gd name="T1" fmla="*/ 382 h 745"/>
                <a:gd name="T2" fmla="*/ 44 w 394"/>
                <a:gd name="T3" fmla="*/ 382 h 745"/>
                <a:gd name="T4" fmla="*/ 75 w 394"/>
                <a:gd name="T5" fmla="*/ 348 h 745"/>
                <a:gd name="T6" fmla="*/ 101 w 394"/>
                <a:gd name="T7" fmla="*/ 96 h 745"/>
                <a:gd name="T8" fmla="*/ 101 w 394"/>
                <a:gd name="T9" fmla="*/ 228 h 745"/>
                <a:gd name="T10" fmla="*/ 101 w 394"/>
                <a:gd name="T11" fmla="*/ 304 h 745"/>
                <a:gd name="T12" fmla="*/ 101 w 394"/>
                <a:gd name="T13" fmla="*/ 696 h 745"/>
                <a:gd name="T14" fmla="*/ 149 w 394"/>
                <a:gd name="T15" fmla="*/ 745 h 745"/>
                <a:gd name="T16" fmla="*/ 197 w 394"/>
                <a:gd name="T17" fmla="*/ 696 h 745"/>
                <a:gd name="T18" fmla="*/ 197 w 394"/>
                <a:gd name="T19" fmla="*/ 336 h 745"/>
                <a:gd name="T20" fmla="*/ 217 w 394"/>
                <a:gd name="T21" fmla="*/ 336 h 745"/>
                <a:gd name="T22" fmla="*/ 217 w 394"/>
                <a:gd name="T23" fmla="*/ 696 h 745"/>
                <a:gd name="T24" fmla="*/ 267 w 394"/>
                <a:gd name="T25" fmla="*/ 745 h 745"/>
                <a:gd name="T26" fmla="*/ 317 w 394"/>
                <a:gd name="T27" fmla="*/ 696 h 745"/>
                <a:gd name="T28" fmla="*/ 317 w 394"/>
                <a:gd name="T29" fmla="*/ 304 h 745"/>
                <a:gd name="T30" fmla="*/ 317 w 394"/>
                <a:gd name="T31" fmla="*/ 228 h 745"/>
                <a:gd name="T32" fmla="*/ 317 w 394"/>
                <a:gd name="T33" fmla="*/ 90 h 745"/>
                <a:gd name="T34" fmla="*/ 369 w 394"/>
                <a:gd name="T35" fmla="*/ 122 h 745"/>
                <a:gd name="T36" fmla="*/ 394 w 394"/>
                <a:gd name="T37" fmla="*/ 63 h 745"/>
                <a:gd name="T38" fmla="*/ 307 w 394"/>
                <a:gd name="T39" fmla="*/ 9 h 745"/>
                <a:gd name="T40" fmla="*/ 285 w 394"/>
                <a:gd name="T41" fmla="*/ 0 h 745"/>
                <a:gd name="T42" fmla="*/ 130 w 394"/>
                <a:gd name="T43" fmla="*/ 0 h 745"/>
                <a:gd name="T44" fmla="*/ 128 w 394"/>
                <a:gd name="T45" fmla="*/ 0 h 745"/>
                <a:gd name="T46" fmla="*/ 73 w 394"/>
                <a:gd name="T47" fmla="*/ 24 h 745"/>
                <a:gd name="T48" fmla="*/ 10 w 394"/>
                <a:gd name="T49" fmla="*/ 352 h 745"/>
                <a:gd name="T50" fmla="*/ 42 w 394"/>
                <a:gd name="T51" fmla="*/ 38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94" h="745">
                  <a:moveTo>
                    <a:pt x="42" y="382"/>
                  </a:moveTo>
                  <a:cubicBezTo>
                    <a:pt x="43" y="382"/>
                    <a:pt x="43" y="382"/>
                    <a:pt x="44" y="382"/>
                  </a:cubicBezTo>
                  <a:cubicBezTo>
                    <a:pt x="61" y="381"/>
                    <a:pt x="76" y="366"/>
                    <a:pt x="75" y="348"/>
                  </a:cubicBezTo>
                  <a:cubicBezTo>
                    <a:pt x="66" y="208"/>
                    <a:pt x="81" y="133"/>
                    <a:pt x="101" y="96"/>
                  </a:cubicBezTo>
                  <a:cubicBezTo>
                    <a:pt x="101" y="228"/>
                    <a:pt x="101" y="228"/>
                    <a:pt x="101" y="228"/>
                  </a:cubicBezTo>
                  <a:cubicBezTo>
                    <a:pt x="101" y="304"/>
                    <a:pt x="101" y="304"/>
                    <a:pt x="101" y="304"/>
                  </a:cubicBezTo>
                  <a:cubicBezTo>
                    <a:pt x="101" y="696"/>
                    <a:pt x="101" y="696"/>
                    <a:pt x="101" y="696"/>
                  </a:cubicBezTo>
                  <a:cubicBezTo>
                    <a:pt x="101" y="723"/>
                    <a:pt x="122" y="745"/>
                    <a:pt x="149" y="745"/>
                  </a:cubicBezTo>
                  <a:cubicBezTo>
                    <a:pt x="176" y="745"/>
                    <a:pt x="197" y="723"/>
                    <a:pt x="197" y="696"/>
                  </a:cubicBezTo>
                  <a:cubicBezTo>
                    <a:pt x="197" y="336"/>
                    <a:pt x="197" y="336"/>
                    <a:pt x="197" y="336"/>
                  </a:cubicBezTo>
                  <a:cubicBezTo>
                    <a:pt x="217" y="336"/>
                    <a:pt x="217" y="336"/>
                    <a:pt x="217" y="336"/>
                  </a:cubicBezTo>
                  <a:cubicBezTo>
                    <a:pt x="217" y="696"/>
                    <a:pt x="217" y="696"/>
                    <a:pt x="217" y="696"/>
                  </a:cubicBezTo>
                  <a:cubicBezTo>
                    <a:pt x="217" y="723"/>
                    <a:pt x="240" y="745"/>
                    <a:pt x="267" y="745"/>
                  </a:cubicBezTo>
                  <a:cubicBezTo>
                    <a:pt x="294" y="745"/>
                    <a:pt x="317" y="723"/>
                    <a:pt x="317" y="696"/>
                  </a:cubicBezTo>
                  <a:cubicBezTo>
                    <a:pt x="317" y="304"/>
                    <a:pt x="317" y="304"/>
                    <a:pt x="317" y="304"/>
                  </a:cubicBezTo>
                  <a:cubicBezTo>
                    <a:pt x="317" y="228"/>
                    <a:pt x="317" y="228"/>
                    <a:pt x="317" y="228"/>
                  </a:cubicBezTo>
                  <a:cubicBezTo>
                    <a:pt x="317" y="90"/>
                    <a:pt x="317" y="90"/>
                    <a:pt x="317" y="90"/>
                  </a:cubicBezTo>
                  <a:cubicBezTo>
                    <a:pt x="329" y="100"/>
                    <a:pt x="349" y="111"/>
                    <a:pt x="369" y="122"/>
                  </a:cubicBezTo>
                  <a:cubicBezTo>
                    <a:pt x="377" y="97"/>
                    <a:pt x="385" y="78"/>
                    <a:pt x="394" y="63"/>
                  </a:cubicBezTo>
                  <a:cubicBezTo>
                    <a:pt x="352" y="38"/>
                    <a:pt x="319" y="16"/>
                    <a:pt x="307" y="9"/>
                  </a:cubicBezTo>
                  <a:cubicBezTo>
                    <a:pt x="301" y="3"/>
                    <a:pt x="293" y="0"/>
                    <a:pt x="285" y="0"/>
                  </a:cubicBezTo>
                  <a:cubicBezTo>
                    <a:pt x="130" y="0"/>
                    <a:pt x="130" y="0"/>
                    <a:pt x="130" y="0"/>
                  </a:cubicBezTo>
                  <a:cubicBezTo>
                    <a:pt x="130" y="0"/>
                    <a:pt x="129" y="0"/>
                    <a:pt x="128" y="0"/>
                  </a:cubicBezTo>
                  <a:cubicBezTo>
                    <a:pt x="117" y="0"/>
                    <a:pt x="95" y="3"/>
                    <a:pt x="73" y="24"/>
                  </a:cubicBezTo>
                  <a:cubicBezTo>
                    <a:pt x="21" y="73"/>
                    <a:pt x="0" y="183"/>
                    <a:pt x="10" y="352"/>
                  </a:cubicBezTo>
                  <a:cubicBezTo>
                    <a:pt x="11" y="369"/>
                    <a:pt x="25" y="382"/>
                    <a:pt x="42" y="3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120"/>
            <p:cNvSpPr>
              <a:spLocks noEditPoints="1"/>
            </p:cNvSpPr>
            <p:nvPr/>
          </p:nvSpPr>
          <p:spPr bwMode="auto">
            <a:xfrm>
              <a:off x="644525" y="547688"/>
              <a:ext cx="287338" cy="288925"/>
            </a:xfrm>
            <a:custGeom>
              <a:avLst/>
              <a:gdLst>
                <a:gd name="T0" fmla="*/ 90 w 180"/>
                <a:gd name="T1" fmla="*/ 180 h 180"/>
                <a:gd name="T2" fmla="*/ 180 w 180"/>
                <a:gd name="T3" fmla="*/ 90 h 180"/>
                <a:gd name="T4" fmla="*/ 90 w 180"/>
                <a:gd name="T5" fmla="*/ 0 h 180"/>
                <a:gd name="T6" fmla="*/ 0 w 180"/>
                <a:gd name="T7" fmla="*/ 90 h 180"/>
                <a:gd name="T8" fmla="*/ 90 w 180"/>
                <a:gd name="T9" fmla="*/ 180 h 180"/>
                <a:gd name="T10" fmla="*/ 146 w 180"/>
                <a:gd name="T11" fmla="*/ 124 h 180"/>
                <a:gd name="T12" fmla="*/ 90 w 180"/>
                <a:gd name="T13" fmla="*/ 155 h 180"/>
                <a:gd name="T14" fmla="*/ 34 w 180"/>
                <a:gd name="T15" fmla="*/ 124 h 180"/>
                <a:gd name="T16" fmla="*/ 146 w 180"/>
                <a:gd name="T17" fmla="*/ 124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0" h="180">
                  <a:moveTo>
                    <a:pt x="90" y="180"/>
                  </a:moveTo>
                  <a:cubicBezTo>
                    <a:pt x="139" y="180"/>
                    <a:pt x="180" y="140"/>
                    <a:pt x="180" y="90"/>
                  </a:cubicBezTo>
                  <a:cubicBezTo>
                    <a:pt x="180" y="41"/>
                    <a:pt x="139" y="0"/>
                    <a:pt x="90" y="0"/>
                  </a:cubicBezTo>
                  <a:cubicBezTo>
                    <a:pt x="40" y="0"/>
                    <a:pt x="0" y="41"/>
                    <a:pt x="0" y="90"/>
                  </a:cubicBezTo>
                  <a:cubicBezTo>
                    <a:pt x="0" y="140"/>
                    <a:pt x="40" y="180"/>
                    <a:pt x="90" y="180"/>
                  </a:cubicBezTo>
                  <a:close/>
                  <a:moveTo>
                    <a:pt x="146" y="124"/>
                  </a:moveTo>
                  <a:cubicBezTo>
                    <a:pt x="134" y="144"/>
                    <a:pt x="113" y="155"/>
                    <a:pt x="90" y="155"/>
                  </a:cubicBezTo>
                  <a:cubicBezTo>
                    <a:pt x="66" y="155"/>
                    <a:pt x="45" y="144"/>
                    <a:pt x="34" y="124"/>
                  </a:cubicBezTo>
                  <a:lnTo>
                    <a:pt x="146" y="1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121"/>
            <p:cNvSpPr>
              <a:spLocks/>
            </p:cNvSpPr>
            <p:nvPr/>
          </p:nvSpPr>
          <p:spPr bwMode="auto">
            <a:xfrm>
              <a:off x="1168400" y="1944688"/>
              <a:ext cx="128588" cy="123825"/>
            </a:xfrm>
            <a:custGeom>
              <a:avLst/>
              <a:gdLst>
                <a:gd name="T0" fmla="*/ 0 w 80"/>
                <a:gd name="T1" fmla="*/ 37 h 77"/>
                <a:gd name="T2" fmla="*/ 40 w 80"/>
                <a:gd name="T3" fmla="*/ 77 h 77"/>
                <a:gd name="T4" fmla="*/ 80 w 80"/>
                <a:gd name="T5" fmla="*/ 37 h 77"/>
                <a:gd name="T6" fmla="*/ 80 w 80"/>
                <a:gd name="T7" fmla="*/ 7 h 77"/>
                <a:gd name="T8" fmla="*/ 0 w 80"/>
                <a:gd name="T9" fmla="*/ 0 h 77"/>
                <a:gd name="T10" fmla="*/ 0 w 80"/>
                <a:gd name="T11" fmla="*/ 37 h 77"/>
              </a:gdLst>
              <a:ahLst/>
              <a:cxnLst>
                <a:cxn ang="0">
                  <a:pos x="T0" y="T1"/>
                </a:cxn>
                <a:cxn ang="0">
                  <a:pos x="T2" y="T3"/>
                </a:cxn>
                <a:cxn ang="0">
                  <a:pos x="T4" y="T5"/>
                </a:cxn>
                <a:cxn ang="0">
                  <a:pos x="T6" y="T7"/>
                </a:cxn>
                <a:cxn ang="0">
                  <a:pos x="T8" y="T9"/>
                </a:cxn>
                <a:cxn ang="0">
                  <a:pos x="T10" y="T11"/>
                </a:cxn>
              </a:cxnLst>
              <a:rect l="0" t="0" r="r" b="b"/>
              <a:pathLst>
                <a:path w="80" h="77">
                  <a:moveTo>
                    <a:pt x="0" y="37"/>
                  </a:moveTo>
                  <a:cubicBezTo>
                    <a:pt x="0" y="59"/>
                    <a:pt x="18" y="77"/>
                    <a:pt x="40" y="77"/>
                  </a:cubicBezTo>
                  <a:cubicBezTo>
                    <a:pt x="62" y="77"/>
                    <a:pt x="80" y="59"/>
                    <a:pt x="80" y="37"/>
                  </a:cubicBezTo>
                  <a:cubicBezTo>
                    <a:pt x="80" y="7"/>
                    <a:pt x="80" y="7"/>
                    <a:pt x="80" y="7"/>
                  </a:cubicBezTo>
                  <a:cubicBezTo>
                    <a:pt x="52" y="7"/>
                    <a:pt x="24" y="4"/>
                    <a:pt x="0" y="0"/>
                  </a:cubicBezTo>
                  <a:lnTo>
                    <a:pt x="0"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122"/>
            <p:cNvSpPr>
              <a:spLocks/>
            </p:cNvSpPr>
            <p:nvPr/>
          </p:nvSpPr>
          <p:spPr bwMode="auto">
            <a:xfrm>
              <a:off x="1322388" y="1944688"/>
              <a:ext cx="128588" cy="123825"/>
            </a:xfrm>
            <a:custGeom>
              <a:avLst/>
              <a:gdLst>
                <a:gd name="T0" fmla="*/ 0 w 80"/>
                <a:gd name="T1" fmla="*/ 37 h 77"/>
                <a:gd name="T2" fmla="*/ 40 w 80"/>
                <a:gd name="T3" fmla="*/ 77 h 77"/>
                <a:gd name="T4" fmla="*/ 80 w 80"/>
                <a:gd name="T5" fmla="*/ 37 h 77"/>
                <a:gd name="T6" fmla="*/ 80 w 80"/>
                <a:gd name="T7" fmla="*/ 0 h 77"/>
                <a:gd name="T8" fmla="*/ 0 w 80"/>
                <a:gd name="T9" fmla="*/ 7 h 77"/>
                <a:gd name="T10" fmla="*/ 0 w 80"/>
                <a:gd name="T11" fmla="*/ 37 h 77"/>
              </a:gdLst>
              <a:ahLst/>
              <a:cxnLst>
                <a:cxn ang="0">
                  <a:pos x="T0" y="T1"/>
                </a:cxn>
                <a:cxn ang="0">
                  <a:pos x="T2" y="T3"/>
                </a:cxn>
                <a:cxn ang="0">
                  <a:pos x="T4" y="T5"/>
                </a:cxn>
                <a:cxn ang="0">
                  <a:pos x="T6" y="T7"/>
                </a:cxn>
                <a:cxn ang="0">
                  <a:pos x="T8" y="T9"/>
                </a:cxn>
                <a:cxn ang="0">
                  <a:pos x="T10" y="T11"/>
                </a:cxn>
              </a:cxnLst>
              <a:rect l="0" t="0" r="r" b="b"/>
              <a:pathLst>
                <a:path w="80" h="77">
                  <a:moveTo>
                    <a:pt x="0" y="37"/>
                  </a:moveTo>
                  <a:cubicBezTo>
                    <a:pt x="0" y="59"/>
                    <a:pt x="18" y="77"/>
                    <a:pt x="40" y="77"/>
                  </a:cubicBezTo>
                  <a:cubicBezTo>
                    <a:pt x="62" y="77"/>
                    <a:pt x="80" y="59"/>
                    <a:pt x="80" y="37"/>
                  </a:cubicBezTo>
                  <a:cubicBezTo>
                    <a:pt x="80" y="0"/>
                    <a:pt x="80" y="0"/>
                    <a:pt x="80" y="0"/>
                  </a:cubicBezTo>
                  <a:cubicBezTo>
                    <a:pt x="56" y="4"/>
                    <a:pt x="28" y="7"/>
                    <a:pt x="0" y="7"/>
                  </a:cubicBezTo>
                  <a:lnTo>
                    <a:pt x="0"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123"/>
            <p:cNvSpPr>
              <a:spLocks/>
            </p:cNvSpPr>
            <p:nvPr/>
          </p:nvSpPr>
          <p:spPr bwMode="auto">
            <a:xfrm>
              <a:off x="1004888" y="898526"/>
              <a:ext cx="609600" cy="646113"/>
            </a:xfrm>
            <a:custGeom>
              <a:avLst/>
              <a:gdLst>
                <a:gd name="T0" fmla="*/ 1 w 380"/>
                <a:gd name="T1" fmla="*/ 333 h 403"/>
                <a:gd name="T2" fmla="*/ 26 w 380"/>
                <a:gd name="T3" fmla="*/ 361 h 403"/>
                <a:gd name="T4" fmla="*/ 34 w 380"/>
                <a:gd name="T5" fmla="*/ 360 h 403"/>
                <a:gd name="T6" fmla="*/ 55 w 380"/>
                <a:gd name="T7" fmla="*/ 181 h 403"/>
                <a:gd name="T8" fmla="*/ 67 w 380"/>
                <a:gd name="T9" fmla="*/ 181 h 403"/>
                <a:gd name="T10" fmla="*/ 56 w 380"/>
                <a:gd name="T11" fmla="*/ 277 h 403"/>
                <a:gd name="T12" fmla="*/ 57 w 380"/>
                <a:gd name="T13" fmla="*/ 277 h 403"/>
                <a:gd name="T14" fmla="*/ 190 w 380"/>
                <a:gd name="T15" fmla="*/ 403 h 403"/>
                <a:gd name="T16" fmla="*/ 323 w 380"/>
                <a:gd name="T17" fmla="*/ 275 h 403"/>
                <a:gd name="T18" fmla="*/ 324 w 380"/>
                <a:gd name="T19" fmla="*/ 276 h 403"/>
                <a:gd name="T20" fmla="*/ 313 w 380"/>
                <a:gd name="T21" fmla="*/ 181 h 403"/>
                <a:gd name="T22" fmla="*/ 325 w 380"/>
                <a:gd name="T23" fmla="*/ 181 h 403"/>
                <a:gd name="T24" fmla="*/ 346 w 380"/>
                <a:gd name="T25" fmla="*/ 360 h 403"/>
                <a:gd name="T26" fmla="*/ 353 w 380"/>
                <a:gd name="T27" fmla="*/ 361 h 403"/>
                <a:gd name="T28" fmla="*/ 355 w 380"/>
                <a:gd name="T29" fmla="*/ 361 h 403"/>
                <a:gd name="T30" fmla="*/ 379 w 380"/>
                <a:gd name="T31" fmla="*/ 333 h 403"/>
                <a:gd name="T32" fmla="*/ 273 w 380"/>
                <a:gd name="T33" fmla="*/ 7 h 403"/>
                <a:gd name="T34" fmla="*/ 271 w 380"/>
                <a:gd name="T35" fmla="*/ 6 h 403"/>
                <a:gd name="T36" fmla="*/ 268 w 380"/>
                <a:gd name="T37" fmla="*/ 6 h 403"/>
                <a:gd name="T38" fmla="*/ 206 w 380"/>
                <a:gd name="T39" fmla="*/ 0 h 403"/>
                <a:gd name="T40" fmla="*/ 190 w 380"/>
                <a:gd name="T41" fmla="*/ 1 h 403"/>
                <a:gd name="T42" fmla="*/ 174 w 380"/>
                <a:gd name="T43" fmla="*/ 0 h 403"/>
                <a:gd name="T44" fmla="*/ 112 w 380"/>
                <a:gd name="T45" fmla="*/ 6 h 403"/>
                <a:gd name="T46" fmla="*/ 110 w 380"/>
                <a:gd name="T47" fmla="*/ 6 h 403"/>
                <a:gd name="T48" fmla="*/ 107 w 380"/>
                <a:gd name="T49" fmla="*/ 7 h 403"/>
                <a:gd name="T50" fmla="*/ 1 w 380"/>
                <a:gd name="T51" fmla="*/ 333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80" h="403">
                  <a:moveTo>
                    <a:pt x="1" y="333"/>
                  </a:moveTo>
                  <a:cubicBezTo>
                    <a:pt x="0" y="348"/>
                    <a:pt x="11" y="360"/>
                    <a:pt x="26" y="361"/>
                  </a:cubicBezTo>
                  <a:cubicBezTo>
                    <a:pt x="29" y="361"/>
                    <a:pt x="32" y="361"/>
                    <a:pt x="34" y="360"/>
                  </a:cubicBezTo>
                  <a:cubicBezTo>
                    <a:pt x="55" y="181"/>
                    <a:pt x="55" y="181"/>
                    <a:pt x="55" y="181"/>
                  </a:cubicBezTo>
                  <a:cubicBezTo>
                    <a:pt x="67" y="181"/>
                    <a:pt x="67" y="181"/>
                    <a:pt x="67" y="181"/>
                  </a:cubicBezTo>
                  <a:cubicBezTo>
                    <a:pt x="56" y="277"/>
                    <a:pt x="56" y="277"/>
                    <a:pt x="56" y="277"/>
                  </a:cubicBezTo>
                  <a:cubicBezTo>
                    <a:pt x="57" y="277"/>
                    <a:pt x="57" y="277"/>
                    <a:pt x="57" y="277"/>
                  </a:cubicBezTo>
                  <a:cubicBezTo>
                    <a:pt x="58" y="346"/>
                    <a:pt x="117" y="403"/>
                    <a:pt x="190" y="403"/>
                  </a:cubicBezTo>
                  <a:cubicBezTo>
                    <a:pt x="263" y="403"/>
                    <a:pt x="323" y="346"/>
                    <a:pt x="323" y="275"/>
                  </a:cubicBezTo>
                  <a:cubicBezTo>
                    <a:pt x="324" y="276"/>
                    <a:pt x="324" y="276"/>
                    <a:pt x="324" y="276"/>
                  </a:cubicBezTo>
                  <a:cubicBezTo>
                    <a:pt x="313" y="181"/>
                    <a:pt x="313" y="181"/>
                    <a:pt x="313" y="181"/>
                  </a:cubicBezTo>
                  <a:cubicBezTo>
                    <a:pt x="325" y="181"/>
                    <a:pt x="325" y="181"/>
                    <a:pt x="325" y="181"/>
                  </a:cubicBezTo>
                  <a:cubicBezTo>
                    <a:pt x="346" y="360"/>
                    <a:pt x="346" y="360"/>
                    <a:pt x="346" y="360"/>
                  </a:cubicBezTo>
                  <a:cubicBezTo>
                    <a:pt x="348" y="361"/>
                    <a:pt x="351" y="361"/>
                    <a:pt x="353" y="361"/>
                  </a:cubicBezTo>
                  <a:cubicBezTo>
                    <a:pt x="354" y="361"/>
                    <a:pt x="354" y="361"/>
                    <a:pt x="355" y="361"/>
                  </a:cubicBezTo>
                  <a:cubicBezTo>
                    <a:pt x="369" y="360"/>
                    <a:pt x="380" y="348"/>
                    <a:pt x="379" y="333"/>
                  </a:cubicBezTo>
                  <a:cubicBezTo>
                    <a:pt x="363" y="52"/>
                    <a:pt x="288" y="12"/>
                    <a:pt x="273" y="7"/>
                  </a:cubicBezTo>
                  <a:cubicBezTo>
                    <a:pt x="271" y="6"/>
                    <a:pt x="271" y="6"/>
                    <a:pt x="271" y="6"/>
                  </a:cubicBezTo>
                  <a:cubicBezTo>
                    <a:pt x="268" y="6"/>
                    <a:pt x="268" y="6"/>
                    <a:pt x="268" y="6"/>
                  </a:cubicBezTo>
                  <a:cubicBezTo>
                    <a:pt x="267" y="5"/>
                    <a:pt x="235" y="1"/>
                    <a:pt x="206" y="0"/>
                  </a:cubicBezTo>
                  <a:cubicBezTo>
                    <a:pt x="201" y="1"/>
                    <a:pt x="196" y="1"/>
                    <a:pt x="190" y="1"/>
                  </a:cubicBezTo>
                  <a:cubicBezTo>
                    <a:pt x="185" y="1"/>
                    <a:pt x="179" y="1"/>
                    <a:pt x="174" y="0"/>
                  </a:cubicBezTo>
                  <a:cubicBezTo>
                    <a:pt x="145" y="1"/>
                    <a:pt x="114" y="5"/>
                    <a:pt x="112" y="6"/>
                  </a:cubicBezTo>
                  <a:cubicBezTo>
                    <a:pt x="110" y="6"/>
                    <a:pt x="110" y="6"/>
                    <a:pt x="110" y="6"/>
                  </a:cubicBezTo>
                  <a:cubicBezTo>
                    <a:pt x="107" y="7"/>
                    <a:pt x="107" y="7"/>
                    <a:pt x="107" y="7"/>
                  </a:cubicBezTo>
                  <a:cubicBezTo>
                    <a:pt x="92" y="12"/>
                    <a:pt x="17" y="52"/>
                    <a:pt x="1" y="3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124"/>
            <p:cNvSpPr>
              <a:spLocks noEditPoints="1"/>
            </p:cNvSpPr>
            <p:nvPr/>
          </p:nvSpPr>
          <p:spPr bwMode="auto">
            <a:xfrm>
              <a:off x="1171575" y="604838"/>
              <a:ext cx="276225" cy="276225"/>
            </a:xfrm>
            <a:custGeom>
              <a:avLst/>
              <a:gdLst>
                <a:gd name="T0" fmla="*/ 172 w 172"/>
                <a:gd name="T1" fmla="*/ 86 h 172"/>
                <a:gd name="T2" fmla="*/ 86 w 172"/>
                <a:gd name="T3" fmla="*/ 0 h 172"/>
                <a:gd name="T4" fmla="*/ 0 w 172"/>
                <a:gd name="T5" fmla="*/ 86 h 172"/>
                <a:gd name="T6" fmla="*/ 86 w 172"/>
                <a:gd name="T7" fmla="*/ 172 h 172"/>
                <a:gd name="T8" fmla="*/ 172 w 172"/>
                <a:gd name="T9" fmla="*/ 86 h 172"/>
                <a:gd name="T10" fmla="*/ 30 w 172"/>
                <a:gd name="T11" fmla="*/ 116 h 172"/>
                <a:gd name="T12" fmla="*/ 142 w 172"/>
                <a:gd name="T13" fmla="*/ 116 h 172"/>
                <a:gd name="T14" fmla="*/ 86 w 172"/>
                <a:gd name="T15" fmla="*/ 147 h 172"/>
                <a:gd name="T16" fmla="*/ 30 w 172"/>
                <a:gd name="T17" fmla="*/ 116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2" h="172">
                  <a:moveTo>
                    <a:pt x="172" y="86"/>
                  </a:moveTo>
                  <a:cubicBezTo>
                    <a:pt x="172" y="39"/>
                    <a:pt x="134" y="0"/>
                    <a:pt x="86" y="0"/>
                  </a:cubicBezTo>
                  <a:cubicBezTo>
                    <a:pt x="39" y="0"/>
                    <a:pt x="0" y="39"/>
                    <a:pt x="0" y="86"/>
                  </a:cubicBezTo>
                  <a:cubicBezTo>
                    <a:pt x="0" y="134"/>
                    <a:pt x="39" y="172"/>
                    <a:pt x="86" y="172"/>
                  </a:cubicBezTo>
                  <a:cubicBezTo>
                    <a:pt x="134" y="172"/>
                    <a:pt x="172" y="134"/>
                    <a:pt x="172" y="86"/>
                  </a:cubicBezTo>
                  <a:close/>
                  <a:moveTo>
                    <a:pt x="30" y="116"/>
                  </a:moveTo>
                  <a:cubicBezTo>
                    <a:pt x="142" y="116"/>
                    <a:pt x="142" y="116"/>
                    <a:pt x="142" y="116"/>
                  </a:cubicBezTo>
                  <a:cubicBezTo>
                    <a:pt x="131" y="136"/>
                    <a:pt x="110" y="147"/>
                    <a:pt x="86" y="147"/>
                  </a:cubicBezTo>
                  <a:cubicBezTo>
                    <a:pt x="62" y="147"/>
                    <a:pt x="42" y="136"/>
                    <a:pt x="30" y="1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125"/>
            <p:cNvSpPr>
              <a:spLocks/>
            </p:cNvSpPr>
            <p:nvPr/>
          </p:nvSpPr>
          <p:spPr bwMode="auto">
            <a:xfrm>
              <a:off x="1031875" y="1406526"/>
              <a:ext cx="557213" cy="530225"/>
            </a:xfrm>
            <a:custGeom>
              <a:avLst/>
              <a:gdLst>
                <a:gd name="T0" fmla="*/ 312 w 347"/>
                <a:gd name="T1" fmla="*/ 0 h 331"/>
                <a:gd name="T2" fmla="*/ 173 w 347"/>
                <a:gd name="T3" fmla="*/ 99 h 331"/>
                <a:gd name="T4" fmla="*/ 35 w 347"/>
                <a:gd name="T5" fmla="*/ 0 h 331"/>
                <a:gd name="T6" fmla="*/ 0 w 347"/>
                <a:gd name="T7" fmla="*/ 295 h 331"/>
                <a:gd name="T8" fmla="*/ 173 w 347"/>
                <a:gd name="T9" fmla="*/ 331 h 331"/>
                <a:gd name="T10" fmla="*/ 347 w 347"/>
                <a:gd name="T11" fmla="*/ 295 h 331"/>
                <a:gd name="T12" fmla="*/ 312 w 347"/>
                <a:gd name="T13" fmla="*/ 0 h 331"/>
              </a:gdLst>
              <a:ahLst/>
              <a:cxnLst>
                <a:cxn ang="0">
                  <a:pos x="T0" y="T1"/>
                </a:cxn>
                <a:cxn ang="0">
                  <a:pos x="T2" y="T3"/>
                </a:cxn>
                <a:cxn ang="0">
                  <a:pos x="T4" y="T5"/>
                </a:cxn>
                <a:cxn ang="0">
                  <a:pos x="T6" y="T7"/>
                </a:cxn>
                <a:cxn ang="0">
                  <a:pos x="T8" y="T9"/>
                </a:cxn>
                <a:cxn ang="0">
                  <a:pos x="T10" y="T11"/>
                </a:cxn>
                <a:cxn ang="0">
                  <a:pos x="T12" y="T13"/>
                </a:cxn>
              </a:cxnLst>
              <a:rect l="0" t="0" r="r" b="b"/>
              <a:pathLst>
                <a:path w="347" h="331">
                  <a:moveTo>
                    <a:pt x="312" y="0"/>
                  </a:moveTo>
                  <a:cubicBezTo>
                    <a:pt x="294" y="57"/>
                    <a:pt x="238" y="99"/>
                    <a:pt x="173" y="99"/>
                  </a:cubicBezTo>
                  <a:cubicBezTo>
                    <a:pt x="108" y="99"/>
                    <a:pt x="53" y="57"/>
                    <a:pt x="35" y="0"/>
                  </a:cubicBezTo>
                  <a:cubicBezTo>
                    <a:pt x="0" y="295"/>
                    <a:pt x="0" y="295"/>
                    <a:pt x="0" y="295"/>
                  </a:cubicBezTo>
                  <a:cubicBezTo>
                    <a:pt x="0" y="295"/>
                    <a:pt x="60" y="331"/>
                    <a:pt x="173" y="331"/>
                  </a:cubicBezTo>
                  <a:cubicBezTo>
                    <a:pt x="286" y="331"/>
                    <a:pt x="347" y="295"/>
                    <a:pt x="347" y="295"/>
                  </a:cubicBezTo>
                  <a:lnTo>
                    <a:pt x="3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33" name="组合 132"/>
          <p:cNvGrpSpPr/>
          <p:nvPr/>
        </p:nvGrpSpPr>
        <p:grpSpPr>
          <a:xfrm>
            <a:off x="8496300" y="609601"/>
            <a:ext cx="3567113" cy="3905250"/>
            <a:chOff x="8496300" y="609601"/>
            <a:chExt cx="3567113" cy="3905250"/>
          </a:xfrm>
          <a:solidFill>
            <a:schemeClr val="tx1">
              <a:lumMod val="65000"/>
              <a:lumOff val="35000"/>
            </a:schemeClr>
          </a:solidFill>
        </p:grpSpPr>
        <p:sp>
          <p:nvSpPr>
            <p:cNvPr id="134" name="Oval 129"/>
            <p:cNvSpPr>
              <a:spLocks noChangeArrowheads="1"/>
            </p:cNvSpPr>
            <p:nvPr/>
          </p:nvSpPr>
          <p:spPr bwMode="auto">
            <a:xfrm>
              <a:off x="9515475" y="2463801"/>
              <a:ext cx="120650" cy="1206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130"/>
            <p:cNvSpPr>
              <a:spLocks/>
            </p:cNvSpPr>
            <p:nvPr/>
          </p:nvSpPr>
          <p:spPr bwMode="auto">
            <a:xfrm>
              <a:off x="9856788" y="3665538"/>
              <a:ext cx="398463" cy="352425"/>
            </a:xfrm>
            <a:custGeom>
              <a:avLst/>
              <a:gdLst>
                <a:gd name="T0" fmla="*/ 32 w 312"/>
                <a:gd name="T1" fmla="*/ 216 h 277"/>
                <a:gd name="T2" fmla="*/ 28 w 312"/>
                <a:gd name="T3" fmla="*/ 178 h 277"/>
                <a:gd name="T4" fmla="*/ 56 w 312"/>
                <a:gd name="T5" fmla="*/ 204 h 277"/>
                <a:gd name="T6" fmla="*/ 119 w 312"/>
                <a:gd name="T7" fmla="*/ 277 h 277"/>
                <a:gd name="T8" fmla="*/ 156 w 312"/>
                <a:gd name="T9" fmla="*/ 248 h 277"/>
                <a:gd name="T10" fmla="*/ 159 w 312"/>
                <a:gd name="T11" fmla="*/ 252 h 277"/>
                <a:gd name="T12" fmla="*/ 132 w 312"/>
                <a:gd name="T13" fmla="*/ 187 h 277"/>
                <a:gd name="T14" fmla="*/ 107 w 312"/>
                <a:gd name="T15" fmla="*/ 145 h 277"/>
                <a:gd name="T16" fmla="*/ 151 w 312"/>
                <a:gd name="T17" fmla="*/ 167 h 277"/>
                <a:gd name="T18" fmla="*/ 284 w 312"/>
                <a:gd name="T19" fmla="*/ 261 h 277"/>
                <a:gd name="T20" fmla="*/ 312 w 312"/>
                <a:gd name="T21" fmla="*/ 198 h 277"/>
                <a:gd name="T22" fmla="*/ 250 w 312"/>
                <a:gd name="T23" fmla="*/ 116 h 277"/>
                <a:gd name="T24" fmla="*/ 256 w 312"/>
                <a:gd name="T25" fmla="*/ 86 h 277"/>
                <a:gd name="T26" fmla="*/ 170 w 312"/>
                <a:gd name="T27" fmla="*/ 0 h 277"/>
                <a:gd name="T28" fmla="*/ 84 w 312"/>
                <a:gd name="T29" fmla="*/ 86 h 277"/>
                <a:gd name="T30" fmla="*/ 88 w 312"/>
                <a:gd name="T31" fmla="*/ 112 h 277"/>
                <a:gd name="T32" fmla="*/ 86 w 312"/>
                <a:gd name="T33" fmla="*/ 112 h 277"/>
                <a:gd name="T34" fmla="*/ 0 w 312"/>
                <a:gd name="T35" fmla="*/ 198 h 277"/>
                <a:gd name="T36" fmla="*/ 38 w 312"/>
                <a:gd name="T37" fmla="*/ 269 h 277"/>
                <a:gd name="T38" fmla="*/ 33 w 312"/>
                <a:gd name="T39" fmla="*/ 218 h 277"/>
                <a:gd name="T40" fmla="*/ 32 w 312"/>
                <a:gd name="T41" fmla="*/ 216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12" h="277">
                  <a:moveTo>
                    <a:pt x="32" y="216"/>
                  </a:moveTo>
                  <a:cubicBezTo>
                    <a:pt x="28" y="178"/>
                    <a:pt x="28" y="178"/>
                    <a:pt x="28" y="178"/>
                  </a:cubicBezTo>
                  <a:cubicBezTo>
                    <a:pt x="56" y="204"/>
                    <a:pt x="56" y="204"/>
                    <a:pt x="56" y="204"/>
                  </a:cubicBezTo>
                  <a:cubicBezTo>
                    <a:pt x="84" y="229"/>
                    <a:pt x="104" y="254"/>
                    <a:pt x="119" y="277"/>
                  </a:cubicBezTo>
                  <a:cubicBezTo>
                    <a:pt x="134" y="271"/>
                    <a:pt x="147" y="261"/>
                    <a:pt x="156" y="248"/>
                  </a:cubicBezTo>
                  <a:cubicBezTo>
                    <a:pt x="157" y="249"/>
                    <a:pt x="158" y="250"/>
                    <a:pt x="159" y="252"/>
                  </a:cubicBezTo>
                  <a:cubicBezTo>
                    <a:pt x="153" y="230"/>
                    <a:pt x="144" y="208"/>
                    <a:pt x="132" y="187"/>
                  </a:cubicBezTo>
                  <a:cubicBezTo>
                    <a:pt x="107" y="145"/>
                    <a:pt x="107" y="145"/>
                    <a:pt x="107" y="145"/>
                  </a:cubicBezTo>
                  <a:cubicBezTo>
                    <a:pt x="151" y="167"/>
                    <a:pt x="151" y="167"/>
                    <a:pt x="151" y="167"/>
                  </a:cubicBezTo>
                  <a:cubicBezTo>
                    <a:pt x="210" y="198"/>
                    <a:pt x="253" y="230"/>
                    <a:pt x="284" y="261"/>
                  </a:cubicBezTo>
                  <a:cubicBezTo>
                    <a:pt x="301" y="246"/>
                    <a:pt x="312" y="223"/>
                    <a:pt x="312" y="198"/>
                  </a:cubicBezTo>
                  <a:cubicBezTo>
                    <a:pt x="312" y="159"/>
                    <a:pt x="286" y="126"/>
                    <a:pt x="250" y="116"/>
                  </a:cubicBezTo>
                  <a:cubicBezTo>
                    <a:pt x="254" y="106"/>
                    <a:pt x="256" y="96"/>
                    <a:pt x="256" y="86"/>
                  </a:cubicBezTo>
                  <a:cubicBezTo>
                    <a:pt x="256" y="39"/>
                    <a:pt x="217" y="0"/>
                    <a:pt x="170" y="0"/>
                  </a:cubicBezTo>
                  <a:cubicBezTo>
                    <a:pt x="122" y="0"/>
                    <a:pt x="84" y="39"/>
                    <a:pt x="84" y="86"/>
                  </a:cubicBezTo>
                  <a:cubicBezTo>
                    <a:pt x="84" y="95"/>
                    <a:pt x="85" y="104"/>
                    <a:pt x="88" y="112"/>
                  </a:cubicBezTo>
                  <a:cubicBezTo>
                    <a:pt x="87" y="112"/>
                    <a:pt x="86" y="112"/>
                    <a:pt x="86" y="112"/>
                  </a:cubicBezTo>
                  <a:cubicBezTo>
                    <a:pt x="38" y="112"/>
                    <a:pt x="0" y="151"/>
                    <a:pt x="0" y="198"/>
                  </a:cubicBezTo>
                  <a:cubicBezTo>
                    <a:pt x="0" y="228"/>
                    <a:pt x="15" y="254"/>
                    <a:pt x="38" y="269"/>
                  </a:cubicBezTo>
                  <a:cubicBezTo>
                    <a:pt x="37" y="254"/>
                    <a:pt x="35" y="237"/>
                    <a:pt x="33" y="218"/>
                  </a:cubicBezTo>
                  <a:lnTo>
                    <a:pt x="32" y="2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131"/>
            <p:cNvSpPr>
              <a:spLocks/>
            </p:cNvSpPr>
            <p:nvPr/>
          </p:nvSpPr>
          <p:spPr bwMode="auto">
            <a:xfrm>
              <a:off x="11506200" y="4054476"/>
              <a:ext cx="28575" cy="131763"/>
            </a:xfrm>
            <a:custGeom>
              <a:avLst/>
              <a:gdLst>
                <a:gd name="T0" fmla="*/ 0 w 22"/>
                <a:gd name="T1" fmla="*/ 1 h 104"/>
                <a:gd name="T2" fmla="*/ 0 w 22"/>
                <a:gd name="T3" fmla="*/ 43 h 104"/>
                <a:gd name="T4" fmla="*/ 7 w 22"/>
                <a:gd name="T5" fmla="*/ 104 h 104"/>
                <a:gd name="T6" fmla="*/ 19 w 22"/>
                <a:gd name="T7" fmla="*/ 0 h 104"/>
                <a:gd name="T8" fmla="*/ 8 w 22"/>
                <a:gd name="T9" fmla="*/ 1 h 104"/>
                <a:gd name="T10" fmla="*/ 0 w 22"/>
                <a:gd name="T11" fmla="*/ 1 h 104"/>
              </a:gdLst>
              <a:ahLst/>
              <a:cxnLst>
                <a:cxn ang="0">
                  <a:pos x="T0" y="T1"/>
                </a:cxn>
                <a:cxn ang="0">
                  <a:pos x="T2" y="T3"/>
                </a:cxn>
                <a:cxn ang="0">
                  <a:pos x="T4" y="T5"/>
                </a:cxn>
                <a:cxn ang="0">
                  <a:pos x="T6" y="T7"/>
                </a:cxn>
                <a:cxn ang="0">
                  <a:pos x="T8" y="T9"/>
                </a:cxn>
                <a:cxn ang="0">
                  <a:pos x="T10" y="T11"/>
                </a:cxn>
              </a:cxnLst>
              <a:rect l="0" t="0" r="r" b="b"/>
              <a:pathLst>
                <a:path w="22" h="104">
                  <a:moveTo>
                    <a:pt x="0" y="1"/>
                  </a:moveTo>
                  <a:cubicBezTo>
                    <a:pt x="0" y="43"/>
                    <a:pt x="0" y="43"/>
                    <a:pt x="0" y="43"/>
                  </a:cubicBezTo>
                  <a:cubicBezTo>
                    <a:pt x="4" y="66"/>
                    <a:pt x="7" y="87"/>
                    <a:pt x="7" y="104"/>
                  </a:cubicBezTo>
                  <a:cubicBezTo>
                    <a:pt x="15" y="87"/>
                    <a:pt x="22" y="56"/>
                    <a:pt x="19" y="0"/>
                  </a:cubicBezTo>
                  <a:cubicBezTo>
                    <a:pt x="16" y="1"/>
                    <a:pt x="12" y="1"/>
                    <a:pt x="8" y="1"/>
                  </a:cubicBezTo>
                  <a:cubicBezTo>
                    <a:pt x="5" y="1"/>
                    <a:pt x="4"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132"/>
            <p:cNvSpPr>
              <a:spLocks/>
            </p:cNvSpPr>
            <p:nvPr/>
          </p:nvSpPr>
          <p:spPr bwMode="auto">
            <a:xfrm>
              <a:off x="11391900" y="3521076"/>
              <a:ext cx="496888" cy="514350"/>
            </a:xfrm>
            <a:custGeom>
              <a:avLst/>
              <a:gdLst>
                <a:gd name="T0" fmla="*/ 177 w 389"/>
                <a:gd name="T1" fmla="*/ 359 h 403"/>
                <a:gd name="T2" fmla="*/ 183 w 389"/>
                <a:gd name="T3" fmla="*/ 350 h 403"/>
                <a:gd name="T4" fmla="*/ 190 w 389"/>
                <a:gd name="T5" fmla="*/ 359 h 403"/>
                <a:gd name="T6" fmla="*/ 276 w 389"/>
                <a:gd name="T7" fmla="*/ 398 h 403"/>
                <a:gd name="T8" fmla="*/ 389 w 389"/>
                <a:gd name="T9" fmla="*/ 285 h 403"/>
                <a:gd name="T10" fmla="*/ 316 w 389"/>
                <a:gd name="T11" fmla="*/ 179 h 403"/>
                <a:gd name="T12" fmla="*/ 311 w 389"/>
                <a:gd name="T13" fmla="*/ 177 h 403"/>
                <a:gd name="T14" fmla="*/ 311 w 389"/>
                <a:gd name="T15" fmla="*/ 171 h 403"/>
                <a:gd name="T16" fmla="*/ 312 w 389"/>
                <a:gd name="T17" fmla="*/ 161 h 403"/>
                <a:gd name="T18" fmla="*/ 219 w 389"/>
                <a:gd name="T19" fmla="*/ 68 h 403"/>
                <a:gd name="T20" fmla="*/ 201 w 389"/>
                <a:gd name="T21" fmla="*/ 70 h 403"/>
                <a:gd name="T22" fmla="*/ 196 w 389"/>
                <a:gd name="T23" fmla="*/ 71 h 403"/>
                <a:gd name="T24" fmla="*/ 193 w 389"/>
                <a:gd name="T25" fmla="*/ 66 h 403"/>
                <a:gd name="T26" fmla="*/ 76 w 389"/>
                <a:gd name="T27" fmla="*/ 0 h 403"/>
                <a:gd name="T28" fmla="*/ 35 w 389"/>
                <a:gd name="T29" fmla="*/ 6 h 403"/>
                <a:gd name="T30" fmla="*/ 37 w 389"/>
                <a:gd name="T31" fmla="*/ 24 h 403"/>
                <a:gd name="T32" fmla="*/ 35 w 389"/>
                <a:gd name="T33" fmla="*/ 43 h 403"/>
                <a:gd name="T34" fmla="*/ 148 w 389"/>
                <a:gd name="T35" fmla="*/ 178 h 403"/>
                <a:gd name="T36" fmla="*/ 11 w 389"/>
                <a:gd name="T37" fmla="*/ 315 h 403"/>
                <a:gd name="T38" fmla="*/ 0 w 389"/>
                <a:gd name="T39" fmla="*/ 315 h 403"/>
                <a:gd name="T40" fmla="*/ 63 w 389"/>
                <a:gd name="T41" fmla="*/ 397 h 403"/>
                <a:gd name="T42" fmla="*/ 98 w 389"/>
                <a:gd name="T43" fmla="*/ 403 h 403"/>
                <a:gd name="T44" fmla="*/ 108 w 389"/>
                <a:gd name="T45" fmla="*/ 402 h 403"/>
                <a:gd name="T46" fmla="*/ 107 w 389"/>
                <a:gd name="T47" fmla="*/ 388 h 403"/>
                <a:gd name="T48" fmla="*/ 103 w 389"/>
                <a:gd name="T49" fmla="*/ 346 h 403"/>
                <a:gd name="T50" fmla="*/ 134 w 389"/>
                <a:gd name="T51" fmla="*/ 375 h 403"/>
                <a:gd name="T52" fmla="*/ 148 w 389"/>
                <a:gd name="T53" fmla="*/ 389 h 403"/>
                <a:gd name="T54" fmla="*/ 177 w 389"/>
                <a:gd name="T55" fmla="*/ 359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89" h="403">
                  <a:moveTo>
                    <a:pt x="177" y="359"/>
                  </a:moveTo>
                  <a:cubicBezTo>
                    <a:pt x="183" y="350"/>
                    <a:pt x="183" y="350"/>
                    <a:pt x="183" y="350"/>
                  </a:cubicBezTo>
                  <a:cubicBezTo>
                    <a:pt x="190" y="359"/>
                    <a:pt x="190" y="359"/>
                    <a:pt x="190" y="359"/>
                  </a:cubicBezTo>
                  <a:cubicBezTo>
                    <a:pt x="212" y="384"/>
                    <a:pt x="243" y="398"/>
                    <a:pt x="276" y="398"/>
                  </a:cubicBezTo>
                  <a:cubicBezTo>
                    <a:pt x="339" y="398"/>
                    <a:pt x="389" y="348"/>
                    <a:pt x="389" y="285"/>
                  </a:cubicBezTo>
                  <a:cubicBezTo>
                    <a:pt x="389" y="238"/>
                    <a:pt x="360" y="196"/>
                    <a:pt x="316" y="179"/>
                  </a:cubicBezTo>
                  <a:cubicBezTo>
                    <a:pt x="311" y="177"/>
                    <a:pt x="311" y="177"/>
                    <a:pt x="311" y="177"/>
                  </a:cubicBezTo>
                  <a:cubicBezTo>
                    <a:pt x="311" y="171"/>
                    <a:pt x="311" y="171"/>
                    <a:pt x="311" y="171"/>
                  </a:cubicBezTo>
                  <a:cubicBezTo>
                    <a:pt x="312" y="168"/>
                    <a:pt x="312" y="164"/>
                    <a:pt x="312" y="161"/>
                  </a:cubicBezTo>
                  <a:cubicBezTo>
                    <a:pt x="312" y="110"/>
                    <a:pt x="270" y="68"/>
                    <a:pt x="219" y="68"/>
                  </a:cubicBezTo>
                  <a:cubicBezTo>
                    <a:pt x="213" y="68"/>
                    <a:pt x="207" y="69"/>
                    <a:pt x="201" y="70"/>
                  </a:cubicBezTo>
                  <a:cubicBezTo>
                    <a:pt x="196" y="71"/>
                    <a:pt x="196" y="71"/>
                    <a:pt x="196" y="71"/>
                  </a:cubicBezTo>
                  <a:cubicBezTo>
                    <a:pt x="193" y="66"/>
                    <a:pt x="193" y="66"/>
                    <a:pt x="193" y="66"/>
                  </a:cubicBezTo>
                  <a:cubicBezTo>
                    <a:pt x="168" y="24"/>
                    <a:pt x="124" y="0"/>
                    <a:pt x="76" y="0"/>
                  </a:cubicBezTo>
                  <a:cubicBezTo>
                    <a:pt x="62" y="0"/>
                    <a:pt x="48" y="2"/>
                    <a:pt x="35" y="6"/>
                  </a:cubicBezTo>
                  <a:cubicBezTo>
                    <a:pt x="36" y="12"/>
                    <a:pt x="37" y="18"/>
                    <a:pt x="37" y="24"/>
                  </a:cubicBezTo>
                  <a:cubicBezTo>
                    <a:pt x="37" y="30"/>
                    <a:pt x="36" y="37"/>
                    <a:pt x="35" y="43"/>
                  </a:cubicBezTo>
                  <a:cubicBezTo>
                    <a:pt x="100" y="55"/>
                    <a:pt x="148" y="112"/>
                    <a:pt x="148" y="178"/>
                  </a:cubicBezTo>
                  <a:cubicBezTo>
                    <a:pt x="148" y="254"/>
                    <a:pt x="86" y="315"/>
                    <a:pt x="11" y="315"/>
                  </a:cubicBezTo>
                  <a:cubicBezTo>
                    <a:pt x="7" y="315"/>
                    <a:pt x="4" y="315"/>
                    <a:pt x="0" y="315"/>
                  </a:cubicBezTo>
                  <a:cubicBezTo>
                    <a:pt x="29" y="343"/>
                    <a:pt x="49" y="371"/>
                    <a:pt x="63" y="397"/>
                  </a:cubicBezTo>
                  <a:cubicBezTo>
                    <a:pt x="74" y="401"/>
                    <a:pt x="86" y="403"/>
                    <a:pt x="98" y="403"/>
                  </a:cubicBezTo>
                  <a:cubicBezTo>
                    <a:pt x="101" y="403"/>
                    <a:pt x="105" y="403"/>
                    <a:pt x="108" y="402"/>
                  </a:cubicBezTo>
                  <a:cubicBezTo>
                    <a:pt x="108" y="398"/>
                    <a:pt x="108" y="393"/>
                    <a:pt x="107" y="388"/>
                  </a:cubicBezTo>
                  <a:cubicBezTo>
                    <a:pt x="103" y="346"/>
                    <a:pt x="103" y="346"/>
                    <a:pt x="103" y="346"/>
                  </a:cubicBezTo>
                  <a:cubicBezTo>
                    <a:pt x="134" y="375"/>
                    <a:pt x="134" y="375"/>
                    <a:pt x="134" y="375"/>
                  </a:cubicBezTo>
                  <a:cubicBezTo>
                    <a:pt x="139" y="380"/>
                    <a:pt x="144" y="384"/>
                    <a:pt x="148" y="389"/>
                  </a:cubicBezTo>
                  <a:cubicBezTo>
                    <a:pt x="160" y="381"/>
                    <a:pt x="170" y="371"/>
                    <a:pt x="177" y="3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133"/>
            <p:cNvSpPr>
              <a:spLocks/>
            </p:cNvSpPr>
            <p:nvPr/>
          </p:nvSpPr>
          <p:spPr bwMode="auto">
            <a:xfrm>
              <a:off x="10279063" y="3521076"/>
              <a:ext cx="544513" cy="506413"/>
            </a:xfrm>
            <a:custGeom>
              <a:avLst/>
              <a:gdLst>
                <a:gd name="T0" fmla="*/ 241 w 427"/>
                <a:gd name="T1" fmla="*/ 300 h 397"/>
                <a:gd name="T2" fmla="*/ 280 w 427"/>
                <a:gd name="T3" fmla="*/ 274 h 397"/>
                <a:gd name="T4" fmla="*/ 269 w 427"/>
                <a:gd name="T5" fmla="*/ 226 h 397"/>
                <a:gd name="T6" fmla="*/ 373 w 427"/>
                <a:gd name="T7" fmla="*/ 120 h 397"/>
                <a:gd name="T8" fmla="*/ 427 w 427"/>
                <a:gd name="T9" fmla="*/ 60 h 397"/>
                <a:gd name="T10" fmla="*/ 313 w 427"/>
                <a:gd name="T11" fmla="*/ 0 h 397"/>
                <a:gd name="T12" fmla="*/ 196 w 427"/>
                <a:gd name="T13" fmla="*/ 66 h 397"/>
                <a:gd name="T14" fmla="*/ 193 w 427"/>
                <a:gd name="T15" fmla="*/ 71 h 397"/>
                <a:gd name="T16" fmla="*/ 188 w 427"/>
                <a:gd name="T17" fmla="*/ 70 h 397"/>
                <a:gd name="T18" fmla="*/ 170 w 427"/>
                <a:gd name="T19" fmla="*/ 68 h 397"/>
                <a:gd name="T20" fmla="*/ 77 w 427"/>
                <a:gd name="T21" fmla="*/ 161 h 397"/>
                <a:gd name="T22" fmla="*/ 78 w 427"/>
                <a:gd name="T23" fmla="*/ 171 h 397"/>
                <a:gd name="T24" fmla="*/ 79 w 427"/>
                <a:gd name="T25" fmla="*/ 177 h 397"/>
                <a:gd name="T26" fmla="*/ 73 w 427"/>
                <a:gd name="T27" fmla="*/ 179 h 397"/>
                <a:gd name="T28" fmla="*/ 0 w 427"/>
                <a:gd name="T29" fmla="*/ 285 h 397"/>
                <a:gd name="T30" fmla="*/ 94 w 427"/>
                <a:gd name="T31" fmla="*/ 397 h 397"/>
                <a:gd name="T32" fmla="*/ 88 w 427"/>
                <a:gd name="T33" fmla="*/ 331 h 397"/>
                <a:gd name="T34" fmla="*/ 88 w 427"/>
                <a:gd name="T35" fmla="*/ 329 h 397"/>
                <a:gd name="T36" fmla="*/ 83 w 427"/>
                <a:gd name="T37" fmla="*/ 291 h 397"/>
                <a:gd name="T38" fmla="*/ 111 w 427"/>
                <a:gd name="T39" fmla="*/ 317 h 397"/>
                <a:gd name="T40" fmla="*/ 170 w 427"/>
                <a:gd name="T41" fmla="*/ 383 h 397"/>
                <a:gd name="T42" fmla="*/ 199 w 427"/>
                <a:gd name="T43" fmla="*/ 359 h 397"/>
                <a:gd name="T44" fmla="*/ 206 w 427"/>
                <a:gd name="T45" fmla="*/ 350 h 397"/>
                <a:gd name="T46" fmla="*/ 212 w 427"/>
                <a:gd name="T47" fmla="*/ 359 h 397"/>
                <a:gd name="T48" fmla="*/ 213 w 427"/>
                <a:gd name="T49" fmla="*/ 361 h 397"/>
                <a:gd name="T50" fmla="*/ 187 w 427"/>
                <a:gd name="T51" fmla="*/ 300 h 397"/>
                <a:gd name="T52" fmla="*/ 162 w 427"/>
                <a:gd name="T53" fmla="*/ 258 h 397"/>
                <a:gd name="T54" fmla="*/ 206 w 427"/>
                <a:gd name="T55" fmla="*/ 280 h 397"/>
                <a:gd name="T56" fmla="*/ 241 w 427"/>
                <a:gd name="T57" fmla="*/ 300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7" h="397">
                  <a:moveTo>
                    <a:pt x="241" y="300"/>
                  </a:moveTo>
                  <a:cubicBezTo>
                    <a:pt x="251" y="288"/>
                    <a:pt x="265" y="279"/>
                    <a:pt x="280" y="274"/>
                  </a:cubicBezTo>
                  <a:cubicBezTo>
                    <a:pt x="272" y="259"/>
                    <a:pt x="269" y="243"/>
                    <a:pt x="269" y="226"/>
                  </a:cubicBezTo>
                  <a:cubicBezTo>
                    <a:pt x="269" y="168"/>
                    <a:pt x="315" y="121"/>
                    <a:pt x="373" y="120"/>
                  </a:cubicBezTo>
                  <a:cubicBezTo>
                    <a:pt x="385" y="95"/>
                    <a:pt x="403" y="74"/>
                    <a:pt x="427" y="60"/>
                  </a:cubicBezTo>
                  <a:cubicBezTo>
                    <a:pt x="402" y="24"/>
                    <a:pt x="361" y="0"/>
                    <a:pt x="313" y="0"/>
                  </a:cubicBezTo>
                  <a:cubicBezTo>
                    <a:pt x="265" y="0"/>
                    <a:pt x="221" y="24"/>
                    <a:pt x="196" y="66"/>
                  </a:cubicBezTo>
                  <a:cubicBezTo>
                    <a:pt x="193" y="71"/>
                    <a:pt x="193" y="71"/>
                    <a:pt x="193" y="71"/>
                  </a:cubicBezTo>
                  <a:cubicBezTo>
                    <a:pt x="188" y="70"/>
                    <a:pt x="188" y="70"/>
                    <a:pt x="188" y="70"/>
                  </a:cubicBezTo>
                  <a:cubicBezTo>
                    <a:pt x="182" y="69"/>
                    <a:pt x="176" y="68"/>
                    <a:pt x="170" y="68"/>
                  </a:cubicBezTo>
                  <a:cubicBezTo>
                    <a:pt x="119" y="68"/>
                    <a:pt x="77" y="110"/>
                    <a:pt x="77" y="161"/>
                  </a:cubicBezTo>
                  <a:cubicBezTo>
                    <a:pt x="77" y="164"/>
                    <a:pt x="78" y="168"/>
                    <a:pt x="78" y="171"/>
                  </a:cubicBezTo>
                  <a:cubicBezTo>
                    <a:pt x="79" y="177"/>
                    <a:pt x="79" y="177"/>
                    <a:pt x="79" y="177"/>
                  </a:cubicBezTo>
                  <a:cubicBezTo>
                    <a:pt x="73" y="179"/>
                    <a:pt x="73" y="179"/>
                    <a:pt x="73" y="179"/>
                  </a:cubicBezTo>
                  <a:cubicBezTo>
                    <a:pt x="29" y="196"/>
                    <a:pt x="0" y="238"/>
                    <a:pt x="0" y="285"/>
                  </a:cubicBezTo>
                  <a:cubicBezTo>
                    <a:pt x="0" y="341"/>
                    <a:pt x="41" y="388"/>
                    <a:pt x="94" y="397"/>
                  </a:cubicBezTo>
                  <a:cubicBezTo>
                    <a:pt x="93" y="377"/>
                    <a:pt x="91" y="356"/>
                    <a:pt x="88" y="331"/>
                  </a:cubicBezTo>
                  <a:cubicBezTo>
                    <a:pt x="88" y="329"/>
                    <a:pt x="88" y="329"/>
                    <a:pt x="88" y="329"/>
                  </a:cubicBezTo>
                  <a:cubicBezTo>
                    <a:pt x="83" y="291"/>
                    <a:pt x="83" y="291"/>
                    <a:pt x="83" y="291"/>
                  </a:cubicBezTo>
                  <a:cubicBezTo>
                    <a:pt x="111" y="317"/>
                    <a:pt x="111" y="317"/>
                    <a:pt x="111" y="317"/>
                  </a:cubicBezTo>
                  <a:cubicBezTo>
                    <a:pt x="136" y="340"/>
                    <a:pt x="155" y="362"/>
                    <a:pt x="170" y="383"/>
                  </a:cubicBezTo>
                  <a:cubicBezTo>
                    <a:pt x="181" y="377"/>
                    <a:pt x="191" y="368"/>
                    <a:pt x="199" y="359"/>
                  </a:cubicBezTo>
                  <a:cubicBezTo>
                    <a:pt x="206" y="350"/>
                    <a:pt x="206" y="350"/>
                    <a:pt x="206" y="350"/>
                  </a:cubicBezTo>
                  <a:cubicBezTo>
                    <a:pt x="212" y="359"/>
                    <a:pt x="212" y="359"/>
                    <a:pt x="212" y="359"/>
                  </a:cubicBezTo>
                  <a:cubicBezTo>
                    <a:pt x="212" y="360"/>
                    <a:pt x="213" y="360"/>
                    <a:pt x="213" y="361"/>
                  </a:cubicBezTo>
                  <a:cubicBezTo>
                    <a:pt x="208" y="340"/>
                    <a:pt x="199" y="320"/>
                    <a:pt x="187" y="300"/>
                  </a:cubicBezTo>
                  <a:cubicBezTo>
                    <a:pt x="162" y="258"/>
                    <a:pt x="162" y="258"/>
                    <a:pt x="162" y="258"/>
                  </a:cubicBezTo>
                  <a:cubicBezTo>
                    <a:pt x="206" y="280"/>
                    <a:pt x="206" y="280"/>
                    <a:pt x="206" y="280"/>
                  </a:cubicBezTo>
                  <a:cubicBezTo>
                    <a:pt x="218" y="287"/>
                    <a:pt x="230" y="293"/>
                    <a:pt x="241" y="3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134"/>
            <p:cNvSpPr>
              <a:spLocks/>
            </p:cNvSpPr>
            <p:nvPr/>
          </p:nvSpPr>
          <p:spPr bwMode="auto">
            <a:xfrm>
              <a:off x="11137900" y="3914776"/>
              <a:ext cx="61913" cy="125413"/>
            </a:xfrm>
            <a:custGeom>
              <a:avLst/>
              <a:gdLst>
                <a:gd name="T0" fmla="*/ 7 w 49"/>
                <a:gd name="T1" fmla="*/ 6 h 98"/>
                <a:gd name="T2" fmla="*/ 0 w 49"/>
                <a:gd name="T3" fmla="*/ 6 h 98"/>
                <a:gd name="T4" fmla="*/ 49 w 49"/>
                <a:gd name="T5" fmla="*/ 98 h 98"/>
                <a:gd name="T6" fmla="*/ 49 w 49"/>
                <a:gd name="T7" fmla="*/ 0 h 98"/>
                <a:gd name="T8" fmla="*/ 7 w 49"/>
                <a:gd name="T9" fmla="*/ 6 h 98"/>
              </a:gdLst>
              <a:ahLst/>
              <a:cxnLst>
                <a:cxn ang="0">
                  <a:pos x="T0" y="T1"/>
                </a:cxn>
                <a:cxn ang="0">
                  <a:pos x="T2" y="T3"/>
                </a:cxn>
                <a:cxn ang="0">
                  <a:pos x="T4" y="T5"/>
                </a:cxn>
                <a:cxn ang="0">
                  <a:pos x="T6" y="T7"/>
                </a:cxn>
                <a:cxn ang="0">
                  <a:pos x="T8" y="T9"/>
                </a:cxn>
              </a:cxnLst>
              <a:rect l="0" t="0" r="r" b="b"/>
              <a:pathLst>
                <a:path w="49" h="98">
                  <a:moveTo>
                    <a:pt x="7" y="6"/>
                  </a:moveTo>
                  <a:cubicBezTo>
                    <a:pt x="5" y="6"/>
                    <a:pt x="2" y="6"/>
                    <a:pt x="0" y="6"/>
                  </a:cubicBezTo>
                  <a:cubicBezTo>
                    <a:pt x="25" y="39"/>
                    <a:pt x="41" y="70"/>
                    <a:pt x="49" y="98"/>
                  </a:cubicBezTo>
                  <a:cubicBezTo>
                    <a:pt x="49" y="0"/>
                    <a:pt x="49" y="0"/>
                    <a:pt x="49" y="0"/>
                  </a:cubicBezTo>
                  <a:cubicBezTo>
                    <a:pt x="37" y="4"/>
                    <a:pt x="22" y="6"/>
                    <a:pt x="7"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135"/>
            <p:cNvSpPr>
              <a:spLocks/>
            </p:cNvSpPr>
            <p:nvPr/>
          </p:nvSpPr>
          <p:spPr bwMode="auto">
            <a:xfrm>
              <a:off x="10856913" y="3201988"/>
              <a:ext cx="703263" cy="700088"/>
            </a:xfrm>
            <a:custGeom>
              <a:avLst/>
              <a:gdLst>
                <a:gd name="T0" fmla="*/ 430 w 551"/>
                <a:gd name="T1" fmla="*/ 549 h 549"/>
                <a:gd name="T2" fmla="*/ 551 w 551"/>
                <a:gd name="T3" fmla="*/ 428 h 549"/>
                <a:gd name="T4" fmla="*/ 444 w 551"/>
                <a:gd name="T5" fmla="*/ 308 h 549"/>
                <a:gd name="T6" fmla="*/ 435 w 551"/>
                <a:gd name="T7" fmla="*/ 307 h 549"/>
                <a:gd name="T8" fmla="*/ 437 w 551"/>
                <a:gd name="T9" fmla="*/ 299 h 549"/>
                <a:gd name="T10" fmla="*/ 440 w 551"/>
                <a:gd name="T11" fmla="*/ 274 h 549"/>
                <a:gd name="T12" fmla="*/ 366 w 551"/>
                <a:gd name="T13" fmla="*/ 162 h 549"/>
                <a:gd name="T14" fmla="*/ 357 w 551"/>
                <a:gd name="T15" fmla="*/ 159 h 549"/>
                <a:gd name="T16" fmla="*/ 362 w 551"/>
                <a:gd name="T17" fmla="*/ 151 h 549"/>
                <a:gd name="T18" fmla="*/ 377 w 551"/>
                <a:gd name="T19" fmla="*/ 98 h 549"/>
                <a:gd name="T20" fmla="*/ 279 w 551"/>
                <a:gd name="T21" fmla="*/ 0 h 549"/>
                <a:gd name="T22" fmla="*/ 181 w 551"/>
                <a:gd name="T23" fmla="*/ 86 h 549"/>
                <a:gd name="T24" fmla="*/ 180 w 551"/>
                <a:gd name="T25" fmla="*/ 95 h 549"/>
                <a:gd name="T26" fmla="*/ 171 w 551"/>
                <a:gd name="T27" fmla="*/ 93 h 549"/>
                <a:gd name="T28" fmla="*/ 137 w 551"/>
                <a:gd name="T29" fmla="*/ 89 h 549"/>
                <a:gd name="T30" fmla="*/ 0 w 551"/>
                <a:gd name="T31" fmla="*/ 226 h 549"/>
                <a:gd name="T32" fmla="*/ 21 w 551"/>
                <a:gd name="T33" fmla="*/ 298 h 549"/>
                <a:gd name="T34" fmla="*/ 27 w 551"/>
                <a:gd name="T35" fmla="*/ 308 h 549"/>
                <a:gd name="T36" fmla="*/ 22 w 551"/>
                <a:gd name="T37" fmla="*/ 309 h 549"/>
                <a:gd name="T38" fmla="*/ 99 w 551"/>
                <a:gd name="T39" fmla="*/ 390 h 549"/>
                <a:gd name="T40" fmla="*/ 91 w 551"/>
                <a:gd name="T41" fmla="*/ 425 h 549"/>
                <a:gd name="T42" fmla="*/ 136 w 551"/>
                <a:gd name="T43" fmla="*/ 478 h 549"/>
                <a:gd name="T44" fmla="*/ 164 w 551"/>
                <a:gd name="T45" fmla="*/ 503 h 549"/>
                <a:gd name="T46" fmla="*/ 207 w 551"/>
                <a:gd name="T47" fmla="*/ 547 h 549"/>
                <a:gd name="T48" fmla="*/ 228 w 551"/>
                <a:gd name="T49" fmla="*/ 549 h 549"/>
                <a:gd name="T50" fmla="*/ 276 w 551"/>
                <a:gd name="T51" fmla="*/ 540 h 549"/>
                <a:gd name="T52" fmla="*/ 250 w 551"/>
                <a:gd name="T53" fmla="*/ 484 h 549"/>
                <a:gd name="T54" fmla="*/ 222 w 551"/>
                <a:gd name="T55" fmla="*/ 436 h 549"/>
                <a:gd name="T56" fmla="*/ 272 w 551"/>
                <a:gd name="T57" fmla="*/ 462 h 549"/>
                <a:gd name="T58" fmla="*/ 398 w 551"/>
                <a:gd name="T59" fmla="*/ 545 h 549"/>
                <a:gd name="T60" fmla="*/ 430 w 551"/>
                <a:gd name="T61" fmla="*/ 549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1" h="549">
                  <a:moveTo>
                    <a:pt x="430" y="549"/>
                  </a:moveTo>
                  <a:cubicBezTo>
                    <a:pt x="497" y="549"/>
                    <a:pt x="551" y="495"/>
                    <a:pt x="551" y="428"/>
                  </a:cubicBezTo>
                  <a:cubicBezTo>
                    <a:pt x="551" y="367"/>
                    <a:pt x="505" y="315"/>
                    <a:pt x="444" y="308"/>
                  </a:cubicBezTo>
                  <a:cubicBezTo>
                    <a:pt x="435" y="307"/>
                    <a:pt x="435" y="307"/>
                    <a:pt x="435" y="307"/>
                  </a:cubicBezTo>
                  <a:cubicBezTo>
                    <a:pt x="437" y="299"/>
                    <a:pt x="437" y="299"/>
                    <a:pt x="437" y="299"/>
                  </a:cubicBezTo>
                  <a:cubicBezTo>
                    <a:pt x="439" y="290"/>
                    <a:pt x="440" y="282"/>
                    <a:pt x="440" y="274"/>
                  </a:cubicBezTo>
                  <a:cubicBezTo>
                    <a:pt x="440" y="225"/>
                    <a:pt x="411" y="181"/>
                    <a:pt x="366" y="162"/>
                  </a:cubicBezTo>
                  <a:cubicBezTo>
                    <a:pt x="357" y="159"/>
                    <a:pt x="357" y="159"/>
                    <a:pt x="357" y="159"/>
                  </a:cubicBezTo>
                  <a:cubicBezTo>
                    <a:pt x="362" y="151"/>
                    <a:pt x="362" y="151"/>
                    <a:pt x="362" y="151"/>
                  </a:cubicBezTo>
                  <a:cubicBezTo>
                    <a:pt x="372" y="135"/>
                    <a:pt x="377" y="117"/>
                    <a:pt x="377" y="98"/>
                  </a:cubicBezTo>
                  <a:cubicBezTo>
                    <a:pt x="377" y="44"/>
                    <a:pt x="333" y="0"/>
                    <a:pt x="279" y="0"/>
                  </a:cubicBezTo>
                  <a:cubicBezTo>
                    <a:pt x="229" y="0"/>
                    <a:pt x="187" y="37"/>
                    <a:pt x="181" y="86"/>
                  </a:cubicBezTo>
                  <a:cubicBezTo>
                    <a:pt x="180" y="95"/>
                    <a:pt x="180" y="95"/>
                    <a:pt x="180" y="95"/>
                  </a:cubicBezTo>
                  <a:cubicBezTo>
                    <a:pt x="171" y="93"/>
                    <a:pt x="171" y="93"/>
                    <a:pt x="171" y="93"/>
                  </a:cubicBezTo>
                  <a:cubicBezTo>
                    <a:pt x="160" y="90"/>
                    <a:pt x="149" y="89"/>
                    <a:pt x="137" y="89"/>
                  </a:cubicBezTo>
                  <a:cubicBezTo>
                    <a:pt x="62" y="89"/>
                    <a:pt x="0" y="150"/>
                    <a:pt x="0" y="226"/>
                  </a:cubicBezTo>
                  <a:cubicBezTo>
                    <a:pt x="0" y="251"/>
                    <a:pt x="7" y="277"/>
                    <a:pt x="21" y="298"/>
                  </a:cubicBezTo>
                  <a:cubicBezTo>
                    <a:pt x="27" y="308"/>
                    <a:pt x="27" y="308"/>
                    <a:pt x="27" y="308"/>
                  </a:cubicBezTo>
                  <a:cubicBezTo>
                    <a:pt x="22" y="309"/>
                    <a:pt x="22" y="309"/>
                    <a:pt x="22" y="309"/>
                  </a:cubicBezTo>
                  <a:cubicBezTo>
                    <a:pt x="65" y="311"/>
                    <a:pt x="99" y="346"/>
                    <a:pt x="99" y="390"/>
                  </a:cubicBezTo>
                  <a:cubicBezTo>
                    <a:pt x="99" y="402"/>
                    <a:pt x="97" y="414"/>
                    <a:pt x="91" y="425"/>
                  </a:cubicBezTo>
                  <a:cubicBezTo>
                    <a:pt x="113" y="436"/>
                    <a:pt x="129" y="455"/>
                    <a:pt x="136" y="478"/>
                  </a:cubicBezTo>
                  <a:cubicBezTo>
                    <a:pt x="164" y="503"/>
                    <a:pt x="164" y="503"/>
                    <a:pt x="164" y="503"/>
                  </a:cubicBezTo>
                  <a:cubicBezTo>
                    <a:pt x="180" y="518"/>
                    <a:pt x="194" y="533"/>
                    <a:pt x="207" y="547"/>
                  </a:cubicBezTo>
                  <a:cubicBezTo>
                    <a:pt x="214" y="549"/>
                    <a:pt x="221" y="549"/>
                    <a:pt x="228" y="549"/>
                  </a:cubicBezTo>
                  <a:cubicBezTo>
                    <a:pt x="245" y="549"/>
                    <a:pt x="261" y="546"/>
                    <a:pt x="276" y="540"/>
                  </a:cubicBezTo>
                  <a:cubicBezTo>
                    <a:pt x="270" y="521"/>
                    <a:pt x="261" y="502"/>
                    <a:pt x="250" y="484"/>
                  </a:cubicBezTo>
                  <a:cubicBezTo>
                    <a:pt x="222" y="436"/>
                    <a:pt x="222" y="436"/>
                    <a:pt x="222" y="436"/>
                  </a:cubicBezTo>
                  <a:cubicBezTo>
                    <a:pt x="272" y="462"/>
                    <a:pt x="272" y="462"/>
                    <a:pt x="272" y="462"/>
                  </a:cubicBezTo>
                  <a:cubicBezTo>
                    <a:pt x="324" y="489"/>
                    <a:pt x="366" y="517"/>
                    <a:pt x="398" y="545"/>
                  </a:cubicBezTo>
                  <a:cubicBezTo>
                    <a:pt x="408" y="548"/>
                    <a:pt x="419" y="549"/>
                    <a:pt x="430" y="5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136"/>
            <p:cNvSpPr>
              <a:spLocks/>
            </p:cNvSpPr>
            <p:nvPr/>
          </p:nvSpPr>
          <p:spPr bwMode="auto">
            <a:xfrm>
              <a:off x="10775950" y="3660776"/>
              <a:ext cx="9525" cy="14288"/>
            </a:xfrm>
            <a:custGeom>
              <a:avLst/>
              <a:gdLst>
                <a:gd name="T0" fmla="*/ 7 w 7"/>
                <a:gd name="T1" fmla="*/ 0 h 11"/>
                <a:gd name="T2" fmla="*/ 0 w 7"/>
                <a:gd name="T3" fmla="*/ 11 h 11"/>
                <a:gd name="T4" fmla="*/ 3 w 7"/>
                <a:gd name="T5" fmla="*/ 11 h 11"/>
                <a:gd name="T6" fmla="*/ 7 w 7"/>
                <a:gd name="T7" fmla="*/ 0 h 11"/>
              </a:gdLst>
              <a:ahLst/>
              <a:cxnLst>
                <a:cxn ang="0">
                  <a:pos x="T0" y="T1"/>
                </a:cxn>
                <a:cxn ang="0">
                  <a:pos x="T2" y="T3"/>
                </a:cxn>
                <a:cxn ang="0">
                  <a:pos x="T4" y="T5"/>
                </a:cxn>
                <a:cxn ang="0">
                  <a:pos x="T6" y="T7"/>
                </a:cxn>
              </a:cxnLst>
              <a:rect l="0" t="0" r="r" b="b"/>
              <a:pathLst>
                <a:path w="7" h="11">
                  <a:moveTo>
                    <a:pt x="7" y="0"/>
                  </a:moveTo>
                  <a:cubicBezTo>
                    <a:pt x="4" y="4"/>
                    <a:pt x="2" y="7"/>
                    <a:pt x="0" y="11"/>
                  </a:cubicBezTo>
                  <a:cubicBezTo>
                    <a:pt x="1" y="11"/>
                    <a:pt x="2" y="11"/>
                    <a:pt x="3" y="11"/>
                  </a:cubicBezTo>
                  <a:cubicBezTo>
                    <a:pt x="4" y="7"/>
                    <a:pt x="5" y="4"/>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137"/>
            <p:cNvSpPr>
              <a:spLocks/>
            </p:cNvSpPr>
            <p:nvPr/>
          </p:nvSpPr>
          <p:spPr bwMode="auto">
            <a:xfrm>
              <a:off x="10807700" y="4103688"/>
              <a:ext cx="23813" cy="122238"/>
            </a:xfrm>
            <a:custGeom>
              <a:avLst/>
              <a:gdLst>
                <a:gd name="T0" fmla="*/ 0 w 19"/>
                <a:gd name="T1" fmla="*/ 44 h 96"/>
                <a:gd name="T2" fmla="*/ 6 w 19"/>
                <a:gd name="T3" fmla="*/ 96 h 96"/>
                <a:gd name="T4" fmla="*/ 17 w 19"/>
                <a:gd name="T5" fmla="*/ 3 h 96"/>
                <a:gd name="T6" fmla="*/ 0 w 19"/>
                <a:gd name="T7" fmla="*/ 0 h 96"/>
                <a:gd name="T8" fmla="*/ 0 w 19"/>
                <a:gd name="T9" fmla="*/ 44 h 96"/>
              </a:gdLst>
              <a:ahLst/>
              <a:cxnLst>
                <a:cxn ang="0">
                  <a:pos x="T0" y="T1"/>
                </a:cxn>
                <a:cxn ang="0">
                  <a:pos x="T2" y="T3"/>
                </a:cxn>
                <a:cxn ang="0">
                  <a:pos x="T4" y="T5"/>
                </a:cxn>
                <a:cxn ang="0">
                  <a:pos x="T6" y="T7"/>
                </a:cxn>
                <a:cxn ang="0">
                  <a:pos x="T8" y="T9"/>
                </a:cxn>
              </a:cxnLst>
              <a:rect l="0" t="0" r="r" b="b"/>
              <a:pathLst>
                <a:path w="19" h="96">
                  <a:moveTo>
                    <a:pt x="0" y="44"/>
                  </a:moveTo>
                  <a:cubicBezTo>
                    <a:pt x="4" y="64"/>
                    <a:pt x="6" y="82"/>
                    <a:pt x="6" y="96"/>
                  </a:cubicBezTo>
                  <a:cubicBezTo>
                    <a:pt x="13" y="81"/>
                    <a:pt x="19" y="53"/>
                    <a:pt x="17" y="3"/>
                  </a:cubicBezTo>
                  <a:cubicBezTo>
                    <a:pt x="11" y="3"/>
                    <a:pt x="4" y="2"/>
                    <a:pt x="0" y="0"/>
                  </a:cubicBez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138"/>
            <p:cNvSpPr>
              <a:spLocks/>
            </p:cNvSpPr>
            <p:nvPr/>
          </p:nvSpPr>
          <p:spPr bwMode="auto">
            <a:xfrm>
              <a:off x="10604500" y="3616326"/>
              <a:ext cx="444500" cy="471488"/>
            </a:xfrm>
            <a:custGeom>
              <a:avLst/>
              <a:gdLst>
                <a:gd name="T0" fmla="*/ 329 w 348"/>
                <a:gd name="T1" fmla="*/ 210 h 369"/>
                <a:gd name="T2" fmla="*/ 320 w 348"/>
                <a:gd name="T3" fmla="*/ 209 h 369"/>
                <a:gd name="T4" fmla="*/ 322 w 348"/>
                <a:gd name="T5" fmla="*/ 201 h 369"/>
                <a:gd name="T6" fmla="*/ 324 w 348"/>
                <a:gd name="T7" fmla="*/ 184 h 369"/>
                <a:gd name="T8" fmla="*/ 275 w 348"/>
                <a:gd name="T9" fmla="*/ 111 h 369"/>
                <a:gd name="T10" fmla="*/ 267 w 348"/>
                <a:gd name="T11" fmla="*/ 107 h 369"/>
                <a:gd name="T12" fmla="*/ 272 w 348"/>
                <a:gd name="T13" fmla="*/ 99 h 369"/>
                <a:gd name="T14" fmla="*/ 281 w 348"/>
                <a:gd name="T15" fmla="*/ 65 h 369"/>
                <a:gd name="T16" fmla="*/ 217 w 348"/>
                <a:gd name="T17" fmla="*/ 0 h 369"/>
                <a:gd name="T18" fmla="*/ 153 w 348"/>
                <a:gd name="T19" fmla="*/ 57 h 369"/>
                <a:gd name="T20" fmla="*/ 151 w 348"/>
                <a:gd name="T21" fmla="*/ 66 h 369"/>
                <a:gd name="T22" fmla="*/ 143 w 348"/>
                <a:gd name="T23" fmla="*/ 63 h 369"/>
                <a:gd name="T24" fmla="*/ 120 w 348"/>
                <a:gd name="T25" fmla="*/ 61 h 369"/>
                <a:gd name="T26" fmla="*/ 30 w 348"/>
                <a:gd name="T27" fmla="*/ 151 h 369"/>
                <a:gd name="T28" fmla="*/ 43 w 348"/>
                <a:gd name="T29" fmla="*/ 200 h 369"/>
                <a:gd name="T30" fmla="*/ 49 w 348"/>
                <a:gd name="T31" fmla="*/ 209 h 369"/>
                <a:gd name="T32" fmla="*/ 38 w 348"/>
                <a:gd name="T33" fmla="*/ 212 h 369"/>
                <a:gd name="T34" fmla="*/ 0 w 348"/>
                <a:gd name="T35" fmla="*/ 233 h 369"/>
                <a:gd name="T36" fmla="*/ 119 w 348"/>
                <a:gd name="T37" fmla="*/ 340 h 369"/>
                <a:gd name="T38" fmla="*/ 119 w 348"/>
                <a:gd name="T39" fmla="*/ 340 h 369"/>
                <a:gd name="T40" fmla="*/ 125 w 348"/>
                <a:gd name="T41" fmla="*/ 345 h 369"/>
                <a:gd name="T42" fmla="*/ 175 w 348"/>
                <a:gd name="T43" fmla="*/ 369 h 369"/>
                <a:gd name="T44" fmla="*/ 175 w 348"/>
                <a:gd name="T45" fmla="*/ 361 h 369"/>
                <a:gd name="T46" fmla="*/ 171 w 348"/>
                <a:gd name="T47" fmla="*/ 324 h 369"/>
                <a:gd name="T48" fmla="*/ 198 w 348"/>
                <a:gd name="T49" fmla="*/ 349 h 369"/>
                <a:gd name="T50" fmla="*/ 213 w 348"/>
                <a:gd name="T51" fmla="*/ 363 h 369"/>
                <a:gd name="T52" fmla="*/ 245 w 348"/>
                <a:gd name="T53" fmla="*/ 339 h 369"/>
                <a:gd name="T54" fmla="*/ 251 w 348"/>
                <a:gd name="T55" fmla="*/ 331 h 369"/>
                <a:gd name="T56" fmla="*/ 257 w 348"/>
                <a:gd name="T57" fmla="*/ 339 h 369"/>
                <a:gd name="T58" fmla="*/ 314 w 348"/>
                <a:gd name="T59" fmla="*/ 369 h 369"/>
                <a:gd name="T60" fmla="*/ 337 w 348"/>
                <a:gd name="T61" fmla="*/ 212 h 369"/>
                <a:gd name="T62" fmla="*/ 329 w 348"/>
                <a:gd name="T63" fmla="*/ 210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48" h="369">
                  <a:moveTo>
                    <a:pt x="329" y="210"/>
                  </a:moveTo>
                  <a:cubicBezTo>
                    <a:pt x="320" y="209"/>
                    <a:pt x="320" y="209"/>
                    <a:pt x="320" y="209"/>
                  </a:cubicBezTo>
                  <a:cubicBezTo>
                    <a:pt x="322" y="201"/>
                    <a:pt x="322" y="201"/>
                    <a:pt x="322" y="201"/>
                  </a:cubicBezTo>
                  <a:cubicBezTo>
                    <a:pt x="323" y="195"/>
                    <a:pt x="324" y="190"/>
                    <a:pt x="324" y="184"/>
                  </a:cubicBezTo>
                  <a:cubicBezTo>
                    <a:pt x="324" y="152"/>
                    <a:pt x="305" y="123"/>
                    <a:pt x="275" y="111"/>
                  </a:cubicBezTo>
                  <a:cubicBezTo>
                    <a:pt x="267" y="107"/>
                    <a:pt x="267" y="107"/>
                    <a:pt x="267" y="107"/>
                  </a:cubicBezTo>
                  <a:cubicBezTo>
                    <a:pt x="272" y="99"/>
                    <a:pt x="272" y="99"/>
                    <a:pt x="272" y="99"/>
                  </a:cubicBezTo>
                  <a:cubicBezTo>
                    <a:pt x="278" y="89"/>
                    <a:pt x="281" y="77"/>
                    <a:pt x="281" y="65"/>
                  </a:cubicBezTo>
                  <a:cubicBezTo>
                    <a:pt x="281" y="29"/>
                    <a:pt x="252" y="0"/>
                    <a:pt x="217" y="0"/>
                  </a:cubicBezTo>
                  <a:cubicBezTo>
                    <a:pt x="184" y="0"/>
                    <a:pt x="157" y="24"/>
                    <a:pt x="153" y="57"/>
                  </a:cubicBezTo>
                  <a:cubicBezTo>
                    <a:pt x="151" y="66"/>
                    <a:pt x="151" y="66"/>
                    <a:pt x="151" y="66"/>
                  </a:cubicBezTo>
                  <a:cubicBezTo>
                    <a:pt x="143" y="63"/>
                    <a:pt x="143" y="63"/>
                    <a:pt x="143" y="63"/>
                  </a:cubicBezTo>
                  <a:cubicBezTo>
                    <a:pt x="135" y="62"/>
                    <a:pt x="128" y="61"/>
                    <a:pt x="120" y="61"/>
                  </a:cubicBezTo>
                  <a:cubicBezTo>
                    <a:pt x="70" y="61"/>
                    <a:pt x="30" y="101"/>
                    <a:pt x="30" y="151"/>
                  </a:cubicBezTo>
                  <a:cubicBezTo>
                    <a:pt x="30" y="168"/>
                    <a:pt x="34" y="185"/>
                    <a:pt x="43" y="200"/>
                  </a:cubicBezTo>
                  <a:cubicBezTo>
                    <a:pt x="49" y="209"/>
                    <a:pt x="49" y="209"/>
                    <a:pt x="49" y="209"/>
                  </a:cubicBezTo>
                  <a:cubicBezTo>
                    <a:pt x="38" y="212"/>
                    <a:pt x="38" y="212"/>
                    <a:pt x="38" y="212"/>
                  </a:cubicBezTo>
                  <a:cubicBezTo>
                    <a:pt x="23" y="215"/>
                    <a:pt x="10" y="223"/>
                    <a:pt x="0" y="233"/>
                  </a:cubicBezTo>
                  <a:cubicBezTo>
                    <a:pt x="57" y="269"/>
                    <a:pt x="94" y="306"/>
                    <a:pt x="119" y="340"/>
                  </a:cubicBezTo>
                  <a:cubicBezTo>
                    <a:pt x="119" y="340"/>
                    <a:pt x="119" y="340"/>
                    <a:pt x="119" y="340"/>
                  </a:cubicBezTo>
                  <a:cubicBezTo>
                    <a:pt x="125" y="345"/>
                    <a:pt x="125" y="345"/>
                    <a:pt x="125" y="345"/>
                  </a:cubicBezTo>
                  <a:cubicBezTo>
                    <a:pt x="139" y="359"/>
                    <a:pt x="156" y="367"/>
                    <a:pt x="175" y="369"/>
                  </a:cubicBezTo>
                  <a:cubicBezTo>
                    <a:pt x="175" y="366"/>
                    <a:pt x="175" y="364"/>
                    <a:pt x="175" y="361"/>
                  </a:cubicBezTo>
                  <a:cubicBezTo>
                    <a:pt x="171" y="324"/>
                    <a:pt x="171" y="324"/>
                    <a:pt x="171" y="324"/>
                  </a:cubicBezTo>
                  <a:cubicBezTo>
                    <a:pt x="198" y="349"/>
                    <a:pt x="198" y="349"/>
                    <a:pt x="198" y="349"/>
                  </a:cubicBezTo>
                  <a:cubicBezTo>
                    <a:pt x="203" y="354"/>
                    <a:pt x="208" y="358"/>
                    <a:pt x="213" y="363"/>
                  </a:cubicBezTo>
                  <a:cubicBezTo>
                    <a:pt x="225" y="358"/>
                    <a:pt x="236" y="350"/>
                    <a:pt x="245" y="339"/>
                  </a:cubicBezTo>
                  <a:cubicBezTo>
                    <a:pt x="251" y="331"/>
                    <a:pt x="251" y="331"/>
                    <a:pt x="251" y="331"/>
                  </a:cubicBezTo>
                  <a:cubicBezTo>
                    <a:pt x="257" y="339"/>
                    <a:pt x="257" y="339"/>
                    <a:pt x="257" y="339"/>
                  </a:cubicBezTo>
                  <a:cubicBezTo>
                    <a:pt x="271" y="357"/>
                    <a:pt x="291" y="367"/>
                    <a:pt x="314" y="369"/>
                  </a:cubicBezTo>
                  <a:cubicBezTo>
                    <a:pt x="348" y="327"/>
                    <a:pt x="345" y="280"/>
                    <a:pt x="337" y="212"/>
                  </a:cubicBezTo>
                  <a:cubicBezTo>
                    <a:pt x="334" y="211"/>
                    <a:pt x="332" y="210"/>
                    <a:pt x="329" y="2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139"/>
            <p:cNvSpPr>
              <a:spLocks/>
            </p:cNvSpPr>
            <p:nvPr/>
          </p:nvSpPr>
          <p:spPr bwMode="auto">
            <a:xfrm>
              <a:off x="10406063" y="3894138"/>
              <a:ext cx="506413" cy="546100"/>
            </a:xfrm>
            <a:custGeom>
              <a:avLst/>
              <a:gdLst>
                <a:gd name="T0" fmla="*/ 344 w 397"/>
                <a:gd name="T1" fmla="*/ 142 h 427"/>
                <a:gd name="T2" fmla="*/ 302 w 397"/>
                <a:gd name="T3" fmla="*/ 293 h 427"/>
                <a:gd name="T4" fmla="*/ 100 w 397"/>
                <a:gd name="T5" fmla="*/ 0 h 427"/>
                <a:gd name="T6" fmla="*/ 97 w 397"/>
                <a:gd name="T7" fmla="*/ 253 h 427"/>
                <a:gd name="T8" fmla="*/ 2 w 397"/>
                <a:gd name="T9" fmla="*/ 34 h 427"/>
                <a:gd name="T10" fmla="*/ 0 w 397"/>
                <a:gd name="T11" fmla="*/ 166 h 427"/>
                <a:gd name="T12" fmla="*/ 44 w 397"/>
                <a:gd name="T13" fmla="*/ 251 h 427"/>
                <a:gd name="T14" fmla="*/ 107 w 397"/>
                <a:gd name="T15" fmla="*/ 349 h 427"/>
                <a:gd name="T16" fmla="*/ 204 w 397"/>
                <a:gd name="T17" fmla="*/ 197 h 427"/>
                <a:gd name="T18" fmla="*/ 223 w 397"/>
                <a:gd name="T19" fmla="*/ 427 h 427"/>
                <a:gd name="T20" fmla="*/ 346 w 397"/>
                <a:gd name="T21" fmla="*/ 324 h 427"/>
                <a:gd name="T22" fmla="*/ 349 w 397"/>
                <a:gd name="T23" fmla="*/ 293 h 427"/>
                <a:gd name="T24" fmla="*/ 397 w 397"/>
                <a:gd name="T25" fmla="*/ 210 h 427"/>
                <a:gd name="T26" fmla="*/ 344 w 397"/>
                <a:gd name="T27" fmla="*/ 142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7" h="427">
                  <a:moveTo>
                    <a:pt x="344" y="142"/>
                  </a:moveTo>
                  <a:cubicBezTo>
                    <a:pt x="358" y="295"/>
                    <a:pt x="302" y="293"/>
                    <a:pt x="302" y="293"/>
                  </a:cubicBezTo>
                  <a:cubicBezTo>
                    <a:pt x="302" y="293"/>
                    <a:pt x="353" y="130"/>
                    <a:pt x="100" y="0"/>
                  </a:cubicBezTo>
                  <a:cubicBezTo>
                    <a:pt x="179" y="134"/>
                    <a:pt x="97" y="253"/>
                    <a:pt x="97" y="253"/>
                  </a:cubicBezTo>
                  <a:cubicBezTo>
                    <a:pt x="97" y="253"/>
                    <a:pt x="129" y="151"/>
                    <a:pt x="2" y="34"/>
                  </a:cubicBezTo>
                  <a:cubicBezTo>
                    <a:pt x="8" y="87"/>
                    <a:pt x="13" y="129"/>
                    <a:pt x="0" y="166"/>
                  </a:cubicBezTo>
                  <a:cubicBezTo>
                    <a:pt x="22" y="194"/>
                    <a:pt x="36" y="223"/>
                    <a:pt x="44" y="251"/>
                  </a:cubicBezTo>
                  <a:cubicBezTo>
                    <a:pt x="65" y="264"/>
                    <a:pt x="106" y="298"/>
                    <a:pt x="107" y="349"/>
                  </a:cubicBezTo>
                  <a:cubicBezTo>
                    <a:pt x="163" y="334"/>
                    <a:pt x="193" y="271"/>
                    <a:pt x="204" y="197"/>
                  </a:cubicBezTo>
                  <a:cubicBezTo>
                    <a:pt x="311" y="310"/>
                    <a:pt x="223" y="427"/>
                    <a:pt x="223" y="427"/>
                  </a:cubicBezTo>
                  <a:cubicBezTo>
                    <a:pt x="223" y="427"/>
                    <a:pt x="310" y="379"/>
                    <a:pt x="346" y="324"/>
                  </a:cubicBezTo>
                  <a:cubicBezTo>
                    <a:pt x="346" y="313"/>
                    <a:pt x="347" y="303"/>
                    <a:pt x="349" y="293"/>
                  </a:cubicBezTo>
                  <a:cubicBezTo>
                    <a:pt x="356" y="260"/>
                    <a:pt x="372" y="233"/>
                    <a:pt x="397" y="210"/>
                  </a:cubicBezTo>
                  <a:cubicBezTo>
                    <a:pt x="385" y="187"/>
                    <a:pt x="368" y="164"/>
                    <a:pt x="344" y="1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140"/>
            <p:cNvSpPr>
              <a:spLocks noEditPoints="1"/>
            </p:cNvSpPr>
            <p:nvPr/>
          </p:nvSpPr>
          <p:spPr bwMode="auto">
            <a:xfrm>
              <a:off x="9494838" y="3808413"/>
              <a:ext cx="2363788" cy="706438"/>
            </a:xfrm>
            <a:custGeom>
              <a:avLst/>
              <a:gdLst>
                <a:gd name="T0" fmla="*/ 1609 w 1852"/>
                <a:gd name="T1" fmla="*/ 160 h 553"/>
                <a:gd name="T2" fmla="*/ 1562 w 1852"/>
                <a:gd name="T3" fmla="*/ 333 h 553"/>
                <a:gd name="T4" fmla="*/ 1331 w 1852"/>
                <a:gd name="T5" fmla="*/ 0 h 553"/>
                <a:gd name="T6" fmla="*/ 1328 w 1852"/>
                <a:gd name="T7" fmla="*/ 288 h 553"/>
                <a:gd name="T8" fmla="*/ 1220 w 1852"/>
                <a:gd name="T9" fmla="*/ 39 h 553"/>
                <a:gd name="T10" fmla="*/ 1144 w 1852"/>
                <a:gd name="T11" fmla="*/ 272 h 553"/>
                <a:gd name="T12" fmla="*/ 1115 w 1852"/>
                <a:gd name="T13" fmla="*/ 517 h 553"/>
                <a:gd name="T14" fmla="*/ 1096 w 1852"/>
                <a:gd name="T15" fmla="*/ 517 h 553"/>
                <a:gd name="T16" fmla="*/ 1076 w 1852"/>
                <a:gd name="T17" fmla="*/ 472 h 553"/>
                <a:gd name="T18" fmla="*/ 1053 w 1852"/>
                <a:gd name="T19" fmla="*/ 517 h 553"/>
                <a:gd name="T20" fmla="*/ 718 w 1852"/>
                <a:gd name="T21" fmla="*/ 517 h 553"/>
                <a:gd name="T22" fmla="*/ 672 w 1852"/>
                <a:gd name="T23" fmla="*/ 208 h 553"/>
                <a:gd name="T24" fmla="*/ 630 w 1852"/>
                <a:gd name="T25" fmla="*/ 360 h 553"/>
                <a:gd name="T26" fmla="*/ 428 w 1852"/>
                <a:gd name="T27" fmla="*/ 67 h 553"/>
                <a:gd name="T28" fmla="*/ 425 w 1852"/>
                <a:gd name="T29" fmla="*/ 320 h 553"/>
                <a:gd name="T30" fmla="*/ 330 w 1852"/>
                <a:gd name="T31" fmla="*/ 101 h 553"/>
                <a:gd name="T32" fmla="*/ 264 w 1852"/>
                <a:gd name="T33" fmla="*/ 306 h 553"/>
                <a:gd name="T34" fmla="*/ 236 w 1852"/>
                <a:gd name="T35" fmla="*/ 517 h 553"/>
                <a:gd name="T36" fmla="*/ 220 w 1852"/>
                <a:gd name="T37" fmla="*/ 517 h 553"/>
                <a:gd name="T38" fmla="*/ 193 w 1852"/>
                <a:gd name="T39" fmla="*/ 382 h 553"/>
                <a:gd name="T40" fmla="*/ 256 w 1852"/>
                <a:gd name="T41" fmla="*/ 294 h 553"/>
                <a:gd name="T42" fmla="*/ 320 w 1852"/>
                <a:gd name="T43" fmla="*/ 209 h 553"/>
                <a:gd name="T44" fmla="*/ 276 w 1852"/>
                <a:gd name="T45" fmla="*/ 199 h 553"/>
                <a:gd name="T46" fmla="*/ 172 w 1852"/>
                <a:gd name="T47" fmla="*/ 303 h 553"/>
                <a:gd name="T48" fmla="*/ 176 w 1852"/>
                <a:gd name="T49" fmla="*/ 335 h 553"/>
                <a:gd name="T50" fmla="*/ 174 w 1852"/>
                <a:gd name="T51" fmla="*/ 335 h 553"/>
                <a:gd name="T52" fmla="*/ 70 w 1852"/>
                <a:gd name="T53" fmla="*/ 438 h 553"/>
                <a:gd name="T54" fmla="*/ 107 w 1852"/>
                <a:gd name="T55" fmla="*/ 517 h 553"/>
                <a:gd name="T56" fmla="*/ 0 w 1852"/>
                <a:gd name="T57" fmla="*/ 517 h 553"/>
                <a:gd name="T58" fmla="*/ 0 w 1852"/>
                <a:gd name="T59" fmla="*/ 553 h 553"/>
                <a:gd name="T60" fmla="*/ 1852 w 1852"/>
                <a:gd name="T61" fmla="*/ 553 h 553"/>
                <a:gd name="T62" fmla="*/ 1852 w 1852"/>
                <a:gd name="T63" fmla="*/ 517 h 553"/>
                <a:gd name="T64" fmla="*/ 1677 w 1852"/>
                <a:gd name="T65" fmla="*/ 517 h 553"/>
                <a:gd name="T66" fmla="*/ 1659 w 1852"/>
                <a:gd name="T67" fmla="*/ 517 h 553"/>
                <a:gd name="T68" fmla="*/ 1609 w 1852"/>
                <a:gd name="T69" fmla="*/ 160 h 553"/>
                <a:gd name="T70" fmla="*/ 1158 w 1852"/>
                <a:gd name="T71" fmla="*/ 440 h 553"/>
                <a:gd name="T72" fmla="*/ 1187 w 1852"/>
                <a:gd name="T73" fmla="*/ 401 h 553"/>
                <a:gd name="T74" fmla="*/ 1254 w 1852"/>
                <a:gd name="T75" fmla="*/ 277 h 553"/>
                <a:gd name="T76" fmla="*/ 1340 w 1852"/>
                <a:gd name="T77" fmla="*/ 398 h 553"/>
                <a:gd name="T78" fmla="*/ 1450 w 1852"/>
                <a:gd name="T79" fmla="*/ 224 h 553"/>
                <a:gd name="T80" fmla="*/ 1472 w 1852"/>
                <a:gd name="T81" fmla="*/ 486 h 553"/>
                <a:gd name="T82" fmla="*/ 1620 w 1852"/>
                <a:gd name="T83" fmla="*/ 356 h 553"/>
                <a:gd name="T84" fmla="*/ 1601 w 1852"/>
                <a:gd name="T85" fmla="*/ 517 h 553"/>
                <a:gd name="T86" fmla="*/ 1172 w 1852"/>
                <a:gd name="T87" fmla="*/ 517 h 553"/>
                <a:gd name="T88" fmla="*/ 1158 w 1852"/>
                <a:gd name="T89" fmla="*/ 440 h 553"/>
                <a:gd name="T90" fmla="*/ 345 w 1852"/>
                <a:gd name="T91" fmla="*/ 310 h 553"/>
                <a:gd name="T92" fmla="*/ 421 w 1852"/>
                <a:gd name="T93" fmla="*/ 416 h 553"/>
                <a:gd name="T94" fmla="*/ 518 w 1852"/>
                <a:gd name="T95" fmla="*/ 264 h 553"/>
                <a:gd name="T96" fmla="*/ 537 w 1852"/>
                <a:gd name="T97" fmla="*/ 494 h 553"/>
                <a:gd name="T98" fmla="*/ 667 w 1852"/>
                <a:gd name="T99" fmla="*/ 379 h 553"/>
                <a:gd name="T100" fmla="*/ 653 w 1852"/>
                <a:gd name="T101" fmla="*/ 517 h 553"/>
                <a:gd name="T102" fmla="*/ 273 w 1852"/>
                <a:gd name="T103" fmla="*/ 517 h 553"/>
                <a:gd name="T104" fmla="*/ 261 w 1852"/>
                <a:gd name="T105" fmla="*/ 452 h 553"/>
                <a:gd name="T106" fmla="*/ 287 w 1852"/>
                <a:gd name="T107" fmla="*/ 418 h 553"/>
                <a:gd name="T108" fmla="*/ 345 w 1852"/>
                <a:gd name="T109" fmla="*/ 310 h 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52" h="553">
                  <a:moveTo>
                    <a:pt x="1609" y="160"/>
                  </a:moveTo>
                  <a:cubicBezTo>
                    <a:pt x="1625" y="335"/>
                    <a:pt x="1562" y="333"/>
                    <a:pt x="1562" y="333"/>
                  </a:cubicBezTo>
                  <a:cubicBezTo>
                    <a:pt x="1562" y="333"/>
                    <a:pt x="1620" y="148"/>
                    <a:pt x="1331" y="0"/>
                  </a:cubicBezTo>
                  <a:cubicBezTo>
                    <a:pt x="1422" y="153"/>
                    <a:pt x="1328" y="288"/>
                    <a:pt x="1328" y="288"/>
                  </a:cubicBezTo>
                  <a:cubicBezTo>
                    <a:pt x="1328" y="288"/>
                    <a:pt x="1365" y="172"/>
                    <a:pt x="1220" y="39"/>
                  </a:cubicBezTo>
                  <a:cubicBezTo>
                    <a:pt x="1232" y="143"/>
                    <a:pt x="1241" y="209"/>
                    <a:pt x="1144" y="272"/>
                  </a:cubicBezTo>
                  <a:cubicBezTo>
                    <a:pt x="1030" y="345"/>
                    <a:pt x="1089" y="473"/>
                    <a:pt x="1115" y="517"/>
                  </a:cubicBezTo>
                  <a:cubicBezTo>
                    <a:pt x="1096" y="517"/>
                    <a:pt x="1096" y="517"/>
                    <a:pt x="1096" y="517"/>
                  </a:cubicBezTo>
                  <a:cubicBezTo>
                    <a:pt x="1090" y="505"/>
                    <a:pt x="1082" y="490"/>
                    <a:pt x="1076" y="472"/>
                  </a:cubicBezTo>
                  <a:cubicBezTo>
                    <a:pt x="1071" y="494"/>
                    <a:pt x="1063" y="513"/>
                    <a:pt x="1053" y="517"/>
                  </a:cubicBezTo>
                  <a:cubicBezTo>
                    <a:pt x="718" y="517"/>
                    <a:pt x="718" y="517"/>
                    <a:pt x="718" y="517"/>
                  </a:cubicBezTo>
                  <a:cubicBezTo>
                    <a:pt x="744" y="469"/>
                    <a:pt x="800" y="327"/>
                    <a:pt x="672" y="208"/>
                  </a:cubicBezTo>
                  <a:cubicBezTo>
                    <a:pt x="686" y="361"/>
                    <a:pt x="630" y="360"/>
                    <a:pt x="630" y="360"/>
                  </a:cubicBezTo>
                  <a:cubicBezTo>
                    <a:pt x="630" y="360"/>
                    <a:pt x="682" y="197"/>
                    <a:pt x="428" y="67"/>
                  </a:cubicBezTo>
                  <a:cubicBezTo>
                    <a:pt x="508" y="201"/>
                    <a:pt x="425" y="320"/>
                    <a:pt x="425" y="320"/>
                  </a:cubicBezTo>
                  <a:cubicBezTo>
                    <a:pt x="425" y="320"/>
                    <a:pt x="458" y="218"/>
                    <a:pt x="330" y="101"/>
                  </a:cubicBezTo>
                  <a:cubicBezTo>
                    <a:pt x="341" y="193"/>
                    <a:pt x="349" y="250"/>
                    <a:pt x="264" y="306"/>
                  </a:cubicBezTo>
                  <a:cubicBezTo>
                    <a:pt x="167" y="368"/>
                    <a:pt x="213" y="477"/>
                    <a:pt x="236" y="517"/>
                  </a:cubicBezTo>
                  <a:cubicBezTo>
                    <a:pt x="220" y="517"/>
                    <a:pt x="220" y="517"/>
                    <a:pt x="220" y="517"/>
                  </a:cubicBezTo>
                  <a:cubicBezTo>
                    <a:pt x="204" y="489"/>
                    <a:pt x="183" y="435"/>
                    <a:pt x="193" y="382"/>
                  </a:cubicBezTo>
                  <a:cubicBezTo>
                    <a:pt x="200" y="346"/>
                    <a:pt x="221" y="316"/>
                    <a:pt x="256" y="294"/>
                  </a:cubicBezTo>
                  <a:cubicBezTo>
                    <a:pt x="297" y="268"/>
                    <a:pt x="314" y="241"/>
                    <a:pt x="320" y="209"/>
                  </a:cubicBezTo>
                  <a:cubicBezTo>
                    <a:pt x="307" y="202"/>
                    <a:pt x="292" y="199"/>
                    <a:pt x="276" y="199"/>
                  </a:cubicBezTo>
                  <a:cubicBezTo>
                    <a:pt x="218" y="199"/>
                    <a:pt x="172" y="246"/>
                    <a:pt x="172" y="303"/>
                  </a:cubicBezTo>
                  <a:cubicBezTo>
                    <a:pt x="172" y="314"/>
                    <a:pt x="173" y="325"/>
                    <a:pt x="176" y="335"/>
                  </a:cubicBezTo>
                  <a:cubicBezTo>
                    <a:pt x="176" y="335"/>
                    <a:pt x="175" y="335"/>
                    <a:pt x="174" y="335"/>
                  </a:cubicBezTo>
                  <a:cubicBezTo>
                    <a:pt x="116" y="335"/>
                    <a:pt x="70" y="380"/>
                    <a:pt x="70" y="438"/>
                  </a:cubicBezTo>
                  <a:cubicBezTo>
                    <a:pt x="70" y="470"/>
                    <a:pt x="84" y="501"/>
                    <a:pt x="107" y="517"/>
                  </a:cubicBezTo>
                  <a:cubicBezTo>
                    <a:pt x="0" y="517"/>
                    <a:pt x="0" y="517"/>
                    <a:pt x="0" y="517"/>
                  </a:cubicBezTo>
                  <a:cubicBezTo>
                    <a:pt x="0" y="553"/>
                    <a:pt x="0" y="553"/>
                    <a:pt x="0" y="553"/>
                  </a:cubicBezTo>
                  <a:cubicBezTo>
                    <a:pt x="1852" y="553"/>
                    <a:pt x="1852" y="553"/>
                    <a:pt x="1852" y="553"/>
                  </a:cubicBezTo>
                  <a:cubicBezTo>
                    <a:pt x="1852" y="517"/>
                    <a:pt x="1852" y="517"/>
                    <a:pt x="1852" y="517"/>
                  </a:cubicBezTo>
                  <a:cubicBezTo>
                    <a:pt x="1677" y="517"/>
                    <a:pt x="1677" y="517"/>
                    <a:pt x="1677" y="517"/>
                  </a:cubicBezTo>
                  <a:cubicBezTo>
                    <a:pt x="1659" y="517"/>
                    <a:pt x="1659" y="517"/>
                    <a:pt x="1659" y="517"/>
                  </a:cubicBezTo>
                  <a:cubicBezTo>
                    <a:pt x="1687" y="469"/>
                    <a:pt x="1759" y="299"/>
                    <a:pt x="1609" y="160"/>
                  </a:cubicBezTo>
                  <a:close/>
                  <a:moveTo>
                    <a:pt x="1158" y="440"/>
                  </a:moveTo>
                  <a:cubicBezTo>
                    <a:pt x="1160" y="429"/>
                    <a:pt x="1165" y="415"/>
                    <a:pt x="1187" y="401"/>
                  </a:cubicBezTo>
                  <a:cubicBezTo>
                    <a:pt x="1221" y="379"/>
                    <a:pt x="1267" y="328"/>
                    <a:pt x="1254" y="277"/>
                  </a:cubicBezTo>
                  <a:cubicBezTo>
                    <a:pt x="1254" y="277"/>
                    <a:pt x="1338" y="318"/>
                    <a:pt x="1340" y="398"/>
                  </a:cubicBezTo>
                  <a:cubicBezTo>
                    <a:pt x="1404" y="381"/>
                    <a:pt x="1438" y="308"/>
                    <a:pt x="1450" y="224"/>
                  </a:cubicBezTo>
                  <a:cubicBezTo>
                    <a:pt x="1572" y="353"/>
                    <a:pt x="1472" y="486"/>
                    <a:pt x="1472" y="486"/>
                  </a:cubicBezTo>
                  <a:cubicBezTo>
                    <a:pt x="1472" y="486"/>
                    <a:pt x="1584" y="424"/>
                    <a:pt x="1620" y="356"/>
                  </a:cubicBezTo>
                  <a:cubicBezTo>
                    <a:pt x="1649" y="396"/>
                    <a:pt x="1632" y="505"/>
                    <a:pt x="1601" y="517"/>
                  </a:cubicBezTo>
                  <a:cubicBezTo>
                    <a:pt x="1172" y="517"/>
                    <a:pt x="1172" y="517"/>
                    <a:pt x="1172" y="517"/>
                  </a:cubicBezTo>
                  <a:cubicBezTo>
                    <a:pt x="1161" y="493"/>
                    <a:pt x="1153" y="464"/>
                    <a:pt x="1158" y="440"/>
                  </a:cubicBezTo>
                  <a:close/>
                  <a:moveTo>
                    <a:pt x="345" y="310"/>
                  </a:moveTo>
                  <a:cubicBezTo>
                    <a:pt x="345" y="310"/>
                    <a:pt x="420" y="346"/>
                    <a:pt x="421" y="416"/>
                  </a:cubicBezTo>
                  <a:cubicBezTo>
                    <a:pt x="477" y="401"/>
                    <a:pt x="507" y="338"/>
                    <a:pt x="518" y="264"/>
                  </a:cubicBezTo>
                  <a:cubicBezTo>
                    <a:pt x="625" y="377"/>
                    <a:pt x="537" y="494"/>
                    <a:pt x="537" y="494"/>
                  </a:cubicBezTo>
                  <a:cubicBezTo>
                    <a:pt x="537" y="494"/>
                    <a:pt x="636" y="438"/>
                    <a:pt x="667" y="379"/>
                  </a:cubicBezTo>
                  <a:cubicBezTo>
                    <a:pt x="692" y="413"/>
                    <a:pt x="678" y="505"/>
                    <a:pt x="653" y="517"/>
                  </a:cubicBezTo>
                  <a:cubicBezTo>
                    <a:pt x="273" y="517"/>
                    <a:pt x="273" y="517"/>
                    <a:pt x="273" y="517"/>
                  </a:cubicBezTo>
                  <a:cubicBezTo>
                    <a:pt x="264" y="497"/>
                    <a:pt x="257" y="473"/>
                    <a:pt x="261" y="452"/>
                  </a:cubicBezTo>
                  <a:cubicBezTo>
                    <a:pt x="263" y="443"/>
                    <a:pt x="267" y="431"/>
                    <a:pt x="287" y="418"/>
                  </a:cubicBezTo>
                  <a:cubicBezTo>
                    <a:pt x="317" y="399"/>
                    <a:pt x="357" y="355"/>
                    <a:pt x="345" y="3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Oval 141"/>
            <p:cNvSpPr>
              <a:spLocks noChangeArrowheads="1"/>
            </p:cNvSpPr>
            <p:nvPr/>
          </p:nvSpPr>
          <p:spPr bwMode="auto">
            <a:xfrm>
              <a:off x="9415463" y="3938588"/>
              <a:ext cx="149225" cy="1492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Oval 142"/>
            <p:cNvSpPr>
              <a:spLocks noChangeArrowheads="1"/>
            </p:cNvSpPr>
            <p:nvPr/>
          </p:nvSpPr>
          <p:spPr bwMode="auto">
            <a:xfrm>
              <a:off x="9580563" y="4041776"/>
              <a:ext cx="111125" cy="1111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143"/>
            <p:cNvSpPr>
              <a:spLocks/>
            </p:cNvSpPr>
            <p:nvPr/>
          </p:nvSpPr>
          <p:spPr bwMode="auto">
            <a:xfrm>
              <a:off x="8748713" y="2916238"/>
              <a:ext cx="1101725" cy="1000125"/>
            </a:xfrm>
            <a:custGeom>
              <a:avLst/>
              <a:gdLst>
                <a:gd name="T0" fmla="*/ 620 w 862"/>
                <a:gd name="T1" fmla="*/ 725 h 784"/>
                <a:gd name="T2" fmla="*/ 589 w 862"/>
                <a:gd name="T3" fmla="*/ 674 h 784"/>
                <a:gd name="T4" fmla="*/ 525 w 862"/>
                <a:gd name="T5" fmla="*/ 706 h 784"/>
                <a:gd name="T6" fmla="*/ 521 w 862"/>
                <a:gd name="T7" fmla="*/ 705 h 784"/>
                <a:gd name="T8" fmla="*/ 585 w 862"/>
                <a:gd name="T9" fmla="*/ 625 h 784"/>
                <a:gd name="T10" fmla="*/ 578 w 862"/>
                <a:gd name="T11" fmla="*/ 593 h 784"/>
                <a:gd name="T12" fmla="*/ 599 w 862"/>
                <a:gd name="T13" fmla="*/ 590 h 784"/>
                <a:gd name="T14" fmla="*/ 677 w 862"/>
                <a:gd name="T15" fmla="*/ 490 h 784"/>
                <a:gd name="T16" fmla="*/ 674 w 862"/>
                <a:gd name="T17" fmla="*/ 467 h 784"/>
                <a:gd name="T18" fmla="*/ 774 w 862"/>
                <a:gd name="T19" fmla="*/ 390 h 784"/>
                <a:gd name="T20" fmla="*/ 790 w 862"/>
                <a:gd name="T21" fmla="*/ 391 h 784"/>
                <a:gd name="T22" fmla="*/ 861 w 862"/>
                <a:gd name="T23" fmla="*/ 332 h 784"/>
                <a:gd name="T24" fmla="*/ 862 w 862"/>
                <a:gd name="T25" fmla="*/ 319 h 784"/>
                <a:gd name="T26" fmla="*/ 790 w 862"/>
                <a:gd name="T27" fmla="*/ 247 h 784"/>
                <a:gd name="T28" fmla="*/ 724 w 862"/>
                <a:gd name="T29" fmla="*/ 291 h 784"/>
                <a:gd name="T30" fmla="*/ 758 w 862"/>
                <a:gd name="T31" fmla="*/ 241 h 784"/>
                <a:gd name="T32" fmla="*/ 648 w 862"/>
                <a:gd name="T33" fmla="*/ 188 h 784"/>
                <a:gd name="T34" fmla="*/ 587 w 862"/>
                <a:gd name="T35" fmla="*/ 202 h 784"/>
                <a:gd name="T36" fmla="*/ 496 w 862"/>
                <a:gd name="T37" fmla="*/ 144 h 784"/>
                <a:gd name="T38" fmla="*/ 488 w 862"/>
                <a:gd name="T39" fmla="*/ 145 h 784"/>
                <a:gd name="T40" fmla="*/ 394 w 862"/>
                <a:gd name="T41" fmla="*/ 246 h 784"/>
                <a:gd name="T42" fmla="*/ 488 w 862"/>
                <a:gd name="T43" fmla="*/ 348 h 784"/>
                <a:gd name="T44" fmla="*/ 479 w 862"/>
                <a:gd name="T45" fmla="*/ 348 h 784"/>
                <a:gd name="T46" fmla="*/ 378 w 862"/>
                <a:gd name="T47" fmla="*/ 246 h 784"/>
                <a:gd name="T48" fmla="*/ 397 w 862"/>
                <a:gd name="T49" fmla="*/ 186 h 784"/>
                <a:gd name="T50" fmla="*/ 385 w 862"/>
                <a:gd name="T51" fmla="*/ 178 h 784"/>
                <a:gd name="T52" fmla="*/ 397 w 862"/>
                <a:gd name="T53" fmla="*/ 124 h 784"/>
                <a:gd name="T54" fmla="*/ 273 w 862"/>
                <a:gd name="T55" fmla="*/ 0 h 784"/>
                <a:gd name="T56" fmla="*/ 159 w 862"/>
                <a:gd name="T57" fmla="*/ 75 h 784"/>
                <a:gd name="T58" fmla="*/ 124 w 862"/>
                <a:gd name="T59" fmla="*/ 70 h 784"/>
                <a:gd name="T60" fmla="*/ 0 w 862"/>
                <a:gd name="T61" fmla="*/ 194 h 784"/>
                <a:gd name="T62" fmla="*/ 124 w 862"/>
                <a:gd name="T63" fmla="*/ 318 h 784"/>
                <a:gd name="T64" fmla="*/ 199 w 862"/>
                <a:gd name="T65" fmla="*/ 293 h 784"/>
                <a:gd name="T66" fmla="*/ 322 w 862"/>
                <a:gd name="T67" fmla="*/ 409 h 784"/>
                <a:gd name="T68" fmla="*/ 337 w 862"/>
                <a:gd name="T69" fmla="*/ 408 h 784"/>
                <a:gd name="T70" fmla="*/ 349 w 862"/>
                <a:gd name="T71" fmla="*/ 442 h 784"/>
                <a:gd name="T72" fmla="*/ 438 w 862"/>
                <a:gd name="T73" fmla="*/ 493 h 784"/>
                <a:gd name="T74" fmla="*/ 538 w 862"/>
                <a:gd name="T75" fmla="*/ 417 h 784"/>
                <a:gd name="T76" fmla="*/ 545 w 862"/>
                <a:gd name="T77" fmla="*/ 425 h 784"/>
                <a:gd name="T78" fmla="*/ 472 w 862"/>
                <a:gd name="T79" fmla="*/ 502 h 784"/>
                <a:gd name="T80" fmla="*/ 487 w 862"/>
                <a:gd name="T81" fmla="*/ 545 h 784"/>
                <a:gd name="T82" fmla="*/ 422 w 862"/>
                <a:gd name="T83" fmla="*/ 625 h 784"/>
                <a:gd name="T84" fmla="*/ 504 w 862"/>
                <a:gd name="T85" fmla="*/ 707 h 784"/>
                <a:gd name="T86" fmla="*/ 505 w 862"/>
                <a:gd name="T87" fmla="*/ 707 h 784"/>
                <a:gd name="T88" fmla="*/ 502 w 862"/>
                <a:gd name="T89" fmla="*/ 725 h 784"/>
                <a:gd name="T90" fmla="*/ 561 w 862"/>
                <a:gd name="T91" fmla="*/ 784 h 784"/>
                <a:gd name="T92" fmla="*/ 620 w 862"/>
                <a:gd name="T93" fmla="*/ 725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62" h="784">
                  <a:moveTo>
                    <a:pt x="620" y="725"/>
                  </a:moveTo>
                  <a:cubicBezTo>
                    <a:pt x="620" y="703"/>
                    <a:pt x="608" y="684"/>
                    <a:pt x="589" y="674"/>
                  </a:cubicBezTo>
                  <a:cubicBezTo>
                    <a:pt x="575" y="693"/>
                    <a:pt x="551" y="706"/>
                    <a:pt x="525" y="706"/>
                  </a:cubicBezTo>
                  <a:cubicBezTo>
                    <a:pt x="523" y="706"/>
                    <a:pt x="522" y="706"/>
                    <a:pt x="521" y="705"/>
                  </a:cubicBezTo>
                  <a:cubicBezTo>
                    <a:pt x="558" y="698"/>
                    <a:pt x="585" y="665"/>
                    <a:pt x="585" y="625"/>
                  </a:cubicBezTo>
                  <a:cubicBezTo>
                    <a:pt x="585" y="614"/>
                    <a:pt x="583" y="603"/>
                    <a:pt x="578" y="593"/>
                  </a:cubicBezTo>
                  <a:cubicBezTo>
                    <a:pt x="586" y="592"/>
                    <a:pt x="592" y="591"/>
                    <a:pt x="599" y="590"/>
                  </a:cubicBezTo>
                  <a:cubicBezTo>
                    <a:pt x="644" y="578"/>
                    <a:pt x="677" y="538"/>
                    <a:pt x="677" y="490"/>
                  </a:cubicBezTo>
                  <a:cubicBezTo>
                    <a:pt x="677" y="482"/>
                    <a:pt x="676" y="474"/>
                    <a:pt x="674" y="467"/>
                  </a:cubicBezTo>
                  <a:cubicBezTo>
                    <a:pt x="719" y="458"/>
                    <a:pt x="756" y="429"/>
                    <a:pt x="774" y="390"/>
                  </a:cubicBezTo>
                  <a:cubicBezTo>
                    <a:pt x="779" y="391"/>
                    <a:pt x="785" y="391"/>
                    <a:pt x="790" y="391"/>
                  </a:cubicBezTo>
                  <a:cubicBezTo>
                    <a:pt x="825" y="391"/>
                    <a:pt x="855" y="366"/>
                    <a:pt x="861" y="332"/>
                  </a:cubicBezTo>
                  <a:cubicBezTo>
                    <a:pt x="861" y="328"/>
                    <a:pt x="862" y="324"/>
                    <a:pt x="862" y="319"/>
                  </a:cubicBezTo>
                  <a:cubicBezTo>
                    <a:pt x="862" y="280"/>
                    <a:pt x="830" y="247"/>
                    <a:pt x="790" y="247"/>
                  </a:cubicBezTo>
                  <a:cubicBezTo>
                    <a:pt x="760" y="247"/>
                    <a:pt x="735" y="265"/>
                    <a:pt x="724" y="291"/>
                  </a:cubicBezTo>
                  <a:cubicBezTo>
                    <a:pt x="728" y="270"/>
                    <a:pt x="740" y="252"/>
                    <a:pt x="758" y="241"/>
                  </a:cubicBezTo>
                  <a:cubicBezTo>
                    <a:pt x="732" y="209"/>
                    <a:pt x="692" y="188"/>
                    <a:pt x="648" y="188"/>
                  </a:cubicBezTo>
                  <a:cubicBezTo>
                    <a:pt x="626" y="188"/>
                    <a:pt x="606" y="193"/>
                    <a:pt x="587" y="202"/>
                  </a:cubicBezTo>
                  <a:cubicBezTo>
                    <a:pt x="571" y="168"/>
                    <a:pt x="536" y="144"/>
                    <a:pt x="496" y="144"/>
                  </a:cubicBezTo>
                  <a:cubicBezTo>
                    <a:pt x="493" y="144"/>
                    <a:pt x="490" y="145"/>
                    <a:pt x="488" y="145"/>
                  </a:cubicBezTo>
                  <a:cubicBezTo>
                    <a:pt x="435" y="149"/>
                    <a:pt x="394" y="193"/>
                    <a:pt x="394" y="246"/>
                  </a:cubicBezTo>
                  <a:cubicBezTo>
                    <a:pt x="394" y="300"/>
                    <a:pt x="435" y="344"/>
                    <a:pt x="488" y="348"/>
                  </a:cubicBezTo>
                  <a:cubicBezTo>
                    <a:pt x="485" y="348"/>
                    <a:pt x="482" y="348"/>
                    <a:pt x="479" y="348"/>
                  </a:cubicBezTo>
                  <a:cubicBezTo>
                    <a:pt x="423" y="348"/>
                    <a:pt x="378" y="303"/>
                    <a:pt x="378" y="246"/>
                  </a:cubicBezTo>
                  <a:cubicBezTo>
                    <a:pt x="378" y="224"/>
                    <a:pt x="385" y="203"/>
                    <a:pt x="397" y="186"/>
                  </a:cubicBezTo>
                  <a:cubicBezTo>
                    <a:pt x="393" y="183"/>
                    <a:pt x="389" y="180"/>
                    <a:pt x="385" y="178"/>
                  </a:cubicBezTo>
                  <a:cubicBezTo>
                    <a:pt x="393" y="161"/>
                    <a:pt x="397" y="143"/>
                    <a:pt x="397" y="124"/>
                  </a:cubicBezTo>
                  <a:cubicBezTo>
                    <a:pt x="397" y="55"/>
                    <a:pt x="342" y="0"/>
                    <a:pt x="273" y="0"/>
                  </a:cubicBezTo>
                  <a:cubicBezTo>
                    <a:pt x="222" y="0"/>
                    <a:pt x="178" y="31"/>
                    <a:pt x="159" y="75"/>
                  </a:cubicBezTo>
                  <a:cubicBezTo>
                    <a:pt x="148" y="72"/>
                    <a:pt x="136" y="70"/>
                    <a:pt x="124" y="70"/>
                  </a:cubicBezTo>
                  <a:cubicBezTo>
                    <a:pt x="55" y="70"/>
                    <a:pt x="0" y="126"/>
                    <a:pt x="0" y="194"/>
                  </a:cubicBezTo>
                  <a:cubicBezTo>
                    <a:pt x="0" y="263"/>
                    <a:pt x="55" y="318"/>
                    <a:pt x="124" y="318"/>
                  </a:cubicBezTo>
                  <a:cubicBezTo>
                    <a:pt x="152" y="318"/>
                    <a:pt x="178" y="309"/>
                    <a:pt x="199" y="293"/>
                  </a:cubicBezTo>
                  <a:cubicBezTo>
                    <a:pt x="203" y="358"/>
                    <a:pt x="257" y="409"/>
                    <a:pt x="322" y="409"/>
                  </a:cubicBezTo>
                  <a:cubicBezTo>
                    <a:pt x="327" y="409"/>
                    <a:pt x="332" y="409"/>
                    <a:pt x="337" y="408"/>
                  </a:cubicBezTo>
                  <a:cubicBezTo>
                    <a:pt x="339" y="420"/>
                    <a:pt x="343" y="432"/>
                    <a:pt x="349" y="442"/>
                  </a:cubicBezTo>
                  <a:cubicBezTo>
                    <a:pt x="367" y="473"/>
                    <a:pt x="400" y="493"/>
                    <a:pt x="438" y="493"/>
                  </a:cubicBezTo>
                  <a:cubicBezTo>
                    <a:pt x="486" y="493"/>
                    <a:pt x="526" y="461"/>
                    <a:pt x="538" y="417"/>
                  </a:cubicBezTo>
                  <a:cubicBezTo>
                    <a:pt x="540" y="420"/>
                    <a:pt x="543" y="423"/>
                    <a:pt x="545" y="425"/>
                  </a:cubicBezTo>
                  <a:cubicBezTo>
                    <a:pt x="537" y="463"/>
                    <a:pt x="508" y="492"/>
                    <a:pt x="472" y="502"/>
                  </a:cubicBezTo>
                  <a:cubicBezTo>
                    <a:pt x="474" y="518"/>
                    <a:pt x="479" y="533"/>
                    <a:pt x="487" y="545"/>
                  </a:cubicBezTo>
                  <a:cubicBezTo>
                    <a:pt x="450" y="553"/>
                    <a:pt x="422" y="586"/>
                    <a:pt x="422" y="625"/>
                  </a:cubicBezTo>
                  <a:cubicBezTo>
                    <a:pt x="422" y="671"/>
                    <a:pt x="458" y="707"/>
                    <a:pt x="504" y="707"/>
                  </a:cubicBezTo>
                  <a:cubicBezTo>
                    <a:pt x="504" y="707"/>
                    <a:pt x="504" y="707"/>
                    <a:pt x="505" y="707"/>
                  </a:cubicBezTo>
                  <a:cubicBezTo>
                    <a:pt x="503" y="713"/>
                    <a:pt x="502" y="719"/>
                    <a:pt x="502" y="725"/>
                  </a:cubicBezTo>
                  <a:cubicBezTo>
                    <a:pt x="502" y="758"/>
                    <a:pt x="528" y="784"/>
                    <a:pt x="561" y="784"/>
                  </a:cubicBezTo>
                  <a:cubicBezTo>
                    <a:pt x="593" y="784"/>
                    <a:pt x="620" y="758"/>
                    <a:pt x="620" y="7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Oval 144"/>
            <p:cNvSpPr>
              <a:spLocks noChangeArrowheads="1"/>
            </p:cNvSpPr>
            <p:nvPr/>
          </p:nvSpPr>
          <p:spPr bwMode="auto">
            <a:xfrm>
              <a:off x="9496425" y="3022601"/>
              <a:ext cx="104775" cy="1047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Oval 145"/>
            <p:cNvSpPr>
              <a:spLocks noChangeArrowheads="1"/>
            </p:cNvSpPr>
            <p:nvPr/>
          </p:nvSpPr>
          <p:spPr bwMode="auto">
            <a:xfrm>
              <a:off x="9680575" y="3022601"/>
              <a:ext cx="149225" cy="1476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Oval 146"/>
            <p:cNvSpPr>
              <a:spLocks noChangeArrowheads="1"/>
            </p:cNvSpPr>
            <p:nvPr/>
          </p:nvSpPr>
          <p:spPr bwMode="auto">
            <a:xfrm>
              <a:off x="10006013" y="3346451"/>
              <a:ext cx="150813" cy="1492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Oval 147"/>
            <p:cNvSpPr>
              <a:spLocks noChangeArrowheads="1"/>
            </p:cNvSpPr>
            <p:nvPr/>
          </p:nvSpPr>
          <p:spPr bwMode="auto">
            <a:xfrm>
              <a:off x="10171113" y="3449638"/>
              <a:ext cx="109538" cy="1111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148"/>
            <p:cNvSpPr>
              <a:spLocks/>
            </p:cNvSpPr>
            <p:nvPr/>
          </p:nvSpPr>
          <p:spPr bwMode="auto">
            <a:xfrm>
              <a:off x="9648825" y="2444751"/>
              <a:ext cx="792163" cy="879475"/>
            </a:xfrm>
            <a:custGeom>
              <a:avLst/>
              <a:gdLst>
                <a:gd name="T0" fmla="*/ 549 w 621"/>
                <a:gd name="T1" fmla="*/ 152 h 689"/>
                <a:gd name="T2" fmla="*/ 483 w 621"/>
                <a:gd name="T3" fmla="*/ 196 h 689"/>
                <a:gd name="T4" fmla="*/ 516 w 621"/>
                <a:gd name="T5" fmla="*/ 146 h 689"/>
                <a:gd name="T6" fmla="*/ 406 w 621"/>
                <a:gd name="T7" fmla="*/ 93 h 689"/>
                <a:gd name="T8" fmla="*/ 346 w 621"/>
                <a:gd name="T9" fmla="*/ 107 h 689"/>
                <a:gd name="T10" fmla="*/ 254 w 621"/>
                <a:gd name="T11" fmla="*/ 49 h 689"/>
                <a:gd name="T12" fmla="*/ 246 w 621"/>
                <a:gd name="T13" fmla="*/ 50 h 689"/>
                <a:gd name="T14" fmla="*/ 153 w 621"/>
                <a:gd name="T15" fmla="*/ 151 h 689"/>
                <a:gd name="T16" fmla="*/ 246 w 621"/>
                <a:gd name="T17" fmla="*/ 253 h 689"/>
                <a:gd name="T18" fmla="*/ 238 w 621"/>
                <a:gd name="T19" fmla="*/ 253 h 689"/>
                <a:gd name="T20" fmla="*/ 136 w 621"/>
                <a:gd name="T21" fmla="*/ 151 h 689"/>
                <a:gd name="T22" fmla="*/ 190 w 621"/>
                <a:gd name="T23" fmla="*/ 61 h 689"/>
                <a:gd name="T24" fmla="*/ 116 w 621"/>
                <a:gd name="T25" fmla="*/ 0 h 689"/>
                <a:gd name="T26" fmla="*/ 40 w 621"/>
                <a:gd name="T27" fmla="*/ 76 h 689"/>
                <a:gd name="T28" fmla="*/ 46 w 621"/>
                <a:gd name="T29" fmla="*/ 106 h 689"/>
                <a:gd name="T30" fmla="*/ 0 w 621"/>
                <a:gd name="T31" fmla="*/ 183 h 689"/>
                <a:gd name="T32" fmla="*/ 88 w 621"/>
                <a:gd name="T33" fmla="*/ 271 h 689"/>
                <a:gd name="T34" fmla="*/ 96 w 621"/>
                <a:gd name="T35" fmla="*/ 271 h 689"/>
                <a:gd name="T36" fmla="*/ 94 w 621"/>
                <a:gd name="T37" fmla="*/ 295 h 689"/>
                <a:gd name="T38" fmla="*/ 108 w 621"/>
                <a:gd name="T39" fmla="*/ 347 h 689"/>
                <a:gd name="T40" fmla="*/ 197 w 621"/>
                <a:gd name="T41" fmla="*/ 398 h 689"/>
                <a:gd name="T42" fmla="*/ 296 w 621"/>
                <a:gd name="T43" fmla="*/ 322 h 689"/>
                <a:gd name="T44" fmla="*/ 304 w 621"/>
                <a:gd name="T45" fmla="*/ 330 h 689"/>
                <a:gd name="T46" fmla="*/ 230 w 621"/>
                <a:gd name="T47" fmla="*/ 407 h 689"/>
                <a:gd name="T48" fmla="*/ 246 w 621"/>
                <a:gd name="T49" fmla="*/ 450 h 689"/>
                <a:gd name="T50" fmla="*/ 180 w 621"/>
                <a:gd name="T51" fmla="*/ 530 h 689"/>
                <a:gd name="T52" fmla="*/ 262 w 621"/>
                <a:gd name="T53" fmla="*/ 612 h 689"/>
                <a:gd name="T54" fmla="*/ 263 w 621"/>
                <a:gd name="T55" fmla="*/ 612 h 689"/>
                <a:gd name="T56" fmla="*/ 261 w 621"/>
                <a:gd name="T57" fmla="*/ 630 h 689"/>
                <a:gd name="T58" fmla="*/ 319 w 621"/>
                <a:gd name="T59" fmla="*/ 689 h 689"/>
                <a:gd name="T60" fmla="*/ 378 w 621"/>
                <a:gd name="T61" fmla="*/ 630 h 689"/>
                <a:gd name="T62" fmla="*/ 348 w 621"/>
                <a:gd name="T63" fmla="*/ 579 h 689"/>
                <a:gd name="T64" fmla="*/ 284 w 621"/>
                <a:gd name="T65" fmla="*/ 611 h 689"/>
                <a:gd name="T66" fmla="*/ 279 w 621"/>
                <a:gd name="T67" fmla="*/ 610 h 689"/>
                <a:gd name="T68" fmla="*/ 344 w 621"/>
                <a:gd name="T69" fmla="*/ 530 h 689"/>
                <a:gd name="T70" fmla="*/ 337 w 621"/>
                <a:gd name="T71" fmla="*/ 498 h 689"/>
                <a:gd name="T72" fmla="*/ 358 w 621"/>
                <a:gd name="T73" fmla="*/ 495 h 689"/>
                <a:gd name="T74" fmla="*/ 436 w 621"/>
                <a:gd name="T75" fmla="*/ 395 h 689"/>
                <a:gd name="T76" fmla="*/ 433 w 621"/>
                <a:gd name="T77" fmla="*/ 372 h 689"/>
                <a:gd name="T78" fmla="*/ 533 w 621"/>
                <a:gd name="T79" fmla="*/ 295 h 689"/>
                <a:gd name="T80" fmla="*/ 549 w 621"/>
                <a:gd name="T81" fmla="*/ 296 h 689"/>
                <a:gd name="T82" fmla="*/ 619 w 621"/>
                <a:gd name="T83" fmla="*/ 237 h 689"/>
                <a:gd name="T84" fmla="*/ 621 w 621"/>
                <a:gd name="T85" fmla="*/ 224 h 689"/>
                <a:gd name="T86" fmla="*/ 549 w 621"/>
                <a:gd name="T87" fmla="*/ 152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21" h="689">
                  <a:moveTo>
                    <a:pt x="549" y="152"/>
                  </a:moveTo>
                  <a:cubicBezTo>
                    <a:pt x="519" y="152"/>
                    <a:pt x="494" y="170"/>
                    <a:pt x="483" y="196"/>
                  </a:cubicBezTo>
                  <a:cubicBezTo>
                    <a:pt x="486" y="175"/>
                    <a:pt x="499" y="157"/>
                    <a:pt x="516" y="146"/>
                  </a:cubicBezTo>
                  <a:cubicBezTo>
                    <a:pt x="491" y="114"/>
                    <a:pt x="451" y="93"/>
                    <a:pt x="406" y="93"/>
                  </a:cubicBezTo>
                  <a:cubicBezTo>
                    <a:pt x="385" y="93"/>
                    <a:pt x="364" y="98"/>
                    <a:pt x="346" y="107"/>
                  </a:cubicBezTo>
                  <a:cubicBezTo>
                    <a:pt x="330" y="73"/>
                    <a:pt x="295" y="49"/>
                    <a:pt x="254" y="49"/>
                  </a:cubicBezTo>
                  <a:cubicBezTo>
                    <a:pt x="252" y="49"/>
                    <a:pt x="249" y="50"/>
                    <a:pt x="246" y="50"/>
                  </a:cubicBezTo>
                  <a:cubicBezTo>
                    <a:pt x="194" y="54"/>
                    <a:pt x="153" y="98"/>
                    <a:pt x="153" y="151"/>
                  </a:cubicBezTo>
                  <a:cubicBezTo>
                    <a:pt x="153" y="205"/>
                    <a:pt x="194" y="249"/>
                    <a:pt x="246" y="253"/>
                  </a:cubicBezTo>
                  <a:cubicBezTo>
                    <a:pt x="244" y="253"/>
                    <a:pt x="241" y="253"/>
                    <a:pt x="238" y="253"/>
                  </a:cubicBezTo>
                  <a:cubicBezTo>
                    <a:pt x="182" y="253"/>
                    <a:pt x="136" y="208"/>
                    <a:pt x="136" y="151"/>
                  </a:cubicBezTo>
                  <a:cubicBezTo>
                    <a:pt x="136" y="112"/>
                    <a:pt x="158" y="78"/>
                    <a:pt x="190" y="61"/>
                  </a:cubicBezTo>
                  <a:cubicBezTo>
                    <a:pt x="183" y="26"/>
                    <a:pt x="153" y="0"/>
                    <a:pt x="116" y="0"/>
                  </a:cubicBezTo>
                  <a:cubicBezTo>
                    <a:pt x="74" y="0"/>
                    <a:pt x="40" y="34"/>
                    <a:pt x="40" y="76"/>
                  </a:cubicBezTo>
                  <a:cubicBezTo>
                    <a:pt x="40" y="87"/>
                    <a:pt x="42" y="97"/>
                    <a:pt x="46" y="106"/>
                  </a:cubicBezTo>
                  <a:cubicBezTo>
                    <a:pt x="18" y="121"/>
                    <a:pt x="0" y="150"/>
                    <a:pt x="0" y="183"/>
                  </a:cubicBezTo>
                  <a:cubicBezTo>
                    <a:pt x="0" y="232"/>
                    <a:pt x="39" y="271"/>
                    <a:pt x="88" y="271"/>
                  </a:cubicBezTo>
                  <a:cubicBezTo>
                    <a:pt x="91" y="271"/>
                    <a:pt x="94" y="271"/>
                    <a:pt x="96" y="271"/>
                  </a:cubicBezTo>
                  <a:cubicBezTo>
                    <a:pt x="95" y="279"/>
                    <a:pt x="94" y="287"/>
                    <a:pt x="94" y="295"/>
                  </a:cubicBezTo>
                  <a:cubicBezTo>
                    <a:pt x="94" y="314"/>
                    <a:pt x="99" y="332"/>
                    <a:pt x="108" y="347"/>
                  </a:cubicBezTo>
                  <a:cubicBezTo>
                    <a:pt x="126" y="378"/>
                    <a:pt x="159" y="398"/>
                    <a:pt x="197" y="398"/>
                  </a:cubicBezTo>
                  <a:cubicBezTo>
                    <a:pt x="244" y="398"/>
                    <a:pt x="284" y="366"/>
                    <a:pt x="296" y="322"/>
                  </a:cubicBezTo>
                  <a:cubicBezTo>
                    <a:pt x="299" y="325"/>
                    <a:pt x="301" y="328"/>
                    <a:pt x="304" y="330"/>
                  </a:cubicBezTo>
                  <a:cubicBezTo>
                    <a:pt x="296" y="368"/>
                    <a:pt x="267" y="397"/>
                    <a:pt x="230" y="407"/>
                  </a:cubicBezTo>
                  <a:cubicBezTo>
                    <a:pt x="232" y="423"/>
                    <a:pt x="238" y="438"/>
                    <a:pt x="246" y="450"/>
                  </a:cubicBezTo>
                  <a:cubicBezTo>
                    <a:pt x="209" y="458"/>
                    <a:pt x="180" y="491"/>
                    <a:pt x="180" y="530"/>
                  </a:cubicBezTo>
                  <a:cubicBezTo>
                    <a:pt x="180" y="576"/>
                    <a:pt x="217" y="612"/>
                    <a:pt x="262" y="612"/>
                  </a:cubicBezTo>
                  <a:cubicBezTo>
                    <a:pt x="263" y="612"/>
                    <a:pt x="263" y="612"/>
                    <a:pt x="263" y="612"/>
                  </a:cubicBezTo>
                  <a:cubicBezTo>
                    <a:pt x="262" y="618"/>
                    <a:pt x="261" y="624"/>
                    <a:pt x="261" y="630"/>
                  </a:cubicBezTo>
                  <a:cubicBezTo>
                    <a:pt x="261" y="663"/>
                    <a:pt x="287" y="689"/>
                    <a:pt x="319" y="689"/>
                  </a:cubicBezTo>
                  <a:cubicBezTo>
                    <a:pt x="352" y="689"/>
                    <a:pt x="378" y="663"/>
                    <a:pt x="378" y="630"/>
                  </a:cubicBezTo>
                  <a:cubicBezTo>
                    <a:pt x="378" y="608"/>
                    <a:pt x="366" y="589"/>
                    <a:pt x="348" y="579"/>
                  </a:cubicBezTo>
                  <a:cubicBezTo>
                    <a:pt x="333" y="598"/>
                    <a:pt x="310" y="611"/>
                    <a:pt x="284" y="611"/>
                  </a:cubicBezTo>
                  <a:cubicBezTo>
                    <a:pt x="282" y="611"/>
                    <a:pt x="281" y="611"/>
                    <a:pt x="279" y="610"/>
                  </a:cubicBezTo>
                  <a:cubicBezTo>
                    <a:pt x="316" y="603"/>
                    <a:pt x="344" y="570"/>
                    <a:pt x="344" y="530"/>
                  </a:cubicBezTo>
                  <a:cubicBezTo>
                    <a:pt x="344" y="519"/>
                    <a:pt x="342" y="508"/>
                    <a:pt x="337" y="498"/>
                  </a:cubicBezTo>
                  <a:cubicBezTo>
                    <a:pt x="344" y="497"/>
                    <a:pt x="351" y="496"/>
                    <a:pt x="358" y="495"/>
                  </a:cubicBezTo>
                  <a:cubicBezTo>
                    <a:pt x="403" y="483"/>
                    <a:pt x="436" y="443"/>
                    <a:pt x="436" y="395"/>
                  </a:cubicBezTo>
                  <a:cubicBezTo>
                    <a:pt x="436" y="387"/>
                    <a:pt x="435" y="379"/>
                    <a:pt x="433" y="372"/>
                  </a:cubicBezTo>
                  <a:cubicBezTo>
                    <a:pt x="477" y="363"/>
                    <a:pt x="514" y="334"/>
                    <a:pt x="533" y="295"/>
                  </a:cubicBezTo>
                  <a:cubicBezTo>
                    <a:pt x="538" y="296"/>
                    <a:pt x="543" y="296"/>
                    <a:pt x="549" y="296"/>
                  </a:cubicBezTo>
                  <a:cubicBezTo>
                    <a:pt x="584" y="296"/>
                    <a:pt x="614" y="271"/>
                    <a:pt x="619" y="237"/>
                  </a:cubicBezTo>
                  <a:cubicBezTo>
                    <a:pt x="620" y="233"/>
                    <a:pt x="621" y="229"/>
                    <a:pt x="621" y="224"/>
                  </a:cubicBezTo>
                  <a:cubicBezTo>
                    <a:pt x="621" y="185"/>
                    <a:pt x="588" y="152"/>
                    <a:pt x="549"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Oval 149"/>
            <p:cNvSpPr>
              <a:spLocks noChangeArrowheads="1"/>
            </p:cNvSpPr>
            <p:nvPr/>
          </p:nvSpPr>
          <p:spPr bwMode="auto">
            <a:xfrm>
              <a:off x="10086975" y="2430463"/>
              <a:ext cx="104775" cy="1047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Oval 150"/>
            <p:cNvSpPr>
              <a:spLocks noChangeArrowheads="1"/>
            </p:cNvSpPr>
            <p:nvPr/>
          </p:nvSpPr>
          <p:spPr bwMode="auto">
            <a:xfrm>
              <a:off x="10271125" y="2430463"/>
              <a:ext cx="147638" cy="1476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Oval 151"/>
            <p:cNvSpPr>
              <a:spLocks noChangeArrowheads="1"/>
            </p:cNvSpPr>
            <p:nvPr/>
          </p:nvSpPr>
          <p:spPr bwMode="auto">
            <a:xfrm>
              <a:off x="8496300" y="2851151"/>
              <a:ext cx="192088" cy="1920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Oval 152"/>
            <p:cNvSpPr>
              <a:spLocks noChangeArrowheads="1"/>
            </p:cNvSpPr>
            <p:nvPr/>
          </p:nvSpPr>
          <p:spPr bwMode="auto">
            <a:xfrm>
              <a:off x="10396538" y="3448051"/>
              <a:ext cx="106363" cy="1063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Oval 153"/>
            <p:cNvSpPr>
              <a:spLocks noChangeArrowheads="1"/>
            </p:cNvSpPr>
            <p:nvPr/>
          </p:nvSpPr>
          <p:spPr bwMode="auto">
            <a:xfrm>
              <a:off x="9766300" y="3549651"/>
              <a:ext cx="106363" cy="1063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Oval 154"/>
            <p:cNvSpPr>
              <a:spLocks noChangeArrowheads="1"/>
            </p:cNvSpPr>
            <p:nvPr/>
          </p:nvSpPr>
          <p:spPr bwMode="auto">
            <a:xfrm>
              <a:off x="8902700" y="2627313"/>
              <a:ext cx="98425" cy="1000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Oval 155"/>
            <p:cNvSpPr>
              <a:spLocks noChangeArrowheads="1"/>
            </p:cNvSpPr>
            <p:nvPr/>
          </p:nvSpPr>
          <p:spPr bwMode="auto">
            <a:xfrm>
              <a:off x="9224963" y="2671763"/>
              <a:ext cx="157163" cy="157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156"/>
            <p:cNvSpPr>
              <a:spLocks/>
            </p:cNvSpPr>
            <p:nvPr/>
          </p:nvSpPr>
          <p:spPr bwMode="auto">
            <a:xfrm>
              <a:off x="11585575" y="2746376"/>
              <a:ext cx="128588" cy="100013"/>
            </a:xfrm>
            <a:custGeom>
              <a:avLst/>
              <a:gdLst>
                <a:gd name="T0" fmla="*/ 49 w 101"/>
                <a:gd name="T1" fmla="*/ 51 h 79"/>
                <a:gd name="T2" fmla="*/ 0 w 101"/>
                <a:gd name="T3" fmla="*/ 21 h 79"/>
                <a:gd name="T4" fmla="*/ 40 w 101"/>
                <a:gd name="T5" fmla="*/ 66 h 79"/>
                <a:gd name="T6" fmla="*/ 99 w 101"/>
                <a:gd name="T7" fmla="*/ 79 h 79"/>
                <a:gd name="T8" fmla="*/ 49 w 101"/>
                <a:gd name="T9" fmla="*/ 51 h 79"/>
              </a:gdLst>
              <a:ahLst/>
              <a:cxnLst>
                <a:cxn ang="0">
                  <a:pos x="T0" y="T1"/>
                </a:cxn>
                <a:cxn ang="0">
                  <a:pos x="T2" y="T3"/>
                </a:cxn>
                <a:cxn ang="0">
                  <a:pos x="T4" y="T5"/>
                </a:cxn>
                <a:cxn ang="0">
                  <a:pos x="T6" y="T7"/>
                </a:cxn>
                <a:cxn ang="0">
                  <a:pos x="T8" y="T9"/>
                </a:cxn>
              </a:cxnLst>
              <a:rect l="0" t="0" r="r" b="b"/>
              <a:pathLst>
                <a:path w="101" h="79">
                  <a:moveTo>
                    <a:pt x="49" y="51"/>
                  </a:moveTo>
                  <a:cubicBezTo>
                    <a:pt x="49" y="51"/>
                    <a:pt x="33" y="0"/>
                    <a:pt x="0" y="21"/>
                  </a:cubicBezTo>
                  <a:cubicBezTo>
                    <a:pt x="25" y="23"/>
                    <a:pt x="37" y="54"/>
                    <a:pt x="40" y="66"/>
                  </a:cubicBezTo>
                  <a:cubicBezTo>
                    <a:pt x="52" y="63"/>
                    <a:pt x="85" y="58"/>
                    <a:pt x="99" y="79"/>
                  </a:cubicBezTo>
                  <a:cubicBezTo>
                    <a:pt x="101" y="40"/>
                    <a:pt x="49" y="51"/>
                    <a:pt x="49"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157"/>
            <p:cNvSpPr>
              <a:spLocks/>
            </p:cNvSpPr>
            <p:nvPr/>
          </p:nvSpPr>
          <p:spPr bwMode="auto">
            <a:xfrm>
              <a:off x="11644313" y="2890838"/>
              <a:ext cx="128588" cy="100013"/>
            </a:xfrm>
            <a:custGeom>
              <a:avLst/>
              <a:gdLst>
                <a:gd name="T0" fmla="*/ 0 w 101"/>
                <a:gd name="T1" fmla="*/ 21 h 79"/>
                <a:gd name="T2" fmla="*/ 40 w 101"/>
                <a:gd name="T3" fmla="*/ 66 h 79"/>
                <a:gd name="T4" fmla="*/ 98 w 101"/>
                <a:gd name="T5" fmla="*/ 79 h 79"/>
                <a:gd name="T6" fmla="*/ 48 w 101"/>
                <a:gd name="T7" fmla="*/ 51 h 79"/>
                <a:gd name="T8" fmla="*/ 0 w 101"/>
                <a:gd name="T9" fmla="*/ 21 h 79"/>
              </a:gdLst>
              <a:ahLst/>
              <a:cxnLst>
                <a:cxn ang="0">
                  <a:pos x="T0" y="T1"/>
                </a:cxn>
                <a:cxn ang="0">
                  <a:pos x="T2" y="T3"/>
                </a:cxn>
                <a:cxn ang="0">
                  <a:pos x="T4" y="T5"/>
                </a:cxn>
                <a:cxn ang="0">
                  <a:pos x="T6" y="T7"/>
                </a:cxn>
                <a:cxn ang="0">
                  <a:pos x="T8" y="T9"/>
                </a:cxn>
              </a:cxnLst>
              <a:rect l="0" t="0" r="r" b="b"/>
              <a:pathLst>
                <a:path w="101" h="79">
                  <a:moveTo>
                    <a:pt x="0" y="21"/>
                  </a:moveTo>
                  <a:cubicBezTo>
                    <a:pt x="25" y="23"/>
                    <a:pt x="37" y="54"/>
                    <a:pt x="40" y="66"/>
                  </a:cubicBezTo>
                  <a:cubicBezTo>
                    <a:pt x="52" y="63"/>
                    <a:pt x="85" y="58"/>
                    <a:pt x="98" y="79"/>
                  </a:cubicBezTo>
                  <a:cubicBezTo>
                    <a:pt x="101" y="40"/>
                    <a:pt x="48" y="51"/>
                    <a:pt x="48" y="51"/>
                  </a:cubicBezTo>
                  <a:cubicBezTo>
                    <a:pt x="48" y="51"/>
                    <a:pt x="33" y="0"/>
                    <a:pt x="0"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158"/>
            <p:cNvSpPr>
              <a:spLocks/>
            </p:cNvSpPr>
            <p:nvPr/>
          </p:nvSpPr>
          <p:spPr bwMode="auto">
            <a:xfrm>
              <a:off x="11776075" y="2789238"/>
              <a:ext cx="128588" cy="101600"/>
            </a:xfrm>
            <a:custGeom>
              <a:avLst/>
              <a:gdLst>
                <a:gd name="T0" fmla="*/ 99 w 101"/>
                <a:gd name="T1" fmla="*/ 79 h 79"/>
                <a:gd name="T2" fmla="*/ 49 w 101"/>
                <a:gd name="T3" fmla="*/ 51 h 79"/>
                <a:gd name="T4" fmla="*/ 0 w 101"/>
                <a:gd name="T5" fmla="*/ 21 h 79"/>
                <a:gd name="T6" fmla="*/ 40 w 101"/>
                <a:gd name="T7" fmla="*/ 66 h 79"/>
                <a:gd name="T8" fmla="*/ 99 w 101"/>
                <a:gd name="T9" fmla="*/ 79 h 79"/>
              </a:gdLst>
              <a:ahLst/>
              <a:cxnLst>
                <a:cxn ang="0">
                  <a:pos x="T0" y="T1"/>
                </a:cxn>
                <a:cxn ang="0">
                  <a:pos x="T2" y="T3"/>
                </a:cxn>
                <a:cxn ang="0">
                  <a:pos x="T4" y="T5"/>
                </a:cxn>
                <a:cxn ang="0">
                  <a:pos x="T6" y="T7"/>
                </a:cxn>
                <a:cxn ang="0">
                  <a:pos x="T8" y="T9"/>
                </a:cxn>
              </a:cxnLst>
              <a:rect l="0" t="0" r="r" b="b"/>
              <a:pathLst>
                <a:path w="101" h="79">
                  <a:moveTo>
                    <a:pt x="99" y="79"/>
                  </a:moveTo>
                  <a:cubicBezTo>
                    <a:pt x="101" y="40"/>
                    <a:pt x="49" y="51"/>
                    <a:pt x="49" y="51"/>
                  </a:cubicBezTo>
                  <a:cubicBezTo>
                    <a:pt x="49" y="51"/>
                    <a:pt x="33" y="0"/>
                    <a:pt x="0" y="21"/>
                  </a:cubicBezTo>
                  <a:cubicBezTo>
                    <a:pt x="25" y="23"/>
                    <a:pt x="37" y="54"/>
                    <a:pt x="40" y="66"/>
                  </a:cubicBezTo>
                  <a:cubicBezTo>
                    <a:pt x="52" y="63"/>
                    <a:pt x="85" y="58"/>
                    <a:pt x="99"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159"/>
            <p:cNvSpPr>
              <a:spLocks/>
            </p:cNvSpPr>
            <p:nvPr/>
          </p:nvSpPr>
          <p:spPr bwMode="auto">
            <a:xfrm>
              <a:off x="10821988" y="2613026"/>
              <a:ext cx="174625" cy="136525"/>
            </a:xfrm>
            <a:custGeom>
              <a:avLst/>
              <a:gdLst>
                <a:gd name="T0" fmla="*/ 134 w 137"/>
                <a:gd name="T1" fmla="*/ 107 h 107"/>
                <a:gd name="T2" fmla="*/ 66 w 137"/>
                <a:gd name="T3" fmla="*/ 69 h 107"/>
                <a:gd name="T4" fmla="*/ 0 w 137"/>
                <a:gd name="T5" fmla="*/ 28 h 107"/>
                <a:gd name="T6" fmla="*/ 54 w 137"/>
                <a:gd name="T7" fmla="*/ 89 h 107"/>
                <a:gd name="T8" fmla="*/ 134 w 137"/>
                <a:gd name="T9" fmla="*/ 107 h 107"/>
              </a:gdLst>
              <a:ahLst/>
              <a:cxnLst>
                <a:cxn ang="0">
                  <a:pos x="T0" y="T1"/>
                </a:cxn>
                <a:cxn ang="0">
                  <a:pos x="T2" y="T3"/>
                </a:cxn>
                <a:cxn ang="0">
                  <a:pos x="T4" y="T5"/>
                </a:cxn>
                <a:cxn ang="0">
                  <a:pos x="T6" y="T7"/>
                </a:cxn>
                <a:cxn ang="0">
                  <a:pos x="T8" y="T9"/>
                </a:cxn>
              </a:cxnLst>
              <a:rect l="0" t="0" r="r" b="b"/>
              <a:pathLst>
                <a:path w="137" h="107">
                  <a:moveTo>
                    <a:pt x="134" y="107"/>
                  </a:moveTo>
                  <a:cubicBezTo>
                    <a:pt x="137" y="54"/>
                    <a:pt x="66" y="69"/>
                    <a:pt x="66" y="69"/>
                  </a:cubicBezTo>
                  <a:cubicBezTo>
                    <a:pt x="66" y="69"/>
                    <a:pt x="45" y="0"/>
                    <a:pt x="0" y="28"/>
                  </a:cubicBezTo>
                  <a:cubicBezTo>
                    <a:pt x="34" y="30"/>
                    <a:pt x="50" y="73"/>
                    <a:pt x="54" y="89"/>
                  </a:cubicBezTo>
                  <a:cubicBezTo>
                    <a:pt x="71" y="85"/>
                    <a:pt x="115" y="78"/>
                    <a:pt x="134"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160"/>
            <p:cNvSpPr>
              <a:spLocks/>
            </p:cNvSpPr>
            <p:nvPr/>
          </p:nvSpPr>
          <p:spPr bwMode="auto">
            <a:xfrm>
              <a:off x="10899775" y="2808288"/>
              <a:ext cx="174625" cy="136525"/>
            </a:xfrm>
            <a:custGeom>
              <a:avLst/>
              <a:gdLst>
                <a:gd name="T0" fmla="*/ 54 w 136"/>
                <a:gd name="T1" fmla="*/ 90 h 107"/>
                <a:gd name="T2" fmla="*/ 133 w 136"/>
                <a:gd name="T3" fmla="*/ 107 h 107"/>
                <a:gd name="T4" fmla="*/ 66 w 136"/>
                <a:gd name="T5" fmla="*/ 69 h 107"/>
                <a:gd name="T6" fmla="*/ 0 w 136"/>
                <a:gd name="T7" fmla="*/ 29 h 107"/>
                <a:gd name="T8" fmla="*/ 54 w 136"/>
                <a:gd name="T9" fmla="*/ 90 h 107"/>
              </a:gdLst>
              <a:ahLst/>
              <a:cxnLst>
                <a:cxn ang="0">
                  <a:pos x="T0" y="T1"/>
                </a:cxn>
                <a:cxn ang="0">
                  <a:pos x="T2" y="T3"/>
                </a:cxn>
                <a:cxn ang="0">
                  <a:pos x="T4" y="T5"/>
                </a:cxn>
                <a:cxn ang="0">
                  <a:pos x="T6" y="T7"/>
                </a:cxn>
                <a:cxn ang="0">
                  <a:pos x="T8" y="T9"/>
                </a:cxn>
              </a:cxnLst>
              <a:rect l="0" t="0" r="r" b="b"/>
              <a:pathLst>
                <a:path w="136" h="107">
                  <a:moveTo>
                    <a:pt x="54" y="90"/>
                  </a:moveTo>
                  <a:cubicBezTo>
                    <a:pt x="70" y="85"/>
                    <a:pt x="115" y="79"/>
                    <a:pt x="133" y="107"/>
                  </a:cubicBezTo>
                  <a:cubicBezTo>
                    <a:pt x="136" y="54"/>
                    <a:pt x="66" y="69"/>
                    <a:pt x="66" y="69"/>
                  </a:cubicBezTo>
                  <a:cubicBezTo>
                    <a:pt x="66" y="69"/>
                    <a:pt x="44" y="0"/>
                    <a:pt x="0" y="29"/>
                  </a:cubicBezTo>
                  <a:cubicBezTo>
                    <a:pt x="33" y="31"/>
                    <a:pt x="50" y="73"/>
                    <a:pt x="54"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161"/>
            <p:cNvSpPr>
              <a:spLocks/>
            </p:cNvSpPr>
            <p:nvPr/>
          </p:nvSpPr>
          <p:spPr bwMode="auto">
            <a:xfrm>
              <a:off x="11079163" y="2671763"/>
              <a:ext cx="174625" cy="136525"/>
            </a:xfrm>
            <a:custGeom>
              <a:avLst/>
              <a:gdLst>
                <a:gd name="T0" fmla="*/ 66 w 137"/>
                <a:gd name="T1" fmla="*/ 69 h 107"/>
                <a:gd name="T2" fmla="*/ 0 w 137"/>
                <a:gd name="T3" fmla="*/ 29 h 107"/>
                <a:gd name="T4" fmla="*/ 54 w 137"/>
                <a:gd name="T5" fmla="*/ 90 h 107"/>
                <a:gd name="T6" fmla="*/ 134 w 137"/>
                <a:gd name="T7" fmla="*/ 107 h 107"/>
                <a:gd name="T8" fmla="*/ 66 w 137"/>
                <a:gd name="T9" fmla="*/ 69 h 107"/>
              </a:gdLst>
              <a:ahLst/>
              <a:cxnLst>
                <a:cxn ang="0">
                  <a:pos x="T0" y="T1"/>
                </a:cxn>
                <a:cxn ang="0">
                  <a:pos x="T2" y="T3"/>
                </a:cxn>
                <a:cxn ang="0">
                  <a:pos x="T4" y="T5"/>
                </a:cxn>
                <a:cxn ang="0">
                  <a:pos x="T6" y="T7"/>
                </a:cxn>
                <a:cxn ang="0">
                  <a:pos x="T8" y="T9"/>
                </a:cxn>
              </a:cxnLst>
              <a:rect l="0" t="0" r="r" b="b"/>
              <a:pathLst>
                <a:path w="137" h="107">
                  <a:moveTo>
                    <a:pt x="66" y="69"/>
                  </a:moveTo>
                  <a:cubicBezTo>
                    <a:pt x="66" y="69"/>
                    <a:pt x="45" y="0"/>
                    <a:pt x="0" y="29"/>
                  </a:cubicBezTo>
                  <a:cubicBezTo>
                    <a:pt x="34" y="31"/>
                    <a:pt x="50" y="73"/>
                    <a:pt x="54" y="90"/>
                  </a:cubicBezTo>
                  <a:cubicBezTo>
                    <a:pt x="71" y="85"/>
                    <a:pt x="115" y="79"/>
                    <a:pt x="134" y="107"/>
                  </a:cubicBezTo>
                  <a:cubicBezTo>
                    <a:pt x="137" y="54"/>
                    <a:pt x="66" y="69"/>
                    <a:pt x="66"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162"/>
            <p:cNvSpPr>
              <a:spLocks noEditPoints="1"/>
            </p:cNvSpPr>
            <p:nvPr/>
          </p:nvSpPr>
          <p:spPr bwMode="auto">
            <a:xfrm>
              <a:off x="10821988" y="609601"/>
              <a:ext cx="1241425" cy="433388"/>
            </a:xfrm>
            <a:custGeom>
              <a:avLst/>
              <a:gdLst>
                <a:gd name="T0" fmla="*/ 773 w 972"/>
                <a:gd name="T1" fmla="*/ 126 h 340"/>
                <a:gd name="T2" fmla="*/ 664 w 972"/>
                <a:gd name="T3" fmla="*/ 105 h 340"/>
                <a:gd name="T4" fmla="*/ 648 w 972"/>
                <a:gd name="T5" fmla="*/ 105 h 340"/>
                <a:gd name="T6" fmla="*/ 648 w 972"/>
                <a:gd name="T7" fmla="*/ 76 h 340"/>
                <a:gd name="T8" fmla="*/ 588 w 972"/>
                <a:gd name="T9" fmla="*/ 76 h 340"/>
                <a:gd name="T10" fmla="*/ 588 w 972"/>
                <a:gd name="T11" fmla="*/ 43 h 340"/>
                <a:gd name="T12" fmla="*/ 614 w 972"/>
                <a:gd name="T13" fmla="*/ 36 h 340"/>
                <a:gd name="T14" fmla="*/ 665 w 972"/>
                <a:gd name="T15" fmla="*/ 47 h 340"/>
                <a:gd name="T16" fmla="*/ 964 w 972"/>
                <a:gd name="T17" fmla="*/ 42 h 340"/>
                <a:gd name="T18" fmla="*/ 972 w 972"/>
                <a:gd name="T19" fmla="*/ 30 h 340"/>
                <a:gd name="T20" fmla="*/ 620 w 972"/>
                <a:gd name="T21" fmla="*/ 24 h 340"/>
                <a:gd name="T22" fmla="*/ 582 w 972"/>
                <a:gd name="T23" fmla="*/ 10 h 340"/>
                <a:gd name="T24" fmla="*/ 545 w 972"/>
                <a:gd name="T25" fmla="*/ 21 h 340"/>
                <a:gd name="T26" fmla="*/ 498 w 972"/>
                <a:gd name="T27" fmla="*/ 10 h 340"/>
                <a:gd name="T28" fmla="*/ 199 w 972"/>
                <a:gd name="T29" fmla="*/ 15 h 340"/>
                <a:gd name="T30" fmla="*/ 191 w 972"/>
                <a:gd name="T31" fmla="*/ 27 h 340"/>
                <a:gd name="T32" fmla="*/ 546 w 972"/>
                <a:gd name="T33" fmla="*/ 33 h 340"/>
                <a:gd name="T34" fmla="*/ 575 w 972"/>
                <a:gd name="T35" fmla="*/ 43 h 340"/>
                <a:gd name="T36" fmla="*/ 575 w 972"/>
                <a:gd name="T37" fmla="*/ 76 h 340"/>
                <a:gd name="T38" fmla="*/ 520 w 972"/>
                <a:gd name="T39" fmla="*/ 76 h 340"/>
                <a:gd name="T40" fmla="*/ 520 w 972"/>
                <a:gd name="T41" fmla="*/ 104 h 340"/>
                <a:gd name="T42" fmla="*/ 498 w 972"/>
                <a:gd name="T43" fmla="*/ 104 h 340"/>
                <a:gd name="T44" fmla="*/ 498 w 972"/>
                <a:gd name="T45" fmla="*/ 121 h 340"/>
                <a:gd name="T46" fmla="*/ 396 w 972"/>
                <a:gd name="T47" fmla="*/ 134 h 340"/>
                <a:gd name="T48" fmla="*/ 119 w 972"/>
                <a:gd name="T49" fmla="*/ 145 h 340"/>
                <a:gd name="T50" fmla="*/ 32 w 972"/>
                <a:gd name="T51" fmla="*/ 45 h 340"/>
                <a:gd name="T52" fmla="*/ 0 w 972"/>
                <a:gd name="T53" fmla="*/ 45 h 340"/>
                <a:gd name="T54" fmla="*/ 66 w 972"/>
                <a:gd name="T55" fmla="*/ 152 h 340"/>
                <a:gd name="T56" fmla="*/ 33 w 972"/>
                <a:gd name="T57" fmla="*/ 247 h 340"/>
                <a:gd name="T58" fmla="*/ 62 w 972"/>
                <a:gd name="T59" fmla="*/ 248 h 340"/>
                <a:gd name="T60" fmla="*/ 121 w 972"/>
                <a:gd name="T61" fmla="*/ 168 h 340"/>
                <a:gd name="T62" fmla="*/ 358 w 972"/>
                <a:gd name="T63" fmla="*/ 168 h 340"/>
                <a:gd name="T64" fmla="*/ 497 w 972"/>
                <a:gd name="T65" fmla="*/ 247 h 340"/>
                <a:gd name="T66" fmla="*/ 497 w 972"/>
                <a:gd name="T67" fmla="*/ 258 h 340"/>
                <a:gd name="T68" fmla="*/ 528 w 972"/>
                <a:gd name="T69" fmla="*/ 261 h 340"/>
                <a:gd name="T70" fmla="*/ 564 w 972"/>
                <a:gd name="T71" fmla="*/ 328 h 340"/>
                <a:gd name="T72" fmla="*/ 488 w 972"/>
                <a:gd name="T73" fmla="*/ 328 h 340"/>
                <a:gd name="T74" fmla="*/ 488 w 972"/>
                <a:gd name="T75" fmla="*/ 340 h 340"/>
                <a:gd name="T76" fmla="*/ 622 w 972"/>
                <a:gd name="T77" fmla="*/ 340 h 340"/>
                <a:gd name="T78" fmla="*/ 766 w 972"/>
                <a:gd name="T79" fmla="*/ 340 h 340"/>
                <a:gd name="T80" fmla="*/ 827 w 972"/>
                <a:gd name="T81" fmla="*/ 309 h 340"/>
                <a:gd name="T82" fmla="*/ 818 w 972"/>
                <a:gd name="T83" fmla="*/ 299 h 340"/>
                <a:gd name="T84" fmla="*/ 766 w 972"/>
                <a:gd name="T85" fmla="*/ 328 h 340"/>
                <a:gd name="T86" fmla="*/ 727 w 972"/>
                <a:gd name="T87" fmla="*/ 328 h 340"/>
                <a:gd name="T88" fmla="*/ 695 w 972"/>
                <a:gd name="T89" fmla="*/ 268 h 340"/>
                <a:gd name="T90" fmla="*/ 872 w 972"/>
                <a:gd name="T91" fmla="*/ 246 h 340"/>
                <a:gd name="T92" fmla="*/ 874 w 972"/>
                <a:gd name="T93" fmla="*/ 235 h 340"/>
                <a:gd name="T94" fmla="*/ 833 w 972"/>
                <a:gd name="T95" fmla="*/ 175 h 340"/>
                <a:gd name="T96" fmla="*/ 773 w 972"/>
                <a:gd name="T97" fmla="*/ 126 h 340"/>
                <a:gd name="T98" fmla="*/ 600 w 972"/>
                <a:gd name="T99" fmla="*/ 188 h 340"/>
                <a:gd name="T100" fmla="*/ 652 w 972"/>
                <a:gd name="T101" fmla="*/ 188 h 340"/>
                <a:gd name="T102" fmla="*/ 652 w 972"/>
                <a:gd name="T103" fmla="*/ 196 h 340"/>
                <a:gd name="T104" fmla="*/ 600 w 972"/>
                <a:gd name="T105" fmla="*/ 196 h 340"/>
                <a:gd name="T106" fmla="*/ 600 w 972"/>
                <a:gd name="T107" fmla="*/ 188 h 340"/>
                <a:gd name="T108" fmla="*/ 697 w 972"/>
                <a:gd name="T109" fmla="*/ 328 h 340"/>
                <a:gd name="T110" fmla="*/ 595 w 972"/>
                <a:gd name="T111" fmla="*/ 328 h 340"/>
                <a:gd name="T112" fmla="*/ 560 w 972"/>
                <a:gd name="T113" fmla="*/ 263 h 340"/>
                <a:gd name="T114" fmla="*/ 664 w 972"/>
                <a:gd name="T115" fmla="*/ 268 h 340"/>
                <a:gd name="T116" fmla="*/ 697 w 972"/>
                <a:gd name="T117" fmla="*/ 328 h 340"/>
                <a:gd name="T118" fmla="*/ 691 w 972"/>
                <a:gd name="T119" fmla="*/ 138 h 340"/>
                <a:gd name="T120" fmla="*/ 768 w 972"/>
                <a:gd name="T121" fmla="*/ 142 h 340"/>
                <a:gd name="T122" fmla="*/ 828 w 972"/>
                <a:gd name="T123" fmla="*/ 203 h 340"/>
                <a:gd name="T124" fmla="*/ 691 w 972"/>
                <a:gd name="T125" fmla="*/ 138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72" h="340">
                  <a:moveTo>
                    <a:pt x="773" y="126"/>
                  </a:moveTo>
                  <a:cubicBezTo>
                    <a:pt x="745" y="111"/>
                    <a:pt x="664" y="105"/>
                    <a:pt x="664" y="105"/>
                  </a:cubicBezTo>
                  <a:cubicBezTo>
                    <a:pt x="648" y="105"/>
                    <a:pt x="648" y="105"/>
                    <a:pt x="648" y="105"/>
                  </a:cubicBezTo>
                  <a:cubicBezTo>
                    <a:pt x="648" y="76"/>
                    <a:pt x="648" y="76"/>
                    <a:pt x="648" y="76"/>
                  </a:cubicBezTo>
                  <a:cubicBezTo>
                    <a:pt x="588" y="76"/>
                    <a:pt x="588" y="76"/>
                    <a:pt x="588" y="76"/>
                  </a:cubicBezTo>
                  <a:cubicBezTo>
                    <a:pt x="588" y="43"/>
                    <a:pt x="588" y="43"/>
                    <a:pt x="588" y="43"/>
                  </a:cubicBezTo>
                  <a:cubicBezTo>
                    <a:pt x="599" y="43"/>
                    <a:pt x="608" y="40"/>
                    <a:pt x="614" y="36"/>
                  </a:cubicBezTo>
                  <a:cubicBezTo>
                    <a:pt x="631" y="38"/>
                    <a:pt x="658" y="41"/>
                    <a:pt x="665" y="47"/>
                  </a:cubicBezTo>
                  <a:cubicBezTo>
                    <a:pt x="674" y="57"/>
                    <a:pt x="964" y="42"/>
                    <a:pt x="964" y="42"/>
                  </a:cubicBezTo>
                  <a:cubicBezTo>
                    <a:pt x="972" y="30"/>
                    <a:pt x="972" y="30"/>
                    <a:pt x="972" y="30"/>
                  </a:cubicBezTo>
                  <a:cubicBezTo>
                    <a:pt x="620" y="24"/>
                    <a:pt x="620" y="24"/>
                    <a:pt x="620" y="24"/>
                  </a:cubicBezTo>
                  <a:cubicBezTo>
                    <a:pt x="617" y="16"/>
                    <a:pt x="601" y="10"/>
                    <a:pt x="582" y="10"/>
                  </a:cubicBezTo>
                  <a:cubicBezTo>
                    <a:pt x="565" y="9"/>
                    <a:pt x="550" y="14"/>
                    <a:pt x="545" y="21"/>
                  </a:cubicBezTo>
                  <a:cubicBezTo>
                    <a:pt x="528" y="19"/>
                    <a:pt x="504" y="16"/>
                    <a:pt x="498" y="10"/>
                  </a:cubicBezTo>
                  <a:cubicBezTo>
                    <a:pt x="489" y="0"/>
                    <a:pt x="199" y="15"/>
                    <a:pt x="199" y="15"/>
                  </a:cubicBezTo>
                  <a:cubicBezTo>
                    <a:pt x="191" y="27"/>
                    <a:pt x="191" y="27"/>
                    <a:pt x="191" y="27"/>
                  </a:cubicBezTo>
                  <a:cubicBezTo>
                    <a:pt x="546" y="33"/>
                    <a:pt x="546" y="33"/>
                    <a:pt x="546" y="33"/>
                  </a:cubicBezTo>
                  <a:cubicBezTo>
                    <a:pt x="551" y="38"/>
                    <a:pt x="562" y="42"/>
                    <a:pt x="575" y="43"/>
                  </a:cubicBezTo>
                  <a:cubicBezTo>
                    <a:pt x="575" y="76"/>
                    <a:pt x="575" y="76"/>
                    <a:pt x="575" y="76"/>
                  </a:cubicBezTo>
                  <a:cubicBezTo>
                    <a:pt x="520" y="76"/>
                    <a:pt x="520" y="76"/>
                    <a:pt x="520" y="76"/>
                  </a:cubicBezTo>
                  <a:cubicBezTo>
                    <a:pt x="520" y="104"/>
                    <a:pt x="520" y="104"/>
                    <a:pt x="520" y="104"/>
                  </a:cubicBezTo>
                  <a:cubicBezTo>
                    <a:pt x="498" y="104"/>
                    <a:pt x="498" y="104"/>
                    <a:pt x="498" y="104"/>
                  </a:cubicBezTo>
                  <a:cubicBezTo>
                    <a:pt x="498" y="121"/>
                    <a:pt x="498" y="121"/>
                    <a:pt x="498" y="121"/>
                  </a:cubicBezTo>
                  <a:cubicBezTo>
                    <a:pt x="396" y="134"/>
                    <a:pt x="396" y="134"/>
                    <a:pt x="396" y="134"/>
                  </a:cubicBezTo>
                  <a:cubicBezTo>
                    <a:pt x="119" y="145"/>
                    <a:pt x="119" y="145"/>
                    <a:pt x="119" y="145"/>
                  </a:cubicBezTo>
                  <a:cubicBezTo>
                    <a:pt x="32" y="45"/>
                    <a:pt x="32" y="45"/>
                    <a:pt x="32" y="45"/>
                  </a:cubicBezTo>
                  <a:cubicBezTo>
                    <a:pt x="0" y="45"/>
                    <a:pt x="0" y="45"/>
                    <a:pt x="0" y="45"/>
                  </a:cubicBezTo>
                  <a:cubicBezTo>
                    <a:pt x="66" y="152"/>
                    <a:pt x="66" y="152"/>
                    <a:pt x="66" y="152"/>
                  </a:cubicBezTo>
                  <a:cubicBezTo>
                    <a:pt x="33" y="247"/>
                    <a:pt x="33" y="247"/>
                    <a:pt x="33" y="247"/>
                  </a:cubicBezTo>
                  <a:cubicBezTo>
                    <a:pt x="62" y="248"/>
                    <a:pt x="62" y="248"/>
                    <a:pt x="62" y="248"/>
                  </a:cubicBezTo>
                  <a:cubicBezTo>
                    <a:pt x="121" y="168"/>
                    <a:pt x="121" y="168"/>
                    <a:pt x="121" y="168"/>
                  </a:cubicBezTo>
                  <a:cubicBezTo>
                    <a:pt x="358" y="168"/>
                    <a:pt x="358" y="168"/>
                    <a:pt x="358" y="168"/>
                  </a:cubicBezTo>
                  <a:cubicBezTo>
                    <a:pt x="368" y="188"/>
                    <a:pt x="401" y="245"/>
                    <a:pt x="497" y="247"/>
                  </a:cubicBezTo>
                  <a:cubicBezTo>
                    <a:pt x="497" y="258"/>
                    <a:pt x="497" y="258"/>
                    <a:pt x="497" y="258"/>
                  </a:cubicBezTo>
                  <a:cubicBezTo>
                    <a:pt x="497" y="258"/>
                    <a:pt x="509" y="260"/>
                    <a:pt x="528" y="261"/>
                  </a:cubicBezTo>
                  <a:cubicBezTo>
                    <a:pt x="564" y="328"/>
                    <a:pt x="564" y="328"/>
                    <a:pt x="564" y="328"/>
                  </a:cubicBezTo>
                  <a:cubicBezTo>
                    <a:pt x="520" y="328"/>
                    <a:pt x="488" y="328"/>
                    <a:pt x="488" y="328"/>
                  </a:cubicBezTo>
                  <a:cubicBezTo>
                    <a:pt x="488" y="340"/>
                    <a:pt x="488" y="340"/>
                    <a:pt x="488" y="340"/>
                  </a:cubicBezTo>
                  <a:cubicBezTo>
                    <a:pt x="488" y="340"/>
                    <a:pt x="554" y="340"/>
                    <a:pt x="622" y="340"/>
                  </a:cubicBezTo>
                  <a:cubicBezTo>
                    <a:pt x="691" y="340"/>
                    <a:pt x="760" y="340"/>
                    <a:pt x="766" y="340"/>
                  </a:cubicBezTo>
                  <a:cubicBezTo>
                    <a:pt x="782" y="340"/>
                    <a:pt x="803" y="328"/>
                    <a:pt x="827" y="309"/>
                  </a:cubicBezTo>
                  <a:cubicBezTo>
                    <a:pt x="818" y="299"/>
                    <a:pt x="818" y="299"/>
                    <a:pt x="818" y="299"/>
                  </a:cubicBezTo>
                  <a:cubicBezTo>
                    <a:pt x="797" y="317"/>
                    <a:pt x="774" y="328"/>
                    <a:pt x="766" y="328"/>
                  </a:cubicBezTo>
                  <a:cubicBezTo>
                    <a:pt x="764" y="328"/>
                    <a:pt x="749" y="328"/>
                    <a:pt x="727" y="328"/>
                  </a:cubicBezTo>
                  <a:cubicBezTo>
                    <a:pt x="695" y="268"/>
                    <a:pt x="695" y="268"/>
                    <a:pt x="695" y="268"/>
                  </a:cubicBezTo>
                  <a:cubicBezTo>
                    <a:pt x="774" y="269"/>
                    <a:pt x="856" y="263"/>
                    <a:pt x="872" y="246"/>
                  </a:cubicBezTo>
                  <a:cubicBezTo>
                    <a:pt x="875" y="242"/>
                    <a:pt x="876" y="239"/>
                    <a:pt x="874" y="235"/>
                  </a:cubicBezTo>
                  <a:cubicBezTo>
                    <a:pt x="862" y="212"/>
                    <a:pt x="847" y="192"/>
                    <a:pt x="833" y="175"/>
                  </a:cubicBezTo>
                  <a:cubicBezTo>
                    <a:pt x="812" y="151"/>
                    <a:pt x="790" y="134"/>
                    <a:pt x="773" y="126"/>
                  </a:cubicBezTo>
                  <a:close/>
                  <a:moveTo>
                    <a:pt x="600" y="188"/>
                  </a:moveTo>
                  <a:cubicBezTo>
                    <a:pt x="652" y="188"/>
                    <a:pt x="652" y="188"/>
                    <a:pt x="652" y="188"/>
                  </a:cubicBezTo>
                  <a:cubicBezTo>
                    <a:pt x="652" y="196"/>
                    <a:pt x="652" y="196"/>
                    <a:pt x="652" y="196"/>
                  </a:cubicBezTo>
                  <a:cubicBezTo>
                    <a:pt x="600" y="196"/>
                    <a:pt x="600" y="196"/>
                    <a:pt x="600" y="196"/>
                  </a:cubicBezTo>
                  <a:lnTo>
                    <a:pt x="600" y="188"/>
                  </a:lnTo>
                  <a:close/>
                  <a:moveTo>
                    <a:pt x="697" y="328"/>
                  </a:moveTo>
                  <a:cubicBezTo>
                    <a:pt x="666" y="328"/>
                    <a:pt x="629" y="328"/>
                    <a:pt x="595" y="328"/>
                  </a:cubicBezTo>
                  <a:cubicBezTo>
                    <a:pt x="560" y="263"/>
                    <a:pt x="560" y="263"/>
                    <a:pt x="560" y="263"/>
                  </a:cubicBezTo>
                  <a:cubicBezTo>
                    <a:pt x="589" y="264"/>
                    <a:pt x="626" y="267"/>
                    <a:pt x="664" y="268"/>
                  </a:cubicBezTo>
                  <a:lnTo>
                    <a:pt x="697" y="328"/>
                  </a:lnTo>
                  <a:close/>
                  <a:moveTo>
                    <a:pt x="691" y="138"/>
                  </a:moveTo>
                  <a:cubicBezTo>
                    <a:pt x="688" y="121"/>
                    <a:pt x="756" y="136"/>
                    <a:pt x="768" y="142"/>
                  </a:cubicBezTo>
                  <a:cubicBezTo>
                    <a:pt x="781" y="149"/>
                    <a:pt x="822" y="181"/>
                    <a:pt x="828" y="203"/>
                  </a:cubicBezTo>
                  <a:cubicBezTo>
                    <a:pt x="834" y="224"/>
                    <a:pt x="705" y="238"/>
                    <a:pt x="691" y="1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163"/>
            <p:cNvSpPr>
              <a:spLocks/>
            </p:cNvSpPr>
            <p:nvPr/>
          </p:nvSpPr>
          <p:spPr bwMode="auto">
            <a:xfrm>
              <a:off x="11780838" y="801688"/>
              <a:ext cx="44450" cy="42863"/>
            </a:xfrm>
            <a:custGeom>
              <a:avLst/>
              <a:gdLst>
                <a:gd name="T0" fmla="*/ 28 w 28"/>
                <a:gd name="T1" fmla="*/ 24 h 27"/>
                <a:gd name="T2" fmla="*/ 3 w 28"/>
                <a:gd name="T3" fmla="*/ 0 h 27"/>
                <a:gd name="T4" fmla="*/ 0 w 28"/>
                <a:gd name="T5" fmla="*/ 3 h 27"/>
                <a:gd name="T6" fmla="*/ 24 w 28"/>
                <a:gd name="T7" fmla="*/ 27 h 27"/>
                <a:gd name="T8" fmla="*/ 28 w 28"/>
                <a:gd name="T9" fmla="*/ 24 h 27"/>
              </a:gdLst>
              <a:ahLst/>
              <a:cxnLst>
                <a:cxn ang="0">
                  <a:pos x="T0" y="T1"/>
                </a:cxn>
                <a:cxn ang="0">
                  <a:pos x="T2" y="T3"/>
                </a:cxn>
                <a:cxn ang="0">
                  <a:pos x="T4" y="T5"/>
                </a:cxn>
                <a:cxn ang="0">
                  <a:pos x="T6" y="T7"/>
                </a:cxn>
                <a:cxn ang="0">
                  <a:pos x="T8" y="T9"/>
                </a:cxn>
              </a:cxnLst>
              <a:rect l="0" t="0" r="r" b="b"/>
              <a:pathLst>
                <a:path w="28" h="27">
                  <a:moveTo>
                    <a:pt x="28" y="24"/>
                  </a:moveTo>
                  <a:lnTo>
                    <a:pt x="3" y="0"/>
                  </a:lnTo>
                  <a:lnTo>
                    <a:pt x="0" y="3"/>
                  </a:lnTo>
                  <a:lnTo>
                    <a:pt x="24" y="27"/>
                  </a:lnTo>
                  <a:lnTo>
                    <a:pt x="28"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164"/>
            <p:cNvSpPr>
              <a:spLocks/>
            </p:cNvSpPr>
            <p:nvPr/>
          </p:nvSpPr>
          <p:spPr bwMode="auto">
            <a:xfrm>
              <a:off x="11760200" y="823913"/>
              <a:ext cx="42863" cy="41275"/>
            </a:xfrm>
            <a:custGeom>
              <a:avLst/>
              <a:gdLst>
                <a:gd name="T0" fmla="*/ 0 w 27"/>
                <a:gd name="T1" fmla="*/ 3 h 26"/>
                <a:gd name="T2" fmla="*/ 24 w 27"/>
                <a:gd name="T3" fmla="*/ 26 h 26"/>
                <a:gd name="T4" fmla="*/ 27 w 27"/>
                <a:gd name="T5" fmla="*/ 24 h 26"/>
                <a:gd name="T6" fmla="*/ 3 w 27"/>
                <a:gd name="T7" fmla="*/ 0 h 26"/>
                <a:gd name="T8" fmla="*/ 0 w 27"/>
                <a:gd name="T9" fmla="*/ 3 h 26"/>
              </a:gdLst>
              <a:ahLst/>
              <a:cxnLst>
                <a:cxn ang="0">
                  <a:pos x="T0" y="T1"/>
                </a:cxn>
                <a:cxn ang="0">
                  <a:pos x="T2" y="T3"/>
                </a:cxn>
                <a:cxn ang="0">
                  <a:pos x="T4" y="T5"/>
                </a:cxn>
                <a:cxn ang="0">
                  <a:pos x="T6" y="T7"/>
                </a:cxn>
                <a:cxn ang="0">
                  <a:pos x="T8" y="T9"/>
                </a:cxn>
              </a:cxnLst>
              <a:rect l="0" t="0" r="r" b="b"/>
              <a:pathLst>
                <a:path w="27" h="26">
                  <a:moveTo>
                    <a:pt x="0" y="3"/>
                  </a:moveTo>
                  <a:lnTo>
                    <a:pt x="24" y="26"/>
                  </a:lnTo>
                  <a:lnTo>
                    <a:pt x="27" y="24"/>
                  </a:lnTo>
                  <a:lnTo>
                    <a:pt x="3"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165"/>
            <p:cNvSpPr>
              <a:spLocks/>
            </p:cNvSpPr>
            <p:nvPr/>
          </p:nvSpPr>
          <p:spPr bwMode="auto">
            <a:xfrm>
              <a:off x="11753850" y="795338"/>
              <a:ext cx="77788" cy="77788"/>
            </a:xfrm>
            <a:custGeom>
              <a:avLst/>
              <a:gdLst>
                <a:gd name="T0" fmla="*/ 0 w 49"/>
                <a:gd name="T1" fmla="*/ 2 h 49"/>
                <a:gd name="T2" fmla="*/ 46 w 49"/>
                <a:gd name="T3" fmla="*/ 49 h 49"/>
                <a:gd name="T4" fmla="*/ 49 w 49"/>
                <a:gd name="T5" fmla="*/ 46 h 49"/>
                <a:gd name="T6" fmla="*/ 3 w 49"/>
                <a:gd name="T7" fmla="*/ 0 h 49"/>
                <a:gd name="T8" fmla="*/ 0 w 49"/>
                <a:gd name="T9" fmla="*/ 2 h 49"/>
              </a:gdLst>
              <a:ahLst/>
              <a:cxnLst>
                <a:cxn ang="0">
                  <a:pos x="T0" y="T1"/>
                </a:cxn>
                <a:cxn ang="0">
                  <a:pos x="T2" y="T3"/>
                </a:cxn>
                <a:cxn ang="0">
                  <a:pos x="T4" y="T5"/>
                </a:cxn>
                <a:cxn ang="0">
                  <a:pos x="T6" y="T7"/>
                </a:cxn>
                <a:cxn ang="0">
                  <a:pos x="T8" y="T9"/>
                </a:cxn>
              </a:cxnLst>
              <a:rect l="0" t="0" r="r" b="b"/>
              <a:pathLst>
                <a:path w="49" h="49">
                  <a:moveTo>
                    <a:pt x="0" y="2"/>
                  </a:moveTo>
                  <a:lnTo>
                    <a:pt x="46" y="49"/>
                  </a:lnTo>
                  <a:lnTo>
                    <a:pt x="49" y="46"/>
                  </a:lnTo>
                  <a:lnTo>
                    <a:pt x="3"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Rectangle 166"/>
            <p:cNvSpPr>
              <a:spLocks noChangeArrowheads="1"/>
            </p:cNvSpPr>
            <p:nvPr/>
          </p:nvSpPr>
          <p:spPr bwMode="auto">
            <a:xfrm>
              <a:off x="10536238" y="828676"/>
              <a:ext cx="200025"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Rectangle 167"/>
            <p:cNvSpPr>
              <a:spLocks noChangeArrowheads="1"/>
            </p:cNvSpPr>
            <p:nvPr/>
          </p:nvSpPr>
          <p:spPr bwMode="auto">
            <a:xfrm>
              <a:off x="10536238" y="777876"/>
              <a:ext cx="200025" cy="95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Rectangle 168"/>
            <p:cNvSpPr>
              <a:spLocks noChangeArrowheads="1"/>
            </p:cNvSpPr>
            <p:nvPr/>
          </p:nvSpPr>
          <p:spPr bwMode="auto">
            <a:xfrm>
              <a:off x="10429875" y="803276"/>
              <a:ext cx="412750"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169"/>
            <p:cNvSpPr>
              <a:spLocks/>
            </p:cNvSpPr>
            <p:nvPr/>
          </p:nvSpPr>
          <p:spPr bwMode="auto">
            <a:xfrm>
              <a:off x="10417175" y="1085851"/>
              <a:ext cx="1257300" cy="1462088"/>
            </a:xfrm>
            <a:custGeom>
              <a:avLst/>
              <a:gdLst>
                <a:gd name="T0" fmla="*/ 199 w 985"/>
                <a:gd name="T1" fmla="*/ 820 h 1146"/>
                <a:gd name="T2" fmla="*/ 224 w 985"/>
                <a:gd name="T3" fmla="*/ 841 h 1146"/>
                <a:gd name="T4" fmla="*/ 172 w 985"/>
                <a:gd name="T5" fmla="*/ 868 h 1146"/>
                <a:gd name="T6" fmla="*/ 194 w 985"/>
                <a:gd name="T7" fmla="*/ 937 h 1146"/>
                <a:gd name="T8" fmla="*/ 231 w 985"/>
                <a:gd name="T9" fmla="*/ 974 h 1146"/>
                <a:gd name="T10" fmla="*/ 294 w 985"/>
                <a:gd name="T11" fmla="*/ 925 h 1146"/>
                <a:gd name="T12" fmla="*/ 750 w 985"/>
                <a:gd name="T13" fmla="*/ 440 h 1146"/>
                <a:gd name="T14" fmla="*/ 363 w 985"/>
                <a:gd name="T15" fmla="*/ 966 h 1146"/>
                <a:gd name="T16" fmla="*/ 271 w 985"/>
                <a:gd name="T17" fmla="*/ 1104 h 1146"/>
                <a:gd name="T18" fmla="*/ 302 w 985"/>
                <a:gd name="T19" fmla="*/ 1084 h 1146"/>
                <a:gd name="T20" fmla="*/ 525 w 985"/>
                <a:gd name="T21" fmla="*/ 851 h 1146"/>
                <a:gd name="T22" fmla="*/ 678 w 985"/>
                <a:gd name="T23" fmla="*/ 707 h 1146"/>
                <a:gd name="T24" fmla="*/ 427 w 985"/>
                <a:gd name="T25" fmla="*/ 1013 h 1146"/>
                <a:gd name="T26" fmla="*/ 473 w 985"/>
                <a:gd name="T27" fmla="*/ 1052 h 1146"/>
                <a:gd name="T28" fmla="*/ 949 w 985"/>
                <a:gd name="T29" fmla="*/ 0 h 1146"/>
                <a:gd name="T30" fmla="*/ 199 w 985"/>
                <a:gd name="T31" fmla="*/ 820 h 1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85" h="1146">
                  <a:moveTo>
                    <a:pt x="199" y="820"/>
                  </a:moveTo>
                  <a:cubicBezTo>
                    <a:pt x="224" y="841"/>
                    <a:pt x="224" y="841"/>
                    <a:pt x="224" y="841"/>
                  </a:cubicBezTo>
                  <a:cubicBezTo>
                    <a:pt x="206" y="851"/>
                    <a:pt x="189" y="860"/>
                    <a:pt x="172" y="868"/>
                  </a:cubicBezTo>
                  <a:cubicBezTo>
                    <a:pt x="0" y="949"/>
                    <a:pt x="32" y="998"/>
                    <a:pt x="194" y="937"/>
                  </a:cubicBezTo>
                  <a:cubicBezTo>
                    <a:pt x="176" y="969"/>
                    <a:pt x="190" y="983"/>
                    <a:pt x="231" y="974"/>
                  </a:cubicBezTo>
                  <a:cubicBezTo>
                    <a:pt x="249" y="959"/>
                    <a:pt x="269" y="943"/>
                    <a:pt x="294" y="925"/>
                  </a:cubicBezTo>
                  <a:cubicBezTo>
                    <a:pt x="494" y="781"/>
                    <a:pt x="750" y="440"/>
                    <a:pt x="750" y="440"/>
                  </a:cubicBezTo>
                  <a:cubicBezTo>
                    <a:pt x="750" y="440"/>
                    <a:pt x="564" y="830"/>
                    <a:pt x="363" y="966"/>
                  </a:cubicBezTo>
                  <a:cubicBezTo>
                    <a:pt x="265" y="1067"/>
                    <a:pt x="199" y="1146"/>
                    <a:pt x="271" y="1104"/>
                  </a:cubicBezTo>
                  <a:cubicBezTo>
                    <a:pt x="281" y="1099"/>
                    <a:pt x="291" y="1092"/>
                    <a:pt x="302" y="1084"/>
                  </a:cubicBezTo>
                  <a:cubicBezTo>
                    <a:pt x="373" y="1031"/>
                    <a:pt x="458" y="934"/>
                    <a:pt x="525" y="851"/>
                  </a:cubicBezTo>
                  <a:cubicBezTo>
                    <a:pt x="586" y="791"/>
                    <a:pt x="644" y="736"/>
                    <a:pt x="678" y="707"/>
                  </a:cubicBezTo>
                  <a:cubicBezTo>
                    <a:pt x="678" y="707"/>
                    <a:pt x="551" y="889"/>
                    <a:pt x="427" y="1013"/>
                  </a:cubicBezTo>
                  <a:cubicBezTo>
                    <a:pt x="473" y="1052"/>
                    <a:pt x="473" y="1052"/>
                    <a:pt x="473" y="1052"/>
                  </a:cubicBezTo>
                  <a:cubicBezTo>
                    <a:pt x="985" y="572"/>
                    <a:pt x="949" y="0"/>
                    <a:pt x="949" y="0"/>
                  </a:cubicBezTo>
                  <a:cubicBezTo>
                    <a:pt x="775" y="498"/>
                    <a:pt x="199" y="820"/>
                    <a:pt x="199" y="8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170"/>
            <p:cNvSpPr>
              <a:spLocks/>
            </p:cNvSpPr>
            <p:nvPr/>
          </p:nvSpPr>
          <p:spPr bwMode="auto">
            <a:xfrm>
              <a:off x="10763250" y="1430338"/>
              <a:ext cx="644525" cy="455613"/>
            </a:xfrm>
            <a:custGeom>
              <a:avLst/>
              <a:gdLst>
                <a:gd name="T0" fmla="*/ 185 w 505"/>
                <a:gd name="T1" fmla="*/ 297 h 357"/>
                <a:gd name="T2" fmla="*/ 505 w 505"/>
                <a:gd name="T3" fmla="*/ 0 h 357"/>
                <a:gd name="T4" fmla="*/ 148 w 505"/>
                <a:gd name="T5" fmla="*/ 247 h 357"/>
                <a:gd name="T6" fmla="*/ 185 w 505"/>
                <a:gd name="T7" fmla="*/ 297 h 357"/>
              </a:gdLst>
              <a:ahLst/>
              <a:cxnLst>
                <a:cxn ang="0">
                  <a:pos x="T0" y="T1"/>
                </a:cxn>
                <a:cxn ang="0">
                  <a:pos x="T2" y="T3"/>
                </a:cxn>
                <a:cxn ang="0">
                  <a:pos x="T4" y="T5"/>
                </a:cxn>
                <a:cxn ang="0">
                  <a:pos x="T6" y="T7"/>
                </a:cxn>
              </a:cxnLst>
              <a:rect l="0" t="0" r="r" b="b"/>
              <a:pathLst>
                <a:path w="505" h="357">
                  <a:moveTo>
                    <a:pt x="185" y="297"/>
                  </a:moveTo>
                  <a:cubicBezTo>
                    <a:pt x="333" y="236"/>
                    <a:pt x="505" y="0"/>
                    <a:pt x="505" y="0"/>
                  </a:cubicBezTo>
                  <a:cubicBezTo>
                    <a:pt x="505" y="0"/>
                    <a:pt x="295" y="178"/>
                    <a:pt x="148" y="247"/>
                  </a:cubicBezTo>
                  <a:cubicBezTo>
                    <a:pt x="0" y="316"/>
                    <a:pt x="36" y="357"/>
                    <a:pt x="185" y="29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171"/>
            <p:cNvSpPr>
              <a:spLocks/>
            </p:cNvSpPr>
            <p:nvPr/>
          </p:nvSpPr>
          <p:spPr bwMode="auto">
            <a:xfrm>
              <a:off x="10669588" y="1879601"/>
              <a:ext cx="158750" cy="79375"/>
            </a:xfrm>
            <a:custGeom>
              <a:avLst/>
              <a:gdLst>
                <a:gd name="T0" fmla="*/ 2 w 125"/>
                <a:gd name="T1" fmla="*/ 42 h 63"/>
                <a:gd name="T2" fmla="*/ 125 w 125"/>
                <a:gd name="T3" fmla="*/ 0 h 63"/>
                <a:gd name="T4" fmla="*/ 2 w 125"/>
                <a:gd name="T5" fmla="*/ 42 h 63"/>
              </a:gdLst>
              <a:ahLst/>
              <a:cxnLst>
                <a:cxn ang="0">
                  <a:pos x="T0" y="T1"/>
                </a:cxn>
                <a:cxn ang="0">
                  <a:pos x="T2" y="T3"/>
                </a:cxn>
                <a:cxn ang="0">
                  <a:pos x="T4" y="T5"/>
                </a:cxn>
              </a:cxnLst>
              <a:rect l="0" t="0" r="r" b="b"/>
              <a:pathLst>
                <a:path w="125" h="63">
                  <a:moveTo>
                    <a:pt x="2" y="42"/>
                  </a:moveTo>
                  <a:cubicBezTo>
                    <a:pt x="4" y="63"/>
                    <a:pt x="125" y="0"/>
                    <a:pt x="125" y="0"/>
                  </a:cubicBezTo>
                  <a:cubicBezTo>
                    <a:pt x="125" y="0"/>
                    <a:pt x="0" y="21"/>
                    <a:pt x="2"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172"/>
            <p:cNvSpPr>
              <a:spLocks/>
            </p:cNvSpPr>
            <p:nvPr/>
          </p:nvSpPr>
          <p:spPr bwMode="auto">
            <a:xfrm>
              <a:off x="10580688" y="1906588"/>
              <a:ext cx="312738" cy="227013"/>
            </a:xfrm>
            <a:custGeom>
              <a:avLst/>
              <a:gdLst>
                <a:gd name="T0" fmla="*/ 12 w 244"/>
                <a:gd name="T1" fmla="*/ 137 h 179"/>
                <a:gd name="T2" fmla="*/ 244 w 244"/>
                <a:gd name="T3" fmla="*/ 0 h 179"/>
                <a:gd name="T4" fmla="*/ 12 w 244"/>
                <a:gd name="T5" fmla="*/ 137 h 179"/>
              </a:gdLst>
              <a:ahLst/>
              <a:cxnLst>
                <a:cxn ang="0">
                  <a:pos x="T0" y="T1"/>
                </a:cxn>
                <a:cxn ang="0">
                  <a:pos x="T2" y="T3"/>
                </a:cxn>
                <a:cxn ang="0">
                  <a:pos x="T4" y="T5"/>
                </a:cxn>
              </a:cxnLst>
              <a:rect l="0" t="0" r="r" b="b"/>
              <a:pathLst>
                <a:path w="244" h="179">
                  <a:moveTo>
                    <a:pt x="12" y="137"/>
                  </a:moveTo>
                  <a:cubicBezTo>
                    <a:pt x="25" y="179"/>
                    <a:pt x="244" y="0"/>
                    <a:pt x="244" y="0"/>
                  </a:cubicBezTo>
                  <a:cubicBezTo>
                    <a:pt x="244" y="0"/>
                    <a:pt x="0" y="95"/>
                    <a:pt x="12" y="1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173"/>
            <p:cNvSpPr>
              <a:spLocks/>
            </p:cNvSpPr>
            <p:nvPr/>
          </p:nvSpPr>
          <p:spPr bwMode="auto">
            <a:xfrm>
              <a:off x="10901363" y="2043113"/>
              <a:ext cx="200025" cy="217488"/>
            </a:xfrm>
            <a:custGeom>
              <a:avLst/>
              <a:gdLst>
                <a:gd name="T0" fmla="*/ 157 w 157"/>
                <a:gd name="T1" fmla="*/ 0 h 171"/>
                <a:gd name="T2" fmla="*/ 17 w 157"/>
                <a:gd name="T3" fmla="*/ 143 h 171"/>
                <a:gd name="T4" fmla="*/ 157 w 157"/>
                <a:gd name="T5" fmla="*/ 0 h 171"/>
              </a:gdLst>
              <a:ahLst/>
              <a:cxnLst>
                <a:cxn ang="0">
                  <a:pos x="T0" y="T1"/>
                </a:cxn>
                <a:cxn ang="0">
                  <a:pos x="T2" y="T3"/>
                </a:cxn>
                <a:cxn ang="0">
                  <a:pos x="T4" y="T5"/>
                </a:cxn>
              </a:cxnLst>
              <a:rect l="0" t="0" r="r" b="b"/>
              <a:pathLst>
                <a:path w="157" h="171">
                  <a:moveTo>
                    <a:pt x="157" y="0"/>
                  </a:moveTo>
                  <a:cubicBezTo>
                    <a:pt x="157" y="0"/>
                    <a:pt x="0" y="115"/>
                    <a:pt x="17" y="143"/>
                  </a:cubicBezTo>
                  <a:cubicBezTo>
                    <a:pt x="34" y="171"/>
                    <a:pt x="157" y="0"/>
                    <a:pt x="15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79" name="组合 178"/>
          <p:cNvGrpSpPr/>
          <p:nvPr/>
        </p:nvGrpSpPr>
        <p:grpSpPr>
          <a:xfrm>
            <a:off x="6430963" y="1822451"/>
            <a:ext cx="2006600" cy="1503362"/>
            <a:chOff x="6430963" y="1822451"/>
            <a:chExt cx="2006600" cy="1503362"/>
          </a:xfrm>
          <a:solidFill>
            <a:schemeClr val="tx1">
              <a:lumMod val="65000"/>
              <a:lumOff val="35000"/>
            </a:schemeClr>
          </a:solidFill>
        </p:grpSpPr>
        <p:sp>
          <p:nvSpPr>
            <p:cNvPr id="180" name="Freeform 174"/>
            <p:cNvSpPr>
              <a:spLocks/>
            </p:cNvSpPr>
            <p:nvPr/>
          </p:nvSpPr>
          <p:spPr bwMode="auto">
            <a:xfrm>
              <a:off x="7556500" y="2354263"/>
              <a:ext cx="241300" cy="187325"/>
            </a:xfrm>
            <a:custGeom>
              <a:avLst/>
              <a:gdLst>
                <a:gd name="T0" fmla="*/ 12 w 189"/>
                <a:gd name="T1" fmla="*/ 94 h 147"/>
                <a:gd name="T2" fmla="*/ 137 w 189"/>
                <a:gd name="T3" fmla="*/ 119 h 147"/>
                <a:gd name="T4" fmla="*/ 166 w 189"/>
                <a:gd name="T5" fmla="*/ 0 h 147"/>
                <a:gd name="T6" fmla="*/ 0 w 189"/>
                <a:gd name="T7" fmla="*/ 66 h 147"/>
                <a:gd name="T8" fmla="*/ 12 w 189"/>
                <a:gd name="T9" fmla="*/ 94 h 147"/>
              </a:gdLst>
              <a:ahLst/>
              <a:cxnLst>
                <a:cxn ang="0">
                  <a:pos x="T0" y="T1"/>
                </a:cxn>
                <a:cxn ang="0">
                  <a:pos x="T2" y="T3"/>
                </a:cxn>
                <a:cxn ang="0">
                  <a:pos x="T4" y="T5"/>
                </a:cxn>
                <a:cxn ang="0">
                  <a:pos x="T6" y="T7"/>
                </a:cxn>
                <a:cxn ang="0">
                  <a:pos x="T8" y="T9"/>
                </a:cxn>
              </a:cxnLst>
              <a:rect l="0" t="0" r="r" b="b"/>
              <a:pathLst>
                <a:path w="189" h="147">
                  <a:moveTo>
                    <a:pt x="12" y="94"/>
                  </a:moveTo>
                  <a:cubicBezTo>
                    <a:pt x="40" y="135"/>
                    <a:pt x="96" y="147"/>
                    <a:pt x="137" y="119"/>
                  </a:cubicBezTo>
                  <a:cubicBezTo>
                    <a:pt x="177" y="93"/>
                    <a:pt x="189" y="41"/>
                    <a:pt x="166" y="0"/>
                  </a:cubicBezTo>
                  <a:cubicBezTo>
                    <a:pt x="0" y="66"/>
                    <a:pt x="0" y="66"/>
                    <a:pt x="0" y="66"/>
                  </a:cubicBezTo>
                  <a:cubicBezTo>
                    <a:pt x="3" y="76"/>
                    <a:pt x="7" y="85"/>
                    <a:pt x="12"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175"/>
            <p:cNvSpPr>
              <a:spLocks/>
            </p:cNvSpPr>
            <p:nvPr/>
          </p:nvSpPr>
          <p:spPr bwMode="auto">
            <a:xfrm>
              <a:off x="7526338" y="2243138"/>
              <a:ext cx="254000" cy="188913"/>
            </a:xfrm>
            <a:custGeom>
              <a:avLst/>
              <a:gdLst>
                <a:gd name="T0" fmla="*/ 190 w 199"/>
                <a:gd name="T1" fmla="*/ 77 h 148"/>
                <a:gd name="T2" fmla="*/ 197 w 199"/>
                <a:gd name="T3" fmla="*/ 61 h 148"/>
                <a:gd name="T4" fmla="*/ 180 w 199"/>
                <a:gd name="T5" fmla="*/ 54 h 148"/>
                <a:gd name="T6" fmla="*/ 175 w 199"/>
                <a:gd name="T7" fmla="*/ 56 h 148"/>
                <a:gd name="T8" fmla="*/ 66 w 199"/>
                <a:gd name="T9" fmla="*/ 17 h 148"/>
                <a:gd name="T10" fmla="*/ 15 w 199"/>
                <a:gd name="T11" fmla="*/ 120 h 148"/>
                <a:gd name="T12" fmla="*/ 10 w 199"/>
                <a:gd name="T13" fmla="*/ 122 h 148"/>
                <a:gd name="T14" fmla="*/ 3 w 199"/>
                <a:gd name="T15" fmla="*/ 139 h 148"/>
                <a:gd name="T16" fmla="*/ 19 w 199"/>
                <a:gd name="T17" fmla="*/ 146 h 148"/>
                <a:gd name="T18" fmla="*/ 190 w 199"/>
                <a:gd name="T19" fmla="*/ 77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9" h="148">
                  <a:moveTo>
                    <a:pt x="190" y="77"/>
                  </a:moveTo>
                  <a:cubicBezTo>
                    <a:pt x="196" y="75"/>
                    <a:pt x="199" y="67"/>
                    <a:pt x="197" y="61"/>
                  </a:cubicBezTo>
                  <a:cubicBezTo>
                    <a:pt x="194" y="55"/>
                    <a:pt x="187" y="51"/>
                    <a:pt x="180" y="54"/>
                  </a:cubicBezTo>
                  <a:cubicBezTo>
                    <a:pt x="175" y="56"/>
                    <a:pt x="175" y="56"/>
                    <a:pt x="175" y="56"/>
                  </a:cubicBezTo>
                  <a:cubicBezTo>
                    <a:pt x="155" y="18"/>
                    <a:pt x="108" y="0"/>
                    <a:pt x="66" y="17"/>
                  </a:cubicBezTo>
                  <a:cubicBezTo>
                    <a:pt x="25" y="33"/>
                    <a:pt x="3" y="78"/>
                    <a:pt x="15" y="120"/>
                  </a:cubicBezTo>
                  <a:cubicBezTo>
                    <a:pt x="10" y="122"/>
                    <a:pt x="10" y="122"/>
                    <a:pt x="10" y="122"/>
                  </a:cubicBezTo>
                  <a:cubicBezTo>
                    <a:pt x="3" y="125"/>
                    <a:pt x="0" y="132"/>
                    <a:pt x="3" y="139"/>
                  </a:cubicBezTo>
                  <a:cubicBezTo>
                    <a:pt x="5" y="145"/>
                    <a:pt x="13" y="148"/>
                    <a:pt x="19" y="146"/>
                  </a:cubicBezTo>
                  <a:lnTo>
                    <a:pt x="190" y="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Oval 176"/>
            <p:cNvSpPr>
              <a:spLocks noChangeArrowheads="1"/>
            </p:cNvSpPr>
            <p:nvPr/>
          </p:nvSpPr>
          <p:spPr bwMode="auto">
            <a:xfrm>
              <a:off x="6856413" y="1822451"/>
              <a:ext cx="139700" cy="1412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Oval 177"/>
            <p:cNvSpPr>
              <a:spLocks noChangeArrowheads="1"/>
            </p:cNvSpPr>
            <p:nvPr/>
          </p:nvSpPr>
          <p:spPr bwMode="auto">
            <a:xfrm>
              <a:off x="6510338" y="2122488"/>
              <a:ext cx="103188" cy="1031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Oval 178"/>
            <p:cNvSpPr>
              <a:spLocks noChangeArrowheads="1"/>
            </p:cNvSpPr>
            <p:nvPr/>
          </p:nvSpPr>
          <p:spPr bwMode="auto">
            <a:xfrm>
              <a:off x="7081838" y="1828801"/>
              <a:ext cx="79375" cy="777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Oval 179"/>
            <p:cNvSpPr>
              <a:spLocks noChangeArrowheads="1"/>
            </p:cNvSpPr>
            <p:nvPr/>
          </p:nvSpPr>
          <p:spPr bwMode="auto">
            <a:xfrm>
              <a:off x="6821488" y="2984501"/>
              <a:ext cx="123825" cy="1222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Oval 180"/>
            <p:cNvSpPr>
              <a:spLocks noChangeArrowheads="1"/>
            </p:cNvSpPr>
            <p:nvPr/>
          </p:nvSpPr>
          <p:spPr bwMode="auto">
            <a:xfrm>
              <a:off x="6988175" y="3090863"/>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181"/>
            <p:cNvSpPr>
              <a:spLocks/>
            </p:cNvSpPr>
            <p:nvPr/>
          </p:nvSpPr>
          <p:spPr bwMode="auto">
            <a:xfrm>
              <a:off x="6584950" y="2119313"/>
              <a:ext cx="671513" cy="815975"/>
            </a:xfrm>
            <a:custGeom>
              <a:avLst/>
              <a:gdLst>
                <a:gd name="T0" fmla="*/ 439 w 527"/>
                <a:gd name="T1" fmla="*/ 246 h 640"/>
                <a:gd name="T2" fmla="*/ 455 w 527"/>
                <a:gd name="T3" fmla="*/ 247 h 640"/>
                <a:gd name="T4" fmla="*/ 525 w 527"/>
                <a:gd name="T5" fmla="*/ 188 h 640"/>
                <a:gd name="T6" fmla="*/ 527 w 527"/>
                <a:gd name="T7" fmla="*/ 175 h 640"/>
                <a:gd name="T8" fmla="*/ 455 w 527"/>
                <a:gd name="T9" fmla="*/ 103 h 640"/>
                <a:gd name="T10" fmla="*/ 389 w 527"/>
                <a:gd name="T11" fmla="*/ 147 h 640"/>
                <a:gd name="T12" fmla="*/ 422 w 527"/>
                <a:gd name="T13" fmla="*/ 97 h 640"/>
                <a:gd name="T14" fmla="*/ 312 w 527"/>
                <a:gd name="T15" fmla="*/ 44 h 640"/>
                <a:gd name="T16" fmla="*/ 252 w 527"/>
                <a:gd name="T17" fmla="*/ 58 h 640"/>
                <a:gd name="T18" fmla="*/ 160 w 527"/>
                <a:gd name="T19" fmla="*/ 0 h 640"/>
                <a:gd name="T20" fmla="*/ 152 w 527"/>
                <a:gd name="T21" fmla="*/ 1 h 640"/>
                <a:gd name="T22" fmla="*/ 59 w 527"/>
                <a:gd name="T23" fmla="*/ 102 h 640"/>
                <a:gd name="T24" fmla="*/ 152 w 527"/>
                <a:gd name="T25" fmla="*/ 204 h 640"/>
                <a:gd name="T26" fmla="*/ 144 w 527"/>
                <a:gd name="T27" fmla="*/ 204 h 640"/>
                <a:gd name="T28" fmla="*/ 56 w 527"/>
                <a:gd name="T29" fmla="*/ 154 h 640"/>
                <a:gd name="T30" fmla="*/ 0 w 527"/>
                <a:gd name="T31" fmla="*/ 246 h 640"/>
                <a:gd name="T32" fmla="*/ 14 w 527"/>
                <a:gd name="T33" fmla="*/ 298 h 640"/>
                <a:gd name="T34" fmla="*/ 103 w 527"/>
                <a:gd name="T35" fmla="*/ 349 h 640"/>
                <a:gd name="T36" fmla="*/ 202 w 527"/>
                <a:gd name="T37" fmla="*/ 273 h 640"/>
                <a:gd name="T38" fmla="*/ 210 w 527"/>
                <a:gd name="T39" fmla="*/ 281 h 640"/>
                <a:gd name="T40" fmla="*/ 136 w 527"/>
                <a:gd name="T41" fmla="*/ 358 h 640"/>
                <a:gd name="T42" fmla="*/ 152 w 527"/>
                <a:gd name="T43" fmla="*/ 401 h 640"/>
                <a:gd name="T44" fmla="*/ 86 w 527"/>
                <a:gd name="T45" fmla="*/ 481 h 640"/>
                <a:gd name="T46" fmla="*/ 168 w 527"/>
                <a:gd name="T47" fmla="*/ 563 h 640"/>
                <a:gd name="T48" fmla="*/ 169 w 527"/>
                <a:gd name="T49" fmla="*/ 563 h 640"/>
                <a:gd name="T50" fmla="*/ 167 w 527"/>
                <a:gd name="T51" fmla="*/ 581 h 640"/>
                <a:gd name="T52" fmla="*/ 225 w 527"/>
                <a:gd name="T53" fmla="*/ 640 h 640"/>
                <a:gd name="T54" fmla="*/ 284 w 527"/>
                <a:gd name="T55" fmla="*/ 581 h 640"/>
                <a:gd name="T56" fmla="*/ 254 w 527"/>
                <a:gd name="T57" fmla="*/ 530 h 640"/>
                <a:gd name="T58" fmla="*/ 190 w 527"/>
                <a:gd name="T59" fmla="*/ 562 h 640"/>
                <a:gd name="T60" fmla="*/ 185 w 527"/>
                <a:gd name="T61" fmla="*/ 561 h 640"/>
                <a:gd name="T62" fmla="*/ 250 w 527"/>
                <a:gd name="T63" fmla="*/ 481 h 640"/>
                <a:gd name="T64" fmla="*/ 243 w 527"/>
                <a:gd name="T65" fmla="*/ 449 h 640"/>
                <a:gd name="T66" fmla="*/ 264 w 527"/>
                <a:gd name="T67" fmla="*/ 446 h 640"/>
                <a:gd name="T68" fmla="*/ 342 w 527"/>
                <a:gd name="T69" fmla="*/ 346 h 640"/>
                <a:gd name="T70" fmla="*/ 339 w 527"/>
                <a:gd name="T71" fmla="*/ 323 h 640"/>
                <a:gd name="T72" fmla="*/ 439 w 527"/>
                <a:gd name="T73" fmla="*/ 246 h 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7" h="640">
                  <a:moveTo>
                    <a:pt x="439" y="246"/>
                  </a:moveTo>
                  <a:cubicBezTo>
                    <a:pt x="444" y="247"/>
                    <a:pt x="449" y="247"/>
                    <a:pt x="455" y="247"/>
                  </a:cubicBezTo>
                  <a:cubicBezTo>
                    <a:pt x="490" y="247"/>
                    <a:pt x="520" y="222"/>
                    <a:pt x="525" y="188"/>
                  </a:cubicBezTo>
                  <a:cubicBezTo>
                    <a:pt x="526" y="184"/>
                    <a:pt x="527" y="180"/>
                    <a:pt x="527" y="175"/>
                  </a:cubicBezTo>
                  <a:cubicBezTo>
                    <a:pt x="527" y="136"/>
                    <a:pt x="494" y="103"/>
                    <a:pt x="455" y="103"/>
                  </a:cubicBezTo>
                  <a:cubicBezTo>
                    <a:pt x="425" y="103"/>
                    <a:pt x="400" y="121"/>
                    <a:pt x="389" y="147"/>
                  </a:cubicBezTo>
                  <a:cubicBezTo>
                    <a:pt x="392" y="126"/>
                    <a:pt x="405" y="108"/>
                    <a:pt x="422" y="97"/>
                  </a:cubicBezTo>
                  <a:cubicBezTo>
                    <a:pt x="397" y="65"/>
                    <a:pt x="357" y="44"/>
                    <a:pt x="312" y="44"/>
                  </a:cubicBezTo>
                  <a:cubicBezTo>
                    <a:pt x="291" y="44"/>
                    <a:pt x="270" y="49"/>
                    <a:pt x="252" y="58"/>
                  </a:cubicBezTo>
                  <a:cubicBezTo>
                    <a:pt x="236" y="24"/>
                    <a:pt x="201" y="0"/>
                    <a:pt x="160" y="0"/>
                  </a:cubicBezTo>
                  <a:cubicBezTo>
                    <a:pt x="158" y="0"/>
                    <a:pt x="155" y="1"/>
                    <a:pt x="152" y="1"/>
                  </a:cubicBezTo>
                  <a:cubicBezTo>
                    <a:pt x="100" y="5"/>
                    <a:pt x="59" y="49"/>
                    <a:pt x="59" y="102"/>
                  </a:cubicBezTo>
                  <a:cubicBezTo>
                    <a:pt x="59" y="156"/>
                    <a:pt x="100" y="200"/>
                    <a:pt x="152" y="204"/>
                  </a:cubicBezTo>
                  <a:cubicBezTo>
                    <a:pt x="150" y="204"/>
                    <a:pt x="147" y="204"/>
                    <a:pt x="144" y="204"/>
                  </a:cubicBezTo>
                  <a:cubicBezTo>
                    <a:pt x="107" y="204"/>
                    <a:pt x="74" y="184"/>
                    <a:pt x="56" y="154"/>
                  </a:cubicBezTo>
                  <a:cubicBezTo>
                    <a:pt x="23" y="171"/>
                    <a:pt x="0" y="206"/>
                    <a:pt x="0" y="246"/>
                  </a:cubicBezTo>
                  <a:cubicBezTo>
                    <a:pt x="0" y="265"/>
                    <a:pt x="5" y="283"/>
                    <a:pt x="14" y="298"/>
                  </a:cubicBezTo>
                  <a:cubicBezTo>
                    <a:pt x="32" y="329"/>
                    <a:pt x="65" y="349"/>
                    <a:pt x="103" y="349"/>
                  </a:cubicBezTo>
                  <a:cubicBezTo>
                    <a:pt x="150" y="349"/>
                    <a:pt x="190" y="317"/>
                    <a:pt x="202" y="273"/>
                  </a:cubicBezTo>
                  <a:cubicBezTo>
                    <a:pt x="205" y="276"/>
                    <a:pt x="207" y="279"/>
                    <a:pt x="210" y="281"/>
                  </a:cubicBezTo>
                  <a:cubicBezTo>
                    <a:pt x="202" y="319"/>
                    <a:pt x="173" y="348"/>
                    <a:pt x="136" y="358"/>
                  </a:cubicBezTo>
                  <a:cubicBezTo>
                    <a:pt x="138" y="374"/>
                    <a:pt x="144" y="389"/>
                    <a:pt x="152" y="401"/>
                  </a:cubicBezTo>
                  <a:cubicBezTo>
                    <a:pt x="115" y="409"/>
                    <a:pt x="86" y="442"/>
                    <a:pt x="86" y="481"/>
                  </a:cubicBezTo>
                  <a:cubicBezTo>
                    <a:pt x="86" y="527"/>
                    <a:pt x="123" y="563"/>
                    <a:pt x="168" y="563"/>
                  </a:cubicBezTo>
                  <a:cubicBezTo>
                    <a:pt x="169" y="563"/>
                    <a:pt x="169" y="563"/>
                    <a:pt x="169" y="563"/>
                  </a:cubicBezTo>
                  <a:cubicBezTo>
                    <a:pt x="168" y="569"/>
                    <a:pt x="167" y="575"/>
                    <a:pt x="167" y="581"/>
                  </a:cubicBezTo>
                  <a:cubicBezTo>
                    <a:pt x="167" y="614"/>
                    <a:pt x="193" y="640"/>
                    <a:pt x="225" y="640"/>
                  </a:cubicBezTo>
                  <a:cubicBezTo>
                    <a:pt x="258" y="640"/>
                    <a:pt x="284" y="614"/>
                    <a:pt x="284" y="581"/>
                  </a:cubicBezTo>
                  <a:cubicBezTo>
                    <a:pt x="284" y="559"/>
                    <a:pt x="272" y="540"/>
                    <a:pt x="254" y="530"/>
                  </a:cubicBezTo>
                  <a:cubicBezTo>
                    <a:pt x="239" y="549"/>
                    <a:pt x="216" y="562"/>
                    <a:pt x="190" y="562"/>
                  </a:cubicBezTo>
                  <a:cubicBezTo>
                    <a:pt x="188" y="562"/>
                    <a:pt x="187" y="562"/>
                    <a:pt x="185" y="561"/>
                  </a:cubicBezTo>
                  <a:cubicBezTo>
                    <a:pt x="222" y="554"/>
                    <a:pt x="250" y="521"/>
                    <a:pt x="250" y="481"/>
                  </a:cubicBezTo>
                  <a:cubicBezTo>
                    <a:pt x="250" y="470"/>
                    <a:pt x="248" y="459"/>
                    <a:pt x="243" y="449"/>
                  </a:cubicBezTo>
                  <a:cubicBezTo>
                    <a:pt x="250" y="448"/>
                    <a:pt x="257" y="447"/>
                    <a:pt x="264" y="446"/>
                  </a:cubicBezTo>
                  <a:cubicBezTo>
                    <a:pt x="309" y="434"/>
                    <a:pt x="342" y="394"/>
                    <a:pt x="342" y="346"/>
                  </a:cubicBezTo>
                  <a:cubicBezTo>
                    <a:pt x="342" y="338"/>
                    <a:pt x="341" y="330"/>
                    <a:pt x="339" y="323"/>
                  </a:cubicBezTo>
                  <a:cubicBezTo>
                    <a:pt x="383" y="314"/>
                    <a:pt x="420" y="285"/>
                    <a:pt x="439" y="2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Oval 182"/>
            <p:cNvSpPr>
              <a:spLocks noChangeArrowheads="1"/>
            </p:cNvSpPr>
            <p:nvPr/>
          </p:nvSpPr>
          <p:spPr bwMode="auto">
            <a:xfrm>
              <a:off x="6908800" y="2014538"/>
              <a:ext cx="104775" cy="1047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Oval 183"/>
            <p:cNvSpPr>
              <a:spLocks noChangeArrowheads="1"/>
            </p:cNvSpPr>
            <p:nvPr/>
          </p:nvSpPr>
          <p:spPr bwMode="auto">
            <a:xfrm>
              <a:off x="7086600" y="2043113"/>
              <a:ext cx="149225" cy="1476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184"/>
            <p:cNvSpPr>
              <a:spLocks noEditPoints="1"/>
            </p:cNvSpPr>
            <p:nvPr/>
          </p:nvSpPr>
          <p:spPr bwMode="auto">
            <a:xfrm>
              <a:off x="6430963" y="3027363"/>
              <a:ext cx="2006600" cy="298450"/>
            </a:xfrm>
            <a:custGeom>
              <a:avLst/>
              <a:gdLst>
                <a:gd name="T0" fmla="*/ 1186 w 1572"/>
                <a:gd name="T1" fmla="*/ 202 h 234"/>
                <a:gd name="T2" fmla="*/ 1220 w 1572"/>
                <a:gd name="T3" fmla="*/ 160 h 234"/>
                <a:gd name="T4" fmla="*/ 1003 w 1572"/>
                <a:gd name="T5" fmla="*/ 202 h 234"/>
                <a:gd name="T6" fmla="*/ 848 w 1572"/>
                <a:gd name="T7" fmla="*/ 168 h 234"/>
                <a:gd name="T8" fmla="*/ 862 w 1572"/>
                <a:gd name="T9" fmla="*/ 120 h 234"/>
                <a:gd name="T10" fmla="*/ 813 w 1572"/>
                <a:gd name="T11" fmla="*/ 161 h 234"/>
                <a:gd name="T12" fmla="*/ 858 w 1572"/>
                <a:gd name="T13" fmla="*/ 100 h 234"/>
                <a:gd name="T14" fmla="*/ 751 w 1572"/>
                <a:gd name="T15" fmla="*/ 152 h 234"/>
                <a:gd name="T16" fmla="*/ 739 w 1572"/>
                <a:gd name="T17" fmla="*/ 167 h 234"/>
                <a:gd name="T18" fmla="*/ 720 w 1572"/>
                <a:gd name="T19" fmla="*/ 202 h 234"/>
                <a:gd name="T20" fmla="*/ 667 w 1572"/>
                <a:gd name="T21" fmla="*/ 202 h 234"/>
                <a:gd name="T22" fmla="*/ 661 w 1572"/>
                <a:gd name="T23" fmla="*/ 202 h 234"/>
                <a:gd name="T24" fmla="*/ 490 w 1572"/>
                <a:gd name="T25" fmla="*/ 185 h 234"/>
                <a:gd name="T26" fmla="*/ 639 w 1572"/>
                <a:gd name="T27" fmla="*/ 162 h 234"/>
                <a:gd name="T28" fmla="*/ 388 w 1572"/>
                <a:gd name="T29" fmla="*/ 162 h 234"/>
                <a:gd name="T30" fmla="*/ 175 w 1572"/>
                <a:gd name="T31" fmla="*/ 68 h 234"/>
                <a:gd name="T32" fmla="*/ 197 w 1572"/>
                <a:gd name="T33" fmla="*/ 156 h 234"/>
                <a:gd name="T34" fmla="*/ 150 w 1572"/>
                <a:gd name="T35" fmla="*/ 1 h 234"/>
                <a:gd name="T36" fmla="*/ 175 w 1572"/>
                <a:gd name="T37" fmla="*/ 160 h 234"/>
                <a:gd name="T38" fmla="*/ 99 w 1572"/>
                <a:gd name="T39" fmla="*/ 114 h 234"/>
                <a:gd name="T40" fmla="*/ 132 w 1572"/>
                <a:gd name="T41" fmla="*/ 174 h 234"/>
                <a:gd name="T42" fmla="*/ 0 w 1572"/>
                <a:gd name="T43" fmla="*/ 202 h 234"/>
                <a:gd name="T44" fmla="*/ 1572 w 1572"/>
                <a:gd name="T45" fmla="*/ 234 h 234"/>
                <a:gd name="T46" fmla="*/ 494 w 1572"/>
                <a:gd name="T47" fmla="*/ 202 h 234"/>
                <a:gd name="T48" fmla="*/ 450 w 1572"/>
                <a:gd name="T49" fmla="*/ 191 h 234"/>
                <a:gd name="T50" fmla="*/ 422 w 1572"/>
                <a:gd name="T51" fmla="*/ 185 h 234"/>
                <a:gd name="T52" fmla="*/ 244 w 1572"/>
                <a:gd name="T53" fmla="*/ 202 h 234"/>
                <a:gd name="T54" fmla="*/ 387 w 1572"/>
                <a:gd name="T55" fmla="*/ 178 h 234"/>
                <a:gd name="T56" fmla="*/ 232 w 1572"/>
                <a:gd name="T57" fmla="*/ 202 h 234"/>
                <a:gd name="T58" fmla="*/ 231 w 1572"/>
                <a:gd name="T59" fmla="*/ 202 h 234"/>
                <a:gd name="T60" fmla="*/ 327 w 1572"/>
                <a:gd name="T61" fmla="*/ 170 h 234"/>
                <a:gd name="T62" fmla="*/ 215 w 1572"/>
                <a:gd name="T63" fmla="*/ 170 h 234"/>
                <a:gd name="T64" fmla="*/ 207 w 1572"/>
                <a:gd name="T65" fmla="*/ 171 h 234"/>
                <a:gd name="T66" fmla="*/ 205 w 1572"/>
                <a:gd name="T67" fmla="*/ 191 h 234"/>
                <a:gd name="T68" fmla="*/ 207 w 1572"/>
                <a:gd name="T69" fmla="*/ 171 h 234"/>
                <a:gd name="T70" fmla="*/ 184 w 1572"/>
                <a:gd name="T71" fmla="*/ 175 h 234"/>
                <a:gd name="T72" fmla="*/ 174 w 1572"/>
                <a:gd name="T73" fmla="*/ 197 h 234"/>
                <a:gd name="T74" fmla="*/ 183 w 1572"/>
                <a:gd name="T75" fmla="*/ 175 h 234"/>
                <a:gd name="T76" fmla="*/ 163 w 1572"/>
                <a:gd name="T77" fmla="*/ 200 h 234"/>
                <a:gd name="T78" fmla="*/ 112 w 1572"/>
                <a:gd name="T79" fmla="*/ 202 h 234"/>
                <a:gd name="T80" fmla="*/ 916 w 1572"/>
                <a:gd name="T81" fmla="*/ 202 h 234"/>
                <a:gd name="T82" fmla="*/ 835 w 1572"/>
                <a:gd name="T83" fmla="*/ 182 h 234"/>
                <a:gd name="T84" fmla="*/ 916 w 1572"/>
                <a:gd name="T85" fmla="*/ 202 h 234"/>
                <a:gd name="T86" fmla="*/ 815 w 1572"/>
                <a:gd name="T87" fmla="*/ 178 h 234"/>
                <a:gd name="T88" fmla="*/ 741 w 1572"/>
                <a:gd name="T89" fmla="*/ 202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72" h="234">
                  <a:moveTo>
                    <a:pt x="1572" y="202"/>
                  </a:moveTo>
                  <a:cubicBezTo>
                    <a:pt x="1186" y="202"/>
                    <a:pt x="1186" y="202"/>
                    <a:pt x="1186" y="202"/>
                  </a:cubicBezTo>
                  <a:cubicBezTo>
                    <a:pt x="1219" y="186"/>
                    <a:pt x="1232" y="171"/>
                    <a:pt x="1233" y="170"/>
                  </a:cubicBezTo>
                  <a:cubicBezTo>
                    <a:pt x="1220" y="160"/>
                    <a:pt x="1220" y="160"/>
                    <a:pt x="1220" y="160"/>
                  </a:cubicBezTo>
                  <a:cubicBezTo>
                    <a:pt x="1220" y="161"/>
                    <a:pt x="1196" y="190"/>
                    <a:pt x="1126" y="202"/>
                  </a:cubicBezTo>
                  <a:cubicBezTo>
                    <a:pt x="1003" y="202"/>
                    <a:pt x="1003" y="202"/>
                    <a:pt x="1003" y="202"/>
                  </a:cubicBezTo>
                  <a:cubicBezTo>
                    <a:pt x="967" y="198"/>
                    <a:pt x="926" y="190"/>
                    <a:pt x="878" y="176"/>
                  </a:cubicBezTo>
                  <a:cubicBezTo>
                    <a:pt x="868" y="173"/>
                    <a:pt x="858" y="171"/>
                    <a:pt x="848" y="168"/>
                  </a:cubicBezTo>
                  <a:cubicBezTo>
                    <a:pt x="859" y="156"/>
                    <a:pt x="869" y="143"/>
                    <a:pt x="876" y="127"/>
                  </a:cubicBezTo>
                  <a:cubicBezTo>
                    <a:pt x="862" y="120"/>
                    <a:pt x="862" y="120"/>
                    <a:pt x="862" y="120"/>
                  </a:cubicBezTo>
                  <a:cubicBezTo>
                    <a:pt x="854" y="137"/>
                    <a:pt x="842" y="152"/>
                    <a:pt x="830" y="164"/>
                  </a:cubicBezTo>
                  <a:cubicBezTo>
                    <a:pt x="824" y="163"/>
                    <a:pt x="818" y="162"/>
                    <a:pt x="813" y="161"/>
                  </a:cubicBezTo>
                  <a:cubicBezTo>
                    <a:pt x="832" y="146"/>
                    <a:pt x="851" y="127"/>
                    <a:pt x="865" y="104"/>
                  </a:cubicBezTo>
                  <a:cubicBezTo>
                    <a:pt x="858" y="100"/>
                    <a:pt x="858" y="100"/>
                    <a:pt x="858" y="100"/>
                  </a:cubicBezTo>
                  <a:cubicBezTo>
                    <a:pt x="843" y="124"/>
                    <a:pt x="823" y="144"/>
                    <a:pt x="802" y="159"/>
                  </a:cubicBezTo>
                  <a:cubicBezTo>
                    <a:pt x="785" y="156"/>
                    <a:pt x="768" y="154"/>
                    <a:pt x="751" y="152"/>
                  </a:cubicBezTo>
                  <a:cubicBezTo>
                    <a:pt x="751" y="153"/>
                    <a:pt x="751" y="153"/>
                    <a:pt x="751" y="153"/>
                  </a:cubicBezTo>
                  <a:cubicBezTo>
                    <a:pt x="747" y="158"/>
                    <a:pt x="743" y="163"/>
                    <a:pt x="739" y="167"/>
                  </a:cubicBezTo>
                  <a:cubicBezTo>
                    <a:pt x="753" y="169"/>
                    <a:pt x="768" y="170"/>
                    <a:pt x="782" y="172"/>
                  </a:cubicBezTo>
                  <a:cubicBezTo>
                    <a:pt x="760" y="186"/>
                    <a:pt x="737" y="194"/>
                    <a:pt x="720" y="202"/>
                  </a:cubicBezTo>
                  <a:cubicBezTo>
                    <a:pt x="674" y="202"/>
                    <a:pt x="674" y="202"/>
                    <a:pt x="674" y="202"/>
                  </a:cubicBezTo>
                  <a:cubicBezTo>
                    <a:pt x="670" y="202"/>
                    <a:pt x="667" y="202"/>
                    <a:pt x="667" y="202"/>
                  </a:cubicBezTo>
                  <a:cubicBezTo>
                    <a:pt x="661" y="202"/>
                    <a:pt x="661" y="202"/>
                    <a:pt x="661" y="202"/>
                  </a:cubicBezTo>
                  <a:cubicBezTo>
                    <a:pt x="661" y="202"/>
                    <a:pt x="661" y="202"/>
                    <a:pt x="661" y="202"/>
                  </a:cubicBezTo>
                  <a:cubicBezTo>
                    <a:pt x="578" y="202"/>
                    <a:pt x="578" y="202"/>
                    <a:pt x="578" y="202"/>
                  </a:cubicBezTo>
                  <a:cubicBezTo>
                    <a:pt x="546" y="194"/>
                    <a:pt x="516" y="187"/>
                    <a:pt x="490" y="185"/>
                  </a:cubicBezTo>
                  <a:cubicBezTo>
                    <a:pt x="472" y="180"/>
                    <a:pt x="456" y="176"/>
                    <a:pt x="439" y="172"/>
                  </a:cubicBezTo>
                  <a:cubicBezTo>
                    <a:pt x="503" y="166"/>
                    <a:pt x="571" y="161"/>
                    <a:pt x="639" y="162"/>
                  </a:cubicBezTo>
                  <a:cubicBezTo>
                    <a:pt x="630" y="146"/>
                    <a:pt x="630" y="146"/>
                    <a:pt x="630" y="146"/>
                  </a:cubicBezTo>
                  <a:cubicBezTo>
                    <a:pt x="546" y="146"/>
                    <a:pt x="462" y="153"/>
                    <a:pt x="388" y="162"/>
                  </a:cubicBezTo>
                  <a:cubicBezTo>
                    <a:pt x="311" y="148"/>
                    <a:pt x="251" y="149"/>
                    <a:pt x="206" y="155"/>
                  </a:cubicBezTo>
                  <a:cubicBezTo>
                    <a:pt x="180" y="112"/>
                    <a:pt x="175" y="69"/>
                    <a:pt x="175" y="68"/>
                  </a:cubicBezTo>
                  <a:cubicBezTo>
                    <a:pt x="167" y="69"/>
                    <a:pt x="167" y="69"/>
                    <a:pt x="167" y="69"/>
                  </a:cubicBezTo>
                  <a:cubicBezTo>
                    <a:pt x="167" y="69"/>
                    <a:pt x="172" y="112"/>
                    <a:pt x="197" y="156"/>
                  </a:cubicBezTo>
                  <a:cubicBezTo>
                    <a:pt x="192" y="157"/>
                    <a:pt x="188" y="158"/>
                    <a:pt x="183" y="159"/>
                  </a:cubicBezTo>
                  <a:cubicBezTo>
                    <a:pt x="142" y="84"/>
                    <a:pt x="150" y="2"/>
                    <a:pt x="150" y="1"/>
                  </a:cubicBezTo>
                  <a:cubicBezTo>
                    <a:pt x="142" y="0"/>
                    <a:pt x="142" y="0"/>
                    <a:pt x="142" y="0"/>
                  </a:cubicBezTo>
                  <a:cubicBezTo>
                    <a:pt x="142" y="1"/>
                    <a:pt x="134" y="84"/>
                    <a:pt x="175" y="160"/>
                  </a:cubicBezTo>
                  <a:cubicBezTo>
                    <a:pt x="162" y="163"/>
                    <a:pt x="150" y="167"/>
                    <a:pt x="140" y="171"/>
                  </a:cubicBezTo>
                  <a:cubicBezTo>
                    <a:pt x="124" y="156"/>
                    <a:pt x="108" y="136"/>
                    <a:pt x="99" y="114"/>
                  </a:cubicBezTo>
                  <a:cubicBezTo>
                    <a:pt x="92" y="117"/>
                    <a:pt x="92" y="117"/>
                    <a:pt x="92" y="117"/>
                  </a:cubicBezTo>
                  <a:cubicBezTo>
                    <a:pt x="101" y="140"/>
                    <a:pt x="116" y="159"/>
                    <a:pt x="132" y="174"/>
                  </a:cubicBezTo>
                  <a:cubicBezTo>
                    <a:pt x="108" y="184"/>
                    <a:pt x="93" y="194"/>
                    <a:pt x="84" y="202"/>
                  </a:cubicBezTo>
                  <a:cubicBezTo>
                    <a:pt x="0" y="202"/>
                    <a:pt x="0" y="202"/>
                    <a:pt x="0" y="202"/>
                  </a:cubicBezTo>
                  <a:cubicBezTo>
                    <a:pt x="0" y="234"/>
                    <a:pt x="0" y="234"/>
                    <a:pt x="0" y="234"/>
                  </a:cubicBezTo>
                  <a:cubicBezTo>
                    <a:pt x="1572" y="234"/>
                    <a:pt x="1572" y="234"/>
                    <a:pt x="1572" y="234"/>
                  </a:cubicBezTo>
                  <a:lnTo>
                    <a:pt x="1572" y="202"/>
                  </a:lnTo>
                  <a:close/>
                  <a:moveTo>
                    <a:pt x="494" y="202"/>
                  </a:moveTo>
                  <a:cubicBezTo>
                    <a:pt x="370" y="202"/>
                    <a:pt x="370" y="202"/>
                    <a:pt x="370" y="202"/>
                  </a:cubicBezTo>
                  <a:cubicBezTo>
                    <a:pt x="390" y="198"/>
                    <a:pt x="416" y="191"/>
                    <a:pt x="450" y="191"/>
                  </a:cubicBezTo>
                  <a:cubicBezTo>
                    <a:pt x="464" y="194"/>
                    <a:pt x="478" y="198"/>
                    <a:pt x="494" y="202"/>
                  </a:cubicBezTo>
                  <a:close/>
                  <a:moveTo>
                    <a:pt x="422" y="185"/>
                  </a:moveTo>
                  <a:cubicBezTo>
                    <a:pt x="387" y="188"/>
                    <a:pt x="362" y="194"/>
                    <a:pt x="346" y="202"/>
                  </a:cubicBezTo>
                  <a:cubicBezTo>
                    <a:pt x="244" y="202"/>
                    <a:pt x="244" y="202"/>
                    <a:pt x="244" y="202"/>
                  </a:cubicBezTo>
                  <a:cubicBezTo>
                    <a:pt x="244" y="202"/>
                    <a:pt x="243" y="201"/>
                    <a:pt x="242" y="200"/>
                  </a:cubicBezTo>
                  <a:cubicBezTo>
                    <a:pt x="281" y="193"/>
                    <a:pt x="331" y="185"/>
                    <a:pt x="387" y="178"/>
                  </a:cubicBezTo>
                  <a:cubicBezTo>
                    <a:pt x="398" y="180"/>
                    <a:pt x="410" y="182"/>
                    <a:pt x="422" y="185"/>
                  </a:cubicBezTo>
                  <a:close/>
                  <a:moveTo>
                    <a:pt x="232" y="202"/>
                  </a:moveTo>
                  <a:cubicBezTo>
                    <a:pt x="232" y="202"/>
                    <a:pt x="233" y="202"/>
                    <a:pt x="233" y="202"/>
                  </a:cubicBezTo>
                  <a:cubicBezTo>
                    <a:pt x="231" y="202"/>
                    <a:pt x="231" y="202"/>
                    <a:pt x="231" y="202"/>
                  </a:cubicBezTo>
                  <a:cubicBezTo>
                    <a:pt x="231" y="202"/>
                    <a:pt x="232" y="202"/>
                    <a:pt x="232" y="202"/>
                  </a:cubicBezTo>
                  <a:close/>
                  <a:moveTo>
                    <a:pt x="327" y="170"/>
                  </a:moveTo>
                  <a:cubicBezTo>
                    <a:pt x="289" y="176"/>
                    <a:pt x="256" y="181"/>
                    <a:pt x="228" y="187"/>
                  </a:cubicBezTo>
                  <a:cubicBezTo>
                    <a:pt x="224" y="181"/>
                    <a:pt x="219" y="176"/>
                    <a:pt x="215" y="170"/>
                  </a:cubicBezTo>
                  <a:cubicBezTo>
                    <a:pt x="245" y="167"/>
                    <a:pt x="282" y="166"/>
                    <a:pt x="327" y="170"/>
                  </a:cubicBezTo>
                  <a:close/>
                  <a:moveTo>
                    <a:pt x="207" y="171"/>
                  </a:moveTo>
                  <a:cubicBezTo>
                    <a:pt x="210" y="177"/>
                    <a:pt x="215" y="183"/>
                    <a:pt x="219" y="188"/>
                  </a:cubicBezTo>
                  <a:cubicBezTo>
                    <a:pt x="214" y="189"/>
                    <a:pt x="209" y="190"/>
                    <a:pt x="205" y="191"/>
                  </a:cubicBezTo>
                  <a:cubicBezTo>
                    <a:pt x="200" y="185"/>
                    <a:pt x="196" y="180"/>
                    <a:pt x="192" y="174"/>
                  </a:cubicBezTo>
                  <a:cubicBezTo>
                    <a:pt x="197" y="173"/>
                    <a:pt x="201" y="172"/>
                    <a:pt x="207" y="171"/>
                  </a:cubicBezTo>
                  <a:close/>
                  <a:moveTo>
                    <a:pt x="183" y="175"/>
                  </a:moveTo>
                  <a:cubicBezTo>
                    <a:pt x="183" y="175"/>
                    <a:pt x="184" y="175"/>
                    <a:pt x="184" y="175"/>
                  </a:cubicBezTo>
                  <a:cubicBezTo>
                    <a:pt x="187" y="181"/>
                    <a:pt x="191" y="187"/>
                    <a:pt x="196" y="193"/>
                  </a:cubicBezTo>
                  <a:cubicBezTo>
                    <a:pt x="188" y="195"/>
                    <a:pt x="180" y="196"/>
                    <a:pt x="174" y="197"/>
                  </a:cubicBezTo>
                  <a:cubicBezTo>
                    <a:pt x="168" y="194"/>
                    <a:pt x="162" y="189"/>
                    <a:pt x="154" y="183"/>
                  </a:cubicBezTo>
                  <a:cubicBezTo>
                    <a:pt x="163" y="180"/>
                    <a:pt x="173" y="178"/>
                    <a:pt x="183" y="175"/>
                  </a:cubicBezTo>
                  <a:close/>
                  <a:moveTo>
                    <a:pt x="145" y="186"/>
                  </a:moveTo>
                  <a:cubicBezTo>
                    <a:pt x="152" y="191"/>
                    <a:pt x="158" y="196"/>
                    <a:pt x="163" y="200"/>
                  </a:cubicBezTo>
                  <a:cubicBezTo>
                    <a:pt x="157" y="201"/>
                    <a:pt x="153" y="202"/>
                    <a:pt x="152" y="202"/>
                  </a:cubicBezTo>
                  <a:cubicBezTo>
                    <a:pt x="112" y="202"/>
                    <a:pt x="112" y="202"/>
                    <a:pt x="112" y="202"/>
                  </a:cubicBezTo>
                  <a:cubicBezTo>
                    <a:pt x="120" y="198"/>
                    <a:pt x="131" y="191"/>
                    <a:pt x="145" y="186"/>
                  </a:cubicBezTo>
                  <a:close/>
                  <a:moveTo>
                    <a:pt x="916" y="202"/>
                  </a:moveTo>
                  <a:cubicBezTo>
                    <a:pt x="810" y="202"/>
                    <a:pt x="810" y="202"/>
                    <a:pt x="810" y="202"/>
                  </a:cubicBezTo>
                  <a:cubicBezTo>
                    <a:pt x="818" y="198"/>
                    <a:pt x="827" y="190"/>
                    <a:pt x="835" y="182"/>
                  </a:cubicBezTo>
                  <a:cubicBezTo>
                    <a:pt x="848" y="185"/>
                    <a:pt x="861" y="188"/>
                    <a:pt x="874" y="191"/>
                  </a:cubicBezTo>
                  <a:cubicBezTo>
                    <a:pt x="888" y="195"/>
                    <a:pt x="902" y="198"/>
                    <a:pt x="916" y="202"/>
                  </a:cubicBezTo>
                  <a:close/>
                  <a:moveTo>
                    <a:pt x="794" y="174"/>
                  </a:moveTo>
                  <a:cubicBezTo>
                    <a:pt x="801" y="175"/>
                    <a:pt x="808" y="176"/>
                    <a:pt x="815" y="178"/>
                  </a:cubicBezTo>
                  <a:cubicBezTo>
                    <a:pt x="803" y="188"/>
                    <a:pt x="790" y="198"/>
                    <a:pt x="780" y="202"/>
                  </a:cubicBezTo>
                  <a:cubicBezTo>
                    <a:pt x="741" y="202"/>
                    <a:pt x="741" y="202"/>
                    <a:pt x="741" y="202"/>
                  </a:cubicBezTo>
                  <a:cubicBezTo>
                    <a:pt x="758" y="194"/>
                    <a:pt x="776" y="186"/>
                    <a:pt x="794" y="1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185"/>
            <p:cNvSpPr>
              <a:spLocks/>
            </p:cNvSpPr>
            <p:nvPr/>
          </p:nvSpPr>
          <p:spPr bwMode="auto">
            <a:xfrm>
              <a:off x="7180263" y="2474913"/>
              <a:ext cx="1120775" cy="793750"/>
            </a:xfrm>
            <a:custGeom>
              <a:avLst/>
              <a:gdLst>
                <a:gd name="T0" fmla="*/ 65 w 878"/>
                <a:gd name="T1" fmla="*/ 458 h 622"/>
                <a:gd name="T2" fmla="*/ 47 w 878"/>
                <a:gd name="T3" fmla="*/ 459 h 622"/>
                <a:gd name="T4" fmla="*/ 8 w 878"/>
                <a:gd name="T5" fmla="*/ 480 h 622"/>
                <a:gd name="T6" fmla="*/ 11 w 878"/>
                <a:gd name="T7" fmla="*/ 486 h 622"/>
                <a:gd name="T8" fmla="*/ 0 w 878"/>
                <a:gd name="T9" fmla="*/ 490 h 622"/>
                <a:gd name="T10" fmla="*/ 15 w 878"/>
                <a:gd name="T11" fmla="*/ 525 h 622"/>
                <a:gd name="T12" fmla="*/ 27 w 878"/>
                <a:gd name="T13" fmla="*/ 521 h 622"/>
                <a:gd name="T14" fmla="*/ 33 w 878"/>
                <a:gd name="T15" fmla="*/ 535 h 622"/>
                <a:gd name="T16" fmla="*/ 80 w 878"/>
                <a:gd name="T17" fmla="*/ 622 h 622"/>
                <a:gd name="T18" fmla="*/ 157 w 878"/>
                <a:gd name="T19" fmla="*/ 575 h 622"/>
                <a:gd name="T20" fmla="*/ 86 w 878"/>
                <a:gd name="T21" fmla="*/ 533 h 622"/>
                <a:gd name="T22" fmla="*/ 85 w 878"/>
                <a:gd name="T23" fmla="*/ 517 h 622"/>
                <a:gd name="T24" fmla="*/ 91 w 878"/>
                <a:gd name="T25" fmla="*/ 495 h 622"/>
                <a:gd name="T26" fmla="*/ 248 w 878"/>
                <a:gd name="T27" fmla="*/ 431 h 622"/>
                <a:gd name="T28" fmla="*/ 296 w 878"/>
                <a:gd name="T29" fmla="*/ 410 h 622"/>
                <a:gd name="T30" fmla="*/ 330 w 878"/>
                <a:gd name="T31" fmla="*/ 394 h 622"/>
                <a:gd name="T32" fmla="*/ 336 w 878"/>
                <a:gd name="T33" fmla="*/ 397 h 622"/>
                <a:gd name="T34" fmla="*/ 347 w 878"/>
                <a:gd name="T35" fmla="*/ 399 h 622"/>
                <a:gd name="T36" fmla="*/ 377 w 878"/>
                <a:gd name="T37" fmla="*/ 379 h 622"/>
                <a:gd name="T38" fmla="*/ 378 w 878"/>
                <a:gd name="T39" fmla="*/ 376 h 622"/>
                <a:gd name="T40" fmla="*/ 366 w 878"/>
                <a:gd name="T41" fmla="*/ 366 h 622"/>
                <a:gd name="T42" fmla="*/ 358 w 878"/>
                <a:gd name="T43" fmla="*/ 335 h 622"/>
                <a:gd name="T44" fmla="*/ 373 w 878"/>
                <a:gd name="T45" fmla="*/ 308 h 622"/>
                <a:gd name="T46" fmla="*/ 425 w 878"/>
                <a:gd name="T47" fmla="*/ 255 h 622"/>
                <a:gd name="T48" fmla="*/ 467 w 878"/>
                <a:gd name="T49" fmla="*/ 150 h 622"/>
                <a:gd name="T50" fmla="*/ 464 w 878"/>
                <a:gd name="T51" fmla="*/ 96 h 622"/>
                <a:gd name="T52" fmla="*/ 468 w 878"/>
                <a:gd name="T53" fmla="*/ 65 h 622"/>
                <a:gd name="T54" fmla="*/ 493 w 878"/>
                <a:gd name="T55" fmla="*/ 46 h 622"/>
                <a:gd name="T56" fmla="*/ 504 w 878"/>
                <a:gd name="T57" fmla="*/ 44 h 622"/>
                <a:gd name="T58" fmla="*/ 543 w 878"/>
                <a:gd name="T59" fmla="*/ 75 h 622"/>
                <a:gd name="T60" fmla="*/ 536 w 878"/>
                <a:gd name="T61" fmla="*/ 219 h 622"/>
                <a:gd name="T62" fmla="*/ 563 w 878"/>
                <a:gd name="T63" fmla="*/ 259 h 622"/>
                <a:gd name="T64" fmla="*/ 508 w 878"/>
                <a:gd name="T65" fmla="*/ 280 h 622"/>
                <a:gd name="T66" fmla="*/ 424 w 878"/>
                <a:gd name="T67" fmla="*/ 373 h 622"/>
                <a:gd name="T68" fmla="*/ 398 w 878"/>
                <a:gd name="T69" fmla="*/ 382 h 622"/>
                <a:gd name="T70" fmla="*/ 390 w 878"/>
                <a:gd name="T71" fmla="*/ 381 h 622"/>
                <a:gd name="T72" fmla="*/ 388 w 878"/>
                <a:gd name="T73" fmla="*/ 557 h 622"/>
                <a:gd name="T74" fmla="*/ 438 w 878"/>
                <a:gd name="T75" fmla="*/ 606 h 622"/>
                <a:gd name="T76" fmla="*/ 438 w 878"/>
                <a:gd name="T77" fmla="*/ 606 h 622"/>
                <a:gd name="T78" fmla="*/ 488 w 878"/>
                <a:gd name="T79" fmla="*/ 558 h 622"/>
                <a:gd name="T80" fmla="*/ 490 w 878"/>
                <a:gd name="T81" fmla="*/ 394 h 622"/>
                <a:gd name="T82" fmla="*/ 576 w 878"/>
                <a:gd name="T83" fmla="*/ 361 h 622"/>
                <a:gd name="T84" fmla="*/ 550 w 878"/>
                <a:gd name="T85" fmla="*/ 439 h 622"/>
                <a:gd name="T86" fmla="*/ 577 w 878"/>
                <a:gd name="T87" fmla="*/ 500 h 622"/>
                <a:gd name="T88" fmla="*/ 800 w 878"/>
                <a:gd name="T89" fmla="*/ 603 h 622"/>
                <a:gd name="T90" fmla="*/ 821 w 878"/>
                <a:gd name="T91" fmla="*/ 608 h 622"/>
                <a:gd name="T92" fmla="*/ 867 w 878"/>
                <a:gd name="T93" fmla="*/ 579 h 622"/>
                <a:gd name="T94" fmla="*/ 842 w 878"/>
                <a:gd name="T95" fmla="*/ 513 h 622"/>
                <a:gd name="T96" fmla="*/ 659 w 878"/>
                <a:gd name="T97" fmla="*/ 428 h 622"/>
                <a:gd name="T98" fmla="*/ 709 w 878"/>
                <a:gd name="T99" fmla="*/ 277 h 622"/>
                <a:gd name="T100" fmla="*/ 711 w 878"/>
                <a:gd name="T101" fmla="*/ 255 h 622"/>
                <a:gd name="T102" fmla="*/ 704 w 878"/>
                <a:gd name="T103" fmla="*/ 220 h 622"/>
                <a:gd name="T104" fmla="*/ 572 w 878"/>
                <a:gd name="T105" fmla="*/ 40 h 622"/>
                <a:gd name="T106" fmla="*/ 447 w 878"/>
                <a:gd name="T107" fmla="*/ 34 h 622"/>
                <a:gd name="T108" fmla="*/ 441 w 878"/>
                <a:gd name="T109" fmla="*/ 43 h 622"/>
                <a:gd name="T110" fmla="*/ 437 w 878"/>
                <a:gd name="T111" fmla="*/ 49 h 622"/>
                <a:gd name="T112" fmla="*/ 317 w 878"/>
                <a:gd name="T113" fmla="*/ 355 h 622"/>
                <a:gd name="T114" fmla="*/ 315 w 878"/>
                <a:gd name="T115" fmla="*/ 364 h 622"/>
                <a:gd name="T116" fmla="*/ 283 w 878"/>
                <a:gd name="T117" fmla="*/ 379 h 622"/>
                <a:gd name="T118" fmla="*/ 231 w 878"/>
                <a:gd name="T119" fmla="*/ 402 h 622"/>
                <a:gd name="T120" fmla="*/ 68 w 878"/>
                <a:gd name="T121" fmla="*/ 465 h 622"/>
                <a:gd name="T122" fmla="*/ 65 w 878"/>
                <a:gd name="T123" fmla="*/ 458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78" h="622">
                  <a:moveTo>
                    <a:pt x="65" y="458"/>
                  </a:moveTo>
                  <a:cubicBezTo>
                    <a:pt x="65" y="458"/>
                    <a:pt x="53" y="457"/>
                    <a:pt x="47" y="459"/>
                  </a:cubicBezTo>
                  <a:cubicBezTo>
                    <a:pt x="42" y="461"/>
                    <a:pt x="8" y="480"/>
                    <a:pt x="8" y="480"/>
                  </a:cubicBezTo>
                  <a:cubicBezTo>
                    <a:pt x="11" y="486"/>
                    <a:pt x="11" y="486"/>
                    <a:pt x="11" y="486"/>
                  </a:cubicBezTo>
                  <a:cubicBezTo>
                    <a:pt x="4" y="489"/>
                    <a:pt x="0" y="490"/>
                    <a:pt x="0" y="490"/>
                  </a:cubicBezTo>
                  <a:cubicBezTo>
                    <a:pt x="15" y="525"/>
                    <a:pt x="15" y="525"/>
                    <a:pt x="15" y="525"/>
                  </a:cubicBezTo>
                  <a:cubicBezTo>
                    <a:pt x="15" y="525"/>
                    <a:pt x="19" y="524"/>
                    <a:pt x="27" y="521"/>
                  </a:cubicBezTo>
                  <a:cubicBezTo>
                    <a:pt x="33" y="535"/>
                    <a:pt x="33" y="535"/>
                    <a:pt x="33" y="535"/>
                  </a:cubicBezTo>
                  <a:cubicBezTo>
                    <a:pt x="80" y="622"/>
                    <a:pt x="80" y="622"/>
                    <a:pt x="80" y="622"/>
                  </a:cubicBezTo>
                  <a:cubicBezTo>
                    <a:pt x="80" y="622"/>
                    <a:pt x="121" y="622"/>
                    <a:pt x="157" y="575"/>
                  </a:cubicBezTo>
                  <a:cubicBezTo>
                    <a:pt x="142" y="566"/>
                    <a:pt x="86" y="533"/>
                    <a:pt x="86" y="533"/>
                  </a:cubicBezTo>
                  <a:cubicBezTo>
                    <a:pt x="86" y="533"/>
                    <a:pt x="81" y="524"/>
                    <a:pt x="85" y="517"/>
                  </a:cubicBezTo>
                  <a:cubicBezTo>
                    <a:pt x="89" y="511"/>
                    <a:pt x="91" y="501"/>
                    <a:pt x="91" y="495"/>
                  </a:cubicBezTo>
                  <a:cubicBezTo>
                    <a:pt x="139" y="476"/>
                    <a:pt x="200" y="451"/>
                    <a:pt x="248" y="431"/>
                  </a:cubicBezTo>
                  <a:cubicBezTo>
                    <a:pt x="267" y="423"/>
                    <a:pt x="283" y="416"/>
                    <a:pt x="296" y="410"/>
                  </a:cubicBezTo>
                  <a:cubicBezTo>
                    <a:pt x="307" y="405"/>
                    <a:pt x="319" y="400"/>
                    <a:pt x="330" y="394"/>
                  </a:cubicBezTo>
                  <a:cubicBezTo>
                    <a:pt x="332" y="395"/>
                    <a:pt x="334" y="396"/>
                    <a:pt x="336" y="397"/>
                  </a:cubicBezTo>
                  <a:cubicBezTo>
                    <a:pt x="339" y="398"/>
                    <a:pt x="343" y="399"/>
                    <a:pt x="347" y="399"/>
                  </a:cubicBezTo>
                  <a:cubicBezTo>
                    <a:pt x="360" y="399"/>
                    <a:pt x="372" y="391"/>
                    <a:pt x="377" y="379"/>
                  </a:cubicBezTo>
                  <a:cubicBezTo>
                    <a:pt x="378" y="376"/>
                    <a:pt x="378" y="376"/>
                    <a:pt x="378" y="376"/>
                  </a:cubicBezTo>
                  <a:cubicBezTo>
                    <a:pt x="373" y="374"/>
                    <a:pt x="369" y="370"/>
                    <a:pt x="366" y="366"/>
                  </a:cubicBezTo>
                  <a:cubicBezTo>
                    <a:pt x="359" y="357"/>
                    <a:pt x="356" y="346"/>
                    <a:pt x="358" y="335"/>
                  </a:cubicBezTo>
                  <a:cubicBezTo>
                    <a:pt x="359" y="325"/>
                    <a:pt x="364" y="315"/>
                    <a:pt x="373" y="308"/>
                  </a:cubicBezTo>
                  <a:cubicBezTo>
                    <a:pt x="395" y="291"/>
                    <a:pt x="412" y="273"/>
                    <a:pt x="425" y="255"/>
                  </a:cubicBezTo>
                  <a:cubicBezTo>
                    <a:pt x="467" y="150"/>
                    <a:pt x="467" y="150"/>
                    <a:pt x="467" y="150"/>
                  </a:cubicBezTo>
                  <a:cubicBezTo>
                    <a:pt x="469" y="119"/>
                    <a:pt x="464" y="98"/>
                    <a:pt x="464" y="96"/>
                  </a:cubicBezTo>
                  <a:cubicBezTo>
                    <a:pt x="461" y="86"/>
                    <a:pt x="462" y="75"/>
                    <a:pt x="468" y="65"/>
                  </a:cubicBezTo>
                  <a:cubicBezTo>
                    <a:pt x="473" y="56"/>
                    <a:pt x="482" y="49"/>
                    <a:pt x="493" y="46"/>
                  </a:cubicBezTo>
                  <a:cubicBezTo>
                    <a:pt x="496" y="45"/>
                    <a:pt x="500" y="44"/>
                    <a:pt x="504" y="44"/>
                  </a:cubicBezTo>
                  <a:cubicBezTo>
                    <a:pt x="522" y="44"/>
                    <a:pt x="538" y="57"/>
                    <a:pt x="543" y="75"/>
                  </a:cubicBezTo>
                  <a:cubicBezTo>
                    <a:pt x="545" y="79"/>
                    <a:pt x="561" y="142"/>
                    <a:pt x="536" y="219"/>
                  </a:cubicBezTo>
                  <a:cubicBezTo>
                    <a:pt x="545" y="232"/>
                    <a:pt x="555" y="245"/>
                    <a:pt x="563" y="259"/>
                  </a:cubicBezTo>
                  <a:cubicBezTo>
                    <a:pt x="508" y="280"/>
                    <a:pt x="508" y="280"/>
                    <a:pt x="508" y="280"/>
                  </a:cubicBezTo>
                  <a:cubicBezTo>
                    <a:pt x="489" y="311"/>
                    <a:pt x="462" y="343"/>
                    <a:pt x="424" y="373"/>
                  </a:cubicBezTo>
                  <a:cubicBezTo>
                    <a:pt x="417" y="379"/>
                    <a:pt x="408" y="382"/>
                    <a:pt x="398" y="382"/>
                  </a:cubicBezTo>
                  <a:cubicBezTo>
                    <a:pt x="396" y="382"/>
                    <a:pt x="393" y="381"/>
                    <a:pt x="390" y="381"/>
                  </a:cubicBezTo>
                  <a:cubicBezTo>
                    <a:pt x="388" y="557"/>
                    <a:pt x="388" y="557"/>
                    <a:pt x="388" y="557"/>
                  </a:cubicBezTo>
                  <a:cubicBezTo>
                    <a:pt x="388" y="584"/>
                    <a:pt x="410" y="606"/>
                    <a:pt x="438" y="606"/>
                  </a:cubicBezTo>
                  <a:cubicBezTo>
                    <a:pt x="438" y="606"/>
                    <a:pt x="438" y="606"/>
                    <a:pt x="438" y="606"/>
                  </a:cubicBezTo>
                  <a:cubicBezTo>
                    <a:pt x="466" y="606"/>
                    <a:pt x="488" y="585"/>
                    <a:pt x="488" y="558"/>
                  </a:cubicBezTo>
                  <a:cubicBezTo>
                    <a:pt x="490" y="394"/>
                    <a:pt x="490" y="394"/>
                    <a:pt x="490" y="394"/>
                  </a:cubicBezTo>
                  <a:cubicBezTo>
                    <a:pt x="576" y="361"/>
                    <a:pt x="576" y="361"/>
                    <a:pt x="576" y="361"/>
                  </a:cubicBezTo>
                  <a:cubicBezTo>
                    <a:pt x="550" y="439"/>
                    <a:pt x="550" y="439"/>
                    <a:pt x="550" y="439"/>
                  </a:cubicBezTo>
                  <a:cubicBezTo>
                    <a:pt x="542" y="463"/>
                    <a:pt x="554" y="489"/>
                    <a:pt x="577" y="500"/>
                  </a:cubicBezTo>
                  <a:cubicBezTo>
                    <a:pt x="800" y="603"/>
                    <a:pt x="800" y="603"/>
                    <a:pt x="800" y="603"/>
                  </a:cubicBezTo>
                  <a:cubicBezTo>
                    <a:pt x="807" y="606"/>
                    <a:pt x="814" y="608"/>
                    <a:pt x="821" y="608"/>
                  </a:cubicBezTo>
                  <a:cubicBezTo>
                    <a:pt x="840" y="608"/>
                    <a:pt x="858" y="597"/>
                    <a:pt x="867" y="579"/>
                  </a:cubicBezTo>
                  <a:cubicBezTo>
                    <a:pt x="878" y="554"/>
                    <a:pt x="867" y="524"/>
                    <a:pt x="842" y="513"/>
                  </a:cubicBezTo>
                  <a:cubicBezTo>
                    <a:pt x="659" y="428"/>
                    <a:pt x="659" y="428"/>
                    <a:pt x="659" y="428"/>
                  </a:cubicBezTo>
                  <a:cubicBezTo>
                    <a:pt x="709" y="277"/>
                    <a:pt x="709" y="277"/>
                    <a:pt x="709" y="277"/>
                  </a:cubicBezTo>
                  <a:cubicBezTo>
                    <a:pt x="711" y="269"/>
                    <a:pt x="712" y="262"/>
                    <a:pt x="711" y="255"/>
                  </a:cubicBezTo>
                  <a:cubicBezTo>
                    <a:pt x="711" y="245"/>
                    <a:pt x="709" y="233"/>
                    <a:pt x="704" y="220"/>
                  </a:cubicBezTo>
                  <a:cubicBezTo>
                    <a:pt x="668" y="138"/>
                    <a:pt x="636" y="96"/>
                    <a:pt x="572" y="40"/>
                  </a:cubicBezTo>
                  <a:cubicBezTo>
                    <a:pt x="525" y="0"/>
                    <a:pt x="473" y="9"/>
                    <a:pt x="447" y="34"/>
                  </a:cubicBezTo>
                  <a:cubicBezTo>
                    <a:pt x="445" y="37"/>
                    <a:pt x="443" y="39"/>
                    <a:pt x="441" y="43"/>
                  </a:cubicBezTo>
                  <a:cubicBezTo>
                    <a:pt x="439" y="45"/>
                    <a:pt x="438" y="47"/>
                    <a:pt x="437" y="49"/>
                  </a:cubicBezTo>
                  <a:cubicBezTo>
                    <a:pt x="317" y="355"/>
                    <a:pt x="317" y="355"/>
                    <a:pt x="317" y="355"/>
                  </a:cubicBezTo>
                  <a:cubicBezTo>
                    <a:pt x="316" y="358"/>
                    <a:pt x="316" y="361"/>
                    <a:pt x="315" y="364"/>
                  </a:cubicBezTo>
                  <a:cubicBezTo>
                    <a:pt x="305" y="369"/>
                    <a:pt x="295" y="374"/>
                    <a:pt x="283" y="379"/>
                  </a:cubicBezTo>
                  <a:cubicBezTo>
                    <a:pt x="268" y="386"/>
                    <a:pt x="250" y="394"/>
                    <a:pt x="231" y="402"/>
                  </a:cubicBezTo>
                  <a:cubicBezTo>
                    <a:pt x="177" y="424"/>
                    <a:pt x="114" y="448"/>
                    <a:pt x="68" y="465"/>
                  </a:cubicBezTo>
                  <a:cubicBezTo>
                    <a:pt x="66" y="461"/>
                    <a:pt x="65" y="458"/>
                    <a:pt x="65" y="4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186"/>
            <p:cNvSpPr>
              <a:spLocks/>
            </p:cNvSpPr>
            <p:nvPr/>
          </p:nvSpPr>
          <p:spPr bwMode="auto">
            <a:xfrm>
              <a:off x="7642225" y="2538413"/>
              <a:ext cx="274638" cy="411163"/>
            </a:xfrm>
            <a:custGeom>
              <a:avLst/>
              <a:gdLst>
                <a:gd name="T0" fmla="*/ 56 w 215"/>
                <a:gd name="T1" fmla="*/ 316 h 322"/>
                <a:gd name="T2" fmla="*/ 172 w 215"/>
                <a:gd name="T3" fmla="*/ 27 h 322"/>
                <a:gd name="T4" fmla="*/ 133 w 215"/>
                <a:gd name="T5" fmla="*/ 5 h 322"/>
                <a:gd name="T6" fmla="*/ 111 w 215"/>
                <a:gd name="T7" fmla="*/ 44 h 322"/>
                <a:gd name="T8" fmla="*/ 17 w 215"/>
                <a:gd name="T9" fmla="*/ 265 h 322"/>
                <a:gd name="T10" fmla="*/ 11 w 215"/>
                <a:gd name="T11" fmla="*/ 310 h 322"/>
                <a:gd name="T12" fmla="*/ 36 w 215"/>
                <a:gd name="T13" fmla="*/ 322 h 322"/>
                <a:gd name="T14" fmla="*/ 56 w 215"/>
                <a:gd name="T15" fmla="*/ 316 h 3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5" h="322">
                  <a:moveTo>
                    <a:pt x="56" y="316"/>
                  </a:moveTo>
                  <a:cubicBezTo>
                    <a:pt x="215" y="191"/>
                    <a:pt x="174" y="34"/>
                    <a:pt x="172" y="27"/>
                  </a:cubicBezTo>
                  <a:cubicBezTo>
                    <a:pt x="168" y="10"/>
                    <a:pt x="150" y="0"/>
                    <a:pt x="133" y="5"/>
                  </a:cubicBezTo>
                  <a:cubicBezTo>
                    <a:pt x="116" y="9"/>
                    <a:pt x="106" y="27"/>
                    <a:pt x="111" y="44"/>
                  </a:cubicBezTo>
                  <a:cubicBezTo>
                    <a:pt x="112" y="49"/>
                    <a:pt x="141" y="168"/>
                    <a:pt x="17" y="265"/>
                  </a:cubicBezTo>
                  <a:cubicBezTo>
                    <a:pt x="3" y="276"/>
                    <a:pt x="0" y="296"/>
                    <a:pt x="11" y="310"/>
                  </a:cubicBezTo>
                  <a:cubicBezTo>
                    <a:pt x="18" y="318"/>
                    <a:pt x="27" y="322"/>
                    <a:pt x="36" y="322"/>
                  </a:cubicBezTo>
                  <a:cubicBezTo>
                    <a:pt x="43" y="322"/>
                    <a:pt x="50" y="320"/>
                    <a:pt x="56" y="3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93" name="组合 192"/>
          <p:cNvGrpSpPr/>
          <p:nvPr/>
        </p:nvGrpSpPr>
        <p:grpSpPr>
          <a:xfrm>
            <a:off x="7580313" y="542926"/>
            <a:ext cx="2884487" cy="1331912"/>
            <a:chOff x="7580313" y="542926"/>
            <a:chExt cx="2884487" cy="1331912"/>
          </a:xfrm>
          <a:solidFill>
            <a:schemeClr val="tx1">
              <a:lumMod val="65000"/>
              <a:lumOff val="35000"/>
            </a:schemeClr>
          </a:solidFill>
        </p:grpSpPr>
        <p:sp>
          <p:nvSpPr>
            <p:cNvPr id="194" name="Freeform 187"/>
            <p:cNvSpPr>
              <a:spLocks/>
            </p:cNvSpPr>
            <p:nvPr/>
          </p:nvSpPr>
          <p:spPr bwMode="auto">
            <a:xfrm>
              <a:off x="7580313" y="958851"/>
              <a:ext cx="1071563" cy="871538"/>
            </a:xfrm>
            <a:custGeom>
              <a:avLst/>
              <a:gdLst>
                <a:gd name="T0" fmla="*/ 0 w 839"/>
                <a:gd name="T1" fmla="*/ 648 h 683"/>
                <a:gd name="T2" fmla="*/ 338 w 839"/>
                <a:gd name="T3" fmla="*/ 554 h 683"/>
                <a:gd name="T4" fmla="*/ 352 w 839"/>
                <a:gd name="T5" fmla="*/ 258 h 683"/>
                <a:gd name="T6" fmla="*/ 349 w 839"/>
                <a:gd name="T7" fmla="*/ 241 h 683"/>
                <a:gd name="T8" fmla="*/ 353 w 839"/>
                <a:gd name="T9" fmla="*/ 224 h 683"/>
                <a:gd name="T10" fmla="*/ 399 w 839"/>
                <a:gd name="T11" fmla="*/ 215 h 683"/>
                <a:gd name="T12" fmla="*/ 403 w 839"/>
                <a:gd name="T13" fmla="*/ 299 h 683"/>
                <a:gd name="T14" fmla="*/ 405 w 839"/>
                <a:gd name="T15" fmla="*/ 305 h 683"/>
                <a:gd name="T16" fmla="*/ 413 w 839"/>
                <a:gd name="T17" fmla="*/ 332 h 683"/>
                <a:gd name="T18" fmla="*/ 415 w 839"/>
                <a:gd name="T19" fmla="*/ 339 h 683"/>
                <a:gd name="T20" fmla="*/ 471 w 839"/>
                <a:gd name="T21" fmla="*/ 473 h 683"/>
                <a:gd name="T22" fmla="*/ 336 w 839"/>
                <a:gd name="T23" fmla="*/ 596 h 683"/>
                <a:gd name="T24" fmla="*/ 332 w 839"/>
                <a:gd name="T25" fmla="*/ 666 h 683"/>
                <a:gd name="T26" fmla="*/ 369 w 839"/>
                <a:gd name="T27" fmla="*/ 683 h 683"/>
                <a:gd name="T28" fmla="*/ 403 w 839"/>
                <a:gd name="T29" fmla="*/ 670 h 683"/>
                <a:gd name="T30" fmla="*/ 564 w 839"/>
                <a:gd name="T31" fmla="*/ 523 h 683"/>
                <a:gd name="T32" fmla="*/ 577 w 839"/>
                <a:gd name="T33" fmla="*/ 467 h 683"/>
                <a:gd name="T34" fmla="*/ 554 w 839"/>
                <a:gd name="T35" fmla="*/ 412 h 683"/>
                <a:gd name="T36" fmla="*/ 632 w 839"/>
                <a:gd name="T37" fmla="*/ 453 h 683"/>
                <a:gd name="T38" fmla="*/ 632 w 839"/>
                <a:gd name="T39" fmla="*/ 632 h 683"/>
                <a:gd name="T40" fmla="*/ 682 w 839"/>
                <a:gd name="T41" fmla="*/ 682 h 683"/>
                <a:gd name="T42" fmla="*/ 682 w 839"/>
                <a:gd name="T43" fmla="*/ 682 h 683"/>
                <a:gd name="T44" fmla="*/ 732 w 839"/>
                <a:gd name="T45" fmla="*/ 632 h 683"/>
                <a:gd name="T46" fmla="*/ 732 w 839"/>
                <a:gd name="T47" fmla="*/ 422 h 683"/>
                <a:gd name="T48" fmla="*/ 705 w 839"/>
                <a:gd name="T49" fmla="*/ 378 h 683"/>
                <a:gd name="T50" fmla="*/ 545 w 839"/>
                <a:gd name="T51" fmla="*/ 295 h 683"/>
                <a:gd name="T52" fmla="*/ 544 w 839"/>
                <a:gd name="T53" fmla="*/ 265 h 683"/>
                <a:gd name="T54" fmla="*/ 451 w 839"/>
                <a:gd name="T55" fmla="*/ 87 h 683"/>
                <a:gd name="T56" fmla="*/ 492 w 839"/>
                <a:gd name="T57" fmla="*/ 46 h 683"/>
                <a:gd name="T58" fmla="*/ 493 w 839"/>
                <a:gd name="T59" fmla="*/ 46 h 683"/>
                <a:gd name="T60" fmla="*/ 533 w 839"/>
                <a:gd name="T61" fmla="*/ 87 h 683"/>
                <a:gd name="T62" fmla="*/ 657 w 839"/>
                <a:gd name="T63" fmla="*/ 231 h 683"/>
                <a:gd name="T64" fmla="*/ 681 w 839"/>
                <a:gd name="T65" fmla="*/ 251 h 683"/>
                <a:gd name="T66" fmla="*/ 683 w 839"/>
                <a:gd name="T67" fmla="*/ 283 h 683"/>
                <a:gd name="T68" fmla="*/ 676 w 839"/>
                <a:gd name="T69" fmla="*/ 296 h 683"/>
                <a:gd name="T70" fmla="*/ 704 w 839"/>
                <a:gd name="T71" fmla="*/ 310 h 683"/>
                <a:gd name="T72" fmla="*/ 716 w 839"/>
                <a:gd name="T73" fmla="*/ 312 h 683"/>
                <a:gd name="T74" fmla="*/ 738 w 839"/>
                <a:gd name="T75" fmla="*/ 303 h 683"/>
                <a:gd name="T76" fmla="*/ 827 w 839"/>
                <a:gd name="T77" fmla="*/ 337 h 683"/>
                <a:gd name="T78" fmla="*/ 839 w 839"/>
                <a:gd name="T79" fmla="*/ 307 h 683"/>
                <a:gd name="T80" fmla="*/ 747 w 839"/>
                <a:gd name="T81" fmla="*/ 272 h 683"/>
                <a:gd name="T82" fmla="*/ 728 w 839"/>
                <a:gd name="T83" fmla="*/ 250 h 683"/>
                <a:gd name="T84" fmla="*/ 568 w 839"/>
                <a:gd name="T85" fmla="*/ 52 h 683"/>
                <a:gd name="T86" fmla="*/ 558 w 839"/>
                <a:gd name="T87" fmla="*/ 29 h 683"/>
                <a:gd name="T88" fmla="*/ 553 w 839"/>
                <a:gd name="T89" fmla="*/ 22 h 683"/>
                <a:gd name="T90" fmla="*/ 530 w 839"/>
                <a:gd name="T91" fmla="*/ 8 h 683"/>
                <a:gd name="T92" fmla="*/ 426 w 839"/>
                <a:gd name="T93" fmla="*/ 77 h 683"/>
                <a:gd name="T94" fmla="*/ 401 w 839"/>
                <a:gd name="T95" fmla="*/ 183 h 683"/>
                <a:gd name="T96" fmla="*/ 332 w 839"/>
                <a:gd name="T97" fmla="*/ 199 h 683"/>
                <a:gd name="T98" fmla="*/ 318 w 839"/>
                <a:gd name="T99" fmla="*/ 247 h 683"/>
                <a:gd name="T100" fmla="*/ 321 w 839"/>
                <a:gd name="T101" fmla="*/ 265 h 683"/>
                <a:gd name="T102" fmla="*/ 313 w 839"/>
                <a:gd name="T103" fmla="*/ 534 h 683"/>
                <a:gd name="T104" fmla="*/ 0 w 839"/>
                <a:gd name="T105" fmla="*/ 616 h 683"/>
                <a:gd name="T106" fmla="*/ 0 w 839"/>
                <a:gd name="T107" fmla="*/ 648 h 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39" h="683">
                  <a:moveTo>
                    <a:pt x="0" y="648"/>
                  </a:moveTo>
                  <a:cubicBezTo>
                    <a:pt x="180" y="648"/>
                    <a:pt x="285" y="618"/>
                    <a:pt x="338" y="554"/>
                  </a:cubicBezTo>
                  <a:cubicBezTo>
                    <a:pt x="398" y="480"/>
                    <a:pt x="376" y="372"/>
                    <a:pt x="352" y="258"/>
                  </a:cubicBezTo>
                  <a:cubicBezTo>
                    <a:pt x="349" y="241"/>
                    <a:pt x="349" y="241"/>
                    <a:pt x="349" y="241"/>
                  </a:cubicBezTo>
                  <a:cubicBezTo>
                    <a:pt x="346" y="229"/>
                    <a:pt x="351" y="225"/>
                    <a:pt x="353" y="224"/>
                  </a:cubicBezTo>
                  <a:cubicBezTo>
                    <a:pt x="358" y="220"/>
                    <a:pt x="370" y="214"/>
                    <a:pt x="399" y="215"/>
                  </a:cubicBezTo>
                  <a:cubicBezTo>
                    <a:pt x="398" y="240"/>
                    <a:pt x="400" y="267"/>
                    <a:pt x="403" y="299"/>
                  </a:cubicBezTo>
                  <a:cubicBezTo>
                    <a:pt x="404" y="301"/>
                    <a:pt x="404" y="303"/>
                    <a:pt x="405" y="305"/>
                  </a:cubicBezTo>
                  <a:cubicBezTo>
                    <a:pt x="405" y="315"/>
                    <a:pt x="408" y="324"/>
                    <a:pt x="413" y="332"/>
                  </a:cubicBezTo>
                  <a:cubicBezTo>
                    <a:pt x="414" y="335"/>
                    <a:pt x="414" y="337"/>
                    <a:pt x="415" y="339"/>
                  </a:cubicBezTo>
                  <a:cubicBezTo>
                    <a:pt x="471" y="473"/>
                    <a:pt x="471" y="473"/>
                    <a:pt x="471" y="473"/>
                  </a:cubicBezTo>
                  <a:cubicBezTo>
                    <a:pt x="336" y="596"/>
                    <a:pt x="336" y="596"/>
                    <a:pt x="336" y="596"/>
                  </a:cubicBezTo>
                  <a:cubicBezTo>
                    <a:pt x="315" y="614"/>
                    <a:pt x="314" y="646"/>
                    <a:pt x="332" y="666"/>
                  </a:cubicBezTo>
                  <a:cubicBezTo>
                    <a:pt x="342" y="677"/>
                    <a:pt x="356" y="683"/>
                    <a:pt x="369" y="683"/>
                  </a:cubicBezTo>
                  <a:cubicBezTo>
                    <a:pt x="381" y="683"/>
                    <a:pt x="393" y="678"/>
                    <a:pt x="403" y="670"/>
                  </a:cubicBezTo>
                  <a:cubicBezTo>
                    <a:pt x="564" y="523"/>
                    <a:pt x="564" y="523"/>
                    <a:pt x="564" y="523"/>
                  </a:cubicBezTo>
                  <a:cubicBezTo>
                    <a:pt x="580" y="509"/>
                    <a:pt x="585" y="486"/>
                    <a:pt x="577" y="467"/>
                  </a:cubicBezTo>
                  <a:cubicBezTo>
                    <a:pt x="554" y="412"/>
                    <a:pt x="554" y="412"/>
                    <a:pt x="554" y="412"/>
                  </a:cubicBezTo>
                  <a:cubicBezTo>
                    <a:pt x="632" y="453"/>
                    <a:pt x="632" y="453"/>
                    <a:pt x="632" y="453"/>
                  </a:cubicBezTo>
                  <a:cubicBezTo>
                    <a:pt x="632" y="632"/>
                    <a:pt x="632" y="632"/>
                    <a:pt x="632" y="632"/>
                  </a:cubicBezTo>
                  <a:cubicBezTo>
                    <a:pt x="632" y="659"/>
                    <a:pt x="654" y="682"/>
                    <a:pt x="682" y="682"/>
                  </a:cubicBezTo>
                  <a:cubicBezTo>
                    <a:pt x="682" y="682"/>
                    <a:pt x="682" y="682"/>
                    <a:pt x="682" y="682"/>
                  </a:cubicBezTo>
                  <a:cubicBezTo>
                    <a:pt x="710" y="682"/>
                    <a:pt x="732" y="660"/>
                    <a:pt x="732" y="632"/>
                  </a:cubicBezTo>
                  <a:cubicBezTo>
                    <a:pt x="732" y="422"/>
                    <a:pt x="732" y="422"/>
                    <a:pt x="732" y="422"/>
                  </a:cubicBezTo>
                  <a:cubicBezTo>
                    <a:pt x="732" y="404"/>
                    <a:pt x="722" y="386"/>
                    <a:pt x="705" y="378"/>
                  </a:cubicBezTo>
                  <a:cubicBezTo>
                    <a:pt x="545" y="295"/>
                    <a:pt x="545" y="295"/>
                    <a:pt x="545" y="295"/>
                  </a:cubicBezTo>
                  <a:cubicBezTo>
                    <a:pt x="544" y="285"/>
                    <a:pt x="544" y="275"/>
                    <a:pt x="544" y="265"/>
                  </a:cubicBezTo>
                  <a:cubicBezTo>
                    <a:pt x="471" y="209"/>
                    <a:pt x="450" y="130"/>
                    <a:pt x="451" y="87"/>
                  </a:cubicBezTo>
                  <a:cubicBezTo>
                    <a:pt x="451" y="64"/>
                    <a:pt x="470" y="46"/>
                    <a:pt x="492" y="46"/>
                  </a:cubicBezTo>
                  <a:cubicBezTo>
                    <a:pt x="493" y="46"/>
                    <a:pt x="493" y="46"/>
                    <a:pt x="493" y="46"/>
                  </a:cubicBezTo>
                  <a:cubicBezTo>
                    <a:pt x="515" y="46"/>
                    <a:pt x="534" y="65"/>
                    <a:pt x="533" y="87"/>
                  </a:cubicBezTo>
                  <a:cubicBezTo>
                    <a:pt x="533" y="92"/>
                    <a:pt x="535" y="193"/>
                    <a:pt x="657" y="231"/>
                  </a:cubicBezTo>
                  <a:cubicBezTo>
                    <a:pt x="667" y="234"/>
                    <a:pt x="676" y="241"/>
                    <a:pt x="681" y="251"/>
                  </a:cubicBezTo>
                  <a:cubicBezTo>
                    <a:pt x="686" y="261"/>
                    <a:pt x="687" y="272"/>
                    <a:pt x="683" y="283"/>
                  </a:cubicBezTo>
                  <a:cubicBezTo>
                    <a:pt x="682" y="287"/>
                    <a:pt x="679" y="292"/>
                    <a:pt x="676" y="296"/>
                  </a:cubicBezTo>
                  <a:cubicBezTo>
                    <a:pt x="685" y="301"/>
                    <a:pt x="695" y="306"/>
                    <a:pt x="704" y="310"/>
                  </a:cubicBezTo>
                  <a:cubicBezTo>
                    <a:pt x="708" y="311"/>
                    <a:pt x="712" y="312"/>
                    <a:pt x="716" y="312"/>
                  </a:cubicBezTo>
                  <a:cubicBezTo>
                    <a:pt x="724" y="312"/>
                    <a:pt x="733" y="309"/>
                    <a:pt x="738" y="303"/>
                  </a:cubicBezTo>
                  <a:cubicBezTo>
                    <a:pt x="791" y="322"/>
                    <a:pt x="827" y="336"/>
                    <a:pt x="827" y="337"/>
                  </a:cubicBezTo>
                  <a:cubicBezTo>
                    <a:pt x="839" y="307"/>
                    <a:pt x="839" y="307"/>
                    <a:pt x="839" y="307"/>
                  </a:cubicBezTo>
                  <a:cubicBezTo>
                    <a:pt x="839" y="307"/>
                    <a:pt x="801" y="291"/>
                    <a:pt x="747" y="272"/>
                  </a:cubicBezTo>
                  <a:cubicBezTo>
                    <a:pt x="744" y="262"/>
                    <a:pt x="738" y="254"/>
                    <a:pt x="728" y="250"/>
                  </a:cubicBezTo>
                  <a:cubicBezTo>
                    <a:pt x="657" y="222"/>
                    <a:pt x="595" y="111"/>
                    <a:pt x="568" y="52"/>
                  </a:cubicBezTo>
                  <a:cubicBezTo>
                    <a:pt x="566" y="43"/>
                    <a:pt x="562" y="36"/>
                    <a:pt x="558" y="29"/>
                  </a:cubicBezTo>
                  <a:cubicBezTo>
                    <a:pt x="556" y="26"/>
                    <a:pt x="555" y="24"/>
                    <a:pt x="553" y="22"/>
                  </a:cubicBezTo>
                  <a:cubicBezTo>
                    <a:pt x="546" y="15"/>
                    <a:pt x="539" y="10"/>
                    <a:pt x="530" y="8"/>
                  </a:cubicBezTo>
                  <a:cubicBezTo>
                    <a:pt x="496" y="0"/>
                    <a:pt x="446" y="18"/>
                    <a:pt x="426" y="77"/>
                  </a:cubicBezTo>
                  <a:cubicBezTo>
                    <a:pt x="413" y="116"/>
                    <a:pt x="405" y="149"/>
                    <a:pt x="401" y="183"/>
                  </a:cubicBezTo>
                  <a:cubicBezTo>
                    <a:pt x="353" y="182"/>
                    <a:pt x="339" y="193"/>
                    <a:pt x="332" y="199"/>
                  </a:cubicBezTo>
                  <a:cubicBezTo>
                    <a:pt x="323" y="207"/>
                    <a:pt x="313" y="222"/>
                    <a:pt x="318" y="247"/>
                  </a:cubicBezTo>
                  <a:cubicBezTo>
                    <a:pt x="321" y="265"/>
                    <a:pt x="321" y="265"/>
                    <a:pt x="321" y="265"/>
                  </a:cubicBezTo>
                  <a:cubicBezTo>
                    <a:pt x="344" y="376"/>
                    <a:pt x="363" y="471"/>
                    <a:pt x="313" y="534"/>
                  </a:cubicBezTo>
                  <a:cubicBezTo>
                    <a:pt x="268" y="589"/>
                    <a:pt x="168" y="616"/>
                    <a:pt x="0" y="616"/>
                  </a:cubicBezTo>
                  <a:lnTo>
                    <a:pt x="0" y="6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188"/>
            <p:cNvSpPr>
              <a:spLocks/>
            </p:cNvSpPr>
            <p:nvPr/>
          </p:nvSpPr>
          <p:spPr bwMode="auto">
            <a:xfrm>
              <a:off x="8247063" y="849313"/>
              <a:ext cx="236538" cy="141288"/>
            </a:xfrm>
            <a:custGeom>
              <a:avLst/>
              <a:gdLst>
                <a:gd name="T0" fmla="*/ 77 w 186"/>
                <a:gd name="T1" fmla="*/ 101 h 111"/>
                <a:gd name="T2" fmla="*/ 184 w 186"/>
                <a:gd name="T3" fmla="*/ 30 h 111"/>
                <a:gd name="T4" fmla="*/ 185 w 186"/>
                <a:gd name="T5" fmla="*/ 0 h 111"/>
                <a:gd name="T6" fmla="*/ 6 w 186"/>
                <a:gd name="T7" fmla="*/ 0 h 111"/>
                <a:gd name="T8" fmla="*/ 77 w 186"/>
                <a:gd name="T9" fmla="*/ 101 h 111"/>
              </a:gdLst>
              <a:ahLst/>
              <a:cxnLst>
                <a:cxn ang="0">
                  <a:pos x="T0" y="T1"/>
                </a:cxn>
                <a:cxn ang="0">
                  <a:pos x="T2" y="T3"/>
                </a:cxn>
                <a:cxn ang="0">
                  <a:pos x="T4" y="T5"/>
                </a:cxn>
                <a:cxn ang="0">
                  <a:pos x="T6" y="T7"/>
                </a:cxn>
                <a:cxn ang="0">
                  <a:pos x="T8" y="T9"/>
                </a:cxn>
              </a:cxnLst>
              <a:rect l="0" t="0" r="r" b="b"/>
              <a:pathLst>
                <a:path w="186" h="111">
                  <a:moveTo>
                    <a:pt x="77" y="101"/>
                  </a:moveTo>
                  <a:cubicBezTo>
                    <a:pt x="126" y="111"/>
                    <a:pt x="174" y="79"/>
                    <a:pt x="184" y="30"/>
                  </a:cubicBezTo>
                  <a:cubicBezTo>
                    <a:pt x="186" y="20"/>
                    <a:pt x="186" y="12"/>
                    <a:pt x="185" y="0"/>
                  </a:cubicBezTo>
                  <a:cubicBezTo>
                    <a:pt x="6" y="0"/>
                    <a:pt x="6" y="0"/>
                    <a:pt x="6" y="0"/>
                  </a:cubicBezTo>
                  <a:cubicBezTo>
                    <a:pt x="0" y="48"/>
                    <a:pt x="31" y="91"/>
                    <a:pt x="77" y="10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189"/>
            <p:cNvSpPr>
              <a:spLocks/>
            </p:cNvSpPr>
            <p:nvPr/>
          </p:nvSpPr>
          <p:spPr bwMode="auto">
            <a:xfrm>
              <a:off x="8234363" y="709613"/>
              <a:ext cx="266700" cy="128588"/>
            </a:xfrm>
            <a:custGeom>
              <a:avLst/>
              <a:gdLst>
                <a:gd name="T0" fmla="*/ 13 w 209"/>
                <a:gd name="T1" fmla="*/ 101 h 101"/>
                <a:gd name="T2" fmla="*/ 197 w 209"/>
                <a:gd name="T3" fmla="*/ 101 h 101"/>
                <a:gd name="T4" fmla="*/ 209 w 209"/>
                <a:gd name="T5" fmla="*/ 89 h 101"/>
                <a:gd name="T6" fmla="*/ 197 w 209"/>
                <a:gd name="T7" fmla="*/ 77 h 101"/>
                <a:gd name="T8" fmla="*/ 191 w 209"/>
                <a:gd name="T9" fmla="*/ 77 h 101"/>
                <a:gd name="T10" fmla="*/ 105 w 209"/>
                <a:gd name="T11" fmla="*/ 0 h 101"/>
                <a:gd name="T12" fmla="*/ 18 w 209"/>
                <a:gd name="T13" fmla="*/ 77 h 101"/>
                <a:gd name="T14" fmla="*/ 13 w 209"/>
                <a:gd name="T15" fmla="*/ 77 h 101"/>
                <a:gd name="T16" fmla="*/ 0 w 209"/>
                <a:gd name="T17" fmla="*/ 89 h 101"/>
                <a:gd name="T18" fmla="*/ 13 w 209"/>
                <a:gd name="T19"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9" h="101">
                  <a:moveTo>
                    <a:pt x="13" y="101"/>
                  </a:moveTo>
                  <a:cubicBezTo>
                    <a:pt x="197" y="101"/>
                    <a:pt x="197" y="101"/>
                    <a:pt x="197" y="101"/>
                  </a:cubicBezTo>
                  <a:cubicBezTo>
                    <a:pt x="204" y="101"/>
                    <a:pt x="209" y="96"/>
                    <a:pt x="209" y="89"/>
                  </a:cubicBezTo>
                  <a:cubicBezTo>
                    <a:pt x="209" y="82"/>
                    <a:pt x="204" y="77"/>
                    <a:pt x="197" y="77"/>
                  </a:cubicBezTo>
                  <a:cubicBezTo>
                    <a:pt x="191" y="77"/>
                    <a:pt x="191" y="77"/>
                    <a:pt x="191" y="77"/>
                  </a:cubicBezTo>
                  <a:cubicBezTo>
                    <a:pt x="186" y="33"/>
                    <a:pt x="149" y="0"/>
                    <a:pt x="105" y="0"/>
                  </a:cubicBezTo>
                  <a:cubicBezTo>
                    <a:pt x="60" y="0"/>
                    <a:pt x="23" y="33"/>
                    <a:pt x="18" y="77"/>
                  </a:cubicBezTo>
                  <a:cubicBezTo>
                    <a:pt x="13" y="77"/>
                    <a:pt x="13" y="77"/>
                    <a:pt x="13" y="77"/>
                  </a:cubicBezTo>
                  <a:cubicBezTo>
                    <a:pt x="6" y="77"/>
                    <a:pt x="0" y="82"/>
                    <a:pt x="0" y="89"/>
                  </a:cubicBezTo>
                  <a:cubicBezTo>
                    <a:pt x="0" y="96"/>
                    <a:pt x="6" y="101"/>
                    <a:pt x="13" y="10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190"/>
            <p:cNvSpPr>
              <a:spLocks/>
            </p:cNvSpPr>
            <p:nvPr/>
          </p:nvSpPr>
          <p:spPr bwMode="auto">
            <a:xfrm>
              <a:off x="8166100" y="1027113"/>
              <a:ext cx="282575" cy="317500"/>
            </a:xfrm>
            <a:custGeom>
              <a:avLst/>
              <a:gdLst>
                <a:gd name="T0" fmla="*/ 216 w 221"/>
                <a:gd name="T1" fmla="*/ 226 h 248"/>
                <a:gd name="T2" fmla="*/ 195 w 221"/>
                <a:gd name="T3" fmla="*/ 186 h 248"/>
                <a:gd name="T4" fmla="*/ 65 w 221"/>
                <a:gd name="T5" fmla="*/ 33 h 248"/>
                <a:gd name="T6" fmla="*/ 34 w 221"/>
                <a:gd name="T7" fmla="*/ 0 h 248"/>
                <a:gd name="T8" fmla="*/ 33 w 221"/>
                <a:gd name="T9" fmla="*/ 0 h 248"/>
                <a:gd name="T10" fmla="*/ 1 w 221"/>
                <a:gd name="T11" fmla="*/ 32 h 248"/>
                <a:gd name="T12" fmla="*/ 175 w 221"/>
                <a:gd name="T13" fmla="*/ 246 h 248"/>
                <a:gd name="T14" fmla="*/ 185 w 221"/>
                <a:gd name="T15" fmla="*/ 248 h 248"/>
                <a:gd name="T16" fmla="*/ 216 w 221"/>
                <a:gd name="T17" fmla="*/ 226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1" h="248">
                  <a:moveTo>
                    <a:pt x="216" y="226"/>
                  </a:moveTo>
                  <a:cubicBezTo>
                    <a:pt x="221" y="209"/>
                    <a:pt x="212" y="191"/>
                    <a:pt x="195" y="186"/>
                  </a:cubicBezTo>
                  <a:cubicBezTo>
                    <a:pt x="67" y="145"/>
                    <a:pt x="65" y="38"/>
                    <a:pt x="65" y="33"/>
                  </a:cubicBezTo>
                  <a:cubicBezTo>
                    <a:pt x="65" y="15"/>
                    <a:pt x="51" y="0"/>
                    <a:pt x="34" y="0"/>
                  </a:cubicBezTo>
                  <a:cubicBezTo>
                    <a:pt x="33" y="0"/>
                    <a:pt x="33" y="0"/>
                    <a:pt x="33" y="0"/>
                  </a:cubicBezTo>
                  <a:cubicBezTo>
                    <a:pt x="16" y="0"/>
                    <a:pt x="1" y="15"/>
                    <a:pt x="1" y="32"/>
                  </a:cubicBezTo>
                  <a:cubicBezTo>
                    <a:pt x="0" y="87"/>
                    <a:pt x="36" y="202"/>
                    <a:pt x="175" y="246"/>
                  </a:cubicBezTo>
                  <a:cubicBezTo>
                    <a:pt x="179" y="247"/>
                    <a:pt x="182" y="248"/>
                    <a:pt x="185" y="248"/>
                  </a:cubicBezTo>
                  <a:cubicBezTo>
                    <a:pt x="199" y="248"/>
                    <a:pt x="211" y="239"/>
                    <a:pt x="216" y="2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Oval 191"/>
            <p:cNvSpPr>
              <a:spLocks noChangeArrowheads="1"/>
            </p:cNvSpPr>
            <p:nvPr/>
          </p:nvSpPr>
          <p:spPr bwMode="auto">
            <a:xfrm>
              <a:off x="9688513" y="1581151"/>
              <a:ext cx="84138" cy="841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Oval 192"/>
            <p:cNvSpPr>
              <a:spLocks noChangeArrowheads="1"/>
            </p:cNvSpPr>
            <p:nvPr/>
          </p:nvSpPr>
          <p:spPr bwMode="auto">
            <a:xfrm>
              <a:off x="9491663" y="1690688"/>
              <a:ext cx="61913" cy="619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Oval 193"/>
            <p:cNvSpPr>
              <a:spLocks noChangeArrowheads="1"/>
            </p:cNvSpPr>
            <p:nvPr/>
          </p:nvSpPr>
          <p:spPr bwMode="auto">
            <a:xfrm>
              <a:off x="9594850" y="1731963"/>
              <a:ext cx="60325" cy="619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194"/>
            <p:cNvSpPr>
              <a:spLocks/>
            </p:cNvSpPr>
            <p:nvPr/>
          </p:nvSpPr>
          <p:spPr bwMode="auto">
            <a:xfrm>
              <a:off x="9288463" y="739776"/>
              <a:ext cx="671513" cy="815975"/>
            </a:xfrm>
            <a:custGeom>
              <a:avLst/>
              <a:gdLst>
                <a:gd name="T0" fmla="*/ 138 w 526"/>
                <a:gd name="T1" fmla="*/ 146 h 640"/>
                <a:gd name="T2" fmla="*/ 72 w 526"/>
                <a:gd name="T3" fmla="*/ 103 h 640"/>
                <a:gd name="T4" fmla="*/ 0 w 526"/>
                <a:gd name="T5" fmla="*/ 175 h 640"/>
                <a:gd name="T6" fmla="*/ 1 w 526"/>
                <a:gd name="T7" fmla="*/ 187 h 640"/>
                <a:gd name="T8" fmla="*/ 72 w 526"/>
                <a:gd name="T9" fmla="*/ 247 h 640"/>
                <a:gd name="T10" fmla="*/ 87 w 526"/>
                <a:gd name="T11" fmla="*/ 245 h 640"/>
                <a:gd name="T12" fmla="*/ 187 w 526"/>
                <a:gd name="T13" fmla="*/ 322 h 640"/>
                <a:gd name="T14" fmla="*/ 184 w 526"/>
                <a:gd name="T15" fmla="*/ 345 h 640"/>
                <a:gd name="T16" fmla="*/ 262 w 526"/>
                <a:gd name="T17" fmla="*/ 445 h 640"/>
                <a:gd name="T18" fmla="*/ 283 w 526"/>
                <a:gd name="T19" fmla="*/ 448 h 640"/>
                <a:gd name="T20" fmla="*/ 276 w 526"/>
                <a:gd name="T21" fmla="*/ 481 h 640"/>
                <a:gd name="T22" fmla="*/ 341 w 526"/>
                <a:gd name="T23" fmla="*/ 561 h 640"/>
                <a:gd name="T24" fmla="*/ 337 w 526"/>
                <a:gd name="T25" fmla="*/ 561 h 640"/>
                <a:gd name="T26" fmla="*/ 272 w 526"/>
                <a:gd name="T27" fmla="*/ 529 h 640"/>
                <a:gd name="T28" fmla="*/ 242 w 526"/>
                <a:gd name="T29" fmla="*/ 581 h 640"/>
                <a:gd name="T30" fmla="*/ 301 w 526"/>
                <a:gd name="T31" fmla="*/ 640 h 640"/>
                <a:gd name="T32" fmla="*/ 360 w 526"/>
                <a:gd name="T33" fmla="*/ 581 h 640"/>
                <a:gd name="T34" fmla="*/ 357 w 526"/>
                <a:gd name="T35" fmla="*/ 563 h 640"/>
                <a:gd name="T36" fmla="*/ 358 w 526"/>
                <a:gd name="T37" fmla="*/ 563 h 640"/>
                <a:gd name="T38" fmla="*/ 440 w 526"/>
                <a:gd name="T39" fmla="*/ 481 h 640"/>
                <a:gd name="T40" fmla="*/ 374 w 526"/>
                <a:gd name="T41" fmla="*/ 401 h 640"/>
                <a:gd name="T42" fmla="*/ 390 w 526"/>
                <a:gd name="T43" fmla="*/ 358 h 640"/>
                <a:gd name="T44" fmla="*/ 316 w 526"/>
                <a:gd name="T45" fmla="*/ 281 h 640"/>
                <a:gd name="T46" fmla="*/ 324 w 526"/>
                <a:gd name="T47" fmla="*/ 272 h 640"/>
                <a:gd name="T48" fmla="*/ 423 w 526"/>
                <a:gd name="T49" fmla="*/ 348 h 640"/>
                <a:gd name="T50" fmla="*/ 512 w 526"/>
                <a:gd name="T51" fmla="*/ 298 h 640"/>
                <a:gd name="T52" fmla="*/ 526 w 526"/>
                <a:gd name="T53" fmla="*/ 245 h 640"/>
                <a:gd name="T54" fmla="*/ 470 w 526"/>
                <a:gd name="T55" fmla="*/ 153 h 640"/>
                <a:gd name="T56" fmla="*/ 382 w 526"/>
                <a:gd name="T57" fmla="*/ 204 h 640"/>
                <a:gd name="T58" fmla="*/ 374 w 526"/>
                <a:gd name="T59" fmla="*/ 203 h 640"/>
                <a:gd name="T60" fmla="*/ 468 w 526"/>
                <a:gd name="T61" fmla="*/ 102 h 640"/>
                <a:gd name="T62" fmla="*/ 374 w 526"/>
                <a:gd name="T63" fmla="*/ 0 h 640"/>
                <a:gd name="T64" fmla="*/ 366 w 526"/>
                <a:gd name="T65" fmla="*/ 0 h 640"/>
                <a:gd name="T66" fmla="*/ 274 w 526"/>
                <a:gd name="T67" fmla="*/ 57 h 640"/>
                <a:gd name="T68" fmla="*/ 214 w 526"/>
                <a:gd name="T69" fmla="*/ 44 h 640"/>
                <a:gd name="T70" fmla="*/ 104 w 526"/>
                <a:gd name="T71" fmla="*/ 97 h 640"/>
                <a:gd name="T72" fmla="*/ 138 w 526"/>
                <a:gd name="T73" fmla="*/ 146 h 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6" h="640">
                  <a:moveTo>
                    <a:pt x="138" y="146"/>
                  </a:moveTo>
                  <a:cubicBezTo>
                    <a:pt x="126" y="121"/>
                    <a:pt x="101" y="103"/>
                    <a:pt x="72" y="103"/>
                  </a:cubicBezTo>
                  <a:cubicBezTo>
                    <a:pt x="32" y="103"/>
                    <a:pt x="0" y="135"/>
                    <a:pt x="0" y="175"/>
                  </a:cubicBezTo>
                  <a:cubicBezTo>
                    <a:pt x="0" y="179"/>
                    <a:pt x="0" y="183"/>
                    <a:pt x="1" y="187"/>
                  </a:cubicBezTo>
                  <a:cubicBezTo>
                    <a:pt x="7" y="221"/>
                    <a:pt x="36" y="247"/>
                    <a:pt x="72" y="247"/>
                  </a:cubicBezTo>
                  <a:cubicBezTo>
                    <a:pt x="77" y="247"/>
                    <a:pt x="82" y="246"/>
                    <a:pt x="87" y="245"/>
                  </a:cubicBezTo>
                  <a:cubicBezTo>
                    <a:pt x="106" y="285"/>
                    <a:pt x="143" y="314"/>
                    <a:pt x="187" y="322"/>
                  </a:cubicBezTo>
                  <a:cubicBezTo>
                    <a:pt x="185" y="330"/>
                    <a:pt x="184" y="337"/>
                    <a:pt x="184" y="345"/>
                  </a:cubicBezTo>
                  <a:cubicBezTo>
                    <a:pt x="184" y="393"/>
                    <a:pt x="218" y="434"/>
                    <a:pt x="262" y="445"/>
                  </a:cubicBezTo>
                  <a:cubicBezTo>
                    <a:pt x="269" y="447"/>
                    <a:pt x="276" y="448"/>
                    <a:pt x="283" y="448"/>
                  </a:cubicBezTo>
                  <a:cubicBezTo>
                    <a:pt x="279" y="458"/>
                    <a:pt x="276" y="469"/>
                    <a:pt x="276" y="481"/>
                  </a:cubicBezTo>
                  <a:cubicBezTo>
                    <a:pt x="276" y="520"/>
                    <a:pt x="304" y="553"/>
                    <a:pt x="341" y="561"/>
                  </a:cubicBezTo>
                  <a:cubicBezTo>
                    <a:pt x="339" y="561"/>
                    <a:pt x="338" y="561"/>
                    <a:pt x="337" y="561"/>
                  </a:cubicBezTo>
                  <a:cubicBezTo>
                    <a:pt x="310" y="561"/>
                    <a:pt x="287" y="549"/>
                    <a:pt x="272" y="529"/>
                  </a:cubicBezTo>
                  <a:cubicBezTo>
                    <a:pt x="254" y="539"/>
                    <a:pt x="242" y="559"/>
                    <a:pt x="242" y="581"/>
                  </a:cubicBezTo>
                  <a:cubicBezTo>
                    <a:pt x="242" y="613"/>
                    <a:pt x="268" y="640"/>
                    <a:pt x="301" y="640"/>
                  </a:cubicBezTo>
                  <a:cubicBezTo>
                    <a:pt x="333" y="640"/>
                    <a:pt x="360" y="613"/>
                    <a:pt x="360" y="581"/>
                  </a:cubicBezTo>
                  <a:cubicBezTo>
                    <a:pt x="360" y="574"/>
                    <a:pt x="359" y="568"/>
                    <a:pt x="357" y="563"/>
                  </a:cubicBezTo>
                  <a:cubicBezTo>
                    <a:pt x="357" y="563"/>
                    <a:pt x="358" y="563"/>
                    <a:pt x="358" y="563"/>
                  </a:cubicBezTo>
                  <a:cubicBezTo>
                    <a:pt x="403" y="563"/>
                    <a:pt x="440" y="526"/>
                    <a:pt x="440" y="481"/>
                  </a:cubicBezTo>
                  <a:cubicBezTo>
                    <a:pt x="440" y="441"/>
                    <a:pt x="412" y="408"/>
                    <a:pt x="374" y="401"/>
                  </a:cubicBezTo>
                  <a:cubicBezTo>
                    <a:pt x="382" y="388"/>
                    <a:pt x="388" y="373"/>
                    <a:pt x="390" y="358"/>
                  </a:cubicBezTo>
                  <a:cubicBezTo>
                    <a:pt x="353" y="348"/>
                    <a:pt x="325" y="318"/>
                    <a:pt x="316" y="281"/>
                  </a:cubicBezTo>
                  <a:cubicBezTo>
                    <a:pt x="319" y="278"/>
                    <a:pt x="321" y="275"/>
                    <a:pt x="324" y="272"/>
                  </a:cubicBezTo>
                  <a:cubicBezTo>
                    <a:pt x="336" y="316"/>
                    <a:pt x="376" y="348"/>
                    <a:pt x="423" y="348"/>
                  </a:cubicBezTo>
                  <a:cubicBezTo>
                    <a:pt x="461" y="348"/>
                    <a:pt x="494" y="328"/>
                    <a:pt x="512" y="298"/>
                  </a:cubicBezTo>
                  <a:cubicBezTo>
                    <a:pt x="521" y="282"/>
                    <a:pt x="526" y="264"/>
                    <a:pt x="526" y="245"/>
                  </a:cubicBezTo>
                  <a:cubicBezTo>
                    <a:pt x="526" y="205"/>
                    <a:pt x="503" y="170"/>
                    <a:pt x="470" y="153"/>
                  </a:cubicBezTo>
                  <a:cubicBezTo>
                    <a:pt x="452" y="183"/>
                    <a:pt x="420" y="204"/>
                    <a:pt x="382" y="204"/>
                  </a:cubicBezTo>
                  <a:cubicBezTo>
                    <a:pt x="379" y="204"/>
                    <a:pt x="377" y="203"/>
                    <a:pt x="374" y="203"/>
                  </a:cubicBezTo>
                  <a:cubicBezTo>
                    <a:pt x="426" y="199"/>
                    <a:pt x="468" y="155"/>
                    <a:pt x="468" y="102"/>
                  </a:cubicBezTo>
                  <a:cubicBezTo>
                    <a:pt x="468" y="48"/>
                    <a:pt x="426" y="4"/>
                    <a:pt x="374" y="0"/>
                  </a:cubicBezTo>
                  <a:cubicBezTo>
                    <a:pt x="371" y="0"/>
                    <a:pt x="368" y="0"/>
                    <a:pt x="366" y="0"/>
                  </a:cubicBezTo>
                  <a:cubicBezTo>
                    <a:pt x="325" y="0"/>
                    <a:pt x="291" y="23"/>
                    <a:pt x="274" y="57"/>
                  </a:cubicBezTo>
                  <a:cubicBezTo>
                    <a:pt x="256" y="48"/>
                    <a:pt x="235" y="44"/>
                    <a:pt x="214" y="44"/>
                  </a:cubicBezTo>
                  <a:cubicBezTo>
                    <a:pt x="169" y="44"/>
                    <a:pt x="130" y="64"/>
                    <a:pt x="104" y="97"/>
                  </a:cubicBezTo>
                  <a:cubicBezTo>
                    <a:pt x="121" y="107"/>
                    <a:pt x="134" y="125"/>
                    <a:pt x="138" y="1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Oval 195"/>
            <p:cNvSpPr>
              <a:spLocks noChangeArrowheads="1"/>
            </p:cNvSpPr>
            <p:nvPr/>
          </p:nvSpPr>
          <p:spPr bwMode="auto">
            <a:xfrm>
              <a:off x="9536113" y="661988"/>
              <a:ext cx="104775" cy="1047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Oval 196"/>
            <p:cNvSpPr>
              <a:spLocks noChangeArrowheads="1"/>
            </p:cNvSpPr>
            <p:nvPr/>
          </p:nvSpPr>
          <p:spPr bwMode="auto">
            <a:xfrm>
              <a:off x="9309100" y="661988"/>
              <a:ext cx="147638" cy="1476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Oval 197"/>
            <p:cNvSpPr>
              <a:spLocks noChangeArrowheads="1"/>
            </p:cNvSpPr>
            <p:nvPr/>
          </p:nvSpPr>
          <p:spPr bwMode="auto">
            <a:xfrm>
              <a:off x="10104438" y="1720851"/>
              <a:ext cx="46038" cy="460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Oval 198"/>
            <p:cNvSpPr>
              <a:spLocks noChangeArrowheads="1"/>
            </p:cNvSpPr>
            <p:nvPr/>
          </p:nvSpPr>
          <p:spPr bwMode="auto">
            <a:xfrm>
              <a:off x="9974263" y="1743076"/>
              <a:ext cx="33338" cy="333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Oval 199"/>
            <p:cNvSpPr>
              <a:spLocks noChangeArrowheads="1"/>
            </p:cNvSpPr>
            <p:nvPr/>
          </p:nvSpPr>
          <p:spPr bwMode="auto">
            <a:xfrm>
              <a:off x="10045700" y="1760538"/>
              <a:ext cx="31750" cy="333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200"/>
            <p:cNvSpPr>
              <a:spLocks/>
            </p:cNvSpPr>
            <p:nvPr/>
          </p:nvSpPr>
          <p:spPr bwMode="auto">
            <a:xfrm>
              <a:off x="9890125" y="1273176"/>
              <a:ext cx="358775" cy="434975"/>
            </a:xfrm>
            <a:custGeom>
              <a:avLst/>
              <a:gdLst>
                <a:gd name="T0" fmla="*/ 115 w 281"/>
                <a:gd name="T1" fmla="*/ 23 h 341"/>
                <a:gd name="T2" fmla="*/ 56 w 281"/>
                <a:gd name="T3" fmla="*/ 52 h 341"/>
                <a:gd name="T4" fmla="*/ 74 w 281"/>
                <a:gd name="T5" fmla="*/ 78 h 341"/>
                <a:gd name="T6" fmla="*/ 39 w 281"/>
                <a:gd name="T7" fmla="*/ 55 h 341"/>
                <a:gd name="T8" fmla="*/ 0 w 281"/>
                <a:gd name="T9" fmla="*/ 93 h 341"/>
                <a:gd name="T10" fmla="*/ 1 w 281"/>
                <a:gd name="T11" fmla="*/ 100 h 341"/>
                <a:gd name="T12" fmla="*/ 39 w 281"/>
                <a:gd name="T13" fmla="*/ 132 h 341"/>
                <a:gd name="T14" fmla="*/ 47 w 281"/>
                <a:gd name="T15" fmla="*/ 131 h 341"/>
                <a:gd name="T16" fmla="*/ 100 w 281"/>
                <a:gd name="T17" fmla="*/ 172 h 341"/>
                <a:gd name="T18" fmla="*/ 99 w 281"/>
                <a:gd name="T19" fmla="*/ 184 h 341"/>
                <a:gd name="T20" fmla="*/ 141 w 281"/>
                <a:gd name="T21" fmla="*/ 237 h 341"/>
                <a:gd name="T22" fmla="*/ 152 w 281"/>
                <a:gd name="T23" fmla="*/ 239 h 341"/>
                <a:gd name="T24" fmla="*/ 148 w 281"/>
                <a:gd name="T25" fmla="*/ 256 h 341"/>
                <a:gd name="T26" fmla="*/ 182 w 281"/>
                <a:gd name="T27" fmla="*/ 299 h 341"/>
                <a:gd name="T28" fmla="*/ 180 w 281"/>
                <a:gd name="T29" fmla="*/ 299 h 341"/>
                <a:gd name="T30" fmla="*/ 146 w 281"/>
                <a:gd name="T31" fmla="*/ 282 h 341"/>
                <a:gd name="T32" fmla="*/ 130 w 281"/>
                <a:gd name="T33" fmla="*/ 310 h 341"/>
                <a:gd name="T34" fmla="*/ 161 w 281"/>
                <a:gd name="T35" fmla="*/ 341 h 341"/>
                <a:gd name="T36" fmla="*/ 192 w 281"/>
                <a:gd name="T37" fmla="*/ 310 h 341"/>
                <a:gd name="T38" fmla="*/ 191 w 281"/>
                <a:gd name="T39" fmla="*/ 300 h 341"/>
                <a:gd name="T40" fmla="*/ 192 w 281"/>
                <a:gd name="T41" fmla="*/ 300 h 341"/>
                <a:gd name="T42" fmla="*/ 235 w 281"/>
                <a:gd name="T43" fmla="*/ 256 h 341"/>
                <a:gd name="T44" fmla="*/ 200 w 281"/>
                <a:gd name="T45" fmla="*/ 214 h 341"/>
                <a:gd name="T46" fmla="*/ 209 w 281"/>
                <a:gd name="T47" fmla="*/ 191 h 341"/>
                <a:gd name="T48" fmla="*/ 169 w 281"/>
                <a:gd name="T49" fmla="*/ 150 h 341"/>
                <a:gd name="T50" fmla="*/ 173 w 281"/>
                <a:gd name="T51" fmla="*/ 145 h 341"/>
                <a:gd name="T52" fmla="*/ 226 w 281"/>
                <a:gd name="T53" fmla="*/ 186 h 341"/>
                <a:gd name="T54" fmla="*/ 274 w 281"/>
                <a:gd name="T55" fmla="*/ 159 h 341"/>
                <a:gd name="T56" fmla="*/ 281 w 281"/>
                <a:gd name="T57" fmla="*/ 131 h 341"/>
                <a:gd name="T58" fmla="*/ 251 w 281"/>
                <a:gd name="T59" fmla="*/ 82 h 341"/>
                <a:gd name="T60" fmla="*/ 204 w 281"/>
                <a:gd name="T61" fmla="*/ 108 h 341"/>
                <a:gd name="T62" fmla="*/ 200 w 281"/>
                <a:gd name="T63" fmla="*/ 108 h 341"/>
                <a:gd name="T64" fmla="*/ 250 w 281"/>
                <a:gd name="T65" fmla="*/ 54 h 341"/>
                <a:gd name="T66" fmla="*/ 200 w 281"/>
                <a:gd name="T67" fmla="*/ 0 h 341"/>
                <a:gd name="T68" fmla="*/ 196 w 281"/>
                <a:gd name="T69" fmla="*/ 0 h 341"/>
                <a:gd name="T70" fmla="*/ 147 w 281"/>
                <a:gd name="T71" fmla="*/ 30 h 341"/>
                <a:gd name="T72" fmla="*/ 115 w 281"/>
                <a:gd name="T73" fmla="*/ 23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81" h="341">
                  <a:moveTo>
                    <a:pt x="115" y="23"/>
                  </a:moveTo>
                  <a:cubicBezTo>
                    <a:pt x="91" y="23"/>
                    <a:pt x="70" y="34"/>
                    <a:pt x="56" y="52"/>
                  </a:cubicBezTo>
                  <a:cubicBezTo>
                    <a:pt x="65" y="57"/>
                    <a:pt x="72" y="67"/>
                    <a:pt x="74" y="78"/>
                  </a:cubicBezTo>
                  <a:cubicBezTo>
                    <a:pt x="68" y="64"/>
                    <a:pt x="54" y="55"/>
                    <a:pt x="39" y="55"/>
                  </a:cubicBezTo>
                  <a:cubicBezTo>
                    <a:pt x="17" y="55"/>
                    <a:pt x="0" y="72"/>
                    <a:pt x="0" y="93"/>
                  </a:cubicBezTo>
                  <a:cubicBezTo>
                    <a:pt x="0" y="95"/>
                    <a:pt x="0" y="98"/>
                    <a:pt x="1" y="100"/>
                  </a:cubicBezTo>
                  <a:cubicBezTo>
                    <a:pt x="4" y="118"/>
                    <a:pt x="20" y="132"/>
                    <a:pt x="39" y="132"/>
                  </a:cubicBezTo>
                  <a:cubicBezTo>
                    <a:pt x="42" y="132"/>
                    <a:pt x="44" y="131"/>
                    <a:pt x="47" y="131"/>
                  </a:cubicBezTo>
                  <a:cubicBezTo>
                    <a:pt x="57" y="152"/>
                    <a:pt x="77" y="167"/>
                    <a:pt x="100" y="172"/>
                  </a:cubicBezTo>
                  <a:cubicBezTo>
                    <a:pt x="99" y="176"/>
                    <a:pt x="99" y="180"/>
                    <a:pt x="99" y="184"/>
                  </a:cubicBezTo>
                  <a:cubicBezTo>
                    <a:pt x="99" y="210"/>
                    <a:pt x="117" y="231"/>
                    <a:pt x="141" y="237"/>
                  </a:cubicBezTo>
                  <a:cubicBezTo>
                    <a:pt x="144" y="238"/>
                    <a:pt x="148" y="239"/>
                    <a:pt x="152" y="239"/>
                  </a:cubicBezTo>
                  <a:cubicBezTo>
                    <a:pt x="149" y="244"/>
                    <a:pt x="148" y="250"/>
                    <a:pt x="148" y="256"/>
                  </a:cubicBezTo>
                  <a:cubicBezTo>
                    <a:pt x="148" y="277"/>
                    <a:pt x="163" y="295"/>
                    <a:pt x="182" y="299"/>
                  </a:cubicBezTo>
                  <a:cubicBezTo>
                    <a:pt x="182" y="299"/>
                    <a:pt x="181" y="299"/>
                    <a:pt x="180" y="299"/>
                  </a:cubicBezTo>
                  <a:cubicBezTo>
                    <a:pt x="166" y="299"/>
                    <a:pt x="154" y="293"/>
                    <a:pt x="146" y="282"/>
                  </a:cubicBezTo>
                  <a:cubicBezTo>
                    <a:pt x="136" y="288"/>
                    <a:pt x="130" y="298"/>
                    <a:pt x="130" y="310"/>
                  </a:cubicBezTo>
                  <a:cubicBezTo>
                    <a:pt x="130" y="327"/>
                    <a:pt x="144" y="341"/>
                    <a:pt x="161" y="341"/>
                  </a:cubicBezTo>
                  <a:cubicBezTo>
                    <a:pt x="178" y="341"/>
                    <a:pt x="192" y="327"/>
                    <a:pt x="192" y="310"/>
                  </a:cubicBezTo>
                  <a:cubicBezTo>
                    <a:pt x="192" y="306"/>
                    <a:pt x="192" y="303"/>
                    <a:pt x="191" y="300"/>
                  </a:cubicBezTo>
                  <a:cubicBezTo>
                    <a:pt x="191" y="300"/>
                    <a:pt x="191" y="300"/>
                    <a:pt x="192" y="300"/>
                  </a:cubicBezTo>
                  <a:cubicBezTo>
                    <a:pt x="216" y="300"/>
                    <a:pt x="235" y="281"/>
                    <a:pt x="235" y="256"/>
                  </a:cubicBezTo>
                  <a:cubicBezTo>
                    <a:pt x="235" y="235"/>
                    <a:pt x="220" y="218"/>
                    <a:pt x="200" y="214"/>
                  </a:cubicBezTo>
                  <a:cubicBezTo>
                    <a:pt x="205" y="207"/>
                    <a:pt x="207" y="199"/>
                    <a:pt x="209" y="191"/>
                  </a:cubicBezTo>
                  <a:cubicBezTo>
                    <a:pt x="189" y="185"/>
                    <a:pt x="174" y="170"/>
                    <a:pt x="169" y="150"/>
                  </a:cubicBezTo>
                  <a:cubicBezTo>
                    <a:pt x="171" y="148"/>
                    <a:pt x="172" y="147"/>
                    <a:pt x="173" y="145"/>
                  </a:cubicBezTo>
                  <a:cubicBezTo>
                    <a:pt x="180" y="168"/>
                    <a:pt x="201" y="186"/>
                    <a:pt x="226" y="186"/>
                  </a:cubicBezTo>
                  <a:cubicBezTo>
                    <a:pt x="247" y="186"/>
                    <a:pt x="264" y="175"/>
                    <a:pt x="274" y="159"/>
                  </a:cubicBezTo>
                  <a:cubicBezTo>
                    <a:pt x="279" y="150"/>
                    <a:pt x="281" y="141"/>
                    <a:pt x="281" y="131"/>
                  </a:cubicBezTo>
                  <a:cubicBezTo>
                    <a:pt x="281" y="109"/>
                    <a:pt x="269" y="91"/>
                    <a:pt x="251" y="82"/>
                  </a:cubicBezTo>
                  <a:cubicBezTo>
                    <a:pt x="242" y="98"/>
                    <a:pt x="224" y="108"/>
                    <a:pt x="204" y="108"/>
                  </a:cubicBezTo>
                  <a:cubicBezTo>
                    <a:pt x="203" y="108"/>
                    <a:pt x="201" y="108"/>
                    <a:pt x="200" y="108"/>
                  </a:cubicBezTo>
                  <a:cubicBezTo>
                    <a:pt x="228" y="106"/>
                    <a:pt x="250" y="83"/>
                    <a:pt x="250" y="54"/>
                  </a:cubicBezTo>
                  <a:cubicBezTo>
                    <a:pt x="250" y="26"/>
                    <a:pt x="228" y="2"/>
                    <a:pt x="200" y="0"/>
                  </a:cubicBezTo>
                  <a:cubicBezTo>
                    <a:pt x="199" y="0"/>
                    <a:pt x="197" y="0"/>
                    <a:pt x="196" y="0"/>
                  </a:cubicBezTo>
                  <a:cubicBezTo>
                    <a:pt x="174" y="0"/>
                    <a:pt x="156" y="12"/>
                    <a:pt x="147" y="30"/>
                  </a:cubicBezTo>
                  <a:cubicBezTo>
                    <a:pt x="137" y="26"/>
                    <a:pt x="126" y="23"/>
                    <a:pt x="115"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Oval 201"/>
            <p:cNvSpPr>
              <a:spLocks noChangeArrowheads="1"/>
            </p:cNvSpPr>
            <p:nvPr/>
          </p:nvSpPr>
          <p:spPr bwMode="auto">
            <a:xfrm>
              <a:off x="10023475" y="1230313"/>
              <a:ext cx="55563" cy="571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Oval 202"/>
            <p:cNvSpPr>
              <a:spLocks noChangeArrowheads="1"/>
            </p:cNvSpPr>
            <p:nvPr/>
          </p:nvSpPr>
          <p:spPr bwMode="auto">
            <a:xfrm>
              <a:off x="9902825" y="1230313"/>
              <a:ext cx="77788" cy="793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203"/>
            <p:cNvSpPr>
              <a:spLocks/>
            </p:cNvSpPr>
            <p:nvPr/>
          </p:nvSpPr>
          <p:spPr bwMode="auto">
            <a:xfrm>
              <a:off x="8670925" y="1346201"/>
              <a:ext cx="1185863" cy="407988"/>
            </a:xfrm>
            <a:custGeom>
              <a:avLst/>
              <a:gdLst>
                <a:gd name="T0" fmla="*/ 747 w 747"/>
                <a:gd name="T1" fmla="*/ 245 h 257"/>
                <a:gd name="T2" fmla="*/ 4 w 747"/>
                <a:gd name="T3" fmla="*/ 0 h 257"/>
                <a:gd name="T4" fmla="*/ 0 w 747"/>
                <a:gd name="T5" fmla="*/ 12 h 257"/>
                <a:gd name="T6" fmla="*/ 743 w 747"/>
                <a:gd name="T7" fmla="*/ 257 h 257"/>
                <a:gd name="T8" fmla="*/ 747 w 747"/>
                <a:gd name="T9" fmla="*/ 245 h 257"/>
              </a:gdLst>
              <a:ahLst/>
              <a:cxnLst>
                <a:cxn ang="0">
                  <a:pos x="T0" y="T1"/>
                </a:cxn>
                <a:cxn ang="0">
                  <a:pos x="T2" y="T3"/>
                </a:cxn>
                <a:cxn ang="0">
                  <a:pos x="T4" y="T5"/>
                </a:cxn>
                <a:cxn ang="0">
                  <a:pos x="T6" y="T7"/>
                </a:cxn>
                <a:cxn ang="0">
                  <a:pos x="T8" y="T9"/>
                </a:cxn>
              </a:cxnLst>
              <a:rect l="0" t="0" r="r" b="b"/>
              <a:pathLst>
                <a:path w="747" h="257">
                  <a:moveTo>
                    <a:pt x="747" y="245"/>
                  </a:moveTo>
                  <a:lnTo>
                    <a:pt x="4" y="0"/>
                  </a:lnTo>
                  <a:lnTo>
                    <a:pt x="0" y="12"/>
                  </a:lnTo>
                  <a:lnTo>
                    <a:pt x="743" y="257"/>
                  </a:lnTo>
                  <a:lnTo>
                    <a:pt x="747" y="2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204"/>
            <p:cNvSpPr>
              <a:spLocks/>
            </p:cNvSpPr>
            <p:nvPr/>
          </p:nvSpPr>
          <p:spPr bwMode="auto">
            <a:xfrm>
              <a:off x="8650288" y="1392238"/>
              <a:ext cx="744538" cy="368300"/>
            </a:xfrm>
            <a:custGeom>
              <a:avLst/>
              <a:gdLst>
                <a:gd name="T0" fmla="*/ 463 w 469"/>
                <a:gd name="T1" fmla="*/ 232 h 232"/>
                <a:gd name="T2" fmla="*/ 469 w 469"/>
                <a:gd name="T3" fmla="*/ 220 h 232"/>
                <a:gd name="T4" fmla="*/ 5 w 469"/>
                <a:gd name="T5" fmla="*/ 0 h 232"/>
                <a:gd name="T6" fmla="*/ 0 w 469"/>
                <a:gd name="T7" fmla="*/ 12 h 232"/>
                <a:gd name="T8" fmla="*/ 463 w 469"/>
                <a:gd name="T9" fmla="*/ 232 h 232"/>
              </a:gdLst>
              <a:ahLst/>
              <a:cxnLst>
                <a:cxn ang="0">
                  <a:pos x="T0" y="T1"/>
                </a:cxn>
                <a:cxn ang="0">
                  <a:pos x="T2" y="T3"/>
                </a:cxn>
                <a:cxn ang="0">
                  <a:pos x="T4" y="T5"/>
                </a:cxn>
                <a:cxn ang="0">
                  <a:pos x="T6" y="T7"/>
                </a:cxn>
                <a:cxn ang="0">
                  <a:pos x="T8" y="T9"/>
                </a:cxn>
              </a:cxnLst>
              <a:rect l="0" t="0" r="r" b="b"/>
              <a:pathLst>
                <a:path w="469" h="232">
                  <a:moveTo>
                    <a:pt x="463" y="232"/>
                  </a:moveTo>
                  <a:lnTo>
                    <a:pt x="469" y="220"/>
                  </a:lnTo>
                  <a:lnTo>
                    <a:pt x="5" y="0"/>
                  </a:lnTo>
                  <a:lnTo>
                    <a:pt x="0" y="12"/>
                  </a:lnTo>
                  <a:lnTo>
                    <a:pt x="463" y="2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Oval 205"/>
            <p:cNvSpPr>
              <a:spLocks noChangeArrowheads="1"/>
            </p:cNvSpPr>
            <p:nvPr/>
          </p:nvSpPr>
          <p:spPr bwMode="auto">
            <a:xfrm>
              <a:off x="9594850" y="542926"/>
              <a:ext cx="57150" cy="587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Oval 206"/>
            <p:cNvSpPr>
              <a:spLocks noChangeArrowheads="1"/>
            </p:cNvSpPr>
            <p:nvPr/>
          </p:nvSpPr>
          <p:spPr bwMode="auto">
            <a:xfrm>
              <a:off x="9156700" y="785813"/>
              <a:ext cx="57150" cy="587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207"/>
            <p:cNvSpPr>
              <a:spLocks noEditPoints="1"/>
            </p:cNvSpPr>
            <p:nvPr/>
          </p:nvSpPr>
          <p:spPr bwMode="auto">
            <a:xfrm>
              <a:off x="7753350" y="1579563"/>
              <a:ext cx="2711450" cy="295275"/>
            </a:xfrm>
            <a:custGeom>
              <a:avLst/>
              <a:gdLst>
                <a:gd name="T0" fmla="*/ 1935 w 2124"/>
                <a:gd name="T1" fmla="*/ 158 h 232"/>
                <a:gd name="T2" fmla="*/ 1741 w 2124"/>
                <a:gd name="T3" fmla="*/ 181 h 232"/>
                <a:gd name="T4" fmla="*/ 1733 w 2124"/>
                <a:gd name="T5" fmla="*/ 0 h 232"/>
                <a:gd name="T6" fmla="*/ 1699 w 2124"/>
                <a:gd name="T7" fmla="*/ 62 h 232"/>
                <a:gd name="T8" fmla="*/ 1582 w 2124"/>
                <a:gd name="T9" fmla="*/ 185 h 232"/>
                <a:gd name="T10" fmla="*/ 1574 w 2124"/>
                <a:gd name="T11" fmla="*/ 187 h 232"/>
                <a:gd name="T12" fmla="*/ 1084 w 2124"/>
                <a:gd name="T13" fmla="*/ 132 h 232"/>
                <a:gd name="T14" fmla="*/ 967 w 2124"/>
                <a:gd name="T15" fmla="*/ 131 h 232"/>
                <a:gd name="T16" fmla="*/ 735 w 2124"/>
                <a:gd name="T17" fmla="*/ 112 h 232"/>
                <a:gd name="T18" fmla="*/ 678 w 2124"/>
                <a:gd name="T19" fmla="*/ 164 h 232"/>
                <a:gd name="T20" fmla="*/ 664 w 2124"/>
                <a:gd name="T21" fmla="*/ 171 h 232"/>
                <a:gd name="T22" fmla="*/ 0 w 2124"/>
                <a:gd name="T23" fmla="*/ 208 h 232"/>
                <a:gd name="T24" fmla="*/ 2124 w 2124"/>
                <a:gd name="T25" fmla="*/ 208 h 232"/>
                <a:gd name="T26" fmla="*/ 2061 w 2124"/>
                <a:gd name="T27" fmla="*/ 32 h 232"/>
                <a:gd name="T28" fmla="*/ 2013 w 2124"/>
                <a:gd name="T29" fmla="*/ 167 h 232"/>
                <a:gd name="T30" fmla="*/ 2006 w 2124"/>
                <a:gd name="T31" fmla="*/ 164 h 232"/>
                <a:gd name="T32" fmla="*/ 1999 w 2124"/>
                <a:gd name="T33" fmla="*/ 82 h 232"/>
                <a:gd name="T34" fmla="*/ 1959 w 2124"/>
                <a:gd name="T35" fmla="*/ 110 h 232"/>
                <a:gd name="T36" fmla="*/ 1942 w 2124"/>
                <a:gd name="T37" fmla="*/ 168 h 232"/>
                <a:gd name="T38" fmla="*/ 1914 w 2124"/>
                <a:gd name="T39" fmla="*/ 178 h 232"/>
                <a:gd name="T40" fmla="*/ 1949 w 2124"/>
                <a:gd name="T41" fmla="*/ 180 h 232"/>
                <a:gd name="T42" fmla="*/ 1973 w 2124"/>
                <a:gd name="T43" fmla="*/ 183 h 232"/>
                <a:gd name="T44" fmla="*/ 1868 w 2124"/>
                <a:gd name="T45" fmla="*/ 179 h 232"/>
                <a:gd name="T46" fmla="*/ 1522 w 2124"/>
                <a:gd name="T47" fmla="*/ 200 h 232"/>
                <a:gd name="T48" fmla="*/ 1245 w 2124"/>
                <a:gd name="T49" fmla="*/ 183 h 232"/>
                <a:gd name="T50" fmla="*/ 639 w 2124"/>
                <a:gd name="T51" fmla="*/ 219 h 232"/>
                <a:gd name="T52" fmla="*/ 809 w 2124"/>
                <a:gd name="T53" fmla="*/ 169 h 232"/>
                <a:gd name="T54" fmla="*/ 699 w 2124"/>
                <a:gd name="T55" fmla="*/ 208 h 232"/>
                <a:gd name="T56" fmla="*/ 903 w 2124"/>
                <a:gd name="T57" fmla="*/ 184 h 232"/>
                <a:gd name="T58" fmla="*/ 793 w 2124"/>
                <a:gd name="T59" fmla="*/ 208 h 232"/>
                <a:gd name="T60" fmla="*/ 958 w 2124"/>
                <a:gd name="T61" fmla="*/ 146 h 232"/>
                <a:gd name="T62" fmla="*/ 920 w 2124"/>
                <a:gd name="T63" fmla="*/ 191 h 232"/>
                <a:gd name="T64" fmla="*/ 920 w 2124"/>
                <a:gd name="T65" fmla="*/ 191 h 232"/>
                <a:gd name="T66" fmla="*/ 1023 w 2124"/>
                <a:gd name="T67" fmla="*/ 208 h 232"/>
                <a:gd name="T68" fmla="*/ 993 w 2124"/>
                <a:gd name="T69" fmla="*/ 153 h 232"/>
                <a:gd name="T70" fmla="*/ 1103 w 2124"/>
                <a:gd name="T71" fmla="*/ 186 h 232"/>
                <a:gd name="T72" fmla="*/ 993 w 2124"/>
                <a:gd name="T73" fmla="*/ 153 h 232"/>
                <a:gd name="T74" fmla="*/ 1087 w 2124"/>
                <a:gd name="T75" fmla="*/ 208 h 232"/>
                <a:gd name="T76" fmla="*/ 1210 w 2124"/>
                <a:gd name="T77" fmla="*/ 184 h 232"/>
                <a:gd name="T78" fmla="*/ 1251 w 2124"/>
                <a:gd name="T79" fmla="*/ 208 h 232"/>
                <a:gd name="T80" fmla="*/ 1178 w 2124"/>
                <a:gd name="T81" fmla="*/ 171 h 232"/>
                <a:gd name="T82" fmla="*/ 1042 w 2124"/>
                <a:gd name="T83" fmla="*/ 146 h 232"/>
                <a:gd name="T84" fmla="*/ 940 w 2124"/>
                <a:gd name="T85" fmla="*/ 130 h 232"/>
                <a:gd name="T86" fmla="*/ 713 w 2124"/>
                <a:gd name="T87" fmla="*/ 178 h 232"/>
                <a:gd name="T88" fmla="*/ 706 w 2124"/>
                <a:gd name="T89" fmla="*/ 166 h 232"/>
                <a:gd name="T90" fmla="*/ 674 w 2124"/>
                <a:gd name="T91" fmla="*/ 180 h 232"/>
                <a:gd name="T92" fmla="*/ 648 w 2124"/>
                <a:gd name="T93" fmla="*/ 207 h 232"/>
                <a:gd name="T94" fmla="*/ 658 w 2124"/>
                <a:gd name="T95" fmla="*/ 188 h 232"/>
                <a:gd name="T96" fmla="*/ 2014 w 2124"/>
                <a:gd name="T97" fmla="*/ 193 h 232"/>
                <a:gd name="T98" fmla="*/ 2017 w 2124"/>
                <a:gd name="T99" fmla="*/ 177 h 232"/>
                <a:gd name="T100" fmla="*/ 2009 w 2124"/>
                <a:gd name="T101" fmla="*/ 174 h 232"/>
                <a:gd name="T102" fmla="*/ 1992 w 2124"/>
                <a:gd name="T103" fmla="*/ 186 h 232"/>
                <a:gd name="T104" fmla="*/ 2002 w 2124"/>
                <a:gd name="T105" fmla="*/ 172 h 232"/>
                <a:gd name="T106" fmla="*/ 1961 w 2124"/>
                <a:gd name="T107" fmla="*/ 166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124" h="232">
                  <a:moveTo>
                    <a:pt x="1950" y="159"/>
                  </a:moveTo>
                  <a:cubicBezTo>
                    <a:pt x="1947" y="159"/>
                    <a:pt x="1945" y="159"/>
                    <a:pt x="1943" y="160"/>
                  </a:cubicBezTo>
                  <a:cubicBezTo>
                    <a:pt x="1940" y="159"/>
                    <a:pt x="1937" y="159"/>
                    <a:pt x="1935" y="158"/>
                  </a:cubicBezTo>
                  <a:cubicBezTo>
                    <a:pt x="1900" y="154"/>
                    <a:pt x="1868" y="168"/>
                    <a:pt x="1848" y="180"/>
                  </a:cubicBezTo>
                  <a:cubicBezTo>
                    <a:pt x="1827" y="182"/>
                    <a:pt x="1807" y="185"/>
                    <a:pt x="1789" y="188"/>
                  </a:cubicBezTo>
                  <a:cubicBezTo>
                    <a:pt x="1775" y="186"/>
                    <a:pt x="1759" y="183"/>
                    <a:pt x="1741" y="181"/>
                  </a:cubicBezTo>
                  <a:cubicBezTo>
                    <a:pt x="1731" y="179"/>
                    <a:pt x="1720" y="178"/>
                    <a:pt x="1709" y="178"/>
                  </a:cubicBezTo>
                  <a:cubicBezTo>
                    <a:pt x="1727" y="149"/>
                    <a:pt x="1751" y="90"/>
                    <a:pt x="1741" y="0"/>
                  </a:cubicBezTo>
                  <a:cubicBezTo>
                    <a:pt x="1733" y="0"/>
                    <a:pt x="1733" y="0"/>
                    <a:pt x="1733" y="0"/>
                  </a:cubicBezTo>
                  <a:cubicBezTo>
                    <a:pt x="1744" y="92"/>
                    <a:pt x="1716" y="151"/>
                    <a:pt x="1700" y="177"/>
                  </a:cubicBezTo>
                  <a:cubicBezTo>
                    <a:pt x="1689" y="177"/>
                    <a:pt x="1678" y="176"/>
                    <a:pt x="1668" y="177"/>
                  </a:cubicBezTo>
                  <a:cubicBezTo>
                    <a:pt x="1690" y="154"/>
                    <a:pt x="1712" y="117"/>
                    <a:pt x="1699" y="62"/>
                  </a:cubicBezTo>
                  <a:cubicBezTo>
                    <a:pt x="1691" y="64"/>
                    <a:pt x="1691" y="64"/>
                    <a:pt x="1691" y="64"/>
                  </a:cubicBezTo>
                  <a:cubicBezTo>
                    <a:pt x="1705" y="121"/>
                    <a:pt x="1679" y="157"/>
                    <a:pt x="1657" y="177"/>
                  </a:cubicBezTo>
                  <a:cubicBezTo>
                    <a:pt x="1630" y="178"/>
                    <a:pt x="1605" y="181"/>
                    <a:pt x="1582" y="185"/>
                  </a:cubicBezTo>
                  <a:cubicBezTo>
                    <a:pt x="1585" y="170"/>
                    <a:pt x="1585" y="152"/>
                    <a:pt x="1577" y="134"/>
                  </a:cubicBezTo>
                  <a:cubicBezTo>
                    <a:pt x="1570" y="138"/>
                    <a:pt x="1570" y="138"/>
                    <a:pt x="1570" y="138"/>
                  </a:cubicBezTo>
                  <a:cubicBezTo>
                    <a:pt x="1578" y="154"/>
                    <a:pt x="1577" y="172"/>
                    <a:pt x="1574" y="187"/>
                  </a:cubicBezTo>
                  <a:cubicBezTo>
                    <a:pt x="1527" y="184"/>
                    <a:pt x="1464" y="179"/>
                    <a:pt x="1384" y="171"/>
                  </a:cubicBezTo>
                  <a:cubicBezTo>
                    <a:pt x="1316" y="164"/>
                    <a:pt x="1259" y="164"/>
                    <a:pt x="1212" y="168"/>
                  </a:cubicBezTo>
                  <a:cubicBezTo>
                    <a:pt x="1181" y="154"/>
                    <a:pt x="1147" y="141"/>
                    <a:pt x="1084" y="132"/>
                  </a:cubicBezTo>
                  <a:cubicBezTo>
                    <a:pt x="1049" y="127"/>
                    <a:pt x="1019" y="129"/>
                    <a:pt x="993" y="135"/>
                  </a:cubicBezTo>
                  <a:cubicBezTo>
                    <a:pt x="987" y="134"/>
                    <a:pt x="981" y="133"/>
                    <a:pt x="974" y="132"/>
                  </a:cubicBezTo>
                  <a:cubicBezTo>
                    <a:pt x="972" y="132"/>
                    <a:pt x="969" y="132"/>
                    <a:pt x="967" y="131"/>
                  </a:cubicBezTo>
                  <a:cubicBezTo>
                    <a:pt x="939" y="112"/>
                    <a:pt x="903" y="99"/>
                    <a:pt x="860" y="105"/>
                  </a:cubicBezTo>
                  <a:cubicBezTo>
                    <a:pt x="819" y="111"/>
                    <a:pt x="771" y="127"/>
                    <a:pt x="728" y="144"/>
                  </a:cubicBezTo>
                  <a:cubicBezTo>
                    <a:pt x="731" y="134"/>
                    <a:pt x="734" y="123"/>
                    <a:pt x="735" y="112"/>
                  </a:cubicBezTo>
                  <a:cubicBezTo>
                    <a:pt x="723" y="110"/>
                    <a:pt x="723" y="110"/>
                    <a:pt x="723" y="110"/>
                  </a:cubicBezTo>
                  <a:cubicBezTo>
                    <a:pt x="721" y="124"/>
                    <a:pt x="717" y="137"/>
                    <a:pt x="713" y="150"/>
                  </a:cubicBezTo>
                  <a:cubicBezTo>
                    <a:pt x="701" y="155"/>
                    <a:pt x="689" y="159"/>
                    <a:pt x="678" y="164"/>
                  </a:cubicBezTo>
                  <a:cubicBezTo>
                    <a:pt x="685" y="141"/>
                    <a:pt x="689" y="111"/>
                    <a:pt x="687" y="75"/>
                  </a:cubicBezTo>
                  <a:cubicBezTo>
                    <a:pt x="675" y="75"/>
                    <a:pt x="675" y="75"/>
                    <a:pt x="675" y="75"/>
                  </a:cubicBezTo>
                  <a:cubicBezTo>
                    <a:pt x="678" y="116"/>
                    <a:pt x="672" y="147"/>
                    <a:pt x="664" y="171"/>
                  </a:cubicBezTo>
                  <a:cubicBezTo>
                    <a:pt x="623" y="189"/>
                    <a:pt x="594" y="205"/>
                    <a:pt x="592" y="206"/>
                  </a:cubicBezTo>
                  <a:cubicBezTo>
                    <a:pt x="592" y="208"/>
                    <a:pt x="592" y="208"/>
                    <a:pt x="592" y="208"/>
                  </a:cubicBezTo>
                  <a:cubicBezTo>
                    <a:pt x="0" y="208"/>
                    <a:pt x="0" y="208"/>
                    <a:pt x="0" y="208"/>
                  </a:cubicBezTo>
                  <a:cubicBezTo>
                    <a:pt x="0" y="232"/>
                    <a:pt x="0" y="232"/>
                    <a:pt x="0" y="232"/>
                  </a:cubicBezTo>
                  <a:cubicBezTo>
                    <a:pt x="2124" y="232"/>
                    <a:pt x="2124" y="232"/>
                    <a:pt x="2124" y="232"/>
                  </a:cubicBezTo>
                  <a:cubicBezTo>
                    <a:pt x="2124" y="208"/>
                    <a:pt x="2124" y="208"/>
                    <a:pt x="2124" y="208"/>
                  </a:cubicBezTo>
                  <a:cubicBezTo>
                    <a:pt x="2081" y="208"/>
                    <a:pt x="2081" y="208"/>
                    <a:pt x="2081" y="208"/>
                  </a:cubicBezTo>
                  <a:cubicBezTo>
                    <a:pt x="2063" y="192"/>
                    <a:pt x="2046" y="182"/>
                    <a:pt x="2030" y="175"/>
                  </a:cubicBezTo>
                  <a:cubicBezTo>
                    <a:pt x="2052" y="144"/>
                    <a:pt x="2075" y="96"/>
                    <a:pt x="2061" y="32"/>
                  </a:cubicBezTo>
                  <a:cubicBezTo>
                    <a:pt x="2054" y="33"/>
                    <a:pt x="2054" y="33"/>
                    <a:pt x="2054" y="33"/>
                  </a:cubicBezTo>
                  <a:cubicBezTo>
                    <a:pt x="2067" y="95"/>
                    <a:pt x="2044" y="142"/>
                    <a:pt x="2022" y="171"/>
                  </a:cubicBezTo>
                  <a:cubicBezTo>
                    <a:pt x="2019" y="169"/>
                    <a:pt x="2016" y="168"/>
                    <a:pt x="2013" y="167"/>
                  </a:cubicBezTo>
                  <a:cubicBezTo>
                    <a:pt x="2042" y="115"/>
                    <a:pt x="2035" y="83"/>
                    <a:pt x="2034" y="81"/>
                  </a:cubicBezTo>
                  <a:cubicBezTo>
                    <a:pt x="2027" y="83"/>
                    <a:pt x="2027" y="83"/>
                    <a:pt x="2027" y="83"/>
                  </a:cubicBezTo>
                  <a:cubicBezTo>
                    <a:pt x="2027" y="84"/>
                    <a:pt x="2033" y="114"/>
                    <a:pt x="2006" y="164"/>
                  </a:cubicBezTo>
                  <a:cubicBezTo>
                    <a:pt x="2002" y="163"/>
                    <a:pt x="1999" y="162"/>
                    <a:pt x="1995" y="162"/>
                  </a:cubicBezTo>
                  <a:cubicBezTo>
                    <a:pt x="2005" y="141"/>
                    <a:pt x="2012" y="114"/>
                    <a:pt x="2007" y="81"/>
                  </a:cubicBezTo>
                  <a:cubicBezTo>
                    <a:pt x="1999" y="82"/>
                    <a:pt x="1999" y="82"/>
                    <a:pt x="1999" y="82"/>
                  </a:cubicBezTo>
                  <a:cubicBezTo>
                    <a:pt x="2003" y="114"/>
                    <a:pt x="1996" y="140"/>
                    <a:pt x="1987" y="160"/>
                  </a:cubicBezTo>
                  <a:cubicBezTo>
                    <a:pt x="1977" y="158"/>
                    <a:pt x="1967" y="158"/>
                    <a:pt x="1958" y="158"/>
                  </a:cubicBezTo>
                  <a:cubicBezTo>
                    <a:pt x="1961" y="146"/>
                    <a:pt x="1962" y="130"/>
                    <a:pt x="1959" y="110"/>
                  </a:cubicBezTo>
                  <a:cubicBezTo>
                    <a:pt x="1951" y="111"/>
                    <a:pt x="1951" y="111"/>
                    <a:pt x="1951" y="111"/>
                  </a:cubicBezTo>
                  <a:cubicBezTo>
                    <a:pt x="1954" y="132"/>
                    <a:pt x="1953" y="147"/>
                    <a:pt x="1950" y="159"/>
                  </a:cubicBezTo>
                  <a:close/>
                  <a:moveTo>
                    <a:pt x="1942" y="168"/>
                  </a:moveTo>
                  <a:cubicBezTo>
                    <a:pt x="1944" y="168"/>
                    <a:pt x="1945" y="169"/>
                    <a:pt x="1946" y="169"/>
                  </a:cubicBezTo>
                  <a:cubicBezTo>
                    <a:pt x="1944" y="173"/>
                    <a:pt x="1942" y="176"/>
                    <a:pt x="1940" y="179"/>
                  </a:cubicBezTo>
                  <a:cubicBezTo>
                    <a:pt x="1931" y="179"/>
                    <a:pt x="1923" y="178"/>
                    <a:pt x="1914" y="178"/>
                  </a:cubicBezTo>
                  <a:cubicBezTo>
                    <a:pt x="1922" y="174"/>
                    <a:pt x="1931" y="170"/>
                    <a:pt x="1942" y="168"/>
                  </a:cubicBezTo>
                  <a:close/>
                  <a:moveTo>
                    <a:pt x="1973" y="183"/>
                  </a:moveTo>
                  <a:cubicBezTo>
                    <a:pt x="1965" y="182"/>
                    <a:pt x="1957" y="181"/>
                    <a:pt x="1949" y="180"/>
                  </a:cubicBezTo>
                  <a:cubicBezTo>
                    <a:pt x="1950" y="178"/>
                    <a:pt x="1952" y="175"/>
                    <a:pt x="1954" y="171"/>
                  </a:cubicBezTo>
                  <a:cubicBezTo>
                    <a:pt x="1961" y="174"/>
                    <a:pt x="1968" y="177"/>
                    <a:pt x="1974" y="182"/>
                  </a:cubicBezTo>
                  <a:cubicBezTo>
                    <a:pt x="1974" y="182"/>
                    <a:pt x="1974" y="183"/>
                    <a:pt x="1973" y="183"/>
                  </a:cubicBezTo>
                  <a:close/>
                  <a:moveTo>
                    <a:pt x="1922" y="166"/>
                  </a:moveTo>
                  <a:cubicBezTo>
                    <a:pt x="1913" y="169"/>
                    <a:pt x="1905" y="174"/>
                    <a:pt x="1900" y="178"/>
                  </a:cubicBezTo>
                  <a:cubicBezTo>
                    <a:pt x="1889" y="178"/>
                    <a:pt x="1878" y="178"/>
                    <a:pt x="1868" y="179"/>
                  </a:cubicBezTo>
                  <a:cubicBezTo>
                    <a:pt x="1883" y="171"/>
                    <a:pt x="1902" y="165"/>
                    <a:pt x="1922" y="166"/>
                  </a:cubicBezTo>
                  <a:close/>
                  <a:moveTo>
                    <a:pt x="1382" y="187"/>
                  </a:moveTo>
                  <a:cubicBezTo>
                    <a:pt x="1437" y="192"/>
                    <a:pt x="1483" y="197"/>
                    <a:pt x="1522" y="200"/>
                  </a:cubicBezTo>
                  <a:cubicBezTo>
                    <a:pt x="1513" y="203"/>
                    <a:pt x="1505" y="204"/>
                    <a:pt x="1498" y="208"/>
                  </a:cubicBezTo>
                  <a:cubicBezTo>
                    <a:pt x="1361" y="208"/>
                    <a:pt x="1361" y="208"/>
                    <a:pt x="1361" y="208"/>
                  </a:cubicBezTo>
                  <a:cubicBezTo>
                    <a:pt x="1306" y="200"/>
                    <a:pt x="1273" y="194"/>
                    <a:pt x="1245" y="183"/>
                  </a:cubicBezTo>
                  <a:cubicBezTo>
                    <a:pt x="1285" y="181"/>
                    <a:pt x="1330" y="181"/>
                    <a:pt x="1382" y="187"/>
                  </a:cubicBezTo>
                  <a:close/>
                  <a:moveTo>
                    <a:pt x="639" y="219"/>
                  </a:moveTo>
                  <a:cubicBezTo>
                    <a:pt x="639" y="219"/>
                    <a:pt x="639" y="219"/>
                    <a:pt x="639" y="219"/>
                  </a:cubicBezTo>
                  <a:close/>
                  <a:moveTo>
                    <a:pt x="704" y="204"/>
                  </a:moveTo>
                  <a:cubicBezTo>
                    <a:pt x="713" y="197"/>
                    <a:pt x="725" y="187"/>
                    <a:pt x="769" y="175"/>
                  </a:cubicBezTo>
                  <a:cubicBezTo>
                    <a:pt x="782" y="171"/>
                    <a:pt x="796" y="170"/>
                    <a:pt x="809" y="169"/>
                  </a:cubicBezTo>
                  <a:cubicBezTo>
                    <a:pt x="786" y="187"/>
                    <a:pt x="776" y="205"/>
                    <a:pt x="775" y="206"/>
                  </a:cubicBezTo>
                  <a:cubicBezTo>
                    <a:pt x="777" y="208"/>
                    <a:pt x="777" y="208"/>
                    <a:pt x="777" y="208"/>
                  </a:cubicBezTo>
                  <a:cubicBezTo>
                    <a:pt x="699" y="208"/>
                    <a:pt x="699" y="208"/>
                    <a:pt x="699" y="208"/>
                  </a:cubicBezTo>
                  <a:cubicBezTo>
                    <a:pt x="701" y="204"/>
                    <a:pt x="702" y="205"/>
                    <a:pt x="704" y="204"/>
                  </a:cubicBezTo>
                  <a:close/>
                  <a:moveTo>
                    <a:pt x="837" y="171"/>
                  </a:moveTo>
                  <a:cubicBezTo>
                    <a:pt x="860" y="173"/>
                    <a:pt x="882" y="178"/>
                    <a:pt x="903" y="184"/>
                  </a:cubicBezTo>
                  <a:cubicBezTo>
                    <a:pt x="891" y="195"/>
                    <a:pt x="885" y="205"/>
                    <a:pt x="885" y="206"/>
                  </a:cubicBezTo>
                  <a:cubicBezTo>
                    <a:pt x="887" y="208"/>
                    <a:pt x="887" y="208"/>
                    <a:pt x="887" y="208"/>
                  </a:cubicBezTo>
                  <a:cubicBezTo>
                    <a:pt x="793" y="208"/>
                    <a:pt x="793" y="208"/>
                    <a:pt x="793" y="208"/>
                  </a:cubicBezTo>
                  <a:cubicBezTo>
                    <a:pt x="800" y="196"/>
                    <a:pt x="814" y="184"/>
                    <a:pt x="837" y="171"/>
                  </a:cubicBezTo>
                  <a:close/>
                  <a:moveTo>
                    <a:pt x="864" y="158"/>
                  </a:moveTo>
                  <a:cubicBezTo>
                    <a:pt x="889" y="149"/>
                    <a:pt x="920" y="143"/>
                    <a:pt x="958" y="146"/>
                  </a:cubicBezTo>
                  <a:cubicBezTo>
                    <a:pt x="941" y="154"/>
                    <a:pt x="928" y="162"/>
                    <a:pt x="917" y="171"/>
                  </a:cubicBezTo>
                  <a:cubicBezTo>
                    <a:pt x="900" y="166"/>
                    <a:pt x="882" y="161"/>
                    <a:pt x="864" y="158"/>
                  </a:cubicBezTo>
                  <a:close/>
                  <a:moveTo>
                    <a:pt x="920" y="191"/>
                  </a:moveTo>
                  <a:cubicBezTo>
                    <a:pt x="937" y="197"/>
                    <a:pt x="952" y="200"/>
                    <a:pt x="964" y="208"/>
                  </a:cubicBezTo>
                  <a:cubicBezTo>
                    <a:pt x="903" y="208"/>
                    <a:pt x="903" y="208"/>
                    <a:pt x="903" y="208"/>
                  </a:cubicBezTo>
                  <a:cubicBezTo>
                    <a:pt x="907" y="200"/>
                    <a:pt x="912" y="198"/>
                    <a:pt x="920" y="191"/>
                  </a:cubicBezTo>
                  <a:close/>
                  <a:moveTo>
                    <a:pt x="935" y="178"/>
                  </a:moveTo>
                  <a:cubicBezTo>
                    <a:pt x="947" y="170"/>
                    <a:pt x="962" y="163"/>
                    <a:pt x="979" y="157"/>
                  </a:cubicBezTo>
                  <a:cubicBezTo>
                    <a:pt x="1002" y="177"/>
                    <a:pt x="1017" y="196"/>
                    <a:pt x="1023" y="208"/>
                  </a:cubicBezTo>
                  <a:cubicBezTo>
                    <a:pt x="1001" y="208"/>
                    <a:pt x="1001" y="208"/>
                    <a:pt x="1001" y="208"/>
                  </a:cubicBezTo>
                  <a:cubicBezTo>
                    <a:pt x="988" y="200"/>
                    <a:pt x="964" y="189"/>
                    <a:pt x="935" y="178"/>
                  </a:cubicBezTo>
                  <a:close/>
                  <a:moveTo>
                    <a:pt x="993" y="153"/>
                  </a:moveTo>
                  <a:cubicBezTo>
                    <a:pt x="993" y="153"/>
                    <a:pt x="994" y="152"/>
                    <a:pt x="995" y="152"/>
                  </a:cubicBezTo>
                  <a:cubicBezTo>
                    <a:pt x="1045" y="161"/>
                    <a:pt x="1074" y="173"/>
                    <a:pt x="1102" y="185"/>
                  </a:cubicBezTo>
                  <a:cubicBezTo>
                    <a:pt x="1102" y="185"/>
                    <a:pt x="1102" y="186"/>
                    <a:pt x="1103" y="186"/>
                  </a:cubicBezTo>
                  <a:cubicBezTo>
                    <a:pt x="1070" y="195"/>
                    <a:pt x="1050" y="204"/>
                    <a:pt x="1042" y="208"/>
                  </a:cubicBezTo>
                  <a:cubicBezTo>
                    <a:pt x="1037" y="208"/>
                    <a:pt x="1037" y="208"/>
                    <a:pt x="1037" y="208"/>
                  </a:cubicBezTo>
                  <a:cubicBezTo>
                    <a:pt x="1036" y="204"/>
                    <a:pt x="1021" y="179"/>
                    <a:pt x="993" y="153"/>
                  </a:cubicBezTo>
                  <a:close/>
                  <a:moveTo>
                    <a:pt x="1128" y="198"/>
                  </a:moveTo>
                  <a:cubicBezTo>
                    <a:pt x="1137" y="201"/>
                    <a:pt x="1147" y="204"/>
                    <a:pt x="1158" y="208"/>
                  </a:cubicBezTo>
                  <a:cubicBezTo>
                    <a:pt x="1087" y="208"/>
                    <a:pt x="1087" y="208"/>
                    <a:pt x="1087" y="208"/>
                  </a:cubicBezTo>
                  <a:cubicBezTo>
                    <a:pt x="1098" y="204"/>
                    <a:pt x="1112" y="201"/>
                    <a:pt x="1128" y="198"/>
                  </a:cubicBezTo>
                  <a:close/>
                  <a:moveTo>
                    <a:pt x="1159" y="191"/>
                  </a:moveTo>
                  <a:cubicBezTo>
                    <a:pt x="1174" y="188"/>
                    <a:pt x="1191" y="186"/>
                    <a:pt x="1210" y="184"/>
                  </a:cubicBezTo>
                  <a:cubicBezTo>
                    <a:pt x="1210" y="185"/>
                    <a:pt x="1211" y="186"/>
                    <a:pt x="1212" y="186"/>
                  </a:cubicBezTo>
                  <a:cubicBezTo>
                    <a:pt x="1230" y="194"/>
                    <a:pt x="1247" y="200"/>
                    <a:pt x="1268" y="208"/>
                  </a:cubicBezTo>
                  <a:cubicBezTo>
                    <a:pt x="1251" y="208"/>
                    <a:pt x="1251" y="208"/>
                    <a:pt x="1251" y="208"/>
                  </a:cubicBezTo>
                  <a:cubicBezTo>
                    <a:pt x="1211" y="204"/>
                    <a:pt x="1182" y="198"/>
                    <a:pt x="1159" y="191"/>
                  </a:cubicBezTo>
                  <a:close/>
                  <a:moveTo>
                    <a:pt x="1082" y="148"/>
                  </a:moveTo>
                  <a:cubicBezTo>
                    <a:pt x="1125" y="154"/>
                    <a:pt x="1154" y="162"/>
                    <a:pt x="1178" y="171"/>
                  </a:cubicBezTo>
                  <a:cubicBezTo>
                    <a:pt x="1160" y="173"/>
                    <a:pt x="1143" y="176"/>
                    <a:pt x="1129" y="179"/>
                  </a:cubicBezTo>
                  <a:cubicBezTo>
                    <a:pt x="1122" y="176"/>
                    <a:pt x="1115" y="173"/>
                    <a:pt x="1108" y="170"/>
                  </a:cubicBezTo>
                  <a:cubicBezTo>
                    <a:pt x="1089" y="162"/>
                    <a:pt x="1069" y="153"/>
                    <a:pt x="1042" y="146"/>
                  </a:cubicBezTo>
                  <a:cubicBezTo>
                    <a:pt x="1054" y="145"/>
                    <a:pt x="1068" y="146"/>
                    <a:pt x="1082" y="148"/>
                  </a:cubicBezTo>
                  <a:close/>
                  <a:moveTo>
                    <a:pt x="862" y="117"/>
                  </a:moveTo>
                  <a:cubicBezTo>
                    <a:pt x="892" y="113"/>
                    <a:pt x="918" y="119"/>
                    <a:pt x="940" y="130"/>
                  </a:cubicBezTo>
                  <a:cubicBezTo>
                    <a:pt x="894" y="129"/>
                    <a:pt x="859" y="140"/>
                    <a:pt x="833" y="154"/>
                  </a:cubicBezTo>
                  <a:cubicBezTo>
                    <a:pt x="810" y="152"/>
                    <a:pt x="787" y="153"/>
                    <a:pt x="765" y="159"/>
                  </a:cubicBezTo>
                  <a:cubicBezTo>
                    <a:pt x="740" y="166"/>
                    <a:pt x="724" y="172"/>
                    <a:pt x="713" y="178"/>
                  </a:cubicBezTo>
                  <a:cubicBezTo>
                    <a:pt x="716" y="172"/>
                    <a:pt x="719" y="166"/>
                    <a:pt x="722" y="159"/>
                  </a:cubicBezTo>
                  <a:cubicBezTo>
                    <a:pt x="768" y="141"/>
                    <a:pt x="819" y="123"/>
                    <a:pt x="862" y="117"/>
                  </a:cubicBezTo>
                  <a:close/>
                  <a:moveTo>
                    <a:pt x="706" y="166"/>
                  </a:moveTo>
                  <a:cubicBezTo>
                    <a:pt x="701" y="176"/>
                    <a:pt x="695" y="186"/>
                    <a:pt x="691" y="193"/>
                  </a:cubicBezTo>
                  <a:cubicBezTo>
                    <a:pt x="685" y="198"/>
                    <a:pt x="678" y="202"/>
                    <a:pt x="663" y="204"/>
                  </a:cubicBezTo>
                  <a:cubicBezTo>
                    <a:pt x="666" y="197"/>
                    <a:pt x="670" y="189"/>
                    <a:pt x="674" y="180"/>
                  </a:cubicBezTo>
                  <a:cubicBezTo>
                    <a:pt x="684" y="175"/>
                    <a:pt x="694" y="170"/>
                    <a:pt x="706" y="166"/>
                  </a:cubicBezTo>
                  <a:close/>
                  <a:moveTo>
                    <a:pt x="658" y="188"/>
                  </a:moveTo>
                  <a:cubicBezTo>
                    <a:pt x="654" y="195"/>
                    <a:pt x="651" y="202"/>
                    <a:pt x="648" y="207"/>
                  </a:cubicBezTo>
                  <a:cubicBezTo>
                    <a:pt x="644" y="207"/>
                    <a:pt x="640" y="208"/>
                    <a:pt x="636" y="208"/>
                  </a:cubicBezTo>
                  <a:cubicBezTo>
                    <a:pt x="616" y="208"/>
                    <a:pt x="616" y="208"/>
                    <a:pt x="616" y="208"/>
                  </a:cubicBezTo>
                  <a:cubicBezTo>
                    <a:pt x="626" y="200"/>
                    <a:pt x="641" y="195"/>
                    <a:pt x="658" y="188"/>
                  </a:cubicBezTo>
                  <a:close/>
                  <a:moveTo>
                    <a:pt x="2068" y="208"/>
                  </a:moveTo>
                  <a:cubicBezTo>
                    <a:pt x="2059" y="208"/>
                    <a:pt x="2059" y="208"/>
                    <a:pt x="2059" y="208"/>
                  </a:cubicBezTo>
                  <a:cubicBezTo>
                    <a:pt x="2044" y="200"/>
                    <a:pt x="2029" y="197"/>
                    <a:pt x="2014" y="193"/>
                  </a:cubicBezTo>
                  <a:cubicBezTo>
                    <a:pt x="2018" y="189"/>
                    <a:pt x="2021" y="186"/>
                    <a:pt x="2025" y="181"/>
                  </a:cubicBezTo>
                  <a:cubicBezTo>
                    <a:pt x="2038" y="188"/>
                    <a:pt x="2053" y="196"/>
                    <a:pt x="2068" y="208"/>
                  </a:cubicBezTo>
                  <a:close/>
                  <a:moveTo>
                    <a:pt x="2017" y="177"/>
                  </a:moveTo>
                  <a:cubicBezTo>
                    <a:pt x="2013" y="182"/>
                    <a:pt x="2009" y="186"/>
                    <a:pt x="2005" y="190"/>
                  </a:cubicBezTo>
                  <a:cubicBezTo>
                    <a:pt x="2004" y="189"/>
                    <a:pt x="2002" y="189"/>
                    <a:pt x="2000" y="189"/>
                  </a:cubicBezTo>
                  <a:cubicBezTo>
                    <a:pt x="2004" y="184"/>
                    <a:pt x="2007" y="179"/>
                    <a:pt x="2009" y="174"/>
                  </a:cubicBezTo>
                  <a:cubicBezTo>
                    <a:pt x="2012" y="175"/>
                    <a:pt x="2014" y="176"/>
                    <a:pt x="2017" y="177"/>
                  </a:cubicBezTo>
                  <a:close/>
                  <a:moveTo>
                    <a:pt x="2002" y="172"/>
                  </a:moveTo>
                  <a:cubicBezTo>
                    <a:pt x="1999" y="176"/>
                    <a:pt x="1996" y="181"/>
                    <a:pt x="1992" y="186"/>
                  </a:cubicBezTo>
                  <a:cubicBezTo>
                    <a:pt x="1990" y="184"/>
                    <a:pt x="1988" y="182"/>
                    <a:pt x="1985" y="180"/>
                  </a:cubicBezTo>
                  <a:cubicBezTo>
                    <a:pt x="1987" y="177"/>
                    <a:pt x="1990" y="173"/>
                    <a:pt x="1992" y="169"/>
                  </a:cubicBezTo>
                  <a:cubicBezTo>
                    <a:pt x="1995" y="170"/>
                    <a:pt x="1998" y="171"/>
                    <a:pt x="2002" y="172"/>
                  </a:cubicBezTo>
                  <a:close/>
                  <a:moveTo>
                    <a:pt x="1983" y="167"/>
                  </a:moveTo>
                  <a:cubicBezTo>
                    <a:pt x="1982" y="170"/>
                    <a:pt x="1980" y="173"/>
                    <a:pt x="1979" y="175"/>
                  </a:cubicBezTo>
                  <a:cubicBezTo>
                    <a:pt x="1973" y="171"/>
                    <a:pt x="1967" y="168"/>
                    <a:pt x="1961" y="166"/>
                  </a:cubicBezTo>
                  <a:cubicBezTo>
                    <a:pt x="1968" y="166"/>
                    <a:pt x="1976" y="166"/>
                    <a:pt x="1983" y="1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5" name="组合 214"/>
          <p:cNvGrpSpPr/>
          <p:nvPr/>
        </p:nvGrpSpPr>
        <p:grpSpPr>
          <a:xfrm>
            <a:off x="6313487" y="585788"/>
            <a:ext cx="1179514" cy="952500"/>
            <a:chOff x="6313487" y="585788"/>
            <a:chExt cx="1179514" cy="952500"/>
          </a:xfrm>
          <a:solidFill>
            <a:schemeClr val="tx1">
              <a:lumMod val="65000"/>
              <a:lumOff val="35000"/>
            </a:schemeClr>
          </a:solidFill>
        </p:grpSpPr>
        <p:sp>
          <p:nvSpPr>
            <p:cNvPr id="216" name="Freeform 208"/>
            <p:cNvSpPr>
              <a:spLocks/>
            </p:cNvSpPr>
            <p:nvPr/>
          </p:nvSpPr>
          <p:spPr bwMode="auto">
            <a:xfrm>
              <a:off x="6313487" y="588963"/>
              <a:ext cx="87313" cy="255588"/>
            </a:xfrm>
            <a:custGeom>
              <a:avLst/>
              <a:gdLst>
                <a:gd name="T0" fmla="*/ 23 w 55"/>
                <a:gd name="T1" fmla="*/ 87 h 161"/>
                <a:gd name="T2" fmla="*/ 45 w 55"/>
                <a:gd name="T3" fmla="*/ 87 h 161"/>
                <a:gd name="T4" fmla="*/ 45 w 55"/>
                <a:gd name="T5" fmla="*/ 64 h 161"/>
                <a:gd name="T6" fmla="*/ 23 w 55"/>
                <a:gd name="T7" fmla="*/ 64 h 161"/>
                <a:gd name="T8" fmla="*/ 23 w 55"/>
                <a:gd name="T9" fmla="*/ 22 h 161"/>
                <a:gd name="T10" fmla="*/ 55 w 55"/>
                <a:gd name="T11" fmla="*/ 22 h 161"/>
                <a:gd name="T12" fmla="*/ 55 w 55"/>
                <a:gd name="T13" fmla="*/ 0 h 161"/>
                <a:gd name="T14" fmla="*/ 0 w 55"/>
                <a:gd name="T15" fmla="*/ 0 h 161"/>
                <a:gd name="T16" fmla="*/ 0 w 55"/>
                <a:gd name="T17" fmla="*/ 161 h 161"/>
                <a:gd name="T18" fmla="*/ 23 w 55"/>
                <a:gd name="T19" fmla="*/ 161 h 161"/>
                <a:gd name="T20" fmla="*/ 23 w 55"/>
                <a:gd name="T21" fmla="*/ 87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5" h="161">
                  <a:moveTo>
                    <a:pt x="23" y="87"/>
                  </a:moveTo>
                  <a:lnTo>
                    <a:pt x="45" y="87"/>
                  </a:lnTo>
                  <a:lnTo>
                    <a:pt x="45" y="64"/>
                  </a:lnTo>
                  <a:lnTo>
                    <a:pt x="23" y="64"/>
                  </a:lnTo>
                  <a:lnTo>
                    <a:pt x="23" y="22"/>
                  </a:lnTo>
                  <a:lnTo>
                    <a:pt x="55" y="22"/>
                  </a:lnTo>
                  <a:lnTo>
                    <a:pt x="55" y="0"/>
                  </a:lnTo>
                  <a:lnTo>
                    <a:pt x="0" y="0"/>
                  </a:lnTo>
                  <a:lnTo>
                    <a:pt x="0" y="161"/>
                  </a:lnTo>
                  <a:lnTo>
                    <a:pt x="23" y="161"/>
                  </a:lnTo>
                  <a:lnTo>
                    <a:pt x="23" y="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209"/>
            <p:cNvSpPr>
              <a:spLocks noEditPoints="1"/>
            </p:cNvSpPr>
            <p:nvPr/>
          </p:nvSpPr>
          <p:spPr bwMode="auto">
            <a:xfrm>
              <a:off x="6421438" y="585788"/>
              <a:ext cx="101600" cy="258763"/>
            </a:xfrm>
            <a:custGeom>
              <a:avLst/>
              <a:gdLst>
                <a:gd name="T0" fmla="*/ 41 w 80"/>
                <a:gd name="T1" fmla="*/ 203 h 203"/>
                <a:gd name="T2" fmla="*/ 74 w 80"/>
                <a:gd name="T3" fmla="*/ 187 h 203"/>
                <a:gd name="T4" fmla="*/ 80 w 80"/>
                <a:gd name="T5" fmla="*/ 150 h 203"/>
                <a:gd name="T6" fmla="*/ 80 w 80"/>
                <a:gd name="T7" fmla="*/ 53 h 203"/>
                <a:gd name="T8" fmla="*/ 74 w 80"/>
                <a:gd name="T9" fmla="*/ 16 h 203"/>
                <a:gd name="T10" fmla="*/ 41 w 80"/>
                <a:gd name="T11" fmla="*/ 0 h 203"/>
                <a:gd name="T12" fmla="*/ 7 w 80"/>
                <a:gd name="T13" fmla="*/ 16 h 203"/>
                <a:gd name="T14" fmla="*/ 0 w 80"/>
                <a:gd name="T15" fmla="*/ 53 h 203"/>
                <a:gd name="T16" fmla="*/ 0 w 80"/>
                <a:gd name="T17" fmla="*/ 150 h 203"/>
                <a:gd name="T18" fmla="*/ 7 w 80"/>
                <a:gd name="T19" fmla="*/ 187 h 203"/>
                <a:gd name="T20" fmla="*/ 41 w 80"/>
                <a:gd name="T21" fmla="*/ 203 h 203"/>
                <a:gd name="T22" fmla="*/ 28 w 80"/>
                <a:gd name="T23" fmla="*/ 42 h 203"/>
                <a:gd name="T24" fmla="*/ 40 w 80"/>
                <a:gd name="T25" fmla="*/ 26 h 203"/>
                <a:gd name="T26" fmla="*/ 52 w 80"/>
                <a:gd name="T27" fmla="*/ 42 h 203"/>
                <a:gd name="T28" fmla="*/ 52 w 80"/>
                <a:gd name="T29" fmla="*/ 162 h 203"/>
                <a:gd name="T30" fmla="*/ 40 w 80"/>
                <a:gd name="T31" fmla="*/ 178 h 203"/>
                <a:gd name="T32" fmla="*/ 28 w 80"/>
                <a:gd name="T33" fmla="*/ 162 h 203"/>
                <a:gd name="T34" fmla="*/ 28 w 80"/>
                <a:gd name="T35" fmla="*/ 42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203">
                  <a:moveTo>
                    <a:pt x="41" y="203"/>
                  </a:moveTo>
                  <a:cubicBezTo>
                    <a:pt x="55" y="203"/>
                    <a:pt x="67" y="197"/>
                    <a:pt x="74" y="187"/>
                  </a:cubicBezTo>
                  <a:cubicBezTo>
                    <a:pt x="79" y="179"/>
                    <a:pt x="80" y="174"/>
                    <a:pt x="80" y="150"/>
                  </a:cubicBezTo>
                  <a:cubicBezTo>
                    <a:pt x="80" y="53"/>
                    <a:pt x="80" y="53"/>
                    <a:pt x="80" y="53"/>
                  </a:cubicBezTo>
                  <a:cubicBezTo>
                    <a:pt x="80" y="29"/>
                    <a:pt x="79" y="24"/>
                    <a:pt x="74" y="16"/>
                  </a:cubicBezTo>
                  <a:cubicBezTo>
                    <a:pt x="67" y="6"/>
                    <a:pt x="55" y="0"/>
                    <a:pt x="41" y="0"/>
                  </a:cubicBezTo>
                  <a:cubicBezTo>
                    <a:pt x="27" y="0"/>
                    <a:pt x="13" y="6"/>
                    <a:pt x="7" y="16"/>
                  </a:cubicBezTo>
                  <a:cubicBezTo>
                    <a:pt x="2" y="24"/>
                    <a:pt x="0" y="29"/>
                    <a:pt x="0" y="53"/>
                  </a:cubicBezTo>
                  <a:cubicBezTo>
                    <a:pt x="0" y="150"/>
                    <a:pt x="0" y="150"/>
                    <a:pt x="0" y="150"/>
                  </a:cubicBezTo>
                  <a:cubicBezTo>
                    <a:pt x="0" y="173"/>
                    <a:pt x="2" y="179"/>
                    <a:pt x="7" y="187"/>
                  </a:cubicBezTo>
                  <a:cubicBezTo>
                    <a:pt x="14" y="197"/>
                    <a:pt x="27" y="203"/>
                    <a:pt x="41" y="203"/>
                  </a:cubicBezTo>
                  <a:close/>
                  <a:moveTo>
                    <a:pt x="28" y="42"/>
                  </a:moveTo>
                  <a:cubicBezTo>
                    <a:pt x="28" y="30"/>
                    <a:pt x="32" y="26"/>
                    <a:pt x="40" y="26"/>
                  </a:cubicBezTo>
                  <a:cubicBezTo>
                    <a:pt x="48" y="26"/>
                    <a:pt x="52" y="30"/>
                    <a:pt x="52" y="42"/>
                  </a:cubicBezTo>
                  <a:cubicBezTo>
                    <a:pt x="52" y="162"/>
                    <a:pt x="52" y="162"/>
                    <a:pt x="52" y="162"/>
                  </a:cubicBezTo>
                  <a:cubicBezTo>
                    <a:pt x="52" y="173"/>
                    <a:pt x="48" y="178"/>
                    <a:pt x="40" y="178"/>
                  </a:cubicBezTo>
                  <a:cubicBezTo>
                    <a:pt x="31" y="178"/>
                    <a:pt x="28" y="173"/>
                    <a:pt x="28" y="162"/>
                  </a:cubicBezTo>
                  <a:lnTo>
                    <a:pt x="28"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210"/>
            <p:cNvSpPr>
              <a:spLocks noEditPoints="1"/>
            </p:cNvSpPr>
            <p:nvPr/>
          </p:nvSpPr>
          <p:spPr bwMode="auto">
            <a:xfrm>
              <a:off x="6553200" y="588963"/>
              <a:ext cx="104775" cy="255588"/>
            </a:xfrm>
            <a:custGeom>
              <a:avLst/>
              <a:gdLst>
                <a:gd name="T0" fmla="*/ 28 w 82"/>
                <a:gd name="T1" fmla="*/ 115 h 200"/>
                <a:gd name="T2" fmla="*/ 37 w 82"/>
                <a:gd name="T3" fmla="*/ 114 h 200"/>
                <a:gd name="T4" fmla="*/ 53 w 82"/>
                <a:gd name="T5" fmla="*/ 200 h 200"/>
                <a:gd name="T6" fmla="*/ 82 w 82"/>
                <a:gd name="T7" fmla="*/ 200 h 200"/>
                <a:gd name="T8" fmla="*/ 63 w 82"/>
                <a:gd name="T9" fmla="*/ 105 h 200"/>
                <a:gd name="T10" fmla="*/ 77 w 82"/>
                <a:gd name="T11" fmla="*/ 56 h 200"/>
                <a:gd name="T12" fmla="*/ 66 w 82"/>
                <a:gd name="T13" fmla="*/ 15 h 200"/>
                <a:gd name="T14" fmla="*/ 26 w 82"/>
                <a:gd name="T15" fmla="*/ 0 h 200"/>
                <a:gd name="T16" fmla="*/ 0 w 82"/>
                <a:gd name="T17" fmla="*/ 0 h 200"/>
                <a:gd name="T18" fmla="*/ 0 w 82"/>
                <a:gd name="T19" fmla="*/ 200 h 200"/>
                <a:gd name="T20" fmla="*/ 28 w 82"/>
                <a:gd name="T21" fmla="*/ 200 h 200"/>
                <a:gd name="T22" fmla="*/ 28 w 82"/>
                <a:gd name="T23" fmla="*/ 115 h 200"/>
                <a:gd name="T24" fmla="*/ 28 w 82"/>
                <a:gd name="T25" fmla="*/ 28 h 200"/>
                <a:gd name="T26" fmla="*/ 31 w 82"/>
                <a:gd name="T27" fmla="*/ 28 h 200"/>
                <a:gd name="T28" fmla="*/ 50 w 82"/>
                <a:gd name="T29" fmla="*/ 54 h 200"/>
                <a:gd name="T30" fmla="*/ 47 w 82"/>
                <a:gd name="T31" fmla="*/ 81 h 200"/>
                <a:gd name="T32" fmla="*/ 31 w 82"/>
                <a:gd name="T33" fmla="*/ 88 h 200"/>
                <a:gd name="T34" fmla="*/ 28 w 82"/>
                <a:gd name="T35" fmla="*/ 88 h 200"/>
                <a:gd name="T36" fmla="*/ 28 w 82"/>
                <a:gd name="T37" fmla="*/ 28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2" h="200">
                  <a:moveTo>
                    <a:pt x="28" y="115"/>
                  </a:moveTo>
                  <a:cubicBezTo>
                    <a:pt x="32" y="114"/>
                    <a:pt x="32" y="115"/>
                    <a:pt x="37" y="114"/>
                  </a:cubicBezTo>
                  <a:cubicBezTo>
                    <a:pt x="53" y="200"/>
                    <a:pt x="53" y="200"/>
                    <a:pt x="53" y="200"/>
                  </a:cubicBezTo>
                  <a:cubicBezTo>
                    <a:pt x="82" y="200"/>
                    <a:pt x="82" y="200"/>
                    <a:pt x="82" y="200"/>
                  </a:cubicBezTo>
                  <a:cubicBezTo>
                    <a:pt x="63" y="105"/>
                    <a:pt x="63" y="105"/>
                    <a:pt x="63" y="105"/>
                  </a:cubicBezTo>
                  <a:cubicBezTo>
                    <a:pt x="74" y="90"/>
                    <a:pt x="77" y="81"/>
                    <a:pt x="77" y="56"/>
                  </a:cubicBezTo>
                  <a:cubicBezTo>
                    <a:pt x="77" y="38"/>
                    <a:pt x="74" y="24"/>
                    <a:pt x="66" y="15"/>
                  </a:cubicBezTo>
                  <a:cubicBezTo>
                    <a:pt x="58" y="4"/>
                    <a:pt x="48" y="0"/>
                    <a:pt x="26" y="0"/>
                  </a:cubicBezTo>
                  <a:cubicBezTo>
                    <a:pt x="0" y="0"/>
                    <a:pt x="0" y="0"/>
                    <a:pt x="0" y="0"/>
                  </a:cubicBezTo>
                  <a:cubicBezTo>
                    <a:pt x="0" y="200"/>
                    <a:pt x="0" y="200"/>
                    <a:pt x="0" y="200"/>
                  </a:cubicBezTo>
                  <a:cubicBezTo>
                    <a:pt x="28" y="200"/>
                    <a:pt x="28" y="200"/>
                    <a:pt x="28" y="200"/>
                  </a:cubicBezTo>
                  <a:lnTo>
                    <a:pt x="28" y="115"/>
                  </a:lnTo>
                  <a:close/>
                  <a:moveTo>
                    <a:pt x="28" y="28"/>
                  </a:moveTo>
                  <a:cubicBezTo>
                    <a:pt x="31" y="28"/>
                    <a:pt x="31" y="28"/>
                    <a:pt x="31" y="28"/>
                  </a:cubicBezTo>
                  <a:cubicBezTo>
                    <a:pt x="46" y="28"/>
                    <a:pt x="50" y="32"/>
                    <a:pt x="50" y="54"/>
                  </a:cubicBezTo>
                  <a:cubicBezTo>
                    <a:pt x="50" y="72"/>
                    <a:pt x="49" y="77"/>
                    <a:pt x="47" y="81"/>
                  </a:cubicBezTo>
                  <a:cubicBezTo>
                    <a:pt x="45" y="86"/>
                    <a:pt x="39" y="88"/>
                    <a:pt x="31" y="88"/>
                  </a:cubicBezTo>
                  <a:cubicBezTo>
                    <a:pt x="28" y="88"/>
                    <a:pt x="28" y="88"/>
                    <a:pt x="28" y="88"/>
                  </a:cubicBezTo>
                  <a:lnTo>
                    <a:pt x="28"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211"/>
            <p:cNvSpPr>
              <a:spLocks/>
            </p:cNvSpPr>
            <p:nvPr/>
          </p:nvSpPr>
          <p:spPr bwMode="auto">
            <a:xfrm>
              <a:off x="6686550" y="588963"/>
              <a:ext cx="87313" cy="255588"/>
            </a:xfrm>
            <a:custGeom>
              <a:avLst/>
              <a:gdLst>
                <a:gd name="T0" fmla="*/ 55 w 55"/>
                <a:gd name="T1" fmla="*/ 138 h 161"/>
                <a:gd name="T2" fmla="*/ 22 w 55"/>
                <a:gd name="T3" fmla="*/ 138 h 161"/>
                <a:gd name="T4" fmla="*/ 22 w 55"/>
                <a:gd name="T5" fmla="*/ 87 h 161"/>
                <a:gd name="T6" fmla="*/ 45 w 55"/>
                <a:gd name="T7" fmla="*/ 87 h 161"/>
                <a:gd name="T8" fmla="*/ 45 w 55"/>
                <a:gd name="T9" fmla="*/ 64 h 161"/>
                <a:gd name="T10" fmla="*/ 22 w 55"/>
                <a:gd name="T11" fmla="*/ 64 h 161"/>
                <a:gd name="T12" fmla="*/ 22 w 55"/>
                <a:gd name="T13" fmla="*/ 22 h 161"/>
                <a:gd name="T14" fmla="*/ 55 w 55"/>
                <a:gd name="T15" fmla="*/ 22 h 161"/>
                <a:gd name="T16" fmla="*/ 55 w 55"/>
                <a:gd name="T17" fmla="*/ 0 h 161"/>
                <a:gd name="T18" fmla="*/ 0 w 55"/>
                <a:gd name="T19" fmla="*/ 0 h 161"/>
                <a:gd name="T20" fmla="*/ 0 w 55"/>
                <a:gd name="T21" fmla="*/ 161 h 161"/>
                <a:gd name="T22" fmla="*/ 55 w 55"/>
                <a:gd name="T23" fmla="*/ 161 h 161"/>
                <a:gd name="T24" fmla="*/ 55 w 55"/>
                <a:gd name="T25" fmla="*/ 138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5" h="161">
                  <a:moveTo>
                    <a:pt x="55" y="138"/>
                  </a:moveTo>
                  <a:lnTo>
                    <a:pt x="22" y="138"/>
                  </a:lnTo>
                  <a:lnTo>
                    <a:pt x="22" y="87"/>
                  </a:lnTo>
                  <a:lnTo>
                    <a:pt x="45" y="87"/>
                  </a:lnTo>
                  <a:lnTo>
                    <a:pt x="45" y="64"/>
                  </a:lnTo>
                  <a:lnTo>
                    <a:pt x="22" y="64"/>
                  </a:lnTo>
                  <a:lnTo>
                    <a:pt x="22" y="22"/>
                  </a:lnTo>
                  <a:lnTo>
                    <a:pt x="55" y="22"/>
                  </a:lnTo>
                  <a:lnTo>
                    <a:pt x="55" y="0"/>
                  </a:lnTo>
                  <a:lnTo>
                    <a:pt x="0" y="0"/>
                  </a:lnTo>
                  <a:lnTo>
                    <a:pt x="0" y="161"/>
                  </a:lnTo>
                  <a:lnTo>
                    <a:pt x="55" y="161"/>
                  </a:lnTo>
                  <a:lnTo>
                    <a:pt x="55"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212"/>
            <p:cNvSpPr>
              <a:spLocks/>
            </p:cNvSpPr>
            <p:nvPr/>
          </p:nvSpPr>
          <p:spPr bwMode="auto">
            <a:xfrm>
              <a:off x="6794500" y="585788"/>
              <a:ext cx="104775" cy="258763"/>
            </a:xfrm>
            <a:custGeom>
              <a:avLst/>
              <a:gdLst>
                <a:gd name="T0" fmla="*/ 42 w 82"/>
                <a:gd name="T1" fmla="*/ 203 h 203"/>
                <a:gd name="T2" fmla="*/ 82 w 82"/>
                <a:gd name="T3" fmla="*/ 162 h 203"/>
                <a:gd name="T4" fmla="*/ 62 w 82"/>
                <a:gd name="T5" fmla="*/ 106 h 203"/>
                <a:gd name="T6" fmla="*/ 49 w 82"/>
                <a:gd name="T7" fmla="*/ 86 h 203"/>
                <a:gd name="T8" fmla="*/ 29 w 82"/>
                <a:gd name="T9" fmla="*/ 44 h 203"/>
                <a:gd name="T10" fmla="*/ 41 w 82"/>
                <a:gd name="T11" fmla="*/ 26 h 203"/>
                <a:gd name="T12" fmla="*/ 52 w 82"/>
                <a:gd name="T13" fmla="*/ 38 h 203"/>
                <a:gd name="T14" fmla="*/ 53 w 82"/>
                <a:gd name="T15" fmla="*/ 56 h 203"/>
                <a:gd name="T16" fmla="*/ 80 w 82"/>
                <a:gd name="T17" fmla="*/ 53 h 203"/>
                <a:gd name="T18" fmla="*/ 79 w 82"/>
                <a:gd name="T19" fmla="*/ 28 h 203"/>
                <a:gd name="T20" fmla="*/ 42 w 82"/>
                <a:gd name="T21" fmla="*/ 0 h 203"/>
                <a:gd name="T22" fmla="*/ 2 w 82"/>
                <a:gd name="T23" fmla="*/ 42 h 203"/>
                <a:gd name="T24" fmla="*/ 24 w 82"/>
                <a:gd name="T25" fmla="*/ 99 h 203"/>
                <a:gd name="T26" fmla="*/ 38 w 82"/>
                <a:gd name="T27" fmla="*/ 119 h 203"/>
                <a:gd name="T28" fmla="*/ 55 w 82"/>
                <a:gd name="T29" fmla="*/ 158 h 203"/>
                <a:gd name="T30" fmla="*/ 42 w 82"/>
                <a:gd name="T31" fmla="*/ 178 h 203"/>
                <a:gd name="T32" fmla="*/ 27 w 82"/>
                <a:gd name="T33" fmla="*/ 151 h 203"/>
                <a:gd name="T34" fmla="*/ 27 w 82"/>
                <a:gd name="T35" fmla="*/ 142 h 203"/>
                <a:gd name="T36" fmla="*/ 0 w 82"/>
                <a:gd name="T37" fmla="*/ 143 h 203"/>
                <a:gd name="T38" fmla="*/ 0 w 82"/>
                <a:gd name="T39" fmla="*/ 154 h 203"/>
                <a:gd name="T40" fmla="*/ 9 w 82"/>
                <a:gd name="T41" fmla="*/ 188 h 203"/>
                <a:gd name="T42" fmla="*/ 42 w 82"/>
                <a:gd name="T43" fmla="*/ 20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2" h="203">
                  <a:moveTo>
                    <a:pt x="42" y="203"/>
                  </a:moveTo>
                  <a:cubicBezTo>
                    <a:pt x="68" y="203"/>
                    <a:pt x="82" y="189"/>
                    <a:pt x="82" y="162"/>
                  </a:cubicBezTo>
                  <a:cubicBezTo>
                    <a:pt x="82" y="145"/>
                    <a:pt x="75" y="125"/>
                    <a:pt x="62" y="106"/>
                  </a:cubicBezTo>
                  <a:cubicBezTo>
                    <a:pt x="49" y="86"/>
                    <a:pt x="49" y="86"/>
                    <a:pt x="49" y="86"/>
                  </a:cubicBezTo>
                  <a:cubicBezTo>
                    <a:pt x="30" y="59"/>
                    <a:pt x="29" y="56"/>
                    <a:pt x="29" y="44"/>
                  </a:cubicBezTo>
                  <a:cubicBezTo>
                    <a:pt x="29" y="32"/>
                    <a:pt x="33" y="26"/>
                    <a:pt x="41" y="26"/>
                  </a:cubicBezTo>
                  <a:cubicBezTo>
                    <a:pt x="47" y="26"/>
                    <a:pt x="51" y="30"/>
                    <a:pt x="52" y="38"/>
                  </a:cubicBezTo>
                  <a:cubicBezTo>
                    <a:pt x="53" y="42"/>
                    <a:pt x="53" y="46"/>
                    <a:pt x="53" y="56"/>
                  </a:cubicBezTo>
                  <a:cubicBezTo>
                    <a:pt x="80" y="53"/>
                    <a:pt x="80" y="53"/>
                    <a:pt x="80" y="53"/>
                  </a:cubicBezTo>
                  <a:cubicBezTo>
                    <a:pt x="80" y="37"/>
                    <a:pt x="80" y="36"/>
                    <a:pt x="79" y="28"/>
                  </a:cubicBezTo>
                  <a:cubicBezTo>
                    <a:pt x="75" y="10"/>
                    <a:pt x="61" y="0"/>
                    <a:pt x="42" y="0"/>
                  </a:cubicBezTo>
                  <a:cubicBezTo>
                    <a:pt x="17" y="0"/>
                    <a:pt x="2" y="16"/>
                    <a:pt x="2" y="42"/>
                  </a:cubicBezTo>
                  <a:cubicBezTo>
                    <a:pt x="2" y="60"/>
                    <a:pt x="7" y="74"/>
                    <a:pt x="24" y="99"/>
                  </a:cubicBezTo>
                  <a:cubicBezTo>
                    <a:pt x="38" y="119"/>
                    <a:pt x="38" y="119"/>
                    <a:pt x="38" y="119"/>
                  </a:cubicBezTo>
                  <a:cubicBezTo>
                    <a:pt x="52" y="137"/>
                    <a:pt x="55" y="145"/>
                    <a:pt x="55" y="158"/>
                  </a:cubicBezTo>
                  <a:cubicBezTo>
                    <a:pt x="55" y="171"/>
                    <a:pt x="50" y="178"/>
                    <a:pt x="42" y="178"/>
                  </a:cubicBezTo>
                  <a:cubicBezTo>
                    <a:pt x="31" y="178"/>
                    <a:pt x="27" y="171"/>
                    <a:pt x="27" y="151"/>
                  </a:cubicBezTo>
                  <a:cubicBezTo>
                    <a:pt x="27" y="142"/>
                    <a:pt x="27" y="142"/>
                    <a:pt x="27" y="142"/>
                  </a:cubicBezTo>
                  <a:cubicBezTo>
                    <a:pt x="0" y="143"/>
                    <a:pt x="0" y="143"/>
                    <a:pt x="0" y="143"/>
                  </a:cubicBezTo>
                  <a:cubicBezTo>
                    <a:pt x="0" y="148"/>
                    <a:pt x="0" y="150"/>
                    <a:pt x="0" y="154"/>
                  </a:cubicBezTo>
                  <a:cubicBezTo>
                    <a:pt x="0" y="171"/>
                    <a:pt x="2" y="179"/>
                    <a:pt x="9" y="188"/>
                  </a:cubicBezTo>
                  <a:cubicBezTo>
                    <a:pt x="17" y="199"/>
                    <a:pt x="27" y="203"/>
                    <a:pt x="42" y="2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213"/>
            <p:cNvSpPr>
              <a:spLocks/>
            </p:cNvSpPr>
            <p:nvPr/>
          </p:nvSpPr>
          <p:spPr bwMode="auto">
            <a:xfrm>
              <a:off x="6916738" y="588963"/>
              <a:ext cx="101600" cy="255588"/>
            </a:xfrm>
            <a:custGeom>
              <a:avLst/>
              <a:gdLst>
                <a:gd name="T0" fmla="*/ 22 w 64"/>
                <a:gd name="T1" fmla="*/ 161 h 161"/>
                <a:gd name="T2" fmla="*/ 45 w 64"/>
                <a:gd name="T3" fmla="*/ 161 h 161"/>
                <a:gd name="T4" fmla="*/ 45 w 64"/>
                <a:gd name="T5" fmla="*/ 22 h 161"/>
                <a:gd name="T6" fmla="*/ 64 w 64"/>
                <a:gd name="T7" fmla="*/ 22 h 161"/>
                <a:gd name="T8" fmla="*/ 64 w 64"/>
                <a:gd name="T9" fmla="*/ 0 h 161"/>
                <a:gd name="T10" fmla="*/ 0 w 64"/>
                <a:gd name="T11" fmla="*/ 0 h 161"/>
                <a:gd name="T12" fmla="*/ 0 w 64"/>
                <a:gd name="T13" fmla="*/ 22 h 161"/>
                <a:gd name="T14" fmla="*/ 22 w 64"/>
                <a:gd name="T15" fmla="*/ 22 h 161"/>
                <a:gd name="T16" fmla="*/ 22 w 64"/>
                <a:gd name="T17" fmla="*/ 161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 h="161">
                  <a:moveTo>
                    <a:pt x="22" y="161"/>
                  </a:moveTo>
                  <a:lnTo>
                    <a:pt x="45" y="161"/>
                  </a:lnTo>
                  <a:lnTo>
                    <a:pt x="45" y="22"/>
                  </a:lnTo>
                  <a:lnTo>
                    <a:pt x="64" y="22"/>
                  </a:lnTo>
                  <a:lnTo>
                    <a:pt x="64" y="0"/>
                  </a:lnTo>
                  <a:lnTo>
                    <a:pt x="0" y="0"/>
                  </a:lnTo>
                  <a:lnTo>
                    <a:pt x="0" y="22"/>
                  </a:lnTo>
                  <a:lnTo>
                    <a:pt x="22" y="22"/>
                  </a:lnTo>
                  <a:lnTo>
                    <a:pt x="22" y="1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214"/>
            <p:cNvSpPr>
              <a:spLocks/>
            </p:cNvSpPr>
            <p:nvPr/>
          </p:nvSpPr>
          <p:spPr bwMode="auto">
            <a:xfrm>
              <a:off x="7105650" y="588963"/>
              <a:ext cx="80963" cy="255588"/>
            </a:xfrm>
            <a:custGeom>
              <a:avLst/>
              <a:gdLst>
                <a:gd name="T0" fmla="*/ 22 w 51"/>
                <a:gd name="T1" fmla="*/ 87 h 161"/>
                <a:gd name="T2" fmla="*/ 42 w 51"/>
                <a:gd name="T3" fmla="*/ 87 h 161"/>
                <a:gd name="T4" fmla="*/ 42 w 51"/>
                <a:gd name="T5" fmla="*/ 64 h 161"/>
                <a:gd name="T6" fmla="*/ 22 w 51"/>
                <a:gd name="T7" fmla="*/ 64 h 161"/>
                <a:gd name="T8" fmla="*/ 22 w 51"/>
                <a:gd name="T9" fmla="*/ 22 h 161"/>
                <a:gd name="T10" fmla="*/ 51 w 51"/>
                <a:gd name="T11" fmla="*/ 22 h 161"/>
                <a:gd name="T12" fmla="*/ 51 w 51"/>
                <a:gd name="T13" fmla="*/ 0 h 161"/>
                <a:gd name="T14" fmla="*/ 0 w 51"/>
                <a:gd name="T15" fmla="*/ 0 h 161"/>
                <a:gd name="T16" fmla="*/ 0 w 51"/>
                <a:gd name="T17" fmla="*/ 161 h 161"/>
                <a:gd name="T18" fmla="*/ 22 w 51"/>
                <a:gd name="T19" fmla="*/ 161 h 161"/>
                <a:gd name="T20" fmla="*/ 22 w 51"/>
                <a:gd name="T21" fmla="*/ 87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1" h="161">
                  <a:moveTo>
                    <a:pt x="22" y="87"/>
                  </a:moveTo>
                  <a:lnTo>
                    <a:pt x="42" y="87"/>
                  </a:lnTo>
                  <a:lnTo>
                    <a:pt x="42" y="64"/>
                  </a:lnTo>
                  <a:lnTo>
                    <a:pt x="22" y="64"/>
                  </a:lnTo>
                  <a:lnTo>
                    <a:pt x="22" y="22"/>
                  </a:lnTo>
                  <a:lnTo>
                    <a:pt x="51" y="22"/>
                  </a:lnTo>
                  <a:lnTo>
                    <a:pt x="51" y="0"/>
                  </a:lnTo>
                  <a:lnTo>
                    <a:pt x="0" y="0"/>
                  </a:lnTo>
                  <a:lnTo>
                    <a:pt x="0" y="161"/>
                  </a:lnTo>
                  <a:lnTo>
                    <a:pt x="22" y="161"/>
                  </a:lnTo>
                  <a:lnTo>
                    <a:pt x="22" y="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Rectangle 215"/>
            <p:cNvSpPr>
              <a:spLocks noChangeArrowheads="1"/>
            </p:cNvSpPr>
            <p:nvPr/>
          </p:nvSpPr>
          <p:spPr bwMode="auto">
            <a:xfrm>
              <a:off x="7207250" y="588963"/>
              <a:ext cx="36513" cy="255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216"/>
            <p:cNvSpPr>
              <a:spLocks noEditPoints="1"/>
            </p:cNvSpPr>
            <p:nvPr/>
          </p:nvSpPr>
          <p:spPr bwMode="auto">
            <a:xfrm>
              <a:off x="7273925" y="588963"/>
              <a:ext cx="106363" cy="255588"/>
            </a:xfrm>
            <a:custGeom>
              <a:avLst/>
              <a:gdLst>
                <a:gd name="T0" fmla="*/ 28 w 83"/>
                <a:gd name="T1" fmla="*/ 115 h 200"/>
                <a:gd name="T2" fmla="*/ 38 w 83"/>
                <a:gd name="T3" fmla="*/ 114 h 200"/>
                <a:gd name="T4" fmla="*/ 54 w 83"/>
                <a:gd name="T5" fmla="*/ 200 h 200"/>
                <a:gd name="T6" fmla="*/ 83 w 83"/>
                <a:gd name="T7" fmla="*/ 200 h 200"/>
                <a:gd name="T8" fmla="*/ 64 w 83"/>
                <a:gd name="T9" fmla="*/ 105 h 200"/>
                <a:gd name="T10" fmla="*/ 78 w 83"/>
                <a:gd name="T11" fmla="*/ 56 h 200"/>
                <a:gd name="T12" fmla="*/ 68 w 83"/>
                <a:gd name="T13" fmla="*/ 15 h 200"/>
                <a:gd name="T14" fmla="*/ 27 w 83"/>
                <a:gd name="T15" fmla="*/ 0 h 200"/>
                <a:gd name="T16" fmla="*/ 0 w 83"/>
                <a:gd name="T17" fmla="*/ 0 h 200"/>
                <a:gd name="T18" fmla="*/ 0 w 83"/>
                <a:gd name="T19" fmla="*/ 200 h 200"/>
                <a:gd name="T20" fmla="*/ 28 w 83"/>
                <a:gd name="T21" fmla="*/ 200 h 200"/>
                <a:gd name="T22" fmla="*/ 28 w 83"/>
                <a:gd name="T23" fmla="*/ 115 h 200"/>
                <a:gd name="T24" fmla="*/ 28 w 83"/>
                <a:gd name="T25" fmla="*/ 28 h 200"/>
                <a:gd name="T26" fmla="*/ 32 w 83"/>
                <a:gd name="T27" fmla="*/ 28 h 200"/>
                <a:gd name="T28" fmla="*/ 51 w 83"/>
                <a:gd name="T29" fmla="*/ 54 h 200"/>
                <a:gd name="T30" fmla="*/ 48 w 83"/>
                <a:gd name="T31" fmla="*/ 81 h 200"/>
                <a:gd name="T32" fmla="*/ 32 w 83"/>
                <a:gd name="T33" fmla="*/ 88 h 200"/>
                <a:gd name="T34" fmla="*/ 28 w 83"/>
                <a:gd name="T35" fmla="*/ 88 h 200"/>
                <a:gd name="T36" fmla="*/ 28 w 83"/>
                <a:gd name="T37" fmla="*/ 28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3" h="200">
                  <a:moveTo>
                    <a:pt x="28" y="115"/>
                  </a:moveTo>
                  <a:cubicBezTo>
                    <a:pt x="32" y="114"/>
                    <a:pt x="33" y="115"/>
                    <a:pt x="38" y="114"/>
                  </a:cubicBezTo>
                  <a:cubicBezTo>
                    <a:pt x="54" y="200"/>
                    <a:pt x="54" y="200"/>
                    <a:pt x="54" y="200"/>
                  </a:cubicBezTo>
                  <a:cubicBezTo>
                    <a:pt x="83" y="200"/>
                    <a:pt x="83" y="200"/>
                    <a:pt x="83" y="200"/>
                  </a:cubicBezTo>
                  <a:cubicBezTo>
                    <a:pt x="64" y="105"/>
                    <a:pt x="64" y="105"/>
                    <a:pt x="64" y="105"/>
                  </a:cubicBezTo>
                  <a:cubicBezTo>
                    <a:pt x="75" y="90"/>
                    <a:pt x="78" y="81"/>
                    <a:pt x="78" y="56"/>
                  </a:cubicBezTo>
                  <a:cubicBezTo>
                    <a:pt x="78" y="38"/>
                    <a:pt x="75" y="24"/>
                    <a:pt x="68" y="15"/>
                  </a:cubicBezTo>
                  <a:cubicBezTo>
                    <a:pt x="60" y="4"/>
                    <a:pt x="50" y="0"/>
                    <a:pt x="27" y="0"/>
                  </a:cubicBezTo>
                  <a:cubicBezTo>
                    <a:pt x="0" y="0"/>
                    <a:pt x="0" y="0"/>
                    <a:pt x="0" y="0"/>
                  </a:cubicBezTo>
                  <a:cubicBezTo>
                    <a:pt x="0" y="200"/>
                    <a:pt x="0" y="200"/>
                    <a:pt x="0" y="200"/>
                  </a:cubicBezTo>
                  <a:cubicBezTo>
                    <a:pt x="28" y="200"/>
                    <a:pt x="28" y="200"/>
                    <a:pt x="28" y="200"/>
                  </a:cubicBezTo>
                  <a:lnTo>
                    <a:pt x="28" y="115"/>
                  </a:lnTo>
                  <a:close/>
                  <a:moveTo>
                    <a:pt x="28" y="28"/>
                  </a:moveTo>
                  <a:cubicBezTo>
                    <a:pt x="32" y="28"/>
                    <a:pt x="32" y="28"/>
                    <a:pt x="32" y="28"/>
                  </a:cubicBezTo>
                  <a:cubicBezTo>
                    <a:pt x="47" y="28"/>
                    <a:pt x="51" y="32"/>
                    <a:pt x="51" y="54"/>
                  </a:cubicBezTo>
                  <a:cubicBezTo>
                    <a:pt x="51" y="72"/>
                    <a:pt x="50" y="77"/>
                    <a:pt x="48" y="81"/>
                  </a:cubicBezTo>
                  <a:cubicBezTo>
                    <a:pt x="46" y="86"/>
                    <a:pt x="41" y="88"/>
                    <a:pt x="32" y="88"/>
                  </a:cubicBezTo>
                  <a:cubicBezTo>
                    <a:pt x="28" y="88"/>
                    <a:pt x="28" y="88"/>
                    <a:pt x="28" y="88"/>
                  </a:cubicBezTo>
                  <a:lnTo>
                    <a:pt x="28"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Freeform 217"/>
            <p:cNvSpPr>
              <a:spLocks/>
            </p:cNvSpPr>
            <p:nvPr/>
          </p:nvSpPr>
          <p:spPr bwMode="auto">
            <a:xfrm>
              <a:off x="7405688" y="588963"/>
              <a:ext cx="87313" cy="255588"/>
            </a:xfrm>
            <a:custGeom>
              <a:avLst/>
              <a:gdLst>
                <a:gd name="T0" fmla="*/ 55 w 55"/>
                <a:gd name="T1" fmla="*/ 138 h 161"/>
                <a:gd name="T2" fmla="*/ 23 w 55"/>
                <a:gd name="T3" fmla="*/ 138 h 161"/>
                <a:gd name="T4" fmla="*/ 23 w 55"/>
                <a:gd name="T5" fmla="*/ 87 h 161"/>
                <a:gd name="T6" fmla="*/ 46 w 55"/>
                <a:gd name="T7" fmla="*/ 87 h 161"/>
                <a:gd name="T8" fmla="*/ 46 w 55"/>
                <a:gd name="T9" fmla="*/ 64 h 161"/>
                <a:gd name="T10" fmla="*/ 23 w 55"/>
                <a:gd name="T11" fmla="*/ 64 h 161"/>
                <a:gd name="T12" fmla="*/ 23 w 55"/>
                <a:gd name="T13" fmla="*/ 22 h 161"/>
                <a:gd name="T14" fmla="*/ 55 w 55"/>
                <a:gd name="T15" fmla="*/ 22 h 161"/>
                <a:gd name="T16" fmla="*/ 55 w 55"/>
                <a:gd name="T17" fmla="*/ 0 h 161"/>
                <a:gd name="T18" fmla="*/ 0 w 55"/>
                <a:gd name="T19" fmla="*/ 0 h 161"/>
                <a:gd name="T20" fmla="*/ 0 w 55"/>
                <a:gd name="T21" fmla="*/ 161 h 161"/>
                <a:gd name="T22" fmla="*/ 55 w 55"/>
                <a:gd name="T23" fmla="*/ 161 h 161"/>
                <a:gd name="T24" fmla="*/ 55 w 55"/>
                <a:gd name="T25" fmla="*/ 138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5" h="161">
                  <a:moveTo>
                    <a:pt x="55" y="138"/>
                  </a:moveTo>
                  <a:lnTo>
                    <a:pt x="23" y="138"/>
                  </a:lnTo>
                  <a:lnTo>
                    <a:pt x="23" y="87"/>
                  </a:lnTo>
                  <a:lnTo>
                    <a:pt x="46" y="87"/>
                  </a:lnTo>
                  <a:lnTo>
                    <a:pt x="46" y="64"/>
                  </a:lnTo>
                  <a:lnTo>
                    <a:pt x="23" y="64"/>
                  </a:lnTo>
                  <a:lnTo>
                    <a:pt x="23" y="22"/>
                  </a:lnTo>
                  <a:lnTo>
                    <a:pt x="55" y="22"/>
                  </a:lnTo>
                  <a:lnTo>
                    <a:pt x="55" y="0"/>
                  </a:lnTo>
                  <a:lnTo>
                    <a:pt x="0" y="0"/>
                  </a:lnTo>
                  <a:lnTo>
                    <a:pt x="0" y="161"/>
                  </a:lnTo>
                  <a:lnTo>
                    <a:pt x="55" y="161"/>
                  </a:lnTo>
                  <a:lnTo>
                    <a:pt x="55"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218"/>
            <p:cNvSpPr>
              <a:spLocks/>
            </p:cNvSpPr>
            <p:nvPr/>
          </p:nvSpPr>
          <p:spPr bwMode="auto">
            <a:xfrm>
              <a:off x="6318250" y="915988"/>
              <a:ext cx="246063" cy="622300"/>
            </a:xfrm>
            <a:custGeom>
              <a:avLst/>
              <a:gdLst>
                <a:gd name="T0" fmla="*/ 0 w 155"/>
                <a:gd name="T1" fmla="*/ 0 h 392"/>
                <a:gd name="T2" fmla="*/ 0 w 155"/>
                <a:gd name="T3" fmla="*/ 392 h 392"/>
                <a:gd name="T4" fmla="*/ 55 w 155"/>
                <a:gd name="T5" fmla="*/ 392 h 392"/>
                <a:gd name="T6" fmla="*/ 55 w 155"/>
                <a:gd name="T7" fmla="*/ 212 h 392"/>
                <a:gd name="T8" fmla="*/ 100 w 155"/>
                <a:gd name="T9" fmla="*/ 212 h 392"/>
                <a:gd name="T10" fmla="*/ 100 w 155"/>
                <a:gd name="T11" fmla="*/ 392 h 392"/>
                <a:gd name="T12" fmla="*/ 155 w 155"/>
                <a:gd name="T13" fmla="*/ 392 h 392"/>
                <a:gd name="T14" fmla="*/ 155 w 155"/>
                <a:gd name="T15" fmla="*/ 0 h 392"/>
                <a:gd name="T16" fmla="*/ 100 w 155"/>
                <a:gd name="T17" fmla="*/ 0 h 392"/>
                <a:gd name="T18" fmla="*/ 100 w 155"/>
                <a:gd name="T19" fmla="*/ 160 h 392"/>
                <a:gd name="T20" fmla="*/ 55 w 155"/>
                <a:gd name="T21" fmla="*/ 160 h 392"/>
                <a:gd name="T22" fmla="*/ 55 w 155"/>
                <a:gd name="T23" fmla="*/ 0 h 392"/>
                <a:gd name="T24" fmla="*/ 0 w 155"/>
                <a:gd name="T25" fmla="*/ 0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5" h="392">
                  <a:moveTo>
                    <a:pt x="0" y="0"/>
                  </a:moveTo>
                  <a:lnTo>
                    <a:pt x="0" y="392"/>
                  </a:lnTo>
                  <a:lnTo>
                    <a:pt x="55" y="392"/>
                  </a:lnTo>
                  <a:lnTo>
                    <a:pt x="55" y="212"/>
                  </a:lnTo>
                  <a:lnTo>
                    <a:pt x="100" y="212"/>
                  </a:lnTo>
                  <a:lnTo>
                    <a:pt x="100" y="392"/>
                  </a:lnTo>
                  <a:lnTo>
                    <a:pt x="155" y="392"/>
                  </a:lnTo>
                  <a:lnTo>
                    <a:pt x="155" y="0"/>
                  </a:lnTo>
                  <a:lnTo>
                    <a:pt x="100" y="0"/>
                  </a:lnTo>
                  <a:lnTo>
                    <a:pt x="100" y="160"/>
                  </a:lnTo>
                  <a:lnTo>
                    <a:pt x="55" y="160"/>
                  </a:lnTo>
                  <a:lnTo>
                    <a:pt x="5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219"/>
            <p:cNvSpPr>
              <a:spLocks noEditPoints="1"/>
            </p:cNvSpPr>
            <p:nvPr/>
          </p:nvSpPr>
          <p:spPr bwMode="auto">
            <a:xfrm>
              <a:off x="6629400" y="915988"/>
              <a:ext cx="277813" cy="622300"/>
            </a:xfrm>
            <a:custGeom>
              <a:avLst/>
              <a:gdLst>
                <a:gd name="T0" fmla="*/ 53 w 175"/>
                <a:gd name="T1" fmla="*/ 0 h 392"/>
                <a:gd name="T2" fmla="*/ 0 w 175"/>
                <a:gd name="T3" fmla="*/ 392 h 392"/>
                <a:gd name="T4" fmla="*/ 53 w 175"/>
                <a:gd name="T5" fmla="*/ 392 h 392"/>
                <a:gd name="T6" fmla="*/ 62 w 175"/>
                <a:gd name="T7" fmla="*/ 305 h 392"/>
                <a:gd name="T8" fmla="*/ 112 w 175"/>
                <a:gd name="T9" fmla="*/ 305 h 392"/>
                <a:gd name="T10" fmla="*/ 121 w 175"/>
                <a:gd name="T11" fmla="*/ 392 h 392"/>
                <a:gd name="T12" fmla="*/ 175 w 175"/>
                <a:gd name="T13" fmla="*/ 392 h 392"/>
                <a:gd name="T14" fmla="*/ 124 w 175"/>
                <a:gd name="T15" fmla="*/ 0 h 392"/>
                <a:gd name="T16" fmla="*/ 53 w 175"/>
                <a:gd name="T17" fmla="*/ 0 h 392"/>
                <a:gd name="T18" fmla="*/ 68 w 175"/>
                <a:gd name="T19" fmla="*/ 254 h 392"/>
                <a:gd name="T20" fmla="*/ 87 w 175"/>
                <a:gd name="T21" fmla="*/ 73 h 392"/>
                <a:gd name="T22" fmla="*/ 105 w 175"/>
                <a:gd name="T23" fmla="*/ 254 h 392"/>
                <a:gd name="T24" fmla="*/ 68 w 175"/>
                <a:gd name="T25" fmla="*/ 254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5" h="392">
                  <a:moveTo>
                    <a:pt x="53" y="0"/>
                  </a:moveTo>
                  <a:lnTo>
                    <a:pt x="0" y="392"/>
                  </a:lnTo>
                  <a:lnTo>
                    <a:pt x="53" y="392"/>
                  </a:lnTo>
                  <a:lnTo>
                    <a:pt x="62" y="305"/>
                  </a:lnTo>
                  <a:lnTo>
                    <a:pt x="112" y="305"/>
                  </a:lnTo>
                  <a:lnTo>
                    <a:pt x="121" y="392"/>
                  </a:lnTo>
                  <a:lnTo>
                    <a:pt x="175" y="392"/>
                  </a:lnTo>
                  <a:lnTo>
                    <a:pt x="124" y="0"/>
                  </a:lnTo>
                  <a:lnTo>
                    <a:pt x="53" y="0"/>
                  </a:lnTo>
                  <a:close/>
                  <a:moveTo>
                    <a:pt x="68" y="254"/>
                  </a:moveTo>
                  <a:lnTo>
                    <a:pt x="87" y="73"/>
                  </a:lnTo>
                  <a:lnTo>
                    <a:pt x="105" y="254"/>
                  </a:lnTo>
                  <a:lnTo>
                    <a:pt x="68" y="2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220"/>
            <p:cNvSpPr>
              <a:spLocks/>
            </p:cNvSpPr>
            <p:nvPr/>
          </p:nvSpPr>
          <p:spPr bwMode="auto">
            <a:xfrm>
              <a:off x="6967538" y="915988"/>
              <a:ext cx="239713" cy="622300"/>
            </a:xfrm>
            <a:custGeom>
              <a:avLst/>
              <a:gdLst>
                <a:gd name="T0" fmla="*/ 151 w 151"/>
                <a:gd name="T1" fmla="*/ 0 h 392"/>
                <a:gd name="T2" fmla="*/ 10 w 151"/>
                <a:gd name="T3" fmla="*/ 0 h 392"/>
                <a:gd name="T4" fmla="*/ 10 w 151"/>
                <a:gd name="T5" fmla="*/ 51 h 392"/>
                <a:gd name="T6" fmla="*/ 96 w 151"/>
                <a:gd name="T7" fmla="*/ 51 h 392"/>
                <a:gd name="T8" fmla="*/ 0 w 151"/>
                <a:gd name="T9" fmla="*/ 342 h 392"/>
                <a:gd name="T10" fmla="*/ 0 w 151"/>
                <a:gd name="T11" fmla="*/ 392 h 392"/>
                <a:gd name="T12" fmla="*/ 151 w 151"/>
                <a:gd name="T13" fmla="*/ 392 h 392"/>
                <a:gd name="T14" fmla="*/ 151 w 151"/>
                <a:gd name="T15" fmla="*/ 341 h 392"/>
                <a:gd name="T16" fmla="*/ 54 w 151"/>
                <a:gd name="T17" fmla="*/ 341 h 392"/>
                <a:gd name="T18" fmla="*/ 151 w 151"/>
                <a:gd name="T19" fmla="*/ 53 h 392"/>
                <a:gd name="T20" fmla="*/ 151 w 151"/>
                <a:gd name="T21" fmla="*/ 0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392">
                  <a:moveTo>
                    <a:pt x="151" y="0"/>
                  </a:moveTo>
                  <a:lnTo>
                    <a:pt x="10" y="0"/>
                  </a:lnTo>
                  <a:lnTo>
                    <a:pt x="10" y="51"/>
                  </a:lnTo>
                  <a:lnTo>
                    <a:pt x="96" y="51"/>
                  </a:lnTo>
                  <a:lnTo>
                    <a:pt x="0" y="342"/>
                  </a:lnTo>
                  <a:lnTo>
                    <a:pt x="0" y="392"/>
                  </a:lnTo>
                  <a:lnTo>
                    <a:pt x="151" y="392"/>
                  </a:lnTo>
                  <a:lnTo>
                    <a:pt x="151" y="341"/>
                  </a:lnTo>
                  <a:lnTo>
                    <a:pt x="54" y="341"/>
                  </a:lnTo>
                  <a:lnTo>
                    <a:pt x="151" y="53"/>
                  </a:lnTo>
                  <a:lnTo>
                    <a:pt x="1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Freeform 221"/>
            <p:cNvSpPr>
              <a:spLocks/>
            </p:cNvSpPr>
            <p:nvPr/>
          </p:nvSpPr>
          <p:spPr bwMode="auto">
            <a:xfrm>
              <a:off x="7273925" y="915988"/>
              <a:ext cx="219075" cy="622300"/>
            </a:xfrm>
            <a:custGeom>
              <a:avLst/>
              <a:gdLst>
                <a:gd name="T0" fmla="*/ 138 w 138"/>
                <a:gd name="T1" fmla="*/ 341 h 392"/>
                <a:gd name="T2" fmla="*/ 55 w 138"/>
                <a:gd name="T3" fmla="*/ 341 h 392"/>
                <a:gd name="T4" fmla="*/ 55 w 138"/>
                <a:gd name="T5" fmla="*/ 212 h 392"/>
                <a:gd name="T6" fmla="*/ 109 w 138"/>
                <a:gd name="T7" fmla="*/ 212 h 392"/>
                <a:gd name="T8" fmla="*/ 109 w 138"/>
                <a:gd name="T9" fmla="*/ 160 h 392"/>
                <a:gd name="T10" fmla="*/ 55 w 138"/>
                <a:gd name="T11" fmla="*/ 160 h 392"/>
                <a:gd name="T12" fmla="*/ 55 w 138"/>
                <a:gd name="T13" fmla="*/ 51 h 392"/>
                <a:gd name="T14" fmla="*/ 132 w 138"/>
                <a:gd name="T15" fmla="*/ 51 h 392"/>
                <a:gd name="T16" fmla="*/ 132 w 138"/>
                <a:gd name="T17" fmla="*/ 0 h 392"/>
                <a:gd name="T18" fmla="*/ 0 w 138"/>
                <a:gd name="T19" fmla="*/ 0 h 392"/>
                <a:gd name="T20" fmla="*/ 0 w 138"/>
                <a:gd name="T21" fmla="*/ 392 h 392"/>
                <a:gd name="T22" fmla="*/ 138 w 138"/>
                <a:gd name="T23" fmla="*/ 392 h 392"/>
                <a:gd name="T24" fmla="*/ 138 w 138"/>
                <a:gd name="T25" fmla="*/ 341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8" h="392">
                  <a:moveTo>
                    <a:pt x="138" y="341"/>
                  </a:moveTo>
                  <a:lnTo>
                    <a:pt x="55" y="341"/>
                  </a:lnTo>
                  <a:lnTo>
                    <a:pt x="55" y="212"/>
                  </a:lnTo>
                  <a:lnTo>
                    <a:pt x="109" y="212"/>
                  </a:lnTo>
                  <a:lnTo>
                    <a:pt x="109" y="160"/>
                  </a:lnTo>
                  <a:lnTo>
                    <a:pt x="55" y="160"/>
                  </a:lnTo>
                  <a:lnTo>
                    <a:pt x="55" y="51"/>
                  </a:lnTo>
                  <a:lnTo>
                    <a:pt x="132" y="51"/>
                  </a:lnTo>
                  <a:lnTo>
                    <a:pt x="132" y="0"/>
                  </a:lnTo>
                  <a:lnTo>
                    <a:pt x="0" y="0"/>
                  </a:lnTo>
                  <a:lnTo>
                    <a:pt x="0" y="392"/>
                  </a:lnTo>
                  <a:lnTo>
                    <a:pt x="138" y="392"/>
                  </a:lnTo>
                  <a:lnTo>
                    <a:pt x="138" y="3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30" name="组合 229"/>
          <p:cNvGrpSpPr/>
          <p:nvPr/>
        </p:nvGrpSpPr>
        <p:grpSpPr>
          <a:xfrm>
            <a:off x="6415088" y="3529013"/>
            <a:ext cx="2478087" cy="1252538"/>
            <a:chOff x="6415088" y="3529013"/>
            <a:chExt cx="2478087" cy="1252538"/>
          </a:xfrm>
          <a:solidFill>
            <a:schemeClr val="tx1">
              <a:lumMod val="65000"/>
              <a:lumOff val="35000"/>
            </a:schemeClr>
          </a:solidFill>
        </p:grpSpPr>
        <p:sp>
          <p:nvSpPr>
            <p:cNvPr id="231" name="Freeform 222"/>
            <p:cNvSpPr>
              <a:spLocks noEditPoints="1"/>
            </p:cNvSpPr>
            <p:nvPr/>
          </p:nvSpPr>
          <p:spPr bwMode="auto">
            <a:xfrm>
              <a:off x="6415088" y="3568701"/>
              <a:ext cx="638175" cy="1211263"/>
            </a:xfrm>
            <a:custGeom>
              <a:avLst/>
              <a:gdLst>
                <a:gd name="T0" fmla="*/ 96 w 499"/>
                <a:gd name="T1" fmla="*/ 275 h 949"/>
                <a:gd name="T2" fmla="*/ 140 w 499"/>
                <a:gd name="T3" fmla="*/ 272 h 949"/>
                <a:gd name="T4" fmla="*/ 140 w 499"/>
                <a:gd name="T5" fmla="*/ 432 h 949"/>
                <a:gd name="T6" fmla="*/ 140 w 499"/>
                <a:gd name="T7" fmla="*/ 508 h 949"/>
                <a:gd name="T8" fmla="*/ 140 w 499"/>
                <a:gd name="T9" fmla="*/ 900 h 949"/>
                <a:gd name="T10" fmla="*/ 190 w 499"/>
                <a:gd name="T11" fmla="*/ 949 h 949"/>
                <a:gd name="T12" fmla="*/ 240 w 499"/>
                <a:gd name="T13" fmla="*/ 900 h 949"/>
                <a:gd name="T14" fmla="*/ 240 w 499"/>
                <a:gd name="T15" fmla="*/ 537 h 949"/>
                <a:gd name="T16" fmla="*/ 260 w 499"/>
                <a:gd name="T17" fmla="*/ 537 h 949"/>
                <a:gd name="T18" fmla="*/ 260 w 499"/>
                <a:gd name="T19" fmla="*/ 900 h 949"/>
                <a:gd name="T20" fmla="*/ 310 w 499"/>
                <a:gd name="T21" fmla="*/ 949 h 949"/>
                <a:gd name="T22" fmla="*/ 360 w 499"/>
                <a:gd name="T23" fmla="*/ 900 h 949"/>
                <a:gd name="T24" fmla="*/ 360 w 499"/>
                <a:gd name="T25" fmla="*/ 508 h 949"/>
                <a:gd name="T26" fmla="*/ 360 w 499"/>
                <a:gd name="T27" fmla="*/ 432 h 949"/>
                <a:gd name="T28" fmla="*/ 360 w 499"/>
                <a:gd name="T29" fmla="*/ 272 h 949"/>
                <a:gd name="T30" fmla="*/ 404 w 499"/>
                <a:gd name="T31" fmla="*/ 275 h 949"/>
                <a:gd name="T32" fmla="*/ 482 w 499"/>
                <a:gd name="T33" fmla="*/ 239 h 949"/>
                <a:gd name="T34" fmla="*/ 384 w 499"/>
                <a:gd name="T35" fmla="*/ 83 h 949"/>
                <a:gd name="T36" fmla="*/ 352 w 499"/>
                <a:gd name="T37" fmla="*/ 77 h 949"/>
                <a:gd name="T38" fmla="*/ 323 w 499"/>
                <a:gd name="T39" fmla="*/ 111 h 949"/>
                <a:gd name="T40" fmla="*/ 312 w 499"/>
                <a:gd name="T41" fmla="*/ 107 h 949"/>
                <a:gd name="T42" fmla="*/ 339 w 499"/>
                <a:gd name="T43" fmla="*/ 81 h 949"/>
                <a:gd name="T44" fmla="*/ 250 w 499"/>
                <a:gd name="T45" fmla="*/ 0 h 949"/>
                <a:gd name="T46" fmla="*/ 160 w 499"/>
                <a:gd name="T47" fmla="*/ 81 h 949"/>
                <a:gd name="T48" fmla="*/ 188 w 499"/>
                <a:gd name="T49" fmla="*/ 107 h 949"/>
                <a:gd name="T50" fmla="*/ 176 w 499"/>
                <a:gd name="T51" fmla="*/ 111 h 949"/>
                <a:gd name="T52" fmla="*/ 148 w 499"/>
                <a:gd name="T53" fmla="*/ 77 h 949"/>
                <a:gd name="T54" fmla="*/ 116 w 499"/>
                <a:gd name="T55" fmla="*/ 83 h 949"/>
                <a:gd name="T56" fmla="*/ 17 w 499"/>
                <a:gd name="T57" fmla="*/ 239 h 949"/>
                <a:gd name="T58" fmla="*/ 96 w 499"/>
                <a:gd name="T59" fmla="*/ 275 h 949"/>
                <a:gd name="T60" fmla="*/ 250 w 499"/>
                <a:gd name="T61" fmla="*/ 105 h 949"/>
                <a:gd name="T62" fmla="*/ 322 w 499"/>
                <a:gd name="T63" fmla="*/ 120 h 949"/>
                <a:gd name="T64" fmla="*/ 317 w 499"/>
                <a:gd name="T65" fmla="*/ 129 h 949"/>
                <a:gd name="T66" fmla="*/ 250 w 499"/>
                <a:gd name="T67" fmla="*/ 116 h 949"/>
                <a:gd name="T68" fmla="*/ 182 w 499"/>
                <a:gd name="T69" fmla="*/ 129 h 949"/>
                <a:gd name="T70" fmla="*/ 177 w 499"/>
                <a:gd name="T71" fmla="*/ 120 h 949"/>
                <a:gd name="T72" fmla="*/ 250 w 499"/>
                <a:gd name="T73" fmla="*/ 105 h 949"/>
                <a:gd name="T74" fmla="*/ 321 w 499"/>
                <a:gd name="T75" fmla="*/ 135 h 949"/>
                <a:gd name="T76" fmla="*/ 321 w 499"/>
                <a:gd name="T77" fmla="*/ 135 h 949"/>
                <a:gd name="T78" fmla="*/ 321 w 499"/>
                <a:gd name="T79" fmla="*/ 135 h 949"/>
                <a:gd name="T80" fmla="*/ 250 w 499"/>
                <a:gd name="T81" fmla="*/ 125 h 949"/>
                <a:gd name="T82" fmla="*/ 312 w 499"/>
                <a:gd name="T83" fmla="*/ 137 h 949"/>
                <a:gd name="T84" fmla="*/ 250 w 499"/>
                <a:gd name="T85" fmla="*/ 171 h 949"/>
                <a:gd name="T86" fmla="*/ 187 w 499"/>
                <a:gd name="T87" fmla="*/ 137 h 949"/>
                <a:gd name="T88" fmla="*/ 250 w 499"/>
                <a:gd name="T89" fmla="*/ 125 h 949"/>
                <a:gd name="T90" fmla="*/ 178 w 499"/>
                <a:gd name="T91" fmla="*/ 135 h 949"/>
                <a:gd name="T92" fmla="*/ 178 w 499"/>
                <a:gd name="T93" fmla="*/ 135 h 949"/>
                <a:gd name="T94" fmla="*/ 178 w 499"/>
                <a:gd name="T95" fmla="*/ 135 h 949"/>
                <a:gd name="T96" fmla="*/ 157 w 499"/>
                <a:gd name="T97" fmla="*/ 132 h 949"/>
                <a:gd name="T98" fmla="*/ 165 w 499"/>
                <a:gd name="T99" fmla="*/ 121 h 949"/>
                <a:gd name="T100" fmla="*/ 250 w 499"/>
                <a:gd name="T101" fmla="*/ 180 h 949"/>
                <a:gd name="T102" fmla="*/ 334 w 499"/>
                <a:gd name="T103" fmla="*/ 121 h 949"/>
                <a:gd name="T104" fmla="*/ 342 w 499"/>
                <a:gd name="T105" fmla="*/ 132 h 949"/>
                <a:gd name="T106" fmla="*/ 418 w 499"/>
                <a:gd name="T107" fmla="*/ 210 h 949"/>
                <a:gd name="T108" fmla="*/ 348 w 499"/>
                <a:gd name="T109" fmla="*/ 206 h 949"/>
                <a:gd name="T110" fmla="*/ 333 w 499"/>
                <a:gd name="T111" fmla="*/ 203 h 949"/>
                <a:gd name="T112" fmla="*/ 327 w 499"/>
                <a:gd name="T113" fmla="*/ 201 h 949"/>
                <a:gd name="T114" fmla="*/ 172 w 499"/>
                <a:gd name="T115" fmla="*/ 201 h 949"/>
                <a:gd name="T116" fmla="*/ 167 w 499"/>
                <a:gd name="T117" fmla="*/ 203 h 949"/>
                <a:gd name="T118" fmla="*/ 151 w 499"/>
                <a:gd name="T119" fmla="*/ 205 h 949"/>
                <a:gd name="T120" fmla="*/ 81 w 499"/>
                <a:gd name="T121" fmla="*/ 210 h 949"/>
                <a:gd name="T122" fmla="*/ 157 w 499"/>
                <a:gd name="T123" fmla="*/ 132 h 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99" h="949">
                  <a:moveTo>
                    <a:pt x="96" y="275"/>
                  </a:moveTo>
                  <a:cubicBezTo>
                    <a:pt x="111" y="275"/>
                    <a:pt x="128" y="273"/>
                    <a:pt x="140" y="272"/>
                  </a:cubicBezTo>
                  <a:cubicBezTo>
                    <a:pt x="140" y="432"/>
                    <a:pt x="140" y="432"/>
                    <a:pt x="140" y="432"/>
                  </a:cubicBezTo>
                  <a:cubicBezTo>
                    <a:pt x="140" y="508"/>
                    <a:pt x="140" y="508"/>
                    <a:pt x="140" y="508"/>
                  </a:cubicBezTo>
                  <a:cubicBezTo>
                    <a:pt x="140" y="900"/>
                    <a:pt x="140" y="900"/>
                    <a:pt x="140" y="900"/>
                  </a:cubicBezTo>
                  <a:cubicBezTo>
                    <a:pt x="140" y="927"/>
                    <a:pt x="162" y="949"/>
                    <a:pt x="190" y="949"/>
                  </a:cubicBezTo>
                  <a:cubicBezTo>
                    <a:pt x="217" y="949"/>
                    <a:pt x="240" y="927"/>
                    <a:pt x="240" y="900"/>
                  </a:cubicBezTo>
                  <a:cubicBezTo>
                    <a:pt x="240" y="537"/>
                    <a:pt x="240" y="537"/>
                    <a:pt x="240" y="537"/>
                  </a:cubicBezTo>
                  <a:cubicBezTo>
                    <a:pt x="260" y="537"/>
                    <a:pt x="260" y="537"/>
                    <a:pt x="260" y="537"/>
                  </a:cubicBezTo>
                  <a:cubicBezTo>
                    <a:pt x="260" y="900"/>
                    <a:pt x="260" y="900"/>
                    <a:pt x="260" y="900"/>
                  </a:cubicBezTo>
                  <a:cubicBezTo>
                    <a:pt x="260" y="927"/>
                    <a:pt x="282" y="949"/>
                    <a:pt x="310" y="949"/>
                  </a:cubicBezTo>
                  <a:cubicBezTo>
                    <a:pt x="337" y="949"/>
                    <a:pt x="360" y="927"/>
                    <a:pt x="360" y="900"/>
                  </a:cubicBezTo>
                  <a:cubicBezTo>
                    <a:pt x="360" y="508"/>
                    <a:pt x="360" y="508"/>
                    <a:pt x="360" y="508"/>
                  </a:cubicBezTo>
                  <a:cubicBezTo>
                    <a:pt x="360" y="432"/>
                    <a:pt x="360" y="432"/>
                    <a:pt x="360" y="432"/>
                  </a:cubicBezTo>
                  <a:cubicBezTo>
                    <a:pt x="360" y="272"/>
                    <a:pt x="360" y="272"/>
                    <a:pt x="360" y="272"/>
                  </a:cubicBezTo>
                  <a:cubicBezTo>
                    <a:pt x="372" y="273"/>
                    <a:pt x="389" y="275"/>
                    <a:pt x="404" y="275"/>
                  </a:cubicBezTo>
                  <a:cubicBezTo>
                    <a:pt x="438" y="275"/>
                    <a:pt x="470" y="267"/>
                    <a:pt x="482" y="239"/>
                  </a:cubicBezTo>
                  <a:cubicBezTo>
                    <a:pt x="499" y="201"/>
                    <a:pt x="470" y="156"/>
                    <a:pt x="384" y="83"/>
                  </a:cubicBezTo>
                  <a:cubicBezTo>
                    <a:pt x="375" y="75"/>
                    <a:pt x="362" y="73"/>
                    <a:pt x="352" y="77"/>
                  </a:cubicBezTo>
                  <a:cubicBezTo>
                    <a:pt x="347" y="86"/>
                    <a:pt x="338" y="101"/>
                    <a:pt x="323" y="111"/>
                  </a:cubicBezTo>
                  <a:cubicBezTo>
                    <a:pt x="320" y="109"/>
                    <a:pt x="316" y="108"/>
                    <a:pt x="312" y="107"/>
                  </a:cubicBezTo>
                  <a:cubicBezTo>
                    <a:pt x="324" y="101"/>
                    <a:pt x="333" y="90"/>
                    <a:pt x="339" y="81"/>
                  </a:cubicBezTo>
                  <a:cubicBezTo>
                    <a:pt x="334" y="36"/>
                    <a:pt x="296" y="0"/>
                    <a:pt x="250" y="0"/>
                  </a:cubicBezTo>
                  <a:cubicBezTo>
                    <a:pt x="203" y="0"/>
                    <a:pt x="165" y="36"/>
                    <a:pt x="160" y="81"/>
                  </a:cubicBezTo>
                  <a:cubicBezTo>
                    <a:pt x="166" y="90"/>
                    <a:pt x="175" y="101"/>
                    <a:pt x="188" y="107"/>
                  </a:cubicBezTo>
                  <a:cubicBezTo>
                    <a:pt x="184" y="108"/>
                    <a:pt x="180" y="109"/>
                    <a:pt x="176" y="111"/>
                  </a:cubicBezTo>
                  <a:cubicBezTo>
                    <a:pt x="162" y="101"/>
                    <a:pt x="152" y="86"/>
                    <a:pt x="148" y="77"/>
                  </a:cubicBezTo>
                  <a:cubicBezTo>
                    <a:pt x="137" y="73"/>
                    <a:pt x="125" y="75"/>
                    <a:pt x="116" y="83"/>
                  </a:cubicBezTo>
                  <a:cubicBezTo>
                    <a:pt x="29" y="156"/>
                    <a:pt x="0" y="201"/>
                    <a:pt x="17" y="239"/>
                  </a:cubicBezTo>
                  <a:cubicBezTo>
                    <a:pt x="30" y="267"/>
                    <a:pt x="62" y="275"/>
                    <a:pt x="96" y="275"/>
                  </a:cubicBezTo>
                  <a:close/>
                  <a:moveTo>
                    <a:pt x="250" y="105"/>
                  </a:moveTo>
                  <a:cubicBezTo>
                    <a:pt x="255" y="106"/>
                    <a:pt x="299" y="110"/>
                    <a:pt x="322" y="120"/>
                  </a:cubicBezTo>
                  <a:cubicBezTo>
                    <a:pt x="321" y="123"/>
                    <a:pt x="319" y="126"/>
                    <a:pt x="317" y="129"/>
                  </a:cubicBezTo>
                  <a:cubicBezTo>
                    <a:pt x="304" y="125"/>
                    <a:pt x="271" y="116"/>
                    <a:pt x="250" y="116"/>
                  </a:cubicBezTo>
                  <a:cubicBezTo>
                    <a:pt x="229" y="116"/>
                    <a:pt x="195" y="125"/>
                    <a:pt x="182" y="129"/>
                  </a:cubicBezTo>
                  <a:cubicBezTo>
                    <a:pt x="180" y="126"/>
                    <a:pt x="179" y="123"/>
                    <a:pt x="177" y="120"/>
                  </a:cubicBezTo>
                  <a:cubicBezTo>
                    <a:pt x="200" y="110"/>
                    <a:pt x="245" y="106"/>
                    <a:pt x="250" y="105"/>
                  </a:cubicBezTo>
                  <a:close/>
                  <a:moveTo>
                    <a:pt x="321" y="135"/>
                  </a:moveTo>
                  <a:cubicBezTo>
                    <a:pt x="321" y="135"/>
                    <a:pt x="321" y="135"/>
                    <a:pt x="321" y="135"/>
                  </a:cubicBezTo>
                  <a:cubicBezTo>
                    <a:pt x="321" y="135"/>
                    <a:pt x="321" y="135"/>
                    <a:pt x="321" y="135"/>
                  </a:cubicBezTo>
                  <a:close/>
                  <a:moveTo>
                    <a:pt x="250" y="125"/>
                  </a:moveTo>
                  <a:cubicBezTo>
                    <a:pt x="268" y="125"/>
                    <a:pt x="298" y="133"/>
                    <a:pt x="312" y="137"/>
                  </a:cubicBezTo>
                  <a:cubicBezTo>
                    <a:pt x="299" y="156"/>
                    <a:pt x="277" y="171"/>
                    <a:pt x="250" y="171"/>
                  </a:cubicBezTo>
                  <a:cubicBezTo>
                    <a:pt x="223" y="171"/>
                    <a:pt x="201" y="156"/>
                    <a:pt x="187" y="137"/>
                  </a:cubicBezTo>
                  <a:cubicBezTo>
                    <a:pt x="201" y="133"/>
                    <a:pt x="231" y="125"/>
                    <a:pt x="250" y="125"/>
                  </a:cubicBezTo>
                  <a:close/>
                  <a:moveTo>
                    <a:pt x="178" y="135"/>
                  </a:moveTo>
                  <a:cubicBezTo>
                    <a:pt x="178" y="135"/>
                    <a:pt x="178" y="135"/>
                    <a:pt x="178" y="135"/>
                  </a:cubicBezTo>
                  <a:cubicBezTo>
                    <a:pt x="178" y="135"/>
                    <a:pt x="178" y="135"/>
                    <a:pt x="178" y="135"/>
                  </a:cubicBezTo>
                  <a:close/>
                  <a:moveTo>
                    <a:pt x="157" y="132"/>
                  </a:moveTo>
                  <a:cubicBezTo>
                    <a:pt x="161" y="129"/>
                    <a:pt x="163" y="125"/>
                    <a:pt x="165" y="121"/>
                  </a:cubicBezTo>
                  <a:cubicBezTo>
                    <a:pt x="178" y="156"/>
                    <a:pt x="211" y="180"/>
                    <a:pt x="250" y="180"/>
                  </a:cubicBezTo>
                  <a:cubicBezTo>
                    <a:pt x="289" y="180"/>
                    <a:pt x="322" y="156"/>
                    <a:pt x="334" y="121"/>
                  </a:cubicBezTo>
                  <a:cubicBezTo>
                    <a:pt x="336" y="125"/>
                    <a:pt x="339" y="129"/>
                    <a:pt x="342" y="132"/>
                  </a:cubicBezTo>
                  <a:cubicBezTo>
                    <a:pt x="393" y="175"/>
                    <a:pt x="412" y="199"/>
                    <a:pt x="418" y="210"/>
                  </a:cubicBezTo>
                  <a:cubicBezTo>
                    <a:pt x="405" y="212"/>
                    <a:pt x="382" y="210"/>
                    <a:pt x="348" y="206"/>
                  </a:cubicBezTo>
                  <a:cubicBezTo>
                    <a:pt x="342" y="205"/>
                    <a:pt x="337" y="203"/>
                    <a:pt x="333" y="203"/>
                  </a:cubicBezTo>
                  <a:cubicBezTo>
                    <a:pt x="331" y="203"/>
                    <a:pt x="329" y="201"/>
                    <a:pt x="327" y="201"/>
                  </a:cubicBezTo>
                  <a:cubicBezTo>
                    <a:pt x="172" y="201"/>
                    <a:pt x="172" y="201"/>
                    <a:pt x="172" y="201"/>
                  </a:cubicBezTo>
                  <a:cubicBezTo>
                    <a:pt x="170" y="201"/>
                    <a:pt x="168" y="203"/>
                    <a:pt x="167" y="203"/>
                  </a:cubicBezTo>
                  <a:cubicBezTo>
                    <a:pt x="162" y="203"/>
                    <a:pt x="158" y="204"/>
                    <a:pt x="151" y="205"/>
                  </a:cubicBezTo>
                  <a:cubicBezTo>
                    <a:pt x="118" y="210"/>
                    <a:pt x="94" y="211"/>
                    <a:pt x="81" y="210"/>
                  </a:cubicBezTo>
                  <a:cubicBezTo>
                    <a:pt x="88" y="198"/>
                    <a:pt x="106" y="175"/>
                    <a:pt x="157" y="1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223"/>
            <p:cNvSpPr>
              <a:spLocks/>
            </p:cNvSpPr>
            <p:nvPr/>
          </p:nvSpPr>
          <p:spPr bwMode="auto">
            <a:xfrm>
              <a:off x="7269163" y="4467226"/>
              <a:ext cx="101600" cy="312738"/>
            </a:xfrm>
            <a:custGeom>
              <a:avLst/>
              <a:gdLst>
                <a:gd name="T0" fmla="*/ 0 w 80"/>
                <a:gd name="T1" fmla="*/ 206 h 246"/>
                <a:gd name="T2" fmla="*/ 40 w 80"/>
                <a:gd name="T3" fmla="*/ 246 h 246"/>
                <a:gd name="T4" fmla="*/ 80 w 80"/>
                <a:gd name="T5" fmla="*/ 206 h 246"/>
                <a:gd name="T6" fmla="*/ 80 w 80"/>
                <a:gd name="T7" fmla="*/ 8 h 246"/>
                <a:gd name="T8" fmla="*/ 0 w 80"/>
                <a:gd name="T9" fmla="*/ 0 h 246"/>
                <a:gd name="T10" fmla="*/ 0 w 80"/>
                <a:gd name="T11" fmla="*/ 206 h 246"/>
              </a:gdLst>
              <a:ahLst/>
              <a:cxnLst>
                <a:cxn ang="0">
                  <a:pos x="T0" y="T1"/>
                </a:cxn>
                <a:cxn ang="0">
                  <a:pos x="T2" y="T3"/>
                </a:cxn>
                <a:cxn ang="0">
                  <a:pos x="T4" y="T5"/>
                </a:cxn>
                <a:cxn ang="0">
                  <a:pos x="T6" y="T7"/>
                </a:cxn>
                <a:cxn ang="0">
                  <a:pos x="T8" y="T9"/>
                </a:cxn>
                <a:cxn ang="0">
                  <a:pos x="T10" y="T11"/>
                </a:cxn>
              </a:cxnLst>
              <a:rect l="0" t="0" r="r" b="b"/>
              <a:pathLst>
                <a:path w="80" h="246">
                  <a:moveTo>
                    <a:pt x="0" y="206"/>
                  </a:moveTo>
                  <a:cubicBezTo>
                    <a:pt x="0" y="228"/>
                    <a:pt x="18" y="246"/>
                    <a:pt x="40" y="246"/>
                  </a:cubicBezTo>
                  <a:cubicBezTo>
                    <a:pt x="62" y="246"/>
                    <a:pt x="80" y="228"/>
                    <a:pt x="80" y="206"/>
                  </a:cubicBezTo>
                  <a:cubicBezTo>
                    <a:pt x="80" y="8"/>
                    <a:pt x="80" y="8"/>
                    <a:pt x="80" y="8"/>
                  </a:cubicBezTo>
                  <a:cubicBezTo>
                    <a:pt x="52" y="7"/>
                    <a:pt x="24" y="4"/>
                    <a:pt x="0" y="0"/>
                  </a:cubicBezTo>
                  <a:lnTo>
                    <a:pt x="0" y="2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224"/>
            <p:cNvSpPr>
              <a:spLocks/>
            </p:cNvSpPr>
            <p:nvPr/>
          </p:nvSpPr>
          <p:spPr bwMode="auto">
            <a:xfrm>
              <a:off x="7391400" y="4467226"/>
              <a:ext cx="101600" cy="312738"/>
            </a:xfrm>
            <a:custGeom>
              <a:avLst/>
              <a:gdLst>
                <a:gd name="T0" fmla="*/ 0 w 80"/>
                <a:gd name="T1" fmla="*/ 206 h 246"/>
                <a:gd name="T2" fmla="*/ 40 w 80"/>
                <a:gd name="T3" fmla="*/ 246 h 246"/>
                <a:gd name="T4" fmla="*/ 80 w 80"/>
                <a:gd name="T5" fmla="*/ 206 h 246"/>
                <a:gd name="T6" fmla="*/ 80 w 80"/>
                <a:gd name="T7" fmla="*/ 0 h 246"/>
                <a:gd name="T8" fmla="*/ 0 w 80"/>
                <a:gd name="T9" fmla="*/ 8 h 246"/>
                <a:gd name="T10" fmla="*/ 0 w 80"/>
                <a:gd name="T11" fmla="*/ 206 h 246"/>
              </a:gdLst>
              <a:ahLst/>
              <a:cxnLst>
                <a:cxn ang="0">
                  <a:pos x="T0" y="T1"/>
                </a:cxn>
                <a:cxn ang="0">
                  <a:pos x="T2" y="T3"/>
                </a:cxn>
                <a:cxn ang="0">
                  <a:pos x="T4" y="T5"/>
                </a:cxn>
                <a:cxn ang="0">
                  <a:pos x="T6" y="T7"/>
                </a:cxn>
                <a:cxn ang="0">
                  <a:pos x="T8" y="T9"/>
                </a:cxn>
                <a:cxn ang="0">
                  <a:pos x="T10" y="T11"/>
                </a:cxn>
              </a:cxnLst>
              <a:rect l="0" t="0" r="r" b="b"/>
              <a:pathLst>
                <a:path w="80" h="246">
                  <a:moveTo>
                    <a:pt x="0" y="206"/>
                  </a:moveTo>
                  <a:cubicBezTo>
                    <a:pt x="0" y="228"/>
                    <a:pt x="18" y="246"/>
                    <a:pt x="40" y="246"/>
                  </a:cubicBezTo>
                  <a:cubicBezTo>
                    <a:pt x="62" y="246"/>
                    <a:pt x="80" y="228"/>
                    <a:pt x="80" y="206"/>
                  </a:cubicBezTo>
                  <a:cubicBezTo>
                    <a:pt x="80" y="0"/>
                    <a:pt x="80" y="0"/>
                    <a:pt x="80" y="0"/>
                  </a:cubicBezTo>
                  <a:cubicBezTo>
                    <a:pt x="56" y="4"/>
                    <a:pt x="28" y="7"/>
                    <a:pt x="0" y="8"/>
                  </a:cubicBezTo>
                  <a:lnTo>
                    <a:pt x="0" y="2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225"/>
            <p:cNvSpPr>
              <a:spLocks noEditPoints="1"/>
            </p:cNvSpPr>
            <p:nvPr/>
          </p:nvSpPr>
          <p:spPr bwMode="auto">
            <a:xfrm>
              <a:off x="7105650" y="3617913"/>
              <a:ext cx="549275" cy="842963"/>
            </a:xfrm>
            <a:custGeom>
              <a:avLst/>
              <a:gdLst>
                <a:gd name="T0" fmla="*/ 420 w 431"/>
                <a:gd name="T1" fmla="*/ 202 h 661"/>
                <a:gd name="T2" fmla="*/ 327 w 431"/>
                <a:gd name="T3" fmla="*/ 80 h 661"/>
                <a:gd name="T4" fmla="*/ 314 w 431"/>
                <a:gd name="T5" fmla="*/ 75 h 661"/>
                <a:gd name="T6" fmla="*/ 289 w 431"/>
                <a:gd name="T7" fmla="*/ 102 h 661"/>
                <a:gd name="T8" fmla="*/ 278 w 431"/>
                <a:gd name="T9" fmla="*/ 98 h 661"/>
                <a:gd name="T10" fmla="*/ 301 w 431"/>
                <a:gd name="T11" fmla="*/ 78 h 661"/>
                <a:gd name="T12" fmla="*/ 216 w 431"/>
                <a:gd name="T13" fmla="*/ 0 h 661"/>
                <a:gd name="T14" fmla="*/ 130 w 431"/>
                <a:gd name="T15" fmla="*/ 78 h 661"/>
                <a:gd name="T16" fmla="*/ 153 w 431"/>
                <a:gd name="T17" fmla="*/ 98 h 661"/>
                <a:gd name="T18" fmla="*/ 142 w 431"/>
                <a:gd name="T19" fmla="*/ 102 h 661"/>
                <a:gd name="T20" fmla="*/ 118 w 431"/>
                <a:gd name="T21" fmla="*/ 75 h 661"/>
                <a:gd name="T22" fmla="*/ 104 w 431"/>
                <a:gd name="T23" fmla="*/ 80 h 661"/>
                <a:gd name="T24" fmla="*/ 11 w 431"/>
                <a:gd name="T25" fmla="*/ 202 h 661"/>
                <a:gd name="T26" fmla="*/ 108 w 431"/>
                <a:gd name="T27" fmla="*/ 243 h 661"/>
                <a:gd name="T28" fmla="*/ 120 w 431"/>
                <a:gd name="T29" fmla="*/ 244 h 661"/>
                <a:gd name="T30" fmla="*/ 42 w 431"/>
                <a:gd name="T31" fmla="*/ 625 h 661"/>
                <a:gd name="T32" fmla="*/ 216 w 431"/>
                <a:gd name="T33" fmla="*/ 661 h 661"/>
                <a:gd name="T34" fmla="*/ 389 w 431"/>
                <a:gd name="T35" fmla="*/ 625 h 661"/>
                <a:gd name="T36" fmla="*/ 311 w 431"/>
                <a:gd name="T37" fmla="*/ 244 h 661"/>
                <a:gd name="T38" fmla="*/ 324 w 431"/>
                <a:gd name="T39" fmla="*/ 243 h 661"/>
                <a:gd name="T40" fmla="*/ 420 w 431"/>
                <a:gd name="T41" fmla="*/ 202 h 661"/>
                <a:gd name="T42" fmla="*/ 216 w 431"/>
                <a:gd name="T43" fmla="*/ 96 h 661"/>
                <a:gd name="T44" fmla="*/ 288 w 431"/>
                <a:gd name="T45" fmla="*/ 111 h 661"/>
                <a:gd name="T46" fmla="*/ 283 w 431"/>
                <a:gd name="T47" fmla="*/ 121 h 661"/>
                <a:gd name="T48" fmla="*/ 216 w 431"/>
                <a:gd name="T49" fmla="*/ 108 h 661"/>
                <a:gd name="T50" fmla="*/ 148 w 431"/>
                <a:gd name="T51" fmla="*/ 121 h 661"/>
                <a:gd name="T52" fmla="*/ 143 w 431"/>
                <a:gd name="T53" fmla="*/ 111 h 661"/>
                <a:gd name="T54" fmla="*/ 216 w 431"/>
                <a:gd name="T55" fmla="*/ 96 h 661"/>
                <a:gd name="T56" fmla="*/ 287 w 431"/>
                <a:gd name="T57" fmla="*/ 126 h 661"/>
                <a:gd name="T58" fmla="*/ 287 w 431"/>
                <a:gd name="T59" fmla="*/ 126 h 661"/>
                <a:gd name="T60" fmla="*/ 287 w 431"/>
                <a:gd name="T61" fmla="*/ 126 h 661"/>
                <a:gd name="T62" fmla="*/ 216 w 431"/>
                <a:gd name="T63" fmla="*/ 116 h 661"/>
                <a:gd name="T64" fmla="*/ 278 w 431"/>
                <a:gd name="T65" fmla="*/ 128 h 661"/>
                <a:gd name="T66" fmla="*/ 216 w 431"/>
                <a:gd name="T67" fmla="*/ 163 h 661"/>
                <a:gd name="T68" fmla="*/ 153 w 431"/>
                <a:gd name="T69" fmla="*/ 128 h 661"/>
                <a:gd name="T70" fmla="*/ 216 w 431"/>
                <a:gd name="T71" fmla="*/ 116 h 661"/>
                <a:gd name="T72" fmla="*/ 144 w 431"/>
                <a:gd name="T73" fmla="*/ 126 h 661"/>
                <a:gd name="T74" fmla="*/ 144 w 431"/>
                <a:gd name="T75" fmla="*/ 126 h 661"/>
                <a:gd name="T76" fmla="*/ 144 w 431"/>
                <a:gd name="T77" fmla="*/ 126 h 661"/>
                <a:gd name="T78" fmla="*/ 292 w 431"/>
                <a:gd name="T79" fmla="*/ 192 h 661"/>
                <a:gd name="T80" fmla="*/ 252 w 431"/>
                <a:gd name="T81" fmla="*/ 191 h 661"/>
                <a:gd name="T82" fmla="*/ 216 w 431"/>
                <a:gd name="T83" fmla="*/ 190 h 661"/>
                <a:gd name="T84" fmla="*/ 179 w 431"/>
                <a:gd name="T85" fmla="*/ 191 h 661"/>
                <a:gd name="T86" fmla="*/ 139 w 431"/>
                <a:gd name="T87" fmla="*/ 192 h 661"/>
                <a:gd name="T88" fmla="*/ 63 w 431"/>
                <a:gd name="T89" fmla="*/ 185 h 661"/>
                <a:gd name="T90" fmla="*/ 134 w 431"/>
                <a:gd name="T91" fmla="*/ 123 h 661"/>
                <a:gd name="T92" fmla="*/ 137 w 431"/>
                <a:gd name="T93" fmla="*/ 120 h 661"/>
                <a:gd name="T94" fmla="*/ 216 w 431"/>
                <a:gd name="T95" fmla="*/ 172 h 661"/>
                <a:gd name="T96" fmla="*/ 294 w 431"/>
                <a:gd name="T97" fmla="*/ 120 h 661"/>
                <a:gd name="T98" fmla="*/ 298 w 431"/>
                <a:gd name="T99" fmla="*/ 123 h 661"/>
                <a:gd name="T100" fmla="*/ 368 w 431"/>
                <a:gd name="T101" fmla="*/ 185 h 661"/>
                <a:gd name="T102" fmla="*/ 292 w 431"/>
                <a:gd name="T103" fmla="*/ 192 h 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31" h="661">
                  <a:moveTo>
                    <a:pt x="420" y="202"/>
                  </a:moveTo>
                  <a:cubicBezTo>
                    <a:pt x="431" y="169"/>
                    <a:pt x="404" y="133"/>
                    <a:pt x="327" y="80"/>
                  </a:cubicBezTo>
                  <a:cubicBezTo>
                    <a:pt x="323" y="77"/>
                    <a:pt x="318" y="76"/>
                    <a:pt x="314" y="75"/>
                  </a:cubicBezTo>
                  <a:cubicBezTo>
                    <a:pt x="308" y="84"/>
                    <a:pt x="300" y="94"/>
                    <a:pt x="289" y="102"/>
                  </a:cubicBezTo>
                  <a:cubicBezTo>
                    <a:pt x="286" y="101"/>
                    <a:pt x="282" y="99"/>
                    <a:pt x="278" y="98"/>
                  </a:cubicBezTo>
                  <a:cubicBezTo>
                    <a:pt x="288" y="93"/>
                    <a:pt x="295" y="85"/>
                    <a:pt x="301" y="78"/>
                  </a:cubicBezTo>
                  <a:cubicBezTo>
                    <a:pt x="297" y="34"/>
                    <a:pt x="260" y="0"/>
                    <a:pt x="216" y="0"/>
                  </a:cubicBezTo>
                  <a:cubicBezTo>
                    <a:pt x="171" y="0"/>
                    <a:pt x="134" y="34"/>
                    <a:pt x="130" y="78"/>
                  </a:cubicBezTo>
                  <a:cubicBezTo>
                    <a:pt x="136" y="85"/>
                    <a:pt x="144" y="93"/>
                    <a:pt x="153" y="98"/>
                  </a:cubicBezTo>
                  <a:cubicBezTo>
                    <a:pt x="149" y="99"/>
                    <a:pt x="146" y="101"/>
                    <a:pt x="142" y="102"/>
                  </a:cubicBezTo>
                  <a:cubicBezTo>
                    <a:pt x="131" y="94"/>
                    <a:pt x="123" y="84"/>
                    <a:pt x="118" y="75"/>
                  </a:cubicBezTo>
                  <a:cubicBezTo>
                    <a:pt x="113" y="76"/>
                    <a:pt x="108" y="77"/>
                    <a:pt x="104" y="80"/>
                  </a:cubicBezTo>
                  <a:cubicBezTo>
                    <a:pt x="27" y="133"/>
                    <a:pt x="0" y="169"/>
                    <a:pt x="11" y="202"/>
                  </a:cubicBezTo>
                  <a:cubicBezTo>
                    <a:pt x="22" y="233"/>
                    <a:pt x="60" y="242"/>
                    <a:pt x="108" y="243"/>
                  </a:cubicBezTo>
                  <a:cubicBezTo>
                    <a:pt x="112" y="243"/>
                    <a:pt x="116" y="244"/>
                    <a:pt x="120" y="244"/>
                  </a:cubicBezTo>
                  <a:cubicBezTo>
                    <a:pt x="42" y="625"/>
                    <a:pt x="42" y="625"/>
                    <a:pt x="42" y="625"/>
                  </a:cubicBezTo>
                  <a:cubicBezTo>
                    <a:pt x="42" y="625"/>
                    <a:pt x="102" y="661"/>
                    <a:pt x="216" y="661"/>
                  </a:cubicBezTo>
                  <a:cubicBezTo>
                    <a:pt x="329" y="661"/>
                    <a:pt x="389" y="625"/>
                    <a:pt x="389" y="625"/>
                  </a:cubicBezTo>
                  <a:cubicBezTo>
                    <a:pt x="311" y="244"/>
                    <a:pt x="311" y="244"/>
                    <a:pt x="311" y="244"/>
                  </a:cubicBezTo>
                  <a:cubicBezTo>
                    <a:pt x="315" y="244"/>
                    <a:pt x="320" y="243"/>
                    <a:pt x="324" y="243"/>
                  </a:cubicBezTo>
                  <a:cubicBezTo>
                    <a:pt x="371" y="242"/>
                    <a:pt x="410" y="233"/>
                    <a:pt x="420" y="202"/>
                  </a:cubicBezTo>
                  <a:close/>
                  <a:moveTo>
                    <a:pt x="216" y="96"/>
                  </a:moveTo>
                  <a:cubicBezTo>
                    <a:pt x="220" y="97"/>
                    <a:pt x="265" y="102"/>
                    <a:pt x="288" y="111"/>
                  </a:cubicBezTo>
                  <a:cubicBezTo>
                    <a:pt x="287" y="114"/>
                    <a:pt x="285" y="117"/>
                    <a:pt x="283" y="121"/>
                  </a:cubicBezTo>
                  <a:cubicBezTo>
                    <a:pt x="270" y="117"/>
                    <a:pt x="237" y="108"/>
                    <a:pt x="216" y="108"/>
                  </a:cubicBezTo>
                  <a:cubicBezTo>
                    <a:pt x="194" y="108"/>
                    <a:pt x="161" y="117"/>
                    <a:pt x="148" y="121"/>
                  </a:cubicBezTo>
                  <a:cubicBezTo>
                    <a:pt x="146" y="117"/>
                    <a:pt x="144" y="114"/>
                    <a:pt x="143" y="111"/>
                  </a:cubicBezTo>
                  <a:cubicBezTo>
                    <a:pt x="166" y="102"/>
                    <a:pt x="211" y="97"/>
                    <a:pt x="216" y="96"/>
                  </a:cubicBezTo>
                  <a:close/>
                  <a:moveTo>
                    <a:pt x="287" y="126"/>
                  </a:moveTo>
                  <a:cubicBezTo>
                    <a:pt x="287" y="126"/>
                    <a:pt x="287" y="126"/>
                    <a:pt x="287" y="126"/>
                  </a:cubicBezTo>
                  <a:cubicBezTo>
                    <a:pt x="287" y="126"/>
                    <a:pt x="287" y="126"/>
                    <a:pt x="287" y="126"/>
                  </a:cubicBezTo>
                  <a:close/>
                  <a:moveTo>
                    <a:pt x="216" y="116"/>
                  </a:moveTo>
                  <a:cubicBezTo>
                    <a:pt x="234" y="116"/>
                    <a:pt x="264" y="124"/>
                    <a:pt x="278" y="128"/>
                  </a:cubicBezTo>
                  <a:cubicBezTo>
                    <a:pt x="264" y="147"/>
                    <a:pt x="243" y="163"/>
                    <a:pt x="216" y="163"/>
                  </a:cubicBezTo>
                  <a:cubicBezTo>
                    <a:pt x="189" y="163"/>
                    <a:pt x="167" y="147"/>
                    <a:pt x="153" y="128"/>
                  </a:cubicBezTo>
                  <a:cubicBezTo>
                    <a:pt x="167" y="124"/>
                    <a:pt x="197" y="116"/>
                    <a:pt x="216" y="116"/>
                  </a:cubicBezTo>
                  <a:close/>
                  <a:moveTo>
                    <a:pt x="144" y="126"/>
                  </a:moveTo>
                  <a:cubicBezTo>
                    <a:pt x="144" y="126"/>
                    <a:pt x="144" y="126"/>
                    <a:pt x="144" y="126"/>
                  </a:cubicBezTo>
                  <a:cubicBezTo>
                    <a:pt x="144" y="126"/>
                    <a:pt x="144" y="126"/>
                    <a:pt x="144" y="126"/>
                  </a:cubicBezTo>
                  <a:close/>
                  <a:moveTo>
                    <a:pt x="292" y="192"/>
                  </a:moveTo>
                  <a:cubicBezTo>
                    <a:pt x="277" y="191"/>
                    <a:pt x="262" y="191"/>
                    <a:pt x="252" y="191"/>
                  </a:cubicBezTo>
                  <a:cubicBezTo>
                    <a:pt x="239" y="190"/>
                    <a:pt x="226" y="190"/>
                    <a:pt x="216" y="190"/>
                  </a:cubicBezTo>
                  <a:cubicBezTo>
                    <a:pt x="205" y="190"/>
                    <a:pt x="192" y="190"/>
                    <a:pt x="179" y="191"/>
                  </a:cubicBezTo>
                  <a:cubicBezTo>
                    <a:pt x="169" y="191"/>
                    <a:pt x="154" y="191"/>
                    <a:pt x="139" y="192"/>
                  </a:cubicBezTo>
                  <a:cubicBezTo>
                    <a:pt x="109" y="192"/>
                    <a:pt x="76" y="191"/>
                    <a:pt x="63" y="185"/>
                  </a:cubicBezTo>
                  <a:cubicBezTo>
                    <a:pt x="67" y="177"/>
                    <a:pt x="82" y="158"/>
                    <a:pt x="134" y="123"/>
                  </a:cubicBezTo>
                  <a:cubicBezTo>
                    <a:pt x="135" y="122"/>
                    <a:pt x="136" y="121"/>
                    <a:pt x="137" y="120"/>
                  </a:cubicBezTo>
                  <a:cubicBezTo>
                    <a:pt x="150" y="150"/>
                    <a:pt x="180" y="172"/>
                    <a:pt x="216" y="172"/>
                  </a:cubicBezTo>
                  <a:cubicBezTo>
                    <a:pt x="251" y="172"/>
                    <a:pt x="281" y="150"/>
                    <a:pt x="294" y="120"/>
                  </a:cubicBezTo>
                  <a:cubicBezTo>
                    <a:pt x="295" y="121"/>
                    <a:pt x="296" y="122"/>
                    <a:pt x="298" y="123"/>
                  </a:cubicBezTo>
                  <a:cubicBezTo>
                    <a:pt x="349" y="158"/>
                    <a:pt x="364" y="177"/>
                    <a:pt x="368" y="185"/>
                  </a:cubicBezTo>
                  <a:cubicBezTo>
                    <a:pt x="355" y="191"/>
                    <a:pt x="322" y="192"/>
                    <a:pt x="292" y="1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Freeform 226"/>
            <p:cNvSpPr>
              <a:spLocks noEditPoints="1"/>
            </p:cNvSpPr>
            <p:nvPr/>
          </p:nvSpPr>
          <p:spPr bwMode="auto">
            <a:xfrm>
              <a:off x="7704138" y="3838576"/>
              <a:ext cx="517525" cy="523875"/>
            </a:xfrm>
            <a:custGeom>
              <a:avLst/>
              <a:gdLst>
                <a:gd name="T0" fmla="*/ 295 w 405"/>
                <a:gd name="T1" fmla="*/ 231 h 410"/>
                <a:gd name="T2" fmla="*/ 315 w 405"/>
                <a:gd name="T3" fmla="*/ 231 h 410"/>
                <a:gd name="T4" fmla="*/ 394 w 405"/>
                <a:gd name="T5" fmla="*/ 198 h 410"/>
                <a:gd name="T6" fmla="*/ 322 w 405"/>
                <a:gd name="T7" fmla="*/ 81 h 410"/>
                <a:gd name="T8" fmla="*/ 292 w 405"/>
                <a:gd name="T9" fmla="*/ 79 h 410"/>
                <a:gd name="T10" fmla="*/ 272 w 405"/>
                <a:gd name="T11" fmla="*/ 99 h 410"/>
                <a:gd name="T12" fmla="*/ 261 w 405"/>
                <a:gd name="T13" fmla="*/ 96 h 410"/>
                <a:gd name="T14" fmla="*/ 284 w 405"/>
                <a:gd name="T15" fmla="*/ 74 h 410"/>
                <a:gd name="T16" fmla="*/ 202 w 405"/>
                <a:gd name="T17" fmla="*/ 0 h 410"/>
                <a:gd name="T18" fmla="*/ 121 w 405"/>
                <a:gd name="T19" fmla="*/ 74 h 410"/>
                <a:gd name="T20" fmla="*/ 144 w 405"/>
                <a:gd name="T21" fmla="*/ 96 h 410"/>
                <a:gd name="T22" fmla="*/ 133 w 405"/>
                <a:gd name="T23" fmla="*/ 99 h 410"/>
                <a:gd name="T24" fmla="*/ 113 w 405"/>
                <a:gd name="T25" fmla="*/ 79 h 410"/>
                <a:gd name="T26" fmla="*/ 83 w 405"/>
                <a:gd name="T27" fmla="*/ 81 h 410"/>
                <a:gd name="T28" fmla="*/ 11 w 405"/>
                <a:gd name="T29" fmla="*/ 198 h 410"/>
                <a:gd name="T30" fmla="*/ 90 w 405"/>
                <a:gd name="T31" fmla="*/ 231 h 410"/>
                <a:gd name="T32" fmla="*/ 111 w 405"/>
                <a:gd name="T33" fmla="*/ 231 h 410"/>
                <a:gd name="T34" fmla="*/ 111 w 405"/>
                <a:gd name="T35" fmla="*/ 356 h 410"/>
                <a:gd name="T36" fmla="*/ 111 w 405"/>
                <a:gd name="T37" fmla="*/ 410 h 410"/>
                <a:gd name="T38" fmla="*/ 295 w 405"/>
                <a:gd name="T39" fmla="*/ 410 h 410"/>
                <a:gd name="T40" fmla="*/ 295 w 405"/>
                <a:gd name="T41" fmla="*/ 356 h 410"/>
                <a:gd name="T42" fmla="*/ 295 w 405"/>
                <a:gd name="T43" fmla="*/ 231 h 410"/>
                <a:gd name="T44" fmla="*/ 202 w 405"/>
                <a:gd name="T45" fmla="*/ 94 h 410"/>
                <a:gd name="T46" fmla="*/ 270 w 405"/>
                <a:gd name="T47" fmla="*/ 108 h 410"/>
                <a:gd name="T48" fmla="*/ 266 w 405"/>
                <a:gd name="T49" fmla="*/ 116 h 410"/>
                <a:gd name="T50" fmla="*/ 202 w 405"/>
                <a:gd name="T51" fmla="*/ 104 h 410"/>
                <a:gd name="T52" fmla="*/ 139 w 405"/>
                <a:gd name="T53" fmla="*/ 116 h 410"/>
                <a:gd name="T54" fmla="*/ 135 w 405"/>
                <a:gd name="T55" fmla="*/ 108 h 410"/>
                <a:gd name="T56" fmla="*/ 202 w 405"/>
                <a:gd name="T57" fmla="*/ 94 h 410"/>
                <a:gd name="T58" fmla="*/ 202 w 405"/>
                <a:gd name="T59" fmla="*/ 113 h 410"/>
                <a:gd name="T60" fmla="*/ 260 w 405"/>
                <a:gd name="T61" fmla="*/ 124 h 410"/>
                <a:gd name="T62" fmla="*/ 202 w 405"/>
                <a:gd name="T63" fmla="*/ 156 h 410"/>
                <a:gd name="T64" fmla="*/ 144 w 405"/>
                <a:gd name="T65" fmla="*/ 124 h 410"/>
                <a:gd name="T66" fmla="*/ 202 w 405"/>
                <a:gd name="T67" fmla="*/ 113 h 410"/>
                <a:gd name="T68" fmla="*/ 63 w 405"/>
                <a:gd name="T69" fmla="*/ 177 h 410"/>
                <a:gd name="T70" fmla="*/ 117 w 405"/>
                <a:gd name="T71" fmla="*/ 121 h 410"/>
                <a:gd name="T72" fmla="*/ 125 w 405"/>
                <a:gd name="T73" fmla="*/ 109 h 410"/>
                <a:gd name="T74" fmla="*/ 180 w 405"/>
                <a:gd name="T75" fmla="*/ 161 h 410"/>
                <a:gd name="T76" fmla="*/ 202 w 405"/>
                <a:gd name="T77" fmla="*/ 165 h 410"/>
                <a:gd name="T78" fmla="*/ 225 w 405"/>
                <a:gd name="T79" fmla="*/ 161 h 410"/>
                <a:gd name="T80" fmla="*/ 280 w 405"/>
                <a:gd name="T81" fmla="*/ 109 h 410"/>
                <a:gd name="T82" fmla="*/ 288 w 405"/>
                <a:gd name="T83" fmla="*/ 121 h 410"/>
                <a:gd name="T84" fmla="*/ 342 w 405"/>
                <a:gd name="T85" fmla="*/ 177 h 410"/>
                <a:gd name="T86" fmla="*/ 288 w 405"/>
                <a:gd name="T87" fmla="*/ 179 h 410"/>
                <a:gd name="T88" fmla="*/ 268 w 405"/>
                <a:gd name="T89" fmla="*/ 178 h 410"/>
                <a:gd name="T90" fmla="*/ 265 w 405"/>
                <a:gd name="T91" fmla="*/ 178 h 410"/>
                <a:gd name="T92" fmla="*/ 140 w 405"/>
                <a:gd name="T93" fmla="*/ 178 h 410"/>
                <a:gd name="T94" fmla="*/ 137 w 405"/>
                <a:gd name="T95" fmla="*/ 178 h 410"/>
                <a:gd name="T96" fmla="*/ 117 w 405"/>
                <a:gd name="T97" fmla="*/ 179 h 410"/>
                <a:gd name="T98" fmla="*/ 63 w 405"/>
                <a:gd name="T99" fmla="*/ 177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05" h="410">
                  <a:moveTo>
                    <a:pt x="295" y="231"/>
                  </a:moveTo>
                  <a:cubicBezTo>
                    <a:pt x="299" y="231"/>
                    <a:pt x="308" y="231"/>
                    <a:pt x="315" y="231"/>
                  </a:cubicBezTo>
                  <a:cubicBezTo>
                    <a:pt x="349" y="231"/>
                    <a:pt x="382" y="227"/>
                    <a:pt x="394" y="198"/>
                  </a:cubicBezTo>
                  <a:cubicBezTo>
                    <a:pt x="405" y="168"/>
                    <a:pt x="384" y="135"/>
                    <a:pt x="322" y="81"/>
                  </a:cubicBezTo>
                  <a:cubicBezTo>
                    <a:pt x="313" y="74"/>
                    <a:pt x="301" y="73"/>
                    <a:pt x="292" y="79"/>
                  </a:cubicBezTo>
                  <a:cubicBezTo>
                    <a:pt x="287" y="85"/>
                    <a:pt x="280" y="93"/>
                    <a:pt x="272" y="99"/>
                  </a:cubicBezTo>
                  <a:cubicBezTo>
                    <a:pt x="268" y="98"/>
                    <a:pt x="265" y="97"/>
                    <a:pt x="261" y="96"/>
                  </a:cubicBezTo>
                  <a:cubicBezTo>
                    <a:pt x="271" y="90"/>
                    <a:pt x="279" y="82"/>
                    <a:pt x="284" y="74"/>
                  </a:cubicBezTo>
                  <a:cubicBezTo>
                    <a:pt x="280" y="33"/>
                    <a:pt x="245" y="0"/>
                    <a:pt x="202" y="0"/>
                  </a:cubicBezTo>
                  <a:cubicBezTo>
                    <a:pt x="160" y="0"/>
                    <a:pt x="125" y="33"/>
                    <a:pt x="121" y="74"/>
                  </a:cubicBezTo>
                  <a:cubicBezTo>
                    <a:pt x="126" y="82"/>
                    <a:pt x="134" y="90"/>
                    <a:pt x="144" y="96"/>
                  </a:cubicBezTo>
                  <a:cubicBezTo>
                    <a:pt x="140" y="97"/>
                    <a:pt x="136" y="98"/>
                    <a:pt x="133" y="99"/>
                  </a:cubicBezTo>
                  <a:cubicBezTo>
                    <a:pt x="124" y="93"/>
                    <a:pt x="118" y="85"/>
                    <a:pt x="113" y="79"/>
                  </a:cubicBezTo>
                  <a:cubicBezTo>
                    <a:pt x="104" y="73"/>
                    <a:pt x="92" y="74"/>
                    <a:pt x="83" y="81"/>
                  </a:cubicBezTo>
                  <a:cubicBezTo>
                    <a:pt x="20" y="135"/>
                    <a:pt x="0" y="168"/>
                    <a:pt x="11" y="198"/>
                  </a:cubicBezTo>
                  <a:cubicBezTo>
                    <a:pt x="23" y="227"/>
                    <a:pt x="56" y="231"/>
                    <a:pt x="90" y="231"/>
                  </a:cubicBezTo>
                  <a:cubicBezTo>
                    <a:pt x="97" y="231"/>
                    <a:pt x="103" y="231"/>
                    <a:pt x="111" y="231"/>
                  </a:cubicBezTo>
                  <a:cubicBezTo>
                    <a:pt x="111" y="356"/>
                    <a:pt x="111" y="356"/>
                    <a:pt x="111" y="356"/>
                  </a:cubicBezTo>
                  <a:cubicBezTo>
                    <a:pt x="111" y="410"/>
                    <a:pt x="111" y="410"/>
                    <a:pt x="111" y="410"/>
                  </a:cubicBezTo>
                  <a:cubicBezTo>
                    <a:pt x="295" y="410"/>
                    <a:pt x="295" y="410"/>
                    <a:pt x="295" y="410"/>
                  </a:cubicBezTo>
                  <a:cubicBezTo>
                    <a:pt x="295" y="356"/>
                    <a:pt x="295" y="356"/>
                    <a:pt x="295" y="356"/>
                  </a:cubicBezTo>
                  <a:lnTo>
                    <a:pt x="295" y="231"/>
                  </a:lnTo>
                  <a:close/>
                  <a:moveTo>
                    <a:pt x="202" y="94"/>
                  </a:moveTo>
                  <a:cubicBezTo>
                    <a:pt x="207" y="95"/>
                    <a:pt x="248" y="99"/>
                    <a:pt x="270" y="108"/>
                  </a:cubicBezTo>
                  <a:cubicBezTo>
                    <a:pt x="269" y="111"/>
                    <a:pt x="267" y="114"/>
                    <a:pt x="266" y="116"/>
                  </a:cubicBezTo>
                  <a:cubicBezTo>
                    <a:pt x="253" y="113"/>
                    <a:pt x="222" y="104"/>
                    <a:pt x="202" y="104"/>
                  </a:cubicBezTo>
                  <a:cubicBezTo>
                    <a:pt x="183" y="104"/>
                    <a:pt x="151" y="113"/>
                    <a:pt x="139" y="116"/>
                  </a:cubicBezTo>
                  <a:cubicBezTo>
                    <a:pt x="138" y="114"/>
                    <a:pt x="136" y="111"/>
                    <a:pt x="135" y="108"/>
                  </a:cubicBezTo>
                  <a:cubicBezTo>
                    <a:pt x="157" y="99"/>
                    <a:pt x="198" y="95"/>
                    <a:pt x="202" y="94"/>
                  </a:cubicBezTo>
                  <a:close/>
                  <a:moveTo>
                    <a:pt x="202" y="113"/>
                  </a:moveTo>
                  <a:cubicBezTo>
                    <a:pt x="219" y="113"/>
                    <a:pt x="247" y="120"/>
                    <a:pt x="260" y="124"/>
                  </a:cubicBezTo>
                  <a:cubicBezTo>
                    <a:pt x="248" y="142"/>
                    <a:pt x="227" y="156"/>
                    <a:pt x="202" y="156"/>
                  </a:cubicBezTo>
                  <a:cubicBezTo>
                    <a:pt x="177" y="156"/>
                    <a:pt x="157" y="142"/>
                    <a:pt x="144" y="124"/>
                  </a:cubicBezTo>
                  <a:cubicBezTo>
                    <a:pt x="158" y="120"/>
                    <a:pt x="185" y="113"/>
                    <a:pt x="202" y="113"/>
                  </a:cubicBezTo>
                  <a:close/>
                  <a:moveTo>
                    <a:pt x="63" y="177"/>
                  </a:moveTo>
                  <a:cubicBezTo>
                    <a:pt x="67" y="169"/>
                    <a:pt x="80" y="152"/>
                    <a:pt x="117" y="121"/>
                  </a:cubicBezTo>
                  <a:cubicBezTo>
                    <a:pt x="121" y="117"/>
                    <a:pt x="123" y="113"/>
                    <a:pt x="125" y="109"/>
                  </a:cubicBezTo>
                  <a:cubicBezTo>
                    <a:pt x="133" y="134"/>
                    <a:pt x="154" y="154"/>
                    <a:pt x="180" y="161"/>
                  </a:cubicBezTo>
                  <a:cubicBezTo>
                    <a:pt x="187" y="163"/>
                    <a:pt x="195" y="165"/>
                    <a:pt x="202" y="165"/>
                  </a:cubicBezTo>
                  <a:cubicBezTo>
                    <a:pt x="210" y="165"/>
                    <a:pt x="218" y="163"/>
                    <a:pt x="225" y="161"/>
                  </a:cubicBezTo>
                  <a:cubicBezTo>
                    <a:pt x="251" y="154"/>
                    <a:pt x="271" y="134"/>
                    <a:pt x="280" y="109"/>
                  </a:cubicBezTo>
                  <a:cubicBezTo>
                    <a:pt x="281" y="113"/>
                    <a:pt x="284" y="117"/>
                    <a:pt x="288" y="121"/>
                  </a:cubicBezTo>
                  <a:cubicBezTo>
                    <a:pt x="325" y="152"/>
                    <a:pt x="337" y="169"/>
                    <a:pt x="342" y="177"/>
                  </a:cubicBezTo>
                  <a:cubicBezTo>
                    <a:pt x="328" y="180"/>
                    <a:pt x="301" y="179"/>
                    <a:pt x="288" y="179"/>
                  </a:cubicBezTo>
                  <a:cubicBezTo>
                    <a:pt x="280" y="178"/>
                    <a:pt x="273" y="178"/>
                    <a:pt x="268" y="178"/>
                  </a:cubicBezTo>
                  <a:cubicBezTo>
                    <a:pt x="267" y="178"/>
                    <a:pt x="266" y="178"/>
                    <a:pt x="265" y="178"/>
                  </a:cubicBezTo>
                  <a:cubicBezTo>
                    <a:pt x="140" y="178"/>
                    <a:pt x="140" y="178"/>
                    <a:pt x="140" y="178"/>
                  </a:cubicBezTo>
                  <a:cubicBezTo>
                    <a:pt x="139" y="178"/>
                    <a:pt x="138" y="178"/>
                    <a:pt x="137" y="178"/>
                  </a:cubicBezTo>
                  <a:cubicBezTo>
                    <a:pt x="131" y="178"/>
                    <a:pt x="124" y="178"/>
                    <a:pt x="117" y="179"/>
                  </a:cubicBezTo>
                  <a:cubicBezTo>
                    <a:pt x="104" y="179"/>
                    <a:pt x="76" y="180"/>
                    <a:pt x="63" y="1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227"/>
            <p:cNvSpPr>
              <a:spLocks/>
            </p:cNvSpPr>
            <p:nvPr/>
          </p:nvSpPr>
          <p:spPr bwMode="auto">
            <a:xfrm>
              <a:off x="7845425" y="4376738"/>
              <a:ext cx="234950" cy="404813"/>
            </a:xfrm>
            <a:custGeom>
              <a:avLst/>
              <a:gdLst>
                <a:gd name="T0" fmla="*/ 0 w 184"/>
                <a:gd name="T1" fmla="*/ 0 h 317"/>
                <a:gd name="T2" fmla="*/ 0 w 184"/>
                <a:gd name="T3" fmla="*/ 12 h 317"/>
                <a:gd name="T4" fmla="*/ 0 w 184"/>
                <a:gd name="T5" fmla="*/ 276 h 317"/>
                <a:gd name="T6" fmla="*/ 42 w 184"/>
                <a:gd name="T7" fmla="*/ 317 h 317"/>
                <a:gd name="T8" fmla="*/ 84 w 184"/>
                <a:gd name="T9" fmla="*/ 276 h 317"/>
                <a:gd name="T10" fmla="*/ 84 w 184"/>
                <a:gd name="T11" fmla="*/ 76 h 317"/>
                <a:gd name="T12" fmla="*/ 100 w 184"/>
                <a:gd name="T13" fmla="*/ 76 h 317"/>
                <a:gd name="T14" fmla="*/ 100 w 184"/>
                <a:gd name="T15" fmla="*/ 276 h 317"/>
                <a:gd name="T16" fmla="*/ 142 w 184"/>
                <a:gd name="T17" fmla="*/ 317 h 317"/>
                <a:gd name="T18" fmla="*/ 184 w 184"/>
                <a:gd name="T19" fmla="*/ 276 h 317"/>
                <a:gd name="T20" fmla="*/ 184 w 184"/>
                <a:gd name="T21" fmla="*/ 12 h 317"/>
                <a:gd name="T22" fmla="*/ 184 w 184"/>
                <a:gd name="T23" fmla="*/ 0 h 317"/>
                <a:gd name="T24" fmla="*/ 0 w 184"/>
                <a:gd name="T25" fmla="*/ 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4" h="317">
                  <a:moveTo>
                    <a:pt x="0" y="0"/>
                  </a:moveTo>
                  <a:cubicBezTo>
                    <a:pt x="0" y="12"/>
                    <a:pt x="0" y="12"/>
                    <a:pt x="0" y="12"/>
                  </a:cubicBezTo>
                  <a:cubicBezTo>
                    <a:pt x="0" y="276"/>
                    <a:pt x="0" y="276"/>
                    <a:pt x="0" y="276"/>
                  </a:cubicBezTo>
                  <a:cubicBezTo>
                    <a:pt x="0" y="299"/>
                    <a:pt x="19" y="317"/>
                    <a:pt x="42" y="317"/>
                  </a:cubicBezTo>
                  <a:cubicBezTo>
                    <a:pt x="65" y="317"/>
                    <a:pt x="84" y="299"/>
                    <a:pt x="84" y="276"/>
                  </a:cubicBezTo>
                  <a:cubicBezTo>
                    <a:pt x="84" y="76"/>
                    <a:pt x="84" y="76"/>
                    <a:pt x="84" y="76"/>
                  </a:cubicBezTo>
                  <a:cubicBezTo>
                    <a:pt x="100" y="76"/>
                    <a:pt x="100" y="76"/>
                    <a:pt x="100" y="76"/>
                  </a:cubicBezTo>
                  <a:cubicBezTo>
                    <a:pt x="100" y="276"/>
                    <a:pt x="100" y="276"/>
                    <a:pt x="100" y="276"/>
                  </a:cubicBezTo>
                  <a:cubicBezTo>
                    <a:pt x="100" y="299"/>
                    <a:pt x="119" y="317"/>
                    <a:pt x="142" y="317"/>
                  </a:cubicBezTo>
                  <a:cubicBezTo>
                    <a:pt x="165" y="317"/>
                    <a:pt x="184" y="299"/>
                    <a:pt x="184" y="276"/>
                  </a:cubicBezTo>
                  <a:cubicBezTo>
                    <a:pt x="184" y="12"/>
                    <a:pt x="184" y="12"/>
                    <a:pt x="184" y="12"/>
                  </a:cubicBezTo>
                  <a:cubicBezTo>
                    <a:pt x="184" y="0"/>
                    <a:pt x="184" y="0"/>
                    <a:pt x="184"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Freeform 228"/>
            <p:cNvSpPr>
              <a:spLocks/>
            </p:cNvSpPr>
            <p:nvPr/>
          </p:nvSpPr>
          <p:spPr bwMode="auto">
            <a:xfrm>
              <a:off x="8321675" y="3663951"/>
              <a:ext cx="571500" cy="1111250"/>
            </a:xfrm>
            <a:custGeom>
              <a:avLst/>
              <a:gdLst>
                <a:gd name="T0" fmla="*/ 34 w 448"/>
                <a:gd name="T1" fmla="*/ 0 h 871"/>
                <a:gd name="T2" fmla="*/ 15 w 448"/>
                <a:gd name="T3" fmla="*/ 112 h 871"/>
                <a:gd name="T4" fmla="*/ 131 w 448"/>
                <a:gd name="T5" fmla="*/ 185 h 871"/>
                <a:gd name="T6" fmla="*/ 131 w 448"/>
                <a:gd name="T7" fmla="*/ 354 h 871"/>
                <a:gd name="T8" fmla="*/ 131 w 448"/>
                <a:gd name="T9" fmla="*/ 430 h 871"/>
                <a:gd name="T10" fmla="*/ 131 w 448"/>
                <a:gd name="T11" fmla="*/ 822 h 871"/>
                <a:gd name="T12" fmla="*/ 181 w 448"/>
                <a:gd name="T13" fmla="*/ 871 h 871"/>
                <a:gd name="T14" fmla="*/ 231 w 448"/>
                <a:gd name="T15" fmla="*/ 822 h 871"/>
                <a:gd name="T16" fmla="*/ 231 w 448"/>
                <a:gd name="T17" fmla="*/ 459 h 871"/>
                <a:gd name="T18" fmla="*/ 251 w 448"/>
                <a:gd name="T19" fmla="*/ 459 h 871"/>
                <a:gd name="T20" fmla="*/ 251 w 448"/>
                <a:gd name="T21" fmla="*/ 822 h 871"/>
                <a:gd name="T22" fmla="*/ 301 w 448"/>
                <a:gd name="T23" fmla="*/ 871 h 871"/>
                <a:gd name="T24" fmla="*/ 351 w 448"/>
                <a:gd name="T25" fmla="*/ 822 h 871"/>
                <a:gd name="T26" fmla="*/ 351 w 448"/>
                <a:gd name="T27" fmla="*/ 430 h 871"/>
                <a:gd name="T28" fmla="*/ 351 w 448"/>
                <a:gd name="T29" fmla="*/ 354 h 871"/>
                <a:gd name="T30" fmla="*/ 351 w 448"/>
                <a:gd name="T31" fmla="*/ 222 h 871"/>
                <a:gd name="T32" fmla="*/ 375 w 448"/>
                <a:gd name="T33" fmla="*/ 474 h 871"/>
                <a:gd name="T34" fmla="*/ 405 w 448"/>
                <a:gd name="T35" fmla="*/ 508 h 871"/>
                <a:gd name="T36" fmla="*/ 407 w 448"/>
                <a:gd name="T37" fmla="*/ 508 h 871"/>
                <a:gd name="T38" fmla="*/ 439 w 448"/>
                <a:gd name="T39" fmla="*/ 478 h 871"/>
                <a:gd name="T40" fmla="*/ 376 w 448"/>
                <a:gd name="T41" fmla="*/ 150 h 871"/>
                <a:gd name="T42" fmla="*/ 320 w 448"/>
                <a:gd name="T43" fmla="*/ 124 h 871"/>
                <a:gd name="T44" fmla="*/ 318 w 448"/>
                <a:gd name="T45" fmla="*/ 123 h 871"/>
                <a:gd name="T46" fmla="*/ 165 w 448"/>
                <a:gd name="T47" fmla="*/ 123 h 871"/>
                <a:gd name="T48" fmla="*/ 74 w 448"/>
                <a:gd name="T49" fmla="*/ 84 h 871"/>
                <a:gd name="T50" fmla="*/ 91 w 448"/>
                <a:gd name="T51" fmla="*/ 30 h 871"/>
                <a:gd name="T52" fmla="*/ 34 w 448"/>
                <a:gd name="T53" fmla="*/ 0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48" h="871">
                  <a:moveTo>
                    <a:pt x="34" y="0"/>
                  </a:moveTo>
                  <a:cubicBezTo>
                    <a:pt x="7" y="41"/>
                    <a:pt x="0" y="79"/>
                    <a:pt x="15" y="112"/>
                  </a:cubicBezTo>
                  <a:cubicBezTo>
                    <a:pt x="37" y="159"/>
                    <a:pt x="95" y="178"/>
                    <a:pt x="131" y="185"/>
                  </a:cubicBezTo>
                  <a:cubicBezTo>
                    <a:pt x="131" y="354"/>
                    <a:pt x="131" y="354"/>
                    <a:pt x="131" y="354"/>
                  </a:cubicBezTo>
                  <a:cubicBezTo>
                    <a:pt x="131" y="430"/>
                    <a:pt x="131" y="430"/>
                    <a:pt x="131" y="430"/>
                  </a:cubicBezTo>
                  <a:cubicBezTo>
                    <a:pt x="131" y="822"/>
                    <a:pt x="131" y="822"/>
                    <a:pt x="131" y="822"/>
                  </a:cubicBezTo>
                  <a:cubicBezTo>
                    <a:pt x="131" y="849"/>
                    <a:pt x="153" y="871"/>
                    <a:pt x="181" y="871"/>
                  </a:cubicBezTo>
                  <a:cubicBezTo>
                    <a:pt x="208" y="871"/>
                    <a:pt x="231" y="849"/>
                    <a:pt x="231" y="822"/>
                  </a:cubicBezTo>
                  <a:cubicBezTo>
                    <a:pt x="231" y="459"/>
                    <a:pt x="231" y="459"/>
                    <a:pt x="231" y="459"/>
                  </a:cubicBezTo>
                  <a:cubicBezTo>
                    <a:pt x="251" y="459"/>
                    <a:pt x="251" y="459"/>
                    <a:pt x="251" y="459"/>
                  </a:cubicBezTo>
                  <a:cubicBezTo>
                    <a:pt x="251" y="822"/>
                    <a:pt x="251" y="822"/>
                    <a:pt x="251" y="822"/>
                  </a:cubicBezTo>
                  <a:cubicBezTo>
                    <a:pt x="251" y="849"/>
                    <a:pt x="273" y="871"/>
                    <a:pt x="301" y="871"/>
                  </a:cubicBezTo>
                  <a:cubicBezTo>
                    <a:pt x="328" y="871"/>
                    <a:pt x="351" y="849"/>
                    <a:pt x="351" y="822"/>
                  </a:cubicBezTo>
                  <a:cubicBezTo>
                    <a:pt x="351" y="430"/>
                    <a:pt x="351" y="430"/>
                    <a:pt x="351" y="430"/>
                  </a:cubicBezTo>
                  <a:cubicBezTo>
                    <a:pt x="351" y="354"/>
                    <a:pt x="351" y="354"/>
                    <a:pt x="351" y="354"/>
                  </a:cubicBezTo>
                  <a:cubicBezTo>
                    <a:pt x="351" y="222"/>
                    <a:pt x="351" y="222"/>
                    <a:pt x="351" y="222"/>
                  </a:cubicBezTo>
                  <a:cubicBezTo>
                    <a:pt x="367" y="259"/>
                    <a:pt x="384" y="334"/>
                    <a:pt x="375" y="474"/>
                  </a:cubicBezTo>
                  <a:cubicBezTo>
                    <a:pt x="374" y="492"/>
                    <a:pt x="387" y="507"/>
                    <a:pt x="405" y="508"/>
                  </a:cubicBezTo>
                  <a:cubicBezTo>
                    <a:pt x="406" y="508"/>
                    <a:pt x="406" y="508"/>
                    <a:pt x="407" y="508"/>
                  </a:cubicBezTo>
                  <a:cubicBezTo>
                    <a:pt x="424" y="508"/>
                    <a:pt x="438" y="495"/>
                    <a:pt x="439" y="478"/>
                  </a:cubicBezTo>
                  <a:cubicBezTo>
                    <a:pt x="448" y="309"/>
                    <a:pt x="427" y="199"/>
                    <a:pt x="376" y="150"/>
                  </a:cubicBezTo>
                  <a:cubicBezTo>
                    <a:pt x="353" y="129"/>
                    <a:pt x="331" y="125"/>
                    <a:pt x="320" y="124"/>
                  </a:cubicBezTo>
                  <a:cubicBezTo>
                    <a:pt x="319" y="124"/>
                    <a:pt x="319" y="123"/>
                    <a:pt x="318" y="123"/>
                  </a:cubicBezTo>
                  <a:cubicBezTo>
                    <a:pt x="165" y="123"/>
                    <a:pt x="165" y="123"/>
                    <a:pt x="165" y="123"/>
                  </a:cubicBezTo>
                  <a:cubicBezTo>
                    <a:pt x="139" y="123"/>
                    <a:pt x="85" y="109"/>
                    <a:pt x="74" y="84"/>
                  </a:cubicBezTo>
                  <a:cubicBezTo>
                    <a:pt x="67" y="69"/>
                    <a:pt x="79" y="47"/>
                    <a:pt x="91" y="30"/>
                  </a:cubicBezTo>
                  <a:lnTo>
                    <a:pt x="3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229"/>
            <p:cNvSpPr>
              <a:spLocks/>
            </p:cNvSpPr>
            <p:nvPr/>
          </p:nvSpPr>
          <p:spPr bwMode="auto">
            <a:xfrm>
              <a:off x="8531225" y="3563938"/>
              <a:ext cx="212725" cy="230188"/>
            </a:xfrm>
            <a:custGeom>
              <a:avLst/>
              <a:gdLst>
                <a:gd name="T0" fmla="*/ 37 w 167"/>
                <a:gd name="T1" fmla="*/ 69 h 180"/>
                <a:gd name="T2" fmla="*/ 48 w 167"/>
                <a:gd name="T3" fmla="*/ 84 h 180"/>
                <a:gd name="T4" fmla="*/ 53 w 167"/>
                <a:gd name="T5" fmla="*/ 94 h 180"/>
                <a:gd name="T6" fmla="*/ 73 w 167"/>
                <a:gd name="T7" fmla="*/ 91 h 180"/>
                <a:gd name="T8" fmla="*/ 91 w 167"/>
                <a:gd name="T9" fmla="*/ 135 h 180"/>
                <a:gd name="T10" fmla="*/ 52 w 167"/>
                <a:gd name="T11" fmla="*/ 163 h 180"/>
                <a:gd name="T12" fmla="*/ 33 w 167"/>
                <a:gd name="T13" fmla="*/ 138 h 180"/>
                <a:gd name="T14" fmla="*/ 31 w 167"/>
                <a:gd name="T15" fmla="*/ 137 h 180"/>
                <a:gd name="T16" fmla="*/ 20 w 167"/>
                <a:gd name="T17" fmla="*/ 139 h 180"/>
                <a:gd name="T18" fmla="*/ 18 w 167"/>
                <a:gd name="T19" fmla="*/ 139 h 180"/>
                <a:gd name="T20" fmla="*/ 1 w 167"/>
                <a:gd name="T21" fmla="*/ 138 h 180"/>
                <a:gd name="T22" fmla="*/ 0 w 167"/>
                <a:gd name="T23" fmla="*/ 138 h 180"/>
                <a:gd name="T24" fmla="*/ 77 w 167"/>
                <a:gd name="T25" fmla="*/ 180 h 180"/>
                <a:gd name="T26" fmla="*/ 167 w 167"/>
                <a:gd name="T27" fmla="*/ 90 h 180"/>
                <a:gd name="T28" fmla="*/ 77 w 167"/>
                <a:gd name="T29" fmla="*/ 0 h 180"/>
                <a:gd name="T30" fmla="*/ 1 w 167"/>
                <a:gd name="T31" fmla="*/ 41 h 180"/>
                <a:gd name="T32" fmla="*/ 10 w 167"/>
                <a:gd name="T33" fmla="*/ 46 h 180"/>
                <a:gd name="T34" fmla="*/ 37 w 167"/>
                <a:gd name="T35" fmla="*/ 69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7" h="180">
                  <a:moveTo>
                    <a:pt x="37" y="69"/>
                  </a:moveTo>
                  <a:cubicBezTo>
                    <a:pt x="48" y="84"/>
                    <a:pt x="48" y="84"/>
                    <a:pt x="48" y="84"/>
                  </a:cubicBezTo>
                  <a:cubicBezTo>
                    <a:pt x="50" y="87"/>
                    <a:pt x="52" y="90"/>
                    <a:pt x="53" y="94"/>
                  </a:cubicBezTo>
                  <a:cubicBezTo>
                    <a:pt x="59" y="90"/>
                    <a:pt x="66" y="89"/>
                    <a:pt x="73" y="91"/>
                  </a:cubicBezTo>
                  <a:cubicBezTo>
                    <a:pt x="89" y="95"/>
                    <a:pt x="96" y="115"/>
                    <a:pt x="91" y="135"/>
                  </a:cubicBezTo>
                  <a:cubicBezTo>
                    <a:pt x="85" y="155"/>
                    <a:pt x="68" y="167"/>
                    <a:pt x="52" y="163"/>
                  </a:cubicBezTo>
                  <a:cubicBezTo>
                    <a:pt x="42" y="160"/>
                    <a:pt x="35" y="150"/>
                    <a:pt x="33" y="138"/>
                  </a:cubicBezTo>
                  <a:cubicBezTo>
                    <a:pt x="31" y="137"/>
                    <a:pt x="31" y="137"/>
                    <a:pt x="31" y="137"/>
                  </a:cubicBezTo>
                  <a:cubicBezTo>
                    <a:pt x="27" y="138"/>
                    <a:pt x="23" y="139"/>
                    <a:pt x="20" y="139"/>
                  </a:cubicBezTo>
                  <a:cubicBezTo>
                    <a:pt x="20" y="139"/>
                    <a:pt x="19" y="139"/>
                    <a:pt x="18" y="139"/>
                  </a:cubicBezTo>
                  <a:cubicBezTo>
                    <a:pt x="1" y="138"/>
                    <a:pt x="1" y="138"/>
                    <a:pt x="1" y="138"/>
                  </a:cubicBezTo>
                  <a:cubicBezTo>
                    <a:pt x="1" y="138"/>
                    <a:pt x="0" y="138"/>
                    <a:pt x="0" y="138"/>
                  </a:cubicBezTo>
                  <a:cubicBezTo>
                    <a:pt x="16" y="164"/>
                    <a:pt x="45" y="180"/>
                    <a:pt x="77" y="180"/>
                  </a:cubicBezTo>
                  <a:cubicBezTo>
                    <a:pt x="126" y="180"/>
                    <a:pt x="167" y="140"/>
                    <a:pt x="167" y="90"/>
                  </a:cubicBezTo>
                  <a:cubicBezTo>
                    <a:pt x="167" y="41"/>
                    <a:pt x="126" y="0"/>
                    <a:pt x="77" y="0"/>
                  </a:cubicBezTo>
                  <a:cubicBezTo>
                    <a:pt x="45" y="0"/>
                    <a:pt x="17" y="17"/>
                    <a:pt x="1" y="41"/>
                  </a:cubicBezTo>
                  <a:cubicBezTo>
                    <a:pt x="10" y="46"/>
                    <a:pt x="10" y="46"/>
                    <a:pt x="10" y="46"/>
                  </a:cubicBezTo>
                  <a:cubicBezTo>
                    <a:pt x="19" y="51"/>
                    <a:pt x="31" y="61"/>
                    <a:pt x="37"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230"/>
            <p:cNvSpPr>
              <a:spLocks/>
            </p:cNvSpPr>
            <p:nvPr/>
          </p:nvSpPr>
          <p:spPr bwMode="auto">
            <a:xfrm>
              <a:off x="8291513" y="3529013"/>
              <a:ext cx="317500" cy="207963"/>
            </a:xfrm>
            <a:custGeom>
              <a:avLst/>
              <a:gdLst>
                <a:gd name="T0" fmla="*/ 159 w 249"/>
                <a:gd name="T1" fmla="*/ 149 h 163"/>
                <a:gd name="T2" fmla="*/ 189 w 249"/>
                <a:gd name="T3" fmla="*/ 157 h 163"/>
                <a:gd name="T4" fmla="*/ 207 w 249"/>
                <a:gd name="T5" fmla="*/ 158 h 163"/>
                <a:gd name="T6" fmla="*/ 220 w 249"/>
                <a:gd name="T7" fmla="*/ 154 h 163"/>
                <a:gd name="T8" fmla="*/ 236 w 249"/>
                <a:gd name="T9" fmla="*/ 163 h 163"/>
                <a:gd name="T10" fmla="*/ 249 w 249"/>
                <a:gd name="T11" fmla="*/ 138 h 163"/>
                <a:gd name="T12" fmla="*/ 233 w 249"/>
                <a:gd name="T13" fmla="*/ 130 h 163"/>
                <a:gd name="T14" fmla="*/ 228 w 249"/>
                <a:gd name="T15" fmla="*/ 117 h 163"/>
                <a:gd name="T16" fmla="*/ 218 w 249"/>
                <a:gd name="T17" fmla="*/ 103 h 163"/>
                <a:gd name="T18" fmla="*/ 194 w 249"/>
                <a:gd name="T19" fmla="*/ 82 h 163"/>
                <a:gd name="T20" fmla="*/ 46 w 249"/>
                <a:gd name="T21" fmla="*/ 4 h 163"/>
                <a:gd name="T22" fmla="*/ 25 w 249"/>
                <a:gd name="T23" fmla="*/ 11 h 163"/>
                <a:gd name="T24" fmla="*/ 5 w 249"/>
                <a:gd name="T25" fmla="*/ 49 h 163"/>
                <a:gd name="T26" fmla="*/ 11 w 249"/>
                <a:gd name="T27" fmla="*/ 71 h 163"/>
                <a:gd name="T28" fmla="*/ 159 w 249"/>
                <a:gd name="T29" fmla="*/ 149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9" h="163">
                  <a:moveTo>
                    <a:pt x="159" y="149"/>
                  </a:moveTo>
                  <a:cubicBezTo>
                    <a:pt x="167" y="153"/>
                    <a:pt x="180" y="157"/>
                    <a:pt x="189" y="157"/>
                  </a:cubicBezTo>
                  <a:cubicBezTo>
                    <a:pt x="207" y="158"/>
                    <a:pt x="207" y="158"/>
                    <a:pt x="207" y="158"/>
                  </a:cubicBezTo>
                  <a:cubicBezTo>
                    <a:pt x="211" y="158"/>
                    <a:pt x="216" y="157"/>
                    <a:pt x="220" y="154"/>
                  </a:cubicBezTo>
                  <a:cubicBezTo>
                    <a:pt x="236" y="163"/>
                    <a:pt x="236" y="163"/>
                    <a:pt x="236" y="163"/>
                  </a:cubicBezTo>
                  <a:cubicBezTo>
                    <a:pt x="249" y="138"/>
                    <a:pt x="249" y="138"/>
                    <a:pt x="249" y="138"/>
                  </a:cubicBezTo>
                  <a:cubicBezTo>
                    <a:pt x="233" y="130"/>
                    <a:pt x="233" y="130"/>
                    <a:pt x="233" y="130"/>
                  </a:cubicBezTo>
                  <a:cubicBezTo>
                    <a:pt x="232" y="125"/>
                    <a:pt x="231" y="120"/>
                    <a:pt x="228" y="117"/>
                  </a:cubicBezTo>
                  <a:cubicBezTo>
                    <a:pt x="218" y="103"/>
                    <a:pt x="218" y="103"/>
                    <a:pt x="218" y="103"/>
                  </a:cubicBezTo>
                  <a:cubicBezTo>
                    <a:pt x="212" y="96"/>
                    <a:pt x="202" y="86"/>
                    <a:pt x="194" y="82"/>
                  </a:cubicBezTo>
                  <a:cubicBezTo>
                    <a:pt x="46" y="4"/>
                    <a:pt x="46" y="4"/>
                    <a:pt x="46" y="4"/>
                  </a:cubicBezTo>
                  <a:cubicBezTo>
                    <a:pt x="39" y="0"/>
                    <a:pt x="29" y="3"/>
                    <a:pt x="25" y="11"/>
                  </a:cubicBezTo>
                  <a:cubicBezTo>
                    <a:pt x="5" y="49"/>
                    <a:pt x="5" y="49"/>
                    <a:pt x="5" y="49"/>
                  </a:cubicBezTo>
                  <a:cubicBezTo>
                    <a:pt x="0" y="57"/>
                    <a:pt x="3" y="67"/>
                    <a:pt x="11" y="71"/>
                  </a:cubicBezTo>
                  <a:lnTo>
                    <a:pt x="159" y="1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40" name="组合 239"/>
          <p:cNvGrpSpPr/>
          <p:nvPr/>
        </p:nvGrpSpPr>
        <p:grpSpPr>
          <a:xfrm>
            <a:off x="6435725" y="4886326"/>
            <a:ext cx="2635251" cy="1414463"/>
            <a:chOff x="6435725" y="4886326"/>
            <a:chExt cx="2635251" cy="1414463"/>
          </a:xfrm>
          <a:solidFill>
            <a:schemeClr val="tx1">
              <a:lumMod val="65000"/>
              <a:lumOff val="35000"/>
            </a:schemeClr>
          </a:solidFill>
        </p:grpSpPr>
        <p:sp>
          <p:nvSpPr>
            <p:cNvPr id="241" name="Freeform 231"/>
            <p:cNvSpPr>
              <a:spLocks/>
            </p:cNvSpPr>
            <p:nvPr/>
          </p:nvSpPr>
          <p:spPr bwMode="auto">
            <a:xfrm>
              <a:off x="8404225" y="5359401"/>
              <a:ext cx="503238" cy="935038"/>
            </a:xfrm>
            <a:custGeom>
              <a:avLst/>
              <a:gdLst>
                <a:gd name="T0" fmla="*/ 351 w 394"/>
                <a:gd name="T1" fmla="*/ 542 h 732"/>
                <a:gd name="T2" fmla="*/ 227 w 394"/>
                <a:gd name="T3" fmla="*/ 458 h 732"/>
                <a:gd name="T4" fmla="*/ 222 w 394"/>
                <a:gd name="T5" fmla="*/ 356 h 732"/>
                <a:gd name="T6" fmla="*/ 266 w 394"/>
                <a:gd name="T7" fmla="*/ 293 h 732"/>
                <a:gd name="T8" fmla="*/ 262 w 394"/>
                <a:gd name="T9" fmla="*/ 138 h 732"/>
                <a:gd name="T10" fmla="*/ 317 w 394"/>
                <a:gd name="T11" fmla="*/ 278 h 732"/>
                <a:gd name="T12" fmla="*/ 348 w 394"/>
                <a:gd name="T13" fmla="*/ 304 h 732"/>
                <a:gd name="T14" fmla="*/ 353 w 394"/>
                <a:gd name="T15" fmla="*/ 304 h 732"/>
                <a:gd name="T16" fmla="*/ 380 w 394"/>
                <a:gd name="T17" fmla="*/ 267 h 732"/>
                <a:gd name="T18" fmla="*/ 173 w 394"/>
                <a:gd name="T19" fmla="*/ 2 h 732"/>
                <a:gd name="T20" fmla="*/ 168 w 394"/>
                <a:gd name="T21" fmla="*/ 2 h 732"/>
                <a:gd name="T22" fmla="*/ 139 w 394"/>
                <a:gd name="T23" fmla="*/ 3 h 732"/>
                <a:gd name="T24" fmla="*/ 101 w 394"/>
                <a:gd name="T25" fmla="*/ 98 h 732"/>
                <a:gd name="T26" fmla="*/ 110 w 394"/>
                <a:gd name="T27" fmla="*/ 142 h 732"/>
                <a:gd name="T28" fmla="*/ 127 w 394"/>
                <a:gd name="T29" fmla="*/ 76 h 732"/>
                <a:gd name="T30" fmla="*/ 168 w 394"/>
                <a:gd name="T31" fmla="*/ 34 h 732"/>
                <a:gd name="T32" fmla="*/ 168 w 394"/>
                <a:gd name="T33" fmla="*/ 34 h 732"/>
                <a:gd name="T34" fmla="*/ 209 w 394"/>
                <a:gd name="T35" fmla="*/ 75 h 732"/>
                <a:gd name="T36" fmla="*/ 125 w 394"/>
                <a:gd name="T37" fmla="*/ 252 h 732"/>
                <a:gd name="T38" fmla="*/ 123 w 394"/>
                <a:gd name="T39" fmla="*/ 301 h 732"/>
                <a:gd name="T40" fmla="*/ 2 w 394"/>
                <a:gd name="T41" fmla="*/ 678 h 732"/>
                <a:gd name="T42" fmla="*/ 48 w 394"/>
                <a:gd name="T43" fmla="*/ 732 h 732"/>
                <a:gd name="T44" fmla="*/ 52 w 394"/>
                <a:gd name="T45" fmla="*/ 732 h 732"/>
                <a:gd name="T46" fmla="*/ 102 w 394"/>
                <a:gd name="T47" fmla="*/ 686 h 732"/>
                <a:gd name="T48" fmla="*/ 138 w 394"/>
                <a:gd name="T49" fmla="*/ 503 h 732"/>
                <a:gd name="T50" fmla="*/ 327 w 394"/>
                <a:gd name="T51" fmla="*/ 639 h 732"/>
                <a:gd name="T52" fmla="*/ 387 w 394"/>
                <a:gd name="T53" fmla="*/ 603 h 732"/>
                <a:gd name="T54" fmla="*/ 351 w 394"/>
                <a:gd name="T55" fmla="*/ 542 h 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94" h="732">
                  <a:moveTo>
                    <a:pt x="351" y="542"/>
                  </a:moveTo>
                  <a:cubicBezTo>
                    <a:pt x="287" y="525"/>
                    <a:pt x="245" y="497"/>
                    <a:pt x="227" y="458"/>
                  </a:cubicBezTo>
                  <a:cubicBezTo>
                    <a:pt x="211" y="423"/>
                    <a:pt x="215" y="384"/>
                    <a:pt x="222" y="356"/>
                  </a:cubicBezTo>
                  <a:cubicBezTo>
                    <a:pt x="242" y="347"/>
                    <a:pt x="259" y="329"/>
                    <a:pt x="266" y="293"/>
                  </a:cubicBezTo>
                  <a:cubicBezTo>
                    <a:pt x="273" y="231"/>
                    <a:pt x="272" y="187"/>
                    <a:pt x="262" y="138"/>
                  </a:cubicBezTo>
                  <a:cubicBezTo>
                    <a:pt x="285" y="170"/>
                    <a:pt x="306" y="215"/>
                    <a:pt x="317" y="278"/>
                  </a:cubicBezTo>
                  <a:cubicBezTo>
                    <a:pt x="319" y="293"/>
                    <a:pt x="333" y="304"/>
                    <a:pt x="348" y="304"/>
                  </a:cubicBezTo>
                  <a:cubicBezTo>
                    <a:pt x="350" y="304"/>
                    <a:pt x="352" y="304"/>
                    <a:pt x="353" y="304"/>
                  </a:cubicBezTo>
                  <a:cubicBezTo>
                    <a:pt x="371" y="301"/>
                    <a:pt x="383" y="284"/>
                    <a:pt x="380" y="267"/>
                  </a:cubicBezTo>
                  <a:cubicBezTo>
                    <a:pt x="340" y="36"/>
                    <a:pt x="180" y="3"/>
                    <a:pt x="173" y="2"/>
                  </a:cubicBezTo>
                  <a:cubicBezTo>
                    <a:pt x="171" y="2"/>
                    <a:pt x="169" y="2"/>
                    <a:pt x="168" y="2"/>
                  </a:cubicBezTo>
                  <a:cubicBezTo>
                    <a:pt x="158" y="0"/>
                    <a:pt x="148" y="0"/>
                    <a:pt x="139" y="3"/>
                  </a:cubicBezTo>
                  <a:cubicBezTo>
                    <a:pt x="105" y="11"/>
                    <a:pt x="90" y="59"/>
                    <a:pt x="101" y="98"/>
                  </a:cubicBezTo>
                  <a:cubicBezTo>
                    <a:pt x="104" y="112"/>
                    <a:pt x="107" y="126"/>
                    <a:pt x="110" y="142"/>
                  </a:cubicBezTo>
                  <a:cubicBezTo>
                    <a:pt x="127" y="109"/>
                    <a:pt x="127" y="79"/>
                    <a:pt x="127" y="76"/>
                  </a:cubicBezTo>
                  <a:cubicBezTo>
                    <a:pt x="127" y="54"/>
                    <a:pt x="145" y="34"/>
                    <a:pt x="168" y="34"/>
                  </a:cubicBezTo>
                  <a:cubicBezTo>
                    <a:pt x="168" y="34"/>
                    <a:pt x="168" y="34"/>
                    <a:pt x="168" y="34"/>
                  </a:cubicBezTo>
                  <a:cubicBezTo>
                    <a:pt x="190" y="34"/>
                    <a:pt x="209" y="53"/>
                    <a:pt x="209" y="75"/>
                  </a:cubicBezTo>
                  <a:cubicBezTo>
                    <a:pt x="210" y="120"/>
                    <a:pt x="191" y="198"/>
                    <a:pt x="125" y="252"/>
                  </a:cubicBezTo>
                  <a:cubicBezTo>
                    <a:pt x="125" y="269"/>
                    <a:pt x="125" y="285"/>
                    <a:pt x="123" y="301"/>
                  </a:cubicBezTo>
                  <a:cubicBezTo>
                    <a:pt x="82" y="362"/>
                    <a:pt x="17" y="488"/>
                    <a:pt x="2" y="678"/>
                  </a:cubicBezTo>
                  <a:cubicBezTo>
                    <a:pt x="0" y="706"/>
                    <a:pt x="21" y="730"/>
                    <a:pt x="48" y="732"/>
                  </a:cubicBezTo>
                  <a:cubicBezTo>
                    <a:pt x="50" y="732"/>
                    <a:pt x="51" y="732"/>
                    <a:pt x="52" y="732"/>
                  </a:cubicBezTo>
                  <a:cubicBezTo>
                    <a:pt x="78" y="732"/>
                    <a:pt x="100" y="712"/>
                    <a:pt x="102" y="686"/>
                  </a:cubicBezTo>
                  <a:cubicBezTo>
                    <a:pt x="107" y="614"/>
                    <a:pt x="121" y="553"/>
                    <a:pt x="138" y="503"/>
                  </a:cubicBezTo>
                  <a:cubicBezTo>
                    <a:pt x="169" y="569"/>
                    <a:pt x="233" y="615"/>
                    <a:pt x="327" y="639"/>
                  </a:cubicBezTo>
                  <a:cubicBezTo>
                    <a:pt x="353" y="646"/>
                    <a:pt x="381" y="630"/>
                    <a:pt x="387" y="603"/>
                  </a:cubicBezTo>
                  <a:cubicBezTo>
                    <a:pt x="394" y="576"/>
                    <a:pt x="378" y="549"/>
                    <a:pt x="351" y="54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42" name="Freeform 232"/>
            <p:cNvSpPr>
              <a:spLocks/>
            </p:cNvSpPr>
            <p:nvPr/>
          </p:nvSpPr>
          <p:spPr bwMode="auto">
            <a:xfrm>
              <a:off x="8374063" y="5413376"/>
              <a:ext cx="287338" cy="320675"/>
            </a:xfrm>
            <a:custGeom>
              <a:avLst/>
              <a:gdLst>
                <a:gd name="T0" fmla="*/ 224 w 225"/>
                <a:gd name="T1" fmla="*/ 33 h 251"/>
                <a:gd name="T2" fmla="*/ 192 w 225"/>
                <a:gd name="T3" fmla="*/ 0 h 251"/>
                <a:gd name="T4" fmla="*/ 192 w 225"/>
                <a:gd name="T5" fmla="*/ 0 h 251"/>
                <a:gd name="T6" fmla="*/ 160 w 225"/>
                <a:gd name="T7" fmla="*/ 34 h 251"/>
                <a:gd name="T8" fmla="*/ 28 w 225"/>
                <a:gd name="T9" fmla="*/ 188 h 251"/>
                <a:gd name="T10" fmla="*/ 4 w 225"/>
                <a:gd name="T11" fmla="*/ 227 h 251"/>
                <a:gd name="T12" fmla="*/ 35 w 225"/>
                <a:gd name="T13" fmla="*/ 251 h 251"/>
                <a:gd name="T14" fmla="*/ 42 w 225"/>
                <a:gd name="T15" fmla="*/ 250 h 251"/>
                <a:gd name="T16" fmla="*/ 224 w 225"/>
                <a:gd name="T17" fmla="*/ 33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5" h="251">
                  <a:moveTo>
                    <a:pt x="224" y="33"/>
                  </a:moveTo>
                  <a:cubicBezTo>
                    <a:pt x="224" y="15"/>
                    <a:pt x="210" y="0"/>
                    <a:pt x="192" y="0"/>
                  </a:cubicBezTo>
                  <a:cubicBezTo>
                    <a:pt x="192" y="0"/>
                    <a:pt x="192" y="0"/>
                    <a:pt x="192" y="0"/>
                  </a:cubicBezTo>
                  <a:cubicBezTo>
                    <a:pt x="174" y="4"/>
                    <a:pt x="160" y="16"/>
                    <a:pt x="160" y="34"/>
                  </a:cubicBezTo>
                  <a:cubicBezTo>
                    <a:pt x="160" y="39"/>
                    <a:pt x="159" y="157"/>
                    <a:pt x="28" y="188"/>
                  </a:cubicBezTo>
                  <a:cubicBezTo>
                    <a:pt x="10" y="192"/>
                    <a:pt x="0" y="209"/>
                    <a:pt x="4" y="227"/>
                  </a:cubicBezTo>
                  <a:cubicBezTo>
                    <a:pt x="7" y="241"/>
                    <a:pt x="20" y="251"/>
                    <a:pt x="35" y="251"/>
                  </a:cubicBezTo>
                  <a:cubicBezTo>
                    <a:pt x="37" y="251"/>
                    <a:pt x="40" y="251"/>
                    <a:pt x="42" y="250"/>
                  </a:cubicBezTo>
                  <a:cubicBezTo>
                    <a:pt x="189" y="216"/>
                    <a:pt x="225" y="93"/>
                    <a:pt x="224" y="33"/>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43" name="Freeform 233"/>
            <p:cNvSpPr>
              <a:spLocks/>
            </p:cNvSpPr>
            <p:nvPr/>
          </p:nvSpPr>
          <p:spPr bwMode="auto">
            <a:xfrm>
              <a:off x="8413750" y="5126038"/>
              <a:ext cx="195263" cy="88900"/>
            </a:xfrm>
            <a:custGeom>
              <a:avLst/>
              <a:gdLst>
                <a:gd name="T0" fmla="*/ 65 w 153"/>
                <a:gd name="T1" fmla="*/ 0 h 69"/>
                <a:gd name="T2" fmla="*/ 0 w 153"/>
                <a:gd name="T3" fmla="*/ 27 h 69"/>
                <a:gd name="T4" fmla="*/ 153 w 153"/>
                <a:gd name="T5" fmla="*/ 69 h 69"/>
                <a:gd name="T6" fmla="*/ 65 w 153"/>
                <a:gd name="T7" fmla="*/ 0 h 69"/>
              </a:gdLst>
              <a:ahLst/>
              <a:cxnLst>
                <a:cxn ang="0">
                  <a:pos x="T0" y="T1"/>
                </a:cxn>
                <a:cxn ang="0">
                  <a:pos x="T2" y="T3"/>
                </a:cxn>
                <a:cxn ang="0">
                  <a:pos x="T4" y="T5"/>
                </a:cxn>
                <a:cxn ang="0">
                  <a:pos x="T6" y="T7"/>
                </a:cxn>
              </a:cxnLst>
              <a:rect l="0" t="0" r="r" b="b"/>
              <a:pathLst>
                <a:path w="153" h="69">
                  <a:moveTo>
                    <a:pt x="65" y="0"/>
                  </a:moveTo>
                  <a:cubicBezTo>
                    <a:pt x="40" y="0"/>
                    <a:pt x="17" y="10"/>
                    <a:pt x="0" y="27"/>
                  </a:cubicBezTo>
                  <a:cubicBezTo>
                    <a:pt x="31" y="31"/>
                    <a:pt x="88" y="41"/>
                    <a:pt x="153" y="69"/>
                  </a:cubicBezTo>
                  <a:cubicBezTo>
                    <a:pt x="143" y="29"/>
                    <a:pt x="108" y="0"/>
                    <a:pt x="65"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44" name="Freeform 234"/>
            <p:cNvSpPr>
              <a:spLocks/>
            </p:cNvSpPr>
            <p:nvPr/>
          </p:nvSpPr>
          <p:spPr bwMode="auto">
            <a:xfrm>
              <a:off x="8382000" y="5189538"/>
              <a:ext cx="230188" cy="166688"/>
            </a:xfrm>
            <a:custGeom>
              <a:avLst/>
              <a:gdLst>
                <a:gd name="T0" fmla="*/ 90 w 180"/>
                <a:gd name="T1" fmla="*/ 130 h 130"/>
                <a:gd name="T2" fmla="*/ 180 w 180"/>
                <a:gd name="T3" fmla="*/ 46 h 130"/>
                <a:gd name="T4" fmla="*/ 9 w 180"/>
                <a:gd name="T5" fmla="*/ 0 h 130"/>
                <a:gd name="T6" fmla="*/ 0 w 180"/>
                <a:gd name="T7" fmla="*/ 40 h 130"/>
                <a:gd name="T8" fmla="*/ 90 w 180"/>
                <a:gd name="T9" fmla="*/ 130 h 130"/>
              </a:gdLst>
              <a:ahLst/>
              <a:cxnLst>
                <a:cxn ang="0">
                  <a:pos x="T0" y="T1"/>
                </a:cxn>
                <a:cxn ang="0">
                  <a:pos x="T2" y="T3"/>
                </a:cxn>
                <a:cxn ang="0">
                  <a:pos x="T4" y="T5"/>
                </a:cxn>
                <a:cxn ang="0">
                  <a:pos x="T6" y="T7"/>
                </a:cxn>
                <a:cxn ang="0">
                  <a:pos x="T8" y="T9"/>
                </a:cxn>
              </a:cxnLst>
              <a:rect l="0" t="0" r="r" b="b"/>
              <a:pathLst>
                <a:path w="180" h="130">
                  <a:moveTo>
                    <a:pt x="90" y="130"/>
                  </a:moveTo>
                  <a:cubicBezTo>
                    <a:pt x="137" y="130"/>
                    <a:pt x="176" y="93"/>
                    <a:pt x="180" y="46"/>
                  </a:cubicBezTo>
                  <a:cubicBezTo>
                    <a:pt x="101" y="10"/>
                    <a:pt x="32" y="2"/>
                    <a:pt x="9" y="0"/>
                  </a:cubicBezTo>
                  <a:cubicBezTo>
                    <a:pt x="3" y="12"/>
                    <a:pt x="0" y="25"/>
                    <a:pt x="0" y="40"/>
                  </a:cubicBezTo>
                  <a:cubicBezTo>
                    <a:pt x="0" y="90"/>
                    <a:pt x="40" y="130"/>
                    <a:pt x="90" y="13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45" name="Freeform 235"/>
            <p:cNvSpPr>
              <a:spLocks/>
            </p:cNvSpPr>
            <p:nvPr/>
          </p:nvSpPr>
          <p:spPr bwMode="auto">
            <a:xfrm>
              <a:off x="6677025" y="5419726"/>
              <a:ext cx="222250" cy="403225"/>
            </a:xfrm>
            <a:custGeom>
              <a:avLst/>
              <a:gdLst>
                <a:gd name="T0" fmla="*/ 78 w 174"/>
                <a:gd name="T1" fmla="*/ 50 h 316"/>
                <a:gd name="T2" fmla="*/ 63 w 174"/>
                <a:gd name="T3" fmla="*/ 7 h 316"/>
                <a:gd name="T4" fmla="*/ 20 w 174"/>
                <a:gd name="T5" fmla="*/ 22 h 316"/>
                <a:gd name="T6" fmla="*/ 4 w 174"/>
                <a:gd name="T7" fmla="*/ 121 h 316"/>
                <a:gd name="T8" fmla="*/ 119 w 174"/>
                <a:gd name="T9" fmla="*/ 310 h 316"/>
                <a:gd name="T10" fmla="*/ 137 w 174"/>
                <a:gd name="T11" fmla="*/ 316 h 316"/>
                <a:gd name="T12" fmla="*/ 163 w 174"/>
                <a:gd name="T13" fmla="*/ 303 h 316"/>
                <a:gd name="T14" fmla="*/ 156 w 174"/>
                <a:gd name="T15" fmla="*/ 258 h 316"/>
                <a:gd name="T16" fmla="*/ 78 w 174"/>
                <a:gd name="T17" fmla="*/ 5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4" h="316">
                  <a:moveTo>
                    <a:pt x="78" y="50"/>
                  </a:moveTo>
                  <a:cubicBezTo>
                    <a:pt x="86" y="34"/>
                    <a:pt x="79" y="15"/>
                    <a:pt x="63" y="7"/>
                  </a:cubicBezTo>
                  <a:cubicBezTo>
                    <a:pt x="47" y="0"/>
                    <a:pt x="28" y="6"/>
                    <a:pt x="20" y="22"/>
                  </a:cubicBezTo>
                  <a:cubicBezTo>
                    <a:pt x="18" y="27"/>
                    <a:pt x="0" y="66"/>
                    <a:pt x="4" y="121"/>
                  </a:cubicBezTo>
                  <a:cubicBezTo>
                    <a:pt x="7" y="172"/>
                    <a:pt x="29" y="246"/>
                    <a:pt x="119" y="310"/>
                  </a:cubicBezTo>
                  <a:cubicBezTo>
                    <a:pt x="124" y="314"/>
                    <a:pt x="131" y="316"/>
                    <a:pt x="137" y="316"/>
                  </a:cubicBezTo>
                  <a:cubicBezTo>
                    <a:pt x="147" y="316"/>
                    <a:pt x="157" y="311"/>
                    <a:pt x="163" y="303"/>
                  </a:cubicBezTo>
                  <a:cubicBezTo>
                    <a:pt x="174" y="288"/>
                    <a:pt x="170" y="268"/>
                    <a:pt x="156" y="258"/>
                  </a:cubicBezTo>
                  <a:cubicBezTo>
                    <a:pt x="27" y="166"/>
                    <a:pt x="76" y="55"/>
                    <a:pt x="78" y="5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46" name="Oval 236"/>
            <p:cNvSpPr>
              <a:spLocks noChangeArrowheads="1"/>
            </p:cNvSpPr>
            <p:nvPr/>
          </p:nvSpPr>
          <p:spPr bwMode="auto">
            <a:xfrm>
              <a:off x="6729413" y="5130801"/>
              <a:ext cx="230188" cy="230188"/>
            </a:xfrm>
            <a:prstGeom prst="ellipse">
              <a:avLst/>
            </a:pr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47" name="Freeform 237"/>
            <p:cNvSpPr>
              <a:spLocks noEditPoints="1"/>
            </p:cNvSpPr>
            <p:nvPr/>
          </p:nvSpPr>
          <p:spPr bwMode="auto">
            <a:xfrm>
              <a:off x="7518400" y="5873751"/>
              <a:ext cx="246063" cy="247650"/>
            </a:xfrm>
            <a:custGeom>
              <a:avLst/>
              <a:gdLst>
                <a:gd name="T0" fmla="*/ 163 w 193"/>
                <a:gd name="T1" fmla="*/ 101 h 194"/>
                <a:gd name="T2" fmla="*/ 137 w 193"/>
                <a:gd name="T3" fmla="*/ 67 h 194"/>
                <a:gd name="T4" fmla="*/ 128 w 193"/>
                <a:gd name="T5" fmla="*/ 57 h 194"/>
                <a:gd name="T6" fmla="*/ 154 w 193"/>
                <a:gd name="T7" fmla="*/ 30 h 194"/>
                <a:gd name="T8" fmla="*/ 119 w 193"/>
                <a:gd name="T9" fmla="*/ 30 h 194"/>
                <a:gd name="T10" fmla="*/ 125 w 193"/>
                <a:gd name="T11" fmla="*/ 0 h 194"/>
                <a:gd name="T12" fmla="*/ 87 w 193"/>
                <a:gd name="T13" fmla="*/ 40 h 194"/>
                <a:gd name="T14" fmla="*/ 81 w 193"/>
                <a:gd name="T15" fmla="*/ 40 h 194"/>
                <a:gd name="T16" fmla="*/ 0 w 193"/>
                <a:gd name="T17" fmla="*/ 106 h 194"/>
                <a:gd name="T18" fmla="*/ 73 w 193"/>
                <a:gd name="T19" fmla="*/ 194 h 194"/>
                <a:gd name="T20" fmla="*/ 99 w 193"/>
                <a:gd name="T21" fmla="*/ 138 h 194"/>
                <a:gd name="T22" fmla="*/ 151 w 193"/>
                <a:gd name="T23" fmla="*/ 160 h 194"/>
                <a:gd name="T24" fmla="*/ 189 w 193"/>
                <a:gd name="T25" fmla="*/ 110 h 194"/>
                <a:gd name="T26" fmla="*/ 163 w 193"/>
                <a:gd name="T27" fmla="*/ 101 h 194"/>
                <a:gd name="T28" fmla="*/ 127 w 193"/>
                <a:gd name="T29" fmla="*/ 88 h 194"/>
                <a:gd name="T30" fmla="*/ 117 w 193"/>
                <a:gd name="T31" fmla="*/ 95 h 194"/>
                <a:gd name="T32" fmla="*/ 109 w 193"/>
                <a:gd name="T33" fmla="*/ 85 h 194"/>
                <a:gd name="T34" fmla="*/ 119 w 193"/>
                <a:gd name="T35" fmla="*/ 77 h 194"/>
                <a:gd name="T36" fmla="*/ 127 w 193"/>
                <a:gd name="T37" fmla="*/ 88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3" h="194">
                  <a:moveTo>
                    <a:pt x="163" y="101"/>
                  </a:moveTo>
                  <a:cubicBezTo>
                    <a:pt x="145" y="99"/>
                    <a:pt x="144" y="80"/>
                    <a:pt x="137" y="67"/>
                  </a:cubicBezTo>
                  <a:cubicBezTo>
                    <a:pt x="135" y="63"/>
                    <a:pt x="132" y="60"/>
                    <a:pt x="128" y="57"/>
                  </a:cubicBezTo>
                  <a:cubicBezTo>
                    <a:pt x="140" y="41"/>
                    <a:pt x="154" y="30"/>
                    <a:pt x="154" y="30"/>
                  </a:cubicBezTo>
                  <a:cubicBezTo>
                    <a:pt x="154" y="30"/>
                    <a:pt x="137" y="23"/>
                    <a:pt x="119" y="30"/>
                  </a:cubicBezTo>
                  <a:cubicBezTo>
                    <a:pt x="121" y="13"/>
                    <a:pt x="125" y="0"/>
                    <a:pt x="125" y="0"/>
                  </a:cubicBezTo>
                  <a:cubicBezTo>
                    <a:pt x="125" y="0"/>
                    <a:pt x="91" y="8"/>
                    <a:pt x="87" y="40"/>
                  </a:cubicBezTo>
                  <a:cubicBezTo>
                    <a:pt x="81" y="40"/>
                    <a:pt x="81" y="40"/>
                    <a:pt x="81" y="40"/>
                  </a:cubicBezTo>
                  <a:cubicBezTo>
                    <a:pt x="81" y="40"/>
                    <a:pt x="33" y="86"/>
                    <a:pt x="0" y="106"/>
                  </a:cubicBezTo>
                  <a:cubicBezTo>
                    <a:pt x="3" y="131"/>
                    <a:pt x="45" y="171"/>
                    <a:pt x="73" y="194"/>
                  </a:cubicBezTo>
                  <a:cubicBezTo>
                    <a:pt x="81" y="165"/>
                    <a:pt x="92" y="141"/>
                    <a:pt x="99" y="138"/>
                  </a:cubicBezTo>
                  <a:cubicBezTo>
                    <a:pt x="107" y="135"/>
                    <a:pt x="131" y="166"/>
                    <a:pt x="151" y="160"/>
                  </a:cubicBezTo>
                  <a:cubicBezTo>
                    <a:pt x="171" y="155"/>
                    <a:pt x="193" y="115"/>
                    <a:pt x="189" y="110"/>
                  </a:cubicBezTo>
                  <a:cubicBezTo>
                    <a:pt x="184" y="104"/>
                    <a:pt x="181" y="104"/>
                    <a:pt x="163" y="101"/>
                  </a:cubicBezTo>
                  <a:close/>
                  <a:moveTo>
                    <a:pt x="127" y="88"/>
                  </a:moveTo>
                  <a:cubicBezTo>
                    <a:pt x="126" y="93"/>
                    <a:pt x="122" y="96"/>
                    <a:pt x="117" y="95"/>
                  </a:cubicBezTo>
                  <a:cubicBezTo>
                    <a:pt x="112" y="95"/>
                    <a:pt x="109" y="90"/>
                    <a:pt x="109" y="85"/>
                  </a:cubicBezTo>
                  <a:cubicBezTo>
                    <a:pt x="110" y="80"/>
                    <a:pt x="115" y="77"/>
                    <a:pt x="119" y="77"/>
                  </a:cubicBezTo>
                  <a:cubicBezTo>
                    <a:pt x="124" y="78"/>
                    <a:pt x="128" y="83"/>
                    <a:pt x="127" y="8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48" name="Freeform 238"/>
            <p:cNvSpPr>
              <a:spLocks/>
            </p:cNvSpPr>
            <p:nvPr/>
          </p:nvSpPr>
          <p:spPr bwMode="auto">
            <a:xfrm>
              <a:off x="6507163" y="5365751"/>
              <a:ext cx="1123950" cy="935038"/>
            </a:xfrm>
            <a:custGeom>
              <a:avLst/>
              <a:gdLst>
                <a:gd name="T0" fmla="*/ 784 w 880"/>
                <a:gd name="T1" fmla="*/ 520 h 733"/>
                <a:gd name="T2" fmla="*/ 670 w 880"/>
                <a:gd name="T3" fmla="*/ 517 h 733"/>
                <a:gd name="T4" fmla="*/ 522 w 880"/>
                <a:gd name="T5" fmla="*/ 406 h 733"/>
                <a:gd name="T6" fmla="*/ 502 w 880"/>
                <a:gd name="T7" fmla="*/ 402 h 733"/>
                <a:gd name="T8" fmla="*/ 498 w 880"/>
                <a:gd name="T9" fmla="*/ 422 h 733"/>
                <a:gd name="T10" fmla="*/ 592 w 880"/>
                <a:gd name="T11" fmla="*/ 508 h 733"/>
                <a:gd name="T12" fmla="*/ 579 w 880"/>
                <a:gd name="T13" fmla="*/ 526 h 733"/>
                <a:gd name="T14" fmla="*/ 575 w 880"/>
                <a:gd name="T15" fmla="*/ 582 h 733"/>
                <a:gd name="T16" fmla="*/ 360 w 880"/>
                <a:gd name="T17" fmla="*/ 372 h 733"/>
                <a:gd name="T18" fmla="*/ 296 w 880"/>
                <a:gd name="T19" fmla="*/ 294 h 733"/>
                <a:gd name="T20" fmla="*/ 295 w 880"/>
                <a:gd name="T21" fmla="*/ 294 h 733"/>
                <a:gd name="T22" fmla="*/ 311 w 880"/>
                <a:gd name="T23" fmla="*/ 318 h 733"/>
                <a:gd name="T24" fmla="*/ 348 w 880"/>
                <a:gd name="T25" fmla="*/ 374 h 733"/>
                <a:gd name="T26" fmla="*/ 322 w 880"/>
                <a:gd name="T27" fmla="*/ 371 h 733"/>
                <a:gd name="T28" fmla="*/ 298 w 880"/>
                <a:gd name="T29" fmla="*/ 372 h 733"/>
                <a:gd name="T30" fmla="*/ 272 w 880"/>
                <a:gd name="T31" fmla="*/ 374 h 733"/>
                <a:gd name="T32" fmla="*/ 268 w 880"/>
                <a:gd name="T33" fmla="*/ 368 h 733"/>
                <a:gd name="T34" fmla="*/ 246 w 880"/>
                <a:gd name="T35" fmla="*/ 360 h 733"/>
                <a:gd name="T36" fmla="*/ 127 w 880"/>
                <a:gd name="T37" fmla="*/ 164 h 733"/>
                <a:gd name="T38" fmla="*/ 145 w 880"/>
                <a:gd name="T39" fmla="*/ 61 h 733"/>
                <a:gd name="T40" fmla="*/ 182 w 880"/>
                <a:gd name="T41" fmla="*/ 38 h 733"/>
                <a:gd name="T42" fmla="*/ 200 w 880"/>
                <a:gd name="T43" fmla="*/ 42 h 733"/>
                <a:gd name="T44" fmla="*/ 220 w 880"/>
                <a:gd name="T45" fmla="*/ 97 h 733"/>
                <a:gd name="T46" fmla="*/ 226 w 880"/>
                <a:gd name="T47" fmla="*/ 217 h 733"/>
                <a:gd name="T48" fmla="*/ 246 w 880"/>
                <a:gd name="T49" fmla="*/ 104 h 733"/>
                <a:gd name="T50" fmla="*/ 208 w 880"/>
                <a:gd name="T51" fmla="*/ 9 h 733"/>
                <a:gd name="T52" fmla="*/ 104 w 880"/>
                <a:gd name="T53" fmla="*/ 77 h 733"/>
                <a:gd name="T54" fmla="*/ 82 w 880"/>
                <a:gd name="T55" fmla="*/ 299 h 733"/>
                <a:gd name="T56" fmla="*/ 113 w 880"/>
                <a:gd name="T57" fmla="*/ 355 h 733"/>
                <a:gd name="T58" fmla="*/ 114 w 880"/>
                <a:gd name="T59" fmla="*/ 359 h 733"/>
                <a:gd name="T60" fmla="*/ 18 w 880"/>
                <a:gd name="T61" fmla="*/ 642 h 733"/>
                <a:gd name="T62" fmla="*/ 22 w 880"/>
                <a:gd name="T63" fmla="*/ 712 h 733"/>
                <a:gd name="T64" fmla="*/ 55 w 880"/>
                <a:gd name="T65" fmla="*/ 725 h 733"/>
                <a:gd name="T66" fmla="*/ 93 w 880"/>
                <a:gd name="T67" fmla="*/ 708 h 733"/>
                <a:gd name="T68" fmla="*/ 214 w 880"/>
                <a:gd name="T69" fmla="*/ 474 h 733"/>
                <a:gd name="T70" fmla="*/ 276 w 880"/>
                <a:gd name="T71" fmla="*/ 682 h 733"/>
                <a:gd name="T72" fmla="*/ 325 w 880"/>
                <a:gd name="T73" fmla="*/ 724 h 733"/>
                <a:gd name="T74" fmla="*/ 333 w 880"/>
                <a:gd name="T75" fmla="*/ 724 h 733"/>
                <a:gd name="T76" fmla="*/ 374 w 880"/>
                <a:gd name="T77" fmla="*/ 666 h 733"/>
                <a:gd name="T78" fmla="*/ 280 w 880"/>
                <a:gd name="T79" fmla="*/ 386 h 733"/>
                <a:gd name="T80" fmla="*/ 299 w 880"/>
                <a:gd name="T81" fmla="*/ 384 h 733"/>
                <a:gd name="T82" fmla="*/ 358 w 880"/>
                <a:gd name="T83" fmla="*/ 392 h 733"/>
                <a:gd name="T84" fmla="*/ 358 w 880"/>
                <a:gd name="T85" fmla="*/ 392 h 733"/>
                <a:gd name="T86" fmla="*/ 574 w 880"/>
                <a:gd name="T87" fmla="*/ 594 h 733"/>
                <a:gd name="T88" fmla="*/ 567 w 880"/>
                <a:gd name="T89" fmla="*/ 709 h 733"/>
                <a:gd name="T90" fmla="*/ 583 w 880"/>
                <a:gd name="T91" fmla="*/ 729 h 733"/>
                <a:gd name="T92" fmla="*/ 587 w 880"/>
                <a:gd name="T93" fmla="*/ 730 h 733"/>
                <a:gd name="T94" fmla="*/ 605 w 880"/>
                <a:gd name="T95" fmla="*/ 717 h 733"/>
                <a:gd name="T96" fmla="*/ 644 w 880"/>
                <a:gd name="T97" fmla="*/ 609 h 733"/>
                <a:gd name="T98" fmla="*/ 766 w 880"/>
                <a:gd name="T99" fmla="*/ 654 h 733"/>
                <a:gd name="T100" fmla="*/ 799 w 880"/>
                <a:gd name="T101" fmla="*/ 641 h 733"/>
                <a:gd name="T102" fmla="*/ 845 w 880"/>
                <a:gd name="T103" fmla="*/ 724 h 733"/>
                <a:gd name="T104" fmla="*/ 860 w 880"/>
                <a:gd name="T105" fmla="*/ 733 h 733"/>
                <a:gd name="T106" fmla="*/ 867 w 880"/>
                <a:gd name="T107" fmla="*/ 732 h 733"/>
                <a:gd name="T108" fmla="*/ 878 w 880"/>
                <a:gd name="T109" fmla="*/ 711 h 733"/>
                <a:gd name="T110" fmla="*/ 850 w 880"/>
                <a:gd name="T111" fmla="*/ 596 h 733"/>
                <a:gd name="T112" fmla="*/ 784 w 880"/>
                <a:gd name="T113" fmla="*/ 520 h 7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80" h="733">
                  <a:moveTo>
                    <a:pt x="784" y="520"/>
                  </a:moveTo>
                  <a:cubicBezTo>
                    <a:pt x="739" y="537"/>
                    <a:pt x="703" y="524"/>
                    <a:pt x="670" y="517"/>
                  </a:cubicBezTo>
                  <a:cubicBezTo>
                    <a:pt x="662" y="514"/>
                    <a:pt x="565" y="473"/>
                    <a:pt x="522" y="406"/>
                  </a:cubicBezTo>
                  <a:cubicBezTo>
                    <a:pt x="517" y="400"/>
                    <a:pt x="509" y="398"/>
                    <a:pt x="502" y="402"/>
                  </a:cubicBezTo>
                  <a:cubicBezTo>
                    <a:pt x="496" y="406"/>
                    <a:pt x="494" y="415"/>
                    <a:pt x="498" y="422"/>
                  </a:cubicBezTo>
                  <a:cubicBezTo>
                    <a:pt x="522" y="459"/>
                    <a:pt x="560" y="488"/>
                    <a:pt x="592" y="508"/>
                  </a:cubicBezTo>
                  <a:cubicBezTo>
                    <a:pt x="585" y="511"/>
                    <a:pt x="579" y="518"/>
                    <a:pt x="579" y="526"/>
                  </a:cubicBezTo>
                  <a:cubicBezTo>
                    <a:pt x="575" y="582"/>
                    <a:pt x="575" y="582"/>
                    <a:pt x="575" y="582"/>
                  </a:cubicBezTo>
                  <a:cubicBezTo>
                    <a:pt x="466" y="553"/>
                    <a:pt x="405" y="449"/>
                    <a:pt x="360" y="372"/>
                  </a:cubicBezTo>
                  <a:cubicBezTo>
                    <a:pt x="335" y="329"/>
                    <a:pt x="316" y="298"/>
                    <a:pt x="296" y="294"/>
                  </a:cubicBezTo>
                  <a:cubicBezTo>
                    <a:pt x="296" y="294"/>
                    <a:pt x="295" y="294"/>
                    <a:pt x="295" y="294"/>
                  </a:cubicBezTo>
                  <a:cubicBezTo>
                    <a:pt x="303" y="299"/>
                    <a:pt x="308" y="308"/>
                    <a:pt x="311" y="318"/>
                  </a:cubicBezTo>
                  <a:cubicBezTo>
                    <a:pt x="322" y="330"/>
                    <a:pt x="334" y="351"/>
                    <a:pt x="348" y="374"/>
                  </a:cubicBezTo>
                  <a:cubicBezTo>
                    <a:pt x="339" y="372"/>
                    <a:pt x="331" y="371"/>
                    <a:pt x="322" y="371"/>
                  </a:cubicBezTo>
                  <a:cubicBezTo>
                    <a:pt x="314" y="371"/>
                    <a:pt x="306" y="372"/>
                    <a:pt x="298" y="372"/>
                  </a:cubicBezTo>
                  <a:cubicBezTo>
                    <a:pt x="289" y="373"/>
                    <a:pt x="280" y="374"/>
                    <a:pt x="272" y="374"/>
                  </a:cubicBezTo>
                  <a:cubicBezTo>
                    <a:pt x="271" y="372"/>
                    <a:pt x="270" y="370"/>
                    <a:pt x="268" y="368"/>
                  </a:cubicBezTo>
                  <a:cubicBezTo>
                    <a:pt x="261" y="368"/>
                    <a:pt x="253" y="365"/>
                    <a:pt x="246" y="360"/>
                  </a:cubicBezTo>
                  <a:cubicBezTo>
                    <a:pt x="154" y="294"/>
                    <a:pt x="131" y="217"/>
                    <a:pt x="127" y="164"/>
                  </a:cubicBezTo>
                  <a:cubicBezTo>
                    <a:pt x="124" y="107"/>
                    <a:pt x="143" y="66"/>
                    <a:pt x="145" y="61"/>
                  </a:cubicBezTo>
                  <a:cubicBezTo>
                    <a:pt x="152" y="47"/>
                    <a:pt x="166" y="38"/>
                    <a:pt x="182" y="38"/>
                  </a:cubicBezTo>
                  <a:cubicBezTo>
                    <a:pt x="188" y="38"/>
                    <a:pt x="194" y="39"/>
                    <a:pt x="200" y="42"/>
                  </a:cubicBezTo>
                  <a:cubicBezTo>
                    <a:pt x="220" y="52"/>
                    <a:pt x="229" y="76"/>
                    <a:pt x="220" y="97"/>
                  </a:cubicBezTo>
                  <a:cubicBezTo>
                    <a:pt x="218" y="100"/>
                    <a:pt x="194" y="154"/>
                    <a:pt x="226" y="217"/>
                  </a:cubicBezTo>
                  <a:cubicBezTo>
                    <a:pt x="231" y="176"/>
                    <a:pt x="240" y="136"/>
                    <a:pt x="246" y="104"/>
                  </a:cubicBezTo>
                  <a:cubicBezTo>
                    <a:pt x="257" y="65"/>
                    <a:pt x="242" y="17"/>
                    <a:pt x="208" y="9"/>
                  </a:cubicBezTo>
                  <a:cubicBezTo>
                    <a:pt x="174" y="0"/>
                    <a:pt x="125" y="19"/>
                    <a:pt x="104" y="77"/>
                  </a:cubicBezTo>
                  <a:cubicBezTo>
                    <a:pt x="77" y="158"/>
                    <a:pt x="71" y="210"/>
                    <a:pt x="82" y="299"/>
                  </a:cubicBezTo>
                  <a:cubicBezTo>
                    <a:pt x="87" y="327"/>
                    <a:pt x="99" y="344"/>
                    <a:pt x="113" y="355"/>
                  </a:cubicBezTo>
                  <a:cubicBezTo>
                    <a:pt x="113" y="356"/>
                    <a:pt x="114" y="357"/>
                    <a:pt x="114" y="359"/>
                  </a:cubicBezTo>
                  <a:cubicBezTo>
                    <a:pt x="115" y="360"/>
                    <a:pt x="154" y="488"/>
                    <a:pt x="18" y="642"/>
                  </a:cubicBezTo>
                  <a:cubicBezTo>
                    <a:pt x="0" y="662"/>
                    <a:pt x="1" y="694"/>
                    <a:pt x="22" y="712"/>
                  </a:cubicBezTo>
                  <a:cubicBezTo>
                    <a:pt x="32" y="721"/>
                    <a:pt x="43" y="725"/>
                    <a:pt x="55" y="725"/>
                  </a:cubicBezTo>
                  <a:cubicBezTo>
                    <a:pt x="69" y="725"/>
                    <a:pt x="83" y="719"/>
                    <a:pt x="93" y="708"/>
                  </a:cubicBezTo>
                  <a:cubicBezTo>
                    <a:pt x="169" y="622"/>
                    <a:pt x="202" y="540"/>
                    <a:pt x="214" y="474"/>
                  </a:cubicBezTo>
                  <a:cubicBezTo>
                    <a:pt x="237" y="522"/>
                    <a:pt x="261" y="590"/>
                    <a:pt x="276" y="682"/>
                  </a:cubicBezTo>
                  <a:cubicBezTo>
                    <a:pt x="280" y="707"/>
                    <a:pt x="301" y="724"/>
                    <a:pt x="325" y="724"/>
                  </a:cubicBezTo>
                  <a:cubicBezTo>
                    <a:pt x="328" y="724"/>
                    <a:pt x="330" y="724"/>
                    <a:pt x="333" y="724"/>
                  </a:cubicBezTo>
                  <a:cubicBezTo>
                    <a:pt x="360" y="719"/>
                    <a:pt x="379" y="694"/>
                    <a:pt x="374" y="666"/>
                  </a:cubicBezTo>
                  <a:cubicBezTo>
                    <a:pt x="354" y="535"/>
                    <a:pt x="315" y="445"/>
                    <a:pt x="280" y="386"/>
                  </a:cubicBezTo>
                  <a:cubicBezTo>
                    <a:pt x="286" y="386"/>
                    <a:pt x="293" y="385"/>
                    <a:pt x="299" y="384"/>
                  </a:cubicBezTo>
                  <a:cubicBezTo>
                    <a:pt x="320" y="383"/>
                    <a:pt x="341" y="381"/>
                    <a:pt x="358" y="392"/>
                  </a:cubicBezTo>
                  <a:cubicBezTo>
                    <a:pt x="358" y="392"/>
                    <a:pt x="358" y="392"/>
                    <a:pt x="358" y="392"/>
                  </a:cubicBezTo>
                  <a:cubicBezTo>
                    <a:pt x="402" y="467"/>
                    <a:pt x="466" y="566"/>
                    <a:pt x="574" y="594"/>
                  </a:cubicBezTo>
                  <a:cubicBezTo>
                    <a:pt x="567" y="709"/>
                    <a:pt x="567" y="709"/>
                    <a:pt x="567" y="709"/>
                  </a:cubicBezTo>
                  <a:cubicBezTo>
                    <a:pt x="566" y="719"/>
                    <a:pt x="573" y="727"/>
                    <a:pt x="583" y="729"/>
                  </a:cubicBezTo>
                  <a:cubicBezTo>
                    <a:pt x="584" y="730"/>
                    <a:pt x="585" y="730"/>
                    <a:pt x="587" y="730"/>
                  </a:cubicBezTo>
                  <a:cubicBezTo>
                    <a:pt x="595" y="730"/>
                    <a:pt x="603" y="725"/>
                    <a:pt x="605" y="717"/>
                  </a:cubicBezTo>
                  <a:cubicBezTo>
                    <a:pt x="644" y="609"/>
                    <a:pt x="644" y="609"/>
                    <a:pt x="644" y="609"/>
                  </a:cubicBezTo>
                  <a:cubicBezTo>
                    <a:pt x="685" y="622"/>
                    <a:pt x="745" y="657"/>
                    <a:pt x="766" y="654"/>
                  </a:cubicBezTo>
                  <a:cubicBezTo>
                    <a:pt x="776" y="652"/>
                    <a:pt x="788" y="647"/>
                    <a:pt x="799" y="641"/>
                  </a:cubicBezTo>
                  <a:cubicBezTo>
                    <a:pt x="845" y="724"/>
                    <a:pt x="845" y="724"/>
                    <a:pt x="845" y="724"/>
                  </a:cubicBezTo>
                  <a:cubicBezTo>
                    <a:pt x="848" y="729"/>
                    <a:pt x="854" y="733"/>
                    <a:pt x="860" y="733"/>
                  </a:cubicBezTo>
                  <a:cubicBezTo>
                    <a:pt x="863" y="733"/>
                    <a:pt x="865" y="732"/>
                    <a:pt x="867" y="732"/>
                  </a:cubicBezTo>
                  <a:cubicBezTo>
                    <a:pt x="875" y="728"/>
                    <a:pt x="880" y="719"/>
                    <a:pt x="878" y="711"/>
                  </a:cubicBezTo>
                  <a:cubicBezTo>
                    <a:pt x="850" y="596"/>
                    <a:pt x="850" y="596"/>
                    <a:pt x="850" y="596"/>
                  </a:cubicBezTo>
                  <a:cubicBezTo>
                    <a:pt x="828" y="577"/>
                    <a:pt x="796" y="546"/>
                    <a:pt x="784" y="52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49" name="Rectangle 239"/>
            <p:cNvSpPr>
              <a:spLocks noChangeArrowheads="1"/>
            </p:cNvSpPr>
            <p:nvPr/>
          </p:nvSpPr>
          <p:spPr bwMode="auto">
            <a:xfrm>
              <a:off x="6910388" y="5710238"/>
              <a:ext cx="342900"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Rectangle 240"/>
            <p:cNvSpPr>
              <a:spLocks noChangeArrowheads="1"/>
            </p:cNvSpPr>
            <p:nvPr/>
          </p:nvSpPr>
          <p:spPr bwMode="auto">
            <a:xfrm>
              <a:off x="6435725" y="5710238"/>
              <a:ext cx="149225"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Rectangle 241"/>
            <p:cNvSpPr>
              <a:spLocks noChangeArrowheads="1"/>
            </p:cNvSpPr>
            <p:nvPr/>
          </p:nvSpPr>
          <p:spPr bwMode="auto">
            <a:xfrm>
              <a:off x="8923338" y="5710238"/>
              <a:ext cx="147638"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242"/>
            <p:cNvSpPr>
              <a:spLocks noEditPoints="1"/>
            </p:cNvSpPr>
            <p:nvPr/>
          </p:nvSpPr>
          <p:spPr bwMode="auto">
            <a:xfrm>
              <a:off x="7386638" y="4903788"/>
              <a:ext cx="969963" cy="827088"/>
            </a:xfrm>
            <a:custGeom>
              <a:avLst/>
              <a:gdLst>
                <a:gd name="T0" fmla="*/ 651 w 760"/>
                <a:gd name="T1" fmla="*/ 560 h 648"/>
                <a:gd name="T2" fmla="*/ 628 w 760"/>
                <a:gd name="T3" fmla="*/ 573 h 648"/>
                <a:gd name="T4" fmla="*/ 620 w 760"/>
                <a:gd name="T5" fmla="*/ 510 h 648"/>
                <a:gd name="T6" fmla="*/ 605 w 760"/>
                <a:gd name="T7" fmla="*/ 494 h 648"/>
                <a:gd name="T8" fmla="*/ 593 w 760"/>
                <a:gd name="T9" fmla="*/ 632 h 648"/>
                <a:gd name="T10" fmla="*/ 577 w 760"/>
                <a:gd name="T11" fmla="*/ 527 h 648"/>
                <a:gd name="T12" fmla="*/ 582 w 760"/>
                <a:gd name="T13" fmla="*/ 632 h 648"/>
                <a:gd name="T14" fmla="*/ 419 w 760"/>
                <a:gd name="T15" fmla="*/ 433 h 648"/>
                <a:gd name="T16" fmla="*/ 661 w 760"/>
                <a:gd name="T17" fmla="*/ 292 h 648"/>
                <a:gd name="T18" fmla="*/ 575 w 760"/>
                <a:gd name="T19" fmla="*/ 151 h 648"/>
                <a:gd name="T20" fmla="*/ 482 w 760"/>
                <a:gd name="T21" fmla="*/ 53 h 648"/>
                <a:gd name="T22" fmla="*/ 294 w 760"/>
                <a:gd name="T23" fmla="*/ 92 h 648"/>
                <a:gd name="T24" fmla="*/ 205 w 760"/>
                <a:gd name="T25" fmla="*/ 175 h 648"/>
                <a:gd name="T26" fmla="*/ 110 w 760"/>
                <a:gd name="T27" fmla="*/ 304 h 648"/>
                <a:gd name="T28" fmla="*/ 274 w 760"/>
                <a:gd name="T29" fmla="*/ 372 h 648"/>
                <a:gd name="T30" fmla="*/ 381 w 760"/>
                <a:gd name="T31" fmla="*/ 597 h 648"/>
                <a:gd name="T32" fmla="*/ 276 w 760"/>
                <a:gd name="T33" fmla="*/ 520 h 648"/>
                <a:gd name="T34" fmla="*/ 56 w 760"/>
                <a:gd name="T35" fmla="*/ 524 h 648"/>
                <a:gd name="T36" fmla="*/ 44 w 760"/>
                <a:gd name="T37" fmla="*/ 632 h 648"/>
                <a:gd name="T38" fmla="*/ 760 w 760"/>
                <a:gd name="T39" fmla="*/ 648 h 648"/>
                <a:gd name="T40" fmla="*/ 636 w 760"/>
                <a:gd name="T41" fmla="*/ 575 h 648"/>
                <a:gd name="T42" fmla="*/ 416 w 760"/>
                <a:gd name="T43" fmla="*/ 376 h 648"/>
                <a:gd name="T44" fmla="*/ 431 w 760"/>
                <a:gd name="T45" fmla="*/ 392 h 648"/>
                <a:gd name="T46" fmla="*/ 512 w 760"/>
                <a:gd name="T47" fmla="*/ 328 h 648"/>
                <a:gd name="T48" fmla="*/ 325 w 760"/>
                <a:gd name="T49" fmla="*/ 346 h 648"/>
                <a:gd name="T50" fmla="*/ 376 w 760"/>
                <a:gd name="T51" fmla="*/ 343 h 648"/>
                <a:gd name="T52" fmla="*/ 236 w 760"/>
                <a:gd name="T53" fmla="*/ 580 h 648"/>
                <a:gd name="T54" fmla="*/ 248 w 760"/>
                <a:gd name="T55" fmla="*/ 580 h 648"/>
                <a:gd name="T56" fmla="*/ 216 w 760"/>
                <a:gd name="T57" fmla="*/ 580 h 648"/>
                <a:gd name="T58" fmla="*/ 228 w 760"/>
                <a:gd name="T59" fmla="*/ 580 h 648"/>
                <a:gd name="T60" fmla="*/ 196 w 760"/>
                <a:gd name="T61" fmla="*/ 536 h 648"/>
                <a:gd name="T62" fmla="*/ 188 w 760"/>
                <a:gd name="T63" fmla="*/ 580 h 648"/>
                <a:gd name="T64" fmla="*/ 188 w 760"/>
                <a:gd name="T65" fmla="*/ 536 h 648"/>
                <a:gd name="T66" fmla="*/ 152 w 760"/>
                <a:gd name="T67" fmla="*/ 580 h 648"/>
                <a:gd name="T68" fmla="*/ 168 w 760"/>
                <a:gd name="T69" fmla="*/ 580 h 648"/>
                <a:gd name="T70" fmla="*/ 132 w 760"/>
                <a:gd name="T71" fmla="*/ 536 h 648"/>
                <a:gd name="T72" fmla="*/ 128 w 760"/>
                <a:gd name="T73" fmla="*/ 580 h 648"/>
                <a:gd name="T74" fmla="*/ 128 w 760"/>
                <a:gd name="T75" fmla="*/ 536 h 648"/>
                <a:gd name="T76" fmla="*/ 92 w 760"/>
                <a:gd name="T77" fmla="*/ 580 h 648"/>
                <a:gd name="T78" fmla="*/ 108 w 760"/>
                <a:gd name="T79" fmla="*/ 580 h 648"/>
                <a:gd name="T80" fmla="*/ 72 w 760"/>
                <a:gd name="T81" fmla="*/ 536 h 648"/>
                <a:gd name="T82" fmla="*/ 268 w 760"/>
                <a:gd name="T83" fmla="*/ 592 h 648"/>
                <a:gd name="T84" fmla="*/ 56 w 760"/>
                <a:gd name="T85" fmla="*/ 592 h 648"/>
                <a:gd name="T86" fmla="*/ 256 w 760"/>
                <a:gd name="T87" fmla="*/ 580 h 648"/>
                <a:gd name="T88" fmla="*/ 268 w 760"/>
                <a:gd name="T89" fmla="*/ 580 h 648"/>
                <a:gd name="T90" fmla="*/ 56 w 760"/>
                <a:gd name="T91" fmla="*/ 580 h 648"/>
                <a:gd name="T92" fmla="*/ 56 w 760"/>
                <a:gd name="T93" fmla="*/ 604 h 648"/>
                <a:gd name="T94" fmla="*/ 56 w 760"/>
                <a:gd name="T95" fmla="*/ 632 h 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60" h="648">
                  <a:moveTo>
                    <a:pt x="636" y="575"/>
                  </a:moveTo>
                  <a:cubicBezTo>
                    <a:pt x="636" y="575"/>
                    <a:pt x="636" y="575"/>
                    <a:pt x="636" y="575"/>
                  </a:cubicBezTo>
                  <a:cubicBezTo>
                    <a:pt x="644" y="575"/>
                    <a:pt x="651" y="568"/>
                    <a:pt x="651" y="560"/>
                  </a:cubicBezTo>
                  <a:cubicBezTo>
                    <a:pt x="651" y="552"/>
                    <a:pt x="644" y="545"/>
                    <a:pt x="636" y="545"/>
                  </a:cubicBezTo>
                  <a:cubicBezTo>
                    <a:pt x="628" y="545"/>
                    <a:pt x="621" y="552"/>
                    <a:pt x="621" y="560"/>
                  </a:cubicBezTo>
                  <a:cubicBezTo>
                    <a:pt x="621" y="565"/>
                    <a:pt x="624" y="571"/>
                    <a:pt x="628" y="573"/>
                  </a:cubicBezTo>
                  <a:cubicBezTo>
                    <a:pt x="623" y="600"/>
                    <a:pt x="633" y="620"/>
                    <a:pt x="640" y="632"/>
                  </a:cubicBezTo>
                  <a:cubicBezTo>
                    <a:pt x="622" y="632"/>
                    <a:pt x="622" y="632"/>
                    <a:pt x="622" y="632"/>
                  </a:cubicBezTo>
                  <a:cubicBezTo>
                    <a:pt x="616" y="624"/>
                    <a:pt x="592" y="587"/>
                    <a:pt x="620" y="510"/>
                  </a:cubicBezTo>
                  <a:cubicBezTo>
                    <a:pt x="628" y="509"/>
                    <a:pt x="635" y="502"/>
                    <a:pt x="635" y="494"/>
                  </a:cubicBezTo>
                  <a:cubicBezTo>
                    <a:pt x="635" y="486"/>
                    <a:pt x="628" y="479"/>
                    <a:pt x="620" y="479"/>
                  </a:cubicBezTo>
                  <a:cubicBezTo>
                    <a:pt x="612" y="479"/>
                    <a:pt x="605" y="486"/>
                    <a:pt x="605" y="494"/>
                  </a:cubicBezTo>
                  <a:cubicBezTo>
                    <a:pt x="605" y="499"/>
                    <a:pt x="608" y="505"/>
                    <a:pt x="612" y="507"/>
                  </a:cubicBezTo>
                  <a:cubicBezTo>
                    <a:pt x="587" y="578"/>
                    <a:pt x="603" y="616"/>
                    <a:pt x="612" y="632"/>
                  </a:cubicBezTo>
                  <a:cubicBezTo>
                    <a:pt x="593" y="632"/>
                    <a:pt x="593" y="632"/>
                    <a:pt x="593" y="632"/>
                  </a:cubicBezTo>
                  <a:cubicBezTo>
                    <a:pt x="589" y="628"/>
                    <a:pt x="566" y="602"/>
                    <a:pt x="577" y="557"/>
                  </a:cubicBezTo>
                  <a:cubicBezTo>
                    <a:pt x="585" y="557"/>
                    <a:pt x="592" y="550"/>
                    <a:pt x="592" y="542"/>
                  </a:cubicBezTo>
                  <a:cubicBezTo>
                    <a:pt x="592" y="534"/>
                    <a:pt x="585" y="527"/>
                    <a:pt x="577" y="527"/>
                  </a:cubicBezTo>
                  <a:cubicBezTo>
                    <a:pt x="569" y="527"/>
                    <a:pt x="562" y="534"/>
                    <a:pt x="562" y="542"/>
                  </a:cubicBezTo>
                  <a:cubicBezTo>
                    <a:pt x="562" y="547"/>
                    <a:pt x="565" y="553"/>
                    <a:pt x="570" y="555"/>
                  </a:cubicBezTo>
                  <a:cubicBezTo>
                    <a:pt x="560" y="594"/>
                    <a:pt x="574" y="620"/>
                    <a:pt x="582" y="632"/>
                  </a:cubicBezTo>
                  <a:cubicBezTo>
                    <a:pt x="435" y="632"/>
                    <a:pt x="435" y="632"/>
                    <a:pt x="435" y="632"/>
                  </a:cubicBezTo>
                  <a:cubicBezTo>
                    <a:pt x="427" y="616"/>
                    <a:pt x="422" y="605"/>
                    <a:pt x="419" y="590"/>
                  </a:cubicBezTo>
                  <a:cubicBezTo>
                    <a:pt x="421" y="530"/>
                    <a:pt x="421" y="478"/>
                    <a:pt x="419" y="433"/>
                  </a:cubicBezTo>
                  <a:cubicBezTo>
                    <a:pt x="440" y="412"/>
                    <a:pt x="485" y="372"/>
                    <a:pt x="527" y="344"/>
                  </a:cubicBezTo>
                  <a:cubicBezTo>
                    <a:pt x="541" y="359"/>
                    <a:pt x="561" y="369"/>
                    <a:pt x="584" y="369"/>
                  </a:cubicBezTo>
                  <a:cubicBezTo>
                    <a:pt x="626" y="369"/>
                    <a:pt x="661" y="335"/>
                    <a:pt x="661" y="292"/>
                  </a:cubicBezTo>
                  <a:cubicBezTo>
                    <a:pt x="661" y="264"/>
                    <a:pt x="646" y="239"/>
                    <a:pt x="623" y="226"/>
                  </a:cubicBezTo>
                  <a:cubicBezTo>
                    <a:pt x="626" y="219"/>
                    <a:pt x="628" y="211"/>
                    <a:pt x="628" y="203"/>
                  </a:cubicBezTo>
                  <a:cubicBezTo>
                    <a:pt x="628" y="174"/>
                    <a:pt x="604" y="151"/>
                    <a:pt x="575" y="151"/>
                  </a:cubicBezTo>
                  <a:cubicBezTo>
                    <a:pt x="575" y="151"/>
                    <a:pt x="575" y="151"/>
                    <a:pt x="575" y="151"/>
                  </a:cubicBezTo>
                  <a:cubicBezTo>
                    <a:pt x="570" y="135"/>
                    <a:pt x="558" y="123"/>
                    <a:pt x="543" y="116"/>
                  </a:cubicBezTo>
                  <a:cubicBezTo>
                    <a:pt x="541" y="83"/>
                    <a:pt x="515" y="57"/>
                    <a:pt x="482" y="53"/>
                  </a:cubicBezTo>
                  <a:cubicBezTo>
                    <a:pt x="475" y="22"/>
                    <a:pt x="447" y="0"/>
                    <a:pt x="415" y="0"/>
                  </a:cubicBezTo>
                  <a:cubicBezTo>
                    <a:pt x="382" y="0"/>
                    <a:pt x="355" y="22"/>
                    <a:pt x="347" y="53"/>
                  </a:cubicBezTo>
                  <a:cubicBezTo>
                    <a:pt x="324" y="56"/>
                    <a:pt x="304" y="71"/>
                    <a:pt x="294" y="92"/>
                  </a:cubicBezTo>
                  <a:cubicBezTo>
                    <a:pt x="287" y="89"/>
                    <a:pt x="280" y="88"/>
                    <a:pt x="272" y="88"/>
                  </a:cubicBezTo>
                  <a:cubicBezTo>
                    <a:pt x="234" y="88"/>
                    <a:pt x="203" y="119"/>
                    <a:pt x="203" y="157"/>
                  </a:cubicBezTo>
                  <a:cubicBezTo>
                    <a:pt x="203" y="164"/>
                    <a:pt x="204" y="170"/>
                    <a:pt x="205" y="175"/>
                  </a:cubicBezTo>
                  <a:cubicBezTo>
                    <a:pt x="182" y="187"/>
                    <a:pt x="166" y="210"/>
                    <a:pt x="166" y="238"/>
                  </a:cubicBezTo>
                  <a:cubicBezTo>
                    <a:pt x="166" y="238"/>
                    <a:pt x="166" y="238"/>
                    <a:pt x="166" y="239"/>
                  </a:cubicBezTo>
                  <a:cubicBezTo>
                    <a:pt x="134" y="244"/>
                    <a:pt x="110" y="271"/>
                    <a:pt x="110" y="304"/>
                  </a:cubicBezTo>
                  <a:cubicBezTo>
                    <a:pt x="110" y="341"/>
                    <a:pt x="140" y="370"/>
                    <a:pt x="177" y="370"/>
                  </a:cubicBezTo>
                  <a:cubicBezTo>
                    <a:pt x="196" y="370"/>
                    <a:pt x="213" y="362"/>
                    <a:pt x="226" y="349"/>
                  </a:cubicBezTo>
                  <a:cubicBezTo>
                    <a:pt x="237" y="363"/>
                    <a:pt x="255" y="372"/>
                    <a:pt x="274" y="372"/>
                  </a:cubicBezTo>
                  <a:cubicBezTo>
                    <a:pt x="285" y="372"/>
                    <a:pt x="296" y="370"/>
                    <a:pt x="305" y="365"/>
                  </a:cubicBezTo>
                  <a:cubicBezTo>
                    <a:pt x="342" y="389"/>
                    <a:pt x="371" y="420"/>
                    <a:pt x="382" y="433"/>
                  </a:cubicBezTo>
                  <a:cubicBezTo>
                    <a:pt x="384" y="479"/>
                    <a:pt x="384" y="534"/>
                    <a:pt x="381" y="597"/>
                  </a:cubicBezTo>
                  <a:cubicBezTo>
                    <a:pt x="378" y="609"/>
                    <a:pt x="373" y="620"/>
                    <a:pt x="367" y="632"/>
                  </a:cubicBezTo>
                  <a:cubicBezTo>
                    <a:pt x="276" y="632"/>
                    <a:pt x="276" y="632"/>
                    <a:pt x="276" y="632"/>
                  </a:cubicBezTo>
                  <a:cubicBezTo>
                    <a:pt x="276" y="520"/>
                    <a:pt x="276" y="520"/>
                    <a:pt x="276" y="520"/>
                  </a:cubicBezTo>
                  <a:cubicBezTo>
                    <a:pt x="268" y="520"/>
                    <a:pt x="268" y="520"/>
                    <a:pt x="268" y="520"/>
                  </a:cubicBezTo>
                  <a:cubicBezTo>
                    <a:pt x="268" y="524"/>
                    <a:pt x="268" y="524"/>
                    <a:pt x="268" y="524"/>
                  </a:cubicBezTo>
                  <a:cubicBezTo>
                    <a:pt x="56" y="524"/>
                    <a:pt x="56" y="524"/>
                    <a:pt x="56" y="524"/>
                  </a:cubicBezTo>
                  <a:cubicBezTo>
                    <a:pt x="56" y="520"/>
                    <a:pt x="56" y="520"/>
                    <a:pt x="56" y="520"/>
                  </a:cubicBezTo>
                  <a:cubicBezTo>
                    <a:pt x="44" y="520"/>
                    <a:pt x="44" y="520"/>
                    <a:pt x="44" y="520"/>
                  </a:cubicBezTo>
                  <a:cubicBezTo>
                    <a:pt x="44" y="632"/>
                    <a:pt x="44" y="632"/>
                    <a:pt x="44" y="632"/>
                  </a:cubicBezTo>
                  <a:cubicBezTo>
                    <a:pt x="0" y="632"/>
                    <a:pt x="0" y="632"/>
                    <a:pt x="0" y="632"/>
                  </a:cubicBezTo>
                  <a:cubicBezTo>
                    <a:pt x="0" y="648"/>
                    <a:pt x="0" y="648"/>
                    <a:pt x="0" y="648"/>
                  </a:cubicBezTo>
                  <a:cubicBezTo>
                    <a:pt x="760" y="648"/>
                    <a:pt x="760" y="648"/>
                    <a:pt x="760" y="648"/>
                  </a:cubicBezTo>
                  <a:cubicBezTo>
                    <a:pt x="760" y="632"/>
                    <a:pt x="760" y="632"/>
                    <a:pt x="760" y="632"/>
                  </a:cubicBezTo>
                  <a:cubicBezTo>
                    <a:pt x="650" y="632"/>
                    <a:pt x="650" y="632"/>
                    <a:pt x="650" y="632"/>
                  </a:cubicBezTo>
                  <a:cubicBezTo>
                    <a:pt x="645" y="624"/>
                    <a:pt x="631" y="604"/>
                    <a:pt x="636" y="575"/>
                  </a:cubicBezTo>
                  <a:close/>
                  <a:moveTo>
                    <a:pt x="440" y="319"/>
                  </a:moveTo>
                  <a:cubicBezTo>
                    <a:pt x="444" y="322"/>
                    <a:pt x="448" y="325"/>
                    <a:pt x="452" y="327"/>
                  </a:cubicBezTo>
                  <a:cubicBezTo>
                    <a:pt x="440" y="340"/>
                    <a:pt x="428" y="356"/>
                    <a:pt x="416" y="376"/>
                  </a:cubicBezTo>
                  <a:cubicBezTo>
                    <a:pt x="415" y="361"/>
                    <a:pt x="414" y="348"/>
                    <a:pt x="413" y="335"/>
                  </a:cubicBezTo>
                  <a:cubicBezTo>
                    <a:pt x="423" y="331"/>
                    <a:pt x="432" y="326"/>
                    <a:pt x="440" y="319"/>
                  </a:cubicBezTo>
                  <a:close/>
                  <a:moveTo>
                    <a:pt x="431" y="392"/>
                  </a:moveTo>
                  <a:cubicBezTo>
                    <a:pt x="445" y="367"/>
                    <a:pt x="461" y="348"/>
                    <a:pt x="475" y="334"/>
                  </a:cubicBezTo>
                  <a:cubicBezTo>
                    <a:pt x="478" y="334"/>
                    <a:pt x="481" y="335"/>
                    <a:pt x="483" y="335"/>
                  </a:cubicBezTo>
                  <a:cubicBezTo>
                    <a:pt x="494" y="335"/>
                    <a:pt x="503" y="332"/>
                    <a:pt x="512" y="328"/>
                  </a:cubicBezTo>
                  <a:cubicBezTo>
                    <a:pt x="501" y="336"/>
                    <a:pt x="488" y="345"/>
                    <a:pt x="475" y="355"/>
                  </a:cubicBezTo>
                  <a:cubicBezTo>
                    <a:pt x="459" y="368"/>
                    <a:pt x="443" y="382"/>
                    <a:pt x="431" y="392"/>
                  </a:cubicBezTo>
                  <a:close/>
                  <a:moveTo>
                    <a:pt x="325" y="346"/>
                  </a:moveTo>
                  <a:cubicBezTo>
                    <a:pt x="328" y="342"/>
                    <a:pt x="330" y="338"/>
                    <a:pt x="332" y="334"/>
                  </a:cubicBezTo>
                  <a:cubicBezTo>
                    <a:pt x="345" y="339"/>
                    <a:pt x="359" y="343"/>
                    <a:pt x="374" y="343"/>
                  </a:cubicBezTo>
                  <a:cubicBezTo>
                    <a:pt x="375" y="343"/>
                    <a:pt x="376" y="343"/>
                    <a:pt x="376" y="343"/>
                  </a:cubicBezTo>
                  <a:cubicBezTo>
                    <a:pt x="378" y="357"/>
                    <a:pt x="379" y="374"/>
                    <a:pt x="380" y="392"/>
                  </a:cubicBezTo>
                  <a:cubicBezTo>
                    <a:pt x="366" y="378"/>
                    <a:pt x="347" y="361"/>
                    <a:pt x="325" y="346"/>
                  </a:cubicBezTo>
                  <a:close/>
                  <a:moveTo>
                    <a:pt x="236" y="580"/>
                  </a:moveTo>
                  <a:cubicBezTo>
                    <a:pt x="236" y="536"/>
                    <a:pt x="236" y="536"/>
                    <a:pt x="236" y="536"/>
                  </a:cubicBezTo>
                  <a:cubicBezTo>
                    <a:pt x="248" y="536"/>
                    <a:pt x="248" y="536"/>
                    <a:pt x="248" y="536"/>
                  </a:cubicBezTo>
                  <a:cubicBezTo>
                    <a:pt x="248" y="580"/>
                    <a:pt x="248" y="580"/>
                    <a:pt x="248" y="580"/>
                  </a:cubicBezTo>
                  <a:lnTo>
                    <a:pt x="236" y="580"/>
                  </a:lnTo>
                  <a:close/>
                  <a:moveTo>
                    <a:pt x="228" y="580"/>
                  </a:moveTo>
                  <a:cubicBezTo>
                    <a:pt x="216" y="580"/>
                    <a:pt x="216" y="580"/>
                    <a:pt x="216" y="580"/>
                  </a:cubicBezTo>
                  <a:cubicBezTo>
                    <a:pt x="216" y="536"/>
                    <a:pt x="216" y="536"/>
                    <a:pt x="216" y="536"/>
                  </a:cubicBezTo>
                  <a:cubicBezTo>
                    <a:pt x="228" y="536"/>
                    <a:pt x="228" y="536"/>
                    <a:pt x="228" y="536"/>
                  </a:cubicBezTo>
                  <a:lnTo>
                    <a:pt x="228" y="580"/>
                  </a:lnTo>
                  <a:close/>
                  <a:moveTo>
                    <a:pt x="208" y="580"/>
                  </a:moveTo>
                  <a:cubicBezTo>
                    <a:pt x="196" y="580"/>
                    <a:pt x="196" y="580"/>
                    <a:pt x="196" y="580"/>
                  </a:cubicBezTo>
                  <a:cubicBezTo>
                    <a:pt x="196" y="536"/>
                    <a:pt x="196" y="536"/>
                    <a:pt x="196" y="536"/>
                  </a:cubicBezTo>
                  <a:cubicBezTo>
                    <a:pt x="208" y="536"/>
                    <a:pt x="208" y="536"/>
                    <a:pt x="208" y="536"/>
                  </a:cubicBezTo>
                  <a:lnTo>
                    <a:pt x="208" y="580"/>
                  </a:lnTo>
                  <a:close/>
                  <a:moveTo>
                    <a:pt x="188" y="580"/>
                  </a:moveTo>
                  <a:cubicBezTo>
                    <a:pt x="172" y="580"/>
                    <a:pt x="172" y="580"/>
                    <a:pt x="172" y="580"/>
                  </a:cubicBezTo>
                  <a:cubicBezTo>
                    <a:pt x="172" y="536"/>
                    <a:pt x="172" y="536"/>
                    <a:pt x="172" y="536"/>
                  </a:cubicBezTo>
                  <a:cubicBezTo>
                    <a:pt x="188" y="536"/>
                    <a:pt x="188" y="536"/>
                    <a:pt x="188" y="536"/>
                  </a:cubicBezTo>
                  <a:lnTo>
                    <a:pt x="188" y="580"/>
                  </a:lnTo>
                  <a:close/>
                  <a:moveTo>
                    <a:pt x="168" y="580"/>
                  </a:moveTo>
                  <a:cubicBezTo>
                    <a:pt x="152" y="580"/>
                    <a:pt x="152" y="580"/>
                    <a:pt x="152" y="580"/>
                  </a:cubicBezTo>
                  <a:cubicBezTo>
                    <a:pt x="152" y="536"/>
                    <a:pt x="152" y="536"/>
                    <a:pt x="152" y="536"/>
                  </a:cubicBezTo>
                  <a:cubicBezTo>
                    <a:pt x="168" y="536"/>
                    <a:pt x="168" y="536"/>
                    <a:pt x="168" y="536"/>
                  </a:cubicBezTo>
                  <a:lnTo>
                    <a:pt x="168" y="580"/>
                  </a:lnTo>
                  <a:close/>
                  <a:moveTo>
                    <a:pt x="148" y="580"/>
                  </a:moveTo>
                  <a:cubicBezTo>
                    <a:pt x="132" y="580"/>
                    <a:pt x="132" y="580"/>
                    <a:pt x="132" y="580"/>
                  </a:cubicBezTo>
                  <a:cubicBezTo>
                    <a:pt x="132" y="536"/>
                    <a:pt x="132" y="536"/>
                    <a:pt x="132" y="536"/>
                  </a:cubicBezTo>
                  <a:cubicBezTo>
                    <a:pt x="148" y="536"/>
                    <a:pt x="148" y="536"/>
                    <a:pt x="148" y="536"/>
                  </a:cubicBezTo>
                  <a:lnTo>
                    <a:pt x="148" y="580"/>
                  </a:lnTo>
                  <a:close/>
                  <a:moveTo>
                    <a:pt x="128" y="580"/>
                  </a:moveTo>
                  <a:cubicBezTo>
                    <a:pt x="112" y="580"/>
                    <a:pt x="112" y="580"/>
                    <a:pt x="112" y="580"/>
                  </a:cubicBezTo>
                  <a:cubicBezTo>
                    <a:pt x="112" y="536"/>
                    <a:pt x="112" y="536"/>
                    <a:pt x="112" y="536"/>
                  </a:cubicBezTo>
                  <a:cubicBezTo>
                    <a:pt x="128" y="536"/>
                    <a:pt x="128" y="536"/>
                    <a:pt x="128" y="536"/>
                  </a:cubicBezTo>
                  <a:lnTo>
                    <a:pt x="128" y="580"/>
                  </a:lnTo>
                  <a:close/>
                  <a:moveTo>
                    <a:pt x="108" y="580"/>
                  </a:moveTo>
                  <a:cubicBezTo>
                    <a:pt x="92" y="580"/>
                    <a:pt x="92" y="580"/>
                    <a:pt x="92" y="580"/>
                  </a:cubicBezTo>
                  <a:cubicBezTo>
                    <a:pt x="92" y="536"/>
                    <a:pt x="92" y="536"/>
                    <a:pt x="92" y="536"/>
                  </a:cubicBezTo>
                  <a:cubicBezTo>
                    <a:pt x="108" y="536"/>
                    <a:pt x="108" y="536"/>
                    <a:pt x="108" y="536"/>
                  </a:cubicBezTo>
                  <a:lnTo>
                    <a:pt x="108" y="580"/>
                  </a:lnTo>
                  <a:close/>
                  <a:moveTo>
                    <a:pt x="88" y="580"/>
                  </a:moveTo>
                  <a:cubicBezTo>
                    <a:pt x="72" y="580"/>
                    <a:pt x="72" y="580"/>
                    <a:pt x="72" y="580"/>
                  </a:cubicBezTo>
                  <a:cubicBezTo>
                    <a:pt x="72" y="536"/>
                    <a:pt x="72" y="536"/>
                    <a:pt x="72" y="536"/>
                  </a:cubicBezTo>
                  <a:cubicBezTo>
                    <a:pt x="88" y="536"/>
                    <a:pt x="88" y="536"/>
                    <a:pt x="88" y="536"/>
                  </a:cubicBezTo>
                  <a:lnTo>
                    <a:pt x="88" y="580"/>
                  </a:lnTo>
                  <a:close/>
                  <a:moveTo>
                    <a:pt x="268" y="592"/>
                  </a:moveTo>
                  <a:cubicBezTo>
                    <a:pt x="268" y="596"/>
                    <a:pt x="268" y="596"/>
                    <a:pt x="268" y="596"/>
                  </a:cubicBezTo>
                  <a:cubicBezTo>
                    <a:pt x="56" y="596"/>
                    <a:pt x="56" y="596"/>
                    <a:pt x="56" y="596"/>
                  </a:cubicBezTo>
                  <a:cubicBezTo>
                    <a:pt x="56" y="592"/>
                    <a:pt x="56" y="592"/>
                    <a:pt x="56" y="592"/>
                  </a:cubicBezTo>
                  <a:lnTo>
                    <a:pt x="268" y="592"/>
                  </a:lnTo>
                  <a:close/>
                  <a:moveTo>
                    <a:pt x="268" y="580"/>
                  </a:moveTo>
                  <a:cubicBezTo>
                    <a:pt x="256" y="580"/>
                    <a:pt x="256" y="580"/>
                    <a:pt x="256" y="580"/>
                  </a:cubicBezTo>
                  <a:cubicBezTo>
                    <a:pt x="256" y="536"/>
                    <a:pt x="256" y="536"/>
                    <a:pt x="256" y="536"/>
                  </a:cubicBezTo>
                  <a:cubicBezTo>
                    <a:pt x="268" y="536"/>
                    <a:pt x="268" y="536"/>
                    <a:pt x="268" y="536"/>
                  </a:cubicBezTo>
                  <a:lnTo>
                    <a:pt x="268" y="580"/>
                  </a:lnTo>
                  <a:close/>
                  <a:moveTo>
                    <a:pt x="68" y="536"/>
                  </a:moveTo>
                  <a:cubicBezTo>
                    <a:pt x="68" y="580"/>
                    <a:pt x="68" y="580"/>
                    <a:pt x="68" y="580"/>
                  </a:cubicBezTo>
                  <a:cubicBezTo>
                    <a:pt x="56" y="580"/>
                    <a:pt x="56" y="580"/>
                    <a:pt x="56" y="580"/>
                  </a:cubicBezTo>
                  <a:cubicBezTo>
                    <a:pt x="56" y="536"/>
                    <a:pt x="56" y="536"/>
                    <a:pt x="56" y="536"/>
                  </a:cubicBezTo>
                  <a:lnTo>
                    <a:pt x="68" y="536"/>
                  </a:lnTo>
                  <a:close/>
                  <a:moveTo>
                    <a:pt x="56" y="604"/>
                  </a:moveTo>
                  <a:cubicBezTo>
                    <a:pt x="268" y="604"/>
                    <a:pt x="268" y="604"/>
                    <a:pt x="268" y="604"/>
                  </a:cubicBezTo>
                  <a:cubicBezTo>
                    <a:pt x="268" y="632"/>
                    <a:pt x="268" y="632"/>
                    <a:pt x="268" y="632"/>
                  </a:cubicBezTo>
                  <a:cubicBezTo>
                    <a:pt x="56" y="632"/>
                    <a:pt x="56" y="632"/>
                    <a:pt x="56" y="632"/>
                  </a:cubicBezTo>
                  <a:lnTo>
                    <a:pt x="56" y="6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243"/>
            <p:cNvSpPr>
              <a:spLocks/>
            </p:cNvSpPr>
            <p:nvPr/>
          </p:nvSpPr>
          <p:spPr bwMode="auto">
            <a:xfrm>
              <a:off x="7231063" y="5500688"/>
              <a:ext cx="174625" cy="315913"/>
            </a:xfrm>
            <a:custGeom>
              <a:avLst/>
              <a:gdLst>
                <a:gd name="T0" fmla="*/ 123 w 137"/>
                <a:gd name="T1" fmla="*/ 126 h 248"/>
                <a:gd name="T2" fmla="*/ 124 w 137"/>
                <a:gd name="T3" fmla="*/ 126 h 248"/>
                <a:gd name="T4" fmla="*/ 134 w 137"/>
                <a:gd name="T5" fmla="*/ 116 h 248"/>
                <a:gd name="T6" fmla="*/ 113 w 137"/>
                <a:gd name="T7" fmla="*/ 8 h 248"/>
                <a:gd name="T8" fmla="*/ 94 w 137"/>
                <a:gd name="T9" fmla="*/ 0 h 248"/>
                <a:gd name="T10" fmla="*/ 43 w 137"/>
                <a:gd name="T11" fmla="*/ 0 h 248"/>
                <a:gd name="T12" fmla="*/ 24 w 137"/>
                <a:gd name="T13" fmla="*/ 8 h 248"/>
                <a:gd name="T14" fmla="*/ 3 w 137"/>
                <a:gd name="T15" fmla="*/ 117 h 248"/>
                <a:gd name="T16" fmla="*/ 13 w 137"/>
                <a:gd name="T17" fmla="*/ 126 h 248"/>
                <a:gd name="T18" fmla="*/ 14 w 137"/>
                <a:gd name="T19" fmla="*/ 126 h 248"/>
                <a:gd name="T20" fmla="*/ 23 w 137"/>
                <a:gd name="T21" fmla="*/ 115 h 248"/>
                <a:gd name="T22" fmla="*/ 33 w 137"/>
                <a:gd name="T23" fmla="*/ 29 h 248"/>
                <a:gd name="T24" fmla="*/ 33 w 137"/>
                <a:gd name="T25" fmla="*/ 76 h 248"/>
                <a:gd name="T26" fmla="*/ 33 w 137"/>
                <a:gd name="T27" fmla="*/ 101 h 248"/>
                <a:gd name="T28" fmla="*/ 33 w 137"/>
                <a:gd name="T29" fmla="*/ 231 h 248"/>
                <a:gd name="T30" fmla="*/ 49 w 137"/>
                <a:gd name="T31" fmla="*/ 248 h 248"/>
                <a:gd name="T32" fmla="*/ 65 w 137"/>
                <a:gd name="T33" fmla="*/ 231 h 248"/>
                <a:gd name="T34" fmla="*/ 65 w 137"/>
                <a:gd name="T35" fmla="*/ 112 h 248"/>
                <a:gd name="T36" fmla="*/ 73 w 137"/>
                <a:gd name="T37" fmla="*/ 112 h 248"/>
                <a:gd name="T38" fmla="*/ 73 w 137"/>
                <a:gd name="T39" fmla="*/ 231 h 248"/>
                <a:gd name="T40" fmla="*/ 89 w 137"/>
                <a:gd name="T41" fmla="*/ 248 h 248"/>
                <a:gd name="T42" fmla="*/ 105 w 137"/>
                <a:gd name="T43" fmla="*/ 231 h 248"/>
                <a:gd name="T44" fmla="*/ 105 w 137"/>
                <a:gd name="T45" fmla="*/ 101 h 248"/>
                <a:gd name="T46" fmla="*/ 105 w 137"/>
                <a:gd name="T47" fmla="*/ 76 h 248"/>
                <a:gd name="T48" fmla="*/ 105 w 137"/>
                <a:gd name="T49" fmla="*/ 29 h 248"/>
                <a:gd name="T50" fmla="*/ 114 w 137"/>
                <a:gd name="T51" fmla="*/ 115 h 248"/>
                <a:gd name="T52" fmla="*/ 123 w 137"/>
                <a:gd name="T53" fmla="*/ 126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7" h="248">
                  <a:moveTo>
                    <a:pt x="123" y="126"/>
                  </a:moveTo>
                  <a:cubicBezTo>
                    <a:pt x="123" y="126"/>
                    <a:pt x="124" y="126"/>
                    <a:pt x="124" y="126"/>
                  </a:cubicBezTo>
                  <a:cubicBezTo>
                    <a:pt x="129" y="126"/>
                    <a:pt x="134" y="122"/>
                    <a:pt x="134" y="116"/>
                  </a:cubicBezTo>
                  <a:cubicBezTo>
                    <a:pt x="137" y="60"/>
                    <a:pt x="130" y="24"/>
                    <a:pt x="113" y="8"/>
                  </a:cubicBezTo>
                  <a:cubicBezTo>
                    <a:pt x="105" y="0"/>
                    <a:pt x="97" y="0"/>
                    <a:pt x="94" y="0"/>
                  </a:cubicBezTo>
                  <a:cubicBezTo>
                    <a:pt x="43" y="0"/>
                    <a:pt x="43" y="0"/>
                    <a:pt x="43" y="0"/>
                  </a:cubicBezTo>
                  <a:cubicBezTo>
                    <a:pt x="41" y="0"/>
                    <a:pt x="33" y="0"/>
                    <a:pt x="24" y="8"/>
                  </a:cubicBezTo>
                  <a:cubicBezTo>
                    <a:pt x="7" y="24"/>
                    <a:pt x="0" y="61"/>
                    <a:pt x="3" y="117"/>
                  </a:cubicBezTo>
                  <a:cubicBezTo>
                    <a:pt x="4" y="122"/>
                    <a:pt x="8" y="126"/>
                    <a:pt x="13" y="126"/>
                  </a:cubicBezTo>
                  <a:cubicBezTo>
                    <a:pt x="14" y="126"/>
                    <a:pt x="14" y="126"/>
                    <a:pt x="14" y="126"/>
                  </a:cubicBezTo>
                  <a:cubicBezTo>
                    <a:pt x="19" y="126"/>
                    <a:pt x="24" y="121"/>
                    <a:pt x="23" y="115"/>
                  </a:cubicBezTo>
                  <a:cubicBezTo>
                    <a:pt x="20" y="64"/>
                    <a:pt x="25" y="40"/>
                    <a:pt x="33" y="29"/>
                  </a:cubicBezTo>
                  <a:cubicBezTo>
                    <a:pt x="33" y="76"/>
                    <a:pt x="33" y="76"/>
                    <a:pt x="33" y="76"/>
                  </a:cubicBezTo>
                  <a:cubicBezTo>
                    <a:pt x="33" y="101"/>
                    <a:pt x="33" y="101"/>
                    <a:pt x="33" y="101"/>
                  </a:cubicBezTo>
                  <a:cubicBezTo>
                    <a:pt x="33" y="231"/>
                    <a:pt x="33" y="231"/>
                    <a:pt x="33" y="231"/>
                  </a:cubicBezTo>
                  <a:cubicBezTo>
                    <a:pt x="33" y="240"/>
                    <a:pt x="40" y="248"/>
                    <a:pt x="49" y="248"/>
                  </a:cubicBezTo>
                  <a:cubicBezTo>
                    <a:pt x="58" y="248"/>
                    <a:pt x="65" y="240"/>
                    <a:pt x="65" y="231"/>
                  </a:cubicBezTo>
                  <a:cubicBezTo>
                    <a:pt x="65" y="112"/>
                    <a:pt x="65" y="112"/>
                    <a:pt x="65" y="112"/>
                  </a:cubicBezTo>
                  <a:cubicBezTo>
                    <a:pt x="73" y="112"/>
                    <a:pt x="73" y="112"/>
                    <a:pt x="73" y="112"/>
                  </a:cubicBezTo>
                  <a:cubicBezTo>
                    <a:pt x="73" y="231"/>
                    <a:pt x="73" y="231"/>
                    <a:pt x="73" y="231"/>
                  </a:cubicBezTo>
                  <a:cubicBezTo>
                    <a:pt x="73" y="240"/>
                    <a:pt x="80" y="248"/>
                    <a:pt x="89" y="248"/>
                  </a:cubicBezTo>
                  <a:cubicBezTo>
                    <a:pt x="98" y="248"/>
                    <a:pt x="105" y="240"/>
                    <a:pt x="105" y="231"/>
                  </a:cubicBezTo>
                  <a:cubicBezTo>
                    <a:pt x="105" y="101"/>
                    <a:pt x="105" y="101"/>
                    <a:pt x="105" y="101"/>
                  </a:cubicBezTo>
                  <a:cubicBezTo>
                    <a:pt x="105" y="76"/>
                    <a:pt x="105" y="76"/>
                    <a:pt x="105" y="76"/>
                  </a:cubicBezTo>
                  <a:cubicBezTo>
                    <a:pt x="105" y="29"/>
                    <a:pt x="105" y="29"/>
                    <a:pt x="105" y="29"/>
                  </a:cubicBezTo>
                  <a:cubicBezTo>
                    <a:pt x="109" y="40"/>
                    <a:pt x="117" y="64"/>
                    <a:pt x="114" y="115"/>
                  </a:cubicBezTo>
                  <a:cubicBezTo>
                    <a:pt x="114" y="121"/>
                    <a:pt x="118" y="125"/>
                    <a:pt x="123" y="1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Oval 244"/>
            <p:cNvSpPr>
              <a:spLocks noChangeArrowheads="1"/>
            </p:cNvSpPr>
            <p:nvPr/>
          </p:nvSpPr>
          <p:spPr bwMode="auto">
            <a:xfrm>
              <a:off x="7281863" y="5413376"/>
              <a:ext cx="76200" cy="762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 name="Freeform 245"/>
            <p:cNvSpPr>
              <a:spLocks/>
            </p:cNvSpPr>
            <p:nvPr/>
          </p:nvSpPr>
          <p:spPr bwMode="auto">
            <a:xfrm>
              <a:off x="7159625" y="5041901"/>
              <a:ext cx="127000" cy="109538"/>
            </a:xfrm>
            <a:custGeom>
              <a:avLst/>
              <a:gdLst>
                <a:gd name="T0" fmla="*/ 53 w 99"/>
                <a:gd name="T1" fmla="*/ 52 h 85"/>
                <a:gd name="T2" fmla="*/ 6 w 99"/>
                <a:gd name="T3" fmla="*/ 85 h 85"/>
                <a:gd name="T4" fmla="*/ 63 w 99"/>
                <a:gd name="T5" fmla="*/ 66 h 85"/>
                <a:gd name="T6" fmla="*/ 99 w 99"/>
                <a:gd name="T7" fmla="*/ 18 h 85"/>
                <a:gd name="T8" fmla="*/ 53 w 99"/>
                <a:gd name="T9" fmla="*/ 52 h 85"/>
              </a:gdLst>
              <a:ahLst/>
              <a:cxnLst>
                <a:cxn ang="0">
                  <a:pos x="T0" y="T1"/>
                </a:cxn>
                <a:cxn ang="0">
                  <a:pos x="T2" y="T3"/>
                </a:cxn>
                <a:cxn ang="0">
                  <a:pos x="T4" y="T5"/>
                </a:cxn>
                <a:cxn ang="0">
                  <a:pos x="T6" y="T7"/>
                </a:cxn>
                <a:cxn ang="0">
                  <a:pos x="T8" y="T9"/>
                </a:cxn>
              </a:cxnLst>
              <a:rect l="0" t="0" r="r" b="b"/>
              <a:pathLst>
                <a:path w="99" h="85">
                  <a:moveTo>
                    <a:pt x="53" y="52"/>
                  </a:moveTo>
                  <a:cubicBezTo>
                    <a:pt x="53" y="52"/>
                    <a:pt x="0" y="46"/>
                    <a:pt x="6" y="85"/>
                  </a:cubicBezTo>
                  <a:cubicBezTo>
                    <a:pt x="18" y="62"/>
                    <a:pt x="51" y="64"/>
                    <a:pt x="63" y="66"/>
                  </a:cubicBezTo>
                  <a:cubicBezTo>
                    <a:pt x="65" y="54"/>
                    <a:pt x="74" y="22"/>
                    <a:pt x="99" y="18"/>
                  </a:cubicBezTo>
                  <a:cubicBezTo>
                    <a:pt x="64" y="0"/>
                    <a:pt x="53" y="52"/>
                    <a:pt x="53"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Freeform 246"/>
            <p:cNvSpPr>
              <a:spLocks/>
            </p:cNvSpPr>
            <p:nvPr/>
          </p:nvSpPr>
          <p:spPr bwMode="auto">
            <a:xfrm>
              <a:off x="7315200" y="5046663"/>
              <a:ext cx="127000" cy="109538"/>
            </a:xfrm>
            <a:custGeom>
              <a:avLst/>
              <a:gdLst>
                <a:gd name="T0" fmla="*/ 99 w 99"/>
                <a:gd name="T1" fmla="*/ 18 h 85"/>
                <a:gd name="T2" fmla="*/ 53 w 99"/>
                <a:gd name="T3" fmla="*/ 52 h 85"/>
                <a:gd name="T4" fmla="*/ 6 w 99"/>
                <a:gd name="T5" fmla="*/ 85 h 85"/>
                <a:gd name="T6" fmla="*/ 63 w 99"/>
                <a:gd name="T7" fmla="*/ 66 h 85"/>
                <a:gd name="T8" fmla="*/ 99 w 99"/>
                <a:gd name="T9" fmla="*/ 18 h 85"/>
              </a:gdLst>
              <a:ahLst/>
              <a:cxnLst>
                <a:cxn ang="0">
                  <a:pos x="T0" y="T1"/>
                </a:cxn>
                <a:cxn ang="0">
                  <a:pos x="T2" y="T3"/>
                </a:cxn>
                <a:cxn ang="0">
                  <a:pos x="T4" y="T5"/>
                </a:cxn>
                <a:cxn ang="0">
                  <a:pos x="T6" y="T7"/>
                </a:cxn>
                <a:cxn ang="0">
                  <a:pos x="T8" y="T9"/>
                </a:cxn>
              </a:cxnLst>
              <a:rect l="0" t="0" r="r" b="b"/>
              <a:pathLst>
                <a:path w="99" h="85">
                  <a:moveTo>
                    <a:pt x="99" y="18"/>
                  </a:moveTo>
                  <a:cubicBezTo>
                    <a:pt x="64" y="0"/>
                    <a:pt x="53" y="52"/>
                    <a:pt x="53" y="52"/>
                  </a:cubicBezTo>
                  <a:cubicBezTo>
                    <a:pt x="53" y="52"/>
                    <a:pt x="0" y="46"/>
                    <a:pt x="6" y="85"/>
                  </a:cubicBezTo>
                  <a:cubicBezTo>
                    <a:pt x="18" y="63"/>
                    <a:pt x="51" y="64"/>
                    <a:pt x="63" y="66"/>
                  </a:cubicBezTo>
                  <a:cubicBezTo>
                    <a:pt x="65" y="54"/>
                    <a:pt x="74" y="22"/>
                    <a:pt x="99"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 name="Freeform 247"/>
            <p:cNvSpPr>
              <a:spLocks/>
            </p:cNvSpPr>
            <p:nvPr/>
          </p:nvSpPr>
          <p:spPr bwMode="auto">
            <a:xfrm>
              <a:off x="7277100" y="4886326"/>
              <a:ext cx="127000" cy="107950"/>
            </a:xfrm>
            <a:custGeom>
              <a:avLst/>
              <a:gdLst>
                <a:gd name="T0" fmla="*/ 63 w 99"/>
                <a:gd name="T1" fmla="*/ 66 h 84"/>
                <a:gd name="T2" fmla="*/ 99 w 99"/>
                <a:gd name="T3" fmla="*/ 17 h 84"/>
                <a:gd name="T4" fmla="*/ 53 w 99"/>
                <a:gd name="T5" fmla="*/ 52 h 84"/>
                <a:gd name="T6" fmla="*/ 6 w 99"/>
                <a:gd name="T7" fmla="*/ 84 h 84"/>
                <a:gd name="T8" fmla="*/ 63 w 99"/>
                <a:gd name="T9" fmla="*/ 66 h 84"/>
              </a:gdLst>
              <a:ahLst/>
              <a:cxnLst>
                <a:cxn ang="0">
                  <a:pos x="T0" y="T1"/>
                </a:cxn>
                <a:cxn ang="0">
                  <a:pos x="T2" y="T3"/>
                </a:cxn>
                <a:cxn ang="0">
                  <a:pos x="T4" y="T5"/>
                </a:cxn>
                <a:cxn ang="0">
                  <a:pos x="T6" y="T7"/>
                </a:cxn>
                <a:cxn ang="0">
                  <a:pos x="T8" y="T9"/>
                </a:cxn>
              </a:cxnLst>
              <a:rect l="0" t="0" r="r" b="b"/>
              <a:pathLst>
                <a:path w="99" h="84">
                  <a:moveTo>
                    <a:pt x="63" y="66"/>
                  </a:moveTo>
                  <a:cubicBezTo>
                    <a:pt x="65" y="53"/>
                    <a:pt x="74" y="21"/>
                    <a:pt x="99" y="17"/>
                  </a:cubicBezTo>
                  <a:cubicBezTo>
                    <a:pt x="64" y="0"/>
                    <a:pt x="53" y="52"/>
                    <a:pt x="53" y="52"/>
                  </a:cubicBezTo>
                  <a:cubicBezTo>
                    <a:pt x="53" y="52"/>
                    <a:pt x="0" y="46"/>
                    <a:pt x="6" y="84"/>
                  </a:cubicBezTo>
                  <a:cubicBezTo>
                    <a:pt x="18" y="62"/>
                    <a:pt x="51" y="64"/>
                    <a:pt x="63" y="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58" name="组合 257"/>
          <p:cNvGrpSpPr/>
          <p:nvPr/>
        </p:nvGrpSpPr>
        <p:grpSpPr>
          <a:xfrm>
            <a:off x="9556750" y="4703763"/>
            <a:ext cx="2255838" cy="1597025"/>
            <a:chOff x="9556750" y="4703763"/>
            <a:chExt cx="2255838" cy="1597025"/>
          </a:xfrm>
          <a:solidFill>
            <a:schemeClr val="tx1">
              <a:lumMod val="65000"/>
              <a:lumOff val="35000"/>
            </a:schemeClr>
          </a:solidFill>
        </p:grpSpPr>
        <p:sp>
          <p:nvSpPr>
            <p:cNvPr id="259" name="Freeform 248"/>
            <p:cNvSpPr>
              <a:spLocks noEditPoints="1"/>
            </p:cNvSpPr>
            <p:nvPr/>
          </p:nvSpPr>
          <p:spPr bwMode="auto">
            <a:xfrm>
              <a:off x="10990263" y="4846638"/>
              <a:ext cx="822325" cy="884238"/>
            </a:xfrm>
            <a:custGeom>
              <a:avLst/>
              <a:gdLst>
                <a:gd name="T0" fmla="*/ 493 w 518"/>
                <a:gd name="T1" fmla="*/ 23 h 557"/>
                <a:gd name="T2" fmla="*/ 509 w 518"/>
                <a:gd name="T3" fmla="*/ 23 h 557"/>
                <a:gd name="T4" fmla="*/ 509 w 518"/>
                <a:gd name="T5" fmla="*/ 0 h 557"/>
                <a:gd name="T6" fmla="*/ 206 w 518"/>
                <a:gd name="T7" fmla="*/ 0 h 557"/>
                <a:gd name="T8" fmla="*/ 206 w 518"/>
                <a:gd name="T9" fmla="*/ 23 h 557"/>
                <a:gd name="T10" fmla="*/ 219 w 518"/>
                <a:gd name="T11" fmla="*/ 23 h 557"/>
                <a:gd name="T12" fmla="*/ 219 w 518"/>
                <a:gd name="T13" fmla="*/ 544 h 557"/>
                <a:gd name="T14" fmla="*/ 0 w 518"/>
                <a:gd name="T15" fmla="*/ 544 h 557"/>
                <a:gd name="T16" fmla="*/ 0 w 518"/>
                <a:gd name="T17" fmla="*/ 557 h 557"/>
                <a:gd name="T18" fmla="*/ 518 w 518"/>
                <a:gd name="T19" fmla="*/ 557 h 557"/>
                <a:gd name="T20" fmla="*/ 518 w 518"/>
                <a:gd name="T21" fmla="*/ 544 h 557"/>
                <a:gd name="T22" fmla="*/ 493 w 518"/>
                <a:gd name="T23" fmla="*/ 544 h 557"/>
                <a:gd name="T24" fmla="*/ 493 w 518"/>
                <a:gd name="T25" fmla="*/ 23 h 557"/>
                <a:gd name="T26" fmla="*/ 255 w 518"/>
                <a:gd name="T27" fmla="*/ 293 h 557"/>
                <a:gd name="T28" fmla="*/ 255 w 518"/>
                <a:gd name="T29" fmla="*/ 309 h 557"/>
                <a:gd name="T30" fmla="*/ 239 w 518"/>
                <a:gd name="T31" fmla="*/ 309 h 557"/>
                <a:gd name="T32" fmla="*/ 239 w 518"/>
                <a:gd name="T33" fmla="*/ 293 h 557"/>
                <a:gd name="T34" fmla="*/ 255 w 518"/>
                <a:gd name="T35" fmla="*/ 293 h 557"/>
                <a:gd name="T36" fmla="*/ 239 w 518"/>
                <a:gd name="T37" fmla="*/ 280 h 557"/>
                <a:gd name="T38" fmla="*/ 239 w 518"/>
                <a:gd name="T39" fmla="*/ 206 h 557"/>
                <a:gd name="T40" fmla="*/ 255 w 518"/>
                <a:gd name="T41" fmla="*/ 206 h 557"/>
                <a:gd name="T42" fmla="*/ 255 w 518"/>
                <a:gd name="T43" fmla="*/ 280 h 557"/>
                <a:gd name="T44" fmla="*/ 239 w 518"/>
                <a:gd name="T45" fmla="*/ 280 h 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18" h="557">
                  <a:moveTo>
                    <a:pt x="493" y="23"/>
                  </a:moveTo>
                  <a:lnTo>
                    <a:pt x="509" y="23"/>
                  </a:lnTo>
                  <a:lnTo>
                    <a:pt x="509" y="0"/>
                  </a:lnTo>
                  <a:lnTo>
                    <a:pt x="206" y="0"/>
                  </a:lnTo>
                  <a:lnTo>
                    <a:pt x="206" y="23"/>
                  </a:lnTo>
                  <a:lnTo>
                    <a:pt x="219" y="23"/>
                  </a:lnTo>
                  <a:lnTo>
                    <a:pt x="219" y="544"/>
                  </a:lnTo>
                  <a:lnTo>
                    <a:pt x="0" y="544"/>
                  </a:lnTo>
                  <a:lnTo>
                    <a:pt x="0" y="557"/>
                  </a:lnTo>
                  <a:lnTo>
                    <a:pt x="518" y="557"/>
                  </a:lnTo>
                  <a:lnTo>
                    <a:pt x="518" y="544"/>
                  </a:lnTo>
                  <a:lnTo>
                    <a:pt x="493" y="544"/>
                  </a:lnTo>
                  <a:lnTo>
                    <a:pt x="493" y="23"/>
                  </a:lnTo>
                  <a:close/>
                  <a:moveTo>
                    <a:pt x="255" y="293"/>
                  </a:moveTo>
                  <a:lnTo>
                    <a:pt x="255" y="309"/>
                  </a:lnTo>
                  <a:lnTo>
                    <a:pt x="239" y="309"/>
                  </a:lnTo>
                  <a:lnTo>
                    <a:pt x="239" y="293"/>
                  </a:lnTo>
                  <a:lnTo>
                    <a:pt x="255" y="293"/>
                  </a:lnTo>
                  <a:close/>
                  <a:moveTo>
                    <a:pt x="239" y="280"/>
                  </a:moveTo>
                  <a:lnTo>
                    <a:pt x="239" y="206"/>
                  </a:lnTo>
                  <a:lnTo>
                    <a:pt x="255" y="206"/>
                  </a:lnTo>
                  <a:lnTo>
                    <a:pt x="255" y="280"/>
                  </a:lnTo>
                  <a:lnTo>
                    <a:pt x="239" y="280"/>
                  </a:ln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60" name="Rectangle 249"/>
            <p:cNvSpPr>
              <a:spLocks noChangeArrowheads="1"/>
            </p:cNvSpPr>
            <p:nvPr/>
          </p:nvSpPr>
          <p:spPr bwMode="auto">
            <a:xfrm>
              <a:off x="9556750" y="4703763"/>
              <a:ext cx="677863" cy="209550"/>
            </a:xfrm>
            <a:prstGeom prst="rect">
              <a:avLst/>
            </a:pr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61" name="Freeform 250"/>
            <p:cNvSpPr>
              <a:spLocks noEditPoints="1"/>
            </p:cNvSpPr>
            <p:nvPr/>
          </p:nvSpPr>
          <p:spPr bwMode="auto">
            <a:xfrm>
              <a:off x="10026650" y="4929188"/>
              <a:ext cx="207963" cy="71438"/>
            </a:xfrm>
            <a:custGeom>
              <a:avLst/>
              <a:gdLst>
                <a:gd name="T0" fmla="*/ 131 w 131"/>
                <a:gd name="T1" fmla="*/ 45 h 45"/>
                <a:gd name="T2" fmla="*/ 131 w 131"/>
                <a:gd name="T3" fmla="*/ 0 h 45"/>
                <a:gd name="T4" fmla="*/ 0 w 131"/>
                <a:gd name="T5" fmla="*/ 0 h 45"/>
                <a:gd name="T6" fmla="*/ 0 w 131"/>
                <a:gd name="T7" fmla="*/ 45 h 45"/>
                <a:gd name="T8" fmla="*/ 131 w 131"/>
                <a:gd name="T9" fmla="*/ 45 h 45"/>
                <a:gd name="T10" fmla="*/ 93 w 131"/>
                <a:gd name="T11" fmla="*/ 9 h 45"/>
                <a:gd name="T12" fmla="*/ 115 w 131"/>
                <a:gd name="T13" fmla="*/ 9 h 45"/>
                <a:gd name="T14" fmla="*/ 115 w 131"/>
                <a:gd name="T15" fmla="*/ 35 h 45"/>
                <a:gd name="T16" fmla="*/ 93 w 131"/>
                <a:gd name="T17" fmla="*/ 35 h 45"/>
                <a:gd name="T18" fmla="*/ 93 w 131"/>
                <a:gd name="T19" fmla="*/ 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1" h="45">
                  <a:moveTo>
                    <a:pt x="131" y="45"/>
                  </a:moveTo>
                  <a:lnTo>
                    <a:pt x="131" y="0"/>
                  </a:lnTo>
                  <a:lnTo>
                    <a:pt x="0" y="0"/>
                  </a:lnTo>
                  <a:lnTo>
                    <a:pt x="0" y="45"/>
                  </a:lnTo>
                  <a:lnTo>
                    <a:pt x="131" y="45"/>
                  </a:lnTo>
                  <a:close/>
                  <a:moveTo>
                    <a:pt x="93" y="9"/>
                  </a:moveTo>
                  <a:lnTo>
                    <a:pt x="115" y="9"/>
                  </a:lnTo>
                  <a:lnTo>
                    <a:pt x="115" y="35"/>
                  </a:lnTo>
                  <a:lnTo>
                    <a:pt x="93" y="35"/>
                  </a:lnTo>
                  <a:lnTo>
                    <a:pt x="93" y="9"/>
                  </a:ln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62" name="Freeform 251"/>
            <p:cNvSpPr>
              <a:spLocks noEditPoints="1"/>
            </p:cNvSpPr>
            <p:nvPr/>
          </p:nvSpPr>
          <p:spPr bwMode="auto">
            <a:xfrm>
              <a:off x="9556750" y="4929188"/>
              <a:ext cx="454025" cy="71438"/>
            </a:xfrm>
            <a:custGeom>
              <a:avLst/>
              <a:gdLst>
                <a:gd name="T0" fmla="*/ 0 w 286"/>
                <a:gd name="T1" fmla="*/ 45 h 45"/>
                <a:gd name="T2" fmla="*/ 286 w 286"/>
                <a:gd name="T3" fmla="*/ 45 h 45"/>
                <a:gd name="T4" fmla="*/ 286 w 286"/>
                <a:gd name="T5" fmla="*/ 0 h 45"/>
                <a:gd name="T6" fmla="*/ 0 w 286"/>
                <a:gd name="T7" fmla="*/ 0 h 45"/>
                <a:gd name="T8" fmla="*/ 0 w 286"/>
                <a:gd name="T9" fmla="*/ 45 h 45"/>
                <a:gd name="T10" fmla="*/ 225 w 286"/>
                <a:gd name="T11" fmla="*/ 25 h 45"/>
                <a:gd name="T12" fmla="*/ 202 w 286"/>
                <a:gd name="T13" fmla="*/ 25 h 45"/>
                <a:gd name="T14" fmla="*/ 202 w 286"/>
                <a:gd name="T15" fmla="*/ 6 h 45"/>
                <a:gd name="T16" fmla="*/ 225 w 286"/>
                <a:gd name="T17" fmla="*/ 6 h 45"/>
                <a:gd name="T18" fmla="*/ 225 w 286"/>
                <a:gd name="T19" fmla="*/ 25 h 45"/>
                <a:gd name="T20" fmla="*/ 231 w 286"/>
                <a:gd name="T21" fmla="*/ 6 h 45"/>
                <a:gd name="T22" fmla="*/ 251 w 286"/>
                <a:gd name="T23" fmla="*/ 6 h 45"/>
                <a:gd name="T24" fmla="*/ 251 w 286"/>
                <a:gd name="T25" fmla="*/ 25 h 45"/>
                <a:gd name="T26" fmla="*/ 231 w 286"/>
                <a:gd name="T27" fmla="*/ 25 h 45"/>
                <a:gd name="T28" fmla="*/ 231 w 286"/>
                <a:gd name="T29" fmla="*/ 6 h 45"/>
                <a:gd name="T30" fmla="*/ 196 w 286"/>
                <a:gd name="T31" fmla="*/ 25 h 45"/>
                <a:gd name="T32" fmla="*/ 177 w 286"/>
                <a:gd name="T33" fmla="*/ 25 h 45"/>
                <a:gd name="T34" fmla="*/ 177 w 286"/>
                <a:gd name="T35" fmla="*/ 6 h 45"/>
                <a:gd name="T36" fmla="*/ 196 w 286"/>
                <a:gd name="T37" fmla="*/ 6 h 45"/>
                <a:gd name="T38" fmla="*/ 196 w 286"/>
                <a:gd name="T39" fmla="*/ 25 h 45"/>
                <a:gd name="T40" fmla="*/ 167 w 286"/>
                <a:gd name="T41" fmla="*/ 25 h 45"/>
                <a:gd name="T42" fmla="*/ 148 w 286"/>
                <a:gd name="T43" fmla="*/ 25 h 45"/>
                <a:gd name="T44" fmla="*/ 148 w 286"/>
                <a:gd name="T45" fmla="*/ 6 h 45"/>
                <a:gd name="T46" fmla="*/ 167 w 286"/>
                <a:gd name="T47" fmla="*/ 6 h 45"/>
                <a:gd name="T48" fmla="*/ 167 w 286"/>
                <a:gd name="T49" fmla="*/ 25 h 45"/>
                <a:gd name="T50" fmla="*/ 141 w 286"/>
                <a:gd name="T51" fmla="*/ 25 h 45"/>
                <a:gd name="T52" fmla="*/ 119 w 286"/>
                <a:gd name="T53" fmla="*/ 25 h 45"/>
                <a:gd name="T54" fmla="*/ 119 w 286"/>
                <a:gd name="T55" fmla="*/ 6 h 45"/>
                <a:gd name="T56" fmla="*/ 141 w 286"/>
                <a:gd name="T57" fmla="*/ 6 h 45"/>
                <a:gd name="T58" fmla="*/ 141 w 286"/>
                <a:gd name="T59" fmla="*/ 25 h 45"/>
                <a:gd name="T60" fmla="*/ 112 w 286"/>
                <a:gd name="T61" fmla="*/ 25 h 45"/>
                <a:gd name="T62" fmla="*/ 93 w 286"/>
                <a:gd name="T63" fmla="*/ 25 h 45"/>
                <a:gd name="T64" fmla="*/ 93 w 286"/>
                <a:gd name="T65" fmla="*/ 6 h 45"/>
                <a:gd name="T66" fmla="*/ 112 w 286"/>
                <a:gd name="T67" fmla="*/ 6 h 45"/>
                <a:gd name="T68" fmla="*/ 112 w 286"/>
                <a:gd name="T69" fmla="*/ 25 h 45"/>
                <a:gd name="T70" fmla="*/ 83 w 286"/>
                <a:gd name="T71" fmla="*/ 25 h 45"/>
                <a:gd name="T72" fmla="*/ 64 w 286"/>
                <a:gd name="T73" fmla="*/ 25 h 45"/>
                <a:gd name="T74" fmla="*/ 64 w 286"/>
                <a:gd name="T75" fmla="*/ 6 h 45"/>
                <a:gd name="T76" fmla="*/ 83 w 286"/>
                <a:gd name="T77" fmla="*/ 6 h 45"/>
                <a:gd name="T78" fmla="*/ 83 w 286"/>
                <a:gd name="T79" fmla="*/ 25 h 45"/>
                <a:gd name="T80" fmla="*/ 54 w 286"/>
                <a:gd name="T81" fmla="*/ 25 h 45"/>
                <a:gd name="T82" fmla="*/ 35 w 286"/>
                <a:gd name="T83" fmla="*/ 25 h 45"/>
                <a:gd name="T84" fmla="*/ 35 w 286"/>
                <a:gd name="T85" fmla="*/ 6 h 45"/>
                <a:gd name="T86" fmla="*/ 54 w 286"/>
                <a:gd name="T87" fmla="*/ 6 h 45"/>
                <a:gd name="T88" fmla="*/ 54 w 286"/>
                <a:gd name="T89" fmla="*/ 25 h 45"/>
                <a:gd name="T90" fmla="*/ 279 w 286"/>
                <a:gd name="T91" fmla="*/ 25 h 45"/>
                <a:gd name="T92" fmla="*/ 260 w 286"/>
                <a:gd name="T93" fmla="*/ 25 h 45"/>
                <a:gd name="T94" fmla="*/ 260 w 286"/>
                <a:gd name="T95" fmla="*/ 6 h 45"/>
                <a:gd name="T96" fmla="*/ 279 w 286"/>
                <a:gd name="T97" fmla="*/ 6 h 45"/>
                <a:gd name="T98" fmla="*/ 279 w 286"/>
                <a:gd name="T99" fmla="*/ 25 h 45"/>
                <a:gd name="T100" fmla="*/ 9 w 286"/>
                <a:gd name="T101" fmla="*/ 6 h 45"/>
                <a:gd name="T102" fmla="*/ 29 w 286"/>
                <a:gd name="T103" fmla="*/ 6 h 45"/>
                <a:gd name="T104" fmla="*/ 29 w 286"/>
                <a:gd name="T105" fmla="*/ 25 h 45"/>
                <a:gd name="T106" fmla="*/ 9 w 286"/>
                <a:gd name="T107" fmla="*/ 25 h 45"/>
                <a:gd name="T108" fmla="*/ 9 w 286"/>
                <a:gd name="T109" fmla="*/ 6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86" h="45">
                  <a:moveTo>
                    <a:pt x="0" y="45"/>
                  </a:moveTo>
                  <a:lnTo>
                    <a:pt x="286" y="45"/>
                  </a:lnTo>
                  <a:lnTo>
                    <a:pt x="286" y="0"/>
                  </a:lnTo>
                  <a:lnTo>
                    <a:pt x="0" y="0"/>
                  </a:lnTo>
                  <a:lnTo>
                    <a:pt x="0" y="45"/>
                  </a:lnTo>
                  <a:close/>
                  <a:moveTo>
                    <a:pt x="225" y="25"/>
                  </a:moveTo>
                  <a:lnTo>
                    <a:pt x="202" y="25"/>
                  </a:lnTo>
                  <a:lnTo>
                    <a:pt x="202" y="6"/>
                  </a:lnTo>
                  <a:lnTo>
                    <a:pt x="225" y="6"/>
                  </a:lnTo>
                  <a:lnTo>
                    <a:pt x="225" y="25"/>
                  </a:lnTo>
                  <a:close/>
                  <a:moveTo>
                    <a:pt x="231" y="6"/>
                  </a:moveTo>
                  <a:lnTo>
                    <a:pt x="251" y="6"/>
                  </a:lnTo>
                  <a:lnTo>
                    <a:pt x="251" y="25"/>
                  </a:lnTo>
                  <a:lnTo>
                    <a:pt x="231" y="25"/>
                  </a:lnTo>
                  <a:lnTo>
                    <a:pt x="231" y="6"/>
                  </a:lnTo>
                  <a:close/>
                  <a:moveTo>
                    <a:pt x="196" y="25"/>
                  </a:moveTo>
                  <a:lnTo>
                    <a:pt x="177" y="25"/>
                  </a:lnTo>
                  <a:lnTo>
                    <a:pt x="177" y="6"/>
                  </a:lnTo>
                  <a:lnTo>
                    <a:pt x="196" y="6"/>
                  </a:lnTo>
                  <a:lnTo>
                    <a:pt x="196" y="25"/>
                  </a:lnTo>
                  <a:close/>
                  <a:moveTo>
                    <a:pt x="167" y="25"/>
                  </a:moveTo>
                  <a:lnTo>
                    <a:pt x="148" y="25"/>
                  </a:lnTo>
                  <a:lnTo>
                    <a:pt x="148" y="6"/>
                  </a:lnTo>
                  <a:lnTo>
                    <a:pt x="167" y="6"/>
                  </a:lnTo>
                  <a:lnTo>
                    <a:pt x="167" y="25"/>
                  </a:lnTo>
                  <a:close/>
                  <a:moveTo>
                    <a:pt x="141" y="25"/>
                  </a:moveTo>
                  <a:lnTo>
                    <a:pt x="119" y="25"/>
                  </a:lnTo>
                  <a:lnTo>
                    <a:pt x="119" y="6"/>
                  </a:lnTo>
                  <a:lnTo>
                    <a:pt x="141" y="6"/>
                  </a:lnTo>
                  <a:lnTo>
                    <a:pt x="141" y="25"/>
                  </a:lnTo>
                  <a:close/>
                  <a:moveTo>
                    <a:pt x="112" y="25"/>
                  </a:moveTo>
                  <a:lnTo>
                    <a:pt x="93" y="25"/>
                  </a:lnTo>
                  <a:lnTo>
                    <a:pt x="93" y="6"/>
                  </a:lnTo>
                  <a:lnTo>
                    <a:pt x="112" y="6"/>
                  </a:lnTo>
                  <a:lnTo>
                    <a:pt x="112" y="25"/>
                  </a:lnTo>
                  <a:close/>
                  <a:moveTo>
                    <a:pt x="83" y="25"/>
                  </a:moveTo>
                  <a:lnTo>
                    <a:pt x="64" y="25"/>
                  </a:lnTo>
                  <a:lnTo>
                    <a:pt x="64" y="6"/>
                  </a:lnTo>
                  <a:lnTo>
                    <a:pt x="83" y="6"/>
                  </a:lnTo>
                  <a:lnTo>
                    <a:pt x="83" y="25"/>
                  </a:lnTo>
                  <a:close/>
                  <a:moveTo>
                    <a:pt x="54" y="25"/>
                  </a:moveTo>
                  <a:lnTo>
                    <a:pt x="35" y="25"/>
                  </a:lnTo>
                  <a:lnTo>
                    <a:pt x="35" y="6"/>
                  </a:lnTo>
                  <a:lnTo>
                    <a:pt x="54" y="6"/>
                  </a:lnTo>
                  <a:lnTo>
                    <a:pt x="54" y="25"/>
                  </a:lnTo>
                  <a:close/>
                  <a:moveTo>
                    <a:pt x="279" y="25"/>
                  </a:moveTo>
                  <a:lnTo>
                    <a:pt x="260" y="25"/>
                  </a:lnTo>
                  <a:lnTo>
                    <a:pt x="260" y="6"/>
                  </a:lnTo>
                  <a:lnTo>
                    <a:pt x="279" y="6"/>
                  </a:lnTo>
                  <a:lnTo>
                    <a:pt x="279" y="25"/>
                  </a:lnTo>
                  <a:close/>
                  <a:moveTo>
                    <a:pt x="9" y="6"/>
                  </a:moveTo>
                  <a:lnTo>
                    <a:pt x="29" y="6"/>
                  </a:lnTo>
                  <a:lnTo>
                    <a:pt x="29" y="25"/>
                  </a:lnTo>
                  <a:lnTo>
                    <a:pt x="9" y="25"/>
                  </a:lnTo>
                  <a:lnTo>
                    <a:pt x="9" y="6"/>
                  </a:ln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63" name="Freeform 252"/>
            <p:cNvSpPr>
              <a:spLocks noEditPoints="1"/>
            </p:cNvSpPr>
            <p:nvPr/>
          </p:nvSpPr>
          <p:spPr bwMode="auto">
            <a:xfrm>
              <a:off x="9577388" y="5567363"/>
              <a:ext cx="468313" cy="673100"/>
            </a:xfrm>
            <a:custGeom>
              <a:avLst/>
              <a:gdLst>
                <a:gd name="T0" fmla="*/ 342 w 368"/>
                <a:gd name="T1" fmla="*/ 0 h 528"/>
                <a:gd name="T2" fmla="*/ 24 w 368"/>
                <a:gd name="T3" fmla="*/ 0 h 528"/>
                <a:gd name="T4" fmla="*/ 0 w 368"/>
                <a:gd name="T5" fmla="*/ 22 h 528"/>
                <a:gd name="T6" fmla="*/ 0 w 368"/>
                <a:gd name="T7" fmla="*/ 504 h 528"/>
                <a:gd name="T8" fmla="*/ 24 w 368"/>
                <a:gd name="T9" fmla="*/ 528 h 528"/>
                <a:gd name="T10" fmla="*/ 342 w 368"/>
                <a:gd name="T11" fmla="*/ 528 h 528"/>
                <a:gd name="T12" fmla="*/ 368 w 368"/>
                <a:gd name="T13" fmla="*/ 504 h 528"/>
                <a:gd name="T14" fmla="*/ 368 w 368"/>
                <a:gd name="T15" fmla="*/ 22 h 528"/>
                <a:gd name="T16" fmla="*/ 342 w 368"/>
                <a:gd name="T17" fmla="*/ 0 h 528"/>
                <a:gd name="T18" fmla="*/ 310 w 368"/>
                <a:gd name="T19" fmla="*/ 25 h 528"/>
                <a:gd name="T20" fmla="*/ 322 w 368"/>
                <a:gd name="T21" fmla="*/ 37 h 528"/>
                <a:gd name="T22" fmla="*/ 310 w 368"/>
                <a:gd name="T23" fmla="*/ 49 h 528"/>
                <a:gd name="T24" fmla="*/ 298 w 368"/>
                <a:gd name="T25" fmla="*/ 37 h 528"/>
                <a:gd name="T26" fmla="*/ 310 w 368"/>
                <a:gd name="T27" fmla="*/ 25 h 528"/>
                <a:gd name="T28" fmla="*/ 267 w 368"/>
                <a:gd name="T29" fmla="*/ 25 h 528"/>
                <a:gd name="T30" fmla="*/ 279 w 368"/>
                <a:gd name="T31" fmla="*/ 37 h 528"/>
                <a:gd name="T32" fmla="*/ 267 w 368"/>
                <a:gd name="T33" fmla="*/ 49 h 528"/>
                <a:gd name="T34" fmla="*/ 255 w 368"/>
                <a:gd name="T35" fmla="*/ 37 h 528"/>
                <a:gd name="T36" fmla="*/ 267 w 368"/>
                <a:gd name="T37" fmla="*/ 25 h 528"/>
                <a:gd name="T38" fmla="*/ 310 w 368"/>
                <a:gd name="T39" fmla="*/ 168 h 528"/>
                <a:gd name="T40" fmla="*/ 56 w 368"/>
                <a:gd name="T41" fmla="*/ 168 h 528"/>
                <a:gd name="T42" fmla="*/ 42 w 368"/>
                <a:gd name="T43" fmla="*/ 154 h 528"/>
                <a:gd name="T44" fmla="*/ 56 w 368"/>
                <a:gd name="T45" fmla="*/ 140 h 528"/>
                <a:gd name="T46" fmla="*/ 310 w 368"/>
                <a:gd name="T47" fmla="*/ 140 h 528"/>
                <a:gd name="T48" fmla="*/ 324 w 368"/>
                <a:gd name="T49" fmla="*/ 154 h 528"/>
                <a:gd name="T50" fmla="*/ 310 w 368"/>
                <a:gd name="T51" fmla="*/ 168 h 528"/>
                <a:gd name="T52" fmla="*/ 310 w 368"/>
                <a:gd name="T53" fmla="*/ 120 h 528"/>
                <a:gd name="T54" fmla="*/ 56 w 368"/>
                <a:gd name="T55" fmla="*/ 120 h 528"/>
                <a:gd name="T56" fmla="*/ 42 w 368"/>
                <a:gd name="T57" fmla="*/ 106 h 528"/>
                <a:gd name="T58" fmla="*/ 56 w 368"/>
                <a:gd name="T59" fmla="*/ 92 h 528"/>
                <a:gd name="T60" fmla="*/ 310 w 368"/>
                <a:gd name="T61" fmla="*/ 92 h 528"/>
                <a:gd name="T62" fmla="*/ 324 w 368"/>
                <a:gd name="T63" fmla="*/ 106 h 528"/>
                <a:gd name="T64" fmla="*/ 310 w 368"/>
                <a:gd name="T65" fmla="*/ 120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68" h="528">
                  <a:moveTo>
                    <a:pt x="342" y="0"/>
                  </a:moveTo>
                  <a:cubicBezTo>
                    <a:pt x="24" y="0"/>
                    <a:pt x="24" y="0"/>
                    <a:pt x="24" y="0"/>
                  </a:cubicBezTo>
                  <a:cubicBezTo>
                    <a:pt x="10" y="0"/>
                    <a:pt x="0" y="9"/>
                    <a:pt x="0" y="22"/>
                  </a:cubicBezTo>
                  <a:cubicBezTo>
                    <a:pt x="0" y="504"/>
                    <a:pt x="0" y="504"/>
                    <a:pt x="0" y="504"/>
                  </a:cubicBezTo>
                  <a:cubicBezTo>
                    <a:pt x="0" y="517"/>
                    <a:pt x="10" y="528"/>
                    <a:pt x="24" y="528"/>
                  </a:cubicBezTo>
                  <a:cubicBezTo>
                    <a:pt x="342" y="528"/>
                    <a:pt x="342" y="528"/>
                    <a:pt x="342" y="528"/>
                  </a:cubicBezTo>
                  <a:cubicBezTo>
                    <a:pt x="355" y="528"/>
                    <a:pt x="368" y="517"/>
                    <a:pt x="368" y="504"/>
                  </a:cubicBezTo>
                  <a:cubicBezTo>
                    <a:pt x="368" y="22"/>
                    <a:pt x="368" y="22"/>
                    <a:pt x="368" y="22"/>
                  </a:cubicBezTo>
                  <a:cubicBezTo>
                    <a:pt x="368" y="9"/>
                    <a:pt x="355" y="0"/>
                    <a:pt x="342" y="0"/>
                  </a:cubicBezTo>
                  <a:close/>
                  <a:moveTo>
                    <a:pt x="310" y="25"/>
                  </a:moveTo>
                  <a:cubicBezTo>
                    <a:pt x="317" y="25"/>
                    <a:pt x="322" y="31"/>
                    <a:pt x="322" y="37"/>
                  </a:cubicBezTo>
                  <a:cubicBezTo>
                    <a:pt x="322" y="44"/>
                    <a:pt x="317" y="49"/>
                    <a:pt x="310" y="49"/>
                  </a:cubicBezTo>
                  <a:cubicBezTo>
                    <a:pt x="304" y="49"/>
                    <a:pt x="298" y="44"/>
                    <a:pt x="298" y="37"/>
                  </a:cubicBezTo>
                  <a:cubicBezTo>
                    <a:pt x="298" y="31"/>
                    <a:pt x="304" y="25"/>
                    <a:pt x="310" y="25"/>
                  </a:cubicBezTo>
                  <a:close/>
                  <a:moveTo>
                    <a:pt x="267" y="25"/>
                  </a:moveTo>
                  <a:cubicBezTo>
                    <a:pt x="274" y="25"/>
                    <a:pt x="279" y="31"/>
                    <a:pt x="279" y="37"/>
                  </a:cubicBezTo>
                  <a:cubicBezTo>
                    <a:pt x="279" y="44"/>
                    <a:pt x="274" y="49"/>
                    <a:pt x="267" y="49"/>
                  </a:cubicBezTo>
                  <a:cubicBezTo>
                    <a:pt x="261" y="49"/>
                    <a:pt x="255" y="44"/>
                    <a:pt x="255" y="37"/>
                  </a:cubicBezTo>
                  <a:cubicBezTo>
                    <a:pt x="255" y="31"/>
                    <a:pt x="261" y="25"/>
                    <a:pt x="267" y="25"/>
                  </a:cubicBezTo>
                  <a:close/>
                  <a:moveTo>
                    <a:pt x="310" y="168"/>
                  </a:moveTo>
                  <a:cubicBezTo>
                    <a:pt x="56" y="168"/>
                    <a:pt x="56" y="168"/>
                    <a:pt x="56" y="168"/>
                  </a:cubicBezTo>
                  <a:cubicBezTo>
                    <a:pt x="48" y="168"/>
                    <a:pt x="42" y="162"/>
                    <a:pt x="42" y="154"/>
                  </a:cubicBezTo>
                  <a:cubicBezTo>
                    <a:pt x="42" y="147"/>
                    <a:pt x="48" y="140"/>
                    <a:pt x="56" y="140"/>
                  </a:cubicBezTo>
                  <a:cubicBezTo>
                    <a:pt x="310" y="140"/>
                    <a:pt x="310" y="140"/>
                    <a:pt x="310" y="140"/>
                  </a:cubicBezTo>
                  <a:cubicBezTo>
                    <a:pt x="318" y="140"/>
                    <a:pt x="324" y="147"/>
                    <a:pt x="324" y="154"/>
                  </a:cubicBezTo>
                  <a:cubicBezTo>
                    <a:pt x="324" y="162"/>
                    <a:pt x="318" y="168"/>
                    <a:pt x="310" y="168"/>
                  </a:cubicBezTo>
                  <a:close/>
                  <a:moveTo>
                    <a:pt x="310" y="120"/>
                  </a:moveTo>
                  <a:cubicBezTo>
                    <a:pt x="56" y="120"/>
                    <a:pt x="56" y="120"/>
                    <a:pt x="56" y="120"/>
                  </a:cubicBezTo>
                  <a:cubicBezTo>
                    <a:pt x="48" y="120"/>
                    <a:pt x="42" y="114"/>
                    <a:pt x="42" y="106"/>
                  </a:cubicBezTo>
                  <a:cubicBezTo>
                    <a:pt x="42" y="99"/>
                    <a:pt x="48" y="92"/>
                    <a:pt x="56" y="92"/>
                  </a:cubicBezTo>
                  <a:cubicBezTo>
                    <a:pt x="310" y="92"/>
                    <a:pt x="310" y="92"/>
                    <a:pt x="310" y="92"/>
                  </a:cubicBezTo>
                  <a:cubicBezTo>
                    <a:pt x="318" y="92"/>
                    <a:pt x="324" y="99"/>
                    <a:pt x="324" y="106"/>
                  </a:cubicBezTo>
                  <a:cubicBezTo>
                    <a:pt x="324" y="114"/>
                    <a:pt x="318" y="120"/>
                    <a:pt x="310" y="12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64" name="Freeform 253"/>
            <p:cNvSpPr>
              <a:spLocks/>
            </p:cNvSpPr>
            <p:nvPr/>
          </p:nvSpPr>
          <p:spPr bwMode="auto">
            <a:xfrm>
              <a:off x="9618663" y="6261101"/>
              <a:ext cx="382588" cy="36513"/>
            </a:xfrm>
            <a:custGeom>
              <a:avLst/>
              <a:gdLst>
                <a:gd name="T0" fmla="*/ 287 w 300"/>
                <a:gd name="T1" fmla="*/ 0 h 28"/>
                <a:gd name="T2" fmla="*/ 13 w 300"/>
                <a:gd name="T3" fmla="*/ 0 h 28"/>
                <a:gd name="T4" fmla="*/ 0 w 300"/>
                <a:gd name="T5" fmla="*/ 14 h 28"/>
                <a:gd name="T6" fmla="*/ 13 w 300"/>
                <a:gd name="T7" fmla="*/ 28 h 28"/>
                <a:gd name="T8" fmla="*/ 287 w 300"/>
                <a:gd name="T9" fmla="*/ 28 h 28"/>
                <a:gd name="T10" fmla="*/ 300 w 300"/>
                <a:gd name="T11" fmla="*/ 14 h 28"/>
                <a:gd name="T12" fmla="*/ 287 w 300"/>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300" h="28">
                  <a:moveTo>
                    <a:pt x="287" y="0"/>
                  </a:moveTo>
                  <a:cubicBezTo>
                    <a:pt x="13" y="0"/>
                    <a:pt x="13" y="0"/>
                    <a:pt x="13" y="0"/>
                  </a:cubicBezTo>
                  <a:cubicBezTo>
                    <a:pt x="6" y="0"/>
                    <a:pt x="0" y="7"/>
                    <a:pt x="0" y="14"/>
                  </a:cubicBezTo>
                  <a:cubicBezTo>
                    <a:pt x="0" y="22"/>
                    <a:pt x="6" y="28"/>
                    <a:pt x="13" y="28"/>
                  </a:cubicBezTo>
                  <a:cubicBezTo>
                    <a:pt x="287" y="28"/>
                    <a:pt x="287" y="28"/>
                    <a:pt x="287" y="28"/>
                  </a:cubicBezTo>
                  <a:cubicBezTo>
                    <a:pt x="294" y="28"/>
                    <a:pt x="300" y="22"/>
                    <a:pt x="300" y="14"/>
                  </a:cubicBezTo>
                  <a:cubicBezTo>
                    <a:pt x="300" y="7"/>
                    <a:pt x="294" y="0"/>
                    <a:pt x="287"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65" name="Freeform 254"/>
            <p:cNvSpPr>
              <a:spLocks/>
            </p:cNvSpPr>
            <p:nvPr/>
          </p:nvSpPr>
          <p:spPr bwMode="auto">
            <a:xfrm>
              <a:off x="9675813" y="5346701"/>
              <a:ext cx="57150" cy="190500"/>
            </a:xfrm>
            <a:custGeom>
              <a:avLst/>
              <a:gdLst>
                <a:gd name="T0" fmla="*/ 23 w 45"/>
                <a:gd name="T1" fmla="*/ 35 h 150"/>
                <a:gd name="T2" fmla="*/ 39 w 45"/>
                <a:gd name="T3" fmla="*/ 47 h 150"/>
                <a:gd name="T4" fmla="*/ 45 w 45"/>
                <a:gd name="T5" fmla="*/ 0 h 150"/>
                <a:gd name="T6" fmla="*/ 1 w 45"/>
                <a:gd name="T7" fmla="*/ 17 h 150"/>
                <a:gd name="T8" fmla="*/ 17 w 45"/>
                <a:gd name="T9" fmla="*/ 29 h 150"/>
                <a:gd name="T10" fmla="*/ 2 w 45"/>
                <a:gd name="T11" fmla="*/ 64 h 150"/>
                <a:gd name="T12" fmla="*/ 14 w 45"/>
                <a:gd name="T13" fmla="*/ 109 h 150"/>
                <a:gd name="T14" fmla="*/ 4 w 45"/>
                <a:gd name="T15" fmla="*/ 139 h 150"/>
                <a:gd name="T16" fmla="*/ 10 w 45"/>
                <a:gd name="T17" fmla="*/ 146 h 150"/>
                <a:gd name="T18" fmla="*/ 21 w 45"/>
                <a:gd name="T19" fmla="*/ 99 h 150"/>
                <a:gd name="T20" fmla="*/ 12 w 45"/>
                <a:gd name="T21" fmla="*/ 53 h 150"/>
                <a:gd name="T22" fmla="*/ 23 w 45"/>
                <a:gd name="T23" fmla="*/ 3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5" h="150">
                  <a:moveTo>
                    <a:pt x="23" y="35"/>
                  </a:moveTo>
                  <a:cubicBezTo>
                    <a:pt x="39" y="47"/>
                    <a:pt x="39" y="47"/>
                    <a:pt x="39" y="47"/>
                  </a:cubicBezTo>
                  <a:cubicBezTo>
                    <a:pt x="45" y="0"/>
                    <a:pt x="45" y="0"/>
                    <a:pt x="45" y="0"/>
                  </a:cubicBezTo>
                  <a:cubicBezTo>
                    <a:pt x="1" y="17"/>
                    <a:pt x="1" y="17"/>
                    <a:pt x="1" y="17"/>
                  </a:cubicBezTo>
                  <a:cubicBezTo>
                    <a:pt x="17" y="29"/>
                    <a:pt x="17" y="29"/>
                    <a:pt x="17" y="29"/>
                  </a:cubicBezTo>
                  <a:cubicBezTo>
                    <a:pt x="9" y="38"/>
                    <a:pt x="3" y="50"/>
                    <a:pt x="2" y="64"/>
                  </a:cubicBezTo>
                  <a:cubicBezTo>
                    <a:pt x="0" y="81"/>
                    <a:pt x="13" y="92"/>
                    <a:pt x="14" y="109"/>
                  </a:cubicBezTo>
                  <a:cubicBezTo>
                    <a:pt x="15" y="119"/>
                    <a:pt x="10" y="131"/>
                    <a:pt x="4" y="139"/>
                  </a:cubicBezTo>
                  <a:cubicBezTo>
                    <a:pt x="1" y="143"/>
                    <a:pt x="6" y="150"/>
                    <a:pt x="10" y="146"/>
                  </a:cubicBezTo>
                  <a:cubicBezTo>
                    <a:pt x="20" y="134"/>
                    <a:pt x="24" y="116"/>
                    <a:pt x="21" y="99"/>
                  </a:cubicBezTo>
                  <a:cubicBezTo>
                    <a:pt x="17" y="81"/>
                    <a:pt x="5" y="73"/>
                    <a:pt x="12" y="53"/>
                  </a:cubicBezTo>
                  <a:cubicBezTo>
                    <a:pt x="14" y="46"/>
                    <a:pt x="19" y="40"/>
                    <a:pt x="23" y="35"/>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66" name="Freeform 255"/>
            <p:cNvSpPr>
              <a:spLocks/>
            </p:cNvSpPr>
            <p:nvPr/>
          </p:nvSpPr>
          <p:spPr bwMode="auto">
            <a:xfrm>
              <a:off x="9785350" y="5346701"/>
              <a:ext cx="57150" cy="190500"/>
            </a:xfrm>
            <a:custGeom>
              <a:avLst/>
              <a:gdLst>
                <a:gd name="T0" fmla="*/ 23 w 44"/>
                <a:gd name="T1" fmla="*/ 35 h 150"/>
                <a:gd name="T2" fmla="*/ 38 w 44"/>
                <a:gd name="T3" fmla="*/ 47 h 150"/>
                <a:gd name="T4" fmla="*/ 44 w 44"/>
                <a:gd name="T5" fmla="*/ 0 h 150"/>
                <a:gd name="T6" fmla="*/ 0 w 44"/>
                <a:gd name="T7" fmla="*/ 17 h 150"/>
                <a:gd name="T8" fmla="*/ 16 w 44"/>
                <a:gd name="T9" fmla="*/ 29 h 150"/>
                <a:gd name="T10" fmla="*/ 1 w 44"/>
                <a:gd name="T11" fmla="*/ 64 h 150"/>
                <a:gd name="T12" fmla="*/ 14 w 44"/>
                <a:gd name="T13" fmla="*/ 109 h 150"/>
                <a:gd name="T14" fmla="*/ 4 w 44"/>
                <a:gd name="T15" fmla="*/ 139 h 150"/>
                <a:gd name="T16" fmla="*/ 9 w 44"/>
                <a:gd name="T17" fmla="*/ 146 h 150"/>
                <a:gd name="T18" fmla="*/ 20 w 44"/>
                <a:gd name="T19" fmla="*/ 99 h 150"/>
                <a:gd name="T20" fmla="*/ 11 w 44"/>
                <a:gd name="T21" fmla="*/ 53 h 150"/>
                <a:gd name="T22" fmla="*/ 23 w 44"/>
                <a:gd name="T23" fmla="*/ 3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 h="150">
                  <a:moveTo>
                    <a:pt x="23" y="35"/>
                  </a:moveTo>
                  <a:cubicBezTo>
                    <a:pt x="38" y="47"/>
                    <a:pt x="38" y="47"/>
                    <a:pt x="38" y="47"/>
                  </a:cubicBezTo>
                  <a:cubicBezTo>
                    <a:pt x="44" y="0"/>
                    <a:pt x="44" y="0"/>
                    <a:pt x="44" y="0"/>
                  </a:cubicBezTo>
                  <a:cubicBezTo>
                    <a:pt x="0" y="17"/>
                    <a:pt x="0" y="17"/>
                    <a:pt x="0" y="17"/>
                  </a:cubicBezTo>
                  <a:cubicBezTo>
                    <a:pt x="16" y="29"/>
                    <a:pt x="16" y="29"/>
                    <a:pt x="16" y="29"/>
                  </a:cubicBezTo>
                  <a:cubicBezTo>
                    <a:pt x="8" y="38"/>
                    <a:pt x="3" y="50"/>
                    <a:pt x="1" y="64"/>
                  </a:cubicBezTo>
                  <a:cubicBezTo>
                    <a:pt x="0" y="81"/>
                    <a:pt x="12" y="92"/>
                    <a:pt x="14" y="109"/>
                  </a:cubicBezTo>
                  <a:cubicBezTo>
                    <a:pt x="15" y="119"/>
                    <a:pt x="10" y="131"/>
                    <a:pt x="4" y="139"/>
                  </a:cubicBezTo>
                  <a:cubicBezTo>
                    <a:pt x="0" y="143"/>
                    <a:pt x="6" y="150"/>
                    <a:pt x="9" y="146"/>
                  </a:cubicBezTo>
                  <a:cubicBezTo>
                    <a:pt x="19" y="134"/>
                    <a:pt x="23" y="116"/>
                    <a:pt x="20" y="99"/>
                  </a:cubicBezTo>
                  <a:cubicBezTo>
                    <a:pt x="17" y="81"/>
                    <a:pt x="4" y="73"/>
                    <a:pt x="11" y="53"/>
                  </a:cubicBezTo>
                  <a:cubicBezTo>
                    <a:pt x="13" y="46"/>
                    <a:pt x="18" y="40"/>
                    <a:pt x="23" y="35"/>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67" name="Freeform 256"/>
            <p:cNvSpPr>
              <a:spLocks/>
            </p:cNvSpPr>
            <p:nvPr/>
          </p:nvSpPr>
          <p:spPr bwMode="auto">
            <a:xfrm>
              <a:off x="9894888" y="5346701"/>
              <a:ext cx="57150" cy="190500"/>
            </a:xfrm>
            <a:custGeom>
              <a:avLst/>
              <a:gdLst>
                <a:gd name="T0" fmla="*/ 23 w 45"/>
                <a:gd name="T1" fmla="*/ 35 h 150"/>
                <a:gd name="T2" fmla="*/ 38 w 45"/>
                <a:gd name="T3" fmla="*/ 47 h 150"/>
                <a:gd name="T4" fmla="*/ 45 w 45"/>
                <a:gd name="T5" fmla="*/ 0 h 150"/>
                <a:gd name="T6" fmla="*/ 1 w 45"/>
                <a:gd name="T7" fmla="*/ 17 h 150"/>
                <a:gd name="T8" fmla="*/ 16 w 45"/>
                <a:gd name="T9" fmla="*/ 29 h 150"/>
                <a:gd name="T10" fmla="*/ 2 w 45"/>
                <a:gd name="T11" fmla="*/ 64 h 150"/>
                <a:gd name="T12" fmla="*/ 14 w 45"/>
                <a:gd name="T13" fmla="*/ 109 h 150"/>
                <a:gd name="T14" fmla="*/ 4 w 45"/>
                <a:gd name="T15" fmla="*/ 139 h 150"/>
                <a:gd name="T16" fmla="*/ 9 w 45"/>
                <a:gd name="T17" fmla="*/ 146 h 150"/>
                <a:gd name="T18" fmla="*/ 20 w 45"/>
                <a:gd name="T19" fmla="*/ 99 h 150"/>
                <a:gd name="T20" fmla="*/ 11 w 45"/>
                <a:gd name="T21" fmla="*/ 53 h 150"/>
                <a:gd name="T22" fmla="*/ 23 w 45"/>
                <a:gd name="T23" fmla="*/ 3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5" h="150">
                  <a:moveTo>
                    <a:pt x="23" y="35"/>
                  </a:moveTo>
                  <a:cubicBezTo>
                    <a:pt x="38" y="47"/>
                    <a:pt x="38" y="47"/>
                    <a:pt x="38" y="47"/>
                  </a:cubicBezTo>
                  <a:cubicBezTo>
                    <a:pt x="45" y="0"/>
                    <a:pt x="45" y="0"/>
                    <a:pt x="45" y="0"/>
                  </a:cubicBezTo>
                  <a:cubicBezTo>
                    <a:pt x="1" y="17"/>
                    <a:pt x="1" y="17"/>
                    <a:pt x="1" y="17"/>
                  </a:cubicBezTo>
                  <a:cubicBezTo>
                    <a:pt x="16" y="29"/>
                    <a:pt x="16" y="29"/>
                    <a:pt x="16" y="29"/>
                  </a:cubicBezTo>
                  <a:cubicBezTo>
                    <a:pt x="9" y="38"/>
                    <a:pt x="3" y="50"/>
                    <a:pt x="2" y="64"/>
                  </a:cubicBezTo>
                  <a:cubicBezTo>
                    <a:pt x="0" y="81"/>
                    <a:pt x="13" y="92"/>
                    <a:pt x="14" y="109"/>
                  </a:cubicBezTo>
                  <a:cubicBezTo>
                    <a:pt x="15" y="119"/>
                    <a:pt x="10" y="131"/>
                    <a:pt x="4" y="139"/>
                  </a:cubicBezTo>
                  <a:cubicBezTo>
                    <a:pt x="1" y="143"/>
                    <a:pt x="6" y="150"/>
                    <a:pt x="9" y="146"/>
                  </a:cubicBezTo>
                  <a:cubicBezTo>
                    <a:pt x="19" y="134"/>
                    <a:pt x="24" y="116"/>
                    <a:pt x="20" y="99"/>
                  </a:cubicBezTo>
                  <a:cubicBezTo>
                    <a:pt x="17" y="81"/>
                    <a:pt x="5" y="73"/>
                    <a:pt x="11" y="53"/>
                  </a:cubicBezTo>
                  <a:cubicBezTo>
                    <a:pt x="14" y="46"/>
                    <a:pt x="18" y="40"/>
                    <a:pt x="23" y="35"/>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68" name="Freeform 257"/>
            <p:cNvSpPr>
              <a:spLocks/>
            </p:cNvSpPr>
            <p:nvPr/>
          </p:nvSpPr>
          <p:spPr bwMode="auto">
            <a:xfrm>
              <a:off x="10479088" y="5189538"/>
              <a:ext cx="271463" cy="209550"/>
            </a:xfrm>
            <a:custGeom>
              <a:avLst/>
              <a:gdLst>
                <a:gd name="T0" fmla="*/ 213 w 213"/>
                <a:gd name="T1" fmla="*/ 0 h 164"/>
                <a:gd name="T2" fmla="*/ 47 w 213"/>
                <a:gd name="T3" fmla="*/ 0 h 164"/>
                <a:gd name="T4" fmla="*/ 58 w 213"/>
                <a:gd name="T5" fmla="*/ 45 h 164"/>
                <a:gd name="T6" fmla="*/ 0 w 213"/>
                <a:gd name="T7" fmla="*/ 136 h 164"/>
                <a:gd name="T8" fmla="*/ 24 w 213"/>
                <a:gd name="T9" fmla="*/ 141 h 164"/>
                <a:gd name="T10" fmla="*/ 66 w 213"/>
                <a:gd name="T11" fmla="*/ 158 h 164"/>
                <a:gd name="T12" fmla="*/ 76 w 213"/>
                <a:gd name="T13" fmla="*/ 164 h 164"/>
                <a:gd name="T14" fmla="*/ 213 w 213"/>
                <a:gd name="T15" fmla="*/ 164 h 164"/>
                <a:gd name="T16" fmla="*/ 213 w 213"/>
                <a:gd name="T17"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3" h="164">
                  <a:moveTo>
                    <a:pt x="213" y="0"/>
                  </a:moveTo>
                  <a:cubicBezTo>
                    <a:pt x="47" y="0"/>
                    <a:pt x="47" y="0"/>
                    <a:pt x="47" y="0"/>
                  </a:cubicBezTo>
                  <a:cubicBezTo>
                    <a:pt x="54" y="12"/>
                    <a:pt x="58" y="28"/>
                    <a:pt x="58" y="45"/>
                  </a:cubicBezTo>
                  <a:cubicBezTo>
                    <a:pt x="58" y="85"/>
                    <a:pt x="34" y="120"/>
                    <a:pt x="0" y="136"/>
                  </a:cubicBezTo>
                  <a:cubicBezTo>
                    <a:pt x="11" y="138"/>
                    <a:pt x="20" y="140"/>
                    <a:pt x="24" y="141"/>
                  </a:cubicBezTo>
                  <a:cubicBezTo>
                    <a:pt x="32" y="142"/>
                    <a:pt x="48" y="146"/>
                    <a:pt x="66" y="158"/>
                  </a:cubicBezTo>
                  <a:cubicBezTo>
                    <a:pt x="70" y="160"/>
                    <a:pt x="73" y="164"/>
                    <a:pt x="76" y="164"/>
                  </a:cubicBezTo>
                  <a:cubicBezTo>
                    <a:pt x="213" y="164"/>
                    <a:pt x="213" y="164"/>
                    <a:pt x="213" y="164"/>
                  </a:cubicBezTo>
                  <a:lnTo>
                    <a:pt x="21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 name="Freeform 258"/>
            <p:cNvSpPr>
              <a:spLocks noEditPoints="1"/>
            </p:cNvSpPr>
            <p:nvPr/>
          </p:nvSpPr>
          <p:spPr bwMode="auto">
            <a:xfrm>
              <a:off x="10347325" y="4703763"/>
              <a:ext cx="833438" cy="714375"/>
            </a:xfrm>
            <a:custGeom>
              <a:avLst/>
              <a:gdLst>
                <a:gd name="T0" fmla="*/ 52 w 652"/>
                <a:gd name="T1" fmla="*/ 32 h 560"/>
                <a:gd name="T2" fmla="*/ 316 w 652"/>
                <a:gd name="T3" fmla="*/ 32 h 560"/>
                <a:gd name="T4" fmla="*/ 316 w 652"/>
                <a:gd name="T5" fmla="*/ 378 h 560"/>
                <a:gd name="T6" fmla="*/ 316 w 652"/>
                <a:gd name="T7" fmla="*/ 544 h 560"/>
                <a:gd name="T8" fmla="*/ 179 w 652"/>
                <a:gd name="T9" fmla="*/ 544 h 560"/>
                <a:gd name="T10" fmla="*/ 198 w 652"/>
                <a:gd name="T11" fmla="*/ 560 h 560"/>
                <a:gd name="T12" fmla="*/ 318 w 652"/>
                <a:gd name="T13" fmla="*/ 560 h 560"/>
                <a:gd name="T14" fmla="*/ 332 w 652"/>
                <a:gd name="T15" fmla="*/ 560 h 560"/>
                <a:gd name="T16" fmla="*/ 616 w 652"/>
                <a:gd name="T17" fmla="*/ 560 h 560"/>
                <a:gd name="T18" fmla="*/ 616 w 652"/>
                <a:gd name="T19" fmla="*/ 20 h 560"/>
                <a:gd name="T20" fmla="*/ 652 w 652"/>
                <a:gd name="T21" fmla="*/ 20 h 560"/>
                <a:gd name="T22" fmla="*/ 652 w 652"/>
                <a:gd name="T23" fmla="*/ 0 h 560"/>
                <a:gd name="T24" fmla="*/ 0 w 652"/>
                <a:gd name="T25" fmla="*/ 0 h 560"/>
                <a:gd name="T26" fmla="*/ 0 w 652"/>
                <a:gd name="T27" fmla="*/ 20 h 560"/>
                <a:gd name="T28" fmla="*/ 36 w 652"/>
                <a:gd name="T29" fmla="*/ 20 h 560"/>
                <a:gd name="T30" fmla="*/ 36 w 652"/>
                <a:gd name="T31" fmla="*/ 324 h 560"/>
                <a:gd name="T32" fmla="*/ 52 w 652"/>
                <a:gd name="T33" fmla="*/ 322 h 560"/>
                <a:gd name="T34" fmla="*/ 52 w 652"/>
                <a:gd name="T35" fmla="*/ 32 h 560"/>
                <a:gd name="T36" fmla="*/ 600 w 652"/>
                <a:gd name="T37" fmla="*/ 32 h 560"/>
                <a:gd name="T38" fmla="*/ 600 w 652"/>
                <a:gd name="T39" fmla="*/ 378 h 560"/>
                <a:gd name="T40" fmla="*/ 600 w 652"/>
                <a:gd name="T41" fmla="*/ 544 h 560"/>
                <a:gd name="T42" fmla="*/ 336 w 652"/>
                <a:gd name="T43" fmla="*/ 544 h 560"/>
                <a:gd name="T44" fmla="*/ 336 w 652"/>
                <a:gd name="T45" fmla="*/ 378 h 560"/>
                <a:gd name="T46" fmla="*/ 336 w 652"/>
                <a:gd name="T47" fmla="*/ 32 h 560"/>
                <a:gd name="T48" fmla="*/ 600 w 652"/>
                <a:gd name="T49" fmla="*/ 32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2" h="560">
                  <a:moveTo>
                    <a:pt x="52" y="32"/>
                  </a:moveTo>
                  <a:cubicBezTo>
                    <a:pt x="316" y="32"/>
                    <a:pt x="316" y="32"/>
                    <a:pt x="316" y="32"/>
                  </a:cubicBezTo>
                  <a:cubicBezTo>
                    <a:pt x="316" y="378"/>
                    <a:pt x="316" y="378"/>
                    <a:pt x="316" y="378"/>
                  </a:cubicBezTo>
                  <a:cubicBezTo>
                    <a:pt x="316" y="544"/>
                    <a:pt x="316" y="544"/>
                    <a:pt x="316" y="544"/>
                  </a:cubicBezTo>
                  <a:cubicBezTo>
                    <a:pt x="179" y="544"/>
                    <a:pt x="179" y="544"/>
                    <a:pt x="179" y="544"/>
                  </a:cubicBezTo>
                  <a:cubicBezTo>
                    <a:pt x="185" y="548"/>
                    <a:pt x="191" y="556"/>
                    <a:pt x="198" y="560"/>
                  </a:cubicBezTo>
                  <a:cubicBezTo>
                    <a:pt x="318" y="560"/>
                    <a:pt x="318" y="560"/>
                    <a:pt x="318" y="560"/>
                  </a:cubicBezTo>
                  <a:cubicBezTo>
                    <a:pt x="332" y="560"/>
                    <a:pt x="332" y="560"/>
                    <a:pt x="332" y="560"/>
                  </a:cubicBezTo>
                  <a:cubicBezTo>
                    <a:pt x="616" y="560"/>
                    <a:pt x="616" y="560"/>
                    <a:pt x="616" y="560"/>
                  </a:cubicBezTo>
                  <a:cubicBezTo>
                    <a:pt x="616" y="20"/>
                    <a:pt x="616" y="20"/>
                    <a:pt x="616" y="20"/>
                  </a:cubicBezTo>
                  <a:cubicBezTo>
                    <a:pt x="652" y="20"/>
                    <a:pt x="652" y="20"/>
                    <a:pt x="652" y="20"/>
                  </a:cubicBezTo>
                  <a:cubicBezTo>
                    <a:pt x="652" y="0"/>
                    <a:pt x="652" y="0"/>
                    <a:pt x="652" y="0"/>
                  </a:cubicBezTo>
                  <a:cubicBezTo>
                    <a:pt x="0" y="0"/>
                    <a:pt x="0" y="0"/>
                    <a:pt x="0" y="0"/>
                  </a:cubicBezTo>
                  <a:cubicBezTo>
                    <a:pt x="0" y="20"/>
                    <a:pt x="0" y="20"/>
                    <a:pt x="0" y="20"/>
                  </a:cubicBezTo>
                  <a:cubicBezTo>
                    <a:pt x="36" y="20"/>
                    <a:pt x="36" y="20"/>
                    <a:pt x="36" y="20"/>
                  </a:cubicBezTo>
                  <a:cubicBezTo>
                    <a:pt x="36" y="324"/>
                    <a:pt x="36" y="324"/>
                    <a:pt x="36" y="324"/>
                  </a:cubicBezTo>
                  <a:cubicBezTo>
                    <a:pt x="40" y="323"/>
                    <a:pt x="48" y="322"/>
                    <a:pt x="52" y="322"/>
                  </a:cubicBezTo>
                  <a:lnTo>
                    <a:pt x="52" y="32"/>
                  </a:lnTo>
                  <a:close/>
                  <a:moveTo>
                    <a:pt x="600" y="32"/>
                  </a:moveTo>
                  <a:cubicBezTo>
                    <a:pt x="600" y="378"/>
                    <a:pt x="600" y="378"/>
                    <a:pt x="600" y="378"/>
                  </a:cubicBezTo>
                  <a:cubicBezTo>
                    <a:pt x="600" y="544"/>
                    <a:pt x="600" y="544"/>
                    <a:pt x="600" y="544"/>
                  </a:cubicBezTo>
                  <a:cubicBezTo>
                    <a:pt x="336" y="544"/>
                    <a:pt x="336" y="544"/>
                    <a:pt x="336" y="544"/>
                  </a:cubicBezTo>
                  <a:cubicBezTo>
                    <a:pt x="336" y="378"/>
                    <a:pt x="336" y="378"/>
                    <a:pt x="336" y="378"/>
                  </a:cubicBezTo>
                  <a:cubicBezTo>
                    <a:pt x="336" y="32"/>
                    <a:pt x="336" y="32"/>
                    <a:pt x="336" y="32"/>
                  </a:cubicBezTo>
                  <a:lnTo>
                    <a:pt x="600"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 name="Freeform 259"/>
            <p:cNvSpPr>
              <a:spLocks noEditPoints="1"/>
            </p:cNvSpPr>
            <p:nvPr/>
          </p:nvSpPr>
          <p:spPr bwMode="auto">
            <a:xfrm>
              <a:off x="10775950" y="4860926"/>
              <a:ext cx="338138" cy="538163"/>
            </a:xfrm>
            <a:custGeom>
              <a:avLst/>
              <a:gdLst>
                <a:gd name="T0" fmla="*/ 149 w 264"/>
                <a:gd name="T1" fmla="*/ 244 h 421"/>
                <a:gd name="T2" fmla="*/ 149 w 264"/>
                <a:gd name="T3" fmla="*/ 180 h 421"/>
                <a:gd name="T4" fmla="*/ 194 w 264"/>
                <a:gd name="T5" fmla="*/ 142 h 421"/>
                <a:gd name="T6" fmla="*/ 217 w 264"/>
                <a:gd name="T7" fmla="*/ 153 h 421"/>
                <a:gd name="T8" fmla="*/ 249 w 264"/>
                <a:gd name="T9" fmla="*/ 121 h 421"/>
                <a:gd name="T10" fmla="*/ 233 w 264"/>
                <a:gd name="T11" fmla="*/ 93 h 421"/>
                <a:gd name="T12" fmla="*/ 235 w 264"/>
                <a:gd name="T13" fmla="*/ 84 h 421"/>
                <a:gd name="T14" fmla="*/ 213 w 264"/>
                <a:gd name="T15" fmla="*/ 63 h 421"/>
                <a:gd name="T16" fmla="*/ 213 w 264"/>
                <a:gd name="T17" fmla="*/ 63 h 421"/>
                <a:gd name="T18" fmla="*/ 200 w 264"/>
                <a:gd name="T19" fmla="*/ 48 h 421"/>
                <a:gd name="T20" fmla="*/ 175 w 264"/>
                <a:gd name="T21" fmla="*/ 22 h 421"/>
                <a:gd name="T22" fmla="*/ 147 w 264"/>
                <a:gd name="T23" fmla="*/ 0 h 421"/>
                <a:gd name="T24" fmla="*/ 119 w 264"/>
                <a:gd name="T25" fmla="*/ 22 h 421"/>
                <a:gd name="T26" fmla="*/ 97 w 264"/>
                <a:gd name="T27" fmla="*/ 38 h 421"/>
                <a:gd name="T28" fmla="*/ 88 w 264"/>
                <a:gd name="T29" fmla="*/ 37 h 421"/>
                <a:gd name="T30" fmla="*/ 60 w 264"/>
                <a:gd name="T31" fmla="*/ 65 h 421"/>
                <a:gd name="T32" fmla="*/ 61 w 264"/>
                <a:gd name="T33" fmla="*/ 73 h 421"/>
                <a:gd name="T34" fmla="*/ 44 w 264"/>
                <a:gd name="T35" fmla="*/ 98 h 421"/>
                <a:gd name="T36" fmla="*/ 44 w 264"/>
                <a:gd name="T37" fmla="*/ 99 h 421"/>
                <a:gd name="T38" fmla="*/ 21 w 264"/>
                <a:gd name="T39" fmla="*/ 126 h 421"/>
                <a:gd name="T40" fmla="*/ 49 w 264"/>
                <a:gd name="T41" fmla="*/ 153 h 421"/>
                <a:gd name="T42" fmla="*/ 69 w 264"/>
                <a:gd name="T43" fmla="*/ 144 h 421"/>
                <a:gd name="T44" fmla="*/ 89 w 264"/>
                <a:gd name="T45" fmla="*/ 154 h 421"/>
                <a:gd name="T46" fmla="*/ 102 w 264"/>
                <a:gd name="T47" fmla="*/ 151 h 421"/>
                <a:gd name="T48" fmla="*/ 134 w 264"/>
                <a:gd name="T49" fmla="*/ 179 h 421"/>
                <a:gd name="T50" fmla="*/ 133 w 264"/>
                <a:gd name="T51" fmla="*/ 248 h 421"/>
                <a:gd name="T52" fmla="*/ 130 w 264"/>
                <a:gd name="T53" fmla="*/ 257 h 421"/>
                <a:gd name="T54" fmla="*/ 0 w 264"/>
                <a:gd name="T55" fmla="*/ 257 h 421"/>
                <a:gd name="T56" fmla="*/ 0 w 264"/>
                <a:gd name="T57" fmla="*/ 421 h 421"/>
                <a:gd name="T58" fmla="*/ 264 w 264"/>
                <a:gd name="T59" fmla="*/ 421 h 421"/>
                <a:gd name="T60" fmla="*/ 264 w 264"/>
                <a:gd name="T61" fmla="*/ 257 h 421"/>
                <a:gd name="T62" fmla="*/ 153 w 264"/>
                <a:gd name="T63" fmla="*/ 257 h 421"/>
                <a:gd name="T64" fmla="*/ 149 w 264"/>
                <a:gd name="T65" fmla="*/ 244 h 421"/>
                <a:gd name="T66" fmla="*/ 158 w 264"/>
                <a:gd name="T67" fmla="*/ 132 h 421"/>
                <a:gd name="T68" fmla="*/ 163 w 264"/>
                <a:gd name="T69" fmla="*/ 135 h 421"/>
                <a:gd name="T70" fmla="*/ 148 w 264"/>
                <a:gd name="T71" fmla="*/ 155 h 421"/>
                <a:gd name="T72" fmla="*/ 146 w 264"/>
                <a:gd name="T73" fmla="*/ 139 h 421"/>
                <a:gd name="T74" fmla="*/ 158 w 264"/>
                <a:gd name="T75" fmla="*/ 132 h 421"/>
                <a:gd name="T76" fmla="*/ 154 w 264"/>
                <a:gd name="T77" fmla="*/ 162 h 421"/>
                <a:gd name="T78" fmla="*/ 172 w 264"/>
                <a:gd name="T79" fmla="*/ 138 h 421"/>
                <a:gd name="T80" fmla="*/ 175 w 264"/>
                <a:gd name="T81" fmla="*/ 138 h 421"/>
                <a:gd name="T82" fmla="*/ 187 w 264"/>
                <a:gd name="T83" fmla="*/ 136 h 421"/>
                <a:gd name="T84" fmla="*/ 172 w 264"/>
                <a:gd name="T85" fmla="*/ 147 h 421"/>
                <a:gd name="T86" fmla="*/ 154 w 264"/>
                <a:gd name="T87" fmla="*/ 162 h 421"/>
                <a:gd name="T88" fmla="*/ 110 w 264"/>
                <a:gd name="T89" fmla="*/ 143 h 421"/>
                <a:gd name="T90" fmla="*/ 113 w 264"/>
                <a:gd name="T91" fmla="*/ 138 h 421"/>
                <a:gd name="T92" fmla="*/ 130 w 264"/>
                <a:gd name="T93" fmla="*/ 142 h 421"/>
                <a:gd name="T94" fmla="*/ 131 w 264"/>
                <a:gd name="T95" fmla="*/ 142 h 421"/>
                <a:gd name="T96" fmla="*/ 133 w 264"/>
                <a:gd name="T97" fmla="*/ 162 h 421"/>
                <a:gd name="T98" fmla="*/ 110 w 264"/>
                <a:gd name="T99" fmla="*/ 143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64" h="421">
                  <a:moveTo>
                    <a:pt x="149" y="244"/>
                  </a:moveTo>
                  <a:cubicBezTo>
                    <a:pt x="150" y="220"/>
                    <a:pt x="150" y="198"/>
                    <a:pt x="149" y="180"/>
                  </a:cubicBezTo>
                  <a:cubicBezTo>
                    <a:pt x="158" y="171"/>
                    <a:pt x="176" y="154"/>
                    <a:pt x="194" y="142"/>
                  </a:cubicBezTo>
                  <a:cubicBezTo>
                    <a:pt x="199" y="149"/>
                    <a:pt x="208" y="153"/>
                    <a:pt x="217" y="153"/>
                  </a:cubicBezTo>
                  <a:cubicBezTo>
                    <a:pt x="234" y="153"/>
                    <a:pt x="249" y="138"/>
                    <a:pt x="249" y="121"/>
                  </a:cubicBezTo>
                  <a:cubicBezTo>
                    <a:pt x="249" y="109"/>
                    <a:pt x="242" y="99"/>
                    <a:pt x="233" y="93"/>
                  </a:cubicBezTo>
                  <a:cubicBezTo>
                    <a:pt x="234" y="91"/>
                    <a:pt x="235" y="88"/>
                    <a:pt x="235" y="84"/>
                  </a:cubicBezTo>
                  <a:cubicBezTo>
                    <a:pt x="235" y="72"/>
                    <a:pt x="225" y="63"/>
                    <a:pt x="213" y="63"/>
                  </a:cubicBezTo>
                  <a:cubicBezTo>
                    <a:pt x="213" y="63"/>
                    <a:pt x="213" y="63"/>
                    <a:pt x="213" y="63"/>
                  </a:cubicBezTo>
                  <a:cubicBezTo>
                    <a:pt x="211" y="56"/>
                    <a:pt x="206" y="51"/>
                    <a:pt x="200" y="48"/>
                  </a:cubicBezTo>
                  <a:cubicBezTo>
                    <a:pt x="199" y="35"/>
                    <a:pt x="188" y="24"/>
                    <a:pt x="175" y="22"/>
                  </a:cubicBezTo>
                  <a:cubicBezTo>
                    <a:pt x="172" y="10"/>
                    <a:pt x="161" y="0"/>
                    <a:pt x="147" y="0"/>
                  </a:cubicBezTo>
                  <a:cubicBezTo>
                    <a:pt x="134" y="0"/>
                    <a:pt x="122" y="10"/>
                    <a:pt x="119" y="22"/>
                  </a:cubicBezTo>
                  <a:cubicBezTo>
                    <a:pt x="110" y="23"/>
                    <a:pt x="101" y="30"/>
                    <a:pt x="97" y="38"/>
                  </a:cubicBezTo>
                  <a:cubicBezTo>
                    <a:pt x="94" y="37"/>
                    <a:pt x="91" y="37"/>
                    <a:pt x="88" y="37"/>
                  </a:cubicBezTo>
                  <a:cubicBezTo>
                    <a:pt x="72" y="37"/>
                    <a:pt x="60" y="49"/>
                    <a:pt x="60" y="65"/>
                  </a:cubicBezTo>
                  <a:cubicBezTo>
                    <a:pt x="60" y="68"/>
                    <a:pt x="60" y="70"/>
                    <a:pt x="61" y="73"/>
                  </a:cubicBezTo>
                  <a:cubicBezTo>
                    <a:pt x="51" y="77"/>
                    <a:pt x="44" y="87"/>
                    <a:pt x="44" y="98"/>
                  </a:cubicBezTo>
                  <a:cubicBezTo>
                    <a:pt x="44" y="99"/>
                    <a:pt x="44" y="99"/>
                    <a:pt x="44" y="99"/>
                  </a:cubicBezTo>
                  <a:cubicBezTo>
                    <a:pt x="31" y="101"/>
                    <a:pt x="21" y="112"/>
                    <a:pt x="21" y="126"/>
                  </a:cubicBezTo>
                  <a:cubicBezTo>
                    <a:pt x="21" y="141"/>
                    <a:pt x="34" y="153"/>
                    <a:pt x="49" y="153"/>
                  </a:cubicBezTo>
                  <a:cubicBezTo>
                    <a:pt x="57" y="153"/>
                    <a:pt x="64" y="150"/>
                    <a:pt x="69" y="144"/>
                  </a:cubicBezTo>
                  <a:cubicBezTo>
                    <a:pt x="74" y="150"/>
                    <a:pt x="81" y="154"/>
                    <a:pt x="89" y="154"/>
                  </a:cubicBezTo>
                  <a:cubicBezTo>
                    <a:pt x="94" y="154"/>
                    <a:pt x="98" y="153"/>
                    <a:pt x="102" y="151"/>
                  </a:cubicBezTo>
                  <a:cubicBezTo>
                    <a:pt x="117" y="161"/>
                    <a:pt x="129" y="174"/>
                    <a:pt x="134" y="179"/>
                  </a:cubicBezTo>
                  <a:cubicBezTo>
                    <a:pt x="134" y="198"/>
                    <a:pt x="134" y="221"/>
                    <a:pt x="133" y="248"/>
                  </a:cubicBezTo>
                  <a:cubicBezTo>
                    <a:pt x="132" y="251"/>
                    <a:pt x="131" y="253"/>
                    <a:pt x="130" y="257"/>
                  </a:cubicBezTo>
                  <a:cubicBezTo>
                    <a:pt x="0" y="257"/>
                    <a:pt x="0" y="257"/>
                    <a:pt x="0" y="257"/>
                  </a:cubicBezTo>
                  <a:cubicBezTo>
                    <a:pt x="0" y="421"/>
                    <a:pt x="0" y="421"/>
                    <a:pt x="0" y="421"/>
                  </a:cubicBezTo>
                  <a:cubicBezTo>
                    <a:pt x="264" y="421"/>
                    <a:pt x="264" y="421"/>
                    <a:pt x="264" y="421"/>
                  </a:cubicBezTo>
                  <a:cubicBezTo>
                    <a:pt x="264" y="257"/>
                    <a:pt x="264" y="257"/>
                    <a:pt x="264" y="257"/>
                  </a:cubicBezTo>
                  <a:cubicBezTo>
                    <a:pt x="153" y="257"/>
                    <a:pt x="153" y="257"/>
                    <a:pt x="153" y="257"/>
                  </a:cubicBezTo>
                  <a:cubicBezTo>
                    <a:pt x="151" y="253"/>
                    <a:pt x="150" y="248"/>
                    <a:pt x="149" y="244"/>
                  </a:cubicBezTo>
                  <a:close/>
                  <a:moveTo>
                    <a:pt x="158" y="132"/>
                  </a:moveTo>
                  <a:cubicBezTo>
                    <a:pt x="159" y="133"/>
                    <a:pt x="161" y="134"/>
                    <a:pt x="163" y="135"/>
                  </a:cubicBezTo>
                  <a:cubicBezTo>
                    <a:pt x="158" y="141"/>
                    <a:pt x="153" y="147"/>
                    <a:pt x="148" y="155"/>
                  </a:cubicBezTo>
                  <a:cubicBezTo>
                    <a:pt x="147" y="149"/>
                    <a:pt x="147" y="144"/>
                    <a:pt x="146" y="139"/>
                  </a:cubicBezTo>
                  <a:cubicBezTo>
                    <a:pt x="150" y="137"/>
                    <a:pt x="154" y="135"/>
                    <a:pt x="158" y="132"/>
                  </a:cubicBezTo>
                  <a:close/>
                  <a:moveTo>
                    <a:pt x="154" y="162"/>
                  </a:moveTo>
                  <a:cubicBezTo>
                    <a:pt x="160" y="152"/>
                    <a:pt x="166" y="144"/>
                    <a:pt x="172" y="138"/>
                  </a:cubicBezTo>
                  <a:cubicBezTo>
                    <a:pt x="173" y="138"/>
                    <a:pt x="174" y="138"/>
                    <a:pt x="175" y="138"/>
                  </a:cubicBezTo>
                  <a:cubicBezTo>
                    <a:pt x="180" y="138"/>
                    <a:pt x="184" y="137"/>
                    <a:pt x="187" y="136"/>
                  </a:cubicBezTo>
                  <a:cubicBezTo>
                    <a:pt x="183" y="139"/>
                    <a:pt x="178" y="143"/>
                    <a:pt x="172" y="147"/>
                  </a:cubicBezTo>
                  <a:cubicBezTo>
                    <a:pt x="165" y="152"/>
                    <a:pt x="159" y="158"/>
                    <a:pt x="154" y="162"/>
                  </a:cubicBezTo>
                  <a:close/>
                  <a:moveTo>
                    <a:pt x="110" y="143"/>
                  </a:moveTo>
                  <a:cubicBezTo>
                    <a:pt x="111" y="142"/>
                    <a:pt x="112" y="140"/>
                    <a:pt x="113" y="138"/>
                  </a:cubicBezTo>
                  <a:cubicBezTo>
                    <a:pt x="118" y="140"/>
                    <a:pt x="124" y="142"/>
                    <a:pt x="130" y="142"/>
                  </a:cubicBezTo>
                  <a:cubicBezTo>
                    <a:pt x="131" y="142"/>
                    <a:pt x="131" y="142"/>
                    <a:pt x="131" y="142"/>
                  </a:cubicBezTo>
                  <a:cubicBezTo>
                    <a:pt x="132" y="148"/>
                    <a:pt x="132" y="155"/>
                    <a:pt x="133" y="162"/>
                  </a:cubicBezTo>
                  <a:cubicBezTo>
                    <a:pt x="127" y="156"/>
                    <a:pt x="119" y="149"/>
                    <a:pt x="110" y="1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 name="Freeform 260"/>
            <p:cNvSpPr>
              <a:spLocks/>
            </p:cNvSpPr>
            <p:nvPr/>
          </p:nvSpPr>
          <p:spPr bwMode="auto">
            <a:xfrm>
              <a:off x="10520363" y="4927601"/>
              <a:ext cx="103188" cy="103188"/>
            </a:xfrm>
            <a:custGeom>
              <a:avLst/>
              <a:gdLst>
                <a:gd name="T0" fmla="*/ 65 w 65"/>
                <a:gd name="T1" fmla="*/ 4 h 65"/>
                <a:gd name="T2" fmla="*/ 61 w 65"/>
                <a:gd name="T3" fmla="*/ 0 h 65"/>
                <a:gd name="T4" fmla="*/ 0 w 65"/>
                <a:gd name="T5" fmla="*/ 61 h 65"/>
                <a:gd name="T6" fmla="*/ 4 w 65"/>
                <a:gd name="T7" fmla="*/ 65 h 65"/>
                <a:gd name="T8" fmla="*/ 65 w 65"/>
                <a:gd name="T9" fmla="*/ 4 h 65"/>
              </a:gdLst>
              <a:ahLst/>
              <a:cxnLst>
                <a:cxn ang="0">
                  <a:pos x="T0" y="T1"/>
                </a:cxn>
                <a:cxn ang="0">
                  <a:pos x="T2" y="T3"/>
                </a:cxn>
                <a:cxn ang="0">
                  <a:pos x="T4" y="T5"/>
                </a:cxn>
                <a:cxn ang="0">
                  <a:pos x="T6" y="T7"/>
                </a:cxn>
                <a:cxn ang="0">
                  <a:pos x="T8" y="T9"/>
                </a:cxn>
              </a:cxnLst>
              <a:rect l="0" t="0" r="r" b="b"/>
              <a:pathLst>
                <a:path w="65" h="65">
                  <a:moveTo>
                    <a:pt x="65" y="4"/>
                  </a:moveTo>
                  <a:lnTo>
                    <a:pt x="61" y="0"/>
                  </a:lnTo>
                  <a:lnTo>
                    <a:pt x="0" y="61"/>
                  </a:lnTo>
                  <a:lnTo>
                    <a:pt x="4" y="65"/>
                  </a:lnTo>
                  <a:lnTo>
                    <a:pt x="65"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 name="Freeform 261"/>
            <p:cNvSpPr>
              <a:spLocks/>
            </p:cNvSpPr>
            <p:nvPr/>
          </p:nvSpPr>
          <p:spPr bwMode="auto">
            <a:xfrm>
              <a:off x="10547350" y="4956176"/>
              <a:ext cx="103188" cy="101600"/>
            </a:xfrm>
            <a:custGeom>
              <a:avLst/>
              <a:gdLst>
                <a:gd name="T0" fmla="*/ 0 w 65"/>
                <a:gd name="T1" fmla="*/ 61 h 64"/>
                <a:gd name="T2" fmla="*/ 4 w 65"/>
                <a:gd name="T3" fmla="*/ 64 h 64"/>
                <a:gd name="T4" fmla="*/ 65 w 65"/>
                <a:gd name="T5" fmla="*/ 3 h 64"/>
                <a:gd name="T6" fmla="*/ 62 w 65"/>
                <a:gd name="T7" fmla="*/ 0 h 64"/>
                <a:gd name="T8" fmla="*/ 0 w 65"/>
                <a:gd name="T9" fmla="*/ 61 h 64"/>
              </a:gdLst>
              <a:ahLst/>
              <a:cxnLst>
                <a:cxn ang="0">
                  <a:pos x="T0" y="T1"/>
                </a:cxn>
                <a:cxn ang="0">
                  <a:pos x="T2" y="T3"/>
                </a:cxn>
                <a:cxn ang="0">
                  <a:pos x="T4" y="T5"/>
                </a:cxn>
                <a:cxn ang="0">
                  <a:pos x="T6" y="T7"/>
                </a:cxn>
                <a:cxn ang="0">
                  <a:pos x="T8" y="T9"/>
                </a:cxn>
              </a:cxnLst>
              <a:rect l="0" t="0" r="r" b="b"/>
              <a:pathLst>
                <a:path w="65" h="64">
                  <a:moveTo>
                    <a:pt x="0" y="61"/>
                  </a:moveTo>
                  <a:lnTo>
                    <a:pt x="4" y="64"/>
                  </a:lnTo>
                  <a:lnTo>
                    <a:pt x="65" y="3"/>
                  </a:lnTo>
                  <a:lnTo>
                    <a:pt x="62" y="0"/>
                  </a:lnTo>
                  <a:lnTo>
                    <a:pt x="0"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 name="Freeform 262"/>
            <p:cNvSpPr>
              <a:spLocks/>
            </p:cNvSpPr>
            <p:nvPr/>
          </p:nvSpPr>
          <p:spPr bwMode="auto">
            <a:xfrm>
              <a:off x="10482263" y="4889501"/>
              <a:ext cx="207963" cy="207963"/>
            </a:xfrm>
            <a:custGeom>
              <a:avLst/>
              <a:gdLst>
                <a:gd name="T0" fmla="*/ 127 w 131"/>
                <a:gd name="T1" fmla="*/ 0 h 131"/>
                <a:gd name="T2" fmla="*/ 0 w 131"/>
                <a:gd name="T3" fmla="*/ 127 h 131"/>
                <a:gd name="T4" fmla="*/ 4 w 131"/>
                <a:gd name="T5" fmla="*/ 131 h 131"/>
                <a:gd name="T6" fmla="*/ 131 w 131"/>
                <a:gd name="T7" fmla="*/ 4 h 131"/>
                <a:gd name="T8" fmla="*/ 127 w 131"/>
                <a:gd name="T9" fmla="*/ 0 h 131"/>
              </a:gdLst>
              <a:ahLst/>
              <a:cxnLst>
                <a:cxn ang="0">
                  <a:pos x="T0" y="T1"/>
                </a:cxn>
                <a:cxn ang="0">
                  <a:pos x="T2" y="T3"/>
                </a:cxn>
                <a:cxn ang="0">
                  <a:pos x="T4" y="T5"/>
                </a:cxn>
                <a:cxn ang="0">
                  <a:pos x="T6" y="T7"/>
                </a:cxn>
                <a:cxn ang="0">
                  <a:pos x="T8" y="T9"/>
                </a:cxn>
              </a:cxnLst>
              <a:rect l="0" t="0" r="r" b="b"/>
              <a:pathLst>
                <a:path w="131" h="131">
                  <a:moveTo>
                    <a:pt x="127" y="0"/>
                  </a:moveTo>
                  <a:lnTo>
                    <a:pt x="0" y="127"/>
                  </a:lnTo>
                  <a:lnTo>
                    <a:pt x="4" y="131"/>
                  </a:lnTo>
                  <a:lnTo>
                    <a:pt x="131" y="4"/>
                  </a:lnTo>
                  <a:lnTo>
                    <a:pt x="12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 name="Freeform 263"/>
            <p:cNvSpPr>
              <a:spLocks/>
            </p:cNvSpPr>
            <p:nvPr/>
          </p:nvSpPr>
          <p:spPr bwMode="auto">
            <a:xfrm>
              <a:off x="10698163" y="5894388"/>
              <a:ext cx="312738" cy="406400"/>
            </a:xfrm>
            <a:custGeom>
              <a:avLst/>
              <a:gdLst>
                <a:gd name="T0" fmla="*/ 182 w 244"/>
                <a:gd name="T1" fmla="*/ 2 h 319"/>
                <a:gd name="T2" fmla="*/ 182 w 244"/>
                <a:gd name="T3" fmla="*/ 3 h 319"/>
                <a:gd name="T4" fmla="*/ 172 w 244"/>
                <a:gd name="T5" fmla="*/ 0 h 319"/>
                <a:gd name="T6" fmla="*/ 164 w 244"/>
                <a:gd name="T7" fmla="*/ 0 h 319"/>
                <a:gd name="T8" fmla="*/ 122 w 244"/>
                <a:gd name="T9" fmla="*/ 13 h 319"/>
                <a:gd name="T10" fmla="*/ 80 w 244"/>
                <a:gd name="T11" fmla="*/ 0 h 319"/>
                <a:gd name="T12" fmla="*/ 72 w 244"/>
                <a:gd name="T13" fmla="*/ 0 h 319"/>
                <a:gd name="T14" fmla="*/ 62 w 244"/>
                <a:gd name="T15" fmla="*/ 3 h 319"/>
                <a:gd name="T16" fmla="*/ 62 w 244"/>
                <a:gd name="T17" fmla="*/ 3 h 319"/>
                <a:gd name="T18" fmla="*/ 0 w 244"/>
                <a:gd name="T19" fmla="*/ 159 h 319"/>
                <a:gd name="T20" fmla="*/ 21 w 244"/>
                <a:gd name="T21" fmla="*/ 180 h 319"/>
                <a:gd name="T22" fmla="*/ 21 w 244"/>
                <a:gd name="T23" fmla="*/ 180 h 319"/>
                <a:gd name="T24" fmla="*/ 43 w 244"/>
                <a:gd name="T25" fmla="*/ 160 h 319"/>
                <a:gd name="T26" fmla="*/ 57 w 244"/>
                <a:gd name="T27" fmla="*/ 77 h 319"/>
                <a:gd name="T28" fmla="*/ 57 w 244"/>
                <a:gd name="T29" fmla="*/ 142 h 319"/>
                <a:gd name="T30" fmla="*/ 57 w 244"/>
                <a:gd name="T31" fmla="*/ 142 h 319"/>
                <a:gd name="T32" fmla="*/ 57 w 244"/>
                <a:gd name="T33" fmla="*/ 289 h 319"/>
                <a:gd name="T34" fmla="*/ 87 w 244"/>
                <a:gd name="T35" fmla="*/ 319 h 319"/>
                <a:gd name="T36" fmla="*/ 117 w 244"/>
                <a:gd name="T37" fmla="*/ 289 h 319"/>
                <a:gd name="T38" fmla="*/ 117 w 244"/>
                <a:gd name="T39" fmla="*/ 192 h 319"/>
                <a:gd name="T40" fmla="*/ 129 w 244"/>
                <a:gd name="T41" fmla="*/ 192 h 319"/>
                <a:gd name="T42" fmla="*/ 129 w 244"/>
                <a:gd name="T43" fmla="*/ 289 h 319"/>
                <a:gd name="T44" fmla="*/ 159 w 244"/>
                <a:gd name="T45" fmla="*/ 319 h 319"/>
                <a:gd name="T46" fmla="*/ 189 w 244"/>
                <a:gd name="T47" fmla="*/ 289 h 319"/>
                <a:gd name="T48" fmla="*/ 189 w 244"/>
                <a:gd name="T49" fmla="*/ 177 h 319"/>
                <a:gd name="T50" fmla="*/ 189 w 244"/>
                <a:gd name="T51" fmla="*/ 177 h 319"/>
                <a:gd name="T52" fmla="*/ 189 w 244"/>
                <a:gd name="T53" fmla="*/ 77 h 319"/>
                <a:gd name="T54" fmla="*/ 202 w 244"/>
                <a:gd name="T55" fmla="*/ 160 h 319"/>
                <a:gd name="T56" fmla="*/ 223 w 244"/>
                <a:gd name="T57" fmla="*/ 180 h 319"/>
                <a:gd name="T58" fmla="*/ 224 w 244"/>
                <a:gd name="T59" fmla="*/ 180 h 319"/>
                <a:gd name="T60" fmla="*/ 244 w 244"/>
                <a:gd name="T61" fmla="*/ 158 h 319"/>
                <a:gd name="T62" fmla="*/ 182 w 244"/>
                <a:gd name="T63" fmla="*/ 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4" h="319">
                  <a:moveTo>
                    <a:pt x="182" y="2"/>
                  </a:moveTo>
                  <a:cubicBezTo>
                    <a:pt x="182" y="2"/>
                    <a:pt x="182" y="3"/>
                    <a:pt x="182" y="3"/>
                  </a:cubicBezTo>
                  <a:cubicBezTo>
                    <a:pt x="179" y="1"/>
                    <a:pt x="176" y="0"/>
                    <a:pt x="172" y="0"/>
                  </a:cubicBezTo>
                  <a:cubicBezTo>
                    <a:pt x="164" y="0"/>
                    <a:pt x="164" y="0"/>
                    <a:pt x="164" y="0"/>
                  </a:cubicBezTo>
                  <a:cubicBezTo>
                    <a:pt x="152" y="8"/>
                    <a:pt x="138" y="13"/>
                    <a:pt x="122" y="13"/>
                  </a:cubicBezTo>
                  <a:cubicBezTo>
                    <a:pt x="106" y="13"/>
                    <a:pt x="92" y="8"/>
                    <a:pt x="80" y="0"/>
                  </a:cubicBezTo>
                  <a:cubicBezTo>
                    <a:pt x="72" y="0"/>
                    <a:pt x="72" y="0"/>
                    <a:pt x="72" y="0"/>
                  </a:cubicBezTo>
                  <a:cubicBezTo>
                    <a:pt x="68" y="0"/>
                    <a:pt x="65" y="1"/>
                    <a:pt x="62" y="3"/>
                  </a:cubicBezTo>
                  <a:cubicBezTo>
                    <a:pt x="62" y="3"/>
                    <a:pt x="62" y="3"/>
                    <a:pt x="62" y="3"/>
                  </a:cubicBezTo>
                  <a:cubicBezTo>
                    <a:pt x="56" y="5"/>
                    <a:pt x="5" y="31"/>
                    <a:pt x="0" y="159"/>
                  </a:cubicBezTo>
                  <a:cubicBezTo>
                    <a:pt x="0" y="170"/>
                    <a:pt x="9" y="180"/>
                    <a:pt x="21" y="180"/>
                  </a:cubicBezTo>
                  <a:cubicBezTo>
                    <a:pt x="21" y="180"/>
                    <a:pt x="21" y="180"/>
                    <a:pt x="21" y="180"/>
                  </a:cubicBezTo>
                  <a:cubicBezTo>
                    <a:pt x="33" y="180"/>
                    <a:pt x="42" y="171"/>
                    <a:pt x="43" y="160"/>
                  </a:cubicBezTo>
                  <a:cubicBezTo>
                    <a:pt x="44" y="121"/>
                    <a:pt x="49" y="95"/>
                    <a:pt x="57" y="77"/>
                  </a:cubicBezTo>
                  <a:cubicBezTo>
                    <a:pt x="57" y="142"/>
                    <a:pt x="57" y="142"/>
                    <a:pt x="57" y="142"/>
                  </a:cubicBezTo>
                  <a:cubicBezTo>
                    <a:pt x="57" y="142"/>
                    <a:pt x="57" y="142"/>
                    <a:pt x="57" y="142"/>
                  </a:cubicBezTo>
                  <a:cubicBezTo>
                    <a:pt x="57" y="289"/>
                    <a:pt x="57" y="289"/>
                    <a:pt x="57" y="289"/>
                  </a:cubicBezTo>
                  <a:cubicBezTo>
                    <a:pt x="57" y="305"/>
                    <a:pt x="70" y="319"/>
                    <a:pt x="87" y="319"/>
                  </a:cubicBezTo>
                  <a:cubicBezTo>
                    <a:pt x="103" y="319"/>
                    <a:pt x="117" y="305"/>
                    <a:pt x="117" y="289"/>
                  </a:cubicBezTo>
                  <a:cubicBezTo>
                    <a:pt x="117" y="192"/>
                    <a:pt x="117" y="192"/>
                    <a:pt x="117" y="192"/>
                  </a:cubicBezTo>
                  <a:cubicBezTo>
                    <a:pt x="129" y="192"/>
                    <a:pt x="129" y="192"/>
                    <a:pt x="129" y="192"/>
                  </a:cubicBezTo>
                  <a:cubicBezTo>
                    <a:pt x="129" y="289"/>
                    <a:pt x="129" y="289"/>
                    <a:pt x="129" y="289"/>
                  </a:cubicBezTo>
                  <a:cubicBezTo>
                    <a:pt x="129" y="305"/>
                    <a:pt x="142" y="319"/>
                    <a:pt x="159" y="319"/>
                  </a:cubicBezTo>
                  <a:cubicBezTo>
                    <a:pt x="175" y="319"/>
                    <a:pt x="189" y="305"/>
                    <a:pt x="189" y="289"/>
                  </a:cubicBezTo>
                  <a:cubicBezTo>
                    <a:pt x="189" y="177"/>
                    <a:pt x="189" y="177"/>
                    <a:pt x="189" y="177"/>
                  </a:cubicBezTo>
                  <a:cubicBezTo>
                    <a:pt x="189" y="177"/>
                    <a:pt x="189" y="177"/>
                    <a:pt x="189" y="177"/>
                  </a:cubicBezTo>
                  <a:cubicBezTo>
                    <a:pt x="189" y="77"/>
                    <a:pt x="189" y="77"/>
                    <a:pt x="189" y="77"/>
                  </a:cubicBezTo>
                  <a:cubicBezTo>
                    <a:pt x="193" y="95"/>
                    <a:pt x="201" y="121"/>
                    <a:pt x="202" y="160"/>
                  </a:cubicBezTo>
                  <a:cubicBezTo>
                    <a:pt x="203" y="171"/>
                    <a:pt x="212" y="180"/>
                    <a:pt x="223" y="180"/>
                  </a:cubicBezTo>
                  <a:cubicBezTo>
                    <a:pt x="223" y="180"/>
                    <a:pt x="223" y="180"/>
                    <a:pt x="224" y="180"/>
                  </a:cubicBezTo>
                  <a:cubicBezTo>
                    <a:pt x="235" y="180"/>
                    <a:pt x="244" y="170"/>
                    <a:pt x="244" y="158"/>
                  </a:cubicBezTo>
                  <a:cubicBezTo>
                    <a:pt x="240" y="31"/>
                    <a:pt x="188" y="5"/>
                    <a:pt x="182" y="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75" name="Oval 264"/>
            <p:cNvSpPr>
              <a:spLocks noChangeArrowheads="1"/>
            </p:cNvSpPr>
            <p:nvPr/>
          </p:nvSpPr>
          <p:spPr bwMode="auto">
            <a:xfrm>
              <a:off x="10775950" y="5730876"/>
              <a:ext cx="157163" cy="157163"/>
            </a:xfrm>
            <a:prstGeom prst="ellipse">
              <a:avLst/>
            </a:pr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76" name="Freeform 265"/>
            <p:cNvSpPr>
              <a:spLocks/>
            </p:cNvSpPr>
            <p:nvPr/>
          </p:nvSpPr>
          <p:spPr bwMode="auto">
            <a:xfrm>
              <a:off x="10312400" y="5989638"/>
              <a:ext cx="98425" cy="307975"/>
            </a:xfrm>
            <a:custGeom>
              <a:avLst/>
              <a:gdLst>
                <a:gd name="T0" fmla="*/ 76 w 78"/>
                <a:gd name="T1" fmla="*/ 8 h 241"/>
                <a:gd name="T2" fmla="*/ 0 w 78"/>
                <a:gd name="T3" fmla="*/ 0 h 241"/>
                <a:gd name="T4" fmla="*/ 0 w 78"/>
                <a:gd name="T5" fmla="*/ 201 h 241"/>
                <a:gd name="T6" fmla="*/ 40 w 78"/>
                <a:gd name="T7" fmla="*/ 241 h 241"/>
                <a:gd name="T8" fmla="*/ 78 w 78"/>
                <a:gd name="T9" fmla="*/ 212 h 241"/>
                <a:gd name="T10" fmla="*/ 76 w 78"/>
                <a:gd name="T11" fmla="*/ 201 h 241"/>
                <a:gd name="T12" fmla="*/ 76 w 78"/>
                <a:gd name="T13" fmla="*/ 8 h 241"/>
              </a:gdLst>
              <a:ahLst/>
              <a:cxnLst>
                <a:cxn ang="0">
                  <a:pos x="T0" y="T1"/>
                </a:cxn>
                <a:cxn ang="0">
                  <a:pos x="T2" y="T3"/>
                </a:cxn>
                <a:cxn ang="0">
                  <a:pos x="T4" y="T5"/>
                </a:cxn>
                <a:cxn ang="0">
                  <a:pos x="T6" y="T7"/>
                </a:cxn>
                <a:cxn ang="0">
                  <a:pos x="T8" y="T9"/>
                </a:cxn>
                <a:cxn ang="0">
                  <a:pos x="T10" y="T11"/>
                </a:cxn>
                <a:cxn ang="0">
                  <a:pos x="T12" y="T13"/>
                </a:cxn>
              </a:cxnLst>
              <a:rect l="0" t="0" r="r" b="b"/>
              <a:pathLst>
                <a:path w="78" h="241">
                  <a:moveTo>
                    <a:pt x="76" y="8"/>
                  </a:moveTo>
                  <a:cubicBezTo>
                    <a:pt x="48" y="7"/>
                    <a:pt x="24" y="4"/>
                    <a:pt x="0" y="0"/>
                  </a:cubicBezTo>
                  <a:cubicBezTo>
                    <a:pt x="0" y="201"/>
                    <a:pt x="0" y="201"/>
                    <a:pt x="0" y="201"/>
                  </a:cubicBezTo>
                  <a:cubicBezTo>
                    <a:pt x="0" y="224"/>
                    <a:pt x="18" y="241"/>
                    <a:pt x="40" y="241"/>
                  </a:cubicBezTo>
                  <a:cubicBezTo>
                    <a:pt x="58" y="241"/>
                    <a:pt x="73" y="229"/>
                    <a:pt x="78" y="212"/>
                  </a:cubicBezTo>
                  <a:cubicBezTo>
                    <a:pt x="77" y="209"/>
                    <a:pt x="76" y="205"/>
                    <a:pt x="76" y="201"/>
                  </a:cubicBezTo>
                  <a:lnTo>
                    <a:pt x="76" y="8"/>
                  </a:ln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77" name="Freeform 266"/>
            <p:cNvSpPr>
              <a:spLocks/>
            </p:cNvSpPr>
            <p:nvPr/>
          </p:nvSpPr>
          <p:spPr bwMode="auto">
            <a:xfrm>
              <a:off x="10429875" y="5989638"/>
              <a:ext cx="101600" cy="307975"/>
            </a:xfrm>
            <a:custGeom>
              <a:avLst/>
              <a:gdLst>
                <a:gd name="T0" fmla="*/ 0 w 80"/>
                <a:gd name="T1" fmla="*/ 8 h 241"/>
                <a:gd name="T2" fmla="*/ 0 w 80"/>
                <a:gd name="T3" fmla="*/ 201 h 241"/>
                <a:gd name="T4" fmla="*/ 40 w 80"/>
                <a:gd name="T5" fmla="*/ 241 h 241"/>
                <a:gd name="T6" fmla="*/ 80 w 80"/>
                <a:gd name="T7" fmla="*/ 201 h 241"/>
                <a:gd name="T8" fmla="*/ 80 w 80"/>
                <a:gd name="T9" fmla="*/ 0 h 241"/>
                <a:gd name="T10" fmla="*/ 0 w 80"/>
                <a:gd name="T11" fmla="*/ 8 h 241"/>
              </a:gdLst>
              <a:ahLst/>
              <a:cxnLst>
                <a:cxn ang="0">
                  <a:pos x="T0" y="T1"/>
                </a:cxn>
                <a:cxn ang="0">
                  <a:pos x="T2" y="T3"/>
                </a:cxn>
                <a:cxn ang="0">
                  <a:pos x="T4" y="T5"/>
                </a:cxn>
                <a:cxn ang="0">
                  <a:pos x="T6" y="T7"/>
                </a:cxn>
                <a:cxn ang="0">
                  <a:pos x="T8" y="T9"/>
                </a:cxn>
                <a:cxn ang="0">
                  <a:pos x="T10" y="T11"/>
                </a:cxn>
              </a:cxnLst>
              <a:rect l="0" t="0" r="r" b="b"/>
              <a:pathLst>
                <a:path w="80" h="241">
                  <a:moveTo>
                    <a:pt x="0" y="8"/>
                  </a:moveTo>
                  <a:cubicBezTo>
                    <a:pt x="0" y="201"/>
                    <a:pt x="0" y="201"/>
                    <a:pt x="0" y="201"/>
                  </a:cubicBezTo>
                  <a:cubicBezTo>
                    <a:pt x="0" y="224"/>
                    <a:pt x="18" y="241"/>
                    <a:pt x="40" y="241"/>
                  </a:cubicBezTo>
                  <a:cubicBezTo>
                    <a:pt x="62" y="241"/>
                    <a:pt x="80" y="224"/>
                    <a:pt x="80" y="201"/>
                  </a:cubicBezTo>
                  <a:cubicBezTo>
                    <a:pt x="80" y="0"/>
                    <a:pt x="80" y="0"/>
                    <a:pt x="80" y="0"/>
                  </a:cubicBezTo>
                  <a:cubicBezTo>
                    <a:pt x="60" y="4"/>
                    <a:pt x="32" y="7"/>
                    <a:pt x="0" y="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78" name="Freeform 267"/>
            <p:cNvSpPr>
              <a:spLocks/>
            </p:cNvSpPr>
            <p:nvPr/>
          </p:nvSpPr>
          <p:spPr bwMode="auto">
            <a:xfrm>
              <a:off x="10123488" y="5378451"/>
              <a:ext cx="598488" cy="600075"/>
            </a:xfrm>
            <a:custGeom>
              <a:avLst/>
              <a:gdLst>
                <a:gd name="T0" fmla="*/ 337 w 469"/>
                <a:gd name="T1" fmla="*/ 23 h 471"/>
                <a:gd name="T2" fmla="*/ 300 w 469"/>
                <a:gd name="T3" fmla="*/ 8 h 471"/>
                <a:gd name="T4" fmla="*/ 235 w 469"/>
                <a:gd name="T5" fmla="*/ 0 h 471"/>
                <a:gd name="T6" fmla="*/ 170 w 469"/>
                <a:gd name="T7" fmla="*/ 8 h 471"/>
                <a:gd name="T8" fmla="*/ 133 w 469"/>
                <a:gd name="T9" fmla="*/ 23 h 471"/>
                <a:gd name="T10" fmla="*/ 2 w 469"/>
                <a:gd name="T11" fmla="*/ 317 h 471"/>
                <a:gd name="T12" fmla="*/ 25 w 469"/>
                <a:gd name="T13" fmla="*/ 346 h 471"/>
                <a:gd name="T14" fmla="*/ 54 w 469"/>
                <a:gd name="T15" fmla="*/ 323 h 471"/>
                <a:gd name="T16" fmla="*/ 113 w 469"/>
                <a:gd name="T17" fmla="*/ 123 h 471"/>
                <a:gd name="T18" fmla="*/ 130 w 469"/>
                <a:gd name="T19" fmla="*/ 97 h 471"/>
                <a:gd name="T20" fmla="*/ 62 w 469"/>
                <a:gd name="T21" fmla="*/ 435 h 471"/>
                <a:gd name="T22" fmla="*/ 235 w 469"/>
                <a:gd name="T23" fmla="*/ 471 h 471"/>
                <a:gd name="T24" fmla="*/ 408 w 469"/>
                <a:gd name="T25" fmla="*/ 435 h 471"/>
                <a:gd name="T26" fmla="*/ 340 w 469"/>
                <a:gd name="T27" fmla="*/ 97 h 471"/>
                <a:gd name="T28" fmla="*/ 357 w 469"/>
                <a:gd name="T29" fmla="*/ 123 h 471"/>
                <a:gd name="T30" fmla="*/ 416 w 469"/>
                <a:gd name="T31" fmla="*/ 323 h 471"/>
                <a:gd name="T32" fmla="*/ 442 w 469"/>
                <a:gd name="T33" fmla="*/ 346 h 471"/>
                <a:gd name="T34" fmla="*/ 445 w 469"/>
                <a:gd name="T35" fmla="*/ 346 h 471"/>
                <a:gd name="T36" fmla="*/ 468 w 469"/>
                <a:gd name="T37" fmla="*/ 317 h 471"/>
                <a:gd name="T38" fmla="*/ 337 w 469"/>
                <a:gd name="T39" fmla="*/ 23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69" h="471">
                  <a:moveTo>
                    <a:pt x="337" y="23"/>
                  </a:moveTo>
                  <a:cubicBezTo>
                    <a:pt x="320" y="13"/>
                    <a:pt x="306" y="9"/>
                    <a:pt x="300" y="8"/>
                  </a:cubicBezTo>
                  <a:cubicBezTo>
                    <a:pt x="293" y="6"/>
                    <a:pt x="264" y="0"/>
                    <a:pt x="235" y="0"/>
                  </a:cubicBezTo>
                  <a:cubicBezTo>
                    <a:pt x="205" y="0"/>
                    <a:pt x="177" y="6"/>
                    <a:pt x="170" y="8"/>
                  </a:cubicBezTo>
                  <a:cubicBezTo>
                    <a:pt x="164" y="9"/>
                    <a:pt x="150" y="13"/>
                    <a:pt x="133" y="23"/>
                  </a:cubicBezTo>
                  <a:cubicBezTo>
                    <a:pt x="91" y="50"/>
                    <a:pt x="28" y="122"/>
                    <a:pt x="2" y="317"/>
                  </a:cubicBezTo>
                  <a:cubicBezTo>
                    <a:pt x="0" y="331"/>
                    <a:pt x="10" y="344"/>
                    <a:pt x="25" y="346"/>
                  </a:cubicBezTo>
                  <a:cubicBezTo>
                    <a:pt x="39" y="348"/>
                    <a:pt x="52" y="338"/>
                    <a:pt x="54" y="323"/>
                  </a:cubicBezTo>
                  <a:cubicBezTo>
                    <a:pt x="67" y="224"/>
                    <a:pt x="90" y="162"/>
                    <a:pt x="113" y="123"/>
                  </a:cubicBezTo>
                  <a:cubicBezTo>
                    <a:pt x="119" y="113"/>
                    <a:pt x="125" y="104"/>
                    <a:pt x="130" y="97"/>
                  </a:cubicBezTo>
                  <a:cubicBezTo>
                    <a:pt x="62" y="435"/>
                    <a:pt x="62" y="435"/>
                    <a:pt x="62" y="435"/>
                  </a:cubicBezTo>
                  <a:cubicBezTo>
                    <a:pt x="62" y="435"/>
                    <a:pt x="122" y="471"/>
                    <a:pt x="235" y="471"/>
                  </a:cubicBezTo>
                  <a:cubicBezTo>
                    <a:pt x="348" y="471"/>
                    <a:pt x="408" y="435"/>
                    <a:pt x="408" y="435"/>
                  </a:cubicBezTo>
                  <a:cubicBezTo>
                    <a:pt x="340" y="97"/>
                    <a:pt x="340" y="97"/>
                    <a:pt x="340" y="97"/>
                  </a:cubicBezTo>
                  <a:cubicBezTo>
                    <a:pt x="345" y="104"/>
                    <a:pt x="351" y="113"/>
                    <a:pt x="357" y="123"/>
                  </a:cubicBezTo>
                  <a:cubicBezTo>
                    <a:pt x="380" y="162"/>
                    <a:pt x="403" y="224"/>
                    <a:pt x="416" y="323"/>
                  </a:cubicBezTo>
                  <a:cubicBezTo>
                    <a:pt x="418" y="336"/>
                    <a:pt x="429" y="346"/>
                    <a:pt x="442" y="346"/>
                  </a:cubicBezTo>
                  <a:cubicBezTo>
                    <a:pt x="443" y="346"/>
                    <a:pt x="444" y="346"/>
                    <a:pt x="445" y="346"/>
                  </a:cubicBezTo>
                  <a:cubicBezTo>
                    <a:pt x="459" y="344"/>
                    <a:pt x="469" y="331"/>
                    <a:pt x="468" y="317"/>
                  </a:cubicBezTo>
                  <a:cubicBezTo>
                    <a:pt x="442" y="122"/>
                    <a:pt x="379" y="50"/>
                    <a:pt x="337" y="23"/>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79" name="Oval 268"/>
            <p:cNvSpPr>
              <a:spLocks noChangeArrowheads="1"/>
            </p:cNvSpPr>
            <p:nvPr/>
          </p:nvSpPr>
          <p:spPr bwMode="auto">
            <a:xfrm>
              <a:off x="10313988" y="5135563"/>
              <a:ext cx="219075" cy="219075"/>
            </a:xfrm>
            <a:prstGeom prst="ellipse">
              <a:avLst/>
            </a:prstGeom>
            <a:grpFill/>
            <a:ln>
              <a:noFill/>
            </a:ln>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682357653"/>
      </p:ext>
    </p:extLst>
  </p:cSld>
  <p:clrMapOvr>
    <a:masterClrMapping/>
  </p:clrMapOvr>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1073150" y="3186113"/>
            <a:ext cx="1801812" cy="1281113"/>
            <a:chOff x="1073150" y="3186113"/>
            <a:chExt cx="1801812" cy="1281113"/>
          </a:xfrm>
          <a:solidFill>
            <a:schemeClr val="tx1">
              <a:lumMod val="65000"/>
              <a:lumOff val="35000"/>
            </a:schemeClr>
          </a:solidFill>
        </p:grpSpPr>
        <p:sp>
          <p:nvSpPr>
            <p:cNvPr id="3" name="Freeform 5"/>
            <p:cNvSpPr>
              <a:spLocks/>
            </p:cNvSpPr>
            <p:nvPr/>
          </p:nvSpPr>
          <p:spPr bwMode="auto">
            <a:xfrm>
              <a:off x="1816100" y="3495676"/>
              <a:ext cx="1058862" cy="704850"/>
            </a:xfrm>
            <a:custGeom>
              <a:avLst/>
              <a:gdLst>
                <a:gd name="T0" fmla="*/ 229 w 656"/>
                <a:gd name="T1" fmla="*/ 338 h 436"/>
                <a:gd name="T2" fmla="*/ 234 w 656"/>
                <a:gd name="T3" fmla="*/ 335 h 436"/>
                <a:gd name="T4" fmla="*/ 357 w 656"/>
                <a:gd name="T5" fmla="*/ 258 h 436"/>
                <a:gd name="T6" fmla="*/ 569 w 656"/>
                <a:gd name="T7" fmla="*/ 424 h 436"/>
                <a:gd name="T8" fmla="*/ 606 w 656"/>
                <a:gd name="T9" fmla="*/ 434 h 436"/>
                <a:gd name="T10" fmla="*/ 639 w 656"/>
                <a:gd name="T11" fmla="*/ 415 h 436"/>
                <a:gd name="T12" fmla="*/ 631 w 656"/>
                <a:gd name="T13" fmla="*/ 345 h 436"/>
                <a:gd name="T14" fmla="*/ 391 w 656"/>
                <a:gd name="T15" fmla="*/ 158 h 436"/>
                <a:gd name="T16" fmla="*/ 368 w 656"/>
                <a:gd name="T17" fmla="*/ 148 h 436"/>
                <a:gd name="T18" fmla="*/ 366 w 656"/>
                <a:gd name="T19" fmla="*/ 149 h 436"/>
                <a:gd name="T20" fmla="*/ 205 w 656"/>
                <a:gd name="T21" fmla="*/ 244 h 436"/>
                <a:gd name="T22" fmla="*/ 184 w 656"/>
                <a:gd name="T23" fmla="*/ 249 h 436"/>
                <a:gd name="T24" fmla="*/ 152 w 656"/>
                <a:gd name="T25" fmla="*/ 234 h 436"/>
                <a:gd name="T26" fmla="*/ 55 w 656"/>
                <a:gd name="T27" fmla="*/ 110 h 436"/>
                <a:gd name="T28" fmla="*/ 62 w 656"/>
                <a:gd name="T29" fmla="*/ 53 h 436"/>
                <a:gd name="T30" fmla="*/ 87 w 656"/>
                <a:gd name="T31" fmla="*/ 44 h 436"/>
                <a:gd name="T32" fmla="*/ 119 w 656"/>
                <a:gd name="T33" fmla="*/ 59 h 436"/>
                <a:gd name="T34" fmla="*/ 173 w 656"/>
                <a:gd name="T35" fmla="*/ 128 h 436"/>
                <a:gd name="T36" fmla="*/ 150 w 656"/>
                <a:gd name="T37" fmla="*/ 71 h 436"/>
                <a:gd name="T38" fmla="*/ 65 w 656"/>
                <a:gd name="T39" fmla="*/ 11 h 436"/>
                <a:gd name="T40" fmla="*/ 16 w 656"/>
                <a:gd name="T41" fmla="*/ 126 h 436"/>
                <a:gd name="T42" fmla="*/ 120 w 656"/>
                <a:gd name="T43" fmla="*/ 325 h 436"/>
                <a:gd name="T44" fmla="*/ 229 w 656"/>
                <a:gd name="T45" fmla="*/ 338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56" h="436">
                  <a:moveTo>
                    <a:pt x="229" y="338"/>
                  </a:moveTo>
                  <a:cubicBezTo>
                    <a:pt x="231" y="337"/>
                    <a:pt x="232" y="336"/>
                    <a:pt x="234" y="335"/>
                  </a:cubicBezTo>
                  <a:cubicBezTo>
                    <a:pt x="357" y="258"/>
                    <a:pt x="357" y="258"/>
                    <a:pt x="357" y="258"/>
                  </a:cubicBezTo>
                  <a:cubicBezTo>
                    <a:pt x="569" y="424"/>
                    <a:pt x="569" y="424"/>
                    <a:pt x="569" y="424"/>
                  </a:cubicBezTo>
                  <a:cubicBezTo>
                    <a:pt x="580" y="432"/>
                    <a:pt x="593" y="436"/>
                    <a:pt x="606" y="434"/>
                  </a:cubicBezTo>
                  <a:cubicBezTo>
                    <a:pt x="618" y="433"/>
                    <a:pt x="631" y="426"/>
                    <a:pt x="639" y="415"/>
                  </a:cubicBezTo>
                  <a:cubicBezTo>
                    <a:pt x="656" y="393"/>
                    <a:pt x="653" y="362"/>
                    <a:pt x="631" y="345"/>
                  </a:cubicBezTo>
                  <a:cubicBezTo>
                    <a:pt x="391" y="158"/>
                    <a:pt x="391" y="158"/>
                    <a:pt x="391" y="158"/>
                  </a:cubicBezTo>
                  <a:cubicBezTo>
                    <a:pt x="384" y="152"/>
                    <a:pt x="376" y="149"/>
                    <a:pt x="368" y="148"/>
                  </a:cubicBezTo>
                  <a:cubicBezTo>
                    <a:pt x="367" y="148"/>
                    <a:pt x="367" y="148"/>
                    <a:pt x="366" y="149"/>
                  </a:cubicBezTo>
                  <a:cubicBezTo>
                    <a:pt x="205" y="244"/>
                    <a:pt x="205" y="244"/>
                    <a:pt x="205" y="244"/>
                  </a:cubicBezTo>
                  <a:cubicBezTo>
                    <a:pt x="199" y="247"/>
                    <a:pt x="192" y="249"/>
                    <a:pt x="184" y="249"/>
                  </a:cubicBezTo>
                  <a:cubicBezTo>
                    <a:pt x="171" y="249"/>
                    <a:pt x="160" y="244"/>
                    <a:pt x="152" y="234"/>
                  </a:cubicBezTo>
                  <a:cubicBezTo>
                    <a:pt x="55" y="110"/>
                    <a:pt x="55" y="110"/>
                    <a:pt x="55" y="110"/>
                  </a:cubicBezTo>
                  <a:cubicBezTo>
                    <a:pt x="41" y="93"/>
                    <a:pt x="44" y="67"/>
                    <a:pt x="62" y="53"/>
                  </a:cubicBezTo>
                  <a:cubicBezTo>
                    <a:pt x="69" y="47"/>
                    <a:pt x="78" y="44"/>
                    <a:pt x="87" y="44"/>
                  </a:cubicBezTo>
                  <a:cubicBezTo>
                    <a:pt x="100" y="44"/>
                    <a:pt x="112" y="49"/>
                    <a:pt x="119" y="59"/>
                  </a:cubicBezTo>
                  <a:cubicBezTo>
                    <a:pt x="173" y="128"/>
                    <a:pt x="173" y="128"/>
                    <a:pt x="173" y="128"/>
                  </a:cubicBezTo>
                  <a:cubicBezTo>
                    <a:pt x="165" y="107"/>
                    <a:pt x="157" y="88"/>
                    <a:pt x="150" y="71"/>
                  </a:cubicBezTo>
                  <a:cubicBezTo>
                    <a:pt x="137" y="31"/>
                    <a:pt x="98" y="0"/>
                    <a:pt x="65" y="11"/>
                  </a:cubicBezTo>
                  <a:cubicBezTo>
                    <a:pt x="32" y="23"/>
                    <a:pt x="0" y="66"/>
                    <a:pt x="16" y="126"/>
                  </a:cubicBezTo>
                  <a:cubicBezTo>
                    <a:pt x="38" y="209"/>
                    <a:pt x="62" y="256"/>
                    <a:pt x="120" y="325"/>
                  </a:cubicBezTo>
                  <a:cubicBezTo>
                    <a:pt x="162" y="368"/>
                    <a:pt x="200" y="356"/>
                    <a:pt x="229" y="3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Freeform 6"/>
            <p:cNvSpPr>
              <a:spLocks/>
            </p:cNvSpPr>
            <p:nvPr/>
          </p:nvSpPr>
          <p:spPr bwMode="auto">
            <a:xfrm>
              <a:off x="1425575" y="3303588"/>
              <a:ext cx="1117600" cy="1063625"/>
            </a:xfrm>
            <a:custGeom>
              <a:avLst/>
              <a:gdLst>
                <a:gd name="T0" fmla="*/ 238 w 691"/>
                <a:gd name="T1" fmla="*/ 659 h 659"/>
                <a:gd name="T2" fmla="*/ 238 w 691"/>
                <a:gd name="T3" fmla="*/ 573 h 659"/>
                <a:gd name="T4" fmla="*/ 602 w 691"/>
                <a:gd name="T5" fmla="*/ 530 h 659"/>
                <a:gd name="T6" fmla="*/ 602 w 691"/>
                <a:gd name="T7" fmla="*/ 659 h 659"/>
                <a:gd name="T8" fmla="*/ 654 w 691"/>
                <a:gd name="T9" fmla="*/ 659 h 659"/>
                <a:gd name="T10" fmla="*/ 654 w 691"/>
                <a:gd name="T11" fmla="*/ 523 h 659"/>
                <a:gd name="T12" fmla="*/ 676 w 691"/>
                <a:gd name="T13" fmla="*/ 521 h 659"/>
                <a:gd name="T14" fmla="*/ 690 w 691"/>
                <a:gd name="T15" fmla="*/ 503 h 659"/>
                <a:gd name="T16" fmla="*/ 685 w 691"/>
                <a:gd name="T17" fmla="*/ 461 h 659"/>
                <a:gd name="T18" fmla="*/ 597 w 691"/>
                <a:gd name="T19" fmla="*/ 392 h 659"/>
                <a:gd name="T20" fmla="*/ 481 w 691"/>
                <a:gd name="T21" fmla="*/ 464 h 659"/>
                <a:gd name="T22" fmla="*/ 476 w 691"/>
                <a:gd name="T23" fmla="*/ 467 h 659"/>
                <a:gd name="T24" fmla="*/ 430 w 691"/>
                <a:gd name="T25" fmla="*/ 485 h 659"/>
                <a:gd name="T26" fmla="*/ 353 w 691"/>
                <a:gd name="T27" fmla="*/ 452 h 659"/>
                <a:gd name="T28" fmla="*/ 352 w 691"/>
                <a:gd name="T29" fmla="*/ 452 h 659"/>
                <a:gd name="T30" fmla="*/ 352 w 691"/>
                <a:gd name="T31" fmla="*/ 452 h 659"/>
                <a:gd name="T32" fmla="*/ 322 w 691"/>
                <a:gd name="T33" fmla="*/ 413 h 659"/>
                <a:gd name="T34" fmla="*/ 274 w 691"/>
                <a:gd name="T35" fmla="*/ 419 h 659"/>
                <a:gd name="T36" fmla="*/ 144 w 691"/>
                <a:gd name="T37" fmla="*/ 14 h 659"/>
                <a:gd name="T38" fmla="*/ 124 w 691"/>
                <a:gd name="T39" fmla="*/ 3 h 659"/>
                <a:gd name="T40" fmla="*/ 13 w 691"/>
                <a:gd name="T41" fmla="*/ 39 h 659"/>
                <a:gd name="T42" fmla="*/ 2 w 691"/>
                <a:gd name="T43" fmla="*/ 59 h 659"/>
                <a:gd name="T44" fmla="*/ 158 w 691"/>
                <a:gd name="T45" fmla="*/ 545 h 659"/>
                <a:gd name="T46" fmla="*/ 249 w 691"/>
                <a:gd name="T47" fmla="*/ 488 h 659"/>
                <a:gd name="T48" fmla="*/ 227 w 691"/>
                <a:gd name="T49" fmla="*/ 452 h 659"/>
                <a:gd name="T50" fmla="*/ 324 w 691"/>
                <a:gd name="T51" fmla="*/ 458 h 659"/>
                <a:gd name="T52" fmla="*/ 286 w 691"/>
                <a:gd name="T53" fmla="*/ 548 h 659"/>
                <a:gd name="T54" fmla="*/ 264 w 691"/>
                <a:gd name="T55" fmla="*/ 512 h 659"/>
                <a:gd name="T56" fmla="*/ 167 w 691"/>
                <a:gd name="T57" fmla="*/ 573 h 659"/>
                <a:gd name="T58" fmla="*/ 186 w 691"/>
                <a:gd name="T59" fmla="*/ 580 h 659"/>
                <a:gd name="T60" fmla="*/ 186 w 691"/>
                <a:gd name="T61" fmla="*/ 580 h 659"/>
                <a:gd name="T62" fmla="*/ 186 w 691"/>
                <a:gd name="T63" fmla="*/ 659 h 659"/>
                <a:gd name="T64" fmla="*/ 238 w 691"/>
                <a:gd name="T65" fmla="*/ 659 h 6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91" h="659">
                  <a:moveTo>
                    <a:pt x="238" y="659"/>
                  </a:moveTo>
                  <a:cubicBezTo>
                    <a:pt x="238" y="573"/>
                    <a:pt x="238" y="573"/>
                    <a:pt x="238" y="573"/>
                  </a:cubicBezTo>
                  <a:cubicBezTo>
                    <a:pt x="602" y="530"/>
                    <a:pt x="602" y="530"/>
                    <a:pt x="602" y="530"/>
                  </a:cubicBezTo>
                  <a:cubicBezTo>
                    <a:pt x="602" y="659"/>
                    <a:pt x="602" y="659"/>
                    <a:pt x="602" y="659"/>
                  </a:cubicBezTo>
                  <a:cubicBezTo>
                    <a:pt x="654" y="659"/>
                    <a:pt x="654" y="659"/>
                    <a:pt x="654" y="659"/>
                  </a:cubicBezTo>
                  <a:cubicBezTo>
                    <a:pt x="654" y="523"/>
                    <a:pt x="654" y="523"/>
                    <a:pt x="654" y="523"/>
                  </a:cubicBezTo>
                  <a:cubicBezTo>
                    <a:pt x="676" y="521"/>
                    <a:pt x="676" y="521"/>
                    <a:pt x="676" y="521"/>
                  </a:cubicBezTo>
                  <a:cubicBezTo>
                    <a:pt x="684" y="520"/>
                    <a:pt x="691" y="512"/>
                    <a:pt x="690" y="503"/>
                  </a:cubicBezTo>
                  <a:cubicBezTo>
                    <a:pt x="685" y="461"/>
                    <a:pt x="685" y="461"/>
                    <a:pt x="685" y="461"/>
                  </a:cubicBezTo>
                  <a:cubicBezTo>
                    <a:pt x="597" y="392"/>
                    <a:pt x="597" y="392"/>
                    <a:pt x="597" y="392"/>
                  </a:cubicBezTo>
                  <a:cubicBezTo>
                    <a:pt x="481" y="464"/>
                    <a:pt x="481" y="464"/>
                    <a:pt x="481" y="464"/>
                  </a:cubicBezTo>
                  <a:cubicBezTo>
                    <a:pt x="480" y="465"/>
                    <a:pt x="478" y="466"/>
                    <a:pt x="476" y="467"/>
                  </a:cubicBezTo>
                  <a:cubicBezTo>
                    <a:pt x="460" y="477"/>
                    <a:pt x="445" y="483"/>
                    <a:pt x="430" y="485"/>
                  </a:cubicBezTo>
                  <a:cubicBezTo>
                    <a:pt x="403" y="488"/>
                    <a:pt x="377" y="477"/>
                    <a:pt x="353" y="452"/>
                  </a:cubicBezTo>
                  <a:cubicBezTo>
                    <a:pt x="352" y="452"/>
                    <a:pt x="352" y="452"/>
                    <a:pt x="352" y="452"/>
                  </a:cubicBezTo>
                  <a:cubicBezTo>
                    <a:pt x="352" y="452"/>
                    <a:pt x="352" y="452"/>
                    <a:pt x="352" y="452"/>
                  </a:cubicBezTo>
                  <a:cubicBezTo>
                    <a:pt x="341" y="438"/>
                    <a:pt x="331" y="426"/>
                    <a:pt x="322" y="413"/>
                  </a:cubicBezTo>
                  <a:cubicBezTo>
                    <a:pt x="274" y="419"/>
                    <a:pt x="274" y="419"/>
                    <a:pt x="274" y="419"/>
                  </a:cubicBezTo>
                  <a:cubicBezTo>
                    <a:pt x="144" y="14"/>
                    <a:pt x="144" y="14"/>
                    <a:pt x="144" y="14"/>
                  </a:cubicBezTo>
                  <a:cubicBezTo>
                    <a:pt x="142" y="5"/>
                    <a:pt x="132" y="0"/>
                    <a:pt x="124" y="3"/>
                  </a:cubicBezTo>
                  <a:cubicBezTo>
                    <a:pt x="13" y="39"/>
                    <a:pt x="13" y="39"/>
                    <a:pt x="13" y="39"/>
                  </a:cubicBezTo>
                  <a:cubicBezTo>
                    <a:pt x="4" y="41"/>
                    <a:pt x="0" y="50"/>
                    <a:pt x="2" y="59"/>
                  </a:cubicBezTo>
                  <a:cubicBezTo>
                    <a:pt x="158" y="545"/>
                    <a:pt x="158" y="545"/>
                    <a:pt x="158" y="545"/>
                  </a:cubicBezTo>
                  <a:cubicBezTo>
                    <a:pt x="249" y="488"/>
                    <a:pt x="249" y="488"/>
                    <a:pt x="249" y="488"/>
                  </a:cubicBezTo>
                  <a:cubicBezTo>
                    <a:pt x="227" y="452"/>
                    <a:pt x="227" y="452"/>
                    <a:pt x="227" y="452"/>
                  </a:cubicBezTo>
                  <a:cubicBezTo>
                    <a:pt x="324" y="458"/>
                    <a:pt x="324" y="458"/>
                    <a:pt x="324" y="458"/>
                  </a:cubicBezTo>
                  <a:cubicBezTo>
                    <a:pt x="286" y="548"/>
                    <a:pt x="286" y="548"/>
                    <a:pt x="286" y="548"/>
                  </a:cubicBezTo>
                  <a:cubicBezTo>
                    <a:pt x="264" y="512"/>
                    <a:pt x="264" y="512"/>
                    <a:pt x="264" y="512"/>
                  </a:cubicBezTo>
                  <a:cubicBezTo>
                    <a:pt x="167" y="573"/>
                    <a:pt x="167" y="573"/>
                    <a:pt x="167" y="573"/>
                  </a:cubicBezTo>
                  <a:cubicBezTo>
                    <a:pt x="171" y="579"/>
                    <a:pt x="178" y="582"/>
                    <a:pt x="186" y="580"/>
                  </a:cubicBezTo>
                  <a:cubicBezTo>
                    <a:pt x="186" y="580"/>
                    <a:pt x="186" y="580"/>
                    <a:pt x="186" y="580"/>
                  </a:cubicBezTo>
                  <a:cubicBezTo>
                    <a:pt x="186" y="659"/>
                    <a:pt x="186" y="659"/>
                    <a:pt x="186" y="659"/>
                  </a:cubicBezTo>
                  <a:lnTo>
                    <a:pt x="238" y="6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 name="Freeform 7"/>
            <p:cNvSpPr>
              <a:spLocks/>
            </p:cNvSpPr>
            <p:nvPr/>
          </p:nvSpPr>
          <p:spPr bwMode="auto">
            <a:xfrm>
              <a:off x="1846262" y="3186113"/>
              <a:ext cx="333375" cy="331788"/>
            </a:xfrm>
            <a:custGeom>
              <a:avLst/>
              <a:gdLst>
                <a:gd name="T0" fmla="*/ 153 w 206"/>
                <a:gd name="T1" fmla="*/ 178 h 205"/>
                <a:gd name="T2" fmla="*/ 178 w 206"/>
                <a:gd name="T3" fmla="*/ 53 h 205"/>
                <a:gd name="T4" fmla="*/ 53 w 206"/>
                <a:gd name="T5" fmla="*/ 27 h 205"/>
                <a:gd name="T6" fmla="*/ 27 w 206"/>
                <a:gd name="T7" fmla="*/ 152 h 205"/>
                <a:gd name="T8" fmla="*/ 153 w 206"/>
                <a:gd name="T9" fmla="*/ 178 h 205"/>
              </a:gdLst>
              <a:ahLst/>
              <a:cxnLst>
                <a:cxn ang="0">
                  <a:pos x="T0" y="T1"/>
                </a:cxn>
                <a:cxn ang="0">
                  <a:pos x="T2" y="T3"/>
                </a:cxn>
                <a:cxn ang="0">
                  <a:pos x="T4" y="T5"/>
                </a:cxn>
                <a:cxn ang="0">
                  <a:pos x="T6" y="T7"/>
                </a:cxn>
                <a:cxn ang="0">
                  <a:pos x="T8" y="T9"/>
                </a:cxn>
              </a:cxnLst>
              <a:rect l="0" t="0" r="r" b="b"/>
              <a:pathLst>
                <a:path w="206" h="205">
                  <a:moveTo>
                    <a:pt x="153" y="178"/>
                  </a:moveTo>
                  <a:cubicBezTo>
                    <a:pt x="195" y="150"/>
                    <a:pt x="206" y="94"/>
                    <a:pt x="178" y="53"/>
                  </a:cubicBezTo>
                  <a:cubicBezTo>
                    <a:pt x="151" y="11"/>
                    <a:pt x="95" y="0"/>
                    <a:pt x="53" y="27"/>
                  </a:cubicBezTo>
                  <a:cubicBezTo>
                    <a:pt x="11" y="55"/>
                    <a:pt x="0" y="111"/>
                    <a:pt x="27" y="152"/>
                  </a:cubicBezTo>
                  <a:cubicBezTo>
                    <a:pt x="55" y="194"/>
                    <a:pt x="111" y="205"/>
                    <a:pt x="153" y="1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Freeform 8"/>
            <p:cNvSpPr>
              <a:spLocks/>
            </p:cNvSpPr>
            <p:nvPr/>
          </p:nvSpPr>
          <p:spPr bwMode="auto">
            <a:xfrm>
              <a:off x="2408237" y="3459163"/>
              <a:ext cx="168275" cy="180975"/>
            </a:xfrm>
            <a:custGeom>
              <a:avLst/>
              <a:gdLst>
                <a:gd name="T0" fmla="*/ 12 w 104"/>
                <a:gd name="T1" fmla="*/ 112 h 112"/>
                <a:gd name="T2" fmla="*/ 104 w 104"/>
                <a:gd name="T3" fmla="*/ 12 h 112"/>
                <a:gd name="T4" fmla="*/ 91 w 104"/>
                <a:gd name="T5" fmla="*/ 0 h 112"/>
                <a:gd name="T6" fmla="*/ 0 w 104"/>
                <a:gd name="T7" fmla="*/ 100 h 112"/>
                <a:gd name="T8" fmla="*/ 12 w 104"/>
                <a:gd name="T9" fmla="*/ 112 h 112"/>
              </a:gdLst>
              <a:ahLst/>
              <a:cxnLst>
                <a:cxn ang="0">
                  <a:pos x="T0" y="T1"/>
                </a:cxn>
                <a:cxn ang="0">
                  <a:pos x="T2" y="T3"/>
                </a:cxn>
                <a:cxn ang="0">
                  <a:pos x="T4" y="T5"/>
                </a:cxn>
                <a:cxn ang="0">
                  <a:pos x="T6" y="T7"/>
                </a:cxn>
                <a:cxn ang="0">
                  <a:pos x="T8" y="T9"/>
                </a:cxn>
              </a:cxnLst>
              <a:rect l="0" t="0" r="r" b="b"/>
              <a:pathLst>
                <a:path w="104" h="112">
                  <a:moveTo>
                    <a:pt x="12" y="112"/>
                  </a:moveTo>
                  <a:cubicBezTo>
                    <a:pt x="104" y="12"/>
                    <a:pt x="104" y="12"/>
                    <a:pt x="104" y="12"/>
                  </a:cubicBezTo>
                  <a:cubicBezTo>
                    <a:pt x="91" y="0"/>
                    <a:pt x="91" y="0"/>
                    <a:pt x="91" y="0"/>
                  </a:cubicBezTo>
                  <a:cubicBezTo>
                    <a:pt x="0" y="100"/>
                    <a:pt x="0" y="100"/>
                    <a:pt x="0" y="100"/>
                  </a:cubicBezTo>
                  <a:cubicBezTo>
                    <a:pt x="4" y="103"/>
                    <a:pt x="9" y="107"/>
                    <a:pt x="12" y="1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9"/>
            <p:cNvSpPr>
              <a:spLocks/>
            </p:cNvSpPr>
            <p:nvPr/>
          </p:nvSpPr>
          <p:spPr bwMode="auto">
            <a:xfrm>
              <a:off x="1897062" y="3575051"/>
              <a:ext cx="534987" cy="307975"/>
            </a:xfrm>
            <a:custGeom>
              <a:avLst/>
              <a:gdLst>
                <a:gd name="T0" fmla="*/ 61 w 331"/>
                <a:gd name="T1" fmla="*/ 16 h 191"/>
                <a:gd name="T2" fmla="*/ 16 w 331"/>
                <a:gd name="T3" fmla="*/ 11 h 191"/>
                <a:gd name="T4" fmla="*/ 11 w 331"/>
                <a:gd name="T5" fmla="*/ 56 h 191"/>
                <a:gd name="T6" fmla="*/ 108 w 331"/>
                <a:gd name="T7" fmla="*/ 179 h 191"/>
                <a:gd name="T8" fmla="*/ 133 w 331"/>
                <a:gd name="T9" fmla="*/ 191 h 191"/>
                <a:gd name="T10" fmla="*/ 149 w 331"/>
                <a:gd name="T11" fmla="*/ 187 h 191"/>
                <a:gd name="T12" fmla="*/ 310 w 331"/>
                <a:gd name="T13" fmla="*/ 92 h 191"/>
                <a:gd name="T14" fmla="*/ 322 w 331"/>
                <a:gd name="T15" fmla="*/ 48 h 191"/>
                <a:gd name="T16" fmla="*/ 278 w 331"/>
                <a:gd name="T17" fmla="*/ 37 h 191"/>
                <a:gd name="T18" fmla="*/ 141 w 331"/>
                <a:gd name="T19" fmla="*/ 117 h 191"/>
                <a:gd name="T20" fmla="*/ 61 w 331"/>
                <a:gd name="T21" fmla="*/ 16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1" h="191">
                  <a:moveTo>
                    <a:pt x="61" y="16"/>
                  </a:moveTo>
                  <a:cubicBezTo>
                    <a:pt x="50" y="2"/>
                    <a:pt x="30" y="0"/>
                    <a:pt x="16" y="11"/>
                  </a:cubicBezTo>
                  <a:cubicBezTo>
                    <a:pt x="2" y="22"/>
                    <a:pt x="0" y="42"/>
                    <a:pt x="11" y="56"/>
                  </a:cubicBezTo>
                  <a:cubicBezTo>
                    <a:pt x="108" y="179"/>
                    <a:pt x="108" y="179"/>
                    <a:pt x="108" y="179"/>
                  </a:cubicBezTo>
                  <a:cubicBezTo>
                    <a:pt x="114" y="187"/>
                    <a:pt x="124" y="191"/>
                    <a:pt x="133" y="191"/>
                  </a:cubicBezTo>
                  <a:cubicBezTo>
                    <a:pt x="139" y="191"/>
                    <a:pt x="144" y="190"/>
                    <a:pt x="149" y="187"/>
                  </a:cubicBezTo>
                  <a:cubicBezTo>
                    <a:pt x="310" y="92"/>
                    <a:pt x="310" y="92"/>
                    <a:pt x="310" y="92"/>
                  </a:cubicBezTo>
                  <a:cubicBezTo>
                    <a:pt x="326" y="83"/>
                    <a:pt x="331" y="63"/>
                    <a:pt x="322" y="48"/>
                  </a:cubicBezTo>
                  <a:cubicBezTo>
                    <a:pt x="313" y="33"/>
                    <a:pt x="293" y="28"/>
                    <a:pt x="278" y="37"/>
                  </a:cubicBezTo>
                  <a:cubicBezTo>
                    <a:pt x="141" y="117"/>
                    <a:pt x="141" y="117"/>
                    <a:pt x="141" y="117"/>
                  </a:cubicBezTo>
                  <a:lnTo>
                    <a:pt x="61"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10"/>
            <p:cNvSpPr>
              <a:spLocks/>
            </p:cNvSpPr>
            <p:nvPr/>
          </p:nvSpPr>
          <p:spPr bwMode="auto">
            <a:xfrm>
              <a:off x="1497012" y="4049713"/>
              <a:ext cx="431800" cy="279400"/>
            </a:xfrm>
            <a:custGeom>
              <a:avLst/>
              <a:gdLst>
                <a:gd name="T0" fmla="*/ 227 w 272"/>
                <a:gd name="T1" fmla="*/ 39 h 176"/>
                <a:gd name="T2" fmla="*/ 245 w 272"/>
                <a:gd name="T3" fmla="*/ 67 h 176"/>
                <a:gd name="T4" fmla="*/ 272 w 272"/>
                <a:gd name="T5" fmla="*/ 5 h 176"/>
                <a:gd name="T6" fmla="*/ 204 w 272"/>
                <a:gd name="T7" fmla="*/ 0 h 176"/>
                <a:gd name="T8" fmla="*/ 222 w 272"/>
                <a:gd name="T9" fmla="*/ 29 h 176"/>
                <a:gd name="T10" fmla="*/ 0 w 272"/>
                <a:gd name="T11" fmla="*/ 167 h 176"/>
                <a:gd name="T12" fmla="*/ 5 w 272"/>
                <a:gd name="T13" fmla="*/ 176 h 176"/>
                <a:gd name="T14" fmla="*/ 227 w 272"/>
                <a:gd name="T15" fmla="*/ 39 h 1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2" h="176">
                  <a:moveTo>
                    <a:pt x="227" y="39"/>
                  </a:moveTo>
                  <a:lnTo>
                    <a:pt x="245" y="67"/>
                  </a:lnTo>
                  <a:lnTo>
                    <a:pt x="272" y="5"/>
                  </a:lnTo>
                  <a:lnTo>
                    <a:pt x="204" y="0"/>
                  </a:lnTo>
                  <a:lnTo>
                    <a:pt x="222" y="29"/>
                  </a:lnTo>
                  <a:lnTo>
                    <a:pt x="0" y="167"/>
                  </a:lnTo>
                  <a:lnTo>
                    <a:pt x="5" y="176"/>
                  </a:lnTo>
                  <a:lnTo>
                    <a:pt x="227"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11"/>
            <p:cNvSpPr>
              <a:spLocks/>
            </p:cNvSpPr>
            <p:nvPr/>
          </p:nvSpPr>
          <p:spPr bwMode="auto">
            <a:xfrm>
              <a:off x="1073150" y="4392613"/>
              <a:ext cx="57150" cy="74613"/>
            </a:xfrm>
            <a:custGeom>
              <a:avLst/>
              <a:gdLst>
                <a:gd name="T0" fmla="*/ 14 w 35"/>
                <a:gd name="T1" fmla="*/ 9 h 47"/>
                <a:gd name="T2" fmla="*/ 23 w 35"/>
                <a:gd name="T3" fmla="*/ 7 h 47"/>
                <a:gd name="T4" fmla="*/ 28 w 35"/>
                <a:gd name="T5" fmla="*/ 8 h 47"/>
                <a:gd name="T6" fmla="*/ 29 w 35"/>
                <a:gd name="T7" fmla="*/ 12 h 47"/>
                <a:gd name="T8" fmla="*/ 35 w 35"/>
                <a:gd name="T9" fmla="*/ 7 h 47"/>
                <a:gd name="T10" fmla="*/ 32 w 35"/>
                <a:gd name="T11" fmla="*/ 2 h 47"/>
                <a:gd name="T12" fmla="*/ 24 w 35"/>
                <a:gd name="T13" fmla="*/ 0 h 47"/>
                <a:gd name="T14" fmla="*/ 9 w 35"/>
                <a:gd name="T15" fmla="*/ 5 h 47"/>
                <a:gd name="T16" fmla="*/ 2 w 35"/>
                <a:gd name="T17" fmla="*/ 15 h 47"/>
                <a:gd name="T18" fmla="*/ 4 w 35"/>
                <a:gd name="T19" fmla="*/ 21 h 47"/>
                <a:gd name="T20" fmla="*/ 9 w 35"/>
                <a:gd name="T21" fmla="*/ 24 h 47"/>
                <a:gd name="T22" fmla="*/ 19 w 35"/>
                <a:gd name="T23" fmla="*/ 28 h 47"/>
                <a:gd name="T24" fmla="*/ 25 w 35"/>
                <a:gd name="T25" fmla="*/ 30 h 47"/>
                <a:gd name="T26" fmla="*/ 26 w 35"/>
                <a:gd name="T27" fmla="*/ 32 h 47"/>
                <a:gd name="T28" fmla="*/ 20 w 35"/>
                <a:gd name="T29" fmla="*/ 38 h 47"/>
                <a:gd name="T30" fmla="*/ 10 w 35"/>
                <a:gd name="T31" fmla="*/ 40 h 47"/>
                <a:gd name="T32" fmla="*/ 4 w 35"/>
                <a:gd name="T33" fmla="*/ 39 h 47"/>
                <a:gd name="T34" fmla="*/ 3 w 35"/>
                <a:gd name="T35" fmla="*/ 39 h 47"/>
                <a:gd name="T36" fmla="*/ 1 w 35"/>
                <a:gd name="T37" fmla="*/ 40 h 47"/>
                <a:gd name="T38" fmla="*/ 0 w 35"/>
                <a:gd name="T39" fmla="*/ 43 h 47"/>
                <a:gd name="T40" fmla="*/ 2 w 35"/>
                <a:gd name="T41" fmla="*/ 46 h 47"/>
                <a:gd name="T42" fmla="*/ 7 w 35"/>
                <a:gd name="T43" fmla="*/ 47 h 47"/>
                <a:gd name="T44" fmla="*/ 25 w 35"/>
                <a:gd name="T45" fmla="*/ 42 h 47"/>
                <a:gd name="T46" fmla="*/ 34 w 35"/>
                <a:gd name="T47" fmla="*/ 32 h 47"/>
                <a:gd name="T48" fmla="*/ 30 w 35"/>
                <a:gd name="T49" fmla="*/ 26 h 47"/>
                <a:gd name="T50" fmla="*/ 20 w 35"/>
                <a:gd name="T51" fmla="*/ 21 h 47"/>
                <a:gd name="T52" fmla="*/ 11 w 35"/>
                <a:gd name="T53" fmla="*/ 18 h 47"/>
                <a:gd name="T54" fmla="*/ 10 w 35"/>
                <a:gd name="T55" fmla="*/ 15 h 47"/>
                <a:gd name="T56" fmla="*/ 14 w 35"/>
                <a:gd name="T57" fmla="*/ 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5" h="47">
                  <a:moveTo>
                    <a:pt x="14" y="9"/>
                  </a:moveTo>
                  <a:cubicBezTo>
                    <a:pt x="17" y="8"/>
                    <a:pt x="20" y="7"/>
                    <a:pt x="23" y="7"/>
                  </a:cubicBezTo>
                  <a:cubicBezTo>
                    <a:pt x="25" y="7"/>
                    <a:pt x="27" y="7"/>
                    <a:pt x="28" y="8"/>
                  </a:cubicBezTo>
                  <a:cubicBezTo>
                    <a:pt x="29" y="9"/>
                    <a:pt x="29" y="10"/>
                    <a:pt x="29" y="12"/>
                  </a:cubicBezTo>
                  <a:cubicBezTo>
                    <a:pt x="33" y="12"/>
                    <a:pt x="35" y="10"/>
                    <a:pt x="35" y="7"/>
                  </a:cubicBezTo>
                  <a:cubicBezTo>
                    <a:pt x="35" y="5"/>
                    <a:pt x="34" y="3"/>
                    <a:pt x="32" y="2"/>
                  </a:cubicBezTo>
                  <a:cubicBezTo>
                    <a:pt x="30" y="1"/>
                    <a:pt x="28" y="0"/>
                    <a:pt x="24" y="0"/>
                  </a:cubicBezTo>
                  <a:cubicBezTo>
                    <a:pt x="18" y="0"/>
                    <a:pt x="13" y="2"/>
                    <a:pt x="9" y="5"/>
                  </a:cubicBezTo>
                  <a:cubicBezTo>
                    <a:pt x="4" y="8"/>
                    <a:pt x="2" y="12"/>
                    <a:pt x="2" y="15"/>
                  </a:cubicBezTo>
                  <a:cubicBezTo>
                    <a:pt x="2" y="17"/>
                    <a:pt x="3" y="19"/>
                    <a:pt x="4" y="21"/>
                  </a:cubicBezTo>
                  <a:cubicBezTo>
                    <a:pt x="5" y="22"/>
                    <a:pt x="7" y="23"/>
                    <a:pt x="9" y="24"/>
                  </a:cubicBezTo>
                  <a:cubicBezTo>
                    <a:pt x="11" y="25"/>
                    <a:pt x="14" y="26"/>
                    <a:pt x="19" y="28"/>
                  </a:cubicBezTo>
                  <a:cubicBezTo>
                    <a:pt x="22" y="29"/>
                    <a:pt x="24" y="30"/>
                    <a:pt x="25" y="30"/>
                  </a:cubicBezTo>
                  <a:cubicBezTo>
                    <a:pt x="26" y="31"/>
                    <a:pt x="26" y="32"/>
                    <a:pt x="26" y="32"/>
                  </a:cubicBezTo>
                  <a:cubicBezTo>
                    <a:pt x="26" y="34"/>
                    <a:pt x="24" y="36"/>
                    <a:pt x="20" y="38"/>
                  </a:cubicBezTo>
                  <a:cubicBezTo>
                    <a:pt x="16" y="39"/>
                    <a:pt x="13" y="40"/>
                    <a:pt x="10" y="40"/>
                  </a:cubicBezTo>
                  <a:cubicBezTo>
                    <a:pt x="8" y="40"/>
                    <a:pt x="6" y="40"/>
                    <a:pt x="4" y="39"/>
                  </a:cubicBezTo>
                  <a:cubicBezTo>
                    <a:pt x="3" y="39"/>
                    <a:pt x="3" y="39"/>
                    <a:pt x="3" y="39"/>
                  </a:cubicBezTo>
                  <a:cubicBezTo>
                    <a:pt x="2" y="39"/>
                    <a:pt x="1" y="39"/>
                    <a:pt x="1" y="40"/>
                  </a:cubicBezTo>
                  <a:cubicBezTo>
                    <a:pt x="0" y="41"/>
                    <a:pt x="0" y="42"/>
                    <a:pt x="0" y="43"/>
                  </a:cubicBezTo>
                  <a:cubicBezTo>
                    <a:pt x="0" y="44"/>
                    <a:pt x="0" y="45"/>
                    <a:pt x="2" y="46"/>
                  </a:cubicBezTo>
                  <a:cubicBezTo>
                    <a:pt x="3" y="47"/>
                    <a:pt x="4" y="47"/>
                    <a:pt x="7" y="47"/>
                  </a:cubicBezTo>
                  <a:cubicBezTo>
                    <a:pt x="13" y="47"/>
                    <a:pt x="19" y="46"/>
                    <a:pt x="25" y="42"/>
                  </a:cubicBezTo>
                  <a:cubicBezTo>
                    <a:pt x="31" y="39"/>
                    <a:pt x="34" y="36"/>
                    <a:pt x="34" y="32"/>
                  </a:cubicBezTo>
                  <a:cubicBezTo>
                    <a:pt x="34" y="29"/>
                    <a:pt x="33" y="27"/>
                    <a:pt x="30" y="26"/>
                  </a:cubicBezTo>
                  <a:cubicBezTo>
                    <a:pt x="28" y="24"/>
                    <a:pt x="24" y="23"/>
                    <a:pt x="20" y="21"/>
                  </a:cubicBezTo>
                  <a:cubicBezTo>
                    <a:pt x="15" y="20"/>
                    <a:pt x="12" y="19"/>
                    <a:pt x="11" y="18"/>
                  </a:cubicBezTo>
                  <a:cubicBezTo>
                    <a:pt x="10" y="17"/>
                    <a:pt x="10" y="16"/>
                    <a:pt x="10" y="15"/>
                  </a:cubicBezTo>
                  <a:cubicBezTo>
                    <a:pt x="10" y="13"/>
                    <a:pt x="11" y="11"/>
                    <a:pt x="1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12"/>
            <p:cNvSpPr>
              <a:spLocks noEditPoints="1"/>
            </p:cNvSpPr>
            <p:nvPr/>
          </p:nvSpPr>
          <p:spPr bwMode="auto">
            <a:xfrm>
              <a:off x="1136650" y="4411663"/>
              <a:ext cx="49212" cy="53975"/>
            </a:xfrm>
            <a:custGeom>
              <a:avLst/>
              <a:gdLst>
                <a:gd name="T0" fmla="*/ 5 w 30"/>
                <a:gd name="T1" fmla="*/ 7 h 34"/>
                <a:gd name="T2" fmla="*/ 0 w 30"/>
                <a:gd name="T3" fmla="*/ 22 h 34"/>
                <a:gd name="T4" fmla="*/ 3 w 30"/>
                <a:gd name="T5" fmla="*/ 30 h 34"/>
                <a:gd name="T6" fmla="*/ 10 w 30"/>
                <a:gd name="T7" fmla="*/ 34 h 34"/>
                <a:gd name="T8" fmla="*/ 21 w 30"/>
                <a:gd name="T9" fmla="*/ 29 h 34"/>
                <a:gd name="T10" fmla="*/ 29 w 30"/>
                <a:gd name="T11" fmla="*/ 17 h 34"/>
                <a:gd name="T12" fmla="*/ 29 w 30"/>
                <a:gd name="T13" fmla="*/ 17 h 34"/>
                <a:gd name="T14" fmla="*/ 30 w 30"/>
                <a:gd name="T15" fmla="*/ 13 h 34"/>
                <a:gd name="T16" fmla="*/ 26 w 30"/>
                <a:gd name="T17" fmla="*/ 3 h 34"/>
                <a:gd name="T18" fmla="*/ 18 w 30"/>
                <a:gd name="T19" fmla="*/ 0 h 34"/>
                <a:gd name="T20" fmla="*/ 5 w 30"/>
                <a:gd name="T21" fmla="*/ 7 h 34"/>
                <a:gd name="T22" fmla="*/ 21 w 30"/>
                <a:gd name="T23" fmla="*/ 8 h 34"/>
                <a:gd name="T24" fmla="*/ 23 w 30"/>
                <a:gd name="T25" fmla="*/ 13 h 34"/>
                <a:gd name="T26" fmla="*/ 19 w 30"/>
                <a:gd name="T27" fmla="*/ 23 h 34"/>
                <a:gd name="T28" fmla="*/ 11 w 30"/>
                <a:gd name="T29" fmla="*/ 27 h 34"/>
                <a:gd name="T30" fmla="*/ 8 w 30"/>
                <a:gd name="T31" fmla="*/ 26 h 34"/>
                <a:gd name="T32" fmla="*/ 7 w 30"/>
                <a:gd name="T33" fmla="*/ 22 h 34"/>
                <a:gd name="T34" fmla="*/ 9 w 30"/>
                <a:gd name="T35" fmla="*/ 14 h 34"/>
                <a:gd name="T36" fmla="*/ 14 w 30"/>
                <a:gd name="T37" fmla="*/ 9 h 34"/>
                <a:gd name="T38" fmla="*/ 14 w 30"/>
                <a:gd name="T39" fmla="*/ 9 h 34"/>
                <a:gd name="T40" fmla="*/ 18 w 30"/>
                <a:gd name="T41" fmla="*/ 7 h 34"/>
                <a:gd name="T42" fmla="*/ 21 w 30"/>
                <a:gd name="T43" fmla="*/ 8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 h="34">
                  <a:moveTo>
                    <a:pt x="5" y="7"/>
                  </a:moveTo>
                  <a:cubicBezTo>
                    <a:pt x="2" y="12"/>
                    <a:pt x="0" y="17"/>
                    <a:pt x="0" y="22"/>
                  </a:cubicBezTo>
                  <a:cubicBezTo>
                    <a:pt x="0" y="26"/>
                    <a:pt x="1" y="28"/>
                    <a:pt x="3" y="30"/>
                  </a:cubicBezTo>
                  <a:cubicBezTo>
                    <a:pt x="5" y="33"/>
                    <a:pt x="7" y="34"/>
                    <a:pt x="10" y="34"/>
                  </a:cubicBezTo>
                  <a:cubicBezTo>
                    <a:pt x="14" y="34"/>
                    <a:pt x="18" y="32"/>
                    <a:pt x="21" y="29"/>
                  </a:cubicBezTo>
                  <a:cubicBezTo>
                    <a:pt x="25" y="26"/>
                    <a:pt x="29" y="22"/>
                    <a:pt x="29" y="17"/>
                  </a:cubicBezTo>
                  <a:cubicBezTo>
                    <a:pt x="29" y="17"/>
                    <a:pt x="29" y="17"/>
                    <a:pt x="29" y="17"/>
                  </a:cubicBezTo>
                  <a:cubicBezTo>
                    <a:pt x="29" y="16"/>
                    <a:pt x="30" y="14"/>
                    <a:pt x="30" y="13"/>
                  </a:cubicBezTo>
                  <a:cubicBezTo>
                    <a:pt x="30" y="9"/>
                    <a:pt x="29" y="6"/>
                    <a:pt x="26" y="3"/>
                  </a:cubicBezTo>
                  <a:cubicBezTo>
                    <a:pt x="24" y="1"/>
                    <a:pt x="22" y="0"/>
                    <a:pt x="18" y="0"/>
                  </a:cubicBezTo>
                  <a:cubicBezTo>
                    <a:pt x="13" y="0"/>
                    <a:pt x="9" y="2"/>
                    <a:pt x="5" y="7"/>
                  </a:cubicBezTo>
                  <a:close/>
                  <a:moveTo>
                    <a:pt x="21" y="8"/>
                  </a:moveTo>
                  <a:cubicBezTo>
                    <a:pt x="22" y="9"/>
                    <a:pt x="23" y="11"/>
                    <a:pt x="23" y="13"/>
                  </a:cubicBezTo>
                  <a:cubicBezTo>
                    <a:pt x="23" y="17"/>
                    <a:pt x="21" y="20"/>
                    <a:pt x="19" y="23"/>
                  </a:cubicBezTo>
                  <a:cubicBezTo>
                    <a:pt x="16" y="26"/>
                    <a:pt x="13" y="27"/>
                    <a:pt x="11" y="27"/>
                  </a:cubicBezTo>
                  <a:cubicBezTo>
                    <a:pt x="10" y="27"/>
                    <a:pt x="9" y="27"/>
                    <a:pt x="8" y="26"/>
                  </a:cubicBezTo>
                  <a:cubicBezTo>
                    <a:pt x="8" y="25"/>
                    <a:pt x="7" y="23"/>
                    <a:pt x="7" y="22"/>
                  </a:cubicBezTo>
                  <a:cubicBezTo>
                    <a:pt x="7" y="19"/>
                    <a:pt x="8" y="17"/>
                    <a:pt x="9" y="14"/>
                  </a:cubicBezTo>
                  <a:cubicBezTo>
                    <a:pt x="11" y="12"/>
                    <a:pt x="12" y="9"/>
                    <a:pt x="14" y="9"/>
                  </a:cubicBezTo>
                  <a:cubicBezTo>
                    <a:pt x="14" y="9"/>
                    <a:pt x="14" y="9"/>
                    <a:pt x="14" y="9"/>
                  </a:cubicBezTo>
                  <a:cubicBezTo>
                    <a:pt x="15" y="5"/>
                    <a:pt x="16" y="7"/>
                    <a:pt x="18" y="7"/>
                  </a:cubicBezTo>
                  <a:cubicBezTo>
                    <a:pt x="19" y="7"/>
                    <a:pt x="20" y="7"/>
                    <a:pt x="2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3"/>
            <p:cNvSpPr>
              <a:spLocks/>
            </p:cNvSpPr>
            <p:nvPr/>
          </p:nvSpPr>
          <p:spPr bwMode="auto">
            <a:xfrm>
              <a:off x="1193800" y="4379913"/>
              <a:ext cx="80962" cy="87313"/>
            </a:xfrm>
            <a:custGeom>
              <a:avLst/>
              <a:gdLst>
                <a:gd name="T0" fmla="*/ 46 w 50"/>
                <a:gd name="T1" fmla="*/ 26 h 55"/>
                <a:gd name="T2" fmla="*/ 50 w 50"/>
                <a:gd name="T3" fmla="*/ 21 h 55"/>
                <a:gd name="T4" fmla="*/ 37 w 50"/>
                <a:gd name="T5" fmla="*/ 21 h 55"/>
                <a:gd name="T6" fmla="*/ 39 w 50"/>
                <a:gd name="T7" fmla="*/ 10 h 55"/>
                <a:gd name="T8" fmla="*/ 33 w 50"/>
                <a:gd name="T9" fmla="*/ 12 h 55"/>
                <a:gd name="T10" fmla="*/ 23 w 50"/>
                <a:gd name="T11" fmla="*/ 22 h 55"/>
                <a:gd name="T12" fmla="*/ 20 w 50"/>
                <a:gd name="T13" fmla="*/ 23 h 55"/>
                <a:gd name="T14" fmla="*/ 10 w 50"/>
                <a:gd name="T15" fmla="*/ 22 h 55"/>
                <a:gd name="T16" fmla="*/ 17 w 50"/>
                <a:gd name="T17" fmla="*/ 6 h 55"/>
                <a:gd name="T18" fmla="*/ 19 w 50"/>
                <a:gd name="T19" fmla="*/ 13 h 55"/>
                <a:gd name="T20" fmla="*/ 21 w 50"/>
                <a:gd name="T21" fmla="*/ 15 h 55"/>
                <a:gd name="T22" fmla="*/ 25 w 50"/>
                <a:gd name="T23" fmla="*/ 7 h 55"/>
                <a:gd name="T24" fmla="*/ 18 w 50"/>
                <a:gd name="T25" fmla="*/ 0 h 55"/>
                <a:gd name="T26" fmla="*/ 4 w 50"/>
                <a:gd name="T27" fmla="*/ 18 h 55"/>
                <a:gd name="T28" fmla="*/ 2 w 50"/>
                <a:gd name="T29" fmla="*/ 23 h 55"/>
                <a:gd name="T30" fmla="*/ 2 w 50"/>
                <a:gd name="T31" fmla="*/ 29 h 55"/>
                <a:gd name="T32" fmla="*/ 2 w 50"/>
                <a:gd name="T33" fmla="*/ 39 h 55"/>
                <a:gd name="T34" fmla="*/ 4 w 50"/>
                <a:gd name="T35" fmla="*/ 55 h 55"/>
                <a:gd name="T36" fmla="*/ 8 w 50"/>
                <a:gd name="T37" fmla="*/ 53 h 55"/>
                <a:gd name="T38" fmla="*/ 9 w 50"/>
                <a:gd name="T39" fmla="*/ 42 h 55"/>
                <a:gd name="T40" fmla="*/ 10 w 50"/>
                <a:gd name="T41" fmla="*/ 37 h 55"/>
                <a:gd name="T42" fmla="*/ 13 w 50"/>
                <a:gd name="T43" fmla="*/ 29 h 55"/>
                <a:gd name="T44" fmla="*/ 21 w 50"/>
                <a:gd name="T45" fmla="*/ 27 h 55"/>
                <a:gd name="T46" fmla="*/ 25 w 50"/>
                <a:gd name="T47" fmla="*/ 29 h 55"/>
                <a:gd name="T48" fmla="*/ 28 w 50"/>
                <a:gd name="T49" fmla="*/ 29 h 55"/>
                <a:gd name="T50" fmla="*/ 27 w 50"/>
                <a:gd name="T51" fmla="*/ 51 h 55"/>
                <a:gd name="T52" fmla="*/ 42 w 50"/>
                <a:gd name="T53" fmla="*/ 50 h 55"/>
                <a:gd name="T54" fmla="*/ 46 w 50"/>
                <a:gd name="T55" fmla="*/ 43 h 55"/>
                <a:gd name="T56" fmla="*/ 42 w 50"/>
                <a:gd name="T57" fmla="*/ 44 h 55"/>
                <a:gd name="T58" fmla="*/ 35 w 50"/>
                <a:gd name="T59" fmla="*/ 47 h 55"/>
                <a:gd name="T60" fmla="*/ 32 w 50"/>
                <a:gd name="T61" fmla="*/ 43 h 55"/>
                <a:gd name="T62" fmla="*/ 36 w 50"/>
                <a:gd name="T63" fmla="*/ 2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0" h="55">
                  <a:moveTo>
                    <a:pt x="36" y="28"/>
                  </a:moveTo>
                  <a:cubicBezTo>
                    <a:pt x="46" y="26"/>
                    <a:pt x="46" y="26"/>
                    <a:pt x="46" y="26"/>
                  </a:cubicBezTo>
                  <a:cubicBezTo>
                    <a:pt x="49" y="26"/>
                    <a:pt x="50" y="25"/>
                    <a:pt x="50" y="23"/>
                  </a:cubicBezTo>
                  <a:cubicBezTo>
                    <a:pt x="50" y="22"/>
                    <a:pt x="50" y="21"/>
                    <a:pt x="50" y="21"/>
                  </a:cubicBezTo>
                  <a:cubicBezTo>
                    <a:pt x="50" y="21"/>
                    <a:pt x="49" y="21"/>
                    <a:pt x="48" y="21"/>
                  </a:cubicBezTo>
                  <a:cubicBezTo>
                    <a:pt x="47" y="21"/>
                    <a:pt x="44" y="21"/>
                    <a:pt x="37" y="21"/>
                  </a:cubicBezTo>
                  <a:cubicBezTo>
                    <a:pt x="39" y="15"/>
                    <a:pt x="40" y="12"/>
                    <a:pt x="40" y="12"/>
                  </a:cubicBezTo>
                  <a:cubicBezTo>
                    <a:pt x="40" y="11"/>
                    <a:pt x="40" y="10"/>
                    <a:pt x="39" y="10"/>
                  </a:cubicBezTo>
                  <a:cubicBezTo>
                    <a:pt x="38" y="9"/>
                    <a:pt x="37" y="9"/>
                    <a:pt x="36" y="9"/>
                  </a:cubicBezTo>
                  <a:cubicBezTo>
                    <a:pt x="34" y="9"/>
                    <a:pt x="33" y="10"/>
                    <a:pt x="33" y="12"/>
                  </a:cubicBezTo>
                  <a:cubicBezTo>
                    <a:pt x="32" y="16"/>
                    <a:pt x="31" y="20"/>
                    <a:pt x="30" y="22"/>
                  </a:cubicBezTo>
                  <a:cubicBezTo>
                    <a:pt x="23" y="22"/>
                    <a:pt x="23" y="22"/>
                    <a:pt x="23" y="22"/>
                  </a:cubicBezTo>
                  <a:cubicBezTo>
                    <a:pt x="22" y="22"/>
                    <a:pt x="22" y="23"/>
                    <a:pt x="21" y="23"/>
                  </a:cubicBezTo>
                  <a:cubicBezTo>
                    <a:pt x="21" y="23"/>
                    <a:pt x="20" y="23"/>
                    <a:pt x="20" y="23"/>
                  </a:cubicBezTo>
                  <a:cubicBezTo>
                    <a:pt x="18" y="23"/>
                    <a:pt x="15" y="23"/>
                    <a:pt x="11" y="23"/>
                  </a:cubicBezTo>
                  <a:cubicBezTo>
                    <a:pt x="11" y="23"/>
                    <a:pt x="10" y="23"/>
                    <a:pt x="10" y="22"/>
                  </a:cubicBezTo>
                  <a:cubicBezTo>
                    <a:pt x="10" y="20"/>
                    <a:pt x="11" y="16"/>
                    <a:pt x="13" y="12"/>
                  </a:cubicBezTo>
                  <a:cubicBezTo>
                    <a:pt x="14" y="8"/>
                    <a:pt x="16" y="6"/>
                    <a:pt x="17" y="6"/>
                  </a:cubicBezTo>
                  <a:cubicBezTo>
                    <a:pt x="18" y="6"/>
                    <a:pt x="19" y="8"/>
                    <a:pt x="19" y="11"/>
                  </a:cubicBezTo>
                  <a:cubicBezTo>
                    <a:pt x="19" y="13"/>
                    <a:pt x="19" y="13"/>
                    <a:pt x="19" y="13"/>
                  </a:cubicBezTo>
                  <a:cubicBezTo>
                    <a:pt x="19" y="14"/>
                    <a:pt x="19" y="14"/>
                    <a:pt x="20" y="15"/>
                  </a:cubicBezTo>
                  <a:cubicBezTo>
                    <a:pt x="20" y="15"/>
                    <a:pt x="20" y="15"/>
                    <a:pt x="21" y="15"/>
                  </a:cubicBezTo>
                  <a:cubicBezTo>
                    <a:pt x="22" y="15"/>
                    <a:pt x="23" y="14"/>
                    <a:pt x="24" y="12"/>
                  </a:cubicBezTo>
                  <a:cubicBezTo>
                    <a:pt x="25" y="11"/>
                    <a:pt x="25" y="9"/>
                    <a:pt x="25" y="7"/>
                  </a:cubicBezTo>
                  <a:cubicBezTo>
                    <a:pt x="25" y="5"/>
                    <a:pt x="25" y="3"/>
                    <a:pt x="23" y="2"/>
                  </a:cubicBezTo>
                  <a:cubicBezTo>
                    <a:pt x="22" y="1"/>
                    <a:pt x="20" y="0"/>
                    <a:pt x="18" y="0"/>
                  </a:cubicBezTo>
                  <a:cubicBezTo>
                    <a:pt x="15" y="0"/>
                    <a:pt x="12" y="1"/>
                    <a:pt x="9" y="4"/>
                  </a:cubicBezTo>
                  <a:cubicBezTo>
                    <a:pt x="7" y="7"/>
                    <a:pt x="5" y="11"/>
                    <a:pt x="4" y="18"/>
                  </a:cubicBezTo>
                  <a:cubicBezTo>
                    <a:pt x="4" y="19"/>
                    <a:pt x="4" y="21"/>
                    <a:pt x="4" y="21"/>
                  </a:cubicBezTo>
                  <a:cubicBezTo>
                    <a:pt x="3" y="22"/>
                    <a:pt x="3" y="23"/>
                    <a:pt x="2" y="23"/>
                  </a:cubicBezTo>
                  <a:cubicBezTo>
                    <a:pt x="1" y="25"/>
                    <a:pt x="0" y="26"/>
                    <a:pt x="0" y="27"/>
                  </a:cubicBezTo>
                  <a:cubicBezTo>
                    <a:pt x="0" y="28"/>
                    <a:pt x="1" y="28"/>
                    <a:pt x="2" y="29"/>
                  </a:cubicBezTo>
                  <a:cubicBezTo>
                    <a:pt x="2" y="29"/>
                    <a:pt x="2" y="30"/>
                    <a:pt x="2" y="30"/>
                  </a:cubicBezTo>
                  <a:cubicBezTo>
                    <a:pt x="2" y="32"/>
                    <a:pt x="2" y="35"/>
                    <a:pt x="2" y="39"/>
                  </a:cubicBezTo>
                  <a:cubicBezTo>
                    <a:pt x="1" y="45"/>
                    <a:pt x="0" y="49"/>
                    <a:pt x="0" y="50"/>
                  </a:cubicBezTo>
                  <a:cubicBezTo>
                    <a:pt x="0" y="54"/>
                    <a:pt x="2" y="55"/>
                    <a:pt x="4" y="55"/>
                  </a:cubicBezTo>
                  <a:cubicBezTo>
                    <a:pt x="5" y="55"/>
                    <a:pt x="6" y="55"/>
                    <a:pt x="7" y="55"/>
                  </a:cubicBezTo>
                  <a:cubicBezTo>
                    <a:pt x="8" y="54"/>
                    <a:pt x="8" y="53"/>
                    <a:pt x="8" y="53"/>
                  </a:cubicBezTo>
                  <a:cubicBezTo>
                    <a:pt x="8" y="51"/>
                    <a:pt x="8" y="49"/>
                    <a:pt x="8" y="47"/>
                  </a:cubicBezTo>
                  <a:cubicBezTo>
                    <a:pt x="8" y="46"/>
                    <a:pt x="9" y="44"/>
                    <a:pt x="9" y="42"/>
                  </a:cubicBezTo>
                  <a:cubicBezTo>
                    <a:pt x="10" y="37"/>
                    <a:pt x="10" y="37"/>
                    <a:pt x="10" y="37"/>
                  </a:cubicBezTo>
                  <a:cubicBezTo>
                    <a:pt x="10" y="37"/>
                    <a:pt x="10" y="37"/>
                    <a:pt x="10" y="37"/>
                  </a:cubicBezTo>
                  <a:cubicBezTo>
                    <a:pt x="10" y="35"/>
                    <a:pt x="10" y="32"/>
                    <a:pt x="10" y="29"/>
                  </a:cubicBezTo>
                  <a:cubicBezTo>
                    <a:pt x="11" y="29"/>
                    <a:pt x="12" y="29"/>
                    <a:pt x="13" y="29"/>
                  </a:cubicBezTo>
                  <a:cubicBezTo>
                    <a:pt x="15" y="29"/>
                    <a:pt x="17" y="28"/>
                    <a:pt x="19" y="28"/>
                  </a:cubicBezTo>
                  <a:cubicBezTo>
                    <a:pt x="20" y="28"/>
                    <a:pt x="21" y="27"/>
                    <a:pt x="21" y="27"/>
                  </a:cubicBezTo>
                  <a:cubicBezTo>
                    <a:pt x="22" y="27"/>
                    <a:pt x="22" y="28"/>
                    <a:pt x="22" y="28"/>
                  </a:cubicBezTo>
                  <a:cubicBezTo>
                    <a:pt x="23" y="28"/>
                    <a:pt x="24" y="29"/>
                    <a:pt x="25" y="29"/>
                  </a:cubicBezTo>
                  <a:cubicBezTo>
                    <a:pt x="25" y="29"/>
                    <a:pt x="25" y="29"/>
                    <a:pt x="25" y="29"/>
                  </a:cubicBezTo>
                  <a:cubicBezTo>
                    <a:pt x="26" y="29"/>
                    <a:pt x="27" y="29"/>
                    <a:pt x="28" y="29"/>
                  </a:cubicBezTo>
                  <a:cubicBezTo>
                    <a:pt x="26" y="37"/>
                    <a:pt x="25" y="42"/>
                    <a:pt x="25" y="45"/>
                  </a:cubicBezTo>
                  <a:cubicBezTo>
                    <a:pt x="25" y="48"/>
                    <a:pt x="26" y="50"/>
                    <a:pt x="27" y="51"/>
                  </a:cubicBezTo>
                  <a:cubicBezTo>
                    <a:pt x="29" y="53"/>
                    <a:pt x="31" y="54"/>
                    <a:pt x="33" y="54"/>
                  </a:cubicBezTo>
                  <a:cubicBezTo>
                    <a:pt x="36" y="54"/>
                    <a:pt x="39" y="53"/>
                    <a:pt x="42" y="50"/>
                  </a:cubicBezTo>
                  <a:cubicBezTo>
                    <a:pt x="45" y="48"/>
                    <a:pt x="47" y="46"/>
                    <a:pt x="47" y="44"/>
                  </a:cubicBezTo>
                  <a:cubicBezTo>
                    <a:pt x="47" y="44"/>
                    <a:pt x="46" y="43"/>
                    <a:pt x="46" y="43"/>
                  </a:cubicBezTo>
                  <a:cubicBezTo>
                    <a:pt x="46" y="43"/>
                    <a:pt x="45" y="43"/>
                    <a:pt x="45" y="43"/>
                  </a:cubicBezTo>
                  <a:cubicBezTo>
                    <a:pt x="44" y="43"/>
                    <a:pt x="43" y="43"/>
                    <a:pt x="42" y="44"/>
                  </a:cubicBezTo>
                  <a:cubicBezTo>
                    <a:pt x="40" y="45"/>
                    <a:pt x="39" y="46"/>
                    <a:pt x="38" y="47"/>
                  </a:cubicBezTo>
                  <a:cubicBezTo>
                    <a:pt x="37" y="47"/>
                    <a:pt x="36" y="47"/>
                    <a:pt x="35" y="47"/>
                  </a:cubicBezTo>
                  <a:cubicBezTo>
                    <a:pt x="34" y="47"/>
                    <a:pt x="33" y="47"/>
                    <a:pt x="33" y="46"/>
                  </a:cubicBezTo>
                  <a:cubicBezTo>
                    <a:pt x="33" y="46"/>
                    <a:pt x="32" y="44"/>
                    <a:pt x="32" y="43"/>
                  </a:cubicBezTo>
                  <a:cubicBezTo>
                    <a:pt x="32" y="42"/>
                    <a:pt x="33" y="39"/>
                    <a:pt x="34" y="35"/>
                  </a:cubicBezTo>
                  <a:cubicBezTo>
                    <a:pt x="35" y="30"/>
                    <a:pt x="35" y="28"/>
                    <a:pt x="36"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14"/>
            <p:cNvSpPr>
              <a:spLocks/>
            </p:cNvSpPr>
            <p:nvPr/>
          </p:nvSpPr>
          <p:spPr bwMode="auto">
            <a:xfrm>
              <a:off x="1316037" y="4389438"/>
              <a:ext cx="65087" cy="77788"/>
            </a:xfrm>
            <a:custGeom>
              <a:avLst/>
              <a:gdLst>
                <a:gd name="T0" fmla="*/ 5 w 40"/>
                <a:gd name="T1" fmla="*/ 45 h 49"/>
                <a:gd name="T2" fmla="*/ 15 w 40"/>
                <a:gd name="T3" fmla="*/ 49 h 49"/>
                <a:gd name="T4" fmla="*/ 28 w 40"/>
                <a:gd name="T5" fmla="*/ 45 h 49"/>
                <a:gd name="T6" fmla="*/ 34 w 40"/>
                <a:gd name="T7" fmla="*/ 38 h 49"/>
                <a:gd name="T8" fmla="*/ 32 w 40"/>
                <a:gd name="T9" fmla="*/ 36 h 49"/>
                <a:gd name="T10" fmla="*/ 28 w 40"/>
                <a:gd name="T11" fmla="*/ 38 h 49"/>
                <a:gd name="T12" fmla="*/ 22 w 40"/>
                <a:gd name="T13" fmla="*/ 41 h 49"/>
                <a:gd name="T14" fmla="*/ 16 w 40"/>
                <a:gd name="T15" fmla="*/ 43 h 49"/>
                <a:gd name="T16" fmla="*/ 10 w 40"/>
                <a:gd name="T17" fmla="*/ 40 h 49"/>
                <a:gd name="T18" fmla="*/ 8 w 40"/>
                <a:gd name="T19" fmla="*/ 34 h 49"/>
                <a:gd name="T20" fmla="*/ 12 w 40"/>
                <a:gd name="T21" fmla="*/ 22 h 49"/>
                <a:gd name="T22" fmla="*/ 21 w 40"/>
                <a:gd name="T23" fmla="*/ 11 h 49"/>
                <a:gd name="T24" fmla="*/ 31 w 40"/>
                <a:gd name="T25" fmla="*/ 6 h 49"/>
                <a:gd name="T26" fmla="*/ 32 w 40"/>
                <a:gd name="T27" fmla="*/ 8 h 49"/>
                <a:gd name="T28" fmla="*/ 32 w 40"/>
                <a:gd name="T29" fmla="*/ 11 h 49"/>
                <a:gd name="T30" fmla="*/ 31 w 40"/>
                <a:gd name="T31" fmla="*/ 14 h 49"/>
                <a:gd name="T32" fmla="*/ 32 w 40"/>
                <a:gd name="T33" fmla="*/ 16 h 49"/>
                <a:gd name="T34" fmla="*/ 34 w 40"/>
                <a:gd name="T35" fmla="*/ 17 h 49"/>
                <a:gd name="T36" fmla="*/ 37 w 40"/>
                <a:gd name="T37" fmla="*/ 16 h 49"/>
                <a:gd name="T38" fmla="*/ 39 w 40"/>
                <a:gd name="T39" fmla="*/ 13 h 49"/>
                <a:gd name="T40" fmla="*/ 40 w 40"/>
                <a:gd name="T41" fmla="*/ 8 h 49"/>
                <a:gd name="T42" fmla="*/ 37 w 40"/>
                <a:gd name="T43" fmla="*/ 3 h 49"/>
                <a:gd name="T44" fmla="*/ 31 w 40"/>
                <a:gd name="T45" fmla="*/ 0 h 49"/>
                <a:gd name="T46" fmla="*/ 17 w 40"/>
                <a:gd name="T47" fmla="*/ 6 h 49"/>
                <a:gd name="T48" fmla="*/ 5 w 40"/>
                <a:gd name="T49" fmla="*/ 19 h 49"/>
                <a:gd name="T50" fmla="*/ 0 w 40"/>
                <a:gd name="T51" fmla="*/ 35 h 49"/>
                <a:gd name="T52" fmla="*/ 5 w 40"/>
                <a:gd name="T53"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0" h="49">
                  <a:moveTo>
                    <a:pt x="5" y="45"/>
                  </a:moveTo>
                  <a:cubicBezTo>
                    <a:pt x="8" y="48"/>
                    <a:pt x="11" y="49"/>
                    <a:pt x="15" y="49"/>
                  </a:cubicBezTo>
                  <a:cubicBezTo>
                    <a:pt x="19" y="49"/>
                    <a:pt x="23" y="48"/>
                    <a:pt x="28" y="45"/>
                  </a:cubicBezTo>
                  <a:cubicBezTo>
                    <a:pt x="32" y="42"/>
                    <a:pt x="34" y="40"/>
                    <a:pt x="34" y="38"/>
                  </a:cubicBezTo>
                  <a:cubicBezTo>
                    <a:pt x="34" y="37"/>
                    <a:pt x="34" y="36"/>
                    <a:pt x="32" y="36"/>
                  </a:cubicBezTo>
                  <a:cubicBezTo>
                    <a:pt x="31" y="36"/>
                    <a:pt x="30" y="37"/>
                    <a:pt x="28" y="38"/>
                  </a:cubicBezTo>
                  <a:cubicBezTo>
                    <a:pt x="26" y="39"/>
                    <a:pt x="24" y="41"/>
                    <a:pt x="22" y="41"/>
                  </a:cubicBezTo>
                  <a:cubicBezTo>
                    <a:pt x="19" y="42"/>
                    <a:pt x="17" y="43"/>
                    <a:pt x="16" y="43"/>
                  </a:cubicBezTo>
                  <a:cubicBezTo>
                    <a:pt x="13" y="43"/>
                    <a:pt x="11" y="42"/>
                    <a:pt x="10" y="40"/>
                  </a:cubicBezTo>
                  <a:cubicBezTo>
                    <a:pt x="9" y="39"/>
                    <a:pt x="8" y="37"/>
                    <a:pt x="8" y="34"/>
                  </a:cubicBezTo>
                  <a:cubicBezTo>
                    <a:pt x="8" y="31"/>
                    <a:pt x="9" y="27"/>
                    <a:pt x="12" y="22"/>
                  </a:cubicBezTo>
                  <a:cubicBezTo>
                    <a:pt x="14" y="18"/>
                    <a:pt x="17" y="14"/>
                    <a:pt x="21" y="11"/>
                  </a:cubicBezTo>
                  <a:cubicBezTo>
                    <a:pt x="25" y="8"/>
                    <a:pt x="28" y="6"/>
                    <a:pt x="31" y="6"/>
                  </a:cubicBezTo>
                  <a:cubicBezTo>
                    <a:pt x="32" y="6"/>
                    <a:pt x="32" y="7"/>
                    <a:pt x="32" y="8"/>
                  </a:cubicBezTo>
                  <a:cubicBezTo>
                    <a:pt x="32" y="9"/>
                    <a:pt x="32" y="10"/>
                    <a:pt x="32" y="11"/>
                  </a:cubicBezTo>
                  <a:cubicBezTo>
                    <a:pt x="31" y="12"/>
                    <a:pt x="31" y="13"/>
                    <a:pt x="31" y="14"/>
                  </a:cubicBezTo>
                  <a:cubicBezTo>
                    <a:pt x="31" y="15"/>
                    <a:pt x="31" y="16"/>
                    <a:pt x="32" y="16"/>
                  </a:cubicBezTo>
                  <a:cubicBezTo>
                    <a:pt x="33" y="17"/>
                    <a:pt x="33" y="17"/>
                    <a:pt x="34" y="17"/>
                  </a:cubicBezTo>
                  <a:cubicBezTo>
                    <a:pt x="35" y="17"/>
                    <a:pt x="36" y="17"/>
                    <a:pt x="37" y="16"/>
                  </a:cubicBezTo>
                  <a:cubicBezTo>
                    <a:pt x="38" y="15"/>
                    <a:pt x="39" y="14"/>
                    <a:pt x="39" y="13"/>
                  </a:cubicBezTo>
                  <a:cubicBezTo>
                    <a:pt x="39" y="12"/>
                    <a:pt x="40" y="11"/>
                    <a:pt x="40" y="8"/>
                  </a:cubicBezTo>
                  <a:cubicBezTo>
                    <a:pt x="40" y="6"/>
                    <a:pt x="39" y="4"/>
                    <a:pt x="37" y="3"/>
                  </a:cubicBezTo>
                  <a:cubicBezTo>
                    <a:pt x="36" y="1"/>
                    <a:pt x="34" y="0"/>
                    <a:pt x="31" y="0"/>
                  </a:cubicBezTo>
                  <a:cubicBezTo>
                    <a:pt x="26" y="0"/>
                    <a:pt x="22" y="2"/>
                    <a:pt x="17" y="6"/>
                  </a:cubicBezTo>
                  <a:cubicBezTo>
                    <a:pt x="12" y="9"/>
                    <a:pt x="8" y="14"/>
                    <a:pt x="5" y="19"/>
                  </a:cubicBezTo>
                  <a:cubicBezTo>
                    <a:pt x="2" y="25"/>
                    <a:pt x="0" y="30"/>
                    <a:pt x="0" y="35"/>
                  </a:cubicBezTo>
                  <a:cubicBezTo>
                    <a:pt x="0" y="40"/>
                    <a:pt x="2" y="43"/>
                    <a:pt x="5"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5"/>
            <p:cNvSpPr>
              <a:spLocks/>
            </p:cNvSpPr>
            <p:nvPr/>
          </p:nvSpPr>
          <p:spPr bwMode="auto">
            <a:xfrm>
              <a:off x="1385887" y="4411663"/>
              <a:ext cx="49212" cy="53975"/>
            </a:xfrm>
            <a:custGeom>
              <a:avLst/>
              <a:gdLst>
                <a:gd name="T0" fmla="*/ 7 w 31"/>
                <a:gd name="T1" fmla="*/ 33 h 34"/>
                <a:gd name="T2" fmla="*/ 15 w 31"/>
                <a:gd name="T3" fmla="*/ 30 h 34"/>
                <a:gd name="T4" fmla="*/ 22 w 31"/>
                <a:gd name="T5" fmla="*/ 21 h 34"/>
                <a:gd name="T6" fmla="*/ 23 w 31"/>
                <a:gd name="T7" fmla="*/ 30 h 34"/>
                <a:gd name="T8" fmla="*/ 27 w 31"/>
                <a:gd name="T9" fmla="*/ 34 h 34"/>
                <a:gd name="T10" fmla="*/ 30 w 31"/>
                <a:gd name="T11" fmla="*/ 33 h 34"/>
                <a:gd name="T12" fmla="*/ 31 w 31"/>
                <a:gd name="T13" fmla="*/ 31 h 34"/>
                <a:gd name="T14" fmla="*/ 30 w 31"/>
                <a:gd name="T15" fmla="*/ 29 h 34"/>
                <a:gd name="T16" fmla="*/ 28 w 31"/>
                <a:gd name="T17" fmla="*/ 20 h 34"/>
                <a:gd name="T18" fmla="*/ 29 w 31"/>
                <a:gd name="T19" fmla="*/ 8 h 34"/>
                <a:gd name="T20" fmla="*/ 30 w 31"/>
                <a:gd name="T21" fmla="*/ 6 h 34"/>
                <a:gd name="T22" fmla="*/ 27 w 31"/>
                <a:gd name="T23" fmla="*/ 3 h 34"/>
                <a:gd name="T24" fmla="*/ 24 w 31"/>
                <a:gd name="T25" fmla="*/ 4 h 34"/>
                <a:gd name="T26" fmla="*/ 21 w 31"/>
                <a:gd name="T27" fmla="*/ 11 h 34"/>
                <a:gd name="T28" fmla="*/ 16 w 31"/>
                <a:gd name="T29" fmla="*/ 21 h 34"/>
                <a:gd name="T30" fmla="*/ 8 w 31"/>
                <a:gd name="T31" fmla="*/ 26 h 34"/>
                <a:gd name="T32" fmla="*/ 7 w 31"/>
                <a:gd name="T33" fmla="*/ 22 h 34"/>
                <a:gd name="T34" fmla="*/ 8 w 31"/>
                <a:gd name="T35" fmla="*/ 17 h 34"/>
                <a:gd name="T36" fmla="*/ 10 w 31"/>
                <a:gd name="T37" fmla="*/ 10 h 34"/>
                <a:gd name="T38" fmla="*/ 11 w 31"/>
                <a:gd name="T39" fmla="*/ 4 h 34"/>
                <a:gd name="T40" fmla="*/ 10 w 31"/>
                <a:gd name="T41" fmla="*/ 2 h 34"/>
                <a:gd name="T42" fmla="*/ 7 w 31"/>
                <a:gd name="T43" fmla="*/ 0 h 34"/>
                <a:gd name="T44" fmla="*/ 4 w 31"/>
                <a:gd name="T45" fmla="*/ 3 h 34"/>
                <a:gd name="T46" fmla="*/ 2 w 31"/>
                <a:gd name="T47" fmla="*/ 12 h 34"/>
                <a:gd name="T48" fmla="*/ 0 w 31"/>
                <a:gd name="T49" fmla="*/ 23 h 34"/>
                <a:gd name="T50" fmla="*/ 3 w 31"/>
                <a:gd name="T51" fmla="*/ 30 h 34"/>
                <a:gd name="T52" fmla="*/ 7 w 31"/>
                <a:gd name="T53" fmla="*/ 3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1" h="34">
                  <a:moveTo>
                    <a:pt x="7" y="33"/>
                  </a:moveTo>
                  <a:cubicBezTo>
                    <a:pt x="10" y="33"/>
                    <a:pt x="12" y="32"/>
                    <a:pt x="15" y="30"/>
                  </a:cubicBezTo>
                  <a:cubicBezTo>
                    <a:pt x="18" y="28"/>
                    <a:pt x="20" y="25"/>
                    <a:pt x="22" y="21"/>
                  </a:cubicBezTo>
                  <a:cubicBezTo>
                    <a:pt x="22" y="25"/>
                    <a:pt x="22" y="28"/>
                    <a:pt x="23" y="30"/>
                  </a:cubicBezTo>
                  <a:cubicBezTo>
                    <a:pt x="24" y="33"/>
                    <a:pt x="25" y="34"/>
                    <a:pt x="27" y="34"/>
                  </a:cubicBezTo>
                  <a:cubicBezTo>
                    <a:pt x="28" y="34"/>
                    <a:pt x="29" y="33"/>
                    <a:pt x="30" y="33"/>
                  </a:cubicBezTo>
                  <a:cubicBezTo>
                    <a:pt x="31" y="32"/>
                    <a:pt x="31" y="31"/>
                    <a:pt x="31" y="31"/>
                  </a:cubicBezTo>
                  <a:cubicBezTo>
                    <a:pt x="31" y="30"/>
                    <a:pt x="31" y="30"/>
                    <a:pt x="30" y="29"/>
                  </a:cubicBezTo>
                  <a:cubicBezTo>
                    <a:pt x="28" y="28"/>
                    <a:pt x="28" y="25"/>
                    <a:pt x="28" y="20"/>
                  </a:cubicBezTo>
                  <a:cubicBezTo>
                    <a:pt x="28" y="16"/>
                    <a:pt x="28" y="12"/>
                    <a:pt x="29" y="8"/>
                  </a:cubicBezTo>
                  <a:cubicBezTo>
                    <a:pt x="30" y="7"/>
                    <a:pt x="30" y="6"/>
                    <a:pt x="30" y="6"/>
                  </a:cubicBezTo>
                  <a:cubicBezTo>
                    <a:pt x="30" y="4"/>
                    <a:pt x="29" y="3"/>
                    <a:pt x="27" y="3"/>
                  </a:cubicBezTo>
                  <a:cubicBezTo>
                    <a:pt x="25" y="3"/>
                    <a:pt x="24" y="3"/>
                    <a:pt x="24" y="4"/>
                  </a:cubicBezTo>
                  <a:cubicBezTo>
                    <a:pt x="23" y="5"/>
                    <a:pt x="22" y="7"/>
                    <a:pt x="21" y="11"/>
                  </a:cubicBezTo>
                  <a:cubicBezTo>
                    <a:pt x="20" y="14"/>
                    <a:pt x="19" y="18"/>
                    <a:pt x="16" y="21"/>
                  </a:cubicBezTo>
                  <a:cubicBezTo>
                    <a:pt x="13" y="24"/>
                    <a:pt x="10" y="26"/>
                    <a:pt x="8" y="26"/>
                  </a:cubicBezTo>
                  <a:cubicBezTo>
                    <a:pt x="7" y="26"/>
                    <a:pt x="7" y="25"/>
                    <a:pt x="7" y="22"/>
                  </a:cubicBezTo>
                  <a:cubicBezTo>
                    <a:pt x="7" y="21"/>
                    <a:pt x="7" y="20"/>
                    <a:pt x="8" y="17"/>
                  </a:cubicBezTo>
                  <a:cubicBezTo>
                    <a:pt x="9" y="14"/>
                    <a:pt x="9" y="12"/>
                    <a:pt x="10" y="10"/>
                  </a:cubicBezTo>
                  <a:cubicBezTo>
                    <a:pt x="11" y="7"/>
                    <a:pt x="11" y="5"/>
                    <a:pt x="11" y="4"/>
                  </a:cubicBezTo>
                  <a:cubicBezTo>
                    <a:pt x="11" y="3"/>
                    <a:pt x="11" y="2"/>
                    <a:pt x="10" y="2"/>
                  </a:cubicBezTo>
                  <a:cubicBezTo>
                    <a:pt x="9" y="1"/>
                    <a:pt x="9" y="0"/>
                    <a:pt x="7" y="0"/>
                  </a:cubicBezTo>
                  <a:cubicBezTo>
                    <a:pt x="6" y="0"/>
                    <a:pt x="4" y="1"/>
                    <a:pt x="4" y="3"/>
                  </a:cubicBezTo>
                  <a:cubicBezTo>
                    <a:pt x="4" y="5"/>
                    <a:pt x="3" y="8"/>
                    <a:pt x="2" y="12"/>
                  </a:cubicBezTo>
                  <a:cubicBezTo>
                    <a:pt x="1" y="17"/>
                    <a:pt x="0" y="20"/>
                    <a:pt x="0" y="23"/>
                  </a:cubicBezTo>
                  <a:cubicBezTo>
                    <a:pt x="0" y="26"/>
                    <a:pt x="1" y="29"/>
                    <a:pt x="3" y="30"/>
                  </a:cubicBezTo>
                  <a:cubicBezTo>
                    <a:pt x="4" y="32"/>
                    <a:pt x="6" y="33"/>
                    <a:pt x="7"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6"/>
            <p:cNvSpPr>
              <a:spLocks/>
            </p:cNvSpPr>
            <p:nvPr/>
          </p:nvSpPr>
          <p:spPr bwMode="auto">
            <a:xfrm>
              <a:off x="1439862" y="4408488"/>
              <a:ext cx="42862" cy="57150"/>
            </a:xfrm>
            <a:custGeom>
              <a:avLst/>
              <a:gdLst>
                <a:gd name="T0" fmla="*/ 14 w 26"/>
                <a:gd name="T1" fmla="*/ 29 h 36"/>
                <a:gd name="T2" fmla="*/ 8 w 26"/>
                <a:gd name="T3" fmla="*/ 30 h 36"/>
                <a:gd name="T4" fmla="*/ 6 w 26"/>
                <a:gd name="T5" fmla="*/ 29 h 36"/>
                <a:gd name="T6" fmla="*/ 4 w 26"/>
                <a:gd name="T7" fmla="*/ 29 h 36"/>
                <a:gd name="T8" fmla="*/ 2 w 26"/>
                <a:gd name="T9" fmla="*/ 30 h 36"/>
                <a:gd name="T10" fmla="*/ 0 w 26"/>
                <a:gd name="T11" fmla="*/ 32 h 36"/>
                <a:gd name="T12" fmla="*/ 6 w 26"/>
                <a:gd name="T13" fmla="*/ 36 h 36"/>
                <a:gd name="T14" fmla="*/ 19 w 26"/>
                <a:gd name="T15" fmla="*/ 33 h 36"/>
                <a:gd name="T16" fmla="*/ 25 w 26"/>
                <a:gd name="T17" fmla="*/ 26 h 36"/>
                <a:gd name="T18" fmla="*/ 23 w 26"/>
                <a:gd name="T19" fmla="*/ 22 h 36"/>
                <a:gd name="T20" fmla="*/ 17 w 26"/>
                <a:gd name="T21" fmla="*/ 17 h 36"/>
                <a:gd name="T22" fmla="*/ 12 w 26"/>
                <a:gd name="T23" fmla="*/ 15 h 36"/>
                <a:gd name="T24" fmla="*/ 11 w 26"/>
                <a:gd name="T25" fmla="*/ 12 h 36"/>
                <a:gd name="T26" fmla="*/ 14 w 26"/>
                <a:gd name="T27" fmla="*/ 8 h 36"/>
                <a:gd name="T28" fmla="*/ 20 w 26"/>
                <a:gd name="T29" fmla="*/ 6 h 36"/>
                <a:gd name="T30" fmla="*/ 21 w 26"/>
                <a:gd name="T31" fmla="*/ 7 h 36"/>
                <a:gd name="T32" fmla="*/ 22 w 26"/>
                <a:gd name="T33" fmla="*/ 7 h 36"/>
                <a:gd name="T34" fmla="*/ 24 w 26"/>
                <a:gd name="T35" fmla="*/ 6 h 36"/>
                <a:gd name="T36" fmla="*/ 26 w 26"/>
                <a:gd name="T37" fmla="*/ 4 h 36"/>
                <a:gd name="T38" fmla="*/ 20 w 26"/>
                <a:gd name="T39" fmla="*/ 0 h 36"/>
                <a:gd name="T40" fmla="*/ 9 w 26"/>
                <a:gd name="T41" fmla="*/ 4 h 36"/>
                <a:gd name="T42" fmla="*/ 3 w 26"/>
                <a:gd name="T43" fmla="*/ 13 h 36"/>
                <a:gd name="T44" fmla="*/ 5 w 26"/>
                <a:gd name="T45" fmla="*/ 18 h 36"/>
                <a:gd name="T46" fmla="*/ 13 w 26"/>
                <a:gd name="T47" fmla="*/ 23 h 36"/>
                <a:gd name="T48" fmla="*/ 18 w 26"/>
                <a:gd name="T49" fmla="*/ 27 h 36"/>
                <a:gd name="T50" fmla="*/ 14 w 26"/>
                <a:gd name="T51"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 h="36">
                  <a:moveTo>
                    <a:pt x="14" y="29"/>
                  </a:moveTo>
                  <a:cubicBezTo>
                    <a:pt x="12" y="29"/>
                    <a:pt x="10" y="30"/>
                    <a:pt x="8" y="30"/>
                  </a:cubicBezTo>
                  <a:cubicBezTo>
                    <a:pt x="7" y="30"/>
                    <a:pt x="7" y="30"/>
                    <a:pt x="6" y="29"/>
                  </a:cubicBezTo>
                  <a:cubicBezTo>
                    <a:pt x="5" y="29"/>
                    <a:pt x="4" y="29"/>
                    <a:pt x="4" y="29"/>
                  </a:cubicBezTo>
                  <a:cubicBezTo>
                    <a:pt x="3" y="29"/>
                    <a:pt x="2" y="29"/>
                    <a:pt x="2" y="30"/>
                  </a:cubicBezTo>
                  <a:cubicBezTo>
                    <a:pt x="1" y="31"/>
                    <a:pt x="0" y="31"/>
                    <a:pt x="0" y="32"/>
                  </a:cubicBezTo>
                  <a:cubicBezTo>
                    <a:pt x="0" y="35"/>
                    <a:pt x="2" y="36"/>
                    <a:pt x="6" y="36"/>
                  </a:cubicBezTo>
                  <a:cubicBezTo>
                    <a:pt x="11" y="36"/>
                    <a:pt x="15" y="35"/>
                    <a:pt x="19" y="33"/>
                  </a:cubicBezTo>
                  <a:cubicBezTo>
                    <a:pt x="23" y="31"/>
                    <a:pt x="25" y="29"/>
                    <a:pt x="25" y="26"/>
                  </a:cubicBezTo>
                  <a:cubicBezTo>
                    <a:pt x="25" y="24"/>
                    <a:pt x="25" y="23"/>
                    <a:pt x="23" y="22"/>
                  </a:cubicBezTo>
                  <a:cubicBezTo>
                    <a:pt x="22" y="20"/>
                    <a:pt x="20" y="19"/>
                    <a:pt x="17" y="17"/>
                  </a:cubicBezTo>
                  <a:cubicBezTo>
                    <a:pt x="14" y="16"/>
                    <a:pt x="13" y="15"/>
                    <a:pt x="12" y="15"/>
                  </a:cubicBezTo>
                  <a:cubicBezTo>
                    <a:pt x="11" y="14"/>
                    <a:pt x="11" y="13"/>
                    <a:pt x="11" y="12"/>
                  </a:cubicBezTo>
                  <a:cubicBezTo>
                    <a:pt x="11" y="11"/>
                    <a:pt x="12" y="9"/>
                    <a:pt x="14" y="8"/>
                  </a:cubicBezTo>
                  <a:cubicBezTo>
                    <a:pt x="16" y="7"/>
                    <a:pt x="18" y="6"/>
                    <a:pt x="20" y="6"/>
                  </a:cubicBezTo>
                  <a:cubicBezTo>
                    <a:pt x="20" y="6"/>
                    <a:pt x="21" y="6"/>
                    <a:pt x="21" y="7"/>
                  </a:cubicBezTo>
                  <a:cubicBezTo>
                    <a:pt x="22" y="7"/>
                    <a:pt x="22" y="7"/>
                    <a:pt x="22" y="7"/>
                  </a:cubicBezTo>
                  <a:cubicBezTo>
                    <a:pt x="23" y="7"/>
                    <a:pt x="24" y="7"/>
                    <a:pt x="24" y="6"/>
                  </a:cubicBezTo>
                  <a:cubicBezTo>
                    <a:pt x="25" y="6"/>
                    <a:pt x="26" y="5"/>
                    <a:pt x="26" y="4"/>
                  </a:cubicBezTo>
                  <a:cubicBezTo>
                    <a:pt x="26" y="1"/>
                    <a:pt x="24" y="0"/>
                    <a:pt x="20" y="0"/>
                  </a:cubicBezTo>
                  <a:cubicBezTo>
                    <a:pt x="17" y="0"/>
                    <a:pt x="13" y="1"/>
                    <a:pt x="9" y="4"/>
                  </a:cubicBezTo>
                  <a:cubicBezTo>
                    <a:pt x="5" y="6"/>
                    <a:pt x="3" y="9"/>
                    <a:pt x="3" y="13"/>
                  </a:cubicBezTo>
                  <a:cubicBezTo>
                    <a:pt x="3" y="15"/>
                    <a:pt x="4" y="16"/>
                    <a:pt x="5" y="18"/>
                  </a:cubicBezTo>
                  <a:cubicBezTo>
                    <a:pt x="6" y="19"/>
                    <a:pt x="9" y="21"/>
                    <a:pt x="13" y="23"/>
                  </a:cubicBezTo>
                  <a:cubicBezTo>
                    <a:pt x="16" y="24"/>
                    <a:pt x="18" y="26"/>
                    <a:pt x="18" y="27"/>
                  </a:cubicBezTo>
                  <a:cubicBezTo>
                    <a:pt x="17" y="28"/>
                    <a:pt x="16" y="28"/>
                    <a:pt x="14"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7"/>
            <p:cNvSpPr>
              <a:spLocks/>
            </p:cNvSpPr>
            <p:nvPr/>
          </p:nvSpPr>
          <p:spPr bwMode="auto">
            <a:xfrm>
              <a:off x="1485900" y="4384676"/>
              <a:ext cx="58737" cy="79375"/>
            </a:xfrm>
            <a:custGeom>
              <a:avLst/>
              <a:gdLst>
                <a:gd name="T0" fmla="*/ 14 w 36"/>
                <a:gd name="T1" fmla="*/ 12 h 50"/>
                <a:gd name="T2" fmla="*/ 15 w 36"/>
                <a:gd name="T3" fmla="*/ 4 h 50"/>
                <a:gd name="T4" fmla="*/ 13 w 36"/>
                <a:gd name="T5" fmla="*/ 1 h 50"/>
                <a:gd name="T6" fmla="*/ 11 w 36"/>
                <a:gd name="T7" fmla="*/ 0 h 50"/>
                <a:gd name="T8" fmla="*/ 8 w 36"/>
                <a:gd name="T9" fmla="*/ 1 h 50"/>
                <a:gd name="T10" fmla="*/ 6 w 36"/>
                <a:gd name="T11" fmla="*/ 8 h 50"/>
                <a:gd name="T12" fmla="*/ 1 w 36"/>
                <a:gd name="T13" fmla="*/ 42 h 50"/>
                <a:gd name="T14" fmla="*/ 0 w 36"/>
                <a:gd name="T15" fmla="*/ 47 h 50"/>
                <a:gd name="T16" fmla="*/ 2 w 36"/>
                <a:gd name="T17" fmla="*/ 50 h 50"/>
                <a:gd name="T18" fmla="*/ 5 w 36"/>
                <a:gd name="T19" fmla="*/ 50 h 50"/>
                <a:gd name="T20" fmla="*/ 6 w 36"/>
                <a:gd name="T21" fmla="*/ 49 h 50"/>
                <a:gd name="T22" fmla="*/ 9 w 36"/>
                <a:gd name="T23" fmla="*/ 45 h 50"/>
                <a:gd name="T24" fmla="*/ 16 w 36"/>
                <a:gd name="T25" fmla="*/ 34 h 50"/>
                <a:gd name="T26" fmla="*/ 23 w 36"/>
                <a:gd name="T27" fmla="*/ 27 h 50"/>
                <a:gd name="T28" fmla="*/ 24 w 36"/>
                <a:gd name="T29" fmla="*/ 29 h 50"/>
                <a:gd name="T30" fmla="*/ 25 w 36"/>
                <a:gd name="T31" fmla="*/ 37 h 50"/>
                <a:gd name="T32" fmla="*/ 28 w 36"/>
                <a:gd name="T33" fmla="*/ 45 h 50"/>
                <a:gd name="T34" fmla="*/ 33 w 36"/>
                <a:gd name="T35" fmla="*/ 48 h 50"/>
                <a:gd name="T36" fmla="*/ 35 w 36"/>
                <a:gd name="T37" fmla="*/ 47 h 50"/>
                <a:gd name="T38" fmla="*/ 36 w 36"/>
                <a:gd name="T39" fmla="*/ 45 h 50"/>
                <a:gd name="T40" fmla="*/ 35 w 36"/>
                <a:gd name="T41" fmla="*/ 43 h 50"/>
                <a:gd name="T42" fmla="*/ 33 w 36"/>
                <a:gd name="T43" fmla="*/ 40 h 50"/>
                <a:gd name="T44" fmla="*/ 32 w 36"/>
                <a:gd name="T45" fmla="*/ 36 h 50"/>
                <a:gd name="T46" fmla="*/ 31 w 36"/>
                <a:gd name="T47" fmla="*/ 30 h 50"/>
                <a:gd name="T48" fmla="*/ 29 w 36"/>
                <a:gd name="T49" fmla="*/ 21 h 50"/>
                <a:gd name="T50" fmla="*/ 25 w 36"/>
                <a:gd name="T51" fmla="*/ 19 h 50"/>
                <a:gd name="T52" fmla="*/ 17 w 36"/>
                <a:gd name="T53" fmla="*/ 23 h 50"/>
                <a:gd name="T54" fmla="*/ 9 w 36"/>
                <a:gd name="T55" fmla="*/ 35 h 50"/>
                <a:gd name="T56" fmla="*/ 11 w 36"/>
                <a:gd name="T57" fmla="*/ 26 h 50"/>
                <a:gd name="T58" fmla="*/ 14 w 36"/>
                <a:gd name="T59" fmla="*/ 1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6" h="50">
                  <a:moveTo>
                    <a:pt x="14" y="12"/>
                  </a:moveTo>
                  <a:cubicBezTo>
                    <a:pt x="14" y="9"/>
                    <a:pt x="15" y="7"/>
                    <a:pt x="15" y="4"/>
                  </a:cubicBezTo>
                  <a:cubicBezTo>
                    <a:pt x="15" y="3"/>
                    <a:pt x="14" y="2"/>
                    <a:pt x="13" y="1"/>
                  </a:cubicBezTo>
                  <a:cubicBezTo>
                    <a:pt x="13" y="0"/>
                    <a:pt x="12" y="0"/>
                    <a:pt x="11" y="0"/>
                  </a:cubicBezTo>
                  <a:cubicBezTo>
                    <a:pt x="10" y="0"/>
                    <a:pt x="9" y="0"/>
                    <a:pt x="8" y="1"/>
                  </a:cubicBezTo>
                  <a:cubicBezTo>
                    <a:pt x="7" y="3"/>
                    <a:pt x="7" y="5"/>
                    <a:pt x="6" y="8"/>
                  </a:cubicBezTo>
                  <a:cubicBezTo>
                    <a:pt x="5" y="20"/>
                    <a:pt x="3" y="31"/>
                    <a:pt x="1" y="42"/>
                  </a:cubicBezTo>
                  <a:cubicBezTo>
                    <a:pt x="1" y="45"/>
                    <a:pt x="0" y="46"/>
                    <a:pt x="0" y="47"/>
                  </a:cubicBezTo>
                  <a:cubicBezTo>
                    <a:pt x="0" y="48"/>
                    <a:pt x="1" y="49"/>
                    <a:pt x="2" y="50"/>
                  </a:cubicBezTo>
                  <a:cubicBezTo>
                    <a:pt x="2" y="50"/>
                    <a:pt x="3" y="50"/>
                    <a:pt x="5" y="50"/>
                  </a:cubicBezTo>
                  <a:cubicBezTo>
                    <a:pt x="5" y="50"/>
                    <a:pt x="6" y="50"/>
                    <a:pt x="6" y="49"/>
                  </a:cubicBezTo>
                  <a:cubicBezTo>
                    <a:pt x="7" y="49"/>
                    <a:pt x="8" y="47"/>
                    <a:pt x="9" y="45"/>
                  </a:cubicBezTo>
                  <a:cubicBezTo>
                    <a:pt x="10" y="43"/>
                    <a:pt x="12" y="39"/>
                    <a:pt x="16" y="34"/>
                  </a:cubicBezTo>
                  <a:cubicBezTo>
                    <a:pt x="19" y="30"/>
                    <a:pt x="21" y="27"/>
                    <a:pt x="23" y="27"/>
                  </a:cubicBezTo>
                  <a:cubicBezTo>
                    <a:pt x="23" y="27"/>
                    <a:pt x="24" y="28"/>
                    <a:pt x="24" y="29"/>
                  </a:cubicBezTo>
                  <a:cubicBezTo>
                    <a:pt x="25" y="30"/>
                    <a:pt x="25" y="33"/>
                    <a:pt x="25" y="37"/>
                  </a:cubicBezTo>
                  <a:cubicBezTo>
                    <a:pt x="26" y="40"/>
                    <a:pt x="27" y="43"/>
                    <a:pt x="28" y="45"/>
                  </a:cubicBezTo>
                  <a:cubicBezTo>
                    <a:pt x="29" y="47"/>
                    <a:pt x="31" y="48"/>
                    <a:pt x="33" y="48"/>
                  </a:cubicBezTo>
                  <a:cubicBezTo>
                    <a:pt x="34" y="48"/>
                    <a:pt x="34" y="48"/>
                    <a:pt x="35" y="47"/>
                  </a:cubicBezTo>
                  <a:cubicBezTo>
                    <a:pt x="36" y="47"/>
                    <a:pt x="36" y="46"/>
                    <a:pt x="36" y="45"/>
                  </a:cubicBezTo>
                  <a:cubicBezTo>
                    <a:pt x="36" y="44"/>
                    <a:pt x="36" y="44"/>
                    <a:pt x="35" y="43"/>
                  </a:cubicBezTo>
                  <a:cubicBezTo>
                    <a:pt x="34" y="42"/>
                    <a:pt x="34" y="41"/>
                    <a:pt x="33" y="40"/>
                  </a:cubicBezTo>
                  <a:cubicBezTo>
                    <a:pt x="33" y="39"/>
                    <a:pt x="33" y="37"/>
                    <a:pt x="32" y="36"/>
                  </a:cubicBezTo>
                  <a:cubicBezTo>
                    <a:pt x="32" y="34"/>
                    <a:pt x="32" y="33"/>
                    <a:pt x="31" y="30"/>
                  </a:cubicBezTo>
                  <a:cubicBezTo>
                    <a:pt x="31" y="25"/>
                    <a:pt x="30" y="22"/>
                    <a:pt x="29" y="21"/>
                  </a:cubicBezTo>
                  <a:cubicBezTo>
                    <a:pt x="28" y="20"/>
                    <a:pt x="26" y="19"/>
                    <a:pt x="25" y="19"/>
                  </a:cubicBezTo>
                  <a:cubicBezTo>
                    <a:pt x="22" y="19"/>
                    <a:pt x="20" y="20"/>
                    <a:pt x="17" y="23"/>
                  </a:cubicBezTo>
                  <a:cubicBezTo>
                    <a:pt x="15" y="25"/>
                    <a:pt x="12" y="29"/>
                    <a:pt x="9" y="35"/>
                  </a:cubicBezTo>
                  <a:cubicBezTo>
                    <a:pt x="9" y="33"/>
                    <a:pt x="10" y="30"/>
                    <a:pt x="11" y="26"/>
                  </a:cubicBezTo>
                  <a:cubicBezTo>
                    <a:pt x="12" y="20"/>
                    <a:pt x="13" y="15"/>
                    <a:pt x="1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8"/>
            <p:cNvSpPr>
              <a:spLocks/>
            </p:cNvSpPr>
            <p:nvPr/>
          </p:nvSpPr>
          <p:spPr bwMode="auto">
            <a:xfrm>
              <a:off x="1562100" y="4386263"/>
              <a:ext cx="15875" cy="14288"/>
            </a:xfrm>
            <a:custGeom>
              <a:avLst/>
              <a:gdLst>
                <a:gd name="T0" fmla="*/ 8 w 10"/>
                <a:gd name="T1" fmla="*/ 7 h 9"/>
                <a:gd name="T2" fmla="*/ 10 w 10"/>
                <a:gd name="T3" fmla="*/ 4 h 9"/>
                <a:gd name="T4" fmla="*/ 9 w 10"/>
                <a:gd name="T5" fmla="*/ 1 h 9"/>
                <a:gd name="T6" fmla="*/ 6 w 10"/>
                <a:gd name="T7" fmla="*/ 0 h 9"/>
                <a:gd name="T8" fmla="*/ 2 w 10"/>
                <a:gd name="T9" fmla="*/ 1 h 9"/>
                <a:gd name="T10" fmla="*/ 0 w 10"/>
                <a:gd name="T11" fmla="*/ 4 h 9"/>
                <a:gd name="T12" fmla="*/ 2 w 10"/>
                <a:gd name="T13" fmla="*/ 7 h 9"/>
                <a:gd name="T14" fmla="*/ 5 w 10"/>
                <a:gd name="T15" fmla="*/ 9 h 9"/>
                <a:gd name="T16" fmla="*/ 8 w 10"/>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9">
                  <a:moveTo>
                    <a:pt x="8" y="7"/>
                  </a:moveTo>
                  <a:cubicBezTo>
                    <a:pt x="9" y="6"/>
                    <a:pt x="10" y="5"/>
                    <a:pt x="10" y="4"/>
                  </a:cubicBezTo>
                  <a:cubicBezTo>
                    <a:pt x="10" y="3"/>
                    <a:pt x="10" y="2"/>
                    <a:pt x="9" y="1"/>
                  </a:cubicBezTo>
                  <a:cubicBezTo>
                    <a:pt x="8" y="0"/>
                    <a:pt x="7" y="0"/>
                    <a:pt x="6" y="0"/>
                  </a:cubicBezTo>
                  <a:cubicBezTo>
                    <a:pt x="4" y="0"/>
                    <a:pt x="2" y="0"/>
                    <a:pt x="2" y="1"/>
                  </a:cubicBezTo>
                  <a:cubicBezTo>
                    <a:pt x="1" y="2"/>
                    <a:pt x="0" y="3"/>
                    <a:pt x="0" y="4"/>
                  </a:cubicBezTo>
                  <a:cubicBezTo>
                    <a:pt x="0" y="5"/>
                    <a:pt x="1" y="6"/>
                    <a:pt x="2" y="7"/>
                  </a:cubicBezTo>
                  <a:cubicBezTo>
                    <a:pt x="2" y="8"/>
                    <a:pt x="4" y="9"/>
                    <a:pt x="5" y="9"/>
                  </a:cubicBezTo>
                  <a:cubicBezTo>
                    <a:pt x="6" y="9"/>
                    <a:pt x="7" y="8"/>
                    <a:pt x="8"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9"/>
            <p:cNvSpPr>
              <a:spLocks/>
            </p:cNvSpPr>
            <p:nvPr/>
          </p:nvSpPr>
          <p:spPr bwMode="auto">
            <a:xfrm>
              <a:off x="1550987" y="4413251"/>
              <a:ext cx="17462" cy="52388"/>
            </a:xfrm>
            <a:custGeom>
              <a:avLst/>
              <a:gdLst>
                <a:gd name="T0" fmla="*/ 1 w 11"/>
                <a:gd name="T1" fmla="*/ 14 h 33"/>
                <a:gd name="T2" fmla="*/ 0 w 11"/>
                <a:gd name="T3" fmla="*/ 27 h 33"/>
                <a:gd name="T4" fmla="*/ 4 w 11"/>
                <a:gd name="T5" fmla="*/ 33 h 33"/>
                <a:gd name="T6" fmla="*/ 7 w 11"/>
                <a:gd name="T7" fmla="*/ 32 h 33"/>
                <a:gd name="T8" fmla="*/ 9 w 11"/>
                <a:gd name="T9" fmla="*/ 30 h 33"/>
                <a:gd name="T10" fmla="*/ 8 w 11"/>
                <a:gd name="T11" fmla="*/ 29 h 33"/>
                <a:gd name="T12" fmla="*/ 8 w 11"/>
                <a:gd name="T13" fmla="*/ 24 h 33"/>
                <a:gd name="T14" fmla="*/ 8 w 11"/>
                <a:gd name="T15" fmla="*/ 18 h 33"/>
                <a:gd name="T16" fmla="*/ 10 w 11"/>
                <a:gd name="T17" fmla="*/ 9 h 33"/>
                <a:gd name="T18" fmla="*/ 10 w 11"/>
                <a:gd name="T19" fmla="*/ 8 h 33"/>
                <a:gd name="T20" fmla="*/ 11 w 11"/>
                <a:gd name="T21" fmla="*/ 3 h 33"/>
                <a:gd name="T22" fmla="*/ 10 w 11"/>
                <a:gd name="T23" fmla="*/ 1 h 33"/>
                <a:gd name="T24" fmla="*/ 7 w 11"/>
                <a:gd name="T25" fmla="*/ 0 h 33"/>
                <a:gd name="T26" fmla="*/ 4 w 11"/>
                <a:gd name="T27" fmla="*/ 1 h 33"/>
                <a:gd name="T28" fmla="*/ 3 w 11"/>
                <a:gd name="T29" fmla="*/ 5 h 33"/>
                <a:gd name="T30" fmla="*/ 1 w 11"/>
                <a:gd name="T31" fmla="*/ 11 h 33"/>
                <a:gd name="T32" fmla="*/ 1 w 11"/>
                <a:gd name="T33" fmla="*/ 11 h 33"/>
                <a:gd name="T34" fmla="*/ 1 w 11"/>
                <a:gd name="T35" fmla="*/ 14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33">
                  <a:moveTo>
                    <a:pt x="1" y="14"/>
                  </a:moveTo>
                  <a:cubicBezTo>
                    <a:pt x="0" y="19"/>
                    <a:pt x="0" y="23"/>
                    <a:pt x="0" y="27"/>
                  </a:cubicBezTo>
                  <a:cubicBezTo>
                    <a:pt x="0" y="31"/>
                    <a:pt x="2" y="33"/>
                    <a:pt x="4" y="33"/>
                  </a:cubicBezTo>
                  <a:cubicBezTo>
                    <a:pt x="5" y="33"/>
                    <a:pt x="6" y="32"/>
                    <a:pt x="7" y="32"/>
                  </a:cubicBezTo>
                  <a:cubicBezTo>
                    <a:pt x="8" y="31"/>
                    <a:pt x="9" y="30"/>
                    <a:pt x="9" y="30"/>
                  </a:cubicBezTo>
                  <a:cubicBezTo>
                    <a:pt x="9" y="30"/>
                    <a:pt x="9" y="29"/>
                    <a:pt x="8" y="29"/>
                  </a:cubicBezTo>
                  <a:cubicBezTo>
                    <a:pt x="8" y="27"/>
                    <a:pt x="8" y="25"/>
                    <a:pt x="8" y="24"/>
                  </a:cubicBezTo>
                  <a:cubicBezTo>
                    <a:pt x="8" y="23"/>
                    <a:pt x="8" y="21"/>
                    <a:pt x="8" y="18"/>
                  </a:cubicBezTo>
                  <a:cubicBezTo>
                    <a:pt x="8" y="16"/>
                    <a:pt x="9" y="13"/>
                    <a:pt x="10" y="9"/>
                  </a:cubicBezTo>
                  <a:cubicBezTo>
                    <a:pt x="10" y="8"/>
                    <a:pt x="10" y="8"/>
                    <a:pt x="10" y="8"/>
                  </a:cubicBezTo>
                  <a:cubicBezTo>
                    <a:pt x="11" y="5"/>
                    <a:pt x="11" y="4"/>
                    <a:pt x="11" y="3"/>
                  </a:cubicBezTo>
                  <a:cubicBezTo>
                    <a:pt x="11" y="2"/>
                    <a:pt x="11" y="1"/>
                    <a:pt x="10" y="1"/>
                  </a:cubicBezTo>
                  <a:cubicBezTo>
                    <a:pt x="10" y="0"/>
                    <a:pt x="9" y="0"/>
                    <a:pt x="7" y="0"/>
                  </a:cubicBezTo>
                  <a:cubicBezTo>
                    <a:pt x="6" y="0"/>
                    <a:pt x="5" y="0"/>
                    <a:pt x="4" y="1"/>
                  </a:cubicBezTo>
                  <a:cubicBezTo>
                    <a:pt x="4" y="2"/>
                    <a:pt x="3" y="4"/>
                    <a:pt x="3" y="5"/>
                  </a:cubicBezTo>
                  <a:cubicBezTo>
                    <a:pt x="3" y="6"/>
                    <a:pt x="5" y="8"/>
                    <a:pt x="1" y="11"/>
                  </a:cubicBezTo>
                  <a:cubicBezTo>
                    <a:pt x="1" y="11"/>
                    <a:pt x="1" y="11"/>
                    <a:pt x="1" y="11"/>
                  </a:cubicBezTo>
                  <a:cubicBezTo>
                    <a:pt x="1" y="12"/>
                    <a:pt x="1" y="13"/>
                    <a:pt x="1"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20"/>
            <p:cNvSpPr>
              <a:spLocks noEditPoints="1"/>
            </p:cNvSpPr>
            <p:nvPr/>
          </p:nvSpPr>
          <p:spPr bwMode="auto">
            <a:xfrm>
              <a:off x="1577975" y="4411663"/>
              <a:ext cx="46037" cy="53975"/>
            </a:xfrm>
            <a:custGeom>
              <a:avLst/>
              <a:gdLst>
                <a:gd name="T0" fmla="*/ 21 w 29"/>
                <a:gd name="T1" fmla="*/ 29 h 34"/>
                <a:gd name="T2" fmla="*/ 28 w 29"/>
                <a:gd name="T3" fmla="*/ 17 h 34"/>
                <a:gd name="T4" fmla="*/ 28 w 29"/>
                <a:gd name="T5" fmla="*/ 17 h 34"/>
                <a:gd name="T6" fmla="*/ 29 w 29"/>
                <a:gd name="T7" fmla="*/ 13 h 34"/>
                <a:gd name="T8" fmla="*/ 26 w 29"/>
                <a:gd name="T9" fmla="*/ 3 h 34"/>
                <a:gd name="T10" fmla="*/ 18 w 29"/>
                <a:gd name="T11" fmla="*/ 0 h 34"/>
                <a:gd name="T12" fmla="*/ 6 w 29"/>
                <a:gd name="T13" fmla="*/ 7 h 34"/>
                <a:gd name="T14" fmla="*/ 0 w 29"/>
                <a:gd name="T15" fmla="*/ 22 h 34"/>
                <a:gd name="T16" fmla="*/ 3 w 29"/>
                <a:gd name="T17" fmla="*/ 30 h 34"/>
                <a:gd name="T18" fmla="*/ 10 w 29"/>
                <a:gd name="T19" fmla="*/ 34 h 34"/>
                <a:gd name="T20" fmla="*/ 21 w 29"/>
                <a:gd name="T21" fmla="*/ 29 h 34"/>
                <a:gd name="T22" fmla="*/ 9 w 29"/>
                <a:gd name="T23" fmla="*/ 26 h 34"/>
                <a:gd name="T24" fmla="*/ 8 w 29"/>
                <a:gd name="T25" fmla="*/ 22 h 34"/>
                <a:gd name="T26" fmla="*/ 10 w 29"/>
                <a:gd name="T27" fmla="*/ 14 h 34"/>
                <a:gd name="T28" fmla="*/ 14 w 29"/>
                <a:gd name="T29" fmla="*/ 9 h 34"/>
                <a:gd name="T30" fmla="*/ 14 w 29"/>
                <a:gd name="T31" fmla="*/ 9 h 34"/>
                <a:gd name="T32" fmla="*/ 18 w 29"/>
                <a:gd name="T33" fmla="*/ 7 h 34"/>
                <a:gd name="T34" fmla="*/ 21 w 29"/>
                <a:gd name="T35" fmla="*/ 8 h 34"/>
                <a:gd name="T36" fmla="*/ 23 w 29"/>
                <a:gd name="T37" fmla="*/ 13 h 34"/>
                <a:gd name="T38" fmla="*/ 19 w 29"/>
                <a:gd name="T39" fmla="*/ 23 h 34"/>
                <a:gd name="T40" fmla="*/ 11 w 29"/>
                <a:gd name="T41" fmla="*/ 28 h 34"/>
                <a:gd name="T42" fmla="*/ 9 w 29"/>
                <a:gd name="T43" fmla="*/ 2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 h="34">
                  <a:moveTo>
                    <a:pt x="21" y="29"/>
                  </a:moveTo>
                  <a:cubicBezTo>
                    <a:pt x="25" y="26"/>
                    <a:pt x="28" y="22"/>
                    <a:pt x="28" y="17"/>
                  </a:cubicBezTo>
                  <a:cubicBezTo>
                    <a:pt x="28" y="17"/>
                    <a:pt x="28" y="17"/>
                    <a:pt x="28" y="17"/>
                  </a:cubicBezTo>
                  <a:cubicBezTo>
                    <a:pt x="28" y="16"/>
                    <a:pt x="29" y="14"/>
                    <a:pt x="29" y="13"/>
                  </a:cubicBezTo>
                  <a:cubicBezTo>
                    <a:pt x="29" y="9"/>
                    <a:pt x="29" y="6"/>
                    <a:pt x="26" y="3"/>
                  </a:cubicBezTo>
                  <a:cubicBezTo>
                    <a:pt x="24" y="1"/>
                    <a:pt x="22" y="0"/>
                    <a:pt x="18" y="0"/>
                  </a:cubicBezTo>
                  <a:cubicBezTo>
                    <a:pt x="13" y="0"/>
                    <a:pt x="9" y="2"/>
                    <a:pt x="6" y="7"/>
                  </a:cubicBezTo>
                  <a:cubicBezTo>
                    <a:pt x="2" y="12"/>
                    <a:pt x="0" y="17"/>
                    <a:pt x="0" y="22"/>
                  </a:cubicBezTo>
                  <a:cubicBezTo>
                    <a:pt x="0" y="26"/>
                    <a:pt x="1" y="28"/>
                    <a:pt x="3" y="30"/>
                  </a:cubicBezTo>
                  <a:cubicBezTo>
                    <a:pt x="5" y="33"/>
                    <a:pt x="7" y="34"/>
                    <a:pt x="10" y="34"/>
                  </a:cubicBezTo>
                  <a:cubicBezTo>
                    <a:pt x="14" y="34"/>
                    <a:pt x="17" y="32"/>
                    <a:pt x="21" y="29"/>
                  </a:cubicBezTo>
                  <a:close/>
                  <a:moveTo>
                    <a:pt x="9" y="26"/>
                  </a:moveTo>
                  <a:cubicBezTo>
                    <a:pt x="8" y="25"/>
                    <a:pt x="8" y="23"/>
                    <a:pt x="8" y="22"/>
                  </a:cubicBezTo>
                  <a:cubicBezTo>
                    <a:pt x="8" y="19"/>
                    <a:pt x="8" y="17"/>
                    <a:pt x="10" y="14"/>
                  </a:cubicBezTo>
                  <a:cubicBezTo>
                    <a:pt x="11" y="12"/>
                    <a:pt x="12" y="9"/>
                    <a:pt x="14" y="9"/>
                  </a:cubicBezTo>
                  <a:cubicBezTo>
                    <a:pt x="14" y="9"/>
                    <a:pt x="14" y="9"/>
                    <a:pt x="14" y="9"/>
                  </a:cubicBezTo>
                  <a:cubicBezTo>
                    <a:pt x="15" y="5"/>
                    <a:pt x="16" y="7"/>
                    <a:pt x="18" y="7"/>
                  </a:cubicBezTo>
                  <a:cubicBezTo>
                    <a:pt x="19" y="7"/>
                    <a:pt x="21" y="7"/>
                    <a:pt x="21" y="8"/>
                  </a:cubicBezTo>
                  <a:cubicBezTo>
                    <a:pt x="22" y="10"/>
                    <a:pt x="23" y="11"/>
                    <a:pt x="23" y="13"/>
                  </a:cubicBezTo>
                  <a:cubicBezTo>
                    <a:pt x="23" y="17"/>
                    <a:pt x="21" y="20"/>
                    <a:pt x="19" y="23"/>
                  </a:cubicBezTo>
                  <a:cubicBezTo>
                    <a:pt x="16" y="26"/>
                    <a:pt x="14" y="28"/>
                    <a:pt x="11" y="28"/>
                  </a:cubicBezTo>
                  <a:cubicBezTo>
                    <a:pt x="10" y="28"/>
                    <a:pt x="9" y="27"/>
                    <a:pt x="9"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21"/>
            <p:cNvSpPr>
              <a:spLocks/>
            </p:cNvSpPr>
            <p:nvPr/>
          </p:nvSpPr>
          <p:spPr bwMode="auto">
            <a:xfrm>
              <a:off x="1635125" y="4413251"/>
              <a:ext cx="60325" cy="50800"/>
            </a:xfrm>
            <a:custGeom>
              <a:avLst/>
              <a:gdLst>
                <a:gd name="T0" fmla="*/ 36 w 38"/>
                <a:gd name="T1" fmla="*/ 23 h 32"/>
                <a:gd name="T2" fmla="*/ 35 w 38"/>
                <a:gd name="T3" fmla="*/ 24 h 32"/>
                <a:gd name="T4" fmla="*/ 33 w 38"/>
                <a:gd name="T5" fmla="*/ 24 h 32"/>
                <a:gd name="T6" fmla="*/ 30 w 38"/>
                <a:gd name="T7" fmla="*/ 13 h 32"/>
                <a:gd name="T8" fmla="*/ 22 w 38"/>
                <a:gd name="T9" fmla="*/ 2 h 32"/>
                <a:gd name="T10" fmla="*/ 8 w 38"/>
                <a:gd name="T11" fmla="*/ 17 h 32"/>
                <a:gd name="T12" fmla="*/ 9 w 38"/>
                <a:gd name="T13" fmla="*/ 6 h 32"/>
                <a:gd name="T14" fmla="*/ 8 w 38"/>
                <a:gd name="T15" fmla="*/ 1 h 32"/>
                <a:gd name="T16" fmla="*/ 6 w 38"/>
                <a:gd name="T17" fmla="*/ 0 h 32"/>
                <a:gd name="T18" fmla="*/ 3 w 38"/>
                <a:gd name="T19" fmla="*/ 2 h 32"/>
                <a:gd name="T20" fmla="*/ 2 w 38"/>
                <a:gd name="T21" fmla="*/ 5 h 32"/>
                <a:gd name="T22" fmla="*/ 1 w 38"/>
                <a:gd name="T23" fmla="*/ 21 h 32"/>
                <a:gd name="T24" fmla="*/ 0 w 38"/>
                <a:gd name="T25" fmla="*/ 27 h 32"/>
                <a:gd name="T26" fmla="*/ 4 w 38"/>
                <a:gd name="T27" fmla="*/ 32 h 32"/>
                <a:gd name="T28" fmla="*/ 6 w 38"/>
                <a:gd name="T29" fmla="*/ 31 h 32"/>
                <a:gd name="T30" fmla="*/ 7 w 38"/>
                <a:gd name="T31" fmla="*/ 29 h 32"/>
                <a:gd name="T32" fmla="*/ 13 w 38"/>
                <a:gd name="T33" fmla="*/ 17 h 32"/>
                <a:gd name="T34" fmla="*/ 21 w 38"/>
                <a:gd name="T35" fmla="*/ 9 h 32"/>
                <a:gd name="T36" fmla="*/ 24 w 38"/>
                <a:gd name="T37" fmla="*/ 17 h 32"/>
                <a:gd name="T38" fmla="*/ 26 w 38"/>
                <a:gd name="T39" fmla="*/ 28 h 32"/>
                <a:gd name="T40" fmla="*/ 26 w 38"/>
                <a:gd name="T41" fmla="*/ 28 h 32"/>
                <a:gd name="T42" fmla="*/ 31 w 38"/>
                <a:gd name="T43" fmla="*/ 30 h 32"/>
                <a:gd name="T44" fmla="*/ 36 w 38"/>
                <a:gd name="T45" fmla="*/ 28 h 32"/>
                <a:gd name="T46" fmla="*/ 38 w 38"/>
                <a:gd name="T47" fmla="*/ 25 h 32"/>
                <a:gd name="T48" fmla="*/ 36 w 38"/>
                <a:gd name="T49" fmla="*/ 2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 h="32">
                  <a:moveTo>
                    <a:pt x="36" y="23"/>
                  </a:moveTo>
                  <a:cubicBezTo>
                    <a:pt x="36" y="23"/>
                    <a:pt x="35" y="23"/>
                    <a:pt x="35" y="24"/>
                  </a:cubicBezTo>
                  <a:cubicBezTo>
                    <a:pt x="34" y="24"/>
                    <a:pt x="34" y="24"/>
                    <a:pt x="33" y="24"/>
                  </a:cubicBezTo>
                  <a:cubicBezTo>
                    <a:pt x="32" y="24"/>
                    <a:pt x="31" y="20"/>
                    <a:pt x="30" y="13"/>
                  </a:cubicBezTo>
                  <a:cubicBezTo>
                    <a:pt x="30" y="5"/>
                    <a:pt x="27" y="2"/>
                    <a:pt x="22" y="2"/>
                  </a:cubicBezTo>
                  <a:cubicBezTo>
                    <a:pt x="17" y="2"/>
                    <a:pt x="12" y="7"/>
                    <a:pt x="8" y="17"/>
                  </a:cubicBezTo>
                  <a:cubicBezTo>
                    <a:pt x="9" y="12"/>
                    <a:pt x="9" y="8"/>
                    <a:pt x="9" y="6"/>
                  </a:cubicBezTo>
                  <a:cubicBezTo>
                    <a:pt x="9" y="3"/>
                    <a:pt x="9" y="2"/>
                    <a:pt x="8" y="1"/>
                  </a:cubicBezTo>
                  <a:cubicBezTo>
                    <a:pt x="8" y="1"/>
                    <a:pt x="7" y="0"/>
                    <a:pt x="6" y="0"/>
                  </a:cubicBezTo>
                  <a:cubicBezTo>
                    <a:pt x="5" y="0"/>
                    <a:pt x="4" y="1"/>
                    <a:pt x="3" y="2"/>
                  </a:cubicBezTo>
                  <a:cubicBezTo>
                    <a:pt x="2" y="3"/>
                    <a:pt x="2" y="4"/>
                    <a:pt x="2" y="5"/>
                  </a:cubicBezTo>
                  <a:cubicBezTo>
                    <a:pt x="2" y="11"/>
                    <a:pt x="2" y="17"/>
                    <a:pt x="1" y="21"/>
                  </a:cubicBezTo>
                  <a:cubicBezTo>
                    <a:pt x="0" y="24"/>
                    <a:pt x="0" y="26"/>
                    <a:pt x="0" y="27"/>
                  </a:cubicBezTo>
                  <a:cubicBezTo>
                    <a:pt x="0" y="30"/>
                    <a:pt x="1" y="32"/>
                    <a:pt x="4" y="32"/>
                  </a:cubicBezTo>
                  <a:cubicBezTo>
                    <a:pt x="5" y="32"/>
                    <a:pt x="5" y="31"/>
                    <a:pt x="6" y="31"/>
                  </a:cubicBezTo>
                  <a:cubicBezTo>
                    <a:pt x="6" y="30"/>
                    <a:pt x="7" y="30"/>
                    <a:pt x="7" y="29"/>
                  </a:cubicBezTo>
                  <a:cubicBezTo>
                    <a:pt x="8" y="26"/>
                    <a:pt x="10" y="22"/>
                    <a:pt x="13" y="17"/>
                  </a:cubicBezTo>
                  <a:cubicBezTo>
                    <a:pt x="17" y="12"/>
                    <a:pt x="19" y="9"/>
                    <a:pt x="21" y="9"/>
                  </a:cubicBezTo>
                  <a:cubicBezTo>
                    <a:pt x="22" y="9"/>
                    <a:pt x="23" y="12"/>
                    <a:pt x="24" y="17"/>
                  </a:cubicBezTo>
                  <a:cubicBezTo>
                    <a:pt x="24" y="22"/>
                    <a:pt x="25" y="24"/>
                    <a:pt x="26" y="28"/>
                  </a:cubicBezTo>
                  <a:cubicBezTo>
                    <a:pt x="26" y="28"/>
                    <a:pt x="26" y="28"/>
                    <a:pt x="26" y="28"/>
                  </a:cubicBezTo>
                  <a:cubicBezTo>
                    <a:pt x="27" y="28"/>
                    <a:pt x="29" y="30"/>
                    <a:pt x="31" y="30"/>
                  </a:cubicBezTo>
                  <a:cubicBezTo>
                    <a:pt x="33" y="30"/>
                    <a:pt x="35" y="30"/>
                    <a:pt x="36" y="28"/>
                  </a:cubicBezTo>
                  <a:cubicBezTo>
                    <a:pt x="37" y="27"/>
                    <a:pt x="38" y="26"/>
                    <a:pt x="38" y="25"/>
                  </a:cubicBezTo>
                  <a:cubicBezTo>
                    <a:pt x="38" y="24"/>
                    <a:pt x="37" y="23"/>
                    <a:pt x="36"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0" name="组合 19"/>
          <p:cNvGrpSpPr/>
          <p:nvPr/>
        </p:nvGrpSpPr>
        <p:grpSpPr>
          <a:xfrm>
            <a:off x="2994025" y="3441701"/>
            <a:ext cx="1797050" cy="1130300"/>
            <a:chOff x="2994025" y="3441701"/>
            <a:chExt cx="1797050" cy="1130300"/>
          </a:xfrm>
          <a:solidFill>
            <a:schemeClr val="tx1">
              <a:lumMod val="65000"/>
              <a:lumOff val="35000"/>
            </a:schemeClr>
          </a:solidFill>
        </p:grpSpPr>
        <p:sp>
          <p:nvSpPr>
            <p:cNvPr id="21" name="Freeform 22"/>
            <p:cNvSpPr>
              <a:spLocks/>
            </p:cNvSpPr>
            <p:nvPr/>
          </p:nvSpPr>
          <p:spPr bwMode="auto">
            <a:xfrm>
              <a:off x="2994025" y="3851276"/>
              <a:ext cx="1797050" cy="187325"/>
            </a:xfrm>
            <a:custGeom>
              <a:avLst/>
              <a:gdLst>
                <a:gd name="T0" fmla="*/ 970 w 1112"/>
                <a:gd name="T1" fmla="*/ 25 h 116"/>
                <a:gd name="T2" fmla="*/ 957 w 1112"/>
                <a:gd name="T3" fmla="*/ 23 h 116"/>
                <a:gd name="T4" fmla="*/ 821 w 1112"/>
                <a:gd name="T5" fmla="*/ 0 h 116"/>
                <a:gd name="T6" fmla="*/ 610 w 1112"/>
                <a:gd name="T7" fmla="*/ 0 h 116"/>
                <a:gd name="T8" fmla="*/ 547 w 1112"/>
                <a:gd name="T9" fmla="*/ 39 h 116"/>
                <a:gd name="T10" fmla="*/ 546 w 1112"/>
                <a:gd name="T11" fmla="*/ 40 h 116"/>
                <a:gd name="T12" fmla="*/ 546 w 1112"/>
                <a:gd name="T13" fmla="*/ 40 h 116"/>
                <a:gd name="T14" fmla="*/ 466 w 1112"/>
                <a:gd name="T15" fmla="*/ 46 h 116"/>
                <a:gd name="T16" fmla="*/ 318 w 1112"/>
                <a:gd name="T17" fmla="*/ 19 h 116"/>
                <a:gd name="T18" fmla="*/ 281 w 1112"/>
                <a:gd name="T19" fmla="*/ 0 h 116"/>
                <a:gd name="T20" fmla="*/ 15 w 1112"/>
                <a:gd name="T21" fmla="*/ 0 h 116"/>
                <a:gd name="T22" fmla="*/ 0 w 1112"/>
                <a:gd name="T23" fmla="*/ 17 h 116"/>
                <a:gd name="T24" fmla="*/ 0 w 1112"/>
                <a:gd name="T25" fmla="*/ 100 h 116"/>
                <a:gd name="T26" fmla="*/ 15 w 1112"/>
                <a:gd name="T27" fmla="*/ 116 h 116"/>
                <a:gd name="T28" fmla="*/ 528 w 1112"/>
                <a:gd name="T29" fmla="*/ 116 h 116"/>
                <a:gd name="T30" fmla="*/ 538 w 1112"/>
                <a:gd name="T31" fmla="*/ 61 h 116"/>
                <a:gd name="T32" fmla="*/ 623 w 1112"/>
                <a:gd name="T33" fmla="*/ 109 h 116"/>
                <a:gd name="T34" fmla="*/ 609 w 1112"/>
                <a:gd name="T35" fmla="*/ 116 h 116"/>
                <a:gd name="T36" fmla="*/ 1096 w 1112"/>
                <a:gd name="T37" fmla="*/ 116 h 116"/>
                <a:gd name="T38" fmla="*/ 1112 w 1112"/>
                <a:gd name="T39" fmla="*/ 100 h 116"/>
                <a:gd name="T40" fmla="*/ 1112 w 1112"/>
                <a:gd name="T41" fmla="*/ 17 h 116"/>
                <a:gd name="T42" fmla="*/ 1096 w 1112"/>
                <a:gd name="T43" fmla="*/ 0 h 116"/>
                <a:gd name="T44" fmla="*/ 1019 w 1112"/>
                <a:gd name="T45" fmla="*/ 0 h 116"/>
                <a:gd name="T46" fmla="*/ 970 w 1112"/>
                <a:gd name="T47" fmla="*/ 2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12" h="116">
                  <a:moveTo>
                    <a:pt x="970" y="25"/>
                  </a:moveTo>
                  <a:cubicBezTo>
                    <a:pt x="966" y="25"/>
                    <a:pt x="961" y="24"/>
                    <a:pt x="957" y="23"/>
                  </a:cubicBezTo>
                  <a:cubicBezTo>
                    <a:pt x="910" y="12"/>
                    <a:pt x="864" y="4"/>
                    <a:pt x="821" y="0"/>
                  </a:cubicBezTo>
                  <a:cubicBezTo>
                    <a:pt x="610" y="0"/>
                    <a:pt x="610" y="0"/>
                    <a:pt x="610" y="0"/>
                  </a:cubicBezTo>
                  <a:cubicBezTo>
                    <a:pt x="597" y="20"/>
                    <a:pt x="576" y="33"/>
                    <a:pt x="547" y="39"/>
                  </a:cubicBezTo>
                  <a:cubicBezTo>
                    <a:pt x="546" y="40"/>
                    <a:pt x="546" y="40"/>
                    <a:pt x="546" y="40"/>
                  </a:cubicBezTo>
                  <a:cubicBezTo>
                    <a:pt x="546" y="40"/>
                    <a:pt x="546" y="40"/>
                    <a:pt x="546" y="40"/>
                  </a:cubicBezTo>
                  <a:cubicBezTo>
                    <a:pt x="515" y="44"/>
                    <a:pt x="489" y="46"/>
                    <a:pt x="466" y="46"/>
                  </a:cubicBezTo>
                  <a:cubicBezTo>
                    <a:pt x="418" y="46"/>
                    <a:pt x="376" y="38"/>
                    <a:pt x="318" y="19"/>
                  </a:cubicBezTo>
                  <a:cubicBezTo>
                    <a:pt x="304" y="14"/>
                    <a:pt x="292" y="8"/>
                    <a:pt x="281" y="0"/>
                  </a:cubicBezTo>
                  <a:cubicBezTo>
                    <a:pt x="15" y="0"/>
                    <a:pt x="15" y="0"/>
                    <a:pt x="15" y="0"/>
                  </a:cubicBezTo>
                  <a:cubicBezTo>
                    <a:pt x="6" y="0"/>
                    <a:pt x="0" y="8"/>
                    <a:pt x="0" y="17"/>
                  </a:cubicBezTo>
                  <a:cubicBezTo>
                    <a:pt x="0" y="100"/>
                    <a:pt x="0" y="100"/>
                    <a:pt x="0" y="100"/>
                  </a:cubicBezTo>
                  <a:cubicBezTo>
                    <a:pt x="0" y="109"/>
                    <a:pt x="6" y="116"/>
                    <a:pt x="15" y="116"/>
                  </a:cubicBezTo>
                  <a:cubicBezTo>
                    <a:pt x="528" y="116"/>
                    <a:pt x="528" y="116"/>
                    <a:pt x="528" y="116"/>
                  </a:cubicBezTo>
                  <a:cubicBezTo>
                    <a:pt x="538" y="61"/>
                    <a:pt x="538" y="61"/>
                    <a:pt x="538" y="61"/>
                  </a:cubicBezTo>
                  <a:cubicBezTo>
                    <a:pt x="623" y="109"/>
                    <a:pt x="623" y="109"/>
                    <a:pt x="623" y="109"/>
                  </a:cubicBezTo>
                  <a:cubicBezTo>
                    <a:pt x="609" y="116"/>
                    <a:pt x="609" y="116"/>
                    <a:pt x="609" y="116"/>
                  </a:cubicBezTo>
                  <a:cubicBezTo>
                    <a:pt x="1096" y="116"/>
                    <a:pt x="1096" y="116"/>
                    <a:pt x="1096" y="116"/>
                  </a:cubicBezTo>
                  <a:cubicBezTo>
                    <a:pt x="1105" y="116"/>
                    <a:pt x="1112" y="109"/>
                    <a:pt x="1112" y="100"/>
                  </a:cubicBezTo>
                  <a:cubicBezTo>
                    <a:pt x="1112" y="17"/>
                    <a:pt x="1112" y="17"/>
                    <a:pt x="1112" y="17"/>
                  </a:cubicBezTo>
                  <a:cubicBezTo>
                    <a:pt x="1112" y="8"/>
                    <a:pt x="1105" y="0"/>
                    <a:pt x="1096" y="0"/>
                  </a:cubicBezTo>
                  <a:cubicBezTo>
                    <a:pt x="1019" y="0"/>
                    <a:pt x="1019" y="0"/>
                    <a:pt x="1019" y="0"/>
                  </a:cubicBezTo>
                  <a:cubicBezTo>
                    <a:pt x="1008" y="16"/>
                    <a:pt x="990" y="25"/>
                    <a:pt x="970"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23"/>
            <p:cNvSpPr>
              <a:spLocks/>
            </p:cNvSpPr>
            <p:nvPr/>
          </p:nvSpPr>
          <p:spPr bwMode="auto">
            <a:xfrm>
              <a:off x="2994025" y="4057651"/>
              <a:ext cx="982662" cy="309563"/>
            </a:xfrm>
            <a:custGeom>
              <a:avLst/>
              <a:gdLst>
                <a:gd name="T0" fmla="*/ 520 w 608"/>
                <a:gd name="T1" fmla="*/ 29 h 192"/>
                <a:gd name="T2" fmla="*/ 525 w 608"/>
                <a:gd name="T3" fmla="*/ 0 h 192"/>
                <a:gd name="T4" fmla="*/ 15 w 608"/>
                <a:gd name="T5" fmla="*/ 0 h 192"/>
                <a:gd name="T6" fmla="*/ 0 w 608"/>
                <a:gd name="T7" fmla="*/ 17 h 192"/>
                <a:gd name="T8" fmla="*/ 0 w 608"/>
                <a:gd name="T9" fmla="*/ 100 h 192"/>
                <a:gd name="T10" fmla="*/ 15 w 608"/>
                <a:gd name="T11" fmla="*/ 116 h 192"/>
                <a:gd name="T12" fmla="*/ 24 w 608"/>
                <a:gd name="T13" fmla="*/ 116 h 192"/>
                <a:gd name="T14" fmla="*/ 24 w 608"/>
                <a:gd name="T15" fmla="*/ 192 h 192"/>
                <a:gd name="T16" fmla="*/ 88 w 608"/>
                <a:gd name="T17" fmla="*/ 192 h 192"/>
                <a:gd name="T18" fmla="*/ 88 w 608"/>
                <a:gd name="T19" fmla="*/ 116 h 192"/>
                <a:gd name="T20" fmla="*/ 608 w 608"/>
                <a:gd name="T21" fmla="*/ 116 h 192"/>
                <a:gd name="T22" fmla="*/ 559 w 608"/>
                <a:gd name="T23" fmla="*/ 11 h 192"/>
                <a:gd name="T24" fmla="*/ 520 w 608"/>
                <a:gd name="T25" fmla="*/ 29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8" h="192">
                  <a:moveTo>
                    <a:pt x="520" y="29"/>
                  </a:moveTo>
                  <a:cubicBezTo>
                    <a:pt x="525" y="0"/>
                    <a:pt x="525" y="0"/>
                    <a:pt x="525" y="0"/>
                  </a:cubicBezTo>
                  <a:cubicBezTo>
                    <a:pt x="15" y="0"/>
                    <a:pt x="15" y="0"/>
                    <a:pt x="15" y="0"/>
                  </a:cubicBezTo>
                  <a:cubicBezTo>
                    <a:pt x="6" y="0"/>
                    <a:pt x="0" y="8"/>
                    <a:pt x="0" y="17"/>
                  </a:cubicBezTo>
                  <a:cubicBezTo>
                    <a:pt x="0" y="100"/>
                    <a:pt x="0" y="100"/>
                    <a:pt x="0" y="100"/>
                  </a:cubicBezTo>
                  <a:cubicBezTo>
                    <a:pt x="0" y="109"/>
                    <a:pt x="6" y="116"/>
                    <a:pt x="15" y="116"/>
                  </a:cubicBezTo>
                  <a:cubicBezTo>
                    <a:pt x="24" y="116"/>
                    <a:pt x="24" y="116"/>
                    <a:pt x="24" y="116"/>
                  </a:cubicBezTo>
                  <a:cubicBezTo>
                    <a:pt x="24" y="192"/>
                    <a:pt x="24" y="192"/>
                    <a:pt x="24" y="192"/>
                  </a:cubicBezTo>
                  <a:cubicBezTo>
                    <a:pt x="88" y="192"/>
                    <a:pt x="88" y="192"/>
                    <a:pt x="88" y="192"/>
                  </a:cubicBezTo>
                  <a:cubicBezTo>
                    <a:pt x="88" y="116"/>
                    <a:pt x="88" y="116"/>
                    <a:pt x="88" y="116"/>
                  </a:cubicBezTo>
                  <a:cubicBezTo>
                    <a:pt x="608" y="116"/>
                    <a:pt x="608" y="116"/>
                    <a:pt x="608" y="116"/>
                  </a:cubicBezTo>
                  <a:cubicBezTo>
                    <a:pt x="559" y="11"/>
                    <a:pt x="559" y="11"/>
                    <a:pt x="559" y="11"/>
                  </a:cubicBezTo>
                  <a:lnTo>
                    <a:pt x="520" y="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24"/>
            <p:cNvSpPr>
              <a:spLocks/>
            </p:cNvSpPr>
            <p:nvPr/>
          </p:nvSpPr>
          <p:spPr bwMode="auto">
            <a:xfrm>
              <a:off x="3938587" y="4057651"/>
              <a:ext cx="852487" cy="309563"/>
            </a:xfrm>
            <a:custGeom>
              <a:avLst/>
              <a:gdLst>
                <a:gd name="T0" fmla="*/ 443 w 527"/>
                <a:gd name="T1" fmla="*/ 116 h 192"/>
                <a:gd name="T2" fmla="*/ 443 w 527"/>
                <a:gd name="T3" fmla="*/ 192 h 192"/>
                <a:gd name="T4" fmla="*/ 507 w 527"/>
                <a:gd name="T5" fmla="*/ 192 h 192"/>
                <a:gd name="T6" fmla="*/ 507 w 527"/>
                <a:gd name="T7" fmla="*/ 116 h 192"/>
                <a:gd name="T8" fmla="*/ 511 w 527"/>
                <a:gd name="T9" fmla="*/ 116 h 192"/>
                <a:gd name="T10" fmla="*/ 527 w 527"/>
                <a:gd name="T11" fmla="*/ 100 h 192"/>
                <a:gd name="T12" fmla="*/ 527 w 527"/>
                <a:gd name="T13" fmla="*/ 17 h 192"/>
                <a:gd name="T14" fmla="*/ 511 w 527"/>
                <a:gd name="T15" fmla="*/ 0 h 192"/>
                <a:gd name="T16" fmla="*/ 0 w 527"/>
                <a:gd name="T17" fmla="*/ 0 h 192"/>
                <a:gd name="T18" fmla="*/ 54 w 527"/>
                <a:gd name="T19" fmla="*/ 116 h 192"/>
                <a:gd name="T20" fmla="*/ 443 w 527"/>
                <a:gd name="T21" fmla="*/ 116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7" h="192">
                  <a:moveTo>
                    <a:pt x="443" y="116"/>
                  </a:moveTo>
                  <a:cubicBezTo>
                    <a:pt x="443" y="192"/>
                    <a:pt x="443" y="192"/>
                    <a:pt x="443" y="192"/>
                  </a:cubicBezTo>
                  <a:cubicBezTo>
                    <a:pt x="507" y="192"/>
                    <a:pt x="507" y="192"/>
                    <a:pt x="507" y="192"/>
                  </a:cubicBezTo>
                  <a:cubicBezTo>
                    <a:pt x="507" y="116"/>
                    <a:pt x="507" y="116"/>
                    <a:pt x="507" y="116"/>
                  </a:cubicBezTo>
                  <a:cubicBezTo>
                    <a:pt x="511" y="116"/>
                    <a:pt x="511" y="116"/>
                    <a:pt x="511" y="116"/>
                  </a:cubicBezTo>
                  <a:cubicBezTo>
                    <a:pt x="520" y="116"/>
                    <a:pt x="527" y="109"/>
                    <a:pt x="527" y="100"/>
                  </a:cubicBezTo>
                  <a:cubicBezTo>
                    <a:pt x="527" y="17"/>
                    <a:pt x="527" y="17"/>
                    <a:pt x="527" y="17"/>
                  </a:cubicBezTo>
                  <a:cubicBezTo>
                    <a:pt x="527" y="8"/>
                    <a:pt x="520" y="0"/>
                    <a:pt x="511" y="0"/>
                  </a:cubicBezTo>
                  <a:cubicBezTo>
                    <a:pt x="0" y="0"/>
                    <a:pt x="0" y="0"/>
                    <a:pt x="0" y="0"/>
                  </a:cubicBezTo>
                  <a:cubicBezTo>
                    <a:pt x="54" y="116"/>
                    <a:pt x="54" y="116"/>
                    <a:pt x="54" y="116"/>
                  </a:cubicBezTo>
                  <a:lnTo>
                    <a:pt x="443" y="1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5"/>
            <p:cNvSpPr>
              <a:spLocks/>
            </p:cNvSpPr>
            <p:nvPr/>
          </p:nvSpPr>
          <p:spPr bwMode="auto">
            <a:xfrm>
              <a:off x="3387725" y="3617913"/>
              <a:ext cx="1262062" cy="296863"/>
            </a:xfrm>
            <a:custGeom>
              <a:avLst/>
              <a:gdLst>
                <a:gd name="T0" fmla="*/ 78 w 781"/>
                <a:gd name="T1" fmla="*/ 152 h 184"/>
                <a:gd name="T2" fmla="*/ 300 w 781"/>
                <a:gd name="T3" fmla="*/ 172 h 184"/>
                <a:gd name="T4" fmla="*/ 362 w 781"/>
                <a:gd name="T5" fmla="*/ 127 h 184"/>
                <a:gd name="T6" fmla="*/ 79 w 781"/>
                <a:gd name="T7" fmla="*/ 115 h 184"/>
                <a:gd name="T8" fmla="*/ 40 w 781"/>
                <a:gd name="T9" fmla="*/ 72 h 184"/>
                <a:gd name="T10" fmla="*/ 81 w 781"/>
                <a:gd name="T11" fmla="*/ 33 h 184"/>
                <a:gd name="T12" fmla="*/ 82 w 781"/>
                <a:gd name="T13" fmla="*/ 33 h 184"/>
                <a:gd name="T14" fmla="*/ 407 w 781"/>
                <a:gd name="T15" fmla="*/ 47 h 184"/>
                <a:gd name="T16" fmla="*/ 447 w 781"/>
                <a:gd name="T17" fmla="*/ 90 h 184"/>
                <a:gd name="T18" fmla="*/ 425 w 781"/>
                <a:gd name="T19" fmla="*/ 124 h 184"/>
                <a:gd name="T20" fmla="*/ 715 w 781"/>
                <a:gd name="T21" fmla="*/ 156 h 184"/>
                <a:gd name="T22" fmla="*/ 726 w 781"/>
                <a:gd name="T23" fmla="*/ 157 h 184"/>
                <a:gd name="T24" fmla="*/ 775 w 781"/>
                <a:gd name="T25" fmla="*/ 118 h 184"/>
                <a:gd name="T26" fmla="*/ 737 w 781"/>
                <a:gd name="T27" fmla="*/ 58 h 184"/>
                <a:gd name="T28" fmla="*/ 305 w 781"/>
                <a:gd name="T29" fmla="*/ 29 h 184"/>
                <a:gd name="T30" fmla="*/ 298 w 781"/>
                <a:gd name="T31" fmla="*/ 30 h 184"/>
                <a:gd name="T32" fmla="*/ 103 w 781"/>
                <a:gd name="T33" fmla="*/ 10 h 184"/>
                <a:gd name="T34" fmla="*/ 8 w 781"/>
                <a:gd name="T35" fmla="*/ 49 h 184"/>
                <a:gd name="T36" fmla="*/ 78 w 781"/>
                <a:gd name="T37" fmla="*/ 152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81" h="184">
                  <a:moveTo>
                    <a:pt x="78" y="152"/>
                  </a:moveTo>
                  <a:cubicBezTo>
                    <a:pt x="159" y="178"/>
                    <a:pt x="211" y="184"/>
                    <a:pt x="300" y="172"/>
                  </a:cubicBezTo>
                  <a:cubicBezTo>
                    <a:pt x="336" y="165"/>
                    <a:pt x="354" y="147"/>
                    <a:pt x="362" y="127"/>
                  </a:cubicBezTo>
                  <a:cubicBezTo>
                    <a:pt x="79" y="115"/>
                    <a:pt x="79" y="115"/>
                    <a:pt x="79" y="115"/>
                  </a:cubicBezTo>
                  <a:cubicBezTo>
                    <a:pt x="56" y="114"/>
                    <a:pt x="39" y="95"/>
                    <a:pt x="40" y="72"/>
                  </a:cubicBezTo>
                  <a:cubicBezTo>
                    <a:pt x="40" y="50"/>
                    <a:pt x="59" y="33"/>
                    <a:pt x="81" y="33"/>
                  </a:cubicBezTo>
                  <a:cubicBezTo>
                    <a:pt x="81" y="33"/>
                    <a:pt x="82" y="33"/>
                    <a:pt x="82" y="33"/>
                  </a:cubicBezTo>
                  <a:cubicBezTo>
                    <a:pt x="407" y="47"/>
                    <a:pt x="407" y="47"/>
                    <a:pt x="407" y="47"/>
                  </a:cubicBezTo>
                  <a:cubicBezTo>
                    <a:pt x="430" y="48"/>
                    <a:pt x="448" y="67"/>
                    <a:pt x="447" y="90"/>
                  </a:cubicBezTo>
                  <a:cubicBezTo>
                    <a:pt x="446" y="105"/>
                    <a:pt x="437" y="118"/>
                    <a:pt x="425" y="124"/>
                  </a:cubicBezTo>
                  <a:cubicBezTo>
                    <a:pt x="499" y="125"/>
                    <a:pt x="604" y="131"/>
                    <a:pt x="715" y="156"/>
                  </a:cubicBezTo>
                  <a:cubicBezTo>
                    <a:pt x="719" y="157"/>
                    <a:pt x="723" y="157"/>
                    <a:pt x="726" y="157"/>
                  </a:cubicBezTo>
                  <a:cubicBezTo>
                    <a:pt x="749" y="157"/>
                    <a:pt x="770" y="141"/>
                    <a:pt x="775" y="118"/>
                  </a:cubicBezTo>
                  <a:cubicBezTo>
                    <a:pt x="781" y="91"/>
                    <a:pt x="764" y="64"/>
                    <a:pt x="737" y="58"/>
                  </a:cubicBezTo>
                  <a:cubicBezTo>
                    <a:pt x="510" y="7"/>
                    <a:pt x="313" y="28"/>
                    <a:pt x="305" y="29"/>
                  </a:cubicBezTo>
                  <a:cubicBezTo>
                    <a:pt x="302" y="29"/>
                    <a:pt x="300" y="30"/>
                    <a:pt x="298" y="30"/>
                  </a:cubicBezTo>
                  <a:cubicBezTo>
                    <a:pt x="232" y="37"/>
                    <a:pt x="156" y="20"/>
                    <a:pt x="103" y="10"/>
                  </a:cubicBezTo>
                  <a:cubicBezTo>
                    <a:pt x="63" y="0"/>
                    <a:pt x="16" y="15"/>
                    <a:pt x="8" y="49"/>
                  </a:cubicBezTo>
                  <a:cubicBezTo>
                    <a:pt x="0" y="84"/>
                    <a:pt x="19" y="133"/>
                    <a:pt x="78"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26"/>
            <p:cNvSpPr>
              <a:spLocks/>
            </p:cNvSpPr>
            <p:nvPr/>
          </p:nvSpPr>
          <p:spPr bwMode="auto">
            <a:xfrm>
              <a:off x="3465512" y="3684588"/>
              <a:ext cx="630237" cy="127000"/>
            </a:xfrm>
            <a:custGeom>
              <a:avLst/>
              <a:gdLst>
                <a:gd name="T0" fmla="*/ 389 w 390"/>
                <a:gd name="T1" fmla="*/ 48 h 79"/>
                <a:gd name="T2" fmla="*/ 359 w 390"/>
                <a:gd name="T3" fmla="*/ 15 h 79"/>
                <a:gd name="T4" fmla="*/ 34 w 390"/>
                <a:gd name="T5" fmla="*/ 1 h 79"/>
                <a:gd name="T6" fmla="*/ 1 w 390"/>
                <a:gd name="T7" fmla="*/ 32 h 79"/>
                <a:gd name="T8" fmla="*/ 31 w 390"/>
                <a:gd name="T9" fmla="*/ 65 h 79"/>
                <a:gd name="T10" fmla="*/ 356 w 390"/>
                <a:gd name="T11" fmla="*/ 79 h 79"/>
                <a:gd name="T12" fmla="*/ 358 w 390"/>
                <a:gd name="T13" fmla="*/ 79 h 79"/>
                <a:gd name="T14" fmla="*/ 389 w 390"/>
                <a:gd name="T15" fmla="*/ 48 h 7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0" h="79">
                  <a:moveTo>
                    <a:pt x="389" y="48"/>
                  </a:moveTo>
                  <a:cubicBezTo>
                    <a:pt x="390" y="30"/>
                    <a:pt x="377" y="16"/>
                    <a:pt x="359" y="15"/>
                  </a:cubicBezTo>
                  <a:cubicBezTo>
                    <a:pt x="34" y="1"/>
                    <a:pt x="34" y="1"/>
                    <a:pt x="34" y="1"/>
                  </a:cubicBezTo>
                  <a:cubicBezTo>
                    <a:pt x="16" y="0"/>
                    <a:pt x="1" y="14"/>
                    <a:pt x="1" y="32"/>
                  </a:cubicBezTo>
                  <a:cubicBezTo>
                    <a:pt x="0" y="49"/>
                    <a:pt x="14" y="64"/>
                    <a:pt x="31" y="65"/>
                  </a:cubicBezTo>
                  <a:cubicBezTo>
                    <a:pt x="356" y="79"/>
                    <a:pt x="356" y="79"/>
                    <a:pt x="356" y="79"/>
                  </a:cubicBezTo>
                  <a:cubicBezTo>
                    <a:pt x="357" y="79"/>
                    <a:pt x="357" y="79"/>
                    <a:pt x="358" y="79"/>
                  </a:cubicBezTo>
                  <a:cubicBezTo>
                    <a:pt x="375" y="79"/>
                    <a:pt x="389" y="65"/>
                    <a:pt x="389"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27"/>
            <p:cNvSpPr>
              <a:spLocks/>
            </p:cNvSpPr>
            <p:nvPr/>
          </p:nvSpPr>
          <p:spPr bwMode="auto">
            <a:xfrm>
              <a:off x="3044825" y="3733801"/>
              <a:ext cx="323850" cy="103188"/>
            </a:xfrm>
            <a:custGeom>
              <a:avLst/>
              <a:gdLst>
                <a:gd name="T0" fmla="*/ 114 w 200"/>
                <a:gd name="T1" fmla="*/ 11 h 64"/>
                <a:gd name="T2" fmla="*/ 69 w 200"/>
                <a:gd name="T3" fmla="*/ 0 h 64"/>
                <a:gd name="T4" fmla="*/ 16 w 200"/>
                <a:gd name="T5" fmla="*/ 0 h 64"/>
                <a:gd name="T6" fmla="*/ 0 w 200"/>
                <a:gd name="T7" fmla="*/ 16 h 64"/>
                <a:gd name="T8" fmla="*/ 0 w 200"/>
                <a:gd name="T9" fmla="*/ 49 h 64"/>
                <a:gd name="T10" fmla="*/ 16 w 200"/>
                <a:gd name="T11" fmla="*/ 64 h 64"/>
                <a:gd name="T12" fmla="*/ 185 w 200"/>
                <a:gd name="T13" fmla="*/ 64 h 64"/>
                <a:gd name="T14" fmla="*/ 200 w 200"/>
                <a:gd name="T15" fmla="*/ 49 h 64"/>
                <a:gd name="T16" fmla="*/ 200 w 200"/>
                <a:gd name="T17" fmla="*/ 16 h 64"/>
                <a:gd name="T18" fmla="*/ 185 w 200"/>
                <a:gd name="T19" fmla="*/ 0 h 64"/>
                <a:gd name="T20" fmla="*/ 158 w 200"/>
                <a:gd name="T21" fmla="*/ 0 h 64"/>
                <a:gd name="T22" fmla="*/ 118 w 200"/>
                <a:gd name="T23" fmla="*/ 10 h 64"/>
                <a:gd name="T24" fmla="*/ 114 w 200"/>
                <a:gd name="T25" fmla="*/ 1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0" h="64">
                  <a:moveTo>
                    <a:pt x="114" y="11"/>
                  </a:moveTo>
                  <a:cubicBezTo>
                    <a:pt x="98" y="11"/>
                    <a:pt x="82" y="8"/>
                    <a:pt x="69" y="0"/>
                  </a:cubicBezTo>
                  <a:cubicBezTo>
                    <a:pt x="16" y="0"/>
                    <a:pt x="16" y="0"/>
                    <a:pt x="16" y="0"/>
                  </a:cubicBezTo>
                  <a:cubicBezTo>
                    <a:pt x="7" y="0"/>
                    <a:pt x="0" y="7"/>
                    <a:pt x="0" y="16"/>
                  </a:cubicBezTo>
                  <a:cubicBezTo>
                    <a:pt x="0" y="49"/>
                    <a:pt x="0" y="49"/>
                    <a:pt x="0" y="49"/>
                  </a:cubicBezTo>
                  <a:cubicBezTo>
                    <a:pt x="0" y="58"/>
                    <a:pt x="7" y="64"/>
                    <a:pt x="16" y="64"/>
                  </a:cubicBezTo>
                  <a:cubicBezTo>
                    <a:pt x="185" y="64"/>
                    <a:pt x="185" y="64"/>
                    <a:pt x="185" y="64"/>
                  </a:cubicBezTo>
                  <a:cubicBezTo>
                    <a:pt x="194" y="64"/>
                    <a:pt x="200" y="58"/>
                    <a:pt x="200" y="49"/>
                  </a:cubicBezTo>
                  <a:cubicBezTo>
                    <a:pt x="200" y="16"/>
                    <a:pt x="200" y="16"/>
                    <a:pt x="200" y="16"/>
                  </a:cubicBezTo>
                  <a:cubicBezTo>
                    <a:pt x="200" y="7"/>
                    <a:pt x="194" y="0"/>
                    <a:pt x="185" y="0"/>
                  </a:cubicBezTo>
                  <a:cubicBezTo>
                    <a:pt x="158" y="0"/>
                    <a:pt x="158" y="0"/>
                    <a:pt x="158" y="0"/>
                  </a:cubicBezTo>
                  <a:cubicBezTo>
                    <a:pt x="146" y="4"/>
                    <a:pt x="133" y="10"/>
                    <a:pt x="118" y="10"/>
                  </a:cubicBezTo>
                  <a:cubicBezTo>
                    <a:pt x="117" y="11"/>
                    <a:pt x="115" y="11"/>
                    <a:pt x="114"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28"/>
            <p:cNvSpPr>
              <a:spLocks/>
            </p:cNvSpPr>
            <p:nvPr/>
          </p:nvSpPr>
          <p:spPr bwMode="auto">
            <a:xfrm>
              <a:off x="3081337" y="3441701"/>
              <a:ext cx="296862" cy="296863"/>
            </a:xfrm>
            <a:custGeom>
              <a:avLst/>
              <a:gdLst>
                <a:gd name="T0" fmla="*/ 88 w 184"/>
                <a:gd name="T1" fmla="*/ 2 h 184"/>
                <a:gd name="T2" fmla="*/ 2 w 184"/>
                <a:gd name="T3" fmla="*/ 96 h 184"/>
                <a:gd name="T4" fmla="*/ 96 w 184"/>
                <a:gd name="T5" fmla="*/ 182 h 184"/>
                <a:gd name="T6" fmla="*/ 182 w 184"/>
                <a:gd name="T7" fmla="*/ 88 h 184"/>
                <a:gd name="T8" fmla="*/ 88 w 184"/>
                <a:gd name="T9" fmla="*/ 2 h 184"/>
              </a:gdLst>
              <a:ahLst/>
              <a:cxnLst>
                <a:cxn ang="0">
                  <a:pos x="T0" y="T1"/>
                </a:cxn>
                <a:cxn ang="0">
                  <a:pos x="T2" y="T3"/>
                </a:cxn>
                <a:cxn ang="0">
                  <a:pos x="T4" y="T5"/>
                </a:cxn>
                <a:cxn ang="0">
                  <a:pos x="T6" y="T7"/>
                </a:cxn>
                <a:cxn ang="0">
                  <a:pos x="T8" y="T9"/>
                </a:cxn>
              </a:cxnLst>
              <a:rect l="0" t="0" r="r" b="b"/>
              <a:pathLst>
                <a:path w="184" h="184">
                  <a:moveTo>
                    <a:pt x="88" y="2"/>
                  </a:moveTo>
                  <a:cubicBezTo>
                    <a:pt x="38" y="4"/>
                    <a:pt x="0" y="46"/>
                    <a:pt x="2" y="96"/>
                  </a:cubicBezTo>
                  <a:cubicBezTo>
                    <a:pt x="4" y="146"/>
                    <a:pt x="46" y="184"/>
                    <a:pt x="96" y="182"/>
                  </a:cubicBezTo>
                  <a:cubicBezTo>
                    <a:pt x="145" y="180"/>
                    <a:pt x="184" y="138"/>
                    <a:pt x="182" y="88"/>
                  </a:cubicBezTo>
                  <a:cubicBezTo>
                    <a:pt x="179" y="39"/>
                    <a:pt x="137" y="0"/>
                    <a:pt x="8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29"/>
            <p:cNvSpPr>
              <a:spLocks/>
            </p:cNvSpPr>
            <p:nvPr/>
          </p:nvSpPr>
          <p:spPr bwMode="auto">
            <a:xfrm>
              <a:off x="3852862" y="3973513"/>
              <a:ext cx="241300" cy="457200"/>
            </a:xfrm>
            <a:custGeom>
              <a:avLst/>
              <a:gdLst>
                <a:gd name="T0" fmla="*/ 72 w 152"/>
                <a:gd name="T1" fmla="*/ 33 h 288"/>
                <a:gd name="T2" fmla="*/ 12 w 152"/>
                <a:gd name="T3" fmla="*/ 0 h 288"/>
                <a:gd name="T4" fmla="*/ 0 w 152"/>
                <a:gd name="T5" fmla="*/ 67 h 288"/>
                <a:gd name="T6" fmla="*/ 32 w 152"/>
                <a:gd name="T7" fmla="*/ 52 h 288"/>
                <a:gd name="T8" fmla="*/ 143 w 152"/>
                <a:gd name="T9" fmla="*/ 288 h 288"/>
                <a:gd name="T10" fmla="*/ 152 w 152"/>
                <a:gd name="T11" fmla="*/ 284 h 288"/>
                <a:gd name="T12" fmla="*/ 41 w 152"/>
                <a:gd name="T13" fmla="*/ 48 h 288"/>
                <a:gd name="T14" fmla="*/ 72 w 152"/>
                <a:gd name="T15" fmla="*/ 33 h 2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2" h="288">
                  <a:moveTo>
                    <a:pt x="72" y="33"/>
                  </a:moveTo>
                  <a:lnTo>
                    <a:pt x="12" y="0"/>
                  </a:lnTo>
                  <a:lnTo>
                    <a:pt x="0" y="67"/>
                  </a:lnTo>
                  <a:lnTo>
                    <a:pt x="32" y="52"/>
                  </a:lnTo>
                  <a:lnTo>
                    <a:pt x="143" y="288"/>
                  </a:lnTo>
                  <a:lnTo>
                    <a:pt x="152" y="284"/>
                  </a:lnTo>
                  <a:lnTo>
                    <a:pt x="41" y="48"/>
                  </a:lnTo>
                  <a:lnTo>
                    <a:pt x="72"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30"/>
            <p:cNvSpPr>
              <a:spLocks/>
            </p:cNvSpPr>
            <p:nvPr/>
          </p:nvSpPr>
          <p:spPr bwMode="auto">
            <a:xfrm>
              <a:off x="3875087" y="4494213"/>
              <a:ext cx="58737" cy="76200"/>
            </a:xfrm>
            <a:custGeom>
              <a:avLst/>
              <a:gdLst>
                <a:gd name="T0" fmla="*/ 15 w 36"/>
                <a:gd name="T1" fmla="*/ 10 h 47"/>
                <a:gd name="T2" fmla="*/ 24 w 36"/>
                <a:gd name="T3" fmla="*/ 7 h 47"/>
                <a:gd name="T4" fmla="*/ 28 w 36"/>
                <a:gd name="T5" fmla="*/ 8 h 47"/>
                <a:gd name="T6" fmla="*/ 30 w 36"/>
                <a:gd name="T7" fmla="*/ 12 h 47"/>
                <a:gd name="T8" fmla="*/ 36 w 36"/>
                <a:gd name="T9" fmla="*/ 7 h 47"/>
                <a:gd name="T10" fmla="*/ 33 w 36"/>
                <a:gd name="T11" fmla="*/ 2 h 47"/>
                <a:gd name="T12" fmla="*/ 25 w 36"/>
                <a:gd name="T13" fmla="*/ 0 h 47"/>
                <a:gd name="T14" fmla="*/ 9 w 36"/>
                <a:gd name="T15" fmla="*/ 5 h 47"/>
                <a:gd name="T16" fmla="*/ 3 w 36"/>
                <a:gd name="T17" fmla="*/ 16 h 47"/>
                <a:gd name="T18" fmla="*/ 5 w 36"/>
                <a:gd name="T19" fmla="*/ 21 h 47"/>
                <a:gd name="T20" fmla="*/ 10 w 36"/>
                <a:gd name="T21" fmla="*/ 25 h 47"/>
                <a:gd name="T22" fmla="*/ 19 w 36"/>
                <a:gd name="T23" fmla="*/ 28 h 47"/>
                <a:gd name="T24" fmla="*/ 25 w 36"/>
                <a:gd name="T25" fmla="*/ 31 h 47"/>
                <a:gd name="T26" fmla="*/ 27 w 36"/>
                <a:gd name="T27" fmla="*/ 33 h 47"/>
                <a:gd name="T28" fmla="*/ 21 w 36"/>
                <a:gd name="T29" fmla="*/ 38 h 47"/>
                <a:gd name="T30" fmla="*/ 10 w 36"/>
                <a:gd name="T31" fmla="*/ 41 h 47"/>
                <a:gd name="T32" fmla="*/ 5 w 36"/>
                <a:gd name="T33" fmla="*/ 39 h 47"/>
                <a:gd name="T34" fmla="*/ 3 w 36"/>
                <a:gd name="T35" fmla="*/ 39 h 47"/>
                <a:gd name="T36" fmla="*/ 1 w 36"/>
                <a:gd name="T37" fmla="*/ 40 h 47"/>
                <a:gd name="T38" fmla="*/ 0 w 36"/>
                <a:gd name="T39" fmla="*/ 43 h 47"/>
                <a:gd name="T40" fmla="*/ 2 w 36"/>
                <a:gd name="T41" fmla="*/ 46 h 47"/>
                <a:gd name="T42" fmla="*/ 7 w 36"/>
                <a:gd name="T43" fmla="*/ 47 h 47"/>
                <a:gd name="T44" fmla="*/ 26 w 36"/>
                <a:gd name="T45" fmla="*/ 43 h 47"/>
                <a:gd name="T46" fmla="*/ 34 w 36"/>
                <a:gd name="T47" fmla="*/ 32 h 47"/>
                <a:gd name="T48" fmla="*/ 31 w 36"/>
                <a:gd name="T49" fmla="*/ 26 h 47"/>
                <a:gd name="T50" fmla="*/ 20 w 36"/>
                <a:gd name="T51" fmla="*/ 22 h 47"/>
                <a:gd name="T52" fmla="*/ 12 w 36"/>
                <a:gd name="T53" fmla="*/ 18 h 47"/>
                <a:gd name="T54" fmla="*/ 10 w 36"/>
                <a:gd name="T55" fmla="*/ 15 h 47"/>
                <a:gd name="T56" fmla="*/ 15 w 36"/>
                <a:gd name="T57" fmla="*/ 1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6" h="47">
                  <a:moveTo>
                    <a:pt x="15" y="10"/>
                  </a:moveTo>
                  <a:cubicBezTo>
                    <a:pt x="17" y="8"/>
                    <a:pt x="21" y="7"/>
                    <a:pt x="24" y="7"/>
                  </a:cubicBezTo>
                  <a:cubicBezTo>
                    <a:pt x="26" y="7"/>
                    <a:pt x="27" y="7"/>
                    <a:pt x="28" y="8"/>
                  </a:cubicBezTo>
                  <a:cubicBezTo>
                    <a:pt x="29" y="9"/>
                    <a:pt x="30" y="10"/>
                    <a:pt x="30" y="12"/>
                  </a:cubicBezTo>
                  <a:cubicBezTo>
                    <a:pt x="34" y="12"/>
                    <a:pt x="36" y="11"/>
                    <a:pt x="36" y="7"/>
                  </a:cubicBezTo>
                  <a:cubicBezTo>
                    <a:pt x="36" y="5"/>
                    <a:pt x="35" y="4"/>
                    <a:pt x="33" y="2"/>
                  </a:cubicBezTo>
                  <a:cubicBezTo>
                    <a:pt x="31" y="1"/>
                    <a:pt x="28" y="0"/>
                    <a:pt x="25" y="0"/>
                  </a:cubicBezTo>
                  <a:cubicBezTo>
                    <a:pt x="19" y="0"/>
                    <a:pt x="14" y="2"/>
                    <a:pt x="9" y="5"/>
                  </a:cubicBezTo>
                  <a:cubicBezTo>
                    <a:pt x="5" y="8"/>
                    <a:pt x="3" y="12"/>
                    <a:pt x="3" y="16"/>
                  </a:cubicBezTo>
                  <a:cubicBezTo>
                    <a:pt x="3" y="18"/>
                    <a:pt x="3" y="20"/>
                    <a:pt x="5" y="21"/>
                  </a:cubicBezTo>
                  <a:cubicBezTo>
                    <a:pt x="6" y="23"/>
                    <a:pt x="7" y="24"/>
                    <a:pt x="10" y="25"/>
                  </a:cubicBezTo>
                  <a:cubicBezTo>
                    <a:pt x="12" y="26"/>
                    <a:pt x="15" y="27"/>
                    <a:pt x="19" y="28"/>
                  </a:cubicBezTo>
                  <a:cubicBezTo>
                    <a:pt x="22" y="29"/>
                    <a:pt x="24" y="30"/>
                    <a:pt x="25" y="31"/>
                  </a:cubicBezTo>
                  <a:cubicBezTo>
                    <a:pt x="26" y="31"/>
                    <a:pt x="27" y="32"/>
                    <a:pt x="27" y="33"/>
                  </a:cubicBezTo>
                  <a:cubicBezTo>
                    <a:pt x="27" y="34"/>
                    <a:pt x="25" y="36"/>
                    <a:pt x="21" y="38"/>
                  </a:cubicBezTo>
                  <a:cubicBezTo>
                    <a:pt x="17" y="40"/>
                    <a:pt x="14" y="41"/>
                    <a:pt x="10" y="41"/>
                  </a:cubicBezTo>
                  <a:cubicBezTo>
                    <a:pt x="9" y="41"/>
                    <a:pt x="7" y="40"/>
                    <a:pt x="5" y="39"/>
                  </a:cubicBezTo>
                  <a:cubicBezTo>
                    <a:pt x="4" y="39"/>
                    <a:pt x="4" y="39"/>
                    <a:pt x="3" y="39"/>
                  </a:cubicBezTo>
                  <a:cubicBezTo>
                    <a:pt x="2" y="39"/>
                    <a:pt x="2" y="39"/>
                    <a:pt x="1" y="40"/>
                  </a:cubicBezTo>
                  <a:cubicBezTo>
                    <a:pt x="1" y="41"/>
                    <a:pt x="0" y="42"/>
                    <a:pt x="0" y="43"/>
                  </a:cubicBezTo>
                  <a:cubicBezTo>
                    <a:pt x="0" y="44"/>
                    <a:pt x="1" y="45"/>
                    <a:pt x="2" y="46"/>
                  </a:cubicBezTo>
                  <a:cubicBezTo>
                    <a:pt x="3" y="47"/>
                    <a:pt x="5" y="47"/>
                    <a:pt x="7" y="47"/>
                  </a:cubicBezTo>
                  <a:cubicBezTo>
                    <a:pt x="14" y="47"/>
                    <a:pt x="20" y="46"/>
                    <a:pt x="26" y="43"/>
                  </a:cubicBezTo>
                  <a:cubicBezTo>
                    <a:pt x="31" y="39"/>
                    <a:pt x="34" y="36"/>
                    <a:pt x="34" y="32"/>
                  </a:cubicBezTo>
                  <a:cubicBezTo>
                    <a:pt x="34" y="30"/>
                    <a:pt x="33" y="28"/>
                    <a:pt x="31" y="26"/>
                  </a:cubicBezTo>
                  <a:cubicBezTo>
                    <a:pt x="29" y="24"/>
                    <a:pt x="25" y="23"/>
                    <a:pt x="20" y="22"/>
                  </a:cubicBezTo>
                  <a:cubicBezTo>
                    <a:pt x="16" y="20"/>
                    <a:pt x="13" y="19"/>
                    <a:pt x="12" y="18"/>
                  </a:cubicBezTo>
                  <a:cubicBezTo>
                    <a:pt x="11" y="17"/>
                    <a:pt x="10" y="16"/>
                    <a:pt x="10" y="15"/>
                  </a:cubicBezTo>
                  <a:cubicBezTo>
                    <a:pt x="10" y="13"/>
                    <a:pt x="12" y="11"/>
                    <a:pt x="15"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31"/>
            <p:cNvSpPr>
              <a:spLocks noEditPoints="1"/>
            </p:cNvSpPr>
            <p:nvPr/>
          </p:nvSpPr>
          <p:spPr bwMode="auto">
            <a:xfrm>
              <a:off x="3940175" y="4513263"/>
              <a:ext cx="49212" cy="55563"/>
            </a:xfrm>
            <a:custGeom>
              <a:avLst/>
              <a:gdLst>
                <a:gd name="T0" fmla="*/ 5 w 30"/>
                <a:gd name="T1" fmla="*/ 8 h 34"/>
                <a:gd name="T2" fmla="*/ 0 w 30"/>
                <a:gd name="T3" fmla="*/ 23 h 34"/>
                <a:gd name="T4" fmla="*/ 3 w 30"/>
                <a:gd name="T5" fmla="*/ 31 h 34"/>
                <a:gd name="T6" fmla="*/ 10 w 30"/>
                <a:gd name="T7" fmla="*/ 34 h 34"/>
                <a:gd name="T8" fmla="*/ 22 w 30"/>
                <a:gd name="T9" fmla="*/ 29 h 34"/>
                <a:gd name="T10" fmla="*/ 30 w 30"/>
                <a:gd name="T11" fmla="*/ 17 h 34"/>
                <a:gd name="T12" fmla="*/ 30 w 30"/>
                <a:gd name="T13" fmla="*/ 17 h 34"/>
                <a:gd name="T14" fmla="*/ 30 w 30"/>
                <a:gd name="T15" fmla="*/ 13 h 34"/>
                <a:gd name="T16" fmla="*/ 26 w 30"/>
                <a:gd name="T17" fmla="*/ 4 h 34"/>
                <a:gd name="T18" fmla="*/ 18 w 30"/>
                <a:gd name="T19" fmla="*/ 0 h 34"/>
                <a:gd name="T20" fmla="*/ 5 w 30"/>
                <a:gd name="T21" fmla="*/ 8 h 34"/>
                <a:gd name="T22" fmla="*/ 21 w 30"/>
                <a:gd name="T23" fmla="*/ 8 h 34"/>
                <a:gd name="T24" fmla="*/ 22 w 30"/>
                <a:gd name="T25" fmla="*/ 13 h 34"/>
                <a:gd name="T26" fmla="*/ 18 w 30"/>
                <a:gd name="T27" fmla="*/ 23 h 34"/>
                <a:gd name="T28" fmla="*/ 10 w 30"/>
                <a:gd name="T29" fmla="*/ 28 h 34"/>
                <a:gd name="T30" fmla="*/ 8 w 30"/>
                <a:gd name="T31" fmla="*/ 26 h 34"/>
                <a:gd name="T32" fmla="*/ 7 w 30"/>
                <a:gd name="T33" fmla="*/ 22 h 34"/>
                <a:gd name="T34" fmla="*/ 9 w 30"/>
                <a:gd name="T35" fmla="*/ 13 h 34"/>
                <a:gd name="T36" fmla="*/ 13 w 30"/>
                <a:gd name="T37" fmla="*/ 6 h 34"/>
                <a:gd name="T38" fmla="*/ 13 w 30"/>
                <a:gd name="T39" fmla="*/ 6 h 34"/>
                <a:gd name="T40" fmla="*/ 17 w 30"/>
                <a:gd name="T41" fmla="*/ 5 h 34"/>
                <a:gd name="T42" fmla="*/ 21 w 30"/>
                <a:gd name="T43" fmla="*/ 8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 h="34">
                  <a:moveTo>
                    <a:pt x="5" y="8"/>
                  </a:moveTo>
                  <a:cubicBezTo>
                    <a:pt x="1" y="13"/>
                    <a:pt x="0" y="18"/>
                    <a:pt x="0" y="23"/>
                  </a:cubicBezTo>
                  <a:cubicBezTo>
                    <a:pt x="0" y="26"/>
                    <a:pt x="1" y="29"/>
                    <a:pt x="3" y="31"/>
                  </a:cubicBezTo>
                  <a:cubicBezTo>
                    <a:pt x="5" y="33"/>
                    <a:pt x="7" y="34"/>
                    <a:pt x="10" y="34"/>
                  </a:cubicBezTo>
                  <a:cubicBezTo>
                    <a:pt x="14" y="34"/>
                    <a:pt x="18" y="32"/>
                    <a:pt x="22" y="29"/>
                  </a:cubicBezTo>
                  <a:cubicBezTo>
                    <a:pt x="26" y="26"/>
                    <a:pt x="26" y="22"/>
                    <a:pt x="30" y="17"/>
                  </a:cubicBezTo>
                  <a:cubicBezTo>
                    <a:pt x="30" y="17"/>
                    <a:pt x="30" y="17"/>
                    <a:pt x="30" y="17"/>
                  </a:cubicBezTo>
                  <a:cubicBezTo>
                    <a:pt x="30" y="16"/>
                    <a:pt x="30" y="14"/>
                    <a:pt x="30" y="13"/>
                  </a:cubicBezTo>
                  <a:cubicBezTo>
                    <a:pt x="30" y="9"/>
                    <a:pt x="29" y="6"/>
                    <a:pt x="26" y="4"/>
                  </a:cubicBezTo>
                  <a:cubicBezTo>
                    <a:pt x="24" y="1"/>
                    <a:pt x="21" y="0"/>
                    <a:pt x="18" y="0"/>
                  </a:cubicBezTo>
                  <a:cubicBezTo>
                    <a:pt x="13" y="0"/>
                    <a:pt x="9" y="3"/>
                    <a:pt x="5" y="8"/>
                  </a:cubicBezTo>
                  <a:close/>
                  <a:moveTo>
                    <a:pt x="21" y="8"/>
                  </a:moveTo>
                  <a:cubicBezTo>
                    <a:pt x="22" y="10"/>
                    <a:pt x="22" y="11"/>
                    <a:pt x="22" y="13"/>
                  </a:cubicBezTo>
                  <a:cubicBezTo>
                    <a:pt x="22" y="17"/>
                    <a:pt x="21" y="20"/>
                    <a:pt x="18" y="23"/>
                  </a:cubicBezTo>
                  <a:cubicBezTo>
                    <a:pt x="15" y="26"/>
                    <a:pt x="13" y="28"/>
                    <a:pt x="10" y="28"/>
                  </a:cubicBezTo>
                  <a:cubicBezTo>
                    <a:pt x="9" y="28"/>
                    <a:pt x="9" y="27"/>
                    <a:pt x="8" y="26"/>
                  </a:cubicBezTo>
                  <a:cubicBezTo>
                    <a:pt x="7" y="25"/>
                    <a:pt x="7" y="24"/>
                    <a:pt x="7" y="22"/>
                  </a:cubicBezTo>
                  <a:cubicBezTo>
                    <a:pt x="7" y="19"/>
                    <a:pt x="8" y="16"/>
                    <a:pt x="9" y="13"/>
                  </a:cubicBezTo>
                  <a:cubicBezTo>
                    <a:pt x="10" y="10"/>
                    <a:pt x="12" y="10"/>
                    <a:pt x="13" y="6"/>
                  </a:cubicBezTo>
                  <a:cubicBezTo>
                    <a:pt x="13" y="6"/>
                    <a:pt x="13" y="6"/>
                    <a:pt x="13" y="6"/>
                  </a:cubicBezTo>
                  <a:cubicBezTo>
                    <a:pt x="14" y="6"/>
                    <a:pt x="16" y="5"/>
                    <a:pt x="17" y="5"/>
                  </a:cubicBezTo>
                  <a:cubicBezTo>
                    <a:pt x="19" y="5"/>
                    <a:pt x="20" y="7"/>
                    <a:pt x="2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32"/>
            <p:cNvSpPr>
              <a:spLocks/>
            </p:cNvSpPr>
            <p:nvPr/>
          </p:nvSpPr>
          <p:spPr bwMode="auto">
            <a:xfrm>
              <a:off x="3997325" y="4481513"/>
              <a:ext cx="80962" cy="90488"/>
            </a:xfrm>
            <a:custGeom>
              <a:avLst/>
              <a:gdLst>
                <a:gd name="T0" fmla="*/ 46 w 50"/>
                <a:gd name="T1" fmla="*/ 26 h 56"/>
                <a:gd name="T2" fmla="*/ 50 w 50"/>
                <a:gd name="T3" fmla="*/ 21 h 56"/>
                <a:gd name="T4" fmla="*/ 37 w 50"/>
                <a:gd name="T5" fmla="*/ 22 h 56"/>
                <a:gd name="T6" fmla="*/ 39 w 50"/>
                <a:gd name="T7" fmla="*/ 10 h 56"/>
                <a:gd name="T8" fmla="*/ 32 w 50"/>
                <a:gd name="T9" fmla="*/ 13 h 56"/>
                <a:gd name="T10" fmla="*/ 23 w 50"/>
                <a:gd name="T11" fmla="*/ 23 h 56"/>
                <a:gd name="T12" fmla="*/ 19 w 50"/>
                <a:gd name="T13" fmla="*/ 23 h 56"/>
                <a:gd name="T14" fmla="*/ 10 w 50"/>
                <a:gd name="T15" fmla="*/ 23 h 56"/>
                <a:gd name="T16" fmla="*/ 17 w 50"/>
                <a:gd name="T17" fmla="*/ 6 h 56"/>
                <a:gd name="T18" fmla="*/ 19 w 50"/>
                <a:gd name="T19" fmla="*/ 14 h 56"/>
                <a:gd name="T20" fmla="*/ 21 w 50"/>
                <a:gd name="T21" fmla="*/ 16 h 56"/>
                <a:gd name="T22" fmla="*/ 25 w 50"/>
                <a:gd name="T23" fmla="*/ 7 h 56"/>
                <a:gd name="T24" fmla="*/ 18 w 50"/>
                <a:gd name="T25" fmla="*/ 0 h 56"/>
                <a:gd name="T26" fmla="*/ 4 w 50"/>
                <a:gd name="T27" fmla="*/ 18 h 56"/>
                <a:gd name="T28" fmla="*/ 2 w 50"/>
                <a:gd name="T29" fmla="*/ 24 h 56"/>
                <a:gd name="T30" fmla="*/ 2 w 50"/>
                <a:gd name="T31" fmla="*/ 30 h 56"/>
                <a:gd name="T32" fmla="*/ 1 w 50"/>
                <a:gd name="T33" fmla="*/ 39 h 56"/>
                <a:gd name="T34" fmla="*/ 4 w 50"/>
                <a:gd name="T35" fmla="*/ 56 h 56"/>
                <a:gd name="T36" fmla="*/ 8 w 50"/>
                <a:gd name="T37" fmla="*/ 53 h 56"/>
                <a:gd name="T38" fmla="*/ 7 w 50"/>
                <a:gd name="T39" fmla="*/ 43 h 56"/>
                <a:gd name="T40" fmla="*/ 7 w 50"/>
                <a:gd name="T41" fmla="*/ 37 h 56"/>
                <a:gd name="T42" fmla="*/ 12 w 50"/>
                <a:gd name="T43" fmla="*/ 29 h 56"/>
                <a:gd name="T44" fmla="*/ 21 w 50"/>
                <a:gd name="T45" fmla="*/ 27 h 56"/>
                <a:gd name="T46" fmla="*/ 25 w 50"/>
                <a:gd name="T47" fmla="*/ 30 h 56"/>
                <a:gd name="T48" fmla="*/ 28 w 50"/>
                <a:gd name="T49" fmla="*/ 29 h 56"/>
                <a:gd name="T50" fmla="*/ 27 w 50"/>
                <a:gd name="T51" fmla="*/ 52 h 56"/>
                <a:gd name="T52" fmla="*/ 42 w 50"/>
                <a:gd name="T53" fmla="*/ 51 h 56"/>
                <a:gd name="T54" fmla="*/ 46 w 50"/>
                <a:gd name="T55" fmla="*/ 43 h 56"/>
                <a:gd name="T56" fmla="*/ 42 w 50"/>
                <a:gd name="T57" fmla="*/ 44 h 56"/>
                <a:gd name="T58" fmla="*/ 34 w 50"/>
                <a:gd name="T59" fmla="*/ 47 h 56"/>
                <a:gd name="T60" fmla="*/ 32 w 50"/>
                <a:gd name="T61" fmla="*/ 43 h 56"/>
                <a:gd name="T62" fmla="*/ 35 w 50"/>
                <a:gd name="T63" fmla="*/ 2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0" h="56">
                  <a:moveTo>
                    <a:pt x="35" y="28"/>
                  </a:moveTo>
                  <a:cubicBezTo>
                    <a:pt x="46" y="26"/>
                    <a:pt x="46" y="26"/>
                    <a:pt x="46" y="26"/>
                  </a:cubicBezTo>
                  <a:cubicBezTo>
                    <a:pt x="49" y="26"/>
                    <a:pt x="50" y="25"/>
                    <a:pt x="50" y="23"/>
                  </a:cubicBezTo>
                  <a:cubicBezTo>
                    <a:pt x="50" y="22"/>
                    <a:pt x="50" y="22"/>
                    <a:pt x="50" y="21"/>
                  </a:cubicBezTo>
                  <a:cubicBezTo>
                    <a:pt x="49" y="21"/>
                    <a:pt x="49" y="21"/>
                    <a:pt x="47" y="21"/>
                  </a:cubicBezTo>
                  <a:cubicBezTo>
                    <a:pt x="47" y="21"/>
                    <a:pt x="43" y="21"/>
                    <a:pt x="37" y="22"/>
                  </a:cubicBezTo>
                  <a:cubicBezTo>
                    <a:pt x="39" y="16"/>
                    <a:pt x="40" y="13"/>
                    <a:pt x="40" y="12"/>
                  </a:cubicBezTo>
                  <a:cubicBezTo>
                    <a:pt x="40" y="12"/>
                    <a:pt x="39" y="11"/>
                    <a:pt x="39" y="10"/>
                  </a:cubicBezTo>
                  <a:cubicBezTo>
                    <a:pt x="38" y="9"/>
                    <a:pt x="37" y="9"/>
                    <a:pt x="36" y="9"/>
                  </a:cubicBezTo>
                  <a:cubicBezTo>
                    <a:pt x="34" y="9"/>
                    <a:pt x="33" y="10"/>
                    <a:pt x="32" y="13"/>
                  </a:cubicBezTo>
                  <a:cubicBezTo>
                    <a:pt x="31" y="17"/>
                    <a:pt x="30" y="20"/>
                    <a:pt x="30" y="22"/>
                  </a:cubicBezTo>
                  <a:cubicBezTo>
                    <a:pt x="23" y="23"/>
                    <a:pt x="23" y="23"/>
                    <a:pt x="23" y="23"/>
                  </a:cubicBezTo>
                  <a:cubicBezTo>
                    <a:pt x="22" y="23"/>
                    <a:pt x="21" y="23"/>
                    <a:pt x="21" y="23"/>
                  </a:cubicBezTo>
                  <a:cubicBezTo>
                    <a:pt x="20" y="23"/>
                    <a:pt x="20" y="23"/>
                    <a:pt x="19" y="23"/>
                  </a:cubicBezTo>
                  <a:cubicBezTo>
                    <a:pt x="18" y="23"/>
                    <a:pt x="15" y="23"/>
                    <a:pt x="11" y="23"/>
                  </a:cubicBezTo>
                  <a:cubicBezTo>
                    <a:pt x="10" y="23"/>
                    <a:pt x="10" y="23"/>
                    <a:pt x="10" y="23"/>
                  </a:cubicBezTo>
                  <a:cubicBezTo>
                    <a:pt x="10" y="20"/>
                    <a:pt x="11" y="16"/>
                    <a:pt x="12" y="12"/>
                  </a:cubicBezTo>
                  <a:cubicBezTo>
                    <a:pt x="14" y="8"/>
                    <a:pt x="15" y="6"/>
                    <a:pt x="17" y="6"/>
                  </a:cubicBezTo>
                  <a:cubicBezTo>
                    <a:pt x="18" y="6"/>
                    <a:pt x="19" y="8"/>
                    <a:pt x="19" y="11"/>
                  </a:cubicBezTo>
                  <a:cubicBezTo>
                    <a:pt x="19" y="14"/>
                    <a:pt x="19" y="14"/>
                    <a:pt x="19" y="14"/>
                  </a:cubicBezTo>
                  <a:cubicBezTo>
                    <a:pt x="19" y="14"/>
                    <a:pt x="19" y="15"/>
                    <a:pt x="19" y="15"/>
                  </a:cubicBezTo>
                  <a:cubicBezTo>
                    <a:pt x="20" y="15"/>
                    <a:pt x="20" y="16"/>
                    <a:pt x="21" y="16"/>
                  </a:cubicBezTo>
                  <a:cubicBezTo>
                    <a:pt x="22" y="16"/>
                    <a:pt x="23" y="15"/>
                    <a:pt x="24" y="13"/>
                  </a:cubicBezTo>
                  <a:cubicBezTo>
                    <a:pt x="25" y="11"/>
                    <a:pt x="25" y="9"/>
                    <a:pt x="25" y="7"/>
                  </a:cubicBezTo>
                  <a:cubicBezTo>
                    <a:pt x="25" y="5"/>
                    <a:pt x="24" y="4"/>
                    <a:pt x="23" y="2"/>
                  </a:cubicBezTo>
                  <a:cubicBezTo>
                    <a:pt x="22" y="1"/>
                    <a:pt x="20" y="0"/>
                    <a:pt x="18" y="0"/>
                  </a:cubicBezTo>
                  <a:cubicBezTo>
                    <a:pt x="14" y="0"/>
                    <a:pt x="11" y="2"/>
                    <a:pt x="9" y="4"/>
                  </a:cubicBezTo>
                  <a:cubicBezTo>
                    <a:pt x="7" y="7"/>
                    <a:pt x="5" y="12"/>
                    <a:pt x="4" y="18"/>
                  </a:cubicBezTo>
                  <a:cubicBezTo>
                    <a:pt x="4" y="20"/>
                    <a:pt x="3" y="21"/>
                    <a:pt x="3" y="22"/>
                  </a:cubicBezTo>
                  <a:cubicBezTo>
                    <a:pt x="3" y="22"/>
                    <a:pt x="3" y="23"/>
                    <a:pt x="2" y="24"/>
                  </a:cubicBezTo>
                  <a:cubicBezTo>
                    <a:pt x="0" y="25"/>
                    <a:pt x="0" y="26"/>
                    <a:pt x="0" y="27"/>
                  </a:cubicBezTo>
                  <a:cubicBezTo>
                    <a:pt x="0" y="28"/>
                    <a:pt x="0" y="29"/>
                    <a:pt x="2" y="30"/>
                  </a:cubicBezTo>
                  <a:cubicBezTo>
                    <a:pt x="2" y="30"/>
                    <a:pt x="2" y="30"/>
                    <a:pt x="2" y="30"/>
                  </a:cubicBezTo>
                  <a:cubicBezTo>
                    <a:pt x="2" y="32"/>
                    <a:pt x="2" y="35"/>
                    <a:pt x="1" y="39"/>
                  </a:cubicBezTo>
                  <a:cubicBezTo>
                    <a:pt x="0" y="45"/>
                    <a:pt x="0" y="49"/>
                    <a:pt x="0" y="50"/>
                  </a:cubicBezTo>
                  <a:cubicBezTo>
                    <a:pt x="0" y="54"/>
                    <a:pt x="1" y="56"/>
                    <a:pt x="4" y="56"/>
                  </a:cubicBezTo>
                  <a:cubicBezTo>
                    <a:pt x="5" y="56"/>
                    <a:pt x="6" y="55"/>
                    <a:pt x="7" y="55"/>
                  </a:cubicBezTo>
                  <a:cubicBezTo>
                    <a:pt x="7" y="54"/>
                    <a:pt x="8" y="54"/>
                    <a:pt x="8" y="53"/>
                  </a:cubicBezTo>
                  <a:cubicBezTo>
                    <a:pt x="8" y="51"/>
                    <a:pt x="8" y="49"/>
                    <a:pt x="8" y="48"/>
                  </a:cubicBezTo>
                  <a:cubicBezTo>
                    <a:pt x="8" y="46"/>
                    <a:pt x="7" y="44"/>
                    <a:pt x="7" y="43"/>
                  </a:cubicBezTo>
                  <a:cubicBezTo>
                    <a:pt x="7" y="37"/>
                    <a:pt x="7" y="37"/>
                    <a:pt x="7" y="37"/>
                  </a:cubicBezTo>
                  <a:cubicBezTo>
                    <a:pt x="7" y="37"/>
                    <a:pt x="7" y="37"/>
                    <a:pt x="7" y="37"/>
                  </a:cubicBezTo>
                  <a:cubicBezTo>
                    <a:pt x="7" y="35"/>
                    <a:pt x="8" y="32"/>
                    <a:pt x="9" y="29"/>
                  </a:cubicBezTo>
                  <a:cubicBezTo>
                    <a:pt x="9" y="29"/>
                    <a:pt x="11" y="29"/>
                    <a:pt x="12" y="29"/>
                  </a:cubicBezTo>
                  <a:cubicBezTo>
                    <a:pt x="14" y="29"/>
                    <a:pt x="17" y="29"/>
                    <a:pt x="19" y="28"/>
                  </a:cubicBezTo>
                  <a:cubicBezTo>
                    <a:pt x="20" y="28"/>
                    <a:pt x="20" y="28"/>
                    <a:pt x="21" y="27"/>
                  </a:cubicBezTo>
                  <a:cubicBezTo>
                    <a:pt x="21" y="27"/>
                    <a:pt x="21" y="28"/>
                    <a:pt x="22" y="29"/>
                  </a:cubicBezTo>
                  <a:cubicBezTo>
                    <a:pt x="23" y="29"/>
                    <a:pt x="24" y="30"/>
                    <a:pt x="25" y="30"/>
                  </a:cubicBezTo>
                  <a:cubicBezTo>
                    <a:pt x="25" y="30"/>
                    <a:pt x="25" y="30"/>
                    <a:pt x="25" y="30"/>
                  </a:cubicBezTo>
                  <a:cubicBezTo>
                    <a:pt x="26" y="30"/>
                    <a:pt x="27" y="29"/>
                    <a:pt x="28" y="29"/>
                  </a:cubicBezTo>
                  <a:cubicBezTo>
                    <a:pt x="26" y="37"/>
                    <a:pt x="25" y="42"/>
                    <a:pt x="25" y="45"/>
                  </a:cubicBezTo>
                  <a:cubicBezTo>
                    <a:pt x="25" y="48"/>
                    <a:pt x="25" y="50"/>
                    <a:pt x="27" y="52"/>
                  </a:cubicBezTo>
                  <a:cubicBezTo>
                    <a:pt x="28" y="53"/>
                    <a:pt x="30" y="54"/>
                    <a:pt x="33" y="54"/>
                  </a:cubicBezTo>
                  <a:cubicBezTo>
                    <a:pt x="36" y="54"/>
                    <a:pt x="39" y="53"/>
                    <a:pt x="42" y="51"/>
                  </a:cubicBezTo>
                  <a:cubicBezTo>
                    <a:pt x="45" y="48"/>
                    <a:pt x="46" y="46"/>
                    <a:pt x="46" y="45"/>
                  </a:cubicBezTo>
                  <a:cubicBezTo>
                    <a:pt x="46" y="44"/>
                    <a:pt x="46" y="44"/>
                    <a:pt x="46" y="43"/>
                  </a:cubicBezTo>
                  <a:cubicBezTo>
                    <a:pt x="45" y="43"/>
                    <a:pt x="45" y="43"/>
                    <a:pt x="44" y="43"/>
                  </a:cubicBezTo>
                  <a:cubicBezTo>
                    <a:pt x="44" y="43"/>
                    <a:pt x="43" y="43"/>
                    <a:pt x="42" y="44"/>
                  </a:cubicBezTo>
                  <a:cubicBezTo>
                    <a:pt x="40" y="46"/>
                    <a:pt x="39" y="46"/>
                    <a:pt x="38" y="47"/>
                  </a:cubicBezTo>
                  <a:cubicBezTo>
                    <a:pt x="37" y="47"/>
                    <a:pt x="35" y="47"/>
                    <a:pt x="34" y="47"/>
                  </a:cubicBezTo>
                  <a:cubicBezTo>
                    <a:pt x="34" y="47"/>
                    <a:pt x="33" y="47"/>
                    <a:pt x="33" y="46"/>
                  </a:cubicBezTo>
                  <a:cubicBezTo>
                    <a:pt x="32" y="46"/>
                    <a:pt x="32" y="45"/>
                    <a:pt x="32" y="43"/>
                  </a:cubicBezTo>
                  <a:cubicBezTo>
                    <a:pt x="32" y="42"/>
                    <a:pt x="33" y="39"/>
                    <a:pt x="34" y="35"/>
                  </a:cubicBezTo>
                  <a:cubicBezTo>
                    <a:pt x="34" y="30"/>
                    <a:pt x="35" y="28"/>
                    <a:pt x="35"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33"/>
            <p:cNvSpPr>
              <a:spLocks/>
            </p:cNvSpPr>
            <p:nvPr/>
          </p:nvSpPr>
          <p:spPr bwMode="auto">
            <a:xfrm>
              <a:off x="4122737" y="4494213"/>
              <a:ext cx="60325" cy="77788"/>
            </a:xfrm>
            <a:custGeom>
              <a:avLst/>
              <a:gdLst>
                <a:gd name="T0" fmla="*/ 35 w 37"/>
                <a:gd name="T1" fmla="*/ 14 h 48"/>
                <a:gd name="T2" fmla="*/ 37 w 37"/>
                <a:gd name="T3" fmla="*/ 9 h 48"/>
                <a:gd name="T4" fmla="*/ 34 w 37"/>
                <a:gd name="T5" fmla="*/ 3 h 48"/>
                <a:gd name="T6" fmla="*/ 26 w 37"/>
                <a:gd name="T7" fmla="*/ 0 h 48"/>
                <a:gd name="T8" fmla="*/ 8 w 37"/>
                <a:gd name="T9" fmla="*/ 3 h 48"/>
                <a:gd name="T10" fmla="*/ 0 w 37"/>
                <a:gd name="T11" fmla="*/ 8 h 48"/>
                <a:gd name="T12" fmla="*/ 0 w 37"/>
                <a:gd name="T13" fmla="*/ 9 h 48"/>
                <a:gd name="T14" fmla="*/ 1 w 37"/>
                <a:gd name="T15" fmla="*/ 11 h 48"/>
                <a:gd name="T16" fmla="*/ 3 w 37"/>
                <a:gd name="T17" fmla="*/ 11 h 48"/>
                <a:gd name="T18" fmla="*/ 4 w 37"/>
                <a:gd name="T19" fmla="*/ 11 h 48"/>
                <a:gd name="T20" fmla="*/ 4 w 37"/>
                <a:gd name="T21" fmla="*/ 13 h 48"/>
                <a:gd name="T22" fmla="*/ 3 w 37"/>
                <a:gd name="T23" fmla="*/ 23 h 48"/>
                <a:gd name="T24" fmla="*/ 0 w 37"/>
                <a:gd name="T25" fmla="*/ 38 h 48"/>
                <a:gd name="T26" fmla="*/ 0 w 37"/>
                <a:gd name="T27" fmla="*/ 41 h 48"/>
                <a:gd name="T28" fmla="*/ 4 w 37"/>
                <a:gd name="T29" fmla="*/ 46 h 48"/>
                <a:gd name="T30" fmla="*/ 7 w 37"/>
                <a:gd name="T31" fmla="*/ 45 h 48"/>
                <a:gd name="T32" fmla="*/ 8 w 37"/>
                <a:gd name="T33" fmla="*/ 42 h 48"/>
                <a:gd name="T34" fmla="*/ 8 w 37"/>
                <a:gd name="T35" fmla="*/ 37 h 48"/>
                <a:gd name="T36" fmla="*/ 10 w 37"/>
                <a:gd name="T37" fmla="*/ 23 h 48"/>
                <a:gd name="T38" fmla="*/ 12 w 37"/>
                <a:gd name="T39" fmla="*/ 9 h 48"/>
                <a:gd name="T40" fmla="*/ 17 w 37"/>
                <a:gd name="T41" fmla="*/ 7 h 48"/>
                <a:gd name="T42" fmla="*/ 25 w 37"/>
                <a:gd name="T43" fmla="*/ 6 h 48"/>
                <a:gd name="T44" fmla="*/ 29 w 37"/>
                <a:gd name="T45" fmla="*/ 9 h 48"/>
                <a:gd name="T46" fmla="*/ 25 w 37"/>
                <a:gd name="T47" fmla="*/ 15 h 48"/>
                <a:gd name="T48" fmla="*/ 19 w 37"/>
                <a:gd name="T49" fmla="*/ 20 h 48"/>
                <a:gd name="T50" fmla="*/ 12 w 37"/>
                <a:gd name="T51" fmla="*/ 24 h 48"/>
                <a:gd name="T52" fmla="*/ 13 w 37"/>
                <a:gd name="T53" fmla="*/ 26 h 48"/>
                <a:gd name="T54" fmla="*/ 17 w 37"/>
                <a:gd name="T55" fmla="*/ 27 h 48"/>
                <a:gd name="T56" fmla="*/ 20 w 37"/>
                <a:gd name="T57" fmla="*/ 26 h 48"/>
                <a:gd name="T58" fmla="*/ 22 w 37"/>
                <a:gd name="T59" fmla="*/ 25 h 48"/>
                <a:gd name="T60" fmla="*/ 27 w 37"/>
                <a:gd name="T61" fmla="*/ 27 h 48"/>
                <a:gd name="T62" fmla="*/ 29 w 37"/>
                <a:gd name="T63" fmla="*/ 31 h 48"/>
                <a:gd name="T64" fmla="*/ 25 w 37"/>
                <a:gd name="T65" fmla="*/ 38 h 48"/>
                <a:gd name="T66" fmla="*/ 17 w 37"/>
                <a:gd name="T67" fmla="*/ 42 h 48"/>
                <a:gd name="T68" fmla="*/ 16 w 37"/>
                <a:gd name="T69" fmla="*/ 42 h 48"/>
                <a:gd name="T70" fmla="*/ 10 w 37"/>
                <a:gd name="T71" fmla="*/ 46 h 48"/>
                <a:gd name="T72" fmla="*/ 14 w 37"/>
                <a:gd name="T73" fmla="*/ 48 h 48"/>
                <a:gd name="T74" fmla="*/ 30 w 37"/>
                <a:gd name="T75" fmla="*/ 42 h 48"/>
                <a:gd name="T76" fmla="*/ 37 w 37"/>
                <a:gd name="T77" fmla="*/ 30 h 48"/>
                <a:gd name="T78" fmla="*/ 35 w 37"/>
                <a:gd name="T79" fmla="*/ 25 h 48"/>
                <a:gd name="T80" fmla="*/ 28 w 37"/>
                <a:gd name="T81" fmla="*/ 20 h 48"/>
                <a:gd name="T82" fmla="*/ 35 w 37"/>
                <a:gd name="T83" fmla="*/ 1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7" h="48">
                  <a:moveTo>
                    <a:pt x="35" y="14"/>
                  </a:moveTo>
                  <a:cubicBezTo>
                    <a:pt x="36" y="12"/>
                    <a:pt x="37" y="10"/>
                    <a:pt x="37" y="9"/>
                  </a:cubicBezTo>
                  <a:cubicBezTo>
                    <a:pt x="37" y="6"/>
                    <a:pt x="36" y="4"/>
                    <a:pt x="34" y="3"/>
                  </a:cubicBezTo>
                  <a:cubicBezTo>
                    <a:pt x="32" y="1"/>
                    <a:pt x="29" y="0"/>
                    <a:pt x="26" y="0"/>
                  </a:cubicBezTo>
                  <a:cubicBezTo>
                    <a:pt x="20" y="0"/>
                    <a:pt x="14" y="1"/>
                    <a:pt x="8" y="3"/>
                  </a:cubicBezTo>
                  <a:cubicBezTo>
                    <a:pt x="3" y="5"/>
                    <a:pt x="0" y="6"/>
                    <a:pt x="0" y="8"/>
                  </a:cubicBezTo>
                  <a:cubicBezTo>
                    <a:pt x="0" y="9"/>
                    <a:pt x="0" y="9"/>
                    <a:pt x="0" y="9"/>
                  </a:cubicBezTo>
                  <a:cubicBezTo>
                    <a:pt x="0" y="10"/>
                    <a:pt x="1" y="10"/>
                    <a:pt x="1" y="11"/>
                  </a:cubicBezTo>
                  <a:cubicBezTo>
                    <a:pt x="2" y="11"/>
                    <a:pt x="2" y="11"/>
                    <a:pt x="3" y="11"/>
                  </a:cubicBezTo>
                  <a:cubicBezTo>
                    <a:pt x="4" y="11"/>
                    <a:pt x="4" y="11"/>
                    <a:pt x="4" y="11"/>
                  </a:cubicBezTo>
                  <a:cubicBezTo>
                    <a:pt x="4" y="11"/>
                    <a:pt x="4" y="12"/>
                    <a:pt x="4" y="13"/>
                  </a:cubicBezTo>
                  <a:cubicBezTo>
                    <a:pt x="4" y="13"/>
                    <a:pt x="4" y="17"/>
                    <a:pt x="3" y="23"/>
                  </a:cubicBezTo>
                  <a:cubicBezTo>
                    <a:pt x="2" y="30"/>
                    <a:pt x="1" y="35"/>
                    <a:pt x="0" y="38"/>
                  </a:cubicBezTo>
                  <a:cubicBezTo>
                    <a:pt x="0" y="40"/>
                    <a:pt x="0" y="41"/>
                    <a:pt x="0" y="41"/>
                  </a:cubicBezTo>
                  <a:cubicBezTo>
                    <a:pt x="0" y="45"/>
                    <a:pt x="1" y="46"/>
                    <a:pt x="4" y="46"/>
                  </a:cubicBezTo>
                  <a:cubicBezTo>
                    <a:pt x="5" y="46"/>
                    <a:pt x="6" y="46"/>
                    <a:pt x="7" y="45"/>
                  </a:cubicBezTo>
                  <a:cubicBezTo>
                    <a:pt x="7" y="45"/>
                    <a:pt x="8" y="44"/>
                    <a:pt x="8" y="42"/>
                  </a:cubicBezTo>
                  <a:cubicBezTo>
                    <a:pt x="8" y="37"/>
                    <a:pt x="8" y="37"/>
                    <a:pt x="8" y="37"/>
                  </a:cubicBezTo>
                  <a:cubicBezTo>
                    <a:pt x="8" y="36"/>
                    <a:pt x="9" y="31"/>
                    <a:pt x="10" y="23"/>
                  </a:cubicBezTo>
                  <a:cubicBezTo>
                    <a:pt x="11" y="15"/>
                    <a:pt x="12" y="10"/>
                    <a:pt x="12" y="9"/>
                  </a:cubicBezTo>
                  <a:cubicBezTo>
                    <a:pt x="13" y="8"/>
                    <a:pt x="14" y="8"/>
                    <a:pt x="17" y="7"/>
                  </a:cubicBezTo>
                  <a:cubicBezTo>
                    <a:pt x="19" y="7"/>
                    <a:pt x="22" y="6"/>
                    <a:pt x="25" y="6"/>
                  </a:cubicBezTo>
                  <a:cubicBezTo>
                    <a:pt x="28" y="6"/>
                    <a:pt x="29" y="7"/>
                    <a:pt x="29" y="9"/>
                  </a:cubicBezTo>
                  <a:cubicBezTo>
                    <a:pt x="29" y="11"/>
                    <a:pt x="28" y="13"/>
                    <a:pt x="25" y="15"/>
                  </a:cubicBezTo>
                  <a:cubicBezTo>
                    <a:pt x="23" y="17"/>
                    <a:pt x="21" y="19"/>
                    <a:pt x="19" y="20"/>
                  </a:cubicBezTo>
                  <a:cubicBezTo>
                    <a:pt x="14" y="21"/>
                    <a:pt x="12" y="23"/>
                    <a:pt x="12" y="24"/>
                  </a:cubicBezTo>
                  <a:cubicBezTo>
                    <a:pt x="12" y="25"/>
                    <a:pt x="13" y="26"/>
                    <a:pt x="13" y="26"/>
                  </a:cubicBezTo>
                  <a:cubicBezTo>
                    <a:pt x="14" y="27"/>
                    <a:pt x="15" y="27"/>
                    <a:pt x="17" y="27"/>
                  </a:cubicBezTo>
                  <a:cubicBezTo>
                    <a:pt x="18" y="27"/>
                    <a:pt x="19" y="27"/>
                    <a:pt x="20" y="26"/>
                  </a:cubicBezTo>
                  <a:cubicBezTo>
                    <a:pt x="22" y="25"/>
                    <a:pt x="22" y="25"/>
                    <a:pt x="22" y="25"/>
                  </a:cubicBezTo>
                  <a:cubicBezTo>
                    <a:pt x="25" y="25"/>
                    <a:pt x="26" y="26"/>
                    <a:pt x="27" y="27"/>
                  </a:cubicBezTo>
                  <a:cubicBezTo>
                    <a:pt x="29" y="28"/>
                    <a:pt x="29" y="29"/>
                    <a:pt x="29" y="31"/>
                  </a:cubicBezTo>
                  <a:cubicBezTo>
                    <a:pt x="29" y="33"/>
                    <a:pt x="28" y="36"/>
                    <a:pt x="25" y="38"/>
                  </a:cubicBezTo>
                  <a:cubicBezTo>
                    <a:pt x="22" y="40"/>
                    <a:pt x="19" y="42"/>
                    <a:pt x="17" y="42"/>
                  </a:cubicBezTo>
                  <a:cubicBezTo>
                    <a:pt x="16" y="42"/>
                    <a:pt x="16" y="42"/>
                    <a:pt x="16" y="42"/>
                  </a:cubicBezTo>
                  <a:cubicBezTo>
                    <a:pt x="12" y="42"/>
                    <a:pt x="10" y="43"/>
                    <a:pt x="10" y="46"/>
                  </a:cubicBezTo>
                  <a:cubicBezTo>
                    <a:pt x="10" y="48"/>
                    <a:pt x="11" y="48"/>
                    <a:pt x="14" y="48"/>
                  </a:cubicBezTo>
                  <a:cubicBezTo>
                    <a:pt x="19" y="48"/>
                    <a:pt x="25" y="46"/>
                    <a:pt x="30" y="42"/>
                  </a:cubicBezTo>
                  <a:cubicBezTo>
                    <a:pt x="34" y="38"/>
                    <a:pt x="37" y="34"/>
                    <a:pt x="37" y="30"/>
                  </a:cubicBezTo>
                  <a:cubicBezTo>
                    <a:pt x="37" y="29"/>
                    <a:pt x="36" y="27"/>
                    <a:pt x="35" y="25"/>
                  </a:cubicBezTo>
                  <a:cubicBezTo>
                    <a:pt x="34" y="23"/>
                    <a:pt x="32" y="22"/>
                    <a:pt x="28" y="20"/>
                  </a:cubicBezTo>
                  <a:cubicBezTo>
                    <a:pt x="31" y="18"/>
                    <a:pt x="34" y="15"/>
                    <a:pt x="35"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34"/>
            <p:cNvSpPr>
              <a:spLocks noEditPoints="1"/>
            </p:cNvSpPr>
            <p:nvPr/>
          </p:nvSpPr>
          <p:spPr bwMode="auto">
            <a:xfrm>
              <a:off x="4191000" y="4511676"/>
              <a:ext cx="44450" cy="57150"/>
            </a:xfrm>
            <a:custGeom>
              <a:avLst/>
              <a:gdLst>
                <a:gd name="T0" fmla="*/ 8 w 28"/>
                <a:gd name="T1" fmla="*/ 24 h 35"/>
                <a:gd name="T2" fmla="*/ 21 w 28"/>
                <a:gd name="T3" fmla="*/ 17 h 35"/>
                <a:gd name="T4" fmla="*/ 26 w 28"/>
                <a:gd name="T5" fmla="*/ 7 h 35"/>
                <a:gd name="T6" fmla="*/ 24 w 28"/>
                <a:gd name="T7" fmla="*/ 2 h 35"/>
                <a:gd name="T8" fmla="*/ 19 w 28"/>
                <a:gd name="T9" fmla="*/ 0 h 35"/>
                <a:gd name="T10" fmla="*/ 6 w 28"/>
                <a:gd name="T11" fmla="*/ 7 h 35"/>
                <a:gd name="T12" fmla="*/ 0 w 28"/>
                <a:gd name="T13" fmla="*/ 23 h 35"/>
                <a:gd name="T14" fmla="*/ 3 w 28"/>
                <a:gd name="T15" fmla="*/ 32 h 35"/>
                <a:gd name="T16" fmla="*/ 11 w 28"/>
                <a:gd name="T17" fmla="*/ 35 h 35"/>
                <a:gd name="T18" fmla="*/ 23 w 28"/>
                <a:gd name="T19" fmla="*/ 31 h 35"/>
                <a:gd name="T20" fmla="*/ 28 w 28"/>
                <a:gd name="T21" fmla="*/ 23 h 35"/>
                <a:gd name="T22" fmla="*/ 26 w 28"/>
                <a:gd name="T23" fmla="*/ 21 h 35"/>
                <a:gd name="T24" fmla="*/ 24 w 28"/>
                <a:gd name="T25" fmla="*/ 22 h 35"/>
                <a:gd name="T26" fmla="*/ 12 w 28"/>
                <a:gd name="T27" fmla="*/ 29 h 35"/>
                <a:gd name="T28" fmla="*/ 9 w 28"/>
                <a:gd name="T29" fmla="*/ 27 h 35"/>
                <a:gd name="T30" fmla="*/ 8 w 28"/>
                <a:gd name="T31" fmla="*/ 25 h 35"/>
                <a:gd name="T32" fmla="*/ 8 w 28"/>
                <a:gd name="T33" fmla="*/ 24 h 35"/>
                <a:gd name="T34" fmla="*/ 12 w 28"/>
                <a:gd name="T35" fmla="*/ 10 h 35"/>
                <a:gd name="T36" fmla="*/ 18 w 28"/>
                <a:gd name="T37" fmla="*/ 6 h 35"/>
                <a:gd name="T38" fmla="*/ 20 w 28"/>
                <a:gd name="T39" fmla="*/ 7 h 35"/>
                <a:gd name="T40" fmla="*/ 20 w 28"/>
                <a:gd name="T41" fmla="*/ 8 h 35"/>
                <a:gd name="T42" fmla="*/ 16 w 28"/>
                <a:gd name="T43" fmla="*/ 14 h 35"/>
                <a:gd name="T44" fmla="*/ 8 w 28"/>
                <a:gd name="T45" fmla="*/ 18 h 35"/>
                <a:gd name="T46" fmla="*/ 12 w 28"/>
                <a:gd name="T47"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35">
                  <a:moveTo>
                    <a:pt x="8" y="24"/>
                  </a:moveTo>
                  <a:cubicBezTo>
                    <a:pt x="14" y="22"/>
                    <a:pt x="18" y="20"/>
                    <a:pt x="21" y="17"/>
                  </a:cubicBezTo>
                  <a:cubicBezTo>
                    <a:pt x="25" y="14"/>
                    <a:pt x="26" y="11"/>
                    <a:pt x="26" y="7"/>
                  </a:cubicBezTo>
                  <a:cubicBezTo>
                    <a:pt x="26" y="5"/>
                    <a:pt x="26" y="3"/>
                    <a:pt x="24" y="2"/>
                  </a:cubicBezTo>
                  <a:cubicBezTo>
                    <a:pt x="23" y="1"/>
                    <a:pt x="21" y="0"/>
                    <a:pt x="19" y="0"/>
                  </a:cubicBezTo>
                  <a:cubicBezTo>
                    <a:pt x="14" y="0"/>
                    <a:pt x="10" y="2"/>
                    <a:pt x="6" y="7"/>
                  </a:cubicBezTo>
                  <a:cubicBezTo>
                    <a:pt x="2" y="12"/>
                    <a:pt x="0" y="17"/>
                    <a:pt x="0" y="23"/>
                  </a:cubicBezTo>
                  <a:cubicBezTo>
                    <a:pt x="0" y="27"/>
                    <a:pt x="1" y="30"/>
                    <a:pt x="3" y="32"/>
                  </a:cubicBezTo>
                  <a:cubicBezTo>
                    <a:pt x="5" y="34"/>
                    <a:pt x="8" y="35"/>
                    <a:pt x="11" y="35"/>
                  </a:cubicBezTo>
                  <a:cubicBezTo>
                    <a:pt x="16" y="35"/>
                    <a:pt x="20" y="34"/>
                    <a:pt x="23" y="31"/>
                  </a:cubicBezTo>
                  <a:cubicBezTo>
                    <a:pt x="27" y="28"/>
                    <a:pt x="28" y="25"/>
                    <a:pt x="28" y="23"/>
                  </a:cubicBezTo>
                  <a:cubicBezTo>
                    <a:pt x="28" y="22"/>
                    <a:pt x="28" y="21"/>
                    <a:pt x="26" y="21"/>
                  </a:cubicBezTo>
                  <a:cubicBezTo>
                    <a:pt x="26" y="21"/>
                    <a:pt x="25" y="22"/>
                    <a:pt x="24" y="22"/>
                  </a:cubicBezTo>
                  <a:cubicBezTo>
                    <a:pt x="20" y="27"/>
                    <a:pt x="16" y="29"/>
                    <a:pt x="12" y="29"/>
                  </a:cubicBezTo>
                  <a:cubicBezTo>
                    <a:pt x="11" y="29"/>
                    <a:pt x="10" y="28"/>
                    <a:pt x="9" y="27"/>
                  </a:cubicBezTo>
                  <a:cubicBezTo>
                    <a:pt x="8" y="27"/>
                    <a:pt x="8" y="26"/>
                    <a:pt x="8" y="25"/>
                  </a:cubicBezTo>
                  <a:cubicBezTo>
                    <a:pt x="8" y="24"/>
                    <a:pt x="8" y="24"/>
                    <a:pt x="8" y="24"/>
                  </a:cubicBezTo>
                  <a:close/>
                  <a:moveTo>
                    <a:pt x="12" y="10"/>
                  </a:moveTo>
                  <a:cubicBezTo>
                    <a:pt x="14" y="7"/>
                    <a:pt x="16" y="6"/>
                    <a:pt x="18" y="6"/>
                  </a:cubicBezTo>
                  <a:cubicBezTo>
                    <a:pt x="19" y="6"/>
                    <a:pt x="19" y="6"/>
                    <a:pt x="20" y="7"/>
                  </a:cubicBezTo>
                  <a:cubicBezTo>
                    <a:pt x="20" y="7"/>
                    <a:pt x="20" y="8"/>
                    <a:pt x="20" y="8"/>
                  </a:cubicBezTo>
                  <a:cubicBezTo>
                    <a:pt x="20" y="10"/>
                    <a:pt x="19" y="12"/>
                    <a:pt x="16" y="14"/>
                  </a:cubicBezTo>
                  <a:cubicBezTo>
                    <a:pt x="14" y="16"/>
                    <a:pt x="11" y="17"/>
                    <a:pt x="8" y="18"/>
                  </a:cubicBezTo>
                  <a:cubicBezTo>
                    <a:pt x="9" y="15"/>
                    <a:pt x="10" y="12"/>
                    <a:pt x="12"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35"/>
            <p:cNvSpPr>
              <a:spLocks noEditPoints="1"/>
            </p:cNvSpPr>
            <p:nvPr/>
          </p:nvSpPr>
          <p:spPr bwMode="auto">
            <a:xfrm>
              <a:off x="4241800" y="4484688"/>
              <a:ext cx="60325" cy="84138"/>
            </a:xfrm>
            <a:custGeom>
              <a:avLst/>
              <a:gdLst>
                <a:gd name="T0" fmla="*/ 24 w 37"/>
                <a:gd name="T1" fmla="*/ 48 h 52"/>
                <a:gd name="T2" fmla="*/ 28 w 37"/>
                <a:gd name="T3" fmla="*/ 51 h 52"/>
                <a:gd name="T4" fmla="*/ 34 w 37"/>
                <a:gd name="T5" fmla="*/ 49 h 52"/>
                <a:gd name="T6" fmla="*/ 37 w 37"/>
                <a:gd name="T7" fmla="*/ 45 h 52"/>
                <a:gd name="T8" fmla="*/ 35 w 37"/>
                <a:gd name="T9" fmla="*/ 43 h 52"/>
                <a:gd name="T10" fmla="*/ 33 w 37"/>
                <a:gd name="T11" fmla="*/ 44 h 52"/>
                <a:gd name="T12" fmla="*/ 31 w 37"/>
                <a:gd name="T13" fmla="*/ 45 h 52"/>
                <a:gd name="T14" fmla="*/ 29 w 37"/>
                <a:gd name="T15" fmla="*/ 39 h 52"/>
                <a:gd name="T16" fmla="*/ 31 w 37"/>
                <a:gd name="T17" fmla="*/ 25 h 52"/>
                <a:gd name="T18" fmla="*/ 35 w 37"/>
                <a:gd name="T19" fmla="*/ 9 h 52"/>
                <a:gd name="T20" fmla="*/ 36 w 37"/>
                <a:gd name="T21" fmla="*/ 4 h 52"/>
                <a:gd name="T22" fmla="*/ 35 w 37"/>
                <a:gd name="T23" fmla="*/ 1 h 52"/>
                <a:gd name="T24" fmla="*/ 33 w 37"/>
                <a:gd name="T25" fmla="*/ 0 h 52"/>
                <a:gd name="T26" fmla="*/ 31 w 37"/>
                <a:gd name="T27" fmla="*/ 1 h 52"/>
                <a:gd name="T28" fmla="*/ 29 w 37"/>
                <a:gd name="T29" fmla="*/ 3 h 52"/>
                <a:gd name="T30" fmla="*/ 27 w 37"/>
                <a:gd name="T31" fmla="*/ 9 h 52"/>
                <a:gd name="T32" fmla="*/ 25 w 37"/>
                <a:gd name="T33" fmla="*/ 21 h 52"/>
                <a:gd name="T34" fmla="*/ 19 w 37"/>
                <a:gd name="T35" fmla="*/ 19 h 52"/>
                <a:gd name="T36" fmla="*/ 6 w 37"/>
                <a:gd name="T37" fmla="*/ 27 h 52"/>
                <a:gd name="T38" fmla="*/ 0 w 37"/>
                <a:gd name="T39" fmla="*/ 43 h 52"/>
                <a:gd name="T40" fmla="*/ 2 w 37"/>
                <a:gd name="T41" fmla="*/ 49 h 52"/>
                <a:gd name="T42" fmla="*/ 7 w 37"/>
                <a:gd name="T43" fmla="*/ 52 h 52"/>
                <a:gd name="T44" fmla="*/ 23 w 37"/>
                <a:gd name="T45" fmla="*/ 41 h 52"/>
                <a:gd name="T46" fmla="*/ 24 w 37"/>
                <a:gd name="T47" fmla="*/ 48 h 52"/>
                <a:gd name="T48" fmla="*/ 18 w 37"/>
                <a:gd name="T49" fmla="*/ 39 h 52"/>
                <a:gd name="T50" fmla="*/ 9 w 37"/>
                <a:gd name="T51" fmla="*/ 45 h 52"/>
                <a:gd name="T52" fmla="*/ 7 w 37"/>
                <a:gd name="T53" fmla="*/ 42 h 52"/>
                <a:gd name="T54" fmla="*/ 11 w 37"/>
                <a:gd name="T55" fmla="*/ 31 h 52"/>
                <a:gd name="T56" fmla="*/ 19 w 37"/>
                <a:gd name="T57" fmla="*/ 25 h 52"/>
                <a:gd name="T58" fmla="*/ 22 w 37"/>
                <a:gd name="T59" fmla="*/ 26 h 52"/>
                <a:gd name="T60" fmla="*/ 23 w 37"/>
                <a:gd name="T61" fmla="*/ 28 h 52"/>
                <a:gd name="T62" fmla="*/ 18 w 37"/>
                <a:gd name="T63" fmla="*/ 3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 h="52">
                  <a:moveTo>
                    <a:pt x="24" y="48"/>
                  </a:moveTo>
                  <a:cubicBezTo>
                    <a:pt x="25" y="50"/>
                    <a:pt x="26" y="51"/>
                    <a:pt x="28" y="51"/>
                  </a:cubicBezTo>
                  <a:cubicBezTo>
                    <a:pt x="30" y="51"/>
                    <a:pt x="32" y="51"/>
                    <a:pt x="34" y="49"/>
                  </a:cubicBezTo>
                  <a:cubicBezTo>
                    <a:pt x="36" y="48"/>
                    <a:pt x="37" y="46"/>
                    <a:pt x="37" y="45"/>
                  </a:cubicBezTo>
                  <a:cubicBezTo>
                    <a:pt x="37" y="44"/>
                    <a:pt x="36" y="43"/>
                    <a:pt x="35" y="43"/>
                  </a:cubicBezTo>
                  <a:cubicBezTo>
                    <a:pt x="35" y="43"/>
                    <a:pt x="34" y="44"/>
                    <a:pt x="33" y="44"/>
                  </a:cubicBezTo>
                  <a:cubicBezTo>
                    <a:pt x="33" y="44"/>
                    <a:pt x="32" y="45"/>
                    <a:pt x="31" y="45"/>
                  </a:cubicBezTo>
                  <a:cubicBezTo>
                    <a:pt x="29" y="45"/>
                    <a:pt x="29" y="43"/>
                    <a:pt x="29" y="39"/>
                  </a:cubicBezTo>
                  <a:cubicBezTo>
                    <a:pt x="29" y="36"/>
                    <a:pt x="29" y="31"/>
                    <a:pt x="31" y="25"/>
                  </a:cubicBezTo>
                  <a:cubicBezTo>
                    <a:pt x="32" y="19"/>
                    <a:pt x="33" y="13"/>
                    <a:pt x="35" y="9"/>
                  </a:cubicBezTo>
                  <a:cubicBezTo>
                    <a:pt x="35" y="6"/>
                    <a:pt x="36" y="5"/>
                    <a:pt x="36" y="4"/>
                  </a:cubicBezTo>
                  <a:cubicBezTo>
                    <a:pt x="36" y="3"/>
                    <a:pt x="36" y="2"/>
                    <a:pt x="35" y="1"/>
                  </a:cubicBezTo>
                  <a:cubicBezTo>
                    <a:pt x="35" y="0"/>
                    <a:pt x="34" y="0"/>
                    <a:pt x="33" y="0"/>
                  </a:cubicBezTo>
                  <a:cubicBezTo>
                    <a:pt x="32" y="0"/>
                    <a:pt x="31" y="0"/>
                    <a:pt x="31" y="1"/>
                  </a:cubicBezTo>
                  <a:cubicBezTo>
                    <a:pt x="30" y="1"/>
                    <a:pt x="29" y="2"/>
                    <a:pt x="29" y="3"/>
                  </a:cubicBezTo>
                  <a:cubicBezTo>
                    <a:pt x="28" y="4"/>
                    <a:pt x="28" y="6"/>
                    <a:pt x="27" y="9"/>
                  </a:cubicBezTo>
                  <a:cubicBezTo>
                    <a:pt x="27" y="11"/>
                    <a:pt x="26" y="15"/>
                    <a:pt x="25" y="21"/>
                  </a:cubicBezTo>
                  <a:cubicBezTo>
                    <a:pt x="23" y="20"/>
                    <a:pt x="22" y="19"/>
                    <a:pt x="19" y="19"/>
                  </a:cubicBezTo>
                  <a:cubicBezTo>
                    <a:pt x="15" y="19"/>
                    <a:pt x="10" y="22"/>
                    <a:pt x="6" y="27"/>
                  </a:cubicBezTo>
                  <a:cubicBezTo>
                    <a:pt x="2" y="32"/>
                    <a:pt x="0" y="38"/>
                    <a:pt x="0" y="43"/>
                  </a:cubicBezTo>
                  <a:cubicBezTo>
                    <a:pt x="0" y="45"/>
                    <a:pt x="0" y="47"/>
                    <a:pt x="2" y="49"/>
                  </a:cubicBezTo>
                  <a:cubicBezTo>
                    <a:pt x="3" y="51"/>
                    <a:pt x="5" y="52"/>
                    <a:pt x="7" y="52"/>
                  </a:cubicBezTo>
                  <a:cubicBezTo>
                    <a:pt x="12" y="52"/>
                    <a:pt x="17" y="48"/>
                    <a:pt x="23" y="41"/>
                  </a:cubicBezTo>
                  <a:cubicBezTo>
                    <a:pt x="22" y="44"/>
                    <a:pt x="23" y="46"/>
                    <a:pt x="24" y="48"/>
                  </a:cubicBezTo>
                  <a:close/>
                  <a:moveTo>
                    <a:pt x="18" y="39"/>
                  </a:moveTo>
                  <a:cubicBezTo>
                    <a:pt x="14" y="43"/>
                    <a:pt x="11" y="45"/>
                    <a:pt x="9" y="45"/>
                  </a:cubicBezTo>
                  <a:cubicBezTo>
                    <a:pt x="7" y="45"/>
                    <a:pt x="7" y="44"/>
                    <a:pt x="7" y="42"/>
                  </a:cubicBezTo>
                  <a:cubicBezTo>
                    <a:pt x="7" y="39"/>
                    <a:pt x="8" y="35"/>
                    <a:pt x="11" y="31"/>
                  </a:cubicBezTo>
                  <a:cubicBezTo>
                    <a:pt x="14" y="27"/>
                    <a:pt x="17" y="25"/>
                    <a:pt x="19" y="25"/>
                  </a:cubicBezTo>
                  <a:cubicBezTo>
                    <a:pt x="20" y="25"/>
                    <a:pt x="21" y="26"/>
                    <a:pt x="22" y="26"/>
                  </a:cubicBezTo>
                  <a:cubicBezTo>
                    <a:pt x="22" y="27"/>
                    <a:pt x="23" y="28"/>
                    <a:pt x="23" y="28"/>
                  </a:cubicBezTo>
                  <a:cubicBezTo>
                    <a:pt x="23" y="31"/>
                    <a:pt x="21" y="34"/>
                    <a:pt x="18"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5" name="组合 34"/>
          <p:cNvGrpSpPr/>
          <p:nvPr/>
        </p:nvGrpSpPr>
        <p:grpSpPr>
          <a:xfrm>
            <a:off x="371475" y="3186113"/>
            <a:ext cx="927100" cy="1176338"/>
            <a:chOff x="371475" y="3186113"/>
            <a:chExt cx="927100" cy="1176338"/>
          </a:xfrm>
          <a:solidFill>
            <a:schemeClr val="tx1">
              <a:lumMod val="65000"/>
              <a:lumOff val="35000"/>
            </a:schemeClr>
          </a:solidFill>
        </p:grpSpPr>
        <p:sp>
          <p:nvSpPr>
            <p:cNvPr id="36" name="Freeform 36"/>
            <p:cNvSpPr>
              <a:spLocks/>
            </p:cNvSpPr>
            <p:nvPr/>
          </p:nvSpPr>
          <p:spPr bwMode="auto">
            <a:xfrm>
              <a:off x="968375" y="3395663"/>
              <a:ext cx="330200" cy="330200"/>
            </a:xfrm>
            <a:custGeom>
              <a:avLst/>
              <a:gdLst>
                <a:gd name="T0" fmla="*/ 66 w 204"/>
                <a:gd name="T1" fmla="*/ 20 h 205"/>
                <a:gd name="T2" fmla="*/ 20 w 204"/>
                <a:gd name="T3" fmla="*/ 139 h 205"/>
                <a:gd name="T4" fmla="*/ 138 w 204"/>
                <a:gd name="T5" fmla="*/ 185 h 205"/>
                <a:gd name="T6" fmla="*/ 184 w 204"/>
                <a:gd name="T7" fmla="*/ 67 h 205"/>
                <a:gd name="T8" fmla="*/ 66 w 204"/>
                <a:gd name="T9" fmla="*/ 20 h 205"/>
              </a:gdLst>
              <a:ahLst/>
              <a:cxnLst>
                <a:cxn ang="0">
                  <a:pos x="T0" y="T1"/>
                </a:cxn>
                <a:cxn ang="0">
                  <a:pos x="T2" y="T3"/>
                </a:cxn>
                <a:cxn ang="0">
                  <a:pos x="T4" y="T5"/>
                </a:cxn>
                <a:cxn ang="0">
                  <a:pos x="T6" y="T7"/>
                </a:cxn>
                <a:cxn ang="0">
                  <a:pos x="T8" y="T9"/>
                </a:cxn>
              </a:cxnLst>
              <a:rect l="0" t="0" r="r" b="b"/>
              <a:pathLst>
                <a:path w="204" h="205">
                  <a:moveTo>
                    <a:pt x="66" y="20"/>
                  </a:moveTo>
                  <a:cubicBezTo>
                    <a:pt x="20" y="40"/>
                    <a:pt x="0" y="93"/>
                    <a:pt x="20" y="139"/>
                  </a:cubicBezTo>
                  <a:cubicBezTo>
                    <a:pt x="39" y="184"/>
                    <a:pt x="93" y="205"/>
                    <a:pt x="138" y="185"/>
                  </a:cubicBezTo>
                  <a:cubicBezTo>
                    <a:pt x="184" y="165"/>
                    <a:pt x="204" y="112"/>
                    <a:pt x="184" y="67"/>
                  </a:cubicBezTo>
                  <a:cubicBezTo>
                    <a:pt x="164" y="21"/>
                    <a:pt x="111" y="0"/>
                    <a:pt x="66"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37"/>
            <p:cNvSpPr>
              <a:spLocks/>
            </p:cNvSpPr>
            <p:nvPr/>
          </p:nvSpPr>
          <p:spPr bwMode="auto">
            <a:xfrm>
              <a:off x="371475" y="3403601"/>
              <a:ext cx="585787" cy="958850"/>
            </a:xfrm>
            <a:custGeom>
              <a:avLst/>
              <a:gdLst>
                <a:gd name="T0" fmla="*/ 134 w 363"/>
                <a:gd name="T1" fmla="*/ 593 h 594"/>
                <a:gd name="T2" fmla="*/ 174 w 363"/>
                <a:gd name="T3" fmla="*/ 535 h 594"/>
                <a:gd name="T4" fmla="*/ 114 w 363"/>
                <a:gd name="T5" fmla="*/ 196 h 594"/>
                <a:gd name="T6" fmla="*/ 258 w 363"/>
                <a:gd name="T7" fmla="*/ 152 h 594"/>
                <a:gd name="T8" fmla="*/ 244 w 363"/>
                <a:gd name="T9" fmla="*/ 91 h 594"/>
                <a:gd name="T10" fmla="*/ 250 w 363"/>
                <a:gd name="T11" fmla="*/ 59 h 594"/>
                <a:gd name="T12" fmla="*/ 275 w 363"/>
                <a:gd name="T13" fmla="*/ 41 h 594"/>
                <a:gd name="T14" fmla="*/ 284 w 363"/>
                <a:gd name="T15" fmla="*/ 41 h 594"/>
                <a:gd name="T16" fmla="*/ 325 w 363"/>
                <a:gd name="T17" fmla="*/ 73 h 594"/>
                <a:gd name="T18" fmla="*/ 336 w 363"/>
                <a:gd name="T19" fmla="*/ 125 h 594"/>
                <a:gd name="T20" fmla="*/ 360 w 363"/>
                <a:gd name="T21" fmla="*/ 73 h 594"/>
                <a:gd name="T22" fmla="*/ 256 w 363"/>
                <a:gd name="T23" fmla="*/ 5 h 594"/>
                <a:gd name="T24" fmla="*/ 43 w 363"/>
                <a:gd name="T25" fmla="*/ 73 h 594"/>
                <a:gd name="T26" fmla="*/ 5 w 363"/>
                <a:gd name="T27" fmla="*/ 154 h 594"/>
                <a:gd name="T28" fmla="*/ 5 w 363"/>
                <a:gd name="T29" fmla="*/ 158 h 594"/>
                <a:gd name="T30" fmla="*/ 76 w 363"/>
                <a:gd name="T31" fmla="*/ 553 h 594"/>
                <a:gd name="T32" fmla="*/ 125 w 363"/>
                <a:gd name="T33" fmla="*/ 594 h 594"/>
                <a:gd name="T34" fmla="*/ 134 w 363"/>
                <a:gd name="T35" fmla="*/ 593 h 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3" h="594">
                  <a:moveTo>
                    <a:pt x="134" y="593"/>
                  </a:moveTo>
                  <a:cubicBezTo>
                    <a:pt x="161" y="588"/>
                    <a:pt x="179" y="562"/>
                    <a:pt x="174" y="535"/>
                  </a:cubicBezTo>
                  <a:cubicBezTo>
                    <a:pt x="114" y="196"/>
                    <a:pt x="114" y="196"/>
                    <a:pt x="114" y="196"/>
                  </a:cubicBezTo>
                  <a:cubicBezTo>
                    <a:pt x="159" y="174"/>
                    <a:pt x="213" y="162"/>
                    <a:pt x="258" y="152"/>
                  </a:cubicBezTo>
                  <a:cubicBezTo>
                    <a:pt x="244" y="91"/>
                    <a:pt x="244" y="91"/>
                    <a:pt x="244" y="91"/>
                  </a:cubicBezTo>
                  <a:cubicBezTo>
                    <a:pt x="242" y="80"/>
                    <a:pt x="244" y="69"/>
                    <a:pt x="250" y="59"/>
                  </a:cubicBezTo>
                  <a:cubicBezTo>
                    <a:pt x="256" y="50"/>
                    <a:pt x="265" y="44"/>
                    <a:pt x="275" y="41"/>
                  </a:cubicBezTo>
                  <a:cubicBezTo>
                    <a:pt x="278" y="41"/>
                    <a:pt x="281" y="41"/>
                    <a:pt x="284" y="41"/>
                  </a:cubicBezTo>
                  <a:cubicBezTo>
                    <a:pt x="304" y="41"/>
                    <a:pt x="320" y="54"/>
                    <a:pt x="325" y="73"/>
                  </a:cubicBezTo>
                  <a:cubicBezTo>
                    <a:pt x="336" y="125"/>
                    <a:pt x="336" y="125"/>
                    <a:pt x="336" y="125"/>
                  </a:cubicBezTo>
                  <a:cubicBezTo>
                    <a:pt x="353" y="111"/>
                    <a:pt x="363" y="92"/>
                    <a:pt x="360" y="73"/>
                  </a:cubicBezTo>
                  <a:cubicBezTo>
                    <a:pt x="354" y="38"/>
                    <a:pt x="317" y="0"/>
                    <a:pt x="256" y="5"/>
                  </a:cubicBezTo>
                  <a:cubicBezTo>
                    <a:pt x="171" y="13"/>
                    <a:pt x="120" y="28"/>
                    <a:pt x="43" y="73"/>
                  </a:cubicBezTo>
                  <a:cubicBezTo>
                    <a:pt x="6" y="99"/>
                    <a:pt x="0" y="128"/>
                    <a:pt x="5" y="154"/>
                  </a:cubicBezTo>
                  <a:cubicBezTo>
                    <a:pt x="5" y="155"/>
                    <a:pt x="5" y="157"/>
                    <a:pt x="5" y="158"/>
                  </a:cubicBezTo>
                  <a:cubicBezTo>
                    <a:pt x="76" y="553"/>
                    <a:pt x="76" y="553"/>
                    <a:pt x="76" y="553"/>
                  </a:cubicBezTo>
                  <a:cubicBezTo>
                    <a:pt x="80" y="577"/>
                    <a:pt x="101" y="594"/>
                    <a:pt x="125" y="594"/>
                  </a:cubicBezTo>
                  <a:cubicBezTo>
                    <a:pt x="128" y="594"/>
                    <a:pt x="131" y="594"/>
                    <a:pt x="134" y="5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38"/>
            <p:cNvSpPr>
              <a:spLocks/>
            </p:cNvSpPr>
            <p:nvPr/>
          </p:nvSpPr>
          <p:spPr bwMode="auto">
            <a:xfrm>
              <a:off x="723900" y="3811588"/>
              <a:ext cx="439737" cy="439738"/>
            </a:xfrm>
            <a:custGeom>
              <a:avLst/>
              <a:gdLst>
                <a:gd name="T0" fmla="*/ 166 w 272"/>
                <a:gd name="T1" fmla="*/ 153 h 272"/>
                <a:gd name="T2" fmla="*/ 140 w 272"/>
                <a:gd name="T3" fmla="*/ 171 h 272"/>
                <a:gd name="T4" fmla="*/ 131 w 272"/>
                <a:gd name="T5" fmla="*/ 172 h 272"/>
                <a:gd name="T6" fmla="*/ 91 w 272"/>
                <a:gd name="T7" fmla="*/ 140 h 272"/>
                <a:gd name="T8" fmla="*/ 60 w 272"/>
                <a:gd name="T9" fmla="*/ 0 h 272"/>
                <a:gd name="T10" fmla="*/ 0 w 272"/>
                <a:gd name="T11" fmla="*/ 0 h 272"/>
                <a:gd name="T12" fmla="*/ 0 w 272"/>
                <a:gd name="T13" fmla="*/ 272 h 272"/>
                <a:gd name="T14" fmla="*/ 272 w 272"/>
                <a:gd name="T15" fmla="*/ 272 h 272"/>
                <a:gd name="T16" fmla="*/ 272 w 272"/>
                <a:gd name="T17" fmla="*/ 0 h 272"/>
                <a:gd name="T18" fmla="*/ 145 w 272"/>
                <a:gd name="T19" fmla="*/ 0 h 272"/>
                <a:gd name="T20" fmla="*/ 172 w 272"/>
                <a:gd name="T21" fmla="*/ 123 h 272"/>
                <a:gd name="T22" fmla="*/ 166 w 272"/>
                <a:gd name="T23" fmla="*/ 153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2" h="272">
                  <a:moveTo>
                    <a:pt x="166" y="153"/>
                  </a:moveTo>
                  <a:cubicBezTo>
                    <a:pt x="160" y="163"/>
                    <a:pt x="151" y="169"/>
                    <a:pt x="140" y="171"/>
                  </a:cubicBezTo>
                  <a:cubicBezTo>
                    <a:pt x="137" y="172"/>
                    <a:pt x="134" y="172"/>
                    <a:pt x="131" y="172"/>
                  </a:cubicBezTo>
                  <a:cubicBezTo>
                    <a:pt x="112" y="172"/>
                    <a:pt x="95" y="159"/>
                    <a:pt x="91" y="140"/>
                  </a:cubicBezTo>
                  <a:cubicBezTo>
                    <a:pt x="60" y="0"/>
                    <a:pt x="60" y="0"/>
                    <a:pt x="60" y="0"/>
                  </a:cubicBezTo>
                  <a:cubicBezTo>
                    <a:pt x="0" y="0"/>
                    <a:pt x="0" y="0"/>
                    <a:pt x="0" y="0"/>
                  </a:cubicBezTo>
                  <a:cubicBezTo>
                    <a:pt x="0" y="272"/>
                    <a:pt x="0" y="272"/>
                    <a:pt x="0" y="272"/>
                  </a:cubicBezTo>
                  <a:cubicBezTo>
                    <a:pt x="272" y="272"/>
                    <a:pt x="272" y="272"/>
                    <a:pt x="272" y="272"/>
                  </a:cubicBezTo>
                  <a:cubicBezTo>
                    <a:pt x="272" y="0"/>
                    <a:pt x="272" y="0"/>
                    <a:pt x="272" y="0"/>
                  </a:cubicBezTo>
                  <a:cubicBezTo>
                    <a:pt x="145" y="0"/>
                    <a:pt x="145" y="0"/>
                    <a:pt x="145" y="0"/>
                  </a:cubicBezTo>
                  <a:cubicBezTo>
                    <a:pt x="172" y="123"/>
                    <a:pt x="172" y="123"/>
                    <a:pt x="172" y="123"/>
                  </a:cubicBezTo>
                  <a:cubicBezTo>
                    <a:pt x="174" y="133"/>
                    <a:pt x="172" y="144"/>
                    <a:pt x="166" y="1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39"/>
            <p:cNvSpPr>
              <a:spLocks/>
            </p:cNvSpPr>
            <p:nvPr/>
          </p:nvSpPr>
          <p:spPr bwMode="auto">
            <a:xfrm>
              <a:off x="773112" y="3479801"/>
              <a:ext cx="220662" cy="595313"/>
            </a:xfrm>
            <a:custGeom>
              <a:avLst/>
              <a:gdLst>
                <a:gd name="T0" fmla="*/ 28 w 137"/>
                <a:gd name="T1" fmla="*/ 3 h 369"/>
                <a:gd name="T2" fmla="*/ 4 w 137"/>
                <a:gd name="T3" fmla="*/ 42 h 369"/>
                <a:gd name="T4" fmla="*/ 70 w 137"/>
                <a:gd name="T5" fmla="*/ 344 h 369"/>
                <a:gd name="T6" fmla="*/ 101 w 137"/>
                <a:gd name="T7" fmla="*/ 369 h 369"/>
                <a:gd name="T8" fmla="*/ 108 w 137"/>
                <a:gd name="T9" fmla="*/ 368 h 369"/>
                <a:gd name="T10" fmla="*/ 133 w 137"/>
                <a:gd name="T11" fmla="*/ 330 h 369"/>
                <a:gd name="T12" fmla="*/ 67 w 137"/>
                <a:gd name="T13" fmla="*/ 28 h 369"/>
                <a:gd name="T14" fmla="*/ 28 w 137"/>
                <a:gd name="T15" fmla="*/ 3 h 3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7" h="369">
                  <a:moveTo>
                    <a:pt x="28" y="3"/>
                  </a:moveTo>
                  <a:cubicBezTo>
                    <a:pt x="11" y="7"/>
                    <a:pt x="0" y="24"/>
                    <a:pt x="4" y="42"/>
                  </a:cubicBezTo>
                  <a:cubicBezTo>
                    <a:pt x="70" y="344"/>
                    <a:pt x="70" y="344"/>
                    <a:pt x="70" y="344"/>
                  </a:cubicBezTo>
                  <a:cubicBezTo>
                    <a:pt x="74" y="359"/>
                    <a:pt x="87" y="369"/>
                    <a:pt x="101" y="369"/>
                  </a:cubicBezTo>
                  <a:cubicBezTo>
                    <a:pt x="104" y="369"/>
                    <a:pt x="106" y="369"/>
                    <a:pt x="108" y="368"/>
                  </a:cubicBezTo>
                  <a:cubicBezTo>
                    <a:pt x="126" y="365"/>
                    <a:pt x="137" y="348"/>
                    <a:pt x="133" y="330"/>
                  </a:cubicBezTo>
                  <a:cubicBezTo>
                    <a:pt x="67" y="28"/>
                    <a:pt x="67" y="28"/>
                    <a:pt x="67" y="28"/>
                  </a:cubicBezTo>
                  <a:cubicBezTo>
                    <a:pt x="63" y="11"/>
                    <a:pt x="46" y="0"/>
                    <a:pt x="28"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40"/>
            <p:cNvSpPr>
              <a:spLocks/>
            </p:cNvSpPr>
            <p:nvPr/>
          </p:nvSpPr>
          <p:spPr bwMode="auto">
            <a:xfrm>
              <a:off x="396875" y="3186113"/>
              <a:ext cx="95250" cy="76200"/>
            </a:xfrm>
            <a:custGeom>
              <a:avLst/>
              <a:gdLst>
                <a:gd name="T0" fmla="*/ 2 w 59"/>
                <a:gd name="T1" fmla="*/ 11 h 47"/>
                <a:gd name="T2" fmla="*/ 3 w 59"/>
                <a:gd name="T3" fmla="*/ 20 h 47"/>
                <a:gd name="T4" fmla="*/ 6 w 59"/>
                <a:gd name="T5" fmla="*/ 34 h 47"/>
                <a:gd name="T6" fmla="*/ 9 w 59"/>
                <a:gd name="T7" fmla="*/ 44 h 47"/>
                <a:gd name="T8" fmla="*/ 11 w 59"/>
                <a:gd name="T9" fmla="*/ 46 h 47"/>
                <a:gd name="T10" fmla="*/ 13 w 59"/>
                <a:gd name="T11" fmla="*/ 47 h 47"/>
                <a:gd name="T12" fmla="*/ 22 w 59"/>
                <a:gd name="T13" fmla="*/ 36 h 47"/>
                <a:gd name="T14" fmla="*/ 29 w 59"/>
                <a:gd name="T15" fmla="*/ 23 h 47"/>
                <a:gd name="T16" fmla="*/ 33 w 59"/>
                <a:gd name="T17" fmla="*/ 32 h 47"/>
                <a:gd name="T18" fmla="*/ 37 w 59"/>
                <a:gd name="T19" fmla="*/ 43 h 47"/>
                <a:gd name="T20" fmla="*/ 41 w 59"/>
                <a:gd name="T21" fmla="*/ 45 h 47"/>
                <a:gd name="T22" fmla="*/ 43 w 59"/>
                <a:gd name="T23" fmla="*/ 44 h 47"/>
                <a:gd name="T24" fmla="*/ 45 w 59"/>
                <a:gd name="T25" fmla="*/ 43 h 47"/>
                <a:gd name="T26" fmla="*/ 46 w 59"/>
                <a:gd name="T27" fmla="*/ 39 h 47"/>
                <a:gd name="T28" fmla="*/ 51 w 59"/>
                <a:gd name="T29" fmla="*/ 29 h 47"/>
                <a:gd name="T30" fmla="*/ 52 w 59"/>
                <a:gd name="T31" fmla="*/ 27 h 47"/>
                <a:gd name="T32" fmla="*/ 57 w 59"/>
                <a:gd name="T33" fmla="*/ 13 h 47"/>
                <a:gd name="T34" fmla="*/ 59 w 59"/>
                <a:gd name="T35" fmla="*/ 4 h 47"/>
                <a:gd name="T36" fmla="*/ 58 w 59"/>
                <a:gd name="T37" fmla="*/ 1 h 47"/>
                <a:gd name="T38" fmla="*/ 55 w 59"/>
                <a:gd name="T39" fmla="*/ 0 h 47"/>
                <a:gd name="T40" fmla="*/ 53 w 59"/>
                <a:gd name="T41" fmla="*/ 1 h 47"/>
                <a:gd name="T42" fmla="*/ 52 w 59"/>
                <a:gd name="T43" fmla="*/ 2 h 47"/>
                <a:gd name="T44" fmla="*/ 41 w 59"/>
                <a:gd name="T45" fmla="*/ 36 h 47"/>
                <a:gd name="T46" fmla="*/ 38 w 59"/>
                <a:gd name="T47" fmla="*/ 27 h 47"/>
                <a:gd name="T48" fmla="*/ 35 w 59"/>
                <a:gd name="T49" fmla="*/ 20 h 47"/>
                <a:gd name="T50" fmla="*/ 35 w 59"/>
                <a:gd name="T51" fmla="*/ 20 h 47"/>
                <a:gd name="T52" fmla="*/ 32 w 59"/>
                <a:gd name="T53" fmla="*/ 13 h 47"/>
                <a:gd name="T54" fmla="*/ 30 w 59"/>
                <a:gd name="T55" fmla="*/ 12 h 47"/>
                <a:gd name="T56" fmla="*/ 28 w 59"/>
                <a:gd name="T57" fmla="*/ 12 h 47"/>
                <a:gd name="T58" fmla="*/ 27 w 59"/>
                <a:gd name="T59" fmla="*/ 13 h 47"/>
                <a:gd name="T60" fmla="*/ 21 w 59"/>
                <a:gd name="T61" fmla="*/ 24 h 47"/>
                <a:gd name="T62" fmla="*/ 14 w 59"/>
                <a:gd name="T63" fmla="*/ 37 h 47"/>
                <a:gd name="T64" fmla="*/ 12 w 59"/>
                <a:gd name="T65" fmla="*/ 29 h 47"/>
                <a:gd name="T66" fmla="*/ 11 w 59"/>
                <a:gd name="T67" fmla="*/ 23 h 47"/>
                <a:gd name="T68" fmla="*/ 10 w 59"/>
                <a:gd name="T69" fmla="*/ 18 h 47"/>
                <a:gd name="T70" fmla="*/ 10 w 59"/>
                <a:gd name="T71" fmla="*/ 13 h 47"/>
                <a:gd name="T72" fmla="*/ 8 w 59"/>
                <a:gd name="T73" fmla="*/ 6 h 47"/>
                <a:gd name="T74" fmla="*/ 4 w 59"/>
                <a:gd name="T75" fmla="*/ 2 h 47"/>
                <a:gd name="T76" fmla="*/ 2 w 59"/>
                <a:gd name="T77" fmla="*/ 3 h 47"/>
                <a:gd name="T78" fmla="*/ 0 w 59"/>
                <a:gd name="T79" fmla="*/ 6 h 47"/>
                <a:gd name="T80" fmla="*/ 1 w 59"/>
                <a:gd name="T81" fmla="*/ 9 h 47"/>
                <a:gd name="T82" fmla="*/ 2 w 59"/>
                <a:gd name="T83" fmla="*/ 1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9" h="47">
                  <a:moveTo>
                    <a:pt x="2" y="11"/>
                  </a:moveTo>
                  <a:cubicBezTo>
                    <a:pt x="2" y="12"/>
                    <a:pt x="3" y="15"/>
                    <a:pt x="3" y="20"/>
                  </a:cubicBezTo>
                  <a:cubicBezTo>
                    <a:pt x="4" y="25"/>
                    <a:pt x="5" y="30"/>
                    <a:pt x="6" y="34"/>
                  </a:cubicBezTo>
                  <a:cubicBezTo>
                    <a:pt x="7" y="39"/>
                    <a:pt x="8" y="42"/>
                    <a:pt x="9" y="44"/>
                  </a:cubicBezTo>
                  <a:cubicBezTo>
                    <a:pt x="10" y="45"/>
                    <a:pt x="10" y="46"/>
                    <a:pt x="11" y="46"/>
                  </a:cubicBezTo>
                  <a:cubicBezTo>
                    <a:pt x="12" y="47"/>
                    <a:pt x="12" y="47"/>
                    <a:pt x="13" y="47"/>
                  </a:cubicBezTo>
                  <a:cubicBezTo>
                    <a:pt x="15" y="47"/>
                    <a:pt x="18" y="43"/>
                    <a:pt x="22" y="36"/>
                  </a:cubicBezTo>
                  <a:cubicBezTo>
                    <a:pt x="29" y="23"/>
                    <a:pt x="29" y="23"/>
                    <a:pt x="29" y="23"/>
                  </a:cubicBezTo>
                  <a:cubicBezTo>
                    <a:pt x="29" y="24"/>
                    <a:pt x="30" y="27"/>
                    <a:pt x="33" y="32"/>
                  </a:cubicBezTo>
                  <a:cubicBezTo>
                    <a:pt x="35" y="38"/>
                    <a:pt x="36" y="41"/>
                    <a:pt x="37" y="43"/>
                  </a:cubicBezTo>
                  <a:cubicBezTo>
                    <a:pt x="39" y="44"/>
                    <a:pt x="40" y="45"/>
                    <a:pt x="41" y="45"/>
                  </a:cubicBezTo>
                  <a:cubicBezTo>
                    <a:pt x="42" y="45"/>
                    <a:pt x="42" y="45"/>
                    <a:pt x="43" y="44"/>
                  </a:cubicBezTo>
                  <a:cubicBezTo>
                    <a:pt x="44" y="44"/>
                    <a:pt x="44" y="44"/>
                    <a:pt x="45" y="43"/>
                  </a:cubicBezTo>
                  <a:cubicBezTo>
                    <a:pt x="45" y="42"/>
                    <a:pt x="45" y="41"/>
                    <a:pt x="46" y="39"/>
                  </a:cubicBezTo>
                  <a:cubicBezTo>
                    <a:pt x="49" y="33"/>
                    <a:pt x="51" y="30"/>
                    <a:pt x="51" y="29"/>
                  </a:cubicBezTo>
                  <a:cubicBezTo>
                    <a:pt x="52" y="27"/>
                    <a:pt x="52" y="27"/>
                    <a:pt x="52" y="27"/>
                  </a:cubicBezTo>
                  <a:cubicBezTo>
                    <a:pt x="54" y="22"/>
                    <a:pt x="56" y="17"/>
                    <a:pt x="57" y="13"/>
                  </a:cubicBezTo>
                  <a:cubicBezTo>
                    <a:pt x="58" y="9"/>
                    <a:pt x="59" y="6"/>
                    <a:pt x="59" y="4"/>
                  </a:cubicBezTo>
                  <a:cubicBezTo>
                    <a:pt x="59" y="3"/>
                    <a:pt x="58" y="2"/>
                    <a:pt x="58" y="1"/>
                  </a:cubicBezTo>
                  <a:cubicBezTo>
                    <a:pt x="57" y="0"/>
                    <a:pt x="56" y="0"/>
                    <a:pt x="55" y="0"/>
                  </a:cubicBezTo>
                  <a:cubicBezTo>
                    <a:pt x="54" y="0"/>
                    <a:pt x="53" y="0"/>
                    <a:pt x="53" y="1"/>
                  </a:cubicBezTo>
                  <a:cubicBezTo>
                    <a:pt x="52" y="1"/>
                    <a:pt x="52" y="2"/>
                    <a:pt x="52" y="2"/>
                  </a:cubicBezTo>
                  <a:cubicBezTo>
                    <a:pt x="51" y="14"/>
                    <a:pt x="47" y="25"/>
                    <a:pt x="41" y="36"/>
                  </a:cubicBezTo>
                  <a:cubicBezTo>
                    <a:pt x="41" y="36"/>
                    <a:pt x="40" y="33"/>
                    <a:pt x="38" y="27"/>
                  </a:cubicBezTo>
                  <a:cubicBezTo>
                    <a:pt x="35" y="20"/>
                    <a:pt x="35" y="20"/>
                    <a:pt x="35" y="20"/>
                  </a:cubicBezTo>
                  <a:cubicBezTo>
                    <a:pt x="35" y="20"/>
                    <a:pt x="35" y="20"/>
                    <a:pt x="35" y="20"/>
                  </a:cubicBezTo>
                  <a:cubicBezTo>
                    <a:pt x="34" y="16"/>
                    <a:pt x="33" y="14"/>
                    <a:pt x="32" y="13"/>
                  </a:cubicBezTo>
                  <a:cubicBezTo>
                    <a:pt x="31" y="12"/>
                    <a:pt x="31" y="12"/>
                    <a:pt x="30" y="12"/>
                  </a:cubicBezTo>
                  <a:cubicBezTo>
                    <a:pt x="29" y="12"/>
                    <a:pt x="29" y="12"/>
                    <a:pt x="28" y="12"/>
                  </a:cubicBezTo>
                  <a:cubicBezTo>
                    <a:pt x="27" y="13"/>
                    <a:pt x="27" y="13"/>
                    <a:pt x="27" y="13"/>
                  </a:cubicBezTo>
                  <a:cubicBezTo>
                    <a:pt x="24" y="19"/>
                    <a:pt x="22" y="22"/>
                    <a:pt x="21" y="24"/>
                  </a:cubicBezTo>
                  <a:cubicBezTo>
                    <a:pt x="20" y="27"/>
                    <a:pt x="18" y="31"/>
                    <a:pt x="14" y="37"/>
                  </a:cubicBezTo>
                  <a:cubicBezTo>
                    <a:pt x="14" y="36"/>
                    <a:pt x="13" y="33"/>
                    <a:pt x="12" y="29"/>
                  </a:cubicBezTo>
                  <a:cubicBezTo>
                    <a:pt x="12" y="27"/>
                    <a:pt x="12" y="25"/>
                    <a:pt x="11" y="23"/>
                  </a:cubicBezTo>
                  <a:cubicBezTo>
                    <a:pt x="11" y="21"/>
                    <a:pt x="11" y="20"/>
                    <a:pt x="10" y="18"/>
                  </a:cubicBezTo>
                  <a:cubicBezTo>
                    <a:pt x="10" y="13"/>
                    <a:pt x="10" y="13"/>
                    <a:pt x="10" y="13"/>
                  </a:cubicBezTo>
                  <a:cubicBezTo>
                    <a:pt x="9" y="11"/>
                    <a:pt x="9" y="9"/>
                    <a:pt x="8" y="6"/>
                  </a:cubicBezTo>
                  <a:cubicBezTo>
                    <a:pt x="8" y="3"/>
                    <a:pt x="6" y="2"/>
                    <a:pt x="4" y="2"/>
                  </a:cubicBezTo>
                  <a:cubicBezTo>
                    <a:pt x="3" y="2"/>
                    <a:pt x="2" y="2"/>
                    <a:pt x="2" y="3"/>
                  </a:cubicBezTo>
                  <a:cubicBezTo>
                    <a:pt x="1" y="4"/>
                    <a:pt x="0" y="5"/>
                    <a:pt x="0" y="6"/>
                  </a:cubicBezTo>
                  <a:cubicBezTo>
                    <a:pt x="0" y="6"/>
                    <a:pt x="1" y="7"/>
                    <a:pt x="1" y="9"/>
                  </a:cubicBezTo>
                  <a:cubicBezTo>
                    <a:pt x="1" y="10"/>
                    <a:pt x="2" y="10"/>
                    <a:pt x="2"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41"/>
            <p:cNvSpPr>
              <a:spLocks/>
            </p:cNvSpPr>
            <p:nvPr/>
          </p:nvSpPr>
          <p:spPr bwMode="auto">
            <a:xfrm>
              <a:off x="498475" y="3205163"/>
              <a:ext cx="49212" cy="55563"/>
            </a:xfrm>
            <a:custGeom>
              <a:avLst/>
              <a:gdLst>
                <a:gd name="T0" fmla="*/ 4 w 30"/>
                <a:gd name="T1" fmla="*/ 34 h 34"/>
                <a:gd name="T2" fmla="*/ 7 w 30"/>
                <a:gd name="T3" fmla="*/ 33 h 34"/>
                <a:gd name="T4" fmla="*/ 9 w 30"/>
                <a:gd name="T5" fmla="*/ 29 h 34"/>
                <a:gd name="T6" fmla="*/ 15 w 30"/>
                <a:gd name="T7" fmla="*/ 14 h 34"/>
                <a:gd name="T8" fmla="*/ 22 w 30"/>
                <a:gd name="T9" fmla="*/ 7 h 34"/>
                <a:gd name="T10" fmla="*/ 24 w 30"/>
                <a:gd name="T11" fmla="*/ 8 h 34"/>
                <a:gd name="T12" fmla="*/ 28 w 30"/>
                <a:gd name="T13" fmla="*/ 9 h 34"/>
                <a:gd name="T14" fmla="*/ 29 w 30"/>
                <a:gd name="T15" fmla="*/ 8 h 34"/>
                <a:gd name="T16" fmla="*/ 30 w 30"/>
                <a:gd name="T17" fmla="*/ 6 h 34"/>
                <a:gd name="T18" fmla="*/ 28 w 30"/>
                <a:gd name="T19" fmla="*/ 2 h 34"/>
                <a:gd name="T20" fmla="*/ 23 w 30"/>
                <a:gd name="T21" fmla="*/ 0 h 34"/>
                <a:gd name="T22" fmla="*/ 15 w 30"/>
                <a:gd name="T23" fmla="*/ 5 h 34"/>
                <a:gd name="T24" fmla="*/ 7 w 30"/>
                <a:gd name="T25" fmla="*/ 16 h 34"/>
                <a:gd name="T26" fmla="*/ 7 w 30"/>
                <a:gd name="T27" fmla="*/ 17 h 34"/>
                <a:gd name="T28" fmla="*/ 7 w 30"/>
                <a:gd name="T29" fmla="*/ 13 h 34"/>
                <a:gd name="T30" fmla="*/ 8 w 30"/>
                <a:gd name="T31" fmla="*/ 9 h 34"/>
                <a:gd name="T32" fmla="*/ 10 w 30"/>
                <a:gd name="T33" fmla="*/ 3 h 34"/>
                <a:gd name="T34" fmla="*/ 9 w 30"/>
                <a:gd name="T35" fmla="*/ 1 h 34"/>
                <a:gd name="T36" fmla="*/ 6 w 30"/>
                <a:gd name="T37" fmla="*/ 0 h 34"/>
                <a:gd name="T38" fmla="*/ 3 w 30"/>
                <a:gd name="T39" fmla="*/ 1 h 34"/>
                <a:gd name="T40" fmla="*/ 2 w 30"/>
                <a:gd name="T41" fmla="*/ 3 h 34"/>
                <a:gd name="T42" fmla="*/ 1 w 30"/>
                <a:gd name="T43" fmla="*/ 7 h 34"/>
                <a:gd name="T44" fmla="*/ 1 w 30"/>
                <a:gd name="T45" fmla="*/ 9 h 34"/>
                <a:gd name="T46" fmla="*/ 0 w 30"/>
                <a:gd name="T47" fmla="*/ 18 h 34"/>
                <a:gd name="T48" fmla="*/ 0 w 30"/>
                <a:gd name="T49" fmla="*/ 24 h 34"/>
                <a:gd name="T50" fmla="*/ 1 w 30"/>
                <a:gd name="T51" fmla="*/ 32 h 34"/>
                <a:gd name="T52" fmla="*/ 4 w 30"/>
                <a:gd name="T53"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34">
                  <a:moveTo>
                    <a:pt x="4" y="34"/>
                  </a:moveTo>
                  <a:cubicBezTo>
                    <a:pt x="5" y="34"/>
                    <a:pt x="6" y="34"/>
                    <a:pt x="7" y="33"/>
                  </a:cubicBezTo>
                  <a:cubicBezTo>
                    <a:pt x="8" y="32"/>
                    <a:pt x="8" y="31"/>
                    <a:pt x="9" y="29"/>
                  </a:cubicBezTo>
                  <a:cubicBezTo>
                    <a:pt x="9" y="24"/>
                    <a:pt x="11" y="18"/>
                    <a:pt x="15" y="14"/>
                  </a:cubicBezTo>
                  <a:cubicBezTo>
                    <a:pt x="18" y="9"/>
                    <a:pt x="21" y="7"/>
                    <a:pt x="22" y="7"/>
                  </a:cubicBezTo>
                  <a:cubicBezTo>
                    <a:pt x="23" y="7"/>
                    <a:pt x="23" y="7"/>
                    <a:pt x="24" y="8"/>
                  </a:cubicBezTo>
                  <a:cubicBezTo>
                    <a:pt x="25" y="9"/>
                    <a:pt x="26" y="9"/>
                    <a:pt x="28" y="9"/>
                  </a:cubicBezTo>
                  <a:cubicBezTo>
                    <a:pt x="28" y="9"/>
                    <a:pt x="29" y="9"/>
                    <a:pt x="29" y="8"/>
                  </a:cubicBezTo>
                  <a:cubicBezTo>
                    <a:pt x="30" y="7"/>
                    <a:pt x="30" y="7"/>
                    <a:pt x="30" y="6"/>
                  </a:cubicBezTo>
                  <a:cubicBezTo>
                    <a:pt x="30" y="4"/>
                    <a:pt x="29" y="3"/>
                    <a:pt x="28" y="2"/>
                  </a:cubicBezTo>
                  <a:cubicBezTo>
                    <a:pt x="27" y="1"/>
                    <a:pt x="25" y="0"/>
                    <a:pt x="23" y="0"/>
                  </a:cubicBezTo>
                  <a:cubicBezTo>
                    <a:pt x="20" y="0"/>
                    <a:pt x="18" y="2"/>
                    <a:pt x="15" y="5"/>
                  </a:cubicBezTo>
                  <a:cubicBezTo>
                    <a:pt x="12" y="8"/>
                    <a:pt x="10" y="12"/>
                    <a:pt x="7" y="16"/>
                  </a:cubicBezTo>
                  <a:cubicBezTo>
                    <a:pt x="7" y="17"/>
                    <a:pt x="7" y="17"/>
                    <a:pt x="7" y="17"/>
                  </a:cubicBezTo>
                  <a:cubicBezTo>
                    <a:pt x="7" y="13"/>
                    <a:pt x="7" y="13"/>
                    <a:pt x="7" y="13"/>
                  </a:cubicBezTo>
                  <a:cubicBezTo>
                    <a:pt x="8" y="11"/>
                    <a:pt x="8" y="10"/>
                    <a:pt x="8" y="9"/>
                  </a:cubicBezTo>
                  <a:cubicBezTo>
                    <a:pt x="9" y="6"/>
                    <a:pt x="10" y="4"/>
                    <a:pt x="10" y="3"/>
                  </a:cubicBezTo>
                  <a:cubicBezTo>
                    <a:pt x="10" y="2"/>
                    <a:pt x="9" y="2"/>
                    <a:pt x="9" y="1"/>
                  </a:cubicBezTo>
                  <a:cubicBezTo>
                    <a:pt x="8" y="1"/>
                    <a:pt x="7" y="0"/>
                    <a:pt x="6" y="0"/>
                  </a:cubicBezTo>
                  <a:cubicBezTo>
                    <a:pt x="5" y="0"/>
                    <a:pt x="4" y="1"/>
                    <a:pt x="3" y="1"/>
                  </a:cubicBezTo>
                  <a:cubicBezTo>
                    <a:pt x="3" y="2"/>
                    <a:pt x="2" y="3"/>
                    <a:pt x="2" y="3"/>
                  </a:cubicBezTo>
                  <a:cubicBezTo>
                    <a:pt x="2" y="4"/>
                    <a:pt x="1" y="5"/>
                    <a:pt x="1" y="7"/>
                  </a:cubicBezTo>
                  <a:cubicBezTo>
                    <a:pt x="1" y="8"/>
                    <a:pt x="1" y="9"/>
                    <a:pt x="1" y="9"/>
                  </a:cubicBezTo>
                  <a:cubicBezTo>
                    <a:pt x="1" y="13"/>
                    <a:pt x="0" y="16"/>
                    <a:pt x="0" y="18"/>
                  </a:cubicBezTo>
                  <a:cubicBezTo>
                    <a:pt x="0" y="20"/>
                    <a:pt x="0" y="22"/>
                    <a:pt x="0" y="24"/>
                  </a:cubicBezTo>
                  <a:cubicBezTo>
                    <a:pt x="0" y="27"/>
                    <a:pt x="0" y="30"/>
                    <a:pt x="1" y="32"/>
                  </a:cubicBezTo>
                  <a:cubicBezTo>
                    <a:pt x="2" y="33"/>
                    <a:pt x="3" y="34"/>
                    <a:pt x="4"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42"/>
            <p:cNvSpPr>
              <a:spLocks noEditPoints="1"/>
            </p:cNvSpPr>
            <p:nvPr/>
          </p:nvSpPr>
          <p:spPr bwMode="auto">
            <a:xfrm>
              <a:off x="547687" y="3205163"/>
              <a:ext cx="47625" cy="55563"/>
            </a:xfrm>
            <a:custGeom>
              <a:avLst/>
              <a:gdLst>
                <a:gd name="T0" fmla="*/ 10 w 30"/>
                <a:gd name="T1" fmla="*/ 34 h 34"/>
                <a:gd name="T2" fmla="*/ 22 w 30"/>
                <a:gd name="T3" fmla="*/ 29 h 34"/>
                <a:gd name="T4" fmla="*/ 30 w 30"/>
                <a:gd name="T5" fmla="*/ 17 h 34"/>
                <a:gd name="T6" fmla="*/ 30 w 30"/>
                <a:gd name="T7" fmla="*/ 17 h 34"/>
                <a:gd name="T8" fmla="*/ 30 w 30"/>
                <a:gd name="T9" fmla="*/ 13 h 34"/>
                <a:gd name="T10" fmla="*/ 26 w 30"/>
                <a:gd name="T11" fmla="*/ 3 h 34"/>
                <a:gd name="T12" fmla="*/ 18 w 30"/>
                <a:gd name="T13" fmla="*/ 0 h 34"/>
                <a:gd name="T14" fmla="*/ 5 w 30"/>
                <a:gd name="T15" fmla="*/ 7 h 34"/>
                <a:gd name="T16" fmla="*/ 0 w 30"/>
                <a:gd name="T17" fmla="*/ 22 h 34"/>
                <a:gd name="T18" fmla="*/ 3 w 30"/>
                <a:gd name="T19" fmla="*/ 30 h 34"/>
                <a:gd name="T20" fmla="*/ 10 w 30"/>
                <a:gd name="T21" fmla="*/ 34 h 34"/>
                <a:gd name="T22" fmla="*/ 9 w 30"/>
                <a:gd name="T23" fmla="*/ 13 h 34"/>
                <a:gd name="T24" fmla="*/ 13 w 30"/>
                <a:gd name="T25" fmla="*/ 7 h 34"/>
                <a:gd name="T26" fmla="*/ 13 w 30"/>
                <a:gd name="T27" fmla="*/ 7 h 34"/>
                <a:gd name="T28" fmla="*/ 17 w 30"/>
                <a:gd name="T29" fmla="*/ 6 h 34"/>
                <a:gd name="T30" fmla="*/ 21 w 30"/>
                <a:gd name="T31" fmla="*/ 8 h 34"/>
                <a:gd name="T32" fmla="*/ 22 w 30"/>
                <a:gd name="T33" fmla="*/ 13 h 34"/>
                <a:gd name="T34" fmla="*/ 18 w 30"/>
                <a:gd name="T35" fmla="*/ 23 h 34"/>
                <a:gd name="T36" fmla="*/ 10 w 30"/>
                <a:gd name="T37" fmla="*/ 27 h 34"/>
                <a:gd name="T38" fmla="*/ 8 w 30"/>
                <a:gd name="T39" fmla="*/ 26 h 34"/>
                <a:gd name="T40" fmla="*/ 7 w 30"/>
                <a:gd name="T41" fmla="*/ 22 h 34"/>
                <a:gd name="T42" fmla="*/ 9 w 30"/>
                <a:gd name="T43" fmla="*/ 1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 h="34">
                  <a:moveTo>
                    <a:pt x="10" y="34"/>
                  </a:moveTo>
                  <a:cubicBezTo>
                    <a:pt x="14" y="34"/>
                    <a:pt x="18" y="32"/>
                    <a:pt x="22" y="29"/>
                  </a:cubicBezTo>
                  <a:cubicBezTo>
                    <a:pt x="25" y="26"/>
                    <a:pt x="26" y="22"/>
                    <a:pt x="30" y="17"/>
                  </a:cubicBezTo>
                  <a:cubicBezTo>
                    <a:pt x="30" y="17"/>
                    <a:pt x="30" y="17"/>
                    <a:pt x="30" y="17"/>
                  </a:cubicBezTo>
                  <a:cubicBezTo>
                    <a:pt x="30" y="16"/>
                    <a:pt x="30" y="14"/>
                    <a:pt x="30" y="13"/>
                  </a:cubicBezTo>
                  <a:cubicBezTo>
                    <a:pt x="30" y="9"/>
                    <a:pt x="28" y="6"/>
                    <a:pt x="26" y="3"/>
                  </a:cubicBezTo>
                  <a:cubicBezTo>
                    <a:pt x="24" y="1"/>
                    <a:pt x="21" y="0"/>
                    <a:pt x="18" y="0"/>
                  </a:cubicBezTo>
                  <a:cubicBezTo>
                    <a:pt x="13" y="0"/>
                    <a:pt x="9" y="2"/>
                    <a:pt x="5" y="7"/>
                  </a:cubicBezTo>
                  <a:cubicBezTo>
                    <a:pt x="1" y="12"/>
                    <a:pt x="0" y="17"/>
                    <a:pt x="0" y="22"/>
                  </a:cubicBezTo>
                  <a:cubicBezTo>
                    <a:pt x="0" y="26"/>
                    <a:pt x="1" y="28"/>
                    <a:pt x="3" y="30"/>
                  </a:cubicBezTo>
                  <a:cubicBezTo>
                    <a:pt x="4" y="33"/>
                    <a:pt x="7" y="34"/>
                    <a:pt x="10" y="34"/>
                  </a:cubicBezTo>
                  <a:close/>
                  <a:moveTo>
                    <a:pt x="9" y="13"/>
                  </a:moveTo>
                  <a:cubicBezTo>
                    <a:pt x="10" y="11"/>
                    <a:pt x="12" y="7"/>
                    <a:pt x="13" y="7"/>
                  </a:cubicBezTo>
                  <a:cubicBezTo>
                    <a:pt x="13" y="7"/>
                    <a:pt x="13" y="7"/>
                    <a:pt x="13" y="7"/>
                  </a:cubicBezTo>
                  <a:cubicBezTo>
                    <a:pt x="14" y="7"/>
                    <a:pt x="16" y="6"/>
                    <a:pt x="17" y="6"/>
                  </a:cubicBezTo>
                  <a:cubicBezTo>
                    <a:pt x="19" y="6"/>
                    <a:pt x="20" y="7"/>
                    <a:pt x="21" y="8"/>
                  </a:cubicBezTo>
                  <a:cubicBezTo>
                    <a:pt x="22" y="9"/>
                    <a:pt x="22" y="11"/>
                    <a:pt x="22" y="13"/>
                  </a:cubicBezTo>
                  <a:cubicBezTo>
                    <a:pt x="22" y="17"/>
                    <a:pt x="21" y="20"/>
                    <a:pt x="18" y="23"/>
                  </a:cubicBezTo>
                  <a:cubicBezTo>
                    <a:pt x="15" y="26"/>
                    <a:pt x="13" y="27"/>
                    <a:pt x="10" y="27"/>
                  </a:cubicBezTo>
                  <a:cubicBezTo>
                    <a:pt x="9" y="27"/>
                    <a:pt x="8" y="27"/>
                    <a:pt x="8" y="26"/>
                  </a:cubicBezTo>
                  <a:cubicBezTo>
                    <a:pt x="7" y="25"/>
                    <a:pt x="7" y="23"/>
                    <a:pt x="7" y="22"/>
                  </a:cubicBezTo>
                  <a:cubicBezTo>
                    <a:pt x="7" y="19"/>
                    <a:pt x="8" y="16"/>
                    <a:pt x="9"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43"/>
            <p:cNvSpPr>
              <a:spLocks/>
            </p:cNvSpPr>
            <p:nvPr/>
          </p:nvSpPr>
          <p:spPr bwMode="auto">
            <a:xfrm>
              <a:off x="601662" y="3206751"/>
              <a:ext cx="61912" cy="52388"/>
            </a:xfrm>
            <a:custGeom>
              <a:avLst/>
              <a:gdLst>
                <a:gd name="T0" fmla="*/ 31 w 38"/>
                <a:gd name="T1" fmla="*/ 29 h 32"/>
                <a:gd name="T2" fmla="*/ 36 w 38"/>
                <a:gd name="T3" fmla="*/ 28 h 32"/>
                <a:gd name="T4" fmla="*/ 38 w 38"/>
                <a:gd name="T5" fmla="*/ 25 h 32"/>
                <a:gd name="T6" fmla="*/ 37 w 38"/>
                <a:gd name="T7" fmla="*/ 23 h 32"/>
                <a:gd name="T8" fmla="*/ 35 w 38"/>
                <a:gd name="T9" fmla="*/ 24 h 32"/>
                <a:gd name="T10" fmla="*/ 33 w 38"/>
                <a:gd name="T11" fmla="*/ 24 h 32"/>
                <a:gd name="T12" fmla="*/ 31 w 38"/>
                <a:gd name="T13" fmla="*/ 13 h 32"/>
                <a:gd name="T14" fmla="*/ 23 w 38"/>
                <a:gd name="T15" fmla="*/ 2 h 32"/>
                <a:gd name="T16" fmla="*/ 8 w 38"/>
                <a:gd name="T17" fmla="*/ 17 h 32"/>
                <a:gd name="T18" fmla="*/ 10 w 38"/>
                <a:gd name="T19" fmla="*/ 6 h 32"/>
                <a:gd name="T20" fmla="*/ 9 w 38"/>
                <a:gd name="T21" fmla="*/ 1 h 32"/>
                <a:gd name="T22" fmla="*/ 6 w 38"/>
                <a:gd name="T23" fmla="*/ 0 h 32"/>
                <a:gd name="T24" fmla="*/ 3 w 38"/>
                <a:gd name="T25" fmla="*/ 2 h 32"/>
                <a:gd name="T26" fmla="*/ 2 w 38"/>
                <a:gd name="T27" fmla="*/ 5 h 32"/>
                <a:gd name="T28" fmla="*/ 1 w 38"/>
                <a:gd name="T29" fmla="*/ 21 h 32"/>
                <a:gd name="T30" fmla="*/ 0 w 38"/>
                <a:gd name="T31" fmla="*/ 27 h 32"/>
                <a:gd name="T32" fmla="*/ 5 w 38"/>
                <a:gd name="T33" fmla="*/ 32 h 32"/>
                <a:gd name="T34" fmla="*/ 6 w 38"/>
                <a:gd name="T35" fmla="*/ 31 h 32"/>
                <a:gd name="T36" fmla="*/ 7 w 38"/>
                <a:gd name="T37" fmla="*/ 29 h 32"/>
                <a:gd name="T38" fmla="*/ 14 w 38"/>
                <a:gd name="T39" fmla="*/ 17 h 32"/>
                <a:gd name="T40" fmla="*/ 21 w 38"/>
                <a:gd name="T41" fmla="*/ 9 h 32"/>
                <a:gd name="T42" fmla="*/ 24 w 38"/>
                <a:gd name="T43" fmla="*/ 16 h 32"/>
                <a:gd name="T44" fmla="*/ 26 w 38"/>
                <a:gd name="T45" fmla="*/ 26 h 32"/>
                <a:gd name="T46" fmla="*/ 26 w 38"/>
                <a:gd name="T47" fmla="*/ 26 h 32"/>
                <a:gd name="T48" fmla="*/ 31 w 38"/>
                <a:gd name="T49" fmla="*/ 2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 h="32">
                  <a:moveTo>
                    <a:pt x="31" y="29"/>
                  </a:moveTo>
                  <a:cubicBezTo>
                    <a:pt x="33" y="29"/>
                    <a:pt x="35" y="29"/>
                    <a:pt x="36" y="28"/>
                  </a:cubicBezTo>
                  <a:cubicBezTo>
                    <a:pt x="38" y="27"/>
                    <a:pt x="38" y="26"/>
                    <a:pt x="38" y="25"/>
                  </a:cubicBezTo>
                  <a:cubicBezTo>
                    <a:pt x="38" y="24"/>
                    <a:pt x="38" y="23"/>
                    <a:pt x="37" y="23"/>
                  </a:cubicBezTo>
                  <a:cubicBezTo>
                    <a:pt x="36" y="23"/>
                    <a:pt x="36" y="23"/>
                    <a:pt x="35" y="24"/>
                  </a:cubicBezTo>
                  <a:cubicBezTo>
                    <a:pt x="34" y="24"/>
                    <a:pt x="34" y="24"/>
                    <a:pt x="33" y="24"/>
                  </a:cubicBezTo>
                  <a:cubicBezTo>
                    <a:pt x="32" y="24"/>
                    <a:pt x="31" y="20"/>
                    <a:pt x="31" y="13"/>
                  </a:cubicBezTo>
                  <a:cubicBezTo>
                    <a:pt x="30" y="5"/>
                    <a:pt x="27" y="2"/>
                    <a:pt x="23" y="2"/>
                  </a:cubicBezTo>
                  <a:cubicBezTo>
                    <a:pt x="17" y="2"/>
                    <a:pt x="12" y="7"/>
                    <a:pt x="8" y="17"/>
                  </a:cubicBezTo>
                  <a:cubicBezTo>
                    <a:pt x="9" y="12"/>
                    <a:pt x="10" y="8"/>
                    <a:pt x="10" y="6"/>
                  </a:cubicBezTo>
                  <a:cubicBezTo>
                    <a:pt x="10" y="3"/>
                    <a:pt x="9" y="2"/>
                    <a:pt x="9" y="1"/>
                  </a:cubicBezTo>
                  <a:cubicBezTo>
                    <a:pt x="8" y="1"/>
                    <a:pt x="7" y="0"/>
                    <a:pt x="6" y="0"/>
                  </a:cubicBezTo>
                  <a:cubicBezTo>
                    <a:pt x="5" y="0"/>
                    <a:pt x="4" y="1"/>
                    <a:pt x="3" y="2"/>
                  </a:cubicBezTo>
                  <a:cubicBezTo>
                    <a:pt x="3" y="3"/>
                    <a:pt x="2" y="4"/>
                    <a:pt x="2" y="5"/>
                  </a:cubicBezTo>
                  <a:cubicBezTo>
                    <a:pt x="2" y="11"/>
                    <a:pt x="2" y="17"/>
                    <a:pt x="1" y="21"/>
                  </a:cubicBezTo>
                  <a:cubicBezTo>
                    <a:pt x="0" y="24"/>
                    <a:pt x="0" y="26"/>
                    <a:pt x="0" y="27"/>
                  </a:cubicBezTo>
                  <a:cubicBezTo>
                    <a:pt x="0" y="30"/>
                    <a:pt x="2" y="32"/>
                    <a:pt x="5" y="32"/>
                  </a:cubicBezTo>
                  <a:cubicBezTo>
                    <a:pt x="5" y="32"/>
                    <a:pt x="6" y="31"/>
                    <a:pt x="6" y="31"/>
                  </a:cubicBezTo>
                  <a:cubicBezTo>
                    <a:pt x="7" y="30"/>
                    <a:pt x="7" y="30"/>
                    <a:pt x="7" y="29"/>
                  </a:cubicBezTo>
                  <a:cubicBezTo>
                    <a:pt x="8" y="26"/>
                    <a:pt x="10" y="22"/>
                    <a:pt x="14" y="17"/>
                  </a:cubicBezTo>
                  <a:cubicBezTo>
                    <a:pt x="17" y="12"/>
                    <a:pt x="20" y="9"/>
                    <a:pt x="21" y="9"/>
                  </a:cubicBezTo>
                  <a:cubicBezTo>
                    <a:pt x="23" y="9"/>
                    <a:pt x="24" y="11"/>
                    <a:pt x="24" y="16"/>
                  </a:cubicBezTo>
                  <a:cubicBezTo>
                    <a:pt x="25" y="21"/>
                    <a:pt x="25" y="26"/>
                    <a:pt x="26" y="26"/>
                  </a:cubicBezTo>
                  <a:cubicBezTo>
                    <a:pt x="26" y="26"/>
                    <a:pt x="26" y="26"/>
                    <a:pt x="26" y="26"/>
                  </a:cubicBezTo>
                  <a:cubicBezTo>
                    <a:pt x="27" y="30"/>
                    <a:pt x="29" y="29"/>
                    <a:pt x="31"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44"/>
            <p:cNvSpPr>
              <a:spLocks noEditPoints="1"/>
            </p:cNvSpPr>
            <p:nvPr/>
          </p:nvSpPr>
          <p:spPr bwMode="auto">
            <a:xfrm>
              <a:off x="658812" y="3205163"/>
              <a:ext cx="58737" cy="82550"/>
            </a:xfrm>
            <a:custGeom>
              <a:avLst/>
              <a:gdLst>
                <a:gd name="T0" fmla="*/ 5 w 37"/>
                <a:gd name="T1" fmla="*/ 47 h 51"/>
                <a:gd name="T2" fmla="*/ 17 w 37"/>
                <a:gd name="T3" fmla="*/ 51 h 51"/>
                <a:gd name="T4" fmla="*/ 27 w 37"/>
                <a:gd name="T5" fmla="*/ 47 h 51"/>
                <a:gd name="T6" fmla="*/ 33 w 37"/>
                <a:gd name="T7" fmla="*/ 31 h 51"/>
                <a:gd name="T8" fmla="*/ 35 w 37"/>
                <a:gd name="T9" fmla="*/ 16 h 51"/>
                <a:gd name="T10" fmla="*/ 36 w 37"/>
                <a:gd name="T11" fmla="*/ 10 h 51"/>
                <a:gd name="T12" fmla="*/ 37 w 37"/>
                <a:gd name="T13" fmla="*/ 6 h 51"/>
                <a:gd name="T14" fmla="*/ 37 w 37"/>
                <a:gd name="T15" fmla="*/ 4 h 51"/>
                <a:gd name="T16" fmla="*/ 35 w 37"/>
                <a:gd name="T17" fmla="*/ 2 h 51"/>
                <a:gd name="T18" fmla="*/ 35 w 37"/>
                <a:gd name="T19" fmla="*/ 2 h 51"/>
                <a:gd name="T20" fmla="*/ 30 w 37"/>
                <a:gd name="T21" fmla="*/ 0 h 51"/>
                <a:gd name="T22" fmla="*/ 19 w 37"/>
                <a:gd name="T23" fmla="*/ 4 h 51"/>
                <a:gd name="T24" fmla="*/ 9 w 37"/>
                <a:gd name="T25" fmla="*/ 14 h 51"/>
                <a:gd name="T26" fmla="*/ 5 w 37"/>
                <a:gd name="T27" fmla="*/ 25 h 51"/>
                <a:gd name="T28" fmla="*/ 7 w 37"/>
                <a:gd name="T29" fmla="*/ 30 h 51"/>
                <a:gd name="T30" fmla="*/ 12 w 37"/>
                <a:gd name="T31" fmla="*/ 32 h 51"/>
                <a:gd name="T32" fmla="*/ 20 w 37"/>
                <a:gd name="T33" fmla="*/ 29 h 51"/>
                <a:gd name="T34" fmla="*/ 27 w 37"/>
                <a:gd name="T35" fmla="*/ 23 h 51"/>
                <a:gd name="T36" fmla="*/ 23 w 37"/>
                <a:gd name="T37" fmla="*/ 40 h 51"/>
                <a:gd name="T38" fmla="*/ 17 w 37"/>
                <a:gd name="T39" fmla="*/ 45 h 51"/>
                <a:gd name="T40" fmla="*/ 5 w 37"/>
                <a:gd name="T41" fmla="*/ 40 h 51"/>
                <a:gd name="T42" fmla="*/ 2 w 37"/>
                <a:gd name="T43" fmla="*/ 39 h 51"/>
                <a:gd name="T44" fmla="*/ 0 w 37"/>
                <a:gd name="T45" fmla="*/ 41 h 51"/>
                <a:gd name="T46" fmla="*/ 5 w 37"/>
                <a:gd name="T47" fmla="*/ 47 h 51"/>
                <a:gd name="T48" fmla="*/ 21 w 37"/>
                <a:gd name="T49" fmla="*/ 22 h 51"/>
                <a:gd name="T50" fmla="*/ 14 w 37"/>
                <a:gd name="T51" fmla="*/ 25 h 51"/>
                <a:gd name="T52" fmla="*/ 12 w 37"/>
                <a:gd name="T53" fmla="*/ 24 h 51"/>
                <a:gd name="T54" fmla="*/ 16 w 37"/>
                <a:gd name="T55" fmla="*/ 16 h 51"/>
                <a:gd name="T56" fmla="*/ 22 w 37"/>
                <a:gd name="T57" fmla="*/ 9 h 51"/>
                <a:gd name="T58" fmla="*/ 28 w 37"/>
                <a:gd name="T59" fmla="*/ 6 h 51"/>
                <a:gd name="T60" fmla="*/ 29 w 37"/>
                <a:gd name="T61" fmla="*/ 7 h 51"/>
                <a:gd name="T62" fmla="*/ 30 w 37"/>
                <a:gd name="T63" fmla="*/ 9 h 51"/>
                <a:gd name="T64" fmla="*/ 27 w 37"/>
                <a:gd name="T65" fmla="*/ 15 h 51"/>
                <a:gd name="T66" fmla="*/ 21 w 37"/>
                <a:gd name="T67" fmla="*/ 2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7" h="51">
                  <a:moveTo>
                    <a:pt x="5" y="47"/>
                  </a:moveTo>
                  <a:cubicBezTo>
                    <a:pt x="9" y="50"/>
                    <a:pt x="13" y="51"/>
                    <a:pt x="17" y="51"/>
                  </a:cubicBezTo>
                  <a:cubicBezTo>
                    <a:pt x="20" y="51"/>
                    <a:pt x="24" y="50"/>
                    <a:pt x="27" y="47"/>
                  </a:cubicBezTo>
                  <a:cubicBezTo>
                    <a:pt x="30" y="43"/>
                    <a:pt x="32" y="38"/>
                    <a:pt x="33" y="31"/>
                  </a:cubicBezTo>
                  <a:cubicBezTo>
                    <a:pt x="34" y="23"/>
                    <a:pt x="34" y="18"/>
                    <a:pt x="35" y="16"/>
                  </a:cubicBezTo>
                  <a:cubicBezTo>
                    <a:pt x="35" y="14"/>
                    <a:pt x="35" y="12"/>
                    <a:pt x="36" y="10"/>
                  </a:cubicBezTo>
                  <a:cubicBezTo>
                    <a:pt x="37" y="8"/>
                    <a:pt x="37" y="7"/>
                    <a:pt x="37" y="6"/>
                  </a:cubicBezTo>
                  <a:cubicBezTo>
                    <a:pt x="37" y="6"/>
                    <a:pt x="37" y="5"/>
                    <a:pt x="37" y="4"/>
                  </a:cubicBezTo>
                  <a:cubicBezTo>
                    <a:pt x="36" y="3"/>
                    <a:pt x="36" y="3"/>
                    <a:pt x="35" y="2"/>
                  </a:cubicBezTo>
                  <a:cubicBezTo>
                    <a:pt x="35" y="2"/>
                    <a:pt x="35" y="2"/>
                    <a:pt x="35" y="2"/>
                  </a:cubicBezTo>
                  <a:cubicBezTo>
                    <a:pt x="33" y="1"/>
                    <a:pt x="32" y="0"/>
                    <a:pt x="30" y="0"/>
                  </a:cubicBezTo>
                  <a:cubicBezTo>
                    <a:pt x="26" y="0"/>
                    <a:pt x="23" y="2"/>
                    <a:pt x="19" y="4"/>
                  </a:cubicBezTo>
                  <a:cubicBezTo>
                    <a:pt x="14" y="7"/>
                    <a:pt x="11" y="11"/>
                    <a:pt x="9" y="14"/>
                  </a:cubicBezTo>
                  <a:cubicBezTo>
                    <a:pt x="6" y="18"/>
                    <a:pt x="5" y="22"/>
                    <a:pt x="5" y="25"/>
                  </a:cubicBezTo>
                  <a:cubicBezTo>
                    <a:pt x="5" y="27"/>
                    <a:pt x="6" y="29"/>
                    <a:pt x="7" y="30"/>
                  </a:cubicBezTo>
                  <a:cubicBezTo>
                    <a:pt x="8" y="31"/>
                    <a:pt x="10" y="32"/>
                    <a:pt x="12" y="32"/>
                  </a:cubicBezTo>
                  <a:cubicBezTo>
                    <a:pt x="14" y="32"/>
                    <a:pt x="17" y="31"/>
                    <a:pt x="20" y="29"/>
                  </a:cubicBezTo>
                  <a:cubicBezTo>
                    <a:pt x="22" y="28"/>
                    <a:pt x="25" y="26"/>
                    <a:pt x="27" y="23"/>
                  </a:cubicBezTo>
                  <a:cubicBezTo>
                    <a:pt x="26" y="31"/>
                    <a:pt x="25" y="37"/>
                    <a:pt x="23" y="40"/>
                  </a:cubicBezTo>
                  <a:cubicBezTo>
                    <a:pt x="22" y="43"/>
                    <a:pt x="20" y="45"/>
                    <a:pt x="17" y="45"/>
                  </a:cubicBezTo>
                  <a:cubicBezTo>
                    <a:pt x="14" y="45"/>
                    <a:pt x="10" y="43"/>
                    <a:pt x="5" y="40"/>
                  </a:cubicBezTo>
                  <a:cubicBezTo>
                    <a:pt x="4" y="39"/>
                    <a:pt x="2" y="39"/>
                    <a:pt x="2" y="39"/>
                  </a:cubicBezTo>
                  <a:cubicBezTo>
                    <a:pt x="0" y="39"/>
                    <a:pt x="0" y="39"/>
                    <a:pt x="0" y="41"/>
                  </a:cubicBezTo>
                  <a:cubicBezTo>
                    <a:pt x="0" y="43"/>
                    <a:pt x="1" y="45"/>
                    <a:pt x="5" y="47"/>
                  </a:cubicBezTo>
                  <a:close/>
                  <a:moveTo>
                    <a:pt x="21" y="22"/>
                  </a:moveTo>
                  <a:cubicBezTo>
                    <a:pt x="19" y="24"/>
                    <a:pt x="16" y="25"/>
                    <a:pt x="14" y="25"/>
                  </a:cubicBezTo>
                  <a:cubicBezTo>
                    <a:pt x="13" y="25"/>
                    <a:pt x="12" y="25"/>
                    <a:pt x="12" y="24"/>
                  </a:cubicBezTo>
                  <a:cubicBezTo>
                    <a:pt x="12" y="22"/>
                    <a:pt x="13" y="19"/>
                    <a:pt x="16" y="16"/>
                  </a:cubicBezTo>
                  <a:cubicBezTo>
                    <a:pt x="18" y="13"/>
                    <a:pt x="20" y="11"/>
                    <a:pt x="22" y="9"/>
                  </a:cubicBezTo>
                  <a:cubicBezTo>
                    <a:pt x="25" y="7"/>
                    <a:pt x="27" y="6"/>
                    <a:pt x="28" y="6"/>
                  </a:cubicBezTo>
                  <a:cubicBezTo>
                    <a:pt x="28" y="6"/>
                    <a:pt x="29" y="7"/>
                    <a:pt x="29" y="7"/>
                  </a:cubicBezTo>
                  <a:cubicBezTo>
                    <a:pt x="30" y="7"/>
                    <a:pt x="30" y="8"/>
                    <a:pt x="30" y="9"/>
                  </a:cubicBezTo>
                  <a:cubicBezTo>
                    <a:pt x="30" y="10"/>
                    <a:pt x="29" y="12"/>
                    <a:pt x="27" y="15"/>
                  </a:cubicBezTo>
                  <a:cubicBezTo>
                    <a:pt x="26" y="18"/>
                    <a:pt x="24" y="20"/>
                    <a:pt x="21"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45"/>
            <p:cNvSpPr>
              <a:spLocks noEditPoints="1"/>
            </p:cNvSpPr>
            <p:nvPr/>
          </p:nvSpPr>
          <p:spPr bwMode="auto">
            <a:xfrm>
              <a:off x="769937" y="3186113"/>
              <a:ext cx="61912" cy="74613"/>
            </a:xfrm>
            <a:custGeom>
              <a:avLst/>
              <a:gdLst>
                <a:gd name="T0" fmla="*/ 0 w 38"/>
                <a:gd name="T1" fmla="*/ 42 h 46"/>
                <a:gd name="T2" fmla="*/ 3 w 38"/>
                <a:gd name="T3" fmla="*/ 46 h 46"/>
                <a:gd name="T4" fmla="*/ 6 w 38"/>
                <a:gd name="T5" fmla="*/ 45 h 46"/>
                <a:gd name="T6" fmla="*/ 7 w 38"/>
                <a:gd name="T7" fmla="*/ 42 h 46"/>
                <a:gd name="T8" fmla="*/ 8 w 38"/>
                <a:gd name="T9" fmla="*/ 31 h 46"/>
                <a:gd name="T10" fmla="*/ 12 w 38"/>
                <a:gd name="T11" fmla="*/ 30 h 46"/>
                <a:gd name="T12" fmla="*/ 30 w 38"/>
                <a:gd name="T13" fmla="*/ 22 h 46"/>
                <a:gd name="T14" fmla="*/ 38 w 38"/>
                <a:gd name="T15" fmla="*/ 10 h 46"/>
                <a:gd name="T16" fmla="*/ 34 w 38"/>
                <a:gd name="T17" fmla="*/ 3 h 46"/>
                <a:gd name="T18" fmla="*/ 23 w 38"/>
                <a:gd name="T19" fmla="*/ 0 h 46"/>
                <a:gd name="T20" fmla="*/ 9 w 38"/>
                <a:gd name="T21" fmla="*/ 2 h 46"/>
                <a:gd name="T22" fmla="*/ 1 w 38"/>
                <a:gd name="T23" fmla="*/ 6 h 46"/>
                <a:gd name="T24" fmla="*/ 3 w 38"/>
                <a:gd name="T25" fmla="*/ 10 h 46"/>
                <a:gd name="T26" fmla="*/ 3 w 38"/>
                <a:gd name="T27" fmla="*/ 13 h 46"/>
                <a:gd name="T28" fmla="*/ 2 w 38"/>
                <a:gd name="T29" fmla="*/ 26 h 46"/>
                <a:gd name="T30" fmla="*/ 0 w 38"/>
                <a:gd name="T31" fmla="*/ 42 h 46"/>
                <a:gd name="T32" fmla="*/ 11 w 38"/>
                <a:gd name="T33" fmla="*/ 8 h 46"/>
                <a:gd name="T34" fmla="*/ 23 w 38"/>
                <a:gd name="T35" fmla="*/ 6 h 46"/>
                <a:gd name="T36" fmla="*/ 31 w 38"/>
                <a:gd name="T37" fmla="*/ 11 h 46"/>
                <a:gd name="T38" fmla="*/ 24 w 38"/>
                <a:gd name="T39" fmla="*/ 19 h 46"/>
                <a:gd name="T40" fmla="*/ 9 w 38"/>
                <a:gd name="T41" fmla="*/ 24 h 46"/>
                <a:gd name="T42" fmla="*/ 11 w 38"/>
                <a:gd name="T43" fmla="*/ 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 h="46">
                  <a:moveTo>
                    <a:pt x="0" y="42"/>
                  </a:moveTo>
                  <a:cubicBezTo>
                    <a:pt x="0" y="45"/>
                    <a:pt x="1" y="46"/>
                    <a:pt x="3" y="46"/>
                  </a:cubicBezTo>
                  <a:cubicBezTo>
                    <a:pt x="5" y="46"/>
                    <a:pt x="6" y="46"/>
                    <a:pt x="6" y="45"/>
                  </a:cubicBezTo>
                  <a:cubicBezTo>
                    <a:pt x="7" y="44"/>
                    <a:pt x="7" y="43"/>
                    <a:pt x="7" y="42"/>
                  </a:cubicBezTo>
                  <a:cubicBezTo>
                    <a:pt x="7" y="39"/>
                    <a:pt x="7" y="35"/>
                    <a:pt x="8" y="31"/>
                  </a:cubicBezTo>
                  <a:cubicBezTo>
                    <a:pt x="8" y="31"/>
                    <a:pt x="10" y="30"/>
                    <a:pt x="12" y="30"/>
                  </a:cubicBezTo>
                  <a:cubicBezTo>
                    <a:pt x="19" y="28"/>
                    <a:pt x="25" y="26"/>
                    <a:pt x="30" y="22"/>
                  </a:cubicBezTo>
                  <a:cubicBezTo>
                    <a:pt x="35" y="19"/>
                    <a:pt x="38" y="15"/>
                    <a:pt x="38" y="10"/>
                  </a:cubicBezTo>
                  <a:cubicBezTo>
                    <a:pt x="38" y="7"/>
                    <a:pt x="36" y="5"/>
                    <a:pt x="34" y="3"/>
                  </a:cubicBezTo>
                  <a:cubicBezTo>
                    <a:pt x="31" y="1"/>
                    <a:pt x="27" y="0"/>
                    <a:pt x="23" y="0"/>
                  </a:cubicBezTo>
                  <a:cubicBezTo>
                    <a:pt x="19" y="0"/>
                    <a:pt x="14" y="1"/>
                    <a:pt x="9" y="2"/>
                  </a:cubicBezTo>
                  <a:cubicBezTo>
                    <a:pt x="3" y="3"/>
                    <a:pt x="1" y="5"/>
                    <a:pt x="1" y="6"/>
                  </a:cubicBezTo>
                  <a:cubicBezTo>
                    <a:pt x="1" y="8"/>
                    <a:pt x="1" y="9"/>
                    <a:pt x="3" y="10"/>
                  </a:cubicBezTo>
                  <a:cubicBezTo>
                    <a:pt x="3" y="10"/>
                    <a:pt x="3" y="11"/>
                    <a:pt x="3" y="13"/>
                  </a:cubicBezTo>
                  <a:cubicBezTo>
                    <a:pt x="3" y="14"/>
                    <a:pt x="2" y="18"/>
                    <a:pt x="2" y="26"/>
                  </a:cubicBezTo>
                  <a:cubicBezTo>
                    <a:pt x="0" y="35"/>
                    <a:pt x="0" y="40"/>
                    <a:pt x="0" y="42"/>
                  </a:cubicBezTo>
                  <a:close/>
                  <a:moveTo>
                    <a:pt x="11" y="8"/>
                  </a:moveTo>
                  <a:cubicBezTo>
                    <a:pt x="15" y="7"/>
                    <a:pt x="19" y="6"/>
                    <a:pt x="23" y="6"/>
                  </a:cubicBezTo>
                  <a:cubicBezTo>
                    <a:pt x="28" y="6"/>
                    <a:pt x="31" y="8"/>
                    <a:pt x="31" y="11"/>
                  </a:cubicBezTo>
                  <a:cubicBezTo>
                    <a:pt x="31" y="14"/>
                    <a:pt x="28" y="16"/>
                    <a:pt x="24" y="19"/>
                  </a:cubicBezTo>
                  <a:cubicBezTo>
                    <a:pt x="20" y="21"/>
                    <a:pt x="15" y="23"/>
                    <a:pt x="9" y="24"/>
                  </a:cubicBezTo>
                  <a:lnTo>
                    <a:pt x="11"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46"/>
            <p:cNvSpPr>
              <a:spLocks noEditPoints="1"/>
            </p:cNvSpPr>
            <p:nvPr/>
          </p:nvSpPr>
          <p:spPr bwMode="auto">
            <a:xfrm>
              <a:off x="833437" y="3205163"/>
              <a:ext cx="46037" cy="55563"/>
            </a:xfrm>
            <a:custGeom>
              <a:avLst/>
              <a:gdLst>
                <a:gd name="T0" fmla="*/ 5 w 29"/>
                <a:gd name="T1" fmla="*/ 7 h 34"/>
                <a:gd name="T2" fmla="*/ 0 w 29"/>
                <a:gd name="T3" fmla="*/ 22 h 34"/>
                <a:gd name="T4" fmla="*/ 3 w 29"/>
                <a:gd name="T5" fmla="*/ 30 h 34"/>
                <a:gd name="T6" fmla="*/ 10 w 29"/>
                <a:gd name="T7" fmla="*/ 34 h 34"/>
                <a:gd name="T8" fmla="*/ 21 w 29"/>
                <a:gd name="T9" fmla="*/ 29 h 34"/>
                <a:gd name="T10" fmla="*/ 29 w 29"/>
                <a:gd name="T11" fmla="*/ 17 h 34"/>
                <a:gd name="T12" fmla="*/ 29 w 29"/>
                <a:gd name="T13" fmla="*/ 17 h 34"/>
                <a:gd name="T14" fmla="*/ 29 w 29"/>
                <a:gd name="T15" fmla="*/ 13 h 34"/>
                <a:gd name="T16" fmla="*/ 26 w 29"/>
                <a:gd name="T17" fmla="*/ 3 h 34"/>
                <a:gd name="T18" fmla="*/ 18 w 29"/>
                <a:gd name="T19" fmla="*/ 0 h 34"/>
                <a:gd name="T20" fmla="*/ 5 w 29"/>
                <a:gd name="T21" fmla="*/ 7 h 34"/>
                <a:gd name="T22" fmla="*/ 21 w 29"/>
                <a:gd name="T23" fmla="*/ 8 h 34"/>
                <a:gd name="T24" fmla="*/ 22 w 29"/>
                <a:gd name="T25" fmla="*/ 13 h 34"/>
                <a:gd name="T26" fmla="*/ 18 w 29"/>
                <a:gd name="T27" fmla="*/ 23 h 34"/>
                <a:gd name="T28" fmla="*/ 10 w 29"/>
                <a:gd name="T29" fmla="*/ 27 h 34"/>
                <a:gd name="T30" fmla="*/ 8 w 29"/>
                <a:gd name="T31" fmla="*/ 26 h 34"/>
                <a:gd name="T32" fmla="*/ 7 w 29"/>
                <a:gd name="T33" fmla="*/ 22 h 34"/>
                <a:gd name="T34" fmla="*/ 9 w 29"/>
                <a:gd name="T35" fmla="*/ 13 h 34"/>
                <a:gd name="T36" fmla="*/ 13 w 29"/>
                <a:gd name="T37" fmla="*/ 7 h 34"/>
                <a:gd name="T38" fmla="*/ 13 w 29"/>
                <a:gd name="T39" fmla="*/ 7 h 34"/>
                <a:gd name="T40" fmla="*/ 17 w 29"/>
                <a:gd name="T41" fmla="*/ 6 h 34"/>
                <a:gd name="T42" fmla="*/ 21 w 29"/>
                <a:gd name="T43" fmla="*/ 8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 h="34">
                  <a:moveTo>
                    <a:pt x="5" y="7"/>
                  </a:moveTo>
                  <a:cubicBezTo>
                    <a:pt x="1" y="12"/>
                    <a:pt x="0" y="17"/>
                    <a:pt x="0" y="22"/>
                  </a:cubicBezTo>
                  <a:cubicBezTo>
                    <a:pt x="0" y="26"/>
                    <a:pt x="1" y="28"/>
                    <a:pt x="3" y="30"/>
                  </a:cubicBezTo>
                  <a:cubicBezTo>
                    <a:pt x="5" y="33"/>
                    <a:pt x="7" y="34"/>
                    <a:pt x="10" y="34"/>
                  </a:cubicBezTo>
                  <a:cubicBezTo>
                    <a:pt x="14" y="34"/>
                    <a:pt x="18" y="32"/>
                    <a:pt x="21" y="29"/>
                  </a:cubicBezTo>
                  <a:cubicBezTo>
                    <a:pt x="25" y="26"/>
                    <a:pt x="29" y="22"/>
                    <a:pt x="29" y="17"/>
                  </a:cubicBezTo>
                  <a:cubicBezTo>
                    <a:pt x="29" y="17"/>
                    <a:pt x="29" y="17"/>
                    <a:pt x="29" y="17"/>
                  </a:cubicBezTo>
                  <a:cubicBezTo>
                    <a:pt x="29" y="16"/>
                    <a:pt x="29" y="14"/>
                    <a:pt x="29" y="13"/>
                  </a:cubicBezTo>
                  <a:cubicBezTo>
                    <a:pt x="29" y="9"/>
                    <a:pt x="28" y="6"/>
                    <a:pt x="26" y="3"/>
                  </a:cubicBezTo>
                  <a:cubicBezTo>
                    <a:pt x="24" y="1"/>
                    <a:pt x="21" y="0"/>
                    <a:pt x="18" y="0"/>
                  </a:cubicBezTo>
                  <a:cubicBezTo>
                    <a:pt x="13" y="0"/>
                    <a:pt x="9" y="2"/>
                    <a:pt x="5" y="7"/>
                  </a:cubicBezTo>
                  <a:close/>
                  <a:moveTo>
                    <a:pt x="21" y="8"/>
                  </a:moveTo>
                  <a:cubicBezTo>
                    <a:pt x="22" y="9"/>
                    <a:pt x="22" y="11"/>
                    <a:pt x="22" y="13"/>
                  </a:cubicBezTo>
                  <a:cubicBezTo>
                    <a:pt x="22" y="17"/>
                    <a:pt x="21" y="20"/>
                    <a:pt x="18" y="23"/>
                  </a:cubicBezTo>
                  <a:cubicBezTo>
                    <a:pt x="15" y="26"/>
                    <a:pt x="13" y="27"/>
                    <a:pt x="10" y="27"/>
                  </a:cubicBezTo>
                  <a:cubicBezTo>
                    <a:pt x="9" y="27"/>
                    <a:pt x="9" y="27"/>
                    <a:pt x="8" y="26"/>
                  </a:cubicBezTo>
                  <a:cubicBezTo>
                    <a:pt x="7" y="25"/>
                    <a:pt x="7" y="23"/>
                    <a:pt x="7" y="22"/>
                  </a:cubicBezTo>
                  <a:cubicBezTo>
                    <a:pt x="7" y="19"/>
                    <a:pt x="8" y="16"/>
                    <a:pt x="9" y="13"/>
                  </a:cubicBezTo>
                  <a:cubicBezTo>
                    <a:pt x="10" y="11"/>
                    <a:pt x="12" y="7"/>
                    <a:pt x="13" y="7"/>
                  </a:cubicBezTo>
                  <a:cubicBezTo>
                    <a:pt x="13" y="7"/>
                    <a:pt x="13" y="7"/>
                    <a:pt x="13" y="7"/>
                  </a:cubicBezTo>
                  <a:cubicBezTo>
                    <a:pt x="14" y="7"/>
                    <a:pt x="16" y="6"/>
                    <a:pt x="17" y="6"/>
                  </a:cubicBezTo>
                  <a:cubicBezTo>
                    <a:pt x="19" y="6"/>
                    <a:pt x="20" y="7"/>
                    <a:pt x="2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47"/>
            <p:cNvSpPr>
              <a:spLocks/>
            </p:cNvSpPr>
            <p:nvPr/>
          </p:nvSpPr>
          <p:spPr bwMode="auto">
            <a:xfrm>
              <a:off x="884237" y="3201988"/>
              <a:ext cx="41275" cy="58738"/>
            </a:xfrm>
            <a:custGeom>
              <a:avLst/>
              <a:gdLst>
                <a:gd name="T0" fmla="*/ 13 w 25"/>
                <a:gd name="T1" fmla="*/ 8 h 36"/>
                <a:gd name="T2" fmla="*/ 19 w 25"/>
                <a:gd name="T3" fmla="*/ 6 h 36"/>
                <a:gd name="T4" fmla="*/ 20 w 25"/>
                <a:gd name="T5" fmla="*/ 7 h 36"/>
                <a:gd name="T6" fmla="*/ 22 w 25"/>
                <a:gd name="T7" fmla="*/ 7 h 36"/>
                <a:gd name="T8" fmla="*/ 23 w 25"/>
                <a:gd name="T9" fmla="*/ 6 h 36"/>
                <a:gd name="T10" fmla="*/ 25 w 25"/>
                <a:gd name="T11" fmla="*/ 4 h 36"/>
                <a:gd name="T12" fmla="*/ 20 w 25"/>
                <a:gd name="T13" fmla="*/ 0 h 36"/>
                <a:gd name="T14" fmla="*/ 8 w 25"/>
                <a:gd name="T15" fmla="*/ 4 h 36"/>
                <a:gd name="T16" fmla="*/ 2 w 25"/>
                <a:gd name="T17" fmla="*/ 13 h 36"/>
                <a:gd name="T18" fmla="*/ 4 w 25"/>
                <a:gd name="T19" fmla="*/ 18 h 36"/>
                <a:gd name="T20" fmla="*/ 12 w 25"/>
                <a:gd name="T21" fmla="*/ 23 h 36"/>
                <a:gd name="T22" fmla="*/ 17 w 25"/>
                <a:gd name="T23" fmla="*/ 27 h 36"/>
                <a:gd name="T24" fmla="*/ 13 w 25"/>
                <a:gd name="T25" fmla="*/ 29 h 36"/>
                <a:gd name="T26" fmla="*/ 7 w 25"/>
                <a:gd name="T27" fmla="*/ 30 h 36"/>
                <a:gd name="T28" fmla="*/ 5 w 25"/>
                <a:gd name="T29" fmla="*/ 29 h 36"/>
                <a:gd name="T30" fmla="*/ 3 w 25"/>
                <a:gd name="T31" fmla="*/ 29 h 36"/>
                <a:gd name="T32" fmla="*/ 1 w 25"/>
                <a:gd name="T33" fmla="*/ 30 h 36"/>
                <a:gd name="T34" fmla="*/ 0 w 25"/>
                <a:gd name="T35" fmla="*/ 32 h 36"/>
                <a:gd name="T36" fmla="*/ 5 w 25"/>
                <a:gd name="T37" fmla="*/ 36 h 36"/>
                <a:gd name="T38" fmla="*/ 18 w 25"/>
                <a:gd name="T39" fmla="*/ 33 h 36"/>
                <a:gd name="T40" fmla="*/ 24 w 25"/>
                <a:gd name="T41" fmla="*/ 26 h 36"/>
                <a:gd name="T42" fmla="*/ 23 w 25"/>
                <a:gd name="T43" fmla="*/ 22 h 36"/>
                <a:gd name="T44" fmla="*/ 16 w 25"/>
                <a:gd name="T45" fmla="*/ 17 h 36"/>
                <a:gd name="T46" fmla="*/ 11 w 25"/>
                <a:gd name="T47" fmla="*/ 15 h 36"/>
                <a:gd name="T48" fmla="*/ 10 w 25"/>
                <a:gd name="T49" fmla="*/ 12 h 36"/>
                <a:gd name="T50" fmla="*/ 13 w 25"/>
                <a:gd name="T51" fmla="*/ 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5" h="36">
                  <a:moveTo>
                    <a:pt x="13" y="8"/>
                  </a:moveTo>
                  <a:cubicBezTo>
                    <a:pt x="15" y="7"/>
                    <a:pt x="17" y="6"/>
                    <a:pt x="19" y="6"/>
                  </a:cubicBezTo>
                  <a:cubicBezTo>
                    <a:pt x="19" y="6"/>
                    <a:pt x="20" y="6"/>
                    <a:pt x="20" y="7"/>
                  </a:cubicBezTo>
                  <a:cubicBezTo>
                    <a:pt x="21" y="7"/>
                    <a:pt x="21" y="7"/>
                    <a:pt x="22" y="7"/>
                  </a:cubicBezTo>
                  <a:cubicBezTo>
                    <a:pt x="22" y="7"/>
                    <a:pt x="23" y="7"/>
                    <a:pt x="23" y="6"/>
                  </a:cubicBezTo>
                  <a:cubicBezTo>
                    <a:pt x="24" y="6"/>
                    <a:pt x="25" y="5"/>
                    <a:pt x="25" y="4"/>
                  </a:cubicBezTo>
                  <a:cubicBezTo>
                    <a:pt x="25" y="1"/>
                    <a:pt x="23" y="0"/>
                    <a:pt x="20" y="0"/>
                  </a:cubicBezTo>
                  <a:cubicBezTo>
                    <a:pt x="16" y="0"/>
                    <a:pt x="12" y="1"/>
                    <a:pt x="8" y="4"/>
                  </a:cubicBezTo>
                  <a:cubicBezTo>
                    <a:pt x="4" y="6"/>
                    <a:pt x="2" y="9"/>
                    <a:pt x="2" y="13"/>
                  </a:cubicBezTo>
                  <a:cubicBezTo>
                    <a:pt x="2" y="15"/>
                    <a:pt x="3" y="16"/>
                    <a:pt x="4" y="18"/>
                  </a:cubicBezTo>
                  <a:cubicBezTo>
                    <a:pt x="5" y="19"/>
                    <a:pt x="8" y="21"/>
                    <a:pt x="12" y="23"/>
                  </a:cubicBezTo>
                  <a:cubicBezTo>
                    <a:pt x="15" y="24"/>
                    <a:pt x="17" y="26"/>
                    <a:pt x="17" y="27"/>
                  </a:cubicBezTo>
                  <a:cubicBezTo>
                    <a:pt x="17" y="28"/>
                    <a:pt x="15" y="28"/>
                    <a:pt x="13" y="29"/>
                  </a:cubicBezTo>
                  <a:cubicBezTo>
                    <a:pt x="11" y="29"/>
                    <a:pt x="9" y="30"/>
                    <a:pt x="7" y="30"/>
                  </a:cubicBezTo>
                  <a:cubicBezTo>
                    <a:pt x="7" y="30"/>
                    <a:pt x="6" y="30"/>
                    <a:pt x="5" y="29"/>
                  </a:cubicBezTo>
                  <a:cubicBezTo>
                    <a:pt x="4" y="29"/>
                    <a:pt x="4" y="29"/>
                    <a:pt x="3" y="29"/>
                  </a:cubicBezTo>
                  <a:cubicBezTo>
                    <a:pt x="2" y="29"/>
                    <a:pt x="1" y="29"/>
                    <a:pt x="1" y="30"/>
                  </a:cubicBezTo>
                  <a:cubicBezTo>
                    <a:pt x="0" y="31"/>
                    <a:pt x="0" y="31"/>
                    <a:pt x="0" y="32"/>
                  </a:cubicBezTo>
                  <a:cubicBezTo>
                    <a:pt x="0" y="35"/>
                    <a:pt x="1" y="36"/>
                    <a:pt x="5" y="36"/>
                  </a:cubicBezTo>
                  <a:cubicBezTo>
                    <a:pt x="10" y="36"/>
                    <a:pt x="14" y="35"/>
                    <a:pt x="18" y="33"/>
                  </a:cubicBezTo>
                  <a:cubicBezTo>
                    <a:pt x="22" y="31"/>
                    <a:pt x="24" y="29"/>
                    <a:pt x="24" y="26"/>
                  </a:cubicBezTo>
                  <a:cubicBezTo>
                    <a:pt x="24" y="24"/>
                    <a:pt x="24" y="23"/>
                    <a:pt x="23" y="22"/>
                  </a:cubicBezTo>
                  <a:cubicBezTo>
                    <a:pt x="22" y="20"/>
                    <a:pt x="19" y="19"/>
                    <a:pt x="16" y="17"/>
                  </a:cubicBezTo>
                  <a:cubicBezTo>
                    <a:pt x="13" y="16"/>
                    <a:pt x="12" y="15"/>
                    <a:pt x="11" y="15"/>
                  </a:cubicBezTo>
                  <a:cubicBezTo>
                    <a:pt x="10" y="14"/>
                    <a:pt x="10" y="13"/>
                    <a:pt x="10" y="12"/>
                  </a:cubicBezTo>
                  <a:cubicBezTo>
                    <a:pt x="10" y="11"/>
                    <a:pt x="11" y="9"/>
                    <a:pt x="1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48"/>
            <p:cNvSpPr>
              <a:spLocks/>
            </p:cNvSpPr>
            <p:nvPr/>
          </p:nvSpPr>
          <p:spPr bwMode="auto">
            <a:xfrm>
              <a:off x="927100" y="3187701"/>
              <a:ext cx="47625" cy="73025"/>
            </a:xfrm>
            <a:custGeom>
              <a:avLst/>
              <a:gdLst>
                <a:gd name="T0" fmla="*/ 15 w 30"/>
                <a:gd name="T1" fmla="*/ 19 h 45"/>
                <a:gd name="T2" fmla="*/ 26 w 30"/>
                <a:gd name="T3" fmla="*/ 17 h 45"/>
                <a:gd name="T4" fmla="*/ 30 w 30"/>
                <a:gd name="T5" fmla="*/ 14 h 45"/>
                <a:gd name="T6" fmla="*/ 30 w 30"/>
                <a:gd name="T7" fmla="*/ 12 h 45"/>
                <a:gd name="T8" fmla="*/ 28 w 30"/>
                <a:gd name="T9" fmla="*/ 12 h 45"/>
                <a:gd name="T10" fmla="*/ 17 w 30"/>
                <a:gd name="T11" fmla="*/ 12 h 45"/>
                <a:gd name="T12" fmla="*/ 20 w 30"/>
                <a:gd name="T13" fmla="*/ 3 h 45"/>
                <a:gd name="T14" fmla="*/ 19 w 30"/>
                <a:gd name="T15" fmla="*/ 1 h 45"/>
                <a:gd name="T16" fmla="*/ 16 w 30"/>
                <a:gd name="T17" fmla="*/ 0 h 45"/>
                <a:gd name="T18" fmla="*/ 12 w 30"/>
                <a:gd name="T19" fmla="*/ 3 h 45"/>
                <a:gd name="T20" fmla="*/ 10 w 30"/>
                <a:gd name="T21" fmla="*/ 13 h 45"/>
                <a:gd name="T22" fmla="*/ 3 w 30"/>
                <a:gd name="T23" fmla="*/ 13 h 45"/>
                <a:gd name="T24" fmla="*/ 0 w 30"/>
                <a:gd name="T25" fmla="*/ 16 h 45"/>
                <a:gd name="T26" fmla="*/ 2 w 30"/>
                <a:gd name="T27" fmla="*/ 18 h 45"/>
                <a:gd name="T28" fmla="*/ 5 w 30"/>
                <a:gd name="T29" fmla="*/ 18 h 45"/>
                <a:gd name="T30" fmla="*/ 5 w 30"/>
                <a:gd name="T31" fmla="*/ 18 h 45"/>
                <a:gd name="T32" fmla="*/ 8 w 30"/>
                <a:gd name="T33" fmla="*/ 19 h 45"/>
                <a:gd name="T34" fmla="*/ 5 w 30"/>
                <a:gd name="T35" fmla="*/ 35 h 45"/>
                <a:gd name="T36" fmla="*/ 7 w 30"/>
                <a:gd name="T37" fmla="*/ 42 h 45"/>
                <a:gd name="T38" fmla="*/ 13 w 30"/>
                <a:gd name="T39" fmla="*/ 45 h 45"/>
                <a:gd name="T40" fmla="*/ 22 w 30"/>
                <a:gd name="T41" fmla="*/ 41 h 45"/>
                <a:gd name="T42" fmla="*/ 26 w 30"/>
                <a:gd name="T43" fmla="*/ 35 h 45"/>
                <a:gd name="T44" fmla="*/ 26 w 30"/>
                <a:gd name="T45" fmla="*/ 34 h 45"/>
                <a:gd name="T46" fmla="*/ 24 w 30"/>
                <a:gd name="T47" fmla="*/ 34 h 45"/>
                <a:gd name="T48" fmla="*/ 22 w 30"/>
                <a:gd name="T49" fmla="*/ 35 h 45"/>
                <a:gd name="T50" fmla="*/ 18 w 30"/>
                <a:gd name="T51" fmla="*/ 38 h 45"/>
                <a:gd name="T52" fmla="*/ 14 w 30"/>
                <a:gd name="T53" fmla="*/ 38 h 45"/>
                <a:gd name="T54" fmla="*/ 13 w 30"/>
                <a:gd name="T55" fmla="*/ 37 h 45"/>
                <a:gd name="T56" fmla="*/ 12 w 30"/>
                <a:gd name="T57" fmla="*/ 34 h 45"/>
                <a:gd name="T58" fmla="*/ 14 w 30"/>
                <a:gd name="T59" fmla="*/ 26 h 45"/>
                <a:gd name="T60" fmla="*/ 15 w 30"/>
                <a:gd name="T61" fmla="*/ 1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0" h="45">
                  <a:moveTo>
                    <a:pt x="15" y="19"/>
                  </a:moveTo>
                  <a:cubicBezTo>
                    <a:pt x="26" y="17"/>
                    <a:pt x="26" y="17"/>
                    <a:pt x="26" y="17"/>
                  </a:cubicBezTo>
                  <a:cubicBezTo>
                    <a:pt x="29" y="17"/>
                    <a:pt x="30" y="16"/>
                    <a:pt x="30" y="14"/>
                  </a:cubicBezTo>
                  <a:cubicBezTo>
                    <a:pt x="30" y="13"/>
                    <a:pt x="30" y="12"/>
                    <a:pt x="30" y="12"/>
                  </a:cubicBezTo>
                  <a:cubicBezTo>
                    <a:pt x="29" y="12"/>
                    <a:pt x="29" y="12"/>
                    <a:pt x="28" y="12"/>
                  </a:cubicBezTo>
                  <a:cubicBezTo>
                    <a:pt x="27" y="12"/>
                    <a:pt x="24" y="12"/>
                    <a:pt x="17" y="12"/>
                  </a:cubicBezTo>
                  <a:cubicBezTo>
                    <a:pt x="19" y="6"/>
                    <a:pt x="20" y="3"/>
                    <a:pt x="20" y="3"/>
                  </a:cubicBezTo>
                  <a:cubicBezTo>
                    <a:pt x="20" y="2"/>
                    <a:pt x="19" y="1"/>
                    <a:pt x="19" y="1"/>
                  </a:cubicBezTo>
                  <a:cubicBezTo>
                    <a:pt x="18" y="0"/>
                    <a:pt x="17" y="0"/>
                    <a:pt x="16" y="0"/>
                  </a:cubicBezTo>
                  <a:cubicBezTo>
                    <a:pt x="14" y="0"/>
                    <a:pt x="13" y="1"/>
                    <a:pt x="12" y="3"/>
                  </a:cubicBezTo>
                  <a:cubicBezTo>
                    <a:pt x="11" y="7"/>
                    <a:pt x="11" y="11"/>
                    <a:pt x="10" y="13"/>
                  </a:cubicBezTo>
                  <a:cubicBezTo>
                    <a:pt x="3" y="13"/>
                    <a:pt x="3" y="13"/>
                    <a:pt x="3" y="13"/>
                  </a:cubicBezTo>
                  <a:cubicBezTo>
                    <a:pt x="1" y="13"/>
                    <a:pt x="0" y="14"/>
                    <a:pt x="0" y="16"/>
                  </a:cubicBezTo>
                  <a:cubicBezTo>
                    <a:pt x="0" y="17"/>
                    <a:pt x="1" y="17"/>
                    <a:pt x="2" y="18"/>
                  </a:cubicBezTo>
                  <a:cubicBezTo>
                    <a:pt x="3" y="18"/>
                    <a:pt x="4" y="18"/>
                    <a:pt x="5" y="18"/>
                  </a:cubicBezTo>
                  <a:cubicBezTo>
                    <a:pt x="5" y="18"/>
                    <a:pt x="5" y="18"/>
                    <a:pt x="5" y="18"/>
                  </a:cubicBezTo>
                  <a:cubicBezTo>
                    <a:pt x="6" y="18"/>
                    <a:pt x="7" y="19"/>
                    <a:pt x="8" y="19"/>
                  </a:cubicBezTo>
                  <a:cubicBezTo>
                    <a:pt x="6" y="27"/>
                    <a:pt x="5" y="32"/>
                    <a:pt x="5" y="35"/>
                  </a:cubicBezTo>
                  <a:cubicBezTo>
                    <a:pt x="5" y="38"/>
                    <a:pt x="6" y="41"/>
                    <a:pt x="7" y="42"/>
                  </a:cubicBezTo>
                  <a:cubicBezTo>
                    <a:pt x="8" y="44"/>
                    <a:pt x="10" y="45"/>
                    <a:pt x="13" y="45"/>
                  </a:cubicBezTo>
                  <a:cubicBezTo>
                    <a:pt x="16" y="45"/>
                    <a:pt x="19" y="43"/>
                    <a:pt x="22" y="41"/>
                  </a:cubicBezTo>
                  <a:cubicBezTo>
                    <a:pt x="25" y="39"/>
                    <a:pt x="26" y="37"/>
                    <a:pt x="26" y="35"/>
                  </a:cubicBezTo>
                  <a:cubicBezTo>
                    <a:pt x="26" y="35"/>
                    <a:pt x="26" y="34"/>
                    <a:pt x="26" y="34"/>
                  </a:cubicBezTo>
                  <a:cubicBezTo>
                    <a:pt x="25" y="34"/>
                    <a:pt x="25" y="34"/>
                    <a:pt x="24" y="34"/>
                  </a:cubicBezTo>
                  <a:cubicBezTo>
                    <a:pt x="24" y="34"/>
                    <a:pt x="23" y="34"/>
                    <a:pt x="22" y="35"/>
                  </a:cubicBezTo>
                  <a:cubicBezTo>
                    <a:pt x="20" y="36"/>
                    <a:pt x="19" y="37"/>
                    <a:pt x="18" y="38"/>
                  </a:cubicBezTo>
                  <a:cubicBezTo>
                    <a:pt x="17" y="38"/>
                    <a:pt x="16" y="38"/>
                    <a:pt x="14" y="38"/>
                  </a:cubicBezTo>
                  <a:cubicBezTo>
                    <a:pt x="14" y="38"/>
                    <a:pt x="13" y="38"/>
                    <a:pt x="13" y="37"/>
                  </a:cubicBezTo>
                  <a:cubicBezTo>
                    <a:pt x="12" y="36"/>
                    <a:pt x="12" y="35"/>
                    <a:pt x="12" y="34"/>
                  </a:cubicBezTo>
                  <a:cubicBezTo>
                    <a:pt x="12" y="33"/>
                    <a:pt x="13" y="30"/>
                    <a:pt x="14" y="26"/>
                  </a:cubicBezTo>
                  <a:cubicBezTo>
                    <a:pt x="15" y="21"/>
                    <a:pt x="15" y="19"/>
                    <a:pt x="15"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49"/>
            <p:cNvSpPr>
              <a:spLocks/>
            </p:cNvSpPr>
            <p:nvPr/>
          </p:nvSpPr>
          <p:spPr bwMode="auto">
            <a:xfrm>
              <a:off x="977900" y="3205163"/>
              <a:ext cx="49212" cy="55563"/>
            </a:xfrm>
            <a:custGeom>
              <a:avLst/>
              <a:gdLst>
                <a:gd name="T0" fmla="*/ 7 w 30"/>
                <a:gd name="T1" fmla="*/ 33 h 34"/>
                <a:gd name="T2" fmla="*/ 14 w 30"/>
                <a:gd name="T3" fmla="*/ 30 h 34"/>
                <a:gd name="T4" fmla="*/ 21 w 30"/>
                <a:gd name="T5" fmla="*/ 21 h 34"/>
                <a:gd name="T6" fmla="*/ 22 w 30"/>
                <a:gd name="T7" fmla="*/ 30 h 34"/>
                <a:gd name="T8" fmla="*/ 26 w 30"/>
                <a:gd name="T9" fmla="*/ 34 h 34"/>
                <a:gd name="T10" fmla="*/ 29 w 30"/>
                <a:gd name="T11" fmla="*/ 33 h 34"/>
                <a:gd name="T12" fmla="*/ 30 w 30"/>
                <a:gd name="T13" fmla="*/ 31 h 34"/>
                <a:gd name="T14" fmla="*/ 29 w 30"/>
                <a:gd name="T15" fmla="*/ 29 h 34"/>
                <a:gd name="T16" fmla="*/ 27 w 30"/>
                <a:gd name="T17" fmla="*/ 20 h 34"/>
                <a:gd name="T18" fmla="*/ 29 w 30"/>
                <a:gd name="T19" fmla="*/ 8 h 34"/>
                <a:gd name="T20" fmla="*/ 29 w 30"/>
                <a:gd name="T21" fmla="*/ 6 h 34"/>
                <a:gd name="T22" fmla="*/ 26 w 30"/>
                <a:gd name="T23" fmla="*/ 3 h 34"/>
                <a:gd name="T24" fmla="*/ 23 w 30"/>
                <a:gd name="T25" fmla="*/ 4 h 34"/>
                <a:gd name="T26" fmla="*/ 21 w 30"/>
                <a:gd name="T27" fmla="*/ 11 h 34"/>
                <a:gd name="T28" fmla="*/ 15 w 30"/>
                <a:gd name="T29" fmla="*/ 21 h 34"/>
                <a:gd name="T30" fmla="*/ 8 w 30"/>
                <a:gd name="T31" fmla="*/ 26 h 34"/>
                <a:gd name="T32" fmla="*/ 6 w 30"/>
                <a:gd name="T33" fmla="*/ 22 h 34"/>
                <a:gd name="T34" fmla="*/ 7 w 30"/>
                <a:gd name="T35" fmla="*/ 17 h 34"/>
                <a:gd name="T36" fmla="*/ 9 w 30"/>
                <a:gd name="T37" fmla="*/ 10 h 34"/>
                <a:gd name="T38" fmla="*/ 11 w 30"/>
                <a:gd name="T39" fmla="*/ 4 h 34"/>
                <a:gd name="T40" fmla="*/ 9 w 30"/>
                <a:gd name="T41" fmla="*/ 2 h 34"/>
                <a:gd name="T42" fmla="*/ 7 w 30"/>
                <a:gd name="T43" fmla="*/ 0 h 34"/>
                <a:gd name="T44" fmla="*/ 3 w 30"/>
                <a:gd name="T45" fmla="*/ 3 h 34"/>
                <a:gd name="T46" fmla="*/ 1 w 30"/>
                <a:gd name="T47" fmla="*/ 12 h 34"/>
                <a:gd name="T48" fmla="*/ 0 w 30"/>
                <a:gd name="T49" fmla="*/ 23 h 34"/>
                <a:gd name="T50" fmla="*/ 2 w 30"/>
                <a:gd name="T51" fmla="*/ 30 h 34"/>
                <a:gd name="T52" fmla="*/ 7 w 30"/>
                <a:gd name="T53" fmla="*/ 3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34">
                  <a:moveTo>
                    <a:pt x="7" y="33"/>
                  </a:moveTo>
                  <a:cubicBezTo>
                    <a:pt x="9" y="33"/>
                    <a:pt x="12" y="32"/>
                    <a:pt x="14" y="30"/>
                  </a:cubicBezTo>
                  <a:cubicBezTo>
                    <a:pt x="17" y="28"/>
                    <a:pt x="19" y="25"/>
                    <a:pt x="21" y="21"/>
                  </a:cubicBezTo>
                  <a:cubicBezTo>
                    <a:pt x="21" y="25"/>
                    <a:pt x="21" y="28"/>
                    <a:pt x="22" y="30"/>
                  </a:cubicBezTo>
                  <a:cubicBezTo>
                    <a:pt x="23" y="33"/>
                    <a:pt x="24" y="34"/>
                    <a:pt x="26" y="34"/>
                  </a:cubicBezTo>
                  <a:cubicBezTo>
                    <a:pt x="27" y="34"/>
                    <a:pt x="28" y="33"/>
                    <a:pt x="29" y="33"/>
                  </a:cubicBezTo>
                  <a:cubicBezTo>
                    <a:pt x="30" y="32"/>
                    <a:pt x="30" y="31"/>
                    <a:pt x="30" y="31"/>
                  </a:cubicBezTo>
                  <a:cubicBezTo>
                    <a:pt x="30" y="30"/>
                    <a:pt x="30" y="30"/>
                    <a:pt x="29" y="29"/>
                  </a:cubicBezTo>
                  <a:cubicBezTo>
                    <a:pt x="28" y="28"/>
                    <a:pt x="27" y="25"/>
                    <a:pt x="27" y="20"/>
                  </a:cubicBezTo>
                  <a:cubicBezTo>
                    <a:pt x="27" y="16"/>
                    <a:pt x="27" y="12"/>
                    <a:pt x="29" y="8"/>
                  </a:cubicBezTo>
                  <a:cubicBezTo>
                    <a:pt x="29" y="7"/>
                    <a:pt x="29" y="6"/>
                    <a:pt x="29" y="6"/>
                  </a:cubicBezTo>
                  <a:cubicBezTo>
                    <a:pt x="29" y="4"/>
                    <a:pt x="28" y="3"/>
                    <a:pt x="26" y="3"/>
                  </a:cubicBezTo>
                  <a:cubicBezTo>
                    <a:pt x="25" y="3"/>
                    <a:pt x="24" y="3"/>
                    <a:pt x="23" y="4"/>
                  </a:cubicBezTo>
                  <a:cubicBezTo>
                    <a:pt x="22" y="5"/>
                    <a:pt x="22" y="7"/>
                    <a:pt x="21" y="11"/>
                  </a:cubicBezTo>
                  <a:cubicBezTo>
                    <a:pt x="20" y="14"/>
                    <a:pt x="18" y="18"/>
                    <a:pt x="15" y="21"/>
                  </a:cubicBezTo>
                  <a:cubicBezTo>
                    <a:pt x="12" y="24"/>
                    <a:pt x="10" y="26"/>
                    <a:pt x="8" y="26"/>
                  </a:cubicBezTo>
                  <a:cubicBezTo>
                    <a:pt x="7" y="26"/>
                    <a:pt x="6" y="25"/>
                    <a:pt x="6" y="22"/>
                  </a:cubicBezTo>
                  <a:cubicBezTo>
                    <a:pt x="6" y="21"/>
                    <a:pt x="6" y="20"/>
                    <a:pt x="7" y="17"/>
                  </a:cubicBezTo>
                  <a:cubicBezTo>
                    <a:pt x="8" y="14"/>
                    <a:pt x="8" y="12"/>
                    <a:pt x="9" y="10"/>
                  </a:cubicBezTo>
                  <a:cubicBezTo>
                    <a:pt x="10" y="7"/>
                    <a:pt x="11" y="5"/>
                    <a:pt x="11" y="4"/>
                  </a:cubicBezTo>
                  <a:cubicBezTo>
                    <a:pt x="11" y="3"/>
                    <a:pt x="10" y="2"/>
                    <a:pt x="9" y="2"/>
                  </a:cubicBezTo>
                  <a:cubicBezTo>
                    <a:pt x="9" y="1"/>
                    <a:pt x="8" y="0"/>
                    <a:pt x="7" y="0"/>
                  </a:cubicBezTo>
                  <a:cubicBezTo>
                    <a:pt x="5" y="0"/>
                    <a:pt x="4" y="1"/>
                    <a:pt x="3" y="3"/>
                  </a:cubicBezTo>
                  <a:cubicBezTo>
                    <a:pt x="3" y="5"/>
                    <a:pt x="2" y="8"/>
                    <a:pt x="1" y="12"/>
                  </a:cubicBezTo>
                  <a:cubicBezTo>
                    <a:pt x="0" y="17"/>
                    <a:pt x="0" y="20"/>
                    <a:pt x="0" y="23"/>
                  </a:cubicBezTo>
                  <a:cubicBezTo>
                    <a:pt x="0" y="26"/>
                    <a:pt x="0" y="29"/>
                    <a:pt x="2" y="30"/>
                  </a:cubicBezTo>
                  <a:cubicBezTo>
                    <a:pt x="3" y="32"/>
                    <a:pt x="5" y="33"/>
                    <a:pt x="7"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50"/>
            <p:cNvSpPr>
              <a:spLocks/>
            </p:cNvSpPr>
            <p:nvPr/>
          </p:nvSpPr>
          <p:spPr bwMode="auto">
            <a:xfrm>
              <a:off x="1039812" y="3205163"/>
              <a:ext cx="49212" cy="55563"/>
            </a:xfrm>
            <a:custGeom>
              <a:avLst/>
              <a:gdLst>
                <a:gd name="T0" fmla="*/ 23 w 30"/>
                <a:gd name="T1" fmla="*/ 0 h 34"/>
                <a:gd name="T2" fmla="*/ 15 w 30"/>
                <a:gd name="T3" fmla="*/ 5 h 34"/>
                <a:gd name="T4" fmla="*/ 7 w 30"/>
                <a:gd name="T5" fmla="*/ 16 h 34"/>
                <a:gd name="T6" fmla="*/ 7 w 30"/>
                <a:gd name="T7" fmla="*/ 17 h 34"/>
                <a:gd name="T8" fmla="*/ 8 w 30"/>
                <a:gd name="T9" fmla="*/ 13 h 34"/>
                <a:gd name="T10" fmla="*/ 8 w 30"/>
                <a:gd name="T11" fmla="*/ 9 h 34"/>
                <a:gd name="T12" fmla="*/ 10 w 30"/>
                <a:gd name="T13" fmla="*/ 3 h 34"/>
                <a:gd name="T14" fmla="*/ 9 w 30"/>
                <a:gd name="T15" fmla="*/ 1 h 34"/>
                <a:gd name="T16" fmla="*/ 6 w 30"/>
                <a:gd name="T17" fmla="*/ 0 h 34"/>
                <a:gd name="T18" fmla="*/ 4 w 30"/>
                <a:gd name="T19" fmla="*/ 1 h 34"/>
                <a:gd name="T20" fmla="*/ 2 w 30"/>
                <a:gd name="T21" fmla="*/ 3 h 34"/>
                <a:gd name="T22" fmla="*/ 1 w 30"/>
                <a:gd name="T23" fmla="*/ 7 h 34"/>
                <a:gd name="T24" fmla="*/ 1 w 30"/>
                <a:gd name="T25" fmla="*/ 9 h 34"/>
                <a:gd name="T26" fmla="*/ 0 w 30"/>
                <a:gd name="T27" fmla="*/ 18 h 34"/>
                <a:gd name="T28" fmla="*/ 0 w 30"/>
                <a:gd name="T29" fmla="*/ 24 h 34"/>
                <a:gd name="T30" fmla="*/ 1 w 30"/>
                <a:gd name="T31" fmla="*/ 32 h 34"/>
                <a:gd name="T32" fmla="*/ 4 w 30"/>
                <a:gd name="T33" fmla="*/ 34 h 34"/>
                <a:gd name="T34" fmla="*/ 7 w 30"/>
                <a:gd name="T35" fmla="*/ 33 h 34"/>
                <a:gd name="T36" fmla="*/ 9 w 30"/>
                <a:gd name="T37" fmla="*/ 29 h 34"/>
                <a:gd name="T38" fmla="*/ 15 w 30"/>
                <a:gd name="T39" fmla="*/ 14 h 34"/>
                <a:gd name="T40" fmla="*/ 23 w 30"/>
                <a:gd name="T41" fmla="*/ 7 h 34"/>
                <a:gd name="T42" fmla="*/ 24 w 30"/>
                <a:gd name="T43" fmla="*/ 8 h 34"/>
                <a:gd name="T44" fmla="*/ 28 w 30"/>
                <a:gd name="T45" fmla="*/ 9 h 34"/>
                <a:gd name="T46" fmla="*/ 30 w 30"/>
                <a:gd name="T47" fmla="*/ 8 h 34"/>
                <a:gd name="T48" fmla="*/ 30 w 30"/>
                <a:gd name="T49" fmla="*/ 6 h 34"/>
                <a:gd name="T50" fmla="*/ 28 w 30"/>
                <a:gd name="T51" fmla="*/ 2 h 34"/>
                <a:gd name="T52" fmla="*/ 23 w 30"/>
                <a:gd name="T53"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34">
                  <a:moveTo>
                    <a:pt x="23" y="0"/>
                  </a:moveTo>
                  <a:cubicBezTo>
                    <a:pt x="21" y="0"/>
                    <a:pt x="18" y="2"/>
                    <a:pt x="15" y="5"/>
                  </a:cubicBezTo>
                  <a:cubicBezTo>
                    <a:pt x="12" y="8"/>
                    <a:pt x="10" y="12"/>
                    <a:pt x="7" y="16"/>
                  </a:cubicBezTo>
                  <a:cubicBezTo>
                    <a:pt x="7" y="17"/>
                    <a:pt x="7" y="17"/>
                    <a:pt x="7" y="17"/>
                  </a:cubicBezTo>
                  <a:cubicBezTo>
                    <a:pt x="8" y="13"/>
                    <a:pt x="8" y="13"/>
                    <a:pt x="8" y="13"/>
                  </a:cubicBezTo>
                  <a:cubicBezTo>
                    <a:pt x="8" y="11"/>
                    <a:pt x="8" y="10"/>
                    <a:pt x="8" y="9"/>
                  </a:cubicBezTo>
                  <a:cubicBezTo>
                    <a:pt x="9" y="6"/>
                    <a:pt x="10" y="4"/>
                    <a:pt x="10" y="3"/>
                  </a:cubicBezTo>
                  <a:cubicBezTo>
                    <a:pt x="10" y="2"/>
                    <a:pt x="9" y="2"/>
                    <a:pt x="9" y="1"/>
                  </a:cubicBezTo>
                  <a:cubicBezTo>
                    <a:pt x="8" y="1"/>
                    <a:pt x="7" y="0"/>
                    <a:pt x="6" y="0"/>
                  </a:cubicBezTo>
                  <a:cubicBezTo>
                    <a:pt x="5" y="0"/>
                    <a:pt x="4" y="1"/>
                    <a:pt x="4" y="1"/>
                  </a:cubicBezTo>
                  <a:cubicBezTo>
                    <a:pt x="3" y="2"/>
                    <a:pt x="2" y="3"/>
                    <a:pt x="2" y="3"/>
                  </a:cubicBezTo>
                  <a:cubicBezTo>
                    <a:pt x="2" y="4"/>
                    <a:pt x="2" y="5"/>
                    <a:pt x="1" y="7"/>
                  </a:cubicBezTo>
                  <a:cubicBezTo>
                    <a:pt x="1" y="8"/>
                    <a:pt x="1" y="9"/>
                    <a:pt x="1" y="9"/>
                  </a:cubicBezTo>
                  <a:cubicBezTo>
                    <a:pt x="1" y="13"/>
                    <a:pt x="1" y="16"/>
                    <a:pt x="0" y="18"/>
                  </a:cubicBezTo>
                  <a:cubicBezTo>
                    <a:pt x="0" y="20"/>
                    <a:pt x="0" y="22"/>
                    <a:pt x="0" y="24"/>
                  </a:cubicBezTo>
                  <a:cubicBezTo>
                    <a:pt x="0" y="27"/>
                    <a:pt x="1" y="30"/>
                    <a:pt x="1" y="32"/>
                  </a:cubicBezTo>
                  <a:cubicBezTo>
                    <a:pt x="2" y="33"/>
                    <a:pt x="3" y="34"/>
                    <a:pt x="4" y="34"/>
                  </a:cubicBezTo>
                  <a:cubicBezTo>
                    <a:pt x="5" y="34"/>
                    <a:pt x="6" y="34"/>
                    <a:pt x="7" y="33"/>
                  </a:cubicBezTo>
                  <a:cubicBezTo>
                    <a:pt x="8" y="32"/>
                    <a:pt x="8" y="31"/>
                    <a:pt x="9" y="29"/>
                  </a:cubicBezTo>
                  <a:cubicBezTo>
                    <a:pt x="9" y="24"/>
                    <a:pt x="12" y="18"/>
                    <a:pt x="15" y="14"/>
                  </a:cubicBezTo>
                  <a:cubicBezTo>
                    <a:pt x="19" y="9"/>
                    <a:pt x="21" y="7"/>
                    <a:pt x="23" y="7"/>
                  </a:cubicBezTo>
                  <a:cubicBezTo>
                    <a:pt x="23" y="7"/>
                    <a:pt x="24" y="7"/>
                    <a:pt x="24" y="8"/>
                  </a:cubicBezTo>
                  <a:cubicBezTo>
                    <a:pt x="25" y="9"/>
                    <a:pt x="26" y="9"/>
                    <a:pt x="28" y="9"/>
                  </a:cubicBezTo>
                  <a:cubicBezTo>
                    <a:pt x="29" y="9"/>
                    <a:pt x="29" y="9"/>
                    <a:pt x="30" y="8"/>
                  </a:cubicBezTo>
                  <a:cubicBezTo>
                    <a:pt x="30" y="7"/>
                    <a:pt x="30" y="7"/>
                    <a:pt x="30" y="6"/>
                  </a:cubicBezTo>
                  <a:cubicBezTo>
                    <a:pt x="30" y="4"/>
                    <a:pt x="30" y="3"/>
                    <a:pt x="28" y="2"/>
                  </a:cubicBezTo>
                  <a:cubicBezTo>
                    <a:pt x="27" y="1"/>
                    <a:pt x="25" y="0"/>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51"/>
            <p:cNvSpPr>
              <a:spLocks noEditPoints="1"/>
            </p:cNvSpPr>
            <p:nvPr/>
          </p:nvSpPr>
          <p:spPr bwMode="auto">
            <a:xfrm>
              <a:off x="1089025" y="3203576"/>
              <a:ext cx="44450" cy="57150"/>
            </a:xfrm>
            <a:custGeom>
              <a:avLst/>
              <a:gdLst>
                <a:gd name="T0" fmla="*/ 8 w 28"/>
                <a:gd name="T1" fmla="*/ 23 h 35"/>
                <a:gd name="T2" fmla="*/ 21 w 28"/>
                <a:gd name="T3" fmla="*/ 17 h 35"/>
                <a:gd name="T4" fmla="*/ 26 w 28"/>
                <a:gd name="T5" fmla="*/ 7 h 35"/>
                <a:gd name="T6" fmla="*/ 24 w 28"/>
                <a:gd name="T7" fmla="*/ 2 h 35"/>
                <a:gd name="T8" fmla="*/ 18 w 28"/>
                <a:gd name="T9" fmla="*/ 0 h 35"/>
                <a:gd name="T10" fmla="*/ 6 w 28"/>
                <a:gd name="T11" fmla="*/ 7 h 35"/>
                <a:gd name="T12" fmla="*/ 0 w 28"/>
                <a:gd name="T13" fmla="*/ 23 h 35"/>
                <a:gd name="T14" fmla="*/ 3 w 28"/>
                <a:gd name="T15" fmla="*/ 32 h 35"/>
                <a:gd name="T16" fmla="*/ 11 w 28"/>
                <a:gd name="T17" fmla="*/ 35 h 35"/>
                <a:gd name="T18" fmla="*/ 22 w 28"/>
                <a:gd name="T19" fmla="*/ 30 h 35"/>
                <a:gd name="T20" fmla="*/ 28 w 28"/>
                <a:gd name="T21" fmla="*/ 23 h 35"/>
                <a:gd name="T22" fmla="*/ 26 w 28"/>
                <a:gd name="T23" fmla="*/ 21 h 35"/>
                <a:gd name="T24" fmla="*/ 24 w 28"/>
                <a:gd name="T25" fmla="*/ 22 h 35"/>
                <a:gd name="T26" fmla="*/ 12 w 28"/>
                <a:gd name="T27" fmla="*/ 28 h 35"/>
                <a:gd name="T28" fmla="*/ 8 w 28"/>
                <a:gd name="T29" fmla="*/ 27 h 35"/>
                <a:gd name="T30" fmla="*/ 7 w 28"/>
                <a:gd name="T31" fmla="*/ 24 h 35"/>
                <a:gd name="T32" fmla="*/ 8 w 28"/>
                <a:gd name="T33" fmla="*/ 23 h 35"/>
                <a:gd name="T34" fmla="*/ 12 w 28"/>
                <a:gd name="T35" fmla="*/ 9 h 35"/>
                <a:gd name="T36" fmla="*/ 18 w 28"/>
                <a:gd name="T37" fmla="*/ 6 h 35"/>
                <a:gd name="T38" fmla="*/ 19 w 28"/>
                <a:gd name="T39" fmla="*/ 6 h 35"/>
                <a:gd name="T40" fmla="*/ 20 w 28"/>
                <a:gd name="T41" fmla="*/ 8 h 35"/>
                <a:gd name="T42" fmla="*/ 16 w 28"/>
                <a:gd name="T43" fmla="*/ 14 h 35"/>
                <a:gd name="T44" fmla="*/ 8 w 28"/>
                <a:gd name="T45" fmla="*/ 18 h 35"/>
                <a:gd name="T46" fmla="*/ 12 w 28"/>
                <a:gd name="T47" fmla="*/ 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35">
                  <a:moveTo>
                    <a:pt x="8" y="23"/>
                  </a:moveTo>
                  <a:cubicBezTo>
                    <a:pt x="13" y="22"/>
                    <a:pt x="17" y="20"/>
                    <a:pt x="21" y="17"/>
                  </a:cubicBezTo>
                  <a:cubicBezTo>
                    <a:pt x="24" y="14"/>
                    <a:pt x="26" y="10"/>
                    <a:pt x="26" y="7"/>
                  </a:cubicBezTo>
                  <a:cubicBezTo>
                    <a:pt x="26" y="5"/>
                    <a:pt x="25" y="3"/>
                    <a:pt x="24" y="2"/>
                  </a:cubicBezTo>
                  <a:cubicBezTo>
                    <a:pt x="22" y="0"/>
                    <a:pt x="21" y="0"/>
                    <a:pt x="18" y="0"/>
                  </a:cubicBezTo>
                  <a:cubicBezTo>
                    <a:pt x="14" y="0"/>
                    <a:pt x="10" y="2"/>
                    <a:pt x="6" y="7"/>
                  </a:cubicBezTo>
                  <a:cubicBezTo>
                    <a:pt x="2" y="12"/>
                    <a:pt x="0" y="17"/>
                    <a:pt x="0" y="23"/>
                  </a:cubicBezTo>
                  <a:cubicBezTo>
                    <a:pt x="0" y="26"/>
                    <a:pt x="1" y="29"/>
                    <a:pt x="3" y="32"/>
                  </a:cubicBezTo>
                  <a:cubicBezTo>
                    <a:pt x="4" y="34"/>
                    <a:pt x="7" y="35"/>
                    <a:pt x="11" y="35"/>
                  </a:cubicBezTo>
                  <a:cubicBezTo>
                    <a:pt x="15" y="35"/>
                    <a:pt x="19" y="33"/>
                    <a:pt x="22" y="30"/>
                  </a:cubicBezTo>
                  <a:cubicBezTo>
                    <a:pt x="26" y="28"/>
                    <a:pt x="28" y="25"/>
                    <a:pt x="28" y="23"/>
                  </a:cubicBezTo>
                  <a:cubicBezTo>
                    <a:pt x="28" y="22"/>
                    <a:pt x="27" y="21"/>
                    <a:pt x="26" y="21"/>
                  </a:cubicBezTo>
                  <a:cubicBezTo>
                    <a:pt x="25" y="21"/>
                    <a:pt x="24" y="21"/>
                    <a:pt x="24" y="22"/>
                  </a:cubicBezTo>
                  <a:cubicBezTo>
                    <a:pt x="20" y="26"/>
                    <a:pt x="16" y="28"/>
                    <a:pt x="12" y="28"/>
                  </a:cubicBezTo>
                  <a:cubicBezTo>
                    <a:pt x="10" y="28"/>
                    <a:pt x="9" y="28"/>
                    <a:pt x="8" y="27"/>
                  </a:cubicBezTo>
                  <a:cubicBezTo>
                    <a:pt x="7" y="26"/>
                    <a:pt x="7" y="25"/>
                    <a:pt x="7" y="24"/>
                  </a:cubicBezTo>
                  <a:cubicBezTo>
                    <a:pt x="7" y="24"/>
                    <a:pt x="7" y="23"/>
                    <a:pt x="8" y="23"/>
                  </a:cubicBezTo>
                  <a:close/>
                  <a:moveTo>
                    <a:pt x="12" y="9"/>
                  </a:moveTo>
                  <a:cubicBezTo>
                    <a:pt x="14" y="7"/>
                    <a:pt x="16" y="6"/>
                    <a:pt x="18" y="6"/>
                  </a:cubicBezTo>
                  <a:cubicBezTo>
                    <a:pt x="18" y="6"/>
                    <a:pt x="19" y="6"/>
                    <a:pt x="19" y="6"/>
                  </a:cubicBezTo>
                  <a:cubicBezTo>
                    <a:pt x="19" y="7"/>
                    <a:pt x="20" y="7"/>
                    <a:pt x="20" y="8"/>
                  </a:cubicBezTo>
                  <a:cubicBezTo>
                    <a:pt x="20" y="10"/>
                    <a:pt x="18" y="12"/>
                    <a:pt x="16" y="14"/>
                  </a:cubicBezTo>
                  <a:cubicBezTo>
                    <a:pt x="13" y="16"/>
                    <a:pt x="11" y="17"/>
                    <a:pt x="8" y="18"/>
                  </a:cubicBezTo>
                  <a:cubicBezTo>
                    <a:pt x="8" y="15"/>
                    <a:pt x="10" y="12"/>
                    <a:pt x="12"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2" name="组合 51"/>
          <p:cNvGrpSpPr/>
          <p:nvPr/>
        </p:nvGrpSpPr>
        <p:grpSpPr>
          <a:xfrm>
            <a:off x="4913312" y="2882901"/>
            <a:ext cx="1098550" cy="1719262"/>
            <a:chOff x="4913312" y="2882901"/>
            <a:chExt cx="1098550" cy="1719262"/>
          </a:xfrm>
          <a:solidFill>
            <a:schemeClr val="tx1">
              <a:lumMod val="65000"/>
              <a:lumOff val="35000"/>
            </a:schemeClr>
          </a:solidFill>
        </p:grpSpPr>
        <p:sp>
          <p:nvSpPr>
            <p:cNvPr id="53" name="Freeform 52"/>
            <p:cNvSpPr>
              <a:spLocks/>
            </p:cNvSpPr>
            <p:nvPr/>
          </p:nvSpPr>
          <p:spPr bwMode="auto">
            <a:xfrm>
              <a:off x="5138737" y="2882901"/>
              <a:ext cx="423862" cy="319088"/>
            </a:xfrm>
            <a:custGeom>
              <a:avLst/>
              <a:gdLst>
                <a:gd name="T0" fmla="*/ 69 w 262"/>
                <a:gd name="T1" fmla="*/ 12 h 198"/>
                <a:gd name="T2" fmla="*/ 19 w 262"/>
                <a:gd name="T3" fmla="*/ 129 h 198"/>
                <a:gd name="T4" fmla="*/ 136 w 262"/>
                <a:gd name="T5" fmla="*/ 179 h 198"/>
                <a:gd name="T6" fmla="*/ 192 w 262"/>
                <a:gd name="T7" fmla="*/ 96 h 198"/>
                <a:gd name="T8" fmla="*/ 172 w 262"/>
                <a:gd name="T9" fmla="*/ 94 h 198"/>
                <a:gd name="T10" fmla="*/ 91 w 262"/>
                <a:gd name="T11" fmla="*/ 53 h 198"/>
                <a:gd name="T12" fmla="*/ 176 w 262"/>
                <a:gd name="T13" fmla="*/ 78 h 198"/>
                <a:gd name="T14" fmla="*/ 252 w 262"/>
                <a:gd name="T15" fmla="*/ 63 h 198"/>
                <a:gd name="T16" fmla="*/ 262 w 262"/>
                <a:gd name="T17" fmla="*/ 49 h 198"/>
                <a:gd name="T18" fmla="*/ 176 w 262"/>
                <a:gd name="T19" fmla="*/ 21 h 198"/>
                <a:gd name="T20" fmla="*/ 168 w 262"/>
                <a:gd name="T21" fmla="*/ 21 h 198"/>
                <a:gd name="T22" fmla="*/ 154 w 262"/>
                <a:gd name="T23" fmla="*/ 22 h 198"/>
                <a:gd name="T24" fmla="*/ 69 w 262"/>
                <a:gd name="T25" fmla="*/ 12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2" h="198">
                  <a:moveTo>
                    <a:pt x="69" y="12"/>
                  </a:moveTo>
                  <a:cubicBezTo>
                    <a:pt x="23" y="30"/>
                    <a:pt x="0" y="83"/>
                    <a:pt x="19" y="129"/>
                  </a:cubicBezTo>
                  <a:cubicBezTo>
                    <a:pt x="37" y="175"/>
                    <a:pt x="90" y="198"/>
                    <a:pt x="136" y="179"/>
                  </a:cubicBezTo>
                  <a:cubicBezTo>
                    <a:pt x="171" y="165"/>
                    <a:pt x="192" y="132"/>
                    <a:pt x="192" y="96"/>
                  </a:cubicBezTo>
                  <a:cubicBezTo>
                    <a:pt x="186" y="96"/>
                    <a:pt x="179" y="95"/>
                    <a:pt x="172" y="94"/>
                  </a:cubicBezTo>
                  <a:cubicBezTo>
                    <a:pt x="126" y="87"/>
                    <a:pt x="90" y="69"/>
                    <a:pt x="91" y="53"/>
                  </a:cubicBezTo>
                  <a:cubicBezTo>
                    <a:pt x="98" y="67"/>
                    <a:pt x="133" y="78"/>
                    <a:pt x="176" y="78"/>
                  </a:cubicBezTo>
                  <a:cubicBezTo>
                    <a:pt x="209" y="78"/>
                    <a:pt x="237" y="72"/>
                    <a:pt x="252" y="63"/>
                  </a:cubicBezTo>
                  <a:cubicBezTo>
                    <a:pt x="259" y="59"/>
                    <a:pt x="262" y="54"/>
                    <a:pt x="262" y="49"/>
                  </a:cubicBezTo>
                  <a:cubicBezTo>
                    <a:pt x="262" y="33"/>
                    <a:pt x="224" y="21"/>
                    <a:pt x="176" y="21"/>
                  </a:cubicBezTo>
                  <a:cubicBezTo>
                    <a:pt x="173" y="21"/>
                    <a:pt x="170" y="21"/>
                    <a:pt x="168" y="21"/>
                  </a:cubicBezTo>
                  <a:cubicBezTo>
                    <a:pt x="163" y="21"/>
                    <a:pt x="158" y="21"/>
                    <a:pt x="154" y="22"/>
                  </a:cubicBezTo>
                  <a:cubicBezTo>
                    <a:pt x="130" y="5"/>
                    <a:pt x="98" y="0"/>
                    <a:pt x="69"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53"/>
            <p:cNvSpPr>
              <a:spLocks/>
            </p:cNvSpPr>
            <p:nvPr/>
          </p:nvSpPr>
          <p:spPr bwMode="auto">
            <a:xfrm>
              <a:off x="4975225" y="3203576"/>
              <a:ext cx="49212" cy="61913"/>
            </a:xfrm>
            <a:custGeom>
              <a:avLst/>
              <a:gdLst>
                <a:gd name="T0" fmla="*/ 30 w 31"/>
                <a:gd name="T1" fmla="*/ 3 h 38"/>
                <a:gd name="T2" fmla="*/ 26 w 31"/>
                <a:gd name="T3" fmla="*/ 0 h 38"/>
                <a:gd name="T4" fmla="*/ 6 w 31"/>
                <a:gd name="T5" fmla="*/ 13 h 38"/>
                <a:gd name="T6" fmla="*/ 3 w 31"/>
                <a:gd name="T7" fmla="*/ 35 h 38"/>
                <a:gd name="T8" fmla="*/ 7 w 31"/>
                <a:gd name="T9" fmla="*/ 38 h 38"/>
                <a:gd name="T10" fmla="*/ 8 w 31"/>
                <a:gd name="T11" fmla="*/ 38 h 38"/>
                <a:gd name="T12" fmla="*/ 11 w 31"/>
                <a:gd name="T13" fmla="*/ 33 h 38"/>
                <a:gd name="T14" fmla="*/ 13 w 31"/>
                <a:gd name="T15" fmla="*/ 17 h 38"/>
                <a:gd name="T16" fmla="*/ 27 w 31"/>
                <a:gd name="T17" fmla="*/ 8 h 38"/>
                <a:gd name="T18" fmla="*/ 30 w 31"/>
                <a:gd name="T19" fmla="*/ 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8">
                  <a:moveTo>
                    <a:pt x="30" y="3"/>
                  </a:moveTo>
                  <a:cubicBezTo>
                    <a:pt x="30" y="1"/>
                    <a:pt x="28" y="0"/>
                    <a:pt x="26" y="0"/>
                  </a:cubicBezTo>
                  <a:cubicBezTo>
                    <a:pt x="16" y="2"/>
                    <a:pt x="10" y="7"/>
                    <a:pt x="6" y="13"/>
                  </a:cubicBezTo>
                  <a:cubicBezTo>
                    <a:pt x="0" y="23"/>
                    <a:pt x="3" y="35"/>
                    <a:pt x="3" y="35"/>
                  </a:cubicBezTo>
                  <a:cubicBezTo>
                    <a:pt x="3" y="37"/>
                    <a:pt x="5" y="38"/>
                    <a:pt x="7" y="38"/>
                  </a:cubicBezTo>
                  <a:cubicBezTo>
                    <a:pt x="7" y="38"/>
                    <a:pt x="8" y="38"/>
                    <a:pt x="8" y="38"/>
                  </a:cubicBezTo>
                  <a:cubicBezTo>
                    <a:pt x="10" y="37"/>
                    <a:pt x="11" y="35"/>
                    <a:pt x="11" y="33"/>
                  </a:cubicBezTo>
                  <a:cubicBezTo>
                    <a:pt x="11" y="33"/>
                    <a:pt x="8" y="24"/>
                    <a:pt x="13" y="17"/>
                  </a:cubicBezTo>
                  <a:cubicBezTo>
                    <a:pt x="15" y="13"/>
                    <a:pt x="20" y="9"/>
                    <a:pt x="27" y="8"/>
                  </a:cubicBezTo>
                  <a:cubicBezTo>
                    <a:pt x="30" y="7"/>
                    <a:pt x="31" y="5"/>
                    <a:pt x="3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54"/>
            <p:cNvSpPr>
              <a:spLocks/>
            </p:cNvSpPr>
            <p:nvPr/>
          </p:nvSpPr>
          <p:spPr bwMode="auto">
            <a:xfrm>
              <a:off x="4941887" y="3176588"/>
              <a:ext cx="73025" cy="85725"/>
            </a:xfrm>
            <a:custGeom>
              <a:avLst/>
              <a:gdLst>
                <a:gd name="T0" fmla="*/ 41 w 45"/>
                <a:gd name="T1" fmla="*/ 8 h 53"/>
                <a:gd name="T2" fmla="*/ 45 w 45"/>
                <a:gd name="T3" fmla="*/ 3 h 53"/>
                <a:gd name="T4" fmla="*/ 40 w 45"/>
                <a:gd name="T5" fmla="*/ 0 h 53"/>
                <a:gd name="T6" fmla="*/ 10 w 45"/>
                <a:gd name="T7" fmla="*/ 18 h 53"/>
                <a:gd name="T8" fmla="*/ 4 w 45"/>
                <a:gd name="T9" fmla="*/ 50 h 53"/>
                <a:gd name="T10" fmla="*/ 8 w 45"/>
                <a:gd name="T11" fmla="*/ 53 h 53"/>
                <a:gd name="T12" fmla="*/ 9 w 45"/>
                <a:gd name="T13" fmla="*/ 53 h 53"/>
                <a:gd name="T14" fmla="*/ 12 w 45"/>
                <a:gd name="T15" fmla="*/ 48 h 53"/>
                <a:gd name="T16" fmla="*/ 16 w 45"/>
                <a:gd name="T17" fmla="*/ 23 h 53"/>
                <a:gd name="T18" fmla="*/ 41 w 45"/>
                <a:gd name="T19" fmla="*/ 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53">
                  <a:moveTo>
                    <a:pt x="41" y="8"/>
                  </a:moveTo>
                  <a:cubicBezTo>
                    <a:pt x="44" y="8"/>
                    <a:pt x="45" y="6"/>
                    <a:pt x="45" y="3"/>
                  </a:cubicBezTo>
                  <a:cubicBezTo>
                    <a:pt x="44" y="1"/>
                    <a:pt x="42" y="0"/>
                    <a:pt x="40" y="0"/>
                  </a:cubicBezTo>
                  <a:cubicBezTo>
                    <a:pt x="26" y="3"/>
                    <a:pt x="16" y="9"/>
                    <a:pt x="10" y="18"/>
                  </a:cubicBezTo>
                  <a:cubicBezTo>
                    <a:pt x="0" y="33"/>
                    <a:pt x="4" y="49"/>
                    <a:pt x="4" y="50"/>
                  </a:cubicBezTo>
                  <a:cubicBezTo>
                    <a:pt x="4" y="52"/>
                    <a:pt x="6" y="53"/>
                    <a:pt x="8" y="53"/>
                  </a:cubicBezTo>
                  <a:cubicBezTo>
                    <a:pt x="8" y="53"/>
                    <a:pt x="8" y="53"/>
                    <a:pt x="9" y="53"/>
                  </a:cubicBezTo>
                  <a:cubicBezTo>
                    <a:pt x="11" y="52"/>
                    <a:pt x="12" y="50"/>
                    <a:pt x="12" y="48"/>
                  </a:cubicBezTo>
                  <a:cubicBezTo>
                    <a:pt x="12" y="48"/>
                    <a:pt x="9" y="34"/>
                    <a:pt x="16" y="23"/>
                  </a:cubicBezTo>
                  <a:cubicBezTo>
                    <a:pt x="21" y="15"/>
                    <a:pt x="30" y="10"/>
                    <a:pt x="4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55"/>
            <p:cNvSpPr>
              <a:spLocks/>
            </p:cNvSpPr>
            <p:nvPr/>
          </p:nvSpPr>
          <p:spPr bwMode="auto">
            <a:xfrm>
              <a:off x="5584825" y="3625851"/>
              <a:ext cx="36512" cy="71438"/>
            </a:xfrm>
            <a:custGeom>
              <a:avLst/>
              <a:gdLst>
                <a:gd name="T0" fmla="*/ 7 w 22"/>
                <a:gd name="T1" fmla="*/ 1 h 44"/>
                <a:gd name="T2" fmla="*/ 2 w 22"/>
                <a:gd name="T3" fmla="*/ 2 h 44"/>
                <a:gd name="T4" fmla="*/ 3 w 22"/>
                <a:gd name="T5" fmla="*/ 8 h 44"/>
                <a:gd name="T6" fmla="*/ 12 w 22"/>
                <a:gd name="T7" fmla="*/ 21 h 44"/>
                <a:gd name="T8" fmla="*/ 8 w 22"/>
                <a:gd name="T9" fmla="*/ 38 h 44"/>
                <a:gd name="T10" fmla="*/ 9 w 22"/>
                <a:gd name="T11" fmla="*/ 43 h 44"/>
                <a:gd name="T12" fmla="*/ 11 w 22"/>
                <a:gd name="T13" fmla="*/ 44 h 44"/>
                <a:gd name="T14" fmla="*/ 14 w 22"/>
                <a:gd name="T15" fmla="*/ 42 h 44"/>
                <a:gd name="T16" fmla="*/ 20 w 22"/>
                <a:gd name="T17" fmla="*/ 19 h 44"/>
                <a:gd name="T18" fmla="*/ 7 w 22"/>
                <a:gd name="T19" fmla="*/ 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44">
                  <a:moveTo>
                    <a:pt x="7" y="1"/>
                  </a:moveTo>
                  <a:cubicBezTo>
                    <a:pt x="5" y="0"/>
                    <a:pt x="3" y="0"/>
                    <a:pt x="2" y="2"/>
                  </a:cubicBezTo>
                  <a:cubicBezTo>
                    <a:pt x="0" y="4"/>
                    <a:pt x="1" y="7"/>
                    <a:pt x="3" y="8"/>
                  </a:cubicBezTo>
                  <a:cubicBezTo>
                    <a:pt x="3" y="8"/>
                    <a:pt x="10" y="13"/>
                    <a:pt x="12" y="21"/>
                  </a:cubicBezTo>
                  <a:cubicBezTo>
                    <a:pt x="13" y="26"/>
                    <a:pt x="12" y="32"/>
                    <a:pt x="8" y="38"/>
                  </a:cubicBezTo>
                  <a:cubicBezTo>
                    <a:pt x="6" y="39"/>
                    <a:pt x="7" y="42"/>
                    <a:pt x="9" y="43"/>
                  </a:cubicBezTo>
                  <a:cubicBezTo>
                    <a:pt x="9" y="44"/>
                    <a:pt x="10" y="44"/>
                    <a:pt x="11" y="44"/>
                  </a:cubicBezTo>
                  <a:cubicBezTo>
                    <a:pt x="12" y="44"/>
                    <a:pt x="14" y="43"/>
                    <a:pt x="14" y="42"/>
                  </a:cubicBezTo>
                  <a:cubicBezTo>
                    <a:pt x="20" y="34"/>
                    <a:pt x="22" y="26"/>
                    <a:pt x="20" y="19"/>
                  </a:cubicBezTo>
                  <a:cubicBezTo>
                    <a:pt x="17" y="7"/>
                    <a:pt x="7" y="1"/>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56"/>
            <p:cNvSpPr>
              <a:spLocks/>
            </p:cNvSpPr>
            <p:nvPr/>
          </p:nvSpPr>
          <p:spPr bwMode="auto">
            <a:xfrm>
              <a:off x="5611812" y="3606801"/>
              <a:ext cx="41275" cy="103188"/>
            </a:xfrm>
            <a:custGeom>
              <a:avLst/>
              <a:gdLst>
                <a:gd name="T0" fmla="*/ 7 w 26"/>
                <a:gd name="T1" fmla="*/ 2 h 64"/>
                <a:gd name="T2" fmla="*/ 1 w 26"/>
                <a:gd name="T3" fmla="*/ 3 h 64"/>
                <a:gd name="T4" fmla="*/ 2 w 26"/>
                <a:gd name="T5" fmla="*/ 8 h 64"/>
                <a:gd name="T6" fmla="*/ 16 w 26"/>
                <a:gd name="T7" fmla="*/ 30 h 64"/>
                <a:gd name="T8" fmla="*/ 8 w 26"/>
                <a:gd name="T9" fmla="*/ 58 h 64"/>
                <a:gd name="T10" fmla="*/ 8 w 26"/>
                <a:gd name="T11" fmla="*/ 63 h 64"/>
                <a:gd name="T12" fmla="*/ 11 w 26"/>
                <a:gd name="T13" fmla="*/ 64 h 64"/>
                <a:gd name="T14" fmla="*/ 14 w 26"/>
                <a:gd name="T15" fmla="*/ 62 h 64"/>
                <a:gd name="T16" fmla="*/ 24 w 26"/>
                <a:gd name="T17" fmla="*/ 29 h 64"/>
                <a:gd name="T18" fmla="*/ 7 w 26"/>
                <a:gd name="T19" fmla="*/ 2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64">
                  <a:moveTo>
                    <a:pt x="7" y="2"/>
                  </a:moveTo>
                  <a:cubicBezTo>
                    <a:pt x="5" y="0"/>
                    <a:pt x="2" y="1"/>
                    <a:pt x="1" y="3"/>
                  </a:cubicBezTo>
                  <a:cubicBezTo>
                    <a:pt x="0" y="4"/>
                    <a:pt x="0" y="7"/>
                    <a:pt x="2" y="8"/>
                  </a:cubicBezTo>
                  <a:cubicBezTo>
                    <a:pt x="2" y="8"/>
                    <a:pt x="14" y="16"/>
                    <a:pt x="16" y="30"/>
                  </a:cubicBezTo>
                  <a:cubicBezTo>
                    <a:pt x="17" y="39"/>
                    <a:pt x="15" y="48"/>
                    <a:pt x="8" y="58"/>
                  </a:cubicBezTo>
                  <a:cubicBezTo>
                    <a:pt x="6" y="60"/>
                    <a:pt x="7" y="62"/>
                    <a:pt x="8" y="63"/>
                  </a:cubicBezTo>
                  <a:cubicBezTo>
                    <a:pt x="9" y="64"/>
                    <a:pt x="10" y="64"/>
                    <a:pt x="11" y="64"/>
                  </a:cubicBezTo>
                  <a:cubicBezTo>
                    <a:pt x="12" y="64"/>
                    <a:pt x="13" y="64"/>
                    <a:pt x="14" y="62"/>
                  </a:cubicBezTo>
                  <a:cubicBezTo>
                    <a:pt x="22" y="51"/>
                    <a:pt x="26" y="40"/>
                    <a:pt x="24" y="29"/>
                  </a:cubicBezTo>
                  <a:cubicBezTo>
                    <a:pt x="21" y="12"/>
                    <a:pt x="7" y="2"/>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57"/>
            <p:cNvSpPr>
              <a:spLocks/>
            </p:cNvSpPr>
            <p:nvPr/>
          </p:nvSpPr>
          <p:spPr bwMode="auto">
            <a:xfrm>
              <a:off x="4956175" y="2979738"/>
              <a:ext cx="1055687" cy="1425575"/>
            </a:xfrm>
            <a:custGeom>
              <a:avLst/>
              <a:gdLst>
                <a:gd name="T0" fmla="*/ 643 w 653"/>
                <a:gd name="T1" fmla="*/ 815 h 882"/>
                <a:gd name="T2" fmla="*/ 569 w 653"/>
                <a:gd name="T3" fmla="*/ 798 h 882"/>
                <a:gd name="T4" fmla="*/ 538 w 653"/>
                <a:gd name="T5" fmla="*/ 404 h 882"/>
                <a:gd name="T6" fmla="*/ 555 w 653"/>
                <a:gd name="T7" fmla="*/ 390 h 882"/>
                <a:gd name="T8" fmla="*/ 544 w 653"/>
                <a:gd name="T9" fmla="*/ 346 h 882"/>
                <a:gd name="T10" fmla="*/ 532 w 653"/>
                <a:gd name="T11" fmla="*/ 339 h 882"/>
                <a:gd name="T12" fmla="*/ 505 w 653"/>
                <a:gd name="T13" fmla="*/ 0 h 882"/>
                <a:gd name="T14" fmla="*/ 480 w 653"/>
                <a:gd name="T15" fmla="*/ 2 h 882"/>
                <a:gd name="T16" fmla="*/ 512 w 653"/>
                <a:gd name="T17" fmla="*/ 327 h 882"/>
                <a:gd name="T18" fmla="*/ 443 w 653"/>
                <a:gd name="T19" fmla="*/ 286 h 882"/>
                <a:gd name="T20" fmla="*/ 336 w 653"/>
                <a:gd name="T21" fmla="*/ 118 h 882"/>
                <a:gd name="T22" fmla="*/ 311 w 653"/>
                <a:gd name="T23" fmla="*/ 103 h 882"/>
                <a:gd name="T24" fmla="*/ 289 w 653"/>
                <a:gd name="T25" fmla="*/ 102 h 882"/>
                <a:gd name="T26" fmla="*/ 252 w 653"/>
                <a:gd name="T27" fmla="*/ 128 h 882"/>
                <a:gd name="T28" fmla="*/ 215 w 653"/>
                <a:gd name="T29" fmla="*/ 135 h 882"/>
                <a:gd name="T30" fmla="*/ 215 w 653"/>
                <a:gd name="T31" fmla="*/ 135 h 882"/>
                <a:gd name="T32" fmla="*/ 150 w 653"/>
                <a:gd name="T33" fmla="*/ 110 h 882"/>
                <a:gd name="T34" fmla="*/ 51 w 653"/>
                <a:gd name="T35" fmla="*/ 187 h 882"/>
                <a:gd name="T36" fmla="*/ 128 w 653"/>
                <a:gd name="T37" fmla="*/ 413 h 882"/>
                <a:gd name="T38" fmla="*/ 126 w 653"/>
                <a:gd name="T39" fmla="*/ 325 h 882"/>
                <a:gd name="T40" fmla="*/ 109 w 653"/>
                <a:gd name="T41" fmla="*/ 214 h 882"/>
                <a:gd name="T42" fmla="*/ 118 w 653"/>
                <a:gd name="T43" fmla="*/ 200 h 882"/>
                <a:gd name="T44" fmla="*/ 119 w 653"/>
                <a:gd name="T45" fmla="*/ 206 h 882"/>
                <a:gd name="T46" fmla="*/ 126 w 653"/>
                <a:gd name="T47" fmla="*/ 242 h 882"/>
                <a:gd name="T48" fmla="*/ 17 w 653"/>
                <a:gd name="T49" fmla="*/ 788 h 882"/>
                <a:gd name="T50" fmla="*/ 25 w 653"/>
                <a:gd name="T51" fmla="*/ 858 h 882"/>
                <a:gd name="T52" fmla="*/ 56 w 653"/>
                <a:gd name="T53" fmla="*/ 869 h 882"/>
                <a:gd name="T54" fmla="*/ 95 w 653"/>
                <a:gd name="T55" fmla="*/ 850 h 882"/>
                <a:gd name="T56" fmla="*/ 235 w 653"/>
                <a:gd name="T57" fmla="*/ 473 h 882"/>
                <a:gd name="T58" fmla="*/ 244 w 653"/>
                <a:gd name="T59" fmla="*/ 475 h 882"/>
                <a:gd name="T60" fmla="*/ 277 w 653"/>
                <a:gd name="T61" fmla="*/ 478 h 882"/>
                <a:gd name="T62" fmla="*/ 259 w 653"/>
                <a:gd name="T63" fmla="*/ 808 h 882"/>
                <a:gd name="T64" fmla="*/ 288 w 653"/>
                <a:gd name="T65" fmla="*/ 873 h 882"/>
                <a:gd name="T66" fmla="*/ 306 w 653"/>
                <a:gd name="T67" fmla="*/ 876 h 882"/>
                <a:gd name="T68" fmla="*/ 352 w 653"/>
                <a:gd name="T69" fmla="*/ 843 h 882"/>
                <a:gd name="T70" fmla="*/ 339 w 653"/>
                <a:gd name="T71" fmla="*/ 242 h 882"/>
                <a:gd name="T72" fmla="*/ 393 w 653"/>
                <a:gd name="T73" fmla="*/ 327 h 882"/>
                <a:gd name="T74" fmla="*/ 404 w 653"/>
                <a:gd name="T75" fmla="*/ 337 h 882"/>
                <a:gd name="T76" fmla="*/ 512 w 653"/>
                <a:gd name="T77" fmla="*/ 401 h 882"/>
                <a:gd name="T78" fmla="*/ 519 w 653"/>
                <a:gd name="T79" fmla="*/ 404 h 882"/>
                <a:gd name="T80" fmla="*/ 558 w 653"/>
                <a:gd name="T81" fmla="*/ 809 h 882"/>
                <a:gd name="T82" fmla="*/ 555 w 653"/>
                <a:gd name="T83" fmla="*/ 828 h 882"/>
                <a:gd name="T84" fmla="*/ 599 w 653"/>
                <a:gd name="T85" fmla="*/ 866 h 882"/>
                <a:gd name="T86" fmla="*/ 641 w 653"/>
                <a:gd name="T87" fmla="*/ 860 h 882"/>
                <a:gd name="T88" fmla="*/ 643 w 653"/>
                <a:gd name="T89" fmla="*/ 815 h 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53" h="882">
                  <a:moveTo>
                    <a:pt x="643" y="815"/>
                  </a:moveTo>
                  <a:cubicBezTo>
                    <a:pt x="569" y="798"/>
                    <a:pt x="569" y="798"/>
                    <a:pt x="569" y="798"/>
                  </a:cubicBezTo>
                  <a:cubicBezTo>
                    <a:pt x="538" y="404"/>
                    <a:pt x="538" y="404"/>
                    <a:pt x="538" y="404"/>
                  </a:cubicBezTo>
                  <a:cubicBezTo>
                    <a:pt x="545" y="402"/>
                    <a:pt x="551" y="397"/>
                    <a:pt x="555" y="390"/>
                  </a:cubicBezTo>
                  <a:cubicBezTo>
                    <a:pt x="564" y="375"/>
                    <a:pt x="559" y="355"/>
                    <a:pt x="544" y="346"/>
                  </a:cubicBezTo>
                  <a:cubicBezTo>
                    <a:pt x="532" y="339"/>
                    <a:pt x="532" y="339"/>
                    <a:pt x="532" y="339"/>
                  </a:cubicBezTo>
                  <a:cubicBezTo>
                    <a:pt x="505" y="0"/>
                    <a:pt x="505" y="0"/>
                    <a:pt x="505" y="0"/>
                  </a:cubicBezTo>
                  <a:cubicBezTo>
                    <a:pt x="480" y="2"/>
                    <a:pt x="480" y="2"/>
                    <a:pt x="480" y="2"/>
                  </a:cubicBezTo>
                  <a:cubicBezTo>
                    <a:pt x="512" y="327"/>
                    <a:pt x="512" y="327"/>
                    <a:pt x="512" y="327"/>
                  </a:cubicBezTo>
                  <a:cubicBezTo>
                    <a:pt x="443" y="286"/>
                    <a:pt x="443" y="286"/>
                    <a:pt x="443" y="286"/>
                  </a:cubicBezTo>
                  <a:cubicBezTo>
                    <a:pt x="336" y="118"/>
                    <a:pt x="336" y="118"/>
                    <a:pt x="336" y="118"/>
                  </a:cubicBezTo>
                  <a:cubicBezTo>
                    <a:pt x="331" y="109"/>
                    <a:pt x="321" y="103"/>
                    <a:pt x="311" y="103"/>
                  </a:cubicBezTo>
                  <a:cubicBezTo>
                    <a:pt x="289" y="102"/>
                    <a:pt x="289" y="102"/>
                    <a:pt x="289" y="102"/>
                  </a:cubicBezTo>
                  <a:cubicBezTo>
                    <a:pt x="279" y="113"/>
                    <a:pt x="267" y="122"/>
                    <a:pt x="252" y="128"/>
                  </a:cubicBezTo>
                  <a:cubicBezTo>
                    <a:pt x="240" y="132"/>
                    <a:pt x="228" y="135"/>
                    <a:pt x="215" y="135"/>
                  </a:cubicBezTo>
                  <a:cubicBezTo>
                    <a:pt x="215" y="135"/>
                    <a:pt x="215" y="135"/>
                    <a:pt x="215" y="135"/>
                  </a:cubicBezTo>
                  <a:cubicBezTo>
                    <a:pt x="191" y="135"/>
                    <a:pt x="168" y="126"/>
                    <a:pt x="150" y="110"/>
                  </a:cubicBezTo>
                  <a:cubicBezTo>
                    <a:pt x="105" y="117"/>
                    <a:pt x="70" y="148"/>
                    <a:pt x="51" y="187"/>
                  </a:cubicBezTo>
                  <a:cubicBezTo>
                    <a:pt x="19" y="257"/>
                    <a:pt x="37" y="351"/>
                    <a:pt x="128" y="413"/>
                  </a:cubicBezTo>
                  <a:cubicBezTo>
                    <a:pt x="129" y="381"/>
                    <a:pt x="128" y="351"/>
                    <a:pt x="126" y="325"/>
                  </a:cubicBezTo>
                  <a:cubicBezTo>
                    <a:pt x="97" y="288"/>
                    <a:pt x="95" y="246"/>
                    <a:pt x="109" y="214"/>
                  </a:cubicBezTo>
                  <a:cubicBezTo>
                    <a:pt x="112" y="209"/>
                    <a:pt x="114" y="205"/>
                    <a:pt x="118" y="200"/>
                  </a:cubicBezTo>
                  <a:cubicBezTo>
                    <a:pt x="118" y="202"/>
                    <a:pt x="118" y="204"/>
                    <a:pt x="119" y="206"/>
                  </a:cubicBezTo>
                  <a:cubicBezTo>
                    <a:pt x="119" y="207"/>
                    <a:pt x="122" y="220"/>
                    <a:pt x="126" y="242"/>
                  </a:cubicBezTo>
                  <a:cubicBezTo>
                    <a:pt x="141" y="337"/>
                    <a:pt x="167" y="602"/>
                    <a:pt x="17" y="788"/>
                  </a:cubicBezTo>
                  <a:cubicBezTo>
                    <a:pt x="0" y="809"/>
                    <a:pt x="3" y="841"/>
                    <a:pt x="25" y="858"/>
                  </a:cubicBezTo>
                  <a:cubicBezTo>
                    <a:pt x="34" y="865"/>
                    <a:pt x="45" y="869"/>
                    <a:pt x="56" y="869"/>
                  </a:cubicBezTo>
                  <a:cubicBezTo>
                    <a:pt x="71" y="869"/>
                    <a:pt x="85" y="863"/>
                    <a:pt x="95" y="850"/>
                  </a:cubicBezTo>
                  <a:cubicBezTo>
                    <a:pt x="189" y="734"/>
                    <a:pt x="225" y="594"/>
                    <a:pt x="235" y="473"/>
                  </a:cubicBezTo>
                  <a:cubicBezTo>
                    <a:pt x="238" y="474"/>
                    <a:pt x="241" y="474"/>
                    <a:pt x="244" y="475"/>
                  </a:cubicBezTo>
                  <a:cubicBezTo>
                    <a:pt x="255" y="476"/>
                    <a:pt x="266" y="477"/>
                    <a:pt x="277" y="478"/>
                  </a:cubicBezTo>
                  <a:cubicBezTo>
                    <a:pt x="289" y="594"/>
                    <a:pt x="291" y="720"/>
                    <a:pt x="259" y="808"/>
                  </a:cubicBezTo>
                  <a:cubicBezTo>
                    <a:pt x="249" y="834"/>
                    <a:pt x="262" y="863"/>
                    <a:pt x="288" y="873"/>
                  </a:cubicBezTo>
                  <a:cubicBezTo>
                    <a:pt x="294" y="875"/>
                    <a:pt x="300" y="876"/>
                    <a:pt x="306" y="876"/>
                  </a:cubicBezTo>
                  <a:cubicBezTo>
                    <a:pt x="326" y="876"/>
                    <a:pt x="345" y="863"/>
                    <a:pt x="352" y="843"/>
                  </a:cubicBezTo>
                  <a:cubicBezTo>
                    <a:pt x="418" y="666"/>
                    <a:pt x="369" y="378"/>
                    <a:pt x="339" y="242"/>
                  </a:cubicBezTo>
                  <a:cubicBezTo>
                    <a:pt x="393" y="327"/>
                    <a:pt x="393" y="327"/>
                    <a:pt x="393" y="327"/>
                  </a:cubicBezTo>
                  <a:cubicBezTo>
                    <a:pt x="395" y="331"/>
                    <a:pt x="399" y="334"/>
                    <a:pt x="404" y="337"/>
                  </a:cubicBezTo>
                  <a:cubicBezTo>
                    <a:pt x="512" y="401"/>
                    <a:pt x="512" y="401"/>
                    <a:pt x="512" y="401"/>
                  </a:cubicBezTo>
                  <a:cubicBezTo>
                    <a:pt x="514" y="402"/>
                    <a:pt x="517" y="403"/>
                    <a:pt x="519" y="404"/>
                  </a:cubicBezTo>
                  <a:cubicBezTo>
                    <a:pt x="558" y="809"/>
                    <a:pt x="558" y="809"/>
                    <a:pt x="558" y="809"/>
                  </a:cubicBezTo>
                  <a:cubicBezTo>
                    <a:pt x="555" y="816"/>
                    <a:pt x="552" y="824"/>
                    <a:pt x="555" y="828"/>
                  </a:cubicBezTo>
                  <a:cubicBezTo>
                    <a:pt x="560" y="836"/>
                    <a:pt x="594" y="862"/>
                    <a:pt x="599" y="866"/>
                  </a:cubicBezTo>
                  <a:cubicBezTo>
                    <a:pt x="604" y="869"/>
                    <a:pt x="628" y="882"/>
                    <a:pt x="641" y="860"/>
                  </a:cubicBezTo>
                  <a:cubicBezTo>
                    <a:pt x="653" y="838"/>
                    <a:pt x="643" y="815"/>
                    <a:pt x="643" y="8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58"/>
            <p:cNvSpPr>
              <a:spLocks/>
            </p:cNvSpPr>
            <p:nvPr/>
          </p:nvSpPr>
          <p:spPr bwMode="auto">
            <a:xfrm>
              <a:off x="4913312" y="3695701"/>
              <a:ext cx="176212" cy="100013"/>
            </a:xfrm>
            <a:custGeom>
              <a:avLst/>
              <a:gdLst>
                <a:gd name="T0" fmla="*/ 36 w 111"/>
                <a:gd name="T1" fmla="*/ 12 h 63"/>
                <a:gd name="T2" fmla="*/ 54 w 111"/>
                <a:gd name="T3" fmla="*/ 36 h 63"/>
                <a:gd name="T4" fmla="*/ 0 w 111"/>
                <a:gd name="T5" fmla="*/ 52 h 63"/>
                <a:gd name="T6" fmla="*/ 5 w 111"/>
                <a:gd name="T7" fmla="*/ 63 h 63"/>
                <a:gd name="T8" fmla="*/ 68 w 111"/>
                <a:gd name="T9" fmla="*/ 39 h 63"/>
                <a:gd name="T10" fmla="*/ 51 w 111"/>
                <a:gd name="T11" fmla="*/ 20 h 63"/>
                <a:gd name="T12" fmla="*/ 111 w 111"/>
                <a:gd name="T13" fmla="*/ 3 h 63"/>
                <a:gd name="T14" fmla="*/ 110 w 111"/>
                <a:gd name="T15" fmla="*/ 0 h 63"/>
                <a:gd name="T16" fmla="*/ 36 w 111"/>
                <a:gd name="T17" fmla="*/ 1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63">
                  <a:moveTo>
                    <a:pt x="36" y="12"/>
                  </a:moveTo>
                  <a:lnTo>
                    <a:pt x="54" y="36"/>
                  </a:lnTo>
                  <a:lnTo>
                    <a:pt x="0" y="52"/>
                  </a:lnTo>
                  <a:lnTo>
                    <a:pt x="5" y="63"/>
                  </a:lnTo>
                  <a:lnTo>
                    <a:pt x="68" y="39"/>
                  </a:lnTo>
                  <a:lnTo>
                    <a:pt x="51" y="20"/>
                  </a:lnTo>
                  <a:lnTo>
                    <a:pt x="111" y="3"/>
                  </a:lnTo>
                  <a:lnTo>
                    <a:pt x="110" y="0"/>
                  </a:lnTo>
                  <a:lnTo>
                    <a:pt x="36"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59"/>
            <p:cNvSpPr>
              <a:spLocks/>
            </p:cNvSpPr>
            <p:nvPr/>
          </p:nvSpPr>
          <p:spPr bwMode="auto">
            <a:xfrm>
              <a:off x="4924425" y="3624263"/>
              <a:ext cx="165100" cy="53975"/>
            </a:xfrm>
            <a:custGeom>
              <a:avLst/>
              <a:gdLst>
                <a:gd name="T0" fmla="*/ 48 w 104"/>
                <a:gd name="T1" fmla="*/ 25 h 34"/>
                <a:gd name="T2" fmla="*/ 1 w 104"/>
                <a:gd name="T3" fmla="*/ 14 h 34"/>
                <a:gd name="T4" fmla="*/ 0 w 104"/>
                <a:gd name="T5" fmla="*/ 25 h 34"/>
                <a:gd name="T6" fmla="*/ 56 w 104"/>
                <a:gd name="T7" fmla="*/ 34 h 34"/>
                <a:gd name="T8" fmla="*/ 52 w 104"/>
                <a:gd name="T9" fmla="*/ 12 h 34"/>
                <a:gd name="T10" fmla="*/ 103 w 104"/>
                <a:gd name="T11" fmla="*/ 25 h 34"/>
                <a:gd name="T12" fmla="*/ 104 w 104"/>
                <a:gd name="T13" fmla="*/ 23 h 34"/>
                <a:gd name="T14" fmla="*/ 44 w 104"/>
                <a:gd name="T15" fmla="*/ 0 h 34"/>
                <a:gd name="T16" fmla="*/ 48 w 104"/>
                <a:gd name="T17" fmla="*/ 25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34">
                  <a:moveTo>
                    <a:pt x="48" y="25"/>
                  </a:moveTo>
                  <a:lnTo>
                    <a:pt x="1" y="14"/>
                  </a:lnTo>
                  <a:lnTo>
                    <a:pt x="0" y="25"/>
                  </a:lnTo>
                  <a:lnTo>
                    <a:pt x="56" y="34"/>
                  </a:lnTo>
                  <a:lnTo>
                    <a:pt x="52" y="12"/>
                  </a:lnTo>
                  <a:lnTo>
                    <a:pt x="103" y="25"/>
                  </a:lnTo>
                  <a:lnTo>
                    <a:pt x="104" y="23"/>
                  </a:lnTo>
                  <a:lnTo>
                    <a:pt x="44" y="0"/>
                  </a:lnTo>
                  <a:lnTo>
                    <a:pt x="48"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60"/>
            <p:cNvSpPr>
              <a:spLocks/>
            </p:cNvSpPr>
            <p:nvPr/>
          </p:nvSpPr>
          <p:spPr bwMode="auto">
            <a:xfrm>
              <a:off x="5016500" y="3725863"/>
              <a:ext cx="103187" cy="136525"/>
            </a:xfrm>
            <a:custGeom>
              <a:avLst/>
              <a:gdLst>
                <a:gd name="T0" fmla="*/ 63 w 65"/>
                <a:gd name="T1" fmla="*/ 0 h 86"/>
                <a:gd name="T2" fmla="*/ 12 w 65"/>
                <a:gd name="T3" fmla="*/ 37 h 86"/>
                <a:gd name="T4" fmla="*/ 35 w 65"/>
                <a:gd name="T5" fmla="*/ 47 h 86"/>
                <a:gd name="T6" fmla="*/ 0 w 65"/>
                <a:gd name="T7" fmla="*/ 79 h 86"/>
                <a:gd name="T8" fmla="*/ 7 w 65"/>
                <a:gd name="T9" fmla="*/ 86 h 86"/>
                <a:gd name="T10" fmla="*/ 47 w 65"/>
                <a:gd name="T11" fmla="*/ 45 h 86"/>
                <a:gd name="T12" fmla="*/ 27 w 65"/>
                <a:gd name="T13" fmla="*/ 37 h 86"/>
                <a:gd name="T14" fmla="*/ 65 w 65"/>
                <a:gd name="T15" fmla="*/ 2 h 86"/>
                <a:gd name="T16" fmla="*/ 63 w 65"/>
                <a:gd name="T17"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86">
                  <a:moveTo>
                    <a:pt x="63" y="0"/>
                  </a:moveTo>
                  <a:lnTo>
                    <a:pt x="12" y="37"/>
                  </a:lnTo>
                  <a:lnTo>
                    <a:pt x="35" y="47"/>
                  </a:lnTo>
                  <a:lnTo>
                    <a:pt x="0" y="79"/>
                  </a:lnTo>
                  <a:lnTo>
                    <a:pt x="7" y="86"/>
                  </a:lnTo>
                  <a:lnTo>
                    <a:pt x="47" y="45"/>
                  </a:lnTo>
                  <a:lnTo>
                    <a:pt x="27" y="37"/>
                  </a:lnTo>
                  <a:lnTo>
                    <a:pt x="65" y="2"/>
                  </a:lnTo>
                  <a:lnTo>
                    <a:pt x="6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61"/>
            <p:cNvSpPr>
              <a:spLocks/>
            </p:cNvSpPr>
            <p:nvPr/>
          </p:nvSpPr>
          <p:spPr bwMode="auto">
            <a:xfrm>
              <a:off x="5091112" y="4497388"/>
              <a:ext cx="57150" cy="76200"/>
            </a:xfrm>
            <a:custGeom>
              <a:avLst/>
              <a:gdLst>
                <a:gd name="T0" fmla="*/ 20 w 35"/>
                <a:gd name="T1" fmla="*/ 37 h 47"/>
                <a:gd name="T2" fmla="*/ 10 w 35"/>
                <a:gd name="T3" fmla="*/ 40 h 47"/>
                <a:gd name="T4" fmla="*/ 4 w 35"/>
                <a:gd name="T5" fmla="*/ 38 h 47"/>
                <a:gd name="T6" fmla="*/ 3 w 35"/>
                <a:gd name="T7" fmla="*/ 38 h 47"/>
                <a:gd name="T8" fmla="*/ 1 w 35"/>
                <a:gd name="T9" fmla="*/ 40 h 47"/>
                <a:gd name="T10" fmla="*/ 0 w 35"/>
                <a:gd name="T11" fmla="*/ 42 h 47"/>
                <a:gd name="T12" fmla="*/ 2 w 35"/>
                <a:gd name="T13" fmla="*/ 46 h 47"/>
                <a:gd name="T14" fmla="*/ 7 w 35"/>
                <a:gd name="T15" fmla="*/ 47 h 47"/>
                <a:gd name="T16" fmla="*/ 25 w 35"/>
                <a:gd name="T17" fmla="*/ 42 h 47"/>
                <a:gd name="T18" fmla="*/ 34 w 35"/>
                <a:gd name="T19" fmla="*/ 31 h 47"/>
                <a:gd name="T20" fmla="*/ 30 w 35"/>
                <a:gd name="T21" fmla="*/ 25 h 47"/>
                <a:gd name="T22" fmla="*/ 20 w 35"/>
                <a:gd name="T23" fmla="*/ 21 h 47"/>
                <a:gd name="T24" fmla="*/ 11 w 35"/>
                <a:gd name="T25" fmla="*/ 18 h 47"/>
                <a:gd name="T26" fmla="*/ 10 w 35"/>
                <a:gd name="T27" fmla="*/ 14 h 47"/>
                <a:gd name="T28" fmla="*/ 14 w 35"/>
                <a:gd name="T29" fmla="*/ 9 h 47"/>
                <a:gd name="T30" fmla="*/ 23 w 35"/>
                <a:gd name="T31" fmla="*/ 6 h 47"/>
                <a:gd name="T32" fmla="*/ 28 w 35"/>
                <a:gd name="T33" fmla="*/ 8 h 47"/>
                <a:gd name="T34" fmla="*/ 29 w 35"/>
                <a:gd name="T35" fmla="*/ 12 h 47"/>
                <a:gd name="T36" fmla="*/ 35 w 35"/>
                <a:gd name="T37" fmla="*/ 6 h 47"/>
                <a:gd name="T38" fmla="*/ 32 w 35"/>
                <a:gd name="T39" fmla="*/ 2 h 47"/>
                <a:gd name="T40" fmla="*/ 24 w 35"/>
                <a:gd name="T41" fmla="*/ 0 h 47"/>
                <a:gd name="T42" fmla="*/ 9 w 35"/>
                <a:gd name="T43" fmla="*/ 5 h 47"/>
                <a:gd name="T44" fmla="*/ 2 w 35"/>
                <a:gd name="T45" fmla="*/ 15 h 47"/>
                <a:gd name="T46" fmla="*/ 4 w 35"/>
                <a:gd name="T47" fmla="*/ 20 h 47"/>
                <a:gd name="T48" fmla="*/ 9 w 35"/>
                <a:gd name="T49" fmla="*/ 24 h 47"/>
                <a:gd name="T50" fmla="*/ 19 w 35"/>
                <a:gd name="T51" fmla="*/ 28 h 47"/>
                <a:gd name="T52" fmla="*/ 25 w 35"/>
                <a:gd name="T53" fmla="*/ 30 h 47"/>
                <a:gd name="T54" fmla="*/ 26 w 35"/>
                <a:gd name="T55" fmla="*/ 32 h 47"/>
                <a:gd name="T56" fmla="*/ 20 w 35"/>
                <a:gd name="T57" fmla="*/ 3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5" h="47">
                  <a:moveTo>
                    <a:pt x="20" y="37"/>
                  </a:moveTo>
                  <a:cubicBezTo>
                    <a:pt x="16" y="39"/>
                    <a:pt x="13" y="40"/>
                    <a:pt x="10" y="40"/>
                  </a:cubicBezTo>
                  <a:cubicBezTo>
                    <a:pt x="8" y="40"/>
                    <a:pt x="6" y="39"/>
                    <a:pt x="4" y="38"/>
                  </a:cubicBezTo>
                  <a:cubicBezTo>
                    <a:pt x="3" y="38"/>
                    <a:pt x="3" y="38"/>
                    <a:pt x="3" y="38"/>
                  </a:cubicBezTo>
                  <a:cubicBezTo>
                    <a:pt x="2" y="38"/>
                    <a:pt x="1" y="39"/>
                    <a:pt x="1" y="40"/>
                  </a:cubicBezTo>
                  <a:cubicBezTo>
                    <a:pt x="0" y="40"/>
                    <a:pt x="0" y="41"/>
                    <a:pt x="0" y="42"/>
                  </a:cubicBezTo>
                  <a:cubicBezTo>
                    <a:pt x="0" y="44"/>
                    <a:pt x="0" y="45"/>
                    <a:pt x="2" y="46"/>
                  </a:cubicBezTo>
                  <a:cubicBezTo>
                    <a:pt x="3" y="46"/>
                    <a:pt x="4" y="47"/>
                    <a:pt x="7" y="47"/>
                  </a:cubicBezTo>
                  <a:cubicBezTo>
                    <a:pt x="13" y="47"/>
                    <a:pt x="19" y="45"/>
                    <a:pt x="25" y="42"/>
                  </a:cubicBezTo>
                  <a:cubicBezTo>
                    <a:pt x="31" y="39"/>
                    <a:pt x="34" y="35"/>
                    <a:pt x="34" y="31"/>
                  </a:cubicBezTo>
                  <a:cubicBezTo>
                    <a:pt x="34" y="29"/>
                    <a:pt x="33" y="27"/>
                    <a:pt x="30" y="25"/>
                  </a:cubicBezTo>
                  <a:cubicBezTo>
                    <a:pt x="28" y="24"/>
                    <a:pt x="24" y="22"/>
                    <a:pt x="20" y="21"/>
                  </a:cubicBezTo>
                  <a:cubicBezTo>
                    <a:pt x="15" y="20"/>
                    <a:pt x="12" y="18"/>
                    <a:pt x="11" y="18"/>
                  </a:cubicBezTo>
                  <a:cubicBezTo>
                    <a:pt x="10" y="17"/>
                    <a:pt x="10" y="16"/>
                    <a:pt x="10" y="14"/>
                  </a:cubicBezTo>
                  <a:cubicBezTo>
                    <a:pt x="10" y="12"/>
                    <a:pt x="11" y="10"/>
                    <a:pt x="14" y="9"/>
                  </a:cubicBezTo>
                  <a:cubicBezTo>
                    <a:pt x="17" y="7"/>
                    <a:pt x="20" y="6"/>
                    <a:pt x="23" y="6"/>
                  </a:cubicBezTo>
                  <a:cubicBezTo>
                    <a:pt x="25" y="6"/>
                    <a:pt x="27" y="7"/>
                    <a:pt x="28" y="8"/>
                  </a:cubicBezTo>
                  <a:cubicBezTo>
                    <a:pt x="29" y="8"/>
                    <a:pt x="29" y="10"/>
                    <a:pt x="29" y="12"/>
                  </a:cubicBezTo>
                  <a:cubicBezTo>
                    <a:pt x="33" y="12"/>
                    <a:pt x="35" y="10"/>
                    <a:pt x="35" y="6"/>
                  </a:cubicBezTo>
                  <a:cubicBezTo>
                    <a:pt x="35" y="5"/>
                    <a:pt x="34" y="3"/>
                    <a:pt x="32" y="2"/>
                  </a:cubicBezTo>
                  <a:cubicBezTo>
                    <a:pt x="30" y="0"/>
                    <a:pt x="28" y="0"/>
                    <a:pt x="24" y="0"/>
                  </a:cubicBezTo>
                  <a:cubicBezTo>
                    <a:pt x="18" y="0"/>
                    <a:pt x="13" y="1"/>
                    <a:pt x="9" y="5"/>
                  </a:cubicBezTo>
                  <a:cubicBezTo>
                    <a:pt x="4" y="8"/>
                    <a:pt x="2" y="11"/>
                    <a:pt x="2" y="15"/>
                  </a:cubicBezTo>
                  <a:cubicBezTo>
                    <a:pt x="2" y="17"/>
                    <a:pt x="3" y="19"/>
                    <a:pt x="4" y="20"/>
                  </a:cubicBezTo>
                  <a:cubicBezTo>
                    <a:pt x="5" y="22"/>
                    <a:pt x="7" y="23"/>
                    <a:pt x="9" y="24"/>
                  </a:cubicBezTo>
                  <a:cubicBezTo>
                    <a:pt x="11" y="25"/>
                    <a:pt x="14" y="26"/>
                    <a:pt x="19" y="28"/>
                  </a:cubicBezTo>
                  <a:cubicBezTo>
                    <a:pt x="22" y="29"/>
                    <a:pt x="24" y="29"/>
                    <a:pt x="25" y="30"/>
                  </a:cubicBezTo>
                  <a:cubicBezTo>
                    <a:pt x="26" y="31"/>
                    <a:pt x="26" y="31"/>
                    <a:pt x="26" y="32"/>
                  </a:cubicBezTo>
                  <a:cubicBezTo>
                    <a:pt x="26" y="34"/>
                    <a:pt x="24" y="35"/>
                    <a:pt x="20"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62"/>
            <p:cNvSpPr>
              <a:spLocks noEditPoints="1"/>
            </p:cNvSpPr>
            <p:nvPr/>
          </p:nvSpPr>
          <p:spPr bwMode="auto">
            <a:xfrm>
              <a:off x="5151437" y="4513263"/>
              <a:ext cx="58737" cy="88900"/>
            </a:xfrm>
            <a:custGeom>
              <a:avLst/>
              <a:gdLst>
                <a:gd name="T0" fmla="*/ 13 w 37"/>
                <a:gd name="T1" fmla="*/ 5 h 55"/>
                <a:gd name="T2" fmla="*/ 10 w 37"/>
                <a:gd name="T3" fmla="*/ 0 h 55"/>
                <a:gd name="T4" fmla="*/ 7 w 37"/>
                <a:gd name="T5" fmla="*/ 1 h 55"/>
                <a:gd name="T6" fmla="*/ 5 w 37"/>
                <a:gd name="T7" fmla="*/ 3 h 55"/>
                <a:gd name="T8" fmla="*/ 5 w 37"/>
                <a:gd name="T9" fmla="*/ 9 h 55"/>
                <a:gd name="T10" fmla="*/ 5 w 37"/>
                <a:gd name="T11" fmla="*/ 9 h 55"/>
                <a:gd name="T12" fmla="*/ 0 w 37"/>
                <a:gd name="T13" fmla="*/ 46 h 55"/>
                <a:gd name="T14" fmla="*/ 0 w 37"/>
                <a:gd name="T15" fmla="*/ 52 h 55"/>
                <a:gd name="T16" fmla="*/ 1 w 37"/>
                <a:gd name="T17" fmla="*/ 54 h 55"/>
                <a:gd name="T18" fmla="*/ 4 w 37"/>
                <a:gd name="T19" fmla="*/ 55 h 55"/>
                <a:gd name="T20" fmla="*/ 6 w 37"/>
                <a:gd name="T21" fmla="*/ 54 h 55"/>
                <a:gd name="T22" fmla="*/ 8 w 37"/>
                <a:gd name="T23" fmla="*/ 50 h 55"/>
                <a:gd name="T24" fmla="*/ 9 w 37"/>
                <a:gd name="T25" fmla="*/ 38 h 55"/>
                <a:gd name="T26" fmla="*/ 10 w 37"/>
                <a:gd name="T27" fmla="*/ 32 h 55"/>
                <a:gd name="T28" fmla="*/ 15 w 37"/>
                <a:gd name="T29" fmla="*/ 35 h 55"/>
                <a:gd name="T30" fmla="*/ 29 w 37"/>
                <a:gd name="T31" fmla="*/ 27 h 55"/>
                <a:gd name="T32" fmla="*/ 37 w 37"/>
                <a:gd name="T33" fmla="*/ 9 h 55"/>
                <a:gd name="T34" fmla="*/ 35 w 37"/>
                <a:gd name="T35" fmla="*/ 3 h 55"/>
                <a:gd name="T36" fmla="*/ 29 w 37"/>
                <a:gd name="T37" fmla="*/ 1 h 55"/>
                <a:gd name="T38" fmla="*/ 20 w 37"/>
                <a:gd name="T39" fmla="*/ 4 h 55"/>
                <a:gd name="T40" fmla="*/ 12 w 37"/>
                <a:gd name="T41" fmla="*/ 14 h 55"/>
                <a:gd name="T42" fmla="*/ 13 w 37"/>
                <a:gd name="T43" fmla="*/ 12 h 55"/>
                <a:gd name="T44" fmla="*/ 13 w 37"/>
                <a:gd name="T45" fmla="*/ 5 h 55"/>
                <a:gd name="T46" fmla="*/ 18 w 37"/>
                <a:gd name="T47" fmla="*/ 15 h 55"/>
                <a:gd name="T48" fmla="*/ 28 w 37"/>
                <a:gd name="T49" fmla="*/ 7 h 55"/>
                <a:gd name="T50" fmla="*/ 29 w 37"/>
                <a:gd name="T51" fmla="*/ 8 h 55"/>
                <a:gd name="T52" fmla="*/ 29 w 37"/>
                <a:gd name="T53" fmla="*/ 11 h 55"/>
                <a:gd name="T54" fmla="*/ 25 w 37"/>
                <a:gd name="T55" fmla="*/ 23 h 55"/>
                <a:gd name="T56" fmla="*/ 16 w 37"/>
                <a:gd name="T57" fmla="*/ 28 h 55"/>
                <a:gd name="T58" fmla="*/ 13 w 37"/>
                <a:gd name="T59" fmla="*/ 28 h 55"/>
                <a:gd name="T60" fmla="*/ 12 w 37"/>
                <a:gd name="T61" fmla="*/ 26 h 55"/>
                <a:gd name="T62" fmla="*/ 18 w 37"/>
                <a:gd name="T63" fmla="*/ 1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 h="55">
                  <a:moveTo>
                    <a:pt x="13" y="5"/>
                  </a:moveTo>
                  <a:cubicBezTo>
                    <a:pt x="13" y="1"/>
                    <a:pt x="12" y="0"/>
                    <a:pt x="10" y="0"/>
                  </a:cubicBezTo>
                  <a:cubicBezTo>
                    <a:pt x="9" y="0"/>
                    <a:pt x="8" y="0"/>
                    <a:pt x="7" y="1"/>
                  </a:cubicBezTo>
                  <a:cubicBezTo>
                    <a:pt x="6" y="1"/>
                    <a:pt x="6" y="2"/>
                    <a:pt x="5" y="3"/>
                  </a:cubicBezTo>
                  <a:cubicBezTo>
                    <a:pt x="5" y="4"/>
                    <a:pt x="5" y="6"/>
                    <a:pt x="5" y="9"/>
                  </a:cubicBezTo>
                  <a:cubicBezTo>
                    <a:pt x="5" y="9"/>
                    <a:pt x="5" y="9"/>
                    <a:pt x="5" y="9"/>
                  </a:cubicBezTo>
                  <a:cubicBezTo>
                    <a:pt x="5" y="22"/>
                    <a:pt x="3" y="34"/>
                    <a:pt x="0" y="46"/>
                  </a:cubicBezTo>
                  <a:cubicBezTo>
                    <a:pt x="0" y="48"/>
                    <a:pt x="0" y="50"/>
                    <a:pt x="0" y="52"/>
                  </a:cubicBezTo>
                  <a:cubicBezTo>
                    <a:pt x="0" y="53"/>
                    <a:pt x="0" y="53"/>
                    <a:pt x="1" y="54"/>
                  </a:cubicBezTo>
                  <a:cubicBezTo>
                    <a:pt x="2" y="55"/>
                    <a:pt x="3" y="55"/>
                    <a:pt x="4" y="55"/>
                  </a:cubicBezTo>
                  <a:cubicBezTo>
                    <a:pt x="5" y="55"/>
                    <a:pt x="5" y="55"/>
                    <a:pt x="6" y="54"/>
                  </a:cubicBezTo>
                  <a:cubicBezTo>
                    <a:pt x="7" y="53"/>
                    <a:pt x="7" y="52"/>
                    <a:pt x="8" y="50"/>
                  </a:cubicBezTo>
                  <a:cubicBezTo>
                    <a:pt x="9" y="38"/>
                    <a:pt x="9" y="38"/>
                    <a:pt x="9" y="38"/>
                  </a:cubicBezTo>
                  <a:cubicBezTo>
                    <a:pt x="9" y="35"/>
                    <a:pt x="10" y="33"/>
                    <a:pt x="10" y="32"/>
                  </a:cubicBezTo>
                  <a:cubicBezTo>
                    <a:pt x="11" y="34"/>
                    <a:pt x="12" y="35"/>
                    <a:pt x="15" y="35"/>
                  </a:cubicBezTo>
                  <a:cubicBezTo>
                    <a:pt x="19" y="35"/>
                    <a:pt x="24" y="32"/>
                    <a:pt x="29" y="27"/>
                  </a:cubicBezTo>
                  <a:cubicBezTo>
                    <a:pt x="34" y="21"/>
                    <a:pt x="37" y="15"/>
                    <a:pt x="37" y="9"/>
                  </a:cubicBezTo>
                  <a:cubicBezTo>
                    <a:pt x="37" y="7"/>
                    <a:pt x="36" y="5"/>
                    <a:pt x="35" y="3"/>
                  </a:cubicBezTo>
                  <a:cubicBezTo>
                    <a:pt x="33" y="1"/>
                    <a:pt x="31" y="1"/>
                    <a:pt x="29" y="1"/>
                  </a:cubicBezTo>
                  <a:cubicBezTo>
                    <a:pt x="26" y="1"/>
                    <a:pt x="24" y="2"/>
                    <a:pt x="20" y="4"/>
                  </a:cubicBezTo>
                  <a:cubicBezTo>
                    <a:pt x="17" y="7"/>
                    <a:pt x="15" y="10"/>
                    <a:pt x="12" y="14"/>
                  </a:cubicBezTo>
                  <a:cubicBezTo>
                    <a:pt x="13" y="12"/>
                    <a:pt x="13" y="12"/>
                    <a:pt x="13" y="12"/>
                  </a:cubicBezTo>
                  <a:cubicBezTo>
                    <a:pt x="13" y="8"/>
                    <a:pt x="13" y="6"/>
                    <a:pt x="13" y="5"/>
                  </a:cubicBezTo>
                  <a:close/>
                  <a:moveTo>
                    <a:pt x="18" y="15"/>
                  </a:moveTo>
                  <a:cubicBezTo>
                    <a:pt x="22" y="10"/>
                    <a:pt x="25" y="7"/>
                    <a:pt x="28" y="7"/>
                  </a:cubicBezTo>
                  <a:cubicBezTo>
                    <a:pt x="28" y="7"/>
                    <a:pt x="29" y="8"/>
                    <a:pt x="29" y="8"/>
                  </a:cubicBezTo>
                  <a:cubicBezTo>
                    <a:pt x="29" y="9"/>
                    <a:pt x="29" y="10"/>
                    <a:pt x="29" y="11"/>
                  </a:cubicBezTo>
                  <a:cubicBezTo>
                    <a:pt x="29" y="15"/>
                    <a:pt x="28" y="19"/>
                    <a:pt x="25" y="23"/>
                  </a:cubicBezTo>
                  <a:cubicBezTo>
                    <a:pt x="21" y="26"/>
                    <a:pt x="18" y="28"/>
                    <a:pt x="16" y="28"/>
                  </a:cubicBezTo>
                  <a:cubicBezTo>
                    <a:pt x="15" y="28"/>
                    <a:pt x="14" y="28"/>
                    <a:pt x="13" y="28"/>
                  </a:cubicBezTo>
                  <a:cubicBezTo>
                    <a:pt x="13" y="27"/>
                    <a:pt x="12" y="26"/>
                    <a:pt x="12" y="26"/>
                  </a:cubicBezTo>
                  <a:cubicBezTo>
                    <a:pt x="12" y="23"/>
                    <a:pt x="14" y="19"/>
                    <a:pt x="18"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63"/>
            <p:cNvSpPr>
              <a:spLocks noEditPoints="1"/>
            </p:cNvSpPr>
            <p:nvPr/>
          </p:nvSpPr>
          <p:spPr bwMode="auto">
            <a:xfrm>
              <a:off x="5218112" y="4514851"/>
              <a:ext cx="50800" cy="55563"/>
            </a:xfrm>
            <a:custGeom>
              <a:avLst/>
              <a:gdLst>
                <a:gd name="T0" fmla="*/ 22 w 31"/>
                <a:gd name="T1" fmla="*/ 30 h 34"/>
                <a:gd name="T2" fmla="*/ 31 w 31"/>
                <a:gd name="T3" fmla="*/ 18 h 34"/>
                <a:gd name="T4" fmla="*/ 31 w 31"/>
                <a:gd name="T5" fmla="*/ 18 h 34"/>
                <a:gd name="T6" fmla="*/ 31 w 31"/>
                <a:gd name="T7" fmla="*/ 13 h 34"/>
                <a:gd name="T8" fmla="*/ 27 w 31"/>
                <a:gd name="T9" fmla="*/ 4 h 34"/>
                <a:gd name="T10" fmla="*/ 18 w 31"/>
                <a:gd name="T11" fmla="*/ 0 h 34"/>
                <a:gd name="T12" fmla="*/ 5 w 31"/>
                <a:gd name="T13" fmla="*/ 8 h 34"/>
                <a:gd name="T14" fmla="*/ 0 w 31"/>
                <a:gd name="T15" fmla="*/ 23 h 34"/>
                <a:gd name="T16" fmla="*/ 3 w 31"/>
                <a:gd name="T17" fmla="*/ 31 h 34"/>
                <a:gd name="T18" fmla="*/ 11 w 31"/>
                <a:gd name="T19" fmla="*/ 34 h 34"/>
                <a:gd name="T20" fmla="*/ 22 w 31"/>
                <a:gd name="T21" fmla="*/ 30 h 34"/>
                <a:gd name="T22" fmla="*/ 8 w 31"/>
                <a:gd name="T23" fmla="*/ 27 h 34"/>
                <a:gd name="T24" fmla="*/ 7 w 31"/>
                <a:gd name="T25" fmla="*/ 22 h 34"/>
                <a:gd name="T26" fmla="*/ 9 w 31"/>
                <a:gd name="T27" fmla="*/ 15 h 34"/>
                <a:gd name="T28" fmla="*/ 14 w 31"/>
                <a:gd name="T29" fmla="*/ 9 h 34"/>
                <a:gd name="T30" fmla="*/ 14 w 31"/>
                <a:gd name="T31" fmla="*/ 9 h 34"/>
                <a:gd name="T32" fmla="*/ 18 w 31"/>
                <a:gd name="T33" fmla="*/ 7 h 34"/>
                <a:gd name="T34" fmla="*/ 21 w 31"/>
                <a:gd name="T35" fmla="*/ 9 h 34"/>
                <a:gd name="T36" fmla="*/ 23 w 31"/>
                <a:gd name="T37" fmla="*/ 14 h 34"/>
                <a:gd name="T38" fmla="*/ 18 w 31"/>
                <a:gd name="T39" fmla="*/ 24 h 34"/>
                <a:gd name="T40" fmla="*/ 11 w 31"/>
                <a:gd name="T41" fmla="*/ 28 h 34"/>
                <a:gd name="T42" fmla="*/ 8 w 31"/>
                <a:gd name="T43" fmla="*/ 27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34">
                  <a:moveTo>
                    <a:pt x="22" y="30"/>
                  </a:moveTo>
                  <a:cubicBezTo>
                    <a:pt x="26" y="26"/>
                    <a:pt x="27" y="22"/>
                    <a:pt x="31" y="18"/>
                  </a:cubicBezTo>
                  <a:cubicBezTo>
                    <a:pt x="31" y="18"/>
                    <a:pt x="31" y="18"/>
                    <a:pt x="31" y="18"/>
                  </a:cubicBezTo>
                  <a:cubicBezTo>
                    <a:pt x="31" y="16"/>
                    <a:pt x="31" y="15"/>
                    <a:pt x="31" y="13"/>
                  </a:cubicBezTo>
                  <a:cubicBezTo>
                    <a:pt x="31" y="10"/>
                    <a:pt x="29" y="7"/>
                    <a:pt x="27" y="4"/>
                  </a:cubicBezTo>
                  <a:cubicBezTo>
                    <a:pt x="25" y="2"/>
                    <a:pt x="22" y="0"/>
                    <a:pt x="18" y="0"/>
                  </a:cubicBezTo>
                  <a:cubicBezTo>
                    <a:pt x="13" y="0"/>
                    <a:pt x="9" y="3"/>
                    <a:pt x="5" y="8"/>
                  </a:cubicBezTo>
                  <a:cubicBezTo>
                    <a:pt x="2" y="13"/>
                    <a:pt x="0" y="18"/>
                    <a:pt x="0" y="23"/>
                  </a:cubicBezTo>
                  <a:cubicBezTo>
                    <a:pt x="0" y="26"/>
                    <a:pt x="1" y="29"/>
                    <a:pt x="3" y="31"/>
                  </a:cubicBezTo>
                  <a:cubicBezTo>
                    <a:pt x="5" y="33"/>
                    <a:pt x="8" y="34"/>
                    <a:pt x="11" y="34"/>
                  </a:cubicBezTo>
                  <a:cubicBezTo>
                    <a:pt x="14" y="34"/>
                    <a:pt x="19" y="33"/>
                    <a:pt x="22" y="30"/>
                  </a:cubicBezTo>
                  <a:close/>
                  <a:moveTo>
                    <a:pt x="8" y="27"/>
                  </a:moveTo>
                  <a:cubicBezTo>
                    <a:pt x="8" y="25"/>
                    <a:pt x="7" y="24"/>
                    <a:pt x="7" y="22"/>
                  </a:cubicBezTo>
                  <a:cubicBezTo>
                    <a:pt x="7" y="20"/>
                    <a:pt x="8" y="17"/>
                    <a:pt x="9" y="15"/>
                  </a:cubicBezTo>
                  <a:cubicBezTo>
                    <a:pt x="11" y="12"/>
                    <a:pt x="12" y="9"/>
                    <a:pt x="14" y="9"/>
                  </a:cubicBezTo>
                  <a:cubicBezTo>
                    <a:pt x="14" y="9"/>
                    <a:pt x="14" y="9"/>
                    <a:pt x="14" y="9"/>
                  </a:cubicBezTo>
                  <a:cubicBezTo>
                    <a:pt x="15" y="9"/>
                    <a:pt x="16" y="7"/>
                    <a:pt x="18" y="7"/>
                  </a:cubicBezTo>
                  <a:cubicBezTo>
                    <a:pt x="19" y="7"/>
                    <a:pt x="20" y="8"/>
                    <a:pt x="21" y="9"/>
                  </a:cubicBezTo>
                  <a:cubicBezTo>
                    <a:pt x="22" y="10"/>
                    <a:pt x="23" y="12"/>
                    <a:pt x="23" y="14"/>
                  </a:cubicBezTo>
                  <a:cubicBezTo>
                    <a:pt x="23" y="18"/>
                    <a:pt x="21" y="21"/>
                    <a:pt x="18" y="24"/>
                  </a:cubicBezTo>
                  <a:cubicBezTo>
                    <a:pt x="16" y="27"/>
                    <a:pt x="13" y="28"/>
                    <a:pt x="11" y="28"/>
                  </a:cubicBezTo>
                  <a:cubicBezTo>
                    <a:pt x="10" y="28"/>
                    <a:pt x="9" y="28"/>
                    <a:pt x="8"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64"/>
            <p:cNvSpPr>
              <a:spLocks/>
            </p:cNvSpPr>
            <p:nvPr/>
          </p:nvSpPr>
          <p:spPr bwMode="auto">
            <a:xfrm>
              <a:off x="5278437" y="4516438"/>
              <a:ext cx="46037" cy="55563"/>
            </a:xfrm>
            <a:custGeom>
              <a:avLst/>
              <a:gdLst>
                <a:gd name="T0" fmla="*/ 8 w 29"/>
                <a:gd name="T1" fmla="*/ 9 h 34"/>
                <a:gd name="T2" fmla="*/ 9 w 29"/>
                <a:gd name="T3" fmla="*/ 3 h 34"/>
                <a:gd name="T4" fmla="*/ 8 w 29"/>
                <a:gd name="T5" fmla="*/ 1 h 34"/>
                <a:gd name="T6" fmla="*/ 6 w 29"/>
                <a:gd name="T7" fmla="*/ 0 h 34"/>
                <a:gd name="T8" fmla="*/ 3 w 29"/>
                <a:gd name="T9" fmla="*/ 1 h 34"/>
                <a:gd name="T10" fmla="*/ 1 w 29"/>
                <a:gd name="T11" fmla="*/ 3 h 34"/>
                <a:gd name="T12" fmla="*/ 1 w 29"/>
                <a:gd name="T13" fmla="*/ 7 h 34"/>
                <a:gd name="T14" fmla="*/ 0 w 29"/>
                <a:gd name="T15" fmla="*/ 9 h 34"/>
                <a:gd name="T16" fmla="*/ 0 w 29"/>
                <a:gd name="T17" fmla="*/ 18 h 34"/>
                <a:gd name="T18" fmla="*/ 0 w 29"/>
                <a:gd name="T19" fmla="*/ 24 h 34"/>
                <a:gd name="T20" fmla="*/ 0 w 29"/>
                <a:gd name="T21" fmla="*/ 31 h 34"/>
                <a:gd name="T22" fmla="*/ 3 w 29"/>
                <a:gd name="T23" fmla="*/ 34 h 34"/>
                <a:gd name="T24" fmla="*/ 6 w 29"/>
                <a:gd name="T25" fmla="*/ 33 h 34"/>
                <a:gd name="T26" fmla="*/ 8 w 29"/>
                <a:gd name="T27" fmla="*/ 29 h 34"/>
                <a:gd name="T28" fmla="*/ 14 w 29"/>
                <a:gd name="T29" fmla="*/ 13 h 34"/>
                <a:gd name="T30" fmla="*/ 22 w 29"/>
                <a:gd name="T31" fmla="*/ 6 h 34"/>
                <a:gd name="T32" fmla="*/ 24 w 29"/>
                <a:gd name="T33" fmla="*/ 7 h 34"/>
                <a:gd name="T34" fmla="*/ 27 w 29"/>
                <a:gd name="T35" fmla="*/ 9 h 34"/>
                <a:gd name="T36" fmla="*/ 29 w 29"/>
                <a:gd name="T37" fmla="*/ 8 h 34"/>
                <a:gd name="T38" fmla="*/ 29 w 29"/>
                <a:gd name="T39" fmla="*/ 5 h 34"/>
                <a:gd name="T40" fmla="*/ 27 w 29"/>
                <a:gd name="T41" fmla="*/ 1 h 34"/>
                <a:gd name="T42" fmla="*/ 22 w 29"/>
                <a:gd name="T43" fmla="*/ 0 h 34"/>
                <a:gd name="T44" fmla="*/ 14 w 29"/>
                <a:gd name="T45" fmla="*/ 4 h 34"/>
                <a:gd name="T46" fmla="*/ 6 w 29"/>
                <a:gd name="T47" fmla="*/ 16 h 34"/>
                <a:gd name="T48" fmla="*/ 6 w 29"/>
                <a:gd name="T49" fmla="*/ 17 h 34"/>
                <a:gd name="T50" fmla="*/ 7 w 29"/>
                <a:gd name="T51" fmla="*/ 12 h 34"/>
                <a:gd name="T52" fmla="*/ 8 w 29"/>
                <a:gd name="T53" fmla="*/ 9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 h="34">
                  <a:moveTo>
                    <a:pt x="8" y="9"/>
                  </a:moveTo>
                  <a:cubicBezTo>
                    <a:pt x="8" y="6"/>
                    <a:pt x="9" y="4"/>
                    <a:pt x="9" y="3"/>
                  </a:cubicBezTo>
                  <a:cubicBezTo>
                    <a:pt x="9" y="2"/>
                    <a:pt x="9" y="1"/>
                    <a:pt x="8" y="1"/>
                  </a:cubicBezTo>
                  <a:cubicBezTo>
                    <a:pt x="7" y="0"/>
                    <a:pt x="7" y="0"/>
                    <a:pt x="6" y="0"/>
                  </a:cubicBezTo>
                  <a:cubicBezTo>
                    <a:pt x="5" y="0"/>
                    <a:pt x="4" y="0"/>
                    <a:pt x="3" y="1"/>
                  </a:cubicBezTo>
                  <a:cubicBezTo>
                    <a:pt x="2" y="2"/>
                    <a:pt x="1" y="2"/>
                    <a:pt x="1" y="3"/>
                  </a:cubicBezTo>
                  <a:cubicBezTo>
                    <a:pt x="1" y="4"/>
                    <a:pt x="1" y="5"/>
                    <a:pt x="1" y="7"/>
                  </a:cubicBezTo>
                  <a:cubicBezTo>
                    <a:pt x="1" y="7"/>
                    <a:pt x="0" y="8"/>
                    <a:pt x="0" y="9"/>
                  </a:cubicBezTo>
                  <a:cubicBezTo>
                    <a:pt x="0" y="12"/>
                    <a:pt x="0" y="15"/>
                    <a:pt x="0" y="18"/>
                  </a:cubicBezTo>
                  <a:cubicBezTo>
                    <a:pt x="0" y="20"/>
                    <a:pt x="0" y="22"/>
                    <a:pt x="0" y="24"/>
                  </a:cubicBezTo>
                  <a:cubicBezTo>
                    <a:pt x="0" y="27"/>
                    <a:pt x="0" y="30"/>
                    <a:pt x="0" y="31"/>
                  </a:cubicBezTo>
                  <a:cubicBezTo>
                    <a:pt x="1" y="33"/>
                    <a:pt x="2" y="34"/>
                    <a:pt x="3" y="34"/>
                  </a:cubicBezTo>
                  <a:cubicBezTo>
                    <a:pt x="5" y="34"/>
                    <a:pt x="6" y="33"/>
                    <a:pt x="6" y="33"/>
                  </a:cubicBezTo>
                  <a:cubicBezTo>
                    <a:pt x="7" y="32"/>
                    <a:pt x="8" y="31"/>
                    <a:pt x="8" y="29"/>
                  </a:cubicBezTo>
                  <a:cubicBezTo>
                    <a:pt x="9" y="23"/>
                    <a:pt x="11" y="18"/>
                    <a:pt x="14" y="13"/>
                  </a:cubicBezTo>
                  <a:cubicBezTo>
                    <a:pt x="18" y="9"/>
                    <a:pt x="20" y="6"/>
                    <a:pt x="22" y="6"/>
                  </a:cubicBezTo>
                  <a:cubicBezTo>
                    <a:pt x="22" y="6"/>
                    <a:pt x="23" y="7"/>
                    <a:pt x="24" y="7"/>
                  </a:cubicBezTo>
                  <a:cubicBezTo>
                    <a:pt x="25" y="8"/>
                    <a:pt x="26" y="9"/>
                    <a:pt x="27" y="9"/>
                  </a:cubicBezTo>
                  <a:cubicBezTo>
                    <a:pt x="28" y="9"/>
                    <a:pt x="28" y="9"/>
                    <a:pt x="29" y="8"/>
                  </a:cubicBezTo>
                  <a:cubicBezTo>
                    <a:pt x="29" y="7"/>
                    <a:pt x="29" y="6"/>
                    <a:pt x="29" y="5"/>
                  </a:cubicBezTo>
                  <a:cubicBezTo>
                    <a:pt x="29" y="4"/>
                    <a:pt x="29" y="2"/>
                    <a:pt x="27" y="1"/>
                  </a:cubicBezTo>
                  <a:cubicBezTo>
                    <a:pt x="26" y="0"/>
                    <a:pt x="25" y="0"/>
                    <a:pt x="22" y="0"/>
                  </a:cubicBezTo>
                  <a:cubicBezTo>
                    <a:pt x="20" y="0"/>
                    <a:pt x="17" y="1"/>
                    <a:pt x="14" y="4"/>
                  </a:cubicBezTo>
                  <a:cubicBezTo>
                    <a:pt x="11" y="7"/>
                    <a:pt x="9" y="11"/>
                    <a:pt x="6" y="16"/>
                  </a:cubicBezTo>
                  <a:cubicBezTo>
                    <a:pt x="6" y="17"/>
                    <a:pt x="6" y="17"/>
                    <a:pt x="6" y="17"/>
                  </a:cubicBezTo>
                  <a:cubicBezTo>
                    <a:pt x="7" y="12"/>
                    <a:pt x="7" y="12"/>
                    <a:pt x="7" y="12"/>
                  </a:cubicBezTo>
                  <a:cubicBezTo>
                    <a:pt x="7" y="11"/>
                    <a:pt x="7" y="10"/>
                    <a:pt x="8"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65"/>
            <p:cNvSpPr>
              <a:spLocks/>
            </p:cNvSpPr>
            <p:nvPr/>
          </p:nvSpPr>
          <p:spPr bwMode="auto">
            <a:xfrm>
              <a:off x="5327650" y="4497388"/>
              <a:ext cx="47625" cy="73025"/>
            </a:xfrm>
            <a:custGeom>
              <a:avLst/>
              <a:gdLst>
                <a:gd name="T0" fmla="*/ 18 w 30"/>
                <a:gd name="T1" fmla="*/ 1 h 45"/>
                <a:gd name="T2" fmla="*/ 15 w 30"/>
                <a:gd name="T3" fmla="*/ 0 h 45"/>
                <a:gd name="T4" fmla="*/ 12 w 30"/>
                <a:gd name="T5" fmla="*/ 4 h 45"/>
                <a:gd name="T6" fmla="*/ 9 w 30"/>
                <a:gd name="T7" fmla="*/ 14 h 45"/>
                <a:gd name="T8" fmla="*/ 3 w 30"/>
                <a:gd name="T9" fmla="*/ 14 h 45"/>
                <a:gd name="T10" fmla="*/ 0 w 30"/>
                <a:gd name="T11" fmla="*/ 16 h 45"/>
                <a:gd name="T12" fmla="*/ 1 w 30"/>
                <a:gd name="T13" fmla="*/ 19 h 45"/>
                <a:gd name="T14" fmla="*/ 4 w 30"/>
                <a:gd name="T15" fmla="*/ 20 h 45"/>
                <a:gd name="T16" fmla="*/ 5 w 30"/>
                <a:gd name="T17" fmla="*/ 20 h 45"/>
                <a:gd name="T18" fmla="*/ 7 w 30"/>
                <a:gd name="T19" fmla="*/ 20 h 45"/>
                <a:gd name="T20" fmla="*/ 4 w 30"/>
                <a:gd name="T21" fmla="*/ 36 h 45"/>
                <a:gd name="T22" fmla="*/ 6 w 30"/>
                <a:gd name="T23" fmla="*/ 43 h 45"/>
                <a:gd name="T24" fmla="*/ 12 w 30"/>
                <a:gd name="T25" fmla="*/ 45 h 45"/>
                <a:gd name="T26" fmla="*/ 21 w 30"/>
                <a:gd name="T27" fmla="*/ 42 h 45"/>
                <a:gd name="T28" fmla="*/ 26 w 30"/>
                <a:gd name="T29" fmla="*/ 36 h 45"/>
                <a:gd name="T30" fmla="*/ 25 w 30"/>
                <a:gd name="T31" fmla="*/ 35 h 45"/>
                <a:gd name="T32" fmla="*/ 24 w 30"/>
                <a:gd name="T33" fmla="*/ 34 h 45"/>
                <a:gd name="T34" fmla="*/ 21 w 30"/>
                <a:gd name="T35" fmla="*/ 36 h 45"/>
                <a:gd name="T36" fmla="*/ 17 w 30"/>
                <a:gd name="T37" fmla="*/ 38 h 45"/>
                <a:gd name="T38" fmla="*/ 14 w 30"/>
                <a:gd name="T39" fmla="*/ 39 h 45"/>
                <a:gd name="T40" fmla="*/ 12 w 30"/>
                <a:gd name="T41" fmla="*/ 38 h 45"/>
                <a:gd name="T42" fmla="*/ 12 w 30"/>
                <a:gd name="T43" fmla="*/ 34 h 45"/>
                <a:gd name="T44" fmla="*/ 13 w 30"/>
                <a:gd name="T45" fmla="*/ 26 h 45"/>
                <a:gd name="T46" fmla="*/ 15 w 30"/>
                <a:gd name="T47" fmla="*/ 20 h 45"/>
                <a:gd name="T48" fmla="*/ 25 w 30"/>
                <a:gd name="T49" fmla="*/ 18 h 45"/>
                <a:gd name="T50" fmla="*/ 30 w 30"/>
                <a:gd name="T51" fmla="*/ 14 h 45"/>
                <a:gd name="T52" fmla="*/ 29 w 30"/>
                <a:gd name="T53" fmla="*/ 13 h 45"/>
                <a:gd name="T54" fmla="*/ 27 w 30"/>
                <a:gd name="T55" fmla="*/ 12 h 45"/>
                <a:gd name="T56" fmla="*/ 16 w 30"/>
                <a:gd name="T57" fmla="*/ 13 h 45"/>
                <a:gd name="T58" fmla="*/ 19 w 30"/>
                <a:gd name="T59" fmla="*/ 4 h 45"/>
                <a:gd name="T60" fmla="*/ 18 w 30"/>
                <a:gd name="T61" fmla="*/ 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0" h="45">
                  <a:moveTo>
                    <a:pt x="18" y="1"/>
                  </a:moveTo>
                  <a:cubicBezTo>
                    <a:pt x="17" y="1"/>
                    <a:pt x="17" y="0"/>
                    <a:pt x="15" y="0"/>
                  </a:cubicBezTo>
                  <a:cubicBezTo>
                    <a:pt x="13" y="0"/>
                    <a:pt x="12" y="2"/>
                    <a:pt x="12" y="4"/>
                  </a:cubicBezTo>
                  <a:cubicBezTo>
                    <a:pt x="11" y="8"/>
                    <a:pt x="10" y="11"/>
                    <a:pt x="9" y="14"/>
                  </a:cubicBezTo>
                  <a:cubicBezTo>
                    <a:pt x="3" y="14"/>
                    <a:pt x="3" y="14"/>
                    <a:pt x="3" y="14"/>
                  </a:cubicBezTo>
                  <a:cubicBezTo>
                    <a:pt x="1" y="14"/>
                    <a:pt x="0" y="15"/>
                    <a:pt x="0" y="16"/>
                  </a:cubicBezTo>
                  <a:cubicBezTo>
                    <a:pt x="0" y="18"/>
                    <a:pt x="0" y="19"/>
                    <a:pt x="1" y="19"/>
                  </a:cubicBezTo>
                  <a:cubicBezTo>
                    <a:pt x="2" y="20"/>
                    <a:pt x="3" y="20"/>
                    <a:pt x="4" y="20"/>
                  </a:cubicBezTo>
                  <a:cubicBezTo>
                    <a:pt x="5" y="20"/>
                    <a:pt x="5" y="20"/>
                    <a:pt x="5" y="20"/>
                  </a:cubicBezTo>
                  <a:cubicBezTo>
                    <a:pt x="5" y="20"/>
                    <a:pt x="6" y="20"/>
                    <a:pt x="7" y="20"/>
                  </a:cubicBezTo>
                  <a:cubicBezTo>
                    <a:pt x="5" y="28"/>
                    <a:pt x="4" y="33"/>
                    <a:pt x="4" y="36"/>
                  </a:cubicBezTo>
                  <a:cubicBezTo>
                    <a:pt x="4" y="39"/>
                    <a:pt x="5" y="41"/>
                    <a:pt x="6" y="43"/>
                  </a:cubicBezTo>
                  <a:cubicBezTo>
                    <a:pt x="8" y="44"/>
                    <a:pt x="10" y="45"/>
                    <a:pt x="12" y="45"/>
                  </a:cubicBezTo>
                  <a:cubicBezTo>
                    <a:pt x="16" y="45"/>
                    <a:pt x="19" y="44"/>
                    <a:pt x="21" y="42"/>
                  </a:cubicBezTo>
                  <a:cubicBezTo>
                    <a:pt x="24" y="40"/>
                    <a:pt x="26" y="38"/>
                    <a:pt x="26" y="36"/>
                  </a:cubicBezTo>
                  <a:cubicBezTo>
                    <a:pt x="26" y="35"/>
                    <a:pt x="25" y="35"/>
                    <a:pt x="25" y="35"/>
                  </a:cubicBezTo>
                  <a:cubicBezTo>
                    <a:pt x="25" y="34"/>
                    <a:pt x="24" y="34"/>
                    <a:pt x="24" y="34"/>
                  </a:cubicBezTo>
                  <a:cubicBezTo>
                    <a:pt x="23" y="34"/>
                    <a:pt x="22" y="35"/>
                    <a:pt x="21" y="36"/>
                  </a:cubicBezTo>
                  <a:cubicBezTo>
                    <a:pt x="19" y="37"/>
                    <a:pt x="18" y="38"/>
                    <a:pt x="17" y="38"/>
                  </a:cubicBezTo>
                  <a:cubicBezTo>
                    <a:pt x="16" y="39"/>
                    <a:pt x="15" y="39"/>
                    <a:pt x="14" y="39"/>
                  </a:cubicBezTo>
                  <a:cubicBezTo>
                    <a:pt x="13" y="39"/>
                    <a:pt x="12" y="38"/>
                    <a:pt x="12" y="38"/>
                  </a:cubicBezTo>
                  <a:cubicBezTo>
                    <a:pt x="12" y="37"/>
                    <a:pt x="12" y="36"/>
                    <a:pt x="12" y="34"/>
                  </a:cubicBezTo>
                  <a:cubicBezTo>
                    <a:pt x="12" y="33"/>
                    <a:pt x="12" y="31"/>
                    <a:pt x="13" y="26"/>
                  </a:cubicBezTo>
                  <a:cubicBezTo>
                    <a:pt x="14" y="22"/>
                    <a:pt x="14" y="20"/>
                    <a:pt x="15" y="20"/>
                  </a:cubicBezTo>
                  <a:cubicBezTo>
                    <a:pt x="25" y="18"/>
                    <a:pt x="25" y="18"/>
                    <a:pt x="25" y="18"/>
                  </a:cubicBezTo>
                  <a:cubicBezTo>
                    <a:pt x="28" y="17"/>
                    <a:pt x="30" y="16"/>
                    <a:pt x="30" y="14"/>
                  </a:cubicBezTo>
                  <a:cubicBezTo>
                    <a:pt x="30" y="14"/>
                    <a:pt x="29" y="13"/>
                    <a:pt x="29" y="13"/>
                  </a:cubicBezTo>
                  <a:cubicBezTo>
                    <a:pt x="29" y="12"/>
                    <a:pt x="28" y="12"/>
                    <a:pt x="27" y="12"/>
                  </a:cubicBezTo>
                  <a:cubicBezTo>
                    <a:pt x="26" y="12"/>
                    <a:pt x="23" y="12"/>
                    <a:pt x="16" y="13"/>
                  </a:cubicBezTo>
                  <a:cubicBezTo>
                    <a:pt x="18" y="7"/>
                    <a:pt x="19" y="4"/>
                    <a:pt x="19" y="4"/>
                  </a:cubicBezTo>
                  <a:cubicBezTo>
                    <a:pt x="19" y="3"/>
                    <a:pt x="19" y="2"/>
                    <a:pt x="18"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66"/>
            <p:cNvSpPr>
              <a:spLocks/>
            </p:cNvSpPr>
            <p:nvPr/>
          </p:nvSpPr>
          <p:spPr bwMode="auto">
            <a:xfrm>
              <a:off x="5372100" y="4511676"/>
              <a:ext cx="39687" cy="60325"/>
            </a:xfrm>
            <a:custGeom>
              <a:avLst/>
              <a:gdLst>
                <a:gd name="T0" fmla="*/ 13 w 25"/>
                <a:gd name="T1" fmla="*/ 30 h 37"/>
                <a:gd name="T2" fmla="*/ 7 w 25"/>
                <a:gd name="T3" fmla="*/ 30 h 37"/>
                <a:gd name="T4" fmla="*/ 5 w 25"/>
                <a:gd name="T5" fmla="*/ 30 h 37"/>
                <a:gd name="T6" fmla="*/ 3 w 25"/>
                <a:gd name="T7" fmla="*/ 30 h 37"/>
                <a:gd name="T8" fmla="*/ 1 w 25"/>
                <a:gd name="T9" fmla="*/ 31 h 37"/>
                <a:gd name="T10" fmla="*/ 0 w 25"/>
                <a:gd name="T11" fmla="*/ 33 h 37"/>
                <a:gd name="T12" fmla="*/ 5 w 25"/>
                <a:gd name="T13" fmla="*/ 37 h 37"/>
                <a:gd name="T14" fmla="*/ 18 w 25"/>
                <a:gd name="T15" fmla="*/ 34 h 37"/>
                <a:gd name="T16" fmla="*/ 24 w 25"/>
                <a:gd name="T17" fmla="*/ 27 h 37"/>
                <a:gd name="T18" fmla="*/ 23 w 25"/>
                <a:gd name="T19" fmla="*/ 22 h 37"/>
                <a:gd name="T20" fmla="*/ 16 w 25"/>
                <a:gd name="T21" fmla="*/ 18 h 37"/>
                <a:gd name="T22" fmla="*/ 11 w 25"/>
                <a:gd name="T23" fmla="*/ 15 h 37"/>
                <a:gd name="T24" fmla="*/ 10 w 25"/>
                <a:gd name="T25" fmla="*/ 13 h 37"/>
                <a:gd name="T26" fmla="*/ 13 w 25"/>
                <a:gd name="T27" fmla="*/ 9 h 37"/>
                <a:gd name="T28" fmla="*/ 19 w 25"/>
                <a:gd name="T29" fmla="*/ 7 h 37"/>
                <a:gd name="T30" fmla="*/ 20 w 25"/>
                <a:gd name="T31" fmla="*/ 7 h 37"/>
                <a:gd name="T32" fmla="*/ 22 w 25"/>
                <a:gd name="T33" fmla="*/ 8 h 37"/>
                <a:gd name="T34" fmla="*/ 23 w 25"/>
                <a:gd name="T35" fmla="*/ 7 h 37"/>
                <a:gd name="T36" fmla="*/ 25 w 25"/>
                <a:gd name="T37" fmla="*/ 5 h 37"/>
                <a:gd name="T38" fmla="*/ 20 w 25"/>
                <a:gd name="T39" fmla="*/ 0 h 37"/>
                <a:gd name="T40" fmla="*/ 8 w 25"/>
                <a:gd name="T41" fmla="*/ 4 h 37"/>
                <a:gd name="T42" fmla="*/ 2 w 25"/>
                <a:gd name="T43" fmla="*/ 14 h 37"/>
                <a:gd name="T44" fmla="*/ 4 w 25"/>
                <a:gd name="T45" fmla="*/ 18 h 37"/>
                <a:gd name="T46" fmla="*/ 12 w 25"/>
                <a:gd name="T47" fmla="*/ 23 h 37"/>
                <a:gd name="T48" fmla="*/ 17 w 25"/>
                <a:gd name="T49" fmla="*/ 27 h 37"/>
                <a:gd name="T50" fmla="*/ 13 w 25"/>
                <a:gd name="T51" fmla="*/ 3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5" h="37">
                  <a:moveTo>
                    <a:pt x="13" y="30"/>
                  </a:moveTo>
                  <a:cubicBezTo>
                    <a:pt x="11" y="30"/>
                    <a:pt x="9" y="30"/>
                    <a:pt x="7" y="30"/>
                  </a:cubicBezTo>
                  <a:cubicBezTo>
                    <a:pt x="7" y="30"/>
                    <a:pt x="6" y="30"/>
                    <a:pt x="5" y="30"/>
                  </a:cubicBezTo>
                  <a:cubicBezTo>
                    <a:pt x="4" y="30"/>
                    <a:pt x="4" y="30"/>
                    <a:pt x="3" y="30"/>
                  </a:cubicBezTo>
                  <a:cubicBezTo>
                    <a:pt x="2" y="30"/>
                    <a:pt x="1" y="30"/>
                    <a:pt x="1" y="31"/>
                  </a:cubicBezTo>
                  <a:cubicBezTo>
                    <a:pt x="0" y="31"/>
                    <a:pt x="0" y="32"/>
                    <a:pt x="0" y="33"/>
                  </a:cubicBezTo>
                  <a:cubicBezTo>
                    <a:pt x="0" y="36"/>
                    <a:pt x="1" y="37"/>
                    <a:pt x="5" y="37"/>
                  </a:cubicBezTo>
                  <a:cubicBezTo>
                    <a:pt x="10" y="37"/>
                    <a:pt x="14" y="36"/>
                    <a:pt x="18" y="34"/>
                  </a:cubicBezTo>
                  <a:cubicBezTo>
                    <a:pt x="22" y="32"/>
                    <a:pt x="24" y="30"/>
                    <a:pt x="24" y="27"/>
                  </a:cubicBezTo>
                  <a:cubicBezTo>
                    <a:pt x="24" y="25"/>
                    <a:pt x="24" y="24"/>
                    <a:pt x="23" y="22"/>
                  </a:cubicBezTo>
                  <a:cubicBezTo>
                    <a:pt x="22" y="21"/>
                    <a:pt x="19" y="20"/>
                    <a:pt x="16" y="18"/>
                  </a:cubicBezTo>
                  <a:cubicBezTo>
                    <a:pt x="13" y="17"/>
                    <a:pt x="12" y="16"/>
                    <a:pt x="11" y="15"/>
                  </a:cubicBezTo>
                  <a:cubicBezTo>
                    <a:pt x="10" y="14"/>
                    <a:pt x="10" y="14"/>
                    <a:pt x="10" y="13"/>
                  </a:cubicBezTo>
                  <a:cubicBezTo>
                    <a:pt x="10" y="11"/>
                    <a:pt x="11" y="10"/>
                    <a:pt x="13" y="9"/>
                  </a:cubicBezTo>
                  <a:cubicBezTo>
                    <a:pt x="15" y="7"/>
                    <a:pt x="17" y="7"/>
                    <a:pt x="19" y="7"/>
                  </a:cubicBezTo>
                  <a:cubicBezTo>
                    <a:pt x="19" y="7"/>
                    <a:pt x="20" y="7"/>
                    <a:pt x="20" y="7"/>
                  </a:cubicBezTo>
                  <a:cubicBezTo>
                    <a:pt x="21" y="8"/>
                    <a:pt x="21" y="8"/>
                    <a:pt x="22" y="8"/>
                  </a:cubicBezTo>
                  <a:cubicBezTo>
                    <a:pt x="22" y="8"/>
                    <a:pt x="23" y="7"/>
                    <a:pt x="23" y="7"/>
                  </a:cubicBezTo>
                  <a:cubicBezTo>
                    <a:pt x="24" y="6"/>
                    <a:pt x="25" y="5"/>
                    <a:pt x="25" y="5"/>
                  </a:cubicBezTo>
                  <a:cubicBezTo>
                    <a:pt x="25" y="2"/>
                    <a:pt x="23" y="0"/>
                    <a:pt x="20" y="0"/>
                  </a:cubicBezTo>
                  <a:cubicBezTo>
                    <a:pt x="16" y="0"/>
                    <a:pt x="12" y="2"/>
                    <a:pt x="8" y="4"/>
                  </a:cubicBezTo>
                  <a:cubicBezTo>
                    <a:pt x="4" y="7"/>
                    <a:pt x="2" y="10"/>
                    <a:pt x="2" y="14"/>
                  </a:cubicBezTo>
                  <a:cubicBezTo>
                    <a:pt x="2" y="15"/>
                    <a:pt x="3" y="17"/>
                    <a:pt x="4" y="18"/>
                  </a:cubicBezTo>
                  <a:cubicBezTo>
                    <a:pt x="5" y="20"/>
                    <a:pt x="8" y="21"/>
                    <a:pt x="12" y="23"/>
                  </a:cubicBezTo>
                  <a:cubicBezTo>
                    <a:pt x="15" y="25"/>
                    <a:pt x="17" y="26"/>
                    <a:pt x="17" y="27"/>
                  </a:cubicBezTo>
                  <a:cubicBezTo>
                    <a:pt x="17" y="28"/>
                    <a:pt x="15" y="29"/>
                    <a:pt x="13"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67"/>
            <p:cNvSpPr>
              <a:spLocks/>
            </p:cNvSpPr>
            <p:nvPr/>
          </p:nvSpPr>
          <p:spPr bwMode="auto">
            <a:xfrm>
              <a:off x="5461000" y="4497388"/>
              <a:ext cx="19050" cy="73025"/>
            </a:xfrm>
            <a:custGeom>
              <a:avLst/>
              <a:gdLst>
                <a:gd name="T0" fmla="*/ 9 w 12"/>
                <a:gd name="T1" fmla="*/ 19 h 45"/>
                <a:gd name="T2" fmla="*/ 10 w 12"/>
                <a:gd name="T3" fmla="*/ 14 h 45"/>
                <a:gd name="T4" fmla="*/ 12 w 12"/>
                <a:gd name="T5" fmla="*/ 5 h 45"/>
                <a:gd name="T6" fmla="*/ 11 w 12"/>
                <a:gd name="T7" fmla="*/ 2 h 45"/>
                <a:gd name="T8" fmla="*/ 9 w 12"/>
                <a:gd name="T9" fmla="*/ 0 h 45"/>
                <a:gd name="T10" fmla="*/ 7 w 12"/>
                <a:gd name="T11" fmla="*/ 1 h 45"/>
                <a:gd name="T12" fmla="*/ 5 w 12"/>
                <a:gd name="T13" fmla="*/ 3 h 45"/>
                <a:gd name="T14" fmla="*/ 4 w 12"/>
                <a:gd name="T15" fmla="*/ 7 h 45"/>
                <a:gd name="T16" fmla="*/ 3 w 12"/>
                <a:gd name="T17" fmla="*/ 11 h 45"/>
                <a:gd name="T18" fmla="*/ 2 w 12"/>
                <a:gd name="T19" fmla="*/ 23 h 45"/>
                <a:gd name="T20" fmla="*/ 0 w 12"/>
                <a:gd name="T21" fmla="*/ 37 h 45"/>
                <a:gd name="T22" fmla="*/ 1 w 12"/>
                <a:gd name="T23" fmla="*/ 43 h 45"/>
                <a:gd name="T24" fmla="*/ 4 w 12"/>
                <a:gd name="T25" fmla="*/ 45 h 45"/>
                <a:gd name="T26" fmla="*/ 7 w 12"/>
                <a:gd name="T27" fmla="*/ 44 h 45"/>
                <a:gd name="T28" fmla="*/ 8 w 12"/>
                <a:gd name="T29" fmla="*/ 40 h 45"/>
                <a:gd name="T30" fmla="*/ 8 w 12"/>
                <a:gd name="T31" fmla="*/ 32 h 45"/>
                <a:gd name="T32" fmla="*/ 9 w 12"/>
                <a:gd name="T33" fmla="*/ 23 h 45"/>
                <a:gd name="T34" fmla="*/ 9 w 12"/>
                <a:gd name="T35" fmla="*/ 1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45">
                  <a:moveTo>
                    <a:pt x="9" y="19"/>
                  </a:moveTo>
                  <a:cubicBezTo>
                    <a:pt x="9" y="17"/>
                    <a:pt x="10" y="16"/>
                    <a:pt x="10" y="14"/>
                  </a:cubicBezTo>
                  <a:cubicBezTo>
                    <a:pt x="12" y="5"/>
                    <a:pt x="12" y="5"/>
                    <a:pt x="12" y="5"/>
                  </a:cubicBezTo>
                  <a:cubicBezTo>
                    <a:pt x="12" y="4"/>
                    <a:pt x="12" y="2"/>
                    <a:pt x="11" y="2"/>
                  </a:cubicBezTo>
                  <a:cubicBezTo>
                    <a:pt x="11" y="1"/>
                    <a:pt x="10" y="0"/>
                    <a:pt x="9" y="0"/>
                  </a:cubicBezTo>
                  <a:cubicBezTo>
                    <a:pt x="8" y="0"/>
                    <a:pt x="8" y="0"/>
                    <a:pt x="7" y="1"/>
                  </a:cubicBezTo>
                  <a:cubicBezTo>
                    <a:pt x="6" y="2"/>
                    <a:pt x="5" y="2"/>
                    <a:pt x="5" y="3"/>
                  </a:cubicBezTo>
                  <a:cubicBezTo>
                    <a:pt x="5" y="3"/>
                    <a:pt x="4" y="4"/>
                    <a:pt x="4" y="7"/>
                  </a:cubicBezTo>
                  <a:cubicBezTo>
                    <a:pt x="4" y="8"/>
                    <a:pt x="4" y="10"/>
                    <a:pt x="3" y="11"/>
                  </a:cubicBezTo>
                  <a:cubicBezTo>
                    <a:pt x="2" y="23"/>
                    <a:pt x="2" y="23"/>
                    <a:pt x="2" y="23"/>
                  </a:cubicBezTo>
                  <a:cubicBezTo>
                    <a:pt x="1" y="30"/>
                    <a:pt x="0" y="35"/>
                    <a:pt x="0" y="37"/>
                  </a:cubicBezTo>
                  <a:cubicBezTo>
                    <a:pt x="0" y="40"/>
                    <a:pt x="0" y="42"/>
                    <a:pt x="1" y="43"/>
                  </a:cubicBezTo>
                  <a:cubicBezTo>
                    <a:pt x="2" y="44"/>
                    <a:pt x="3" y="45"/>
                    <a:pt x="4" y="45"/>
                  </a:cubicBezTo>
                  <a:cubicBezTo>
                    <a:pt x="5" y="45"/>
                    <a:pt x="6" y="45"/>
                    <a:pt x="7" y="44"/>
                  </a:cubicBezTo>
                  <a:cubicBezTo>
                    <a:pt x="8" y="43"/>
                    <a:pt x="8" y="41"/>
                    <a:pt x="8" y="40"/>
                  </a:cubicBezTo>
                  <a:cubicBezTo>
                    <a:pt x="8" y="37"/>
                    <a:pt x="8" y="34"/>
                    <a:pt x="8" y="32"/>
                  </a:cubicBezTo>
                  <a:cubicBezTo>
                    <a:pt x="8" y="30"/>
                    <a:pt x="8" y="27"/>
                    <a:pt x="9" y="23"/>
                  </a:cubicBezTo>
                  <a:cubicBezTo>
                    <a:pt x="9" y="21"/>
                    <a:pt x="9" y="19"/>
                    <a:pt x="9"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68"/>
            <p:cNvSpPr>
              <a:spLocks/>
            </p:cNvSpPr>
            <p:nvPr/>
          </p:nvSpPr>
          <p:spPr bwMode="auto">
            <a:xfrm>
              <a:off x="5487987" y="4518026"/>
              <a:ext cx="61912" cy="50800"/>
            </a:xfrm>
            <a:custGeom>
              <a:avLst/>
              <a:gdLst>
                <a:gd name="T0" fmla="*/ 9 w 38"/>
                <a:gd name="T1" fmla="*/ 1 h 31"/>
                <a:gd name="T2" fmla="*/ 6 w 38"/>
                <a:gd name="T3" fmla="*/ 0 h 31"/>
                <a:gd name="T4" fmla="*/ 4 w 38"/>
                <a:gd name="T5" fmla="*/ 2 h 31"/>
                <a:gd name="T6" fmla="*/ 2 w 38"/>
                <a:gd name="T7" fmla="*/ 5 h 31"/>
                <a:gd name="T8" fmla="*/ 1 w 38"/>
                <a:gd name="T9" fmla="*/ 21 h 31"/>
                <a:gd name="T10" fmla="*/ 0 w 38"/>
                <a:gd name="T11" fmla="*/ 27 h 31"/>
                <a:gd name="T12" fmla="*/ 5 w 38"/>
                <a:gd name="T13" fmla="*/ 31 h 31"/>
                <a:gd name="T14" fmla="*/ 6 w 38"/>
                <a:gd name="T15" fmla="*/ 31 h 31"/>
                <a:gd name="T16" fmla="*/ 7 w 38"/>
                <a:gd name="T17" fmla="*/ 29 h 31"/>
                <a:gd name="T18" fmla="*/ 14 w 38"/>
                <a:gd name="T19" fmla="*/ 17 h 31"/>
                <a:gd name="T20" fmla="*/ 21 w 38"/>
                <a:gd name="T21" fmla="*/ 9 h 31"/>
                <a:gd name="T22" fmla="*/ 24 w 38"/>
                <a:gd name="T23" fmla="*/ 17 h 31"/>
                <a:gd name="T24" fmla="*/ 26 w 38"/>
                <a:gd name="T25" fmla="*/ 27 h 31"/>
                <a:gd name="T26" fmla="*/ 26 w 38"/>
                <a:gd name="T27" fmla="*/ 27 h 31"/>
                <a:gd name="T28" fmla="*/ 31 w 38"/>
                <a:gd name="T29" fmla="*/ 30 h 31"/>
                <a:gd name="T30" fmla="*/ 36 w 38"/>
                <a:gd name="T31" fmla="*/ 28 h 31"/>
                <a:gd name="T32" fmla="*/ 38 w 38"/>
                <a:gd name="T33" fmla="*/ 25 h 31"/>
                <a:gd name="T34" fmla="*/ 37 w 38"/>
                <a:gd name="T35" fmla="*/ 23 h 31"/>
                <a:gd name="T36" fmla="*/ 35 w 38"/>
                <a:gd name="T37" fmla="*/ 23 h 31"/>
                <a:gd name="T38" fmla="*/ 34 w 38"/>
                <a:gd name="T39" fmla="*/ 24 h 31"/>
                <a:gd name="T40" fmla="*/ 31 w 38"/>
                <a:gd name="T41" fmla="*/ 12 h 31"/>
                <a:gd name="T42" fmla="*/ 23 w 38"/>
                <a:gd name="T43" fmla="*/ 1 h 31"/>
                <a:gd name="T44" fmla="*/ 8 w 38"/>
                <a:gd name="T45" fmla="*/ 17 h 31"/>
                <a:gd name="T46" fmla="*/ 10 w 38"/>
                <a:gd name="T47" fmla="*/ 6 h 31"/>
                <a:gd name="T48" fmla="*/ 9 w 38"/>
                <a:gd name="T49" fmla="*/ 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 h="31">
                  <a:moveTo>
                    <a:pt x="9" y="1"/>
                  </a:moveTo>
                  <a:cubicBezTo>
                    <a:pt x="8" y="0"/>
                    <a:pt x="7" y="0"/>
                    <a:pt x="6" y="0"/>
                  </a:cubicBezTo>
                  <a:cubicBezTo>
                    <a:pt x="5" y="0"/>
                    <a:pt x="4" y="1"/>
                    <a:pt x="4" y="2"/>
                  </a:cubicBezTo>
                  <a:cubicBezTo>
                    <a:pt x="3" y="3"/>
                    <a:pt x="2" y="4"/>
                    <a:pt x="2" y="5"/>
                  </a:cubicBezTo>
                  <a:cubicBezTo>
                    <a:pt x="2" y="11"/>
                    <a:pt x="2" y="16"/>
                    <a:pt x="1" y="21"/>
                  </a:cubicBezTo>
                  <a:cubicBezTo>
                    <a:pt x="1" y="24"/>
                    <a:pt x="0" y="26"/>
                    <a:pt x="0" y="27"/>
                  </a:cubicBezTo>
                  <a:cubicBezTo>
                    <a:pt x="0" y="30"/>
                    <a:pt x="2" y="31"/>
                    <a:pt x="5" y="31"/>
                  </a:cubicBezTo>
                  <a:cubicBezTo>
                    <a:pt x="5" y="31"/>
                    <a:pt x="6" y="31"/>
                    <a:pt x="6" y="31"/>
                  </a:cubicBezTo>
                  <a:cubicBezTo>
                    <a:pt x="7" y="30"/>
                    <a:pt x="7" y="29"/>
                    <a:pt x="7" y="29"/>
                  </a:cubicBezTo>
                  <a:cubicBezTo>
                    <a:pt x="8" y="26"/>
                    <a:pt x="10" y="22"/>
                    <a:pt x="14" y="17"/>
                  </a:cubicBezTo>
                  <a:cubicBezTo>
                    <a:pt x="17" y="11"/>
                    <a:pt x="20" y="9"/>
                    <a:pt x="21" y="9"/>
                  </a:cubicBezTo>
                  <a:cubicBezTo>
                    <a:pt x="23" y="9"/>
                    <a:pt x="24" y="12"/>
                    <a:pt x="24" y="17"/>
                  </a:cubicBezTo>
                  <a:cubicBezTo>
                    <a:pt x="25" y="22"/>
                    <a:pt x="25" y="23"/>
                    <a:pt x="26" y="27"/>
                  </a:cubicBezTo>
                  <a:cubicBezTo>
                    <a:pt x="26" y="27"/>
                    <a:pt x="26" y="27"/>
                    <a:pt x="26" y="27"/>
                  </a:cubicBezTo>
                  <a:cubicBezTo>
                    <a:pt x="27" y="27"/>
                    <a:pt x="29" y="30"/>
                    <a:pt x="31" y="30"/>
                  </a:cubicBezTo>
                  <a:cubicBezTo>
                    <a:pt x="33" y="30"/>
                    <a:pt x="35" y="29"/>
                    <a:pt x="36" y="28"/>
                  </a:cubicBezTo>
                  <a:cubicBezTo>
                    <a:pt x="38" y="27"/>
                    <a:pt x="38" y="26"/>
                    <a:pt x="38" y="25"/>
                  </a:cubicBezTo>
                  <a:cubicBezTo>
                    <a:pt x="38" y="24"/>
                    <a:pt x="38" y="23"/>
                    <a:pt x="37" y="23"/>
                  </a:cubicBezTo>
                  <a:cubicBezTo>
                    <a:pt x="36" y="23"/>
                    <a:pt x="36" y="23"/>
                    <a:pt x="35" y="23"/>
                  </a:cubicBezTo>
                  <a:cubicBezTo>
                    <a:pt x="35" y="24"/>
                    <a:pt x="34" y="24"/>
                    <a:pt x="34" y="24"/>
                  </a:cubicBezTo>
                  <a:cubicBezTo>
                    <a:pt x="32" y="24"/>
                    <a:pt x="32" y="20"/>
                    <a:pt x="31" y="12"/>
                  </a:cubicBezTo>
                  <a:cubicBezTo>
                    <a:pt x="30" y="5"/>
                    <a:pt x="27" y="1"/>
                    <a:pt x="23" y="1"/>
                  </a:cubicBezTo>
                  <a:cubicBezTo>
                    <a:pt x="17" y="1"/>
                    <a:pt x="12" y="7"/>
                    <a:pt x="8" y="17"/>
                  </a:cubicBezTo>
                  <a:cubicBezTo>
                    <a:pt x="9" y="11"/>
                    <a:pt x="10" y="8"/>
                    <a:pt x="10" y="6"/>
                  </a:cubicBezTo>
                  <a:cubicBezTo>
                    <a:pt x="10" y="3"/>
                    <a:pt x="9" y="2"/>
                    <a:pt x="9"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69"/>
            <p:cNvSpPr>
              <a:spLocks/>
            </p:cNvSpPr>
            <p:nvPr/>
          </p:nvSpPr>
          <p:spPr bwMode="auto">
            <a:xfrm>
              <a:off x="5564187" y="4487863"/>
              <a:ext cx="15875" cy="15875"/>
            </a:xfrm>
            <a:custGeom>
              <a:avLst/>
              <a:gdLst>
                <a:gd name="T0" fmla="*/ 4 w 10"/>
                <a:gd name="T1" fmla="*/ 10 h 10"/>
                <a:gd name="T2" fmla="*/ 7 w 10"/>
                <a:gd name="T3" fmla="*/ 9 h 10"/>
                <a:gd name="T4" fmla="*/ 9 w 10"/>
                <a:gd name="T5" fmla="*/ 7 h 10"/>
                <a:gd name="T6" fmla="*/ 10 w 10"/>
                <a:gd name="T7" fmla="*/ 3 h 10"/>
                <a:gd name="T8" fmla="*/ 9 w 10"/>
                <a:gd name="T9" fmla="*/ 1 h 10"/>
                <a:gd name="T10" fmla="*/ 6 w 10"/>
                <a:gd name="T11" fmla="*/ 0 h 10"/>
                <a:gd name="T12" fmla="*/ 2 w 10"/>
                <a:gd name="T13" fmla="*/ 2 h 10"/>
                <a:gd name="T14" fmla="*/ 0 w 10"/>
                <a:gd name="T15" fmla="*/ 5 h 10"/>
                <a:gd name="T16" fmla="*/ 1 w 10"/>
                <a:gd name="T17" fmla="*/ 8 h 10"/>
                <a:gd name="T18" fmla="*/ 4 w 10"/>
                <a:gd name="T19"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4" y="10"/>
                  </a:moveTo>
                  <a:cubicBezTo>
                    <a:pt x="5" y="10"/>
                    <a:pt x="6" y="10"/>
                    <a:pt x="7" y="9"/>
                  </a:cubicBezTo>
                  <a:cubicBezTo>
                    <a:pt x="8" y="9"/>
                    <a:pt x="9" y="8"/>
                    <a:pt x="9" y="7"/>
                  </a:cubicBezTo>
                  <a:cubicBezTo>
                    <a:pt x="10" y="5"/>
                    <a:pt x="10" y="4"/>
                    <a:pt x="10" y="3"/>
                  </a:cubicBezTo>
                  <a:cubicBezTo>
                    <a:pt x="10" y="3"/>
                    <a:pt x="10" y="2"/>
                    <a:pt x="9" y="1"/>
                  </a:cubicBezTo>
                  <a:cubicBezTo>
                    <a:pt x="8" y="1"/>
                    <a:pt x="7" y="0"/>
                    <a:pt x="6" y="0"/>
                  </a:cubicBezTo>
                  <a:cubicBezTo>
                    <a:pt x="5" y="0"/>
                    <a:pt x="3" y="1"/>
                    <a:pt x="2" y="2"/>
                  </a:cubicBezTo>
                  <a:cubicBezTo>
                    <a:pt x="1" y="3"/>
                    <a:pt x="0" y="4"/>
                    <a:pt x="0" y="5"/>
                  </a:cubicBezTo>
                  <a:cubicBezTo>
                    <a:pt x="0" y="6"/>
                    <a:pt x="1" y="7"/>
                    <a:pt x="1" y="8"/>
                  </a:cubicBezTo>
                  <a:cubicBezTo>
                    <a:pt x="2" y="9"/>
                    <a:pt x="3" y="10"/>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70"/>
            <p:cNvSpPr>
              <a:spLocks/>
            </p:cNvSpPr>
            <p:nvPr/>
          </p:nvSpPr>
          <p:spPr bwMode="auto">
            <a:xfrm>
              <a:off x="5534025" y="4514851"/>
              <a:ext cx="41275" cy="82550"/>
            </a:xfrm>
            <a:custGeom>
              <a:avLst/>
              <a:gdLst>
                <a:gd name="T0" fmla="*/ 17 w 26"/>
                <a:gd name="T1" fmla="*/ 6 h 51"/>
                <a:gd name="T2" fmla="*/ 17 w 26"/>
                <a:gd name="T3" fmla="*/ 15 h 51"/>
                <a:gd name="T4" fmla="*/ 14 w 26"/>
                <a:gd name="T5" fmla="*/ 41 h 51"/>
                <a:gd name="T6" fmla="*/ 10 w 26"/>
                <a:gd name="T7" fmla="*/ 45 h 51"/>
                <a:gd name="T8" fmla="*/ 4 w 26"/>
                <a:gd name="T9" fmla="*/ 41 h 51"/>
                <a:gd name="T10" fmla="*/ 2 w 26"/>
                <a:gd name="T11" fmla="*/ 40 h 51"/>
                <a:gd name="T12" fmla="*/ 1 w 26"/>
                <a:gd name="T13" fmla="*/ 41 h 51"/>
                <a:gd name="T14" fmla="*/ 0 w 26"/>
                <a:gd name="T15" fmla="*/ 43 h 51"/>
                <a:gd name="T16" fmla="*/ 3 w 26"/>
                <a:gd name="T17" fmla="*/ 48 h 51"/>
                <a:gd name="T18" fmla="*/ 11 w 26"/>
                <a:gd name="T19" fmla="*/ 51 h 51"/>
                <a:gd name="T20" fmla="*/ 17 w 26"/>
                <a:gd name="T21" fmla="*/ 49 h 51"/>
                <a:gd name="T22" fmla="*/ 21 w 26"/>
                <a:gd name="T23" fmla="*/ 41 h 51"/>
                <a:gd name="T24" fmla="*/ 23 w 26"/>
                <a:gd name="T25" fmla="*/ 28 h 51"/>
                <a:gd name="T26" fmla="*/ 24 w 26"/>
                <a:gd name="T27" fmla="*/ 17 h 51"/>
                <a:gd name="T28" fmla="*/ 26 w 26"/>
                <a:gd name="T29" fmla="*/ 5 h 51"/>
                <a:gd name="T30" fmla="*/ 26 w 26"/>
                <a:gd name="T31" fmla="*/ 4 h 51"/>
                <a:gd name="T32" fmla="*/ 25 w 26"/>
                <a:gd name="T33" fmla="*/ 1 h 51"/>
                <a:gd name="T34" fmla="*/ 22 w 26"/>
                <a:gd name="T35" fmla="*/ 0 h 51"/>
                <a:gd name="T36" fmla="*/ 19 w 26"/>
                <a:gd name="T37" fmla="*/ 2 h 51"/>
                <a:gd name="T38" fmla="*/ 17 w 26"/>
                <a:gd name="T39" fmla="*/ 6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 h="51">
                  <a:moveTo>
                    <a:pt x="17" y="6"/>
                  </a:moveTo>
                  <a:cubicBezTo>
                    <a:pt x="17" y="8"/>
                    <a:pt x="17" y="11"/>
                    <a:pt x="17" y="15"/>
                  </a:cubicBezTo>
                  <a:cubicBezTo>
                    <a:pt x="16" y="29"/>
                    <a:pt x="15" y="38"/>
                    <a:pt x="14" y="41"/>
                  </a:cubicBezTo>
                  <a:cubicBezTo>
                    <a:pt x="13" y="43"/>
                    <a:pt x="12" y="45"/>
                    <a:pt x="10" y="45"/>
                  </a:cubicBezTo>
                  <a:cubicBezTo>
                    <a:pt x="8" y="45"/>
                    <a:pt x="6" y="44"/>
                    <a:pt x="4" y="41"/>
                  </a:cubicBezTo>
                  <a:cubicBezTo>
                    <a:pt x="3" y="40"/>
                    <a:pt x="2" y="40"/>
                    <a:pt x="2" y="40"/>
                  </a:cubicBezTo>
                  <a:cubicBezTo>
                    <a:pt x="2" y="40"/>
                    <a:pt x="1" y="40"/>
                    <a:pt x="1" y="41"/>
                  </a:cubicBezTo>
                  <a:cubicBezTo>
                    <a:pt x="0" y="41"/>
                    <a:pt x="0" y="42"/>
                    <a:pt x="0" y="43"/>
                  </a:cubicBezTo>
                  <a:cubicBezTo>
                    <a:pt x="0" y="44"/>
                    <a:pt x="1" y="46"/>
                    <a:pt x="3" y="48"/>
                  </a:cubicBezTo>
                  <a:cubicBezTo>
                    <a:pt x="6" y="50"/>
                    <a:pt x="8" y="51"/>
                    <a:pt x="11" y="51"/>
                  </a:cubicBezTo>
                  <a:cubicBezTo>
                    <a:pt x="13" y="51"/>
                    <a:pt x="15" y="50"/>
                    <a:pt x="17" y="49"/>
                  </a:cubicBezTo>
                  <a:cubicBezTo>
                    <a:pt x="19" y="47"/>
                    <a:pt x="21" y="44"/>
                    <a:pt x="21" y="41"/>
                  </a:cubicBezTo>
                  <a:cubicBezTo>
                    <a:pt x="22" y="38"/>
                    <a:pt x="23" y="33"/>
                    <a:pt x="23" y="28"/>
                  </a:cubicBezTo>
                  <a:cubicBezTo>
                    <a:pt x="23" y="26"/>
                    <a:pt x="23" y="23"/>
                    <a:pt x="24" y="17"/>
                  </a:cubicBezTo>
                  <a:cubicBezTo>
                    <a:pt x="24" y="12"/>
                    <a:pt x="25" y="8"/>
                    <a:pt x="26" y="5"/>
                  </a:cubicBezTo>
                  <a:cubicBezTo>
                    <a:pt x="26" y="4"/>
                    <a:pt x="26" y="4"/>
                    <a:pt x="26" y="4"/>
                  </a:cubicBezTo>
                  <a:cubicBezTo>
                    <a:pt x="26" y="3"/>
                    <a:pt x="26" y="2"/>
                    <a:pt x="25" y="1"/>
                  </a:cubicBezTo>
                  <a:cubicBezTo>
                    <a:pt x="24" y="1"/>
                    <a:pt x="23" y="0"/>
                    <a:pt x="22" y="0"/>
                  </a:cubicBezTo>
                  <a:cubicBezTo>
                    <a:pt x="21" y="0"/>
                    <a:pt x="20" y="1"/>
                    <a:pt x="19" y="2"/>
                  </a:cubicBezTo>
                  <a:cubicBezTo>
                    <a:pt x="18" y="2"/>
                    <a:pt x="17" y="4"/>
                    <a:pt x="17"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71"/>
            <p:cNvSpPr>
              <a:spLocks/>
            </p:cNvSpPr>
            <p:nvPr/>
          </p:nvSpPr>
          <p:spPr bwMode="auto">
            <a:xfrm>
              <a:off x="5586412" y="4516438"/>
              <a:ext cx="50800" cy="53975"/>
            </a:xfrm>
            <a:custGeom>
              <a:avLst/>
              <a:gdLst>
                <a:gd name="T0" fmla="*/ 10 w 31"/>
                <a:gd name="T1" fmla="*/ 10 h 33"/>
                <a:gd name="T2" fmla="*/ 11 w 31"/>
                <a:gd name="T3" fmla="*/ 4 h 33"/>
                <a:gd name="T4" fmla="*/ 10 w 31"/>
                <a:gd name="T5" fmla="*/ 1 h 33"/>
                <a:gd name="T6" fmla="*/ 7 w 31"/>
                <a:gd name="T7" fmla="*/ 0 h 33"/>
                <a:gd name="T8" fmla="*/ 4 w 31"/>
                <a:gd name="T9" fmla="*/ 3 h 33"/>
                <a:gd name="T10" fmla="*/ 2 w 31"/>
                <a:gd name="T11" fmla="*/ 12 h 33"/>
                <a:gd name="T12" fmla="*/ 0 w 31"/>
                <a:gd name="T13" fmla="*/ 22 h 33"/>
                <a:gd name="T14" fmla="*/ 3 w 31"/>
                <a:gd name="T15" fmla="*/ 30 h 33"/>
                <a:gd name="T16" fmla="*/ 7 w 31"/>
                <a:gd name="T17" fmla="*/ 32 h 33"/>
                <a:gd name="T18" fmla="*/ 15 w 31"/>
                <a:gd name="T19" fmla="*/ 29 h 33"/>
                <a:gd name="T20" fmla="*/ 22 w 31"/>
                <a:gd name="T21" fmla="*/ 21 h 33"/>
                <a:gd name="T22" fmla="*/ 23 w 31"/>
                <a:gd name="T23" fmla="*/ 30 h 33"/>
                <a:gd name="T24" fmla="*/ 27 w 31"/>
                <a:gd name="T25" fmla="*/ 33 h 33"/>
                <a:gd name="T26" fmla="*/ 30 w 31"/>
                <a:gd name="T27" fmla="*/ 32 h 33"/>
                <a:gd name="T28" fmla="*/ 31 w 31"/>
                <a:gd name="T29" fmla="*/ 30 h 33"/>
                <a:gd name="T30" fmla="*/ 30 w 31"/>
                <a:gd name="T31" fmla="*/ 29 h 33"/>
                <a:gd name="T32" fmla="*/ 28 w 31"/>
                <a:gd name="T33" fmla="*/ 20 h 33"/>
                <a:gd name="T34" fmla="*/ 29 w 31"/>
                <a:gd name="T35" fmla="*/ 8 h 33"/>
                <a:gd name="T36" fmla="*/ 30 w 31"/>
                <a:gd name="T37" fmla="*/ 6 h 33"/>
                <a:gd name="T38" fmla="*/ 27 w 31"/>
                <a:gd name="T39" fmla="*/ 2 h 33"/>
                <a:gd name="T40" fmla="*/ 24 w 31"/>
                <a:gd name="T41" fmla="*/ 4 h 33"/>
                <a:gd name="T42" fmla="*/ 21 w 31"/>
                <a:gd name="T43" fmla="*/ 11 h 33"/>
                <a:gd name="T44" fmla="*/ 16 w 31"/>
                <a:gd name="T45" fmla="*/ 21 h 33"/>
                <a:gd name="T46" fmla="*/ 8 w 31"/>
                <a:gd name="T47" fmla="*/ 26 h 33"/>
                <a:gd name="T48" fmla="*/ 7 w 31"/>
                <a:gd name="T49" fmla="*/ 22 h 33"/>
                <a:gd name="T50" fmla="*/ 8 w 31"/>
                <a:gd name="T51" fmla="*/ 16 h 33"/>
                <a:gd name="T52" fmla="*/ 10 w 31"/>
                <a:gd name="T53" fmla="*/ 1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1" h="33">
                  <a:moveTo>
                    <a:pt x="10" y="10"/>
                  </a:moveTo>
                  <a:cubicBezTo>
                    <a:pt x="11" y="7"/>
                    <a:pt x="11" y="5"/>
                    <a:pt x="11" y="4"/>
                  </a:cubicBezTo>
                  <a:cubicBezTo>
                    <a:pt x="11" y="3"/>
                    <a:pt x="11" y="2"/>
                    <a:pt x="10" y="1"/>
                  </a:cubicBezTo>
                  <a:cubicBezTo>
                    <a:pt x="9" y="1"/>
                    <a:pt x="9" y="0"/>
                    <a:pt x="7" y="0"/>
                  </a:cubicBezTo>
                  <a:cubicBezTo>
                    <a:pt x="6" y="0"/>
                    <a:pt x="4" y="1"/>
                    <a:pt x="4" y="3"/>
                  </a:cubicBezTo>
                  <a:cubicBezTo>
                    <a:pt x="4" y="5"/>
                    <a:pt x="3" y="8"/>
                    <a:pt x="2" y="12"/>
                  </a:cubicBezTo>
                  <a:cubicBezTo>
                    <a:pt x="1" y="17"/>
                    <a:pt x="0" y="20"/>
                    <a:pt x="0" y="22"/>
                  </a:cubicBezTo>
                  <a:cubicBezTo>
                    <a:pt x="0" y="26"/>
                    <a:pt x="1" y="28"/>
                    <a:pt x="3" y="30"/>
                  </a:cubicBezTo>
                  <a:cubicBezTo>
                    <a:pt x="4" y="32"/>
                    <a:pt x="6" y="32"/>
                    <a:pt x="7" y="32"/>
                  </a:cubicBezTo>
                  <a:cubicBezTo>
                    <a:pt x="10" y="32"/>
                    <a:pt x="12" y="31"/>
                    <a:pt x="15" y="29"/>
                  </a:cubicBezTo>
                  <a:cubicBezTo>
                    <a:pt x="18" y="27"/>
                    <a:pt x="20" y="24"/>
                    <a:pt x="22" y="21"/>
                  </a:cubicBezTo>
                  <a:cubicBezTo>
                    <a:pt x="22" y="25"/>
                    <a:pt x="22" y="28"/>
                    <a:pt x="23" y="30"/>
                  </a:cubicBezTo>
                  <a:cubicBezTo>
                    <a:pt x="24" y="32"/>
                    <a:pt x="25" y="33"/>
                    <a:pt x="27" y="33"/>
                  </a:cubicBezTo>
                  <a:cubicBezTo>
                    <a:pt x="28" y="33"/>
                    <a:pt x="28" y="33"/>
                    <a:pt x="30" y="32"/>
                  </a:cubicBezTo>
                  <a:cubicBezTo>
                    <a:pt x="31" y="32"/>
                    <a:pt x="31" y="31"/>
                    <a:pt x="31" y="30"/>
                  </a:cubicBezTo>
                  <a:cubicBezTo>
                    <a:pt x="31" y="30"/>
                    <a:pt x="31" y="29"/>
                    <a:pt x="30" y="29"/>
                  </a:cubicBezTo>
                  <a:cubicBezTo>
                    <a:pt x="28" y="28"/>
                    <a:pt x="28" y="25"/>
                    <a:pt x="28" y="20"/>
                  </a:cubicBezTo>
                  <a:cubicBezTo>
                    <a:pt x="28" y="15"/>
                    <a:pt x="28" y="11"/>
                    <a:pt x="29" y="8"/>
                  </a:cubicBezTo>
                  <a:cubicBezTo>
                    <a:pt x="30" y="7"/>
                    <a:pt x="30" y="6"/>
                    <a:pt x="30" y="6"/>
                  </a:cubicBezTo>
                  <a:cubicBezTo>
                    <a:pt x="30" y="3"/>
                    <a:pt x="29" y="2"/>
                    <a:pt x="27" y="2"/>
                  </a:cubicBezTo>
                  <a:cubicBezTo>
                    <a:pt x="25" y="2"/>
                    <a:pt x="24" y="3"/>
                    <a:pt x="24" y="4"/>
                  </a:cubicBezTo>
                  <a:cubicBezTo>
                    <a:pt x="23" y="5"/>
                    <a:pt x="22" y="7"/>
                    <a:pt x="21" y="11"/>
                  </a:cubicBezTo>
                  <a:cubicBezTo>
                    <a:pt x="20" y="14"/>
                    <a:pt x="18" y="17"/>
                    <a:pt x="16" y="21"/>
                  </a:cubicBezTo>
                  <a:cubicBezTo>
                    <a:pt x="13" y="24"/>
                    <a:pt x="10" y="26"/>
                    <a:pt x="8" y="26"/>
                  </a:cubicBezTo>
                  <a:cubicBezTo>
                    <a:pt x="7" y="26"/>
                    <a:pt x="7" y="24"/>
                    <a:pt x="7" y="22"/>
                  </a:cubicBezTo>
                  <a:cubicBezTo>
                    <a:pt x="7" y="21"/>
                    <a:pt x="7" y="19"/>
                    <a:pt x="8" y="16"/>
                  </a:cubicBezTo>
                  <a:cubicBezTo>
                    <a:pt x="8" y="13"/>
                    <a:pt x="9" y="11"/>
                    <a:pt x="10"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72"/>
            <p:cNvSpPr>
              <a:spLocks/>
            </p:cNvSpPr>
            <p:nvPr/>
          </p:nvSpPr>
          <p:spPr bwMode="auto">
            <a:xfrm>
              <a:off x="5649912" y="4516438"/>
              <a:ext cx="49212" cy="55563"/>
            </a:xfrm>
            <a:custGeom>
              <a:avLst/>
              <a:gdLst>
                <a:gd name="T0" fmla="*/ 8 w 30"/>
                <a:gd name="T1" fmla="*/ 9 h 34"/>
                <a:gd name="T2" fmla="*/ 9 w 30"/>
                <a:gd name="T3" fmla="*/ 3 h 34"/>
                <a:gd name="T4" fmla="*/ 9 w 30"/>
                <a:gd name="T5" fmla="*/ 1 h 34"/>
                <a:gd name="T6" fmla="*/ 6 w 30"/>
                <a:gd name="T7" fmla="*/ 0 h 34"/>
                <a:gd name="T8" fmla="*/ 3 w 30"/>
                <a:gd name="T9" fmla="*/ 1 h 34"/>
                <a:gd name="T10" fmla="*/ 2 w 30"/>
                <a:gd name="T11" fmla="*/ 3 h 34"/>
                <a:gd name="T12" fmla="*/ 1 w 30"/>
                <a:gd name="T13" fmla="*/ 7 h 34"/>
                <a:gd name="T14" fmla="*/ 1 w 30"/>
                <a:gd name="T15" fmla="*/ 9 h 34"/>
                <a:gd name="T16" fmla="*/ 0 w 30"/>
                <a:gd name="T17" fmla="*/ 18 h 34"/>
                <a:gd name="T18" fmla="*/ 0 w 30"/>
                <a:gd name="T19" fmla="*/ 24 h 34"/>
                <a:gd name="T20" fmla="*/ 1 w 30"/>
                <a:gd name="T21" fmla="*/ 31 h 34"/>
                <a:gd name="T22" fmla="*/ 4 w 30"/>
                <a:gd name="T23" fmla="*/ 34 h 34"/>
                <a:gd name="T24" fmla="*/ 7 w 30"/>
                <a:gd name="T25" fmla="*/ 33 h 34"/>
                <a:gd name="T26" fmla="*/ 8 w 30"/>
                <a:gd name="T27" fmla="*/ 29 h 34"/>
                <a:gd name="T28" fmla="*/ 15 w 30"/>
                <a:gd name="T29" fmla="*/ 13 h 34"/>
                <a:gd name="T30" fmla="*/ 22 w 30"/>
                <a:gd name="T31" fmla="*/ 6 h 34"/>
                <a:gd name="T32" fmla="*/ 24 w 30"/>
                <a:gd name="T33" fmla="*/ 7 h 34"/>
                <a:gd name="T34" fmla="*/ 27 w 30"/>
                <a:gd name="T35" fmla="*/ 9 h 34"/>
                <a:gd name="T36" fmla="*/ 29 w 30"/>
                <a:gd name="T37" fmla="*/ 8 h 34"/>
                <a:gd name="T38" fmla="*/ 30 w 30"/>
                <a:gd name="T39" fmla="*/ 5 h 34"/>
                <a:gd name="T40" fmla="*/ 28 w 30"/>
                <a:gd name="T41" fmla="*/ 1 h 34"/>
                <a:gd name="T42" fmla="*/ 23 w 30"/>
                <a:gd name="T43" fmla="*/ 0 h 34"/>
                <a:gd name="T44" fmla="*/ 15 w 30"/>
                <a:gd name="T45" fmla="*/ 4 h 34"/>
                <a:gd name="T46" fmla="*/ 7 w 30"/>
                <a:gd name="T47" fmla="*/ 16 h 34"/>
                <a:gd name="T48" fmla="*/ 6 w 30"/>
                <a:gd name="T49" fmla="*/ 17 h 34"/>
                <a:gd name="T50" fmla="*/ 7 w 30"/>
                <a:gd name="T51" fmla="*/ 12 h 34"/>
                <a:gd name="T52" fmla="*/ 8 w 30"/>
                <a:gd name="T53" fmla="*/ 9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34">
                  <a:moveTo>
                    <a:pt x="8" y="9"/>
                  </a:moveTo>
                  <a:cubicBezTo>
                    <a:pt x="9" y="6"/>
                    <a:pt x="9" y="4"/>
                    <a:pt x="9" y="3"/>
                  </a:cubicBezTo>
                  <a:cubicBezTo>
                    <a:pt x="9" y="2"/>
                    <a:pt x="9" y="1"/>
                    <a:pt x="9" y="1"/>
                  </a:cubicBezTo>
                  <a:cubicBezTo>
                    <a:pt x="8" y="0"/>
                    <a:pt x="7" y="0"/>
                    <a:pt x="6" y="0"/>
                  </a:cubicBezTo>
                  <a:cubicBezTo>
                    <a:pt x="5" y="0"/>
                    <a:pt x="4" y="0"/>
                    <a:pt x="3" y="1"/>
                  </a:cubicBezTo>
                  <a:cubicBezTo>
                    <a:pt x="2" y="2"/>
                    <a:pt x="2" y="2"/>
                    <a:pt x="2" y="3"/>
                  </a:cubicBezTo>
                  <a:cubicBezTo>
                    <a:pt x="1" y="4"/>
                    <a:pt x="1" y="5"/>
                    <a:pt x="1" y="7"/>
                  </a:cubicBezTo>
                  <a:cubicBezTo>
                    <a:pt x="1" y="7"/>
                    <a:pt x="1" y="8"/>
                    <a:pt x="1" y="9"/>
                  </a:cubicBezTo>
                  <a:cubicBezTo>
                    <a:pt x="0" y="12"/>
                    <a:pt x="0" y="15"/>
                    <a:pt x="0" y="18"/>
                  </a:cubicBezTo>
                  <a:cubicBezTo>
                    <a:pt x="0" y="20"/>
                    <a:pt x="0" y="22"/>
                    <a:pt x="0" y="24"/>
                  </a:cubicBezTo>
                  <a:cubicBezTo>
                    <a:pt x="0" y="27"/>
                    <a:pt x="0" y="30"/>
                    <a:pt x="1" y="31"/>
                  </a:cubicBezTo>
                  <a:cubicBezTo>
                    <a:pt x="1" y="33"/>
                    <a:pt x="2" y="34"/>
                    <a:pt x="4" y="34"/>
                  </a:cubicBezTo>
                  <a:cubicBezTo>
                    <a:pt x="5" y="34"/>
                    <a:pt x="6" y="33"/>
                    <a:pt x="7" y="33"/>
                  </a:cubicBezTo>
                  <a:cubicBezTo>
                    <a:pt x="8" y="32"/>
                    <a:pt x="8" y="31"/>
                    <a:pt x="8" y="29"/>
                  </a:cubicBezTo>
                  <a:cubicBezTo>
                    <a:pt x="9" y="23"/>
                    <a:pt x="11" y="18"/>
                    <a:pt x="15" y="13"/>
                  </a:cubicBezTo>
                  <a:cubicBezTo>
                    <a:pt x="18" y="9"/>
                    <a:pt x="21" y="6"/>
                    <a:pt x="22" y="6"/>
                  </a:cubicBezTo>
                  <a:cubicBezTo>
                    <a:pt x="23" y="6"/>
                    <a:pt x="23" y="7"/>
                    <a:pt x="24" y="7"/>
                  </a:cubicBezTo>
                  <a:cubicBezTo>
                    <a:pt x="25" y="8"/>
                    <a:pt x="26" y="9"/>
                    <a:pt x="27" y="9"/>
                  </a:cubicBezTo>
                  <a:cubicBezTo>
                    <a:pt x="28" y="9"/>
                    <a:pt x="29" y="9"/>
                    <a:pt x="29" y="8"/>
                  </a:cubicBezTo>
                  <a:cubicBezTo>
                    <a:pt x="30" y="7"/>
                    <a:pt x="30" y="6"/>
                    <a:pt x="30" y="5"/>
                  </a:cubicBezTo>
                  <a:cubicBezTo>
                    <a:pt x="30" y="4"/>
                    <a:pt x="29" y="2"/>
                    <a:pt x="28" y="1"/>
                  </a:cubicBezTo>
                  <a:cubicBezTo>
                    <a:pt x="27" y="0"/>
                    <a:pt x="25" y="0"/>
                    <a:pt x="23" y="0"/>
                  </a:cubicBezTo>
                  <a:cubicBezTo>
                    <a:pt x="20" y="0"/>
                    <a:pt x="18" y="1"/>
                    <a:pt x="15" y="4"/>
                  </a:cubicBezTo>
                  <a:cubicBezTo>
                    <a:pt x="12" y="7"/>
                    <a:pt x="9" y="11"/>
                    <a:pt x="7" y="16"/>
                  </a:cubicBezTo>
                  <a:cubicBezTo>
                    <a:pt x="6" y="17"/>
                    <a:pt x="6" y="17"/>
                    <a:pt x="6" y="17"/>
                  </a:cubicBezTo>
                  <a:cubicBezTo>
                    <a:pt x="7" y="12"/>
                    <a:pt x="7" y="12"/>
                    <a:pt x="7" y="12"/>
                  </a:cubicBezTo>
                  <a:cubicBezTo>
                    <a:pt x="7" y="11"/>
                    <a:pt x="8" y="10"/>
                    <a:pt x="8"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73"/>
            <p:cNvSpPr>
              <a:spLocks/>
            </p:cNvSpPr>
            <p:nvPr/>
          </p:nvSpPr>
          <p:spPr bwMode="auto">
            <a:xfrm>
              <a:off x="5694362" y="4516438"/>
              <a:ext cx="52387" cy="84138"/>
            </a:xfrm>
            <a:custGeom>
              <a:avLst/>
              <a:gdLst>
                <a:gd name="T0" fmla="*/ 15 w 33"/>
                <a:gd name="T1" fmla="*/ 44 h 52"/>
                <a:gd name="T2" fmla="*/ 4 w 33"/>
                <a:gd name="T3" fmla="*/ 39 h 52"/>
                <a:gd name="T4" fmla="*/ 2 w 33"/>
                <a:gd name="T5" fmla="*/ 39 h 52"/>
                <a:gd name="T6" fmla="*/ 0 w 33"/>
                <a:gd name="T7" fmla="*/ 39 h 52"/>
                <a:gd name="T8" fmla="*/ 0 w 33"/>
                <a:gd name="T9" fmla="*/ 42 h 52"/>
                <a:gd name="T10" fmla="*/ 2 w 33"/>
                <a:gd name="T11" fmla="*/ 45 h 52"/>
                <a:gd name="T12" fmla="*/ 8 w 33"/>
                <a:gd name="T13" fmla="*/ 48 h 52"/>
                <a:gd name="T14" fmla="*/ 8 w 33"/>
                <a:gd name="T15" fmla="*/ 48 h 52"/>
                <a:gd name="T16" fmla="*/ 15 w 33"/>
                <a:gd name="T17" fmla="*/ 50 h 52"/>
                <a:gd name="T18" fmla="*/ 22 w 33"/>
                <a:gd name="T19" fmla="*/ 48 h 52"/>
                <a:gd name="T20" fmla="*/ 27 w 33"/>
                <a:gd name="T21" fmla="*/ 41 h 52"/>
                <a:gd name="T22" fmla="*/ 30 w 33"/>
                <a:gd name="T23" fmla="*/ 28 h 52"/>
                <a:gd name="T24" fmla="*/ 32 w 33"/>
                <a:gd name="T25" fmla="*/ 14 h 52"/>
                <a:gd name="T26" fmla="*/ 33 w 33"/>
                <a:gd name="T27" fmla="*/ 4 h 52"/>
                <a:gd name="T28" fmla="*/ 32 w 33"/>
                <a:gd name="T29" fmla="*/ 0 h 52"/>
                <a:gd name="T30" fmla="*/ 29 w 33"/>
                <a:gd name="T31" fmla="*/ 0 h 52"/>
                <a:gd name="T32" fmla="*/ 27 w 33"/>
                <a:gd name="T33" fmla="*/ 0 h 52"/>
                <a:gd name="T34" fmla="*/ 26 w 33"/>
                <a:gd name="T35" fmla="*/ 2 h 52"/>
                <a:gd name="T36" fmla="*/ 25 w 33"/>
                <a:gd name="T37" fmla="*/ 6 h 52"/>
                <a:gd name="T38" fmla="*/ 25 w 33"/>
                <a:gd name="T39" fmla="*/ 14 h 52"/>
                <a:gd name="T40" fmla="*/ 23 w 33"/>
                <a:gd name="T41" fmla="*/ 17 h 52"/>
                <a:gd name="T42" fmla="*/ 20 w 33"/>
                <a:gd name="T43" fmla="*/ 20 h 52"/>
                <a:gd name="T44" fmla="*/ 15 w 33"/>
                <a:gd name="T45" fmla="*/ 23 h 52"/>
                <a:gd name="T46" fmla="*/ 11 w 33"/>
                <a:gd name="T47" fmla="*/ 24 h 52"/>
                <a:gd name="T48" fmla="*/ 10 w 33"/>
                <a:gd name="T49" fmla="*/ 23 h 52"/>
                <a:gd name="T50" fmla="*/ 10 w 33"/>
                <a:gd name="T51" fmla="*/ 20 h 52"/>
                <a:gd name="T52" fmla="*/ 12 w 33"/>
                <a:gd name="T53" fmla="*/ 10 h 52"/>
                <a:gd name="T54" fmla="*/ 14 w 33"/>
                <a:gd name="T55" fmla="*/ 5 h 52"/>
                <a:gd name="T56" fmla="*/ 14 w 33"/>
                <a:gd name="T57" fmla="*/ 2 h 52"/>
                <a:gd name="T58" fmla="*/ 11 w 33"/>
                <a:gd name="T59" fmla="*/ 1 h 52"/>
                <a:gd name="T60" fmla="*/ 8 w 33"/>
                <a:gd name="T61" fmla="*/ 3 h 52"/>
                <a:gd name="T62" fmla="*/ 5 w 33"/>
                <a:gd name="T63" fmla="*/ 11 h 52"/>
                <a:gd name="T64" fmla="*/ 3 w 33"/>
                <a:gd name="T65" fmla="*/ 22 h 52"/>
                <a:gd name="T66" fmla="*/ 5 w 33"/>
                <a:gd name="T67" fmla="*/ 28 h 52"/>
                <a:gd name="T68" fmla="*/ 10 w 33"/>
                <a:gd name="T69" fmla="*/ 31 h 52"/>
                <a:gd name="T70" fmla="*/ 24 w 33"/>
                <a:gd name="T71" fmla="*/ 23 h 52"/>
                <a:gd name="T72" fmla="*/ 21 w 33"/>
                <a:gd name="T73" fmla="*/ 38 h 52"/>
                <a:gd name="T74" fmla="*/ 15 w 33"/>
                <a:gd name="T75" fmla="*/ 4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3" h="52">
                  <a:moveTo>
                    <a:pt x="15" y="44"/>
                  </a:moveTo>
                  <a:cubicBezTo>
                    <a:pt x="10" y="44"/>
                    <a:pt x="7" y="43"/>
                    <a:pt x="4" y="39"/>
                  </a:cubicBezTo>
                  <a:cubicBezTo>
                    <a:pt x="4" y="39"/>
                    <a:pt x="3" y="39"/>
                    <a:pt x="2" y="39"/>
                  </a:cubicBezTo>
                  <a:cubicBezTo>
                    <a:pt x="2" y="39"/>
                    <a:pt x="1" y="39"/>
                    <a:pt x="0" y="39"/>
                  </a:cubicBezTo>
                  <a:cubicBezTo>
                    <a:pt x="0" y="40"/>
                    <a:pt x="0" y="41"/>
                    <a:pt x="0" y="42"/>
                  </a:cubicBezTo>
                  <a:cubicBezTo>
                    <a:pt x="0" y="43"/>
                    <a:pt x="1" y="43"/>
                    <a:pt x="2" y="45"/>
                  </a:cubicBezTo>
                  <a:cubicBezTo>
                    <a:pt x="4" y="46"/>
                    <a:pt x="6" y="48"/>
                    <a:pt x="8" y="48"/>
                  </a:cubicBezTo>
                  <a:cubicBezTo>
                    <a:pt x="8" y="48"/>
                    <a:pt x="8" y="48"/>
                    <a:pt x="8" y="48"/>
                  </a:cubicBezTo>
                  <a:cubicBezTo>
                    <a:pt x="10" y="52"/>
                    <a:pt x="13" y="50"/>
                    <a:pt x="15" y="50"/>
                  </a:cubicBezTo>
                  <a:cubicBezTo>
                    <a:pt x="18" y="50"/>
                    <a:pt x="20" y="50"/>
                    <a:pt x="22" y="48"/>
                  </a:cubicBezTo>
                  <a:cubicBezTo>
                    <a:pt x="24" y="47"/>
                    <a:pt x="25" y="44"/>
                    <a:pt x="27" y="41"/>
                  </a:cubicBezTo>
                  <a:cubicBezTo>
                    <a:pt x="28" y="37"/>
                    <a:pt x="30" y="33"/>
                    <a:pt x="30" y="28"/>
                  </a:cubicBezTo>
                  <a:cubicBezTo>
                    <a:pt x="31" y="24"/>
                    <a:pt x="32" y="19"/>
                    <a:pt x="32" y="14"/>
                  </a:cubicBezTo>
                  <a:cubicBezTo>
                    <a:pt x="33" y="4"/>
                    <a:pt x="33" y="4"/>
                    <a:pt x="33" y="4"/>
                  </a:cubicBezTo>
                  <a:cubicBezTo>
                    <a:pt x="33" y="2"/>
                    <a:pt x="33" y="1"/>
                    <a:pt x="32" y="0"/>
                  </a:cubicBezTo>
                  <a:cubicBezTo>
                    <a:pt x="31" y="0"/>
                    <a:pt x="31" y="0"/>
                    <a:pt x="29" y="0"/>
                  </a:cubicBezTo>
                  <a:cubicBezTo>
                    <a:pt x="28" y="0"/>
                    <a:pt x="27" y="0"/>
                    <a:pt x="27" y="0"/>
                  </a:cubicBezTo>
                  <a:cubicBezTo>
                    <a:pt x="26" y="1"/>
                    <a:pt x="26" y="1"/>
                    <a:pt x="26" y="2"/>
                  </a:cubicBezTo>
                  <a:cubicBezTo>
                    <a:pt x="26" y="3"/>
                    <a:pt x="26" y="4"/>
                    <a:pt x="25" y="6"/>
                  </a:cubicBezTo>
                  <a:cubicBezTo>
                    <a:pt x="25" y="10"/>
                    <a:pt x="25" y="13"/>
                    <a:pt x="25" y="14"/>
                  </a:cubicBezTo>
                  <a:cubicBezTo>
                    <a:pt x="24" y="15"/>
                    <a:pt x="24" y="16"/>
                    <a:pt x="23" y="17"/>
                  </a:cubicBezTo>
                  <a:cubicBezTo>
                    <a:pt x="23" y="18"/>
                    <a:pt x="22" y="19"/>
                    <a:pt x="20" y="20"/>
                  </a:cubicBezTo>
                  <a:cubicBezTo>
                    <a:pt x="18" y="22"/>
                    <a:pt x="16" y="23"/>
                    <a:pt x="15" y="23"/>
                  </a:cubicBezTo>
                  <a:cubicBezTo>
                    <a:pt x="14" y="24"/>
                    <a:pt x="12" y="24"/>
                    <a:pt x="11" y="24"/>
                  </a:cubicBezTo>
                  <a:cubicBezTo>
                    <a:pt x="11" y="24"/>
                    <a:pt x="11" y="24"/>
                    <a:pt x="10" y="23"/>
                  </a:cubicBezTo>
                  <a:cubicBezTo>
                    <a:pt x="10" y="22"/>
                    <a:pt x="10" y="21"/>
                    <a:pt x="10" y="20"/>
                  </a:cubicBezTo>
                  <a:cubicBezTo>
                    <a:pt x="10" y="17"/>
                    <a:pt x="11" y="14"/>
                    <a:pt x="12" y="10"/>
                  </a:cubicBezTo>
                  <a:cubicBezTo>
                    <a:pt x="14" y="7"/>
                    <a:pt x="14" y="5"/>
                    <a:pt x="14" y="5"/>
                  </a:cubicBezTo>
                  <a:cubicBezTo>
                    <a:pt x="14" y="4"/>
                    <a:pt x="14" y="3"/>
                    <a:pt x="14" y="2"/>
                  </a:cubicBezTo>
                  <a:cubicBezTo>
                    <a:pt x="13" y="1"/>
                    <a:pt x="12" y="1"/>
                    <a:pt x="11" y="1"/>
                  </a:cubicBezTo>
                  <a:cubicBezTo>
                    <a:pt x="10" y="1"/>
                    <a:pt x="8" y="2"/>
                    <a:pt x="8" y="3"/>
                  </a:cubicBezTo>
                  <a:cubicBezTo>
                    <a:pt x="7" y="4"/>
                    <a:pt x="6" y="7"/>
                    <a:pt x="5" y="11"/>
                  </a:cubicBezTo>
                  <a:cubicBezTo>
                    <a:pt x="4" y="16"/>
                    <a:pt x="3" y="19"/>
                    <a:pt x="3" y="22"/>
                  </a:cubicBezTo>
                  <a:cubicBezTo>
                    <a:pt x="3" y="24"/>
                    <a:pt x="4" y="26"/>
                    <a:pt x="5" y="28"/>
                  </a:cubicBezTo>
                  <a:cubicBezTo>
                    <a:pt x="6" y="30"/>
                    <a:pt x="8" y="31"/>
                    <a:pt x="10" y="31"/>
                  </a:cubicBezTo>
                  <a:cubicBezTo>
                    <a:pt x="13" y="31"/>
                    <a:pt x="18" y="28"/>
                    <a:pt x="24" y="23"/>
                  </a:cubicBezTo>
                  <a:cubicBezTo>
                    <a:pt x="24" y="29"/>
                    <a:pt x="23" y="34"/>
                    <a:pt x="21" y="38"/>
                  </a:cubicBezTo>
                  <a:cubicBezTo>
                    <a:pt x="19" y="42"/>
                    <a:pt x="17" y="44"/>
                    <a:pt x="15"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5" name="组合 74"/>
          <p:cNvGrpSpPr/>
          <p:nvPr/>
        </p:nvGrpSpPr>
        <p:grpSpPr>
          <a:xfrm>
            <a:off x="4521200" y="728663"/>
            <a:ext cx="1477962" cy="1665288"/>
            <a:chOff x="4521200" y="728663"/>
            <a:chExt cx="1477962" cy="1665288"/>
          </a:xfrm>
          <a:solidFill>
            <a:schemeClr val="tx1">
              <a:lumMod val="65000"/>
              <a:lumOff val="35000"/>
            </a:schemeClr>
          </a:solidFill>
        </p:grpSpPr>
        <p:sp>
          <p:nvSpPr>
            <p:cNvPr id="76" name="Freeform 74"/>
            <p:cNvSpPr>
              <a:spLocks/>
            </p:cNvSpPr>
            <p:nvPr/>
          </p:nvSpPr>
          <p:spPr bwMode="auto">
            <a:xfrm>
              <a:off x="4678362" y="1482726"/>
              <a:ext cx="623887" cy="911225"/>
            </a:xfrm>
            <a:custGeom>
              <a:avLst/>
              <a:gdLst>
                <a:gd name="T0" fmla="*/ 194 w 386"/>
                <a:gd name="T1" fmla="*/ 357 h 564"/>
                <a:gd name="T2" fmla="*/ 201 w 386"/>
                <a:gd name="T3" fmla="*/ 431 h 564"/>
                <a:gd name="T4" fmla="*/ 76 w 386"/>
                <a:gd name="T5" fmla="*/ 479 h 564"/>
                <a:gd name="T6" fmla="*/ 73 w 386"/>
                <a:gd name="T7" fmla="*/ 483 h 564"/>
                <a:gd name="T8" fmla="*/ 73 w 386"/>
                <a:gd name="T9" fmla="*/ 500 h 564"/>
                <a:gd name="T10" fmla="*/ 51 w 386"/>
                <a:gd name="T11" fmla="*/ 531 h 564"/>
                <a:gd name="T12" fmla="*/ 84 w 386"/>
                <a:gd name="T13" fmla="*/ 564 h 564"/>
                <a:gd name="T14" fmla="*/ 116 w 386"/>
                <a:gd name="T15" fmla="*/ 531 h 564"/>
                <a:gd name="T16" fmla="*/ 97 w 386"/>
                <a:gd name="T17" fmla="*/ 502 h 564"/>
                <a:gd name="T18" fmla="*/ 97 w 386"/>
                <a:gd name="T19" fmla="*/ 490 h 564"/>
                <a:gd name="T20" fmla="*/ 202 w 386"/>
                <a:gd name="T21" fmla="*/ 456 h 564"/>
                <a:gd name="T22" fmla="*/ 206 w 386"/>
                <a:gd name="T23" fmla="*/ 501 h 564"/>
                <a:gd name="T24" fmla="*/ 185 w 386"/>
                <a:gd name="T25" fmla="*/ 531 h 564"/>
                <a:gd name="T26" fmla="*/ 218 w 386"/>
                <a:gd name="T27" fmla="*/ 564 h 564"/>
                <a:gd name="T28" fmla="*/ 250 w 386"/>
                <a:gd name="T29" fmla="*/ 531 h 564"/>
                <a:gd name="T30" fmla="*/ 233 w 386"/>
                <a:gd name="T31" fmla="*/ 503 h 564"/>
                <a:gd name="T32" fmla="*/ 237 w 386"/>
                <a:gd name="T33" fmla="*/ 456 h 564"/>
                <a:gd name="T34" fmla="*/ 341 w 386"/>
                <a:gd name="T35" fmla="*/ 490 h 564"/>
                <a:gd name="T36" fmla="*/ 341 w 386"/>
                <a:gd name="T37" fmla="*/ 502 h 564"/>
                <a:gd name="T38" fmla="*/ 321 w 386"/>
                <a:gd name="T39" fmla="*/ 531 h 564"/>
                <a:gd name="T40" fmla="*/ 354 w 386"/>
                <a:gd name="T41" fmla="*/ 564 h 564"/>
                <a:gd name="T42" fmla="*/ 386 w 386"/>
                <a:gd name="T43" fmla="*/ 531 h 564"/>
                <a:gd name="T44" fmla="*/ 365 w 386"/>
                <a:gd name="T45" fmla="*/ 501 h 564"/>
                <a:gd name="T46" fmla="*/ 365 w 386"/>
                <a:gd name="T47" fmla="*/ 483 h 564"/>
                <a:gd name="T48" fmla="*/ 363 w 386"/>
                <a:gd name="T49" fmla="*/ 480 h 564"/>
                <a:gd name="T50" fmla="*/ 239 w 386"/>
                <a:gd name="T51" fmla="*/ 431 h 564"/>
                <a:gd name="T52" fmla="*/ 245 w 386"/>
                <a:gd name="T53" fmla="*/ 357 h 564"/>
                <a:gd name="T54" fmla="*/ 349 w 386"/>
                <a:gd name="T55" fmla="*/ 357 h 564"/>
                <a:gd name="T56" fmla="*/ 349 w 386"/>
                <a:gd name="T57" fmla="*/ 309 h 564"/>
                <a:gd name="T58" fmla="*/ 142 w 386"/>
                <a:gd name="T59" fmla="*/ 309 h 564"/>
                <a:gd name="T60" fmla="*/ 95 w 386"/>
                <a:gd name="T61" fmla="*/ 160 h 564"/>
                <a:gd name="T62" fmla="*/ 25 w 386"/>
                <a:gd name="T63" fmla="*/ 70 h 564"/>
                <a:gd name="T64" fmla="*/ 18 w 386"/>
                <a:gd name="T65" fmla="*/ 33 h 564"/>
                <a:gd name="T66" fmla="*/ 44 w 386"/>
                <a:gd name="T67" fmla="*/ 6 h 564"/>
                <a:gd name="T68" fmla="*/ 47 w 386"/>
                <a:gd name="T69" fmla="*/ 5 h 564"/>
                <a:gd name="T70" fmla="*/ 45 w 386"/>
                <a:gd name="T71" fmla="*/ 0 h 564"/>
                <a:gd name="T72" fmla="*/ 0 w 386"/>
                <a:gd name="T73" fmla="*/ 14 h 564"/>
                <a:gd name="T74" fmla="*/ 106 w 386"/>
                <a:gd name="T75" fmla="*/ 357 h 564"/>
                <a:gd name="T76" fmla="*/ 194 w 386"/>
                <a:gd name="T77" fmla="*/ 357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86" h="564">
                  <a:moveTo>
                    <a:pt x="194" y="357"/>
                  </a:moveTo>
                  <a:cubicBezTo>
                    <a:pt x="201" y="431"/>
                    <a:pt x="201" y="431"/>
                    <a:pt x="201" y="431"/>
                  </a:cubicBezTo>
                  <a:cubicBezTo>
                    <a:pt x="103" y="436"/>
                    <a:pt x="77" y="478"/>
                    <a:pt x="76" y="479"/>
                  </a:cubicBezTo>
                  <a:cubicBezTo>
                    <a:pt x="73" y="483"/>
                    <a:pt x="73" y="483"/>
                    <a:pt x="73" y="483"/>
                  </a:cubicBezTo>
                  <a:cubicBezTo>
                    <a:pt x="73" y="500"/>
                    <a:pt x="73" y="500"/>
                    <a:pt x="73" y="500"/>
                  </a:cubicBezTo>
                  <a:cubicBezTo>
                    <a:pt x="61" y="505"/>
                    <a:pt x="51" y="517"/>
                    <a:pt x="51" y="531"/>
                  </a:cubicBezTo>
                  <a:cubicBezTo>
                    <a:pt x="51" y="549"/>
                    <a:pt x="66" y="564"/>
                    <a:pt x="84" y="564"/>
                  </a:cubicBezTo>
                  <a:cubicBezTo>
                    <a:pt x="102" y="564"/>
                    <a:pt x="116" y="549"/>
                    <a:pt x="116" y="531"/>
                  </a:cubicBezTo>
                  <a:cubicBezTo>
                    <a:pt x="116" y="518"/>
                    <a:pt x="109" y="507"/>
                    <a:pt x="97" y="502"/>
                  </a:cubicBezTo>
                  <a:cubicBezTo>
                    <a:pt x="97" y="490"/>
                    <a:pt x="97" y="490"/>
                    <a:pt x="97" y="490"/>
                  </a:cubicBezTo>
                  <a:cubicBezTo>
                    <a:pt x="105" y="483"/>
                    <a:pt x="131" y="459"/>
                    <a:pt x="202" y="456"/>
                  </a:cubicBezTo>
                  <a:cubicBezTo>
                    <a:pt x="206" y="501"/>
                    <a:pt x="206" y="501"/>
                    <a:pt x="206" y="501"/>
                  </a:cubicBezTo>
                  <a:cubicBezTo>
                    <a:pt x="194" y="505"/>
                    <a:pt x="185" y="517"/>
                    <a:pt x="185" y="531"/>
                  </a:cubicBezTo>
                  <a:cubicBezTo>
                    <a:pt x="185" y="549"/>
                    <a:pt x="200" y="564"/>
                    <a:pt x="218" y="564"/>
                  </a:cubicBezTo>
                  <a:cubicBezTo>
                    <a:pt x="236" y="564"/>
                    <a:pt x="250" y="549"/>
                    <a:pt x="250" y="531"/>
                  </a:cubicBezTo>
                  <a:cubicBezTo>
                    <a:pt x="250" y="519"/>
                    <a:pt x="243" y="508"/>
                    <a:pt x="233" y="503"/>
                  </a:cubicBezTo>
                  <a:cubicBezTo>
                    <a:pt x="237" y="456"/>
                    <a:pt x="237" y="456"/>
                    <a:pt x="237" y="456"/>
                  </a:cubicBezTo>
                  <a:cubicBezTo>
                    <a:pt x="308" y="459"/>
                    <a:pt x="333" y="483"/>
                    <a:pt x="341" y="490"/>
                  </a:cubicBezTo>
                  <a:cubicBezTo>
                    <a:pt x="341" y="502"/>
                    <a:pt x="341" y="502"/>
                    <a:pt x="341" y="502"/>
                  </a:cubicBezTo>
                  <a:cubicBezTo>
                    <a:pt x="329" y="507"/>
                    <a:pt x="321" y="518"/>
                    <a:pt x="321" y="531"/>
                  </a:cubicBezTo>
                  <a:cubicBezTo>
                    <a:pt x="321" y="549"/>
                    <a:pt x="336" y="564"/>
                    <a:pt x="354" y="564"/>
                  </a:cubicBezTo>
                  <a:cubicBezTo>
                    <a:pt x="372" y="564"/>
                    <a:pt x="386" y="549"/>
                    <a:pt x="386" y="531"/>
                  </a:cubicBezTo>
                  <a:cubicBezTo>
                    <a:pt x="386" y="517"/>
                    <a:pt x="377" y="505"/>
                    <a:pt x="365" y="501"/>
                  </a:cubicBezTo>
                  <a:cubicBezTo>
                    <a:pt x="365" y="483"/>
                    <a:pt x="365" y="483"/>
                    <a:pt x="365" y="483"/>
                  </a:cubicBezTo>
                  <a:cubicBezTo>
                    <a:pt x="363" y="480"/>
                    <a:pt x="363" y="480"/>
                    <a:pt x="363" y="480"/>
                  </a:cubicBezTo>
                  <a:cubicBezTo>
                    <a:pt x="362" y="478"/>
                    <a:pt x="336" y="436"/>
                    <a:pt x="239" y="431"/>
                  </a:cubicBezTo>
                  <a:cubicBezTo>
                    <a:pt x="245" y="357"/>
                    <a:pt x="245" y="357"/>
                    <a:pt x="245" y="357"/>
                  </a:cubicBezTo>
                  <a:cubicBezTo>
                    <a:pt x="349" y="357"/>
                    <a:pt x="349" y="357"/>
                    <a:pt x="349" y="357"/>
                  </a:cubicBezTo>
                  <a:cubicBezTo>
                    <a:pt x="349" y="309"/>
                    <a:pt x="349" y="309"/>
                    <a:pt x="349" y="309"/>
                  </a:cubicBezTo>
                  <a:cubicBezTo>
                    <a:pt x="142" y="309"/>
                    <a:pt x="142" y="309"/>
                    <a:pt x="142" y="309"/>
                  </a:cubicBezTo>
                  <a:cubicBezTo>
                    <a:pt x="95" y="160"/>
                    <a:pt x="95" y="160"/>
                    <a:pt x="95" y="160"/>
                  </a:cubicBezTo>
                  <a:cubicBezTo>
                    <a:pt x="25" y="70"/>
                    <a:pt x="25" y="70"/>
                    <a:pt x="25" y="70"/>
                  </a:cubicBezTo>
                  <a:cubicBezTo>
                    <a:pt x="16" y="59"/>
                    <a:pt x="14" y="45"/>
                    <a:pt x="18" y="33"/>
                  </a:cubicBezTo>
                  <a:cubicBezTo>
                    <a:pt x="22" y="20"/>
                    <a:pt x="32" y="10"/>
                    <a:pt x="44" y="6"/>
                  </a:cubicBezTo>
                  <a:cubicBezTo>
                    <a:pt x="47" y="5"/>
                    <a:pt x="47" y="5"/>
                    <a:pt x="47" y="5"/>
                  </a:cubicBezTo>
                  <a:cubicBezTo>
                    <a:pt x="45" y="0"/>
                    <a:pt x="45" y="0"/>
                    <a:pt x="45" y="0"/>
                  </a:cubicBezTo>
                  <a:cubicBezTo>
                    <a:pt x="0" y="14"/>
                    <a:pt x="0" y="14"/>
                    <a:pt x="0" y="14"/>
                  </a:cubicBezTo>
                  <a:cubicBezTo>
                    <a:pt x="106" y="357"/>
                    <a:pt x="106" y="357"/>
                    <a:pt x="106" y="357"/>
                  </a:cubicBezTo>
                  <a:lnTo>
                    <a:pt x="194" y="3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75"/>
            <p:cNvSpPr>
              <a:spLocks/>
            </p:cNvSpPr>
            <p:nvPr/>
          </p:nvSpPr>
          <p:spPr bwMode="auto">
            <a:xfrm>
              <a:off x="4926012" y="1354138"/>
              <a:ext cx="598487" cy="1036638"/>
            </a:xfrm>
            <a:custGeom>
              <a:avLst/>
              <a:gdLst>
                <a:gd name="T0" fmla="*/ 57 w 370"/>
                <a:gd name="T1" fmla="*/ 34 h 642"/>
                <a:gd name="T2" fmla="*/ 97 w 370"/>
                <a:gd name="T3" fmla="*/ 62 h 642"/>
                <a:gd name="T4" fmla="*/ 94 w 370"/>
                <a:gd name="T5" fmla="*/ 93 h 642"/>
                <a:gd name="T6" fmla="*/ 70 w 370"/>
                <a:gd name="T7" fmla="*/ 114 h 642"/>
                <a:gd name="T8" fmla="*/ 4 w 370"/>
                <a:gd name="T9" fmla="*/ 136 h 642"/>
                <a:gd name="T10" fmla="*/ 11 w 370"/>
                <a:gd name="T11" fmla="*/ 194 h 642"/>
                <a:gd name="T12" fmla="*/ 48 w 370"/>
                <a:gd name="T13" fmla="*/ 242 h 642"/>
                <a:gd name="T14" fmla="*/ 40 w 370"/>
                <a:gd name="T15" fmla="*/ 300 h 642"/>
                <a:gd name="T16" fmla="*/ 15 w 370"/>
                <a:gd name="T17" fmla="*/ 308 h 642"/>
                <a:gd name="T18" fmla="*/ 8 w 370"/>
                <a:gd name="T19" fmla="*/ 308 h 642"/>
                <a:gd name="T20" fmla="*/ 54 w 370"/>
                <a:gd name="T21" fmla="*/ 369 h 642"/>
                <a:gd name="T22" fmla="*/ 79 w 370"/>
                <a:gd name="T23" fmla="*/ 369 h 642"/>
                <a:gd name="T24" fmla="*/ 267 w 370"/>
                <a:gd name="T25" fmla="*/ 368 h 642"/>
                <a:gd name="T26" fmla="*/ 255 w 370"/>
                <a:gd name="T27" fmla="*/ 590 h 642"/>
                <a:gd name="T28" fmla="*/ 303 w 370"/>
                <a:gd name="T29" fmla="*/ 642 h 642"/>
                <a:gd name="T30" fmla="*/ 305 w 370"/>
                <a:gd name="T31" fmla="*/ 642 h 642"/>
                <a:gd name="T32" fmla="*/ 355 w 370"/>
                <a:gd name="T33" fmla="*/ 595 h 642"/>
                <a:gd name="T34" fmla="*/ 369 w 370"/>
                <a:gd name="T35" fmla="*/ 320 h 642"/>
                <a:gd name="T36" fmla="*/ 355 w 370"/>
                <a:gd name="T37" fmla="*/ 284 h 642"/>
                <a:gd name="T38" fmla="*/ 319 w 370"/>
                <a:gd name="T39" fmla="*/ 269 h 642"/>
                <a:gd name="T40" fmla="*/ 319 w 370"/>
                <a:gd name="T41" fmla="*/ 269 h 642"/>
                <a:gd name="T42" fmla="*/ 157 w 370"/>
                <a:gd name="T43" fmla="*/ 269 h 642"/>
                <a:gd name="T44" fmla="*/ 141 w 370"/>
                <a:gd name="T45" fmla="*/ 81 h 642"/>
                <a:gd name="T46" fmla="*/ 42 w 370"/>
                <a:gd name="T47" fmla="*/ 6 h 642"/>
                <a:gd name="T48" fmla="*/ 0 w 370"/>
                <a:gd name="T49" fmla="*/ 50 h 642"/>
                <a:gd name="T50" fmla="*/ 45 w 370"/>
                <a:gd name="T51" fmla="*/ 36 h 642"/>
                <a:gd name="T52" fmla="*/ 57 w 370"/>
                <a:gd name="T53" fmla="*/ 34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70" h="642">
                  <a:moveTo>
                    <a:pt x="57" y="34"/>
                  </a:moveTo>
                  <a:cubicBezTo>
                    <a:pt x="75" y="34"/>
                    <a:pt x="91" y="45"/>
                    <a:pt x="97" y="62"/>
                  </a:cubicBezTo>
                  <a:cubicBezTo>
                    <a:pt x="100" y="72"/>
                    <a:pt x="99" y="84"/>
                    <a:pt x="94" y="93"/>
                  </a:cubicBezTo>
                  <a:cubicBezTo>
                    <a:pt x="89" y="103"/>
                    <a:pt x="81" y="111"/>
                    <a:pt x="70" y="114"/>
                  </a:cubicBezTo>
                  <a:cubicBezTo>
                    <a:pt x="4" y="136"/>
                    <a:pt x="4" y="136"/>
                    <a:pt x="4" y="136"/>
                  </a:cubicBezTo>
                  <a:cubicBezTo>
                    <a:pt x="6" y="154"/>
                    <a:pt x="9" y="174"/>
                    <a:pt x="11" y="194"/>
                  </a:cubicBezTo>
                  <a:cubicBezTo>
                    <a:pt x="48" y="242"/>
                    <a:pt x="48" y="242"/>
                    <a:pt x="48" y="242"/>
                  </a:cubicBezTo>
                  <a:cubicBezTo>
                    <a:pt x="62" y="260"/>
                    <a:pt x="58" y="286"/>
                    <a:pt x="40" y="300"/>
                  </a:cubicBezTo>
                  <a:cubicBezTo>
                    <a:pt x="33" y="305"/>
                    <a:pt x="24" y="308"/>
                    <a:pt x="15" y="308"/>
                  </a:cubicBezTo>
                  <a:cubicBezTo>
                    <a:pt x="13" y="308"/>
                    <a:pt x="10" y="308"/>
                    <a:pt x="8" y="308"/>
                  </a:cubicBezTo>
                  <a:cubicBezTo>
                    <a:pt x="2" y="361"/>
                    <a:pt x="18" y="366"/>
                    <a:pt x="54" y="369"/>
                  </a:cubicBezTo>
                  <a:cubicBezTo>
                    <a:pt x="62" y="369"/>
                    <a:pt x="71" y="369"/>
                    <a:pt x="79" y="369"/>
                  </a:cubicBezTo>
                  <a:cubicBezTo>
                    <a:pt x="267" y="368"/>
                    <a:pt x="267" y="368"/>
                    <a:pt x="267" y="368"/>
                  </a:cubicBezTo>
                  <a:cubicBezTo>
                    <a:pt x="255" y="590"/>
                    <a:pt x="255" y="590"/>
                    <a:pt x="255" y="590"/>
                  </a:cubicBezTo>
                  <a:cubicBezTo>
                    <a:pt x="254" y="617"/>
                    <a:pt x="275" y="641"/>
                    <a:pt x="303" y="642"/>
                  </a:cubicBezTo>
                  <a:cubicBezTo>
                    <a:pt x="303" y="642"/>
                    <a:pt x="304" y="642"/>
                    <a:pt x="305" y="642"/>
                  </a:cubicBezTo>
                  <a:cubicBezTo>
                    <a:pt x="332" y="642"/>
                    <a:pt x="354" y="621"/>
                    <a:pt x="355" y="595"/>
                  </a:cubicBezTo>
                  <a:cubicBezTo>
                    <a:pt x="369" y="320"/>
                    <a:pt x="369" y="320"/>
                    <a:pt x="369" y="320"/>
                  </a:cubicBezTo>
                  <a:cubicBezTo>
                    <a:pt x="370" y="307"/>
                    <a:pt x="365" y="294"/>
                    <a:pt x="355" y="284"/>
                  </a:cubicBezTo>
                  <a:cubicBezTo>
                    <a:pt x="346" y="274"/>
                    <a:pt x="333" y="269"/>
                    <a:pt x="319" y="269"/>
                  </a:cubicBezTo>
                  <a:cubicBezTo>
                    <a:pt x="319" y="269"/>
                    <a:pt x="319" y="269"/>
                    <a:pt x="319" y="269"/>
                  </a:cubicBezTo>
                  <a:cubicBezTo>
                    <a:pt x="157" y="269"/>
                    <a:pt x="157" y="269"/>
                    <a:pt x="157" y="269"/>
                  </a:cubicBezTo>
                  <a:cubicBezTo>
                    <a:pt x="165" y="201"/>
                    <a:pt x="161" y="151"/>
                    <a:pt x="141" y="81"/>
                  </a:cubicBezTo>
                  <a:cubicBezTo>
                    <a:pt x="124" y="21"/>
                    <a:pt x="76" y="0"/>
                    <a:pt x="42" y="6"/>
                  </a:cubicBezTo>
                  <a:cubicBezTo>
                    <a:pt x="21" y="10"/>
                    <a:pt x="7" y="28"/>
                    <a:pt x="0" y="50"/>
                  </a:cubicBezTo>
                  <a:cubicBezTo>
                    <a:pt x="45" y="36"/>
                    <a:pt x="45" y="36"/>
                    <a:pt x="45" y="36"/>
                  </a:cubicBezTo>
                  <a:cubicBezTo>
                    <a:pt x="49" y="34"/>
                    <a:pt x="53" y="34"/>
                    <a:pt x="57"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76"/>
            <p:cNvSpPr>
              <a:spLocks/>
            </p:cNvSpPr>
            <p:nvPr/>
          </p:nvSpPr>
          <p:spPr bwMode="auto">
            <a:xfrm>
              <a:off x="5068887" y="1123951"/>
              <a:ext cx="304800" cy="306388"/>
            </a:xfrm>
            <a:custGeom>
              <a:avLst/>
              <a:gdLst>
                <a:gd name="T0" fmla="*/ 104 w 189"/>
                <a:gd name="T1" fmla="*/ 184 h 189"/>
                <a:gd name="T2" fmla="*/ 184 w 189"/>
                <a:gd name="T3" fmla="*/ 85 h 189"/>
                <a:gd name="T4" fmla="*/ 86 w 189"/>
                <a:gd name="T5" fmla="*/ 5 h 189"/>
                <a:gd name="T6" fmla="*/ 5 w 189"/>
                <a:gd name="T7" fmla="*/ 103 h 189"/>
                <a:gd name="T8" fmla="*/ 104 w 189"/>
                <a:gd name="T9" fmla="*/ 184 h 189"/>
              </a:gdLst>
              <a:ahLst/>
              <a:cxnLst>
                <a:cxn ang="0">
                  <a:pos x="T0" y="T1"/>
                </a:cxn>
                <a:cxn ang="0">
                  <a:pos x="T2" y="T3"/>
                </a:cxn>
                <a:cxn ang="0">
                  <a:pos x="T4" y="T5"/>
                </a:cxn>
                <a:cxn ang="0">
                  <a:pos x="T6" y="T7"/>
                </a:cxn>
                <a:cxn ang="0">
                  <a:pos x="T8" y="T9"/>
                </a:cxn>
              </a:cxnLst>
              <a:rect l="0" t="0" r="r" b="b"/>
              <a:pathLst>
                <a:path w="189" h="189">
                  <a:moveTo>
                    <a:pt x="104" y="184"/>
                  </a:moveTo>
                  <a:cubicBezTo>
                    <a:pt x="153" y="179"/>
                    <a:pt x="189" y="134"/>
                    <a:pt x="184" y="85"/>
                  </a:cubicBezTo>
                  <a:cubicBezTo>
                    <a:pt x="179" y="36"/>
                    <a:pt x="135" y="0"/>
                    <a:pt x="86" y="5"/>
                  </a:cubicBezTo>
                  <a:cubicBezTo>
                    <a:pt x="36" y="10"/>
                    <a:pt x="0" y="54"/>
                    <a:pt x="5" y="103"/>
                  </a:cubicBezTo>
                  <a:cubicBezTo>
                    <a:pt x="10" y="153"/>
                    <a:pt x="54" y="189"/>
                    <a:pt x="104" y="1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77"/>
            <p:cNvSpPr>
              <a:spLocks/>
            </p:cNvSpPr>
            <p:nvPr/>
          </p:nvSpPr>
          <p:spPr bwMode="auto">
            <a:xfrm>
              <a:off x="4718050" y="1417638"/>
              <a:ext cx="358775" cy="419100"/>
            </a:xfrm>
            <a:custGeom>
              <a:avLst/>
              <a:gdLst>
                <a:gd name="T0" fmla="*/ 3 w 222"/>
                <a:gd name="T1" fmla="*/ 76 h 260"/>
                <a:gd name="T2" fmla="*/ 8 w 222"/>
                <a:gd name="T3" fmla="*/ 105 h 260"/>
                <a:gd name="T4" fmla="*/ 119 w 222"/>
                <a:gd name="T5" fmla="*/ 248 h 260"/>
                <a:gd name="T6" fmla="*/ 144 w 222"/>
                <a:gd name="T7" fmla="*/ 260 h 260"/>
                <a:gd name="T8" fmla="*/ 164 w 222"/>
                <a:gd name="T9" fmla="*/ 253 h 260"/>
                <a:gd name="T10" fmla="*/ 169 w 222"/>
                <a:gd name="T11" fmla="*/ 208 h 260"/>
                <a:gd name="T12" fmla="*/ 86 w 222"/>
                <a:gd name="T13" fmla="*/ 102 h 260"/>
                <a:gd name="T14" fmla="*/ 196 w 222"/>
                <a:gd name="T15" fmla="*/ 66 h 260"/>
                <a:gd name="T16" fmla="*/ 217 w 222"/>
                <a:gd name="T17" fmla="*/ 26 h 260"/>
                <a:gd name="T18" fmla="*/ 177 w 222"/>
                <a:gd name="T19" fmla="*/ 5 h 260"/>
                <a:gd name="T20" fmla="*/ 23 w 222"/>
                <a:gd name="T21" fmla="*/ 55 h 260"/>
                <a:gd name="T22" fmla="*/ 3 w 222"/>
                <a:gd name="T23" fmla="*/ 76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2" h="260">
                  <a:moveTo>
                    <a:pt x="3" y="76"/>
                  </a:moveTo>
                  <a:cubicBezTo>
                    <a:pt x="0" y="86"/>
                    <a:pt x="2" y="97"/>
                    <a:pt x="8" y="105"/>
                  </a:cubicBezTo>
                  <a:cubicBezTo>
                    <a:pt x="119" y="248"/>
                    <a:pt x="119" y="248"/>
                    <a:pt x="119" y="248"/>
                  </a:cubicBezTo>
                  <a:cubicBezTo>
                    <a:pt x="125" y="256"/>
                    <a:pt x="135" y="260"/>
                    <a:pt x="144" y="260"/>
                  </a:cubicBezTo>
                  <a:cubicBezTo>
                    <a:pt x="151" y="260"/>
                    <a:pt x="158" y="258"/>
                    <a:pt x="164" y="253"/>
                  </a:cubicBezTo>
                  <a:cubicBezTo>
                    <a:pt x="178" y="242"/>
                    <a:pt x="180" y="222"/>
                    <a:pt x="169" y="208"/>
                  </a:cubicBezTo>
                  <a:cubicBezTo>
                    <a:pt x="86" y="102"/>
                    <a:pt x="86" y="102"/>
                    <a:pt x="86" y="102"/>
                  </a:cubicBezTo>
                  <a:cubicBezTo>
                    <a:pt x="196" y="66"/>
                    <a:pt x="196" y="66"/>
                    <a:pt x="196" y="66"/>
                  </a:cubicBezTo>
                  <a:cubicBezTo>
                    <a:pt x="213" y="61"/>
                    <a:pt x="222" y="43"/>
                    <a:pt x="217" y="26"/>
                  </a:cubicBezTo>
                  <a:cubicBezTo>
                    <a:pt x="211" y="9"/>
                    <a:pt x="193" y="0"/>
                    <a:pt x="177" y="5"/>
                  </a:cubicBezTo>
                  <a:cubicBezTo>
                    <a:pt x="23" y="55"/>
                    <a:pt x="23" y="55"/>
                    <a:pt x="23" y="55"/>
                  </a:cubicBezTo>
                  <a:cubicBezTo>
                    <a:pt x="13" y="59"/>
                    <a:pt x="6" y="66"/>
                    <a:pt x="3"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78"/>
            <p:cNvSpPr>
              <a:spLocks/>
            </p:cNvSpPr>
            <p:nvPr/>
          </p:nvSpPr>
          <p:spPr bwMode="auto">
            <a:xfrm>
              <a:off x="5359400" y="1306513"/>
              <a:ext cx="460375" cy="392113"/>
            </a:xfrm>
            <a:custGeom>
              <a:avLst/>
              <a:gdLst>
                <a:gd name="T0" fmla="*/ 279 w 285"/>
                <a:gd name="T1" fmla="*/ 5 h 242"/>
                <a:gd name="T2" fmla="*/ 267 w 285"/>
                <a:gd name="T3" fmla="*/ 1 h 242"/>
                <a:gd name="T4" fmla="*/ 257 w 285"/>
                <a:gd name="T5" fmla="*/ 6 h 242"/>
                <a:gd name="T6" fmla="*/ 187 w 285"/>
                <a:gd name="T7" fmla="*/ 212 h 242"/>
                <a:gd name="T8" fmla="*/ 187 w 285"/>
                <a:gd name="T9" fmla="*/ 214 h 242"/>
                <a:gd name="T10" fmla="*/ 9 w 285"/>
                <a:gd name="T11" fmla="*/ 214 h 242"/>
                <a:gd name="T12" fmla="*/ 0 w 285"/>
                <a:gd name="T13" fmla="*/ 221 h 242"/>
                <a:gd name="T14" fmla="*/ 0 w 285"/>
                <a:gd name="T15" fmla="*/ 233 h 242"/>
                <a:gd name="T16" fmla="*/ 9 w 285"/>
                <a:gd name="T17" fmla="*/ 242 h 242"/>
                <a:gd name="T18" fmla="*/ 226 w 285"/>
                <a:gd name="T19" fmla="*/ 242 h 242"/>
                <a:gd name="T20" fmla="*/ 232 w 285"/>
                <a:gd name="T21" fmla="*/ 233 h 242"/>
                <a:gd name="T22" fmla="*/ 232 w 285"/>
                <a:gd name="T23" fmla="*/ 221 h 242"/>
                <a:gd name="T24" fmla="*/ 226 w 285"/>
                <a:gd name="T25" fmla="*/ 214 h 242"/>
                <a:gd name="T26" fmla="*/ 216 w 285"/>
                <a:gd name="T27" fmla="*/ 214 h 242"/>
                <a:gd name="T28" fmla="*/ 284 w 285"/>
                <a:gd name="T29" fmla="*/ 16 h 242"/>
                <a:gd name="T30" fmla="*/ 279 w 285"/>
                <a:gd name="T31" fmla="*/ 5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5" h="242">
                  <a:moveTo>
                    <a:pt x="279" y="5"/>
                  </a:moveTo>
                  <a:cubicBezTo>
                    <a:pt x="267" y="1"/>
                    <a:pt x="267" y="1"/>
                    <a:pt x="267" y="1"/>
                  </a:cubicBezTo>
                  <a:cubicBezTo>
                    <a:pt x="263" y="0"/>
                    <a:pt x="258" y="2"/>
                    <a:pt x="257" y="6"/>
                  </a:cubicBezTo>
                  <a:cubicBezTo>
                    <a:pt x="187" y="212"/>
                    <a:pt x="187" y="212"/>
                    <a:pt x="187" y="212"/>
                  </a:cubicBezTo>
                  <a:cubicBezTo>
                    <a:pt x="187" y="212"/>
                    <a:pt x="187" y="214"/>
                    <a:pt x="187" y="214"/>
                  </a:cubicBezTo>
                  <a:cubicBezTo>
                    <a:pt x="9" y="214"/>
                    <a:pt x="9" y="214"/>
                    <a:pt x="9" y="214"/>
                  </a:cubicBezTo>
                  <a:cubicBezTo>
                    <a:pt x="5" y="214"/>
                    <a:pt x="0" y="216"/>
                    <a:pt x="0" y="221"/>
                  </a:cubicBezTo>
                  <a:cubicBezTo>
                    <a:pt x="0" y="233"/>
                    <a:pt x="0" y="233"/>
                    <a:pt x="0" y="233"/>
                  </a:cubicBezTo>
                  <a:cubicBezTo>
                    <a:pt x="0" y="237"/>
                    <a:pt x="5" y="242"/>
                    <a:pt x="9" y="242"/>
                  </a:cubicBezTo>
                  <a:cubicBezTo>
                    <a:pt x="226" y="242"/>
                    <a:pt x="226" y="242"/>
                    <a:pt x="226" y="242"/>
                  </a:cubicBezTo>
                  <a:cubicBezTo>
                    <a:pt x="230" y="242"/>
                    <a:pt x="232" y="237"/>
                    <a:pt x="232" y="233"/>
                  </a:cubicBezTo>
                  <a:cubicBezTo>
                    <a:pt x="232" y="221"/>
                    <a:pt x="232" y="221"/>
                    <a:pt x="232" y="221"/>
                  </a:cubicBezTo>
                  <a:cubicBezTo>
                    <a:pt x="232" y="216"/>
                    <a:pt x="230" y="214"/>
                    <a:pt x="226" y="214"/>
                  </a:cubicBezTo>
                  <a:cubicBezTo>
                    <a:pt x="216" y="214"/>
                    <a:pt x="216" y="214"/>
                    <a:pt x="216" y="214"/>
                  </a:cubicBezTo>
                  <a:cubicBezTo>
                    <a:pt x="284" y="16"/>
                    <a:pt x="284" y="16"/>
                    <a:pt x="284" y="16"/>
                  </a:cubicBezTo>
                  <a:cubicBezTo>
                    <a:pt x="285" y="12"/>
                    <a:pt x="283" y="7"/>
                    <a:pt x="279"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79"/>
            <p:cNvSpPr>
              <a:spLocks/>
            </p:cNvSpPr>
            <p:nvPr/>
          </p:nvSpPr>
          <p:spPr bwMode="auto">
            <a:xfrm>
              <a:off x="5256212" y="1711326"/>
              <a:ext cx="742950" cy="677863"/>
            </a:xfrm>
            <a:custGeom>
              <a:avLst/>
              <a:gdLst>
                <a:gd name="T0" fmla="*/ 431 w 468"/>
                <a:gd name="T1" fmla="*/ 427 h 427"/>
                <a:gd name="T2" fmla="*/ 431 w 468"/>
                <a:gd name="T3" fmla="*/ 32 h 427"/>
                <a:gd name="T4" fmla="*/ 468 w 468"/>
                <a:gd name="T5" fmla="*/ 32 h 427"/>
                <a:gd name="T6" fmla="*/ 468 w 468"/>
                <a:gd name="T7" fmla="*/ 0 h 427"/>
                <a:gd name="T8" fmla="*/ 0 w 468"/>
                <a:gd name="T9" fmla="*/ 0 h 427"/>
                <a:gd name="T10" fmla="*/ 0 w 468"/>
                <a:gd name="T11" fmla="*/ 32 h 427"/>
                <a:gd name="T12" fmla="*/ 403 w 468"/>
                <a:gd name="T13" fmla="*/ 32 h 427"/>
                <a:gd name="T14" fmla="*/ 403 w 468"/>
                <a:gd name="T15" fmla="*/ 427 h 427"/>
                <a:gd name="T16" fmla="*/ 431 w 468"/>
                <a:gd name="T17" fmla="*/ 427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8" h="427">
                  <a:moveTo>
                    <a:pt x="431" y="427"/>
                  </a:moveTo>
                  <a:lnTo>
                    <a:pt x="431" y="32"/>
                  </a:lnTo>
                  <a:lnTo>
                    <a:pt x="468" y="32"/>
                  </a:lnTo>
                  <a:lnTo>
                    <a:pt x="468" y="0"/>
                  </a:lnTo>
                  <a:lnTo>
                    <a:pt x="0" y="0"/>
                  </a:lnTo>
                  <a:lnTo>
                    <a:pt x="0" y="32"/>
                  </a:lnTo>
                  <a:lnTo>
                    <a:pt x="403" y="32"/>
                  </a:lnTo>
                  <a:lnTo>
                    <a:pt x="403" y="427"/>
                  </a:lnTo>
                  <a:lnTo>
                    <a:pt x="431" y="4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80"/>
            <p:cNvSpPr>
              <a:spLocks/>
            </p:cNvSpPr>
            <p:nvPr/>
          </p:nvSpPr>
          <p:spPr bwMode="auto">
            <a:xfrm>
              <a:off x="4521200" y="1843088"/>
              <a:ext cx="174625" cy="100013"/>
            </a:xfrm>
            <a:custGeom>
              <a:avLst/>
              <a:gdLst>
                <a:gd name="T0" fmla="*/ 67 w 110"/>
                <a:gd name="T1" fmla="*/ 39 h 63"/>
                <a:gd name="T2" fmla="*/ 49 w 110"/>
                <a:gd name="T3" fmla="*/ 21 h 63"/>
                <a:gd name="T4" fmla="*/ 110 w 110"/>
                <a:gd name="T5" fmla="*/ 3 h 63"/>
                <a:gd name="T6" fmla="*/ 108 w 110"/>
                <a:gd name="T7" fmla="*/ 0 h 63"/>
                <a:gd name="T8" fmla="*/ 34 w 110"/>
                <a:gd name="T9" fmla="*/ 13 h 63"/>
                <a:gd name="T10" fmla="*/ 52 w 110"/>
                <a:gd name="T11" fmla="*/ 36 h 63"/>
                <a:gd name="T12" fmla="*/ 0 w 110"/>
                <a:gd name="T13" fmla="*/ 52 h 63"/>
                <a:gd name="T14" fmla="*/ 4 w 110"/>
                <a:gd name="T15" fmla="*/ 63 h 63"/>
                <a:gd name="T16" fmla="*/ 67 w 110"/>
                <a:gd name="T17" fmla="*/ 39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 h="63">
                  <a:moveTo>
                    <a:pt x="67" y="39"/>
                  </a:moveTo>
                  <a:lnTo>
                    <a:pt x="49" y="21"/>
                  </a:lnTo>
                  <a:lnTo>
                    <a:pt x="110" y="3"/>
                  </a:lnTo>
                  <a:lnTo>
                    <a:pt x="108" y="0"/>
                  </a:lnTo>
                  <a:lnTo>
                    <a:pt x="34" y="13"/>
                  </a:lnTo>
                  <a:lnTo>
                    <a:pt x="52" y="36"/>
                  </a:lnTo>
                  <a:lnTo>
                    <a:pt x="0" y="52"/>
                  </a:lnTo>
                  <a:lnTo>
                    <a:pt x="4" y="63"/>
                  </a:lnTo>
                  <a:lnTo>
                    <a:pt x="67"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81"/>
            <p:cNvSpPr>
              <a:spLocks/>
            </p:cNvSpPr>
            <p:nvPr/>
          </p:nvSpPr>
          <p:spPr bwMode="auto">
            <a:xfrm>
              <a:off x="4530725" y="1773238"/>
              <a:ext cx="165100" cy="52388"/>
            </a:xfrm>
            <a:custGeom>
              <a:avLst/>
              <a:gdLst>
                <a:gd name="T0" fmla="*/ 52 w 104"/>
                <a:gd name="T1" fmla="*/ 12 h 33"/>
                <a:gd name="T2" fmla="*/ 104 w 104"/>
                <a:gd name="T3" fmla="*/ 24 h 33"/>
                <a:gd name="T4" fmla="*/ 104 w 104"/>
                <a:gd name="T5" fmla="*/ 22 h 33"/>
                <a:gd name="T6" fmla="*/ 43 w 104"/>
                <a:gd name="T7" fmla="*/ 0 h 33"/>
                <a:gd name="T8" fmla="*/ 48 w 104"/>
                <a:gd name="T9" fmla="*/ 24 h 33"/>
                <a:gd name="T10" fmla="*/ 2 w 104"/>
                <a:gd name="T11" fmla="*/ 14 h 33"/>
                <a:gd name="T12" fmla="*/ 0 w 104"/>
                <a:gd name="T13" fmla="*/ 24 h 33"/>
                <a:gd name="T14" fmla="*/ 57 w 104"/>
                <a:gd name="T15" fmla="*/ 33 h 33"/>
                <a:gd name="T16" fmla="*/ 52 w 104"/>
                <a:gd name="T17" fmla="*/ 1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33">
                  <a:moveTo>
                    <a:pt x="52" y="12"/>
                  </a:moveTo>
                  <a:lnTo>
                    <a:pt x="104" y="24"/>
                  </a:lnTo>
                  <a:lnTo>
                    <a:pt x="104" y="22"/>
                  </a:lnTo>
                  <a:lnTo>
                    <a:pt x="43" y="0"/>
                  </a:lnTo>
                  <a:lnTo>
                    <a:pt x="48" y="24"/>
                  </a:lnTo>
                  <a:lnTo>
                    <a:pt x="2" y="14"/>
                  </a:lnTo>
                  <a:lnTo>
                    <a:pt x="0" y="24"/>
                  </a:lnTo>
                  <a:lnTo>
                    <a:pt x="57" y="33"/>
                  </a:lnTo>
                  <a:lnTo>
                    <a:pt x="52"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82"/>
            <p:cNvSpPr>
              <a:spLocks/>
            </p:cNvSpPr>
            <p:nvPr/>
          </p:nvSpPr>
          <p:spPr bwMode="auto">
            <a:xfrm>
              <a:off x="4622800" y="1874838"/>
              <a:ext cx="103187" cy="134938"/>
            </a:xfrm>
            <a:custGeom>
              <a:avLst/>
              <a:gdLst>
                <a:gd name="T0" fmla="*/ 64 w 65"/>
                <a:gd name="T1" fmla="*/ 0 h 85"/>
                <a:gd name="T2" fmla="*/ 13 w 65"/>
                <a:gd name="T3" fmla="*/ 36 h 85"/>
                <a:gd name="T4" fmla="*/ 34 w 65"/>
                <a:gd name="T5" fmla="*/ 46 h 85"/>
                <a:gd name="T6" fmla="*/ 0 w 65"/>
                <a:gd name="T7" fmla="*/ 78 h 85"/>
                <a:gd name="T8" fmla="*/ 8 w 65"/>
                <a:gd name="T9" fmla="*/ 85 h 85"/>
                <a:gd name="T10" fmla="*/ 47 w 65"/>
                <a:gd name="T11" fmla="*/ 44 h 85"/>
                <a:gd name="T12" fmla="*/ 26 w 65"/>
                <a:gd name="T13" fmla="*/ 36 h 85"/>
                <a:gd name="T14" fmla="*/ 65 w 65"/>
                <a:gd name="T15" fmla="*/ 2 h 85"/>
                <a:gd name="T16" fmla="*/ 64 w 65"/>
                <a:gd name="T17"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85">
                  <a:moveTo>
                    <a:pt x="64" y="0"/>
                  </a:moveTo>
                  <a:lnTo>
                    <a:pt x="13" y="36"/>
                  </a:lnTo>
                  <a:lnTo>
                    <a:pt x="34" y="46"/>
                  </a:lnTo>
                  <a:lnTo>
                    <a:pt x="0" y="78"/>
                  </a:lnTo>
                  <a:lnTo>
                    <a:pt x="8" y="85"/>
                  </a:lnTo>
                  <a:lnTo>
                    <a:pt x="47" y="44"/>
                  </a:lnTo>
                  <a:lnTo>
                    <a:pt x="26" y="36"/>
                  </a:lnTo>
                  <a:lnTo>
                    <a:pt x="65" y="2"/>
                  </a:lnTo>
                  <a:lnTo>
                    <a:pt x="6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83"/>
            <p:cNvSpPr>
              <a:spLocks noEditPoints="1"/>
            </p:cNvSpPr>
            <p:nvPr/>
          </p:nvSpPr>
          <p:spPr bwMode="auto">
            <a:xfrm>
              <a:off x="5546725" y="728663"/>
              <a:ext cx="406400" cy="406400"/>
            </a:xfrm>
            <a:custGeom>
              <a:avLst/>
              <a:gdLst>
                <a:gd name="T0" fmla="*/ 126 w 252"/>
                <a:gd name="T1" fmla="*/ 252 h 252"/>
                <a:gd name="T2" fmla="*/ 252 w 252"/>
                <a:gd name="T3" fmla="*/ 126 h 252"/>
                <a:gd name="T4" fmla="*/ 126 w 252"/>
                <a:gd name="T5" fmla="*/ 0 h 252"/>
                <a:gd name="T6" fmla="*/ 0 w 252"/>
                <a:gd name="T7" fmla="*/ 126 h 252"/>
                <a:gd name="T8" fmla="*/ 126 w 252"/>
                <a:gd name="T9" fmla="*/ 252 h 252"/>
                <a:gd name="T10" fmla="*/ 126 w 252"/>
                <a:gd name="T11" fmla="*/ 16 h 252"/>
                <a:gd name="T12" fmla="*/ 236 w 252"/>
                <a:gd name="T13" fmla="*/ 126 h 252"/>
                <a:gd name="T14" fmla="*/ 126 w 252"/>
                <a:gd name="T15" fmla="*/ 236 h 252"/>
                <a:gd name="T16" fmla="*/ 16 w 252"/>
                <a:gd name="T17" fmla="*/ 126 h 252"/>
                <a:gd name="T18" fmla="*/ 126 w 252"/>
                <a:gd name="T19" fmla="*/ 1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2" h="252">
                  <a:moveTo>
                    <a:pt x="126" y="252"/>
                  </a:moveTo>
                  <a:cubicBezTo>
                    <a:pt x="195" y="252"/>
                    <a:pt x="252" y="195"/>
                    <a:pt x="252" y="126"/>
                  </a:cubicBezTo>
                  <a:cubicBezTo>
                    <a:pt x="252" y="56"/>
                    <a:pt x="195" y="0"/>
                    <a:pt x="126" y="0"/>
                  </a:cubicBezTo>
                  <a:cubicBezTo>
                    <a:pt x="56" y="0"/>
                    <a:pt x="0" y="56"/>
                    <a:pt x="0" y="126"/>
                  </a:cubicBezTo>
                  <a:cubicBezTo>
                    <a:pt x="0" y="195"/>
                    <a:pt x="56" y="252"/>
                    <a:pt x="126" y="252"/>
                  </a:cubicBezTo>
                  <a:close/>
                  <a:moveTo>
                    <a:pt x="126" y="16"/>
                  </a:moveTo>
                  <a:cubicBezTo>
                    <a:pt x="186" y="16"/>
                    <a:pt x="236" y="65"/>
                    <a:pt x="236" y="126"/>
                  </a:cubicBezTo>
                  <a:cubicBezTo>
                    <a:pt x="236" y="186"/>
                    <a:pt x="186" y="236"/>
                    <a:pt x="126" y="236"/>
                  </a:cubicBezTo>
                  <a:cubicBezTo>
                    <a:pt x="65" y="236"/>
                    <a:pt x="16" y="186"/>
                    <a:pt x="16" y="126"/>
                  </a:cubicBezTo>
                  <a:cubicBezTo>
                    <a:pt x="16" y="65"/>
                    <a:pt x="65" y="16"/>
                    <a:pt x="126"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84"/>
            <p:cNvSpPr>
              <a:spLocks/>
            </p:cNvSpPr>
            <p:nvPr/>
          </p:nvSpPr>
          <p:spPr bwMode="auto">
            <a:xfrm>
              <a:off x="5661025" y="819151"/>
              <a:ext cx="117475" cy="246063"/>
            </a:xfrm>
            <a:custGeom>
              <a:avLst/>
              <a:gdLst>
                <a:gd name="T0" fmla="*/ 13 w 72"/>
                <a:gd name="T1" fmla="*/ 152 h 152"/>
                <a:gd name="T2" fmla="*/ 70 w 72"/>
                <a:gd name="T3" fmla="*/ 78 h 152"/>
                <a:gd name="T4" fmla="*/ 71 w 72"/>
                <a:gd name="T5" fmla="*/ 71 h 152"/>
                <a:gd name="T6" fmla="*/ 49 w 72"/>
                <a:gd name="T7" fmla="*/ 0 h 152"/>
                <a:gd name="T8" fmla="*/ 34 w 72"/>
                <a:gd name="T9" fmla="*/ 5 h 152"/>
                <a:gd name="T10" fmla="*/ 54 w 72"/>
                <a:gd name="T11" fmla="*/ 72 h 152"/>
                <a:gd name="T12" fmla="*/ 0 w 72"/>
                <a:gd name="T13" fmla="*/ 143 h 152"/>
                <a:gd name="T14" fmla="*/ 13 w 72"/>
                <a:gd name="T15" fmla="*/ 152 h 1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2" h="152">
                  <a:moveTo>
                    <a:pt x="13" y="152"/>
                  </a:moveTo>
                  <a:cubicBezTo>
                    <a:pt x="70" y="78"/>
                    <a:pt x="70" y="78"/>
                    <a:pt x="70" y="78"/>
                  </a:cubicBezTo>
                  <a:cubicBezTo>
                    <a:pt x="71" y="76"/>
                    <a:pt x="72" y="73"/>
                    <a:pt x="71" y="71"/>
                  </a:cubicBezTo>
                  <a:cubicBezTo>
                    <a:pt x="49" y="0"/>
                    <a:pt x="49" y="0"/>
                    <a:pt x="49" y="0"/>
                  </a:cubicBezTo>
                  <a:cubicBezTo>
                    <a:pt x="34" y="5"/>
                    <a:pt x="34" y="5"/>
                    <a:pt x="34" y="5"/>
                  </a:cubicBezTo>
                  <a:cubicBezTo>
                    <a:pt x="54" y="72"/>
                    <a:pt x="54" y="72"/>
                    <a:pt x="54" y="72"/>
                  </a:cubicBezTo>
                  <a:cubicBezTo>
                    <a:pt x="0" y="143"/>
                    <a:pt x="0" y="143"/>
                    <a:pt x="0" y="143"/>
                  </a:cubicBezTo>
                  <a:lnTo>
                    <a:pt x="13"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85"/>
            <p:cNvSpPr>
              <a:spLocks/>
            </p:cNvSpPr>
            <p:nvPr/>
          </p:nvSpPr>
          <p:spPr bwMode="auto">
            <a:xfrm>
              <a:off x="4699000" y="852488"/>
              <a:ext cx="55562" cy="74613"/>
            </a:xfrm>
            <a:custGeom>
              <a:avLst/>
              <a:gdLst>
                <a:gd name="T0" fmla="*/ 4 w 35"/>
                <a:gd name="T1" fmla="*/ 46 h 46"/>
                <a:gd name="T2" fmla="*/ 9 w 35"/>
                <a:gd name="T3" fmla="*/ 45 h 46"/>
                <a:gd name="T4" fmla="*/ 25 w 35"/>
                <a:gd name="T5" fmla="*/ 43 h 46"/>
                <a:gd name="T6" fmla="*/ 27 w 35"/>
                <a:gd name="T7" fmla="*/ 43 h 46"/>
                <a:gd name="T8" fmla="*/ 30 w 35"/>
                <a:gd name="T9" fmla="*/ 43 h 46"/>
                <a:gd name="T10" fmla="*/ 33 w 35"/>
                <a:gd name="T11" fmla="*/ 42 h 46"/>
                <a:gd name="T12" fmla="*/ 35 w 35"/>
                <a:gd name="T13" fmla="*/ 38 h 46"/>
                <a:gd name="T14" fmla="*/ 34 w 35"/>
                <a:gd name="T15" fmla="*/ 36 h 46"/>
                <a:gd name="T16" fmla="*/ 32 w 35"/>
                <a:gd name="T17" fmla="*/ 35 h 46"/>
                <a:gd name="T18" fmla="*/ 30 w 35"/>
                <a:gd name="T19" fmla="*/ 35 h 46"/>
                <a:gd name="T20" fmla="*/ 20 w 35"/>
                <a:gd name="T21" fmla="*/ 36 h 46"/>
                <a:gd name="T22" fmla="*/ 15 w 35"/>
                <a:gd name="T23" fmla="*/ 37 h 46"/>
                <a:gd name="T24" fmla="*/ 9 w 35"/>
                <a:gd name="T25" fmla="*/ 38 h 46"/>
                <a:gd name="T26" fmla="*/ 9 w 35"/>
                <a:gd name="T27" fmla="*/ 37 h 46"/>
                <a:gd name="T28" fmla="*/ 10 w 35"/>
                <a:gd name="T29" fmla="*/ 24 h 46"/>
                <a:gd name="T30" fmla="*/ 12 w 35"/>
                <a:gd name="T31" fmla="*/ 8 h 46"/>
                <a:gd name="T32" fmla="*/ 13 w 35"/>
                <a:gd name="T33" fmla="*/ 4 h 46"/>
                <a:gd name="T34" fmla="*/ 12 w 35"/>
                <a:gd name="T35" fmla="*/ 2 h 46"/>
                <a:gd name="T36" fmla="*/ 9 w 35"/>
                <a:gd name="T37" fmla="*/ 0 h 46"/>
                <a:gd name="T38" fmla="*/ 7 w 35"/>
                <a:gd name="T39" fmla="*/ 1 h 46"/>
                <a:gd name="T40" fmla="*/ 5 w 35"/>
                <a:gd name="T41" fmla="*/ 3 h 46"/>
                <a:gd name="T42" fmla="*/ 5 w 35"/>
                <a:gd name="T43" fmla="*/ 8 h 46"/>
                <a:gd name="T44" fmla="*/ 2 w 35"/>
                <a:gd name="T45" fmla="*/ 33 h 46"/>
                <a:gd name="T46" fmla="*/ 1 w 35"/>
                <a:gd name="T47" fmla="*/ 39 h 46"/>
                <a:gd name="T48" fmla="*/ 0 w 35"/>
                <a:gd name="T49" fmla="*/ 42 h 46"/>
                <a:gd name="T50" fmla="*/ 1 w 35"/>
                <a:gd name="T51" fmla="*/ 45 h 46"/>
                <a:gd name="T52" fmla="*/ 4 w 35"/>
                <a:gd name="T53"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 h="46">
                  <a:moveTo>
                    <a:pt x="4" y="46"/>
                  </a:moveTo>
                  <a:cubicBezTo>
                    <a:pt x="5" y="46"/>
                    <a:pt x="7" y="46"/>
                    <a:pt x="9" y="45"/>
                  </a:cubicBezTo>
                  <a:cubicBezTo>
                    <a:pt x="14" y="43"/>
                    <a:pt x="19" y="43"/>
                    <a:pt x="25" y="43"/>
                  </a:cubicBezTo>
                  <a:cubicBezTo>
                    <a:pt x="25" y="43"/>
                    <a:pt x="26" y="43"/>
                    <a:pt x="27" y="43"/>
                  </a:cubicBezTo>
                  <a:cubicBezTo>
                    <a:pt x="28" y="43"/>
                    <a:pt x="29" y="43"/>
                    <a:pt x="30" y="43"/>
                  </a:cubicBezTo>
                  <a:cubicBezTo>
                    <a:pt x="31" y="43"/>
                    <a:pt x="32" y="42"/>
                    <a:pt x="33" y="42"/>
                  </a:cubicBezTo>
                  <a:cubicBezTo>
                    <a:pt x="34" y="41"/>
                    <a:pt x="35" y="40"/>
                    <a:pt x="35" y="38"/>
                  </a:cubicBezTo>
                  <a:cubicBezTo>
                    <a:pt x="35" y="38"/>
                    <a:pt x="35" y="37"/>
                    <a:pt x="34" y="36"/>
                  </a:cubicBezTo>
                  <a:cubicBezTo>
                    <a:pt x="33" y="35"/>
                    <a:pt x="33" y="35"/>
                    <a:pt x="32" y="35"/>
                  </a:cubicBezTo>
                  <a:cubicBezTo>
                    <a:pt x="31" y="35"/>
                    <a:pt x="31" y="35"/>
                    <a:pt x="30" y="35"/>
                  </a:cubicBezTo>
                  <a:cubicBezTo>
                    <a:pt x="28" y="36"/>
                    <a:pt x="25" y="36"/>
                    <a:pt x="20" y="36"/>
                  </a:cubicBezTo>
                  <a:cubicBezTo>
                    <a:pt x="19" y="36"/>
                    <a:pt x="17" y="37"/>
                    <a:pt x="15" y="37"/>
                  </a:cubicBezTo>
                  <a:cubicBezTo>
                    <a:pt x="12" y="37"/>
                    <a:pt x="10" y="38"/>
                    <a:pt x="9" y="38"/>
                  </a:cubicBezTo>
                  <a:cubicBezTo>
                    <a:pt x="9" y="38"/>
                    <a:pt x="9" y="37"/>
                    <a:pt x="9" y="37"/>
                  </a:cubicBezTo>
                  <a:cubicBezTo>
                    <a:pt x="9" y="36"/>
                    <a:pt x="9" y="32"/>
                    <a:pt x="10" y="24"/>
                  </a:cubicBezTo>
                  <a:cubicBezTo>
                    <a:pt x="11" y="16"/>
                    <a:pt x="12" y="11"/>
                    <a:pt x="12" y="8"/>
                  </a:cubicBezTo>
                  <a:cubicBezTo>
                    <a:pt x="13" y="6"/>
                    <a:pt x="13" y="5"/>
                    <a:pt x="13" y="4"/>
                  </a:cubicBezTo>
                  <a:cubicBezTo>
                    <a:pt x="13" y="3"/>
                    <a:pt x="13" y="2"/>
                    <a:pt x="12" y="2"/>
                  </a:cubicBezTo>
                  <a:cubicBezTo>
                    <a:pt x="11" y="1"/>
                    <a:pt x="10" y="0"/>
                    <a:pt x="9" y="0"/>
                  </a:cubicBezTo>
                  <a:cubicBezTo>
                    <a:pt x="8" y="0"/>
                    <a:pt x="7" y="1"/>
                    <a:pt x="7" y="1"/>
                  </a:cubicBezTo>
                  <a:cubicBezTo>
                    <a:pt x="6" y="2"/>
                    <a:pt x="5" y="2"/>
                    <a:pt x="5" y="3"/>
                  </a:cubicBezTo>
                  <a:cubicBezTo>
                    <a:pt x="5" y="4"/>
                    <a:pt x="5" y="5"/>
                    <a:pt x="5" y="8"/>
                  </a:cubicBezTo>
                  <a:cubicBezTo>
                    <a:pt x="2" y="33"/>
                    <a:pt x="2" y="33"/>
                    <a:pt x="2" y="33"/>
                  </a:cubicBezTo>
                  <a:cubicBezTo>
                    <a:pt x="2" y="35"/>
                    <a:pt x="1" y="37"/>
                    <a:pt x="1" y="39"/>
                  </a:cubicBezTo>
                  <a:cubicBezTo>
                    <a:pt x="0" y="40"/>
                    <a:pt x="0" y="41"/>
                    <a:pt x="0" y="42"/>
                  </a:cubicBezTo>
                  <a:cubicBezTo>
                    <a:pt x="0" y="43"/>
                    <a:pt x="1" y="44"/>
                    <a:pt x="1" y="45"/>
                  </a:cubicBezTo>
                  <a:cubicBezTo>
                    <a:pt x="2" y="46"/>
                    <a:pt x="3" y="46"/>
                    <a:pt x="4"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86"/>
            <p:cNvSpPr>
              <a:spLocks noEditPoints="1"/>
            </p:cNvSpPr>
            <p:nvPr/>
          </p:nvSpPr>
          <p:spPr bwMode="auto">
            <a:xfrm>
              <a:off x="4760912" y="873126"/>
              <a:ext cx="49212" cy="53975"/>
            </a:xfrm>
            <a:custGeom>
              <a:avLst/>
              <a:gdLst>
                <a:gd name="T0" fmla="*/ 10 w 30"/>
                <a:gd name="T1" fmla="*/ 34 h 34"/>
                <a:gd name="T2" fmla="*/ 22 w 30"/>
                <a:gd name="T3" fmla="*/ 29 h 34"/>
                <a:gd name="T4" fmla="*/ 30 w 30"/>
                <a:gd name="T5" fmla="*/ 17 h 34"/>
                <a:gd name="T6" fmla="*/ 30 w 30"/>
                <a:gd name="T7" fmla="*/ 17 h 34"/>
                <a:gd name="T8" fmla="*/ 30 w 30"/>
                <a:gd name="T9" fmla="*/ 13 h 34"/>
                <a:gd name="T10" fmla="*/ 27 w 30"/>
                <a:gd name="T11" fmla="*/ 3 h 34"/>
                <a:gd name="T12" fmla="*/ 18 w 30"/>
                <a:gd name="T13" fmla="*/ 0 h 34"/>
                <a:gd name="T14" fmla="*/ 5 w 30"/>
                <a:gd name="T15" fmla="*/ 7 h 34"/>
                <a:gd name="T16" fmla="*/ 0 w 30"/>
                <a:gd name="T17" fmla="*/ 22 h 34"/>
                <a:gd name="T18" fmla="*/ 3 w 30"/>
                <a:gd name="T19" fmla="*/ 30 h 34"/>
                <a:gd name="T20" fmla="*/ 10 w 30"/>
                <a:gd name="T21" fmla="*/ 34 h 34"/>
                <a:gd name="T22" fmla="*/ 9 w 30"/>
                <a:gd name="T23" fmla="*/ 13 h 34"/>
                <a:gd name="T24" fmla="*/ 13 w 30"/>
                <a:gd name="T25" fmla="*/ 7 h 34"/>
                <a:gd name="T26" fmla="*/ 14 w 30"/>
                <a:gd name="T27" fmla="*/ 7 h 34"/>
                <a:gd name="T28" fmla="*/ 18 w 30"/>
                <a:gd name="T29" fmla="*/ 6 h 34"/>
                <a:gd name="T30" fmla="*/ 21 w 30"/>
                <a:gd name="T31" fmla="*/ 8 h 34"/>
                <a:gd name="T32" fmla="*/ 22 w 30"/>
                <a:gd name="T33" fmla="*/ 13 h 34"/>
                <a:gd name="T34" fmla="*/ 18 w 30"/>
                <a:gd name="T35" fmla="*/ 23 h 34"/>
                <a:gd name="T36" fmla="*/ 11 w 30"/>
                <a:gd name="T37" fmla="*/ 27 h 34"/>
                <a:gd name="T38" fmla="*/ 8 w 30"/>
                <a:gd name="T39" fmla="*/ 26 h 34"/>
                <a:gd name="T40" fmla="*/ 7 w 30"/>
                <a:gd name="T41" fmla="*/ 22 h 34"/>
                <a:gd name="T42" fmla="*/ 9 w 30"/>
                <a:gd name="T43" fmla="*/ 1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 h="34">
                  <a:moveTo>
                    <a:pt x="10" y="34"/>
                  </a:moveTo>
                  <a:cubicBezTo>
                    <a:pt x="14" y="34"/>
                    <a:pt x="18" y="32"/>
                    <a:pt x="22" y="29"/>
                  </a:cubicBezTo>
                  <a:cubicBezTo>
                    <a:pt x="26" y="26"/>
                    <a:pt x="26" y="22"/>
                    <a:pt x="30" y="17"/>
                  </a:cubicBezTo>
                  <a:cubicBezTo>
                    <a:pt x="30" y="17"/>
                    <a:pt x="30" y="17"/>
                    <a:pt x="30" y="17"/>
                  </a:cubicBezTo>
                  <a:cubicBezTo>
                    <a:pt x="30" y="16"/>
                    <a:pt x="30" y="14"/>
                    <a:pt x="30" y="13"/>
                  </a:cubicBezTo>
                  <a:cubicBezTo>
                    <a:pt x="30" y="9"/>
                    <a:pt x="29" y="6"/>
                    <a:pt x="27" y="3"/>
                  </a:cubicBezTo>
                  <a:cubicBezTo>
                    <a:pt x="25" y="1"/>
                    <a:pt x="22" y="0"/>
                    <a:pt x="18" y="0"/>
                  </a:cubicBezTo>
                  <a:cubicBezTo>
                    <a:pt x="13" y="0"/>
                    <a:pt x="9" y="2"/>
                    <a:pt x="5" y="7"/>
                  </a:cubicBezTo>
                  <a:cubicBezTo>
                    <a:pt x="2" y="12"/>
                    <a:pt x="0" y="17"/>
                    <a:pt x="0" y="22"/>
                  </a:cubicBezTo>
                  <a:cubicBezTo>
                    <a:pt x="0" y="26"/>
                    <a:pt x="1" y="28"/>
                    <a:pt x="3" y="30"/>
                  </a:cubicBezTo>
                  <a:cubicBezTo>
                    <a:pt x="5" y="33"/>
                    <a:pt x="7" y="34"/>
                    <a:pt x="10" y="34"/>
                  </a:cubicBezTo>
                  <a:close/>
                  <a:moveTo>
                    <a:pt x="9" y="13"/>
                  </a:moveTo>
                  <a:cubicBezTo>
                    <a:pt x="11" y="11"/>
                    <a:pt x="12" y="7"/>
                    <a:pt x="13" y="7"/>
                  </a:cubicBezTo>
                  <a:cubicBezTo>
                    <a:pt x="14" y="7"/>
                    <a:pt x="14" y="7"/>
                    <a:pt x="14" y="7"/>
                  </a:cubicBezTo>
                  <a:cubicBezTo>
                    <a:pt x="15" y="7"/>
                    <a:pt x="16" y="6"/>
                    <a:pt x="18" y="6"/>
                  </a:cubicBezTo>
                  <a:cubicBezTo>
                    <a:pt x="19" y="6"/>
                    <a:pt x="20" y="7"/>
                    <a:pt x="21" y="8"/>
                  </a:cubicBezTo>
                  <a:cubicBezTo>
                    <a:pt x="22" y="9"/>
                    <a:pt x="22" y="11"/>
                    <a:pt x="22" y="13"/>
                  </a:cubicBezTo>
                  <a:cubicBezTo>
                    <a:pt x="22" y="17"/>
                    <a:pt x="21" y="20"/>
                    <a:pt x="18" y="23"/>
                  </a:cubicBezTo>
                  <a:cubicBezTo>
                    <a:pt x="16" y="26"/>
                    <a:pt x="13" y="27"/>
                    <a:pt x="11" y="27"/>
                  </a:cubicBezTo>
                  <a:cubicBezTo>
                    <a:pt x="10" y="27"/>
                    <a:pt x="9" y="27"/>
                    <a:pt x="8" y="26"/>
                  </a:cubicBezTo>
                  <a:cubicBezTo>
                    <a:pt x="8" y="25"/>
                    <a:pt x="7" y="23"/>
                    <a:pt x="7" y="22"/>
                  </a:cubicBezTo>
                  <a:cubicBezTo>
                    <a:pt x="7" y="19"/>
                    <a:pt x="8" y="16"/>
                    <a:pt x="9"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87"/>
            <p:cNvSpPr>
              <a:spLocks/>
            </p:cNvSpPr>
            <p:nvPr/>
          </p:nvSpPr>
          <p:spPr bwMode="auto">
            <a:xfrm>
              <a:off x="4818062" y="874713"/>
              <a:ext cx="61912" cy="50800"/>
            </a:xfrm>
            <a:custGeom>
              <a:avLst/>
              <a:gdLst>
                <a:gd name="T0" fmla="*/ 4 w 38"/>
                <a:gd name="T1" fmla="*/ 32 h 32"/>
                <a:gd name="T2" fmla="*/ 6 w 38"/>
                <a:gd name="T3" fmla="*/ 31 h 32"/>
                <a:gd name="T4" fmla="*/ 7 w 38"/>
                <a:gd name="T5" fmla="*/ 29 h 32"/>
                <a:gd name="T6" fmla="*/ 13 w 38"/>
                <a:gd name="T7" fmla="*/ 17 h 32"/>
                <a:gd name="T8" fmla="*/ 21 w 38"/>
                <a:gd name="T9" fmla="*/ 9 h 32"/>
                <a:gd name="T10" fmla="*/ 24 w 38"/>
                <a:gd name="T11" fmla="*/ 16 h 32"/>
                <a:gd name="T12" fmla="*/ 26 w 38"/>
                <a:gd name="T13" fmla="*/ 26 h 32"/>
                <a:gd name="T14" fmla="*/ 26 w 38"/>
                <a:gd name="T15" fmla="*/ 26 h 32"/>
                <a:gd name="T16" fmla="*/ 31 w 38"/>
                <a:gd name="T17" fmla="*/ 29 h 32"/>
                <a:gd name="T18" fmla="*/ 36 w 38"/>
                <a:gd name="T19" fmla="*/ 28 h 32"/>
                <a:gd name="T20" fmla="*/ 38 w 38"/>
                <a:gd name="T21" fmla="*/ 25 h 32"/>
                <a:gd name="T22" fmla="*/ 36 w 38"/>
                <a:gd name="T23" fmla="*/ 23 h 32"/>
                <a:gd name="T24" fmla="*/ 34 w 38"/>
                <a:gd name="T25" fmla="*/ 24 h 32"/>
                <a:gd name="T26" fmla="*/ 33 w 38"/>
                <a:gd name="T27" fmla="*/ 24 h 32"/>
                <a:gd name="T28" fmla="*/ 30 w 38"/>
                <a:gd name="T29" fmla="*/ 13 h 32"/>
                <a:gd name="T30" fmla="*/ 22 w 38"/>
                <a:gd name="T31" fmla="*/ 2 h 32"/>
                <a:gd name="T32" fmla="*/ 7 w 38"/>
                <a:gd name="T33" fmla="*/ 17 h 32"/>
                <a:gd name="T34" fmla="*/ 9 w 38"/>
                <a:gd name="T35" fmla="*/ 6 h 32"/>
                <a:gd name="T36" fmla="*/ 8 w 38"/>
                <a:gd name="T37" fmla="*/ 1 h 32"/>
                <a:gd name="T38" fmla="*/ 5 w 38"/>
                <a:gd name="T39" fmla="*/ 0 h 32"/>
                <a:gd name="T40" fmla="*/ 3 w 38"/>
                <a:gd name="T41" fmla="*/ 2 h 32"/>
                <a:gd name="T42" fmla="*/ 2 w 38"/>
                <a:gd name="T43" fmla="*/ 5 h 32"/>
                <a:gd name="T44" fmla="*/ 0 w 38"/>
                <a:gd name="T45" fmla="*/ 21 h 32"/>
                <a:gd name="T46" fmla="*/ 0 w 38"/>
                <a:gd name="T47" fmla="*/ 27 h 32"/>
                <a:gd name="T48" fmla="*/ 4 w 38"/>
                <a:gd name="T49"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 h="32">
                  <a:moveTo>
                    <a:pt x="4" y="32"/>
                  </a:moveTo>
                  <a:cubicBezTo>
                    <a:pt x="5" y="32"/>
                    <a:pt x="5" y="31"/>
                    <a:pt x="6" y="31"/>
                  </a:cubicBezTo>
                  <a:cubicBezTo>
                    <a:pt x="6" y="30"/>
                    <a:pt x="6" y="30"/>
                    <a:pt x="7" y="29"/>
                  </a:cubicBezTo>
                  <a:cubicBezTo>
                    <a:pt x="7" y="26"/>
                    <a:pt x="10" y="22"/>
                    <a:pt x="13" y="17"/>
                  </a:cubicBezTo>
                  <a:cubicBezTo>
                    <a:pt x="17" y="12"/>
                    <a:pt x="19" y="9"/>
                    <a:pt x="21" y="9"/>
                  </a:cubicBezTo>
                  <a:cubicBezTo>
                    <a:pt x="22" y="9"/>
                    <a:pt x="23" y="11"/>
                    <a:pt x="24" y="16"/>
                  </a:cubicBezTo>
                  <a:cubicBezTo>
                    <a:pt x="24" y="21"/>
                    <a:pt x="25" y="26"/>
                    <a:pt x="26" y="26"/>
                  </a:cubicBezTo>
                  <a:cubicBezTo>
                    <a:pt x="26" y="26"/>
                    <a:pt x="26" y="26"/>
                    <a:pt x="26" y="26"/>
                  </a:cubicBezTo>
                  <a:cubicBezTo>
                    <a:pt x="27" y="30"/>
                    <a:pt x="28" y="29"/>
                    <a:pt x="31" y="29"/>
                  </a:cubicBezTo>
                  <a:cubicBezTo>
                    <a:pt x="33" y="29"/>
                    <a:pt x="34" y="29"/>
                    <a:pt x="36" y="28"/>
                  </a:cubicBezTo>
                  <a:cubicBezTo>
                    <a:pt x="37" y="27"/>
                    <a:pt x="38" y="26"/>
                    <a:pt x="38" y="25"/>
                  </a:cubicBezTo>
                  <a:cubicBezTo>
                    <a:pt x="38" y="24"/>
                    <a:pt x="37" y="23"/>
                    <a:pt x="36" y="23"/>
                  </a:cubicBezTo>
                  <a:cubicBezTo>
                    <a:pt x="36" y="23"/>
                    <a:pt x="35" y="23"/>
                    <a:pt x="34" y="24"/>
                  </a:cubicBezTo>
                  <a:cubicBezTo>
                    <a:pt x="34" y="24"/>
                    <a:pt x="33" y="24"/>
                    <a:pt x="33" y="24"/>
                  </a:cubicBezTo>
                  <a:cubicBezTo>
                    <a:pt x="32" y="24"/>
                    <a:pt x="31" y="20"/>
                    <a:pt x="30" y="13"/>
                  </a:cubicBezTo>
                  <a:cubicBezTo>
                    <a:pt x="29" y="5"/>
                    <a:pt x="27" y="2"/>
                    <a:pt x="22" y="2"/>
                  </a:cubicBezTo>
                  <a:cubicBezTo>
                    <a:pt x="17" y="2"/>
                    <a:pt x="12" y="7"/>
                    <a:pt x="7" y="17"/>
                  </a:cubicBezTo>
                  <a:cubicBezTo>
                    <a:pt x="8" y="12"/>
                    <a:pt x="9" y="8"/>
                    <a:pt x="9" y="6"/>
                  </a:cubicBezTo>
                  <a:cubicBezTo>
                    <a:pt x="9" y="3"/>
                    <a:pt x="9" y="2"/>
                    <a:pt x="8" y="1"/>
                  </a:cubicBezTo>
                  <a:cubicBezTo>
                    <a:pt x="7" y="1"/>
                    <a:pt x="7" y="0"/>
                    <a:pt x="5" y="0"/>
                  </a:cubicBezTo>
                  <a:cubicBezTo>
                    <a:pt x="5" y="0"/>
                    <a:pt x="4" y="1"/>
                    <a:pt x="3" y="2"/>
                  </a:cubicBezTo>
                  <a:cubicBezTo>
                    <a:pt x="2" y="3"/>
                    <a:pt x="2" y="4"/>
                    <a:pt x="2" y="5"/>
                  </a:cubicBezTo>
                  <a:cubicBezTo>
                    <a:pt x="2" y="11"/>
                    <a:pt x="1" y="17"/>
                    <a:pt x="0" y="21"/>
                  </a:cubicBezTo>
                  <a:cubicBezTo>
                    <a:pt x="0" y="24"/>
                    <a:pt x="0" y="26"/>
                    <a:pt x="0" y="27"/>
                  </a:cubicBezTo>
                  <a:cubicBezTo>
                    <a:pt x="0" y="30"/>
                    <a:pt x="1" y="32"/>
                    <a:pt x="4"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88"/>
            <p:cNvSpPr>
              <a:spLocks noEditPoints="1"/>
            </p:cNvSpPr>
            <p:nvPr/>
          </p:nvSpPr>
          <p:spPr bwMode="auto">
            <a:xfrm>
              <a:off x="4872037" y="873126"/>
              <a:ext cx="61912" cy="80963"/>
            </a:xfrm>
            <a:custGeom>
              <a:avLst/>
              <a:gdLst>
                <a:gd name="T0" fmla="*/ 12 w 38"/>
                <a:gd name="T1" fmla="*/ 32 h 51"/>
                <a:gd name="T2" fmla="*/ 20 w 38"/>
                <a:gd name="T3" fmla="*/ 29 h 51"/>
                <a:gd name="T4" fmla="*/ 28 w 38"/>
                <a:gd name="T5" fmla="*/ 23 h 51"/>
                <a:gd name="T6" fmla="*/ 24 w 38"/>
                <a:gd name="T7" fmla="*/ 40 h 51"/>
                <a:gd name="T8" fmla="*/ 17 w 38"/>
                <a:gd name="T9" fmla="*/ 45 h 51"/>
                <a:gd name="T10" fmla="*/ 6 w 38"/>
                <a:gd name="T11" fmla="*/ 40 h 51"/>
                <a:gd name="T12" fmla="*/ 2 w 38"/>
                <a:gd name="T13" fmla="*/ 39 h 51"/>
                <a:gd name="T14" fmla="*/ 0 w 38"/>
                <a:gd name="T15" fmla="*/ 41 h 51"/>
                <a:gd name="T16" fmla="*/ 5 w 38"/>
                <a:gd name="T17" fmla="*/ 47 h 51"/>
                <a:gd name="T18" fmla="*/ 17 w 38"/>
                <a:gd name="T19" fmla="*/ 51 h 51"/>
                <a:gd name="T20" fmla="*/ 27 w 38"/>
                <a:gd name="T21" fmla="*/ 47 h 51"/>
                <a:gd name="T22" fmla="*/ 33 w 38"/>
                <a:gd name="T23" fmla="*/ 31 h 51"/>
                <a:gd name="T24" fmla="*/ 35 w 38"/>
                <a:gd name="T25" fmla="*/ 16 h 51"/>
                <a:gd name="T26" fmla="*/ 37 w 38"/>
                <a:gd name="T27" fmla="*/ 10 h 51"/>
                <a:gd name="T28" fmla="*/ 38 w 38"/>
                <a:gd name="T29" fmla="*/ 6 h 51"/>
                <a:gd name="T30" fmla="*/ 37 w 38"/>
                <a:gd name="T31" fmla="*/ 4 h 51"/>
                <a:gd name="T32" fmla="*/ 36 w 38"/>
                <a:gd name="T33" fmla="*/ 2 h 51"/>
                <a:gd name="T34" fmla="*/ 35 w 38"/>
                <a:gd name="T35" fmla="*/ 2 h 51"/>
                <a:gd name="T36" fmla="*/ 30 w 38"/>
                <a:gd name="T37" fmla="*/ 0 h 51"/>
                <a:gd name="T38" fmla="*/ 19 w 38"/>
                <a:gd name="T39" fmla="*/ 4 h 51"/>
                <a:gd name="T40" fmla="*/ 9 w 38"/>
                <a:gd name="T41" fmla="*/ 14 h 51"/>
                <a:gd name="T42" fmla="*/ 6 w 38"/>
                <a:gd name="T43" fmla="*/ 25 h 51"/>
                <a:gd name="T44" fmla="*/ 7 w 38"/>
                <a:gd name="T45" fmla="*/ 30 h 51"/>
                <a:gd name="T46" fmla="*/ 12 w 38"/>
                <a:gd name="T47" fmla="*/ 32 h 51"/>
                <a:gd name="T48" fmla="*/ 16 w 38"/>
                <a:gd name="T49" fmla="*/ 16 h 51"/>
                <a:gd name="T50" fmla="*/ 23 w 38"/>
                <a:gd name="T51" fmla="*/ 9 h 51"/>
                <a:gd name="T52" fmla="*/ 28 w 38"/>
                <a:gd name="T53" fmla="*/ 6 h 51"/>
                <a:gd name="T54" fmla="*/ 30 w 38"/>
                <a:gd name="T55" fmla="*/ 7 h 51"/>
                <a:gd name="T56" fmla="*/ 30 w 38"/>
                <a:gd name="T57" fmla="*/ 9 h 51"/>
                <a:gd name="T58" fmla="*/ 28 w 38"/>
                <a:gd name="T59" fmla="*/ 15 h 51"/>
                <a:gd name="T60" fmla="*/ 22 w 38"/>
                <a:gd name="T61" fmla="*/ 22 h 51"/>
                <a:gd name="T62" fmla="*/ 14 w 38"/>
                <a:gd name="T63" fmla="*/ 25 h 51"/>
                <a:gd name="T64" fmla="*/ 13 w 38"/>
                <a:gd name="T65" fmla="*/ 24 h 51"/>
                <a:gd name="T66" fmla="*/ 16 w 38"/>
                <a:gd name="T67" fmla="*/ 16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8" h="51">
                  <a:moveTo>
                    <a:pt x="12" y="32"/>
                  </a:moveTo>
                  <a:cubicBezTo>
                    <a:pt x="14" y="32"/>
                    <a:pt x="17" y="31"/>
                    <a:pt x="20" y="29"/>
                  </a:cubicBezTo>
                  <a:cubicBezTo>
                    <a:pt x="23" y="28"/>
                    <a:pt x="25" y="26"/>
                    <a:pt x="28" y="23"/>
                  </a:cubicBezTo>
                  <a:cubicBezTo>
                    <a:pt x="27" y="31"/>
                    <a:pt x="25" y="37"/>
                    <a:pt x="24" y="40"/>
                  </a:cubicBezTo>
                  <a:cubicBezTo>
                    <a:pt x="22" y="43"/>
                    <a:pt x="20" y="45"/>
                    <a:pt x="17" y="45"/>
                  </a:cubicBezTo>
                  <a:cubicBezTo>
                    <a:pt x="14" y="45"/>
                    <a:pt x="10" y="43"/>
                    <a:pt x="6" y="40"/>
                  </a:cubicBezTo>
                  <a:cubicBezTo>
                    <a:pt x="4" y="39"/>
                    <a:pt x="3" y="39"/>
                    <a:pt x="2" y="39"/>
                  </a:cubicBezTo>
                  <a:cubicBezTo>
                    <a:pt x="1" y="39"/>
                    <a:pt x="0" y="39"/>
                    <a:pt x="0" y="41"/>
                  </a:cubicBezTo>
                  <a:cubicBezTo>
                    <a:pt x="0" y="43"/>
                    <a:pt x="2" y="45"/>
                    <a:pt x="5" y="47"/>
                  </a:cubicBezTo>
                  <a:cubicBezTo>
                    <a:pt x="9" y="50"/>
                    <a:pt x="13" y="51"/>
                    <a:pt x="17" y="51"/>
                  </a:cubicBezTo>
                  <a:cubicBezTo>
                    <a:pt x="21" y="51"/>
                    <a:pt x="24" y="50"/>
                    <a:pt x="27" y="47"/>
                  </a:cubicBezTo>
                  <a:cubicBezTo>
                    <a:pt x="30" y="43"/>
                    <a:pt x="32" y="38"/>
                    <a:pt x="33" y="31"/>
                  </a:cubicBezTo>
                  <a:cubicBezTo>
                    <a:pt x="34" y="23"/>
                    <a:pt x="35" y="18"/>
                    <a:pt x="35" y="16"/>
                  </a:cubicBezTo>
                  <a:cubicBezTo>
                    <a:pt x="35" y="14"/>
                    <a:pt x="36" y="12"/>
                    <a:pt x="37" y="10"/>
                  </a:cubicBezTo>
                  <a:cubicBezTo>
                    <a:pt x="37" y="8"/>
                    <a:pt x="38" y="7"/>
                    <a:pt x="38" y="6"/>
                  </a:cubicBezTo>
                  <a:cubicBezTo>
                    <a:pt x="38" y="6"/>
                    <a:pt x="38" y="5"/>
                    <a:pt x="37" y="4"/>
                  </a:cubicBezTo>
                  <a:cubicBezTo>
                    <a:pt x="37" y="3"/>
                    <a:pt x="36" y="3"/>
                    <a:pt x="36" y="2"/>
                  </a:cubicBezTo>
                  <a:cubicBezTo>
                    <a:pt x="36" y="2"/>
                    <a:pt x="35" y="2"/>
                    <a:pt x="35" y="2"/>
                  </a:cubicBezTo>
                  <a:cubicBezTo>
                    <a:pt x="34" y="1"/>
                    <a:pt x="32" y="0"/>
                    <a:pt x="30" y="0"/>
                  </a:cubicBezTo>
                  <a:cubicBezTo>
                    <a:pt x="27" y="0"/>
                    <a:pt x="23" y="2"/>
                    <a:pt x="19" y="4"/>
                  </a:cubicBezTo>
                  <a:cubicBezTo>
                    <a:pt x="15" y="7"/>
                    <a:pt x="11" y="11"/>
                    <a:pt x="9" y="14"/>
                  </a:cubicBezTo>
                  <a:cubicBezTo>
                    <a:pt x="7" y="18"/>
                    <a:pt x="6" y="22"/>
                    <a:pt x="6" y="25"/>
                  </a:cubicBezTo>
                  <a:cubicBezTo>
                    <a:pt x="6" y="27"/>
                    <a:pt x="6" y="29"/>
                    <a:pt x="7" y="30"/>
                  </a:cubicBezTo>
                  <a:cubicBezTo>
                    <a:pt x="8" y="31"/>
                    <a:pt x="10" y="32"/>
                    <a:pt x="12" y="32"/>
                  </a:cubicBezTo>
                  <a:close/>
                  <a:moveTo>
                    <a:pt x="16" y="16"/>
                  </a:moveTo>
                  <a:cubicBezTo>
                    <a:pt x="18" y="13"/>
                    <a:pt x="20" y="11"/>
                    <a:pt x="23" y="9"/>
                  </a:cubicBezTo>
                  <a:cubicBezTo>
                    <a:pt x="25" y="7"/>
                    <a:pt x="27" y="6"/>
                    <a:pt x="28" y="6"/>
                  </a:cubicBezTo>
                  <a:cubicBezTo>
                    <a:pt x="29" y="6"/>
                    <a:pt x="29" y="7"/>
                    <a:pt x="30" y="7"/>
                  </a:cubicBezTo>
                  <a:cubicBezTo>
                    <a:pt x="30" y="7"/>
                    <a:pt x="30" y="8"/>
                    <a:pt x="30" y="9"/>
                  </a:cubicBezTo>
                  <a:cubicBezTo>
                    <a:pt x="30" y="10"/>
                    <a:pt x="29" y="12"/>
                    <a:pt x="28" y="15"/>
                  </a:cubicBezTo>
                  <a:cubicBezTo>
                    <a:pt x="26" y="18"/>
                    <a:pt x="24" y="20"/>
                    <a:pt x="22" y="22"/>
                  </a:cubicBezTo>
                  <a:cubicBezTo>
                    <a:pt x="19" y="24"/>
                    <a:pt x="17" y="25"/>
                    <a:pt x="14" y="25"/>
                  </a:cubicBezTo>
                  <a:cubicBezTo>
                    <a:pt x="13" y="25"/>
                    <a:pt x="13" y="25"/>
                    <a:pt x="13" y="24"/>
                  </a:cubicBezTo>
                  <a:cubicBezTo>
                    <a:pt x="13" y="22"/>
                    <a:pt x="14" y="19"/>
                    <a:pt x="16"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89"/>
            <p:cNvSpPr>
              <a:spLocks/>
            </p:cNvSpPr>
            <p:nvPr/>
          </p:nvSpPr>
          <p:spPr bwMode="auto">
            <a:xfrm>
              <a:off x="4981575" y="852488"/>
              <a:ext cx="95250" cy="76200"/>
            </a:xfrm>
            <a:custGeom>
              <a:avLst/>
              <a:gdLst>
                <a:gd name="T0" fmla="*/ 2 w 59"/>
                <a:gd name="T1" fmla="*/ 11 h 47"/>
                <a:gd name="T2" fmla="*/ 3 w 59"/>
                <a:gd name="T3" fmla="*/ 20 h 47"/>
                <a:gd name="T4" fmla="*/ 6 w 59"/>
                <a:gd name="T5" fmla="*/ 34 h 47"/>
                <a:gd name="T6" fmla="*/ 9 w 59"/>
                <a:gd name="T7" fmla="*/ 44 h 47"/>
                <a:gd name="T8" fmla="*/ 11 w 59"/>
                <a:gd name="T9" fmla="*/ 46 h 47"/>
                <a:gd name="T10" fmla="*/ 13 w 59"/>
                <a:gd name="T11" fmla="*/ 47 h 47"/>
                <a:gd name="T12" fmla="*/ 22 w 59"/>
                <a:gd name="T13" fmla="*/ 36 h 47"/>
                <a:gd name="T14" fmla="*/ 29 w 59"/>
                <a:gd name="T15" fmla="*/ 23 h 47"/>
                <a:gd name="T16" fmla="*/ 33 w 59"/>
                <a:gd name="T17" fmla="*/ 32 h 47"/>
                <a:gd name="T18" fmla="*/ 37 w 59"/>
                <a:gd name="T19" fmla="*/ 43 h 47"/>
                <a:gd name="T20" fmla="*/ 41 w 59"/>
                <a:gd name="T21" fmla="*/ 45 h 47"/>
                <a:gd name="T22" fmla="*/ 43 w 59"/>
                <a:gd name="T23" fmla="*/ 44 h 47"/>
                <a:gd name="T24" fmla="*/ 45 w 59"/>
                <a:gd name="T25" fmla="*/ 43 h 47"/>
                <a:gd name="T26" fmla="*/ 46 w 59"/>
                <a:gd name="T27" fmla="*/ 39 h 47"/>
                <a:gd name="T28" fmla="*/ 51 w 59"/>
                <a:gd name="T29" fmla="*/ 29 h 47"/>
                <a:gd name="T30" fmla="*/ 52 w 59"/>
                <a:gd name="T31" fmla="*/ 27 h 47"/>
                <a:gd name="T32" fmla="*/ 57 w 59"/>
                <a:gd name="T33" fmla="*/ 13 h 47"/>
                <a:gd name="T34" fmla="*/ 59 w 59"/>
                <a:gd name="T35" fmla="*/ 4 h 47"/>
                <a:gd name="T36" fmla="*/ 58 w 59"/>
                <a:gd name="T37" fmla="*/ 1 h 47"/>
                <a:gd name="T38" fmla="*/ 55 w 59"/>
                <a:gd name="T39" fmla="*/ 0 h 47"/>
                <a:gd name="T40" fmla="*/ 53 w 59"/>
                <a:gd name="T41" fmla="*/ 1 h 47"/>
                <a:gd name="T42" fmla="*/ 52 w 59"/>
                <a:gd name="T43" fmla="*/ 2 h 47"/>
                <a:gd name="T44" fmla="*/ 41 w 59"/>
                <a:gd name="T45" fmla="*/ 36 h 47"/>
                <a:gd name="T46" fmla="*/ 38 w 59"/>
                <a:gd name="T47" fmla="*/ 27 h 47"/>
                <a:gd name="T48" fmla="*/ 35 w 59"/>
                <a:gd name="T49" fmla="*/ 20 h 47"/>
                <a:gd name="T50" fmla="*/ 35 w 59"/>
                <a:gd name="T51" fmla="*/ 20 h 47"/>
                <a:gd name="T52" fmla="*/ 32 w 59"/>
                <a:gd name="T53" fmla="*/ 13 h 47"/>
                <a:gd name="T54" fmla="*/ 30 w 59"/>
                <a:gd name="T55" fmla="*/ 12 h 47"/>
                <a:gd name="T56" fmla="*/ 28 w 59"/>
                <a:gd name="T57" fmla="*/ 12 h 47"/>
                <a:gd name="T58" fmla="*/ 27 w 59"/>
                <a:gd name="T59" fmla="*/ 13 h 47"/>
                <a:gd name="T60" fmla="*/ 21 w 59"/>
                <a:gd name="T61" fmla="*/ 24 h 47"/>
                <a:gd name="T62" fmla="*/ 14 w 59"/>
                <a:gd name="T63" fmla="*/ 37 h 47"/>
                <a:gd name="T64" fmla="*/ 12 w 59"/>
                <a:gd name="T65" fmla="*/ 29 h 47"/>
                <a:gd name="T66" fmla="*/ 11 w 59"/>
                <a:gd name="T67" fmla="*/ 23 h 47"/>
                <a:gd name="T68" fmla="*/ 10 w 59"/>
                <a:gd name="T69" fmla="*/ 18 h 47"/>
                <a:gd name="T70" fmla="*/ 10 w 59"/>
                <a:gd name="T71" fmla="*/ 13 h 47"/>
                <a:gd name="T72" fmla="*/ 8 w 59"/>
                <a:gd name="T73" fmla="*/ 6 h 47"/>
                <a:gd name="T74" fmla="*/ 4 w 59"/>
                <a:gd name="T75" fmla="*/ 2 h 47"/>
                <a:gd name="T76" fmla="*/ 2 w 59"/>
                <a:gd name="T77" fmla="*/ 3 h 47"/>
                <a:gd name="T78" fmla="*/ 0 w 59"/>
                <a:gd name="T79" fmla="*/ 6 h 47"/>
                <a:gd name="T80" fmla="*/ 1 w 59"/>
                <a:gd name="T81" fmla="*/ 9 h 47"/>
                <a:gd name="T82" fmla="*/ 2 w 59"/>
                <a:gd name="T83" fmla="*/ 1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9" h="47">
                  <a:moveTo>
                    <a:pt x="2" y="11"/>
                  </a:moveTo>
                  <a:cubicBezTo>
                    <a:pt x="2" y="12"/>
                    <a:pt x="3" y="15"/>
                    <a:pt x="3" y="20"/>
                  </a:cubicBezTo>
                  <a:cubicBezTo>
                    <a:pt x="4" y="25"/>
                    <a:pt x="5" y="30"/>
                    <a:pt x="6" y="34"/>
                  </a:cubicBezTo>
                  <a:cubicBezTo>
                    <a:pt x="7" y="39"/>
                    <a:pt x="8" y="42"/>
                    <a:pt x="9" y="44"/>
                  </a:cubicBezTo>
                  <a:cubicBezTo>
                    <a:pt x="10" y="45"/>
                    <a:pt x="10" y="46"/>
                    <a:pt x="11" y="46"/>
                  </a:cubicBezTo>
                  <a:cubicBezTo>
                    <a:pt x="12" y="47"/>
                    <a:pt x="13" y="47"/>
                    <a:pt x="13" y="47"/>
                  </a:cubicBezTo>
                  <a:cubicBezTo>
                    <a:pt x="15" y="47"/>
                    <a:pt x="18" y="43"/>
                    <a:pt x="22" y="36"/>
                  </a:cubicBezTo>
                  <a:cubicBezTo>
                    <a:pt x="29" y="23"/>
                    <a:pt x="29" y="23"/>
                    <a:pt x="29" y="23"/>
                  </a:cubicBezTo>
                  <a:cubicBezTo>
                    <a:pt x="29" y="24"/>
                    <a:pt x="31" y="27"/>
                    <a:pt x="33" y="32"/>
                  </a:cubicBezTo>
                  <a:cubicBezTo>
                    <a:pt x="35" y="38"/>
                    <a:pt x="36" y="41"/>
                    <a:pt x="37" y="43"/>
                  </a:cubicBezTo>
                  <a:cubicBezTo>
                    <a:pt x="39" y="44"/>
                    <a:pt x="40" y="45"/>
                    <a:pt x="41" y="45"/>
                  </a:cubicBezTo>
                  <a:cubicBezTo>
                    <a:pt x="42" y="45"/>
                    <a:pt x="42" y="45"/>
                    <a:pt x="43" y="44"/>
                  </a:cubicBezTo>
                  <a:cubicBezTo>
                    <a:pt x="44" y="44"/>
                    <a:pt x="44" y="44"/>
                    <a:pt x="45" y="43"/>
                  </a:cubicBezTo>
                  <a:cubicBezTo>
                    <a:pt x="45" y="42"/>
                    <a:pt x="46" y="41"/>
                    <a:pt x="46" y="39"/>
                  </a:cubicBezTo>
                  <a:cubicBezTo>
                    <a:pt x="49" y="33"/>
                    <a:pt x="51" y="30"/>
                    <a:pt x="51" y="29"/>
                  </a:cubicBezTo>
                  <a:cubicBezTo>
                    <a:pt x="52" y="27"/>
                    <a:pt x="52" y="27"/>
                    <a:pt x="52" y="27"/>
                  </a:cubicBezTo>
                  <a:cubicBezTo>
                    <a:pt x="54" y="22"/>
                    <a:pt x="56" y="17"/>
                    <a:pt x="57" y="13"/>
                  </a:cubicBezTo>
                  <a:cubicBezTo>
                    <a:pt x="58" y="9"/>
                    <a:pt x="59" y="6"/>
                    <a:pt x="59" y="4"/>
                  </a:cubicBezTo>
                  <a:cubicBezTo>
                    <a:pt x="59" y="3"/>
                    <a:pt x="58" y="2"/>
                    <a:pt x="58" y="1"/>
                  </a:cubicBezTo>
                  <a:cubicBezTo>
                    <a:pt x="57" y="0"/>
                    <a:pt x="56" y="0"/>
                    <a:pt x="55" y="0"/>
                  </a:cubicBezTo>
                  <a:cubicBezTo>
                    <a:pt x="54" y="0"/>
                    <a:pt x="53" y="0"/>
                    <a:pt x="53" y="1"/>
                  </a:cubicBezTo>
                  <a:cubicBezTo>
                    <a:pt x="52" y="1"/>
                    <a:pt x="52" y="2"/>
                    <a:pt x="52" y="2"/>
                  </a:cubicBezTo>
                  <a:cubicBezTo>
                    <a:pt x="51" y="14"/>
                    <a:pt x="47" y="25"/>
                    <a:pt x="41" y="36"/>
                  </a:cubicBezTo>
                  <a:cubicBezTo>
                    <a:pt x="41" y="36"/>
                    <a:pt x="40" y="33"/>
                    <a:pt x="38" y="27"/>
                  </a:cubicBezTo>
                  <a:cubicBezTo>
                    <a:pt x="35" y="20"/>
                    <a:pt x="35" y="20"/>
                    <a:pt x="35" y="20"/>
                  </a:cubicBezTo>
                  <a:cubicBezTo>
                    <a:pt x="35" y="20"/>
                    <a:pt x="35" y="20"/>
                    <a:pt x="35" y="20"/>
                  </a:cubicBezTo>
                  <a:cubicBezTo>
                    <a:pt x="34" y="16"/>
                    <a:pt x="33" y="14"/>
                    <a:pt x="32" y="13"/>
                  </a:cubicBezTo>
                  <a:cubicBezTo>
                    <a:pt x="32" y="12"/>
                    <a:pt x="31" y="12"/>
                    <a:pt x="30" y="12"/>
                  </a:cubicBezTo>
                  <a:cubicBezTo>
                    <a:pt x="29" y="12"/>
                    <a:pt x="29" y="12"/>
                    <a:pt x="28" y="12"/>
                  </a:cubicBezTo>
                  <a:cubicBezTo>
                    <a:pt x="27" y="13"/>
                    <a:pt x="27" y="13"/>
                    <a:pt x="27" y="13"/>
                  </a:cubicBezTo>
                  <a:cubicBezTo>
                    <a:pt x="24" y="19"/>
                    <a:pt x="23" y="22"/>
                    <a:pt x="21" y="24"/>
                  </a:cubicBezTo>
                  <a:cubicBezTo>
                    <a:pt x="20" y="27"/>
                    <a:pt x="18" y="31"/>
                    <a:pt x="14" y="37"/>
                  </a:cubicBezTo>
                  <a:cubicBezTo>
                    <a:pt x="14" y="36"/>
                    <a:pt x="13" y="33"/>
                    <a:pt x="12" y="29"/>
                  </a:cubicBezTo>
                  <a:cubicBezTo>
                    <a:pt x="12" y="27"/>
                    <a:pt x="12" y="25"/>
                    <a:pt x="11" y="23"/>
                  </a:cubicBezTo>
                  <a:cubicBezTo>
                    <a:pt x="11" y="21"/>
                    <a:pt x="11" y="20"/>
                    <a:pt x="10" y="18"/>
                  </a:cubicBezTo>
                  <a:cubicBezTo>
                    <a:pt x="10" y="13"/>
                    <a:pt x="10" y="13"/>
                    <a:pt x="10" y="13"/>
                  </a:cubicBezTo>
                  <a:cubicBezTo>
                    <a:pt x="10" y="11"/>
                    <a:pt x="9" y="9"/>
                    <a:pt x="8" y="6"/>
                  </a:cubicBezTo>
                  <a:cubicBezTo>
                    <a:pt x="8" y="3"/>
                    <a:pt x="6" y="2"/>
                    <a:pt x="4" y="2"/>
                  </a:cubicBezTo>
                  <a:cubicBezTo>
                    <a:pt x="3" y="2"/>
                    <a:pt x="2" y="2"/>
                    <a:pt x="2" y="3"/>
                  </a:cubicBezTo>
                  <a:cubicBezTo>
                    <a:pt x="1" y="4"/>
                    <a:pt x="0" y="5"/>
                    <a:pt x="0" y="6"/>
                  </a:cubicBezTo>
                  <a:cubicBezTo>
                    <a:pt x="0" y="6"/>
                    <a:pt x="1" y="7"/>
                    <a:pt x="1" y="9"/>
                  </a:cubicBezTo>
                  <a:cubicBezTo>
                    <a:pt x="1" y="10"/>
                    <a:pt x="2" y="10"/>
                    <a:pt x="2"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90"/>
            <p:cNvSpPr>
              <a:spLocks noEditPoints="1"/>
            </p:cNvSpPr>
            <p:nvPr/>
          </p:nvSpPr>
          <p:spPr bwMode="auto">
            <a:xfrm>
              <a:off x="5078412" y="873126"/>
              <a:ext cx="47625" cy="53975"/>
            </a:xfrm>
            <a:custGeom>
              <a:avLst/>
              <a:gdLst>
                <a:gd name="T0" fmla="*/ 10 w 30"/>
                <a:gd name="T1" fmla="*/ 34 h 34"/>
                <a:gd name="T2" fmla="*/ 22 w 30"/>
                <a:gd name="T3" fmla="*/ 29 h 34"/>
                <a:gd name="T4" fmla="*/ 30 w 30"/>
                <a:gd name="T5" fmla="*/ 17 h 34"/>
                <a:gd name="T6" fmla="*/ 30 w 30"/>
                <a:gd name="T7" fmla="*/ 17 h 34"/>
                <a:gd name="T8" fmla="*/ 30 w 30"/>
                <a:gd name="T9" fmla="*/ 13 h 34"/>
                <a:gd name="T10" fmla="*/ 27 w 30"/>
                <a:gd name="T11" fmla="*/ 3 h 34"/>
                <a:gd name="T12" fmla="*/ 18 w 30"/>
                <a:gd name="T13" fmla="*/ 0 h 34"/>
                <a:gd name="T14" fmla="*/ 6 w 30"/>
                <a:gd name="T15" fmla="*/ 7 h 34"/>
                <a:gd name="T16" fmla="*/ 0 w 30"/>
                <a:gd name="T17" fmla="*/ 22 h 34"/>
                <a:gd name="T18" fmla="*/ 3 w 30"/>
                <a:gd name="T19" fmla="*/ 30 h 34"/>
                <a:gd name="T20" fmla="*/ 10 w 30"/>
                <a:gd name="T21" fmla="*/ 34 h 34"/>
                <a:gd name="T22" fmla="*/ 10 w 30"/>
                <a:gd name="T23" fmla="*/ 13 h 34"/>
                <a:gd name="T24" fmla="*/ 14 w 30"/>
                <a:gd name="T25" fmla="*/ 7 h 34"/>
                <a:gd name="T26" fmla="*/ 14 w 30"/>
                <a:gd name="T27" fmla="*/ 7 h 34"/>
                <a:gd name="T28" fmla="*/ 18 w 30"/>
                <a:gd name="T29" fmla="*/ 6 h 34"/>
                <a:gd name="T30" fmla="*/ 21 w 30"/>
                <a:gd name="T31" fmla="*/ 8 h 34"/>
                <a:gd name="T32" fmla="*/ 23 w 30"/>
                <a:gd name="T33" fmla="*/ 13 h 34"/>
                <a:gd name="T34" fmla="*/ 19 w 30"/>
                <a:gd name="T35" fmla="*/ 23 h 34"/>
                <a:gd name="T36" fmla="*/ 11 w 30"/>
                <a:gd name="T37" fmla="*/ 27 h 34"/>
                <a:gd name="T38" fmla="*/ 9 w 30"/>
                <a:gd name="T39" fmla="*/ 26 h 34"/>
                <a:gd name="T40" fmla="*/ 8 w 30"/>
                <a:gd name="T41" fmla="*/ 22 h 34"/>
                <a:gd name="T42" fmla="*/ 10 w 30"/>
                <a:gd name="T43" fmla="*/ 1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 h="34">
                  <a:moveTo>
                    <a:pt x="10" y="34"/>
                  </a:moveTo>
                  <a:cubicBezTo>
                    <a:pt x="14" y="34"/>
                    <a:pt x="18" y="32"/>
                    <a:pt x="22" y="29"/>
                  </a:cubicBezTo>
                  <a:cubicBezTo>
                    <a:pt x="26" y="26"/>
                    <a:pt x="26" y="22"/>
                    <a:pt x="30" y="17"/>
                  </a:cubicBezTo>
                  <a:cubicBezTo>
                    <a:pt x="30" y="17"/>
                    <a:pt x="30" y="17"/>
                    <a:pt x="30" y="17"/>
                  </a:cubicBezTo>
                  <a:cubicBezTo>
                    <a:pt x="30" y="16"/>
                    <a:pt x="30" y="14"/>
                    <a:pt x="30" y="13"/>
                  </a:cubicBezTo>
                  <a:cubicBezTo>
                    <a:pt x="30" y="9"/>
                    <a:pt x="29" y="6"/>
                    <a:pt x="27" y="3"/>
                  </a:cubicBezTo>
                  <a:cubicBezTo>
                    <a:pt x="25" y="1"/>
                    <a:pt x="22" y="0"/>
                    <a:pt x="18" y="0"/>
                  </a:cubicBezTo>
                  <a:cubicBezTo>
                    <a:pt x="13" y="0"/>
                    <a:pt x="9" y="2"/>
                    <a:pt x="6" y="7"/>
                  </a:cubicBezTo>
                  <a:cubicBezTo>
                    <a:pt x="2" y="12"/>
                    <a:pt x="0" y="17"/>
                    <a:pt x="0" y="22"/>
                  </a:cubicBezTo>
                  <a:cubicBezTo>
                    <a:pt x="0" y="26"/>
                    <a:pt x="1" y="28"/>
                    <a:pt x="3" y="30"/>
                  </a:cubicBezTo>
                  <a:cubicBezTo>
                    <a:pt x="5" y="33"/>
                    <a:pt x="7" y="34"/>
                    <a:pt x="10" y="34"/>
                  </a:cubicBezTo>
                  <a:close/>
                  <a:moveTo>
                    <a:pt x="10" y="13"/>
                  </a:moveTo>
                  <a:cubicBezTo>
                    <a:pt x="11" y="11"/>
                    <a:pt x="12" y="7"/>
                    <a:pt x="14" y="7"/>
                  </a:cubicBezTo>
                  <a:cubicBezTo>
                    <a:pt x="14" y="7"/>
                    <a:pt x="14" y="7"/>
                    <a:pt x="14" y="7"/>
                  </a:cubicBezTo>
                  <a:cubicBezTo>
                    <a:pt x="15" y="7"/>
                    <a:pt x="16" y="6"/>
                    <a:pt x="18" y="6"/>
                  </a:cubicBezTo>
                  <a:cubicBezTo>
                    <a:pt x="19" y="6"/>
                    <a:pt x="21" y="7"/>
                    <a:pt x="21" y="8"/>
                  </a:cubicBezTo>
                  <a:cubicBezTo>
                    <a:pt x="22" y="9"/>
                    <a:pt x="23" y="11"/>
                    <a:pt x="23" y="13"/>
                  </a:cubicBezTo>
                  <a:cubicBezTo>
                    <a:pt x="23" y="17"/>
                    <a:pt x="21" y="20"/>
                    <a:pt x="19" y="23"/>
                  </a:cubicBezTo>
                  <a:cubicBezTo>
                    <a:pt x="16" y="26"/>
                    <a:pt x="13" y="27"/>
                    <a:pt x="11" y="27"/>
                  </a:cubicBezTo>
                  <a:cubicBezTo>
                    <a:pt x="10" y="27"/>
                    <a:pt x="9" y="27"/>
                    <a:pt x="9" y="26"/>
                  </a:cubicBezTo>
                  <a:cubicBezTo>
                    <a:pt x="8" y="25"/>
                    <a:pt x="8" y="23"/>
                    <a:pt x="8" y="22"/>
                  </a:cubicBezTo>
                  <a:cubicBezTo>
                    <a:pt x="8" y="19"/>
                    <a:pt x="8" y="16"/>
                    <a:pt x="10"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91"/>
            <p:cNvSpPr>
              <a:spLocks/>
            </p:cNvSpPr>
            <p:nvPr/>
          </p:nvSpPr>
          <p:spPr bwMode="auto">
            <a:xfrm>
              <a:off x="5137150" y="873126"/>
              <a:ext cx="49212" cy="53975"/>
            </a:xfrm>
            <a:custGeom>
              <a:avLst/>
              <a:gdLst>
                <a:gd name="T0" fmla="*/ 4 w 30"/>
                <a:gd name="T1" fmla="*/ 34 h 34"/>
                <a:gd name="T2" fmla="*/ 7 w 30"/>
                <a:gd name="T3" fmla="*/ 33 h 34"/>
                <a:gd name="T4" fmla="*/ 8 w 30"/>
                <a:gd name="T5" fmla="*/ 29 h 34"/>
                <a:gd name="T6" fmla="*/ 14 w 30"/>
                <a:gd name="T7" fmla="*/ 14 h 34"/>
                <a:gd name="T8" fmla="*/ 22 w 30"/>
                <a:gd name="T9" fmla="*/ 7 h 34"/>
                <a:gd name="T10" fmla="*/ 24 w 30"/>
                <a:gd name="T11" fmla="*/ 8 h 34"/>
                <a:gd name="T12" fmla="*/ 27 w 30"/>
                <a:gd name="T13" fmla="*/ 9 h 34"/>
                <a:gd name="T14" fmla="*/ 29 w 30"/>
                <a:gd name="T15" fmla="*/ 8 h 34"/>
                <a:gd name="T16" fmla="*/ 30 w 30"/>
                <a:gd name="T17" fmla="*/ 6 h 34"/>
                <a:gd name="T18" fmla="*/ 28 w 30"/>
                <a:gd name="T19" fmla="*/ 2 h 34"/>
                <a:gd name="T20" fmla="*/ 23 w 30"/>
                <a:gd name="T21" fmla="*/ 0 h 34"/>
                <a:gd name="T22" fmla="*/ 14 w 30"/>
                <a:gd name="T23" fmla="*/ 5 h 34"/>
                <a:gd name="T24" fmla="*/ 7 w 30"/>
                <a:gd name="T25" fmla="*/ 16 h 34"/>
                <a:gd name="T26" fmla="*/ 6 w 30"/>
                <a:gd name="T27" fmla="*/ 17 h 34"/>
                <a:gd name="T28" fmla="*/ 7 w 30"/>
                <a:gd name="T29" fmla="*/ 13 h 34"/>
                <a:gd name="T30" fmla="*/ 8 w 30"/>
                <a:gd name="T31" fmla="*/ 9 h 34"/>
                <a:gd name="T32" fmla="*/ 9 w 30"/>
                <a:gd name="T33" fmla="*/ 3 h 34"/>
                <a:gd name="T34" fmla="*/ 8 w 30"/>
                <a:gd name="T35" fmla="*/ 1 h 34"/>
                <a:gd name="T36" fmla="*/ 6 w 30"/>
                <a:gd name="T37" fmla="*/ 0 h 34"/>
                <a:gd name="T38" fmla="*/ 3 w 30"/>
                <a:gd name="T39" fmla="*/ 1 h 34"/>
                <a:gd name="T40" fmla="*/ 1 w 30"/>
                <a:gd name="T41" fmla="*/ 3 h 34"/>
                <a:gd name="T42" fmla="*/ 1 w 30"/>
                <a:gd name="T43" fmla="*/ 7 h 34"/>
                <a:gd name="T44" fmla="*/ 1 w 30"/>
                <a:gd name="T45" fmla="*/ 9 h 34"/>
                <a:gd name="T46" fmla="*/ 0 w 30"/>
                <a:gd name="T47" fmla="*/ 18 h 34"/>
                <a:gd name="T48" fmla="*/ 0 w 30"/>
                <a:gd name="T49" fmla="*/ 24 h 34"/>
                <a:gd name="T50" fmla="*/ 1 w 30"/>
                <a:gd name="T51" fmla="*/ 32 h 34"/>
                <a:gd name="T52" fmla="*/ 4 w 30"/>
                <a:gd name="T53"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34">
                  <a:moveTo>
                    <a:pt x="4" y="34"/>
                  </a:moveTo>
                  <a:cubicBezTo>
                    <a:pt x="5" y="34"/>
                    <a:pt x="6" y="34"/>
                    <a:pt x="7" y="33"/>
                  </a:cubicBezTo>
                  <a:cubicBezTo>
                    <a:pt x="7" y="32"/>
                    <a:pt x="8" y="31"/>
                    <a:pt x="8" y="29"/>
                  </a:cubicBezTo>
                  <a:cubicBezTo>
                    <a:pt x="9" y="24"/>
                    <a:pt x="11" y="18"/>
                    <a:pt x="14" y="14"/>
                  </a:cubicBezTo>
                  <a:cubicBezTo>
                    <a:pt x="18" y="9"/>
                    <a:pt x="21" y="7"/>
                    <a:pt x="22" y="7"/>
                  </a:cubicBezTo>
                  <a:cubicBezTo>
                    <a:pt x="22" y="7"/>
                    <a:pt x="23" y="7"/>
                    <a:pt x="24" y="8"/>
                  </a:cubicBezTo>
                  <a:cubicBezTo>
                    <a:pt x="25" y="9"/>
                    <a:pt x="26" y="9"/>
                    <a:pt x="27" y="9"/>
                  </a:cubicBezTo>
                  <a:cubicBezTo>
                    <a:pt x="28" y="9"/>
                    <a:pt x="29" y="9"/>
                    <a:pt x="29" y="8"/>
                  </a:cubicBezTo>
                  <a:cubicBezTo>
                    <a:pt x="29" y="7"/>
                    <a:pt x="30" y="7"/>
                    <a:pt x="30" y="6"/>
                  </a:cubicBezTo>
                  <a:cubicBezTo>
                    <a:pt x="30" y="4"/>
                    <a:pt x="29" y="3"/>
                    <a:pt x="28" y="2"/>
                  </a:cubicBezTo>
                  <a:cubicBezTo>
                    <a:pt x="26" y="1"/>
                    <a:pt x="25" y="0"/>
                    <a:pt x="23" y="0"/>
                  </a:cubicBezTo>
                  <a:cubicBezTo>
                    <a:pt x="20" y="0"/>
                    <a:pt x="17" y="2"/>
                    <a:pt x="14" y="5"/>
                  </a:cubicBezTo>
                  <a:cubicBezTo>
                    <a:pt x="12" y="8"/>
                    <a:pt x="9" y="12"/>
                    <a:pt x="7" y="16"/>
                  </a:cubicBezTo>
                  <a:cubicBezTo>
                    <a:pt x="6" y="17"/>
                    <a:pt x="6" y="17"/>
                    <a:pt x="6" y="17"/>
                  </a:cubicBezTo>
                  <a:cubicBezTo>
                    <a:pt x="7" y="13"/>
                    <a:pt x="7" y="13"/>
                    <a:pt x="7" y="13"/>
                  </a:cubicBezTo>
                  <a:cubicBezTo>
                    <a:pt x="7" y="11"/>
                    <a:pt x="7" y="10"/>
                    <a:pt x="8" y="9"/>
                  </a:cubicBezTo>
                  <a:cubicBezTo>
                    <a:pt x="9" y="6"/>
                    <a:pt x="9" y="4"/>
                    <a:pt x="9" y="3"/>
                  </a:cubicBezTo>
                  <a:cubicBezTo>
                    <a:pt x="9" y="2"/>
                    <a:pt x="9" y="2"/>
                    <a:pt x="8" y="1"/>
                  </a:cubicBezTo>
                  <a:cubicBezTo>
                    <a:pt x="8" y="1"/>
                    <a:pt x="7" y="0"/>
                    <a:pt x="6" y="0"/>
                  </a:cubicBezTo>
                  <a:cubicBezTo>
                    <a:pt x="5" y="0"/>
                    <a:pt x="4" y="1"/>
                    <a:pt x="3" y="1"/>
                  </a:cubicBezTo>
                  <a:cubicBezTo>
                    <a:pt x="2" y="2"/>
                    <a:pt x="2" y="3"/>
                    <a:pt x="1" y="3"/>
                  </a:cubicBezTo>
                  <a:cubicBezTo>
                    <a:pt x="1" y="4"/>
                    <a:pt x="1" y="5"/>
                    <a:pt x="1" y="7"/>
                  </a:cubicBezTo>
                  <a:cubicBezTo>
                    <a:pt x="1" y="8"/>
                    <a:pt x="1" y="9"/>
                    <a:pt x="1" y="9"/>
                  </a:cubicBezTo>
                  <a:cubicBezTo>
                    <a:pt x="0" y="13"/>
                    <a:pt x="0" y="16"/>
                    <a:pt x="0" y="18"/>
                  </a:cubicBezTo>
                  <a:cubicBezTo>
                    <a:pt x="0" y="20"/>
                    <a:pt x="0" y="22"/>
                    <a:pt x="0" y="24"/>
                  </a:cubicBezTo>
                  <a:cubicBezTo>
                    <a:pt x="0" y="27"/>
                    <a:pt x="0" y="30"/>
                    <a:pt x="1" y="32"/>
                  </a:cubicBezTo>
                  <a:cubicBezTo>
                    <a:pt x="1" y="33"/>
                    <a:pt x="2" y="34"/>
                    <a:pt x="4"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92"/>
            <p:cNvSpPr>
              <a:spLocks/>
            </p:cNvSpPr>
            <p:nvPr/>
          </p:nvSpPr>
          <p:spPr bwMode="auto">
            <a:xfrm>
              <a:off x="5186362" y="842963"/>
              <a:ext cx="53975" cy="84138"/>
            </a:xfrm>
            <a:custGeom>
              <a:avLst/>
              <a:gdLst>
                <a:gd name="T0" fmla="*/ 4 w 33"/>
                <a:gd name="T1" fmla="*/ 52 h 52"/>
                <a:gd name="T2" fmla="*/ 7 w 33"/>
                <a:gd name="T3" fmla="*/ 51 h 52"/>
                <a:gd name="T4" fmla="*/ 7 w 33"/>
                <a:gd name="T5" fmla="*/ 48 h 52"/>
                <a:gd name="T6" fmla="*/ 7 w 33"/>
                <a:gd name="T7" fmla="*/ 41 h 52"/>
                <a:gd name="T8" fmla="*/ 7 w 33"/>
                <a:gd name="T9" fmla="*/ 41 h 52"/>
                <a:gd name="T10" fmla="*/ 9 w 33"/>
                <a:gd name="T11" fmla="*/ 39 h 52"/>
                <a:gd name="T12" fmla="*/ 11 w 33"/>
                <a:gd name="T13" fmla="*/ 38 h 52"/>
                <a:gd name="T14" fmla="*/ 15 w 33"/>
                <a:gd name="T15" fmla="*/ 43 h 52"/>
                <a:gd name="T16" fmla="*/ 22 w 33"/>
                <a:gd name="T17" fmla="*/ 50 h 52"/>
                <a:gd name="T18" fmla="*/ 26 w 33"/>
                <a:gd name="T19" fmla="*/ 52 h 52"/>
                <a:gd name="T20" fmla="*/ 32 w 33"/>
                <a:gd name="T21" fmla="*/ 50 h 52"/>
                <a:gd name="T22" fmla="*/ 33 w 33"/>
                <a:gd name="T23" fmla="*/ 47 h 52"/>
                <a:gd name="T24" fmla="*/ 33 w 33"/>
                <a:gd name="T25" fmla="*/ 46 h 52"/>
                <a:gd name="T26" fmla="*/ 32 w 33"/>
                <a:gd name="T27" fmla="*/ 45 h 52"/>
                <a:gd name="T28" fmla="*/ 30 w 33"/>
                <a:gd name="T29" fmla="*/ 45 h 52"/>
                <a:gd name="T30" fmla="*/ 26 w 33"/>
                <a:gd name="T31" fmla="*/ 44 h 52"/>
                <a:gd name="T32" fmla="*/ 21 w 33"/>
                <a:gd name="T33" fmla="*/ 39 h 52"/>
                <a:gd name="T34" fmla="*/ 17 w 33"/>
                <a:gd name="T35" fmla="*/ 34 h 52"/>
                <a:gd name="T36" fmla="*/ 18 w 33"/>
                <a:gd name="T37" fmla="*/ 33 h 52"/>
                <a:gd name="T38" fmla="*/ 22 w 33"/>
                <a:gd name="T39" fmla="*/ 30 h 52"/>
                <a:gd name="T40" fmla="*/ 26 w 33"/>
                <a:gd name="T41" fmla="*/ 27 h 52"/>
                <a:gd name="T42" fmla="*/ 29 w 33"/>
                <a:gd name="T43" fmla="*/ 25 h 52"/>
                <a:gd name="T44" fmla="*/ 29 w 33"/>
                <a:gd name="T45" fmla="*/ 25 h 52"/>
                <a:gd name="T46" fmla="*/ 29 w 33"/>
                <a:gd name="T47" fmla="*/ 25 h 52"/>
                <a:gd name="T48" fmla="*/ 32 w 33"/>
                <a:gd name="T49" fmla="*/ 21 h 52"/>
                <a:gd name="T50" fmla="*/ 29 w 33"/>
                <a:gd name="T51" fmla="*/ 18 h 52"/>
                <a:gd name="T52" fmla="*/ 18 w 33"/>
                <a:gd name="T53" fmla="*/ 25 h 52"/>
                <a:gd name="T54" fmla="*/ 9 w 33"/>
                <a:gd name="T55" fmla="*/ 34 h 52"/>
                <a:gd name="T56" fmla="*/ 10 w 33"/>
                <a:gd name="T57" fmla="*/ 25 h 52"/>
                <a:gd name="T58" fmla="*/ 10 w 33"/>
                <a:gd name="T59" fmla="*/ 25 h 52"/>
                <a:gd name="T60" fmla="*/ 11 w 33"/>
                <a:gd name="T61" fmla="*/ 20 h 52"/>
                <a:gd name="T62" fmla="*/ 14 w 33"/>
                <a:gd name="T63" fmla="*/ 4 h 52"/>
                <a:gd name="T64" fmla="*/ 13 w 33"/>
                <a:gd name="T65" fmla="*/ 2 h 52"/>
                <a:gd name="T66" fmla="*/ 11 w 33"/>
                <a:gd name="T67" fmla="*/ 0 h 52"/>
                <a:gd name="T68" fmla="*/ 8 w 33"/>
                <a:gd name="T69" fmla="*/ 1 h 52"/>
                <a:gd name="T70" fmla="*/ 6 w 33"/>
                <a:gd name="T71" fmla="*/ 4 h 52"/>
                <a:gd name="T72" fmla="*/ 5 w 33"/>
                <a:gd name="T73" fmla="*/ 11 h 52"/>
                <a:gd name="T74" fmla="*/ 3 w 33"/>
                <a:gd name="T75" fmla="*/ 25 h 52"/>
                <a:gd name="T76" fmla="*/ 1 w 33"/>
                <a:gd name="T77" fmla="*/ 44 h 52"/>
                <a:gd name="T78" fmla="*/ 0 w 33"/>
                <a:gd name="T79" fmla="*/ 49 h 52"/>
                <a:gd name="T80" fmla="*/ 1 w 33"/>
                <a:gd name="T81" fmla="*/ 51 h 52"/>
                <a:gd name="T82" fmla="*/ 4 w 33"/>
                <a:gd name="T83"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 h="52">
                  <a:moveTo>
                    <a:pt x="4" y="52"/>
                  </a:moveTo>
                  <a:cubicBezTo>
                    <a:pt x="5" y="52"/>
                    <a:pt x="6" y="52"/>
                    <a:pt x="7" y="51"/>
                  </a:cubicBezTo>
                  <a:cubicBezTo>
                    <a:pt x="8" y="50"/>
                    <a:pt x="7" y="49"/>
                    <a:pt x="7" y="48"/>
                  </a:cubicBezTo>
                  <a:cubicBezTo>
                    <a:pt x="7" y="45"/>
                    <a:pt x="7" y="43"/>
                    <a:pt x="7" y="41"/>
                  </a:cubicBezTo>
                  <a:cubicBezTo>
                    <a:pt x="7" y="41"/>
                    <a:pt x="7" y="41"/>
                    <a:pt x="7" y="41"/>
                  </a:cubicBezTo>
                  <a:cubicBezTo>
                    <a:pt x="7" y="41"/>
                    <a:pt x="8" y="40"/>
                    <a:pt x="9" y="39"/>
                  </a:cubicBezTo>
                  <a:cubicBezTo>
                    <a:pt x="10" y="39"/>
                    <a:pt x="11" y="38"/>
                    <a:pt x="11" y="38"/>
                  </a:cubicBezTo>
                  <a:cubicBezTo>
                    <a:pt x="11" y="38"/>
                    <a:pt x="12" y="40"/>
                    <a:pt x="15" y="43"/>
                  </a:cubicBezTo>
                  <a:cubicBezTo>
                    <a:pt x="18" y="47"/>
                    <a:pt x="20" y="49"/>
                    <a:pt x="22" y="50"/>
                  </a:cubicBezTo>
                  <a:cubicBezTo>
                    <a:pt x="23" y="51"/>
                    <a:pt x="25" y="52"/>
                    <a:pt x="26" y="52"/>
                  </a:cubicBezTo>
                  <a:cubicBezTo>
                    <a:pt x="29" y="52"/>
                    <a:pt x="31" y="51"/>
                    <a:pt x="32" y="50"/>
                  </a:cubicBezTo>
                  <a:cubicBezTo>
                    <a:pt x="33" y="49"/>
                    <a:pt x="33" y="48"/>
                    <a:pt x="33" y="47"/>
                  </a:cubicBezTo>
                  <a:cubicBezTo>
                    <a:pt x="33" y="47"/>
                    <a:pt x="33" y="46"/>
                    <a:pt x="33" y="46"/>
                  </a:cubicBezTo>
                  <a:cubicBezTo>
                    <a:pt x="33" y="46"/>
                    <a:pt x="32" y="45"/>
                    <a:pt x="32" y="45"/>
                  </a:cubicBezTo>
                  <a:cubicBezTo>
                    <a:pt x="30" y="45"/>
                    <a:pt x="30" y="45"/>
                    <a:pt x="30" y="45"/>
                  </a:cubicBezTo>
                  <a:cubicBezTo>
                    <a:pt x="29" y="45"/>
                    <a:pt x="28" y="45"/>
                    <a:pt x="26" y="44"/>
                  </a:cubicBezTo>
                  <a:cubicBezTo>
                    <a:pt x="25" y="43"/>
                    <a:pt x="23" y="41"/>
                    <a:pt x="21" y="39"/>
                  </a:cubicBezTo>
                  <a:cubicBezTo>
                    <a:pt x="18" y="36"/>
                    <a:pt x="17" y="35"/>
                    <a:pt x="17" y="34"/>
                  </a:cubicBezTo>
                  <a:cubicBezTo>
                    <a:pt x="17" y="34"/>
                    <a:pt x="18" y="34"/>
                    <a:pt x="18" y="33"/>
                  </a:cubicBezTo>
                  <a:cubicBezTo>
                    <a:pt x="19" y="32"/>
                    <a:pt x="20" y="31"/>
                    <a:pt x="22" y="30"/>
                  </a:cubicBezTo>
                  <a:cubicBezTo>
                    <a:pt x="23" y="29"/>
                    <a:pt x="24" y="28"/>
                    <a:pt x="26" y="27"/>
                  </a:cubicBezTo>
                  <a:cubicBezTo>
                    <a:pt x="27" y="26"/>
                    <a:pt x="27" y="26"/>
                    <a:pt x="29" y="25"/>
                  </a:cubicBezTo>
                  <a:cubicBezTo>
                    <a:pt x="29" y="25"/>
                    <a:pt x="29" y="25"/>
                    <a:pt x="29" y="25"/>
                  </a:cubicBezTo>
                  <a:cubicBezTo>
                    <a:pt x="29" y="25"/>
                    <a:pt x="29" y="25"/>
                    <a:pt x="29" y="25"/>
                  </a:cubicBezTo>
                  <a:cubicBezTo>
                    <a:pt x="31" y="25"/>
                    <a:pt x="32" y="23"/>
                    <a:pt x="32" y="21"/>
                  </a:cubicBezTo>
                  <a:cubicBezTo>
                    <a:pt x="32" y="19"/>
                    <a:pt x="31" y="18"/>
                    <a:pt x="29" y="18"/>
                  </a:cubicBezTo>
                  <a:cubicBezTo>
                    <a:pt x="26" y="18"/>
                    <a:pt x="23" y="20"/>
                    <a:pt x="18" y="25"/>
                  </a:cubicBezTo>
                  <a:cubicBezTo>
                    <a:pt x="9" y="34"/>
                    <a:pt x="9" y="34"/>
                    <a:pt x="9" y="34"/>
                  </a:cubicBezTo>
                  <a:cubicBezTo>
                    <a:pt x="9" y="33"/>
                    <a:pt x="9" y="29"/>
                    <a:pt x="10" y="25"/>
                  </a:cubicBezTo>
                  <a:cubicBezTo>
                    <a:pt x="10" y="25"/>
                    <a:pt x="10" y="25"/>
                    <a:pt x="10" y="25"/>
                  </a:cubicBezTo>
                  <a:cubicBezTo>
                    <a:pt x="11" y="20"/>
                    <a:pt x="11" y="20"/>
                    <a:pt x="11" y="20"/>
                  </a:cubicBezTo>
                  <a:cubicBezTo>
                    <a:pt x="13" y="11"/>
                    <a:pt x="14" y="6"/>
                    <a:pt x="14" y="4"/>
                  </a:cubicBezTo>
                  <a:cubicBezTo>
                    <a:pt x="14" y="3"/>
                    <a:pt x="13" y="2"/>
                    <a:pt x="13" y="2"/>
                  </a:cubicBezTo>
                  <a:cubicBezTo>
                    <a:pt x="12" y="1"/>
                    <a:pt x="11" y="0"/>
                    <a:pt x="11" y="0"/>
                  </a:cubicBezTo>
                  <a:cubicBezTo>
                    <a:pt x="10" y="0"/>
                    <a:pt x="9" y="1"/>
                    <a:pt x="8" y="1"/>
                  </a:cubicBezTo>
                  <a:cubicBezTo>
                    <a:pt x="7" y="2"/>
                    <a:pt x="7" y="3"/>
                    <a:pt x="6" y="4"/>
                  </a:cubicBezTo>
                  <a:cubicBezTo>
                    <a:pt x="6" y="5"/>
                    <a:pt x="5" y="7"/>
                    <a:pt x="5" y="11"/>
                  </a:cubicBezTo>
                  <a:cubicBezTo>
                    <a:pt x="4" y="14"/>
                    <a:pt x="4" y="19"/>
                    <a:pt x="3" y="25"/>
                  </a:cubicBezTo>
                  <a:cubicBezTo>
                    <a:pt x="3" y="33"/>
                    <a:pt x="2" y="40"/>
                    <a:pt x="1" y="44"/>
                  </a:cubicBezTo>
                  <a:cubicBezTo>
                    <a:pt x="0" y="47"/>
                    <a:pt x="0" y="48"/>
                    <a:pt x="0" y="49"/>
                  </a:cubicBezTo>
                  <a:cubicBezTo>
                    <a:pt x="0" y="50"/>
                    <a:pt x="0" y="50"/>
                    <a:pt x="1" y="51"/>
                  </a:cubicBezTo>
                  <a:cubicBezTo>
                    <a:pt x="2" y="52"/>
                    <a:pt x="3" y="52"/>
                    <a:pt x="4"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93"/>
            <p:cNvSpPr>
              <a:spLocks/>
            </p:cNvSpPr>
            <p:nvPr/>
          </p:nvSpPr>
          <p:spPr bwMode="auto">
            <a:xfrm>
              <a:off x="5257800" y="846138"/>
              <a:ext cx="15875" cy="14288"/>
            </a:xfrm>
            <a:custGeom>
              <a:avLst/>
              <a:gdLst>
                <a:gd name="T0" fmla="*/ 4 w 10"/>
                <a:gd name="T1" fmla="*/ 9 h 9"/>
                <a:gd name="T2" fmla="*/ 8 w 10"/>
                <a:gd name="T3" fmla="*/ 7 h 9"/>
                <a:gd name="T4" fmla="*/ 10 w 10"/>
                <a:gd name="T5" fmla="*/ 4 h 9"/>
                <a:gd name="T6" fmla="*/ 8 w 10"/>
                <a:gd name="T7" fmla="*/ 1 h 9"/>
                <a:gd name="T8" fmla="*/ 5 w 10"/>
                <a:gd name="T9" fmla="*/ 0 h 9"/>
                <a:gd name="T10" fmla="*/ 1 w 10"/>
                <a:gd name="T11" fmla="*/ 1 h 9"/>
                <a:gd name="T12" fmla="*/ 0 w 10"/>
                <a:gd name="T13" fmla="*/ 4 h 9"/>
                <a:gd name="T14" fmla="*/ 1 w 10"/>
                <a:gd name="T15" fmla="*/ 7 h 9"/>
                <a:gd name="T16" fmla="*/ 4 w 10"/>
                <a:gd name="T17"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9">
                  <a:moveTo>
                    <a:pt x="4" y="9"/>
                  </a:moveTo>
                  <a:cubicBezTo>
                    <a:pt x="5" y="9"/>
                    <a:pt x="6" y="8"/>
                    <a:pt x="8" y="7"/>
                  </a:cubicBezTo>
                  <a:cubicBezTo>
                    <a:pt x="9" y="6"/>
                    <a:pt x="10" y="5"/>
                    <a:pt x="10" y="4"/>
                  </a:cubicBezTo>
                  <a:cubicBezTo>
                    <a:pt x="10" y="3"/>
                    <a:pt x="9" y="2"/>
                    <a:pt x="8" y="1"/>
                  </a:cubicBezTo>
                  <a:cubicBezTo>
                    <a:pt x="8" y="0"/>
                    <a:pt x="7" y="0"/>
                    <a:pt x="5" y="0"/>
                  </a:cubicBezTo>
                  <a:cubicBezTo>
                    <a:pt x="3" y="0"/>
                    <a:pt x="2" y="0"/>
                    <a:pt x="1" y="1"/>
                  </a:cubicBezTo>
                  <a:cubicBezTo>
                    <a:pt x="0" y="2"/>
                    <a:pt x="0" y="3"/>
                    <a:pt x="0" y="4"/>
                  </a:cubicBezTo>
                  <a:cubicBezTo>
                    <a:pt x="0" y="5"/>
                    <a:pt x="0" y="6"/>
                    <a:pt x="1" y="7"/>
                  </a:cubicBezTo>
                  <a:cubicBezTo>
                    <a:pt x="2" y="8"/>
                    <a:pt x="3" y="9"/>
                    <a:pt x="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94"/>
            <p:cNvSpPr>
              <a:spLocks/>
            </p:cNvSpPr>
            <p:nvPr/>
          </p:nvSpPr>
          <p:spPr bwMode="auto">
            <a:xfrm>
              <a:off x="5246687" y="874713"/>
              <a:ext cx="17462" cy="52388"/>
            </a:xfrm>
            <a:custGeom>
              <a:avLst/>
              <a:gdLst>
                <a:gd name="T0" fmla="*/ 4 w 11"/>
                <a:gd name="T1" fmla="*/ 33 h 33"/>
                <a:gd name="T2" fmla="*/ 7 w 11"/>
                <a:gd name="T3" fmla="*/ 32 h 33"/>
                <a:gd name="T4" fmla="*/ 8 w 11"/>
                <a:gd name="T5" fmla="*/ 30 h 33"/>
                <a:gd name="T6" fmla="*/ 8 w 11"/>
                <a:gd name="T7" fmla="*/ 29 h 33"/>
                <a:gd name="T8" fmla="*/ 8 w 11"/>
                <a:gd name="T9" fmla="*/ 24 h 33"/>
                <a:gd name="T10" fmla="*/ 8 w 11"/>
                <a:gd name="T11" fmla="*/ 18 h 33"/>
                <a:gd name="T12" fmla="*/ 10 w 11"/>
                <a:gd name="T13" fmla="*/ 9 h 33"/>
                <a:gd name="T14" fmla="*/ 10 w 11"/>
                <a:gd name="T15" fmla="*/ 8 h 33"/>
                <a:gd name="T16" fmla="*/ 11 w 11"/>
                <a:gd name="T17" fmla="*/ 3 h 33"/>
                <a:gd name="T18" fmla="*/ 10 w 11"/>
                <a:gd name="T19" fmla="*/ 1 h 33"/>
                <a:gd name="T20" fmla="*/ 7 w 11"/>
                <a:gd name="T21" fmla="*/ 0 h 33"/>
                <a:gd name="T22" fmla="*/ 4 w 11"/>
                <a:gd name="T23" fmla="*/ 1 h 33"/>
                <a:gd name="T24" fmla="*/ 3 w 11"/>
                <a:gd name="T25" fmla="*/ 5 h 33"/>
                <a:gd name="T26" fmla="*/ 2 w 11"/>
                <a:gd name="T27" fmla="*/ 11 h 33"/>
                <a:gd name="T28" fmla="*/ 2 w 11"/>
                <a:gd name="T29" fmla="*/ 11 h 33"/>
                <a:gd name="T30" fmla="*/ 2 w 11"/>
                <a:gd name="T31" fmla="*/ 14 h 33"/>
                <a:gd name="T32" fmla="*/ 0 w 11"/>
                <a:gd name="T33" fmla="*/ 27 h 33"/>
                <a:gd name="T34" fmla="*/ 4 w 11"/>
                <a:gd name="T35"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33">
                  <a:moveTo>
                    <a:pt x="4" y="33"/>
                  </a:moveTo>
                  <a:cubicBezTo>
                    <a:pt x="5" y="33"/>
                    <a:pt x="6" y="32"/>
                    <a:pt x="7" y="32"/>
                  </a:cubicBezTo>
                  <a:cubicBezTo>
                    <a:pt x="8" y="31"/>
                    <a:pt x="8" y="30"/>
                    <a:pt x="8" y="30"/>
                  </a:cubicBezTo>
                  <a:cubicBezTo>
                    <a:pt x="8" y="30"/>
                    <a:pt x="8" y="29"/>
                    <a:pt x="8" y="29"/>
                  </a:cubicBezTo>
                  <a:cubicBezTo>
                    <a:pt x="8" y="27"/>
                    <a:pt x="8" y="25"/>
                    <a:pt x="8" y="24"/>
                  </a:cubicBezTo>
                  <a:cubicBezTo>
                    <a:pt x="8" y="23"/>
                    <a:pt x="8" y="21"/>
                    <a:pt x="8" y="18"/>
                  </a:cubicBezTo>
                  <a:cubicBezTo>
                    <a:pt x="8" y="16"/>
                    <a:pt x="9" y="13"/>
                    <a:pt x="10" y="9"/>
                  </a:cubicBezTo>
                  <a:cubicBezTo>
                    <a:pt x="10" y="8"/>
                    <a:pt x="10" y="8"/>
                    <a:pt x="10" y="8"/>
                  </a:cubicBezTo>
                  <a:cubicBezTo>
                    <a:pt x="11" y="5"/>
                    <a:pt x="11" y="4"/>
                    <a:pt x="11" y="3"/>
                  </a:cubicBezTo>
                  <a:cubicBezTo>
                    <a:pt x="11" y="2"/>
                    <a:pt x="11" y="1"/>
                    <a:pt x="10" y="1"/>
                  </a:cubicBezTo>
                  <a:cubicBezTo>
                    <a:pt x="9" y="0"/>
                    <a:pt x="8" y="0"/>
                    <a:pt x="7" y="0"/>
                  </a:cubicBezTo>
                  <a:cubicBezTo>
                    <a:pt x="6" y="0"/>
                    <a:pt x="5" y="0"/>
                    <a:pt x="4" y="1"/>
                  </a:cubicBezTo>
                  <a:cubicBezTo>
                    <a:pt x="3" y="2"/>
                    <a:pt x="3" y="4"/>
                    <a:pt x="3" y="5"/>
                  </a:cubicBezTo>
                  <a:cubicBezTo>
                    <a:pt x="3" y="6"/>
                    <a:pt x="2" y="8"/>
                    <a:pt x="2" y="11"/>
                  </a:cubicBezTo>
                  <a:cubicBezTo>
                    <a:pt x="2" y="11"/>
                    <a:pt x="2" y="11"/>
                    <a:pt x="2" y="11"/>
                  </a:cubicBezTo>
                  <a:cubicBezTo>
                    <a:pt x="2" y="12"/>
                    <a:pt x="2" y="13"/>
                    <a:pt x="2" y="14"/>
                  </a:cubicBezTo>
                  <a:cubicBezTo>
                    <a:pt x="1" y="19"/>
                    <a:pt x="0" y="23"/>
                    <a:pt x="0" y="27"/>
                  </a:cubicBezTo>
                  <a:cubicBezTo>
                    <a:pt x="0" y="31"/>
                    <a:pt x="2" y="33"/>
                    <a:pt x="4"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95"/>
            <p:cNvSpPr>
              <a:spLocks/>
            </p:cNvSpPr>
            <p:nvPr/>
          </p:nvSpPr>
          <p:spPr bwMode="auto">
            <a:xfrm>
              <a:off x="5273675" y="874713"/>
              <a:ext cx="61912" cy="50800"/>
            </a:xfrm>
            <a:custGeom>
              <a:avLst/>
              <a:gdLst>
                <a:gd name="T0" fmla="*/ 4 w 38"/>
                <a:gd name="T1" fmla="*/ 32 h 32"/>
                <a:gd name="T2" fmla="*/ 6 w 38"/>
                <a:gd name="T3" fmla="*/ 31 h 32"/>
                <a:gd name="T4" fmla="*/ 7 w 38"/>
                <a:gd name="T5" fmla="*/ 29 h 32"/>
                <a:gd name="T6" fmla="*/ 13 w 38"/>
                <a:gd name="T7" fmla="*/ 17 h 32"/>
                <a:gd name="T8" fmla="*/ 21 w 38"/>
                <a:gd name="T9" fmla="*/ 9 h 32"/>
                <a:gd name="T10" fmla="*/ 24 w 38"/>
                <a:gd name="T11" fmla="*/ 16 h 32"/>
                <a:gd name="T12" fmla="*/ 26 w 38"/>
                <a:gd name="T13" fmla="*/ 26 h 32"/>
                <a:gd name="T14" fmla="*/ 26 w 38"/>
                <a:gd name="T15" fmla="*/ 26 h 32"/>
                <a:gd name="T16" fmla="*/ 31 w 38"/>
                <a:gd name="T17" fmla="*/ 29 h 32"/>
                <a:gd name="T18" fmla="*/ 36 w 38"/>
                <a:gd name="T19" fmla="*/ 28 h 32"/>
                <a:gd name="T20" fmla="*/ 38 w 38"/>
                <a:gd name="T21" fmla="*/ 25 h 32"/>
                <a:gd name="T22" fmla="*/ 36 w 38"/>
                <a:gd name="T23" fmla="*/ 23 h 32"/>
                <a:gd name="T24" fmla="*/ 35 w 38"/>
                <a:gd name="T25" fmla="*/ 24 h 32"/>
                <a:gd name="T26" fmla="*/ 33 w 38"/>
                <a:gd name="T27" fmla="*/ 24 h 32"/>
                <a:gd name="T28" fmla="*/ 30 w 38"/>
                <a:gd name="T29" fmla="*/ 13 h 32"/>
                <a:gd name="T30" fmla="*/ 22 w 38"/>
                <a:gd name="T31" fmla="*/ 2 h 32"/>
                <a:gd name="T32" fmla="*/ 8 w 38"/>
                <a:gd name="T33" fmla="*/ 17 h 32"/>
                <a:gd name="T34" fmla="*/ 9 w 38"/>
                <a:gd name="T35" fmla="*/ 6 h 32"/>
                <a:gd name="T36" fmla="*/ 8 w 38"/>
                <a:gd name="T37" fmla="*/ 1 h 32"/>
                <a:gd name="T38" fmla="*/ 6 w 38"/>
                <a:gd name="T39" fmla="*/ 0 h 32"/>
                <a:gd name="T40" fmla="*/ 3 w 38"/>
                <a:gd name="T41" fmla="*/ 2 h 32"/>
                <a:gd name="T42" fmla="*/ 2 w 38"/>
                <a:gd name="T43" fmla="*/ 5 h 32"/>
                <a:gd name="T44" fmla="*/ 1 w 38"/>
                <a:gd name="T45" fmla="*/ 21 h 32"/>
                <a:gd name="T46" fmla="*/ 0 w 38"/>
                <a:gd name="T47" fmla="*/ 27 h 32"/>
                <a:gd name="T48" fmla="*/ 4 w 38"/>
                <a:gd name="T49"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 h="32">
                  <a:moveTo>
                    <a:pt x="4" y="32"/>
                  </a:moveTo>
                  <a:cubicBezTo>
                    <a:pt x="5" y="32"/>
                    <a:pt x="5" y="31"/>
                    <a:pt x="6" y="31"/>
                  </a:cubicBezTo>
                  <a:cubicBezTo>
                    <a:pt x="6" y="30"/>
                    <a:pt x="7" y="30"/>
                    <a:pt x="7" y="29"/>
                  </a:cubicBezTo>
                  <a:cubicBezTo>
                    <a:pt x="8" y="26"/>
                    <a:pt x="10" y="22"/>
                    <a:pt x="13" y="17"/>
                  </a:cubicBezTo>
                  <a:cubicBezTo>
                    <a:pt x="17" y="12"/>
                    <a:pt x="19" y="9"/>
                    <a:pt x="21" y="9"/>
                  </a:cubicBezTo>
                  <a:cubicBezTo>
                    <a:pt x="22" y="9"/>
                    <a:pt x="23" y="11"/>
                    <a:pt x="24" y="16"/>
                  </a:cubicBezTo>
                  <a:cubicBezTo>
                    <a:pt x="24" y="21"/>
                    <a:pt x="25" y="26"/>
                    <a:pt x="26" y="26"/>
                  </a:cubicBezTo>
                  <a:cubicBezTo>
                    <a:pt x="26" y="26"/>
                    <a:pt x="26" y="26"/>
                    <a:pt x="26" y="26"/>
                  </a:cubicBezTo>
                  <a:cubicBezTo>
                    <a:pt x="27" y="30"/>
                    <a:pt x="29" y="29"/>
                    <a:pt x="31" y="29"/>
                  </a:cubicBezTo>
                  <a:cubicBezTo>
                    <a:pt x="33" y="29"/>
                    <a:pt x="35" y="29"/>
                    <a:pt x="36" y="28"/>
                  </a:cubicBezTo>
                  <a:cubicBezTo>
                    <a:pt x="37" y="27"/>
                    <a:pt x="38" y="26"/>
                    <a:pt x="38" y="25"/>
                  </a:cubicBezTo>
                  <a:cubicBezTo>
                    <a:pt x="38" y="24"/>
                    <a:pt x="37" y="23"/>
                    <a:pt x="36" y="23"/>
                  </a:cubicBezTo>
                  <a:cubicBezTo>
                    <a:pt x="36" y="23"/>
                    <a:pt x="35" y="23"/>
                    <a:pt x="35" y="24"/>
                  </a:cubicBezTo>
                  <a:cubicBezTo>
                    <a:pt x="34" y="24"/>
                    <a:pt x="34" y="24"/>
                    <a:pt x="33" y="24"/>
                  </a:cubicBezTo>
                  <a:cubicBezTo>
                    <a:pt x="32" y="24"/>
                    <a:pt x="31" y="20"/>
                    <a:pt x="30" y="13"/>
                  </a:cubicBezTo>
                  <a:cubicBezTo>
                    <a:pt x="30" y="5"/>
                    <a:pt x="27" y="2"/>
                    <a:pt x="22" y="2"/>
                  </a:cubicBezTo>
                  <a:cubicBezTo>
                    <a:pt x="17" y="2"/>
                    <a:pt x="12" y="7"/>
                    <a:pt x="8" y="17"/>
                  </a:cubicBezTo>
                  <a:cubicBezTo>
                    <a:pt x="9" y="12"/>
                    <a:pt x="9" y="8"/>
                    <a:pt x="9" y="6"/>
                  </a:cubicBezTo>
                  <a:cubicBezTo>
                    <a:pt x="9" y="3"/>
                    <a:pt x="9" y="2"/>
                    <a:pt x="8" y="1"/>
                  </a:cubicBezTo>
                  <a:cubicBezTo>
                    <a:pt x="8" y="1"/>
                    <a:pt x="7" y="0"/>
                    <a:pt x="6" y="0"/>
                  </a:cubicBezTo>
                  <a:cubicBezTo>
                    <a:pt x="5" y="0"/>
                    <a:pt x="4" y="1"/>
                    <a:pt x="3" y="2"/>
                  </a:cubicBezTo>
                  <a:cubicBezTo>
                    <a:pt x="2" y="3"/>
                    <a:pt x="2" y="4"/>
                    <a:pt x="2" y="5"/>
                  </a:cubicBezTo>
                  <a:cubicBezTo>
                    <a:pt x="2" y="11"/>
                    <a:pt x="2" y="17"/>
                    <a:pt x="1" y="21"/>
                  </a:cubicBezTo>
                  <a:cubicBezTo>
                    <a:pt x="0" y="24"/>
                    <a:pt x="0" y="26"/>
                    <a:pt x="0" y="27"/>
                  </a:cubicBezTo>
                  <a:cubicBezTo>
                    <a:pt x="0" y="30"/>
                    <a:pt x="1" y="32"/>
                    <a:pt x="4"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96"/>
            <p:cNvSpPr>
              <a:spLocks noEditPoints="1"/>
            </p:cNvSpPr>
            <p:nvPr/>
          </p:nvSpPr>
          <p:spPr bwMode="auto">
            <a:xfrm>
              <a:off x="5329237" y="873126"/>
              <a:ext cx="60325" cy="80963"/>
            </a:xfrm>
            <a:custGeom>
              <a:avLst/>
              <a:gdLst>
                <a:gd name="T0" fmla="*/ 13 w 38"/>
                <a:gd name="T1" fmla="*/ 32 h 51"/>
                <a:gd name="T2" fmla="*/ 20 w 38"/>
                <a:gd name="T3" fmla="*/ 29 h 51"/>
                <a:gd name="T4" fmla="*/ 28 w 38"/>
                <a:gd name="T5" fmla="*/ 23 h 51"/>
                <a:gd name="T6" fmla="*/ 24 w 38"/>
                <a:gd name="T7" fmla="*/ 40 h 51"/>
                <a:gd name="T8" fmla="*/ 18 w 38"/>
                <a:gd name="T9" fmla="*/ 45 h 51"/>
                <a:gd name="T10" fmla="*/ 6 w 38"/>
                <a:gd name="T11" fmla="*/ 40 h 51"/>
                <a:gd name="T12" fmla="*/ 2 w 38"/>
                <a:gd name="T13" fmla="*/ 39 h 51"/>
                <a:gd name="T14" fmla="*/ 0 w 38"/>
                <a:gd name="T15" fmla="*/ 41 h 51"/>
                <a:gd name="T16" fmla="*/ 6 w 38"/>
                <a:gd name="T17" fmla="*/ 47 h 51"/>
                <a:gd name="T18" fmla="*/ 17 w 38"/>
                <a:gd name="T19" fmla="*/ 51 h 51"/>
                <a:gd name="T20" fmla="*/ 28 w 38"/>
                <a:gd name="T21" fmla="*/ 47 h 51"/>
                <a:gd name="T22" fmla="*/ 33 w 38"/>
                <a:gd name="T23" fmla="*/ 31 h 51"/>
                <a:gd name="T24" fmla="*/ 35 w 38"/>
                <a:gd name="T25" fmla="*/ 16 h 51"/>
                <a:gd name="T26" fmla="*/ 37 w 38"/>
                <a:gd name="T27" fmla="*/ 10 h 51"/>
                <a:gd name="T28" fmla="*/ 38 w 38"/>
                <a:gd name="T29" fmla="*/ 6 h 51"/>
                <a:gd name="T30" fmla="*/ 37 w 38"/>
                <a:gd name="T31" fmla="*/ 4 h 51"/>
                <a:gd name="T32" fmla="*/ 36 w 38"/>
                <a:gd name="T33" fmla="*/ 2 h 51"/>
                <a:gd name="T34" fmla="*/ 35 w 38"/>
                <a:gd name="T35" fmla="*/ 2 h 51"/>
                <a:gd name="T36" fmla="*/ 30 w 38"/>
                <a:gd name="T37" fmla="*/ 0 h 51"/>
                <a:gd name="T38" fmla="*/ 19 w 38"/>
                <a:gd name="T39" fmla="*/ 4 h 51"/>
                <a:gd name="T40" fmla="*/ 9 w 38"/>
                <a:gd name="T41" fmla="*/ 14 h 51"/>
                <a:gd name="T42" fmla="*/ 6 w 38"/>
                <a:gd name="T43" fmla="*/ 25 h 51"/>
                <a:gd name="T44" fmla="*/ 8 w 38"/>
                <a:gd name="T45" fmla="*/ 30 h 51"/>
                <a:gd name="T46" fmla="*/ 13 w 38"/>
                <a:gd name="T47" fmla="*/ 32 h 51"/>
                <a:gd name="T48" fmla="*/ 16 w 38"/>
                <a:gd name="T49" fmla="*/ 16 h 51"/>
                <a:gd name="T50" fmla="*/ 23 w 38"/>
                <a:gd name="T51" fmla="*/ 9 h 51"/>
                <a:gd name="T52" fmla="*/ 29 w 38"/>
                <a:gd name="T53" fmla="*/ 6 h 51"/>
                <a:gd name="T54" fmla="*/ 30 w 38"/>
                <a:gd name="T55" fmla="*/ 7 h 51"/>
                <a:gd name="T56" fmla="*/ 31 w 38"/>
                <a:gd name="T57" fmla="*/ 9 h 51"/>
                <a:gd name="T58" fmla="*/ 28 w 38"/>
                <a:gd name="T59" fmla="*/ 15 h 51"/>
                <a:gd name="T60" fmla="*/ 22 w 38"/>
                <a:gd name="T61" fmla="*/ 22 h 51"/>
                <a:gd name="T62" fmla="*/ 14 w 38"/>
                <a:gd name="T63" fmla="*/ 25 h 51"/>
                <a:gd name="T64" fmla="*/ 13 w 38"/>
                <a:gd name="T65" fmla="*/ 24 h 51"/>
                <a:gd name="T66" fmla="*/ 16 w 38"/>
                <a:gd name="T67" fmla="*/ 16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8" h="51">
                  <a:moveTo>
                    <a:pt x="13" y="32"/>
                  </a:moveTo>
                  <a:cubicBezTo>
                    <a:pt x="15" y="32"/>
                    <a:pt x="17" y="31"/>
                    <a:pt x="20" y="29"/>
                  </a:cubicBezTo>
                  <a:cubicBezTo>
                    <a:pt x="23" y="28"/>
                    <a:pt x="26" y="26"/>
                    <a:pt x="28" y="23"/>
                  </a:cubicBezTo>
                  <a:cubicBezTo>
                    <a:pt x="27" y="31"/>
                    <a:pt x="26" y="37"/>
                    <a:pt x="24" y="40"/>
                  </a:cubicBezTo>
                  <a:cubicBezTo>
                    <a:pt x="22" y="43"/>
                    <a:pt x="20" y="45"/>
                    <a:pt x="18" y="45"/>
                  </a:cubicBezTo>
                  <a:cubicBezTo>
                    <a:pt x="14" y="45"/>
                    <a:pt x="11" y="43"/>
                    <a:pt x="6" y="40"/>
                  </a:cubicBezTo>
                  <a:cubicBezTo>
                    <a:pt x="4" y="39"/>
                    <a:pt x="3" y="39"/>
                    <a:pt x="2" y="39"/>
                  </a:cubicBezTo>
                  <a:cubicBezTo>
                    <a:pt x="1" y="39"/>
                    <a:pt x="0" y="39"/>
                    <a:pt x="0" y="41"/>
                  </a:cubicBezTo>
                  <a:cubicBezTo>
                    <a:pt x="0" y="43"/>
                    <a:pt x="2" y="45"/>
                    <a:pt x="6" y="47"/>
                  </a:cubicBezTo>
                  <a:cubicBezTo>
                    <a:pt x="10" y="50"/>
                    <a:pt x="13" y="51"/>
                    <a:pt x="17" y="51"/>
                  </a:cubicBezTo>
                  <a:cubicBezTo>
                    <a:pt x="21" y="51"/>
                    <a:pt x="24" y="50"/>
                    <a:pt x="28" y="47"/>
                  </a:cubicBezTo>
                  <a:cubicBezTo>
                    <a:pt x="31" y="43"/>
                    <a:pt x="33" y="38"/>
                    <a:pt x="33" y="31"/>
                  </a:cubicBezTo>
                  <a:cubicBezTo>
                    <a:pt x="34" y="23"/>
                    <a:pt x="35" y="18"/>
                    <a:pt x="35" y="16"/>
                  </a:cubicBezTo>
                  <a:cubicBezTo>
                    <a:pt x="36" y="14"/>
                    <a:pt x="36" y="12"/>
                    <a:pt x="37" y="10"/>
                  </a:cubicBezTo>
                  <a:cubicBezTo>
                    <a:pt x="38" y="8"/>
                    <a:pt x="38" y="7"/>
                    <a:pt x="38" y="6"/>
                  </a:cubicBezTo>
                  <a:cubicBezTo>
                    <a:pt x="38" y="6"/>
                    <a:pt x="38" y="5"/>
                    <a:pt x="37" y="4"/>
                  </a:cubicBezTo>
                  <a:cubicBezTo>
                    <a:pt x="37" y="3"/>
                    <a:pt x="37" y="3"/>
                    <a:pt x="36" y="2"/>
                  </a:cubicBezTo>
                  <a:cubicBezTo>
                    <a:pt x="36" y="2"/>
                    <a:pt x="36" y="2"/>
                    <a:pt x="35" y="2"/>
                  </a:cubicBezTo>
                  <a:cubicBezTo>
                    <a:pt x="34" y="1"/>
                    <a:pt x="32" y="0"/>
                    <a:pt x="30" y="0"/>
                  </a:cubicBezTo>
                  <a:cubicBezTo>
                    <a:pt x="27" y="0"/>
                    <a:pt x="23" y="2"/>
                    <a:pt x="19" y="4"/>
                  </a:cubicBezTo>
                  <a:cubicBezTo>
                    <a:pt x="15" y="7"/>
                    <a:pt x="12" y="11"/>
                    <a:pt x="9" y="14"/>
                  </a:cubicBezTo>
                  <a:cubicBezTo>
                    <a:pt x="7" y="18"/>
                    <a:pt x="6" y="22"/>
                    <a:pt x="6" y="25"/>
                  </a:cubicBezTo>
                  <a:cubicBezTo>
                    <a:pt x="6" y="27"/>
                    <a:pt x="6" y="29"/>
                    <a:pt x="8" y="30"/>
                  </a:cubicBezTo>
                  <a:cubicBezTo>
                    <a:pt x="9" y="31"/>
                    <a:pt x="10" y="32"/>
                    <a:pt x="13" y="32"/>
                  </a:cubicBezTo>
                  <a:close/>
                  <a:moveTo>
                    <a:pt x="16" y="16"/>
                  </a:moveTo>
                  <a:cubicBezTo>
                    <a:pt x="18" y="13"/>
                    <a:pt x="20" y="11"/>
                    <a:pt x="23" y="9"/>
                  </a:cubicBezTo>
                  <a:cubicBezTo>
                    <a:pt x="25" y="7"/>
                    <a:pt x="27" y="6"/>
                    <a:pt x="29" y="6"/>
                  </a:cubicBezTo>
                  <a:cubicBezTo>
                    <a:pt x="29" y="6"/>
                    <a:pt x="30" y="7"/>
                    <a:pt x="30" y="7"/>
                  </a:cubicBezTo>
                  <a:cubicBezTo>
                    <a:pt x="30" y="7"/>
                    <a:pt x="31" y="8"/>
                    <a:pt x="31" y="9"/>
                  </a:cubicBezTo>
                  <a:cubicBezTo>
                    <a:pt x="31" y="10"/>
                    <a:pt x="30" y="12"/>
                    <a:pt x="28" y="15"/>
                  </a:cubicBezTo>
                  <a:cubicBezTo>
                    <a:pt x="27" y="18"/>
                    <a:pt x="25" y="20"/>
                    <a:pt x="22" y="22"/>
                  </a:cubicBezTo>
                  <a:cubicBezTo>
                    <a:pt x="19" y="24"/>
                    <a:pt x="17" y="25"/>
                    <a:pt x="14" y="25"/>
                  </a:cubicBezTo>
                  <a:cubicBezTo>
                    <a:pt x="14" y="25"/>
                    <a:pt x="13" y="25"/>
                    <a:pt x="13" y="24"/>
                  </a:cubicBezTo>
                  <a:cubicBezTo>
                    <a:pt x="13" y="22"/>
                    <a:pt x="14" y="19"/>
                    <a:pt x="16"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97"/>
            <p:cNvSpPr>
              <a:spLocks/>
            </p:cNvSpPr>
            <p:nvPr/>
          </p:nvSpPr>
          <p:spPr bwMode="auto">
            <a:xfrm>
              <a:off x="4700587" y="969963"/>
              <a:ext cx="68262" cy="76200"/>
            </a:xfrm>
            <a:custGeom>
              <a:avLst/>
              <a:gdLst>
                <a:gd name="T0" fmla="*/ 25 w 43"/>
                <a:gd name="T1" fmla="*/ 22 h 48"/>
                <a:gd name="T2" fmla="*/ 13 w 43"/>
                <a:gd name="T3" fmla="*/ 23 h 48"/>
                <a:gd name="T4" fmla="*/ 10 w 43"/>
                <a:gd name="T5" fmla="*/ 22 h 48"/>
                <a:gd name="T6" fmla="*/ 12 w 43"/>
                <a:gd name="T7" fmla="*/ 14 h 48"/>
                <a:gd name="T8" fmla="*/ 12 w 43"/>
                <a:gd name="T9" fmla="*/ 7 h 48"/>
                <a:gd name="T10" fmla="*/ 8 w 43"/>
                <a:gd name="T11" fmla="*/ 2 h 48"/>
                <a:gd name="T12" fmla="*/ 6 w 43"/>
                <a:gd name="T13" fmla="*/ 3 h 48"/>
                <a:gd name="T14" fmla="*/ 5 w 43"/>
                <a:gd name="T15" fmla="*/ 5 h 48"/>
                <a:gd name="T16" fmla="*/ 1 w 43"/>
                <a:gd name="T17" fmla="*/ 38 h 48"/>
                <a:gd name="T18" fmla="*/ 0 w 43"/>
                <a:gd name="T19" fmla="*/ 44 h 48"/>
                <a:gd name="T20" fmla="*/ 1 w 43"/>
                <a:gd name="T21" fmla="*/ 47 h 48"/>
                <a:gd name="T22" fmla="*/ 4 w 43"/>
                <a:gd name="T23" fmla="*/ 48 h 48"/>
                <a:gd name="T24" fmla="*/ 7 w 43"/>
                <a:gd name="T25" fmla="*/ 45 h 48"/>
                <a:gd name="T26" fmla="*/ 8 w 43"/>
                <a:gd name="T27" fmla="*/ 38 h 48"/>
                <a:gd name="T28" fmla="*/ 9 w 43"/>
                <a:gd name="T29" fmla="*/ 29 h 48"/>
                <a:gd name="T30" fmla="*/ 14 w 43"/>
                <a:gd name="T31" fmla="*/ 29 h 48"/>
                <a:gd name="T32" fmla="*/ 20 w 43"/>
                <a:gd name="T33" fmla="*/ 28 h 48"/>
                <a:gd name="T34" fmla="*/ 26 w 43"/>
                <a:gd name="T35" fmla="*/ 28 h 48"/>
                <a:gd name="T36" fmla="*/ 31 w 43"/>
                <a:gd name="T37" fmla="*/ 28 h 48"/>
                <a:gd name="T38" fmla="*/ 32 w 43"/>
                <a:gd name="T39" fmla="*/ 29 h 48"/>
                <a:gd name="T40" fmla="*/ 31 w 43"/>
                <a:gd name="T41" fmla="*/ 37 h 48"/>
                <a:gd name="T42" fmla="*/ 30 w 43"/>
                <a:gd name="T43" fmla="*/ 44 h 48"/>
                <a:gd name="T44" fmla="*/ 32 w 43"/>
                <a:gd name="T45" fmla="*/ 47 h 48"/>
                <a:gd name="T46" fmla="*/ 34 w 43"/>
                <a:gd name="T47" fmla="*/ 48 h 48"/>
                <a:gd name="T48" fmla="*/ 37 w 43"/>
                <a:gd name="T49" fmla="*/ 46 h 48"/>
                <a:gd name="T50" fmla="*/ 38 w 43"/>
                <a:gd name="T51" fmla="*/ 43 h 48"/>
                <a:gd name="T52" fmla="*/ 39 w 43"/>
                <a:gd name="T53" fmla="*/ 29 h 48"/>
                <a:gd name="T54" fmla="*/ 41 w 43"/>
                <a:gd name="T55" fmla="*/ 12 h 48"/>
                <a:gd name="T56" fmla="*/ 43 w 43"/>
                <a:gd name="T57" fmla="*/ 4 h 48"/>
                <a:gd name="T58" fmla="*/ 41 w 43"/>
                <a:gd name="T59" fmla="*/ 1 h 48"/>
                <a:gd name="T60" fmla="*/ 39 w 43"/>
                <a:gd name="T61" fmla="*/ 0 h 48"/>
                <a:gd name="T62" fmla="*/ 36 w 43"/>
                <a:gd name="T63" fmla="*/ 2 h 48"/>
                <a:gd name="T64" fmla="*/ 35 w 43"/>
                <a:gd name="T65" fmla="*/ 4 h 48"/>
                <a:gd name="T66" fmla="*/ 34 w 43"/>
                <a:gd name="T67" fmla="*/ 14 h 48"/>
                <a:gd name="T68" fmla="*/ 33 w 43"/>
                <a:gd name="T69" fmla="*/ 20 h 48"/>
                <a:gd name="T70" fmla="*/ 25 w 43"/>
                <a:gd name="T71" fmla="*/ 2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3" h="48">
                  <a:moveTo>
                    <a:pt x="25" y="22"/>
                  </a:moveTo>
                  <a:cubicBezTo>
                    <a:pt x="19" y="22"/>
                    <a:pt x="15" y="23"/>
                    <a:pt x="13" y="23"/>
                  </a:cubicBezTo>
                  <a:cubicBezTo>
                    <a:pt x="11" y="23"/>
                    <a:pt x="11" y="23"/>
                    <a:pt x="10" y="22"/>
                  </a:cubicBezTo>
                  <a:cubicBezTo>
                    <a:pt x="10" y="21"/>
                    <a:pt x="11" y="18"/>
                    <a:pt x="12" y="14"/>
                  </a:cubicBezTo>
                  <a:cubicBezTo>
                    <a:pt x="12" y="11"/>
                    <a:pt x="12" y="9"/>
                    <a:pt x="12" y="7"/>
                  </a:cubicBezTo>
                  <a:cubicBezTo>
                    <a:pt x="12" y="4"/>
                    <a:pt x="11" y="2"/>
                    <a:pt x="8" y="2"/>
                  </a:cubicBezTo>
                  <a:cubicBezTo>
                    <a:pt x="8" y="2"/>
                    <a:pt x="7" y="3"/>
                    <a:pt x="6" y="3"/>
                  </a:cubicBezTo>
                  <a:cubicBezTo>
                    <a:pt x="5" y="4"/>
                    <a:pt x="5" y="5"/>
                    <a:pt x="5" y="5"/>
                  </a:cubicBezTo>
                  <a:cubicBezTo>
                    <a:pt x="3" y="22"/>
                    <a:pt x="2" y="33"/>
                    <a:pt x="1" y="38"/>
                  </a:cubicBezTo>
                  <a:cubicBezTo>
                    <a:pt x="0" y="41"/>
                    <a:pt x="0" y="42"/>
                    <a:pt x="0" y="44"/>
                  </a:cubicBezTo>
                  <a:cubicBezTo>
                    <a:pt x="0" y="45"/>
                    <a:pt x="0" y="46"/>
                    <a:pt x="1" y="47"/>
                  </a:cubicBezTo>
                  <a:cubicBezTo>
                    <a:pt x="2" y="48"/>
                    <a:pt x="3" y="48"/>
                    <a:pt x="4" y="48"/>
                  </a:cubicBezTo>
                  <a:cubicBezTo>
                    <a:pt x="5" y="48"/>
                    <a:pt x="6" y="47"/>
                    <a:pt x="7" y="45"/>
                  </a:cubicBezTo>
                  <a:cubicBezTo>
                    <a:pt x="8" y="43"/>
                    <a:pt x="8" y="41"/>
                    <a:pt x="8" y="38"/>
                  </a:cubicBezTo>
                  <a:cubicBezTo>
                    <a:pt x="8" y="33"/>
                    <a:pt x="9" y="30"/>
                    <a:pt x="9" y="29"/>
                  </a:cubicBezTo>
                  <a:cubicBezTo>
                    <a:pt x="9" y="29"/>
                    <a:pt x="11" y="29"/>
                    <a:pt x="14" y="29"/>
                  </a:cubicBezTo>
                  <a:cubicBezTo>
                    <a:pt x="17" y="28"/>
                    <a:pt x="19" y="28"/>
                    <a:pt x="20" y="28"/>
                  </a:cubicBezTo>
                  <a:cubicBezTo>
                    <a:pt x="21" y="28"/>
                    <a:pt x="23" y="28"/>
                    <a:pt x="26" y="28"/>
                  </a:cubicBezTo>
                  <a:cubicBezTo>
                    <a:pt x="29" y="28"/>
                    <a:pt x="30" y="28"/>
                    <a:pt x="31" y="28"/>
                  </a:cubicBezTo>
                  <a:cubicBezTo>
                    <a:pt x="32" y="28"/>
                    <a:pt x="32" y="28"/>
                    <a:pt x="32" y="29"/>
                  </a:cubicBezTo>
                  <a:cubicBezTo>
                    <a:pt x="32" y="31"/>
                    <a:pt x="32" y="33"/>
                    <a:pt x="31" y="37"/>
                  </a:cubicBezTo>
                  <a:cubicBezTo>
                    <a:pt x="31" y="41"/>
                    <a:pt x="30" y="44"/>
                    <a:pt x="30" y="44"/>
                  </a:cubicBezTo>
                  <a:cubicBezTo>
                    <a:pt x="30" y="45"/>
                    <a:pt x="31" y="46"/>
                    <a:pt x="32" y="47"/>
                  </a:cubicBezTo>
                  <a:cubicBezTo>
                    <a:pt x="32" y="48"/>
                    <a:pt x="33" y="48"/>
                    <a:pt x="34" y="48"/>
                  </a:cubicBezTo>
                  <a:cubicBezTo>
                    <a:pt x="35" y="48"/>
                    <a:pt x="36" y="47"/>
                    <a:pt x="37" y="46"/>
                  </a:cubicBezTo>
                  <a:cubicBezTo>
                    <a:pt x="38" y="45"/>
                    <a:pt x="38" y="44"/>
                    <a:pt x="38" y="43"/>
                  </a:cubicBezTo>
                  <a:cubicBezTo>
                    <a:pt x="38" y="41"/>
                    <a:pt x="39" y="36"/>
                    <a:pt x="39" y="29"/>
                  </a:cubicBezTo>
                  <a:cubicBezTo>
                    <a:pt x="40" y="22"/>
                    <a:pt x="41" y="17"/>
                    <a:pt x="41" y="12"/>
                  </a:cubicBezTo>
                  <a:cubicBezTo>
                    <a:pt x="42" y="8"/>
                    <a:pt x="43" y="5"/>
                    <a:pt x="43" y="4"/>
                  </a:cubicBezTo>
                  <a:cubicBezTo>
                    <a:pt x="43" y="3"/>
                    <a:pt x="42" y="2"/>
                    <a:pt x="41" y="1"/>
                  </a:cubicBezTo>
                  <a:cubicBezTo>
                    <a:pt x="41" y="1"/>
                    <a:pt x="40" y="0"/>
                    <a:pt x="39" y="0"/>
                  </a:cubicBezTo>
                  <a:cubicBezTo>
                    <a:pt x="38" y="0"/>
                    <a:pt x="37" y="1"/>
                    <a:pt x="36" y="2"/>
                  </a:cubicBezTo>
                  <a:cubicBezTo>
                    <a:pt x="35" y="2"/>
                    <a:pt x="35" y="3"/>
                    <a:pt x="35" y="4"/>
                  </a:cubicBezTo>
                  <a:cubicBezTo>
                    <a:pt x="35" y="7"/>
                    <a:pt x="35" y="11"/>
                    <a:pt x="34" y="14"/>
                  </a:cubicBezTo>
                  <a:cubicBezTo>
                    <a:pt x="34" y="18"/>
                    <a:pt x="33" y="20"/>
                    <a:pt x="33" y="20"/>
                  </a:cubicBezTo>
                  <a:cubicBezTo>
                    <a:pt x="32" y="21"/>
                    <a:pt x="30" y="22"/>
                    <a:pt x="25"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98"/>
            <p:cNvSpPr>
              <a:spLocks noEditPoints="1"/>
            </p:cNvSpPr>
            <p:nvPr/>
          </p:nvSpPr>
          <p:spPr bwMode="auto">
            <a:xfrm>
              <a:off x="4776787" y="992188"/>
              <a:ext cx="47625" cy="53975"/>
            </a:xfrm>
            <a:custGeom>
              <a:avLst/>
              <a:gdLst>
                <a:gd name="T0" fmla="*/ 18 w 29"/>
                <a:gd name="T1" fmla="*/ 0 h 34"/>
                <a:gd name="T2" fmla="*/ 5 w 29"/>
                <a:gd name="T3" fmla="*/ 7 h 34"/>
                <a:gd name="T4" fmla="*/ 0 w 29"/>
                <a:gd name="T5" fmla="*/ 22 h 34"/>
                <a:gd name="T6" fmla="*/ 3 w 29"/>
                <a:gd name="T7" fmla="*/ 30 h 34"/>
                <a:gd name="T8" fmla="*/ 10 w 29"/>
                <a:gd name="T9" fmla="*/ 34 h 34"/>
                <a:gd name="T10" fmla="*/ 21 w 29"/>
                <a:gd name="T11" fmla="*/ 29 h 34"/>
                <a:gd name="T12" fmla="*/ 28 w 29"/>
                <a:gd name="T13" fmla="*/ 17 h 34"/>
                <a:gd name="T14" fmla="*/ 28 w 29"/>
                <a:gd name="T15" fmla="*/ 17 h 34"/>
                <a:gd name="T16" fmla="*/ 29 w 29"/>
                <a:gd name="T17" fmla="*/ 12 h 34"/>
                <a:gd name="T18" fmla="*/ 26 w 29"/>
                <a:gd name="T19" fmla="*/ 3 h 34"/>
                <a:gd name="T20" fmla="*/ 18 w 29"/>
                <a:gd name="T21" fmla="*/ 0 h 34"/>
                <a:gd name="T22" fmla="*/ 18 w 29"/>
                <a:gd name="T23" fmla="*/ 23 h 34"/>
                <a:gd name="T24" fmla="*/ 10 w 29"/>
                <a:gd name="T25" fmla="*/ 27 h 34"/>
                <a:gd name="T26" fmla="*/ 8 w 29"/>
                <a:gd name="T27" fmla="*/ 26 h 34"/>
                <a:gd name="T28" fmla="*/ 7 w 29"/>
                <a:gd name="T29" fmla="*/ 22 h 34"/>
                <a:gd name="T30" fmla="*/ 9 w 29"/>
                <a:gd name="T31" fmla="*/ 14 h 34"/>
                <a:gd name="T32" fmla="*/ 13 w 29"/>
                <a:gd name="T33" fmla="*/ 9 h 34"/>
                <a:gd name="T34" fmla="*/ 13 w 29"/>
                <a:gd name="T35" fmla="*/ 9 h 34"/>
                <a:gd name="T36" fmla="*/ 17 w 29"/>
                <a:gd name="T37" fmla="*/ 7 h 34"/>
                <a:gd name="T38" fmla="*/ 21 w 29"/>
                <a:gd name="T39" fmla="*/ 8 h 34"/>
                <a:gd name="T40" fmla="*/ 22 w 29"/>
                <a:gd name="T41" fmla="*/ 13 h 34"/>
                <a:gd name="T42" fmla="*/ 18 w 29"/>
                <a:gd name="T43"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 h="34">
                  <a:moveTo>
                    <a:pt x="18" y="0"/>
                  </a:moveTo>
                  <a:cubicBezTo>
                    <a:pt x="13" y="0"/>
                    <a:pt x="8" y="2"/>
                    <a:pt x="5" y="7"/>
                  </a:cubicBezTo>
                  <a:cubicBezTo>
                    <a:pt x="1" y="12"/>
                    <a:pt x="0" y="17"/>
                    <a:pt x="0" y="22"/>
                  </a:cubicBezTo>
                  <a:cubicBezTo>
                    <a:pt x="0" y="26"/>
                    <a:pt x="1" y="28"/>
                    <a:pt x="3" y="30"/>
                  </a:cubicBezTo>
                  <a:cubicBezTo>
                    <a:pt x="4" y="33"/>
                    <a:pt x="7" y="34"/>
                    <a:pt x="10" y="34"/>
                  </a:cubicBezTo>
                  <a:cubicBezTo>
                    <a:pt x="14" y="34"/>
                    <a:pt x="17" y="32"/>
                    <a:pt x="21" y="29"/>
                  </a:cubicBezTo>
                  <a:cubicBezTo>
                    <a:pt x="24" y="26"/>
                    <a:pt x="28" y="22"/>
                    <a:pt x="28" y="17"/>
                  </a:cubicBezTo>
                  <a:cubicBezTo>
                    <a:pt x="28" y="17"/>
                    <a:pt x="28" y="17"/>
                    <a:pt x="28" y="17"/>
                  </a:cubicBezTo>
                  <a:cubicBezTo>
                    <a:pt x="28" y="15"/>
                    <a:pt x="29" y="14"/>
                    <a:pt x="29" y="12"/>
                  </a:cubicBezTo>
                  <a:cubicBezTo>
                    <a:pt x="29" y="9"/>
                    <a:pt x="28" y="6"/>
                    <a:pt x="26" y="3"/>
                  </a:cubicBezTo>
                  <a:cubicBezTo>
                    <a:pt x="24" y="1"/>
                    <a:pt x="21" y="0"/>
                    <a:pt x="18" y="0"/>
                  </a:cubicBezTo>
                  <a:close/>
                  <a:moveTo>
                    <a:pt x="18" y="23"/>
                  </a:moveTo>
                  <a:cubicBezTo>
                    <a:pt x="15" y="26"/>
                    <a:pt x="13" y="27"/>
                    <a:pt x="10" y="27"/>
                  </a:cubicBezTo>
                  <a:cubicBezTo>
                    <a:pt x="9" y="27"/>
                    <a:pt x="9" y="27"/>
                    <a:pt x="8" y="26"/>
                  </a:cubicBezTo>
                  <a:cubicBezTo>
                    <a:pt x="7" y="25"/>
                    <a:pt x="7" y="23"/>
                    <a:pt x="7" y="22"/>
                  </a:cubicBezTo>
                  <a:cubicBezTo>
                    <a:pt x="7" y="19"/>
                    <a:pt x="8" y="17"/>
                    <a:pt x="9" y="14"/>
                  </a:cubicBezTo>
                  <a:cubicBezTo>
                    <a:pt x="10" y="11"/>
                    <a:pt x="12" y="9"/>
                    <a:pt x="13" y="9"/>
                  </a:cubicBezTo>
                  <a:cubicBezTo>
                    <a:pt x="13" y="9"/>
                    <a:pt x="13" y="9"/>
                    <a:pt x="13" y="9"/>
                  </a:cubicBezTo>
                  <a:cubicBezTo>
                    <a:pt x="14" y="5"/>
                    <a:pt x="16" y="7"/>
                    <a:pt x="17" y="7"/>
                  </a:cubicBezTo>
                  <a:cubicBezTo>
                    <a:pt x="19" y="7"/>
                    <a:pt x="20" y="7"/>
                    <a:pt x="21" y="8"/>
                  </a:cubicBezTo>
                  <a:cubicBezTo>
                    <a:pt x="22" y="10"/>
                    <a:pt x="22" y="11"/>
                    <a:pt x="22" y="13"/>
                  </a:cubicBezTo>
                  <a:cubicBezTo>
                    <a:pt x="22" y="17"/>
                    <a:pt x="21" y="20"/>
                    <a:pt x="18"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99"/>
            <p:cNvSpPr>
              <a:spLocks/>
            </p:cNvSpPr>
            <p:nvPr/>
          </p:nvSpPr>
          <p:spPr bwMode="auto">
            <a:xfrm>
              <a:off x="4833937" y="992188"/>
              <a:ext cx="50800" cy="53975"/>
            </a:xfrm>
            <a:custGeom>
              <a:avLst/>
              <a:gdLst>
                <a:gd name="T0" fmla="*/ 9 w 31"/>
                <a:gd name="T1" fmla="*/ 10 h 34"/>
                <a:gd name="T2" fmla="*/ 11 w 31"/>
                <a:gd name="T3" fmla="*/ 4 h 34"/>
                <a:gd name="T4" fmla="*/ 10 w 31"/>
                <a:gd name="T5" fmla="*/ 1 h 34"/>
                <a:gd name="T6" fmla="*/ 7 w 31"/>
                <a:gd name="T7" fmla="*/ 0 h 34"/>
                <a:gd name="T8" fmla="*/ 3 w 31"/>
                <a:gd name="T9" fmla="*/ 3 h 34"/>
                <a:gd name="T10" fmla="*/ 2 w 31"/>
                <a:gd name="T11" fmla="*/ 12 h 34"/>
                <a:gd name="T12" fmla="*/ 0 w 31"/>
                <a:gd name="T13" fmla="*/ 23 h 34"/>
                <a:gd name="T14" fmla="*/ 2 w 31"/>
                <a:gd name="T15" fmla="*/ 30 h 34"/>
                <a:gd name="T16" fmla="*/ 7 w 31"/>
                <a:gd name="T17" fmla="*/ 33 h 34"/>
                <a:gd name="T18" fmla="*/ 15 w 31"/>
                <a:gd name="T19" fmla="*/ 30 h 34"/>
                <a:gd name="T20" fmla="*/ 21 w 31"/>
                <a:gd name="T21" fmla="*/ 21 h 34"/>
                <a:gd name="T22" fmla="*/ 22 w 31"/>
                <a:gd name="T23" fmla="*/ 30 h 34"/>
                <a:gd name="T24" fmla="*/ 26 w 31"/>
                <a:gd name="T25" fmla="*/ 34 h 34"/>
                <a:gd name="T26" fmla="*/ 29 w 31"/>
                <a:gd name="T27" fmla="*/ 33 h 34"/>
                <a:gd name="T28" fmla="*/ 31 w 31"/>
                <a:gd name="T29" fmla="*/ 31 h 34"/>
                <a:gd name="T30" fmla="*/ 30 w 31"/>
                <a:gd name="T31" fmla="*/ 29 h 34"/>
                <a:gd name="T32" fmla="*/ 27 w 31"/>
                <a:gd name="T33" fmla="*/ 20 h 34"/>
                <a:gd name="T34" fmla="*/ 29 w 31"/>
                <a:gd name="T35" fmla="*/ 8 h 34"/>
                <a:gd name="T36" fmla="*/ 29 w 31"/>
                <a:gd name="T37" fmla="*/ 6 h 34"/>
                <a:gd name="T38" fmla="*/ 26 w 31"/>
                <a:gd name="T39" fmla="*/ 2 h 34"/>
                <a:gd name="T40" fmla="*/ 23 w 31"/>
                <a:gd name="T41" fmla="*/ 4 h 34"/>
                <a:gd name="T42" fmla="*/ 21 w 31"/>
                <a:gd name="T43" fmla="*/ 11 h 34"/>
                <a:gd name="T44" fmla="*/ 15 w 31"/>
                <a:gd name="T45" fmla="*/ 21 h 34"/>
                <a:gd name="T46" fmla="*/ 8 w 31"/>
                <a:gd name="T47" fmla="*/ 26 h 34"/>
                <a:gd name="T48" fmla="*/ 6 w 31"/>
                <a:gd name="T49" fmla="*/ 22 h 34"/>
                <a:gd name="T50" fmla="*/ 7 w 31"/>
                <a:gd name="T51" fmla="*/ 17 h 34"/>
                <a:gd name="T52" fmla="*/ 9 w 31"/>
                <a:gd name="T53" fmla="*/ 1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1" h="34">
                  <a:moveTo>
                    <a:pt x="9" y="10"/>
                  </a:moveTo>
                  <a:cubicBezTo>
                    <a:pt x="10" y="7"/>
                    <a:pt x="11" y="5"/>
                    <a:pt x="11" y="4"/>
                  </a:cubicBezTo>
                  <a:cubicBezTo>
                    <a:pt x="11" y="3"/>
                    <a:pt x="10" y="2"/>
                    <a:pt x="10" y="1"/>
                  </a:cubicBezTo>
                  <a:cubicBezTo>
                    <a:pt x="9" y="1"/>
                    <a:pt x="8" y="0"/>
                    <a:pt x="7" y="0"/>
                  </a:cubicBezTo>
                  <a:cubicBezTo>
                    <a:pt x="5" y="0"/>
                    <a:pt x="4" y="1"/>
                    <a:pt x="3" y="3"/>
                  </a:cubicBezTo>
                  <a:cubicBezTo>
                    <a:pt x="3" y="5"/>
                    <a:pt x="3" y="8"/>
                    <a:pt x="2" y="12"/>
                  </a:cubicBezTo>
                  <a:cubicBezTo>
                    <a:pt x="0" y="17"/>
                    <a:pt x="0" y="20"/>
                    <a:pt x="0" y="23"/>
                  </a:cubicBezTo>
                  <a:cubicBezTo>
                    <a:pt x="0" y="26"/>
                    <a:pt x="1" y="29"/>
                    <a:pt x="2" y="30"/>
                  </a:cubicBezTo>
                  <a:cubicBezTo>
                    <a:pt x="4" y="32"/>
                    <a:pt x="5" y="33"/>
                    <a:pt x="7" y="33"/>
                  </a:cubicBezTo>
                  <a:cubicBezTo>
                    <a:pt x="9" y="33"/>
                    <a:pt x="12" y="32"/>
                    <a:pt x="15" y="30"/>
                  </a:cubicBezTo>
                  <a:cubicBezTo>
                    <a:pt x="17" y="27"/>
                    <a:pt x="19" y="25"/>
                    <a:pt x="21" y="21"/>
                  </a:cubicBezTo>
                  <a:cubicBezTo>
                    <a:pt x="21" y="25"/>
                    <a:pt x="22" y="28"/>
                    <a:pt x="22" y="30"/>
                  </a:cubicBezTo>
                  <a:cubicBezTo>
                    <a:pt x="23" y="32"/>
                    <a:pt x="25" y="34"/>
                    <a:pt x="26" y="34"/>
                  </a:cubicBezTo>
                  <a:cubicBezTo>
                    <a:pt x="27" y="34"/>
                    <a:pt x="28" y="33"/>
                    <a:pt x="29" y="33"/>
                  </a:cubicBezTo>
                  <a:cubicBezTo>
                    <a:pt x="30" y="32"/>
                    <a:pt x="31" y="31"/>
                    <a:pt x="31" y="31"/>
                  </a:cubicBezTo>
                  <a:cubicBezTo>
                    <a:pt x="31" y="30"/>
                    <a:pt x="30" y="30"/>
                    <a:pt x="30" y="29"/>
                  </a:cubicBezTo>
                  <a:cubicBezTo>
                    <a:pt x="28" y="28"/>
                    <a:pt x="27" y="25"/>
                    <a:pt x="27" y="20"/>
                  </a:cubicBezTo>
                  <a:cubicBezTo>
                    <a:pt x="27" y="15"/>
                    <a:pt x="28" y="11"/>
                    <a:pt x="29" y="8"/>
                  </a:cubicBezTo>
                  <a:cubicBezTo>
                    <a:pt x="29" y="7"/>
                    <a:pt x="29" y="6"/>
                    <a:pt x="29" y="6"/>
                  </a:cubicBezTo>
                  <a:cubicBezTo>
                    <a:pt x="29" y="4"/>
                    <a:pt x="28" y="2"/>
                    <a:pt x="26" y="2"/>
                  </a:cubicBezTo>
                  <a:cubicBezTo>
                    <a:pt x="25" y="2"/>
                    <a:pt x="24" y="3"/>
                    <a:pt x="23" y="4"/>
                  </a:cubicBezTo>
                  <a:cubicBezTo>
                    <a:pt x="23" y="5"/>
                    <a:pt x="22" y="7"/>
                    <a:pt x="21" y="11"/>
                  </a:cubicBezTo>
                  <a:cubicBezTo>
                    <a:pt x="20" y="14"/>
                    <a:pt x="18" y="18"/>
                    <a:pt x="15" y="21"/>
                  </a:cubicBezTo>
                  <a:cubicBezTo>
                    <a:pt x="12" y="24"/>
                    <a:pt x="10" y="26"/>
                    <a:pt x="8" y="26"/>
                  </a:cubicBezTo>
                  <a:cubicBezTo>
                    <a:pt x="7" y="26"/>
                    <a:pt x="6" y="25"/>
                    <a:pt x="6" y="22"/>
                  </a:cubicBezTo>
                  <a:cubicBezTo>
                    <a:pt x="6" y="21"/>
                    <a:pt x="7" y="19"/>
                    <a:pt x="7" y="17"/>
                  </a:cubicBezTo>
                  <a:cubicBezTo>
                    <a:pt x="8" y="14"/>
                    <a:pt x="9" y="11"/>
                    <a:pt x="9"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100"/>
            <p:cNvSpPr>
              <a:spLocks/>
            </p:cNvSpPr>
            <p:nvPr/>
          </p:nvSpPr>
          <p:spPr bwMode="auto">
            <a:xfrm>
              <a:off x="4897437" y="992188"/>
              <a:ext cx="46037" cy="53975"/>
            </a:xfrm>
            <a:custGeom>
              <a:avLst/>
              <a:gdLst>
                <a:gd name="T0" fmla="*/ 14 w 29"/>
                <a:gd name="T1" fmla="*/ 4 h 34"/>
                <a:gd name="T2" fmla="*/ 6 w 29"/>
                <a:gd name="T3" fmla="*/ 16 h 34"/>
                <a:gd name="T4" fmla="*/ 6 w 29"/>
                <a:gd name="T5" fmla="*/ 17 h 34"/>
                <a:gd name="T6" fmla="*/ 7 w 29"/>
                <a:gd name="T7" fmla="*/ 13 h 34"/>
                <a:gd name="T8" fmla="*/ 8 w 29"/>
                <a:gd name="T9" fmla="*/ 9 h 34"/>
                <a:gd name="T10" fmla="*/ 9 w 29"/>
                <a:gd name="T11" fmla="*/ 3 h 34"/>
                <a:gd name="T12" fmla="*/ 8 w 29"/>
                <a:gd name="T13" fmla="*/ 1 h 34"/>
                <a:gd name="T14" fmla="*/ 6 w 29"/>
                <a:gd name="T15" fmla="*/ 0 h 34"/>
                <a:gd name="T16" fmla="*/ 3 w 29"/>
                <a:gd name="T17" fmla="*/ 1 h 34"/>
                <a:gd name="T18" fmla="*/ 1 w 29"/>
                <a:gd name="T19" fmla="*/ 3 h 34"/>
                <a:gd name="T20" fmla="*/ 1 w 29"/>
                <a:gd name="T21" fmla="*/ 7 h 34"/>
                <a:gd name="T22" fmla="*/ 0 w 29"/>
                <a:gd name="T23" fmla="*/ 9 h 34"/>
                <a:gd name="T24" fmla="*/ 0 w 29"/>
                <a:gd name="T25" fmla="*/ 18 h 34"/>
                <a:gd name="T26" fmla="*/ 0 w 29"/>
                <a:gd name="T27" fmla="*/ 24 h 34"/>
                <a:gd name="T28" fmla="*/ 0 w 29"/>
                <a:gd name="T29" fmla="*/ 31 h 34"/>
                <a:gd name="T30" fmla="*/ 3 w 29"/>
                <a:gd name="T31" fmla="*/ 34 h 34"/>
                <a:gd name="T32" fmla="*/ 6 w 29"/>
                <a:gd name="T33" fmla="*/ 33 h 34"/>
                <a:gd name="T34" fmla="*/ 8 w 29"/>
                <a:gd name="T35" fmla="*/ 29 h 34"/>
                <a:gd name="T36" fmla="*/ 14 w 29"/>
                <a:gd name="T37" fmla="*/ 14 h 34"/>
                <a:gd name="T38" fmla="*/ 22 w 29"/>
                <a:gd name="T39" fmla="*/ 7 h 34"/>
                <a:gd name="T40" fmla="*/ 24 w 29"/>
                <a:gd name="T41" fmla="*/ 8 h 34"/>
                <a:gd name="T42" fmla="*/ 27 w 29"/>
                <a:gd name="T43" fmla="*/ 9 h 34"/>
                <a:gd name="T44" fmla="*/ 29 w 29"/>
                <a:gd name="T45" fmla="*/ 8 h 34"/>
                <a:gd name="T46" fmla="*/ 29 w 29"/>
                <a:gd name="T47" fmla="*/ 6 h 34"/>
                <a:gd name="T48" fmla="*/ 28 w 29"/>
                <a:gd name="T49" fmla="*/ 2 h 34"/>
                <a:gd name="T50" fmla="*/ 23 w 29"/>
                <a:gd name="T51" fmla="*/ 0 h 34"/>
                <a:gd name="T52" fmla="*/ 14 w 29"/>
                <a:gd name="T53" fmla="*/ 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 h="34">
                  <a:moveTo>
                    <a:pt x="14" y="4"/>
                  </a:moveTo>
                  <a:cubicBezTo>
                    <a:pt x="12" y="7"/>
                    <a:pt x="9" y="11"/>
                    <a:pt x="6" y="16"/>
                  </a:cubicBezTo>
                  <a:cubicBezTo>
                    <a:pt x="6" y="17"/>
                    <a:pt x="6" y="17"/>
                    <a:pt x="6" y="17"/>
                  </a:cubicBezTo>
                  <a:cubicBezTo>
                    <a:pt x="7" y="13"/>
                    <a:pt x="7" y="13"/>
                    <a:pt x="7" y="13"/>
                  </a:cubicBezTo>
                  <a:cubicBezTo>
                    <a:pt x="7" y="11"/>
                    <a:pt x="7" y="10"/>
                    <a:pt x="8" y="9"/>
                  </a:cubicBezTo>
                  <a:cubicBezTo>
                    <a:pt x="8" y="6"/>
                    <a:pt x="9" y="4"/>
                    <a:pt x="9" y="3"/>
                  </a:cubicBezTo>
                  <a:cubicBezTo>
                    <a:pt x="9" y="2"/>
                    <a:pt x="9" y="2"/>
                    <a:pt x="8" y="1"/>
                  </a:cubicBezTo>
                  <a:cubicBezTo>
                    <a:pt x="7" y="0"/>
                    <a:pt x="7" y="0"/>
                    <a:pt x="6" y="0"/>
                  </a:cubicBezTo>
                  <a:cubicBezTo>
                    <a:pt x="5" y="0"/>
                    <a:pt x="4" y="0"/>
                    <a:pt x="3" y="1"/>
                  </a:cubicBezTo>
                  <a:cubicBezTo>
                    <a:pt x="2" y="2"/>
                    <a:pt x="1" y="2"/>
                    <a:pt x="1" y="3"/>
                  </a:cubicBezTo>
                  <a:cubicBezTo>
                    <a:pt x="1" y="4"/>
                    <a:pt x="1" y="5"/>
                    <a:pt x="1" y="7"/>
                  </a:cubicBezTo>
                  <a:cubicBezTo>
                    <a:pt x="1" y="8"/>
                    <a:pt x="0" y="8"/>
                    <a:pt x="0" y="9"/>
                  </a:cubicBezTo>
                  <a:cubicBezTo>
                    <a:pt x="0" y="13"/>
                    <a:pt x="0" y="16"/>
                    <a:pt x="0" y="18"/>
                  </a:cubicBezTo>
                  <a:cubicBezTo>
                    <a:pt x="0" y="20"/>
                    <a:pt x="0" y="22"/>
                    <a:pt x="0" y="24"/>
                  </a:cubicBezTo>
                  <a:cubicBezTo>
                    <a:pt x="0" y="27"/>
                    <a:pt x="0" y="30"/>
                    <a:pt x="0" y="31"/>
                  </a:cubicBezTo>
                  <a:cubicBezTo>
                    <a:pt x="1" y="33"/>
                    <a:pt x="2" y="34"/>
                    <a:pt x="3" y="34"/>
                  </a:cubicBezTo>
                  <a:cubicBezTo>
                    <a:pt x="5" y="34"/>
                    <a:pt x="6" y="34"/>
                    <a:pt x="6" y="33"/>
                  </a:cubicBezTo>
                  <a:cubicBezTo>
                    <a:pt x="7" y="32"/>
                    <a:pt x="8" y="31"/>
                    <a:pt x="8" y="29"/>
                  </a:cubicBezTo>
                  <a:cubicBezTo>
                    <a:pt x="9" y="23"/>
                    <a:pt x="11" y="18"/>
                    <a:pt x="14" y="14"/>
                  </a:cubicBezTo>
                  <a:cubicBezTo>
                    <a:pt x="18" y="9"/>
                    <a:pt x="20" y="7"/>
                    <a:pt x="22" y="7"/>
                  </a:cubicBezTo>
                  <a:cubicBezTo>
                    <a:pt x="22" y="7"/>
                    <a:pt x="23" y="7"/>
                    <a:pt x="24" y="8"/>
                  </a:cubicBezTo>
                  <a:cubicBezTo>
                    <a:pt x="25" y="9"/>
                    <a:pt x="26" y="9"/>
                    <a:pt x="27" y="9"/>
                  </a:cubicBezTo>
                  <a:cubicBezTo>
                    <a:pt x="28" y="9"/>
                    <a:pt x="28" y="9"/>
                    <a:pt x="29" y="8"/>
                  </a:cubicBezTo>
                  <a:cubicBezTo>
                    <a:pt x="29" y="7"/>
                    <a:pt x="29" y="7"/>
                    <a:pt x="29" y="6"/>
                  </a:cubicBezTo>
                  <a:cubicBezTo>
                    <a:pt x="29" y="4"/>
                    <a:pt x="29" y="3"/>
                    <a:pt x="28" y="2"/>
                  </a:cubicBezTo>
                  <a:cubicBezTo>
                    <a:pt x="26" y="0"/>
                    <a:pt x="25" y="0"/>
                    <a:pt x="23" y="0"/>
                  </a:cubicBezTo>
                  <a:cubicBezTo>
                    <a:pt x="20" y="0"/>
                    <a:pt x="17" y="1"/>
                    <a:pt x="1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101"/>
            <p:cNvSpPr>
              <a:spLocks/>
            </p:cNvSpPr>
            <p:nvPr/>
          </p:nvSpPr>
          <p:spPr bwMode="auto">
            <a:xfrm>
              <a:off x="4940300" y="987426"/>
              <a:ext cx="41275" cy="58738"/>
            </a:xfrm>
            <a:custGeom>
              <a:avLst/>
              <a:gdLst>
                <a:gd name="T0" fmla="*/ 13 w 25"/>
                <a:gd name="T1" fmla="*/ 24 h 37"/>
                <a:gd name="T2" fmla="*/ 18 w 25"/>
                <a:gd name="T3" fmla="*/ 28 h 37"/>
                <a:gd name="T4" fmla="*/ 14 w 25"/>
                <a:gd name="T5" fmla="*/ 30 h 37"/>
                <a:gd name="T6" fmla="*/ 8 w 25"/>
                <a:gd name="T7" fmla="*/ 31 h 37"/>
                <a:gd name="T8" fmla="*/ 6 w 25"/>
                <a:gd name="T9" fmla="*/ 30 h 37"/>
                <a:gd name="T10" fmla="*/ 4 w 25"/>
                <a:gd name="T11" fmla="*/ 30 h 37"/>
                <a:gd name="T12" fmla="*/ 1 w 25"/>
                <a:gd name="T13" fmla="*/ 31 h 37"/>
                <a:gd name="T14" fmla="*/ 0 w 25"/>
                <a:gd name="T15" fmla="*/ 33 h 37"/>
                <a:gd name="T16" fmla="*/ 6 w 25"/>
                <a:gd name="T17" fmla="*/ 37 h 37"/>
                <a:gd name="T18" fmla="*/ 19 w 25"/>
                <a:gd name="T19" fmla="*/ 34 h 37"/>
                <a:gd name="T20" fmla="*/ 25 w 25"/>
                <a:gd name="T21" fmla="*/ 27 h 37"/>
                <a:gd name="T22" fmla="*/ 23 w 25"/>
                <a:gd name="T23" fmla="*/ 23 h 37"/>
                <a:gd name="T24" fmla="*/ 17 w 25"/>
                <a:gd name="T25" fmla="*/ 18 h 37"/>
                <a:gd name="T26" fmla="*/ 12 w 25"/>
                <a:gd name="T27" fmla="*/ 15 h 37"/>
                <a:gd name="T28" fmla="*/ 11 w 25"/>
                <a:gd name="T29" fmla="*/ 13 h 37"/>
                <a:gd name="T30" fmla="*/ 14 w 25"/>
                <a:gd name="T31" fmla="*/ 9 h 37"/>
                <a:gd name="T32" fmla="*/ 20 w 25"/>
                <a:gd name="T33" fmla="*/ 7 h 37"/>
                <a:gd name="T34" fmla="*/ 21 w 25"/>
                <a:gd name="T35" fmla="*/ 8 h 37"/>
                <a:gd name="T36" fmla="*/ 22 w 25"/>
                <a:gd name="T37" fmla="*/ 8 h 37"/>
                <a:gd name="T38" fmla="*/ 24 w 25"/>
                <a:gd name="T39" fmla="*/ 7 h 37"/>
                <a:gd name="T40" fmla="*/ 25 w 25"/>
                <a:gd name="T41" fmla="*/ 5 h 37"/>
                <a:gd name="T42" fmla="*/ 20 w 25"/>
                <a:gd name="T43" fmla="*/ 0 h 37"/>
                <a:gd name="T44" fmla="*/ 9 w 25"/>
                <a:gd name="T45" fmla="*/ 4 h 37"/>
                <a:gd name="T46" fmla="*/ 3 w 25"/>
                <a:gd name="T47" fmla="*/ 14 h 37"/>
                <a:gd name="T48" fmla="*/ 5 w 25"/>
                <a:gd name="T49" fmla="*/ 18 h 37"/>
                <a:gd name="T50" fmla="*/ 13 w 25"/>
                <a:gd name="T51"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5" h="37">
                  <a:moveTo>
                    <a:pt x="13" y="24"/>
                  </a:moveTo>
                  <a:cubicBezTo>
                    <a:pt x="16" y="25"/>
                    <a:pt x="18" y="26"/>
                    <a:pt x="18" y="28"/>
                  </a:cubicBezTo>
                  <a:cubicBezTo>
                    <a:pt x="17" y="28"/>
                    <a:pt x="16" y="29"/>
                    <a:pt x="14" y="30"/>
                  </a:cubicBezTo>
                  <a:cubicBezTo>
                    <a:pt x="12" y="30"/>
                    <a:pt x="10" y="31"/>
                    <a:pt x="8" y="31"/>
                  </a:cubicBezTo>
                  <a:cubicBezTo>
                    <a:pt x="7" y="31"/>
                    <a:pt x="7" y="31"/>
                    <a:pt x="6" y="30"/>
                  </a:cubicBezTo>
                  <a:cubicBezTo>
                    <a:pt x="5" y="30"/>
                    <a:pt x="4" y="30"/>
                    <a:pt x="4" y="30"/>
                  </a:cubicBezTo>
                  <a:cubicBezTo>
                    <a:pt x="3" y="30"/>
                    <a:pt x="2" y="30"/>
                    <a:pt x="1" y="31"/>
                  </a:cubicBezTo>
                  <a:cubicBezTo>
                    <a:pt x="1" y="31"/>
                    <a:pt x="0" y="32"/>
                    <a:pt x="0" y="33"/>
                  </a:cubicBezTo>
                  <a:cubicBezTo>
                    <a:pt x="0" y="36"/>
                    <a:pt x="2" y="37"/>
                    <a:pt x="6" y="37"/>
                  </a:cubicBezTo>
                  <a:cubicBezTo>
                    <a:pt x="11" y="37"/>
                    <a:pt x="15" y="36"/>
                    <a:pt x="19" y="34"/>
                  </a:cubicBezTo>
                  <a:cubicBezTo>
                    <a:pt x="23" y="32"/>
                    <a:pt x="25" y="30"/>
                    <a:pt x="25" y="27"/>
                  </a:cubicBezTo>
                  <a:cubicBezTo>
                    <a:pt x="25" y="25"/>
                    <a:pt x="24" y="24"/>
                    <a:pt x="23" y="23"/>
                  </a:cubicBezTo>
                  <a:cubicBezTo>
                    <a:pt x="22" y="21"/>
                    <a:pt x="20" y="20"/>
                    <a:pt x="17" y="18"/>
                  </a:cubicBezTo>
                  <a:cubicBezTo>
                    <a:pt x="14" y="17"/>
                    <a:pt x="13" y="16"/>
                    <a:pt x="12" y="15"/>
                  </a:cubicBezTo>
                  <a:cubicBezTo>
                    <a:pt x="11" y="15"/>
                    <a:pt x="11" y="14"/>
                    <a:pt x="11" y="13"/>
                  </a:cubicBezTo>
                  <a:cubicBezTo>
                    <a:pt x="11" y="11"/>
                    <a:pt x="12" y="10"/>
                    <a:pt x="14" y="9"/>
                  </a:cubicBezTo>
                  <a:cubicBezTo>
                    <a:pt x="16" y="8"/>
                    <a:pt x="18" y="7"/>
                    <a:pt x="20" y="7"/>
                  </a:cubicBezTo>
                  <a:cubicBezTo>
                    <a:pt x="20" y="7"/>
                    <a:pt x="21" y="7"/>
                    <a:pt x="21" y="8"/>
                  </a:cubicBezTo>
                  <a:cubicBezTo>
                    <a:pt x="22" y="8"/>
                    <a:pt x="22" y="8"/>
                    <a:pt x="22" y="8"/>
                  </a:cubicBezTo>
                  <a:cubicBezTo>
                    <a:pt x="23" y="8"/>
                    <a:pt x="24" y="8"/>
                    <a:pt x="24" y="7"/>
                  </a:cubicBezTo>
                  <a:cubicBezTo>
                    <a:pt x="25" y="6"/>
                    <a:pt x="25" y="6"/>
                    <a:pt x="25" y="5"/>
                  </a:cubicBezTo>
                  <a:cubicBezTo>
                    <a:pt x="25" y="2"/>
                    <a:pt x="24" y="0"/>
                    <a:pt x="20" y="0"/>
                  </a:cubicBezTo>
                  <a:cubicBezTo>
                    <a:pt x="17" y="0"/>
                    <a:pt x="13" y="2"/>
                    <a:pt x="9" y="4"/>
                  </a:cubicBezTo>
                  <a:cubicBezTo>
                    <a:pt x="5" y="7"/>
                    <a:pt x="3" y="10"/>
                    <a:pt x="3" y="14"/>
                  </a:cubicBezTo>
                  <a:cubicBezTo>
                    <a:pt x="3" y="15"/>
                    <a:pt x="4" y="17"/>
                    <a:pt x="5" y="18"/>
                  </a:cubicBezTo>
                  <a:cubicBezTo>
                    <a:pt x="6" y="20"/>
                    <a:pt x="9" y="22"/>
                    <a:pt x="13"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4" name="组合 103"/>
          <p:cNvGrpSpPr/>
          <p:nvPr/>
        </p:nvGrpSpPr>
        <p:grpSpPr>
          <a:xfrm>
            <a:off x="460375" y="746126"/>
            <a:ext cx="757237" cy="1912937"/>
            <a:chOff x="460375" y="746126"/>
            <a:chExt cx="757237" cy="1912937"/>
          </a:xfrm>
          <a:solidFill>
            <a:schemeClr val="tx1">
              <a:lumMod val="65000"/>
              <a:lumOff val="35000"/>
            </a:schemeClr>
          </a:solidFill>
        </p:grpSpPr>
        <p:sp>
          <p:nvSpPr>
            <p:cNvPr id="105" name="Freeform 102"/>
            <p:cNvSpPr>
              <a:spLocks/>
            </p:cNvSpPr>
            <p:nvPr/>
          </p:nvSpPr>
          <p:spPr bwMode="auto">
            <a:xfrm>
              <a:off x="506412" y="1135063"/>
              <a:ext cx="711200" cy="1277938"/>
            </a:xfrm>
            <a:custGeom>
              <a:avLst/>
              <a:gdLst>
                <a:gd name="T0" fmla="*/ 40 w 440"/>
                <a:gd name="T1" fmla="*/ 108 h 790"/>
                <a:gd name="T2" fmla="*/ 128 w 440"/>
                <a:gd name="T3" fmla="*/ 273 h 790"/>
                <a:gd name="T4" fmla="*/ 120 w 440"/>
                <a:gd name="T5" fmla="*/ 178 h 790"/>
                <a:gd name="T6" fmla="*/ 101 w 440"/>
                <a:gd name="T7" fmla="*/ 130 h 790"/>
                <a:gd name="T8" fmla="*/ 118 w 440"/>
                <a:gd name="T9" fmla="*/ 112 h 790"/>
                <a:gd name="T10" fmla="*/ 119 w 440"/>
                <a:gd name="T11" fmla="*/ 120 h 790"/>
                <a:gd name="T12" fmla="*/ 126 w 440"/>
                <a:gd name="T13" fmla="*/ 156 h 790"/>
                <a:gd name="T14" fmla="*/ 18 w 440"/>
                <a:gd name="T15" fmla="*/ 702 h 790"/>
                <a:gd name="T16" fmla="*/ 25 w 440"/>
                <a:gd name="T17" fmla="*/ 772 h 790"/>
                <a:gd name="T18" fmla="*/ 57 w 440"/>
                <a:gd name="T19" fmla="*/ 783 h 790"/>
                <a:gd name="T20" fmla="*/ 96 w 440"/>
                <a:gd name="T21" fmla="*/ 765 h 790"/>
                <a:gd name="T22" fmla="*/ 235 w 440"/>
                <a:gd name="T23" fmla="*/ 388 h 790"/>
                <a:gd name="T24" fmla="*/ 244 w 440"/>
                <a:gd name="T25" fmla="*/ 389 h 790"/>
                <a:gd name="T26" fmla="*/ 268 w 440"/>
                <a:gd name="T27" fmla="*/ 392 h 790"/>
                <a:gd name="T28" fmla="*/ 277 w 440"/>
                <a:gd name="T29" fmla="*/ 393 h 790"/>
                <a:gd name="T30" fmla="*/ 259 w 440"/>
                <a:gd name="T31" fmla="*/ 723 h 790"/>
                <a:gd name="T32" fmla="*/ 289 w 440"/>
                <a:gd name="T33" fmla="*/ 787 h 790"/>
                <a:gd name="T34" fmla="*/ 306 w 440"/>
                <a:gd name="T35" fmla="*/ 790 h 790"/>
                <a:gd name="T36" fmla="*/ 353 w 440"/>
                <a:gd name="T37" fmla="*/ 758 h 790"/>
                <a:gd name="T38" fmla="*/ 331 w 440"/>
                <a:gd name="T39" fmla="*/ 116 h 790"/>
                <a:gd name="T40" fmla="*/ 322 w 440"/>
                <a:gd name="T41" fmla="*/ 82 h 790"/>
                <a:gd name="T42" fmla="*/ 319 w 440"/>
                <a:gd name="T43" fmla="*/ 74 h 790"/>
                <a:gd name="T44" fmla="*/ 343 w 440"/>
                <a:gd name="T45" fmla="*/ 85 h 790"/>
                <a:gd name="T46" fmla="*/ 346 w 440"/>
                <a:gd name="T47" fmla="*/ 141 h 790"/>
                <a:gd name="T48" fmla="*/ 366 w 440"/>
                <a:gd name="T49" fmla="*/ 243 h 790"/>
                <a:gd name="T50" fmla="*/ 391 w 440"/>
                <a:gd name="T51" fmla="*/ 42 h 790"/>
                <a:gd name="T52" fmla="*/ 253 w 440"/>
                <a:gd name="T53" fmla="*/ 19 h 790"/>
                <a:gd name="T54" fmla="*/ 220 w 440"/>
                <a:gd name="T55" fmla="*/ 41 h 790"/>
                <a:gd name="T56" fmla="*/ 183 w 440"/>
                <a:gd name="T57" fmla="*/ 48 h 790"/>
                <a:gd name="T58" fmla="*/ 183 w 440"/>
                <a:gd name="T59" fmla="*/ 48 h 790"/>
                <a:gd name="T60" fmla="*/ 139 w 440"/>
                <a:gd name="T61" fmla="*/ 37 h 790"/>
                <a:gd name="T62" fmla="*/ 40 w 440"/>
                <a:gd name="T63" fmla="*/ 108 h 7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40" h="790">
                  <a:moveTo>
                    <a:pt x="40" y="108"/>
                  </a:moveTo>
                  <a:cubicBezTo>
                    <a:pt x="28" y="145"/>
                    <a:pt x="35" y="201"/>
                    <a:pt x="128" y="273"/>
                  </a:cubicBezTo>
                  <a:cubicBezTo>
                    <a:pt x="127" y="236"/>
                    <a:pt x="124" y="204"/>
                    <a:pt x="120" y="178"/>
                  </a:cubicBezTo>
                  <a:cubicBezTo>
                    <a:pt x="102" y="157"/>
                    <a:pt x="97" y="140"/>
                    <a:pt x="101" y="130"/>
                  </a:cubicBezTo>
                  <a:cubicBezTo>
                    <a:pt x="103" y="123"/>
                    <a:pt x="109" y="117"/>
                    <a:pt x="118" y="112"/>
                  </a:cubicBezTo>
                  <a:cubicBezTo>
                    <a:pt x="118" y="115"/>
                    <a:pt x="119" y="118"/>
                    <a:pt x="119" y="120"/>
                  </a:cubicBezTo>
                  <a:cubicBezTo>
                    <a:pt x="120" y="121"/>
                    <a:pt x="123" y="134"/>
                    <a:pt x="126" y="156"/>
                  </a:cubicBezTo>
                  <a:cubicBezTo>
                    <a:pt x="142" y="251"/>
                    <a:pt x="167" y="516"/>
                    <a:pt x="18" y="702"/>
                  </a:cubicBezTo>
                  <a:cubicBezTo>
                    <a:pt x="0" y="724"/>
                    <a:pt x="4" y="755"/>
                    <a:pt x="25" y="772"/>
                  </a:cubicBezTo>
                  <a:cubicBezTo>
                    <a:pt x="35" y="780"/>
                    <a:pt x="46" y="783"/>
                    <a:pt x="57" y="783"/>
                  </a:cubicBezTo>
                  <a:cubicBezTo>
                    <a:pt x="71" y="783"/>
                    <a:pt x="86" y="777"/>
                    <a:pt x="96" y="765"/>
                  </a:cubicBezTo>
                  <a:cubicBezTo>
                    <a:pt x="190" y="648"/>
                    <a:pt x="225" y="509"/>
                    <a:pt x="235" y="388"/>
                  </a:cubicBezTo>
                  <a:cubicBezTo>
                    <a:pt x="238" y="388"/>
                    <a:pt x="241" y="388"/>
                    <a:pt x="244" y="389"/>
                  </a:cubicBezTo>
                  <a:cubicBezTo>
                    <a:pt x="252" y="390"/>
                    <a:pt x="260" y="391"/>
                    <a:pt x="268" y="392"/>
                  </a:cubicBezTo>
                  <a:cubicBezTo>
                    <a:pt x="271" y="392"/>
                    <a:pt x="274" y="392"/>
                    <a:pt x="277" y="393"/>
                  </a:cubicBezTo>
                  <a:cubicBezTo>
                    <a:pt x="290" y="508"/>
                    <a:pt x="292" y="635"/>
                    <a:pt x="259" y="723"/>
                  </a:cubicBezTo>
                  <a:cubicBezTo>
                    <a:pt x="250" y="749"/>
                    <a:pt x="263" y="777"/>
                    <a:pt x="289" y="787"/>
                  </a:cubicBezTo>
                  <a:cubicBezTo>
                    <a:pt x="295" y="789"/>
                    <a:pt x="300" y="790"/>
                    <a:pt x="306" y="790"/>
                  </a:cubicBezTo>
                  <a:cubicBezTo>
                    <a:pt x="327" y="790"/>
                    <a:pt x="346" y="778"/>
                    <a:pt x="353" y="758"/>
                  </a:cubicBezTo>
                  <a:cubicBezTo>
                    <a:pt x="426" y="560"/>
                    <a:pt x="356" y="224"/>
                    <a:pt x="331" y="116"/>
                  </a:cubicBezTo>
                  <a:cubicBezTo>
                    <a:pt x="326" y="96"/>
                    <a:pt x="323" y="84"/>
                    <a:pt x="322" y="82"/>
                  </a:cubicBezTo>
                  <a:cubicBezTo>
                    <a:pt x="321" y="79"/>
                    <a:pt x="320" y="76"/>
                    <a:pt x="319" y="74"/>
                  </a:cubicBezTo>
                  <a:cubicBezTo>
                    <a:pt x="330" y="76"/>
                    <a:pt x="338" y="79"/>
                    <a:pt x="343" y="85"/>
                  </a:cubicBezTo>
                  <a:cubicBezTo>
                    <a:pt x="351" y="94"/>
                    <a:pt x="354" y="113"/>
                    <a:pt x="346" y="141"/>
                  </a:cubicBezTo>
                  <a:cubicBezTo>
                    <a:pt x="352" y="168"/>
                    <a:pt x="359" y="203"/>
                    <a:pt x="366" y="243"/>
                  </a:cubicBezTo>
                  <a:cubicBezTo>
                    <a:pt x="440" y="129"/>
                    <a:pt x="414" y="69"/>
                    <a:pt x="391" y="42"/>
                  </a:cubicBezTo>
                  <a:cubicBezTo>
                    <a:pt x="360" y="9"/>
                    <a:pt x="307" y="0"/>
                    <a:pt x="253" y="19"/>
                  </a:cubicBezTo>
                  <a:cubicBezTo>
                    <a:pt x="244" y="28"/>
                    <a:pt x="233" y="36"/>
                    <a:pt x="220" y="41"/>
                  </a:cubicBezTo>
                  <a:cubicBezTo>
                    <a:pt x="208" y="45"/>
                    <a:pt x="196" y="48"/>
                    <a:pt x="183" y="48"/>
                  </a:cubicBezTo>
                  <a:cubicBezTo>
                    <a:pt x="183" y="48"/>
                    <a:pt x="183" y="48"/>
                    <a:pt x="183" y="48"/>
                  </a:cubicBezTo>
                  <a:cubicBezTo>
                    <a:pt x="168" y="48"/>
                    <a:pt x="153" y="44"/>
                    <a:pt x="139" y="37"/>
                  </a:cubicBezTo>
                  <a:cubicBezTo>
                    <a:pt x="94" y="47"/>
                    <a:pt x="54" y="69"/>
                    <a:pt x="40" y="1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103"/>
            <p:cNvSpPr>
              <a:spLocks noEditPoints="1"/>
            </p:cNvSpPr>
            <p:nvPr/>
          </p:nvSpPr>
          <p:spPr bwMode="auto">
            <a:xfrm>
              <a:off x="638175" y="887413"/>
              <a:ext cx="328612" cy="330200"/>
            </a:xfrm>
            <a:custGeom>
              <a:avLst/>
              <a:gdLst>
                <a:gd name="T0" fmla="*/ 136 w 204"/>
                <a:gd name="T1" fmla="*/ 186 h 205"/>
                <a:gd name="T2" fmla="*/ 186 w 204"/>
                <a:gd name="T3" fmla="*/ 69 h 205"/>
                <a:gd name="T4" fmla="*/ 69 w 204"/>
                <a:gd name="T5" fmla="*/ 19 h 205"/>
                <a:gd name="T6" fmla="*/ 19 w 204"/>
                <a:gd name="T7" fmla="*/ 136 h 205"/>
                <a:gd name="T8" fmla="*/ 136 w 204"/>
                <a:gd name="T9" fmla="*/ 186 h 205"/>
                <a:gd name="T10" fmla="*/ 115 w 204"/>
                <a:gd name="T11" fmla="*/ 113 h 205"/>
                <a:gd name="T12" fmla="*/ 173 w 204"/>
                <a:gd name="T13" fmla="*/ 109 h 205"/>
                <a:gd name="T14" fmla="*/ 131 w 204"/>
                <a:gd name="T15" fmla="*/ 137 h 205"/>
                <a:gd name="T16" fmla="*/ 89 w 204"/>
                <a:gd name="T17" fmla="*/ 166 h 205"/>
                <a:gd name="T18" fmla="*/ 115 w 204"/>
                <a:gd name="T19" fmla="*/ 113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4" h="205">
                  <a:moveTo>
                    <a:pt x="136" y="186"/>
                  </a:moveTo>
                  <a:cubicBezTo>
                    <a:pt x="182" y="168"/>
                    <a:pt x="204" y="115"/>
                    <a:pt x="186" y="69"/>
                  </a:cubicBezTo>
                  <a:cubicBezTo>
                    <a:pt x="167" y="23"/>
                    <a:pt x="115" y="0"/>
                    <a:pt x="69" y="19"/>
                  </a:cubicBezTo>
                  <a:cubicBezTo>
                    <a:pt x="23" y="37"/>
                    <a:pt x="0" y="90"/>
                    <a:pt x="19" y="136"/>
                  </a:cubicBezTo>
                  <a:cubicBezTo>
                    <a:pt x="37" y="182"/>
                    <a:pt x="90" y="205"/>
                    <a:pt x="136" y="186"/>
                  </a:cubicBezTo>
                  <a:close/>
                  <a:moveTo>
                    <a:pt x="115" y="113"/>
                  </a:moveTo>
                  <a:cubicBezTo>
                    <a:pt x="138" y="97"/>
                    <a:pt x="164" y="96"/>
                    <a:pt x="173" y="109"/>
                  </a:cubicBezTo>
                  <a:cubicBezTo>
                    <a:pt x="182" y="123"/>
                    <a:pt x="154" y="122"/>
                    <a:pt x="131" y="137"/>
                  </a:cubicBezTo>
                  <a:cubicBezTo>
                    <a:pt x="108" y="153"/>
                    <a:pt x="98" y="179"/>
                    <a:pt x="89" y="166"/>
                  </a:cubicBezTo>
                  <a:cubicBezTo>
                    <a:pt x="80" y="152"/>
                    <a:pt x="91" y="129"/>
                    <a:pt x="115" y="1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104"/>
            <p:cNvSpPr>
              <a:spLocks/>
            </p:cNvSpPr>
            <p:nvPr/>
          </p:nvSpPr>
          <p:spPr bwMode="auto">
            <a:xfrm>
              <a:off x="974725" y="795338"/>
              <a:ext cx="134937" cy="96838"/>
            </a:xfrm>
            <a:custGeom>
              <a:avLst/>
              <a:gdLst>
                <a:gd name="T0" fmla="*/ 78 w 83"/>
                <a:gd name="T1" fmla="*/ 31 h 60"/>
                <a:gd name="T2" fmla="*/ 0 w 83"/>
                <a:gd name="T3" fmla="*/ 47 h 60"/>
                <a:gd name="T4" fmla="*/ 78 w 83"/>
                <a:gd name="T5" fmla="*/ 31 h 60"/>
              </a:gdLst>
              <a:ahLst/>
              <a:cxnLst>
                <a:cxn ang="0">
                  <a:pos x="T0" y="T1"/>
                </a:cxn>
                <a:cxn ang="0">
                  <a:pos x="T2" y="T3"/>
                </a:cxn>
                <a:cxn ang="0">
                  <a:pos x="T4" y="T5"/>
                </a:cxn>
              </a:cxnLst>
              <a:rect l="0" t="0" r="r" b="b"/>
              <a:pathLst>
                <a:path w="83" h="60">
                  <a:moveTo>
                    <a:pt x="78" y="31"/>
                  </a:moveTo>
                  <a:cubicBezTo>
                    <a:pt x="73" y="0"/>
                    <a:pt x="15" y="14"/>
                    <a:pt x="0" y="47"/>
                  </a:cubicBezTo>
                  <a:cubicBezTo>
                    <a:pt x="50" y="40"/>
                    <a:pt x="83" y="60"/>
                    <a:pt x="78"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105"/>
            <p:cNvSpPr>
              <a:spLocks/>
            </p:cNvSpPr>
            <p:nvPr/>
          </p:nvSpPr>
          <p:spPr bwMode="auto">
            <a:xfrm>
              <a:off x="892175" y="746126"/>
              <a:ext cx="101600" cy="107950"/>
            </a:xfrm>
            <a:custGeom>
              <a:avLst/>
              <a:gdLst>
                <a:gd name="T0" fmla="*/ 44 w 63"/>
                <a:gd name="T1" fmla="*/ 14 h 67"/>
                <a:gd name="T2" fmla="*/ 11 w 63"/>
                <a:gd name="T3" fmla="*/ 67 h 67"/>
                <a:gd name="T4" fmla="*/ 44 w 63"/>
                <a:gd name="T5" fmla="*/ 14 h 67"/>
              </a:gdLst>
              <a:ahLst/>
              <a:cxnLst>
                <a:cxn ang="0">
                  <a:pos x="T0" y="T1"/>
                </a:cxn>
                <a:cxn ang="0">
                  <a:pos x="T2" y="T3"/>
                </a:cxn>
                <a:cxn ang="0">
                  <a:pos x="T4" y="T5"/>
                </a:cxn>
              </a:cxnLst>
              <a:rect l="0" t="0" r="r" b="b"/>
              <a:pathLst>
                <a:path w="63" h="67">
                  <a:moveTo>
                    <a:pt x="44" y="14"/>
                  </a:moveTo>
                  <a:cubicBezTo>
                    <a:pt x="24" y="0"/>
                    <a:pt x="0" y="41"/>
                    <a:pt x="11" y="67"/>
                  </a:cubicBezTo>
                  <a:cubicBezTo>
                    <a:pt x="34" y="35"/>
                    <a:pt x="63" y="27"/>
                    <a:pt x="44"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106"/>
            <p:cNvSpPr>
              <a:spLocks/>
            </p:cNvSpPr>
            <p:nvPr/>
          </p:nvSpPr>
          <p:spPr bwMode="auto">
            <a:xfrm>
              <a:off x="966787" y="917576"/>
              <a:ext cx="88900" cy="68263"/>
            </a:xfrm>
            <a:custGeom>
              <a:avLst/>
              <a:gdLst>
                <a:gd name="T0" fmla="*/ 0 w 55"/>
                <a:gd name="T1" fmla="*/ 23 h 42"/>
                <a:gd name="T2" fmla="*/ 55 w 55"/>
                <a:gd name="T3" fmla="*/ 22 h 42"/>
                <a:gd name="T4" fmla="*/ 0 w 55"/>
                <a:gd name="T5" fmla="*/ 23 h 42"/>
              </a:gdLst>
              <a:ahLst/>
              <a:cxnLst>
                <a:cxn ang="0">
                  <a:pos x="T0" y="T1"/>
                </a:cxn>
                <a:cxn ang="0">
                  <a:pos x="T2" y="T3"/>
                </a:cxn>
                <a:cxn ang="0">
                  <a:pos x="T4" y="T5"/>
                </a:cxn>
              </a:cxnLst>
              <a:rect l="0" t="0" r="r" b="b"/>
              <a:pathLst>
                <a:path w="55" h="42">
                  <a:moveTo>
                    <a:pt x="0" y="23"/>
                  </a:moveTo>
                  <a:cubicBezTo>
                    <a:pt x="35" y="24"/>
                    <a:pt x="55" y="42"/>
                    <a:pt x="55" y="22"/>
                  </a:cubicBezTo>
                  <a:cubicBezTo>
                    <a:pt x="55" y="0"/>
                    <a:pt x="14" y="3"/>
                    <a:pt x="0"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107"/>
            <p:cNvSpPr>
              <a:spLocks/>
            </p:cNvSpPr>
            <p:nvPr/>
          </p:nvSpPr>
          <p:spPr bwMode="auto">
            <a:xfrm>
              <a:off x="463550" y="1655763"/>
              <a:ext cx="182562" cy="133350"/>
            </a:xfrm>
            <a:custGeom>
              <a:avLst/>
              <a:gdLst>
                <a:gd name="T0" fmla="*/ 6 w 115"/>
                <a:gd name="T1" fmla="*/ 84 h 84"/>
                <a:gd name="T2" fmla="*/ 72 w 115"/>
                <a:gd name="T3" fmla="*/ 49 h 84"/>
                <a:gd name="T4" fmla="*/ 50 w 115"/>
                <a:gd name="T5" fmla="*/ 30 h 84"/>
                <a:gd name="T6" fmla="*/ 115 w 115"/>
                <a:gd name="T7" fmla="*/ 3 h 84"/>
                <a:gd name="T8" fmla="*/ 113 w 115"/>
                <a:gd name="T9" fmla="*/ 0 h 84"/>
                <a:gd name="T10" fmla="*/ 33 w 115"/>
                <a:gd name="T11" fmla="*/ 24 h 84"/>
                <a:gd name="T12" fmla="*/ 56 w 115"/>
                <a:gd name="T13" fmla="*/ 46 h 84"/>
                <a:gd name="T14" fmla="*/ 0 w 115"/>
                <a:gd name="T15" fmla="*/ 72 h 84"/>
                <a:gd name="T16" fmla="*/ 6 w 115"/>
                <a:gd name="T17"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5" h="84">
                  <a:moveTo>
                    <a:pt x="6" y="84"/>
                  </a:moveTo>
                  <a:lnTo>
                    <a:pt x="72" y="49"/>
                  </a:lnTo>
                  <a:lnTo>
                    <a:pt x="50" y="30"/>
                  </a:lnTo>
                  <a:lnTo>
                    <a:pt x="115" y="3"/>
                  </a:lnTo>
                  <a:lnTo>
                    <a:pt x="113" y="0"/>
                  </a:lnTo>
                  <a:lnTo>
                    <a:pt x="33" y="24"/>
                  </a:lnTo>
                  <a:lnTo>
                    <a:pt x="56" y="46"/>
                  </a:lnTo>
                  <a:lnTo>
                    <a:pt x="0" y="72"/>
                  </a:lnTo>
                  <a:lnTo>
                    <a:pt x="6" y="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108"/>
            <p:cNvSpPr>
              <a:spLocks/>
            </p:cNvSpPr>
            <p:nvPr/>
          </p:nvSpPr>
          <p:spPr bwMode="auto">
            <a:xfrm>
              <a:off x="460375" y="1592263"/>
              <a:ext cx="179387" cy="53975"/>
            </a:xfrm>
            <a:custGeom>
              <a:avLst/>
              <a:gdLst>
                <a:gd name="T0" fmla="*/ 55 w 113"/>
                <a:gd name="T1" fmla="*/ 11 h 34"/>
                <a:gd name="T2" fmla="*/ 113 w 113"/>
                <a:gd name="T3" fmla="*/ 18 h 34"/>
                <a:gd name="T4" fmla="*/ 113 w 113"/>
                <a:gd name="T5" fmla="*/ 16 h 34"/>
                <a:gd name="T6" fmla="*/ 44 w 113"/>
                <a:gd name="T7" fmla="*/ 0 h 34"/>
                <a:gd name="T8" fmla="*/ 51 w 113"/>
                <a:gd name="T9" fmla="*/ 25 h 34"/>
                <a:gd name="T10" fmla="*/ 0 w 113"/>
                <a:gd name="T11" fmla="*/ 20 h 34"/>
                <a:gd name="T12" fmla="*/ 0 w 113"/>
                <a:gd name="T13" fmla="*/ 31 h 34"/>
                <a:gd name="T14" fmla="*/ 63 w 113"/>
                <a:gd name="T15" fmla="*/ 34 h 34"/>
                <a:gd name="T16" fmla="*/ 55 w 113"/>
                <a:gd name="T17" fmla="*/ 1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34">
                  <a:moveTo>
                    <a:pt x="55" y="11"/>
                  </a:moveTo>
                  <a:lnTo>
                    <a:pt x="113" y="18"/>
                  </a:lnTo>
                  <a:lnTo>
                    <a:pt x="113" y="16"/>
                  </a:lnTo>
                  <a:lnTo>
                    <a:pt x="44" y="0"/>
                  </a:lnTo>
                  <a:lnTo>
                    <a:pt x="51" y="25"/>
                  </a:lnTo>
                  <a:lnTo>
                    <a:pt x="0" y="20"/>
                  </a:lnTo>
                  <a:lnTo>
                    <a:pt x="0" y="31"/>
                  </a:lnTo>
                  <a:lnTo>
                    <a:pt x="63" y="34"/>
                  </a:lnTo>
                  <a:lnTo>
                    <a:pt x="55"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109"/>
            <p:cNvSpPr>
              <a:spLocks/>
            </p:cNvSpPr>
            <p:nvPr/>
          </p:nvSpPr>
          <p:spPr bwMode="auto">
            <a:xfrm>
              <a:off x="584200" y="1687513"/>
              <a:ext cx="98425" cy="158750"/>
            </a:xfrm>
            <a:custGeom>
              <a:avLst/>
              <a:gdLst>
                <a:gd name="T0" fmla="*/ 60 w 62"/>
                <a:gd name="T1" fmla="*/ 0 h 100"/>
                <a:gd name="T2" fmla="*/ 9 w 62"/>
                <a:gd name="T3" fmla="*/ 45 h 100"/>
                <a:gd name="T4" fmla="*/ 34 w 62"/>
                <a:gd name="T5" fmla="*/ 55 h 100"/>
                <a:gd name="T6" fmla="*/ 0 w 62"/>
                <a:gd name="T7" fmla="*/ 93 h 100"/>
                <a:gd name="T8" fmla="*/ 10 w 62"/>
                <a:gd name="T9" fmla="*/ 100 h 100"/>
                <a:gd name="T10" fmla="*/ 47 w 62"/>
                <a:gd name="T11" fmla="*/ 50 h 100"/>
                <a:gd name="T12" fmla="*/ 24 w 62"/>
                <a:gd name="T13" fmla="*/ 44 h 100"/>
                <a:gd name="T14" fmla="*/ 62 w 62"/>
                <a:gd name="T15" fmla="*/ 2 h 100"/>
                <a:gd name="T16" fmla="*/ 60 w 62"/>
                <a:gd name="T17"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100">
                  <a:moveTo>
                    <a:pt x="60" y="0"/>
                  </a:moveTo>
                  <a:lnTo>
                    <a:pt x="9" y="45"/>
                  </a:lnTo>
                  <a:lnTo>
                    <a:pt x="34" y="55"/>
                  </a:lnTo>
                  <a:lnTo>
                    <a:pt x="0" y="93"/>
                  </a:lnTo>
                  <a:lnTo>
                    <a:pt x="10" y="100"/>
                  </a:lnTo>
                  <a:lnTo>
                    <a:pt x="47" y="50"/>
                  </a:lnTo>
                  <a:lnTo>
                    <a:pt x="24" y="44"/>
                  </a:lnTo>
                  <a:lnTo>
                    <a:pt x="62" y="2"/>
                  </a:lnTo>
                  <a:lnTo>
                    <a:pt x="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110"/>
            <p:cNvSpPr>
              <a:spLocks/>
            </p:cNvSpPr>
            <p:nvPr/>
          </p:nvSpPr>
          <p:spPr bwMode="auto">
            <a:xfrm>
              <a:off x="523875" y="1220788"/>
              <a:ext cx="52387" cy="61913"/>
            </a:xfrm>
            <a:custGeom>
              <a:avLst/>
              <a:gdLst>
                <a:gd name="T0" fmla="*/ 6 w 32"/>
                <a:gd name="T1" fmla="*/ 13 h 38"/>
                <a:gd name="T2" fmla="*/ 4 w 32"/>
                <a:gd name="T3" fmla="*/ 35 h 38"/>
                <a:gd name="T4" fmla="*/ 7 w 32"/>
                <a:gd name="T5" fmla="*/ 38 h 38"/>
                <a:gd name="T6" fmla="*/ 9 w 32"/>
                <a:gd name="T7" fmla="*/ 38 h 38"/>
                <a:gd name="T8" fmla="*/ 11 w 32"/>
                <a:gd name="T9" fmla="*/ 33 h 38"/>
                <a:gd name="T10" fmla="*/ 13 w 32"/>
                <a:gd name="T11" fmla="*/ 18 h 38"/>
                <a:gd name="T12" fmla="*/ 28 w 32"/>
                <a:gd name="T13" fmla="*/ 8 h 38"/>
                <a:gd name="T14" fmla="*/ 31 w 32"/>
                <a:gd name="T15" fmla="*/ 3 h 38"/>
                <a:gd name="T16" fmla="*/ 26 w 32"/>
                <a:gd name="T17" fmla="*/ 0 h 38"/>
                <a:gd name="T18" fmla="*/ 6 w 32"/>
                <a:gd name="T19" fmla="*/ 1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38">
                  <a:moveTo>
                    <a:pt x="6" y="13"/>
                  </a:moveTo>
                  <a:cubicBezTo>
                    <a:pt x="0" y="24"/>
                    <a:pt x="3" y="35"/>
                    <a:pt x="4" y="35"/>
                  </a:cubicBezTo>
                  <a:cubicBezTo>
                    <a:pt x="4" y="37"/>
                    <a:pt x="6" y="38"/>
                    <a:pt x="7" y="38"/>
                  </a:cubicBezTo>
                  <a:cubicBezTo>
                    <a:pt x="8" y="38"/>
                    <a:pt x="8" y="38"/>
                    <a:pt x="9" y="38"/>
                  </a:cubicBezTo>
                  <a:cubicBezTo>
                    <a:pt x="11" y="38"/>
                    <a:pt x="12" y="35"/>
                    <a:pt x="11" y="33"/>
                  </a:cubicBezTo>
                  <a:cubicBezTo>
                    <a:pt x="11" y="33"/>
                    <a:pt x="9" y="25"/>
                    <a:pt x="13" y="18"/>
                  </a:cubicBezTo>
                  <a:cubicBezTo>
                    <a:pt x="16" y="13"/>
                    <a:pt x="21" y="10"/>
                    <a:pt x="28" y="8"/>
                  </a:cubicBezTo>
                  <a:cubicBezTo>
                    <a:pt x="30" y="8"/>
                    <a:pt x="32" y="6"/>
                    <a:pt x="31" y="3"/>
                  </a:cubicBezTo>
                  <a:cubicBezTo>
                    <a:pt x="31" y="1"/>
                    <a:pt x="28" y="0"/>
                    <a:pt x="26" y="0"/>
                  </a:cubicBezTo>
                  <a:cubicBezTo>
                    <a:pt x="17" y="2"/>
                    <a:pt x="10" y="7"/>
                    <a:pt x="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111"/>
            <p:cNvSpPr>
              <a:spLocks/>
            </p:cNvSpPr>
            <p:nvPr/>
          </p:nvSpPr>
          <p:spPr bwMode="auto">
            <a:xfrm>
              <a:off x="493712" y="1193801"/>
              <a:ext cx="73025" cy="85725"/>
            </a:xfrm>
            <a:custGeom>
              <a:avLst/>
              <a:gdLst>
                <a:gd name="T0" fmla="*/ 7 w 45"/>
                <a:gd name="T1" fmla="*/ 53 h 53"/>
                <a:gd name="T2" fmla="*/ 8 w 45"/>
                <a:gd name="T3" fmla="*/ 53 h 53"/>
                <a:gd name="T4" fmla="*/ 11 w 45"/>
                <a:gd name="T5" fmla="*/ 48 h 53"/>
                <a:gd name="T6" fmla="*/ 16 w 45"/>
                <a:gd name="T7" fmla="*/ 23 h 53"/>
                <a:gd name="T8" fmla="*/ 41 w 45"/>
                <a:gd name="T9" fmla="*/ 8 h 53"/>
                <a:gd name="T10" fmla="*/ 44 w 45"/>
                <a:gd name="T11" fmla="*/ 4 h 53"/>
                <a:gd name="T12" fmla="*/ 40 w 45"/>
                <a:gd name="T13" fmla="*/ 0 h 53"/>
                <a:gd name="T14" fmla="*/ 9 w 45"/>
                <a:gd name="T15" fmla="*/ 19 h 53"/>
                <a:gd name="T16" fmla="*/ 4 w 45"/>
                <a:gd name="T17" fmla="*/ 50 h 53"/>
                <a:gd name="T18" fmla="*/ 7 w 45"/>
                <a:gd name="T1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53">
                  <a:moveTo>
                    <a:pt x="7" y="53"/>
                  </a:moveTo>
                  <a:cubicBezTo>
                    <a:pt x="8" y="53"/>
                    <a:pt x="8" y="53"/>
                    <a:pt x="8" y="53"/>
                  </a:cubicBezTo>
                  <a:cubicBezTo>
                    <a:pt x="10" y="53"/>
                    <a:pt x="12" y="51"/>
                    <a:pt x="11" y="48"/>
                  </a:cubicBezTo>
                  <a:cubicBezTo>
                    <a:pt x="11" y="48"/>
                    <a:pt x="8" y="35"/>
                    <a:pt x="16" y="23"/>
                  </a:cubicBezTo>
                  <a:cubicBezTo>
                    <a:pt x="21" y="15"/>
                    <a:pt x="29" y="11"/>
                    <a:pt x="41" y="8"/>
                  </a:cubicBezTo>
                  <a:cubicBezTo>
                    <a:pt x="43" y="8"/>
                    <a:pt x="45" y="6"/>
                    <a:pt x="44" y="4"/>
                  </a:cubicBezTo>
                  <a:cubicBezTo>
                    <a:pt x="44" y="2"/>
                    <a:pt x="42" y="0"/>
                    <a:pt x="40" y="0"/>
                  </a:cubicBezTo>
                  <a:cubicBezTo>
                    <a:pt x="26" y="3"/>
                    <a:pt x="16" y="9"/>
                    <a:pt x="9" y="19"/>
                  </a:cubicBezTo>
                  <a:cubicBezTo>
                    <a:pt x="0" y="33"/>
                    <a:pt x="3" y="49"/>
                    <a:pt x="4" y="50"/>
                  </a:cubicBezTo>
                  <a:cubicBezTo>
                    <a:pt x="4" y="52"/>
                    <a:pt x="6" y="53"/>
                    <a:pt x="7"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112"/>
            <p:cNvSpPr>
              <a:spLocks/>
            </p:cNvSpPr>
            <p:nvPr/>
          </p:nvSpPr>
          <p:spPr bwMode="auto">
            <a:xfrm>
              <a:off x="1125537" y="1547813"/>
              <a:ext cx="33337" cy="73025"/>
            </a:xfrm>
            <a:custGeom>
              <a:avLst/>
              <a:gdLst>
                <a:gd name="T0" fmla="*/ 8 w 21"/>
                <a:gd name="T1" fmla="*/ 44 h 45"/>
                <a:gd name="T2" fmla="*/ 10 w 21"/>
                <a:gd name="T3" fmla="*/ 45 h 45"/>
                <a:gd name="T4" fmla="*/ 14 w 21"/>
                <a:gd name="T5" fmla="*/ 43 h 45"/>
                <a:gd name="T6" fmla="*/ 19 w 21"/>
                <a:gd name="T7" fmla="*/ 20 h 45"/>
                <a:gd name="T8" fmla="*/ 6 w 21"/>
                <a:gd name="T9" fmla="*/ 2 h 45"/>
                <a:gd name="T10" fmla="*/ 1 w 21"/>
                <a:gd name="T11" fmla="*/ 3 h 45"/>
                <a:gd name="T12" fmla="*/ 2 w 21"/>
                <a:gd name="T13" fmla="*/ 8 h 45"/>
                <a:gd name="T14" fmla="*/ 11 w 21"/>
                <a:gd name="T15" fmla="*/ 21 h 45"/>
                <a:gd name="T16" fmla="*/ 7 w 21"/>
                <a:gd name="T17" fmla="*/ 38 h 45"/>
                <a:gd name="T18" fmla="*/ 8 w 21"/>
                <a:gd name="T19" fmla="*/ 44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45">
                  <a:moveTo>
                    <a:pt x="8" y="44"/>
                  </a:moveTo>
                  <a:cubicBezTo>
                    <a:pt x="9" y="44"/>
                    <a:pt x="10" y="45"/>
                    <a:pt x="10" y="45"/>
                  </a:cubicBezTo>
                  <a:cubicBezTo>
                    <a:pt x="12" y="45"/>
                    <a:pt x="13" y="44"/>
                    <a:pt x="14" y="43"/>
                  </a:cubicBezTo>
                  <a:cubicBezTo>
                    <a:pt x="19" y="35"/>
                    <a:pt x="21" y="27"/>
                    <a:pt x="19" y="20"/>
                  </a:cubicBezTo>
                  <a:cubicBezTo>
                    <a:pt x="17" y="8"/>
                    <a:pt x="7" y="2"/>
                    <a:pt x="6" y="2"/>
                  </a:cubicBezTo>
                  <a:cubicBezTo>
                    <a:pt x="4" y="0"/>
                    <a:pt x="2" y="1"/>
                    <a:pt x="1" y="3"/>
                  </a:cubicBezTo>
                  <a:cubicBezTo>
                    <a:pt x="0" y="5"/>
                    <a:pt x="0" y="7"/>
                    <a:pt x="2" y="8"/>
                  </a:cubicBezTo>
                  <a:cubicBezTo>
                    <a:pt x="2" y="8"/>
                    <a:pt x="10" y="13"/>
                    <a:pt x="11" y="21"/>
                  </a:cubicBezTo>
                  <a:cubicBezTo>
                    <a:pt x="13" y="27"/>
                    <a:pt x="11" y="32"/>
                    <a:pt x="7" y="38"/>
                  </a:cubicBezTo>
                  <a:cubicBezTo>
                    <a:pt x="6" y="40"/>
                    <a:pt x="6" y="43"/>
                    <a:pt x="8"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113"/>
            <p:cNvSpPr>
              <a:spLocks/>
            </p:cNvSpPr>
            <p:nvPr/>
          </p:nvSpPr>
          <p:spPr bwMode="auto">
            <a:xfrm>
              <a:off x="1149350" y="1530351"/>
              <a:ext cx="42862" cy="103188"/>
            </a:xfrm>
            <a:custGeom>
              <a:avLst/>
              <a:gdLst>
                <a:gd name="T0" fmla="*/ 7 w 26"/>
                <a:gd name="T1" fmla="*/ 1 h 64"/>
                <a:gd name="T2" fmla="*/ 1 w 26"/>
                <a:gd name="T3" fmla="*/ 2 h 64"/>
                <a:gd name="T4" fmla="*/ 2 w 26"/>
                <a:gd name="T5" fmla="*/ 8 h 64"/>
                <a:gd name="T6" fmla="*/ 16 w 26"/>
                <a:gd name="T7" fmla="*/ 30 h 64"/>
                <a:gd name="T8" fmla="*/ 8 w 26"/>
                <a:gd name="T9" fmla="*/ 57 h 64"/>
                <a:gd name="T10" fmla="*/ 9 w 26"/>
                <a:gd name="T11" fmla="*/ 63 h 64"/>
                <a:gd name="T12" fmla="*/ 11 w 26"/>
                <a:gd name="T13" fmla="*/ 64 h 64"/>
                <a:gd name="T14" fmla="*/ 14 w 26"/>
                <a:gd name="T15" fmla="*/ 62 h 64"/>
                <a:gd name="T16" fmla="*/ 24 w 26"/>
                <a:gd name="T17" fmla="*/ 28 h 64"/>
                <a:gd name="T18" fmla="*/ 7 w 26"/>
                <a:gd name="T19" fmla="*/ 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64">
                  <a:moveTo>
                    <a:pt x="7" y="1"/>
                  </a:moveTo>
                  <a:cubicBezTo>
                    <a:pt x="5" y="0"/>
                    <a:pt x="3" y="0"/>
                    <a:pt x="1" y="2"/>
                  </a:cubicBezTo>
                  <a:cubicBezTo>
                    <a:pt x="0" y="4"/>
                    <a:pt x="1" y="7"/>
                    <a:pt x="2" y="8"/>
                  </a:cubicBezTo>
                  <a:cubicBezTo>
                    <a:pt x="2" y="8"/>
                    <a:pt x="14" y="16"/>
                    <a:pt x="16" y="30"/>
                  </a:cubicBezTo>
                  <a:cubicBezTo>
                    <a:pt x="18" y="39"/>
                    <a:pt x="15" y="48"/>
                    <a:pt x="8" y="57"/>
                  </a:cubicBezTo>
                  <a:cubicBezTo>
                    <a:pt x="7" y="59"/>
                    <a:pt x="7" y="62"/>
                    <a:pt x="9" y="63"/>
                  </a:cubicBezTo>
                  <a:cubicBezTo>
                    <a:pt x="9" y="64"/>
                    <a:pt x="10" y="64"/>
                    <a:pt x="11" y="64"/>
                  </a:cubicBezTo>
                  <a:cubicBezTo>
                    <a:pt x="12" y="64"/>
                    <a:pt x="14" y="63"/>
                    <a:pt x="14" y="62"/>
                  </a:cubicBezTo>
                  <a:cubicBezTo>
                    <a:pt x="23" y="51"/>
                    <a:pt x="26" y="39"/>
                    <a:pt x="24" y="28"/>
                  </a:cubicBezTo>
                  <a:cubicBezTo>
                    <a:pt x="21" y="11"/>
                    <a:pt x="7" y="2"/>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114"/>
            <p:cNvSpPr>
              <a:spLocks/>
            </p:cNvSpPr>
            <p:nvPr/>
          </p:nvSpPr>
          <p:spPr bwMode="auto">
            <a:xfrm>
              <a:off x="573087" y="2582863"/>
              <a:ext cx="58737" cy="76200"/>
            </a:xfrm>
            <a:custGeom>
              <a:avLst/>
              <a:gdLst>
                <a:gd name="T0" fmla="*/ 29 w 37"/>
                <a:gd name="T1" fmla="*/ 43 h 48"/>
                <a:gd name="T2" fmla="*/ 37 w 37"/>
                <a:gd name="T3" fmla="*/ 31 h 48"/>
                <a:gd name="T4" fmla="*/ 35 w 37"/>
                <a:gd name="T5" fmla="*/ 25 h 48"/>
                <a:gd name="T6" fmla="*/ 28 w 37"/>
                <a:gd name="T7" fmla="*/ 21 h 48"/>
                <a:gd name="T8" fmla="*/ 35 w 37"/>
                <a:gd name="T9" fmla="*/ 14 h 48"/>
                <a:gd name="T10" fmla="*/ 37 w 37"/>
                <a:gd name="T11" fmla="*/ 9 h 48"/>
                <a:gd name="T12" fmla="*/ 34 w 37"/>
                <a:gd name="T13" fmla="*/ 3 h 48"/>
                <a:gd name="T14" fmla="*/ 26 w 37"/>
                <a:gd name="T15" fmla="*/ 0 h 48"/>
                <a:gd name="T16" fmla="*/ 8 w 37"/>
                <a:gd name="T17" fmla="*/ 3 h 48"/>
                <a:gd name="T18" fmla="*/ 0 w 37"/>
                <a:gd name="T19" fmla="*/ 9 h 48"/>
                <a:gd name="T20" fmla="*/ 0 w 37"/>
                <a:gd name="T21" fmla="*/ 10 h 48"/>
                <a:gd name="T22" fmla="*/ 1 w 37"/>
                <a:gd name="T23" fmla="*/ 11 h 48"/>
                <a:gd name="T24" fmla="*/ 3 w 37"/>
                <a:gd name="T25" fmla="*/ 12 h 48"/>
                <a:gd name="T26" fmla="*/ 4 w 37"/>
                <a:gd name="T27" fmla="*/ 11 h 48"/>
                <a:gd name="T28" fmla="*/ 4 w 37"/>
                <a:gd name="T29" fmla="*/ 13 h 48"/>
                <a:gd name="T30" fmla="*/ 3 w 37"/>
                <a:gd name="T31" fmla="*/ 23 h 48"/>
                <a:gd name="T32" fmla="*/ 0 w 37"/>
                <a:gd name="T33" fmla="*/ 39 h 48"/>
                <a:gd name="T34" fmla="*/ 0 w 37"/>
                <a:gd name="T35" fmla="*/ 42 h 48"/>
                <a:gd name="T36" fmla="*/ 4 w 37"/>
                <a:gd name="T37" fmla="*/ 47 h 48"/>
                <a:gd name="T38" fmla="*/ 7 w 37"/>
                <a:gd name="T39" fmla="*/ 46 h 48"/>
                <a:gd name="T40" fmla="*/ 8 w 37"/>
                <a:gd name="T41" fmla="*/ 42 h 48"/>
                <a:gd name="T42" fmla="*/ 8 w 37"/>
                <a:gd name="T43" fmla="*/ 38 h 48"/>
                <a:gd name="T44" fmla="*/ 10 w 37"/>
                <a:gd name="T45" fmla="*/ 23 h 48"/>
                <a:gd name="T46" fmla="*/ 12 w 37"/>
                <a:gd name="T47" fmla="*/ 10 h 48"/>
                <a:gd name="T48" fmla="*/ 17 w 37"/>
                <a:gd name="T49" fmla="*/ 7 h 48"/>
                <a:gd name="T50" fmla="*/ 25 w 37"/>
                <a:gd name="T51" fmla="*/ 7 h 48"/>
                <a:gd name="T52" fmla="*/ 29 w 37"/>
                <a:gd name="T53" fmla="*/ 10 h 48"/>
                <a:gd name="T54" fmla="*/ 25 w 37"/>
                <a:gd name="T55" fmla="*/ 15 h 48"/>
                <a:gd name="T56" fmla="*/ 18 w 37"/>
                <a:gd name="T57" fmla="*/ 20 h 48"/>
                <a:gd name="T58" fmla="*/ 12 w 37"/>
                <a:gd name="T59" fmla="*/ 24 h 48"/>
                <a:gd name="T60" fmla="*/ 13 w 37"/>
                <a:gd name="T61" fmla="*/ 27 h 48"/>
                <a:gd name="T62" fmla="*/ 17 w 37"/>
                <a:gd name="T63" fmla="*/ 27 h 48"/>
                <a:gd name="T64" fmla="*/ 20 w 37"/>
                <a:gd name="T65" fmla="*/ 26 h 48"/>
                <a:gd name="T66" fmla="*/ 22 w 37"/>
                <a:gd name="T67" fmla="*/ 26 h 48"/>
                <a:gd name="T68" fmla="*/ 27 w 37"/>
                <a:gd name="T69" fmla="*/ 27 h 48"/>
                <a:gd name="T70" fmla="*/ 29 w 37"/>
                <a:gd name="T71" fmla="*/ 31 h 48"/>
                <a:gd name="T72" fmla="*/ 25 w 37"/>
                <a:gd name="T73" fmla="*/ 38 h 48"/>
                <a:gd name="T74" fmla="*/ 17 w 37"/>
                <a:gd name="T75" fmla="*/ 41 h 48"/>
                <a:gd name="T76" fmla="*/ 16 w 37"/>
                <a:gd name="T77" fmla="*/ 41 h 48"/>
                <a:gd name="T78" fmla="*/ 9 w 37"/>
                <a:gd name="T79" fmla="*/ 46 h 48"/>
                <a:gd name="T80" fmla="*/ 14 w 37"/>
                <a:gd name="T81" fmla="*/ 48 h 48"/>
                <a:gd name="T82" fmla="*/ 29 w 37"/>
                <a:gd name="T83" fmla="*/ 43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7" h="48">
                  <a:moveTo>
                    <a:pt x="29" y="43"/>
                  </a:moveTo>
                  <a:cubicBezTo>
                    <a:pt x="34" y="38"/>
                    <a:pt x="37" y="35"/>
                    <a:pt x="37" y="31"/>
                  </a:cubicBezTo>
                  <a:cubicBezTo>
                    <a:pt x="37" y="29"/>
                    <a:pt x="36" y="27"/>
                    <a:pt x="35" y="25"/>
                  </a:cubicBezTo>
                  <a:cubicBezTo>
                    <a:pt x="34" y="23"/>
                    <a:pt x="32" y="22"/>
                    <a:pt x="28" y="21"/>
                  </a:cubicBezTo>
                  <a:cubicBezTo>
                    <a:pt x="31" y="18"/>
                    <a:pt x="34" y="16"/>
                    <a:pt x="35" y="14"/>
                  </a:cubicBezTo>
                  <a:cubicBezTo>
                    <a:pt x="36" y="12"/>
                    <a:pt x="37" y="11"/>
                    <a:pt x="37" y="9"/>
                  </a:cubicBezTo>
                  <a:cubicBezTo>
                    <a:pt x="37" y="7"/>
                    <a:pt x="36" y="5"/>
                    <a:pt x="34" y="3"/>
                  </a:cubicBezTo>
                  <a:cubicBezTo>
                    <a:pt x="32" y="1"/>
                    <a:pt x="29" y="0"/>
                    <a:pt x="26" y="0"/>
                  </a:cubicBezTo>
                  <a:cubicBezTo>
                    <a:pt x="20" y="0"/>
                    <a:pt x="14" y="1"/>
                    <a:pt x="8" y="3"/>
                  </a:cubicBezTo>
                  <a:cubicBezTo>
                    <a:pt x="3" y="5"/>
                    <a:pt x="0" y="7"/>
                    <a:pt x="0" y="9"/>
                  </a:cubicBezTo>
                  <a:cubicBezTo>
                    <a:pt x="0" y="9"/>
                    <a:pt x="0" y="9"/>
                    <a:pt x="0" y="10"/>
                  </a:cubicBezTo>
                  <a:cubicBezTo>
                    <a:pt x="0" y="10"/>
                    <a:pt x="1" y="11"/>
                    <a:pt x="1" y="11"/>
                  </a:cubicBezTo>
                  <a:cubicBezTo>
                    <a:pt x="2" y="11"/>
                    <a:pt x="2" y="12"/>
                    <a:pt x="3" y="12"/>
                  </a:cubicBezTo>
                  <a:cubicBezTo>
                    <a:pt x="4" y="11"/>
                    <a:pt x="4" y="11"/>
                    <a:pt x="4" y="11"/>
                  </a:cubicBezTo>
                  <a:cubicBezTo>
                    <a:pt x="4" y="11"/>
                    <a:pt x="4" y="12"/>
                    <a:pt x="4" y="13"/>
                  </a:cubicBezTo>
                  <a:cubicBezTo>
                    <a:pt x="4" y="13"/>
                    <a:pt x="4" y="17"/>
                    <a:pt x="3" y="23"/>
                  </a:cubicBezTo>
                  <a:cubicBezTo>
                    <a:pt x="2" y="30"/>
                    <a:pt x="1" y="35"/>
                    <a:pt x="0" y="39"/>
                  </a:cubicBezTo>
                  <a:cubicBezTo>
                    <a:pt x="0" y="40"/>
                    <a:pt x="0" y="41"/>
                    <a:pt x="0" y="42"/>
                  </a:cubicBezTo>
                  <a:cubicBezTo>
                    <a:pt x="0" y="45"/>
                    <a:pt x="1" y="47"/>
                    <a:pt x="4" y="47"/>
                  </a:cubicBezTo>
                  <a:cubicBezTo>
                    <a:pt x="5" y="47"/>
                    <a:pt x="6" y="46"/>
                    <a:pt x="7" y="46"/>
                  </a:cubicBezTo>
                  <a:cubicBezTo>
                    <a:pt x="7" y="45"/>
                    <a:pt x="8" y="44"/>
                    <a:pt x="8" y="42"/>
                  </a:cubicBezTo>
                  <a:cubicBezTo>
                    <a:pt x="8" y="38"/>
                    <a:pt x="8" y="38"/>
                    <a:pt x="8" y="38"/>
                  </a:cubicBezTo>
                  <a:cubicBezTo>
                    <a:pt x="8" y="37"/>
                    <a:pt x="9" y="32"/>
                    <a:pt x="10" y="23"/>
                  </a:cubicBezTo>
                  <a:cubicBezTo>
                    <a:pt x="11" y="15"/>
                    <a:pt x="12" y="11"/>
                    <a:pt x="12" y="10"/>
                  </a:cubicBezTo>
                  <a:cubicBezTo>
                    <a:pt x="13" y="9"/>
                    <a:pt x="14" y="8"/>
                    <a:pt x="17" y="7"/>
                  </a:cubicBezTo>
                  <a:cubicBezTo>
                    <a:pt x="19" y="7"/>
                    <a:pt x="22" y="7"/>
                    <a:pt x="25" y="7"/>
                  </a:cubicBezTo>
                  <a:cubicBezTo>
                    <a:pt x="27" y="7"/>
                    <a:pt x="29" y="8"/>
                    <a:pt x="29" y="10"/>
                  </a:cubicBezTo>
                  <a:cubicBezTo>
                    <a:pt x="29" y="11"/>
                    <a:pt x="28" y="13"/>
                    <a:pt x="25" y="15"/>
                  </a:cubicBezTo>
                  <a:cubicBezTo>
                    <a:pt x="23" y="17"/>
                    <a:pt x="21" y="19"/>
                    <a:pt x="18" y="20"/>
                  </a:cubicBezTo>
                  <a:cubicBezTo>
                    <a:pt x="14" y="22"/>
                    <a:pt x="12" y="23"/>
                    <a:pt x="12" y="24"/>
                  </a:cubicBezTo>
                  <a:cubicBezTo>
                    <a:pt x="12" y="25"/>
                    <a:pt x="13" y="26"/>
                    <a:pt x="13" y="27"/>
                  </a:cubicBezTo>
                  <a:cubicBezTo>
                    <a:pt x="14" y="27"/>
                    <a:pt x="15" y="27"/>
                    <a:pt x="17" y="27"/>
                  </a:cubicBezTo>
                  <a:cubicBezTo>
                    <a:pt x="18" y="27"/>
                    <a:pt x="19" y="27"/>
                    <a:pt x="20" y="26"/>
                  </a:cubicBezTo>
                  <a:cubicBezTo>
                    <a:pt x="21" y="26"/>
                    <a:pt x="22" y="26"/>
                    <a:pt x="22" y="26"/>
                  </a:cubicBezTo>
                  <a:cubicBezTo>
                    <a:pt x="24" y="26"/>
                    <a:pt x="26" y="26"/>
                    <a:pt x="27" y="27"/>
                  </a:cubicBezTo>
                  <a:cubicBezTo>
                    <a:pt x="29" y="28"/>
                    <a:pt x="29" y="30"/>
                    <a:pt x="29" y="31"/>
                  </a:cubicBezTo>
                  <a:cubicBezTo>
                    <a:pt x="29" y="33"/>
                    <a:pt x="28" y="35"/>
                    <a:pt x="25" y="38"/>
                  </a:cubicBezTo>
                  <a:cubicBezTo>
                    <a:pt x="22" y="40"/>
                    <a:pt x="19" y="41"/>
                    <a:pt x="17" y="41"/>
                  </a:cubicBezTo>
                  <a:cubicBezTo>
                    <a:pt x="16" y="41"/>
                    <a:pt x="16" y="41"/>
                    <a:pt x="16" y="41"/>
                  </a:cubicBezTo>
                  <a:cubicBezTo>
                    <a:pt x="12" y="41"/>
                    <a:pt x="9" y="43"/>
                    <a:pt x="9" y="46"/>
                  </a:cubicBezTo>
                  <a:cubicBezTo>
                    <a:pt x="9" y="47"/>
                    <a:pt x="11" y="48"/>
                    <a:pt x="14" y="48"/>
                  </a:cubicBezTo>
                  <a:cubicBezTo>
                    <a:pt x="19" y="48"/>
                    <a:pt x="25" y="47"/>
                    <a:pt x="29"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115"/>
            <p:cNvSpPr>
              <a:spLocks noEditPoints="1"/>
            </p:cNvSpPr>
            <p:nvPr/>
          </p:nvSpPr>
          <p:spPr bwMode="auto">
            <a:xfrm>
              <a:off x="641350" y="2601913"/>
              <a:ext cx="50800" cy="53975"/>
            </a:xfrm>
            <a:custGeom>
              <a:avLst/>
              <a:gdLst>
                <a:gd name="T0" fmla="*/ 30 w 32"/>
                <a:gd name="T1" fmla="*/ 6 h 34"/>
                <a:gd name="T2" fmla="*/ 26 w 32"/>
                <a:gd name="T3" fmla="*/ 3 h 34"/>
                <a:gd name="T4" fmla="*/ 21 w 32"/>
                <a:gd name="T5" fmla="*/ 0 h 34"/>
                <a:gd name="T6" fmla="*/ 7 w 32"/>
                <a:gd name="T7" fmla="*/ 9 h 34"/>
                <a:gd name="T8" fmla="*/ 0 w 32"/>
                <a:gd name="T9" fmla="*/ 26 h 34"/>
                <a:gd name="T10" fmla="*/ 2 w 32"/>
                <a:gd name="T11" fmla="*/ 31 h 34"/>
                <a:gd name="T12" fmla="*/ 7 w 32"/>
                <a:gd name="T13" fmla="*/ 33 h 34"/>
                <a:gd name="T14" fmla="*/ 22 w 32"/>
                <a:gd name="T15" fmla="*/ 23 h 34"/>
                <a:gd name="T16" fmla="*/ 27 w 32"/>
                <a:gd name="T17" fmla="*/ 34 h 34"/>
                <a:gd name="T18" fmla="*/ 30 w 32"/>
                <a:gd name="T19" fmla="*/ 33 h 34"/>
                <a:gd name="T20" fmla="*/ 32 w 32"/>
                <a:gd name="T21" fmla="*/ 31 h 34"/>
                <a:gd name="T22" fmla="*/ 31 w 32"/>
                <a:gd name="T23" fmla="*/ 29 h 34"/>
                <a:gd name="T24" fmla="*/ 29 w 32"/>
                <a:gd name="T25" fmla="*/ 28 h 34"/>
                <a:gd name="T26" fmla="*/ 28 w 32"/>
                <a:gd name="T27" fmla="*/ 26 h 34"/>
                <a:gd name="T28" fmla="*/ 28 w 32"/>
                <a:gd name="T29" fmla="*/ 21 h 34"/>
                <a:gd name="T30" fmla="*/ 29 w 32"/>
                <a:gd name="T31" fmla="*/ 11 h 34"/>
                <a:gd name="T32" fmla="*/ 30 w 32"/>
                <a:gd name="T33" fmla="*/ 6 h 34"/>
                <a:gd name="T34" fmla="*/ 17 w 32"/>
                <a:gd name="T35" fmla="*/ 21 h 34"/>
                <a:gd name="T36" fmla="*/ 8 w 32"/>
                <a:gd name="T37" fmla="*/ 27 h 34"/>
                <a:gd name="T38" fmla="*/ 7 w 32"/>
                <a:gd name="T39" fmla="*/ 24 h 34"/>
                <a:gd name="T40" fmla="*/ 12 w 32"/>
                <a:gd name="T41" fmla="*/ 13 h 34"/>
                <a:gd name="T42" fmla="*/ 20 w 32"/>
                <a:gd name="T43" fmla="*/ 6 h 34"/>
                <a:gd name="T44" fmla="*/ 22 w 32"/>
                <a:gd name="T45" fmla="*/ 7 h 34"/>
                <a:gd name="T46" fmla="*/ 22 w 32"/>
                <a:gd name="T47" fmla="*/ 9 h 34"/>
                <a:gd name="T48" fmla="*/ 17 w 32"/>
                <a:gd name="T49" fmla="*/ 2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 h="34">
                  <a:moveTo>
                    <a:pt x="30" y="6"/>
                  </a:moveTo>
                  <a:cubicBezTo>
                    <a:pt x="30" y="4"/>
                    <a:pt x="29" y="3"/>
                    <a:pt x="26" y="3"/>
                  </a:cubicBezTo>
                  <a:cubicBezTo>
                    <a:pt x="25" y="1"/>
                    <a:pt x="24" y="0"/>
                    <a:pt x="21" y="0"/>
                  </a:cubicBezTo>
                  <a:cubicBezTo>
                    <a:pt x="17" y="0"/>
                    <a:pt x="12" y="3"/>
                    <a:pt x="7" y="9"/>
                  </a:cubicBezTo>
                  <a:cubicBezTo>
                    <a:pt x="2" y="15"/>
                    <a:pt x="0" y="20"/>
                    <a:pt x="0" y="26"/>
                  </a:cubicBezTo>
                  <a:cubicBezTo>
                    <a:pt x="0" y="28"/>
                    <a:pt x="1" y="30"/>
                    <a:pt x="2" y="31"/>
                  </a:cubicBezTo>
                  <a:cubicBezTo>
                    <a:pt x="3" y="33"/>
                    <a:pt x="5" y="33"/>
                    <a:pt x="7" y="33"/>
                  </a:cubicBezTo>
                  <a:cubicBezTo>
                    <a:pt x="12" y="33"/>
                    <a:pt x="17" y="30"/>
                    <a:pt x="22" y="23"/>
                  </a:cubicBezTo>
                  <a:cubicBezTo>
                    <a:pt x="22" y="30"/>
                    <a:pt x="23" y="34"/>
                    <a:pt x="27" y="34"/>
                  </a:cubicBezTo>
                  <a:cubicBezTo>
                    <a:pt x="28" y="34"/>
                    <a:pt x="29" y="34"/>
                    <a:pt x="30" y="33"/>
                  </a:cubicBezTo>
                  <a:cubicBezTo>
                    <a:pt x="31" y="33"/>
                    <a:pt x="32" y="32"/>
                    <a:pt x="32" y="31"/>
                  </a:cubicBezTo>
                  <a:cubicBezTo>
                    <a:pt x="32" y="30"/>
                    <a:pt x="31" y="29"/>
                    <a:pt x="31" y="29"/>
                  </a:cubicBezTo>
                  <a:cubicBezTo>
                    <a:pt x="30" y="29"/>
                    <a:pt x="29" y="28"/>
                    <a:pt x="29" y="28"/>
                  </a:cubicBezTo>
                  <a:cubicBezTo>
                    <a:pt x="29" y="28"/>
                    <a:pt x="29" y="27"/>
                    <a:pt x="28" y="26"/>
                  </a:cubicBezTo>
                  <a:cubicBezTo>
                    <a:pt x="28" y="25"/>
                    <a:pt x="28" y="23"/>
                    <a:pt x="28" y="21"/>
                  </a:cubicBezTo>
                  <a:cubicBezTo>
                    <a:pt x="28" y="18"/>
                    <a:pt x="28" y="15"/>
                    <a:pt x="29" y="11"/>
                  </a:cubicBezTo>
                  <a:cubicBezTo>
                    <a:pt x="29" y="8"/>
                    <a:pt x="30" y="7"/>
                    <a:pt x="30" y="6"/>
                  </a:cubicBezTo>
                  <a:close/>
                  <a:moveTo>
                    <a:pt x="17" y="21"/>
                  </a:moveTo>
                  <a:cubicBezTo>
                    <a:pt x="14" y="25"/>
                    <a:pt x="11" y="27"/>
                    <a:pt x="8" y="27"/>
                  </a:cubicBezTo>
                  <a:cubicBezTo>
                    <a:pt x="8" y="27"/>
                    <a:pt x="7" y="26"/>
                    <a:pt x="7" y="24"/>
                  </a:cubicBezTo>
                  <a:cubicBezTo>
                    <a:pt x="7" y="21"/>
                    <a:pt x="9" y="17"/>
                    <a:pt x="12" y="13"/>
                  </a:cubicBezTo>
                  <a:cubicBezTo>
                    <a:pt x="15" y="8"/>
                    <a:pt x="18" y="6"/>
                    <a:pt x="20" y="6"/>
                  </a:cubicBezTo>
                  <a:cubicBezTo>
                    <a:pt x="21" y="6"/>
                    <a:pt x="21" y="7"/>
                    <a:pt x="22" y="7"/>
                  </a:cubicBezTo>
                  <a:cubicBezTo>
                    <a:pt x="22" y="8"/>
                    <a:pt x="22" y="8"/>
                    <a:pt x="22" y="9"/>
                  </a:cubicBezTo>
                  <a:cubicBezTo>
                    <a:pt x="22" y="13"/>
                    <a:pt x="21" y="16"/>
                    <a:pt x="17"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116"/>
            <p:cNvSpPr>
              <a:spLocks/>
            </p:cNvSpPr>
            <p:nvPr/>
          </p:nvSpPr>
          <p:spPr bwMode="auto">
            <a:xfrm>
              <a:off x="698500" y="2600326"/>
              <a:ext cx="44450" cy="57150"/>
            </a:xfrm>
            <a:custGeom>
              <a:avLst/>
              <a:gdLst>
                <a:gd name="T0" fmla="*/ 27 w 27"/>
                <a:gd name="T1" fmla="*/ 26 h 36"/>
                <a:gd name="T2" fmla="*/ 25 w 27"/>
                <a:gd name="T3" fmla="*/ 24 h 36"/>
                <a:gd name="T4" fmla="*/ 21 w 27"/>
                <a:gd name="T5" fmla="*/ 26 h 36"/>
                <a:gd name="T6" fmla="*/ 12 w 27"/>
                <a:gd name="T7" fmla="*/ 29 h 36"/>
                <a:gd name="T8" fmla="*/ 7 w 27"/>
                <a:gd name="T9" fmla="*/ 25 h 36"/>
                <a:gd name="T10" fmla="*/ 11 w 27"/>
                <a:gd name="T11" fmla="*/ 14 h 36"/>
                <a:gd name="T12" fmla="*/ 17 w 27"/>
                <a:gd name="T13" fmla="*/ 7 h 36"/>
                <a:gd name="T14" fmla="*/ 19 w 27"/>
                <a:gd name="T15" fmla="*/ 10 h 36"/>
                <a:gd name="T16" fmla="*/ 22 w 27"/>
                <a:gd name="T17" fmla="*/ 14 h 36"/>
                <a:gd name="T18" fmla="*/ 24 w 27"/>
                <a:gd name="T19" fmla="*/ 13 h 36"/>
                <a:gd name="T20" fmla="*/ 25 w 27"/>
                <a:gd name="T21" fmla="*/ 9 h 36"/>
                <a:gd name="T22" fmla="*/ 23 w 27"/>
                <a:gd name="T23" fmla="*/ 3 h 36"/>
                <a:gd name="T24" fmla="*/ 18 w 27"/>
                <a:gd name="T25" fmla="*/ 0 h 36"/>
                <a:gd name="T26" fmla="*/ 6 w 27"/>
                <a:gd name="T27" fmla="*/ 9 h 36"/>
                <a:gd name="T28" fmla="*/ 0 w 27"/>
                <a:gd name="T29" fmla="*/ 25 h 36"/>
                <a:gd name="T30" fmla="*/ 3 w 27"/>
                <a:gd name="T31" fmla="*/ 33 h 36"/>
                <a:gd name="T32" fmla="*/ 10 w 27"/>
                <a:gd name="T33" fmla="*/ 36 h 36"/>
                <a:gd name="T34" fmla="*/ 21 w 27"/>
                <a:gd name="T35" fmla="*/ 32 h 36"/>
                <a:gd name="T36" fmla="*/ 27 w 27"/>
                <a:gd name="T37" fmla="*/ 2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 h="36">
                  <a:moveTo>
                    <a:pt x="27" y="26"/>
                  </a:moveTo>
                  <a:cubicBezTo>
                    <a:pt x="27" y="25"/>
                    <a:pt x="26" y="24"/>
                    <a:pt x="25" y="24"/>
                  </a:cubicBezTo>
                  <a:cubicBezTo>
                    <a:pt x="24" y="24"/>
                    <a:pt x="23" y="25"/>
                    <a:pt x="21" y="26"/>
                  </a:cubicBezTo>
                  <a:cubicBezTo>
                    <a:pt x="18" y="28"/>
                    <a:pt x="15" y="29"/>
                    <a:pt x="12" y="29"/>
                  </a:cubicBezTo>
                  <a:cubicBezTo>
                    <a:pt x="9" y="29"/>
                    <a:pt x="7" y="28"/>
                    <a:pt x="7" y="25"/>
                  </a:cubicBezTo>
                  <a:cubicBezTo>
                    <a:pt x="7" y="22"/>
                    <a:pt x="8" y="18"/>
                    <a:pt x="11" y="14"/>
                  </a:cubicBezTo>
                  <a:cubicBezTo>
                    <a:pt x="14" y="9"/>
                    <a:pt x="16" y="7"/>
                    <a:pt x="17" y="7"/>
                  </a:cubicBezTo>
                  <a:cubicBezTo>
                    <a:pt x="18" y="7"/>
                    <a:pt x="18" y="8"/>
                    <a:pt x="19" y="10"/>
                  </a:cubicBezTo>
                  <a:cubicBezTo>
                    <a:pt x="19" y="13"/>
                    <a:pt x="20" y="14"/>
                    <a:pt x="22" y="14"/>
                  </a:cubicBezTo>
                  <a:cubicBezTo>
                    <a:pt x="23" y="14"/>
                    <a:pt x="23" y="14"/>
                    <a:pt x="24" y="13"/>
                  </a:cubicBezTo>
                  <a:cubicBezTo>
                    <a:pt x="25" y="12"/>
                    <a:pt x="25" y="11"/>
                    <a:pt x="25" y="9"/>
                  </a:cubicBezTo>
                  <a:cubicBezTo>
                    <a:pt x="25" y="7"/>
                    <a:pt x="25" y="5"/>
                    <a:pt x="23" y="3"/>
                  </a:cubicBezTo>
                  <a:cubicBezTo>
                    <a:pt x="22" y="1"/>
                    <a:pt x="20" y="0"/>
                    <a:pt x="18" y="0"/>
                  </a:cubicBezTo>
                  <a:cubicBezTo>
                    <a:pt x="14" y="0"/>
                    <a:pt x="10" y="3"/>
                    <a:pt x="6" y="9"/>
                  </a:cubicBezTo>
                  <a:cubicBezTo>
                    <a:pt x="2" y="15"/>
                    <a:pt x="0" y="20"/>
                    <a:pt x="0" y="25"/>
                  </a:cubicBezTo>
                  <a:cubicBezTo>
                    <a:pt x="0" y="29"/>
                    <a:pt x="1" y="31"/>
                    <a:pt x="3" y="33"/>
                  </a:cubicBezTo>
                  <a:cubicBezTo>
                    <a:pt x="4" y="35"/>
                    <a:pt x="7" y="36"/>
                    <a:pt x="10" y="36"/>
                  </a:cubicBezTo>
                  <a:cubicBezTo>
                    <a:pt x="14" y="36"/>
                    <a:pt x="18" y="34"/>
                    <a:pt x="21" y="32"/>
                  </a:cubicBezTo>
                  <a:cubicBezTo>
                    <a:pt x="25" y="29"/>
                    <a:pt x="27" y="27"/>
                    <a:pt x="27"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117"/>
            <p:cNvSpPr>
              <a:spLocks/>
            </p:cNvSpPr>
            <p:nvPr/>
          </p:nvSpPr>
          <p:spPr bwMode="auto">
            <a:xfrm>
              <a:off x="750887" y="2573338"/>
              <a:ext cx="52387" cy="84138"/>
            </a:xfrm>
            <a:custGeom>
              <a:avLst/>
              <a:gdLst>
                <a:gd name="T0" fmla="*/ 13 w 33"/>
                <a:gd name="T1" fmla="*/ 4 h 52"/>
                <a:gd name="T2" fmla="*/ 12 w 33"/>
                <a:gd name="T3" fmla="*/ 1 h 52"/>
                <a:gd name="T4" fmla="*/ 10 w 33"/>
                <a:gd name="T5" fmla="*/ 0 h 52"/>
                <a:gd name="T6" fmla="*/ 8 w 33"/>
                <a:gd name="T7" fmla="*/ 1 h 52"/>
                <a:gd name="T8" fmla="*/ 6 w 33"/>
                <a:gd name="T9" fmla="*/ 3 h 52"/>
                <a:gd name="T10" fmla="*/ 5 w 33"/>
                <a:gd name="T11" fmla="*/ 10 h 52"/>
                <a:gd name="T12" fmla="*/ 3 w 33"/>
                <a:gd name="T13" fmla="*/ 25 h 52"/>
                <a:gd name="T14" fmla="*/ 0 w 33"/>
                <a:gd name="T15" fmla="*/ 44 h 52"/>
                <a:gd name="T16" fmla="*/ 0 w 33"/>
                <a:gd name="T17" fmla="*/ 49 h 52"/>
                <a:gd name="T18" fmla="*/ 1 w 33"/>
                <a:gd name="T19" fmla="*/ 51 h 52"/>
                <a:gd name="T20" fmla="*/ 3 w 33"/>
                <a:gd name="T21" fmla="*/ 52 h 52"/>
                <a:gd name="T22" fmla="*/ 6 w 33"/>
                <a:gd name="T23" fmla="*/ 51 h 52"/>
                <a:gd name="T24" fmla="*/ 8 w 33"/>
                <a:gd name="T25" fmla="*/ 47 h 52"/>
                <a:gd name="T26" fmla="*/ 8 w 33"/>
                <a:gd name="T27" fmla="*/ 41 h 52"/>
                <a:gd name="T28" fmla="*/ 8 w 33"/>
                <a:gd name="T29" fmla="*/ 41 h 52"/>
                <a:gd name="T30" fmla="*/ 9 w 33"/>
                <a:gd name="T31" fmla="*/ 39 h 52"/>
                <a:gd name="T32" fmla="*/ 11 w 33"/>
                <a:gd name="T33" fmla="*/ 38 h 52"/>
                <a:gd name="T34" fmla="*/ 15 w 33"/>
                <a:gd name="T35" fmla="*/ 42 h 52"/>
                <a:gd name="T36" fmla="*/ 22 w 33"/>
                <a:gd name="T37" fmla="*/ 50 h 52"/>
                <a:gd name="T38" fmla="*/ 26 w 33"/>
                <a:gd name="T39" fmla="*/ 51 h 52"/>
                <a:gd name="T40" fmla="*/ 31 w 33"/>
                <a:gd name="T41" fmla="*/ 50 h 52"/>
                <a:gd name="T42" fmla="*/ 33 w 33"/>
                <a:gd name="T43" fmla="*/ 47 h 52"/>
                <a:gd name="T44" fmla="*/ 32 w 33"/>
                <a:gd name="T45" fmla="*/ 46 h 52"/>
                <a:gd name="T46" fmla="*/ 31 w 33"/>
                <a:gd name="T47" fmla="*/ 45 h 52"/>
                <a:gd name="T48" fmla="*/ 30 w 33"/>
                <a:gd name="T49" fmla="*/ 45 h 52"/>
                <a:gd name="T50" fmla="*/ 26 w 33"/>
                <a:gd name="T51" fmla="*/ 44 h 52"/>
                <a:gd name="T52" fmla="*/ 20 w 33"/>
                <a:gd name="T53" fmla="*/ 38 h 52"/>
                <a:gd name="T54" fmla="*/ 17 w 33"/>
                <a:gd name="T55" fmla="*/ 34 h 52"/>
                <a:gd name="T56" fmla="*/ 18 w 33"/>
                <a:gd name="T57" fmla="*/ 33 h 52"/>
                <a:gd name="T58" fmla="*/ 21 w 33"/>
                <a:gd name="T59" fmla="*/ 30 h 52"/>
                <a:gd name="T60" fmla="*/ 25 w 33"/>
                <a:gd name="T61" fmla="*/ 27 h 52"/>
                <a:gd name="T62" fmla="*/ 28 w 33"/>
                <a:gd name="T63" fmla="*/ 25 h 52"/>
                <a:gd name="T64" fmla="*/ 28 w 33"/>
                <a:gd name="T65" fmla="*/ 26 h 52"/>
                <a:gd name="T66" fmla="*/ 28 w 33"/>
                <a:gd name="T67" fmla="*/ 26 h 52"/>
                <a:gd name="T68" fmla="*/ 31 w 33"/>
                <a:gd name="T69" fmla="*/ 21 h 52"/>
                <a:gd name="T70" fmla="*/ 28 w 33"/>
                <a:gd name="T71" fmla="*/ 18 h 52"/>
                <a:gd name="T72" fmla="*/ 18 w 33"/>
                <a:gd name="T73" fmla="*/ 25 h 52"/>
                <a:gd name="T74" fmla="*/ 9 w 33"/>
                <a:gd name="T75" fmla="*/ 33 h 52"/>
                <a:gd name="T76" fmla="*/ 10 w 33"/>
                <a:gd name="T77" fmla="*/ 22 h 52"/>
                <a:gd name="T78" fmla="*/ 10 w 33"/>
                <a:gd name="T79" fmla="*/ 22 h 52"/>
                <a:gd name="T80" fmla="*/ 11 w 33"/>
                <a:gd name="T81" fmla="*/ 18 h 52"/>
                <a:gd name="T82" fmla="*/ 13 w 33"/>
                <a:gd name="T83"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 h="52">
                  <a:moveTo>
                    <a:pt x="13" y="4"/>
                  </a:moveTo>
                  <a:cubicBezTo>
                    <a:pt x="13" y="3"/>
                    <a:pt x="13" y="2"/>
                    <a:pt x="12" y="1"/>
                  </a:cubicBezTo>
                  <a:cubicBezTo>
                    <a:pt x="12" y="0"/>
                    <a:pt x="11" y="0"/>
                    <a:pt x="10" y="0"/>
                  </a:cubicBezTo>
                  <a:cubicBezTo>
                    <a:pt x="9" y="0"/>
                    <a:pt x="8" y="0"/>
                    <a:pt x="8" y="1"/>
                  </a:cubicBezTo>
                  <a:cubicBezTo>
                    <a:pt x="7" y="2"/>
                    <a:pt x="6" y="2"/>
                    <a:pt x="6" y="3"/>
                  </a:cubicBezTo>
                  <a:cubicBezTo>
                    <a:pt x="6" y="5"/>
                    <a:pt x="5" y="7"/>
                    <a:pt x="5" y="10"/>
                  </a:cubicBezTo>
                  <a:cubicBezTo>
                    <a:pt x="4" y="14"/>
                    <a:pt x="4" y="19"/>
                    <a:pt x="3" y="25"/>
                  </a:cubicBezTo>
                  <a:cubicBezTo>
                    <a:pt x="2" y="33"/>
                    <a:pt x="1" y="39"/>
                    <a:pt x="0" y="44"/>
                  </a:cubicBezTo>
                  <a:cubicBezTo>
                    <a:pt x="0" y="46"/>
                    <a:pt x="0" y="48"/>
                    <a:pt x="0" y="49"/>
                  </a:cubicBezTo>
                  <a:cubicBezTo>
                    <a:pt x="0" y="49"/>
                    <a:pt x="0" y="50"/>
                    <a:pt x="1" y="51"/>
                  </a:cubicBezTo>
                  <a:cubicBezTo>
                    <a:pt x="1" y="51"/>
                    <a:pt x="2" y="52"/>
                    <a:pt x="3" y="52"/>
                  </a:cubicBezTo>
                  <a:cubicBezTo>
                    <a:pt x="5" y="52"/>
                    <a:pt x="6" y="51"/>
                    <a:pt x="6" y="51"/>
                  </a:cubicBezTo>
                  <a:cubicBezTo>
                    <a:pt x="7" y="50"/>
                    <a:pt x="8" y="49"/>
                    <a:pt x="8" y="47"/>
                  </a:cubicBezTo>
                  <a:cubicBezTo>
                    <a:pt x="8" y="45"/>
                    <a:pt x="8" y="42"/>
                    <a:pt x="8" y="41"/>
                  </a:cubicBezTo>
                  <a:cubicBezTo>
                    <a:pt x="8" y="41"/>
                    <a:pt x="8" y="41"/>
                    <a:pt x="8" y="41"/>
                  </a:cubicBezTo>
                  <a:cubicBezTo>
                    <a:pt x="8" y="40"/>
                    <a:pt x="9" y="40"/>
                    <a:pt x="9" y="39"/>
                  </a:cubicBezTo>
                  <a:cubicBezTo>
                    <a:pt x="10" y="38"/>
                    <a:pt x="11" y="38"/>
                    <a:pt x="11" y="38"/>
                  </a:cubicBezTo>
                  <a:cubicBezTo>
                    <a:pt x="11" y="38"/>
                    <a:pt x="12" y="39"/>
                    <a:pt x="15" y="42"/>
                  </a:cubicBezTo>
                  <a:cubicBezTo>
                    <a:pt x="18" y="46"/>
                    <a:pt x="20" y="49"/>
                    <a:pt x="22" y="50"/>
                  </a:cubicBezTo>
                  <a:cubicBezTo>
                    <a:pt x="23" y="51"/>
                    <a:pt x="25" y="51"/>
                    <a:pt x="26" y="51"/>
                  </a:cubicBezTo>
                  <a:cubicBezTo>
                    <a:pt x="29" y="51"/>
                    <a:pt x="30" y="51"/>
                    <a:pt x="31" y="50"/>
                  </a:cubicBezTo>
                  <a:cubicBezTo>
                    <a:pt x="32" y="49"/>
                    <a:pt x="33" y="48"/>
                    <a:pt x="33" y="47"/>
                  </a:cubicBezTo>
                  <a:cubicBezTo>
                    <a:pt x="33" y="46"/>
                    <a:pt x="33" y="46"/>
                    <a:pt x="32" y="46"/>
                  </a:cubicBezTo>
                  <a:cubicBezTo>
                    <a:pt x="32" y="45"/>
                    <a:pt x="32" y="45"/>
                    <a:pt x="31" y="45"/>
                  </a:cubicBezTo>
                  <a:cubicBezTo>
                    <a:pt x="30" y="45"/>
                    <a:pt x="30" y="45"/>
                    <a:pt x="30" y="45"/>
                  </a:cubicBezTo>
                  <a:cubicBezTo>
                    <a:pt x="29" y="45"/>
                    <a:pt x="27" y="45"/>
                    <a:pt x="26" y="44"/>
                  </a:cubicBezTo>
                  <a:cubicBezTo>
                    <a:pt x="25" y="42"/>
                    <a:pt x="23" y="41"/>
                    <a:pt x="20" y="38"/>
                  </a:cubicBezTo>
                  <a:cubicBezTo>
                    <a:pt x="18" y="36"/>
                    <a:pt x="17" y="34"/>
                    <a:pt x="17" y="34"/>
                  </a:cubicBezTo>
                  <a:cubicBezTo>
                    <a:pt x="17" y="34"/>
                    <a:pt x="17" y="33"/>
                    <a:pt x="18" y="33"/>
                  </a:cubicBezTo>
                  <a:cubicBezTo>
                    <a:pt x="19" y="32"/>
                    <a:pt x="20" y="31"/>
                    <a:pt x="21" y="30"/>
                  </a:cubicBezTo>
                  <a:cubicBezTo>
                    <a:pt x="23" y="28"/>
                    <a:pt x="24" y="28"/>
                    <a:pt x="25" y="27"/>
                  </a:cubicBezTo>
                  <a:cubicBezTo>
                    <a:pt x="26" y="26"/>
                    <a:pt x="27" y="26"/>
                    <a:pt x="28" y="25"/>
                  </a:cubicBezTo>
                  <a:cubicBezTo>
                    <a:pt x="28" y="26"/>
                    <a:pt x="28" y="26"/>
                    <a:pt x="28" y="26"/>
                  </a:cubicBezTo>
                  <a:cubicBezTo>
                    <a:pt x="28" y="26"/>
                    <a:pt x="28" y="26"/>
                    <a:pt x="28" y="26"/>
                  </a:cubicBezTo>
                  <a:cubicBezTo>
                    <a:pt x="30" y="22"/>
                    <a:pt x="31" y="23"/>
                    <a:pt x="31" y="21"/>
                  </a:cubicBezTo>
                  <a:cubicBezTo>
                    <a:pt x="31" y="19"/>
                    <a:pt x="30" y="18"/>
                    <a:pt x="28" y="18"/>
                  </a:cubicBezTo>
                  <a:cubicBezTo>
                    <a:pt x="26" y="18"/>
                    <a:pt x="23" y="20"/>
                    <a:pt x="18" y="25"/>
                  </a:cubicBezTo>
                  <a:cubicBezTo>
                    <a:pt x="9" y="33"/>
                    <a:pt x="9" y="33"/>
                    <a:pt x="9" y="33"/>
                  </a:cubicBezTo>
                  <a:cubicBezTo>
                    <a:pt x="9" y="32"/>
                    <a:pt x="9" y="30"/>
                    <a:pt x="10" y="22"/>
                  </a:cubicBezTo>
                  <a:cubicBezTo>
                    <a:pt x="10" y="22"/>
                    <a:pt x="10" y="22"/>
                    <a:pt x="10" y="22"/>
                  </a:cubicBezTo>
                  <a:cubicBezTo>
                    <a:pt x="11" y="18"/>
                    <a:pt x="11" y="18"/>
                    <a:pt x="11" y="18"/>
                  </a:cubicBezTo>
                  <a:cubicBezTo>
                    <a:pt x="12" y="10"/>
                    <a:pt x="13" y="5"/>
                    <a:pt x="13"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118"/>
            <p:cNvSpPr>
              <a:spLocks noEditPoints="1"/>
            </p:cNvSpPr>
            <p:nvPr/>
          </p:nvSpPr>
          <p:spPr bwMode="auto">
            <a:xfrm>
              <a:off x="854075" y="2584451"/>
              <a:ext cx="60325" cy="73025"/>
            </a:xfrm>
            <a:custGeom>
              <a:avLst/>
              <a:gdLst>
                <a:gd name="T0" fmla="*/ 37 w 37"/>
                <a:gd name="T1" fmla="*/ 10 h 46"/>
                <a:gd name="T2" fmla="*/ 33 w 37"/>
                <a:gd name="T3" fmla="*/ 2 h 46"/>
                <a:gd name="T4" fmla="*/ 23 w 37"/>
                <a:gd name="T5" fmla="*/ 0 h 46"/>
                <a:gd name="T6" fmla="*/ 9 w 37"/>
                <a:gd name="T7" fmla="*/ 1 h 46"/>
                <a:gd name="T8" fmla="*/ 0 w 37"/>
                <a:gd name="T9" fmla="*/ 6 h 46"/>
                <a:gd name="T10" fmla="*/ 2 w 37"/>
                <a:gd name="T11" fmla="*/ 9 h 46"/>
                <a:gd name="T12" fmla="*/ 3 w 37"/>
                <a:gd name="T13" fmla="*/ 12 h 46"/>
                <a:gd name="T14" fmla="*/ 1 w 37"/>
                <a:gd name="T15" fmla="*/ 25 h 46"/>
                <a:gd name="T16" fmla="*/ 0 w 37"/>
                <a:gd name="T17" fmla="*/ 41 h 46"/>
                <a:gd name="T18" fmla="*/ 3 w 37"/>
                <a:gd name="T19" fmla="*/ 46 h 46"/>
                <a:gd name="T20" fmla="*/ 6 w 37"/>
                <a:gd name="T21" fmla="*/ 44 h 46"/>
                <a:gd name="T22" fmla="*/ 7 w 37"/>
                <a:gd name="T23" fmla="*/ 42 h 46"/>
                <a:gd name="T24" fmla="*/ 8 w 37"/>
                <a:gd name="T25" fmla="*/ 30 h 46"/>
                <a:gd name="T26" fmla="*/ 12 w 37"/>
                <a:gd name="T27" fmla="*/ 29 h 46"/>
                <a:gd name="T28" fmla="*/ 30 w 37"/>
                <a:gd name="T29" fmla="*/ 22 h 46"/>
                <a:gd name="T30" fmla="*/ 37 w 37"/>
                <a:gd name="T31" fmla="*/ 10 h 46"/>
                <a:gd name="T32" fmla="*/ 24 w 37"/>
                <a:gd name="T33" fmla="*/ 18 h 46"/>
                <a:gd name="T34" fmla="*/ 9 w 37"/>
                <a:gd name="T35" fmla="*/ 24 h 46"/>
                <a:gd name="T36" fmla="*/ 10 w 37"/>
                <a:gd name="T37" fmla="*/ 8 h 46"/>
                <a:gd name="T38" fmla="*/ 22 w 37"/>
                <a:gd name="T39" fmla="*/ 6 h 46"/>
                <a:gd name="T40" fmla="*/ 30 w 37"/>
                <a:gd name="T41" fmla="*/ 11 h 46"/>
                <a:gd name="T42" fmla="*/ 24 w 37"/>
                <a:gd name="T43" fmla="*/ 1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7" h="46">
                  <a:moveTo>
                    <a:pt x="37" y="10"/>
                  </a:moveTo>
                  <a:cubicBezTo>
                    <a:pt x="37" y="7"/>
                    <a:pt x="36" y="4"/>
                    <a:pt x="33" y="2"/>
                  </a:cubicBezTo>
                  <a:cubicBezTo>
                    <a:pt x="31" y="1"/>
                    <a:pt x="27" y="0"/>
                    <a:pt x="23" y="0"/>
                  </a:cubicBezTo>
                  <a:cubicBezTo>
                    <a:pt x="19" y="0"/>
                    <a:pt x="14" y="0"/>
                    <a:pt x="9" y="1"/>
                  </a:cubicBezTo>
                  <a:cubicBezTo>
                    <a:pt x="3" y="3"/>
                    <a:pt x="0" y="4"/>
                    <a:pt x="0" y="6"/>
                  </a:cubicBezTo>
                  <a:cubicBezTo>
                    <a:pt x="0" y="8"/>
                    <a:pt x="1" y="9"/>
                    <a:pt x="2" y="9"/>
                  </a:cubicBezTo>
                  <a:cubicBezTo>
                    <a:pt x="3" y="10"/>
                    <a:pt x="3" y="11"/>
                    <a:pt x="3" y="12"/>
                  </a:cubicBezTo>
                  <a:cubicBezTo>
                    <a:pt x="3" y="14"/>
                    <a:pt x="2" y="18"/>
                    <a:pt x="1" y="25"/>
                  </a:cubicBezTo>
                  <a:cubicBezTo>
                    <a:pt x="0" y="35"/>
                    <a:pt x="0" y="40"/>
                    <a:pt x="0" y="41"/>
                  </a:cubicBezTo>
                  <a:cubicBezTo>
                    <a:pt x="0" y="44"/>
                    <a:pt x="1" y="46"/>
                    <a:pt x="3" y="46"/>
                  </a:cubicBezTo>
                  <a:cubicBezTo>
                    <a:pt x="4" y="46"/>
                    <a:pt x="5" y="45"/>
                    <a:pt x="6" y="44"/>
                  </a:cubicBezTo>
                  <a:cubicBezTo>
                    <a:pt x="7" y="44"/>
                    <a:pt x="7" y="43"/>
                    <a:pt x="7" y="42"/>
                  </a:cubicBezTo>
                  <a:cubicBezTo>
                    <a:pt x="7" y="39"/>
                    <a:pt x="7" y="35"/>
                    <a:pt x="8" y="30"/>
                  </a:cubicBezTo>
                  <a:cubicBezTo>
                    <a:pt x="8" y="30"/>
                    <a:pt x="9" y="30"/>
                    <a:pt x="12" y="29"/>
                  </a:cubicBezTo>
                  <a:cubicBezTo>
                    <a:pt x="19" y="28"/>
                    <a:pt x="25" y="25"/>
                    <a:pt x="30" y="22"/>
                  </a:cubicBezTo>
                  <a:cubicBezTo>
                    <a:pt x="35" y="19"/>
                    <a:pt x="37" y="15"/>
                    <a:pt x="37" y="10"/>
                  </a:cubicBezTo>
                  <a:close/>
                  <a:moveTo>
                    <a:pt x="24" y="18"/>
                  </a:moveTo>
                  <a:cubicBezTo>
                    <a:pt x="19" y="21"/>
                    <a:pt x="14" y="23"/>
                    <a:pt x="9" y="24"/>
                  </a:cubicBezTo>
                  <a:cubicBezTo>
                    <a:pt x="10" y="8"/>
                    <a:pt x="10" y="8"/>
                    <a:pt x="10" y="8"/>
                  </a:cubicBezTo>
                  <a:cubicBezTo>
                    <a:pt x="15" y="6"/>
                    <a:pt x="19" y="6"/>
                    <a:pt x="22" y="6"/>
                  </a:cubicBezTo>
                  <a:cubicBezTo>
                    <a:pt x="28" y="6"/>
                    <a:pt x="30" y="7"/>
                    <a:pt x="30" y="11"/>
                  </a:cubicBezTo>
                  <a:cubicBezTo>
                    <a:pt x="30" y="13"/>
                    <a:pt x="28" y="16"/>
                    <a:pt x="24"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119"/>
            <p:cNvSpPr>
              <a:spLocks noEditPoints="1"/>
            </p:cNvSpPr>
            <p:nvPr/>
          </p:nvSpPr>
          <p:spPr bwMode="auto">
            <a:xfrm>
              <a:off x="915987" y="2601913"/>
              <a:ext cx="50800" cy="53975"/>
            </a:xfrm>
            <a:custGeom>
              <a:avLst/>
              <a:gdLst>
                <a:gd name="T0" fmla="*/ 22 w 32"/>
                <a:gd name="T1" fmla="*/ 23 h 34"/>
                <a:gd name="T2" fmla="*/ 27 w 32"/>
                <a:gd name="T3" fmla="*/ 34 h 34"/>
                <a:gd name="T4" fmla="*/ 30 w 32"/>
                <a:gd name="T5" fmla="*/ 33 h 34"/>
                <a:gd name="T6" fmla="*/ 32 w 32"/>
                <a:gd name="T7" fmla="*/ 31 h 34"/>
                <a:gd name="T8" fmla="*/ 31 w 32"/>
                <a:gd name="T9" fmla="*/ 29 h 34"/>
                <a:gd name="T10" fmla="*/ 29 w 32"/>
                <a:gd name="T11" fmla="*/ 28 h 34"/>
                <a:gd name="T12" fmla="*/ 28 w 32"/>
                <a:gd name="T13" fmla="*/ 26 h 34"/>
                <a:gd name="T14" fmla="*/ 28 w 32"/>
                <a:gd name="T15" fmla="*/ 21 h 34"/>
                <a:gd name="T16" fmla="*/ 29 w 32"/>
                <a:gd name="T17" fmla="*/ 11 h 34"/>
                <a:gd name="T18" fmla="*/ 30 w 32"/>
                <a:gd name="T19" fmla="*/ 6 h 34"/>
                <a:gd name="T20" fmla="*/ 26 w 32"/>
                <a:gd name="T21" fmla="*/ 3 h 34"/>
                <a:gd name="T22" fmla="*/ 21 w 32"/>
                <a:gd name="T23" fmla="*/ 0 h 34"/>
                <a:gd name="T24" fmla="*/ 7 w 32"/>
                <a:gd name="T25" fmla="*/ 9 h 34"/>
                <a:gd name="T26" fmla="*/ 0 w 32"/>
                <a:gd name="T27" fmla="*/ 26 h 34"/>
                <a:gd name="T28" fmla="*/ 2 w 32"/>
                <a:gd name="T29" fmla="*/ 31 h 34"/>
                <a:gd name="T30" fmla="*/ 7 w 32"/>
                <a:gd name="T31" fmla="*/ 33 h 34"/>
                <a:gd name="T32" fmla="*/ 22 w 32"/>
                <a:gd name="T33" fmla="*/ 23 h 34"/>
                <a:gd name="T34" fmla="*/ 12 w 32"/>
                <a:gd name="T35" fmla="*/ 13 h 34"/>
                <a:gd name="T36" fmla="*/ 20 w 32"/>
                <a:gd name="T37" fmla="*/ 6 h 34"/>
                <a:gd name="T38" fmla="*/ 22 w 32"/>
                <a:gd name="T39" fmla="*/ 7 h 34"/>
                <a:gd name="T40" fmla="*/ 22 w 32"/>
                <a:gd name="T41" fmla="*/ 9 h 34"/>
                <a:gd name="T42" fmla="*/ 17 w 32"/>
                <a:gd name="T43" fmla="*/ 21 h 34"/>
                <a:gd name="T44" fmla="*/ 8 w 32"/>
                <a:gd name="T45" fmla="*/ 27 h 34"/>
                <a:gd name="T46" fmla="*/ 7 w 32"/>
                <a:gd name="T47" fmla="*/ 24 h 34"/>
                <a:gd name="T48" fmla="*/ 12 w 32"/>
                <a:gd name="T49" fmla="*/ 1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 h="34">
                  <a:moveTo>
                    <a:pt x="22" y="23"/>
                  </a:moveTo>
                  <a:cubicBezTo>
                    <a:pt x="22" y="30"/>
                    <a:pt x="23" y="34"/>
                    <a:pt x="27" y="34"/>
                  </a:cubicBezTo>
                  <a:cubicBezTo>
                    <a:pt x="28" y="34"/>
                    <a:pt x="29" y="34"/>
                    <a:pt x="30" y="33"/>
                  </a:cubicBezTo>
                  <a:cubicBezTo>
                    <a:pt x="31" y="33"/>
                    <a:pt x="32" y="32"/>
                    <a:pt x="32" y="31"/>
                  </a:cubicBezTo>
                  <a:cubicBezTo>
                    <a:pt x="32" y="30"/>
                    <a:pt x="31" y="29"/>
                    <a:pt x="31" y="29"/>
                  </a:cubicBezTo>
                  <a:cubicBezTo>
                    <a:pt x="30" y="29"/>
                    <a:pt x="29" y="28"/>
                    <a:pt x="29" y="28"/>
                  </a:cubicBezTo>
                  <a:cubicBezTo>
                    <a:pt x="29" y="28"/>
                    <a:pt x="29" y="27"/>
                    <a:pt x="28" y="26"/>
                  </a:cubicBezTo>
                  <a:cubicBezTo>
                    <a:pt x="28" y="25"/>
                    <a:pt x="28" y="23"/>
                    <a:pt x="28" y="21"/>
                  </a:cubicBezTo>
                  <a:cubicBezTo>
                    <a:pt x="28" y="18"/>
                    <a:pt x="28" y="15"/>
                    <a:pt x="29" y="11"/>
                  </a:cubicBezTo>
                  <a:cubicBezTo>
                    <a:pt x="29" y="8"/>
                    <a:pt x="30" y="7"/>
                    <a:pt x="30" y="6"/>
                  </a:cubicBezTo>
                  <a:cubicBezTo>
                    <a:pt x="30" y="4"/>
                    <a:pt x="29" y="3"/>
                    <a:pt x="26" y="3"/>
                  </a:cubicBezTo>
                  <a:cubicBezTo>
                    <a:pt x="25" y="1"/>
                    <a:pt x="24" y="0"/>
                    <a:pt x="21" y="0"/>
                  </a:cubicBezTo>
                  <a:cubicBezTo>
                    <a:pt x="17" y="0"/>
                    <a:pt x="12" y="3"/>
                    <a:pt x="7" y="9"/>
                  </a:cubicBezTo>
                  <a:cubicBezTo>
                    <a:pt x="2" y="15"/>
                    <a:pt x="0" y="20"/>
                    <a:pt x="0" y="26"/>
                  </a:cubicBezTo>
                  <a:cubicBezTo>
                    <a:pt x="0" y="28"/>
                    <a:pt x="1" y="30"/>
                    <a:pt x="2" y="31"/>
                  </a:cubicBezTo>
                  <a:cubicBezTo>
                    <a:pt x="3" y="33"/>
                    <a:pt x="5" y="33"/>
                    <a:pt x="7" y="33"/>
                  </a:cubicBezTo>
                  <a:cubicBezTo>
                    <a:pt x="12" y="33"/>
                    <a:pt x="17" y="30"/>
                    <a:pt x="22" y="23"/>
                  </a:cubicBezTo>
                  <a:close/>
                  <a:moveTo>
                    <a:pt x="12" y="13"/>
                  </a:moveTo>
                  <a:cubicBezTo>
                    <a:pt x="15" y="8"/>
                    <a:pt x="18" y="6"/>
                    <a:pt x="20" y="6"/>
                  </a:cubicBezTo>
                  <a:cubicBezTo>
                    <a:pt x="21" y="6"/>
                    <a:pt x="21" y="7"/>
                    <a:pt x="22" y="7"/>
                  </a:cubicBezTo>
                  <a:cubicBezTo>
                    <a:pt x="22" y="8"/>
                    <a:pt x="22" y="8"/>
                    <a:pt x="22" y="9"/>
                  </a:cubicBezTo>
                  <a:cubicBezTo>
                    <a:pt x="22" y="13"/>
                    <a:pt x="21" y="16"/>
                    <a:pt x="17" y="21"/>
                  </a:cubicBezTo>
                  <a:cubicBezTo>
                    <a:pt x="14" y="25"/>
                    <a:pt x="11" y="27"/>
                    <a:pt x="8" y="27"/>
                  </a:cubicBezTo>
                  <a:cubicBezTo>
                    <a:pt x="8" y="27"/>
                    <a:pt x="7" y="26"/>
                    <a:pt x="7" y="24"/>
                  </a:cubicBezTo>
                  <a:cubicBezTo>
                    <a:pt x="7" y="21"/>
                    <a:pt x="9" y="17"/>
                    <a:pt x="12"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20"/>
            <p:cNvSpPr>
              <a:spLocks/>
            </p:cNvSpPr>
            <p:nvPr/>
          </p:nvSpPr>
          <p:spPr bwMode="auto">
            <a:xfrm>
              <a:off x="974725" y="2605088"/>
              <a:ext cx="17462" cy="52388"/>
            </a:xfrm>
            <a:custGeom>
              <a:avLst/>
              <a:gdLst>
                <a:gd name="T0" fmla="*/ 1 w 11"/>
                <a:gd name="T1" fmla="*/ 14 h 33"/>
                <a:gd name="T2" fmla="*/ 0 w 11"/>
                <a:gd name="T3" fmla="*/ 27 h 33"/>
                <a:gd name="T4" fmla="*/ 4 w 11"/>
                <a:gd name="T5" fmla="*/ 33 h 33"/>
                <a:gd name="T6" fmla="*/ 7 w 11"/>
                <a:gd name="T7" fmla="*/ 31 h 33"/>
                <a:gd name="T8" fmla="*/ 8 w 11"/>
                <a:gd name="T9" fmla="*/ 29 h 33"/>
                <a:gd name="T10" fmla="*/ 8 w 11"/>
                <a:gd name="T11" fmla="*/ 29 h 33"/>
                <a:gd name="T12" fmla="*/ 8 w 11"/>
                <a:gd name="T13" fmla="*/ 24 h 33"/>
                <a:gd name="T14" fmla="*/ 8 w 11"/>
                <a:gd name="T15" fmla="*/ 18 h 33"/>
                <a:gd name="T16" fmla="*/ 10 w 11"/>
                <a:gd name="T17" fmla="*/ 8 h 33"/>
                <a:gd name="T18" fmla="*/ 10 w 11"/>
                <a:gd name="T19" fmla="*/ 8 h 33"/>
                <a:gd name="T20" fmla="*/ 11 w 11"/>
                <a:gd name="T21" fmla="*/ 3 h 33"/>
                <a:gd name="T22" fmla="*/ 10 w 11"/>
                <a:gd name="T23" fmla="*/ 1 h 33"/>
                <a:gd name="T24" fmla="*/ 7 w 11"/>
                <a:gd name="T25" fmla="*/ 0 h 33"/>
                <a:gd name="T26" fmla="*/ 4 w 11"/>
                <a:gd name="T27" fmla="*/ 1 h 33"/>
                <a:gd name="T28" fmla="*/ 3 w 11"/>
                <a:gd name="T29" fmla="*/ 5 h 33"/>
                <a:gd name="T30" fmla="*/ 1 w 11"/>
                <a:gd name="T31" fmla="*/ 11 h 33"/>
                <a:gd name="T32" fmla="*/ 1 w 11"/>
                <a:gd name="T33" fmla="*/ 11 h 33"/>
                <a:gd name="T34" fmla="*/ 1 w 11"/>
                <a:gd name="T35" fmla="*/ 14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33">
                  <a:moveTo>
                    <a:pt x="1" y="14"/>
                  </a:moveTo>
                  <a:cubicBezTo>
                    <a:pt x="0" y="19"/>
                    <a:pt x="0" y="23"/>
                    <a:pt x="0" y="27"/>
                  </a:cubicBezTo>
                  <a:cubicBezTo>
                    <a:pt x="0" y="31"/>
                    <a:pt x="2" y="33"/>
                    <a:pt x="4" y="33"/>
                  </a:cubicBezTo>
                  <a:cubicBezTo>
                    <a:pt x="5" y="33"/>
                    <a:pt x="6" y="32"/>
                    <a:pt x="7" y="31"/>
                  </a:cubicBezTo>
                  <a:cubicBezTo>
                    <a:pt x="8" y="31"/>
                    <a:pt x="8" y="30"/>
                    <a:pt x="8" y="29"/>
                  </a:cubicBezTo>
                  <a:cubicBezTo>
                    <a:pt x="8" y="29"/>
                    <a:pt x="8" y="29"/>
                    <a:pt x="8" y="29"/>
                  </a:cubicBezTo>
                  <a:cubicBezTo>
                    <a:pt x="8" y="27"/>
                    <a:pt x="8" y="25"/>
                    <a:pt x="8" y="24"/>
                  </a:cubicBezTo>
                  <a:cubicBezTo>
                    <a:pt x="8" y="22"/>
                    <a:pt x="8" y="20"/>
                    <a:pt x="8" y="18"/>
                  </a:cubicBezTo>
                  <a:cubicBezTo>
                    <a:pt x="8" y="15"/>
                    <a:pt x="9" y="12"/>
                    <a:pt x="10" y="8"/>
                  </a:cubicBezTo>
                  <a:cubicBezTo>
                    <a:pt x="10" y="8"/>
                    <a:pt x="10" y="8"/>
                    <a:pt x="10" y="8"/>
                  </a:cubicBezTo>
                  <a:cubicBezTo>
                    <a:pt x="11" y="5"/>
                    <a:pt x="11" y="3"/>
                    <a:pt x="11" y="3"/>
                  </a:cubicBezTo>
                  <a:cubicBezTo>
                    <a:pt x="11" y="2"/>
                    <a:pt x="11" y="1"/>
                    <a:pt x="10" y="1"/>
                  </a:cubicBezTo>
                  <a:cubicBezTo>
                    <a:pt x="10" y="0"/>
                    <a:pt x="8" y="0"/>
                    <a:pt x="7" y="0"/>
                  </a:cubicBezTo>
                  <a:cubicBezTo>
                    <a:pt x="6" y="0"/>
                    <a:pt x="5" y="0"/>
                    <a:pt x="4" y="1"/>
                  </a:cubicBezTo>
                  <a:cubicBezTo>
                    <a:pt x="4" y="2"/>
                    <a:pt x="3" y="3"/>
                    <a:pt x="3" y="5"/>
                  </a:cubicBezTo>
                  <a:cubicBezTo>
                    <a:pt x="3" y="5"/>
                    <a:pt x="5" y="7"/>
                    <a:pt x="1" y="11"/>
                  </a:cubicBezTo>
                  <a:cubicBezTo>
                    <a:pt x="1" y="11"/>
                    <a:pt x="1" y="11"/>
                    <a:pt x="1" y="11"/>
                  </a:cubicBezTo>
                  <a:cubicBezTo>
                    <a:pt x="1" y="12"/>
                    <a:pt x="1" y="13"/>
                    <a:pt x="1"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121"/>
            <p:cNvSpPr>
              <a:spLocks/>
            </p:cNvSpPr>
            <p:nvPr/>
          </p:nvSpPr>
          <p:spPr bwMode="auto">
            <a:xfrm>
              <a:off x="985837" y="2574926"/>
              <a:ext cx="17462" cy="17463"/>
            </a:xfrm>
            <a:custGeom>
              <a:avLst/>
              <a:gdLst>
                <a:gd name="T0" fmla="*/ 8 w 10"/>
                <a:gd name="T1" fmla="*/ 8 h 10"/>
                <a:gd name="T2" fmla="*/ 10 w 10"/>
                <a:gd name="T3" fmla="*/ 4 h 10"/>
                <a:gd name="T4" fmla="*/ 9 w 10"/>
                <a:gd name="T5" fmla="*/ 1 h 10"/>
                <a:gd name="T6" fmla="*/ 5 w 10"/>
                <a:gd name="T7" fmla="*/ 0 h 10"/>
                <a:gd name="T8" fmla="*/ 1 w 10"/>
                <a:gd name="T9" fmla="*/ 2 h 10"/>
                <a:gd name="T10" fmla="*/ 0 w 10"/>
                <a:gd name="T11" fmla="*/ 5 h 10"/>
                <a:gd name="T12" fmla="*/ 1 w 10"/>
                <a:gd name="T13" fmla="*/ 8 h 10"/>
                <a:gd name="T14" fmla="*/ 5 w 10"/>
                <a:gd name="T15" fmla="*/ 10 h 10"/>
                <a:gd name="T16" fmla="*/ 8 w 10"/>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0">
                  <a:moveTo>
                    <a:pt x="8" y="8"/>
                  </a:moveTo>
                  <a:cubicBezTo>
                    <a:pt x="9" y="7"/>
                    <a:pt x="10" y="6"/>
                    <a:pt x="10" y="4"/>
                  </a:cubicBezTo>
                  <a:cubicBezTo>
                    <a:pt x="10" y="3"/>
                    <a:pt x="10" y="2"/>
                    <a:pt x="9" y="1"/>
                  </a:cubicBezTo>
                  <a:cubicBezTo>
                    <a:pt x="8" y="1"/>
                    <a:pt x="7" y="0"/>
                    <a:pt x="5" y="0"/>
                  </a:cubicBezTo>
                  <a:cubicBezTo>
                    <a:pt x="4" y="0"/>
                    <a:pt x="2" y="1"/>
                    <a:pt x="1" y="2"/>
                  </a:cubicBezTo>
                  <a:cubicBezTo>
                    <a:pt x="1" y="3"/>
                    <a:pt x="0" y="4"/>
                    <a:pt x="0" y="5"/>
                  </a:cubicBezTo>
                  <a:cubicBezTo>
                    <a:pt x="0" y="6"/>
                    <a:pt x="1" y="7"/>
                    <a:pt x="1" y="8"/>
                  </a:cubicBezTo>
                  <a:cubicBezTo>
                    <a:pt x="2" y="9"/>
                    <a:pt x="3" y="10"/>
                    <a:pt x="5" y="10"/>
                  </a:cubicBezTo>
                  <a:cubicBezTo>
                    <a:pt x="6" y="10"/>
                    <a:pt x="7" y="9"/>
                    <a:pt x="8"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122"/>
            <p:cNvSpPr>
              <a:spLocks/>
            </p:cNvSpPr>
            <p:nvPr/>
          </p:nvSpPr>
          <p:spPr bwMode="auto">
            <a:xfrm>
              <a:off x="1003300" y="2605088"/>
              <a:ext cx="60325" cy="49213"/>
            </a:xfrm>
            <a:custGeom>
              <a:avLst/>
              <a:gdLst>
                <a:gd name="T0" fmla="*/ 9 w 38"/>
                <a:gd name="T1" fmla="*/ 1 h 31"/>
                <a:gd name="T2" fmla="*/ 6 w 38"/>
                <a:gd name="T3" fmla="*/ 0 h 31"/>
                <a:gd name="T4" fmla="*/ 3 w 38"/>
                <a:gd name="T5" fmla="*/ 2 h 31"/>
                <a:gd name="T6" fmla="*/ 2 w 38"/>
                <a:gd name="T7" fmla="*/ 5 h 31"/>
                <a:gd name="T8" fmla="*/ 1 w 38"/>
                <a:gd name="T9" fmla="*/ 21 h 31"/>
                <a:gd name="T10" fmla="*/ 0 w 38"/>
                <a:gd name="T11" fmla="*/ 27 h 31"/>
                <a:gd name="T12" fmla="*/ 5 w 38"/>
                <a:gd name="T13" fmla="*/ 31 h 31"/>
                <a:gd name="T14" fmla="*/ 6 w 38"/>
                <a:gd name="T15" fmla="*/ 31 h 31"/>
                <a:gd name="T16" fmla="*/ 7 w 38"/>
                <a:gd name="T17" fmla="*/ 29 h 31"/>
                <a:gd name="T18" fmla="*/ 14 w 38"/>
                <a:gd name="T19" fmla="*/ 17 h 31"/>
                <a:gd name="T20" fmla="*/ 21 w 38"/>
                <a:gd name="T21" fmla="*/ 9 h 31"/>
                <a:gd name="T22" fmla="*/ 24 w 38"/>
                <a:gd name="T23" fmla="*/ 17 h 31"/>
                <a:gd name="T24" fmla="*/ 26 w 38"/>
                <a:gd name="T25" fmla="*/ 27 h 31"/>
                <a:gd name="T26" fmla="*/ 26 w 38"/>
                <a:gd name="T27" fmla="*/ 27 h 31"/>
                <a:gd name="T28" fmla="*/ 31 w 38"/>
                <a:gd name="T29" fmla="*/ 30 h 31"/>
                <a:gd name="T30" fmla="*/ 36 w 38"/>
                <a:gd name="T31" fmla="*/ 28 h 31"/>
                <a:gd name="T32" fmla="*/ 38 w 38"/>
                <a:gd name="T33" fmla="*/ 25 h 31"/>
                <a:gd name="T34" fmla="*/ 37 w 38"/>
                <a:gd name="T35" fmla="*/ 23 h 31"/>
                <a:gd name="T36" fmla="*/ 35 w 38"/>
                <a:gd name="T37" fmla="*/ 23 h 31"/>
                <a:gd name="T38" fmla="*/ 33 w 38"/>
                <a:gd name="T39" fmla="*/ 24 h 31"/>
                <a:gd name="T40" fmla="*/ 31 w 38"/>
                <a:gd name="T41" fmla="*/ 12 h 31"/>
                <a:gd name="T42" fmla="*/ 22 w 38"/>
                <a:gd name="T43" fmla="*/ 1 h 31"/>
                <a:gd name="T44" fmla="*/ 8 w 38"/>
                <a:gd name="T45" fmla="*/ 17 h 31"/>
                <a:gd name="T46" fmla="*/ 10 w 38"/>
                <a:gd name="T47" fmla="*/ 6 h 31"/>
                <a:gd name="T48" fmla="*/ 9 w 38"/>
                <a:gd name="T49" fmla="*/ 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 h="31">
                  <a:moveTo>
                    <a:pt x="9" y="1"/>
                  </a:moveTo>
                  <a:cubicBezTo>
                    <a:pt x="8" y="0"/>
                    <a:pt x="7" y="0"/>
                    <a:pt x="6" y="0"/>
                  </a:cubicBezTo>
                  <a:cubicBezTo>
                    <a:pt x="5" y="0"/>
                    <a:pt x="4" y="1"/>
                    <a:pt x="3" y="2"/>
                  </a:cubicBezTo>
                  <a:cubicBezTo>
                    <a:pt x="3" y="3"/>
                    <a:pt x="2" y="4"/>
                    <a:pt x="2" y="5"/>
                  </a:cubicBezTo>
                  <a:cubicBezTo>
                    <a:pt x="2" y="11"/>
                    <a:pt x="2" y="16"/>
                    <a:pt x="1" y="21"/>
                  </a:cubicBezTo>
                  <a:cubicBezTo>
                    <a:pt x="0" y="24"/>
                    <a:pt x="0" y="26"/>
                    <a:pt x="0" y="27"/>
                  </a:cubicBezTo>
                  <a:cubicBezTo>
                    <a:pt x="0" y="30"/>
                    <a:pt x="2" y="31"/>
                    <a:pt x="5" y="31"/>
                  </a:cubicBezTo>
                  <a:cubicBezTo>
                    <a:pt x="5" y="31"/>
                    <a:pt x="6" y="31"/>
                    <a:pt x="6" y="31"/>
                  </a:cubicBezTo>
                  <a:cubicBezTo>
                    <a:pt x="7" y="30"/>
                    <a:pt x="7" y="29"/>
                    <a:pt x="7" y="29"/>
                  </a:cubicBezTo>
                  <a:cubicBezTo>
                    <a:pt x="8" y="26"/>
                    <a:pt x="10" y="22"/>
                    <a:pt x="14" y="17"/>
                  </a:cubicBezTo>
                  <a:cubicBezTo>
                    <a:pt x="17" y="11"/>
                    <a:pt x="20" y="9"/>
                    <a:pt x="21" y="9"/>
                  </a:cubicBezTo>
                  <a:cubicBezTo>
                    <a:pt x="23" y="9"/>
                    <a:pt x="24" y="12"/>
                    <a:pt x="24" y="17"/>
                  </a:cubicBezTo>
                  <a:cubicBezTo>
                    <a:pt x="25" y="22"/>
                    <a:pt x="25" y="23"/>
                    <a:pt x="26" y="27"/>
                  </a:cubicBezTo>
                  <a:cubicBezTo>
                    <a:pt x="26" y="27"/>
                    <a:pt x="26" y="27"/>
                    <a:pt x="26" y="27"/>
                  </a:cubicBezTo>
                  <a:cubicBezTo>
                    <a:pt x="27" y="27"/>
                    <a:pt x="29" y="30"/>
                    <a:pt x="31" y="30"/>
                  </a:cubicBezTo>
                  <a:cubicBezTo>
                    <a:pt x="33" y="30"/>
                    <a:pt x="35" y="29"/>
                    <a:pt x="36" y="28"/>
                  </a:cubicBezTo>
                  <a:cubicBezTo>
                    <a:pt x="37" y="27"/>
                    <a:pt x="38" y="26"/>
                    <a:pt x="38" y="25"/>
                  </a:cubicBezTo>
                  <a:cubicBezTo>
                    <a:pt x="38" y="24"/>
                    <a:pt x="38" y="23"/>
                    <a:pt x="37" y="23"/>
                  </a:cubicBezTo>
                  <a:cubicBezTo>
                    <a:pt x="36" y="23"/>
                    <a:pt x="36" y="23"/>
                    <a:pt x="35" y="23"/>
                  </a:cubicBezTo>
                  <a:cubicBezTo>
                    <a:pt x="34" y="24"/>
                    <a:pt x="34" y="24"/>
                    <a:pt x="33" y="24"/>
                  </a:cubicBezTo>
                  <a:cubicBezTo>
                    <a:pt x="32" y="24"/>
                    <a:pt x="31" y="20"/>
                    <a:pt x="31" y="12"/>
                  </a:cubicBezTo>
                  <a:cubicBezTo>
                    <a:pt x="30" y="5"/>
                    <a:pt x="27" y="1"/>
                    <a:pt x="22" y="1"/>
                  </a:cubicBezTo>
                  <a:cubicBezTo>
                    <a:pt x="17" y="1"/>
                    <a:pt x="12" y="7"/>
                    <a:pt x="8" y="17"/>
                  </a:cubicBezTo>
                  <a:cubicBezTo>
                    <a:pt x="9" y="11"/>
                    <a:pt x="10" y="8"/>
                    <a:pt x="10" y="6"/>
                  </a:cubicBezTo>
                  <a:cubicBezTo>
                    <a:pt x="10" y="3"/>
                    <a:pt x="9" y="2"/>
                    <a:pt x="9"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26" name="组合 125"/>
          <p:cNvGrpSpPr/>
          <p:nvPr/>
        </p:nvGrpSpPr>
        <p:grpSpPr>
          <a:xfrm>
            <a:off x="1446212" y="874713"/>
            <a:ext cx="811212" cy="1857376"/>
            <a:chOff x="1446212" y="874713"/>
            <a:chExt cx="811212" cy="1857376"/>
          </a:xfrm>
          <a:solidFill>
            <a:schemeClr val="tx1">
              <a:lumMod val="65000"/>
              <a:lumOff val="35000"/>
            </a:schemeClr>
          </a:solidFill>
        </p:grpSpPr>
        <p:sp>
          <p:nvSpPr>
            <p:cNvPr id="127" name="Freeform 123"/>
            <p:cNvSpPr>
              <a:spLocks/>
            </p:cNvSpPr>
            <p:nvPr/>
          </p:nvSpPr>
          <p:spPr bwMode="auto">
            <a:xfrm>
              <a:off x="1765300" y="984251"/>
              <a:ext cx="295275" cy="209550"/>
            </a:xfrm>
            <a:custGeom>
              <a:avLst/>
              <a:gdLst>
                <a:gd name="T0" fmla="*/ 82 w 183"/>
                <a:gd name="T1" fmla="*/ 124 h 130"/>
                <a:gd name="T2" fmla="*/ 113 w 183"/>
                <a:gd name="T3" fmla="*/ 119 h 130"/>
                <a:gd name="T4" fmla="*/ 181 w 183"/>
                <a:gd name="T5" fmla="*/ 109 h 130"/>
                <a:gd name="T6" fmla="*/ 182 w 183"/>
                <a:gd name="T7" fmla="*/ 88 h 130"/>
                <a:gd name="T8" fmla="*/ 87 w 183"/>
                <a:gd name="T9" fmla="*/ 3 h 130"/>
                <a:gd name="T10" fmla="*/ 3 w 183"/>
                <a:gd name="T11" fmla="*/ 98 h 130"/>
                <a:gd name="T12" fmla="*/ 10 w 183"/>
                <a:gd name="T13" fmla="*/ 130 h 130"/>
                <a:gd name="T14" fmla="*/ 52 w 183"/>
                <a:gd name="T15" fmla="*/ 127 h 130"/>
                <a:gd name="T16" fmla="*/ 82 w 183"/>
                <a:gd name="T17" fmla="*/ 124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3" h="130">
                  <a:moveTo>
                    <a:pt x="82" y="124"/>
                  </a:moveTo>
                  <a:cubicBezTo>
                    <a:pt x="89" y="123"/>
                    <a:pt x="100" y="122"/>
                    <a:pt x="113" y="119"/>
                  </a:cubicBezTo>
                  <a:cubicBezTo>
                    <a:pt x="137" y="115"/>
                    <a:pt x="160" y="112"/>
                    <a:pt x="181" y="109"/>
                  </a:cubicBezTo>
                  <a:cubicBezTo>
                    <a:pt x="182" y="102"/>
                    <a:pt x="183" y="95"/>
                    <a:pt x="182" y="88"/>
                  </a:cubicBezTo>
                  <a:cubicBezTo>
                    <a:pt x="179" y="38"/>
                    <a:pt x="137" y="0"/>
                    <a:pt x="87" y="3"/>
                  </a:cubicBezTo>
                  <a:cubicBezTo>
                    <a:pt x="37" y="6"/>
                    <a:pt x="0" y="48"/>
                    <a:pt x="3" y="98"/>
                  </a:cubicBezTo>
                  <a:cubicBezTo>
                    <a:pt x="3" y="109"/>
                    <a:pt x="6" y="120"/>
                    <a:pt x="10" y="130"/>
                  </a:cubicBezTo>
                  <a:cubicBezTo>
                    <a:pt x="25" y="129"/>
                    <a:pt x="39" y="128"/>
                    <a:pt x="52" y="127"/>
                  </a:cubicBezTo>
                  <a:cubicBezTo>
                    <a:pt x="65" y="126"/>
                    <a:pt x="76" y="125"/>
                    <a:pt x="82" y="1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124"/>
            <p:cNvSpPr>
              <a:spLocks/>
            </p:cNvSpPr>
            <p:nvPr/>
          </p:nvSpPr>
          <p:spPr bwMode="auto">
            <a:xfrm>
              <a:off x="1554162" y="1152526"/>
              <a:ext cx="698500" cy="1258888"/>
            </a:xfrm>
            <a:custGeom>
              <a:avLst/>
              <a:gdLst>
                <a:gd name="T0" fmla="*/ 292 w 433"/>
                <a:gd name="T1" fmla="*/ 184 h 779"/>
                <a:gd name="T2" fmla="*/ 272 w 433"/>
                <a:gd name="T3" fmla="*/ 189 h 779"/>
                <a:gd name="T4" fmla="*/ 236 w 433"/>
                <a:gd name="T5" fmla="*/ 169 h 779"/>
                <a:gd name="T6" fmla="*/ 232 w 433"/>
                <a:gd name="T7" fmla="*/ 137 h 779"/>
                <a:gd name="T8" fmla="*/ 251 w 433"/>
                <a:gd name="T9" fmla="*/ 112 h 779"/>
                <a:gd name="T10" fmla="*/ 304 w 433"/>
                <a:gd name="T11" fmla="*/ 80 h 779"/>
                <a:gd name="T12" fmla="*/ 325 w 433"/>
                <a:gd name="T13" fmla="*/ 78 h 779"/>
                <a:gd name="T14" fmla="*/ 256 w 433"/>
                <a:gd name="T15" fmla="*/ 120 h 779"/>
                <a:gd name="T16" fmla="*/ 244 w 433"/>
                <a:gd name="T17" fmla="*/ 164 h 779"/>
                <a:gd name="T18" fmla="*/ 288 w 433"/>
                <a:gd name="T19" fmla="*/ 176 h 779"/>
                <a:gd name="T20" fmla="*/ 421 w 433"/>
                <a:gd name="T21" fmla="*/ 43 h 779"/>
                <a:gd name="T22" fmla="*/ 246 w 433"/>
                <a:gd name="T23" fmla="*/ 25 h 779"/>
                <a:gd name="T24" fmla="*/ 214 w 433"/>
                <a:gd name="T25" fmla="*/ 29 h 779"/>
                <a:gd name="T26" fmla="*/ 183 w 433"/>
                <a:gd name="T27" fmla="*/ 32 h 779"/>
                <a:gd name="T28" fmla="*/ 85 w 433"/>
                <a:gd name="T29" fmla="*/ 42 h 779"/>
                <a:gd name="T30" fmla="*/ 3 w 433"/>
                <a:gd name="T31" fmla="*/ 94 h 779"/>
                <a:gd name="T32" fmla="*/ 50 w 433"/>
                <a:gd name="T33" fmla="*/ 152 h 779"/>
                <a:gd name="T34" fmla="*/ 164 w 433"/>
                <a:gd name="T35" fmla="*/ 192 h 779"/>
                <a:gd name="T36" fmla="*/ 173 w 433"/>
                <a:gd name="T37" fmla="*/ 193 h 779"/>
                <a:gd name="T38" fmla="*/ 204 w 433"/>
                <a:gd name="T39" fmla="*/ 170 h 779"/>
                <a:gd name="T40" fmla="*/ 182 w 433"/>
                <a:gd name="T41" fmla="*/ 130 h 779"/>
                <a:gd name="T42" fmla="*/ 101 w 433"/>
                <a:gd name="T43" fmla="*/ 104 h 779"/>
                <a:gd name="T44" fmla="*/ 119 w 433"/>
                <a:gd name="T45" fmla="*/ 102 h 779"/>
                <a:gd name="T46" fmla="*/ 184 w 433"/>
                <a:gd name="T47" fmla="*/ 121 h 779"/>
                <a:gd name="T48" fmla="*/ 212 w 433"/>
                <a:gd name="T49" fmla="*/ 172 h 779"/>
                <a:gd name="T50" fmla="*/ 173 w 433"/>
                <a:gd name="T51" fmla="*/ 202 h 779"/>
                <a:gd name="T52" fmla="*/ 162 w 433"/>
                <a:gd name="T53" fmla="*/ 201 h 779"/>
                <a:gd name="T54" fmla="*/ 104 w 433"/>
                <a:gd name="T55" fmla="*/ 183 h 779"/>
                <a:gd name="T56" fmla="*/ 110 w 433"/>
                <a:gd name="T57" fmla="*/ 734 h 779"/>
                <a:gd name="T58" fmla="*/ 159 w 433"/>
                <a:gd name="T59" fmla="*/ 779 h 779"/>
                <a:gd name="T60" fmla="*/ 165 w 433"/>
                <a:gd name="T61" fmla="*/ 778 h 779"/>
                <a:gd name="T62" fmla="*/ 209 w 433"/>
                <a:gd name="T63" fmla="*/ 724 h 779"/>
                <a:gd name="T64" fmla="*/ 196 w 433"/>
                <a:gd name="T65" fmla="*/ 378 h 779"/>
                <a:gd name="T66" fmla="*/ 261 w 433"/>
                <a:gd name="T67" fmla="*/ 387 h 779"/>
                <a:gd name="T68" fmla="*/ 270 w 433"/>
                <a:gd name="T69" fmla="*/ 727 h 779"/>
                <a:gd name="T70" fmla="*/ 317 w 433"/>
                <a:gd name="T71" fmla="*/ 779 h 779"/>
                <a:gd name="T72" fmla="*/ 320 w 433"/>
                <a:gd name="T73" fmla="*/ 779 h 779"/>
                <a:gd name="T74" fmla="*/ 369 w 433"/>
                <a:gd name="T75" fmla="*/ 732 h 779"/>
                <a:gd name="T76" fmla="*/ 334 w 433"/>
                <a:gd name="T77" fmla="*/ 159 h 779"/>
                <a:gd name="T78" fmla="*/ 292 w 433"/>
                <a:gd name="T79" fmla="*/ 184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33" h="779">
                  <a:moveTo>
                    <a:pt x="292" y="184"/>
                  </a:moveTo>
                  <a:cubicBezTo>
                    <a:pt x="286" y="187"/>
                    <a:pt x="279" y="189"/>
                    <a:pt x="272" y="189"/>
                  </a:cubicBezTo>
                  <a:cubicBezTo>
                    <a:pt x="257" y="189"/>
                    <a:pt x="243" y="181"/>
                    <a:pt x="236" y="169"/>
                  </a:cubicBezTo>
                  <a:cubicBezTo>
                    <a:pt x="231" y="159"/>
                    <a:pt x="229" y="148"/>
                    <a:pt x="232" y="137"/>
                  </a:cubicBezTo>
                  <a:cubicBezTo>
                    <a:pt x="235" y="127"/>
                    <a:pt x="242" y="118"/>
                    <a:pt x="251" y="112"/>
                  </a:cubicBezTo>
                  <a:cubicBezTo>
                    <a:pt x="260" y="108"/>
                    <a:pt x="287" y="91"/>
                    <a:pt x="304" y="80"/>
                  </a:cubicBezTo>
                  <a:cubicBezTo>
                    <a:pt x="311" y="79"/>
                    <a:pt x="318" y="78"/>
                    <a:pt x="325" y="78"/>
                  </a:cubicBezTo>
                  <a:cubicBezTo>
                    <a:pt x="310" y="88"/>
                    <a:pt x="288" y="102"/>
                    <a:pt x="256" y="120"/>
                  </a:cubicBezTo>
                  <a:cubicBezTo>
                    <a:pt x="241" y="129"/>
                    <a:pt x="235" y="149"/>
                    <a:pt x="244" y="164"/>
                  </a:cubicBezTo>
                  <a:cubicBezTo>
                    <a:pt x="253" y="179"/>
                    <a:pt x="272" y="185"/>
                    <a:pt x="288" y="176"/>
                  </a:cubicBezTo>
                  <a:cubicBezTo>
                    <a:pt x="401" y="111"/>
                    <a:pt x="433" y="79"/>
                    <a:pt x="421" y="43"/>
                  </a:cubicBezTo>
                  <a:cubicBezTo>
                    <a:pt x="406" y="0"/>
                    <a:pt x="344" y="8"/>
                    <a:pt x="246" y="25"/>
                  </a:cubicBezTo>
                  <a:cubicBezTo>
                    <a:pt x="233" y="27"/>
                    <a:pt x="221" y="29"/>
                    <a:pt x="214" y="29"/>
                  </a:cubicBezTo>
                  <a:cubicBezTo>
                    <a:pt x="208" y="30"/>
                    <a:pt x="196" y="31"/>
                    <a:pt x="183" y="32"/>
                  </a:cubicBezTo>
                  <a:cubicBezTo>
                    <a:pt x="155" y="34"/>
                    <a:pt x="117" y="37"/>
                    <a:pt x="85" y="42"/>
                  </a:cubicBezTo>
                  <a:cubicBezTo>
                    <a:pt x="58" y="47"/>
                    <a:pt x="7" y="55"/>
                    <a:pt x="3" y="94"/>
                  </a:cubicBezTo>
                  <a:cubicBezTo>
                    <a:pt x="0" y="127"/>
                    <a:pt x="37" y="145"/>
                    <a:pt x="50" y="152"/>
                  </a:cubicBezTo>
                  <a:cubicBezTo>
                    <a:pt x="75" y="164"/>
                    <a:pt x="112" y="177"/>
                    <a:pt x="164" y="192"/>
                  </a:cubicBezTo>
                  <a:cubicBezTo>
                    <a:pt x="167" y="193"/>
                    <a:pt x="170" y="193"/>
                    <a:pt x="173" y="193"/>
                  </a:cubicBezTo>
                  <a:cubicBezTo>
                    <a:pt x="187" y="193"/>
                    <a:pt x="200" y="184"/>
                    <a:pt x="204" y="170"/>
                  </a:cubicBezTo>
                  <a:cubicBezTo>
                    <a:pt x="208" y="153"/>
                    <a:pt x="199" y="135"/>
                    <a:pt x="182" y="130"/>
                  </a:cubicBezTo>
                  <a:cubicBezTo>
                    <a:pt x="145" y="120"/>
                    <a:pt x="119" y="111"/>
                    <a:pt x="101" y="104"/>
                  </a:cubicBezTo>
                  <a:cubicBezTo>
                    <a:pt x="107" y="103"/>
                    <a:pt x="113" y="103"/>
                    <a:pt x="119" y="102"/>
                  </a:cubicBezTo>
                  <a:cubicBezTo>
                    <a:pt x="139" y="108"/>
                    <a:pt x="172" y="118"/>
                    <a:pt x="184" y="121"/>
                  </a:cubicBezTo>
                  <a:cubicBezTo>
                    <a:pt x="206" y="128"/>
                    <a:pt x="219" y="151"/>
                    <a:pt x="212" y="172"/>
                  </a:cubicBezTo>
                  <a:cubicBezTo>
                    <a:pt x="207" y="190"/>
                    <a:pt x="191" y="202"/>
                    <a:pt x="173" y="202"/>
                  </a:cubicBezTo>
                  <a:cubicBezTo>
                    <a:pt x="169" y="202"/>
                    <a:pt x="165" y="202"/>
                    <a:pt x="162" y="201"/>
                  </a:cubicBezTo>
                  <a:cubicBezTo>
                    <a:pt x="140" y="195"/>
                    <a:pt x="121" y="189"/>
                    <a:pt x="104" y="183"/>
                  </a:cubicBezTo>
                  <a:cubicBezTo>
                    <a:pt x="96" y="298"/>
                    <a:pt x="87" y="516"/>
                    <a:pt x="110" y="734"/>
                  </a:cubicBezTo>
                  <a:cubicBezTo>
                    <a:pt x="112" y="760"/>
                    <a:pt x="134" y="779"/>
                    <a:pt x="159" y="779"/>
                  </a:cubicBezTo>
                  <a:cubicBezTo>
                    <a:pt x="161" y="779"/>
                    <a:pt x="163" y="779"/>
                    <a:pt x="165" y="778"/>
                  </a:cubicBezTo>
                  <a:cubicBezTo>
                    <a:pt x="192" y="776"/>
                    <a:pt x="212" y="751"/>
                    <a:pt x="209" y="724"/>
                  </a:cubicBezTo>
                  <a:cubicBezTo>
                    <a:pt x="197" y="603"/>
                    <a:pt x="194" y="481"/>
                    <a:pt x="196" y="378"/>
                  </a:cubicBezTo>
                  <a:cubicBezTo>
                    <a:pt x="216" y="382"/>
                    <a:pt x="239" y="385"/>
                    <a:pt x="261" y="387"/>
                  </a:cubicBezTo>
                  <a:cubicBezTo>
                    <a:pt x="269" y="488"/>
                    <a:pt x="275" y="607"/>
                    <a:pt x="270" y="727"/>
                  </a:cubicBezTo>
                  <a:cubicBezTo>
                    <a:pt x="268" y="755"/>
                    <a:pt x="290" y="778"/>
                    <a:pt x="317" y="779"/>
                  </a:cubicBezTo>
                  <a:cubicBezTo>
                    <a:pt x="318" y="779"/>
                    <a:pt x="319" y="779"/>
                    <a:pt x="320" y="779"/>
                  </a:cubicBezTo>
                  <a:cubicBezTo>
                    <a:pt x="346" y="779"/>
                    <a:pt x="368" y="758"/>
                    <a:pt x="369" y="732"/>
                  </a:cubicBezTo>
                  <a:cubicBezTo>
                    <a:pt x="380" y="492"/>
                    <a:pt x="351" y="264"/>
                    <a:pt x="334" y="159"/>
                  </a:cubicBezTo>
                  <a:cubicBezTo>
                    <a:pt x="321" y="167"/>
                    <a:pt x="307" y="175"/>
                    <a:pt x="292" y="1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125"/>
            <p:cNvSpPr>
              <a:spLocks/>
            </p:cNvSpPr>
            <p:nvPr/>
          </p:nvSpPr>
          <p:spPr bwMode="auto">
            <a:xfrm>
              <a:off x="2125662" y="922338"/>
              <a:ext cx="131762" cy="96838"/>
            </a:xfrm>
            <a:custGeom>
              <a:avLst/>
              <a:gdLst>
                <a:gd name="T0" fmla="*/ 77 w 82"/>
                <a:gd name="T1" fmla="*/ 31 h 60"/>
                <a:gd name="T2" fmla="*/ 0 w 82"/>
                <a:gd name="T3" fmla="*/ 47 h 60"/>
                <a:gd name="T4" fmla="*/ 77 w 82"/>
                <a:gd name="T5" fmla="*/ 31 h 60"/>
              </a:gdLst>
              <a:ahLst/>
              <a:cxnLst>
                <a:cxn ang="0">
                  <a:pos x="T0" y="T1"/>
                </a:cxn>
                <a:cxn ang="0">
                  <a:pos x="T2" y="T3"/>
                </a:cxn>
                <a:cxn ang="0">
                  <a:pos x="T4" y="T5"/>
                </a:cxn>
              </a:cxnLst>
              <a:rect l="0" t="0" r="r" b="b"/>
              <a:pathLst>
                <a:path w="82" h="60">
                  <a:moveTo>
                    <a:pt x="77" y="31"/>
                  </a:moveTo>
                  <a:cubicBezTo>
                    <a:pt x="72" y="0"/>
                    <a:pt x="14" y="14"/>
                    <a:pt x="0" y="47"/>
                  </a:cubicBezTo>
                  <a:cubicBezTo>
                    <a:pt x="49" y="40"/>
                    <a:pt x="82" y="60"/>
                    <a:pt x="77"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126"/>
            <p:cNvSpPr>
              <a:spLocks/>
            </p:cNvSpPr>
            <p:nvPr/>
          </p:nvSpPr>
          <p:spPr bwMode="auto">
            <a:xfrm>
              <a:off x="2043112" y="874713"/>
              <a:ext cx="101600" cy="107950"/>
            </a:xfrm>
            <a:custGeom>
              <a:avLst/>
              <a:gdLst>
                <a:gd name="T0" fmla="*/ 44 w 63"/>
                <a:gd name="T1" fmla="*/ 14 h 67"/>
                <a:gd name="T2" fmla="*/ 11 w 63"/>
                <a:gd name="T3" fmla="*/ 67 h 67"/>
                <a:gd name="T4" fmla="*/ 44 w 63"/>
                <a:gd name="T5" fmla="*/ 14 h 67"/>
              </a:gdLst>
              <a:ahLst/>
              <a:cxnLst>
                <a:cxn ang="0">
                  <a:pos x="T0" y="T1"/>
                </a:cxn>
                <a:cxn ang="0">
                  <a:pos x="T2" y="T3"/>
                </a:cxn>
                <a:cxn ang="0">
                  <a:pos x="T4" y="T5"/>
                </a:cxn>
              </a:cxnLst>
              <a:rect l="0" t="0" r="r" b="b"/>
              <a:pathLst>
                <a:path w="63" h="67">
                  <a:moveTo>
                    <a:pt x="44" y="14"/>
                  </a:moveTo>
                  <a:cubicBezTo>
                    <a:pt x="23" y="0"/>
                    <a:pt x="0" y="41"/>
                    <a:pt x="11" y="67"/>
                  </a:cubicBezTo>
                  <a:cubicBezTo>
                    <a:pt x="33" y="35"/>
                    <a:pt x="63" y="27"/>
                    <a:pt x="44"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127"/>
            <p:cNvSpPr>
              <a:spLocks/>
            </p:cNvSpPr>
            <p:nvPr/>
          </p:nvSpPr>
          <p:spPr bwMode="auto">
            <a:xfrm>
              <a:off x="2117725" y="1044576"/>
              <a:ext cx="88900" cy="68263"/>
            </a:xfrm>
            <a:custGeom>
              <a:avLst/>
              <a:gdLst>
                <a:gd name="T0" fmla="*/ 0 w 55"/>
                <a:gd name="T1" fmla="*/ 23 h 42"/>
                <a:gd name="T2" fmla="*/ 55 w 55"/>
                <a:gd name="T3" fmla="*/ 22 h 42"/>
                <a:gd name="T4" fmla="*/ 0 w 55"/>
                <a:gd name="T5" fmla="*/ 23 h 42"/>
              </a:gdLst>
              <a:ahLst/>
              <a:cxnLst>
                <a:cxn ang="0">
                  <a:pos x="T0" y="T1"/>
                </a:cxn>
                <a:cxn ang="0">
                  <a:pos x="T2" y="T3"/>
                </a:cxn>
                <a:cxn ang="0">
                  <a:pos x="T4" y="T5"/>
                </a:cxn>
              </a:cxnLst>
              <a:rect l="0" t="0" r="r" b="b"/>
              <a:pathLst>
                <a:path w="55" h="42">
                  <a:moveTo>
                    <a:pt x="0" y="23"/>
                  </a:moveTo>
                  <a:cubicBezTo>
                    <a:pt x="34" y="24"/>
                    <a:pt x="54" y="42"/>
                    <a:pt x="55" y="22"/>
                  </a:cubicBezTo>
                  <a:cubicBezTo>
                    <a:pt x="55" y="0"/>
                    <a:pt x="14" y="3"/>
                    <a:pt x="0"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128"/>
            <p:cNvSpPr>
              <a:spLocks/>
            </p:cNvSpPr>
            <p:nvPr/>
          </p:nvSpPr>
          <p:spPr bwMode="auto">
            <a:xfrm>
              <a:off x="1468437" y="1493838"/>
              <a:ext cx="173037" cy="158750"/>
            </a:xfrm>
            <a:custGeom>
              <a:avLst/>
              <a:gdLst>
                <a:gd name="T0" fmla="*/ 107 w 109"/>
                <a:gd name="T1" fmla="*/ 0 h 100"/>
                <a:gd name="T2" fmla="*/ 28 w 109"/>
                <a:gd name="T3" fmla="*/ 35 h 100"/>
                <a:gd name="T4" fmla="*/ 55 w 109"/>
                <a:gd name="T5" fmla="*/ 55 h 100"/>
                <a:gd name="T6" fmla="*/ 0 w 109"/>
                <a:gd name="T7" fmla="*/ 88 h 100"/>
                <a:gd name="T8" fmla="*/ 9 w 109"/>
                <a:gd name="T9" fmla="*/ 100 h 100"/>
                <a:gd name="T10" fmla="*/ 72 w 109"/>
                <a:gd name="T11" fmla="*/ 55 h 100"/>
                <a:gd name="T12" fmla="*/ 47 w 109"/>
                <a:gd name="T13" fmla="*/ 39 h 100"/>
                <a:gd name="T14" fmla="*/ 109 w 109"/>
                <a:gd name="T15" fmla="*/ 4 h 100"/>
                <a:gd name="T16" fmla="*/ 107 w 109"/>
                <a:gd name="T17"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 h="100">
                  <a:moveTo>
                    <a:pt x="107" y="0"/>
                  </a:moveTo>
                  <a:lnTo>
                    <a:pt x="28" y="35"/>
                  </a:lnTo>
                  <a:lnTo>
                    <a:pt x="55" y="55"/>
                  </a:lnTo>
                  <a:lnTo>
                    <a:pt x="0" y="88"/>
                  </a:lnTo>
                  <a:lnTo>
                    <a:pt x="9" y="100"/>
                  </a:lnTo>
                  <a:lnTo>
                    <a:pt x="72" y="55"/>
                  </a:lnTo>
                  <a:lnTo>
                    <a:pt x="47" y="39"/>
                  </a:lnTo>
                  <a:lnTo>
                    <a:pt x="109" y="4"/>
                  </a:lnTo>
                  <a:lnTo>
                    <a:pt x="10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129"/>
            <p:cNvSpPr>
              <a:spLocks/>
            </p:cNvSpPr>
            <p:nvPr/>
          </p:nvSpPr>
          <p:spPr bwMode="auto">
            <a:xfrm>
              <a:off x="1446212" y="1443038"/>
              <a:ext cx="184150" cy="61913"/>
            </a:xfrm>
            <a:custGeom>
              <a:avLst/>
              <a:gdLst>
                <a:gd name="T0" fmla="*/ 67 w 116"/>
                <a:gd name="T1" fmla="*/ 33 h 39"/>
                <a:gd name="T2" fmla="*/ 55 w 116"/>
                <a:gd name="T3" fmla="*/ 11 h 39"/>
                <a:gd name="T4" fmla="*/ 116 w 116"/>
                <a:gd name="T5" fmla="*/ 10 h 39"/>
                <a:gd name="T6" fmla="*/ 116 w 116"/>
                <a:gd name="T7" fmla="*/ 7 h 39"/>
                <a:gd name="T8" fmla="*/ 43 w 116"/>
                <a:gd name="T9" fmla="*/ 0 h 39"/>
                <a:gd name="T10" fmla="*/ 54 w 116"/>
                <a:gd name="T11" fmla="*/ 25 h 39"/>
                <a:gd name="T12" fmla="*/ 0 w 116"/>
                <a:gd name="T13" fmla="*/ 27 h 39"/>
                <a:gd name="T14" fmla="*/ 2 w 116"/>
                <a:gd name="T15" fmla="*/ 39 h 39"/>
                <a:gd name="T16" fmla="*/ 67 w 116"/>
                <a:gd name="T17" fmla="*/ 3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39">
                  <a:moveTo>
                    <a:pt x="67" y="33"/>
                  </a:moveTo>
                  <a:lnTo>
                    <a:pt x="55" y="11"/>
                  </a:lnTo>
                  <a:lnTo>
                    <a:pt x="116" y="10"/>
                  </a:lnTo>
                  <a:lnTo>
                    <a:pt x="116" y="7"/>
                  </a:lnTo>
                  <a:lnTo>
                    <a:pt x="43" y="0"/>
                  </a:lnTo>
                  <a:lnTo>
                    <a:pt x="54" y="25"/>
                  </a:lnTo>
                  <a:lnTo>
                    <a:pt x="0" y="27"/>
                  </a:lnTo>
                  <a:lnTo>
                    <a:pt x="2" y="39"/>
                  </a:lnTo>
                  <a:lnTo>
                    <a:pt x="67"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130"/>
            <p:cNvSpPr>
              <a:spLocks/>
            </p:cNvSpPr>
            <p:nvPr/>
          </p:nvSpPr>
          <p:spPr bwMode="auto">
            <a:xfrm>
              <a:off x="1601787" y="1520826"/>
              <a:ext cx="82550" cy="176213"/>
            </a:xfrm>
            <a:custGeom>
              <a:avLst/>
              <a:gdLst>
                <a:gd name="T0" fmla="*/ 49 w 52"/>
                <a:gd name="T1" fmla="*/ 0 h 111"/>
                <a:gd name="T2" fmla="*/ 3 w 52"/>
                <a:gd name="T3" fmla="*/ 55 h 111"/>
                <a:gd name="T4" fmla="*/ 30 w 52"/>
                <a:gd name="T5" fmla="*/ 60 h 111"/>
                <a:gd name="T6" fmla="*/ 0 w 52"/>
                <a:gd name="T7" fmla="*/ 105 h 111"/>
                <a:gd name="T8" fmla="*/ 11 w 52"/>
                <a:gd name="T9" fmla="*/ 111 h 111"/>
                <a:gd name="T10" fmla="*/ 43 w 52"/>
                <a:gd name="T11" fmla="*/ 55 h 111"/>
                <a:gd name="T12" fmla="*/ 19 w 52"/>
                <a:gd name="T13" fmla="*/ 51 h 111"/>
                <a:gd name="T14" fmla="*/ 52 w 52"/>
                <a:gd name="T15" fmla="*/ 2 h 111"/>
                <a:gd name="T16" fmla="*/ 49 w 52"/>
                <a:gd name="T17"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111">
                  <a:moveTo>
                    <a:pt x="49" y="0"/>
                  </a:moveTo>
                  <a:lnTo>
                    <a:pt x="3" y="55"/>
                  </a:lnTo>
                  <a:lnTo>
                    <a:pt x="30" y="60"/>
                  </a:lnTo>
                  <a:lnTo>
                    <a:pt x="0" y="105"/>
                  </a:lnTo>
                  <a:lnTo>
                    <a:pt x="11" y="111"/>
                  </a:lnTo>
                  <a:lnTo>
                    <a:pt x="43" y="55"/>
                  </a:lnTo>
                  <a:lnTo>
                    <a:pt x="19" y="51"/>
                  </a:lnTo>
                  <a:lnTo>
                    <a:pt x="52" y="2"/>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131"/>
            <p:cNvSpPr>
              <a:spLocks/>
            </p:cNvSpPr>
            <p:nvPr/>
          </p:nvSpPr>
          <p:spPr bwMode="auto">
            <a:xfrm>
              <a:off x="1520825" y="1190626"/>
              <a:ext cx="61912" cy="49213"/>
            </a:xfrm>
            <a:custGeom>
              <a:avLst/>
              <a:gdLst>
                <a:gd name="T0" fmla="*/ 33 w 38"/>
                <a:gd name="T1" fmla="*/ 9 h 30"/>
                <a:gd name="T2" fmla="*/ 37 w 38"/>
                <a:gd name="T3" fmla="*/ 6 h 30"/>
                <a:gd name="T4" fmla="*/ 34 w 38"/>
                <a:gd name="T5" fmla="*/ 1 h 30"/>
                <a:gd name="T6" fmla="*/ 11 w 38"/>
                <a:gd name="T7" fmla="*/ 6 h 30"/>
                <a:gd name="T8" fmla="*/ 0 w 38"/>
                <a:gd name="T9" fmla="*/ 25 h 30"/>
                <a:gd name="T10" fmla="*/ 4 w 38"/>
                <a:gd name="T11" fmla="*/ 30 h 30"/>
                <a:gd name="T12" fmla="*/ 4 w 38"/>
                <a:gd name="T13" fmla="*/ 30 h 30"/>
                <a:gd name="T14" fmla="*/ 8 w 38"/>
                <a:gd name="T15" fmla="*/ 26 h 30"/>
                <a:gd name="T16" fmla="*/ 16 w 38"/>
                <a:gd name="T17" fmla="*/ 12 h 30"/>
                <a:gd name="T18" fmla="*/ 33 w 38"/>
                <a:gd name="T19"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30">
                  <a:moveTo>
                    <a:pt x="33" y="9"/>
                  </a:moveTo>
                  <a:cubicBezTo>
                    <a:pt x="35" y="9"/>
                    <a:pt x="37" y="8"/>
                    <a:pt x="37" y="6"/>
                  </a:cubicBezTo>
                  <a:cubicBezTo>
                    <a:pt x="38" y="3"/>
                    <a:pt x="36" y="1"/>
                    <a:pt x="34" y="1"/>
                  </a:cubicBezTo>
                  <a:cubicBezTo>
                    <a:pt x="25" y="0"/>
                    <a:pt x="17" y="1"/>
                    <a:pt x="11" y="6"/>
                  </a:cubicBezTo>
                  <a:cubicBezTo>
                    <a:pt x="1" y="13"/>
                    <a:pt x="0" y="25"/>
                    <a:pt x="0" y="25"/>
                  </a:cubicBezTo>
                  <a:cubicBezTo>
                    <a:pt x="0" y="28"/>
                    <a:pt x="1" y="29"/>
                    <a:pt x="4" y="30"/>
                  </a:cubicBezTo>
                  <a:cubicBezTo>
                    <a:pt x="4" y="30"/>
                    <a:pt x="4" y="30"/>
                    <a:pt x="4" y="30"/>
                  </a:cubicBezTo>
                  <a:cubicBezTo>
                    <a:pt x="6" y="30"/>
                    <a:pt x="8" y="28"/>
                    <a:pt x="8" y="26"/>
                  </a:cubicBezTo>
                  <a:cubicBezTo>
                    <a:pt x="8" y="26"/>
                    <a:pt x="9" y="17"/>
                    <a:pt x="16" y="12"/>
                  </a:cubicBezTo>
                  <a:cubicBezTo>
                    <a:pt x="20" y="9"/>
                    <a:pt x="26" y="8"/>
                    <a:pt x="3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132"/>
            <p:cNvSpPr>
              <a:spLocks/>
            </p:cNvSpPr>
            <p:nvPr/>
          </p:nvSpPr>
          <p:spPr bwMode="auto">
            <a:xfrm>
              <a:off x="1493837" y="1160463"/>
              <a:ext cx="90487" cy="63500"/>
            </a:xfrm>
            <a:custGeom>
              <a:avLst/>
              <a:gdLst>
                <a:gd name="T0" fmla="*/ 3 w 56"/>
                <a:gd name="T1" fmla="*/ 40 h 40"/>
                <a:gd name="T2" fmla="*/ 4 w 56"/>
                <a:gd name="T3" fmla="*/ 40 h 40"/>
                <a:gd name="T4" fmla="*/ 8 w 56"/>
                <a:gd name="T5" fmla="*/ 36 h 40"/>
                <a:gd name="T6" fmla="*/ 22 w 56"/>
                <a:gd name="T7" fmla="*/ 14 h 40"/>
                <a:gd name="T8" fmla="*/ 50 w 56"/>
                <a:gd name="T9" fmla="*/ 10 h 40"/>
                <a:gd name="T10" fmla="*/ 55 w 56"/>
                <a:gd name="T11" fmla="*/ 7 h 40"/>
                <a:gd name="T12" fmla="*/ 52 w 56"/>
                <a:gd name="T13" fmla="*/ 2 h 40"/>
                <a:gd name="T14" fmla="*/ 17 w 56"/>
                <a:gd name="T15" fmla="*/ 8 h 40"/>
                <a:gd name="T16" fmla="*/ 0 w 56"/>
                <a:gd name="T17" fmla="*/ 35 h 40"/>
                <a:gd name="T18" fmla="*/ 3 w 56"/>
                <a:gd name="T19"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40">
                  <a:moveTo>
                    <a:pt x="3" y="40"/>
                  </a:moveTo>
                  <a:cubicBezTo>
                    <a:pt x="4" y="40"/>
                    <a:pt x="4" y="40"/>
                    <a:pt x="4" y="40"/>
                  </a:cubicBezTo>
                  <a:cubicBezTo>
                    <a:pt x="6" y="40"/>
                    <a:pt x="8" y="38"/>
                    <a:pt x="8" y="36"/>
                  </a:cubicBezTo>
                  <a:cubicBezTo>
                    <a:pt x="8" y="36"/>
                    <a:pt x="11" y="22"/>
                    <a:pt x="22" y="14"/>
                  </a:cubicBezTo>
                  <a:cubicBezTo>
                    <a:pt x="29" y="9"/>
                    <a:pt x="39" y="8"/>
                    <a:pt x="50" y="10"/>
                  </a:cubicBezTo>
                  <a:cubicBezTo>
                    <a:pt x="53" y="10"/>
                    <a:pt x="55" y="9"/>
                    <a:pt x="55" y="7"/>
                  </a:cubicBezTo>
                  <a:cubicBezTo>
                    <a:pt x="56" y="5"/>
                    <a:pt x="54" y="3"/>
                    <a:pt x="52" y="2"/>
                  </a:cubicBezTo>
                  <a:cubicBezTo>
                    <a:pt x="38" y="0"/>
                    <a:pt x="26" y="1"/>
                    <a:pt x="17" y="8"/>
                  </a:cubicBezTo>
                  <a:cubicBezTo>
                    <a:pt x="3" y="18"/>
                    <a:pt x="0" y="34"/>
                    <a:pt x="0" y="35"/>
                  </a:cubicBezTo>
                  <a:cubicBezTo>
                    <a:pt x="0" y="37"/>
                    <a:pt x="1" y="39"/>
                    <a:pt x="3"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133"/>
            <p:cNvSpPr>
              <a:spLocks/>
            </p:cNvSpPr>
            <p:nvPr/>
          </p:nvSpPr>
          <p:spPr bwMode="auto">
            <a:xfrm>
              <a:off x="2135187" y="1392238"/>
              <a:ext cx="42862" cy="69850"/>
            </a:xfrm>
            <a:custGeom>
              <a:avLst/>
              <a:gdLst>
                <a:gd name="T0" fmla="*/ 3 w 26"/>
                <a:gd name="T1" fmla="*/ 35 h 43"/>
                <a:gd name="T2" fmla="*/ 1 w 26"/>
                <a:gd name="T3" fmla="*/ 40 h 43"/>
                <a:gd name="T4" fmla="*/ 5 w 26"/>
                <a:gd name="T5" fmla="*/ 43 h 43"/>
                <a:gd name="T6" fmla="*/ 7 w 26"/>
                <a:gd name="T7" fmla="*/ 42 h 43"/>
                <a:gd name="T8" fmla="*/ 23 w 26"/>
                <a:gd name="T9" fmla="*/ 25 h 43"/>
                <a:gd name="T10" fmla="*/ 20 w 26"/>
                <a:gd name="T11" fmla="*/ 3 h 43"/>
                <a:gd name="T12" fmla="*/ 15 w 26"/>
                <a:gd name="T13" fmla="*/ 1 h 43"/>
                <a:gd name="T14" fmla="*/ 13 w 26"/>
                <a:gd name="T15" fmla="*/ 7 h 43"/>
                <a:gd name="T16" fmla="*/ 15 w 26"/>
                <a:gd name="T17" fmla="*/ 23 h 43"/>
                <a:gd name="T18" fmla="*/ 3 w 26"/>
                <a:gd name="T19" fmla="*/ 3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43">
                  <a:moveTo>
                    <a:pt x="3" y="35"/>
                  </a:moveTo>
                  <a:cubicBezTo>
                    <a:pt x="1" y="36"/>
                    <a:pt x="0" y="38"/>
                    <a:pt x="1" y="40"/>
                  </a:cubicBezTo>
                  <a:cubicBezTo>
                    <a:pt x="2" y="42"/>
                    <a:pt x="3" y="43"/>
                    <a:pt x="5" y="43"/>
                  </a:cubicBezTo>
                  <a:cubicBezTo>
                    <a:pt x="5" y="43"/>
                    <a:pt x="6" y="43"/>
                    <a:pt x="7" y="42"/>
                  </a:cubicBezTo>
                  <a:cubicBezTo>
                    <a:pt x="15" y="38"/>
                    <a:pt x="21" y="32"/>
                    <a:pt x="23" y="25"/>
                  </a:cubicBezTo>
                  <a:cubicBezTo>
                    <a:pt x="26" y="14"/>
                    <a:pt x="21" y="3"/>
                    <a:pt x="20" y="3"/>
                  </a:cubicBezTo>
                  <a:cubicBezTo>
                    <a:pt x="19" y="1"/>
                    <a:pt x="17" y="0"/>
                    <a:pt x="15" y="1"/>
                  </a:cubicBezTo>
                  <a:cubicBezTo>
                    <a:pt x="13" y="2"/>
                    <a:pt x="12" y="5"/>
                    <a:pt x="13" y="7"/>
                  </a:cubicBezTo>
                  <a:cubicBezTo>
                    <a:pt x="13" y="7"/>
                    <a:pt x="18" y="15"/>
                    <a:pt x="15" y="23"/>
                  </a:cubicBezTo>
                  <a:cubicBezTo>
                    <a:pt x="14" y="28"/>
                    <a:pt x="9" y="32"/>
                    <a:pt x="3"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134"/>
            <p:cNvSpPr>
              <a:spLocks/>
            </p:cNvSpPr>
            <p:nvPr/>
          </p:nvSpPr>
          <p:spPr bwMode="auto">
            <a:xfrm>
              <a:off x="2151062" y="1389063"/>
              <a:ext cx="60325" cy="96838"/>
            </a:xfrm>
            <a:custGeom>
              <a:avLst/>
              <a:gdLst>
                <a:gd name="T0" fmla="*/ 31 w 37"/>
                <a:gd name="T1" fmla="*/ 35 h 60"/>
                <a:gd name="T2" fmla="*/ 30 w 37"/>
                <a:gd name="T3" fmla="*/ 3 h 60"/>
                <a:gd name="T4" fmla="*/ 24 w 37"/>
                <a:gd name="T5" fmla="*/ 1 h 60"/>
                <a:gd name="T6" fmla="*/ 22 w 37"/>
                <a:gd name="T7" fmla="*/ 6 h 60"/>
                <a:gd name="T8" fmla="*/ 24 w 37"/>
                <a:gd name="T9" fmla="*/ 32 h 60"/>
                <a:gd name="T10" fmla="*/ 3 w 37"/>
                <a:gd name="T11" fmla="*/ 52 h 60"/>
                <a:gd name="T12" fmla="*/ 1 w 37"/>
                <a:gd name="T13" fmla="*/ 57 h 60"/>
                <a:gd name="T14" fmla="*/ 4 w 37"/>
                <a:gd name="T15" fmla="*/ 60 h 60"/>
                <a:gd name="T16" fmla="*/ 6 w 37"/>
                <a:gd name="T17" fmla="*/ 59 h 60"/>
                <a:gd name="T18" fmla="*/ 31 w 37"/>
                <a:gd name="T19" fmla="*/ 3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60">
                  <a:moveTo>
                    <a:pt x="31" y="35"/>
                  </a:moveTo>
                  <a:cubicBezTo>
                    <a:pt x="37" y="18"/>
                    <a:pt x="30" y="3"/>
                    <a:pt x="30" y="3"/>
                  </a:cubicBezTo>
                  <a:cubicBezTo>
                    <a:pt x="29" y="1"/>
                    <a:pt x="26" y="0"/>
                    <a:pt x="24" y="1"/>
                  </a:cubicBezTo>
                  <a:cubicBezTo>
                    <a:pt x="22" y="2"/>
                    <a:pt x="21" y="4"/>
                    <a:pt x="22" y="6"/>
                  </a:cubicBezTo>
                  <a:cubicBezTo>
                    <a:pt x="22" y="6"/>
                    <a:pt x="29" y="19"/>
                    <a:pt x="24" y="32"/>
                  </a:cubicBezTo>
                  <a:cubicBezTo>
                    <a:pt x="21" y="40"/>
                    <a:pt x="14" y="47"/>
                    <a:pt x="3" y="52"/>
                  </a:cubicBezTo>
                  <a:cubicBezTo>
                    <a:pt x="1" y="53"/>
                    <a:pt x="0" y="55"/>
                    <a:pt x="1" y="57"/>
                  </a:cubicBezTo>
                  <a:cubicBezTo>
                    <a:pt x="2" y="59"/>
                    <a:pt x="3" y="60"/>
                    <a:pt x="4" y="60"/>
                  </a:cubicBezTo>
                  <a:cubicBezTo>
                    <a:pt x="5" y="60"/>
                    <a:pt x="6" y="60"/>
                    <a:pt x="6" y="59"/>
                  </a:cubicBezTo>
                  <a:cubicBezTo>
                    <a:pt x="19" y="53"/>
                    <a:pt x="28" y="45"/>
                    <a:pt x="31"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135"/>
            <p:cNvSpPr>
              <a:spLocks/>
            </p:cNvSpPr>
            <p:nvPr/>
          </p:nvSpPr>
          <p:spPr bwMode="auto">
            <a:xfrm>
              <a:off x="1789112" y="2536826"/>
              <a:ext cx="66675" cy="74613"/>
            </a:xfrm>
            <a:custGeom>
              <a:avLst/>
              <a:gdLst>
                <a:gd name="T0" fmla="*/ 29 w 41"/>
                <a:gd name="T1" fmla="*/ 42 h 46"/>
                <a:gd name="T2" fmla="*/ 36 w 41"/>
                <a:gd name="T3" fmla="*/ 35 h 46"/>
                <a:gd name="T4" fmla="*/ 38 w 41"/>
                <a:gd name="T5" fmla="*/ 22 h 46"/>
                <a:gd name="T6" fmla="*/ 39 w 41"/>
                <a:gd name="T7" fmla="*/ 14 h 46"/>
                <a:gd name="T8" fmla="*/ 41 w 41"/>
                <a:gd name="T9" fmla="*/ 5 h 46"/>
                <a:gd name="T10" fmla="*/ 37 w 41"/>
                <a:gd name="T11" fmla="*/ 1 h 46"/>
                <a:gd name="T12" fmla="*/ 34 w 41"/>
                <a:gd name="T13" fmla="*/ 3 h 46"/>
                <a:gd name="T14" fmla="*/ 31 w 41"/>
                <a:gd name="T15" fmla="*/ 17 h 46"/>
                <a:gd name="T16" fmla="*/ 31 w 41"/>
                <a:gd name="T17" fmla="*/ 23 h 46"/>
                <a:gd name="T18" fmla="*/ 31 w 41"/>
                <a:gd name="T19" fmla="*/ 25 h 46"/>
                <a:gd name="T20" fmla="*/ 27 w 41"/>
                <a:gd name="T21" fmla="*/ 36 h 46"/>
                <a:gd name="T22" fmla="*/ 16 w 41"/>
                <a:gd name="T23" fmla="*/ 39 h 46"/>
                <a:gd name="T24" fmla="*/ 11 w 41"/>
                <a:gd name="T25" fmla="*/ 36 h 46"/>
                <a:gd name="T26" fmla="*/ 7 w 41"/>
                <a:gd name="T27" fmla="*/ 26 h 46"/>
                <a:gd name="T28" fmla="*/ 8 w 41"/>
                <a:gd name="T29" fmla="*/ 18 h 46"/>
                <a:gd name="T30" fmla="*/ 9 w 41"/>
                <a:gd name="T31" fmla="*/ 11 h 46"/>
                <a:gd name="T32" fmla="*/ 11 w 41"/>
                <a:gd name="T33" fmla="*/ 4 h 46"/>
                <a:gd name="T34" fmla="*/ 10 w 41"/>
                <a:gd name="T35" fmla="*/ 2 h 46"/>
                <a:gd name="T36" fmla="*/ 8 w 41"/>
                <a:gd name="T37" fmla="*/ 0 h 46"/>
                <a:gd name="T38" fmla="*/ 4 w 41"/>
                <a:gd name="T39" fmla="*/ 2 h 46"/>
                <a:gd name="T40" fmla="*/ 3 w 41"/>
                <a:gd name="T41" fmla="*/ 7 h 46"/>
                <a:gd name="T42" fmla="*/ 2 w 41"/>
                <a:gd name="T43" fmla="*/ 11 h 46"/>
                <a:gd name="T44" fmla="*/ 2 w 41"/>
                <a:gd name="T45" fmla="*/ 13 h 46"/>
                <a:gd name="T46" fmla="*/ 1 w 41"/>
                <a:gd name="T47" fmla="*/ 19 h 46"/>
                <a:gd name="T48" fmla="*/ 0 w 41"/>
                <a:gd name="T49" fmla="*/ 26 h 46"/>
                <a:gd name="T50" fmla="*/ 2 w 41"/>
                <a:gd name="T51" fmla="*/ 37 h 46"/>
                <a:gd name="T52" fmla="*/ 9 w 41"/>
                <a:gd name="T53" fmla="*/ 44 h 46"/>
                <a:gd name="T54" fmla="*/ 16 w 41"/>
                <a:gd name="T55" fmla="*/ 46 h 46"/>
                <a:gd name="T56" fmla="*/ 29 w 41"/>
                <a:gd name="T57" fmla="*/ 42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 h="46">
                  <a:moveTo>
                    <a:pt x="29" y="42"/>
                  </a:moveTo>
                  <a:cubicBezTo>
                    <a:pt x="32" y="40"/>
                    <a:pt x="35" y="38"/>
                    <a:pt x="36" y="35"/>
                  </a:cubicBezTo>
                  <a:cubicBezTo>
                    <a:pt x="37" y="32"/>
                    <a:pt x="38" y="28"/>
                    <a:pt x="38" y="22"/>
                  </a:cubicBezTo>
                  <a:cubicBezTo>
                    <a:pt x="39" y="19"/>
                    <a:pt x="39" y="16"/>
                    <a:pt x="39" y="14"/>
                  </a:cubicBezTo>
                  <a:cubicBezTo>
                    <a:pt x="40" y="9"/>
                    <a:pt x="41" y="6"/>
                    <a:pt x="41" y="5"/>
                  </a:cubicBezTo>
                  <a:cubicBezTo>
                    <a:pt x="41" y="2"/>
                    <a:pt x="40" y="1"/>
                    <a:pt x="37" y="1"/>
                  </a:cubicBezTo>
                  <a:cubicBezTo>
                    <a:pt x="36" y="1"/>
                    <a:pt x="34" y="2"/>
                    <a:pt x="34" y="3"/>
                  </a:cubicBezTo>
                  <a:cubicBezTo>
                    <a:pt x="33" y="5"/>
                    <a:pt x="32" y="10"/>
                    <a:pt x="31" y="17"/>
                  </a:cubicBezTo>
                  <a:cubicBezTo>
                    <a:pt x="31" y="19"/>
                    <a:pt x="31" y="21"/>
                    <a:pt x="31" y="23"/>
                  </a:cubicBezTo>
                  <a:cubicBezTo>
                    <a:pt x="31" y="23"/>
                    <a:pt x="31" y="24"/>
                    <a:pt x="31" y="25"/>
                  </a:cubicBezTo>
                  <a:cubicBezTo>
                    <a:pt x="30" y="30"/>
                    <a:pt x="29" y="34"/>
                    <a:pt x="27" y="36"/>
                  </a:cubicBezTo>
                  <a:cubicBezTo>
                    <a:pt x="25" y="38"/>
                    <a:pt x="21" y="39"/>
                    <a:pt x="16" y="39"/>
                  </a:cubicBezTo>
                  <a:cubicBezTo>
                    <a:pt x="15" y="39"/>
                    <a:pt x="13" y="38"/>
                    <a:pt x="11" y="36"/>
                  </a:cubicBezTo>
                  <a:cubicBezTo>
                    <a:pt x="8" y="35"/>
                    <a:pt x="7" y="31"/>
                    <a:pt x="7" y="26"/>
                  </a:cubicBezTo>
                  <a:cubicBezTo>
                    <a:pt x="7" y="25"/>
                    <a:pt x="8" y="22"/>
                    <a:pt x="8" y="18"/>
                  </a:cubicBezTo>
                  <a:cubicBezTo>
                    <a:pt x="9" y="14"/>
                    <a:pt x="9" y="12"/>
                    <a:pt x="9" y="11"/>
                  </a:cubicBezTo>
                  <a:cubicBezTo>
                    <a:pt x="10" y="7"/>
                    <a:pt x="11" y="5"/>
                    <a:pt x="11" y="4"/>
                  </a:cubicBezTo>
                  <a:cubicBezTo>
                    <a:pt x="11" y="4"/>
                    <a:pt x="10" y="3"/>
                    <a:pt x="10" y="2"/>
                  </a:cubicBezTo>
                  <a:cubicBezTo>
                    <a:pt x="9" y="0"/>
                    <a:pt x="8" y="0"/>
                    <a:pt x="8" y="0"/>
                  </a:cubicBezTo>
                  <a:cubicBezTo>
                    <a:pt x="6" y="0"/>
                    <a:pt x="5" y="0"/>
                    <a:pt x="4" y="2"/>
                  </a:cubicBezTo>
                  <a:cubicBezTo>
                    <a:pt x="4" y="3"/>
                    <a:pt x="3" y="4"/>
                    <a:pt x="3" y="7"/>
                  </a:cubicBezTo>
                  <a:cubicBezTo>
                    <a:pt x="3" y="8"/>
                    <a:pt x="2" y="9"/>
                    <a:pt x="2" y="11"/>
                  </a:cubicBezTo>
                  <a:cubicBezTo>
                    <a:pt x="2" y="11"/>
                    <a:pt x="2" y="12"/>
                    <a:pt x="2" y="13"/>
                  </a:cubicBezTo>
                  <a:cubicBezTo>
                    <a:pt x="1" y="19"/>
                    <a:pt x="1" y="19"/>
                    <a:pt x="1" y="19"/>
                  </a:cubicBezTo>
                  <a:cubicBezTo>
                    <a:pt x="0" y="22"/>
                    <a:pt x="0" y="24"/>
                    <a:pt x="0" y="26"/>
                  </a:cubicBezTo>
                  <a:cubicBezTo>
                    <a:pt x="0" y="30"/>
                    <a:pt x="1" y="34"/>
                    <a:pt x="2" y="37"/>
                  </a:cubicBezTo>
                  <a:cubicBezTo>
                    <a:pt x="4" y="40"/>
                    <a:pt x="6" y="42"/>
                    <a:pt x="9" y="44"/>
                  </a:cubicBezTo>
                  <a:cubicBezTo>
                    <a:pt x="12" y="45"/>
                    <a:pt x="14" y="46"/>
                    <a:pt x="16" y="46"/>
                  </a:cubicBezTo>
                  <a:cubicBezTo>
                    <a:pt x="21" y="46"/>
                    <a:pt x="25" y="45"/>
                    <a:pt x="29"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136"/>
            <p:cNvSpPr>
              <a:spLocks noEditPoints="1"/>
            </p:cNvSpPr>
            <p:nvPr/>
          </p:nvSpPr>
          <p:spPr bwMode="auto">
            <a:xfrm>
              <a:off x="1858962" y="2551113"/>
              <a:ext cx="58737" cy="90488"/>
            </a:xfrm>
            <a:custGeom>
              <a:avLst/>
              <a:gdLst>
                <a:gd name="T0" fmla="*/ 6 w 36"/>
                <a:gd name="T1" fmla="*/ 55 h 56"/>
                <a:gd name="T2" fmla="*/ 7 w 36"/>
                <a:gd name="T3" fmla="*/ 51 h 56"/>
                <a:gd name="T4" fmla="*/ 9 w 36"/>
                <a:gd name="T5" fmla="*/ 39 h 56"/>
                <a:gd name="T6" fmla="*/ 10 w 36"/>
                <a:gd name="T7" fmla="*/ 32 h 56"/>
                <a:gd name="T8" fmla="*/ 14 w 36"/>
                <a:gd name="T9" fmla="*/ 35 h 56"/>
                <a:gd name="T10" fmla="*/ 29 w 36"/>
                <a:gd name="T11" fmla="*/ 27 h 56"/>
                <a:gd name="T12" fmla="*/ 36 w 36"/>
                <a:gd name="T13" fmla="*/ 10 h 56"/>
                <a:gd name="T14" fmla="*/ 34 w 36"/>
                <a:gd name="T15" fmla="*/ 4 h 56"/>
                <a:gd name="T16" fmla="*/ 28 w 36"/>
                <a:gd name="T17" fmla="*/ 1 h 56"/>
                <a:gd name="T18" fmla="*/ 20 w 36"/>
                <a:gd name="T19" fmla="*/ 5 h 56"/>
                <a:gd name="T20" fmla="*/ 12 w 36"/>
                <a:gd name="T21" fmla="*/ 14 h 56"/>
                <a:gd name="T22" fmla="*/ 12 w 36"/>
                <a:gd name="T23" fmla="*/ 12 h 56"/>
                <a:gd name="T24" fmla="*/ 13 w 36"/>
                <a:gd name="T25" fmla="*/ 5 h 56"/>
                <a:gd name="T26" fmla="*/ 10 w 36"/>
                <a:gd name="T27" fmla="*/ 0 h 56"/>
                <a:gd name="T28" fmla="*/ 7 w 36"/>
                <a:gd name="T29" fmla="*/ 1 h 56"/>
                <a:gd name="T30" fmla="*/ 6 w 36"/>
                <a:gd name="T31" fmla="*/ 4 h 56"/>
                <a:gd name="T32" fmla="*/ 6 w 36"/>
                <a:gd name="T33" fmla="*/ 9 h 56"/>
                <a:gd name="T34" fmla="*/ 6 w 36"/>
                <a:gd name="T35" fmla="*/ 10 h 56"/>
                <a:gd name="T36" fmla="*/ 1 w 36"/>
                <a:gd name="T37" fmla="*/ 47 h 56"/>
                <a:gd name="T38" fmla="*/ 0 w 36"/>
                <a:gd name="T39" fmla="*/ 53 h 56"/>
                <a:gd name="T40" fmla="*/ 1 w 36"/>
                <a:gd name="T41" fmla="*/ 55 h 56"/>
                <a:gd name="T42" fmla="*/ 3 w 36"/>
                <a:gd name="T43" fmla="*/ 56 h 56"/>
                <a:gd name="T44" fmla="*/ 6 w 36"/>
                <a:gd name="T45" fmla="*/ 55 h 56"/>
                <a:gd name="T46" fmla="*/ 18 w 36"/>
                <a:gd name="T47" fmla="*/ 15 h 56"/>
                <a:gd name="T48" fmla="*/ 27 w 36"/>
                <a:gd name="T49" fmla="*/ 8 h 56"/>
                <a:gd name="T50" fmla="*/ 28 w 36"/>
                <a:gd name="T51" fmla="*/ 9 h 56"/>
                <a:gd name="T52" fmla="*/ 29 w 36"/>
                <a:gd name="T53" fmla="*/ 12 h 56"/>
                <a:gd name="T54" fmla="*/ 24 w 36"/>
                <a:gd name="T55" fmla="*/ 23 h 56"/>
                <a:gd name="T56" fmla="*/ 15 w 36"/>
                <a:gd name="T57" fmla="*/ 29 h 56"/>
                <a:gd name="T58" fmla="*/ 13 w 36"/>
                <a:gd name="T59" fmla="*/ 28 h 56"/>
                <a:gd name="T60" fmla="*/ 12 w 36"/>
                <a:gd name="T61" fmla="*/ 26 h 56"/>
                <a:gd name="T62" fmla="*/ 18 w 36"/>
                <a:gd name="T63" fmla="*/ 1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 h="56">
                  <a:moveTo>
                    <a:pt x="6" y="55"/>
                  </a:moveTo>
                  <a:cubicBezTo>
                    <a:pt x="6" y="54"/>
                    <a:pt x="7" y="53"/>
                    <a:pt x="7" y="51"/>
                  </a:cubicBezTo>
                  <a:cubicBezTo>
                    <a:pt x="9" y="39"/>
                    <a:pt x="9" y="39"/>
                    <a:pt x="9" y="39"/>
                  </a:cubicBezTo>
                  <a:cubicBezTo>
                    <a:pt x="9" y="36"/>
                    <a:pt x="9" y="34"/>
                    <a:pt x="10" y="32"/>
                  </a:cubicBezTo>
                  <a:cubicBezTo>
                    <a:pt x="10" y="34"/>
                    <a:pt x="12" y="35"/>
                    <a:pt x="14" y="35"/>
                  </a:cubicBezTo>
                  <a:cubicBezTo>
                    <a:pt x="19" y="35"/>
                    <a:pt x="24" y="33"/>
                    <a:pt x="29" y="27"/>
                  </a:cubicBezTo>
                  <a:cubicBezTo>
                    <a:pt x="34" y="22"/>
                    <a:pt x="36" y="16"/>
                    <a:pt x="36" y="10"/>
                  </a:cubicBezTo>
                  <a:cubicBezTo>
                    <a:pt x="36" y="7"/>
                    <a:pt x="36" y="5"/>
                    <a:pt x="34" y="4"/>
                  </a:cubicBezTo>
                  <a:cubicBezTo>
                    <a:pt x="33" y="2"/>
                    <a:pt x="31" y="1"/>
                    <a:pt x="28" y="1"/>
                  </a:cubicBezTo>
                  <a:cubicBezTo>
                    <a:pt x="26" y="1"/>
                    <a:pt x="23" y="2"/>
                    <a:pt x="20" y="5"/>
                  </a:cubicBezTo>
                  <a:cubicBezTo>
                    <a:pt x="17" y="8"/>
                    <a:pt x="14" y="11"/>
                    <a:pt x="12" y="14"/>
                  </a:cubicBezTo>
                  <a:cubicBezTo>
                    <a:pt x="12" y="12"/>
                    <a:pt x="12" y="12"/>
                    <a:pt x="12" y="12"/>
                  </a:cubicBezTo>
                  <a:cubicBezTo>
                    <a:pt x="13" y="9"/>
                    <a:pt x="13" y="7"/>
                    <a:pt x="13" y="5"/>
                  </a:cubicBezTo>
                  <a:cubicBezTo>
                    <a:pt x="13" y="2"/>
                    <a:pt x="12" y="0"/>
                    <a:pt x="10" y="0"/>
                  </a:cubicBezTo>
                  <a:cubicBezTo>
                    <a:pt x="8" y="0"/>
                    <a:pt x="7" y="1"/>
                    <a:pt x="7" y="1"/>
                  </a:cubicBezTo>
                  <a:cubicBezTo>
                    <a:pt x="6" y="2"/>
                    <a:pt x="6" y="3"/>
                    <a:pt x="6" y="4"/>
                  </a:cubicBezTo>
                  <a:cubicBezTo>
                    <a:pt x="6" y="5"/>
                    <a:pt x="6" y="7"/>
                    <a:pt x="6" y="9"/>
                  </a:cubicBezTo>
                  <a:cubicBezTo>
                    <a:pt x="6" y="10"/>
                    <a:pt x="6" y="10"/>
                    <a:pt x="6" y="10"/>
                  </a:cubicBezTo>
                  <a:cubicBezTo>
                    <a:pt x="6" y="23"/>
                    <a:pt x="4" y="35"/>
                    <a:pt x="1" y="47"/>
                  </a:cubicBezTo>
                  <a:cubicBezTo>
                    <a:pt x="0" y="49"/>
                    <a:pt x="0" y="51"/>
                    <a:pt x="0" y="53"/>
                  </a:cubicBezTo>
                  <a:cubicBezTo>
                    <a:pt x="0" y="53"/>
                    <a:pt x="0" y="54"/>
                    <a:pt x="1" y="55"/>
                  </a:cubicBezTo>
                  <a:cubicBezTo>
                    <a:pt x="2" y="55"/>
                    <a:pt x="2" y="56"/>
                    <a:pt x="3" y="56"/>
                  </a:cubicBezTo>
                  <a:cubicBezTo>
                    <a:pt x="4" y="56"/>
                    <a:pt x="5" y="55"/>
                    <a:pt x="6" y="55"/>
                  </a:cubicBezTo>
                  <a:close/>
                  <a:moveTo>
                    <a:pt x="18" y="15"/>
                  </a:moveTo>
                  <a:cubicBezTo>
                    <a:pt x="22" y="10"/>
                    <a:pt x="25" y="8"/>
                    <a:pt x="27" y="8"/>
                  </a:cubicBezTo>
                  <a:cubicBezTo>
                    <a:pt x="28" y="8"/>
                    <a:pt x="28" y="8"/>
                    <a:pt x="28" y="9"/>
                  </a:cubicBezTo>
                  <a:cubicBezTo>
                    <a:pt x="29" y="9"/>
                    <a:pt x="29" y="10"/>
                    <a:pt x="29" y="12"/>
                  </a:cubicBezTo>
                  <a:cubicBezTo>
                    <a:pt x="29" y="15"/>
                    <a:pt x="27" y="19"/>
                    <a:pt x="24" y="23"/>
                  </a:cubicBezTo>
                  <a:cubicBezTo>
                    <a:pt x="21" y="27"/>
                    <a:pt x="18" y="29"/>
                    <a:pt x="15" y="29"/>
                  </a:cubicBezTo>
                  <a:cubicBezTo>
                    <a:pt x="14" y="29"/>
                    <a:pt x="14" y="29"/>
                    <a:pt x="13" y="28"/>
                  </a:cubicBezTo>
                  <a:cubicBezTo>
                    <a:pt x="12" y="28"/>
                    <a:pt x="12" y="27"/>
                    <a:pt x="12" y="26"/>
                  </a:cubicBezTo>
                  <a:cubicBezTo>
                    <a:pt x="12" y="24"/>
                    <a:pt x="14" y="20"/>
                    <a:pt x="18"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137"/>
            <p:cNvSpPr>
              <a:spLocks noEditPoints="1"/>
            </p:cNvSpPr>
            <p:nvPr/>
          </p:nvSpPr>
          <p:spPr bwMode="auto">
            <a:xfrm>
              <a:off x="1922462" y="2551113"/>
              <a:ext cx="58737" cy="90488"/>
            </a:xfrm>
            <a:custGeom>
              <a:avLst/>
              <a:gdLst>
                <a:gd name="T0" fmla="*/ 14 w 37"/>
                <a:gd name="T1" fmla="*/ 5 h 56"/>
                <a:gd name="T2" fmla="*/ 10 w 37"/>
                <a:gd name="T3" fmla="*/ 0 h 56"/>
                <a:gd name="T4" fmla="*/ 7 w 37"/>
                <a:gd name="T5" fmla="*/ 1 h 56"/>
                <a:gd name="T6" fmla="*/ 7 w 37"/>
                <a:gd name="T7" fmla="*/ 4 h 56"/>
                <a:gd name="T8" fmla="*/ 7 w 37"/>
                <a:gd name="T9" fmla="*/ 9 h 56"/>
                <a:gd name="T10" fmla="*/ 7 w 37"/>
                <a:gd name="T11" fmla="*/ 10 h 56"/>
                <a:gd name="T12" fmla="*/ 1 w 37"/>
                <a:gd name="T13" fmla="*/ 47 h 56"/>
                <a:gd name="T14" fmla="*/ 0 w 37"/>
                <a:gd name="T15" fmla="*/ 53 h 56"/>
                <a:gd name="T16" fmla="*/ 1 w 37"/>
                <a:gd name="T17" fmla="*/ 55 h 56"/>
                <a:gd name="T18" fmla="*/ 4 w 37"/>
                <a:gd name="T19" fmla="*/ 56 h 56"/>
                <a:gd name="T20" fmla="*/ 6 w 37"/>
                <a:gd name="T21" fmla="*/ 55 h 56"/>
                <a:gd name="T22" fmla="*/ 8 w 37"/>
                <a:gd name="T23" fmla="*/ 51 h 56"/>
                <a:gd name="T24" fmla="*/ 9 w 37"/>
                <a:gd name="T25" fmla="*/ 39 h 56"/>
                <a:gd name="T26" fmla="*/ 10 w 37"/>
                <a:gd name="T27" fmla="*/ 32 h 56"/>
                <a:gd name="T28" fmla="*/ 15 w 37"/>
                <a:gd name="T29" fmla="*/ 35 h 56"/>
                <a:gd name="T30" fmla="*/ 30 w 37"/>
                <a:gd name="T31" fmla="*/ 27 h 56"/>
                <a:gd name="T32" fmla="*/ 37 w 37"/>
                <a:gd name="T33" fmla="*/ 10 h 56"/>
                <a:gd name="T34" fmla="*/ 35 w 37"/>
                <a:gd name="T35" fmla="*/ 4 h 56"/>
                <a:gd name="T36" fmla="*/ 29 w 37"/>
                <a:gd name="T37" fmla="*/ 1 h 56"/>
                <a:gd name="T38" fmla="*/ 21 w 37"/>
                <a:gd name="T39" fmla="*/ 5 h 56"/>
                <a:gd name="T40" fmla="*/ 12 w 37"/>
                <a:gd name="T41" fmla="*/ 14 h 56"/>
                <a:gd name="T42" fmla="*/ 13 w 37"/>
                <a:gd name="T43" fmla="*/ 12 h 56"/>
                <a:gd name="T44" fmla="*/ 14 w 37"/>
                <a:gd name="T45" fmla="*/ 5 h 56"/>
                <a:gd name="T46" fmla="*/ 18 w 37"/>
                <a:gd name="T47" fmla="*/ 15 h 56"/>
                <a:gd name="T48" fmla="*/ 28 w 37"/>
                <a:gd name="T49" fmla="*/ 8 h 56"/>
                <a:gd name="T50" fmla="*/ 29 w 37"/>
                <a:gd name="T51" fmla="*/ 9 h 56"/>
                <a:gd name="T52" fmla="*/ 30 w 37"/>
                <a:gd name="T53" fmla="*/ 12 h 56"/>
                <a:gd name="T54" fmla="*/ 25 w 37"/>
                <a:gd name="T55" fmla="*/ 23 h 56"/>
                <a:gd name="T56" fmla="*/ 16 w 37"/>
                <a:gd name="T57" fmla="*/ 29 h 56"/>
                <a:gd name="T58" fmla="*/ 14 w 37"/>
                <a:gd name="T59" fmla="*/ 28 h 56"/>
                <a:gd name="T60" fmla="*/ 13 w 37"/>
                <a:gd name="T61" fmla="*/ 26 h 56"/>
                <a:gd name="T62" fmla="*/ 18 w 37"/>
                <a:gd name="T63" fmla="*/ 1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 h="56">
                  <a:moveTo>
                    <a:pt x="14" y="5"/>
                  </a:moveTo>
                  <a:cubicBezTo>
                    <a:pt x="14" y="2"/>
                    <a:pt x="12" y="0"/>
                    <a:pt x="10" y="0"/>
                  </a:cubicBezTo>
                  <a:cubicBezTo>
                    <a:pt x="9" y="0"/>
                    <a:pt x="8" y="1"/>
                    <a:pt x="7" y="1"/>
                  </a:cubicBezTo>
                  <a:cubicBezTo>
                    <a:pt x="7" y="2"/>
                    <a:pt x="7" y="3"/>
                    <a:pt x="7" y="4"/>
                  </a:cubicBezTo>
                  <a:cubicBezTo>
                    <a:pt x="6" y="5"/>
                    <a:pt x="7" y="7"/>
                    <a:pt x="7" y="9"/>
                  </a:cubicBezTo>
                  <a:cubicBezTo>
                    <a:pt x="7" y="10"/>
                    <a:pt x="7" y="10"/>
                    <a:pt x="7" y="10"/>
                  </a:cubicBezTo>
                  <a:cubicBezTo>
                    <a:pt x="7" y="23"/>
                    <a:pt x="4" y="35"/>
                    <a:pt x="1" y="47"/>
                  </a:cubicBezTo>
                  <a:cubicBezTo>
                    <a:pt x="1" y="49"/>
                    <a:pt x="0" y="51"/>
                    <a:pt x="0" y="53"/>
                  </a:cubicBezTo>
                  <a:cubicBezTo>
                    <a:pt x="0" y="53"/>
                    <a:pt x="1" y="54"/>
                    <a:pt x="1" y="55"/>
                  </a:cubicBezTo>
                  <a:cubicBezTo>
                    <a:pt x="2" y="55"/>
                    <a:pt x="3" y="56"/>
                    <a:pt x="4" y="56"/>
                  </a:cubicBezTo>
                  <a:cubicBezTo>
                    <a:pt x="5" y="56"/>
                    <a:pt x="6" y="55"/>
                    <a:pt x="6" y="55"/>
                  </a:cubicBezTo>
                  <a:cubicBezTo>
                    <a:pt x="7" y="54"/>
                    <a:pt x="8" y="53"/>
                    <a:pt x="8" y="51"/>
                  </a:cubicBezTo>
                  <a:cubicBezTo>
                    <a:pt x="9" y="39"/>
                    <a:pt x="9" y="39"/>
                    <a:pt x="9" y="39"/>
                  </a:cubicBezTo>
                  <a:cubicBezTo>
                    <a:pt x="10" y="36"/>
                    <a:pt x="10" y="34"/>
                    <a:pt x="10" y="32"/>
                  </a:cubicBezTo>
                  <a:cubicBezTo>
                    <a:pt x="11" y="34"/>
                    <a:pt x="12" y="35"/>
                    <a:pt x="15" y="35"/>
                  </a:cubicBezTo>
                  <a:cubicBezTo>
                    <a:pt x="20" y="35"/>
                    <a:pt x="25" y="33"/>
                    <a:pt x="30" y="27"/>
                  </a:cubicBezTo>
                  <a:cubicBezTo>
                    <a:pt x="35" y="22"/>
                    <a:pt x="37" y="16"/>
                    <a:pt x="37" y="10"/>
                  </a:cubicBezTo>
                  <a:cubicBezTo>
                    <a:pt x="37" y="7"/>
                    <a:pt x="36" y="5"/>
                    <a:pt x="35" y="4"/>
                  </a:cubicBezTo>
                  <a:cubicBezTo>
                    <a:pt x="33" y="2"/>
                    <a:pt x="31" y="1"/>
                    <a:pt x="29" y="1"/>
                  </a:cubicBezTo>
                  <a:cubicBezTo>
                    <a:pt x="27" y="1"/>
                    <a:pt x="24" y="2"/>
                    <a:pt x="21" y="5"/>
                  </a:cubicBezTo>
                  <a:cubicBezTo>
                    <a:pt x="17" y="8"/>
                    <a:pt x="15" y="11"/>
                    <a:pt x="12" y="14"/>
                  </a:cubicBezTo>
                  <a:cubicBezTo>
                    <a:pt x="13" y="12"/>
                    <a:pt x="13" y="12"/>
                    <a:pt x="13" y="12"/>
                  </a:cubicBezTo>
                  <a:cubicBezTo>
                    <a:pt x="13" y="9"/>
                    <a:pt x="14" y="7"/>
                    <a:pt x="14" y="5"/>
                  </a:cubicBezTo>
                  <a:close/>
                  <a:moveTo>
                    <a:pt x="18" y="15"/>
                  </a:moveTo>
                  <a:cubicBezTo>
                    <a:pt x="22" y="10"/>
                    <a:pt x="25" y="8"/>
                    <a:pt x="28" y="8"/>
                  </a:cubicBezTo>
                  <a:cubicBezTo>
                    <a:pt x="28" y="8"/>
                    <a:pt x="29" y="8"/>
                    <a:pt x="29" y="9"/>
                  </a:cubicBezTo>
                  <a:cubicBezTo>
                    <a:pt x="30" y="9"/>
                    <a:pt x="30" y="10"/>
                    <a:pt x="30" y="12"/>
                  </a:cubicBezTo>
                  <a:cubicBezTo>
                    <a:pt x="30" y="15"/>
                    <a:pt x="28" y="19"/>
                    <a:pt x="25" y="23"/>
                  </a:cubicBezTo>
                  <a:cubicBezTo>
                    <a:pt x="21" y="27"/>
                    <a:pt x="19" y="29"/>
                    <a:pt x="16" y="29"/>
                  </a:cubicBezTo>
                  <a:cubicBezTo>
                    <a:pt x="15" y="29"/>
                    <a:pt x="14" y="29"/>
                    <a:pt x="14" y="28"/>
                  </a:cubicBezTo>
                  <a:cubicBezTo>
                    <a:pt x="13" y="28"/>
                    <a:pt x="13" y="27"/>
                    <a:pt x="13" y="26"/>
                  </a:cubicBezTo>
                  <a:cubicBezTo>
                    <a:pt x="13" y="24"/>
                    <a:pt x="15" y="20"/>
                    <a:pt x="18"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138"/>
            <p:cNvSpPr>
              <a:spLocks noEditPoints="1"/>
            </p:cNvSpPr>
            <p:nvPr/>
          </p:nvSpPr>
          <p:spPr bwMode="auto">
            <a:xfrm>
              <a:off x="1990725" y="2552701"/>
              <a:ext cx="44450" cy="57150"/>
            </a:xfrm>
            <a:custGeom>
              <a:avLst/>
              <a:gdLst>
                <a:gd name="T0" fmla="*/ 8 w 28"/>
                <a:gd name="T1" fmla="*/ 24 h 35"/>
                <a:gd name="T2" fmla="*/ 21 w 28"/>
                <a:gd name="T3" fmla="*/ 17 h 35"/>
                <a:gd name="T4" fmla="*/ 26 w 28"/>
                <a:gd name="T5" fmla="*/ 7 h 35"/>
                <a:gd name="T6" fmla="*/ 24 w 28"/>
                <a:gd name="T7" fmla="*/ 2 h 35"/>
                <a:gd name="T8" fmla="*/ 18 w 28"/>
                <a:gd name="T9" fmla="*/ 0 h 35"/>
                <a:gd name="T10" fmla="*/ 6 w 28"/>
                <a:gd name="T11" fmla="*/ 7 h 35"/>
                <a:gd name="T12" fmla="*/ 0 w 28"/>
                <a:gd name="T13" fmla="*/ 23 h 35"/>
                <a:gd name="T14" fmla="*/ 3 w 28"/>
                <a:gd name="T15" fmla="*/ 32 h 35"/>
                <a:gd name="T16" fmla="*/ 11 w 28"/>
                <a:gd name="T17" fmla="*/ 35 h 35"/>
                <a:gd name="T18" fmla="*/ 23 w 28"/>
                <a:gd name="T19" fmla="*/ 31 h 35"/>
                <a:gd name="T20" fmla="*/ 28 w 28"/>
                <a:gd name="T21" fmla="*/ 23 h 35"/>
                <a:gd name="T22" fmla="*/ 26 w 28"/>
                <a:gd name="T23" fmla="*/ 21 h 35"/>
                <a:gd name="T24" fmla="*/ 24 w 28"/>
                <a:gd name="T25" fmla="*/ 22 h 35"/>
                <a:gd name="T26" fmla="*/ 12 w 28"/>
                <a:gd name="T27" fmla="*/ 29 h 35"/>
                <a:gd name="T28" fmla="*/ 8 w 28"/>
                <a:gd name="T29" fmla="*/ 27 h 35"/>
                <a:gd name="T30" fmla="*/ 7 w 28"/>
                <a:gd name="T31" fmla="*/ 25 h 35"/>
                <a:gd name="T32" fmla="*/ 8 w 28"/>
                <a:gd name="T33" fmla="*/ 24 h 35"/>
                <a:gd name="T34" fmla="*/ 12 w 28"/>
                <a:gd name="T35" fmla="*/ 10 h 35"/>
                <a:gd name="T36" fmla="*/ 18 w 28"/>
                <a:gd name="T37" fmla="*/ 6 h 35"/>
                <a:gd name="T38" fmla="*/ 19 w 28"/>
                <a:gd name="T39" fmla="*/ 7 h 35"/>
                <a:gd name="T40" fmla="*/ 20 w 28"/>
                <a:gd name="T41" fmla="*/ 8 h 35"/>
                <a:gd name="T42" fmla="*/ 16 w 28"/>
                <a:gd name="T43" fmla="*/ 14 h 35"/>
                <a:gd name="T44" fmla="*/ 8 w 28"/>
                <a:gd name="T45" fmla="*/ 18 h 35"/>
                <a:gd name="T46" fmla="*/ 12 w 28"/>
                <a:gd name="T47"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35">
                  <a:moveTo>
                    <a:pt x="8" y="24"/>
                  </a:moveTo>
                  <a:cubicBezTo>
                    <a:pt x="13" y="22"/>
                    <a:pt x="18" y="20"/>
                    <a:pt x="21" y="17"/>
                  </a:cubicBezTo>
                  <a:cubicBezTo>
                    <a:pt x="24" y="14"/>
                    <a:pt x="26" y="11"/>
                    <a:pt x="26" y="7"/>
                  </a:cubicBezTo>
                  <a:cubicBezTo>
                    <a:pt x="26" y="5"/>
                    <a:pt x="25" y="3"/>
                    <a:pt x="24" y="2"/>
                  </a:cubicBezTo>
                  <a:cubicBezTo>
                    <a:pt x="23" y="1"/>
                    <a:pt x="21" y="0"/>
                    <a:pt x="18" y="0"/>
                  </a:cubicBezTo>
                  <a:cubicBezTo>
                    <a:pt x="14" y="0"/>
                    <a:pt x="10" y="2"/>
                    <a:pt x="6" y="7"/>
                  </a:cubicBezTo>
                  <a:cubicBezTo>
                    <a:pt x="2" y="12"/>
                    <a:pt x="0" y="17"/>
                    <a:pt x="0" y="23"/>
                  </a:cubicBezTo>
                  <a:cubicBezTo>
                    <a:pt x="0" y="27"/>
                    <a:pt x="1" y="30"/>
                    <a:pt x="3" y="32"/>
                  </a:cubicBezTo>
                  <a:cubicBezTo>
                    <a:pt x="5" y="34"/>
                    <a:pt x="7" y="35"/>
                    <a:pt x="11" y="35"/>
                  </a:cubicBezTo>
                  <a:cubicBezTo>
                    <a:pt x="15" y="35"/>
                    <a:pt x="19" y="34"/>
                    <a:pt x="23" y="31"/>
                  </a:cubicBezTo>
                  <a:cubicBezTo>
                    <a:pt x="26" y="28"/>
                    <a:pt x="28" y="25"/>
                    <a:pt x="28" y="23"/>
                  </a:cubicBezTo>
                  <a:cubicBezTo>
                    <a:pt x="28" y="22"/>
                    <a:pt x="27" y="21"/>
                    <a:pt x="26" y="21"/>
                  </a:cubicBezTo>
                  <a:cubicBezTo>
                    <a:pt x="25" y="21"/>
                    <a:pt x="25" y="22"/>
                    <a:pt x="24" y="22"/>
                  </a:cubicBezTo>
                  <a:cubicBezTo>
                    <a:pt x="20" y="27"/>
                    <a:pt x="16" y="29"/>
                    <a:pt x="12" y="29"/>
                  </a:cubicBezTo>
                  <a:cubicBezTo>
                    <a:pt x="10" y="29"/>
                    <a:pt x="9" y="28"/>
                    <a:pt x="8" y="27"/>
                  </a:cubicBezTo>
                  <a:cubicBezTo>
                    <a:pt x="8" y="27"/>
                    <a:pt x="7" y="26"/>
                    <a:pt x="7" y="25"/>
                  </a:cubicBezTo>
                  <a:cubicBezTo>
                    <a:pt x="7" y="24"/>
                    <a:pt x="7" y="24"/>
                    <a:pt x="8" y="24"/>
                  </a:cubicBezTo>
                  <a:close/>
                  <a:moveTo>
                    <a:pt x="12" y="10"/>
                  </a:moveTo>
                  <a:cubicBezTo>
                    <a:pt x="14" y="7"/>
                    <a:pt x="16" y="6"/>
                    <a:pt x="18" y="6"/>
                  </a:cubicBezTo>
                  <a:cubicBezTo>
                    <a:pt x="18" y="6"/>
                    <a:pt x="19" y="6"/>
                    <a:pt x="19" y="7"/>
                  </a:cubicBezTo>
                  <a:cubicBezTo>
                    <a:pt x="20" y="7"/>
                    <a:pt x="20" y="8"/>
                    <a:pt x="20" y="8"/>
                  </a:cubicBezTo>
                  <a:cubicBezTo>
                    <a:pt x="20" y="10"/>
                    <a:pt x="18" y="12"/>
                    <a:pt x="16" y="14"/>
                  </a:cubicBezTo>
                  <a:cubicBezTo>
                    <a:pt x="14" y="16"/>
                    <a:pt x="11" y="17"/>
                    <a:pt x="8" y="18"/>
                  </a:cubicBezTo>
                  <a:cubicBezTo>
                    <a:pt x="8" y="15"/>
                    <a:pt x="10" y="12"/>
                    <a:pt x="12"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139"/>
            <p:cNvSpPr>
              <a:spLocks/>
            </p:cNvSpPr>
            <p:nvPr/>
          </p:nvSpPr>
          <p:spPr bwMode="auto">
            <a:xfrm>
              <a:off x="2044700" y="2554288"/>
              <a:ext cx="49212" cy="55563"/>
            </a:xfrm>
            <a:custGeom>
              <a:avLst/>
              <a:gdLst>
                <a:gd name="T0" fmla="*/ 8 w 30"/>
                <a:gd name="T1" fmla="*/ 9 h 34"/>
                <a:gd name="T2" fmla="*/ 9 w 30"/>
                <a:gd name="T3" fmla="*/ 4 h 34"/>
                <a:gd name="T4" fmla="*/ 8 w 30"/>
                <a:gd name="T5" fmla="*/ 2 h 34"/>
                <a:gd name="T6" fmla="*/ 6 w 30"/>
                <a:gd name="T7" fmla="*/ 1 h 34"/>
                <a:gd name="T8" fmla="*/ 3 w 30"/>
                <a:gd name="T9" fmla="*/ 2 h 34"/>
                <a:gd name="T10" fmla="*/ 2 w 30"/>
                <a:gd name="T11" fmla="*/ 4 h 34"/>
                <a:gd name="T12" fmla="*/ 1 w 30"/>
                <a:gd name="T13" fmla="*/ 8 h 34"/>
                <a:gd name="T14" fmla="*/ 1 w 30"/>
                <a:gd name="T15" fmla="*/ 10 h 34"/>
                <a:gd name="T16" fmla="*/ 0 w 30"/>
                <a:gd name="T17" fmla="*/ 18 h 34"/>
                <a:gd name="T18" fmla="*/ 0 w 30"/>
                <a:gd name="T19" fmla="*/ 24 h 34"/>
                <a:gd name="T20" fmla="*/ 1 w 30"/>
                <a:gd name="T21" fmla="*/ 32 h 34"/>
                <a:gd name="T22" fmla="*/ 4 w 30"/>
                <a:gd name="T23" fmla="*/ 34 h 34"/>
                <a:gd name="T24" fmla="*/ 7 w 30"/>
                <a:gd name="T25" fmla="*/ 33 h 34"/>
                <a:gd name="T26" fmla="*/ 8 w 30"/>
                <a:gd name="T27" fmla="*/ 30 h 34"/>
                <a:gd name="T28" fmla="*/ 15 w 30"/>
                <a:gd name="T29" fmla="*/ 14 h 34"/>
                <a:gd name="T30" fmla="*/ 22 w 30"/>
                <a:gd name="T31" fmla="*/ 7 h 34"/>
                <a:gd name="T32" fmla="*/ 24 w 30"/>
                <a:gd name="T33" fmla="*/ 8 h 34"/>
                <a:gd name="T34" fmla="*/ 27 w 30"/>
                <a:gd name="T35" fmla="*/ 10 h 34"/>
                <a:gd name="T36" fmla="*/ 29 w 30"/>
                <a:gd name="T37" fmla="*/ 9 h 34"/>
                <a:gd name="T38" fmla="*/ 30 w 30"/>
                <a:gd name="T39" fmla="*/ 6 h 34"/>
                <a:gd name="T40" fmla="*/ 28 w 30"/>
                <a:gd name="T41" fmla="*/ 2 h 34"/>
                <a:gd name="T42" fmla="*/ 23 w 30"/>
                <a:gd name="T43" fmla="*/ 0 h 34"/>
                <a:gd name="T44" fmla="*/ 15 w 30"/>
                <a:gd name="T45" fmla="*/ 5 h 34"/>
                <a:gd name="T46" fmla="*/ 7 w 30"/>
                <a:gd name="T47" fmla="*/ 17 h 34"/>
                <a:gd name="T48" fmla="*/ 6 w 30"/>
                <a:gd name="T49" fmla="*/ 18 h 34"/>
                <a:gd name="T50" fmla="*/ 7 w 30"/>
                <a:gd name="T51" fmla="*/ 13 h 34"/>
                <a:gd name="T52" fmla="*/ 8 w 30"/>
                <a:gd name="T53" fmla="*/ 9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34">
                  <a:moveTo>
                    <a:pt x="8" y="9"/>
                  </a:moveTo>
                  <a:cubicBezTo>
                    <a:pt x="9" y="6"/>
                    <a:pt x="9" y="5"/>
                    <a:pt x="9" y="4"/>
                  </a:cubicBezTo>
                  <a:cubicBezTo>
                    <a:pt x="9" y="3"/>
                    <a:pt x="9" y="2"/>
                    <a:pt x="8" y="2"/>
                  </a:cubicBezTo>
                  <a:cubicBezTo>
                    <a:pt x="8" y="1"/>
                    <a:pt x="7" y="1"/>
                    <a:pt x="6" y="1"/>
                  </a:cubicBezTo>
                  <a:cubicBezTo>
                    <a:pt x="5" y="1"/>
                    <a:pt x="4" y="1"/>
                    <a:pt x="3" y="2"/>
                  </a:cubicBezTo>
                  <a:cubicBezTo>
                    <a:pt x="2" y="2"/>
                    <a:pt x="2" y="3"/>
                    <a:pt x="2" y="4"/>
                  </a:cubicBezTo>
                  <a:cubicBezTo>
                    <a:pt x="1" y="4"/>
                    <a:pt x="1" y="6"/>
                    <a:pt x="1" y="8"/>
                  </a:cubicBezTo>
                  <a:cubicBezTo>
                    <a:pt x="1" y="8"/>
                    <a:pt x="1" y="9"/>
                    <a:pt x="1" y="10"/>
                  </a:cubicBezTo>
                  <a:cubicBezTo>
                    <a:pt x="0" y="13"/>
                    <a:pt x="0" y="16"/>
                    <a:pt x="0" y="18"/>
                  </a:cubicBezTo>
                  <a:cubicBezTo>
                    <a:pt x="0" y="21"/>
                    <a:pt x="0" y="23"/>
                    <a:pt x="0" y="24"/>
                  </a:cubicBezTo>
                  <a:cubicBezTo>
                    <a:pt x="0" y="28"/>
                    <a:pt x="0" y="30"/>
                    <a:pt x="1" y="32"/>
                  </a:cubicBezTo>
                  <a:cubicBezTo>
                    <a:pt x="1" y="34"/>
                    <a:pt x="2" y="34"/>
                    <a:pt x="4" y="34"/>
                  </a:cubicBezTo>
                  <a:cubicBezTo>
                    <a:pt x="5" y="34"/>
                    <a:pt x="6" y="34"/>
                    <a:pt x="7" y="33"/>
                  </a:cubicBezTo>
                  <a:cubicBezTo>
                    <a:pt x="8" y="33"/>
                    <a:pt x="8" y="31"/>
                    <a:pt x="8" y="30"/>
                  </a:cubicBezTo>
                  <a:cubicBezTo>
                    <a:pt x="9" y="24"/>
                    <a:pt x="11" y="19"/>
                    <a:pt x="15" y="14"/>
                  </a:cubicBezTo>
                  <a:cubicBezTo>
                    <a:pt x="18" y="9"/>
                    <a:pt x="21" y="7"/>
                    <a:pt x="22" y="7"/>
                  </a:cubicBezTo>
                  <a:cubicBezTo>
                    <a:pt x="23" y="7"/>
                    <a:pt x="23" y="7"/>
                    <a:pt x="24" y="8"/>
                  </a:cubicBezTo>
                  <a:cubicBezTo>
                    <a:pt x="25" y="9"/>
                    <a:pt x="26" y="10"/>
                    <a:pt x="27" y="10"/>
                  </a:cubicBezTo>
                  <a:cubicBezTo>
                    <a:pt x="28" y="10"/>
                    <a:pt x="29" y="9"/>
                    <a:pt x="29" y="9"/>
                  </a:cubicBezTo>
                  <a:cubicBezTo>
                    <a:pt x="30" y="8"/>
                    <a:pt x="30" y="7"/>
                    <a:pt x="30" y="6"/>
                  </a:cubicBezTo>
                  <a:cubicBezTo>
                    <a:pt x="30" y="4"/>
                    <a:pt x="29" y="3"/>
                    <a:pt x="28" y="2"/>
                  </a:cubicBezTo>
                  <a:cubicBezTo>
                    <a:pt x="27" y="1"/>
                    <a:pt x="25" y="0"/>
                    <a:pt x="23" y="0"/>
                  </a:cubicBezTo>
                  <a:cubicBezTo>
                    <a:pt x="20" y="0"/>
                    <a:pt x="18" y="2"/>
                    <a:pt x="15" y="5"/>
                  </a:cubicBezTo>
                  <a:cubicBezTo>
                    <a:pt x="12" y="8"/>
                    <a:pt x="9" y="12"/>
                    <a:pt x="7" y="17"/>
                  </a:cubicBezTo>
                  <a:cubicBezTo>
                    <a:pt x="6" y="18"/>
                    <a:pt x="6" y="18"/>
                    <a:pt x="6" y="18"/>
                  </a:cubicBezTo>
                  <a:cubicBezTo>
                    <a:pt x="7" y="13"/>
                    <a:pt x="7" y="13"/>
                    <a:pt x="7" y="13"/>
                  </a:cubicBezTo>
                  <a:cubicBezTo>
                    <a:pt x="7" y="12"/>
                    <a:pt x="8" y="10"/>
                    <a:pt x="8"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140"/>
            <p:cNvSpPr>
              <a:spLocks/>
            </p:cNvSpPr>
            <p:nvPr/>
          </p:nvSpPr>
          <p:spPr bwMode="auto">
            <a:xfrm>
              <a:off x="1692275" y="2654301"/>
              <a:ext cx="60325" cy="77788"/>
            </a:xfrm>
            <a:custGeom>
              <a:avLst/>
              <a:gdLst>
                <a:gd name="T0" fmla="*/ 35 w 37"/>
                <a:gd name="T1" fmla="*/ 14 h 48"/>
                <a:gd name="T2" fmla="*/ 37 w 37"/>
                <a:gd name="T3" fmla="*/ 9 h 48"/>
                <a:gd name="T4" fmla="*/ 34 w 37"/>
                <a:gd name="T5" fmla="*/ 3 h 48"/>
                <a:gd name="T6" fmla="*/ 26 w 37"/>
                <a:gd name="T7" fmla="*/ 0 h 48"/>
                <a:gd name="T8" fmla="*/ 9 w 37"/>
                <a:gd name="T9" fmla="*/ 3 h 48"/>
                <a:gd name="T10" fmla="*/ 0 w 37"/>
                <a:gd name="T11" fmla="*/ 8 h 48"/>
                <a:gd name="T12" fmla="*/ 1 w 37"/>
                <a:gd name="T13" fmla="*/ 9 h 48"/>
                <a:gd name="T14" fmla="*/ 1 w 37"/>
                <a:gd name="T15" fmla="*/ 11 h 48"/>
                <a:gd name="T16" fmla="*/ 3 w 37"/>
                <a:gd name="T17" fmla="*/ 11 h 48"/>
                <a:gd name="T18" fmla="*/ 4 w 37"/>
                <a:gd name="T19" fmla="*/ 11 h 48"/>
                <a:gd name="T20" fmla="*/ 4 w 37"/>
                <a:gd name="T21" fmla="*/ 13 h 48"/>
                <a:gd name="T22" fmla="*/ 3 w 37"/>
                <a:gd name="T23" fmla="*/ 23 h 48"/>
                <a:gd name="T24" fmla="*/ 1 w 37"/>
                <a:gd name="T25" fmla="*/ 38 h 48"/>
                <a:gd name="T26" fmla="*/ 0 w 37"/>
                <a:gd name="T27" fmla="*/ 41 h 48"/>
                <a:gd name="T28" fmla="*/ 4 w 37"/>
                <a:gd name="T29" fmla="*/ 46 h 48"/>
                <a:gd name="T30" fmla="*/ 7 w 37"/>
                <a:gd name="T31" fmla="*/ 45 h 48"/>
                <a:gd name="T32" fmla="*/ 8 w 37"/>
                <a:gd name="T33" fmla="*/ 41 h 48"/>
                <a:gd name="T34" fmla="*/ 9 w 37"/>
                <a:gd name="T35" fmla="*/ 37 h 48"/>
                <a:gd name="T36" fmla="*/ 10 w 37"/>
                <a:gd name="T37" fmla="*/ 23 h 48"/>
                <a:gd name="T38" fmla="*/ 13 w 37"/>
                <a:gd name="T39" fmla="*/ 9 h 48"/>
                <a:gd name="T40" fmla="*/ 17 w 37"/>
                <a:gd name="T41" fmla="*/ 7 h 48"/>
                <a:gd name="T42" fmla="*/ 25 w 37"/>
                <a:gd name="T43" fmla="*/ 6 h 48"/>
                <a:gd name="T44" fmla="*/ 29 w 37"/>
                <a:gd name="T45" fmla="*/ 9 h 48"/>
                <a:gd name="T46" fmla="*/ 26 w 37"/>
                <a:gd name="T47" fmla="*/ 15 h 48"/>
                <a:gd name="T48" fmla="*/ 19 w 37"/>
                <a:gd name="T49" fmla="*/ 19 h 48"/>
                <a:gd name="T50" fmla="*/ 13 w 37"/>
                <a:gd name="T51" fmla="*/ 23 h 48"/>
                <a:gd name="T52" fmla="*/ 13 w 37"/>
                <a:gd name="T53" fmla="*/ 26 h 48"/>
                <a:gd name="T54" fmla="*/ 17 w 37"/>
                <a:gd name="T55" fmla="*/ 27 h 48"/>
                <a:gd name="T56" fmla="*/ 20 w 37"/>
                <a:gd name="T57" fmla="*/ 26 h 48"/>
                <a:gd name="T58" fmla="*/ 23 w 37"/>
                <a:gd name="T59" fmla="*/ 25 h 48"/>
                <a:gd name="T60" fmla="*/ 28 w 37"/>
                <a:gd name="T61" fmla="*/ 27 h 48"/>
                <a:gd name="T62" fmla="*/ 29 w 37"/>
                <a:gd name="T63" fmla="*/ 31 h 48"/>
                <a:gd name="T64" fmla="*/ 25 w 37"/>
                <a:gd name="T65" fmla="*/ 37 h 48"/>
                <a:gd name="T66" fmla="*/ 18 w 37"/>
                <a:gd name="T67" fmla="*/ 40 h 48"/>
                <a:gd name="T68" fmla="*/ 16 w 37"/>
                <a:gd name="T69" fmla="*/ 40 h 48"/>
                <a:gd name="T70" fmla="*/ 10 w 37"/>
                <a:gd name="T71" fmla="*/ 45 h 48"/>
                <a:gd name="T72" fmla="*/ 14 w 37"/>
                <a:gd name="T73" fmla="*/ 48 h 48"/>
                <a:gd name="T74" fmla="*/ 30 w 37"/>
                <a:gd name="T75" fmla="*/ 42 h 48"/>
                <a:gd name="T76" fmla="*/ 37 w 37"/>
                <a:gd name="T77" fmla="*/ 30 h 48"/>
                <a:gd name="T78" fmla="*/ 35 w 37"/>
                <a:gd name="T79" fmla="*/ 25 h 48"/>
                <a:gd name="T80" fmla="*/ 28 w 37"/>
                <a:gd name="T81" fmla="*/ 20 h 48"/>
                <a:gd name="T82" fmla="*/ 35 w 37"/>
                <a:gd name="T83" fmla="*/ 1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7" h="48">
                  <a:moveTo>
                    <a:pt x="35" y="14"/>
                  </a:moveTo>
                  <a:cubicBezTo>
                    <a:pt x="37" y="12"/>
                    <a:pt x="37" y="10"/>
                    <a:pt x="37" y="9"/>
                  </a:cubicBezTo>
                  <a:cubicBezTo>
                    <a:pt x="37" y="6"/>
                    <a:pt x="36" y="4"/>
                    <a:pt x="34" y="3"/>
                  </a:cubicBezTo>
                  <a:cubicBezTo>
                    <a:pt x="32" y="1"/>
                    <a:pt x="29" y="0"/>
                    <a:pt x="26" y="0"/>
                  </a:cubicBezTo>
                  <a:cubicBezTo>
                    <a:pt x="20" y="0"/>
                    <a:pt x="14" y="1"/>
                    <a:pt x="9" y="3"/>
                  </a:cubicBezTo>
                  <a:cubicBezTo>
                    <a:pt x="3" y="4"/>
                    <a:pt x="0" y="6"/>
                    <a:pt x="0" y="8"/>
                  </a:cubicBezTo>
                  <a:cubicBezTo>
                    <a:pt x="0" y="9"/>
                    <a:pt x="0" y="9"/>
                    <a:pt x="1" y="9"/>
                  </a:cubicBezTo>
                  <a:cubicBezTo>
                    <a:pt x="1" y="10"/>
                    <a:pt x="1" y="10"/>
                    <a:pt x="1" y="11"/>
                  </a:cubicBezTo>
                  <a:cubicBezTo>
                    <a:pt x="2" y="11"/>
                    <a:pt x="2" y="11"/>
                    <a:pt x="3" y="11"/>
                  </a:cubicBezTo>
                  <a:cubicBezTo>
                    <a:pt x="4" y="11"/>
                    <a:pt x="4" y="11"/>
                    <a:pt x="4" y="11"/>
                  </a:cubicBezTo>
                  <a:cubicBezTo>
                    <a:pt x="4" y="11"/>
                    <a:pt x="4" y="12"/>
                    <a:pt x="4" y="13"/>
                  </a:cubicBezTo>
                  <a:cubicBezTo>
                    <a:pt x="4" y="13"/>
                    <a:pt x="4" y="17"/>
                    <a:pt x="3" y="23"/>
                  </a:cubicBezTo>
                  <a:cubicBezTo>
                    <a:pt x="2" y="29"/>
                    <a:pt x="2" y="34"/>
                    <a:pt x="1" y="38"/>
                  </a:cubicBezTo>
                  <a:cubicBezTo>
                    <a:pt x="0" y="40"/>
                    <a:pt x="0" y="40"/>
                    <a:pt x="0" y="41"/>
                  </a:cubicBezTo>
                  <a:cubicBezTo>
                    <a:pt x="0" y="45"/>
                    <a:pt x="1" y="46"/>
                    <a:pt x="4" y="46"/>
                  </a:cubicBezTo>
                  <a:cubicBezTo>
                    <a:pt x="5" y="46"/>
                    <a:pt x="6" y="46"/>
                    <a:pt x="7" y="45"/>
                  </a:cubicBezTo>
                  <a:cubicBezTo>
                    <a:pt x="8" y="45"/>
                    <a:pt x="8" y="43"/>
                    <a:pt x="8" y="41"/>
                  </a:cubicBezTo>
                  <a:cubicBezTo>
                    <a:pt x="9" y="37"/>
                    <a:pt x="9" y="37"/>
                    <a:pt x="9" y="37"/>
                  </a:cubicBezTo>
                  <a:cubicBezTo>
                    <a:pt x="9" y="36"/>
                    <a:pt x="9" y="31"/>
                    <a:pt x="10" y="23"/>
                  </a:cubicBezTo>
                  <a:cubicBezTo>
                    <a:pt x="12" y="15"/>
                    <a:pt x="12" y="10"/>
                    <a:pt x="13" y="9"/>
                  </a:cubicBezTo>
                  <a:cubicBezTo>
                    <a:pt x="13" y="8"/>
                    <a:pt x="14" y="8"/>
                    <a:pt x="17" y="7"/>
                  </a:cubicBezTo>
                  <a:cubicBezTo>
                    <a:pt x="19" y="6"/>
                    <a:pt x="22" y="6"/>
                    <a:pt x="25" y="6"/>
                  </a:cubicBezTo>
                  <a:cubicBezTo>
                    <a:pt x="28" y="6"/>
                    <a:pt x="29" y="7"/>
                    <a:pt x="29" y="9"/>
                  </a:cubicBezTo>
                  <a:cubicBezTo>
                    <a:pt x="29" y="11"/>
                    <a:pt x="28" y="12"/>
                    <a:pt x="26" y="15"/>
                  </a:cubicBezTo>
                  <a:cubicBezTo>
                    <a:pt x="23" y="17"/>
                    <a:pt x="21" y="19"/>
                    <a:pt x="19" y="19"/>
                  </a:cubicBezTo>
                  <a:cubicBezTo>
                    <a:pt x="15" y="21"/>
                    <a:pt x="13" y="22"/>
                    <a:pt x="13" y="23"/>
                  </a:cubicBezTo>
                  <a:cubicBezTo>
                    <a:pt x="13" y="25"/>
                    <a:pt x="13" y="26"/>
                    <a:pt x="13" y="26"/>
                  </a:cubicBezTo>
                  <a:cubicBezTo>
                    <a:pt x="14" y="27"/>
                    <a:pt x="15" y="27"/>
                    <a:pt x="17" y="27"/>
                  </a:cubicBezTo>
                  <a:cubicBezTo>
                    <a:pt x="18" y="27"/>
                    <a:pt x="19" y="27"/>
                    <a:pt x="20" y="26"/>
                  </a:cubicBezTo>
                  <a:cubicBezTo>
                    <a:pt x="22" y="25"/>
                    <a:pt x="23" y="25"/>
                    <a:pt x="23" y="25"/>
                  </a:cubicBezTo>
                  <a:cubicBezTo>
                    <a:pt x="25" y="25"/>
                    <a:pt x="26" y="26"/>
                    <a:pt x="28" y="27"/>
                  </a:cubicBezTo>
                  <a:cubicBezTo>
                    <a:pt x="29" y="28"/>
                    <a:pt x="29" y="29"/>
                    <a:pt x="29" y="31"/>
                  </a:cubicBezTo>
                  <a:cubicBezTo>
                    <a:pt x="29" y="33"/>
                    <a:pt x="28" y="35"/>
                    <a:pt x="25" y="37"/>
                  </a:cubicBezTo>
                  <a:cubicBezTo>
                    <a:pt x="22" y="39"/>
                    <a:pt x="19" y="40"/>
                    <a:pt x="18" y="40"/>
                  </a:cubicBezTo>
                  <a:cubicBezTo>
                    <a:pt x="16" y="40"/>
                    <a:pt x="16" y="40"/>
                    <a:pt x="16" y="40"/>
                  </a:cubicBezTo>
                  <a:cubicBezTo>
                    <a:pt x="12" y="40"/>
                    <a:pt x="10" y="42"/>
                    <a:pt x="10" y="45"/>
                  </a:cubicBezTo>
                  <a:cubicBezTo>
                    <a:pt x="10" y="47"/>
                    <a:pt x="11" y="48"/>
                    <a:pt x="14" y="48"/>
                  </a:cubicBezTo>
                  <a:cubicBezTo>
                    <a:pt x="20" y="48"/>
                    <a:pt x="25" y="46"/>
                    <a:pt x="30" y="42"/>
                  </a:cubicBezTo>
                  <a:cubicBezTo>
                    <a:pt x="35" y="38"/>
                    <a:pt x="37" y="34"/>
                    <a:pt x="37" y="30"/>
                  </a:cubicBezTo>
                  <a:cubicBezTo>
                    <a:pt x="37" y="28"/>
                    <a:pt x="37" y="27"/>
                    <a:pt x="35" y="25"/>
                  </a:cubicBezTo>
                  <a:cubicBezTo>
                    <a:pt x="34" y="23"/>
                    <a:pt x="32" y="21"/>
                    <a:pt x="28" y="20"/>
                  </a:cubicBezTo>
                  <a:cubicBezTo>
                    <a:pt x="32" y="17"/>
                    <a:pt x="34" y="15"/>
                    <a:pt x="35"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141"/>
            <p:cNvSpPr>
              <a:spLocks noEditPoints="1"/>
            </p:cNvSpPr>
            <p:nvPr/>
          </p:nvSpPr>
          <p:spPr bwMode="auto">
            <a:xfrm>
              <a:off x="1760537" y="2673351"/>
              <a:ext cx="52387" cy="55563"/>
            </a:xfrm>
            <a:custGeom>
              <a:avLst/>
              <a:gdLst>
                <a:gd name="T0" fmla="*/ 27 w 32"/>
                <a:gd name="T1" fmla="*/ 35 h 35"/>
                <a:gd name="T2" fmla="*/ 30 w 32"/>
                <a:gd name="T3" fmla="*/ 34 h 35"/>
                <a:gd name="T4" fmla="*/ 32 w 32"/>
                <a:gd name="T5" fmla="*/ 31 h 35"/>
                <a:gd name="T6" fmla="*/ 31 w 32"/>
                <a:gd name="T7" fmla="*/ 30 h 35"/>
                <a:gd name="T8" fmla="*/ 29 w 32"/>
                <a:gd name="T9" fmla="*/ 29 h 35"/>
                <a:gd name="T10" fmla="*/ 29 w 32"/>
                <a:gd name="T11" fmla="*/ 27 h 35"/>
                <a:gd name="T12" fmla="*/ 28 w 32"/>
                <a:gd name="T13" fmla="*/ 21 h 35"/>
                <a:gd name="T14" fmla="*/ 29 w 32"/>
                <a:gd name="T15" fmla="*/ 11 h 35"/>
                <a:gd name="T16" fmla="*/ 30 w 32"/>
                <a:gd name="T17" fmla="*/ 7 h 35"/>
                <a:gd name="T18" fmla="*/ 26 w 32"/>
                <a:gd name="T19" fmla="*/ 4 h 35"/>
                <a:gd name="T20" fmla="*/ 22 w 32"/>
                <a:gd name="T21" fmla="*/ 0 h 35"/>
                <a:gd name="T22" fmla="*/ 7 w 32"/>
                <a:gd name="T23" fmla="*/ 9 h 35"/>
                <a:gd name="T24" fmla="*/ 0 w 32"/>
                <a:gd name="T25" fmla="*/ 26 h 35"/>
                <a:gd name="T26" fmla="*/ 2 w 32"/>
                <a:gd name="T27" fmla="*/ 32 h 35"/>
                <a:gd name="T28" fmla="*/ 7 w 32"/>
                <a:gd name="T29" fmla="*/ 34 h 35"/>
                <a:gd name="T30" fmla="*/ 22 w 32"/>
                <a:gd name="T31" fmla="*/ 23 h 35"/>
                <a:gd name="T32" fmla="*/ 27 w 32"/>
                <a:gd name="T33" fmla="*/ 35 h 35"/>
                <a:gd name="T34" fmla="*/ 17 w 32"/>
                <a:gd name="T35" fmla="*/ 21 h 35"/>
                <a:gd name="T36" fmla="*/ 9 w 32"/>
                <a:gd name="T37" fmla="*/ 27 h 35"/>
                <a:gd name="T38" fmla="*/ 8 w 32"/>
                <a:gd name="T39" fmla="*/ 25 h 35"/>
                <a:gd name="T40" fmla="*/ 12 w 32"/>
                <a:gd name="T41" fmla="*/ 13 h 35"/>
                <a:gd name="T42" fmla="*/ 20 w 32"/>
                <a:gd name="T43" fmla="*/ 7 h 35"/>
                <a:gd name="T44" fmla="*/ 22 w 32"/>
                <a:gd name="T45" fmla="*/ 8 h 35"/>
                <a:gd name="T46" fmla="*/ 23 w 32"/>
                <a:gd name="T47" fmla="*/ 10 h 35"/>
                <a:gd name="T48" fmla="*/ 17 w 32"/>
                <a:gd name="T49" fmla="*/ 2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 h="35">
                  <a:moveTo>
                    <a:pt x="27" y="35"/>
                  </a:moveTo>
                  <a:cubicBezTo>
                    <a:pt x="28" y="35"/>
                    <a:pt x="29" y="34"/>
                    <a:pt x="30" y="34"/>
                  </a:cubicBezTo>
                  <a:cubicBezTo>
                    <a:pt x="32" y="33"/>
                    <a:pt x="32" y="32"/>
                    <a:pt x="32" y="31"/>
                  </a:cubicBezTo>
                  <a:cubicBezTo>
                    <a:pt x="32" y="30"/>
                    <a:pt x="32" y="30"/>
                    <a:pt x="31" y="30"/>
                  </a:cubicBezTo>
                  <a:cubicBezTo>
                    <a:pt x="30" y="29"/>
                    <a:pt x="30" y="29"/>
                    <a:pt x="29" y="29"/>
                  </a:cubicBezTo>
                  <a:cubicBezTo>
                    <a:pt x="29" y="28"/>
                    <a:pt x="29" y="28"/>
                    <a:pt x="29" y="27"/>
                  </a:cubicBezTo>
                  <a:cubicBezTo>
                    <a:pt x="28" y="25"/>
                    <a:pt x="28" y="24"/>
                    <a:pt x="28" y="21"/>
                  </a:cubicBezTo>
                  <a:cubicBezTo>
                    <a:pt x="28" y="19"/>
                    <a:pt x="28" y="15"/>
                    <a:pt x="29" y="11"/>
                  </a:cubicBezTo>
                  <a:cubicBezTo>
                    <a:pt x="30" y="9"/>
                    <a:pt x="30" y="7"/>
                    <a:pt x="30" y="7"/>
                  </a:cubicBezTo>
                  <a:cubicBezTo>
                    <a:pt x="30" y="5"/>
                    <a:pt x="29" y="4"/>
                    <a:pt x="26" y="4"/>
                  </a:cubicBezTo>
                  <a:cubicBezTo>
                    <a:pt x="26" y="2"/>
                    <a:pt x="24" y="0"/>
                    <a:pt x="22" y="0"/>
                  </a:cubicBezTo>
                  <a:cubicBezTo>
                    <a:pt x="17" y="0"/>
                    <a:pt x="12" y="3"/>
                    <a:pt x="7" y="9"/>
                  </a:cubicBezTo>
                  <a:cubicBezTo>
                    <a:pt x="3" y="15"/>
                    <a:pt x="0" y="21"/>
                    <a:pt x="0" y="26"/>
                  </a:cubicBezTo>
                  <a:cubicBezTo>
                    <a:pt x="0" y="28"/>
                    <a:pt x="1" y="30"/>
                    <a:pt x="2" y="32"/>
                  </a:cubicBezTo>
                  <a:cubicBezTo>
                    <a:pt x="4" y="33"/>
                    <a:pt x="5" y="34"/>
                    <a:pt x="7" y="34"/>
                  </a:cubicBezTo>
                  <a:cubicBezTo>
                    <a:pt x="12" y="34"/>
                    <a:pt x="17" y="30"/>
                    <a:pt x="22" y="23"/>
                  </a:cubicBezTo>
                  <a:cubicBezTo>
                    <a:pt x="22" y="31"/>
                    <a:pt x="23" y="35"/>
                    <a:pt x="27" y="35"/>
                  </a:cubicBezTo>
                  <a:close/>
                  <a:moveTo>
                    <a:pt x="17" y="21"/>
                  </a:moveTo>
                  <a:cubicBezTo>
                    <a:pt x="14" y="25"/>
                    <a:pt x="11" y="27"/>
                    <a:pt x="9" y="27"/>
                  </a:cubicBezTo>
                  <a:cubicBezTo>
                    <a:pt x="8" y="27"/>
                    <a:pt x="8" y="27"/>
                    <a:pt x="8" y="25"/>
                  </a:cubicBezTo>
                  <a:cubicBezTo>
                    <a:pt x="8" y="22"/>
                    <a:pt x="9" y="18"/>
                    <a:pt x="12" y="13"/>
                  </a:cubicBezTo>
                  <a:cubicBezTo>
                    <a:pt x="16" y="9"/>
                    <a:pt x="18" y="7"/>
                    <a:pt x="20" y="7"/>
                  </a:cubicBezTo>
                  <a:cubicBezTo>
                    <a:pt x="21" y="7"/>
                    <a:pt x="21" y="7"/>
                    <a:pt x="22" y="8"/>
                  </a:cubicBezTo>
                  <a:cubicBezTo>
                    <a:pt x="22" y="8"/>
                    <a:pt x="23" y="9"/>
                    <a:pt x="23" y="10"/>
                  </a:cubicBezTo>
                  <a:cubicBezTo>
                    <a:pt x="23" y="13"/>
                    <a:pt x="21" y="17"/>
                    <a:pt x="17"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142"/>
            <p:cNvSpPr>
              <a:spLocks/>
            </p:cNvSpPr>
            <p:nvPr/>
          </p:nvSpPr>
          <p:spPr bwMode="auto">
            <a:xfrm>
              <a:off x="1819275" y="2673351"/>
              <a:ext cx="42862" cy="55563"/>
            </a:xfrm>
            <a:custGeom>
              <a:avLst/>
              <a:gdLst>
                <a:gd name="T0" fmla="*/ 10 w 27"/>
                <a:gd name="T1" fmla="*/ 35 h 35"/>
                <a:gd name="T2" fmla="*/ 22 w 27"/>
                <a:gd name="T3" fmla="*/ 31 h 35"/>
                <a:gd name="T4" fmla="*/ 27 w 27"/>
                <a:gd name="T5" fmla="*/ 25 h 35"/>
                <a:gd name="T6" fmla="*/ 25 w 27"/>
                <a:gd name="T7" fmla="*/ 24 h 35"/>
                <a:gd name="T8" fmla="*/ 22 w 27"/>
                <a:gd name="T9" fmla="*/ 25 h 35"/>
                <a:gd name="T10" fmla="*/ 12 w 27"/>
                <a:gd name="T11" fmla="*/ 29 h 35"/>
                <a:gd name="T12" fmla="*/ 7 w 27"/>
                <a:gd name="T13" fmla="*/ 25 h 35"/>
                <a:gd name="T14" fmla="*/ 11 w 27"/>
                <a:gd name="T15" fmla="*/ 13 h 35"/>
                <a:gd name="T16" fmla="*/ 17 w 27"/>
                <a:gd name="T17" fmla="*/ 6 h 35"/>
                <a:gd name="T18" fmla="*/ 19 w 27"/>
                <a:gd name="T19" fmla="*/ 9 h 35"/>
                <a:gd name="T20" fmla="*/ 22 w 27"/>
                <a:gd name="T21" fmla="*/ 13 h 35"/>
                <a:gd name="T22" fmla="*/ 24 w 27"/>
                <a:gd name="T23" fmla="*/ 12 h 35"/>
                <a:gd name="T24" fmla="*/ 25 w 27"/>
                <a:gd name="T25" fmla="*/ 8 h 35"/>
                <a:gd name="T26" fmla="*/ 23 w 27"/>
                <a:gd name="T27" fmla="*/ 3 h 35"/>
                <a:gd name="T28" fmla="*/ 19 w 27"/>
                <a:gd name="T29" fmla="*/ 0 h 35"/>
                <a:gd name="T30" fmla="*/ 6 w 27"/>
                <a:gd name="T31" fmla="*/ 9 h 35"/>
                <a:gd name="T32" fmla="*/ 0 w 27"/>
                <a:gd name="T33" fmla="*/ 25 h 35"/>
                <a:gd name="T34" fmla="*/ 3 w 27"/>
                <a:gd name="T35" fmla="*/ 32 h 35"/>
                <a:gd name="T36" fmla="*/ 10 w 27"/>
                <a:gd name="T37"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 h="35">
                  <a:moveTo>
                    <a:pt x="10" y="35"/>
                  </a:moveTo>
                  <a:cubicBezTo>
                    <a:pt x="14" y="35"/>
                    <a:pt x="18" y="34"/>
                    <a:pt x="22" y="31"/>
                  </a:cubicBezTo>
                  <a:cubicBezTo>
                    <a:pt x="25" y="29"/>
                    <a:pt x="27" y="27"/>
                    <a:pt x="27" y="25"/>
                  </a:cubicBezTo>
                  <a:cubicBezTo>
                    <a:pt x="27" y="24"/>
                    <a:pt x="26" y="24"/>
                    <a:pt x="25" y="24"/>
                  </a:cubicBezTo>
                  <a:cubicBezTo>
                    <a:pt x="24" y="24"/>
                    <a:pt x="23" y="24"/>
                    <a:pt x="22" y="25"/>
                  </a:cubicBezTo>
                  <a:cubicBezTo>
                    <a:pt x="18" y="28"/>
                    <a:pt x="15" y="29"/>
                    <a:pt x="12" y="29"/>
                  </a:cubicBezTo>
                  <a:cubicBezTo>
                    <a:pt x="9" y="29"/>
                    <a:pt x="7" y="27"/>
                    <a:pt x="7" y="25"/>
                  </a:cubicBezTo>
                  <a:cubicBezTo>
                    <a:pt x="7" y="21"/>
                    <a:pt x="9" y="18"/>
                    <a:pt x="11" y="13"/>
                  </a:cubicBezTo>
                  <a:cubicBezTo>
                    <a:pt x="14" y="9"/>
                    <a:pt x="16" y="6"/>
                    <a:pt x="17" y="6"/>
                  </a:cubicBezTo>
                  <a:cubicBezTo>
                    <a:pt x="18" y="6"/>
                    <a:pt x="19" y="7"/>
                    <a:pt x="19" y="9"/>
                  </a:cubicBezTo>
                  <a:cubicBezTo>
                    <a:pt x="19" y="12"/>
                    <a:pt x="20" y="13"/>
                    <a:pt x="22" y="13"/>
                  </a:cubicBezTo>
                  <a:cubicBezTo>
                    <a:pt x="23" y="13"/>
                    <a:pt x="24" y="13"/>
                    <a:pt x="24" y="12"/>
                  </a:cubicBezTo>
                  <a:cubicBezTo>
                    <a:pt x="25" y="12"/>
                    <a:pt x="25" y="10"/>
                    <a:pt x="25" y="8"/>
                  </a:cubicBezTo>
                  <a:cubicBezTo>
                    <a:pt x="25" y="6"/>
                    <a:pt x="25" y="4"/>
                    <a:pt x="23" y="3"/>
                  </a:cubicBezTo>
                  <a:cubicBezTo>
                    <a:pt x="22" y="1"/>
                    <a:pt x="20" y="0"/>
                    <a:pt x="19" y="0"/>
                  </a:cubicBezTo>
                  <a:cubicBezTo>
                    <a:pt x="15" y="0"/>
                    <a:pt x="11" y="3"/>
                    <a:pt x="6" y="9"/>
                  </a:cubicBezTo>
                  <a:cubicBezTo>
                    <a:pt x="2" y="14"/>
                    <a:pt x="0" y="20"/>
                    <a:pt x="0" y="25"/>
                  </a:cubicBezTo>
                  <a:cubicBezTo>
                    <a:pt x="0" y="28"/>
                    <a:pt x="1" y="31"/>
                    <a:pt x="3" y="32"/>
                  </a:cubicBezTo>
                  <a:cubicBezTo>
                    <a:pt x="5" y="34"/>
                    <a:pt x="7" y="35"/>
                    <a:pt x="10"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143"/>
            <p:cNvSpPr>
              <a:spLocks/>
            </p:cNvSpPr>
            <p:nvPr/>
          </p:nvSpPr>
          <p:spPr bwMode="auto">
            <a:xfrm>
              <a:off x="1870075" y="2644776"/>
              <a:ext cx="53975" cy="84138"/>
            </a:xfrm>
            <a:custGeom>
              <a:avLst/>
              <a:gdLst>
                <a:gd name="T0" fmla="*/ 32 w 33"/>
                <a:gd name="T1" fmla="*/ 21 h 52"/>
                <a:gd name="T2" fmla="*/ 28 w 33"/>
                <a:gd name="T3" fmla="*/ 18 h 52"/>
                <a:gd name="T4" fmla="*/ 18 w 33"/>
                <a:gd name="T5" fmla="*/ 25 h 52"/>
                <a:gd name="T6" fmla="*/ 9 w 33"/>
                <a:gd name="T7" fmla="*/ 33 h 52"/>
                <a:gd name="T8" fmla="*/ 10 w 33"/>
                <a:gd name="T9" fmla="*/ 22 h 52"/>
                <a:gd name="T10" fmla="*/ 10 w 33"/>
                <a:gd name="T11" fmla="*/ 22 h 52"/>
                <a:gd name="T12" fmla="*/ 11 w 33"/>
                <a:gd name="T13" fmla="*/ 19 h 52"/>
                <a:gd name="T14" fmla="*/ 13 w 33"/>
                <a:gd name="T15" fmla="*/ 4 h 52"/>
                <a:gd name="T16" fmla="*/ 13 w 33"/>
                <a:gd name="T17" fmla="*/ 1 h 52"/>
                <a:gd name="T18" fmla="*/ 11 w 33"/>
                <a:gd name="T19" fmla="*/ 0 h 52"/>
                <a:gd name="T20" fmla="*/ 8 w 33"/>
                <a:gd name="T21" fmla="*/ 1 h 52"/>
                <a:gd name="T22" fmla="*/ 6 w 33"/>
                <a:gd name="T23" fmla="*/ 4 h 52"/>
                <a:gd name="T24" fmla="*/ 5 w 33"/>
                <a:gd name="T25" fmla="*/ 11 h 52"/>
                <a:gd name="T26" fmla="*/ 3 w 33"/>
                <a:gd name="T27" fmla="*/ 26 h 52"/>
                <a:gd name="T28" fmla="*/ 1 w 33"/>
                <a:gd name="T29" fmla="*/ 45 h 52"/>
                <a:gd name="T30" fmla="*/ 0 w 33"/>
                <a:gd name="T31" fmla="*/ 49 h 52"/>
                <a:gd name="T32" fmla="*/ 1 w 33"/>
                <a:gd name="T33" fmla="*/ 51 h 52"/>
                <a:gd name="T34" fmla="*/ 4 w 33"/>
                <a:gd name="T35" fmla="*/ 52 h 52"/>
                <a:gd name="T36" fmla="*/ 7 w 33"/>
                <a:gd name="T37" fmla="*/ 51 h 52"/>
                <a:gd name="T38" fmla="*/ 7 w 33"/>
                <a:gd name="T39" fmla="*/ 48 h 52"/>
                <a:gd name="T40" fmla="*/ 7 w 33"/>
                <a:gd name="T41" fmla="*/ 41 h 52"/>
                <a:gd name="T42" fmla="*/ 7 w 33"/>
                <a:gd name="T43" fmla="*/ 41 h 52"/>
                <a:gd name="T44" fmla="*/ 9 w 33"/>
                <a:gd name="T45" fmla="*/ 40 h 52"/>
                <a:gd name="T46" fmla="*/ 11 w 33"/>
                <a:gd name="T47" fmla="*/ 38 h 52"/>
                <a:gd name="T48" fmla="*/ 15 w 33"/>
                <a:gd name="T49" fmla="*/ 43 h 52"/>
                <a:gd name="T50" fmla="*/ 22 w 33"/>
                <a:gd name="T51" fmla="*/ 50 h 52"/>
                <a:gd name="T52" fmla="*/ 26 w 33"/>
                <a:gd name="T53" fmla="*/ 52 h 52"/>
                <a:gd name="T54" fmla="*/ 32 w 33"/>
                <a:gd name="T55" fmla="*/ 50 h 52"/>
                <a:gd name="T56" fmla="*/ 33 w 33"/>
                <a:gd name="T57" fmla="*/ 47 h 52"/>
                <a:gd name="T58" fmla="*/ 33 w 33"/>
                <a:gd name="T59" fmla="*/ 46 h 52"/>
                <a:gd name="T60" fmla="*/ 32 w 33"/>
                <a:gd name="T61" fmla="*/ 46 h 52"/>
                <a:gd name="T62" fmla="*/ 30 w 33"/>
                <a:gd name="T63" fmla="*/ 46 h 52"/>
                <a:gd name="T64" fmla="*/ 26 w 33"/>
                <a:gd name="T65" fmla="*/ 44 h 52"/>
                <a:gd name="T66" fmla="*/ 21 w 33"/>
                <a:gd name="T67" fmla="*/ 39 h 52"/>
                <a:gd name="T68" fmla="*/ 17 w 33"/>
                <a:gd name="T69" fmla="*/ 35 h 52"/>
                <a:gd name="T70" fmla="*/ 18 w 33"/>
                <a:gd name="T71" fmla="*/ 33 h 52"/>
                <a:gd name="T72" fmla="*/ 22 w 33"/>
                <a:gd name="T73" fmla="*/ 30 h 52"/>
                <a:gd name="T74" fmla="*/ 26 w 33"/>
                <a:gd name="T75" fmla="*/ 27 h 52"/>
                <a:gd name="T76" fmla="*/ 29 w 33"/>
                <a:gd name="T77" fmla="*/ 26 h 52"/>
                <a:gd name="T78" fmla="*/ 29 w 33"/>
                <a:gd name="T79" fmla="*/ 26 h 52"/>
                <a:gd name="T80" fmla="*/ 29 w 33"/>
                <a:gd name="T81" fmla="*/ 26 h 52"/>
                <a:gd name="T82" fmla="*/ 32 w 33"/>
                <a:gd name="T83" fmla="*/ 2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 h="52">
                  <a:moveTo>
                    <a:pt x="32" y="21"/>
                  </a:moveTo>
                  <a:cubicBezTo>
                    <a:pt x="32" y="19"/>
                    <a:pt x="31" y="18"/>
                    <a:pt x="28" y="18"/>
                  </a:cubicBezTo>
                  <a:cubicBezTo>
                    <a:pt x="26" y="18"/>
                    <a:pt x="23" y="21"/>
                    <a:pt x="18" y="25"/>
                  </a:cubicBezTo>
                  <a:cubicBezTo>
                    <a:pt x="9" y="33"/>
                    <a:pt x="9" y="33"/>
                    <a:pt x="9" y="33"/>
                  </a:cubicBezTo>
                  <a:cubicBezTo>
                    <a:pt x="9" y="32"/>
                    <a:pt x="9" y="30"/>
                    <a:pt x="10" y="22"/>
                  </a:cubicBezTo>
                  <a:cubicBezTo>
                    <a:pt x="10" y="22"/>
                    <a:pt x="10" y="22"/>
                    <a:pt x="10" y="22"/>
                  </a:cubicBezTo>
                  <a:cubicBezTo>
                    <a:pt x="11" y="19"/>
                    <a:pt x="11" y="19"/>
                    <a:pt x="11" y="19"/>
                  </a:cubicBezTo>
                  <a:cubicBezTo>
                    <a:pt x="13" y="10"/>
                    <a:pt x="13" y="5"/>
                    <a:pt x="13" y="4"/>
                  </a:cubicBezTo>
                  <a:cubicBezTo>
                    <a:pt x="13" y="3"/>
                    <a:pt x="13" y="2"/>
                    <a:pt x="13" y="1"/>
                  </a:cubicBezTo>
                  <a:cubicBezTo>
                    <a:pt x="12" y="1"/>
                    <a:pt x="11" y="0"/>
                    <a:pt x="11" y="0"/>
                  </a:cubicBezTo>
                  <a:cubicBezTo>
                    <a:pt x="10" y="0"/>
                    <a:pt x="9" y="1"/>
                    <a:pt x="8" y="1"/>
                  </a:cubicBezTo>
                  <a:cubicBezTo>
                    <a:pt x="7" y="2"/>
                    <a:pt x="7" y="3"/>
                    <a:pt x="6" y="4"/>
                  </a:cubicBezTo>
                  <a:cubicBezTo>
                    <a:pt x="6" y="5"/>
                    <a:pt x="5" y="7"/>
                    <a:pt x="5" y="11"/>
                  </a:cubicBezTo>
                  <a:cubicBezTo>
                    <a:pt x="4" y="14"/>
                    <a:pt x="4" y="19"/>
                    <a:pt x="3" y="26"/>
                  </a:cubicBezTo>
                  <a:cubicBezTo>
                    <a:pt x="3" y="33"/>
                    <a:pt x="2" y="40"/>
                    <a:pt x="1" y="45"/>
                  </a:cubicBezTo>
                  <a:cubicBezTo>
                    <a:pt x="0" y="47"/>
                    <a:pt x="0" y="49"/>
                    <a:pt x="0" y="49"/>
                  </a:cubicBezTo>
                  <a:cubicBezTo>
                    <a:pt x="0" y="50"/>
                    <a:pt x="0" y="51"/>
                    <a:pt x="1" y="51"/>
                  </a:cubicBezTo>
                  <a:cubicBezTo>
                    <a:pt x="2" y="52"/>
                    <a:pt x="3" y="52"/>
                    <a:pt x="4" y="52"/>
                  </a:cubicBezTo>
                  <a:cubicBezTo>
                    <a:pt x="5" y="52"/>
                    <a:pt x="6" y="52"/>
                    <a:pt x="7" y="51"/>
                  </a:cubicBezTo>
                  <a:cubicBezTo>
                    <a:pt x="7" y="50"/>
                    <a:pt x="7" y="49"/>
                    <a:pt x="7" y="48"/>
                  </a:cubicBezTo>
                  <a:cubicBezTo>
                    <a:pt x="7" y="45"/>
                    <a:pt x="7" y="43"/>
                    <a:pt x="7" y="41"/>
                  </a:cubicBezTo>
                  <a:cubicBezTo>
                    <a:pt x="7" y="41"/>
                    <a:pt x="7" y="41"/>
                    <a:pt x="7" y="41"/>
                  </a:cubicBezTo>
                  <a:cubicBezTo>
                    <a:pt x="7" y="41"/>
                    <a:pt x="8" y="40"/>
                    <a:pt x="9" y="40"/>
                  </a:cubicBezTo>
                  <a:cubicBezTo>
                    <a:pt x="10" y="39"/>
                    <a:pt x="11" y="38"/>
                    <a:pt x="11" y="38"/>
                  </a:cubicBezTo>
                  <a:cubicBezTo>
                    <a:pt x="11" y="38"/>
                    <a:pt x="12" y="40"/>
                    <a:pt x="15" y="43"/>
                  </a:cubicBezTo>
                  <a:cubicBezTo>
                    <a:pt x="18" y="47"/>
                    <a:pt x="20" y="49"/>
                    <a:pt x="22" y="50"/>
                  </a:cubicBezTo>
                  <a:cubicBezTo>
                    <a:pt x="23" y="51"/>
                    <a:pt x="25" y="52"/>
                    <a:pt x="26" y="52"/>
                  </a:cubicBezTo>
                  <a:cubicBezTo>
                    <a:pt x="29" y="52"/>
                    <a:pt x="31" y="51"/>
                    <a:pt x="32" y="50"/>
                  </a:cubicBezTo>
                  <a:cubicBezTo>
                    <a:pt x="33" y="49"/>
                    <a:pt x="33" y="48"/>
                    <a:pt x="33" y="47"/>
                  </a:cubicBezTo>
                  <a:cubicBezTo>
                    <a:pt x="33" y="47"/>
                    <a:pt x="33" y="46"/>
                    <a:pt x="33" y="46"/>
                  </a:cubicBezTo>
                  <a:cubicBezTo>
                    <a:pt x="32" y="46"/>
                    <a:pt x="32" y="46"/>
                    <a:pt x="32" y="46"/>
                  </a:cubicBezTo>
                  <a:cubicBezTo>
                    <a:pt x="30" y="46"/>
                    <a:pt x="30" y="46"/>
                    <a:pt x="30" y="46"/>
                  </a:cubicBezTo>
                  <a:cubicBezTo>
                    <a:pt x="29" y="46"/>
                    <a:pt x="28" y="45"/>
                    <a:pt x="26" y="44"/>
                  </a:cubicBezTo>
                  <a:cubicBezTo>
                    <a:pt x="25" y="43"/>
                    <a:pt x="23" y="41"/>
                    <a:pt x="21" y="39"/>
                  </a:cubicBezTo>
                  <a:cubicBezTo>
                    <a:pt x="18" y="36"/>
                    <a:pt x="17" y="35"/>
                    <a:pt x="17" y="35"/>
                  </a:cubicBezTo>
                  <a:cubicBezTo>
                    <a:pt x="17" y="34"/>
                    <a:pt x="17" y="34"/>
                    <a:pt x="18" y="33"/>
                  </a:cubicBezTo>
                  <a:cubicBezTo>
                    <a:pt x="19" y="32"/>
                    <a:pt x="20" y="31"/>
                    <a:pt x="22" y="30"/>
                  </a:cubicBezTo>
                  <a:cubicBezTo>
                    <a:pt x="23" y="29"/>
                    <a:pt x="24" y="28"/>
                    <a:pt x="26" y="27"/>
                  </a:cubicBezTo>
                  <a:cubicBezTo>
                    <a:pt x="26" y="27"/>
                    <a:pt x="27" y="26"/>
                    <a:pt x="29" y="26"/>
                  </a:cubicBezTo>
                  <a:cubicBezTo>
                    <a:pt x="29" y="26"/>
                    <a:pt x="29" y="26"/>
                    <a:pt x="29" y="26"/>
                  </a:cubicBezTo>
                  <a:cubicBezTo>
                    <a:pt x="29" y="26"/>
                    <a:pt x="29" y="26"/>
                    <a:pt x="29" y="26"/>
                  </a:cubicBezTo>
                  <a:cubicBezTo>
                    <a:pt x="31" y="26"/>
                    <a:pt x="32" y="23"/>
                    <a:pt x="32"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144"/>
            <p:cNvSpPr>
              <a:spLocks noEditPoints="1"/>
            </p:cNvSpPr>
            <p:nvPr/>
          </p:nvSpPr>
          <p:spPr bwMode="auto">
            <a:xfrm>
              <a:off x="1973262" y="2654301"/>
              <a:ext cx="61912" cy="74613"/>
            </a:xfrm>
            <a:custGeom>
              <a:avLst/>
              <a:gdLst>
                <a:gd name="T0" fmla="*/ 1 w 38"/>
                <a:gd name="T1" fmla="*/ 6 h 46"/>
                <a:gd name="T2" fmla="*/ 3 w 38"/>
                <a:gd name="T3" fmla="*/ 10 h 46"/>
                <a:gd name="T4" fmla="*/ 3 w 38"/>
                <a:gd name="T5" fmla="*/ 13 h 46"/>
                <a:gd name="T6" fmla="*/ 2 w 38"/>
                <a:gd name="T7" fmla="*/ 26 h 46"/>
                <a:gd name="T8" fmla="*/ 0 w 38"/>
                <a:gd name="T9" fmla="*/ 42 h 46"/>
                <a:gd name="T10" fmla="*/ 3 w 38"/>
                <a:gd name="T11" fmla="*/ 46 h 46"/>
                <a:gd name="T12" fmla="*/ 6 w 38"/>
                <a:gd name="T13" fmla="*/ 45 h 46"/>
                <a:gd name="T14" fmla="*/ 7 w 38"/>
                <a:gd name="T15" fmla="*/ 42 h 46"/>
                <a:gd name="T16" fmla="*/ 8 w 38"/>
                <a:gd name="T17" fmla="*/ 31 h 46"/>
                <a:gd name="T18" fmla="*/ 12 w 38"/>
                <a:gd name="T19" fmla="*/ 30 h 46"/>
                <a:gd name="T20" fmla="*/ 30 w 38"/>
                <a:gd name="T21" fmla="*/ 23 h 46"/>
                <a:gd name="T22" fmla="*/ 38 w 38"/>
                <a:gd name="T23" fmla="*/ 10 h 46"/>
                <a:gd name="T24" fmla="*/ 34 w 38"/>
                <a:gd name="T25" fmla="*/ 3 h 46"/>
                <a:gd name="T26" fmla="*/ 23 w 38"/>
                <a:gd name="T27" fmla="*/ 0 h 46"/>
                <a:gd name="T28" fmla="*/ 9 w 38"/>
                <a:gd name="T29" fmla="*/ 2 h 46"/>
                <a:gd name="T30" fmla="*/ 1 w 38"/>
                <a:gd name="T31" fmla="*/ 6 h 46"/>
                <a:gd name="T32" fmla="*/ 23 w 38"/>
                <a:gd name="T33" fmla="*/ 6 h 46"/>
                <a:gd name="T34" fmla="*/ 31 w 38"/>
                <a:gd name="T35" fmla="*/ 11 h 46"/>
                <a:gd name="T36" fmla="*/ 24 w 38"/>
                <a:gd name="T37" fmla="*/ 19 h 46"/>
                <a:gd name="T38" fmla="*/ 9 w 38"/>
                <a:gd name="T39" fmla="*/ 24 h 46"/>
                <a:gd name="T40" fmla="*/ 11 w 38"/>
                <a:gd name="T41" fmla="*/ 8 h 46"/>
                <a:gd name="T42" fmla="*/ 23 w 38"/>
                <a:gd name="T43" fmla="*/ 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 h="46">
                  <a:moveTo>
                    <a:pt x="1" y="6"/>
                  </a:moveTo>
                  <a:cubicBezTo>
                    <a:pt x="1" y="8"/>
                    <a:pt x="1" y="9"/>
                    <a:pt x="3" y="10"/>
                  </a:cubicBezTo>
                  <a:cubicBezTo>
                    <a:pt x="3" y="10"/>
                    <a:pt x="3" y="11"/>
                    <a:pt x="3" y="13"/>
                  </a:cubicBezTo>
                  <a:cubicBezTo>
                    <a:pt x="3" y="14"/>
                    <a:pt x="2" y="19"/>
                    <a:pt x="2" y="26"/>
                  </a:cubicBezTo>
                  <a:cubicBezTo>
                    <a:pt x="0" y="35"/>
                    <a:pt x="0" y="40"/>
                    <a:pt x="0" y="42"/>
                  </a:cubicBezTo>
                  <a:cubicBezTo>
                    <a:pt x="0" y="45"/>
                    <a:pt x="1" y="46"/>
                    <a:pt x="3" y="46"/>
                  </a:cubicBezTo>
                  <a:cubicBezTo>
                    <a:pt x="5" y="46"/>
                    <a:pt x="6" y="46"/>
                    <a:pt x="6" y="45"/>
                  </a:cubicBezTo>
                  <a:cubicBezTo>
                    <a:pt x="7" y="44"/>
                    <a:pt x="7" y="43"/>
                    <a:pt x="7" y="42"/>
                  </a:cubicBezTo>
                  <a:cubicBezTo>
                    <a:pt x="7" y="39"/>
                    <a:pt x="7" y="36"/>
                    <a:pt x="8" y="31"/>
                  </a:cubicBezTo>
                  <a:cubicBezTo>
                    <a:pt x="8" y="31"/>
                    <a:pt x="10" y="30"/>
                    <a:pt x="12" y="30"/>
                  </a:cubicBezTo>
                  <a:cubicBezTo>
                    <a:pt x="19" y="28"/>
                    <a:pt x="25" y="26"/>
                    <a:pt x="30" y="23"/>
                  </a:cubicBezTo>
                  <a:cubicBezTo>
                    <a:pt x="35" y="19"/>
                    <a:pt x="38" y="15"/>
                    <a:pt x="38" y="10"/>
                  </a:cubicBezTo>
                  <a:cubicBezTo>
                    <a:pt x="38" y="7"/>
                    <a:pt x="36" y="5"/>
                    <a:pt x="34" y="3"/>
                  </a:cubicBezTo>
                  <a:cubicBezTo>
                    <a:pt x="31" y="1"/>
                    <a:pt x="27" y="0"/>
                    <a:pt x="23" y="0"/>
                  </a:cubicBezTo>
                  <a:cubicBezTo>
                    <a:pt x="19" y="0"/>
                    <a:pt x="14" y="1"/>
                    <a:pt x="9" y="2"/>
                  </a:cubicBezTo>
                  <a:cubicBezTo>
                    <a:pt x="3" y="3"/>
                    <a:pt x="1" y="5"/>
                    <a:pt x="1" y="6"/>
                  </a:cubicBezTo>
                  <a:close/>
                  <a:moveTo>
                    <a:pt x="23" y="6"/>
                  </a:moveTo>
                  <a:cubicBezTo>
                    <a:pt x="28" y="6"/>
                    <a:pt x="31" y="8"/>
                    <a:pt x="31" y="11"/>
                  </a:cubicBezTo>
                  <a:cubicBezTo>
                    <a:pt x="31" y="14"/>
                    <a:pt x="28" y="17"/>
                    <a:pt x="24" y="19"/>
                  </a:cubicBezTo>
                  <a:cubicBezTo>
                    <a:pt x="20" y="21"/>
                    <a:pt x="15" y="23"/>
                    <a:pt x="9" y="24"/>
                  </a:cubicBezTo>
                  <a:cubicBezTo>
                    <a:pt x="11" y="8"/>
                    <a:pt x="11" y="8"/>
                    <a:pt x="11" y="8"/>
                  </a:cubicBezTo>
                  <a:cubicBezTo>
                    <a:pt x="15" y="7"/>
                    <a:pt x="19" y="6"/>
                    <a:pt x="2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145"/>
            <p:cNvSpPr>
              <a:spLocks noEditPoints="1"/>
            </p:cNvSpPr>
            <p:nvPr/>
          </p:nvSpPr>
          <p:spPr bwMode="auto">
            <a:xfrm>
              <a:off x="2035175" y="2673351"/>
              <a:ext cx="52387" cy="55563"/>
            </a:xfrm>
            <a:custGeom>
              <a:avLst/>
              <a:gdLst>
                <a:gd name="T0" fmla="*/ 2 w 32"/>
                <a:gd name="T1" fmla="*/ 32 h 35"/>
                <a:gd name="T2" fmla="*/ 7 w 32"/>
                <a:gd name="T3" fmla="*/ 34 h 35"/>
                <a:gd name="T4" fmla="*/ 22 w 32"/>
                <a:gd name="T5" fmla="*/ 23 h 35"/>
                <a:gd name="T6" fmla="*/ 27 w 32"/>
                <a:gd name="T7" fmla="*/ 35 h 35"/>
                <a:gd name="T8" fmla="*/ 30 w 32"/>
                <a:gd name="T9" fmla="*/ 34 h 35"/>
                <a:gd name="T10" fmla="*/ 32 w 32"/>
                <a:gd name="T11" fmla="*/ 31 h 35"/>
                <a:gd name="T12" fmla="*/ 31 w 32"/>
                <a:gd name="T13" fmla="*/ 30 h 35"/>
                <a:gd name="T14" fmla="*/ 29 w 32"/>
                <a:gd name="T15" fmla="*/ 29 h 35"/>
                <a:gd name="T16" fmla="*/ 29 w 32"/>
                <a:gd name="T17" fmla="*/ 27 h 35"/>
                <a:gd name="T18" fmla="*/ 28 w 32"/>
                <a:gd name="T19" fmla="*/ 21 h 35"/>
                <a:gd name="T20" fmla="*/ 29 w 32"/>
                <a:gd name="T21" fmla="*/ 11 h 35"/>
                <a:gd name="T22" fmla="*/ 30 w 32"/>
                <a:gd name="T23" fmla="*/ 7 h 35"/>
                <a:gd name="T24" fmla="*/ 26 w 32"/>
                <a:gd name="T25" fmla="*/ 4 h 35"/>
                <a:gd name="T26" fmla="*/ 22 w 32"/>
                <a:gd name="T27" fmla="*/ 0 h 35"/>
                <a:gd name="T28" fmla="*/ 7 w 32"/>
                <a:gd name="T29" fmla="*/ 9 h 35"/>
                <a:gd name="T30" fmla="*/ 0 w 32"/>
                <a:gd name="T31" fmla="*/ 26 h 35"/>
                <a:gd name="T32" fmla="*/ 2 w 32"/>
                <a:gd name="T33" fmla="*/ 32 h 35"/>
                <a:gd name="T34" fmla="*/ 12 w 32"/>
                <a:gd name="T35" fmla="*/ 13 h 35"/>
                <a:gd name="T36" fmla="*/ 20 w 32"/>
                <a:gd name="T37" fmla="*/ 7 h 35"/>
                <a:gd name="T38" fmla="*/ 22 w 32"/>
                <a:gd name="T39" fmla="*/ 8 h 35"/>
                <a:gd name="T40" fmla="*/ 23 w 32"/>
                <a:gd name="T41" fmla="*/ 10 h 35"/>
                <a:gd name="T42" fmla="*/ 17 w 32"/>
                <a:gd name="T43" fmla="*/ 21 h 35"/>
                <a:gd name="T44" fmla="*/ 9 w 32"/>
                <a:gd name="T45" fmla="*/ 27 h 35"/>
                <a:gd name="T46" fmla="*/ 8 w 32"/>
                <a:gd name="T47" fmla="*/ 25 h 35"/>
                <a:gd name="T48" fmla="*/ 12 w 32"/>
                <a:gd name="T49" fmla="*/ 1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 h="35">
                  <a:moveTo>
                    <a:pt x="2" y="32"/>
                  </a:moveTo>
                  <a:cubicBezTo>
                    <a:pt x="4" y="33"/>
                    <a:pt x="5" y="34"/>
                    <a:pt x="7" y="34"/>
                  </a:cubicBezTo>
                  <a:cubicBezTo>
                    <a:pt x="12" y="34"/>
                    <a:pt x="17" y="30"/>
                    <a:pt x="22" y="23"/>
                  </a:cubicBezTo>
                  <a:cubicBezTo>
                    <a:pt x="22" y="31"/>
                    <a:pt x="23" y="35"/>
                    <a:pt x="27" y="35"/>
                  </a:cubicBezTo>
                  <a:cubicBezTo>
                    <a:pt x="28" y="35"/>
                    <a:pt x="29" y="34"/>
                    <a:pt x="30" y="34"/>
                  </a:cubicBezTo>
                  <a:cubicBezTo>
                    <a:pt x="32" y="33"/>
                    <a:pt x="32" y="32"/>
                    <a:pt x="32" y="31"/>
                  </a:cubicBezTo>
                  <a:cubicBezTo>
                    <a:pt x="32" y="30"/>
                    <a:pt x="32" y="30"/>
                    <a:pt x="31" y="30"/>
                  </a:cubicBezTo>
                  <a:cubicBezTo>
                    <a:pt x="30" y="29"/>
                    <a:pt x="30" y="29"/>
                    <a:pt x="29" y="29"/>
                  </a:cubicBezTo>
                  <a:cubicBezTo>
                    <a:pt x="29" y="28"/>
                    <a:pt x="29" y="28"/>
                    <a:pt x="29" y="27"/>
                  </a:cubicBezTo>
                  <a:cubicBezTo>
                    <a:pt x="28" y="25"/>
                    <a:pt x="28" y="24"/>
                    <a:pt x="28" y="21"/>
                  </a:cubicBezTo>
                  <a:cubicBezTo>
                    <a:pt x="28" y="19"/>
                    <a:pt x="28" y="15"/>
                    <a:pt x="29" y="11"/>
                  </a:cubicBezTo>
                  <a:cubicBezTo>
                    <a:pt x="30" y="9"/>
                    <a:pt x="30" y="7"/>
                    <a:pt x="30" y="7"/>
                  </a:cubicBezTo>
                  <a:cubicBezTo>
                    <a:pt x="30" y="5"/>
                    <a:pt x="29" y="4"/>
                    <a:pt x="26" y="4"/>
                  </a:cubicBezTo>
                  <a:cubicBezTo>
                    <a:pt x="26" y="2"/>
                    <a:pt x="24" y="0"/>
                    <a:pt x="22" y="0"/>
                  </a:cubicBezTo>
                  <a:cubicBezTo>
                    <a:pt x="17" y="0"/>
                    <a:pt x="12" y="3"/>
                    <a:pt x="7" y="9"/>
                  </a:cubicBezTo>
                  <a:cubicBezTo>
                    <a:pt x="3" y="15"/>
                    <a:pt x="0" y="21"/>
                    <a:pt x="0" y="26"/>
                  </a:cubicBezTo>
                  <a:cubicBezTo>
                    <a:pt x="0" y="28"/>
                    <a:pt x="1" y="30"/>
                    <a:pt x="2" y="32"/>
                  </a:cubicBezTo>
                  <a:close/>
                  <a:moveTo>
                    <a:pt x="12" y="13"/>
                  </a:moveTo>
                  <a:cubicBezTo>
                    <a:pt x="16" y="9"/>
                    <a:pt x="18" y="7"/>
                    <a:pt x="20" y="7"/>
                  </a:cubicBezTo>
                  <a:cubicBezTo>
                    <a:pt x="21" y="7"/>
                    <a:pt x="21" y="7"/>
                    <a:pt x="22" y="8"/>
                  </a:cubicBezTo>
                  <a:cubicBezTo>
                    <a:pt x="22" y="8"/>
                    <a:pt x="23" y="9"/>
                    <a:pt x="23" y="10"/>
                  </a:cubicBezTo>
                  <a:cubicBezTo>
                    <a:pt x="23" y="13"/>
                    <a:pt x="21" y="17"/>
                    <a:pt x="17" y="21"/>
                  </a:cubicBezTo>
                  <a:cubicBezTo>
                    <a:pt x="14" y="25"/>
                    <a:pt x="11" y="27"/>
                    <a:pt x="9" y="27"/>
                  </a:cubicBezTo>
                  <a:cubicBezTo>
                    <a:pt x="8" y="27"/>
                    <a:pt x="8" y="27"/>
                    <a:pt x="8" y="25"/>
                  </a:cubicBezTo>
                  <a:cubicBezTo>
                    <a:pt x="8" y="22"/>
                    <a:pt x="9" y="18"/>
                    <a:pt x="12"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146"/>
            <p:cNvSpPr>
              <a:spLocks/>
            </p:cNvSpPr>
            <p:nvPr/>
          </p:nvSpPr>
          <p:spPr bwMode="auto">
            <a:xfrm>
              <a:off x="2106612" y="2647951"/>
              <a:ext cx="15875" cy="14288"/>
            </a:xfrm>
            <a:custGeom>
              <a:avLst/>
              <a:gdLst>
                <a:gd name="T0" fmla="*/ 8 w 10"/>
                <a:gd name="T1" fmla="*/ 8 h 9"/>
                <a:gd name="T2" fmla="*/ 10 w 10"/>
                <a:gd name="T3" fmla="*/ 4 h 9"/>
                <a:gd name="T4" fmla="*/ 9 w 10"/>
                <a:gd name="T5" fmla="*/ 1 h 9"/>
                <a:gd name="T6" fmla="*/ 6 w 10"/>
                <a:gd name="T7" fmla="*/ 0 h 9"/>
                <a:gd name="T8" fmla="*/ 2 w 10"/>
                <a:gd name="T9" fmla="*/ 1 h 9"/>
                <a:gd name="T10" fmla="*/ 0 w 10"/>
                <a:gd name="T11" fmla="*/ 5 h 9"/>
                <a:gd name="T12" fmla="*/ 2 w 10"/>
                <a:gd name="T13" fmla="*/ 8 h 9"/>
                <a:gd name="T14" fmla="*/ 5 w 10"/>
                <a:gd name="T15" fmla="*/ 9 h 9"/>
                <a:gd name="T16" fmla="*/ 8 w 10"/>
                <a:gd name="T17"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9">
                  <a:moveTo>
                    <a:pt x="8" y="8"/>
                  </a:moveTo>
                  <a:cubicBezTo>
                    <a:pt x="10" y="7"/>
                    <a:pt x="10" y="5"/>
                    <a:pt x="10" y="4"/>
                  </a:cubicBezTo>
                  <a:cubicBezTo>
                    <a:pt x="10" y="3"/>
                    <a:pt x="10" y="2"/>
                    <a:pt x="9" y="1"/>
                  </a:cubicBezTo>
                  <a:cubicBezTo>
                    <a:pt x="8" y="0"/>
                    <a:pt x="7" y="0"/>
                    <a:pt x="6" y="0"/>
                  </a:cubicBezTo>
                  <a:cubicBezTo>
                    <a:pt x="4" y="0"/>
                    <a:pt x="3" y="0"/>
                    <a:pt x="2" y="1"/>
                  </a:cubicBezTo>
                  <a:cubicBezTo>
                    <a:pt x="1" y="2"/>
                    <a:pt x="0" y="3"/>
                    <a:pt x="0" y="5"/>
                  </a:cubicBezTo>
                  <a:cubicBezTo>
                    <a:pt x="0" y="6"/>
                    <a:pt x="1" y="7"/>
                    <a:pt x="2" y="8"/>
                  </a:cubicBezTo>
                  <a:cubicBezTo>
                    <a:pt x="3" y="9"/>
                    <a:pt x="4" y="9"/>
                    <a:pt x="5" y="9"/>
                  </a:cubicBezTo>
                  <a:cubicBezTo>
                    <a:pt x="6" y="9"/>
                    <a:pt x="7" y="9"/>
                    <a:pt x="8"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147"/>
            <p:cNvSpPr>
              <a:spLocks/>
            </p:cNvSpPr>
            <p:nvPr/>
          </p:nvSpPr>
          <p:spPr bwMode="auto">
            <a:xfrm>
              <a:off x="2097087" y="2676526"/>
              <a:ext cx="17462" cy="52388"/>
            </a:xfrm>
            <a:custGeom>
              <a:avLst/>
              <a:gdLst>
                <a:gd name="T0" fmla="*/ 2 w 11"/>
                <a:gd name="T1" fmla="*/ 15 h 33"/>
                <a:gd name="T2" fmla="*/ 0 w 11"/>
                <a:gd name="T3" fmla="*/ 27 h 33"/>
                <a:gd name="T4" fmla="*/ 4 w 11"/>
                <a:gd name="T5" fmla="*/ 33 h 33"/>
                <a:gd name="T6" fmla="*/ 7 w 11"/>
                <a:gd name="T7" fmla="*/ 32 h 33"/>
                <a:gd name="T8" fmla="*/ 8 w 11"/>
                <a:gd name="T9" fmla="*/ 30 h 33"/>
                <a:gd name="T10" fmla="*/ 8 w 11"/>
                <a:gd name="T11" fmla="*/ 29 h 33"/>
                <a:gd name="T12" fmla="*/ 7 w 11"/>
                <a:gd name="T13" fmla="*/ 24 h 33"/>
                <a:gd name="T14" fmla="*/ 7 w 11"/>
                <a:gd name="T15" fmla="*/ 18 h 33"/>
                <a:gd name="T16" fmla="*/ 9 w 11"/>
                <a:gd name="T17" fmla="*/ 9 h 33"/>
                <a:gd name="T18" fmla="*/ 10 w 11"/>
                <a:gd name="T19" fmla="*/ 8 h 33"/>
                <a:gd name="T20" fmla="*/ 11 w 11"/>
                <a:gd name="T21" fmla="*/ 3 h 33"/>
                <a:gd name="T22" fmla="*/ 10 w 11"/>
                <a:gd name="T23" fmla="*/ 1 h 33"/>
                <a:gd name="T24" fmla="*/ 6 w 11"/>
                <a:gd name="T25" fmla="*/ 0 h 33"/>
                <a:gd name="T26" fmla="*/ 4 w 11"/>
                <a:gd name="T27" fmla="*/ 2 h 33"/>
                <a:gd name="T28" fmla="*/ 3 w 11"/>
                <a:gd name="T29" fmla="*/ 5 h 33"/>
                <a:gd name="T30" fmla="*/ 3 w 11"/>
                <a:gd name="T31" fmla="*/ 12 h 33"/>
                <a:gd name="T32" fmla="*/ 3 w 11"/>
                <a:gd name="T33" fmla="*/ 12 h 33"/>
                <a:gd name="T34" fmla="*/ 2 w 11"/>
                <a:gd name="T35" fmla="*/ 1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33">
                  <a:moveTo>
                    <a:pt x="2" y="15"/>
                  </a:moveTo>
                  <a:cubicBezTo>
                    <a:pt x="1" y="19"/>
                    <a:pt x="0" y="24"/>
                    <a:pt x="0" y="27"/>
                  </a:cubicBezTo>
                  <a:cubicBezTo>
                    <a:pt x="0" y="31"/>
                    <a:pt x="1" y="33"/>
                    <a:pt x="4" y="33"/>
                  </a:cubicBezTo>
                  <a:cubicBezTo>
                    <a:pt x="5" y="33"/>
                    <a:pt x="6" y="33"/>
                    <a:pt x="7" y="32"/>
                  </a:cubicBezTo>
                  <a:cubicBezTo>
                    <a:pt x="7" y="31"/>
                    <a:pt x="8" y="30"/>
                    <a:pt x="8" y="30"/>
                  </a:cubicBezTo>
                  <a:cubicBezTo>
                    <a:pt x="8" y="30"/>
                    <a:pt x="8" y="29"/>
                    <a:pt x="8" y="29"/>
                  </a:cubicBezTo>
                  <a:cubicBezTo>
                    <a:pt x="7" y="27"/>
                    <a:pt x="7" y="25"/>
                    <a:pt x="7" y="24"/>
                  </a:cubicBezTo>
                  <a:cubicBezTo>
                    <a:pt x="7" y="23"/>
                    <a:pt x="7" y="21"/>
                    <a:pt x="7" y="18"/>
                  </a:cubicBezTo>
                  <a:cubicBezTo>
                    <a:pt x="8" y="16"/>
                    <a:pt x="8" y="13"/>
                    <a:pt x="9" y="9"/>
                  </a:cubicBezTo>
                  <a:cubicBezTo>
                    <a:pt x="10" y="8"/>
                    <a:pt x="10" y="8"/>
                    <a:pt x="10" y="8"/>
                  </a:cubicBezTo>
                  <a:cubicBezTo>
                    <a:pt x="10" y="6"/>
                    <a:pt x="11" y="4"/>
                    <a:pt x="11" y="3"/>
                  </a:cubicBezTo>
                  <a:cubicBezTo>
                    <a:pt x="11" y="2"/>
                    <a:pt x="10" y="2"/>
                    <a:pt x="10" y="1"/>
                  </a:cubicBezTo>
                  <a:cubicBezTo>
                    <a:pt x="9" y="0"/>
                    <a:pt x="8" y="0"/>
                    <a:pt x="6" y="0"/>
                  </a:cubicBezTo>
                  <a:cubicBezTo>
                    <a:pt x="5" y="0"/>
                    <a:pt x="4" y="1"/>
                    <a:pt x="4" y="2"/>
                  </a:cubicBezTo>
                  <a:cubicBezTo>
                    <a:pt x="3" y="3"/>
                    <a:pt x="3" y="4"/>
                    <a:pt x="3" y="5"/>
                  </a:cubicBezTo>
                  <a:cubicBezTo>
                    <a:pt x="3" y="6"/>
                    <a:pt x="3" y="8"/>
                    <a:pt x="3" y="12"/>
                  </a:cubicBezTo>
                  <a:cubicBezTo>
                    <a:pt x="3" y="12"/>
                    <a:pt x="3" y="12"/>
                    <a:pt x="3" y="12"/>
                  </a:cubicBezTo>
                  <a:cubicBezTo>
                    <a:pt x="3" y="12"/>
                    <a:pt x="2" y="14"/>
                    <a:pt x="2"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148"/>
            <p:cNvSpPr>
              <a:spLocks/>
            </p:cNvSpPr>
            <p:nvPr/>
          </p:nvSpPr>
          <p:spPr bwMode="auto">
            <a:xfrm>
              <a:off x="2122487" y="2678113"/>
              <a:ext cx="61912" cy="49213"/>
            </a:xfrm>
            <a:custGeom>
              <a:avLst/>
              <a:gdLst>
                <a:gd name="T0" fmla="*/ 31 w 38"/>
                <a:gd name="T1" fmla="*/ 29 h 31"/>
                <a:gd name="T2" fmla="*/ 36 w 38"/>
                <a:gd name="T3" fmla="*/ 27 h 31"/>
                <a:gd name="T4" fmla="*/ 38 w 38"/>
                <a:gd name="T5" fmla="*/ 24 h 31"/>
                <a:gd name="T6" fmla="*/ 37 w 38"/>
                <a:gd name="T7" fmla="*/ 22 h 31"/>
                <a:gd name="T8" fmla="*/ 35 w 38"/>
                <a:gd name="T9" fmla="*/ 23 h 31"/>
                <a:gd name="T10" fmla="*/ 34 w 38"/>
                <a:gd name="T11" fmla="*/ 23 h 31"/>
                <a:gd name="T12" fmla="*/ 31 w 38"/>
                <a:gd name="T13" fmla="*/ 12 h 31"/>
                <a:gd name="T14" fmla="*/ 23 w 38"/>
                <a:gd name="T15" fmla="*/ 1 h 31"/>
                <a:gd name="T16" fmla="*/ 8 w 38"/>
                <a:gd name="T17" fmla="*/ 16 h 31"/>
                <a:gd name="T18" fmla="*/ 10 w 38"/>
                <a:gd name="T19" fmla="*/ 5 h 31"/>
                <a:gd name="T20" fmla="*/ 9 w 38"/>
                <a:gd name="T21" fmla="*/ 1 h 31"/>
                <a:gd name="T22" fmla="*/ 6 w 38"/>
                <a:gd name="T23" fmla="*/ 0 h 31"/>
                <a:gd name="T24" fmla="*/ 4 w 38"/>
                <a:gd name="T25" fmla="*/ 1 h 31"/>
                <a:gd name="T26" fmla="*/ 2 w 38"/>
                <a:gd name="T27" fmla="*/ 4 h 31"/>
                <a:gd name="T28" fmla="*/ 1 w 38"/>
                <a:gd name="T29" fmla="*/ 20 h 31"/>
                <a:gd name="T30" fmla="*/ 0 w 38"/>
                <a:gd name="T31" fmla="*/ 27 h 31"/>
                <a:gd name="T32" fmla="*/ 5 w 38"/>
                <a:gd name="T33" fmla="*/ 31 h 31"/>
                <a:gd name="T34" fmla="*/ 6 w 38"/>
                <a:gd name="T35" fmla="*/ 30 h 31"/>
                <a:gd name="T36" fmla="*/ 7 w 38"/>
                <a:gd name="T37" fmla="*/ 28 h 31"/>
                <a:gd name="T38" fmla="*/ 14 w 38"/>
                <a:gd name="T39" fmla="*/ 16 h 31"/>
                <a:gd name="T40" fmla="*/ 21 w 38"/>
                <a:gd name="T41" fmla="*/ 8 h 31"/>
                <a:gd name="T42" fmla="*/ 24 w 38"/>
                <a:gd name="T43" fmla="*/ 16 h 31"/>
                <a:gd name="T44" fmla="*/ 26 w 38"/>
                <a:gd name="T45" fmla="*/ 26 h 31"/>
                <a:gd name="T46" fmla="*/ 26 w 38"/>
                <a:gd name="T47" fmla="*/ 26 h 31"/>
                <a:gd name="T48" fmla="*/ 31 w 38"/>
                <a:gd name="T49" fmla="*/ 2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 h="31">
                  <a:moveTo>
                    <a:pt x="31" y="29"/>
                  </a:moveTo>
                  <a:cubicBezTo>
                    <a:pt x="33" y="29"/>
                    <a:pt x="35" y="29"/>
                    <a:pt x="36" y="27"/>
                  </a:cubicBezTo>
                  <a:cubicBezTo>
                    <a:pt x="38" y="26"/>
                    <a:pt x="38" y="25"/>
                    <a:pt x="38" y="24"/>
                  </a:cubicBezTo>
                  <a:cubicBezTo>
                    <a:pt x="38" y="23"/>
                    <a:pt x="38" y="22"/>
                    <a:pt x="37" y="22"/>
                  </a:cubicBezTo>
                  <a:cubicBezTo>
                    <a:pt x="37" y="22"/>
                    <a:pt x="36" y="23"/>
                    <a:pt x="35" y="23"/>
                  </a:cubicBezTo>
                  <a:cubicBezTo>
                    <a:pt x="35" y="23"/>
                    <a:pt x="34" y="23"/>
                    <a:pt x="34" y="23"/>
                  </a:cubicBezTo>
                  <a:cubicBezTo>
                    <a:pt x="33" y="23"/>
                    <a:pt x="32" y="19"/>
                    <a:pt x="31" y="12"/>
                  </a:cubicBezTo>
                  <a:cubicBezTo>
                    <a:pt x="30" y="5"/>
                    <a:pt x="27" y="1"/>
                    <a:pt x="23" y="1"/>
                  </a:cubicBezTo>
                  <a:cubicBezTo>
                    <a:pt x="17" y="1"/>
                    <a:pt x="13" y="6"/>
                    <a:pt x="8" y="16"/>
                  </a:cubicBezTo>
                  <a:cubicBezTo>
                    <a:pt x="9" y="11"/>
                    <a:pt x="10" y="7"/>
                    <a:pt x="10" y="5"/>
                  </a:cubicBezTo>
                  <a:cubicBezTo>
                    <a:pt x="10" y="3"/>
                    <a:pt x="10" y="1"/>
                    <a:pt x="9" y="1"/>
                  </a:cubicBezTo>
                  <a:cubicBezTo>
                    <a:pt x="8" y="0"/>
                    <a:pt x="7" y="0"/>
                    <a:pt x="6" y="0"/>
                  </a:cubicBezTo>
                  <a:cubicBezTo>
                    <a:pt x="5" y="0"/>
                    <a:pt x="5" y="0"/>
                    <a:pt x="4" y="1"/>
                  </a:cubicBezTo>
                  <a:cubicBezTo>
                    <a:pt x="3" y="2"/>
                    <a:pt x="2" y="3"/>
                    <a:pt x="2" y="4"/>
                  </a:cubicBezTo>
                  <a:cubicBezTo>
                    <a:pt x="2" y="11"/>
                    <a:pt x="2" y="16"/>
                    <a:pt x="1" y="20"/>
                  </a:cubicBezTo>
                  <a:cubicBezTo>
                    <a:pt x="1" y="24"/>
                    <a:pt x="0" y="26"/>
                    <a:pt x="0" y="27"/>
                  </a:cubicBezTo>
                  <a:cubicBezTo>
                    <a:pt x="0" y="29"/>
                    <a:pt x="2" y="31"/>
                    <a:pt x="5" y="31"/>
                  </a:cubicBezTo>
                  <a:cubicBezTo>
                    <a:pt x="5" y="31"/>
                    <a:pt x="6" y="31"/>
                    <a:pt x="6" y="30"/>
                  </a:cubicBezTo>
                  <a:cubicBezTo>
                    <a:pt x="7" y="30"/>
                    <a:pt x="7" y="29"/>
                    <a:pt x="7" y="28"/>
                  </a:cubicBezTo>
                  <a:cubicBezTo>
                    <a:pt x="8" y="26"/>
                    <a:pt x="10" y="22"/>
                    <a:pt x="14" y="16"/>
                  </a:cubicBezTo>
                  <a:cubicBezTo>
                    <a:pt x="18" y="11"/>
                    <a:pt x="20" y="8"/>
                    <a:pt x="21" y="8"/>
                  </a:cubicBezTo>
                  <a:cubicBezTo>
                    <a:pt x="23" y="8"/>
                    <a:pt x="24" y="11"/>
                    <a:pt x="24" y="16"/>
                  </a:cubicBezTo>
                  <a:cubicBezTo>
                    <a:pt x="25" y="21"/>
                    <a:pt x="26" y="26"/>
                    <a:pt x="26" y="26"/>
                  </a:cubicBezTo>
                  <a:cubicBezTo>
                    <a:pt x="26" y="26"/>
                    <a:pt x="26" y="26"/>
                    <a:pt x="26" y="26"/>
                  </a:cubicBezTo>
                  <a:cubicBezTo>
                    <a:pt x="27" y="30"/>
                    <a:pt x="29" y="29"/>
                    <a:pt x="31"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53" name="组合 152"/>
          <p:cNvGrpSpPr/>
          <p:nvPr/>
        </p:nvGrpSpPr>
        <p:grpSpPr>
          <a:xfrm>
            <a:off x="2463800" y="911226"/>
            <a:ext cx="885824" cy="1820863"/>
            <a:chOff x="2463800" y="911226"/>
            <a:chExt cx="885824" cy="1820863"/>
          </a:xfrm>
          <a:solidFill>
            <a:schemeClr val="tx1">
              <a:lumMod val="65000"/>
              <a:lumOff val="35000"/>
            </a:schemeClr>
          </a:solidFill>
        </p:grpSpPr>
        <p:sp>
          <p:nvSpPr>
            <p:cNvPr id="154" name="Freeform 149"/>
            <p:cNvSpPr>
              <a:spLocks/>
            </p:cNvSpPr>
            <p:nvPr/>
          </p:nvSpPr>
          <p:spPr bwMode="auto">
            <a:xfrm>
              <a:off x="2863850" y="1011238"/>
              <a:ext cx="295275" cy="187325"/>
            </a:xfrm>
            <a:custGeom>
              <a:avLst/>
              <a:gdLst>
                <a:gd name="T0" fmla="*/ 3 w 183"/>
                <a:gd name="T1" fmla="*/ 100 h 116"/>
                <a:gd name="T2" fmla="*/ 36 w 183"/>
                <a:gd name="T3" fmla="*/ 98 h 116"/>
                <a:gd name="T4" fmla="*/ 61 w 183"/>
                <a:gd name="T5" fmla="*/ 99 h 116"/>
                <a:gd name="T6" fmla="*/ 69 w 183"/>
                <a:gd name="T7" fmla="*/ 99 h 116"/>
                <a:gd name="T8" fmla="*/ 179 w 183"/>
                <a:gd name="T9" fmla="*/ 116 h 116"/>
                <a:gd name="T10" fmla="*/ 182 w 183"/>
                <a:gd name="T11" fmla="*/ 88 h 116"/>
                <a:gd name="T12" fmla="*/ 87 w 183"/>
                <a:gd name="T13" fmla="*/ 3 h 116"/>
                <a:gd name="T14" fmla="*/ 3 w 183"/>
                <a:gd name="T15" fmla="*/ 98 h 116"/>
                <a:gd name="T16" fmla="*/ 3 w 183"/>
                <a:gd name="T17" fmla="*/ 10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3" h="116">
                  <a:moveTo>
                    <a:pt x="3" y="100"/>
                  </a:moveTo>
                  <a:cubicBezTo>
                    <a:pt x="13" y="99"/>
                    <a:pt x="24" y="98"/>
                    <a:pt x="36" y="98"/>
                  </a:cubicBezTo>
                  <a:cubicBezTo>
                    <a:pt x="44" y="98"/>
                    <a:pt x="52" y="99"/>
                    <a:pt x="61" y="99"/>
                  </a:cubicBezTo>
                  <a:cubicBezTo>
                    <a:pt x="63" y="99"/>
                    <a:pt x="69" y="99"/>
                    <a:pt x="69" y="99"/>
                  </a:cubicBezTo>
                  <a:cubicBezTo>
                    <a:pt x="98" y="100"/>
                    <a:pt x="142" y="102"/>
                    <a:pt x="179" y="116"/>
                  </a:cubicBezTo>
                  <a:cubicBezTo>
                    <a:pt x="182" y="107"/>
                    <a:pt x="183" y="98"/>
                    <a:pt x="182" y="88"/>
                  </a:cubicBezTo>
                  <a:cubicBezTo>
                    <a:pt x="179" y="38"/>
                    <a:pt x="137" y="0"/>
                    <a:pt x="87" y="3"/>
                  </a:cubicBezTo>
                  <a:cubicBezTo>
                    <a:pt x="37" y="6"/>
                    <a:pt x="0" y="49"/>
                    <a:pt x="3" y="98"/>
                  </a:cubicBezTo>
                  <a:cubicBezTo>
                    <a:pt x="3" y="99"/>
                    <a:pt x="3" y="99"/>
                    <a:pt x="3"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150"/>
            <p:cNvSpPr>
              <a:spLocks/>
            </p:cNvSpPr>
            <p:nvPr/>
          </p:nvSpPr>
          <p:spPr bwMode="auto">
            <a:xfrm>
              <a:off x="2659062" y="1181101"/>
              <a:ext cx="620712" cy="1230313"/>
            </a:xfrm>
            <a:custGeom>
              <a:avLst/>
              <a:gdLst>
                <a:gd name="T0" fmla="*/ 285 w 384"/>
                <a:gd name="T1" fmla="*/ 289 h 761"/>
                <a:gd name="T2" fmla="*/ 254 w 384"/>
                <a:gd name="T3" fmla="*/ 303 h 761"/>
                <a:gd name="T4" fmla="*/ 227 w 384"/>
                <a:gd name="T5" fmla="*/ 293 h 761"/>
                <a:gd name="T6" fmla="*/ 212 w 384"/>
                <a:gd name="T7" fmla="*/ 265 h 761"/>
                <a:gd name="T8" fmla="*/ 222 w 384"/>
                <a:gd name="T9" fmla="*/ 235 h 761"/>
                <a:gd name="T10" fmla="*/ 295 w 384"/>
                <a:gd name="T11" fmla="*/ 100 h 761"/>
                <a:gd name="T12" fmla="*/ 272 w 384"/>
                <a:gd name="T13" fmla="*/ 86 h 761"/>
                <a:gd name="T14" fmla="*/ 277 w 384"/>
                <a:gd name="T15" fmla="*/ 78 h 761"/>
                <a:gd name="T16" fmla="*/ 303 w 384"/>
                <a:gd name="T17" fmla="*/ 97 h 761"/>
                <a:gd name="T18" fmla="*/ 229 w 384"/>
                <a:gd name="T19" fmla="*/ 241 h 761"/>
                <a:gd name="T20" fmla="*/ 233 w 384"/>
                <a:gd name="T21" fmla="*/ 286 h 761"/>
                <a:gd name="T22" fmla="*/ 278 w 384"/>
                <a:gd name="T23" fmla="*/ 283 h 761"/>
                <a:gd name="T24" fmla="*/ 362 w 384"/>
                <a:gd name="T25" fmla="*/ 71 h 761"/>
                <a:gd name="T26" fmla="*/ 196 w 384"/>
                <a:gd name="T27" fmla="*/ 3 h 761"/>
                <a:gd name="T28" fmla="*/ 187 w 384"/>
                <a:gd name="T29" fmla="*/ 3 h 761"/>
                <a:gd name="T30" fmla="*/ 35 w 384"/>
                <a:gd name="T31" fmla="*/ 39 h 761"/>
                <a:gd name="T32" fmla="*/ 12 w 384"/>
                <a:gd name="T33" fmla="*/ 112 h 761"/>
                <a:gd name="T34" fmla="*/ 131 w 384"/>
                <a:gd name="T35" fmla="*/ 295 h 761"/>
                <a:gd name="T36" fmla="*/ 149 w 384"/>
                <a:gd name="T37" fmla="*/ 301 h 761"/>
                <a:gd name="T38" fmla="*/ 175 w 384"/>
                <a:gd name="T39" fmla="*/ 287 h 761"/>
                <a:gd name="T40" fmla="*/ 167 w 384"/>
                <a:gd name="T41" fmla="*/ 243 h 761"/>
                <a:gd name="T42" fmla="*/ 76 w 384"/>
                <a:gd name="T43" fmla="*/ 106 h 761"/>
                <a:gd name="T44" fmla="*/ 81 w 384"/>
                <a:gd name="T45" fmla="*/ 84 h 761"/>
                <a:gd name="T46" fmla="*/ 115 w 384"/>
                <a:gd name="T47" fmla="*/ 70 h 761"/>
                <a:gd name="T48" fmla="*/ 114 w 384"/>
                <a:gd name="T49" fmla="*/ 80 h 761"/>
                <a:gd name="T50" fmla="*/ 88 w 384"/>
                <a:gd name="T51" fmla="*/ 90 h 761"/>
                <a:gd name="T52" fmla="*/ 85 w 384"/>
                <a:gd name="T53" fmla="*/ 106 h 761"/>
                <a:gd name="T54" fmla="*/ 172 w 384"/>
                <a:gd name="T55" fmla="*/ 235 h 761"/>
                <a:gd name="T56" fmla="*/ 183 w 384"/>
                <a:gd name="T57" fmla="*/ 293 h 761"/>
                <a:gd name="T58" fmla="*/ 149 w 384"/>
                <a:gd name="T59" fmla="*/ 310 h 761"/>
                <a:gd name="T60" fmla="*/ 125 w 384"/>
                <a:gd name="T61" fmla="*/ 303 h 761"/>
                <a:gd name="T62" fmla="*/ 70 w 384"/>
                <a:gd name="T63" fmla="*/ 256 h 761"/>
                <a:gd name="T64" fmla="*/ 6 w 384"/>
                <a:gd name="T65" fmla="*/ 700 h 761"/>
                <a:gd name="T66" fmla="*/ 45 w 384"/>
                <a:gd name="T67" fmla="*/ 760 h 761"/>
                <a:gd name="T68" fmla="*/ 55 w 384"/>
                <a:gd name="T69" fmla="*/ 761 h 761"/>
                <a:gd name="T70" fmla="*/ 104 w 384"/>
                <a:gd name="T71" fmla="*/ 721 h 761"/>
                <a:gd name="T72" fmla="*/ 156 w 384"/>
                <a:gd name="T73" fmla="*/ 390 h 761"/>
                <a:gd name="T74" fmla="*/ 247 w 384"/>
                <a:gd name="T75" fmla="*/ 402 h 761"/>
                <a:gd name="T76" fmla="*/ 236 w 384"/>
                <a:gd name="T77" fmla="*/ 702 h 761"/>
                <a:gd name="T78" fmla="*/ 276 w 384"/>
                <a:gd name="T79" fmla="*/ 761 h 761"/>
                <a:gd name="T80" fmla="*/ 285 w 384"/>
                <a:gd name="T81" fmla="*/ 761 h 761"/>
                <a:gd name="T82" fmla="*/ 334 w 384"/>
                <a:gd name="T83" fmla="*/ 720 h 761"/>
                <a:gd name="T84" fmla="*/ 328 w 384"/>
                <a:gd name="T85" fmla="*/ 233 h 761"/>
                <a:gd name="T86" fmla="*/ 285 w 384"/>
                <a:gd name="T87" fmla="*/ 289 h 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84" h="761">
                  <a:moveTo>
                    <a:pt x="285" y="289"/>
                  </a:moveTo>
                  <a:cubicBezTo>
                    <a:pt x="277" y="298"/>
                    <a:pt x="266" y="303"/>
                    <a:pt x="254" y="303"/>
                  </a:cubicBezTo>
                  <a:cubicBezTo>
                    <a:pt x="244" y="303"/>
                    <a:pt x="234" y="299"/>
                    <a:pt x="227" y="293"/>
                  </a:cubicBezTo>
                  <a:cubicBezTo>
                    <a:pt x="218" y="286"/>
                    <a:pt x="213" y="276"/>
                    <a:pt x="212" y="265"/>
                  </a:cubicBezTo>
                  <a:cubicBezTo>
                    <a:pt x="212" y="254"/>
                    <a:pt x="215" y="243"/>
                    <a:pt x="222" y="235"/>
                  </a:cubicBezTo>
                  <a:cubicBezTo>
                    <a:pt x="307" y="136"/>
                    <a:pt x="296" y="104"/>
                    <a:pt x="295" y="100"/>
                  </a:cubicBezTo>
                  <a:cubicBezTo>
                    <a:pt x="292" y="95"/>
                    <a:pt x="285" y="90"/>
                    <a:pt x="272" y="86"/>
                  </a:cubicBezTo>
                  <a:cubicBezTo>
                    <a:pt x="272" y="86"/>
                    <a:pt x="275" y="83"/>
                    <a:pt x="277" y="78"/>
                  </a:cubicBezTo>
                  <a:cubicBezTo>
                    <a:pt x="290" y="82"/>
                    <a:pt x="300" y="88"/>
                    <a:pt x="303" y="97"/>
                  </a:cubicBezTo>
                  <a:cubicBezTo>
                    <a:pt x="307" y="106"/>
                    <a:pt x="314" y="142"/>
                    <a:pt x="229" y="241"/>
                  </a:cubicBezTo>
                  <a:cubicBezTo>
                    <a:pt x="218" y="254"/>
                    <a:pt x="219" y="275"/>
                    <a:pt x="233" y="286"/>
                  </a:cubicBezTo>
                  <a:cubicBezTo>
                    <a:pt x="246" y="298"/>
                    <a:pt x="266" y="296"/>
                    <a:pt x="278" y="283"/>
                  </a:cubicBezTo>
                  <a:cubicBezTo>
                    <a:pt x="358" y="189"/>
                    <a:pt x="384" y="122"/>
                    <a:pt x="362" y="71"/>
                  </a:cubicBezTo>
                  <a:cubicBezTo>
                    <a:pt x="334" y="8"/>
                    <a:pt x="244" y="5"/>
                    <a:pt x="196" y="3"/>
                  </a:cubicBezTo>
                  <a:cubicBezTo>
                    <a:pt x="193" y="3"/>
                    <a:pt x="190" y="3"/>
                    <a:pt x="187" y="3"/>
                  </a:cubicBezTo>
                  <a:cubicBezTo>
                    <a:pt x="109" y="0"/>
                    <a:pt x="61" y="11"/>
                    <a:pt x="35" y="39"/>
                  </a:cubicBezTo>
                  <a:cubicBezTo>
                    <a:pt x="17" y="58"/>
                    <a:pt x="9" y="82"/>
                    <a:pt x="12" y="112"/>
                  </a:cubicBezTo>
                  <a:cubicBezTo>
                    <a:pt x="18" y="185"/>
                    <a:pt x="57" y="245"/>
                    <a:pt x="131" y="295"/>
                  </a:cubicBezTo>
                  <a:cubicBezTo>
                    <a:pt x="136" y="299"/>
                    <a:pt x="143" y="301"/>
                    <a:pt x="149" y="301"/>
                  </a:cubicBezTo>
                  <a:cubicBezTo>
                    <a:pt x="159" y="301"/>
                    <a:pt x="169" y="296"/>
                    <a:pt x="175" y="287"/>
                  </a:cubicBezTo>
                  <a:cubicBezTo>
                    <a:pt x="185" y="273"/>
                    <a:pt x="182" y="253"/>
                    <a:pt x="167" y="243"/>
                  </a:cubicBezTo>
                  <a:cubicBezTo>
                    <a:pt x="92" y="191"/>
                    <a:pt x="79" y="143"/>
                    <a:pt x="76" y="106"/>
                  </a:cubicBezTo>
                  <a:cubicBezTo>
                    <a:pt x="74" y="90"/>
                    <a:pt x="79" y="85"/>
                    <a:pt x="81" y="84"/>
                  </a:cubicBezTo>
                  <a:cubicBezTo>
                    <a:pt x="85" y="79"/>
                    <a:pt x="94" y="74"/>
                    <a:pt x="115" y="70"/>
                  </a:cubicBezTo>
                  <a:cubicBezTo>
                    <a:pt x="116" y="75"/>
                    <a:pt x="116" y="79"/>
                    <a:pt x="114" y="80"/>
                  </a:cubicBezTo>
                  <a:cubicBezTo>
                    <a:pt x="96" y="83"/>
                    <a:pt x="90" y="88"/>
                    <a:pt x="88" y="90"/>
                  </a:cubicBezTo>
                  <a:cubicBezTo>
                    <a:pt x="85" y="92"/>
                    <a:pt x="84" y="98"/>
                    <a:pt x="85" y="106"/>
                  </a:cubicBezTo>
                  <a:cubicBezTo>
                    <a:pt x="88" y="140"/>
                    <a:pt x="100" y="186"/>
                    <a:pt x="172" y="235"/>
                  </a:cubicBezTo>
                  <a:cubicBezTo>
                    <a:pt x="191" y="248"/>
                    <a:pt x="196" y="274"/>
                    <a:pt x="183" y="293"/>
                  </a:cubicBezTo>
                  <a:cubicBezTo>
                    <a:pt x="175" y="304"/>
                    <a:pt x="162" y="310"/>
                    <a:pt x="149" y="310"/>
                  </a:cubicBezTo>
                  <a:cubicBezTo>
                    <a:pt x="140" y="310"/>
                    <a:pt x="132" y="308"/>
                    <a:pt x="125" y="303"/>
                  </a:cubicBezTo>
                  <a:cubicBezTo>
                    <a:pt x="104" y="288"/>
                    <a:pt x="85" y="273"/>
                    <a:pt x="70" y="256"/>
                  </a:cubicBezTo>
                  <a:cubicBezTo>
                    <a:pt x="59" y="376"/>
                    <a:pt x="39" y="543"/>
                    <a:pt x="6" y="700"/>
                  </a:cubicBezTo>
                  <a:cubicBezTo>
                    <a:pt x="0" y="727"/>
                    <a:pt x="18" y="754"/>
                    <a:pt x="45" y="760"/>
                  </a:cubicBezTo>
                  <a:cubicBezTo>
                    <a:pt x="48" y="760"/>
                    <a:pt x="52" y="761"/>
                    <a:pt x="55" y="761"/>
                  </a:cubicBezTo>
                  <a:cubicBezTo>
                    <a:pt x="78" y="761"/>
                    <a:pt x="99" y="745"/>
                    <a:pt x="104" y="721"/>
                  </a:cubicBezTo>
                  <a:cubicBezTo>
                    <a:pt x="128" y="608"/>
                    <a:pt x="144" y="491"/>
                    <a:pt x="156" y="390"/>
                  </a:cubicBezTo>
                  <a:cubicBezTo>
                    <a:pt x="185" y="395"/>
                    <a:pt x="219" y="400"/>
                    <a:pt x="247" y="402"/>
                  </a:cubicBezTo>
                  <a:cubicBezTo>
                    <a:pt x="254" y="496"/>
                    <a:pt x="254" y="602"/>
                    <a:pt x="236" y="702"/>
                  </a:cubicBezTo>
                  <a:cubicBezTo>
                    <a:pt x="231" y="730"/>
                    <a:pt x="249" y="756"/>
                    <a:pt x="276" y="761"/>
                  </a:cubicBezTo>
                  <a:cubicBezTo>
                    <a:pt x="279" y="761"/>
                    <a:pt x="282" y="761"/>
                    <a:pt x="285" y="761"/>
                  </a:cubicBezTo>
                  <a:cubicBezTo>
                    <a:pt x="309" y="761"/>
                    <a:pt x="330" y="745"/>
                    <a:pt x="334" y="720"/>
                  </a:cubicBezTo>
                  <a:cubicBezTo>
                    <a:pt x="366" y="545"/>
                    <a:pt x="349" y="360"/>
                    <a:pt x="328" y="233"/>
                  </a:cubicBezTo>
                  <a:cubicBezTo>
                    <a:pt x="316" y="251"/>
                    <a:pt x="301" y="269"/>
                    <a:pt x="285" y="2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151"/>
            <p:cNvSpPr>
              <a:spLocks/>
            </p:cNvSpPr>
            <p:nvPr/>
          </p:nvSpPr>
          <p:spPr bwMode="auto">
            <a:xfrm>
              <a:off x="3214687" y="960438"/>
              <a:ext cx="134937" cy="95250"/>
            </a:xfrm>
            <a:custGeom>
              <a:avLst/>
              <a:gdLst>
                <a:gd name="T0" fmla="*/ 78 w 83"/>
                <a:gd name="T1" fmla="*/ 31 h 59"/>
                <a:gd name="T2" fmla="*/ 0 w 83"/>
                <a:gd name="T3" fmla="*/ 47 h 59"/>
                <a:gd name="T4" fmla="*/ 78 w 83"/>
                <a:gd name="T5" fmla="*/ 31 h 59"/>
              </a:gdLst>
              <a:ahLst/>
              <a:cxnLst>
                <a:cxn ang="0">
                  <a:pos x="T0" y="T1"/>
                </a:cxn>
                <a:cxn ang="0">
                  <a:pos x="T2" y="T3"/>
                </a:cxn>
                <a:cxn ang="0">
                  <a:pos x="T4" y="T5"/>
                </a:cxn>
              </a:cxnLst>
              <a:rect l="0" t="0" r="r" b="b"/>
              <a:pathLst>
                <a:path w="83" h="59">
                  <a:moveTo>
                    <a:pt x="78" y="31"/>
                  </a:moveTo>
                  <a:cubicBezTo>
                    <a:pt x="72" y="0"/>
                    <a:pt x="14" y="14"/>
                    <a:pt x="0" y="47"/>
                  </a:cubicBezTo>
                  <a:cubicBezTo>
                    <a:pt x="49" y="39"/>
                    <a:pt x="83" y="59"/>
                    <a:pt x="78"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152"/>
            <p:cNvSpPr>
              <a:spLocks/>
            </p:cNvSpPr>
            <p:nvPr/>
          </p:nvSpPr>
          <p:spPr bwMode="auto">
            <a:xfrm>
              <a:off x="3132137" y="911226"/>
              <a:ext cx="101600" cy="107950"/>
            </a:xfrm>
            <a:custGeom>
              <a:avLst/>
              <a:gdLst>
                <a:gd name="T0" fmla="*/ 44 w 63"/>
                <a:gd name="T1" fmla="*/ 13 h 67"/>
                <a:gd name="T2" fmla="*/ 11 w 63"/>
                <a:gd name="T3" fmla="*/ 67 h 67"/>
                <a:gd name="T4" fmla="*/ 44 w 63"/>
                <a:gd name="T5" fmla="*/ 13 h 67"/>
              </a:gdLst>
              <a:ahLst/>
              <a:cxnLst>
                <a:cxn ang="0">
                  <a:pos x="T0" y="T1"/>
                </a:cxn>
                <a:cxn ang="0">
                  <a:pos x="T2" y="T3"/>
                </a:cxn>
                <a:cxn ang="0">
                  <a:pos x="T4" y="T5"/>
                </a:cxn>
              </a:cxnLst>
              <a:rect l="0" t="0" r="r" b="b"/>
              <a:pathLst>
                <a:path w="63" h="67">
                  <a:moveTo>
                    <a:pt x="44" y="13"/>
                  </a:moveTo>
                  <a:cubicBezTo>
                    <a:pt x="23" y="0"/>
                    <a:pt x="0" y="40"/>
                    <a:pt x="11" y="67"/>
                  </a:cubicBezTo>
                  <a:cubicBezTo>
                    <a:pt x="34" y="34"/>
                    <a:pt x="63" y="26"/>
                    <a:pt x="44"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153"/>
            <p:cNvSpPr>
              <a:spLocks/>
            </p:cNvSpPr>
            <p:nvPr/>
          </p:nvSpPr>
          <p:spPr bwMode="auto">
            <a:xfrm>
              <a:off x="3206750" y="1082676"/>
              <a:ext cx="88900" cy="68263"/>
            </a:xfrm>
            <a:custGeom>
              <a:avLst/>
              <a:gdLst>
                <a:gd name="T0" fmla="*/ 55 w 55"/>
                <a:gd name="T1" fmla="*/ 22 h 42"/>
                <a:gd name="T2" fmla="*/ 0 w 55"/>
                <a:gd name="T3" fmla="*/ 23 h 42"/>
                <a:gd name="T4" fmla="*/ 55 w 55"/>
                <a:gd name="T5" fmla="*/ 22 h 42"/>
              </a:gdLst>
              <a:ahLst/>
              <a:cxnLst>
                <a:cxn ang="0">
                  <a:pos x="T0" y="T1"/>
                </a:cxn>
                <a:cxn ang="0">
                  <a:pos x="T2" y="T3"/>
                </a:cxn>
                <a:cxn ang="0">
                  <a:pos x="T4" y="T5"/>
                </a:cxn>
              </a:cxnLst>
              <a:rect l="0" t="0" r="r" b="b"/>
              <a:pathLst>
                <a:path w="55" h="42">
                  <a:moveTo>
                    <a:pt x="55" y="22"/>
                  </a:moveTo>
                  <a:cubicBezTo>
                    <a:pt x="55" y="0"/>
                    <a:pt x="14" y="2"/>
                    <a:pt x="0" y="23"/>
                  </a:cubicBezTo>
                  <a:cubicBezTo>
                    <a:pt x="34" y="24"/>
                    <a:pt x="54" y="42"/>
                    <a:pt x="55"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154"/>
            <p:cNvSpPr>
              <a:spLocks/>
            </p:cNvSpPr>
            <p:nvPr/>
          </p:nvSpPr>
          <p:spPr bwMode="auto">
            <a:xfrm>
              <a:off x="2674937" y="1162051"/>
              <a:ext cx="61912" cy="47625"/>
            </a:xfrm>
            <a:custGeom>
              <a:avLst/>
              <a:gdLst>
                <a:gd name="T0" fmla="*/ 4 w 38"/>
                <a:gd name="T1" fmla="*/ 30 h 30"/>
                <a:gd name="T2" fmla="*/ 8 w 38"/>
                <a:gd name="T3" fmla="*/ 26 h 30"/>
                <a:gd name="T4" fmla="*/ 16 w 38"/>
                <a:gd name="T5" fmla="*/ 12 h 30"/>
                <a:gd name="T6" fmla="*/ 33 w 38"/>
                <a:gd name="T7" fmla="*/ 9 h 30"/>
                <a:gd name="T8" fmla="*/ 37 w 38"/>
                <a:gd name="T9" fmla="*/ 6 h 30"/>
                <a:gd name="T10" fmla="*/ 34 w 38"/>
                <a:gd name="T11" fmla="*/ 1 h 30"/>
                <a:gd name="T12" fmla="*/ 11 w 38"/>
                <a:gd name="T13" fmla="*/ 6 h 30"/>
                <a:gd name="T14" fmla="*/ 0 w 38"/>
                <a:gd name="T15" fmla="*/ 25 h 30"/>
                <a:gd name="T16" fmla="*/ 4 w 38"/>
                <a:gd name="T17" fmla="*/ 30 h 30"/>
                <a:gd name="T18" fmla="*/ 4 w 38"/>
                <a:gd name="T19"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30">
                  <a:moveTo>
                    <a:pt x="4" y="30"/>
                  </a:moveTo>
                  <a:cubicBezTo>
                    <a:pt x="6" y="30"/>
                    <a:pt x="8" y="28"/>
                    <a:pt x="8" y="26"/>
                  </a:cubicBezTo>
                  <a:cubicBezTo>
                    <a:pt x="8" y="26"/>
                    <a:pt x="9" y="17"/>
                    <a:pt x="16" y="12"/>
                  </a:cubicBezTo>
                  <a:cubicBezTo>
                    <a:pt x="20" y="9"/>
                    <a:pt x="26" y="8"/>
                    <a:pt x="33" y="9"/>
                  </a:cubicBezTo>
                  <a:cubicBezTo>
                    <a:pt x="35" y="9"/>
                    <a:pt x="37" y="8"/>
                    <a:pt x="37" y="6"/>
                  </a:cubicBezTo>
                  <a:cubicBezTo>
                    <a:pt x="38" y="3"/>
                    <a:pt x="36" y="1"/>
                    <a:pt x="34" y="1"/>
                  </a:cubicBezTo>
                  <a:cubicBezTo>
                    <a:pt x="25" y="0"/>
                    <a:pt x="17" y="1"/>
                    <a:pt x="11" y="6"/>
                  </a:cubicBezTo>
                  <a:cubicBezTo>
                    <a:pt x="1" y="13"/>
                    <a:pt x="0" y="25"/>
                    <a:pt x="0" y="25"/>
                  </a:cubicBezTo>
                  <a:cubicBezTo>
                    <a:pt x="0" y="28"/>
                    <a:pt x="1" y="29"/>
                    <a:pt x="4" y="30"/>
                  </a:cubicBezTo>
                  <a:cubicBezTo>
                    <a:pt x="4" y="30"/>
                    <a:pt x="4" y="30"/>
                    <a:pt x="4"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155"/>
            <p:cNvSpPr>
              <a:spLocks/>
            </p:cNvSpPr>
            <p:nvPr/>
          </p:nvSpPr>
          <p:spPr bwMode="auto">
            <a:xfrm>
              <a:off x="2647950" y="1130301"/>
              <a:ext cx="90487" cy="65088"/>
            </a:xfrm>
            <a:custGeom>
              <a:avLst/>
              <a:gdLst>
                <a:gd name="T0" fmla="*/ 3 w 56"/>
                <a:gd name="T1" fmla="*/ 40 h 40"/>
                <a:gd name="T2" fmla="*/ 4 w 56"/>
                <a:gd name="T3" fmla="*/ 40 h 40"/>
                <a:gd name="T4" fmla="*/ 8 w 56"/>
                <a:gd name="T5" fmla="*/ 36 h 40"/>
                <a:gd name="T6" fmla="*/ 22 w 56"/>
                <a:gd name="T7" fmla="*/ 14 h 40"/>
                <a:gd name="T8" fmla="*/ 50 w 56"/>
                <a:gd name="T9" fmla="*/ 10 h 40"/>
                <a:gd name="T10" fmla="*/ 55 w 56"/>
                <a:gd name="T11" fmla="*/ 7 h 40"/>
                <a:gd name="T12" fmla="*/ 52 w 56"/>
                <a:gd name="T13" fmla="*/ 2 h 40"/>
                <a:gd name="T14" fmla="*/ 17 w 56"/>
                <a:gd name="T15" fmla="*/ 8 h 40"/>
                <a:gd name="T16" fmla="*/ 0 w 56"/>
                <a:gd name="T17" fmla="*/ 35 h 40"/>
                <a:gd name="T18" fmla="*/ 3 w 56"/>
                <a:gd name="T19"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40">
                  <a:moveTo>
                    <a:pt x="3" y="40"/>
                  </a:moveTo>
                  <a:cubicBezTo>
                    <a:pt x="4" y="40"/>
                    <a:pt x="4" y="40"/>
                    <a:pt x="4" y="40"/>
                  </a:cubicBezTo>
                  <a:cubicBezTo>
                    <a:pt x="6" y="40"/>
                    <a:pt x="8" y="38"/>
                    <a:pt x="8" y="36"/>
                  </a:cubicBezTo>
                  <a:cubicBezTo>
                    <a:pt x="8" y="36"/>
                    <a:pt x="11" y="22"/>
                    <a:pt x="22" y="14"/>
                  </a:cubicBezTo>
                  <a:cubicBezTo>
                    <a:pt x="29" y="9"/>
                    <a:pt x="39" y="8"/>
                    <a:pt x="50" y="10"/>
                  </a:cubicBezTo>
                  <a:cubicBezTo>
                    <a:pt x="53" y="10"/>
                    <a:pt x="55" y="9"/>
                    <a:pt x="55" y="7"/>
                  </a:cubicBezTo>
                  <a:cubicBezTo>
                    <a:pt x="56" y="5"/>
                    <a:pt x="54" y="3"/>
                    <a:pt x="52" y="2"/>
                  </a:cubicBezTo>
                  <a:cubicBezTo>
                    <a:pt x="38" y="0"/>
                    <a:pt x="26" y="1"/>
                    <a:pt x="17" y="8"/>
                  </a:cubicBezTo>
                  <a:cubicBezTo>
                    <a:pt x="3" y="18"/>
                    <a:pt x="0" y="34"/>
                    <a:pt x="0" y="35"/>
                  </a:cubicBezTo>
                  <a:cubicBezTo>
                    <a:pt x="0" y="37"/>
                    <a:pt x="1" y="39"/>
                    <a:pt x="3"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156"/>
            <p:cNvSpPr>
              <a:spLocks/>
            </p:cNvSpPr>
            <p:nvPr/>
          </p:nvSpPr>
          <p:spPr bwMode="auto">
            <a:xfrm>
              <a:off x="3224212" y="1550988"/>
              <a:ext cx="42862" cy="66675"/>
            </a:xfrm>
            <a:custGeom>
              <a:avLst/>
              <a:gdLst>
                <a:gd name="T0" fmla="*/ 0 w 26"/>
                <a:gd name="T1" fmla="*/ 3 h 41"/>
                <a:gd name="T2" fmla="*/ 3 w 26"/>
                <a:gd name="T3" fmla="*/ 8 h 41"/>
                <a:gd name="T4" fmla="*/ 15 w 26"/>
                <a:gd name="T5" fmla="*/ 19 h 41"/>
                <a:gd name="T6" fmla="*/ 15 w 26"/>
                <a:gd name="T7" fmla="*/ 36 h 41"/>
                <a:gd name="T8" fmla="*/ 18 w 26"/>
                <a:gd name="T9" fmla="*/ 41 h 41"/>
                <a:gd name="T10" fmla="*/ 19 w 26"/>
                <a:gd name="T11" fmla="*/ 41 h 41"/>
                <a:gd name="T12" fmla="*/ 23 w 26"/>
                <a:gd name="T13" fmla="*/ 39 h 41"/>
                <a:gd name="T14" fmla="*/ 22 w 26"/>
                <a:gd name="T15" fmla="*/ 15 h 41"/>
                <a:gd name="T16" fmla="*/ 5 w 26"/>
                <a:gd name="T17" fmla="*/ 1 h 41"/>
                <a:gd name="T18" fmla="*/ 0 w 26"/>
                <a:gd name="T19" fmla="*/ 3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41">
                  <a:moveTo>
                    <a:pt x="0" y="3"/>
                  </a:moveTo>
                  <a:cubicBezTo>
                    <a:pt x="0" y="5"/>
                    <a:pt x="1" y="8"/>
                    <a:pt x="3" y="8"/>
                  </a:cubicBezTo>
                  <a:cubicBezTo>
                    <a:pt x="3" y="8"/>
                    <a:pt x="11" y="11"/>
                    <a:pt x="15" y="19"/>
                  </a:cubicBezTo>
                  <a:cubicBezTo>
                    <a:pt x="18" y="23"/>
                    <a:pt x="18" y="29"/>
                    <a:pt x="15" y="36"/>
                  </a:cubicBezTo>
                  <a:cubicBezTo>
                    <a:pt x="14" y="38"/>
                    <a:pt x="15" y="40"/>
                    <a:pt x="18" y="41"/>
                  </a:cubicBezTo>
                  <a:cubicBezTo>
                    <a:pt x="18" y="41"/>
                    <a:pt x="18" y="41"/>
                    <a:pt x="19" y="41"/>
                  </a:cubicBezTo>
                  <a:cubicBezTo>
                    <a:pt x="21" y="41"/>
                    <a:pt x="22" y="40"/>
                    <a:pt x="23" y="39"/>
                  </a:cubicBezTo>
                  <a:cubicBezTo>
                    <a:pt x="26" y="30"/>
                    <a:pt x="26" y="22"/>
                    <a:pt x="22" y="15"/>
                  </a:cubicBezTo>
                  <a:cubicBezTo>
                    <a:pt x="17" y="4"/>
                    <a:pt x="6" y="1"/>
                    <a:pt x="5" y="1"/>
                  </a:cubicBezTo>
                  <a:cubicBezTo>
                    <a:pt x="3" y="0"/>
                    <a:pt x="1" y="1"/>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157"/>
            <p:cNvSpPr>
              <a:spLocks/>
            </p:cNvSpPr>
            <p:nvPr/>
          </p:nvSpPr>
          <p:spPr bwMode="auto">
            <a:xfrm>
              <a:off x="3243262" y="1527176"/>
              <a:ext cx="55562" cy="98425"/>
            </a:xfrm>
            <a:custGeom>
              <a:avLst/>
              <a:gdLst>
                <a:gd name="T0" fmla="*/ 0 w 34"/>
                <a:gd name="T1" fmla="*/ 3 h 61"/>
                <a:gd name="T2" fmla="*/ 3 w 34"/>
                <a:gd name="T3" fmla="*/ 8 h 61"/>
                <a:gd name="T4" fmla="*/ 22 w 34"/>
                <a:gd name="T5" fmla="*/ 26 h 61"/>
                <a:gd name="T6" fmla="*/ 21 w 34"/>
                <a:gd name="T7" fmla="*/ 55 h 61"/>
                <a:gd name="T8" fmla="*/ 23 w 34"/>
                <a:gd name="T9" fmla="*/ 60 h 61"/>
                <a:gd name="T10" fmla="*/ 24 w 34"/>
                <a:gd name="T11" fmla="*/ 61 h 61"/>
                <a:gd name="T12" fmla="*/ 28 w 34"/>
                <a:gd name="T13" fmla="*/ 58 h 61"/>
                <a:gd name="T14" fmla="*/ 29 w 34"/>
                <a:gd name="T15" fmla="*/ 23 h 61"/>
                <a:gd name="T16" fmla="*/ 6 w 34"/>
                <a:gd name="T17" fmla="*/ 1 h 61"/>
                <a:gd name="T18" fmla="*/ 0 w 34"/>
                <a:gd name="T19" fmla="*/ 3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61">
                  <a:moveTo>
                    <a:pt x="0" y="3"/>
                  </a:moveTo>
                  <a:cubicBezTo>
                    <a:pt x="0" y="5"/>
                    <a:pt x="1" y="8"/>
                    <a:pt x="3" y="8"/>
                  </a:cubicBezTo>
                  <a:cubicBezTo>
                    <a:pt x="3" y="8"/>
                    <a:pt x="16" y="13"/>
                    <a:pt x="22" y="26"/>
                  </a:cubicBezTo>
                  <a:cubicBezTo>
                    <a:pt x="25" y="34"/>
                    <a:pt x="25" y="44"/>
                    <a:pt x="21" y="55"/>
                  </a:cubicBezTo>
                  <a:cubicBezTo>
                    <a:pt x="20" y="57"/>
                    <a:pt x="21" y="59"/>
                    <a:pt x="23" y="60"/>
                  </a:cubicBezTo>
                  <a:cubicBezTo>
                    <a:pt x="23" y="61"/>
                    <a:pt x="24" y="61"/>
                    <a:pt x="24" y="61"/>
                  </a:cubicBezTo>
                  <a:cubicBezTo>
                    <a:pt x="26" y="61"/>
                    <a:pt x="27" y="60"/>
                    <a:pt x="28" y="58"/>
                  </a:cubicBezTo>
                  <a:cubicBezTo>
                    <a:pt x="33" y="45"/>
                    <a:pt x="34" y="33"/>
                    <a:pt x="29" y="23"/>
                  </a:cubicBezTo>
                  <a:cubicBezTo>
                    <a:pt x="22" y="7"/>
                    <a:pt x="6" y="1"/>
                    <a:pt x="6" y="1"/>
                  </a:cubicBezTo>
                  <a:cubicBezTo>
                    <a:pt x="4" y="0"/>
                    <a:pt x="1" y="1"/>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158"/>
            <p:cNvSpPr>
              <a:spLocks/>
            </p:cNvSpPr>
            <p:nvPr/>
          </p:nvSpPr>
          <p:spPr bwMode="auto">
            <a:xfrm>
              <a:off x="2463800" y="1606551"/>
              <a:ext cx="228600" cy="77788"/>
            </a:xfrm>
            <a:custGeom>
              <a:avLst/>
              <a:gdLst>
                <a:gd name="T0" fmla="*/ 74 w 144"/>
                <a:gd name="T1" fmla="*/ 18 h 49"/>
                <a:gd name="T2" fmla="*/ 143 w 144"/>
                <a:gd name="T3" fmla="*/ 45 h 49"/>
                <a:gd name="T4" fmla="*/ 144 w 144"/>
                <a:gd name="T5" fmla="*/ 42 h 49"/>
                <a:gd name="T6" fmla="*/ 65 w 144"/>
                <a:gd name="T7" fmla="*/ 0 h 49"/>
                <a:gd name="T8" fmla="*/ 66 w 144"/>
                <a:gd name="T9" fmla="*/ 34 h 49"/>
                <a:gd name="T10" fmla="*/ 4 w 144"/>
                <a:gd name="T11" fmla="*/ 11 h 49"/>
                <a:gd name="T12" fmla="*/ 0 w 144"/>
                <a:gd name="T13" fmla="*/ 25 h 49"/>
                <a:gd name="T14" fmla="*/ 76 w 144"/>
                <a:gd name="T15" fmla="*/ 49 h 49"/>
                <a:gd name="T16" fmla="*/ 74 w 144"/>
                <a:gd name="T17" fmla="*/ 18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4" h="49">
                  <a:moveTo>
                    <a:pt x="74" y="18"/>
                  </a:moveTo>
                  <a:lnTo>
                    <a:pt x="143" y="45"/>
                  </a:lnTo>
                  <a:lnTo>
                    <a:pt x="144" y="42"/>
                  </a:lnTo>
                  <a:lnTo>
                    <a:pt x="65" y="0"/>
                  </a:lnTo>
                  <a:lnTo>
                    <a:pt x="66" y="34"/>
                  </a:lnTo>
                  <a:lnTo>
                    <a:pt x="4" y="11"/>
                  </a:lnTo>
                  <a:lnTo>
                    <a:pt x="0" y="25"/>
                  </a:lnTo>
                  <a:lnTo>
                    <a:pt x="76" y="49"/>
                  </a:lnTo>
                  <a:lnTo>
                    <a:pt x="74"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159"/>
            <p:cNvSpPr>
              <a:spLocks/>
            </p:cNvSpPr>
            <p:nvPr/>
          </p:nvSpPr>
          <p:spPr bwMode="auto">
            <a:xfrm>
              <a:off x="2562225" y="1511301"/>
              <a:ext cx="158750" cy="133350"/>
            </a:xfrm>
            <a:custGeom>
              <a:avLst/>
              <a:gdLst>
                <a:gd name="T0" fmla="*/ 58 w 100"/>
                <a:gd name="T1" fmla="*/ 34 h 84"/>
                <a:gd name="T2" fmla="*/ 97 w 100"/>
                <a:gd name="T3" fmla="*/ 84 h 84"/>
                <a:gd name="T4" fmla="*/ 100 w 100"/>
                <a:gd name="T5" fmla="*/ 82 h 84"/>
                <a:gd name="T6" fmla="*/ 59 w 100"/>
                <a:gd name="T7" fmla="*/ 18 h 84"/>
                <a:gd name="T8" fmla="*/ 45 w 100"/>
                <a:gd name="T9" fmla="*/ 43 h 84"/>
                <a:gd name="T10" fmla="*/ 9 w 100"/>
                <a:gd name="T11" fmla="*/ 0 h 84"/>
                <a:gd name="T12" fmla="*/ 0 w 100"/>
                <a:gd name="T13" fmla="*/ 9 h 84"/>
                <a:gd name="T14" fmla="*/ 47 w 100"/>
                <a:gd name="T15" fmla="*/ 58 h 84"/>
                <a:gd name="T16" fmla="*/ 58 w 100"/>
                <a:gd name="T17" fmla="*/ 3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84">
                  <a:moveTo>
                    <a:pt x="58" y="34"/>
                  </a:moveTo>
                  <a:lnTo>
                    <a:pt x="97" y="84"/>
                  </a:lnTo>
                  <a:lnTo>
                    <a:pt x="100" y="82"/>
                  </a:lnTo>
                  <a:lnTo>
                    <a:pt x="59" y="18"/>
                  </a:lnTo>
                  <a:lnTo>
                    <a:pt x="45" y="43"/>
                  </a:lnTo>
                  <a:lnTo>
                    <a:pt x="9" y="0"/>
                  </a:lnTo>
                  <a:lnTo>
                    <a:pt x="0" y="9"/>
                  </a:lnTo>
                  <a:lnTo>
                    <a:pt x="47" y="58"/>
                  </a:lnTo>
                  <a:lnTo>
                    <a:pt x="58"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160"/>
            <p:cNvSpPr>
              <a:spLocks/>
            </p:cNvSpPr>
            <p:nvPr/>
          </p:nvSpPr>
          <p:spPr bwMode="auto">
            <a:xfrm>
              <a:off x="2511425" y="1719263"/>
              <a:ext cx="185737" cy="68263"/>
            </a:xfrm>
            <a:custGeom>
              <a:avLst/>
              <a:gdLst>
                <a:gd name="T0" fmla="*/ 117 w 117"/>
                <a:gd name="T1" fmla="*/ 4 h 43"/>
                <a:gd name="T2" fmla="*/ 43 w 117"/>
                <a:gd name="T3" fmla="*/ 0 h 43"/>
                <a:gd name="T4" fmla="*/ 55 w 117"/>
                <a:gd name="T5" fmla="*/ 26 h 43"/>
                <a:gd name="T6" fmla="*/ 0 w 117"/>
                <a:gd name="T7" fmla="*/ 30 h 43"/>
                <a:gd name="T8" fmla="*/ 2 w 117"/>
                <a:gd name="T9" fmla="*/ 43 h 43"/>
                <a:gd name="T10" fmla="*/ 68 w 117"/>
                <a:gd name="T11" fmla="*/ 33 h 43"/>
                <a:gd name="T12" fmla="*/ 55 w 117"/>
                <a:gd name="T13" fmla="*/ 10 h 43"/>
                <a:gd name="T14" fmla="*/ 117 w 117"/>
                <a:gd name="T15" fmla="*/ 6 h 43"/>
                <a:gd name="T16" fmla="*/ 117 w 117"/>
                <a:gd name="T17" fmla="*/ 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7" h="43">
                  <a:moveTo>
                    <a:pt x="117" y="4"/>
                  </a:moveTo>
                  <a:lnTo>
                    <a:pt x="43" y="0"/>
                  </a:lnTo>
                  <a:lnTo>
                    <a:pt x="55" y="26"/>
                  </a:lnTo>
                  <a:lnTo>
                    <a:pt x="0" y="30"/>
                  </a:lnTo>
                  <a:lnTo>
                    <a:pt x="2" y="43"/>
                  </a:lnTo>
                  <a:lnTo>
                    <a:pt x="68" y="33"/>
                  </a:lnTo>
                  <a:lnTo>
                    <a:pt x="55" y="10"/>
                  </a:lnTo>
                  <a:lnTo>
                    <a:pt x="117" y="6"/>
                  </a:lnTo>
                  <a:lnTo>
                    <a:pt x="117"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161"/>
            <p:cNvSpPr>
              <a:spLocks/>
            </p:cNvSpPr>
            <p:nvPr/>
          </p:nvSpPr>
          <p:spPr bwMode="auto">
            <a:xfrm>
              <a:off x="2771775" y="2536826"/>
              <a:ext cx="57150" cy="73025"/>
            </a:xfrm>
            <a:custGeom>
              <a:avLst/>
              <a:gdLst>
                <a:gd name="T0" fmla="*/ 27 w 35"/>
                <a:gd name="T1" fmla="*/ 42 h 45"/>
                <a:gd name="T2" fmla="*/ 30 w 35"/>
                <a:gd name="T3" fmla="*/ 42 h 45"/>
                <a:gd name="T4" fmla="*/ 34 w 35"/>
                <a:gd name="T5" fmla="*/ 41 h 45"/>
                <a:gd name="T6" fmla="*/ 35 w 35"/>
                <a:gd name="T7" fmla="*/ 38 h 45"/>
                <a:gd name="T8" fmla="*/ 34 w 35"/>
                <a:gd name="T9" fmla="*/ 35 h 45"/>
                <a:gd name="T10" fmla="*/ 32 w 35"/>
                <a:gd name="T11" fmla="*/ 34 h 45"/>
                <a:gd name="T12" fmla="*/ 30 w 35"/>
                <a:gd name="T13" fmla="*/ 35 h 45"/>
                <a:gd name="T14" fmla="*/ 20 w 35"/>
                <a:gd name="T15" fmla="*/ 36 h 45"/>
                <a:gd name="T16" fmla="*/ 16 w 35"/>
                <a:gd name="T17" fmla="*/ 36 h 45"/>
                <a:gd name="T18" fmla="*/ 9 w 35"/>
                <a:gd name="T19" fmla="*/ 37 h 45"/>
                <a:gd name="T20" fmla="*/ 9 w 35"/>
                <a:gd name="T21" fmla="*/ 36 h 45"/>
                <a:gd name="T22" fmla="*/ 10 w 35"/>
                <a:gd name="T23" fmla="*/ 23 h 45"/>
                <a:gd name="T24" fmla="*/ 13 w 35"/>
                <a:gd name="T25" fmla="*/ 7 h 45"/>
                <a:gd name="T26" fmla="*/ 13 w 35"/>
                <a:gd name="T27" fmla="*/ 3 h 45"/>
                <a:gd name="T28" fmla="*/ 12 w 35"/>
                <a:gd name="T29" fmla="*/ 1 h 45"/>
                <a:gd name="T30" fmla="*/ 10 w 35"/>
                <a:gd name="T31" fmla="*/ 0 h 45"/>
                <a:gd name="T32" fmla="*/ 7 w 35"/>
                <a:gd name="T33" fmla="*/ 1 h 45"/>
                <a:gd name="T34" fmla="*/ 5 w 35"/>
                <a:gd name="T35" fmla="*/ 3 h 45"/>
                <a:gd name="T36" fmla="*/ 5 w 35"/>
                <a:gd name="T37" fmla="*/ 7 h 45"/>
                <a:gd name="T38" fmla="*/ 2 w 35"/>
                <a:gd name="T39" fmla="*/ 32 h 45"/>
                <a:gd name="T40" fmla="*/ 1 w 35"/>
                <a:gd name="T41" fmla="*/ 38 h 45"/>
                <a:gd name="T42" fmla="*/ 0 w 35"/>
                <a:gd name="T43" fmla="*/ 41 h 45"/>
                <a:gd name="T44" fmla="*/ 1 w 35"/>
                <a:gd name="T45" fmla="*/ 44 h 45"/>
                <a:gd name="T46" fmla="*/ 4 w 35"/>
                <a:gd name="T47" fmla="*/ 45 h 45"/>
                <a:gd name="T48" fmla="*/ 9 w 35"/>
                <a:gd name="T49" fmla="*/ 44 h 45"/>
                <a:gd name="T50" fmla="*/ 25 w 35"/>
                <a:gd name="T51" fmla="*/ 42 h 45"/>
                <a:gd name="T52" fmla="*/ 27 w 35"/>
                <a:gd name="T53" fmla="*/ 4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 h="45">
                  <a:moveTo>
                    <a:pt x="27" y="42"/>
                  </a:moveTo>
                  <a:cubicBezTo>
                    <a:pt x="29" y="42"/>
                    <a:pt x="29" y="42"/>
                    <a:pt x="30" y="42"/>
                  </a:cubicBezTo>
                  <a:cubicBezTo>
                    <a:pt x="31" y="42"/>
                    <a:pt x="32" y="42"/>
                    <a:pt x="34" y="41"/>
                  </a:cubicBezTo>
                  <a:cubicBezTo>
                    <a:pt x="35" y="40"/>
                    <a:pt x="35" y="39"/>
                    <a:pt x="35" y="38"/>
                  </a:cubicBezTo>
                  <a:cubicBezTo>
                    <a:pt x="35" y="37"/>
                    <a:pt x="35" y="36"/>
                    <a:pt x="34" y="35"/>
                  </a:cubicBezTo>
                  <a:cubicBezTo>
                    <a:pt x="34" y="35"/>
                    <a:pt x="33" y="34"/>
                    <a:pt x="32" y="34"/>
                  </a:cubicBezTo>
                  <a:cubicBezTo>
                    <a:pt x="31" y="34"/>
                    <a:pt x="31" y="35"/>
                    <a:pt x="30" y="35"/>
                  </a:cubicBezTo>
                  <a:cubicBezTo>
                    <a:pt x="28" y="35"/>
                    <a:pt x="25" y="35"/>
                    <a:pt x="20" y="36"/>
                  </a:cubicBezTo>
                  <a:cubicBezTo>
                    <a:pt x="19" y="36"/>
                    <a:pt x="17" y="36"/>
                    <a:pt x="16" y="36"/>
                  </a:cubicBezTo>
                  <a:cubicBezTo>
                    <a:pt x="12" y="37"/>
                    <a:pt x="10" y="37"/>
                    <a:pt x="9" y="37"/>
                  </a:cubicBezTo>
                  <a:cubicBezTo>
                    <a:pt x="9" y="37"/>
                    <a:pt x="9" y="37"/>
                    <a:pt x="9" y="36"/>
                  </a:cubicBezTo>
                  <a:cubicBezTo>
                    <a:pt x="9" y="36"/>
                    <a:pt x="9" y="31"/>
                    <a:pt x="10" y="23"/>
                  </a:cubicBezTo>
                  <a:cubicBezTo>
                    <a:pt x="11" y="15"/>
                    <a:pt x="12" y="10"/>
                    <a:pt x="13" y="7"/>
                  </a:cubicBezTo>
                  <a:cubicBezTo>
                    <a:pt x="13" y="5"/>
                    <a:pt x="13" y="4"/>
                    <a:pt x="13" y="3"/>
                  </a:cubicBezTo>
                  <a:cubicBezTo>
                    <a:pt x="13" y="2"/>
                    <a:pt x="13" y="2"/>
                    <a:pt x="12" y="1"/>
                  </a:cubicBezTo>
                  <a:cubicBezTo>
                    <a:pt x="11" y="0"/>
                    <a:pt x="10" y="0"/>
                    <a:pt x="10" y="0"/>
                  </a:cubicBezTo>
                  <a:cubicBezTo>
                    <a:pt x="8" y="0"/>
                    <a:pt x="7" y="0"/>
                    <a:pt x="7" y="1"/>
                  </a:cubicBezTo>
                  <a:cubicBezTo>
                    <a:pt x="6" y="1"/>
                    <a:pt x="6" y="2"/>
                    <a:pt x="5" y="3"/>
                  </a:cubicBezTo>
                  <a:cubicBezTo>
                    <a:pt x="5" y="3"/>
                    <a:pt x="5" y="5"/>
                    <a:pt x="5" y="7"/>
                  </a:cubicBezTo>
                  <a:cubicBezTo>
                    <a:pt x="2" y="32"/>
                    <a:pt x="2" y="32"/>
                    <a:pt x="2" y="32"/>
                  </a:cubicBezTo>
                  <a:cubicBezTo>
                    <a:pt x="2" y="34"/>
                    <a:pt x="1" y="36"/>
                    <a:pt x="1" y="38"/>
                  </a:cubicBezTo>
                  <a:cubicBezTo>
                    <a:pt x="1" y="40"/>
                    <a:pt x="0" y="41"/>
                    <a:pt x="0" y="41"/>
                  </a:cubicBezTo>
                  <a:cubicBezTo>
                    <a:pt x="0" y="42"/>
                    <a:pt x="1" y="43"/>
                    <a:pt x="1" y="44"/>
                  </a:cubicBezTo>
                  <a:cubicBezTo>
                    <a:pt x="2" y="45"/>
                    <a:pt x="3" y="45"/>
                    <a:pt x="4" y="45"/>
                  </a:cubicBezTo>
                  <a:cubicBezTo>
                    <a:pt x="5" y="45"/>
                    <a:pt x="7" y="45"/>
                    <a:pt x="9" y="44"/>
                  </a:cubicBezTo>
                  <a:cubicBezTo>
                    <a:pt x="14" y="43"/>
                    <a:pt x="19" y="42"/>
                    <a:pt x="25" y="42"/>
                  </a:cubicBezTo>
                  <a:cubicBezTo>
                    <a:pt x="25" y="42"/>
                    <a:pt x="26" y="42"/>
                    <a:pt x="27"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162"/>
            <p:cNvSpPr>
              <a:spLocks noEditPoints="1"/>
            </p:cNvSpPr>
            <p:nvPr/>
          </p:nvSpPr>
          <p:spPr bwMode="auto">
            <a:xfrm>
              <a:off x="2835275" y="2554288"/>
              <a:ext cx="47625" cy="55563"/>
            </a:xfrm>
            <a:custGeom>
              <a:avLst/>
              <a:gdLst>
                <a:gd name="T0" fmla="*/ 22 w 30"/>
                <a:gd name="T1" fmla="*/ 29 h 34"/>
                <a:gd name="T2" fmla="*/ 30 w 30"/>
                <a:gd name="T3" fmla="*/ 17 h 34"/>
                <a:gd name="T4" fmla="*/ 30 w 30"/>
                <a:gd name="T5" fmla="*/ 17 h 34"/>
                <a:gd name="T6" fmla="*/ 30 w 30"/>
                <a:gd name="T7" fmla="*/ 13 h 34"/>
                <a:gd name="T8" fmla="*/ 27 w 30"/>
                <a:gd name="T9" fmla="*/ 4 h 34"/>
                <a:gd name="T10" fmla="*/ 18 w 30"/>
                <a:gd name="T11" fmla="*/ 0 h 34"/>
                <a:gd name="T12" fmla="*/ 5 w 30"/>
                <a:gd name="T13" fmla="*/ 8 h 34"/>
                <a:gd name="T14" fmla="*/ 0 w 30"/>
                <a:gd name="T15" fmla="*/ 23 h 34"/>
                <a:gd name="T16" fmla="*/ 3 w 30"/>
                <a:gd name="T17" fmla="*/ 31 h 34"/>
                <a:gd name="T18" fmla="*/ 11 w 30"/>
                <a:gd name="T19" fmla="*/ 34 h 34"/>
                <a:gd name="T20" fmla="*/ 22 w 30"/>
                <a:gd name="T21" fmla="*/ 29 h 34"/>
                <a:gd name="T22" fmla="*/ 8 w 30"/>
                <a:gd name="T23" fmla="*/ 26 h 34"/>
                <a:gd name="T24" fmla="*/ 7 w 30"/>
                <a:gd name="T25" fmla="*/ 22 h 34"/>
                <a:gd name="T26" fmla="*/ 9 w 30"/>
                <a:gd name="T27" fmla="*/ 13 h 34"/>
                <a:gd name="T28" fmla="*/ 14 w 30"/>
                <a:gd name="T29" fmla="*/ 6 h 34"/>
                <a:gd name="T30" fmla="*/ 14 w 30"/>
                <a:gd name="T31" fmla="*/ 6 h 34"/>
                <a:gd name="T32" fmla="*/ 18 w 30"/>
                <a:gd name="T33" fmla="*/ 5 h 34"/>
                <a:gd name="T34" fmla="*/ 21 w 30"/>
                <a:gd name="T35" fmla="*/ 8 h 34"/>
                <a:gd name="T36" fmla="*/ 23 w 30"/>
                <a:gd name="T37" fmla="*/ 13 h 34"/>
                <a:gd name="T38" fmla="*/ 19 w 30"/>
                <a:gd name="T39" fmla="*/ 23 h 34"/>
                <a:gd name="T40" fmla="*/ 11 w 30"/>
                <a:gd name="T41" fmla="*/ 28 h 34"/>
                <a:gd name="T42" fmla="*/ 8 w 30"/>
                <a:gd name="T43" fmla="*/ 2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 h="34">
                  <a:moveTo>
                    <a:pt x="22" y="29"/>
                  </a:moveTo>
                  <a:cubicBezTo>
                    <a:pt x="26" y="26"/>
                    <a:pt x="26" y="22"/>
                    <a:pt x="30" y="17"/>
                  </a:cubicBezTo>
                  <a:cubicBezTo>
                    <a:pt x="30" y="17"/>
                    <a:pt x="30" y="17"/>
                    <a:pt x="30" y="17"/>
                  </a:cubicBezTo>
                  <a:cubicBezTo>
                    <a:pt x="30" y="16"/>
                    <a:pt x="30" y="14"/>
                    <a:pt x="30" y="13"/>
                  </a:cubicBezTo>
                  <a:cubicBezTo>
                    <a:pt x="30" y="9"/>
                    <a:pt x="29" y="6"/>
                    <a:pt x="27" y="4"/>
                  </a:cubicBezTo>
                  <a:cubicBezTo>
                    <a:pt x="25" y="1"/>
                    <a:pt x="22" y="0"/>
                    <a:pt x="18" y="0"/>
                  </a:cubicBezTo>
                  <a:cubicBezTo>
                    <a:pt x="13" y="0"/>
                    <a:pt x="9" y="3"/>
                    <a:pt x="5" y="8"/>
                  </a:cubicBezTo>
                  <a:cubicBezTo>
                    <a:pt x="2" y="13"/>
                    <a:pt x="0" y="18"/>
                    <a:pt x="0" y="23"/>
                  </a:cubicBezTo>
                  <a:cubicBezTo>
                    <a:pt x="0" y="26"/>
                    <a:pt x="1" y="29"/>
                    <a:pt x="3" y="31"/>
                  </a:cubicBezTo>
                  <a:cubicBezTo>
                    <a:pt x="5" y="33"/>
                    <a:pt x="8" y="34"/>
                    <a:pt x="11" y="34"/>
                  </a:cubicBezTo>
                  <a:cubicBezTo>
                    <a:pt x="14" y="34"/>
                    <a:pt x="18" y="32"/>
                    <a:pt x="22" y="29"/>
                  </a:cubicBezTo>
                  <a:close/>
                  <a:moveTo>
                    <a:pt x="8" y="26"/>
                  </a:moveTo>
                  <a:cubicBezTo>
                    <a:pt x="8" y="25"/>
                    <a:pt x="7" y="24"/>
                    <a:pt x="7" y="22"/>
                  </a:cubicBezTo>
                  <a:cubicBezTo>
                    <a:pt x="7" y="19"/>
                    <a:pt x="8" y="16"/>
                    <a:pt x="9" y="13"/>
                  </a:cubicBezTo>
                  <a:cubicBezTo>
                    <a:pt x="11" y="10"/>
                    <a:pt x="12" y="10"/>
                    <a:pt x="14" y="6"/>
                  </a:cubicBezTo>
                  <a:cubicBezTo>
                    <a:pt x="14" y="6"/>
                    <a:pt x="14" y="6"/>
                    <a:pt x="14" y="6"/>
                  </a:cubicBezTo>
                  <a:cubicBezTo>
                    <a:pt x="15" y="6"/>
                    <a:pt x="16" y="5"/>
                    <a:pt x="18" y="5"/>
                  </a:cubicBezTo>
                  <a:cubicBezTo>
                    <a:pt x="19" y="5"/>
                    <a:pt x="20" y="7"/>
                    <a:pt x="21" y="8"/>
                  </a:cubicBezTo>
                  <a:cubicBezTo>
                    <a:pt x="22" y="9"/>
                    <a:pt x="23" y="11"/>
                    <a:pt x="23" y="13"/>
                  </a:cubicBezTo>
                  <a:cubicBezTo>
                    <a:pt x="23" y="17"/>
                    <a:pt x="21" y="20"/>
                    <a:pt x="19" y="23"/>
                  </a:cubicBezTo>
                  <a:cubicBezTo>
                    <a:pt x="16" y="26"/>
                    <a:pt x="13" y="28"/>
                    <a:pt x="11" y="28"/>
                  </a:cubicBezTo>
                  <a:cubicBezTo>
                    <a:pt x="10" y="28"/>
                    <a:pt x="9" y="27"/>
                    <a:pt x="8"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163"/>
            <p:cNvSpPr>
              <a:spLocks/>
            </p:cNvSpPr>
            <p:nvPr/>
          </p:nvSpPr>
          <p:spPr bwMode="auto">
            <a:xfrm>
              <a:off x="2894012" y="2552701"/>
              <a:ext cx="79375" cy="57150"/>
            </a:xfrm>
            <a:custGeom>
              <a:avLst/>
              <a:gdLst>
                <a:gd name="T0" fmla="*/ 8 w 50"/>
                <a:gd name="T1" fmla="*/ 5 h 35"/>
                <a:gd name="T2" fmla="*/ 7 w 50"/>
                <a:gd name="T3" fmla="*/ 2 h 35"/>
                <a:gd name="T4" fmla="*/ 5 w 50"/>
                <a:gd name="T5" fmla="*/ 1 h 35"/>
                <a:gd name="T6" fmla="*/ 1 w 50"/>
                <a:gd name="T7" fmla="*/ 3 h 35"/>
                <a:gd name="T8" fmla="*/ 0 w 50"/>
                <a:gd name="T9" fmla="*/ 7 h 35"/>
                <a:gd name="T10" fmla="*/ 3 w 50"/>
                <a:gd name="T11" fmla="*/ 25 h 35"/>
                <a:gd name="T12" fmla="*/ 11 w 50"/>
                <a:gd name="T13" fmla="*/ 35 h 35"/>
                <a:gd name="T14" fmla="*/ 19 w 50"/>
                <a:gd name="T15" fmla="*/ 25 h 35"/>
                <a:gd name="T16" fmla="*/ 19 w 50"/>
                <a:gd name="T17" fmla="*/ 24 h 35"/>
                <a:gd name="T18" fmla="*/ 24 w 50"/>
                <a:gd name="T19" fmla="*/ 15 h 35"/>
                <a:gd name="T20" fmla="*/ 25 w 50"/>
                <a:gd name="T21" fmla="*/ 21 h 35"/>
                <a:gd name="T22" fmla="*/ 28 w 50"/>
                <a:gd name="T23" fmla="*/ 28 h 35"/>
                <a:gd name="T24" fmla="*/ 32 w 50"/>
                <a:gd name="T25" fmla="*/ 32 h 35"/>
                <a:gd name="T26" fmla="*/ 36 w 50"/>
                <a:gd name="T27" fmla="*/ 33 h 35"/>
                <a:gd name="T28" fmla="*/ 39 w 50"/>
                <a:gd name="T29" fmla="*/ 31 h 35"/>
                <a:gd name="T30" fmla="*/ 43 w 50"/>
                <a:gd name="T31" fmla="*/ 19 h 35"/>
                <a:gd name="T32" fmla="*/ 50 w 50"/>
                <a:gd name="T33" fmla="*/ 5 h 35"/>
                <a:gd name="T34" fmla="*/ 50 w 50"/>
                <a:gd name="T35" fmla="*/ 3 h 35"/>
                <a:gd name="T36" fmla="*/ 49 w 50"/>
                <a:gd name="T37" fmla="*/ 1 h 35"/>
                <a:gd name="T38" fmla="*/ 47 w 50"/>
                <a:gd name="T39" fmla="*/ 0 h 35"/>
                <a:gd name="T40" fmla="*/ 44 w 50"/>
                <a:gd name="T41" fmla="*/ 1 h 35"/>
                <a:gd name="T42" fmla="*/ 40 w 50"/>
                <a:gd name="T43" fmla="*/ 8 h 35"/>
                <a:gd name="T44" fmla="*/ 36 w 50"/>
                <a:gd name="T45" fmla="*/ 20 h 35"/>
                <a:gd name="T46" fmla="*/ 35 w 50"/>
                <a:gd name="T47" fmla="*/ 24 h 35"/>
                <a:gd name="T48" fmla="*/ 34 w 50"/>
                <a:gd name="T49" fmla="*/ 25 h 35"/>
                <a:gd name="T50" fmla="*/ 29 w 50"/>
                <a:gd name="T51" fmla="*/ 8 h 35"/>
                <a:gd name="T52" fmla="*/ 29 w 50"/>
                <a:gd name="T53" fmla="*/ 7 h 35"/>
                <a:gd name="T54" fmla="*/ 29 w 50"/>
                <a:gd name="T55" fmla="*/ 6 h 35"/>
                <a:gd name="T56" fmla="*/ 28 w 50"/>
                <a:gd name="T57" fmla="*/ 4 h 35"/>
                <a:gd name="T58" fmla="*/ 25 w 50"/>
                <a:gd name="T59" fmla="*/ 3 h 35"/>
                <a:gd name="T60" fmla="*/ 20 w 50"/>
                <a:gd name="T61" fmla="*/ 11 h 35"/>
                <a:gd name="T62" fmla="*/ 20 w 50"/>
                <a:gd name="T63" fmla="*/ 11 h 35"/>
                <a:gd name="T64" fmla="*/ 14 w 50"/>
                <a:gd name="T65" fmla="*/ 21 h 35"/>
                <a:gd name="T66" fmla="*/ 11 w 50"/>
                <a:gd name="T67" fmla="*/ 26 h 35"/>
                <a:gd name="T68" fmla="*/ 9 w 50"/>
                <a:gd name="T69" fmla="*/ 21 h 35"/>
                <a:gd name="T70" fmla="*/ 8 w 50"/>
                <a:gd name="T71" fmla="*/ 12 h 35"/>
                <a:gd name="T72" fmla="*/ 8 w 50"/>
                <a:gd name="T73" fmla="*/ 9 h 35"/>
                <a:gd name="T74" fmla="*/ 8 w 50"/>
                <a:gd name="T75" fmla="*/ 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0" h="35">
                  <a:moveTo>
                    <a:pt x="8" y="5"/>
                  </a:moveTo>
                  <a:cubicBezTo>
                    <a:pt x="8" y="4"/>
                    <a:pt x="8" y="3"/>
                    <a:pt x="7" y="2"/>
                  </a:cubicBezTo>
                  <a:cubicBezTo>
                    <a:pt x="7" y="1"/>
                    <a:pt x="6" y="1"/>
                    <a:pt x="5" y="1"/>
                  </a:cubicBezTo>
                  <a:cubicBezTo>
                    <a:pt x="3" y="1"/>
                    <a:pt x="2" y="2"/>
                    <a:pt x="1" y="3"/>
                  </a:cubicBezTo>
                  <a:cubicBezTo>
                    <a:pt x="1" y="4"/>
                    <a:pt x="0" y="5"/>
                    <a:pt x="0" y="7"/>
                  </a:cubicBezTo>
                  <a:cubicBezTo>
                    <a:pt x="0" y="12"/>
                    <a:pt x="1" y="17"/>
                    <a:pt x="3" y="25"/>
                  </a:cubicBezTo>
                  <a:cubicBezTo>
                    <a:pt x="6" y="32"/>
                    <a:pt x="8" y="35"/>
                    <a:pt x="11" y="35"/>
                  </a:cubicBezTo>
                  <a:cubicBezTo>
                    <a:pt x="13" y="35"/>
                    <a:pt x="15" y="32"/>
                    <a:pt x="19" y="25"/>
                  </a:cubicBezTo>
                  <a:cubicBezTo>
                    <a:pt x="19" y="25"/>
                    <a:pt x="19" y="25"/>
                    <a:pt x="19" y="24"/>
                  </a:cubicBezTo>
                  <a:cubicBezTo>
                    <a:pt x="22" y="18"/>
                    <a:pt x="24" y="15"/>
                    <a:pt x="24" y="15"/>
                  </a:cubicBezTo>
                  <a:cubicBezTo>
                    <a:pt x="24" y="16"/>
                    <a:pt x="25" y="18"/>
                    <a:pt x="25" y="21"/>
                  </a:cubicBezTo>
                  <a:cubicBezTo>
                    <a:pt x="26" y="24"/>
                    <a:pt x="27" y="26"/>
                    <a:pt x="28" y="28"/>
                  </a:cubicBezTo>
                  <a:cubicBezTo>
                    <a:pt x="30" y="30"/>
                    <a:pt x="31" y="31"/>
                    <a:pt x="32" y="32"/>
                  </a:cubicBezTo>
                  <a:cubicBezTo>
                    <a:pt x="33" y="33"/>
                    <a:pt x="35" y="33"/>
                    <a:pt x="36" y="33"/>
                  </a:cubicBezTo>
                  <a:cubicBezTo>
                    <a:pt x="37" y="33"/>
                    <a:pt x="38" y="32"/>
                    <a:pt x="39" y="31"/>
                  </a:cubicBezTo>
                  <a:cubicBezTo>
                    <a:pt x="39" y="29"/>
                    <a:pt x="41" y="26"/>
                    <a:pt x="43" y="19"/>
                  </a:cubicBezTo>
                  <a:cubicBezTo>
                    <a:pt x="45" y="13"/>
                    <a:pt x="47" y="8"/>
                    <a:pt x="50" y="5"/>
                  </a:cubicBezTo>
                  <a:cubicBezTo>
                    <a:pt x="50" y="4"/>
                    <a:pt x="50" y="4"/>
                    <a:pt x="50" y="3"/>
                  </a:cubicBezTo>
                  <a:cubicBezTo>
                    <a:pt x="50" y="2"/>
                    <a:pt x="50" y="2"/>
                    <a:pt x="49" y="1"/>
                  </a:cubicBezTo>
                  <a:cubicBezTo>
                    <a:pt x="49" y="0"/>
                    <a:pt x="48" y="0"/>
                    <a:pt x="47" y="0"/>
                  </a:cubicBezTo>
                  <a:cubicBezTo>
                    <a:pt x="46" y="0"/>
                    <a:pt x="45" y="1"/>
                    <a:pt x="44" y="1"/>
                  </a:cubicBezTo>
                  <a:cubicBezTo>
                    <a:pt x="43" y="2"/>
                    <a:pt x="42" y="4"/>
                    <a:pt x="40" y="8"/>
                  </a:cubicBezTo>
                  <a:cubicBezTo>
                    <a:pt x="39" y="11"/>
                    <a:pt x="37" y="15"/>
                    <a:pt x="36" y="20"/>
                  </a:cubicBezTo>
                  <a:cubicBezTo>
                    <a:pt x="35" y="22"/>
                    <a:pt x="35" y="24"/>
                    <a:pt x="35" y="24"/>
                  </a:cubicBezTo>
                  <a:cubicBezTo>
                    <a:pt x="35" y="25"/>
                    <a:pt x="34" y="25"/>
                    <a:pt x="34" y="25"/>
                  </a:cubicBezTo>
                  <a:cubicBezTo>
                    <a:pt x="31" y="20"/>
                    <a:pt x="29" y="14"/>
                    <a:pt x="29" y="8"/>
                  </a:cubicBezTo>
                  <a:cubicBezTo>
                    <a:pt x="29" y="8"/>
                    <a:pt x="29" y="8"/>
                    <a:pt x="29" y="7"/>
                  </a:cubicBezTo>
                  <a:cubicBezTo>
                    <a:pt x="29" y="7"/>
                    <a:pt x="29" y="7"/>
                    <a:pt x="29" y="6"/>
                  </a:cubicBezTo>
                  <a:cubicBezTo>
                    <a:pt x="29" y="5"/>
                    <a:pt x="29" y="4"/>
                    <a:pt x="28" y="4"/>
                  </a:cubicBezTo>
                  <a:cubicBezTo>
                    <a:pt x="27" y="3"/>
                    <a:pt x="26" y="3"/>
                    <a:pt x="25" y="3"/>
                  </a:cubicBezTo>
                  <a:cubicBezTo>
                    <a:pt x="24" y="4"/>
                    <a:pt x="22" y="7"/>
                    <a:pt x="20" y="11"/>
                  </a:cubicBezTo>
                  <a:cubicBezTo>
                    <a:pt x="20" y="11"/>
                    <a:pt x="20" y="11"/>
                    <a:pt x="20" y="11"/>
                  </a:cubicBezTo>
                  <a:cubicBezTo>
                    <a:pt x="18" y="11"/>
                    <a:pt x="17" y="16"/>
                    <a:pt x="14" y="21"/>
                  </a:cubicBezTo>
                  <a:cubicBezTo>
                    <a:pt x="12" y="25"/>
                    <a:pt x="11" y="26"/>
                    <a:pt x="11" y="26"/>
                  </a:cubicBezTo>
                  <a:cubicBezTo>
                    <a:pt x="11" y="26"/>
                    <a:pt x="10" y="24"/>
                    <a:pt x="9" y="21"/>
                  </a:cubicBezTo>
                  <a:cubicBezTo>
                    <a:pt x="8" y="17"/>
                    <a:pt x="8" y="14"/>
                    <a:pt x="8" y="12"/>
                  </a:cubicBezTo>
                  <a:cubicBezTo>
                    <a:pt x="8" y="11"/>
                    <a:pt x="8" y="10"/>
                    <a:pt x="8" y="9"/>
                  </a:cubicBezTo>
                  <a:lnTo>
                    <a:pt x="8"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164"/>
            <p:cNvSpPr>
              <a:spLocks noEditPoints="1"/>
            </p:cNvSpPr>
            <p:nvPr/>
          </p:nvSpPr>
          <p:spPr bwMode="auto">
            <a:xfrm>
              <a:off x="2978150" y="2552701"/>
              <a:ext cx="46037" cy="57150"/>
            </a:xfrm>
            <a:custGeom>
              <a:avLst/>
              <a:gdLst>
                <a:gd name="T0" fmla="*/ 8 w 28"/>
                <a:gd name="T1" fmla="*/ 24 h 35"/>
                <a:gd name="T2" fmla="*/ 21 w 28"/>
                <a:gd name="T3" fmla="*/ 17 h 35"/>
                <a:gd name="T4" fmla="*/ 26 w 28"/>
                <a:gd name="T5" fmla="*/ 7 h 35"/>
                <a:gd name="T6" fmla="*/ 24 w 28"/>
                <a:gd name="T7" fmla="*/ 2 h 35"/>
                <a:gd name="T8" fmla="*/ 18 w 28"/>
                <a:gd name="T9" fmla="*/ 0 h 35"/>
                <a:gd name="T10" fmla="*/ 5 w 28"/>
                <a:gd name="T11" fmla="*/ 7 h 35"/>
                <a:gd name="T12" fmla="*/ 0 w 28"/>
                <a:gd name="T13" fmla="*/ 23 h 35"/>
                <a:gd name="T14" fmla="*/ 2 w 28"/>
                <a:gd name="T15" fmla="*/ 32 h 35"/>
                <a:gd name="T16" fmla="*/ 10 w 28"/>
                <a:gd name="T17" fmla="*/ 35 h 35"/>
                <a:gd name="T18" fmla="*/ 22 w 28"/>
                <a:gd name="T19" fmla="*/ 31 h 35"/>
                <a:gd name="T20" fmla="*/ 28 w 28"/>
                <a:gd name="T21" fmla="*/ 23 h 35"/>
                <a:gd name="T22" fmla="*/ 26 w 28"/>
                <a:gd name="T23" fmla="*/ 21 h 35"/>
                <a:gd name="T24" fmla="*/ 24 w 28"/>
                <a:gd name="T25" fmla="*/ 22 h 35"/>
                <a:gd name="T26" fmla="*/ 12 w 28"/>
                <a:gd name="T27" fmla="*/ 29 h 35"/>
                <a:gd name="T28" fmla="*/ 8 w 28"/>
                <a:gd name="T29" fmla="*/ 27 h 35"/>
                <a:gd name="T30" fmla="*/ 7 w 28"/>
                <a:gd name="T31" fmla="*/ 25 h 35"/>
                <a:gd name="T32" fmla="*/ 8 w 28"/>
                <a:gd name="T33" fmla="*/ 24 h 35"/>
                <a:gd name="T34" fmla="*/ 12 w 28"/>
                <a:gd name="T35" fmla="*/ 10 h 35"/>
                <a:gd name="T36" fmla="*/ 17 w 28"/>
                <a:gd name="T37" fmla="*/ 6 h 35"/>
                <a:gd name="T38" fmla="*/ 19 w 28"/>
                <a:gd name="T39" fmla="*/ 7 h 35"/>
                <a:gd name="T40" fmla="*/ 19 w 28"/>
                <a:gd name="T41" fmla="*/ 8 h 35"/>
                <a:gd name="T42" fmla="*/ 16 w 28"/>
                <a:gd name="T43" fmla="*/ 14 h 35"/>
                <a:gd name="T44" fmla="*/ 7 w 28"/>
                <a:gd name="T45" fmla="*/ 18 h 35"/>
                <a:gd name="T46" fmla="*/ 12 w 28"/>
                <a:gd name="T47"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35">
                  <a:moveTo>
                    <a:pt x="8" y="24"/>
                  </a:moveTo>
                  <a:cubicBezTo>
                    <a:pt x="13" y="22"/>
                    <a:pt x="17" y="20"/>
                    <a:pt x="21" y="17"/>
                  </a:cubicBezTo>
                  <a:cubicBezTo>
                    <a:pt x="24" y="14"/>
                    <a:pt x="26" y="11"/>
                    <a:pt x="26" y="7"/>
                  </a:cubicBezTo>
                  <a:cubicBezTo>
                    <a:pt x="26" y="5"/>
                    <a:pt x="25" y="3"/>
                    <a:pt x="24" y="2"/>
                  </a:cubicBezTo>
                  <a:cubicBezTo>
                    <a:pt x="22" y="1"/>
                    <a:pt x="20" y="0"/>
                    <a:pt x="18" y="0"/>
                  </a:cubicBezTo>
                  <a:cubicBezTo>
                    <a:pt x="14" y="0"/>
                    <a:pt x="9" y="2"/>
                    <a:pt x="5" y="7"/>
                  </a:cubicBezTo>
                  <a:cubicBezTo>
                    <a:pt x="1" y="12"/>
                    <a:pt x="0" y="17"/>
                    <a:pt x="0" y="23"/>
                  </a:cubicBezTo>
                  <a:cubicBezTo>
                    <a:pt x="0" y="27"/>
                    <a:pt x="0" y="30"/>
                    <a:pt x="2" y="32"/>
                  </a:cubicBezTo>
                  <a:cubicBezTo>
                    <a:pt x="4" y="34"/>
                    <a:pt x="7" y="35"/>
                    <a:pt x="10" y="35"/>
                  </a:cubicBezTo>
                  <a:cubicBezTo>
                    <a:pt x="15" y="35"/>
                    <a:pt x="19" y="34"/>
                    <a:pt x="22" y="31"/>
                  </a:cubicBezTo>
                  <a:cubicBezTo>
                    <a:pt x="26" y="28"/>
                    <a:pt x="28" y="25"/>
                    <a:pt x="28" y="23"/>
                  </a:cubicBezTo>
                  <a:cubicBezTo>
                    <a:pt x="28" y="22"/>
                    <a:pt x="27" y="21"/>
                    <a:pt x="26" y="21"/>
                  </a:cubicBezTo>
                  <a:cubicBezTo>
                    <a:pt x="25" y="21"/>
                    <a:pt x="24" y="22"/>
                    <a:pt x="24" y="22"/>
                  </a:cubicBezTo>
                  <a:cubicBezTo>
                    <a:pt x="20" y="27"/>
                    <a:pt x="16" y="29"/>
                    <a:pt x="12" y="29"/>
                  </a:cubicBezTo>
                  <a:cubicBezTo>
                    <a:pt x="10" y="29"/>
                    <a:pt x="9" y="28"/>
                    <a:pt x="8" y="27"/>
                  </a:cubicBezTo>
                  <a:cubicBezTo>
                    <a:pt x="7" y="27"/>
                    <a:pt x="7" y="26"/>
                    <a:pt x="7" y="25"/>
                  </a:cubicBezTo>
                  <a:cubicBezTo>
                    <a:pt x="7" y="24"/>
                    <a:pt x="7" y="24"/>
                    <a:pt x="8" y="24"/>
                  </a:cubicBezTo>
                  <a:close/>
                  <a:moveTo>
                    <a:pt x="12" y="10"/>
                  </a:moveTo>
                  <a:cubicBezTo>
                    <a:pt x="14" y="7"/>
                    <a:pt x="16" y="6"/>
                    <a:pt x="17" y="6"/>
                  </a:cubicBezTo>
                  <a:cubicBezTo>
                    <a:pt x="18" y="6"/>
                    <a:pt x="18" y="6"/>
                    <a:pt x="19" y="7"/>
                  </a:cubicBezTo>
                  <a:cubicBezTo>
                    <a:pt x="19" y="7"/>
                    <a:pt x="19" y="8"/>
                    <a:pt x="19" y="8"/>
                  </a:cubicBezTo>
                  <a:cubicBezTo>
                    <a:pt x="19" y="10"/>
                    <a:pt x="18" y="12"/>
                    <a:pt x="16" y="14"/>
                  </a:cubicBezTo>
                  <a:cubicBezTo>
                    <a:pt x="13" y="16"/>
                    <a:pt x="11" y="17"/>
                    <a:pt x="7" y="18"/>
                  </a:cubicBezTo>
                  <a:cubicBezTo>
                    <a:pt x="8" y="15"/>
                    <a:pt x="9" y="12"/>
                    <a:pt x="12"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165"/>
            <p:cNvSpPr>
              <a:spLocks/>
            </p:cNvSpPr>
            <p:nvPr/>
          </p:nvSpPr>
          <p:spPr bwMode="auto">
            <a:xfrm>
              <a:off x="3033712" y="2554288"/>
              <a:ext cx="49212" cy="55563"/>
            </a:xfrm>
            <a:custGeom>
              <a:avLst/>
              <a:gdLst>
                <a:gd name="T0" fmla="*/ 8 w 30"/>
                <a:gd name="T1" fmla="*/ 9 h 34"/>
                <a:gd name="T2" fmla="*/ 9 w 30"/>
                <a:gd name="T3" fmla="*/ 4 h 34"/>
                <a:gd name="T4" fmla="*/ 8 w 30"/>
                <a:gd name="T5" fmla="*/ 2 h 34"/>
                <a:gd name="T6" fmla="*/ 6 w 30"/>
                <a:gd name="T7" fmla="*/ 1 h 34"/>
                <a:gd name="T8" fmla="*/ 3 w 30"/>
                <a:gd name="T9" fmla="*/ 2 h 34"/>
                <a:gd name="T10" fmla="*/ 1 w 30"/>
                <a:gd name="T11" fmla="*/ 4 h 34"/>
                <a:gd name="T12" fmla="*/ 1 w 30"/>
                <a:gd name="T13" fmla="*/ 8 h 34"/>
                <a:gd name="T14" fmla="*/ 0 w 30"/>
                <a:gd name="T15" fmla="*/ 10 h 34"/>
                <a:gd name="T16" fmla="*/ 0 w 30"/>
                <a:gd name="T17" fmla="*/ 18 h 34"/>
                <a:gd name="T18" fmla="*/ 0 w 30"/>
                <a:gd name="T19" fmla="*/ 24 h 34"/>
                <a:gd name="T20" fmla="*/ 0 w 30"/>
                <a:gd name="T21" fmla="*/ 32 h 34"/>
                <a:gd name="T22" fmla="*/ 3 w 30"/>
                <a:gd name="T23" fmla="*/ 34 h 34"/>
                <a:gd name="T24" fmla="*/ 7 w 30"/>
                <a:gd name="T25" fmla="*/ 33 h 34"/>
                <a:gd name="T26" fmla="*/ 8 w 30"/>
                <a:gd name="T27" fmla="*/ 30 h 34"/>
                <a:gd name="T28" fmla="*/ 14 w 30"/>
                <a:gd name="T29" fmla="*/ 14 h 34"/>
                <a:gd name="T30" fmla="*/ 22 w 30"/>
                <a:gd name="T31" fmla="*/ 7 h 34"/>
                <a:gd name="T32" fmla="*/ 24 w 30"/>
                <a:gd name="T33" fmla="*/ 8 h 34"/>
                <a:gd name="T34" fmla="*/ 27 w 30"/>
                <a:gd name="T35" fmla="*/ 10 h 34"/>
                <a:gd name="T36" fmla="*/ 29 w 30"/>
                <a:gd name="T37" fmla="*/ 9 h 34"/>
                <a:gd name="T38" fmla="*/ 30 w 30"/>
                <a:gd name="T39" fmla="*/ 6 h 34"/>
                <a:gd name="T40" fmla="*/ 28 w 30"/>
                <a:gd name="T41" fmla="*/ 2 h 34"/>
                <a:gd name="T42" fmla="*/ 23 w 30"/>
                <a:gd name="T43" fmla="*/ 0 h 34"/>
                <a:gd name="T44" fmla="*/ 14 w 30"/>
                <a:gd name="T45" fmla="*/ 5 h 34"/>
                <a:gd name="T46" fmla="*/ 7 w 30"/>
                <a:gd name="T47" fmla="*/ 17 h 34"/>
                <a:gd name="T48" fmla="*/ 6 w 30"/>
                <a:gd name="T49" fmla="*/ 18 h 34"/>
                <a:gd name="T50" fmla="*/ 7 w 30"/>
                <a:gd name="T51" fmla="*/ 13 h 34"/>
                <a:gd name="T52" fmla="*/ 8 w 30"/>
                <a:gd name="T53" fmla="*/ 9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34">
                  <a:moveTo>
                    <a:pt x="8" y="9"/>
                  </a:moveTo>
                  <a:cubicBezTo>
                    <a:pt x="9" y="6"/>
                    <a:pt x="9" y="5"/>
                    <a:pt x="9" y="4"/>
                  </a:cubicBezTo>
                  <a:cubicBezTo>
                    <a:pt x="9" y="3"/>
                    <a:pt x="9" y="2"/>
                    <a:pt x="8" y="2"/>
                  </a:cubicBezTo>
                  <a:cubicBezTo>
                    <a:pt x="8" y="1"/>
                    <a:pt x="7" y="1"/>
                    <a:pt x="6" y="1"/>
                  </a:cubicBezTo>
                  <a:cubicBezTo>
                    <a:pt x="5" y="1"/>
                    <a:pt x="4" y="1"/>
                    <a:pt x="3" y="2"/>
                  </a:cubicBezTo>
                  <a:cubicBezTo>
                    <a:pt x="2" y="2"/>
                    <a:pt x="1" y="3"/>
                    <a:pt x="1" y="4"/>
                  </a:cubicBezTo>
                  <a:cubicBezTo>
                    <a:pt x="1" y="4"/>
                    <a:pt x="1" y="6"/>
                    <a:pt x="1" y="8"/>
                  </a:cubicBezTo>
                  <a:cubicBezTo>
                    <a:pt x="1" y="8"/>
                    <a:pt x="1" y="9"/>
                    <a:pt x="0" y="10"/>
                  </a:cubicBezTo>
                  <a:cubicBezTo>
                    <a:pt x="0" y="13"/>
                    <a:pt x="0" y="16"/>
                    <a:pt x="0" y="18"/>
                  </a:cubicBezTo>
                  <a:cubicBezTo>
                    <a:pt x="0" y="21"/>
                    <a:pt x="0" y="23"/>
                    <a:pt x="0" y="24"/>
                  </a:cubicBezTo>
                  <a:cubicBezTo>
                    <a:pt x="0" y="28"/>
                    <a:pt x="0" y="30"/>
                    <a:pt x="0" y="32"/>
                  </a:cubicBezTo>
                  <a:cubicBezTo>
                    <a:pt x="1" y="34"/>
                    <a:pt x="2" y="34"/>
                    <a:pt x="3" y="34"/>
                  </a:cubicBezTo>
                  <a:cubicBezTo>
                    <a:pt x="5" y="34"/>
                    <a:pt x="6" y="34"/>
                    <a:pt x="7" y="33"/>
                  </a:cubicBezTo>
                  <a:cubicBezTo>
                    <a:pt x="7" y="33"/>
                    <a:pt x="8" y="31"/>
                    <a:pt x="8" y="30"/>
                  </a:cubicBezTo>
                  <a:cubicBezTo>
                    <a:pt x="9" y="24"/>
                    <a:pt x="11" y="19"/>
                    <a:pt x="14" y="14"/>
                  </a:cubicBezTo>
                  <a:cubicBezTo>
                    <a:pt x="18" y="9"/>
                    <a:pt x="20" y="7"/>
                    <a:pt x="22" y="7"/>
                  </a:cubicBezTo>
                  <a:cubicBezTo>
                    <a:pt x="22" y="7"/>
                    <a:pt x="23" y="7"/>
                    <a:pt x="24" y="8"/>
                  </a:cubicBezTo>
                  <a:cubicBezTo>
                    <a:pt x="25" y="9"/>
                    <a:pt x="26" y="10"/>
                    <a:pt x="27" y="10"/>
                  </a:cubicBezTo>
                  <a:cubicBezTo>
                    <a:pt x="28" y="10"/>
                    <a:pt x="28" y="9"/>
                    <a:pt x="29" y="9"/>
                  </a:cubicBezTo>
                  <a:cubicBezTo>
                    <a:pt x="29" y="8"/>
                    <a:pt x="30" y="7"/>
                    <a:pt x="30" y="6"/>
                  </a:cubicBezTo>
                  <a:cubicBezTo>
                    <a:pt x="30" y="4"/>
                    <a:pt x="29" y="3"/>
                    <a:pt x="28" y="2"/>
                  </a:cubicBezTo>
                  <a:cubicBezTo>
                    <a:pt x="26" y="1"/>
                    <a:pt x="25" y="0"/>
                    <a:pt x="23" y="0"/>
                  </a:cubicBezTo>
                  <a:cubicBezTo>
                    <a:pt x="20" y="0"/>
                    <a:pt x="17" y="2"/>
                    <a:pt x="14" y="5"/>
                  </a:cubicBezTo>
                  <a:cubicBezTo>
                    <a:pt x="12" y="8"/>
                    <a:pt x="9" y="12"/>
                    <a:pt x="7" y="17"/>
                  </a:cubicBezTo>
                  <a:cubicBezTo>
                    <a:pt x="6" y="18"/>
                    <a:pt x="6" y="18"/>
                    <a:pt x="6" y="18"/>
                  </a:cubicBezTo>
                  <a:cubicBezTo>
                    <a:pt x="7" y="13"/>
                    <a:pt x="7" y="13"/>
                    <a:pt x="7" y="13"/>
                  </a:cubicBezTo>
                  <a:cubicBezTo>
                    <a:pt x="7" y="12"/>
                    <a:pt x="7" y="10"/>
                    <a:pt x="8"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166"/>
            <p:cNvSpPr>
              <a:spLocks/>
            </p:cNvSpPr>
            <p:nvPr/>
          </p:nvSpPr>
          <p:spPr bwMode="auto">
            <a:xfrm>
              <a:off x="2679700" y="2654301"/>
              <a:ext cx="60325" cy="77788"/>
            </a:xfrm>
            <a:custGeom>
              <a:avLst/>
              <a:gdLst>
                <a:gd name="T0" fmla="*/ 35 w 37"/>
                <a:gd name="T1" fmla="*/ 14 h 48"/>
                <a:gd name="T2" fmla="*/ 37 w 37"/>
                <a:gd name="T3" fmla="*/ 9 h 48"/>
                <a:gd name="T4" fmla="*/ 34 w 37"/>
                <a:gd name="T5" fmla="*/ 3 h 48"/>
                <a:gd name="T6" fmla="*/ 26 w 37"/>
                <a:gd name="T7" fmla="*/ 0 h 48"/>
                <a:gd name="T8" fmla="*/ 8 w 37"/>
                <a:gd name="T9" fmla="*/ 3 h 48"/>
                <a:gd name="T10" fmla="*/ 0 w 37"/>
                <a:gd name="T11" fmla="*/ 8 h 48"/>
                <a:gd name="T12" fmla="*/ 0 w 37"/>
                <a:gd name="T13" fmla="*/ 9 h 48"/>
                <a:gd name="T14" fmla="*/ 1 w 37"/>
                <a:gd name="T15" fmla="*/ 11 h 48"/>
                <a:gd name="T16" fmla="*/ 3 w 37"/>
                <a:gd name="T17" fmla="*/ 11 h 48"/>
                <a:gd name="T18" fmla="*/ 4 w 37"/>
                <a:gd name="T19" fmla="*/ 11 h 48"/>
                <a:gd name="T20" fmla="*/ 4 w 37"/>
                <a:gd name="T21" fmla="*/ 13 h 48"/>
                <a:gd name="T22" fmla="*/ 3 w 37"/>
                <a:gd name="T23" fmla="*/ 23 h 48"/>
                <a:gd name="T24" fmla="*/ 0 w 37"/>
                <a:gd name="T25" fmla="*/ 38 h 48"/>
                <a:gd name="T26" fmla="*/ 0 w 37"/>
                <a:gd name="T27" fmla="*/ 41 h 48"/>
                <a:gd name="T28" fmla="*/ 4 w 37"/>
                <a:gd name="T29" fmla="*/ 46 h 48"/>
                <a:gd name="T30" fmla="*/ 6 w 37"/>
                <a:gd name="T31" fmla="*/ 45 h 48"/>
                <a:gd name="T32" fmla="*/ 8 w 37"/>
                <a:gd name="T33" fmla="*/ 41 h 48"/>
                <a:gd name="T34" fmla="*/ 8 w 37"/>
                <a:gd name="T35" fmla="*/ 37 h 48"/>
                <a:gd name="T36" fmla="*/ 10 w 37"/>
                <a:gd name="T37" fmla="*/ 23 h 48"/>
                <a:gd name="T38" fmla="*/ 12 w 37"/>
                <a:gd name="T39" fmla="*/ 9 h 48"/>
                <a:gd name="T40" fmla="*/ 17 w 37"/>
                <a:gd name="T41" fmla="*/ 7 h 48"/>
                <a:gd name="T42" fmla="*/ 25 w 37"/>
                <a:gd name="T43" fmla="*/ 6 h 48"/>
                <a:gd name="T44" fmla="*/ 29 w 37"/>
                <a:gd name="T45" fmla="*/ 9 h 48"/>
                <a:gd name="T46" fmla="*/ 25 w 37"/>
                <a:gd name="T47" fmla="*/ 15 h 48"/>
                <a:gd name="T48" fmla="*/ 18 w 37"/>
                <a:gd name="T49" fmla="*/ 19 h 48"/>
                <a:gd name="T50" fmla="*/ 12 w 37"/>
                <a:gd name="T51" fmla="*/ 23 h 48"/>
                <a:gd name="T52" fmla="*/ 13 w 37"/>
                <a:gd name="T53" fmla="*/ 26 h 48"/>
                <a:gd name="T54" fmla="*/ 17 w 37"/>
                <a:gd name="T55" fmla="*/ 27 h 48"/>
                <a:gd name="T56" fmla="*/ 20 w 37"/>
                <a:gd name="T57" fmla="*/ 26 h 48"/>
                <a:gd name="T58" fmla="*/ 22 w 37"/>
                <a:gd name="T59" fmla="*/ 25 h 48"/>
                <a:gd name="T60" fmla="*/ 27 w 37"/>
                <a:gd name="T61" fmla="*/ 27 h 48"/>
                <a:gd name="T62" fmla="*/ 29 w 37"/>
                <a:gd name="T63" fmla="*/ 31 h 48"/>
                <a:gd name="T64" fmla="*/ 25 w 37"/>
                <a:gd name="T65" fmla="*/ 37 h 48"/>
                <a:gd name="T66" fmla="*/ 17 w 37"/>
                <a:gd name="T67" fmla="*/ 40 h 48"/>
                <a:gd name="T68" fmla="*/ 16 w 37"/>
                <a:gd name="T69" fmla="*/ 40 h 48"/>
                <a:gd name="T70" fmla="*/ 9 w 37"/>
                <a:gd name="T71" fmla="*/ 45 h 48"/>
                <a:gd name="T72" fmla="*/ 14 w 37"/>
                <a:gd name="T73" fmla="*/ 48 h 48"/>
                <a:gd name="T74" fmla="*/ 29 w 37"/>
                <a:gd name="T75" fmla="*/ 42 h 48"/>
                <a:gd name="T76" fmla="*/ 37 w 37"/>
                <a:gd name="T77" fmla="*/ 30 h 48"/>
                <a:gd name="T78" fmla="*/ 35 w 37"/>
                <a:gd name="T79" fmla="*/ 25 h 48"/>
                <a:gd name="T80" fmla="*/ 28 w 37"/>
                <a:gd name="T81" fmla="*/ 20 h 48"/>
                <a:gd name="T82" fmla="*/ 35 w 37"/>
                <a:gd name="T83" fmla="*/ 1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7" h="48">
                  <a:moveTo>
                    <a:pt x="35" y="14"/>
                  </a:moveTo>
                  <a:cubicBezTo>
                    <a:pt x="36" y="12"/>
                    <a:pt x="37" y="10"/>
                    <a:pt x="37" y="9"/>
                  </a:cubicBezTo>
                  <a:cubicBezTo>
                    <a:pt x="37" y="6"/>
                    <a:pt x="36" y="4"/>
                    <a:pt x="34" y="3"/>
                  </a:cubicBezTo>
                  <a:cubicBezTo>
                    <a:pt x="32" y="1"/>
                    <a:pt x="29" y="0"/>
                    <a:pt x="26" y="0"/>
                  </a:cubicBezTo>
                  <a:cubicBezTo>
                    <a:pt x="20" y="0"/>
                    <a:pt x="14" y="1"/>
                    <a:pt x="8" y="3"/>
                  </a:cubicBezTo>
                  <a:cubicBezTo>
                    <a:pt x="3" y="4"/>
                    <a:pt x="0" y="6"/>
                    <a:pt x="0" y="8"/>
                  </a:cubicBezTo>
                  <a:cubicBezTo>
                    <a:pt x="0" y="9"/>
                    <a:pt x="0" y="9"/>
                    <a:pt x="0" y="9"/>
                  </a:cubicBezTo>
                  <a:cubicBezTo>
                    <a:pt x="0" y="10"/>
                    <a:pt x="1" y="10"/>
                    <a:pt x="1" y="11"/>
                  </a:cubicBezTo>
                  <a:cubicBezTo>
                    <a:pt x="2" y="11"/>
                    <a:pt x="2" y="11"/>
                    <a:pt x="3" y="11"/>
                  </a:cubicBezTo>
                  <a:cubicBezTo>
                    <a:pt x="4" y="11"/>
                    <a:pt x="4" y="11"/>
                    <a:pt x="4" y="11"/>
                  </a:cubicBezTo>
                  <a:cubicBezTo>
                    <a:pt x="4" y="11"/>
                    <a:pt x="4" y="12"/>
                    <a:pt x="4" y="13"/>
                  </a:cubicBezTo>
                  <a:cubicBezTo>
                    <a:pt x="4" y="13"/>
                    <a:pt x="4" y="17"/>
                    <a:pt x="3" y="23"/>
                  </a:cubicBezTo>
                  <a:cubicBezTo>
                    <a:pt x="2" y="29"/>
                    <a:pt x="1" y="34"/>
                    <a:pt x="0" y="38"/>
                  </a:cubicBezTo>
                  <a:cubicBezTo>
                    <a:pt x="0" y="40"/>
                    <a:pt x="0" y="40"/>
                    <a:pt x="0" y="41"/>
                  </a:cubicBezTo>
                  <a:cubicBezTo>
                    <a:pt x="0" y="45"/>
                    <a:pt x="1" y="46"/>
                    <a:pt x="4" y="46"/>
                  </a:cubicBezTo>
                  <a:cubicBezTo>
                    <a:pt x="5" y="46"/>
                    <a:pt x="6" y="46"/>
                    <a:pt x="6" y="45"/>
                  </a:cubicBezTo>
                  <a:cubicBezTo>
                    <a:pt x="7" y="45"/>
                    <a:pt x="8" y="43"/>
                    <a:pt x="8" y="41"/>
                  </a:cubicBezTo>
                  <a:cubicBezTo>
                    <a:pt x="8" y="37"/>
                    <a:pt x="8" y="37"/>
                    <a:pt x="8" y="37"/>
                  </a:cubicBezTo>
                  <a:cubicBezTo>
                    <a:pt x="8" y="36"/>
                    <a:pt x="9" y="31"/>
                    <a:pt x="10" y="23"/>
                  </a:cubicBezTo>
                  <a:cubicBezTo>
                    <a:pt x="11" y="15"/>
                    <a:pt x="12" y="10"/>
                    <a:pt x="12" y="9"/>
                  </a:cubicBezTo>
                  <a:cubicBezTo>
                    <a:pt x="13" y="8"/>
                    <a:pt x="14" y="8"/>
                    <a:pt x="17" y="7"/>
                  </a:cubicBezTo>
                  <a:cubicBezTo>
                    <a:pt x="19" y="6"/>
                    <a:pt x="22" y="6"/>
                    <a:pt x="25" y="6"/>
                  </a:cubicBezTo>
                  <a:cubicBezTo>
                    <a:pt x="27" y="6"/>
                    <a:pt x="29" y="7"/>
                    <a:pt x="29" y="9"/>
                  </a:cubicBezTo>
                  <a:cubicBezTo>
                    <a:pt x="29" y="11"/>
                    <a:pt x="28" y="12"/>
                    <a:pt x="25" y="15"/>
                  </a:cubicBezTo>
                  <a:cubicBezTo>
                    <a:pt x="23" y="17"/>
                    <a:pt x="21" y="19"/>
                    <a:pt x="18" y="19"/>
                  </a:cubicBezTo>
                  <a:cubicBezTo>
                    <a:pt x="14" y="21"/>
                    <a:pt x="12" y="22"/>
                    <a:pt x="12" y="23"/>
                  </a:cubicBezTo>
                  <a:cubicBezTo>
                    <a:pt x="12" y="25"/>
                    <a:pt x="13" y="26"/>
                    <a:pt x="13" y="26"/>
                  </a:cubicBezTo>
                  <a:cubicBezTo>
                    <a:pt x="14" y="27"/>
                    <a:pt x="15" y="27"/>
                    <a:pt x="17" y="27"/>
                  </a:cubicBezTo>
                  <a:cubicBezTo>
                    <a:pt x="17" y="27"/>
                    <a:pt x="19" y="27"/>
                    <a:pt x="20" y="26"/>
                  </a:cubicBezTo>
                  <a:cubicBezTo>
                    <a:pt x="21" y="25"/>
                    <a:pt x="22" y="25"/>
                    <a:pt x="22" y="25"/>
                  </a:cubicBezTo>
                  <a:cubicBezTo>
                    <a:pt x="24" y="25"/>
                    <a:pt x="26" y="26"/>
                    <a:pt x="27" y="27"/>
                  </a:cubicBezTo>
                  <a:cubicBezTo>
                    <a:pt x="28" y="28"/>
                    <a:pt x="29" y="29"/>
                    <a:pt x="29" y="31"/>
                  </a:cubicBezTo>
                  <a:cubicBezTo>
                    <a:pt x="29" y="33"/>
                    <a:pt x="28" y="35"/>
                    <a:pt x="25" y="37"/>
                  </a:cubicBezTo>
                  <a:cubicBezTo>
                    <a:pt x="22" y="39"/>
                    <a:pt x="19" y="40"/>
                    <a:pt x="17" y="40"/>
                  </a:cubicBezTo>
                  <a:cubicBezTo>
                    <a:pt x="16" y="40"/>
                    <a:pt x="16" y="40"/>
                    <a:pt x="16" y="40"/>
                  </a:cubicBezTo>
                  <a:cubicBezTo>
                    <a:pt x="12" y="40"/>
                    <a:pt x="9" y="42"/>
                    <a:pt x="9" y="45"/>
                  </a:cubicBezTo>
                  <a:cubicBezTo>
                    <a:pt x="9" y="47"/>
                    <a:pt x="11" y="48"/>
                    <a:pt x="14" y="48"/>
                  </a:cubicBezTo>
                  <a:cubicBezTo>
                    <a:pt x="19" y="48"/>
                    <a:pt x="24" y="46"/>
                    <a:pt x="29" y="42"/>
                  </a:cubicBezTo>
                  <a:cubicBezTo>
                    <a:pt x="34" y="38"/>
                    <a:pt x="37" y="34"/>
                    <a:pt x="37" y="30"/>
                  </a:cubicBezTo>
                  <a:cubicBezTo>
                    <a:pt x="37" y="28"/>
                    <a:pt x="36" y="27"/>
                    <a:pt x="35" y="25"/>
                  </a:cubicBezTo>
                  <a:cubicBezTo>
                    <a:pt x="34" y="23"/>
                    <a:pt x="32" y="21"/>
                    <a:pt x="28" y="20"/>
                  </a:cubicBezTo>
                  <a:cubicBezTo>
                    <a:pt x="31" y="17"/>
                    <a:pt x="34" y="15"/>
                    <a:pt x="35"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167"/>
            <p:cNvSpPr>
              <a:spLocks noEditPoints="1"/>
            </p:cNvSpPr>
            <p:nvPr/>
          </p:nvSpPr>
          <p:spPr bwMode="auto">
            <a:xfrm>
              <a:off x="2747962" y="2673351"/>
              <a:ext cx="50800" cy="55563"/>
            </a:xfrm>
            <a:custGeom>
              <a:avLst/>
              <a:gdLst>
                <a:gd name="T0" fmla="*/ 27 w 32"/>
                <a:gd name="T1" fmla="*/ 35 h 35"/>
                <a:gd name="T2" fmla="*/ 30 w 32"/>
                <a:gd name="T3" fmla="*/ 34 h 35"/>
                <a:gd name="T4" fmla="*/ 32 w 32"/>
                <a:gd name="T5" fmla="*/ 31 h 35"/>
                <a:gd name="T6" fmla="*/ 30 w 32"/>
                <a:gd name="T7" fmla="*/ 30 h 35"/>
                <a:gd name="T8" fmla="*/ 29 w 32"/>
                <a:gd name="T9" fmla="*/ 29 h 35"/>
                <a:gd name="T10" fmla="*/ 28 w 32"/>
                <a:gd name="T11" fmla="*/ 27 h 35"/>
                <a:gd name="T12" fmla="*/ 28 w 32"/>
                <a:gd name="T13" fmla="*/ 21 h 35"/>
                <a:gd name="T14" fmla="*/ 29 w 32"/>
                <a:gd name="T15" fmla="*/ 11 h 35"/>
                <a:gd name="T16" fmla="*/ 30 w 32"/>
                <a:gd name="T17" fmla="*/ 7 h 35"/>
                <a:gd name="T18" fmla="*/ 26 w 32"/>
                <a:gd name="T19" fmla="*/ 4 h 35"/>
                <a:gd name="T20" fmla="*/ 21 w 32"/>
                <a:gd name="T21" fmla="*/ 0 h 35"/>
                <a:gd name="T22" fmla="*/ 7 w 32"/>
                <a:gd name="T23" fmla="*/ 9 h 35"/>
                <a:gd name="T24" fmla="*/ 0 w 32"/>
                <a:gd name="T25" fmla="*/ 26 h 35"/>
                <a:gd name="T26" fmla="*/ 2 w 32"/>
                <a:gd name="T27" fmla="*/ 32 h 35"/>
                <a:gd name="T28" fmla="*/ 7 w 32"/>
                <a:gd name="T29" fmla="*/ 34 h 35"/>
                <a:gd name="T30" fmla="*/ 22 w 32"/>
                <a:gd name="T31" fmla="*/ 23 h 35"/>
                <a:gd name="T32" fmla="*/ 27 w 32"/>
                <a:gd name="T33" fmla="*/ 35 h 35"/>
                <a:gd name="T34" fmla="*/ 17 w 32"/>
                <a:gd name="T35" fmla="*/ 21 h 35"/>
                <a:gd name="T36" fmla="*/ 8 w 32"/>
                <a:gd name="T37" fmla="*/ 27 h 35"/>
                <a:gd name="T38" fmla="*/ 7 w 32"/>
                <a:gd name="T39" fmla="*/ 25 h 35"/>
                <a:gd name="T40" fmla="*/ 12 w 32"/>
                <a:gd name="T41" fmla="*/ 13 h 35"/>
                <a:gd name="T42" fmla="*/ 20 w 32"/>
                <a:gd name="T43" fmla="*/ 7 h 35"/>
                <a:gd name="T44" fmla="*/ 22 w 32"/>
                <a:gd name="T45" fmla="*/ 8 h 35"/>
                <a:gd name="T46" fmla="*/ 22 w 32"/>
                <a:gd name="T47" fmla="*/ 10 h 35"/>
                <a:gd name="T48" fmla="*/ 17 w 32"/>
                <a:gd name="T49" fmla="*/ 2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 h="35">
                  <a:moveTo>
                    <a:pt x="27" y="35"/>
                  </a:moveTo>
                  <a:cubicBezTo>
                    <a:pt x="28" y="35"/>
                    <a:pt x="29" y="34"/>
                    <a:pt x="30" y="34"/>
                  </a:cubicBezTo>
                  <a:cubicBezTo>
                    <a:pt x="31" y="33"/>
                    <a:pt x="32" y="32"/>
                    <a:pt x="32" y="31"/>
                  </a:cubicBezTo>
                  <a:cubicBezTo>
                    <a:pt x="32" y="30"/>
                    <a:pt x="31" y="30"/>
                    <a:pt x="30" y="30"/>
                  </a:cubicBezTo>
                  <a:cubicBezTo>
                    <a:pt x="30" y="29"/>
                    <a:pt x="29" y="29"/>
                    <a:pt x="29" y="29"/>
                  </a:cubicBezTo>
                  <a:cubicBezTo>
                    <a:pt x="29" y="28"/>
                    <a:pt x="29" y="28"/>
                    <a:pt x="28" y="27"/>
                  </a:cubicBezTo>
                  <a:cubicBezTo>
                    <a:pt x="28" y="25"/>
                    <a:pt x="28" y="24"/>
                    <a:pt x="28" y="21"/>
                  </a:cubicBezTo>
                  <a:cubicBezTo>
                    <a:pt x="28" y="19"/>
                    <a:pt x="28" y="15"/>
                    <a:pt x="29" y="11"/>
                  </a:cubicBezTo>
                  <a:cubicBezTo>
                    <a:pt x="29" y="9"/>
                    <a:pt x="30" y="7"/>
                    <a:pt x="30" y="7"/>
                  </a:cubicBezTo>
                  <a:cubicBezTo>
                    <a:pt x="30" y="5"/>
                    <a:pt x="28" y="4"/>
                    <a:pt x="26" y="4"/>
                  </a:cubicBezTo>
                  <a:cubicBezTo>
                    <a:pt x="25" y="2"/>
                    <a:pt x="24" y="0"/>
                    <a:pt x="21" y="0"/>
                  </a:cubicBezTo>
                  <a:cubicBezTo>
                    <a:pt x="17" y="0"/>
                    <a:pt x="12" y="3"/>
                    <a:pt x="7" y="9"/>
                  </a:cubicBezTo>
                  <a:cubicBezTo>
                    <a:pt x="2" y="15"/>
                    <a:pt x="0" y="21"/>
                    <a:pt x="0" y="26"/>
                  </a:cubicBezTo>
                  <a:cubicBezTo>
                    <a:pt x="0" y="28"/>
                    <a:pt x="1" y="30"/>
                    <a:pt x="2" y="32"/>
                  </a:cubicBezTo>
                  <a:cubicBezTo>
                    <a:pt x="3" y="33"/>
                    <a:pt x="5" y="34"/>
                    <a:pt x="7" y="34"/>
                  </a:cubicBezTo>
                  <a:cubicBezTo>
                    <a:pt x="11" y="34"/>
                    <a:pt x="17" y="30"/>
                    <a:pt x="22" y="23"/>
                  </a:cubicBezTo>
                  <a:cubicBezTo>
                    <a:pt x="21" y="31"/>
                    <a:pt x="23" y="35"/>
                    <a:pt x="27" y="35"/>
                  </a:cubicBezTo>
                  <a:close/>
                  <a:moveTo>
                    <a:pt x="17" y="21"/>
                  </a:moveTo>
                  <a:cubicBezTo>
                    <a:pt x="14" y="25"/>
                    <a:pt x="11" y="27"/>
                    <a:pt x="8" y="27"/>
                  </a:cubicBezTo>
                  <a:cubicBezTo>
                    <a:pt x="8" y="27"/>
                    <a:pt x="7" y="27"/>
                    <a:pt x="7" y="25"/>
                  </a:cubicBezTo>
                  <a:cubicBezTo>
                    <a:pt x="7" y="22"/>
                    <a:pt x="9" y="18"/>
                    <a:pt x="12" y="13"/>
                  </a:cubicBezTo>
                  <a:cubicBezTo>
                    <a:pt x="15" y="9"/>
                    <a:pt x="18" y="7"/>
                    <a:pt x="20" y="7"/>
                  </a:cubicBezTo>
                  <a:cubicBezTo>
                    <a:pt x="21" y="7"/>
                    <a:pt x="21" y="7"/>
                    <a:pt x="22" y="8"/>
                  </a:cubicBezTo>
                  <a:cubicBezTo>
                    <a:pt x="22" y="8"/>
                    <a:pt x="22" y="9"/>
                    <a:pt x="22" y="10"/>
                  </a:cubicBezTo>
                  <a:cubicBezTo>
                    <a:pt x="22" y="13"/>
                    <a:pt x="20" y="17"/>
                    <a:pt x="17"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168"/>
            <p:cNvSpPr>
              <a:spLocks/>
            </p:cNvSpPr>
            <p:nvPr/>
          </p:nvSpPr>
          <p:spPr bwMode="auto">
            <a:xfrm>
              <a:off x="2806700" y="2673351"/>
              <a:ext cx="42862" cy="55563"/>
            </a:xfrm>
            <a:custGeom>
              <a:avLst/>
              <a:gdLst>
                <a:gd name="T0" fmla="*/ 10 w 27"/>
                <a:gd name="T1" fmla="*/ 35 h 35"/>
                <a:gd name="T2" fmla="*/ 21 w 27"/>
                <a:gd name="T3" fmla="*/ 31 h 35"/>
                <a:gd name="T4" fmla="*/ 27 w 27"/>
                <a:gd name="T5" fmla="*/ 25 h 35"/>
                <a:gd name="T6" fmla="*/ 25 w 27"/>
                <a:gd name="T7" fmla="*/ 24 h 35"/>
                <a:gd name="T8" fmla="*/ 21 w 27"/>
                <a:gd name="T9" fmla="*/ 25 h 35"/>
                <a:gd name="T10" fmla="*/ 11 w 27"/>
                <a:gd name="T11" fmla="*/ 29 h 35"/>
                <a:gd name="T12" fmla="*/ 7 w 27"/>
                <a:gd name="T13" fmla="*/ 25 h 35"/>
                <a:gd name="T14" fmla="*/ 11 w 27"/>
                <a:gd name="T15" fmla="*/ 13 h 35"/>
                <a:gd name="T16" fmla="*/ 17 w 27"/>
                <a:gd name="T17" fmla="*/ 6 h 35"/>
                <a:gd name="T18" fmla="*/ 19 w 27"/>
                <a:gd name="T19" fmla="*/ 9 h 35"/>
                <a:gd name="T20" fmla="*/ 22 w 27"/>
                <a:gd name="T21" fmla="*/ 13 h 35"/>
                <a:gd name="T22" fmla="*/ 24 w 27"/>
                <a:gd name="T23" fmla="*/ 12 h 35"/>
                <a:gd name="T24" fmla="*/ 25 w 27"/>
                <a:gd name="T25" fmla="*/ 8 h 35"/>
                <a:gd name="T26" fmla="*/ 23 w 27"/>
                <a:gd name="T27" fmla="*/ 3 h 35"/>
                <a:gd name="T28" fmla="*/ 18 w 27"/>
                <a:gd name="T29" fmla="*/ 0 h 35"/>
                <a:gd name="T30" fmla="*/ 6 w 27"/>
                <a:gd name="T31" fmla="*/ 9 h 35"/>
                <a:gd name="T32" fmla="*/ 0 w 27"/>
                <a:gd name="T33" fmla="*/ 25 h 35"/>
                <a:gd name="T34" fmla="*/ 3 w 27"/>
                <a:gd name="T35" fmla="*/ 32 h 35"/>
                <a:gd name="T36" fmla="*/ 10 w 27"/>
                <a:gd name="T37"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 h="35">
                  <a:moveTo>
                    <a:pt x="10" y="35"/>
                  </a:moveTo>
                  <a:cubicBezTo>
                    <a:pt x="14" y="35"/>
                    <a:pt x="18" y="34"/>
                    <a:pt x="21" y="31"/>
                  </a:cubicBezTo>
                  <a:cubicBezTo>
                    <a:pt x="25" y="29"/>
                    <a:pt x="27" y="27"/>
                    <a:pt x="27" y="25"/>
                  </a:cubicBezTo>
                  <a:cubicBezTo>
                    <a:pt x="27" y="24"/>
                    <a:pt x="26" y="24"/>
                    <a:pt x="25" y="24"/>
                  </a:cubicBezTo>
                  <a:cubicBezTo>
                    <a:pt x="24" y="24"/>
                    <a:pt x="23" y="24"/>
                    <a:pt x="21" y="25"/>
                  </a:cubicBezTo>
                  <a:cubicBezTo>
                    <a:pt x="18" y="28"/>
                    <a:pt x="15" y="29"/>
                    <a:pt x="11" y="29"/>
                  </a:cubicBezTo>
                  <a:cubicBezTo>
                    <a:pt x="9" y="29"/>
                    <a:pt x="7" y="27"/>
                    <a:pt x="7" y="25"/>
                  </a:cubicBezTo>
                  <a:cubicBezTo>
                    <a:pt x="7" y="21"/>
                    <a:pt x="8" y="18"/>
                    <a:pt x="11" y="13"/>
                  </a:cubicBezTo>
                  <a:cubicBezTo>
                    <a:pt x="13" y="9"/>
                    <a:pt x="16" y="6"/>
                    <a:pt x="17" y="6"/>
                  </a:cubicBezTo>
                  <a:cubicBezTo>
                    <a:pt x="18" y="6"/>
                    <a:pt x="18" y="7"/>
                    <a:pt x="19" y="9"/>
                  </a:cubicBezTo>
                  <a:cubicBezTo>
                    <a:pt x="19" y="12"/>
                    <a:pt x="20" y="13"/>
                    <a:pt x="22" y="13"/>
                  </a:cubicBezTo>
                  <a:cubicBezTo>
                    <a:pt x="23" y="13"/>
                    <a:pt x="23" y="13"/>
                    <a:pt x="24" y="12"/>
                  </a:cubicBezTo>
                  <a:cubicBezTo>
                    <a:pt x="25" y="12"/>
                    <a:pt x="25" y="10"/>
                    <a:pt x="25" y="8"/>
                  </a:cubicBezTo>
                  <a:cubicBezTo>
                    <a:pt x="25" y="6"/>
                    <a:pt x="24" y="4"/>
                    <a:pt x="23" y="3"/>
                  </a:cubicBezTo>
                  <a:cubicBezTo>
                    <a:pt x="22" y="1"/>
                    <a:pt x="20" y="0"/>
                    <a:pt x="18" y="0"/>
                  </a:cubicBezTo>
                  <a:cubicBezTo>
                    <a:pt x="14" y="0"/>
                    <a:pt x="10" y="3"/>
                    <a:pt x="6" y="9"/>
                  </a:cubicBezTo>
                  <a:cubicBezTo>
                    <a:pt x="2" y="14"/>
                    <a:pt x="0" y="20"/>
                    <a:pt x="0" y="25"/>
                  </a:cubicBezTo>
                  <a:cubicBezTo>
                    <a:pt x="0" y="28"/>
                    <a:pt x="1" y="31"/>
                    <a:pt x="3" y="32"/>
                  </a:cubicBezTo>
                  <a:cubicBezTo>
                    <a:pt x="4" y="34"/>
                    <a:pt x="7" y="35"/>
                    <a:pt x="10"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169"/>
            <p:cNvSpPr>
              <a:spLocks/>
            </p:cNvSpPr>
            <p:nvPr/>
          </p:nvSpPr>
          <p:spPr bwMode="auto">
            <a:xfrm>
              <a:off x="2857500" y="2644776"/>
              <a:ext cx="53975" cy="84138"/>
            </a:xfrm>
            <a:custGeom>
              <a:avLst/>
              <a:gdLst>
                <a:gd name="T0" fmla="*/ 3 w 33"/>
                <a:gd name="T1" fmla="*/ 52 h 52"/>
                <a:gd name="T2" fmla="*/ 6 w 33"/>
                <a:gd name="T3" fmla="*/ 51 h 52"/>
                <a:gd name="T4" fmla="*/ 7 w 33"/>
                <a:gd name="T5" fmla="*/ 48 h 52"/>
                <a:gd name="T6" fmla="*/ 8 w 33"/>
                <a:gd name="T7" fmla="*/ 41 h 52"/>
                <a:gd name="T8" fmla="*/ 8 w 33"/>
                <a:gd name="T9" fmla="*/ 41 h 52"/>
                <a:gd name="T10" fmla="*/ 9 w 33"/>
                <a:gd name="T11" fmla="*/ 40 h 52"/>
                <a:gd name="T12" fmla="*/ 11 w 33"/>
                <a:gd name="T13" fmla="*/ 38 h 52"/>
                <a:gd name="T14" fmla="*/ 15 w 33"/>
                <a:gd name="T15" fmla="*/ 43 h 52"/>
                <a:gd name="T16" fmla="*/ 22 w 33"/>
                <a:gd name="T17" fmla="*/ 50 h 52"/>
                <a:gd name="T18" fmla="*/ 26 w 33"/>
                <a:gd name="T19" fmla="*/ 52 h 52"/>
                <a:gd name="T20" fmla="*/ 31 w 33"/>
                <a:gd name="T21" fmla="*/ 50 h 52"/>
                <a:gd name="T22" fmla="*/ 33 w 33"/>
                <a:gd name="T23" fmla="*/ 47 h 52"/>
                <a:gd name="T24" fmla="*/ 32 w 33"/>
                <a:gd name="T25" fmla="*/ 46 h 52"/>
                <a:gd name="T26" fmla="*/ 31 w 33"/>
                <a:gd name="T27" fmla="*/ 46 h 52"/>
                <a:gd name="T28" fmla="*/ 30 w 33"/>
                <a:gd name="T29" fmla="*/ 46 h 52"/>
                <a:gd name="T30" fmla="*/ 26 w 33"/>
                <a:gd name="T31" fmla="*/ 44 h 52"/>
                <a:gd name="T32" fmla="*/ 20 w 33"/>
                <a:gd name="T33" fmla="*/ 39 h 52"/>
                <a:gd name="T34" fmla="*/ 17 w 33"/>
                <a:gd name="T35" fmla="*/ 35 h 52"/>
                <a:gd name="T36" fmla="*/ 18 w 33"/>
                <a:gd name="T37" fmla="*/ 33 h 52"/>
                <a:gd name="T38" fmla="*/ 21 w 33"/>
                <a:gd name="T39" fmla="*/ 30 h 52"/>
                <a:gd name="T40" fmla="*/ 25 w 33"/>
                <a:gd name="T41" fmla="*/ 27 h 52"/>
                <a:gd name="T42" fmla="*/ 28 w 33"/>
                <a:gd name="T43" fmla="*/ 26 h 52"/>
                <a:gd name="T44" fmla="*/ 28 w 33"/>
                <a:gd name="T45" fmla="*/ 26 h 52"/>
                <a:gd name="T46" fmla="*/ 28 w 33"/>
                <a:gd name="T47" fmla="*/ 26 h 52"/>
                <a:gd name="T48" fmla="*/ 31 w 33"/>
                <a:gd name="T49" fmla="*/ 21 h 52"/>
                <a:gd name="T50" fmla="*/ 28 w 33"/>
                <a:gd name="T51" fmla="*/ 18 h 52"/>
                <a:gd name="T52" fmla="*/ 18 w 33"/>
                <a:gd name="T53" fmla="*/ 25 h 52"/>
                <a:gd name="T54" fmla="*/ 9 w 33"/>
                <a:gd name="T55" fmla="*/ 33 h 52"/>
                <a:gd name="T56" fmla="*/ 10 w 33"/>
                <a:gd name="T57" fmla="*/ 22 h 52"/>
                <a:gd name="T58" fmla="*/ 10 w 33"/>
                <a:gd name="T59" fmla="*/ 22 h 52"/>
                <a:gd name="T60" fmla="*/ 11 w 33"/>
                <a:gd name="T61" fmla="*/ 19 h 52"/>
                <a:gd name="T62" fmla="*/ 13 w 33"/>
                <a:gd name="T63" fmla="*/ 4 h 52"/>
                <a:gd name="T64" fmla="*/ 12 w 33"/>
                <a:gd name="T65" fmla="*/ 1 h 52"/>
                <a:gd name="T66" fmla="*/ 10 w 33"/>
                <a:gd name="T67" fmla="*/ 0 h 52"/>
                <a:gd name="T68" fmla="*/ 8 w 33"/>
                <a:gd name="T69" fmla="*/ 1 h 52"/>
                <a:gd name="T70" fmla="*/ 6 w 33"/>
                <a:gd name="T71" fmla="*/ 4 h 52"/>
                <a:gd name="T72" fmla="*/ 5 w 33"/>
                <a:gd name="T73" fmla="*/ 11 h 52"/>
                <a:gd name="T74" fmla="*/ 3 w 33"/>
                <a:gd name="T75" fmla="*/ 26 h 52"/>
                <a:gd name="T76" fmla="*/ 0 w 33"/>
                <a:gd name="T77" fmla="*/ 45 h 52"/>
                <a:gd name="T78" fmla="*/ 0 w 33"/>
                <a:gd name="T79" fmla="*/ 49 h 52"/>
                <a:gd name="T80" fmla="*/ 1 w 33"/>
                <a:gd name="T81" fmla="*/ 51 h 52"/>
                <a:gd name="T82" fmla="*/ 3 w 33"/>
                <a:gd name="T83"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 h="52">
                  <a:moveTo>
                    <a:pt x="3" y="52"/>
                  </a:moveTo>
                  <a:cubicBezTo>
                    <a:pt x="5" y="52"/>
                    <a:pt x="6" y="52"/>
                    <a:pt x="6" y="51"/>
                  </a:cubicBezTo>
                  <a:cubicBezTo>
                    <a:pt x="7" y="50"/>
                    <a:pt x="7" y="49"/>
                    <a:pt x="7" y="48"/>
                  </a:cubicBezTo>
                  <a:cubicBezTo>
                    <a:pt x="7" y="45"/>
                    <a:pt x="8" y="43"/>
                    <a:pt x="8" y="41"/>
                  </a:cubicBezTo>
                  <a:cubicBezTo>
                    <a:pt x="8" y="41"/>
                    <a:pt x="8" y="41"/>
                    <a:pt x="8" y="41"/>
                  </a:cubicBezTo>
                  <a:cubicBezTo>
                    <a:pt x="8" y="41"/>
                    <a:pt x="9" y="40"/>
                    <a:pt x="9" y="40"/>
                  </a:cubicBezTo>
                  <a:cubicBezTo>
                    <a:pt x="10" y="39"/>
                    <a:pt x="11" y="38"/>
                    <a:pt x="11" y="38"/>
                  </a:cubicBezTo>
                  <a:cubicBezTo>
                    <a:pt x="11" y="38"/>
                    <a:pt x="12" y="40"/>
                    <a:pt x="15" y="43"/>
                  </a:cubicBezTo>
                  <a:cubicBezTo>
                    <a:pt x="18" y="47"/>
                    <a:pt x="20" y="49"/>
                    <a:pt x="22" y="50"/>
                  </a:cubicBezTo>
                  <a:cubicBezTo>
                    <a:pt x="23" y="51"/>
                    <a:pt x="25" y="52"/>
                    <a:pt x="26" y="52"/>
                  </a:cubicBezTo>
                  <a:cubicBezTo>
                    <a:pt x="29" y="52"/>
                    <a:pt x="30" y="51"/>
                    <a:pt x="31" y="50"/>
                  </a:cubicBezTo>
                  <a:cubicBezTo>
                    <a:pt x="32" y="49"/>
                    <a:pt x="33" y="48"/>
                    <a:pt x="33" y="47"/>
                  </a:cubicBezTo>
                  <a:cubicBezTo>
                    <a:pt x="33" y="47"/>
                    <a:pt x="33" y="46"/>
                    <a:pt x="32" y="46"/>
                  </a:cubicBezTo>
                  <a:cubicBezTo>
                    <a:pt x="32" y="46"/>
                    <a:pt x="32" y="46"/>
                    <a:pt x="31" y="46"/>
                  </a:cubicBezTo>
                  <a:cubicBezTo>
                    <a:pt x="30" y="46"/>
                    <a:pt x="30" y="46"/>
                    <a:pt x="30" y="46"/>
                  </a:cubicBezTo>
                  <a:cubicBezTo>
                    <a:pt x="29" y="46"/>
                    <a:pt x="27" y="45"/>
                    <a:pt x="26" y="44"/>
                  </a:cubicBezTo>
                  <a:cubicBezTo>
                    <a:pt x="25" y="43"/>
                    <a:pt x="23" y="41"/>
                    <a:pt x="20" y="39"/>
                  </a:cubicBezTo>
                  <a:cubicBezTo>
                    <a:pt x="18" y="36"/>
                    <a:pt x="17" y="35"/>
                    <a:pt x="17" y="35"/>
                  </a:cubicBezTo>
                  <a:cubicBezTo>
                    <a:pt x="17" y="34"/>
                    <a:pt x="17" y="34"/>
                    <a:pt x="18" y="33"/>
                  </a:cubicBezTo>
                  <a:cubicBezTo>
                    <a:pt x="19" y="32"/>
                    <a:pt x="20" y="31"/>
                    <a:pt x="21" y="30"/>
                  </a:cubicBezTo>
                  <a:cubicBezTo>
                    <a:pt x="23" y="29"/>
                    <a:pt x="24" y="28"/>
                    <a:pt x="25" y="27"/>
                  </a:cubicBezTo>
                  <a:cubicBezTo>
                    <a:pt x="26" y="27"/>
                    <a:pt x="27" y="26"/>
                    <a:pt x="28" y="26"/>
                  </a:cubicBezTo>
                  <a:cubicBezTo>
                    <a:pt x="28" y="26"/>
                    <a:pt x="28" y="26"/>
                    <a:pt x="28" y="26"/>
                  </a:cubicBezTo>
                  <a:cubicBezTo>
                    <a:pt x="28" y="26"/>
                    <a:pt x="28" y="26"/>
                    <a:pt x="28" y="26"/>
                  </a:cubicBezTo>
                  <a:cubicBezTo>
                    <a:pt x="30" y="26"/>
                    <a:pt x="31" y="23"/>
                    <a:pt x="31" y="21"/>
                  </a:cubicBezTo>
                  <a:cubicBezTo>
                    <a:pt x="31" y="19"/>
                    <a:pt x="30" y="18"/>
                    <a:pt x="28" y="18"/>
                  </a:cubicBezTo>
                  <a:cubicBezTo>
                    <a:pt x="26" y="18"/>
                    <a:pt x="22" y="21"/>
                    <a:pt x="18" y="25"/>
                  </a:cubicBezTo>
                  <a:cubicBezTo>
                    <a:pt x="9" y="33"/>
                    <a:pt x="9" y="33"/>
                    <a:pt x="9" y="33"/>
                  </a:cubicBezTo>
                  <a:cubicBezTo>
                    <a:pt x="9" y="32"/>
                    <a:pt x="9" y="30"/>
                    <a:pt x="10" y="22"/>
                  </a:cubicBezTo>
                  <a:cubicBezTo>
                    <a:pt x="10" y="22"/>
                    <a:pt x="10" y="22"/>
                    <a:pt x="10" y="22"/>
                  </a:cubicBezTo>
                  <a:cubicBezTo>
                    <a:pt x="11" y="19"/>
                    <a:pt x="11" y="19"/>
                    <a:pt x="11" y="19"/>
                  </a:cubicBezTo>
                  <a:cubicBezTo>
                    <a:pt x="12" y="10"/>
                    <a:pt x="13" y="5"/>
                    <a:pt x="13" y="4"/>
                  </a:cubicBezTo>
                  <a:cubicBezTo>
                    <a:pt x="13" y="3"/>
                    <a:pt x="13" y="2"/>
                    <a:pt x="12" y="1"/>
                  </a:cubicBezTo>
                  <a:cubicBezTo>
                    <a:pt x="12" y="1"/>
                    <a:pt x="11" y="0"/>
                    <a:pt x="10" y="0"/>
                  </a:cubicBezTo>
                  <a:cubicBezTo>
                    <a:pt x="9" y="0"/>
                    <a:pt x="8" y="1"/>
                    <a:pt x="8" y="1"/>
                  </a:cubicBezTo>
                  <a:cubicBezTo>
                    <a:pt x="7" y="2"/>
                    <a:pt x="6" y="3"/>
                    <a:pt x="6" y="4"/>
                  </a:cubicBezTo>
                  <a:cubicBezTo>
                    <a:pt x="5" y="5"/>
                    <a:pt x="5" y="7"/>
                    <a:pt x="5" y="11"/>
                  </a:cubicBezTo>
                  <a:cubicBezTo>
                    <a:pt x="4" y="14"/>
                    <a:pt x="3" y="19"/>
                    <a:pt x="3" y="26"/>
                  </a:cubicBezTo>
                  <a:cubicBezTo>
                    <a:pt x="2" y="33"/>
                    <a:pt x="1" y="40"/>
                    <a:pt x="0" y="45"/>
                  </a:cubicBezTo>
                  <a:cubicBezTo>
                    <a:pt x="0" y="47"/>
                    <a:pt x="0" y="49"/>
                    <a:pt x="0" y="49"/>
                  </a:cubicBezTo>
                  <a:cubicBezTo>
                    <a:pt x="0" y="50"/>
                    <a:pt x="0" y="51"/>
                    <a:pt x="1" y="51"/>
                  </a:cubicBezTo>
                  <a:cubicBezTo>
                    <a:pt x="1" y="52"/>
                    <a:pt x="2" y="52"/>
                    <a:pt x="3"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170"/>
            <p:cNvSpPr>
              <a:spLocks noEditPoints="1"/>
            </p:cNvSpPr>
            <p:nvPr/>
          </p:nvSpPr>
          <p:spPr bwMode="auto">
            <a:xfrm>
              <a:off x="2959100" y="2654301"/>
              <a:ext cx="61912" cy="74613"/>
            </a:xfrm>
            <a:custGeom>
              <a:avLst/>
              <a:gdLst>
                <a:gd name="T0" fmla="*/ 1 w 38"/>
                <a:gd name="T1" fmla="*/ 6 h 46"/>
                <a:gd name="T2" fmla="*/ 3 w 38"/>
                <a:gd name="T3" fmla="*/ 10 h 46"/>
                <a:gd name="T4" fmla="*/ 4 w 38"/>
                <a:gd name="T5" fmla="*/ 13 h 46"/>
                <a:gd name="T6" fmla="*/ 2 w 38"/>
                <a:gd name="T7" fmla="*/ 26 h 46"/>
                <a:gd name="T8" fmla="*/ 0 w 38"/>
                <a:gd name="T9" fmla="*/ 42 h 46"/>
                <a:gd name="T10" fmla="*/ 4 w 38"/>
                <a:gd name="T11" fmla="*/ 46 h 46"/>
                <a:gd name="T12" fmla="*/ 7 w 38"/>
                <a:gd name="T13" fmla="*/ 45 h 46"/>
                <a:gd name="T14" fmla="*/ 8 w 38"/>
                <a:gd name="T15" fmla="*/ 42 h 46"/>
                <a:gd name="T16" fmla="*/ 9 w 38"/>
                <a:gd name="T17" fmla="*/ 31 h 46"/>
                <a:gd name="T18" fmla="*/ 13 w 38"/>
                <a:gd name="T19" fmla="*/ 30 h 46"/>
                <a:gd name="T20" fmla="*/ 31 w 38"/>
                <a:gd name="T21" fmla="*/ 23 h 46"/>
                <a:gd name="T22" fmla="*/ 38 w 38"/>
                <a:gd name="T23" fmla="*/ 10 h 46"/>
                <a:gd name="T24" fmla="*/ 34 w 38"/>
                <a:gd name="T25" fmla="*/ 3 h 46"/>
                <a:gd name="T26" fmla="*/ 24 w 38"/>
                <a:gd name="T27" fmla="*/ 0 h 46"/>
                <a:gd name="T28" fmla="*/ 10 w 38"/>
                <a:gd name="T29" fmla="*/ 2 h 46"/>
                <a:gd name="T30" fmla="*/ 1 w 38"/>
                <a:gd name="T31" fmla="*/ 6 h 46"/>
                <a:gd name="T32" fmla="*/ 23 w 38"/>
                <a:gd name="T33" fmla="*/ 6 h 46"/>
                <a:gd name="T34" fmla="*/ 31 w 38"/>
                <a:gd name="T35" fmla="*/ 11 h 46"/>
                <a:gd name="T36" fmla="*/ 25 w 38"/>
                <a:gd name="T37" fmla="*/ 19 h 46"/>
                <a:gd name="T38" fmla="*/ 9 w 38"/>
                <a:gd name="T39" fmla="*/ 24 h 46"/>
                <a:gd name="T40" fmla="*/ 11 w 38"/>
                <a:gd name="T41" fmla="*/ 8 h 46"/>
                <a:gd name="T42" fmla="*/ 23 w 38"/>
                <a:gd name="T43" fmla="*/ 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 h="46">
                  <a:moveTo>
                    <a:pt x="1" y="6"/>
                  </a:moveTo>
                  <a:cubicBezTo>
                    <a:pt x="1" y="8"/>
                    <a:pt x="2" y="9"/>
                    <a:pt x="3" y="10"/>
                  </a:cubicBezTo>
                  <a:cubicBezTo>
                    <a:pt x="4" y="10"/>
                    <a:pt x="4" y="11"/>
                    <a:pt x="4" y="13"/>
                  </a:cubicBezTo>
                  <a:cubicBezTo>
                    <a:pt x="4" y="14"/>
                    <a:pt x="3" y="19"/>
                    <a:pt x="2" y="26"/>
                  </a:cubicBezTo>
                  <a:cubicBezTo>
                    <a:pt x="1" y="35"/>
                    <a:pt x="0" y="40"/>
                    <a:pt x="0" y="42"/>
                  </a:cubicBezTo>
                  <a:cubicBezTo>
                    <a:pt x="0" y="45"/>
                    <a:pt x="2" y="46"/>
                    <a:pt x="4" y="46"/>
                  </a:cubicBezTo>
                  <a:cubicBezTo>
                    <a:pt x="5" y="46"/>
                    <a:pt x="6" y="46"/>
                    <a:pt x="7" y="45"/>
                  </a:cubicBezTo>
                  <a:cubicBezTo>
                    <a:pt x="8" y="44"/>
                    <a:pt x="8" y="43"/>
                    <a:pt x="8" y="42"/>
                  </a:cubicBezTo>
                  <a:cubicBezTo>
                    <a:pt x="8" y="39"/>
                    <a:pt x="8" y="36"/>
                    <a:pt x="9" y="31"/>
                  </a:cubicBezTo>
                  <a:cubicBezTo>
                    <a:pt x="9" y="31"/>
                    <a:pt x="10" y="30"/>
                    <a:pt x="13" y="30"/>
                  </a:cubicBezTo>
                  <a:cubicBezTo>
                    <a:pt x="20" y="28"/>
                    <a:pt x="26" y="26"/>
                    <a:pt x="31" y="23"/>
                  </a:cubicBezTo>
                  <a:cubicBezTo>
                    <a:pt x="36" y="19"/>
                    <a:pt x="38" y="15"/>
                    <a:pt x="38" y="10"/>
                  </a:cubicBezTo>
                  <a:cubicBezTo>
                    <a:pt x="38" y="7"/>
                    <a:pt x="37" y="5"/>
                    <a:pt x="34" y="3"/>
                  </a:cubicBezTo>
                  <a:cubicBezTo>
                    <a:pt x="32" y="1"/>
                    <a:pt x="28" y="0"/>
                    <a:pt x="24" y="0"/>
                  </a:cubicBezTo>
                  <a:cubicBezTo>
                    <a:pt x="20" y="0"/>
                    <a:pt x="15" y="1"/>
                    <a:pt x="10" y="2"/>
                  </a:cubicBezTo>
                  <a:cubicBezTo>
                    <a:pt x="4" y="3"/>
                    <a:pt x="1" y="5"/>
                    <a:pt x="1" y="6"/>
                  </a:cubicBezTo>
                  <a:close/>
                  <a:moveTo>
                    <a:pt x="23" y="6"/>
                  </a:moveTo>
                  <a:cubicBezTo>
                    <a:pt x="29" y="6"/>
                    <a:pt x="31" y="8"/>
                    <a:pt x="31" y="11"/>
                  </a:cubicBezTo>
                  <a:cubicBezTo>
                    <a:pt x="31" y="14"/>
                    <a:pt x="29" y="17"/>
                    <a:pt x="25" y="19"/>
                  </a:cubicBezTo>
                  <a:cubicBezTo>
                    <a:pt x="20" y="21"/>
                    <a:pt x="15" y="23"/>
                    <a:pt x="9" y="24"/>
                  </a:cubicBezTo>
                  <a:cubicBezTo>
                    <a:pt x="11" y="8"/>
                    <a:pt x="11" y="8"/>
                    <a:pt x="11" y="8"/>
                  </a:cubicBezTo>
                  <a:cubicBezTo>
                    <a:pt x="16" y="7"/>
                    <a:pt x="20" y="6"/>
                    <a:pt x="2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171"/>
            <p:cNvSpPr>
              <a:spLocks noEditPoints="1"/>
            </p:cNvSpPr>
            <p:nvPr/>
          </p:nvSpPr>
          <p:spPr bwMode="auto">
            <a:xfrm>
              <a:off x="3022600" y="2673351"/>
              <a:ext cx="52387" cy="55563"/>
            </a:xfrm>
            <a:custGeom>
              <a:avLst/>
              <a:gdLst>
                <a:gd name="T0" fmla="*/ 2 w 32"/>
                <a:gd name="T1" fmla="*/ 32 h 35"/>
                <a:gd name="T2" fmla="*/ 7 w 32"/>
                <a:gd name="T3" fmla="*/ 34 h 35"/>
                <a:gd name="T4" fmla="*/ 22 w 32"/>
                <a:gd name="T5" fmla="*/ 23 h 35"/>
                <a:gd name="T6" fmla="*/ 27 w 32"/>
                <a:gd name="T7" fmla="*/ 35 h 35"/>
                <a:gd name="T8" fmla="*/ 30 w 32"/>
                <a:gd name="T9" fmla="*/ 34 h 35"/>
                <a:gd name="T10" fmla="*/ 32 w 32"/>
                <a:gd name="T11" fmla="*/ 31 h 35"/>
                <a:gd name="T12" fmla="*/ 30 w 32"/>
                <a:gd name="T13" fmla="*/ 30 h 35"/>
                <a:gd name="T14" fmla="*/ 29 w 32"/>
                <a:gd name="T15" fmla="*/ 29 h 35"/>
                <a:gd name="T16" fmla="*/ 28 w 32"/>
                <a:gd name="T17" fmla="*/ 27 h 35"/>
                <a:gd name="T18" fmla="*/ 28 w 32"/>
                <a:gd name="T19" fmla="*/ 21 h 35"/>
                <a:gd name="T20" fmla="*/ 29 w 32"/>
                <a:gd name="T21" fmla="*/ 11 h 35"/>
                <a:gd name="T22" fmla="*/ 30 w 32"/>
                <a:gd name="T23" fmla="*/ 7 h 35"/>
                <a:gd name="T24" fmla="*/ 26 w 32"/>
                <a:gd name="T25" fmla="*/ 4 h 35"/>
                <a:gd name="T26" fmla="*/ 21 w 32"/>
                <a:gd name="T27" fmla="*/ 0 h 35"/>
                <a:gd name="T28" fmla="*/ 7 w 32"/>
                <a:gd name="T29" fmla="*/ 9 h 35"/>
                <a:gd name="T30" fmla="*/ 0 w 32"/>
                <a:gd name="T31" fmla="*/ 26 h 35"/>
                <a:gd name="T32" fmla="*/ 2 w 32"/>
                <a:gd name="T33" fmla="*/ 32 h 35"/>
                <a:gd name="T34" fmla="*/ 12 w 32"/>
                <a:gd name="T35" fmla="*/ 13 h 35"/>
                <a:gd name="T36" fmla="*/ 20 w 32"/>
                <a:gd name="T37" fmla="*/ 7 h 35"/>
                <a:gd name="T38" fmla="*/ 22 w 32"/>
                <a:gd name="T39" fmla="*/ 8 h 35"/>
                <a:gd name="T40" fmla="*/ 22 w 32"/>
                <a:gd name="T41" fmla="*/ 10 h 35"/>
                <a:gd name="T42" fmla="*/ 17 w 32"/>
                <a:gd name="T43" fmla="*/ 21 h 35"/>
                <a:gd name="T44" fmla="*/ 8 w 32"/>
                <a:gd name="T45" fmla="*/ 27 h 35"/>
                <a:gd name="T46" fmla="*/ 7 w 32"/>
                <a:gd name="T47" fmla="*/ 25 h 35"/>
                <a:gd name="T48" fmla="*/ 12 w 32"/>
                <a:gd name="T49" fmla="*/ 1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 h="35">
                  <a:moveTo>
                    <a:pt x="2" y="32"/>
                  </a:moveTo>
                  <a:cubicBezTo>
                    <a:pt x="3" y="33"/>
                    <a:pt x="5" y="34"/>
                    <a:pt x="7" y="34"/>
                  </a:cubicBezTo>
                  <a:cubicBezTo>
                    <a:pt x="11" y="34"/>
                    <a:pt x="17" y="30"/>
                    <a:pt x="22" y="23"/>
                  </a:cubicBezTo>
                  <a:cubicBezTo>
                    <a:pt x="21" y="31"/>
                    <a:pt x="23" y="35"/>
                    <a:pt x="27" y="35"/>
                  </a:cubicBezTo>
                  <a:cubicBezTo>
                    <a:pt x="28" y="35"/>
                    <a:pt x="29" y="34"/>
                    <a:pt x="30" y="34"/>
                  </a:cubicBezTo>
                  <a:cubicBezTo>
                    <a:pt x="31" y="33"/>
                    <a:pt x="32" y="32"/>
                    <a:pt x="32" y="31"/>
                  </a:cubicBezTo>
                  <a:cubicBezTo>
                    <a:pt x="32" y="30"/>
                    <a:pt x="31" y="30"/>
                    <a:pt x="30" y="30"/>
                  </a:cubicBezTo>
                  <a:cubicBezTo>
                    <a:pt x="30" y="29"/>
                    <a:pt x="29" y="29"/>
                    <a:pt x="29" y="29"/>
                  </a:cubicBezTo>
                  <a:cubicBezTo>
                    <a:pt x="29" y="28"/>
                    <a:pt x="29" y="28"/>
                    <a:pt x="28" y="27"/>
                  </a:cubicBezTo>
                  <a:cubicBezTo>
                    <a:pt x="28" y="25"/>
                    <a:pt x="28" y="24"/>
                    <a:pt x="28" y="21"/>
                  </a:cubicBezTo>
                  <a:cubicBezTo>
                    <a:pt x="28" y="19"/>
                    <a:pt x="28" y="15"/>
                    <a:pt x="29" y="11"/>
                  </a:cubicBezTo>
                  <a:cubicBezTo>
                    <a:pt x="29" y="9"/>
                    <a:pt x="30" y="7"/>
                    <a:pt x="30" y="7"/>
                  </a:cubicBezTo>
                  <a:cubicBezTo>
                    <a:pt x="30" y="5"/>
                    <a:pt x="28" y="4"/>
                    <a:pt x="26" y="4"/>
                  </a:cubicBezTo>
                  <a:cubicBezTo>
                    <a:pt x="25" y="2"/>
                    <a:pt x="24" y="0"/>
                    <a:pt x="21" y="0"/>
                  </a:cubicBezTo>
                  <a:cubicBezTo>
                    <a:pt x="17" y="0"/>
                    <a:pt x="12" y="3"/>
                    <a:pt x="7" y="9"/>
                  </a:cubicBezTo>
                  <a:cubicBezTo>
                    <a:pt x="2" y="15"/>
                    <a:pt x="0" y="21"/>
                    <a:pt x="0" y="26"/>
                  </a:cubicBezTo>
                  <a:cubicBezTo>
                    <a:pt x="0" y="28"/>
                    <a:pt x="1" y="30"/>
                    <a:pt x="2" y="32"/>
                  </a:cubicBezTo>
                  <a:close/>
                  <a:moveTo>
                    <a:pt x="12" y="13"/>
                  </a:moveTo>
                  <a:cubicBezTo>
                    <a:pt x="15" y="9"/>
                    <a:pt x="18" y="7"/>
                    <a:pt x="20" y="7"/>
                  </a:cubicBezTo>
                  <a:cubicBezTo>
                    <a:pt x="21" y="7"/>
                    <a:pt x="21" y="7"/>
                    <a:pt x="22" y="8"/>
                  </a:cubicBezTo>
                  <a:cubicBezTo>
                    <a:pt x="22" y="8"/>
                    <a:pt x="22" y="9"/>
                    <a:pt x="22" y="10"/>
                  </a:cubicBezTo>
                  <a:cubicBezTo>
                    <a:pt x="22" y="13"/>
                    <a:pt x="20" y="17"/>
                    <a:pt x="17" y="21"/>
                  </a:cubicBezTo>
                  <a:cubicBezTo>
                    <a:pt x="14" y="25"/>
                    <a:pt x="11" y="27"/>
                    <a:pt x="8" y="27"/>
                  </a:cubicBezTo>
                  <a:cubicBezTo>
                    <a:pt x="8" y="27"/>
                    <a:pt x="7" y="27"/>
                    <a:pt x="7" y="25"/>
                  </a:cubicBezTo>
                  <a:cubicBezTo>
                    <a:pt x="7" y="22"/>
                    <a:pt x="9" y="18"/>
                    <a:pt x="12"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172"/>
            <p:cNvSpPr>
              <a:spLocks/>
            </p:cNvSpPr>
            <p:nvPr/>
          </p:nvSpPr>
          <p:spPr bwMode="auto">
            <a:xfrm>
              <a:off x="3082925" y="2676526"/>
              <a:ext cx="17462" cy="52388"/>
            </a:xfrm>
            <a:custGeom>
              <a:avLst/>
              <a:gdLst>
                <a:gd name="T0" fmla="*/ 1 w 11"/>
                <a:gd name="T1" fmla="*/ 15 h 33"/>
                <a:gd name="T2" fmla="*/ 0 w 11"/>
                <a:gd name="T3" fmla="*/ 27 h 33"/>
                <a:gd name="T4" fmla="*/ 4 w 11"/>
                <a:gd name="T5" fmla="*/ 33 h 33"/>
                <a:gd name="T6" fmla="*/ 7 w 11"/>
                <a:gd name="T7" fmla="*/ 32 h 33"/>
                <a:gd name="T8" fmla="*/ 8 w 11"/>
                <a:gd name="T9" fmla="*/ 30 h 33"/>
                <a:gd name="T10" fmla="*/ 8 w 11"/>
                <a:gd name="T11" fmla="*/ 29 h 33"/>
                <a:gd name="T12" fmla="*/ 8 w 11"/>
                <a:gd name="T13" fmla="*/ 24 h 33"/>
                <a:gd name="T14" fmla="*/ 8 w 11"/>
                <a:gd name="T15" fmla="*/ 18 h 33"/>
                <a:gd name="T16" fmla="*/ 10 w 11"/>
                <a:gd name="T17" fmla="*/ 9 h 33"/>
                <a:gd name="T18" fmla="*/ 10 w 11"/>
                <a:gd name="T19" fmla="*/ 8 h 33"/>
                <a:gd name="T20" fmla="*/ 11 w 11"/>
                <a:gd name="T21" fmla="*/ 3 h 33"/>
                <a:gd name="T22" fmla="*/ 10 w 11"/>
                <a:gd name="T23" fmla="*/ 1 h 33"/>
                <a:gd name="T24" fmla="*/ 7 w 11"/>
                <a:gd name="T25" fmla="*/ 0 h 33"/>
                <a:gd name="T26" fmla="*/ 4 w 11"/>
                <a:gd name="T27" fmla="*/ 2 h 33"/>
                <a:gd name="T28" fmla="*/ 3 w 11"/>
                <a:gd name="T29" fmla="*/ 5 h 33"/>
                <a:gd name="T30" fmla="*/ 1 w 11"/>
                <a:gd name="T31" fmla="*/ 12 h 33"/>
                <a:gd name="T32" fmla="*/ 1 w 11"/>
                <a:gd name="T33" fmla="*/ 12 h 33"/>
                <a:gd name="T34" fmla="*/ 1 w 11"/>
                <a:gd name="T35" fmla="*/ 1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33">
                  <a:moveTo>
                    <a:pt x="1" y="15"/>
                  </a:moveTo>
                  <a:cubicBezTo>
                    <a:pt x="0" y="19"/>
                    <a:pt x="0" y="24"/>
                    <a:pt x="0" y="27"/>
                  </a:cubicBezTo>
                  <a:cubicBezTo>
                    <a:pt x="0" y="31"/>
                    <a:pt x="2" y="33"/>
                    <a:pt x="4" y="33"/>
                  </a:cubicBezTo>
                  <a:cubicBezTo>
                    <a:pt x="5" y="33"/>
                    <a:pt x="6" y="33"/>
                    <a:pt x="7" y="32"/>
                  </a:cubicBezTo>
                  <a:cubicBezTo>
                    <a:pt x="8" y="31"/>
                    <a:pt x="8" y="30"/>
                    <a:pt x="8" y="30"/>
                  </a:cubicBezTo>
                  <a:cubicBezTo>
                    <a:pt x="8" y="30"/>
                    <a:pt x="8" y="29"/>
                    <a:pt x="8" y="29"/>
                  </a:cubicBezTo>
                  <a:cubicBezTo>
                    <a:pt x="8" y="27"/>
                    <a:pt x="8" y="25"/>
                    <a:pt x="8" y="24"/>
                  </a:cubicBezTo>
                  <a:cubicBezTo>
                    <a:pt x="8" y="23"/>
                    <a:pt x="8" y="21"/>
                    <a:pt x="8" y="18"/>
                  </a:cubicBezTo>
                  <a:cubicBezTo>
                    <a:pt x="8" y="16"/>
                    <a:pt x="9" y="13"/>
                    <a:pt x="10" y="9"/>
                  </a:cubicBezTo>
                  <a:cubicBezTo>
                    <a:pt x="10" y="8"/>
                    <a:pt x="10" y="8"/>
                    <a:pt x="10" y="8"/>
                  </a:cubicBezTo>
                  <a:cubicBezTo>
                    <a:pt x="11" y="6"/>
                    <a:pt x="11" y="4"/>
                    <a:pt x="11" y="3"/>
                  </a:cubicBezTo>
                  <a:cubicBezTo>
                    <a:pt x="11" y="2"/>
                    <a:pt x="11" y="2"/>
                    <a:pt x="10" y="1"/>
                  </a:cubicBezTo>
                  <a:cubicBezTo>
                    <a:pt x="9" y="0"/>
                    <a:pt x="8" y="0"/>
                    <a:pt x="7" y="0"/>
                  </a:cubicBezTo>
                  <a:cubicBezTo>
                    <a:pt x="6" y="0"/>
                    <a:pt x="5" y="1"/>
                    <a:pt x="4" y="2"/>
                  </a:cubicBezTo>
                  <a:cubicBezTo>
                    <a:pt x="4" y="3"/>
                    <a:pt x="3" y="4"/>
                    <a:pt x="3" y="5"/>
                  </a:cubicBezTo>
                  <a:cubicBezTo>
                    <a:pt x="3" y="6"/>
                    <a:pt x="5" y="8"/>
                    <a:pt x="1" y="12"/>
                  </a:cubicBezTo>
                  <a:cubicBezTo>
                    <a:pt x="1" y="12"/>
                    <a:pt x="1" y="12"/>
                    <a:pt x="1" y="12"/>
                  </a:cubicBezTo>
                  <a:cubicBezTo>
                    <a:pt x="1" y="12"/>
                    <a:pt x="1" y="14"/>
                    <a:pt x="1"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173"/>
            <p:cNvSpPr>
              <a:spLocks/>
            </p:cNvSpPr>
            <p:nvPr/>
          </p:nvSpPr>
          <p:spPr bwMode="auto">
            <a:xfrm>
              <a:off x="3094037" y="2647951"/>
              <a:ext cx="15875" cy="14288"/>
            </a:xfrm>
            <a:custGeom>
              <a:avLst/>
              <a:gdLst>
                <a:gd name="T0" fmla="*/ 8 w 10"/>
                <a:gd name="T1" fmla="*/ 8 h 9"/>
                <a:gd name="T2" fmla="*/ 10 w 10"/>
                <a:gd name="T3" fmla="*/ 4 h 9"/>
                <a:gd name="T4" fmla="*/ 9 w 10"/>
                <a:gd name="T5" fmla="*/ 1 h 9"/>
                <a:gd name="T6" fmla="*/ 5 w 10"/>
                <a:gd name="T7" fmla="*/ 0 h 9"/>
                <a:gd name="T8" fmla="*/ 1 w 10"/>
                <a:gd name="T9" fmla="*/ 1 h 9"/>
                <a:gd name="T10" fmla="*/ 0 w 10"/>
                <a:gd name="T11" fmla="*/ 5 h 9"/>
                <a:gd name="T12" fmla="*/ 1 w 10"/>
                <a:gd name="T13" fmla="*/ 8 h 9"/>
                <a:gd name="T14" fmla="*/ 5 w 10"/>
                <a:gd name="T15" fmla="*/ 9 h 9"/>
                <a:gd name="T16" fmla="*/ 8 w 10"/>
                <a:gd name="T17"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9">
                  <a:moveTo>
                    <a:pt x="8" y="8"/>
                  </a:moveTo>
                  <a:cubicBezTo>
                    <a:pt x="9" y="7"/>
                    <a:pt x="10" y="5"/>
                    <a:pt x="10" y="4"/>
                  </a:cubicBezTo>
                  <a:cubicBezTo>
                    <a:pt x="10" y="3"/>
                    <a:pt x="9" y="2"/>
                    <a:pt x="9" y="1"/>
                  </a:cubicBezTo>
                  <a:cubicBezTo>
                    <a:pt x="8" y="0"/>
                    <a:pt x="7" y="0"/>
                    <a:pt x="5" y="0"/>
                  </a:cubicBezTo>
                  <a:cubicBezTo>
                    <a:pt x="4" y="0"/>
                    <a:pt x="2" y="0"/>
                    <a:pt x="1" y="1"/>
                  </a:cubicBezTo>
                  <a:cubicBezTo>
                    <a:pt x="0" y="2"/>
                    <a:pt x="0" y="3"/>
                    <a:pt x="0" y="5"/>
                  </a:cubicBezTo>
                  <a:cubicBezTo>
                    <a:pt x="0" y="6"/>
                    <a:pt x="1" y="7"/>
                    <a:pt x="1" y="8"/>
                  </a:cubicBezTo>
                  <a:cubicBezTo>
                    <a:pt x="2" y="9"/>
                    <a:pt x="3" y="9"/>
                    <a:pt x="5" y="9"/>
                  </a:cubicBezTo>
                  <a:cubicBezTo>
                    <a:pt x="6" y="9"/>
                    <a:pt x="7" y="9"/>
                    <a:pt x="8"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174"/>
            <p:cNvSpPr>
              <a:spLocks/>
            </p:cNvSpPr>
            <p:nvPr/>
          </p:nvSpPr>
          <p:spPr bwMode="auto">
            <a:xfrm>
              <a:off x="3109912" y="2678113"/>
              <a:ext cx="61912" cy="49213"/>
            </a:xfrm>
            <a:custGeom>
              <a:avLst/>
              <a:gdLst>
                <a:gd name="T0" fmla="*/ 9 w 38"/>
                <a:gd name="T1" fmla="*/ 1 h 31"/>
                <a:gd name="T2" fmla="*/ 6 w 38"/>
                <a:gd name="T3" fmla="*/ 0 h 31"/>
                <a:gd name="T4" fmla="*/ 3 w 38"/>
                <a:gd name="T5" fmla="*/ 1 h 31"/>
                <a:gd name="T6" fmla="*/ 2 w 38"/>
                <a:gd name="T7" fmla="*/ 4 h 31"/>
                <a:gd name="T8" fmla="*/ 1 w 38"/>
                <a:gd name="T9" fmla="*/ 20 h 31"/>
                <a:gd name="T10" fmla="*/ 0 w 38"/>
                <a:gd name="T11" fmla="*/ 27 h 31"/>
                <a:gd name="T12" fmla="*/ 5 w 38"/>
                <a:gd name="T13" fmla="*/ 31 h 31"/>
                <a:gd name="T14" fmla="*/ 6 w 38"/>
                <a:gd name="T15" fmla="*/ 30 h 31"/>
                <a:gd name="T16" fmla="*/ 7 w 38"/>
                <a:gd name="T17" fmla="*/ 28 h 31"/>
                <a:gd name="T18" fmla="*/ 14 w 38"/>
                <a:gd name="T19" fmla="*/ 16 h 31"/>
                <a:gd name="T20" fmla="*/ 21 w 38"/>
                <a:gd name="T21" fmla="*/ 8 h 31"/>
                <a:gd name="T22" fmla="*/ 24 w 38"/>
                <a:gd name="T23" fmla="*/ 16 h 31"/>
                <a:gd name="T24" fmla="*/ 26 w 38"/>
                <a:gd name="T25" fmla="*/ 26 h 31"/>
                <a:gd name="T26" fmla="*/ 26 w 38"/>
                <a:gd name="T27" fmla="*/ 26 h 31"/>
                <a:gd name="T28" fmla="*/ 31 w 38"/>
                <a:gd name="T29" fmla="*/ 29 h 31"/>
                <a:gd name="T30" fmla="*/ 36 w 38"/>
                <a:gd name="T31" fmla="*/ 27 h 31"/>
                <a:gd name="T32" fmla="*/ 38 w 38"/>
                <a:gd name="T33" fmla="*/ 24 h 31"/>
                <a:gd name="T34" fmla="*/ 37 w 38"/>
                <a:gd name="T35" fmla="*/ 22 h 31"/>
                <a:gd name="T36" fmla="*/ 35 w 38"/>
                <a:gd name="T37" fmla="*/ 23 h 31"/>
                <a:gd name="T38" fmla="*/ 33 w 38"/>
                <a:gd name="T39" fmla="*/ 23 h 31"/>
                <a:gd name="T40" fmla="*/ 31 w 38"/>
                <a:gd name="T41" fmla="*/ 12 h 31"/>
                <a:gd name="T42" fmla="*/ 22 w 38"/>
                <a:gd name="T43" fmla="*/ 1 h 31"/>
                <a:gd name="T44" fmla="*/ 8 w 38"/>
                <a:gd name="T45" fmla="*/ 16 h 31"/>
                <a:gd name="T46" fmla="*/ 10 w 38"/>
                <a:gd name="T47" fmla="*/ 5 h 31"/>
                <a:gd name="T48" fmla="*/ 9 w 38"/>
                <a:gd name="T49" fmla="*/ 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 h="31">
                  <a:moveTo>
                    <a:pt x="9" y="1"/>
                  </a:moveTo>
                  <a:cubicBezTo>
                    <a:pt x="8" y="0"/>
                    <a:pt x="7" y="0"/>
                    <a:pt x="6" y="0"/>
                  </a:cubicBezTo>
                  <a:cubicBezTo>
                    <a:pt x="5" y="0"/>
                    <a:pt x="4" y="0"/>
                    <a:pt x="3" y="1"/>
                  </a:cubicBezTo>
                  <a:cubicBezTo>
                    <a:pt x="3" y="2"/>
                    <a:pt x="2" y="3"/>
                    <a:pt x="2" y="4"/>
                  </a:cubicBezTo>
                  <a:cubicBezTo>
                    <a:pt x="2" y="11"/>
                    <a:pt x="2" y="16"/>
                    <a:pt x="1" y="20"/>
                  </a:cubicBezTo>
                  <a:cubicBezTo>
                    <a:pt x="0" y="24"/>
                    <a:pt x="0" y="26"/>
                    <a:pt x="0" y="27"/>
                  </a:cubicBezTo>
                  <a:cubicBezTo>
                    <a:pt x="0" y="29"/>
                    <a:pt x="2" y="31"/>
                    <a:pt x="5" y="31"/>
                  </a:cubicBezTo>
                  <a:cubicBezTo>
                    <a:pt x="5" y="31"/>
                    <a:pt x="6" y="31"/>
                    <a:pt x="6" y="30"/>
                  </a:cubicBezTo>
                  <a:cubicBezTo>
                    <a:pt x="7" y="30"/>
                    <a:pt x="7" y="29"/>
                    <a:pt x="7" y="28"/>
                  </a:cubicBezTo>
                  <a:cubicBezTo>
                    <a:pt x="8" y="26"/>
                    <a:pt x="10" y="22"/>
                    <a:pt x="14" y="16"/>
                  </a:cubicBezTo>
                  <a:cubicBezTo>
                    <a:pt x="17" y="11"/>
                    <a:pt x="20" y="8"/>
                    <a:pt x="21" y="8"/>
                  </a:cubicBezTo>
                  <a:cubicBezTo>
                    <a:pt x="23" y="8"/>
                    <a:pt x="24" y="11"/>
                    <a:pt x="24" y="16"/>
                  </a:cubicBezTo>
                  <a:cubicBezTo>
                    <a:pt x="25" y="21"/>
                    <a:pt x="25" y="26"/>
                    <a:pt x="26" y="26"/>
                  </a:cubicBezTo>
                  <a:cubicBezTo>
                    <a:pt x="26" y="26"/>
                    <a:pt x="26" y="26"/>
                    <a:pt x="26" y="26"/>
                  </a:cubicBezTo>
                  <a:cubicBezTo>
                    <a:pt x="27" y="30"/>
                    <a:pt x="29" y="29"/>
                    <a:pt x="31" y="29"/>
                  </a:cubicBezTo>
                  <a:cubicBezTo>
                    <a:pt x="33" y="29"/>
                    <a:pt x="35" y="29"/>
                    <a:pt x="36" y="27"/>
                  </a:cubicBezTo>
                  <a:cubicBezTo>
                    <a:pt x="37" y="26"/>
                    <a:pt x="38" y="25"/>
                    <a:pt x="38" y="24"/>
                  </a:cubicBezTo>
                  <a:cubicBezTo>
                    <a:pt x="38" y="23"/>
                    <a:pt x="38" y="22"/>
                    <a:pt x="37" y="22"/>
                  </a:cubicBezTo>
                  <a:cubicBezTo>
                    <a:pt x="36" y="22"/>
                    <a:pt x="36" y="23"/>
                    <a:pt x="35" y="23"/>
                  </a:cubicBezTo>
                  <a:cubicBezTo>
                    <a:pt x="34" y="23"/>
                    <a:pt x="34" y="23"/>
                    <a:pt x="33" y="23"/>
                  </a:cubicBezTo>
                  <a:cubicBezTo>
                    <a:pt x="32" y="23"/>
                    <a:pt x="31" y="19"/>
                    <a:pt x="31" y="12"/>
                  </a:cubicBezTo>
                  <a:cubicBezTo>
                    <a:pt x="30" y="5"/>
                    <a:pt x="27" y="1"/>
                    <a:pt x="22" y="1"/>
                  </a:cubicBezTo>
                  <a:cubicBezTo>
                    <a:pt x="17" y="1"/>
                    <a:pt x="12" y="6"/>
                    <a:pt x="8" y="16"/>
                  </a:cubicBezTo>
                  <a:cubicBezTo>
                    <a:pt x="9" y="11"/>
                    <a:pt x="10" y="7"/>
                    <a:pt x="10" y="5"/>
                  </a:cubicBezTo>
                  <a:cubicBezTo>
                    <a:pt x="10" y="3"/>
                    <a:pt x="9" y="1"/>
                    <a:pt x="9"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80" name="组合 179"/>
          <p:cNvGrpSpPr/>
          <p:nvPr/>
        </p:nvGrpSpPr>
        <p:grpSpPr>
          <a:xfrm>
            <a:off x="3646487" y="1008063"/>
            <a:ext cx="815975" cy="1736726"/>
            <a:chOff x="3646487" y="1008063"/>
            <a:chExt cx="815975" cy="1736726"/>
          </a:xfrm>
          <a:solidFill>
            <a:schemeClr val="tx1">
              <a:lumMod val="65000"/>
              <a:lumOff val="35000"/>
            </a:schemeClr>
          </a:solidFill>
        </p:grpSpPr>
        <p:sp>
          <p:nvSpPr>
            <p:cNvPr id="181" name="Freeform 175"/>
            <p:cNvSpPr>
              <a:spLocks/>
            </p:cNvSpPr>
            <p:nvPr/>
          </p:nvSpPr>
          <p:spPr bwMode="auto">
            <a:xfrm>
              <a:off x="3740150" y="1230313"/>
              <a:ext cx="574675" cy="1192213"/>
            </a:xfrm>
            <a:custGeom>
              <a:avLst/>
              <a:gdLst>
                <a:gd name="T0" fmla="*/ 180 w 356"/>
                <a:gd name="T1" fmla="*/ 27 h 738"/>
                <a:gd name="T2" fmla="*/ 186 w 356"/>
                <a:gd name="T3" fmla="*/ 27 h 738"/>
                <a:gd name="T4" fmla="*/ 227 w 356"/>
                <a:gd name="T5" fmla="*/ 62 h 738"/>
                <a:gd name="T6" fmla="*/ 219 w 356"/>
                <a:gd name="T7" fmla="*/ 93 h 738"/>
                <a:gd name="T8" fmla="*/ 192 w 356"/>
                <a:gd name="T9" fmla="*/ 109 h 738"/>
                <a:gd name="T10" fmla="*/ 98 w 356"/>
                <a:gd name="T11" fmla="*/ 123 h 738"/>
                <a:gd name="T12" fmla="*/ 95 w 356"/>
                <a:gd name="T13" fmla="*/ 135 h 738"/>
                <a:gd name="T14" fmla="*/ 91 w 356"/>
                <a:gd name="T15" fmla="*/ 124 h 738"/>
                <a:gd name="T16" fmla="*/ 80 w 356"/>
                <a:gd name="T17" fmla="*/ 126 h 738"/>
                <a:gd name="T18" fmla="*/ 117 w 356"/>
                <a:gd name="T19" fmla="*/ 234 h 738"/>
                <a:gd name="T20" fmla="*/ 115 w 356"/>
                <a:gd name="T21" fmla="*/ 265 h 738"/>
                <a:gd name="T22" fmla="*/ 92 w 356"/>
                <a:gd name="T23" fmla="*/ 286 h 738"/>
                <a:gd name="T24" fmla="*/ 90 w 356"/>
                <a:gd name="T25" fmla="*/ 287 h 738"/>
                <a:gd name="T26" fmla="*/ 90 w 356"/>
                <a:gd name="T27" fmla="*/ 293 h 738"/>
                <a:gd name="T28" fmla="*/ 127 w 356"/>
                <a:gd name="T29" fmla="*/ 353 h 738"/>
                <a:gd name="T30" fmla="*/ 24 w 356"/>
                <a:gd name="T31" fmla="*/ 644 h 738"/>
                <a:gd name="T32" fmla="*/ 17 w 356"/>
                <a:gd name="T33" fmla="*/ 714 h 738"/>
                <a:gd name="T34" fmla="*/ 88 w 356"/>
                <a:gd name="T35" fmla="*/ 721 h 738"/>
                <a:gd name="T36" fmla="*/ 221 w 356"/>
                <a:gd name="T37" fmla="*/ 510 h 738"/>
                <a:gd name="T38" fmla="*/ 254 w 356"/>
                <a:gd name="T39" fmla="*/ 686 h 738"/>
                <a:gd name="T40" fmla="*/ 304 w 356"/>
                <a:gd name="T41" fmla="*/ 732 h 738"/>
                <a:gd name="T42" fmla="*/ 308 w 356"/>
                <a:gd name="T43" fmla="*/ 732 h 738"/>
                <a:gd name="T44" fmla="*/ 354 w 356"/>
                <a:gd name="T45" fmla="*/ 678 h 738"/>
                <a:gd name="T46" fmla="*/ 233 w 356"/>
                <a:gd name="T47" fmla="*/ 302 h 738"/>
                <a:gd name="T48" fmla="*/ 254 w 356"/>
                <a:gd name="T49" fmla="*/ 99 h 738"/>
                <a:gd name="T50" fmla="*/ 217 w 356"/>
                <a:gd name="T51" fmla="*/ 3 h 738"/>
                <a:gd name="T52" fmla="*/ 178 w 356"/>
                <a:gd name="T53" fmla="*/ 4 h 738"/>
                <a:gd name="T54" fmla="*/ 29 w 356"/>
                <a:gd name="T55" fmla="*/ 40 h 738"/>
                <a:gd name="T56" fmla="*/ 9 w 356"/>
                <a:gd name="T57" fmla="*/ 55 h 738"/>
                <a:gd name="T58" fmla="*/ 18 w 356"/>
                <a:gd name="T59" fmla="*/ 52 h 738"/>
                <a:gd name="T60" fmla="*/ 180 w 356"/>
                <a:gd name="T61" fmla="*/ 27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56" h="738">
                  <a:moveTo>
                    <a:pt x="180" y="27"/>
                  </a:moveTo>
                  <a:cubicBezTo>
                    <a:pt x="182" y="27"/>
                    <a:pt x="184" y="27"/>
                    <a:pt x="186" y="27"/>
                  </a:cubicBezTo>
                  <a:cubicBezTo>
                    <a:pt x="207" y="27"/>
                    <a:pt x="224" y="42"/>
                    <a:pt x="227" y="62"/>
                  </a:cubicBezTo>
                  <a:cubicBezTo>
                    <a:pt x="229" y="73"/>
                    <a:pt x="226" y="84"/>
                    <a:pt x="219" y="93"/>
                  </a:cubicBezTo>
                  <a:cubicBezTo>
                    <a:pt x="213" y="101"/>
                    <a:pt x="203" y="107"/>
                    <a:pt x="192" y="109"/>
                  </a:cubicBezTo>
                  <a:cubicBezTo>
                    <a:pt x="98" y="123"/>
                    <a:pt x="98" y="123"/>
                    <a:pt x="98" y="123"/>
                  </a:cubicBezTo>
                  <a:cubicBezTo>
                    <a:pt x="97" y="127"/>
                    <a:pt x="96" y="131"/>
                    <a:pt x="95" y="135"/>
                  </a:cubicBezTo>
                  <a:cubicBezTo>
                    <a:pt x="91" y="124"/>
                    <a:pt x="91" y="124"/>
                    <a:pt x="91" y="124"/>
                  </a:cubicBezTo>
                  <a:cubicBezTo>
                    <a:pt x="80" y="126"/>
                    <a:pt x="80" y="126"/>
                    <a:pt x="80" y="126"/>
                  </a:cubicBezTo>
                  <a:cubicBezTo>
                    <a:pt x="117" y="234"/>
                    <a:pt x="117" y="234"/>
                    <a:pt x="117" y="234"/>
                  </a:cubicBezTo>
                  <a:cubicBezTo>
                    <a:pt x="121" y="244"/>
                    <a:pt x="120" y="255"/>
                    <a:pt x="115" y="265"/>
                  </a:cubicBezTo>
                  <a:cubicBezTo>
                    <a:pt x="110" y="275"/>
                    <a:pt x="102" y="282"/>
                    <a:pt x="92" y="286"/>
                  </a:cubicBezTo>
                  <a:cubicBezTo>
                    <a:pt x="91" y="286"/>
                    <a:pt x="90" y="286"/>
                    <a:pt x="90" y="287"/>
                  </a:cubicBezTo>
                  <a:cubicBezTo>
                    <a:pt x="90" y="289"/>
                    <a:pt x="90" y="291"/>
                    <a:pt x="90" y="293"/>
                  </a:cubicBezTo>
                  <a:cubicBezTo>
                    <a:pt x="96" y="325"/>
                    <a:pt x="110" y="343"/>
                    <a:pt x="127" y="353"/>
                  </a:cubicBezTo>
                  <a:cubicBezTo>
                    <a:pt x="139" y="419"/>
                    <a:pt x="141" y="547"/>
                    <a:pt x="24" y="644"/>
                  </a:cubicBezTo>
                  <a:cubicBezTo>
                    <a:pt x="3" y="661"/>
                    <a:pt x="0" y="693"/>
                    <a:pt x="17" y="714"/>
                  </a:cubicBezTo>
                  <a:cubicBezTo>
                    <a:pt x="35" y="735"/>
                    <a:pt x="66" y="738"/>
                    <a:pt x="88" y="721"/>
                  </a:cubicBezTo>
                  <a:cubicBezTo>
                    <a:pt x="156" y="665"/>
                    <a:pt x="201" y="593"/>
                    <a:pt x="221" y="510"/>
                  </a:cubicBezTo>
                  <a:cubicBezTo>
                    <a:pt x="236" y="559"/>
                    <a:pt x="249" y="618"/>
                    <a:pt x="254" y="686"/>
                  </a:cubicBezTo>
                  <a:cubicBezTo>
                    <a:pt x="256" y="712"/>
                    <a:pt x="278" y="732"/>
                    <a:pt x="304" y="732"/>
                  </a:cubicBezTo>
                  <a:cubicBezTo>
                    <a:pt x="305" y="732"/>
                    <a:pt x="306" y="732"/>
                    <a:pt x="308" y="732"/>
                  </a:cubicBezTo>
                  <a:cubicBezTo>
                    <a:pt x="335" y="730"/>
                    <a:pt x="356" y="706"/>
                    <a:pt x="354" y="678"/>
                  </a:cubicBezTo>
                  <a:cubicBezTo>
                    <a:pt x="339" y="488"/>
                    <a:pt x="274" y="363"/>
                    <a:pt x="233" y="302"/>
                  </a:cubicBezTo>
                  <a:cubicBezTo>
                    <a:pt x="224" y="233"/>
                    <a:pt x="244" y="154"/>
                    <a:pt x="254" y="99"/>
                  </a:cubicBezTo>
                  <a:cubicBezTo>
                    <a:pt x="266" y="59"/>
                    <a:pt x="251" y="11"/>
                    <a:pt x="217" y="3"/>
                  </a:cubicBezTo>
                  <a:cubicBezTo>
                    <a:pt x="205" y="0"/>
                    <a:pt x="191" y="0"/>
                    <a:pt x="178" y="4"/>
                  </a:cubicBezTo>
                  <a:cubicBezTo>
                    <a:pt x="29" y="40"/>
                    <a:pt x="29" y="40"/>
                    <a:pt x="29" y="40"/>
                  </a:cubicBezTo>
                  <a:cubicBezTo>
                    <a:pt x="20" y="42"/>
                    <a:pt x="13" y="47"/>
                    <a:pt x="9" y="55"/>
                  </a:cubicBezTo>
                  <a:cubicBezTo>
                    <a:pt x="12" y="53"/>
                    <a:pt x="15" y="52"/>
                    <a:pt x="18" y="52"/>
                  </a:cubicBezTo>
                  <a:lnTo>
                    <a:pt x="18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176"/>
            <p:cNvSpPr>
              <a:spLocks/>
            </p:cNvSpPr>
            <p:nvPr/>
          </p:nvSpPr>
          <p:spPr bwMode="auto">
            <a:xfrm>
              <a:off x="3725862" y="1284288"/>
              <a:ext cx="369887" cy="396875"/>
            </a:xfrm>
            <a:custGeom>
              <a:avLst/>
              <a:gdLst>
                <a:gd name="T0" fmla="*/ 57 w 229"/>
                <a:gd name="T1" fmla="*/ 224 h 245"/>
                <a:gd name="T2" fmla="*/ 87 w 229"/>
                <a:gd name="T3" fmla="*/ 245 h 245"/>
                <a:gd name="T4" fmla="*/ 98 w 229"/>
                <a:gd name="T5" fmla="*/ 243 h 245"/>
                <a:gd name="T6" fmla="*/ 117 w 229"/>
                <a:gd name="T7" fmla="*/ 203 h 245"/>
                <a:gd name="T8" fmla="*/ 76 w 229"/>
                <a:gd name="T9" fmla="*/ 84 h 245"/>
                <a:gd name="T10" fmla="*/ 200 w 229"/>
                <a:gd name="T11" fmla="*/ 66 h 245"/>
                <a:gd name="T12" fmla="*/ 227 w 229"/>
                <a:gd name="T13" fmla="*/ 29 h 245"/>
                <a:gd name="T14" fmla="*/ 190 w 229"/>
                <a:gd name="T15" fmla="*/ 2 h 245"/>
                <a:gd name="T16" fmla="*/ 29 w 229"/>
                <a:gd name="T17" fmla="*/ 27 h 245"/>
                <a:gd name="T18" fmla="*/ 6 w 229"/>
                <a:gd name="T19" fmla="*/ 42 h 245"/>
                <a:gd name="T20" fmla="*/ 3 w 229"/>
                <a:gd name="T21" fmla="*/ 69 h 245"/>
                <a:gd name="T22" fmla="*/ 57 w 229"/>
                <a:gd name="T23" fmla="*/ 224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9" h="245">
                  <a:moveTo>
                    <a:pt x="57" y="224"/>
                  </a:moveTo>
                  <a:cubicBezTo>
                    <a:pt x="61" y="237"/>
                    <a:pt x="74" y="245"/>
                    <a:pt x="87" y="245"/>
                  </a:cubicBezTo>
                  <a:cubicBezTo>
                    <a:pt x="91" y="245"/>
                    <a:pt x="94" y="245"/>
                    <a:pt x="98" y="243"/>
                  </a:cubicBezTo>
                  <a:cubicBezTo>
                    <a:pt x="114" y="238"/>
                    <a:pt x="123" y="219"/>
                    <a:pt x="117" y="203"/>
                  </a:cubicBezTo>
                  <a:cubicBezTo>
                    <a:pt x="76" y="84"/>
                    <a:pt x="76" y="84"/>
                    <a:pt x="76" y="84"/>
                  </a:cubicBezTo>
                  <a:cubicBezTo>
                    <a:pt x="200" y="66"/>
                    <a:pt x="200" y="66"/>
                    <a:pt x="200" y="66"/>
                  </a:cubicBezTo>
                  <a:cubicBezTo>
                    <a:pt x="217" y="63"/>
                    <a:pt x="229" y="47"/>
                    <a:pt x="227" y="29"/>
                  </a:cubicBezTo>
                  <a:cubicBezTo>
                    <a:pt x="224" y="12"/>
                    <a:pt x="208" y="0"/>
                    <a:pt x="190" y="2"/>
                  </a:cubicBezTo>
                  <a:cubicBezTo>
                    <a:pt x="29" y="27"/>
                    <a:pt x="29" y="27"/>
                    <a:pt x="29" y="27"/>
                  </a:cubicBezTo>
                  <a:cubicBezTo>
                    <a:pt x="19" y="28"/>
                    <a:pt x="11" y="34"/>
                    <a:pt x="6" y="42"/>
                  </a:cubicBezTo>
                  <a:cubicBezTo>
                    <a:pt x="1" y="50"/>
                    <a:pt x="0" y="60"/>
                    <a:pt x="3" y="69"/>
                  </a:cubicBezTo>
                  <a:lnTo>
                    <a:pt x="57" y="2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Oval 177"/>
            <p:cNvSpPr>
              <a:spLocks noChangeArrowheads="1"/>
            </p:cNvSpPr>
            <p:nvPr/>
          </p:nvSpPr>
          <p:spPr bwMode="auto">
            <a:xfrm>
              <a:off x="4138612" y="1008063"/>
              <a:ext cx="292100" cy="2905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178"/>
            <p:cNvSpPr>
              <a:spLocks/>
            </p:cNvSpPr>
            <p:nvPr/>
          </p:nvSpPr>
          <p:spPr bwMode="auto">
            <a:xfrm>
              <a:off x="3646487" y="1720851"/>
              <a:ext cx="174625" cy="100013"/>
            </a:xfrm>
            <a:custGeom>
              <a:avLst/>
              <a:gdLst>
                <a:gd name="T0" fmla="*/ 67 w 110"/>
                <a:gd name="T1" fmla="*/ 39 h 63"/>
                <a:gd name="T2" fmla="*/ 50 w 110"/>
                <a:gd name="T3" fmla="*/ 20 h 63"/>
                <a:gd name="T4" fmla="*/ 110 w 110"/>
                <a:gd name="T5" fmla="*/ 3 h 63"/>
                <a:gd name="T6" fmla="*/ 109 w 110"/>
                <a:gd name="T7" fmla="*/ 0 h 63"/>
                <a:gd name="T8" fmla="*/ 34 w 110"/>
                <a:gd name="T9" fmla="*/ 12 h 63"/>
                <a:gd name="T10" fmla="*/ 53 w 110"/>
                <a:gd name="T11" fmla="*/ 36 h 63"/>
                <a:gd name="T12" fmla="*/ 0 w 110"/>
                <a:gd name="T13" fmla="*/ 52 h 63"/>
                <a:gd name="T14" fmla="*/ 4 w 110"/>
                <a:gd name="T15" fmla="*/ 63 h 63"/>
                <a:gd name="T16" fmla="*/ 67 w 110"/>
                <a:gd name="T17" fmla="*/ 39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 h="63">
                  <a:moveTo>
                    <a:pt x="67" y="39"/>
                  </a:moveTo>
                  <a:lnTo>
                    <a:pt x="50" y="20"/>
                  </a:lnTo>
                  <a:lnTo>
                    <a:pt x="110" y="3"/>
                  </a:lnTo>
                  <a:lnTo>
                    <a:pt x="109" y="0"/>
                  </a:lnTo>
                  <a:lnTo>
                    <a:pt x="34" y="12"/>
                  </a:lnTo>
                  <a:lnTo>
                    <a:pt x="53" y="36"/>
                  </a:lnTo>
                  <a:lnTo>
                    <a:pt x="0" y="52"/>
                  </a:lnTo>
                  <a:lnTo>
                    <a:pt x="4" y="63"/>
                  </a:lnTo>
                  <a:lnTo>
                    <a:pt x="67"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179"/>
            <p:cNvSpPr>
              <a:spLocks/>
            </p:cNvSpPr>
            <p:nvPr/>
          </p:nvSpPr>
          <p:spPr bwMode="auto">
            <a:xfrm>
              <a:off x="3656012" y="1649413"/>
              <a:ext cx="165100" cy="53975"/>
            </a:xfrm>
            <a:custGeom>
              <a:avLst/>
              <a:gdLst>
                <a:gd name="T0" fmla="*/ 52 w 104"/>
                <a:gd name="T1" fmla="*/ 12 h 34"/>
                <a:gd name="T2" fmla="*/ 104 w 104"/>
                <a:gd name="T3" fmla="*/ 25 h 34"/>
                <a:gd name="T4" fmla="*/ 104 w 104"/>
                <a:gd name="T5" fmla="*/ 23 h 34"/>
                <a:gd name="T6" fmla="*/ 44 w 104"/>
                <a:gd name="T7" fmla="*/ 0 h 34"/>
                <a:gd name="T8" fmla="*/ 48 w 104"/>
                <a:gd name="T9" fmla="*/ 25 h 34"/>
                <a:gd name="T10" fmla="*/ 2 w 104"/>
                <a:gd name="T11" fmla="*/ 14 h 34"/>
                <a:gd name="T12" fmla="*/ 0 w 104"/>
                <a:gd name="T13" fmla="*/ 25 h 34"/>
                <a:gd name="T14" fmla="*/ 57 w 104"/>
                <a:gd name="T15" fmla="*/ 34 h 34"/>
                <a:gd name="T16" fmla="*/ 52 w 104"/>
                <a:gd name="T17" fmla="*/ 1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34">
                  <a:moveTo>
                    <a:pt x="52" y="12"/>
                  </a:moveTo>
                  <a:lnTo>
                    <a:pt x="104" y="25"/>
                  </a:lnTo>
                  <a:lnTo>
                    <a:pt x="104" y="23"/>
                  </a:lnTo>
                  <a:lnTo>
                    <a:pt x="44" y="0"/>
                  </a:lnTo>
                  <a:lnTo>
                    <a:pt x="48" y="25"/>
                  </a:lnTo>
                  <a:lnTo>
                    <a:pt x="2" y="14"/>
                  </a:lnTo>
                  <a:lnTo>
                    <a:pt x="0" y="25"/>
                  </a:lnTo>
                  <a:lnTo>
                    <a:pt x="57" y="34"/>
                  </a:lnTo>
                  <a:lnTo>
                    <a:pt x="52"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180"/>
            <p:cNvSpPr>
              <a:spLocks/>
            </p:cNvSpPr>
            <p:nvPr/>
          </p:nvSpPr>
          <p:spPr bwMode="auto">
            <a:xfrm>
              <a:off x="3748087" y="1751013"/>
              <a:ext cx="103187" cy="136525"/>
            </a:xfrm>
            <a:custGeom>
              <a:avLst/>
              <a:gdLst>
                <a:gd name="T0" fmla="*/ 8 w 65"/>
                <a:gd name="T1" fmla="*/ 86 h 86"/>
                <a:gd name="T2" fmla="*/ 47 w 65"/>
                <a:gd name="T3" fmla="*/ 45 h 86"/>
                <a:gd name="T4" fmla="*/ 26 w 65"/>
                <a:gd name="T5" fmla="*/ 37 h 86"/>
                <a:gd name="T6" fmla="*/ 65 w 65"/>
                <a:gd name="T7" fmla="*/ 2 h 86"/>
                <a:gd name="T8" fmla="*/ 64 w 65"/>
                <a:gd name="T9" fmla="*/ 0 h 86"/>
                <a:gd name="T10" fmla="*/ 13 w 65"/>
                <a:gd name="T11" fmla="*/ 37 h 86"/>
                <a:gd name="T12" fmla="*/ 35 w 65"/>
                <a:gd name="T13" fmla="*/ 47 h 86"/>
                <a:gd name="T14" fmla="*/ 0 w 65"/>
                <a:gd name="T15" fmla="*/ 79 h 86"/>
                <a:gd name="T16" fmla="*/ 8 w 65"/>
                <a:gd name="T17"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86">
                  <a:moveTo>
                    <a:pt x="8" y="86"/>
                  </a:moveTo>
                  <a:lnTo>
                    <a:pt x="47" y="45"/>
                  </a:lnTo>
                  <a:lnTo>
                    <a:pt x="26" y="37"/>
                  </a:lnTo>
                  <a:lnTo>
                    <a:pt x="65" y="2"/>
                  </a:lnTo>
                  <a:lnTo>
                    <a:pt x="64" y="0"/>
                  </a:lnTo>
                  <a:lnTo>
                    <a:pt x="13" y="37"/>
                  </a:lnTo>
                  <a:lnTo>
                    <a:pt x="35" y="47"/>
                  </a:lnTo>
                  <a:lnTo>
                    <a:pt x="0" y="79"/>
                  </a:lnTo>
                  <a:lnTo>
                    <a:pt x="8" y="8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181"/>
            <p:cNvSpPr>
              <a:spLocks/>
            </p:cNvSpPr>
            <p:nvPr/>
          </p:nvSpPr>
          <p:spPr bwMode="auto">
            <a:xfrm>
              <a:off x="3662362" y="2522538"/>
              <a:ext cx="60325" cy="77788"/>
            </a:xfrm>
            <a:custGeom>
              <a:avLst/>
              <a:gdLst>
                <a:gd name="T0" fmla="*/ 35 w 37"/>
                <a:gd name="T1" fmla="*/ 14 h 48"/>
                <a:gd name="T2" fmla="*/ 37 w 37"/>
                <a:gd name="T3" fmla="*/ 9 h 48"/>
                <a:gd name="T4" fmla="*/ 34 w 37"/>
                <a:gd name="T5" fmla="*/ 3 h 48"/>
                <a:gd name="T6" fmla="*/ 26 w 37"/>
                <a:gd name="T7" fmla="*/ 0 h 48"/>
                <a:gd name="T8" fmla="*/ 8 w 37"/>
                <a:gd name="T9" fmla="*/ 3 h 48"/>
                <a:gd name="T10" fmla="*/ 0 w 37"/>
                <a:gd name="T11" fmla="*/ 8 h 48"/>
                <a:gd name="T12" fmla="*/ 0 w 37"/>
                <a:gd name="T13" fmla="*/ 9 h 48"/>
                <a:gd name="T14" fmla="*/ 1 w 37"/>
                <a:gd name="T15" fmla="*/ 11 h 48"/>
                <a:gd name="T16" fmla="*/ 3 w 37"/>
                <a:gd name="T17" fmla="*/ 11 h 48"/>
                <a:gd name="T18" fmla="*/ 3 w 37"/>
                <a:gd name="T19" fmla="*/ 11 h 48"/>
                <a:gd name="T20" fmla="*/ 4 w 37"/>
                <a:gd name="T21" fmla="*/ 13 h 48"/>
                <a:gd name="T22" fmla="*/ 3 w 37"/>
                <a:gd name="T23" fmla="*/ 23 h 48"/>
                <a:gd name="T24" fmla="*/ 0 w 37"/>
                <a:gd name="T25" fmla="*/ 38 h 48"/>
                <a:gd name="T26" fmla="*/ 0 w 37"/>
                <a:gd name="T27" fmla="*/ 41 h 48"/>
                <a:gd name="T28" fmla="*/ 4 w 37"/>
                <a:gd name="T29" fmla="*/ 46 h 48"/>
                <a:gd name="T30" fmla="*/ 6 w 37"/>
                <a:gd name="T31" fmla="*/ 45 h 48"/>
                <a:gd name="T32" fmla="*/ 8 w 37"/>
                <a:gd name="T33" fmla="*/ 42 h 48"/>
                <a:gd name="T34" fmla="*/ 8 w 37"/>
                <a:gd name="T35" fmla="*/ 37 h 48"/>
                <a:gd name="T36" fmla="*/ 10 w 37"/>
                <a:gd name="T37" fmla="*/ 23 h 48"/>
                <a:gd name="T38" fmla="*/ 12 w 37"/>
                <a:gd name="T39" fmla="*/ 9 h 48"/>
                <a:gd name="T40" fmla="*/ 16 w 37"/>
                <a:gd name="T41" fmla="*/ 7 h 48"/>
                <a:gd name="T42" fmla="*/ 24 w 37"/>
                <a:gd name="T43" fmla="*/ 6 h 48"/>
                <a:gd name="T44" fmla="*/ 29 w 37"/>
                <a:gd name="T45" fmla="*/ 9 h 48"/>
                <a:gd name="T46" fmla="*/ 25 w 37"/>
                <a:gd name="T47" fmla="*/ 15 h 48"/>
                <a:gd name="T48" fmla="*/ 18 w 37"/>
                <a:gd name="T49" fmla="*/ 20 h 48"/>
                <a:gd name="T50" fmla="*/ 12 w 37"/>
                <a:gd name="T51" fmla="*/ 24 h 48"/>
                <a:gd name="T52" fmla="*/ 13 w 37"/>
                <a:gd name="T53" fmla="*/ 26 h 48"/>
                <a:gd name="T54" fmla="*/ 17 w 37"/>
                <a:gd name="T55" fmla="*/ 27 h 48"/>
                <a:gd name="T56" fmla="*/ 20 w 37"/>
                <a:gd name="T57" fmla="*/ 26 h 48"/>
                <a:gd name="T58" fmla="*/ 22 w 37"/>
                <a:gd name="T59" fmla="*/ 25 h 48"/>
                <a:gd name="T60" fmla="*/ 27 w 37"/>
                <a:gd name="T61" fmla="*/ 27 h 48"/>
                <a:gd name="T62" fmla="*/ 29 w 37"/>
                <a:gd name="T63" fmla="*/ 31 h 48"/>
                <a:gd name="T64" fmla="*/ 24 w 37"/>
                <a:gd name="T65" fmla="*/ 38 h 48"/>
                <a:gd name="T66" fmla="*/ 17 w 37"/>
                <a:gd name="T67" fmla="*/ 42 h 48"/>
                <a:gd name="T68" fmla="*/ 16 w 37"/>
                <a:gd name="T69" fmla="*/ 42 h 48"/>
                <a:gd name="T70" fmla="*/ 9 w 37"/>
                <a:gd name="T71" fmla="*/ 46 h 48"/>
                <a:gd name="T72" fmla="*/ 14 w 37"/>
                <a:gd name="T73" fmla="*/ 48 h 48"/>
                <a:gd name="T74" fmla="*/ 29 w 37"/>
                <a:gd name="T75" fmla="*/ 42 h 48"/>
                <a:gd name="T76" fmla="*/ 37 w 37"/>
                <a:gd name="T77" fmla="*/ 30 h 48"/>
                <a:gd name="T78" fmla="*/ 35 w 37"/>
                <a:gd name="T79" fmla="*/ 25 h 48"/>
                <a:gd name="T80" fmla="*/ 28 w 37"/>
                <a:gd name="T81" fmla="*/ 20 h 48"/>
                <a:gd name="T82" fmla="*/ 35 w 37"/>
                <a:gd name="T83" fmla="*/ 1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7" h="48">
                  <a:moveTo>
                    <a:pt x="35" y="14"/>
                  </a:moveTo>
                  <a:cubicBezTo>
                    <a:pt x="36" y="12"/>
                    <a:pt x="37" y="10"/>
                    <a:pt x="37" y="9"/>
                  </a:cubicBezTo>
                  <a:cubicBezTo>
                    <a:pt x="37" y="6"/>
                    <a:pt x="36" y="4"/>
                    <a:pt x="34" y="3"/>
                  </a:cubicBezTo>
                  <a:cubicBezTo>
                    <a:pt x="32" y="1"/>
                    <a:pt x="29" y="0"/>
                    <a:pt x="26" y="0"/>
                  </a:cubicBezTo>
                  <a:cubicBezTo>
                    <a:pt x="20" y="0"/>
                    <a:pt x="14" y="1"/>
                    <a:pt x="8" y="3"/>
                  </a:cubicBezTo>
                  <a:cubicBezTo>
                    <a:pt x="3" y="5"/>
                    <a:pt x="0" y="6"/>
                    <a:pt x="0" y="8"/>
                  </a:cubicBezTo>
                  <a:cubicBezTo>
                    <a:pt x="0" y="9"/>
                    <a:pt x="0" y="9"/>
                    <a:pt x="0" y="9"/>
                  </a:cubicBezTo>
                  <a:cubicBezTo>
                    <a:pt x="0" y="10"/>
                    <a:pt x="0" y="10"/>
                    <a:pt x="1" y="11"/>
                  </a:cubicBezTo>
                  <a:cubicBezTo>
                    <a:pt x="1" y="11"/>
                    <a:pt x="2" y="11"/>
                    <a:pt x="3" y="11"/>
                  </a:cubicBezTo>
                  <a:cubicBezTo>
                    <a:pt x="3" y="11"/>
                    <a:pt x="3" y="11"/>
                    <a:pt x="3" y="11"/>
                  </a:cubicBezTo>
                  <a:cubicBezTo>
                    <a:pt x="4" y="11"/>
                    <a:pt x="4" y="12"/>
                    <a:pt x="4" y="13"/>
                  </a:cubicBezTo>
                  <a:cubicBezTo>
                    <a:pt x="4" y="13"/>
                    <a:pt x="4" y="17"/>
                    <a:pt x="3" y="23"/>
                  </a:cubicBezTo>
                  <a:cubicBezTo>
                    <a:pt x="2" y="30"/>
                    <a:pt x="1" y="35"/>
                    <a:pt x="0" y="38"/>
                  </a:cubicBezTo>
                  <a:cubicBezTo>
                    <a:pt x="0" y="40"/>
                    <a:pt x="0" y="41"/>
                    <a:pt x="0" y="41"/>
                  </a:cubicBezTo>
                  <a:cubicBezTo>
                    <a:pt x="0" y="45"/>
                    <a:pt x="1" y="46"/>
                    <a:pt x="4" y="46"/>
                  </a:cubicBezTo>
                  <a:cubicBezTo>
                    <a:pt x="5" y="46"/>
                    <a:pt x="6" y="46"/>
                    <a:pt x="6" y="45"/>
                  </a:cubicBezTo>
                  <a:cubicBezTo>
                    <a:pt x="7" y="45"/>
                    <a:pt x="8" y="44"/>
                    <a:pt x="8" y="42"/>
                  </a:cubicBezTo>
                  <a:cubicBezTo>
                    <a:pt x="8" y="37"/>
                    <a:pt x="8" y="37"/>
                    <a:pt x="8" y="37"/>
                  </a:cubicBezTo>
                  <a:cubicBezTo>
                    <a:pt x="8" y="36"/>
                    <a:pt x="9" y="31"/>
                    <a:pt x="10" y="23"/>
                  </a:cubicBezTo>
                  <a:cubicBezTo>
                    <a:pt x="11" y="15"/>
                    <a:pt x="12" y="10"/>
                    <a:pt x="12" y="9"/>
                  </a:cubicBezTo>
                  <a:cubicBezTo>
                    <a:pt x="12" y="8"/>
                    <a:pt x="14" y="8"/>
                    <a:pt x="16" y="7"/>
                  </a:cubicBezTo>
                  <a:cubicBezTo>
                    <a:pt x="19" y="7"/>
                    <a:pt x="22" y="6"/>
                    <a:pt x="24" y="6"/>
                  </a:cubicBezTo>
                  <a:cubicBezTo>
                    <a:pt x="27" y="6"/>
                    <a:pt x="29" y="7"/>
                    <a:pt x="29" y="9"/>
                  </a:cubicBezTo>
                  <a:cubicBezTo>
                    <a:pt x="29" y="11"/>
                    <a:pt x="28" y="13"/>
                    <a:pt x="25" y="15"/>
                  </a:cubicBezTo>
                  <a:cubicBezTo>
                    <a:pt x="23" y="17"/>
                    <a:pt x="21" y="19"/>
                    <a:pt x="18" y="20"/>
                  </a:cubicBezTo>
                  <a:cubicBezTo>
                    <a:pt x="14" y="21"/>
                    <a:pt x="12" y="23"/>
                    <a:pt x="12" y="24"/>
                  </a:cubicBezTo>
                  <a:cubicBezTo>
                    <a:pt x="12" y="25"/>
                    <a:pt x="12" y="26"/>
                    <a:pt x="13" y="26"/>
                  </a:cubicBezTo>
                  <a:cubicBezTo>
                    <a:pt x="14" y="27"/>
                    <a:pt x="15" y="27"/>
                    <a:pt x="17" y="27"/>
                  </a:cubicBezTo>
                  <a:cubicBezTo>
                    <a:pt x="17" y="27"/>
                    <a:pt x="18" y="27"/>
                    <a:pt x="20" y="26"/>
                  </a:cubicBezTo>
                  <a:cubicBezTo>
                    <a:pt x="21" y="25"/>
                    <a:pt x="22" y="25"/>
                    <a:pt x="22" y="25"/>
                  </a:cubicBezTo>
                  <a:cubicBezTo>
                    <a:pt x="24" y="25"/>
                    <a:pt x="26" y="26"/>
                    <a:pt x="27" y="27"/>
                  </a:cubicBezTo>
                  <a:cubicBezTo>
                    <a:pt x="28" y="28"/>
                    <a:pt x="29" y="29"/>
                    <a:pt x="29" y="31"/>
                  </a:cubicBezTo>
                  <a:cubicBezTo>
                    <a:pt x="29" y="33"/>
                    <a:pt x="27" y="36"/>
                    <a:pt x="24" y="38"/>
                  </a:cubicBezTo>
                  <a:cubicBezTo>
                    <a:pt x="21" y="40"/>
                    <a:pt x="19" y="42"/>
                    <a:pt x="17" y="42"/>
                  </a:cubicBezTo>
                  <a:cubicBezTo>
                    <a:pt x="16" y="42"/>
                    <a:pt x="16" y="42"/>
                    <a:pt x="16" y="42"/>
                  </a:cubicBezTo>
                  <a:cubicBezTo>
                    <a:pt x="11" y="42"/>
                    <a:pt x="9" y="43"/>
                    <a:pt x="9" y="46"/>
                  </a:cubicBezTo>
                  <a:cubicBezTo>
                    <a:pt x="9" y="48"/>
                    <a:pt x="11" y="48"/>
                    <a:pt x="14" y="48"/>
                  </a:cubicBezTo>
                  <a:cubicBezTo>
                    <a:pt x="19" y="48"/>
                    <a:pt x="24" y="46"/>
                    <a:pt x="29" y="42"/>
                  </a:cubicBezTo>
                  <a:cubicBezTo>
                    <a:pt x="34" y="38"/>
                    <a:pt x="37" y="34"/>
                    <a:pt x="37" y="30"/>
                  </a:cubicBezTo>
                  <a:cubicBezTo>
                    <a:pt x="37" y="29"/>
                    <a:pt x="36" y="27"/>
                    <a:pt x="35" y="25"/>
                  </a:cubicBezTo>
                  <a:cubicBezTo>
                    <a:pt x="34" y="23"/>
                    <a:pt x="31" y="22"/>
                    <a:pt x="28" y="20"/>
                  </a:cubicBezTo>
                  <a:cubicBezTo>
                    <a:pt x="31" y="18"/>
                    <a:pt x="33" y="15"/>
                    <a:pt x="35"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182"/>
            <p:cNvSpPr>
              <a:spLocks noEditPoints="1"/>
            </p:cNvSpPr>
            <p:nvPr/>
          </p:nvSpPr>
          <p:spPr bwMode="auto">
            <a:xfrm>
              <a:off x="3730625" y="2540001"/>
              <a:ext cx="50800" cy="57150"/>
            </a:xfrm>
            <a:custGeom>
              <a:avLst/>
              <a:gdLst>
                <a:gd name="T0" fmla="*/ 27 w 32"/>
                <a:gd name="T1" fmla="*/ 35 h 35"/>
                <a:gd name="T2" fmla="*/ 30 w 32"/>
                <a:gd name="T3" fmla="*/ 34 h 35"/>
                <a:gd name="T4" fmla="*/ 32 w 32"/>
                <a:gd name="T5" fmla="*/ 31 h 35"/>
                <a:gd name="T6" fmla="*/ 30 w 32"/>
                <a:gd name="T7" fmla="*/ 30 h 35"/>
                <a:gd name="T8" fmla="*/ 29 w 32"/>
                <a:gd name="T9" fmla="*/ 29 h 35"/>
                <a:gd name="T10" fmla="*/ 28 w 32"/>
                <a:gd name="T11" fmla="*/ 27 h 35"/>
                <a:gd name="T12" fmla="*/ 28 w 32"/>
                <a:gd name="T13" fmla="*/ 21 h 35"/>
                <a:gd name="T14" fmla="*/ 29 w 32"/>
                <a:gd name="T15" fmla="*/ 11 h 35"/>
                <a:gd name="T16" fmla="*/ 29 w 32"/>
                <a:gd name="T17" fmla="*/ 7 h 35"/>
                <a:gd name="T18" fmla="*/ 26 w 32"/>
                <a:gd name="T19" fmla="*/ 4 h 35"/>
                <a:gd name="T20" fmla="*/ 21 w 32"/>
                <a:gd name="T21" fmla="*/ 0 h 35"/>
                <a:gd name="T22" fmla="*/ 7 w 32"/>
                <a:gd name="T23" fmla="*/ 9 h 35"/>
                <a:gd name="T24" fmla="*/ 0 w 32"/>
                <a:gd name="T25" fmla="*/ 26 h 35"/>
                <a:gd name="T26" fmla="*/ 2 w 32"/>
                <a:gd name="T27" fmla="*/ 32 h 35"/>
                <a:gd name="T28" fmla="*/ 6 w 32"/>
                <a:gd name="T29" fmla="*/ 34 h 35"/>
                <a:gd name="T30" fmla="*/ 22 w 32"/>
                <a:gd name="T31" fmla="*/ 24 h 35"/>
                <a:gd name="T32" fmla="*/ 27 w 32"/>
                <a:gd name="T33" fmla="*/ 35 h 35"/>
                <a:gd name="T34" fmla="*/ 17 w 32"/>
                <a:gd name="T35" fmla="*/ 21 h 35"/>
                <a:gd name="T36" fmla="*/ 8 w 32"/>
                <a:gd name="T37" fmla="*/ 27 h 35"/>
                <a:gd name="T38" fmla="*/ 7 w 32"/>
                <a:gd name="T39" fmla="*/ 25 h 35"/>
                <a:gd name="T40" fmla="*/ 12 w 32"/>
                <a:gd name="T41" fmla="*/ 14 h 35"/>
                <a:gd name="T42" fmla="*/ 20 w 32"/>
                <a:gd name="T43" fmla="*/ 7 h 35"/>
                <a:gd name="T44" fmla="*/ 21 w 32"/>
                <a:gd name="T45" fmla="*/ 8 h 35"/>
                <a:gd name="T46" fmla="*/ 22 w 32"/>
                <a:gd name="T47" fmla="*/ 10 h 35"/>
                <a:gd name="T48" fmla="*/ 17 w 32"/>
                <a:gd name="T49" fmla="*/ 2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 h="35">
                  <a:moveTo>
                    <a:pt x="27" y="35"/>
                  </a:moveTo>
                  <a:cubicBezTo>
                    <a:pt x="28" y="35"/>
                    <a:pt x="29" y="35"/>
                    <a:pt x="30" y="34"/>
                  </a:cubicBezTo>
                  <a:cubicBezTo>
                    <a:pt x="31" y="33"/>
                    <a:pt x="32" y="32"/>
                    <a:pt x="32" y="31"/>
                  </a:cubicBezTo>
                  <a:cubicBezTo>
                    <a:pt x="32" y="31"/>
                    <a:pt x="31" y="30"/>
                    <a:pt x="30" y="30"/>
                  </a:cubicBezTo>
                  <a:cubicBezTo>
                    <a:pt x="30" y="29"/>
                    <a:pt x="29" y="29"/>
                    <a:pt x="29" y="29"/>
                  </a:cubicBezTo>
                  <a:cubicBezTo>
                    <a:pt x="29" y="28"/>
                    <a:pt x="28" y="28"/>
                    <a:pt x="28" y="27"/>
                  </a:cubicBezTo>
                  <a:cubicBezTo>
                    <a:pt x="28" y="26"/>
                    <a:pt x="28" y="24"/>
                    <a:pt x="28" y="21"/>
                  </a:cubicBezTo>
                  <a:cubicBezTo>
                    <a:pt x="28" y="19"/>
                    <a:pt x="28" y="15"/>
                    <a:pt x="29" y="11"/>
                  </a:cubicBezTo>
                  <a:cubicBezTo>
                    <a:pt x="29" y="9"/>
                    <a:pt x="29" y="8"/>
                    <a:pt x="29" y="7"/>
                  </a:cubicBezTo>
                  <a:cubicBezTo>
                    <a:pt x="29" y="5"/>
                    <a:pt x="28" y="4"/>
                    <a:pt x="26" y="4"/>
                  </a:cubicBezTo>
                  <a:cubicBezTo>
                    <a:pt x="25" y="2"/>
                    <a:pt x="24" y="0"/>
                    <a:pt x="21" y="0"/>
                  </a:cubicBezTo>
                  <a:cubicBezTo>
                    <a:pt x="16" y="0"/>
                    <a:pt x="12" y="3"/>
                    <a:pt x="7" y="9"/>
                  </a:cubicBezTo>
                  <a:cubicBezTo>
                    <a:pt x="2" y="15"/>
                    <a:pt x="0" y="21"/>
                    <a:pt x="0" y="26"/>
                  </a:cubicBezTo>
                  <a:cubicBezTo>
                    <a:pt x="0" y="29"/>
                    <a:pt x="0" y="30"/>
                    <a:pt x="2" y="32"/>
                  </a:cubicBezTo>
                  <a:cubicBezTo>
                    <a:pt x="3" y="33"/>
                    <a:pt x="5" y="34"/>
                    <a:pt x="6" y="34"/>
                  </a:cubicBezTo>
                  <a:cubicBezTo>
                    <a:pt x="11" y="34"/>
                    <a:pt x="16" y="31"/>
                    <a:pt x="22" y="24"/>
                  </a:cubicBezTo>
                  <a:cubicBezTo>
                    <a:pt x="21" y="31"/>
                    <a:pt x="23" y="35"/>
                    <a:pt x="27" y="35"/>
                  </a:cubicBezTo>
                  <a:close/>
                  <a:moveTo>
                    <a:pt x="17" y="21"/>
                  </a:moveTo>
                  <a:cubicBezTo>
                    <a:pt x="13" y="25"/>
                    <a:pt x="11" y="27"/>
                    <a:pt x="8" y="27"/>
                  </a:cubicBezTo>
                  <a:cubicBezTo>
                    <a:pt x="7" y="27"/>
                    <a:pt x="7" y="27"/>
                    <a:pt x="7" y="25"/>
                  </a:cubicBezTo>
                  <a:cubicBezTo>
                    <a:pt x="7" y="22"/>
                    <a:pt x="9" y="18"/>
                    <a:pt x="12" y="14"/>
                  </a:cubicBezTo>
                  <a:cubicBezTo>
                    <a:pt x="15" y="9"/>
                    <a:pt x="18" y="7"/>
                    <a:pt x="20" y="7"/>
                  </a:cubicBezTo>
                  <a:cubicBezTo>
                    <a:pt x="20" y="7"/>
                    <a:pt x="21" y="7"/>
                    <a:pt x="21" y="8"/>
                  </a:cubicBezTo>
                  <a:cubicBezTo>
                    <a:pt x="22" y="8"/>
                    <a:pt x="22" y="9"/>
                    <a:pt x="22" y="10"/>
                  </a:cubicBezTo>
                  <a:cubicBezTo>
                    <a:pt x="22" y="13"/>
                    <a:pt x="20" y="17"/>
                    <a:pt x="17"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183"/>
            <p:cNvSpPr>
              <a:spLocks/>
            </p:cNvSpPr>
            <p:nvPr/>
          </p:nvSpPr>
          <p:spPr bwMode="auto">
            <a:xfrm>
              <a:off x="3787775" y="2540001"/>
              <a:ext cx="42862" cy="57150"/>
            </a:xfrm>
            <a:custGeom>
              <a:avLst/>
              <a:gdLst>
                <a:gd name="T0" fmla="*/ 17 w 26"/>
                <a:gd name="T1" fmla="*/ 7 h 35"/>
                <a:gd name="T2" fmla="*/ 18 w 26"/>
                <a:gd name="T3" fmla="*/ 9 h 35"/>
                <a:gd name="T4" fmla="*/ 22 w 26"/>
                <a:gd name="T5" fmla="*/ 14 h 35"/>
                <a:gd name="T6" fmla="*/ 24 w 26"/>
                <a:gd name="T7" fmla="*/ 13 h 35"/>
                <a:gd name="T8" fmla="*/ 25 w 26"/>
                <a:gd name="T9" fmla="*/ 9 h 35"/>
                <a:gd name="T10" fmla="*/ 23 w 26"/>
                <a:gd name="T11" fmla="*/ 3 h 35"/>
                <a:gd name="T12" fmla="*/ 18 w 26"/>
                <a:gd name="T13" fmla="*/ 0 h 35"/>
                <a:gd name="T14" fmla="*/ 6 w 26"/>
                <a:gd name="T15" fmla="*/ 9 h 35"/>
                <a:gd name="T16" fmla="*/ 0 w 26"/>
                <a:gd name="T17" fmla="*/ 25 h 35"/>
                <a:gd name="T18" fmla="*/ 2 w 26"/>
                <a:gd name="T19" fmla="*/ 33 h 35"/>
                <a:gd name="T20" fmla="*/ 10 w 26"/>
                <a:gd name="T21" fmla="*/ 35 h 35"/>
                <a:gd name="T22" fmla="*/ 21 w 26"/>
                <a:gd name="T23" fmla="*/ 32 h 35"/>
                <a:gd name="T24" fmla="*/ 26 w 26"/>
                <a:gd name="T25" fmla="*/ 26 h 35"/>
                <a:gd name="T26" fmla="*/ 25 w 26"/>
                <a:gd name="T27" fmla="*/ 24 h 35"/>
                <a:gd name="T28" fmla="*/ 21 w 26"/>
                <a:gd name="T29" fmla="*/ 26 h 35"/>
                <a:gd name="T30" fmla="*/ 11 w 26"/>
                <a:gd name="T31" fmla="*/ 29 h 35"/>
                <a:gd name="T32" fmla="*/ 7 w 26"/>
                <a:gd name="T33" fmla="*/ 25 h 35"/>
                <a:gd name="T34" fmla="*/ 11 w 26"/>
                <a:gd name="T35" fmla="*/ 13 h 35"/>
                <a:gd name="T36" fmla="*/ 17 w 26"/>
                <a:gd name="T37" fmla="*/ 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35">
                  <a:moveTo>
                    <a:pt x="17" y="7"/>
                  </a:moveTo>
                  <a:cubicBezTo>
                    <a:pt x="18" y="7"/>
                    <a:pt x="18" y="8"/>
                    <a:pt x="18" y="9"/>
                  </a:cubicBezTo>
                  <a:cubicBezTo>
                    <a:pt x="19" y="12"/>
                    <a:pt x="20" y="14"/>
                    <a:pt x="22" y="14"/>
                  </a:cubicBezTo>
                  <a:cubicBezTo>
                    <a:pt x="23" y="14"/>
                    <a:pt x="23" y="13"/>
                    <a:pt x="24" y="13"/>
                  </a:cubicBezTo>
                  <a:cubicBezTo>
                    <a:pt x="25" y="12"/>
                    <a:pt x="25" y="11"/>
                    <a:pt x="25" y="9"/>
                  </a:cubicBezTo>
                  <a:cubicBezTo>
                    <a:pt x="25" y="7"/>
                    <a:pt x="24" y="5"/>
                    <a:pt x="23" y="3"/>
                  </a:cubicBezTo>
                  <a:cubicBezTo>
                    <a:pt x="22" y="1"/>
                    <a:pt x="20" y="0"/>
                    <a:pt x="18" y="0"/>
                  </a:cubicBezTo>
                  <a:cubicBezTo>
                    <a:pt x="14" y="0"/>
                    <a:pt x="10" y="3"/>
                    <a:pt x="6" y="9"/>
                  </a:cubicBezTo>
                  <a:cubicBezTo>
                    <a:pt x="2" y="15"/>
                    <a:pt x="0" y="20"/>
                    <a:pt x="0" y="25"/>
                  </a:cubicBezTo>
                  <a:cubicBezTo>
                    <a:pt x="0" y="28"/>
                    <a:pt x="1" y="31"/>
                    <a:pt x="2" y="33"/>
                  </a:cubicBezTo>
                  <a:cubicBezTo>
                    <a:pt x="4" y="34"/>
                    <a:pt x="7" y="35"/>
                    <a:pt x="10" y="35"/>
                  </a:cubicBezTo>
                  <a:cubicBezTo>
                    <a:pt x="14" y="35"/>
                    <a:pt x="18" y="34"/>
                    <a:pt x="21" y="32"/>
                  </a:cubicBezTo>
                  <a:cubicBezTo>
                    <a:pt x="25" y="29"/>
                    <a:pt x="26" y="27"/>
                    <a:pt x="26" y="26"/>
                  </a:cubicBezTo>
                  <a:cubicBezTo>
                    <a:pt x="26" y="24"/>
                    <a:pt x="26" y="24"/>
                    <a:pt x="25" y="24"/>
                  </a:cubicBezTo>
                  <a:cubicBezTo>
                    <a:pt x="24" y="24"/>
                    <a:pt x="23" y="24"/>
                    <a:pt x="21" y="26"/>
                  </a:cubicBezTo>
                  <a:cubicBezTo>
                    <a:pt x="18" y="28"/>
                    <a:pt x="15" y="29"/>
                    <a:pt x="11" y="29"/>
                  </a:cubicBezTo>
                  <a:cubicBezTo>
                    <a:pt x="8" y="29"/>
                    <a:pt x="7" y="28"/>
                    <a:pt x="7" y="25"/>
                  </a:cubicBezTo>
                  <a:cubicBezTo>
                    <a:pt x="7" y="22"/>
                    <a:pt x="8" y="18"/>
                    <a:pt x="11" y="13"/>
                  </a:cubicBezTo>
                  <a:cubicBezTo>
                    <a:pt x="13" y="9"/>
                    <a:pt x="15" y="7"/>
                    <a:pt x="17"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184"/>
            <p:cNvSpPr>
              <a:spLocks/>
            </p:cNvSpPr>
            <p:nvPr/>
          </p:nvSpPr>
          <p:spPr bwMode="auto">
            <a:xfrm>
              <a:off x="3840162" y="2514601"/>
              <a:ext cx="53975" cy="82550"/>
            </a:xfrm>
            <a:custGeom>
              <a:avLst/>
              <a:gdLst>
                <a:gd name="T0" fmla="*/ 13 w 33"/>
                <a:gd name="T1" fmla="*/ 3 h 51"/>
                <a:gd name="T2" fmla="*/ 12 w 33"/>
                <a:gd name="T3" fmla="*/ 1 h 51"/>
                <a:gd name="T4" fmla="*/ 10 w 33"/>
                <a:gd name="T5" fmla="*/ 0 h 51"/>
                <a:gd name="T6" fmla="*/ 7 w 33"/>
                <a:gd name="T7" fmla="*/ 1 h 51"/>
                <a:gd name="T8" fmla="*/ 6 w 33"/>
                <a:gd name="T9" fmla="*/ 3 h 51"/>
                <a:gd name="T10" fmla="*/ 4 w 33"/>
                <a:gd name="T11" fmla="*/ 10 h 51"/>
                <a:gd name="T12" fmla="*/ 3 w 33"/>
                <a:gd name="T13" fmla="*/ 25 h 51"/>
                <a:gd name="T14" fmla="*/ 0 w 33"/>
                <a:gd name="T15" fmla="*/ 44 h 51"/>
                <a:gd name="T16" fmla="*/ 0 w 33"/>
                <a:gd name="T17" fmla="*/ 48 h 51"/>
                <a:gd name="T18" fmla="*/ 1 w 33"/>
                <a:gd name="T19" fmla="*/ 50 h 51"/>
                <a:gd name="T20" fmla="*/ 3 w 33"/>
                <a:gd name="T21" fmla="*/ 51 h 51"/>
                <a:gd name="T22" fmla="*/ 6 w 33"/>
                <a:gd name="T23" fmla="*/ 50 h 51"/>
                <a:gd name="T24" fmla="*/ 7 w 33"/>
                <a:gd name="T25" fmla="*/ 47 h 51"/>
                <a:gd name="T26" fmla="*/ 8 w 33"/>
                <a:gd name="T27" fmla="*/ 40 h 51"/>
                <a:gd name="T28" fmla="*/ 8 w 33"/>
                <a:gd name="T29" fmla="*/ 40 h 51"/>
                <a:gd name="T30" fmla="*/ 9 w 33"/>
                <a:gd name="T31" fmla="*/ 39 h 51"/>
                <a:gd name="T32" fmla="*/ 11 w 33"/>
                <a:gd name="T33" fmla="*/ 38 h 51"/>
                <a:gd name="T34" fmla="*/ 15 w 33"/>
                <a:gd name="T35" fmla="*/ 42 h 51"/>
                <a:gd name="T36" fmla="*/ 21 w 33"/>
                <a:gd name="T37" fmla="*/ 49 h 51"/>
                <a:gd name="T38" fmla="*/ 26 w 33"/>
                <a:gd name="T39" fmla="*/ 51 h 51"/>
                <a:gd name="T40" fmla="*/ 31 w 33"/>
                <a:gd name="T41" fmla="*/ 49 h 51"/>
                <a:gd name="T42" fmla="*/ 33 w 33"/>
                <a:gd name="T43" fmla="*/ 47 h 51"/>
                <a:gd name="T44" fmla="*/ 32 w 33"/>
                <a:gd name="T45" fmla="*/ 45 h 51"/>
                <a:gd name="T46" fmla="*/ 31 w 33"/>
                <a:gd name="T47" fmla="*/ 45 h 51"/>
                <a:gd name="T48" fmla="*/ 30 w 33"/>
                <a:gd name="T49" fmla="*/ 45 h 51"/>
                <a:gd name="T50" fmla="*/ 26 w 33"/>
                <a:gd name="T51" fmla="*/ 43 h 51"/>
                <a:gd name="T52" fmla="*/ 20 w 33"/>
                <a:gd name="T53" fmla="*/ 38 h 51"/>
                <a:gd name="T54" fmla="*/ 17 w 33"/>
                <a:gd name="T55" fmla="*/ 34 h 51"/>
                <a:gd name="T56" fmla="*/ 18 w 33"/>
                <a:gd name="T57" fmla="*/ 32 h 51"/>
                <a:gd name="T58" fmla="*/ 21 w 33"/>
                <a:gd name="T59" fmla="*/ 29 h 51"/>
                <a:gd name="T60" fmla="*/ 25 w 33"/>
                <a:gd name="T61" fmla="*/ 26 h 51"/>
                <a:gd name="T62" fmla="*/ 28 w 33"/>
                <a:gd name="T63" fmla="*/ 24 h 51"/>
                <a:gd name="T64" fmla="*/ 28 w 33"/>
                <a:gd name="T65" fmla="*/ 23 h 51"/>
                <a:gd name="T66" fmla="*/ 28 w 33"/>
                <a:gd name="T67" fmla="*/ 23 h 51"/>
                <a:gd name="T68" fmla="*/ 31 w 33"/>
                <a:gd name="T69" fmla="*/ 19 h 51"/>
                <a:gd name="T70" fmla="*/ 28 w 33"/>
                <a:gd name="T71" fmla="*/ 17 h 51"/>
                <a:gd name="T72" fmla="*/ 18 w 33"/>
                <a:gd name="T73" fmla="*/ 24 h 51"/>
                <a:gd name="T74" fmla="*/ 8 w 33"/>
                <a:gd name="T75" fmla="*/ 33 h 51"/>
                <a:gd name="T76" fmla="*/ 10 w 33"/>
                <a:gd name="T77" fmla="*/ 23 h 51"/>
                <a:gd name="T78" fmla="*/ 10 w 33"/>
                <a:gd name="T79" fmla="*/ 23 h 51"/>
                <a:gd name="T80" fmla="*/ 10 w 33"/>
                <a:gd name="T81" fmla="*/ 19 h 51"/>
                <a:gd name="T82" fmla="*/ 13 w 33"/>
                <a:gd name="T83" fmla="*/ 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 h="51">
                  <a:moveTo>
                    <a:pt x="13" y="3"/>
                  </a:moveTo>
                  <a:cubicBezTo>
                    <a:pt x="13" y="2"/>
                    <a:pt x="13" y="1"/>
                    <a:pt x="12" y="1"/>
                  </a:cubicBezTo>
                  <a:cubicBezTo>
                    <a:pt x="12" y="0"/>
                    <a:pt x="11" y="0"/>
                    <a:pt x="10" y="0"/>
                  </a:cubicBezTo>
                  <a:cubicBezTo>
                    <a:pt x="9" y="0"/>
                    <a:pt x="8" y="0"/>
                    <a:pt x="7" y="1"/>
                  </a:cubicBezTo>
                  <a:cubicBezTo>
                    <a:pt x="7" y="1"/>
                    <a:pt x="6" y="2"/>
                    <a:pt x="6" y="3"/>
                  </a:cubicBezTo>
                  <a:cubicBezTo>
                    <a:pt x="5" y="4"/>
                    <a:pt x="5" y="7"/>
                    <a:pt x="4" y="10"/>
                  </a:cubicBezTo>
                  <a:cubicBezTo>
                    <a:pt x="4" y="14"/>
                    <a:pt x="3" y="18"/>
                    <a:pt x="3" y="25"/>
                  </a:cubicBezTo>
                  <a:cubicBezTo>
                    <a:pt x="2" y="33"/>
                    <a:pt x="1" y="39"/>
                    <a:pt x="0" y="44"/>
                  </a:cubicBezTo>
                  <a:cubicBezTo>
                    <a:pt x="0" y="46"/>
                    <a:pt x="0" y="48"/>
                    <a:pt x="0" y="48"/>
                  </a:cubicBezTo>
                  <a:cubicBezTo>
                    <a:pt x="0" y="49"/>
                    <a:pt x="0" y="50"/>
                    <a:pt x="1" y="50"/>
                  </a:cubicBezTo>
                  <a:cubicBezTo>
                    <a:pt x="1" y="51"/>
                    <a:pt x="2" y="51"/>
                    <a:pt x="3" y="51"/>
                  </a:cubicBezTo>
                  <a:cubicBezTo>
                    <a:pt x="4" y="51"/>
                    <a:pt x="5" y="51"/>
                    <a:pt x="6" y="50"/>
                  </a:cubicBezTo>
                  <a:cubicBezTo>
                    <a:pt x="7" y="49"/>
                    <a:pt x="7" y="48"/>
                    <a:pt x="7" y="47"/>
                  </a:cubicBezTo>
                  <a:cubicBezTo>
                    <a:pt x="7" y="44"/>
                    <a:pt x="8" y="42"/>
                    <a:pt x="8" y="40"/>
                  </a:cubicBezTo>
                  <a:cubicBezTo>
                    <a:pt x="8" y="40"/>
                    <a:pt x="8" y="40"/>
                    <a:pt x="8" y="40"/>
                  </a:cubicBezTo>
                  <a:cubicBezTo>
                    <a:pt x="8" y="40"/>
                    <a:pt x="9" y="39"/>
                    <a:pt x="9" y="39"/>
                  </a:cubicBezTo>
                  <a:cubicBezTo>
                    <a:pt x="10" y="38"/>
                    <a:pt x="10" y="38"/>
                    <a:pt x="11" y="38"/>
                  </a:cubicBezTo>
                  <a:cubicBezTo>
                    <a:pt x="11" y="38"/>
                    <a:pt x="12" y="39"/>
                    <a:pt x="15" y="42"/>
                  </a:cubicBezTo>
                  <a:cubicBezTo>
                    <a:pt x="18" y="46"/>
                    <a:pt x="20" y="48"/>
                    <a:pt x="21" y="49"/>
                  </a:cubicBezTo>
                  <a:cubicBezTo>
                    <a:pt x="23" y="50"/>
                    <a:pt x="24" y="51"/>
                    <a:pt x="26" y="51"/>
                  </a:cubicBezTo>
                  <a:cubicBezTo>
                    <a:pt x="28" y="51"/>
                    <a:pt x="30" y="50"/>
                    <a:pt x="31" y="49"/>
                  </a:cubicBezTo>
                  <a:cubicBezTo>
                    <a:pt x="32" y="48"/>
                    <a:pt x="33" y="47"/>
                    <a:pt x="33" y="47"/>
                  </a:cubicBezTo>
                  <a:cubicBezTo>
                    <a:pt x="33" y="46"/>
                    <a:pt x="33" y="46"/>
                    <a:pt x="32" y="45"/>
                  </a:cubicBezTo>
                  <a:cubicBezTo>
                    <a:pt x="32" y="45"/>
                    <a:pt x="32" y="45"/>
                    <a:pt x="31" y="45"/>
                  </a:cubicBezTo>
                  <a:cubicBezTo>
                    <a:pt x="30" y="45"/>
                    <a:pt x="30" y="45"/>
                    <a:pt x="30" y="45"/>
                  </a:cubicBezTo>
                  <a:cubicBezTo>
                    <a:pt x="28" y="45"/>
                    <a:pt x="27" y="44"/>
                    <a:pt x="26" y="43"/>
                  </a:cubicBezTo>
                  <a:cubicBezTo>
                    <a:pt x="24" y="42"/>
                    <a:pt x="23" y="40"/>
                    <a:pt x="20" y="38"/>
                  </a:cubicBezTo>
                  <a:cubicBezTo>
                    <a:pt x="18" y="36"/>
                    <a:pt x="17" y="34"/>
                    <a:pt x="17" y="34"/>
                  </a:cubicBezTo>
                  <a:cubicBezTo>
                    <a:pt x="17" y="33"/>
                    <a:pt x="17" y="33"/>
                    <a:pt x="18" y="32"/>
                  </a:cubicBezTo>
                  <a:cubicBezTo>
                    <a:pt x="18" y="31"/>
                    <a:pt x="20" y="30"/>
                    <a:pt x="21" y="29"/>
                  </a:cubicBezTo>
                  <a:cubicBezTo>
                    <a:pt x="23" y="28"/>
                    <a:pt x="24" y="27"/>
                    <a:pt x="25" y="26"/>
                  </a:cubicBezTo>
                  <a:cubicBezTo>
                    <a:pt x="26" y="26"/>
                    <a:pt x="27" y="24"/>
                    <a:pt x="28" y="24"/>
                  </a:cubicBezTo>
                  <a:cubicBezTo>
                    <a:pt x="28" y="23"/>
                    <a:pt x="28" y="23"/>
                    <a:pt x="28" y="23"/>
                  </a:cubicBezTo>
                  <a:cubicBezTo>
                    <a:pt x="28" y="23"/>
                    <a:pt x="28" y="23"/>
                    <a:pt x="28" y="23"/>
                  </a:cubicBezTo>
                  <a:cubicBezTo>
                    <a:pt x="30" y="23"/>
                    <a:pt x="31" y="21"/>
                    <a:pt x="31" y="19"/>
                  </a:cubicBezTo>
                  <a:cubicBezTo>
                    <a:pt x="31" y="17"/>
                    <a:pt x="30" y="17"/>
                    <a:pt x="28" y="17"/>
                  </a:cubicBezTo>
                  <a:cubicBezTo>
                    <a:pt x="26" y="17"/>
                    <a:pt x="22" y="19"/>
                    <a:pt x="18" y="24"/>
                  </a:cubicBezTo>
                  <a:cubicBezTo>
                    <a:pt x="8" y="33"/>
                    <a:pt x="8" y="33"/>
                    <a:pt x="8" y="33"/>
                  </a:cubicBezTo>
                  <a:cubicBezTo>
                    <a:pt x="8" y="32"/>
                    <a:pt x="9" y="27"/>
                    <a:pt x="10" y="23"/>
                  </a:cubicBezTo>
                  <a:cubicBezTo>
                    <a:pt x="10" y="23"/>
                    <a:pt x="10" y="23"/>
                    <a:pt x="10" y="23"/>
                  </a:cubicBezTo>
                  <a:cubicBezTo>
                    <a:pt x="10" y="19"/>
                    <a:pt x="10" y="19"/>
                    <a:pt x="10" y="19"/>
                  </a:cubicBezTo>
                  <a:cubicBezTo>
                    <a:pt x="12" y="10"/>
                    <a:pt x="13" y="5"/>
                    <a:pt x="1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185"/>
            <p:cNvSpPr>
              <a:spLocks noEditPoints="1"/>
            </p:cNvSpPr>
            <p:nvPr/>
          </p:nvSpPr>
          <p:spPr bwMode="auto">
            <a:xfrm>
              <a:off x="3941762" y="2522538"/>
              <a:ext cx="61912" cy="74613"/>
            </a:xfrm>
            <a:custGeom>
              <a:avLst/>
              <a:gdLst>
                <a:gd name="T0" fmla="*/ 31 w 38"/>
                <a:gd name="T1" fmla="*/ 23 h 46"/>
                <a:gd name="T2" fmla="*/ 38 w 38"/>
                <a:gd name="T3" fmla="*/ 11 h 46"/>
                <a:gd name="T4" fmla="*/ 34 w 38"/>
                <a:gd name="T5" fmla="*/ 3 h 46"/>
                <a:gd name="T6" fmla="*/ 23 w 38"/>
                <a:gd name="T7" fmla="*/ 0 h 46"/>
                <a:gd name="T8" fmla="*/ 9 w 38"/>
                <a:gd name="T9" fmla="*/ 2 h 46"/>
                <a:gd name="T10" fmla="*/ 1 w 38"/>
                <a:gd name="T11" fmla="*/ 7 h 46"/>
                <a:gd name="T12" fmla="*/ 3 w 38"/>
                <a:gd name="T13" fmla="*/ 10 h 46"/>
                <a:gd name="T14" fmla="*/ 3 w 38"/>
                <a:gd name="T15" fmla="*/ 13 h 46"/>
                <a:gd name="T16" fmla="*/ 2 w 38"/>
                <a:gd name="T17" fmla="*/ 26 h 46"/>
                <a:gd name="T18" fmla="*/ 0 w 38"/>
                <a:gd name="T19" fmla="*/ 42 h 46"/>
                <a:gd name="T20" fmla="*/ 4 w 38"/>
                <a:gd name="T21" fmla="*/ 46 h 46"/>
                <a:gd name="T22" fmla="*/ 7 w 38"/>
                <a:gd name="T23" fmla="*/ 45 h 46"/>
                <a:gd name="T24" fmla="*/ 8 w 38"/>
                <a:gd name="T25" fmla="*/ 42 h 46"/>
                <a:gd name="T26" fmla="*/ 8 w 38"/>
                <a:gd name="T27" fmla="*/ 31 h 46"/>
                <a:gd name="T28" fmla="*/ 13 w 38"/>
                <a:gd name="T29" fmla="*/ 30 h 46"/>
                <a:gd name="T30" fmla="*/ 31 w 38"/>
                <a:gd name="T31" fmla="*/ 23 h 46"/>
                <a:gd name="T32" fmla="*/ 11 w 38"/>
                <a:gd name="T33" fmla="*/ 8 h 46"/>
                <a:gd name="T34" fmla="*/ 23 w 38"/>
                <a:gd name="T35" fmla="*/ 6 h 46"/>
                <a:gd name="T36" fmla="*/ 31 w 38"/>
                <a:gd name="T37" fmla="*/ 11 h 46"/>
                <a:gd name="T38" fmla="*/ 25 w 38"/>
                <a:gd name="T39" fmla="*/ 19 h 46"/>
                <a:gd name="T40" fmla="*/ 9 w 38"/>
                <a:gd name="T41" fmla="*/ 24 h 46"/>
                <a:gd name="T42" fmla="*/ 11 w 38"/>
                <a:gd name="T43" fmla="*/ 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 h="46">
                  <a:moveTo>
                    <a:pt x="31" y="23"/>
                  </a:moveTo>
                  <a:cubicBezTo>
                    <a:pt x="36" y="19"/>
                    <a:pt x="38" y="15"/>
                    <a:pt x="38" y="11"/>
                  </a:cubicBezTo>
                  <a:cubicBezTo>
                    <a:pt x="38" y="7"/>
                    <a:pt x="37" y="5"/>
                    <a:pt x="34" y="3"/>
                  </a:cubicBezTo>
                  <a:cubicBezTo>
                    <a:pt x="32" y="1"/>
                    <a:pt x="28" y="0"/>
                    <a:pt x="23" y="0"/>
                  </a:cubicBezTo>
                  <a:cubicBezTo>
                    <a:pt x="20" y="0"/>
                    <a:pt x="15" y="1"/>
                    <a:pt x="9" y="2"/>
                  </a:cubicBezTo>
                  <a:cubicBezTo>
                    <a:pt x="4" y="3"/>
                    <a:pt x="1" y="5"/>
                    <a:pt x="1" y="7"/>
                  </a:cubicBezTo>
                  <a:cubicBezTo>
                    <a:pt x="1" y="8"/>
                    <a:pt x="2" y="9"/>
                    <a:pt x="3" y="10"/>
                  </a:cubicBezTo>
                  <a:cubicBezTo>
                    <a:pt x="3" y="10"/>
                    <a:pt x="3" y="11"/>
                    <a:pt x="3" y="13"/>
                  </a:cubicBezTo>
                  <a:cubicBezTo>
                    <a:pt x="3" y="14"/>
                    <a:pt x="3" y="19"/>
                    <a:pt x="2" y="26"/>
                  </a:cubicBezTo>
                  <a:cubicBezTo>
                    <a:pt x="1" y="35"/>
                    <a:pt x="0" y="41"/>
                    <a:pt x="0" y="42"/>
                  </a:cubicBezTo>
                  <a:cubicBezTo>
                    <a:pt x="0" y="45"/>
                    <a:pt x="2" y="46"/>
                    <a:pt x="4" y="46"/>
                  </a:cubicBezTo>
                  <a:cubicBezTo>
                    <a:pt x="5" y="46"/>
                    <a:pt x="6" y="46"/>
                    <a:pt x="7" y="45"/>
                  </a:cubicBezTo>
                  <a:cubicBezTo>
                    <a:pt x="7" y="44"/>
                    <a:pt x="8" y="43"/>
                    <a:pt x="8" y="42"/>
                  </a:cubicBezTo>
                  <a:cubicBezTo>
                    <a:pt x="8" y="39"/>
                    <a:pt x="8" y="36"/>
                    <a:pt x="8" y="31"/>
                  </a:cubicBezTo>
                  <a:cubicBezTo>
                    <a:pt x="9" y="31"/>
                    <a:pt x="10" y="31"/>
                    <a:pt x="13" y="30"/>
                  </a:cubicBezTo>
                  <a:cubicBezTo>
                    <a:pt x="20" y="29"/>
                    <a:pt x="26" y="26"/>
                    <a:pt x="31" y="23"/>
                  </a:cubicBezTo>
                  <a:close/>
                  <a:moveTo>
                    <a:pt x="11" y="8"/>
                  </a:moveTo>
                  <a:cubicBezTo>
                    <a:pt x="15" y="7"/>
                    <a:pt x="19" y="6"/>
                    <a:pt x="23" y="6"/>
                  </a:cubicBezTo>
                  <a:cubicBezTo>
                    <a:pt x="28" y="6"/>
                    <a:pt x="31" y="8"/>
                    <a:pt x="31" y="11"/>
                  </a:cubicBezTo>
                  <a:cubicBezTo>
                    <a:pt x="31" y="14"/>
                    <a:pt x="29" y="17"/>
                    <a:pt x="25" y="19"/>
                  </a:cubicBezTo>
                  <a:cubicBezTo>
                    <a:pt x="20" y="22"/>
                    <a:pt x="15" y="23"/>
                    <a:pt x="9" y="24"/>
                  </a:cubicBezTo>
                  <a:lnTo>
                    <a:pt x="11"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186"/>
            <p:cNvSpPr>
              <a:spLocks noEditPoints="1"/>
            </p:cNvSpPr>
            <p:nvPr/>
          </p:nvSpPr>
          <p:spPr bwMode="auto">
            <a:xfrm>
              <a:off x="4005262" y="2540001"/>
              <a:ext cx="50800" cy="57150"/>
            </a:xfrm>
            <a:custGeom>
              <a:avLst/>
              <a:gdLst>
                <a:gd name="T0" fmla="*/ 30 w 32"/>
                <a:gd name="T1" fmla="*/ 34 h 35"/>
                <a:gd name="T2" fmla="*/ 32 w 32"/>
                <a:gd name="T3" fmla="*/ 31 h 35"/>
                <a:gd name="T4" fmla="*/ 30 w 32"/>
                <a:gd name="T5" fmla="*/ 30 h 35"/>
                <a:gd name="T6" fmla="*/ 29 w 32"/>
                <a:gd name="T7" fmla="*/ 29 h 35"/>
                <a:gd name="T8" fmla="*/ 28 w 32"/>
                <a:gd name="T9" fmla="*/ 27 h 35"/>
                <a:gd name="T10" fmla="*/ 28 w 32"/>
                <a:gd name="T11" fmla="*/ 21 h 35"/>
                <a:gd name="T12" fmla="*/ 29 w 32"/>
                <a:gd name="T13" fmla="*/ 11 h 35"/>
                <a:gd name="T14" fmla="*/ 29 w 32"/>
                <a:gd name="T15" fmla="*/ 7 h 35"/>
                <a:gd name="T16" fmla="*/ 26 w 32"/>
                <a:gd name="T17" fmla="*/ 4 h 35"/>
                <a:gd name="T18" fmla="*/ 21 w 32"/>
                <a:gd name="T19" fmla="*/ 0 h 35"/>
                <a:gd name="T20" fmla="*/ 7 w 32"/>
                <a:gd name="T21" fmla="*/ 9 h 35"/>
                <a:gd name="T22" fmla="*/ 0 w 32"/>
                <a:gd name="T23" fmla="*/ 26 h 35"/>
                <a:gd name="T24" fmla="*/ 2 w 32"/>
                <a:gd name="T25" fmla="*/ 32 h 35"/>
                <a:gd name="T26" fmla="*/ 6 w 32"/>
                <a:gd name="T27" fmla="*/ 34 h 35"/>
                <a:gd name="T28" fmla="*/ 22 w 32"/>
                <a:gd name="T29" fmla="*/ 24 h 35"/>
                <a:gd name="T30" fmla="*/ 27 w 32"/>
                <a:gd name="T31" fmla="*/ 35 h 35"/>
                <a:gd name="T32" fmla="*/ 30 w 32"/>
                <a:gd name="T33" fmla="*/ 34 h 35"/>
                <a:gd name="T34" fmla="*/ 17 w 32"/>
                <a:gd name="T35" fmla="*/ 21 h 35"/>
                <a:gd name="T36" fmla="*/ 8 w 32"/>
                <a:gd name="T37" fmla="*/ 27 h 35"/>
                <a:gd name="T38" fmla="*/ 7 w 32"/>
                <a:gd name="T39" fmla="*/ 25 h 35"/>
                <a:gd name="T40" fmla="*/ 12 w 32"/>
                <a:gd name="T41" fmla="*/ 14 h 35"/>
                <a:gd name="T42" fmla="*/ 20 w 32"/>
                <a:gd name="T43" fmla="*/ 7 h 35"/>
                <a:gd name="T44" fmla="*/ 21 w 32"/>
                <a:gd name="T45" fmla="*/ 8 h 35"/>
                <a:gd name="T46" fmla="*/ 22 w 32"/>
                <a:gd name="T47" fmla="*/ 10 h 35"/>
                <a:gd name="T48" fmla="*/ 17 w 32"/>
                <a:gd name="T49" fmla="*/ 2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 h="35">
                  <a:moveTo>
                    <a:pt x="30" y="34"/>
                  </a:moveTo>
                  <a:cubicBezTo>
                    <a:pt x="31" y="33"/>
                    <a:pt x="32" y="32"/>
                    <a:pt x="32" y="31"/>
                  </a:cubicBezTo>
                  <a:cubicBezTo>
                    <a:pt x="32" y="31"/>
                    <a:pt x="31" y="30"/>
                    <a:pt x="30" y="30"/>
                  </a:cubicBezTo>
                  <a:cubicBezTo>
                    <a:pt x="30" y="29"/>
                    <a:pt x="29" y="29"/>
                    <a:pt x="29" y="29"/>
                  </a:cubicBezTo>
                  <a:cubicBezTo>
                    <a:pt x="29" y="28"/>
                    <a:pt x="28" y="28"/>
                    <a:pt x="28" y="27"/>
                  </a:cubicBezTo>
                  <a:cubicBezTo>
                    <a:pt x="28" y="26"/>
                    <a:pt x="28" y="24"/>
                    <a:pt x="28" y="21"/>
                  </a:cubicBezTo>
                  <a:cubicBezTo>
                    <a:pt x="28" y="19"/>
                    <a:pt x="28" y="15"/>
                    <a:pt x="29" y="11"/>
                  </a:cubicBezTo>
                  <a:cubicBezTo>
                    <a:pt x="29" y="9"/>
                    <a:pt x="29" y="8"/>
                    <a:pt x="29" y="7"/>
                  </a:cubicBezTo>
                  <a:cubicBezTo>
                    <a:pt x="29" y="5"/>
                    <a:pt x="28" y="4"/>
                    <a:pt x="26" y="4"/>
                  </a:cubicBezTo>
                  <a:cubicBezTo>
                    <a:pt x="25" y="2"/>
                    <a:pt x="24" y="0"/>
                    <a:pt x="21" y="0"/>
                  </a:cubicBezTo>
                  <a:cubicBezTo>
                    <a:pt x="16" y="0"/>
                    <a:pt x="12" y="3"/>
                    <a:pt x="7" y="9"/>
                  </a:cubicBezTo>
                  <a:cubicBezTo>
                    <a:pt x="2" y="15"/>
                    <a:pt x="0" y="21"/>
                    <a:pt x="0" y="26"/>
                  </a:cubicBezTo>
                  <a:cubicBezTo>
                    <a:pt x="0" y="29"/>
                    <a:pt x="0" y="30"/>
                    <a:pt x="2" y="32"/>
                  </a:cubicBezTo>
                  <a:cubicBezTo>
                    <a:pt x="3" y="33"/>
                    <a:pt x="5" y="34"/>
                    <a:pt x="6" y="34"/>
                  </a:cubicBezTo>
                  <a:cubicBezTo>
                    <a:pt x="11" y="34"/>
                    <a:pt x="16" y="31"/>
                    <a:pt x="22" y="24"/>
                  </a:cubicBezTo>
                  <a:cubicBezTo>
                    <a:pt x="21" y="31"/>
                    <a:pt x="23" y="35"/>
                    <a:pt x="27" y="35"/>
                  </a:cubicBezTo>
                  <a:cubicBezTo>
                    <a:pt x="28" y="35"/>
                    <a:pt x="29" y="35"/>
                    <a:pt x="30" y="34"/>
                  </a:cubicBezTo>
                  <a:close/>
                  <a:moveTo>
                    <a:pt x="17" y="21"/>
                  </a:moveTo>
                  <a:cubicBezTo>
                    <a:pt x="13" y="25"/>
                    <a:pt x="11" y="27"/>
                    <a:pt x="8" y="27"/>
                  </a:cubicBezTo>
                  <a:cubicBezTo>
                    <a:pt x="7" y="27"/>
                    <a:pt x="7" y="27"/>
                    <a:pt x="7" y="25"/>
                  </a:cubicBezTo>
                  <a:cubicBezTo>
                    <a:pt x="7" y="22"/>
                    <a:pt x="9" y="18"/>
                    <a:pt x="12" y="14"/>
                  </a:cubicBezTo>
                  <a:cubicBezTo>
                    <a:pt x="15" y="9"/>
                    <a:pt x="18" y="7"/>
                    <a:pt x="20" y="7"/>
                  </a:cubicBezTo>
                  <a:cubicBezTo>
                    <a:pt x="20" y="7"/>
                    <a:pt x="21" y="7"/>
                    <a:pt x="21" y="8"/>
                  </a:cubicBezTo>
                  <a:cubicBezTo>
                    <a:pt x="22" y="8"/>
                    <a:pt x="22" y="9"/>
                    <a:pt x="22" y="10"/>
                  </a:cubicBezTo>
                  <a:cubicBezTo>
                    <a:pt x="22" y="13"/>
                    <a:pt x="20" y="17"/>
                    <a:pt x="17"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187"/>
            <p:cNvSpPr>
              <a:spLocks/>
            </p:cNvSpPr>
            <p:nvPr/>
          </p:nvSpPr>
          <p:spPr bwMode="auto">
            <a:xfrm>
              <a:off x="4065587" y="2543176"/>
              <a:ext cx="17462" cy="53975"/>
            </a:xfrm>
            <a:custGeom>
              <a:avLst/>
              <a:gdLst>
                <a:gd name="T0" fmla="*/ 1 w 11"/>
                <a:gd name="T1" fmla="*/ 15 h 33"/>
                <a:gd name="T2" fmla="*/ 0 w 11"/>
                <a:gd name="T3" fmla="*/ 27 h 33"/>
                <a:gd name="T4" fmla="*/ 4 w 11"/>
                <a:gd name="T5" fmla="*/ 33 h 33"/>
                <a:gd name="T6" fmla="*/ 7 w 11"/>
                <a:gd name="T7" fmla="*/ 32 h 33"/>
                <a:gd name="T8" fmla="*/ 8 w 11"/>
                <a:gd name="T9" fmla="*/ 30 h 33"/>
                <a:gd name="T10" fmla="*/ 8 w 11"/>
                <a:gd name="T11" fmla="*/ 29 h 33"/>
                <a:gd name="T12" fmla="*/ 8 w 11"/>
                <a:gd name="T13" fmla="*/ 24 h 33"/>
                <a:gd name="T14" fmla="*/ 8 w 11"/>
                <a:gd name="T15" fmla="*/ 18 h 33"/>
                <a:gd name="T16" fmla="*/ 10 w 11"/>
                <a:gd name="T17" fmla="*/ 9 h 33"/>
                <a:gd name="T18" fmla="*/ 10 w 11"/>
                <a:gd name="T19" fmla="*/ 8 h 33"/>
                <a:gd name="T20" fmla="*/ 11 w 11"/>
                <a:gd name="T21" fmla="*/ 3 h 33"/>
                <a:gd name="T22" fmla="*/ 10 w 11"/>
                <a:gd name="T23" fmla="*/ 1 h 33"/>
                <a:gd name="T24" fmla="*/ 7 w 11"/>
                <a:gd name="T25" fmla="*/ 0 h 33"/>
                <a:gd name="T26" fmla="*/ 4 w 11"/>
                <a:gd name="T27" fmla="*/ 2 h 33"/>
                <a:gd name="T28" fmla="*/ 3 w 11"/>
                <a:gd name="T29" fmla="*/ 5 h 33"/>
                <a:gd name="T30" fmla="*/ 1 w 11"/>
                <a:gd name="T31" fmla="*/ 12 h 33"/>
                <a:gd name="T32" fmla="*/ 1 w 11"/>
                <a:gd name="T33" fmla="*/ 12 h 33"/>
                <a:gd name="T34" fmla="*/ 1 w 11"/>
                <a:gd name="T35" fmla="*/ 1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33">
                  <a:moveTo>
                    <a:pt x="1" y="15"/>
                  </a:moveTo>
                  <a:cubicBezTo>
                    <a:pt x="0" y="20"/>
                    <a:pt x="0" y="24"/>
                    <a:pt x="0" y="27"/>
                  </a:cubicBezTo>
                  <a:cubicBezTo>
                    <a:pt x="0" y="31"/>
                    <a:pt x="1" y="33"/>
                    <a:pt x="4" y="33"/>
                  </a:cubicBezTo>
                  <a:cubicBezTo>
                    <a:pt x="5" y="33"/>
                    <a:pt x="6" y="33"/>
                    <a:pt x="7" y="32"/>
                  </a:cubicBezTo>
                  <a:cubicBezTo>
                    <a:pt x="8" y="31"/>
                    <a:pt x="8" y="31"/>
                    <a:pt x="8" y="30"/>
                  </a:cubicBezTo>
                  <a:cubicBezTo>
                    <a:pt x="8" y="30"/>
                    <a:pt x="8" y="30"/>
                    <a:pt x="8" y="29"/>
                  </a:cubicBezTo>
                  <a:cubicBezTo>
                    <a:pt x="8" y="27"/>
                    <a:pt x="8" y="26"/>
                    <a:pt x="8" y="24"/>
                  </a:cubicBezTo>
                  <a:cubicBezTo>
                    <a:pt x="8" y="23"/>
                    <a:pt x="8" y="21"/>
                    <a:pt x="8" y="18"/>
                  </a:cubicBezTo>
                  <a:cubicBezTo>
                    <a:pt x="8" y="16"/>
                    <a:pt x="9" y="13"/>
                    <a:pt x="10" y="9"/>
                  </a:cubicBezTo>
                  <a:cubicBezTo>
                    <a:pt x="10" y="8"/>
                    <a:pt x="10" y="8"/>
                    <a:pt x="10" y="8"/>
                  </a:cubicBezTo>
                  <a:cubicBezTo>
                    <a:pt x="11" y="6"/>
                    <a:pt x="11" y="4"/>
                    <a:pt x="11" y="3"/>
                  </a:cubicBezTo>
                  <a:cubicBezTo>
                    <a:pt x="11" y="3"/>
                    <a:pt x="11" y="2"/>
                    <a:pt x="10" y="1"/>
                  </a:cubicBezTo>
                  <a:cubicBezTo>
                    <a:pt x="9" y="1"/>
                    <a:pt x="8" y="0"/>
                    <a:pt x="7" y="0"/>
                  </a:cubicBezTo>
                  <a:cubicBezTo>
                    <a:pt x="6" y="0"/>
                    <a:pt x="5" y="1"/>
                    <a:pt x="4" y="2"/>
                  </a:cubicBezTo>
                  <a:cubicBezTo>
                    <a:pt x="4" y="3"/>
                    <a:pt x="3" y="4"/>
                    <a:pt x="3" y="5"/>
                  </a:cubicBezTo>
                  <a:cubicBezTo>
                    <a:pt x="3" y="6"/>
                    <a:pt x="1" y="8"/>
                    <a:pt x="1" y="12"/>
                  </a:cubicBezTo>
                  <a:cubicBezTo>
                    <a:pt x="1" y="12"/>
                    <a:pt x="1" y="12"/>
                    <a:pt x="1" y="12"/>
                  </a:cubicBezTo>
                  <a:cubicBezTo>
                    <a:pt x="1" y="13"/>
                    <a:pt x="1" y="14"/>
                    <a:pt x="1"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188"/>
            <p:cNvSpPr>
              <a:spLocks/>
            </p:cNvSpPr>
            <p:nvPr/>
          </p:nvSpPr>
          <p:spPr bwMode="auto">
            <a:xfrm>
              <a:off x="4076700" y="2516188"/>
              <a:ext cx="15875" cy="14288"/>
            </a:xfrm>
            <a:custGeom>
              <a:avLst/>
              <a:gdLst>
                <a:gd name="T0" fmla="*/ 8 w 10"/>
                <a:gd name="T1" fmla="*/ 8 h 9"/>
                <a:gd name="T2" fmla="*/ 10 w 10"/>
                <a:gd name="T3" fmla="*/ 4 h 9"/>
                <a:gd name="T4" fmla="*/ 8 w 10"/>
                <a:gd name="T5" fmla="*/ 1 h 9"/>
                <a:gd name="T6" fmla="*/ 5 w 10"/>
                <a:gd name="T7" fmla="*/ 0 h 9"/>
                <a:gd name="T8" fmla="*/ 1 w 10"/>
                <a:gd name="T9" fmla="*/ 1 h 9"/>
                <a:gd name="T10" fmla="*/ 0 w 10"/>
                <a:gd name="T11" fmla="*/ 5 h 9"/>
                <a:gd name="T12" fmla="*/ 1 w 10"/>
                <a:gd name="T13" fmla="*/ 8 h 9"/>
                <a:gd name="T14" fmla="*/ 4 w 10"/>
                <a:gd name="T15" fmla="*/ 9 h 9"/>
                <a:gd name="T16" fmla="*/ 8 w 10"/>
                <a:gd name="T17"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9">
                  <a:moveTo>
                    <a:pt x="8" y="8"/>
                  </a:moveTo>
                  <a:cubicBezTo>
                    <a:pt x="9" y="7"/>
                    <a:pt x="10" y="5"/>
                    <a:pt x="10" y="4"/>
                  </a:cubicBezTo>
                  <a:cubicBezTo>
                    <a:pt x="10" y="3"/>
                    <a:pt x="9" y="2"/>
                    <a:pt x="8" y="1"/>
                  </a:cubicBezTo>
                  <a:cubicBezTo>
                    <a:pt x="8" y="0"/>
                    <a:pt x="7" y="0"/>
                    <a:pt x="5" y="0"/>
                  </a:cubicBezTo>
                  <a:cubicBezTo>
                    <a:pt x="4" y="0"/>
                    <a:pt x="2" y="0"/>
                    <a:pt x="1" y="1"/>
                  </a:cubicBezTo>
                  <a:cubicBezTo>
                    <a:pt x="0" y="2"/>
                    <a:pt x="0" y="3"/>
                    <a:pt x="0" y="5"/>
                  </a:cubicBezTo>
                  <a:cubicBezTo>
                    <a:pt x="0" y="6"/>
                    <a:pt x="0" y="7"/>
                    <a:pt x="1" y="8"/>
                  </a:cubicBezTo>
                  <a:cubicBezTo>
                    <a:pt x="2" y="9"/>
                    <a:pt x="3" y="9"/>
                    <a:pt x="4" y="9"/>
                  </a:cubicBezTo>
                  <a:cubicBezTo>
                    <a:pt x="5" y="9"/>
                    <a:pt x="7" y="9"/>
                    <a:pt x="8"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189"/>
            <p:cNvSpPr>
              <a:spLocks/>
            </p:cNvSpPr>
            <p:nvPr/>
          </p:nvSpPr>
          <p:spPr bwMode="auto">
            <a:xfrm>
              <a:off x="4092575" y="2544763"/>
              <a:ext cx="61912" cy="50800"/>
            </a:xfrm>
            <a:custGeom>
              <a:avLst/>
              <a:gdLst>
                <a:gd name="T0" fmla="*/ 36 w 38"/>
                <a:gd name="T1" fmla="*/ 28 h 31"/>
                <a:gd name="T2" fmla="*/ 38 w 38"/>
                <a:gd name="T3" fmla="*/ 24 h 31"/>
                <a:gd name="T4" fmla="*/ 37 w 38"/>
                <a:gd name="T5" fmla="*/ 23 h 31"/>
                <a:gd name="T6" fmla="*/ 35 w 38"/>
                <a:gd name="T7" fmla="*/ 23 h 31"/>
                <a:gd name="T8" fmla="*/ 33 w 38"/>
                <a:gd name="T9" fmla="*/ 23 h 31"/>
                <a:gd name="T10" fmla="*/ 30 w 38"/>
                <a:gd name="T11" fmla="*/ 12 h 31"/>
                <a:gd name="T12" fmla="*/ 22 w 38"/>
                <a:gd name="T13" fmla="*/ 1 h 31"/>
                <a:gd name="T14" fmla="*/ 8 w 38"/>
                <a:gd name="T15" fmla="*/ 16 h 31"/>
                <a:gd name="T16" fmla="*/ 9 w 38"/>
                <a:gd name="T17" fmla="*/ 5 h 31"/>
                <a:gd name="T18" fmla="*/ 8 w 38"/>
                <a:gd name="T19" fmla="*/ 1 h 31"/>
                <a:gd name="T20" fmla="*/ 6 w 38"/>
                <a:gd name="T21" fmla="*/ 0 h 31"/>
                <a:gd name="T22" fmla="*/ 3 w 38"/>
                <a:gd name="T23" fmla="*/ 1 h 31"/>
                <a:gd name="T24" fmla="*/ 2 w 38"/>
                <a:gd name="T25" fmla="*/ 4 h 31"/>
                <a:gd name="T26" fmla="*/ 1 w 38"/>
                <a:gd name="T27" fmla="*/ 20 h 31"/>
                <a:gd name="T28" fmla="*/ 0 w 38"/>
                <a:gd name="T29" fmla="*/ 27 h 31"/>
                <a:gd name="T30" fmla="*/ 4 w 38"/>
                <a:gd name="T31" fmla="*/ 31 h 31"/>
                <a:gd name="T32" fmla="*/ 6 w 38"/>
                <a:gd name="T33" fmla="*/ 30 h 31"/>
                <a:gd name="T34" fmla="*/ 7 w 38"/>
                <a:gd name="T35" fmla="*/ 28 h 31"/>
                <a:gd name="T36" fmla="*/ 13 w 38"/>
                <a:gd name="T37" fmla="*/ 16 h 31"/>
                <a:gd name="T38" fmla="*/ 21 w 38"/>
                <a:gd name="T39" fmla="*/ 8 h 31"/>
                <a:gd name="T40" fmla="*/ 24 w 38"/>
                <a:gd name="T41" fmla="*/ 17 h 31"/>
                <a:gd name="T42" fmla="*/ 26 w 38"/>
                <a:gd name="T43" fmla="*/ 28 h 31"/>
                <a:gd name="T44" fmla="*/ 26 w 38"/>
                <a:gd name="T45" fmla="*/ 28 h 31"/>
                <a:gd name="T46" fmla="*/ 31 w 38"/>
                <a:gd name="T47" fmla="*/ 30 h 31"/>
                <a:gd name="T48" fmla="*/ 36 w 38"/>
                <a:gd name="T49"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 h="31">
                  <a:moveTo>
                    <a:pt x="36" y="28"/>
                  </a:moveTo>
                  <a:cubicBezTo>
                    <a:pt x="37" y="26"/>
                    <a:pt x="38" y="25"/>
                    <a:pt x="38" y="24"/>
                  </a:cubicBezTo>
                  <a:cubicBezTo>
                    <a:pt x="38" y="23"/>
                    <a:pt x="37" y="23"/>
                    <a:pt x="37" y="23"/>
                  </a:cubicBezTo>
                  <a:cubicBezTo>
                    <a:pt x="36" y="23"/>
                    <a:pt x="36" y="23"/>
                    <a:pt x="35" y="23"/>
                  </a:cubicBezTo>
                  <a:cubicBezTo>
                    <a:pt x="34" y="23"/>
                    <a:pt x="34" y="23"/>
                    <a:pt x="33" y="23"/>
                  </a:cubicBezTo>
                  <a:cubicBezTo>
                    <a:pt x="32" y="23"/>
                    <a:pt x="31" y="20"/>
                    <a:pt x="30" y="12"/>
                  </a:cubicBezTo>
                  <a:cubicBezTo>
                    <a:pt x="30" y="5"/>
                    <a:pt x="27" y="1"/>
                    <a:pt x="22" y="1"/>
                  </a:cubicBezTo>
                  <a:cubicBezTo>
                    <a:pt x="17" y="1"/>
                    <a:pt x="12" y="6"/>
                    <a:pt x="8" y="16"/>
                  </a:cubicBezTo>
                  <a:cubicBezTo>
                    <a:pt x="9" y="11"/>
                    <a:pt x="9" y="7"/>
                    <a:pt x="9" y="5"/>
                  </a:cubicBezTo>
                  <a:cubicBezTo>
                    <a:pt x="9" y="3"/>
                    <a:pt x="9" y="1"/>
                    <a:pt x="8" y="1"/>
                  </a:cubicBezTo>
                  <a:cubicBezTo>
                    <a:pt x="8" y="0"/>
                    <a:pt x="7" y="0"/>
                    <a:pt x="6" y="0"/>
                  </a:cubicBezTo>
                  <a:cubicBezTo>
                    <a:pt x="5" y="0"/>
                    <a:pt x="4" y="0"/>
                    <a:pt x="3" y="1"/>
                  </a:cubicBezTo>
                  <a:cubicBezTo>
                    <a:pt x="2" y="3"/>
                    <a:pt x="2" y="4"/>
                    <a:pt x="2" y="4"/>
                  </a:cubicBezTo>
                  <a:cubicBezTo>
                    <a:pt x="2" y="11"/>
                    <a:pt x="2" y="16"/>
                    <a:pt x="1" y="20"/>
                  </a:cubicBezTo>
                  <a:cubicBezTo>
                    <a:pt x="0" y="24"/>
                    <a:pt x="0" y="26"/>
                    <a:pt x="0" y="27"/>
                  </a:cubicBezTo>
                  <a:cubicBezTo>
                    <a:pt x="0" y="30"/>
                    <a:pt x="1" y="31"/>
                    <a:pt x="4" y="31"/>
                  </a:cubicBezTo>
                  <a:cubicBezTo>
                    <a:pt x="5" y="31"/>
                    <a:pt x="5" y="31"/>
                    <a:pt x="6" y="30"/>
                  </a:cubicBezTo>
                  <a:cubicBezTo>
                    <a:pt x="6" y="30"/>
                    <a:pt x="7" y="29"/>
                    <a:pt x="7" y="28"/>
                  </a:cubicBezTo>
                  <a:cubicBezTo>
                    <a:pt x="8" y="26"/>
                    <a:pt x="10" y="22"/>
                    <a:pt x="13" y="16"/>
                  </a:cubicBezTo>
                  <a:cubicBezTo>
                    <a:pt x="17" y="11"/>
                    <a:pt x="20" y="8"/>
                    <a:pt x="21" y="8"/>
                  </a:cubicBezTo>
                  <a:cubicBezTo>
                    <a:pt x="22" y="8"/>
                    <a:pt x="23" y="12"/>
                    <a:pt x="24" y="17"/>
                  </a:cubicBezTo>
                  <a:cubicBezTo>
                    <a:pt x="24" y="22"/>
                    <a:pt x="25" y="24"/>
                    <a:pt x="26" y="28"/>
                  </a:cubicBezTo>
                  <a:cubicBezTo>
                    <a:pt x="26" y="28"/>
                    <a:pt x="26" y="28"/>
                    <a:pt x="26" y="28"/>
                  </a:cubicBezTo>
                  <a:cubicBezTo>
                    <a:pt x="27" y="28"/>
                    <a:pt x="29" y="30"/>
                    <a:pt x="31" y="30"/>
                  </a:cubicBezTo>
                  <a:cubicBezTo>
                    <a:pt x="33" y="30"/>
                    <a:pt x="35" y="29"/>
                    <a:pt x="36"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190"/>
            <p:cNvSpPr>
              <a:spLocks/>
            </p:cNvSpPr>
            <p:nvPr/>
          </p:nvSpPr>
          <p:spPr bwMode="auto">
            <a:xfrm>
              <a:off x="4200525" y="2522538"/>
              <a:ext cx="93662" cy="76200"/>
            </a:xfrm>
            <a:custGeom>
              <a:avLst/>
              <a:gdLst>
                <a:gd name="T0" fmla="*/ 40 w 58"/>
                <a:gd name="T1" fmla="*/ 45 h 47"/>
                <a:gd name="T2" fmla="*/ 42 w 58"/>
                <a:gd name="T3" fmla="*/ 45 h 47"/>
                <a:gd name="T4" fmla="*/ 44 w 58"/>
                <a:gd name="T5" fmla="*/ 43 h 47"/>
                <a:gd name="T6" fmla="*/ 46 w 58"/>
                <a:gd name="T7" fmla="*/ 39 h 47"/>
                <a:gd name="T8" fmla="*/ 50 w 58"/>
                <a:gd name="T9" fmla="*/ 29 h 47"/>
                <a:gd name="T10" fmla="*/ 51 w 58"/>
                <a:gd name="T11" fmla="*/ 27 h 47"/>
                <a:gd name="T12" fmla="*/ 56 w 58"/>
                <a:gd name="T13" fmla="*/ 13 h 47"/>
                <a:gd name="T14" fmla="*/ 58 w 58"/>
                <a:gd name="T15" fmla="*/ 4 h 47"/>
                <a:gd name="T16" fmla="*/ 57 w 58"/>
                <a:gd name="T17" fmla="*/ 1 h 47"/>
                <a:gd name="T18" fmla="*/ 54 w 58"/>
                <a:gd name="T19" fmla="*/ 0 h 47"/>
                <a:gd name="T20" fmla="*/ 52 w 58"/>
                <a:gd name="T21" fmla="*/ 1 h 47"/>
                <a:gd name="T22" fmla="*/ 51 w 58"/>
                <a:gd name="T23" fmla="*/ 3 h 47"/>
                <a:gd name="T24" fmla="*/ 41 w 58"/>
                <a:gd name="T25" fmla="*/ 36 h 47"/>
                <a:gd name="T26" fmla="*/ 37 w 58"/>
                <a:gd name="T27" fmla="*/ 27 h 47"/>
                <a:gd name="T28" fmla="*/ 35 w 58"/>
                <a:gd name="T29" fmla="*/ 21 h 47"/>
                <a:gd name="T30" fmla="*/ 34 w 58"/>
                <a:gd name="T31" fmla="*/ 20 h 47"/>
                <a:gd name="T32" fmla="*/ 31 w 58"/>
                <a:gd name="T33" fmla="*/ 13 h 47"/>
                <a:gd name="T34" fmla="*/ 29 w 58"/>
                <a:gd name="T35" fmla="*/ 12 h 47"/>
                <a:gd name="T36" fmla="*/ 27 w 58"/>
                <a:gd name="T37" fmla="*/ 12 h 47"/>
                <a:gd name="T38" fmla="*/ 26 w 58"/>
                <a:gd name="T39" fmla="*/ 14 h 47"/>
                <a:gd name="T40" fmla="*/ 20 w 58"/>
                <a:gd name="T41" fmla="*/ 25 h 47"/>
                <a:gd name="T42" fmla="*/ 13 w 58"/>
                <a:gd name="T43" fmla="*/ 37 h 47"/>
                <a:gd name="T44" fmla="*/ 11 w 58"/>
                <a:gd name="T45" fmla="*/ 29 h 47"/>
                <a:gd name="T46" fmla="*/ 10 w 58"/>
                <a:gd name="T47" fmla="*/ 24 h 47"/>
                <a:gd name="T48" fmla="*/ 10 w 58"/>
                <a:gd name="T49" fmla="*/ 18 h 47"/>
                <a:gd name="T50" fmla="*/ 9 w 58"/>
                <a:gd name="T51" fmla="*/ 13 h 47"/>
                <a:gd name="T52" fmla="*/ 7 w 58"/>
                <a:gd name="T53" fmla="*/ 7 h 47"/>
                <a:gd name="T54" fmla="*/ 3 w 58"/>
                <a:gd name="T55" fmla="*/ 2 h 47"/>
                <a:gd name="T56" fmla="*/ 1 w 58"/>
                <a:gd name="T57" fmla="*/ 3 h 47"/>
                <a:gd name="T58" fmla="*/ 0 w 58"/>
                <a:gd name="T59" fmla="*/ 6 h 47"/>
                <a:gd name="T60" fmla="*/ 0 w 58"/>
                <a:gd name="T61" fmla="*/ 9 h 47"/>
                <a:gd name="T62" fmla="*/ 1 w 58"/>
                <a:gd name="T63" fmla="*/ 11 h 47"/>
                <a:gd name="T64" fmla="*/ 3 w 58"/>
                <a:gd name="T65" fmla="*/ 20 h 47"/>
                <a:gd name="T66" fmla="*/ 6 w 58"/>
                <a:gd name="T67" fmla="*/ 35 h 47"/>
                <a:gd name="T68" fmla="*/ 8 w 58"/>
                <a:gd name="T69" fmla="*/ 44 h 47"/>
                <a:gd name="T70" fmla="*/ 10 w 58"/>
                <a:gd name="T71" fmla="*/ 47 h 47"/>
                <a:gd name="T72" fmla="*/ 13 w 58"/>
                <a:gd name="T73" fmla="*/ 47 h 47"/>
                <a:gd name="T74" fmla="*/ 21 w 58"/>
                <a:gd name="T75" fmla="*/ 36 h 47"/>
                <a:gd name="T76" fmla="*/ 28 w 58"/>
                <a:gd name="T77" fmla="*/ 23 h 47"/>
                <a:gd name="T78" fmla="*/ 32 w 58"/>
                <a:gd name="T79" fmla="*/ 33 h 47"/>
                <a:gd name="T80" fmla="*/ 37 w 58"/>
                <a:gd name="T81" fmla="*/ 43 h 47"/>
                <a:gd name="T82" fmla="*/ 40 w 58"/>
                <a:gd name="T83" fmla="*/ 4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8" h="47">
                  <a:moveTo>
                    <a:pt x="40" y="45"/>
                  </a:moveTo>
                  <a:cubicBezTo>
                    <a:pt x="41" y="45"/>
                    <a:pt x="41" y="45"/>
                    <a:pt x="42" y="45"/>
                  </a:cubicBezTo>
                  <a:cubicBezTo>
                    <a:pt x="43" y="44"/>
                    <a:pt x="43" y="44"/>
                    <a:pt x="44" y="43"/>
                  </a:cubicBezTo>
                  <a:cubicBezTo>
                    <a:pt x="44" y="43"/>
                    <a:pt x="45" y="41"/>
                    <a:pt x="46" y="39"/>
                  </a:cubicBezTo>
                  <a:cubicBezTo>
                    <a:pt x="49" y="33"/>
                    <a:pt x="50" y="30"/>
                    <a:pt x="50" y="29"/>
                  </a:cubicBezTo>
                  <a:cubicBezTo>
                    <a:pt x="51" y="27"/>
                    <a:pt x="51" y="27"/>
                    <a:pt x="51" y="27"/>
                  </a:cubicBezTo>
                  <a:cubicBezTo>
                    <a:pt x="53" y="22"/>
                    <a:pt x="55" y="18"/>
                    <a:pt x="56" y="13"/>
                  </a:cubicBezTo>
                  <a:cubicBezTo>
                    <a:pt x="57" y="9"/>
                    <a:pt x="58" y="6"/>
                    <a:pt x="58" y="4"/>
                  </a:cubicBezTo>
                  <a:cubicBezTo>
                    <a:pt x="58" y="3"/>
                    <a:pt x="57" y="2"/>
                    <a:pt x="57" y="1"/>
                  </a:cubicBezTo>
                  <a:cubicBezTo>
                    <a:pt x="56" y="1"/>
                    <a:pt x="56" y="0"/>
                    <a:pt x="54" y="0"/>
                  </a:cubicBezTo>
                  <a:cubicBezTo>
                    <a:pt x="53" y="0"/>
                    <a:pt x="53" y="0"/>
                    <a:pt x="52" y="1"/>
                  </a:cubicBezTo>
                  <a:cubicBezTo>
                    <a:pt x="51" y="1"/>
                    <a:pt x="51" y="2"/>
                    <a:pt x="51" y="3"/>
                  </a:cubicBezTo>
                  <a:cubicBezTo>
                    <a:pt x="50" y="14"/>
                    <a:pt x="46" y="25"/>
                    <a:pt x="41" y="36"/>
                  </a:cubicBezTo>
                  <a:cubicBezTo>
                    <a:pt x="40" y="36"/>
                    <a:pt x="39" y="33"/>
                    <a:pt x="37" y="27"/>
                  </a:cubicBezTo>
                  <a:cubicBezTo>
                    <a:pt x="35" y="21"/>
                    <a:pt x="35" y="21"/>
                    <a:pt x="35" y="21"/>
                  </a:cubicBezTo>
                  <a:cubicBezTo>
                    <a:pt x="34" y="20"/>
                    <a:pt x="34" y="20"/>
                    <a:pt x="34" y="20"/>
                  </a:cubicBezTo>
                  <a:cubicBezTo>
                    <a:pt x="33" y="16"/>
                    <a:pt x="32" y="14"/>
                    <a:pt x="31" y="13"/>
                  </a:cubicBezTo>
                  <a:cubicBezTo>
                    <a:pt x="31" y="12"/>
                    <a:pt x="30" y="12"/>
                    <a:pt x="29" y="12"/>
                  </a:cubicBezTo>
                  <a:cubicBezTo>
                    <a:pt x="28" y="12"/>
                    <a:pt x="28" y="12"/>
                    <a:pt x="27" y="12"/>
                  </a:cubicBezTo>
                  <a:cubicBezTo>
                    <a:pt x="27" y="13"/>
                    <a:pt x="26" y="13"/>
                    <a:pt x="26" y="14"/>
                  </a:cubicBezTo>
                  <a:cubicBezTo>
                    <a:pt x="23" y="19"/>
                    <a:pt x="22" y="22"/>
                    <a:pt x="20" y="25"/>
                  </a:cubicBezTo>
                  <a:cubicBezTo>
                    <a:pt x="19" y="27"/>
                    <a:pt x="17" y="31"/>
                    <a:pt x="13" y="37"/>
                  </a:cubicBezTo>
                  <a:cubicBezTo>
                    <a:pt x="13" y="36"/>
                    <a:pt x="12" y="34"/>
                    <a:pt x="11" y="29"/>
                  </a:cubicBezTo>
                  <a:cubicBezTo>
                    <a:pt x="11" y="27"/>
                    <a:pt x="11" y="26"/>
                    <a:pt x="10" y="24"/>
                  </a:cubicBezTo>
                  <a:cubicBezTo>
                    <a:pt x="10" y="22"/>
                    <a:pt x="10" y="20"/>
                    <a:pt x="10" y="18"/>
                  </a:cubicBezTo>
                  <a:cubicBezTo>
                    <a:pt x="9" y="13"/>
                    <a:pt x="9" y="13"/>
                    <a:pt x="9" y="13"/>
                  </a:cubicBezTo>
                  <a:cubicBezTo>
                    <a:pt x="9" y="12"/>
                    <a:pt x="8" y="10"/>
                    <a:pt x="7" y="7"/>
                  </a:cubicBezTo>
                  <a:cubicBezTo>
                    <a:pt x="7" y="4"/>
                    <a:pt x="5" y="2"/>
                    <a:pt x="3" y="2"/>
                  </a:cubicBezTo>
                  <a:cubicBezTo>
                    <a:pt x="2" y="2"/>
                    <a:pt x="2" y="2"/>
                    <a:pt x="1" y="3"/>
                  </a:cubicBezTo>
                  <a:cubicBezTo>
                    <a:pt x="0" y="4"/>
                    <a:pt x="0" y="5"/>
                    <a:pt x="0" y="6"/>
                  </a:cubicBezTo>
                  <a:cubicBezTo>
                    <a:pt x="0" y="7"/>
                    <a:pt x="0" y="8"/>
                    <a:pt x="0" y="9"/>
                  </a:cubicBezTo>
                  <a:cubicBezTo>
                    <a:pt x="1" y="10"/>
                    <a:pt x="1" y="10"/>
                    <a:pt x="1" y="11"/>
                  </a:cubicBezTo>
                  <a:cubicBezTo>
                    <a:pt x="1" y="12"/>
                    <a:pt x="2" y="15"/>
                    <a:pt x="3" y="20"/>
                  </a:cubicBezTo>
                  <a:cubicBezTo>
                    <a:pt x="3" y="25"/>
                    <a:pt x="4" y="30"/>
                    <a:pt x="6" y="35"/>
                  </a:cubicBezTo>
                  <a:cubicBezTo>
                    <a:pt x="7" y="40"/>
                    <a:pt x="7" y="43"/>
                    <a:pt x="8" y="44"/>
                  </a:cubicBezTo>
                  <a:cubicBezTo>
                    <a:pt x="9" y="45"/>
                    <a:pt x="9" y="46"/>
                    <a:pt x="10" y="47"/>
                  </a:cubicBezTo>
                  <a:cubicBezTo>
                    <a:pt x="11" y="47"/>
                    <a:pt x="12" y="47"/>
                    <a:pt x="13" y="47"/>
                  </a:cubicBezTo>
                  <a:cubicBezTo>
                    <a:pt x="14" y="47"/>
                    <a:pt x="17" y="44"/>
                    <a:pt x="21" y="36"/>
                  </a:cubicBezTo>
                  <a:cubicBezTo>
                    <a:pt x="28" y="23"/>
                    <a:pt x="28" y="23"/>
                    <a:pt x="28" y="23"/>
                  </a:cubicBezTo>
                  <a:cubicBezTo>
                    <a:pt x="28" y="24"/>
                    <a:pt x="30" y="27"/>
                    <a:pt x="32" y="33"/>
                  </a:cubicBezTo>
                  <a:cubicBezTo>
                    <a:pt x="34" y="38"/>
                    <a:pt x="36" y="42"/>
                    <a:pt x="37" y="43"/>
                  </a:cubicBezTo>
                  <a:cubicBezTo>
                    <a:pt x="38" y="45"/>
                    <a:pt x="39" y="45"/>
                    <a:pt x="40"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191"/>
            <p:cNvSpPr>
              <a:spLocks/>
            </p:cNvSpPr>
            <p:nvPr/>
          </p:nvSpPr>
          <p:spPr bwMode="auto">
            <a:xfrm>
              <a:off x="4297362" y="2514601"/>
              <a:ext cx="57150" cy="82550"/>
            </a:xfrm>
            <a:custGeom>
              <a:avLst/>
              <a:gdLst>
                <a:gd name="T0" fmla="*/ 13 w 35"/>
                <a:gd name="T1" fmla="*/ 13 h 51"/>
                <a:gd name="T2" fmla="*/ 14 w 35"/>
                <a:gd name="T3" fmla="*/ 5 h 51"/>
                <a:gd name="T4" fmla="*/ 13 w 35"/>
                <a:gd name="T5" fmla="*/ 1 h 51"/>
                <a:gd name="T6" fmla="*/ 10 w 35"/>
                <a:gd name="T7" fmla="*/ 0 h 51"/>
                <a:gd name="T8" fmla="*/ 7 w 35"/>
                <a:gd name="T9" fmla="*/ 2 h 51"/>
                <a:gd name="T10" fmla="*/ 6 w 35"/>
                <a:gd name="T11" fmla="*/ 8 h 51"/>
                <a:gd name="T12" fmla="*/ 1 w 35"/>
                <a:gd name="T13" fmla="*/ 42 h 51"/>
                <a:gd name="T14" fmla="*/ 0 w 35"/>
                <a:gd name="T15" fmla="*/ 47 h 51"/>
                <a:gd name="T16" fmla="*/ 1 w 35"/>
                <a:gd name="T17" fmla="*/ 50 h 51"/>
                <a:gd name="T18" fmla="*/ 4 w 35"/>
                <a:gd name="T19" fmla="*/ 51 h 51"/>
                <a:gd name="T20" fmla="*/ 6 w 35"/>
                <a:gd name="T21" fmla="*/ 50 h 51"/>
                <a:gd name="T22" fmla="*/ 8 w 35"/>
                <a:gd name="T23" fmla="*/ 46 h 51"/>
                <a:gd name="T24" fmla="*/ 15 w 35"/>
                <a:gd name="T25" fmla="*/ 35 h 51"/>
                <a:gd name="T26" fmla="*/ 22 w 35"/>
                <a:gd name="T27" fmla="*/ 28 h 51"/>
                <a:gd name="T28" fmla="*/ 24 w 35"/>
                <a:gd name="T29" fmla="*/ 29 h 51"/>
                <a:gd name="T30" fmla="*/ 25 w 35"/>
                <a:gd name="T31" fmla="*/ 37 h 51"/>
                <a:gd name="T32" fmla="*/ 27 w 35"/>
                <a:gd name="T33" fmla="*/ 45 h 51"/>
                <a:gd name="T34" fmla="*/ 32 w 35"/>
                <a:gd name="T35" fmla="*/ 48 h 51"/>
                <a:gd name="T36" fmla="*/ 34 w 35"/>
                <a:gd name="T37" fmla="*/ 47 h 51"/>
                <a:gd name="T38" fmla="*/ 35 w 35"/>
                <a:gd name="T39" fmla="*/ 45 h 51"/>
                <a:gd name="T40" fmla="*/ 35 w 35"/>
                <a:gd name="T41" fmla="*/ 43 h 51"/>
                <a:gd name="T42" fmla="*/ 33 w 35"/>
                <a:gd name="T43" fmla="*/ 40 h 51"/>
                <a:gd name="T44" fmla="*/ 32 w 35"/>
                <a:gd name="T45" fmla="*/ 36 h 51"/>
                <a:gd name="T46" fmla="*/ 31 w 35"/>
                <a:gd name="T47" fmla="*/ 31 h 51"/>
                <a:gd name="T48" fmla="*/ 28 w 35"/>
                <a:gd name="T49" fmla="*/ 21 h 51"/>
                <a:gd name="T50" fmla="*/ 24 w 35"/>
                <a:gd name="T51" fmla="*/ 20 h 51"/>
                <a:gd name="T52" fmla="*/ 17 w 35"/>
                <a:gd name="T53" fmla="*/ 23 h 51"/>
                <a:gd name="T54" fmla="*/ 8 w 35"/>
                <a:gd name="T55" fmla="*/ 36 h 51"/>
                <a:gd name="T56" fmla="*/ 10 w 35"/>
                <a:gd name="T57" fmla="*/ 27 h 51"/>
                <a:gd name="T58" fmla="*/ 13 w 35"/>
                <a:gd name="T59" fmla="*/ 1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5" h="51">
                  <a:moveTo>
                    <a:pt x="13" y="13"/>
                  </a:moveTo>
                  <a:cubicBezTo>
                    <a:pt x="14" y="10"/>
                    <a:pt x="14" y="7"/>
                    <a:pt x="14" y="5"/>
                  </a:cubicBezTo>
                  <a:cubicBezTo>
                    <a:pt x="14" y="3"/>
                    <a:pt x="14" y="2"/>
                    <a:pt x="13" y="1"/>
                  </a:cubicBezTo>
                  <a:cubicBezTo>
                    <a:pt x="12" y="1"/>
                    <a:pt x="11" y="0"/>
                    <a:pt x="10" y="0"/>
                  </a:cubicBezTo>
                  <a:cubicBezTo>
                    <a:pt x="9" y="0"/>
                    <a:pt x="8" y="1"/>
                    <a:pt x="7" y="2"/>
                  </a:cubicBezTo>
                  <a:cubicBezTo>
                    <a:pt x="7" y="3"/>
                    <a:pt x="6" y="5"/>
                    <a:pt x="6" y="8"/>
                  </a:cubicBezTo>
                  <a:cubicBezTo>
                    <a:pt x="4" y="20"/>
                    <a:pt x="3" y="31"/>
                    <a:pt x="1" y="42"/>
                  </a:cubicBezTo>
                  <a:cubicBezTo>
                    <a:pt x="0" y="45"/>
                    <a:pt x="0" y="47"/>
                    <a:pt x="0" y="47"/>
                  </a:cubicBezTo>
                  <a:cubicBezTo>
                    <a:pt x="0" y="48"/>
                    <a:pt x="0" y="49"/>
                    <a:pt x="1" y="50"/>
                  </a:cubicBezTo>
                  <a:cubicBezTo>
                    <a:pt x="2" y="50"/>
                    <a:pt x="3" y="51"/>
                    <a:pt x="4" y="51"/>
                  </a:cubicBezTo>
                  <a:cubicBezTo>
                    <a:pt x="5" y="51"/>
                    <a:pt x="5" y="50"/>
                    <a:pt x="6" y="50"/>
                  </a:cubicBezTo>
                  <a:cubicBezTo>
                    <a:pt x="6" y="49"/>
                    <a:pt x="7" y="48"/>
                    <a:pt x="8" y="46"/>
                  </a:cubicBezTo>
                  <a:cubicBezTo>
                    <a:pt x="9" y="43"/>
                    <a:pt x="12" y="39"/>
                    <a:pt x="15" y="35"/>
                  </a:cubicBezTo>
                  <a:cubicBezTo>
                    <a:pt x="19" y="30"/>
                    <a:pt x="21" y="28"/>
                    <a:pt x="22" y="28"/>
                  </a:cubicBezTo>
                  <a:cubicBezTo>
                    <a:pt x="23" y="28"/>
                    <a:pt x="23" y="28"/>
                    <a:pt x="24" y="29"/>
                  </a:cubicBezTo>
                  <a:cubicBezTo>
                    <a:pt x="24" y="31"/>
                    <a:pt x="25" y="33"/>
                    <a:pt x="25" y="37"/>
                  </a:cubicBezTo>
                  <a:cubicBezTo>
                    <a:pt x="25" y="41"/>
                    <a:pt x="26" y="44"/>
                    <a:pt x="27" y="45"/>
                  </a:cubicBezTo>
                  <a:cubicBezTo>
                    <a:pt x="29" y="47"/>
                    <a:pt x="30" y="48"/>
                    <a:pt x="32" y="48"/>
                  </a:cubicBezTo>
                  <a:cubicBezTo>
                    <a:pt x="33" y="48"/>
                    <a:pt x="34" y="48"/>
                    <a:pt x="34" y="47"/>
                  </a:cubicBezTo>
                  <a:cubicBezTo>
                    <a:pt x="35" y="47"/>
                    <a:pt x="35" y="46"/>
                    <a:pt x="35" y="45"/>
                  </a:cubicBezTo>
                  <a:cubicBezTo>
                    <a:pt x="35" y="45"/>
                    <a:pt x="35" y="44"/>
                    <a:pt x="35" y="43"/>
                  </a:cubicBezTo>
                  <a:cubicBezTo>
                    <a:pt x="34" y="42"/>
                    <a:pt x="33" y="41"/>
                    <a:pt x="33" y="40"/>
                  </a:cubicBezTo>
                  <a:cubicBezTo>
                    <a:pt x="32" y="39"/>
                    <a:pt x="32" y="38"/>
                    <a:pt x="32" y="36"/>
                  </a:cubicBezTo>
                  <a:cubicBezTo>
                    <a:pt x="31" y="35"/>
                    <a:pt x="31" y="33"/>
                    <a:pt x="31" y="31"/>
                  </a:cubicBezTo>
                  <a:cubicBezTo>
                    <a:pt x="30" y="26"/>
                    <a:pt x="29" y="23"/>
                    <a:pt x="28" y="21"/>
                  </a:cubicBezTo>
                  <a:cubicBezTo>
                    <a:pt x="27" y="20"/>
                    <a:pt x="26" y="20"/>
                    <a:pt x="24" y="20"/>
                  </a:cubicBezTo>
                  <a:cubicBezTo>
                    <a:pt x="22" y="20"/>
                    <a:pt x="19" y="21"/>
                    <a:pt x="17" y="23"/>
                  </a:cubicBezTo>
                  <a:cubicBezTo>
                    <a:pt x="14" y="25"/>
                    <a:pt x="11" y="30"/>
                    <a:pt x="8" y="36"/>
                  </a:cubicBezTo>
                  <a:cubicBezTo>
                    <a:pt x="9" y="33"/>
                    <a:pt x="9" y="30"/>
                    <a:pt x="10" y="27"/>
                  </a:cubicBezTo>
                  <a:cubicBezTo>
                    <a:pt x="12" y="20"/>
                    <a:pt x="13" y="15"/>
                    <a:pt x="13"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192"/>
            <p:cNvSpPr>
              <a:spLocks/>
            </p:cNvSpPr>
            <p:nvPr/>
          </p:nvSpPr>
          <p:spPr bwMode="auto">
            <a:xfrm>
              <a:off x="4371975" y="2516188"/>
              <a:ext cx="15875" cy="14288"/>
            </a:xfrm>
            <a:custGeom>
              <a:avLst/>
              <a:gdLst>
                <a:gd name="T0" fmla="*/ 8 w 10"/>
                <a:gd name="T1" fmla="*/ 8 h 9"/>
                <a:gd name="T2" fmla="*/ 10 w 10"/>
                <a:gd name="T3" fmla="*/ 4 h 9"/>
                <a:gd name="T4" fmla="*/ 9 w 10"/>
                <a:gd name="T5" fmla="*/ 1 h 9"/>
                <a:gd name="T6" fmla="*/ 6 w 10"/>
                <a:gd name="T7" fmla="*/ 0 h 9"/>
                <a:gd name="T8" fmla="*/ 2 w 10"/>
                <a:gd name="T9" fmla="*/ 1 h 9"/>
                <a:gd name="T10" fmla="*/ 0 w 10"/>
                <a:gd name="T11" fmla="*/ 5 h 9"/>
                <a:gd name="T12" fmla="*/ 2 w 10"/>
                <a:gd name="T13" fmla="*/ 8 h 9"/>
                <a:gd name="T14" fmla="*/ 5 w 10"/>
                <a:gd name="T15" fmla="*/ 9 h 9"/>
                <a:gd name="T16" fmla="*/ 8 w 10"/>
                <a:gd name="T17"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9">
                  <a:moveTo>
                    <a:pt x="8" y="8"/>
                  </a:moveTo>
                  <a:cubicBezTo>
                    <a:pt x="10" y="7"/>
                    <a:pt x="10" y="5"/>
                    <a:pt x="10" y="4"/>
                  </a:cubicBezTo>
                  <a:cubicBezTo>
                    <a:pt x="10" y="3"/>
                    <a:pt x="10" y="2"/>
                    <a:pt x="9" y="1"/>
                  </a:cubicBezTo>
                  <a:cubicBezTo>
                    <a:pt x="8" y="0"/>
                    <a:pt x="7" y="0"/>
                    <a:pt x="6" y="0"/>
                  </a:cubicBezTo>
                  <a:cubicBezTo>
                    <a:pt x="4" y="0"/>
                    <a:pt x="3" y="0"/>
                    <a:pt x="2" y="1"/>
                  </a:cubicBezTo>
                  <a:cubicBezTo>
                    <a:pt x="1" y="2"/>
                    <a:pt x="0" y="3"/>
                    <a:pt x="0" y="5"/>
                  </a:cubicBezTo>
                  <a:cubicBezTo>
                    <a:pt x="0" y="6"/>
                    <a:pt x="1" y="7"/>
                    <a:pt x="2" y="8"/>
                  </a:cubicBezTo>
                  <a:cubicBezTo>
                    <a:pt x="3" y="9"/>
                    <a:pt x="4" y="9"/>
                    <a:pt x="5" y="9"/>
                  </a:cubicBezTo>
                  <a:cubicBezTo>
                    <a:pt x="6" y="9"/>
                    <a:pt x="7" y="9"/>
                    <a:pt x="8"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193"/>
            <p:cNvSpPr>
              <a:spLocks/>
            </p:cNvSpPr>
            <p:nvPr/>
          </p:nvSpPr>
          <p:spPr bwMode="auto">
            <a:xfrm>
              <a:off x="4362450" y="2543176"/>
              <a:ext cx="17462" cy="53975"/>
            </a:xfrm>
            <a:custGeom>
              <a:avLst/>
              <a:gdLst>
                <a:gd name="T0" fmla="*/ 10 w 11"/>
                <a:gd name="T1" fmla="*/ 9 h 33"/>
                <a:gd name="T2" fmla="*/ 10 w 11"/>
                <a:gd name="T3" fmla="*/ 8 h 33"/>
                <a:gd name="T4" fmla="*/ 11 w 11"/>
                <a:gd name="T5" fmla="*/ 3 h 33"/>
                <a:gd name="T6" fmla="*/ 10 w 11"/>
                <a:gd name="T7" fmla="*/ 1 h 33"/>
                <a:gd name="T8" fmla="*/ 6 w 11"/>
                <a:gd name="T9" fmla="*/ 0 h 33"/>
                <a:gd name="T10" fmla="*/ 4 w 11"/>
                <a:gd name="T11" fmla="*/ 2 h 33"/>
                <a:gd name="T12" fmla="*/ 2 w 11"/>
                <a:gd name="T13" fmla="*/ 5 h 33"/>
                <a:gd name="T14" fmla="*/ 1 w 11"/>
                <a:gd name="T15" fmla="*/ 12 h 33"/>
                <a:gd name="T16" fmla="*/ 1 w 11"/>
                <a:gd name="T17" fmla="*/ 12 h 33"/>
                <a:gd name="T18" fmla="*/ 1 w 11"/>
                <a:gd name="T19" fmla="*/ 15 h 33"/>
                <a:gd name="T20" fmla="*/ 0 w 11"/>
                <a:gd name="T21" fmla="*/ 27 h 33"/>
                <a:gd name="T22" fmla="*/ 4 w 11"/>
                <a:gd name="T23" fmla="*/ 33 h 33"/>
                <a:gd name="T24" fmla="*/ 7 w 11"/>
                <a:gd name="T25" fmla="*/ 32 h 33"/>
                <a:gd name="T26" fmla="*/ 8 w 11"/>
                <a:gd name="T27" fmla="*/ 30 h 33"/>
                <a:gd name="T28" fmla="*/ 8 w 11"/>
                <a:gd name="T29" fmla="*/ 29 h 33"/>
                <a:gd name="T30" fmla="*/ 7 w 11"/>
                <a:gd name="T31" fmla="*/ 24 h 33"/>
                <a:gd name="T32" fmla="*/ 8 w 11"/>
                <a:gd name="T33" fmla="*/ 18 h 33"/>
                <a:gd name="T34" fmla="*/ 10 w 11"/>
                <a:gd name="T35" fmla="*/ 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33">
                  <a:moveTo>
                    <a:pt x="10" y="9"/>
                  </a:moveTo>
                  <a:cubicBezTo>
                    <a:pt x="10" y="8"/>
                    <a:pt x="10" y="8"/>
                    <a:pt x="10" y="8"/>
                  </a:cubicBezTo>
                  <a:cubicBezTo>
                    <a:pt x="10" y="6"/>
                    <a:pt x="11" y="4"/>
                    <a:pt x="11" y="3"/>
                  </a:cubicBezTo>
                  <a:cubicBezTo>
                    <a:pt x="11" y="3"/>
                    <a:pt x="10" y="2"/>
                    <a:pt x="10" y="1"/>
                  </a:cubicBezTo>
                  <a:cubicBezTo>
                    <a:pt x="9" y="1"/>
                    <a:pt x="8" y="0"/>
                    <a:pt x="6" y="0"/>
                  </a:cubicBezTo>
                  <a:cubicBezTo>
                    <a:pt x="5" y="0"/>
                    <a:pt x="4" y="1"/>
                    <a:pt x="4" y="2"/>
                  </a:cubicBezTo>
                  <a:cubicBezTo>
                    <a:pt x="3" y="3"/>
                    <a:pt x="2" y="4"/>
                    <a:pt x="2" y="5"/>
                  </a:cubicBezTo>
                  <a:cubicBezTo>
                    <a:pt x="2" y="6"/>
                    <a:pt x="1" y="8"/>
                    <a:pt x="1" y="12"/>
                  </a:cubicBezTo>
                  <a:cubicBezTo>
                    <a:pt x="1" y="12"/>
                    <a:pt x="1" y="12"/>
                    <a:pt x="1" y="12"/>
                  </a:cubicBezTo>
                  <a:cubicBezTo>
                    <a:pt x="1" y="13"/>
                    <a:pt x="1" y="14"/>
                    <a:pt x="1" y="15"/>
                  </a:cubicBezTo>
                  <a:cubicBezTo>
                    <a:pt x="0" y="20"/>
                    <a:pt x="0" y="24"/>
                    <a:pt x="0" y="27"/>
                  </a:cubicBezTo>
                  <a:cubicBezTo>
                    <a:pt x="0" y="31"/>
                    <a:pt x="1" y="33"/>
                    <a:pt x="4" y="33"/>
                  </a:cubicBezTo>
                  <a:cubicBezTo>
                    <a:pt x="5" y="33"/>
                    <a:pt x="6" y="33"/>
                    <a:pt x="7" y="32"/>
                  </a:cubicBezTo>
                  <a:cubicBezTo>
                    <a:pt x="7" y="31"/>
                    <a:pt x="8" y="31"/>
                    <a:pt x="8" y="30"/>
                  </a:cubicBezTo>
                  <a:cubicBezTo>
                    <a:pt x="8" y="30"/>
                    <a:pt x="8" y="30"/>
                    <a:pt x="8" y="29"/>
                  </a:cubicBezTo>
                  <a:cubicBezTo>
                    <a:pt x="7" y="27"/>
                    <a:pt x="7" y="26"/>
                    <a:pt x="7" y="24"/>
                  </a:cubicBezTo>
                  <a:cubicBezTo>
                    <a:pt x="7" y="23"/>
                    <a:pt x="7" y="21"/>
                    <a:pt x="8" y="18"/>
                  </a:cubicBezTo>
                  <a:cubicBezTo>
                    <a:pt x="8" y="16"/>
                    <a:pt x="8" y="13"/>
                    <a:pt x="1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194"/>
            <p:cNvSpPr>
              <a:spLocks/>
            </p:cNvSpPr>
            <p:nvPr/>
          </p:nvSpPr>
          <p:spPr bwMode="auto">
            <a:xfrm>
              <a:off x="4391025" y="2513013"/>
              <a:ext cx="22225" cy="85725"/>
            </a:xfrm>
            <a:custGeom>
              <a:avLst/>
              <a:gdLst>
                <a:gd name="T0" fmla="*/ 11 w 14"/>
                <a:gd name="T1" fmla="*/ 16 h 53"/>
                <a:gd name="T2" fmla="*/ 13 w 14"/>
                <a:gd name="T3" fmla="*/ 7 h 53"/>
                <a:gd name="T4" fmla="*/ 14 w 14"/>
                <a:gd name="T5" fmla="*/ 3 h 53"/>
                <a:gd name="T6" fmla="*/ 10 w 14"/>
                <a:gd name="T7" fmla="*/ 0 h 53"/>
                <a:gd name="T8" fmla="*/ 7 w 14"/>
                <a:gd name="T9" fmla="*/ 2 h 53"/>
                <a:gd name="T10" fmla="*/ 3 w 14"/>
                <a:gd name="T11" fmla="*/ 19 h 53"/>
                <a:gd name="T12" fmla="*/ 0 w 14"/>
                <a:gd name="T13" fmla="*/ 44 h 53"/>
                <a:gd name="T14" fmla="*/ 1 w 14"/>
                <a:gd name="T15" fmla="*/ 51 h 53"/>
                <a:gd name="T16" fmla="*/ 4 w 14"/>
                <a:gd name="T17" fmla="*/ 53 h 53"/>
                <a:gd name="T18" fmla="*/ 7 w 14"/>
                <a:gd name="T19" fmla="*/ 52 h 53"/>
                <a:gd name="T20" fmla="*/ 8 w 14"/>
                <a:gd name="T21" fmla="*/ 49 h 53"/>
                <a:gd name="T22" fmla="*/ 8 w 14"/>
                <a:gd name="T23" fmla="*/ 47 h 53"/>
                <a:gd name="T24" fmla="*/ 8 w 14"/>
                <a:gd name="T25" fmla="*/ 38 h 53"/>
                <a:gd name="T26" fmla="*/ 8 w 14"/>
                <a:gd name="T27" fmla="*/ 28 h 53"/>
                <a:gd name="T28" fmla="*/ 11 w 14"/>
                <a:gd name="T29" fmla="*/ 1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53">
                  <a:moveTo>
                    <a:pt x="11" y="16"/>
                  </a:moveTo>
                  <a:cubicBezTo>
                    <a:pt x="12" y="11"/>
                    <a:pt x="13" y="8"/>
                    <a:pt x="13" y="7"/>
                  </a:cubicBezTo>
                  <a:cubicBezTo>
                    <a:pt x="13" y="6"/>
                    <a:pt x="14" y="4"/>
                    <a:pt x="14" y="3"/>
                  </a:cubicBezTo>
                  <a:cubicBezTo>
                    <a:pt x="14" y="1"/>
                    <a:pt x="13" y="0"/>
                    <a:pt x="10" y="0"/>
                  </a:cubicBezTo>
                  <a:cubicBezTo>
                    <a:pt x="9" y="0"/>
                    <a:pt x="8" y="1"/>
                    <a:pt x="7" y="2"/>
                  </a:cubicBezTo>
                  <a:cubicBezTo>
                    <a:pt x="6" y="4"/>
                    <a:pt x="4" y="10"/>
                    <a:pt x="3" y="19"/>
                  </a:cubicBezTo>
                  <a:cubicBezTo>
                    <a:pt x="1" y="29"/>
                    <a:pt x="0" y="37"/>
                    <a:pt x="0" y="44"/>
                  </a:cubicBezTo>
                  <a:cubicBezTo>
                    <a:pt x="0" y="47"/>
                    <a:pt x="1" y="50"/>
                    <a:pt x="1" y="51"/>
                  </a:cubicBezTo>
                  <a:cubicBezTo>
                    <a:pt x="2" y="52"/>
                    <a:pt x="3" y="53"/>
                    <a:pt x="4" y="53"/>
                  </a:cubicBezTo>
                  <a:cubicBezTo>
                    <a:pt x="5" y="53"/>
                    <a:pt x="6" y="53"/>
                    <a:pt x="7" y="52"/>
                  </a:cubicBezTo>
                  <a:cubicBezTo>
                    <a:pt x="8" y="51"/>
                    <a:pt x="8" y="50"/>
                    <a:pt x="8" y="49"/>
                  </a:cubicBezTo>
                  <a:cubicBezTo>
                    <a:pt x="8" y="48"/>
                    <a:pt x="8" y="48"/>
                    <a:pt x="8" y="47"/>
                  </a:cubicBezTo>
                  <a:cubicBezTo>
                    <a:pt x="8" y="43"/>
                    <a:pt x="8" y="40"/>
                    <a:pt x="8" y="38"/>
                  </a:cubicBezTo>
                  <a:cubicBezTo>
                    <a:pt x="8" y="35"/>
                    <a:pt x="8" y="32"/>
                    <a:pt x="8" y="28"/>
                  </a:cubicBezTo>
                  <a:cubicBezTo>
                    <a:pt x="9" y="24"/>
                    <a:pt x="10" y="20"/>
                    <a:pt x="11"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195"/>
            <p:cNvSpPr>
              <a:spLocks noEditPoints="1"/>
            </p:cNvSpPr>
            <p:nvPr/>
          </p:nvSpPr>
          <p:spPr bwMode="auto">
            <a:xfrm>
              <a:off x="4416425" y="2540001"/>
              <a:ext cx="46037" cy="57150"/>
            </a:xfrm>
            <a:custGeom>
              <a:avLst/>
              <a:gdLst>
                <a:gd name="T0" fmla="*/ 6 w 28"/>
                <a:gd name="T1" fmla="*/ 7 h 35"/>
                <a:gd name="T2" fmla="*/ 0 w 28"/>
                <a:gd name="T3" fmla="*/ 23 h 35"/>
                <a:gd name="T4" fmla="*/ 3 w 28"/>
                <a:gd name="T5" fmla="*/ 32 h 35"/>
                <a:gd name="T6" fmla="*/ 11 w 28"/>
                <a:gd name="T7" fmla="*/ 35 h 35"/>
                <a:gd name="T8" fmla="*/ 23 w 28"/>
                <a:gd name="T9" fmla="*/ 31 h 35"/>
                <a:gd name="T10" fmla="*/ 28 w 28"/>
                <a:gd name="T11" fmla="*/ 23 h 35"/>
                <a:gd name="T12" fmla="*/ 26 w 28"/>
                <a:gd name="T13" fmla="*/ 21 h 35"/>
                <a:gd name="T14" fmla="*/ 24 w 28"/>
                <a:gd name="T15" fmla="*/ 22 h 35"/>
                <a:gd name="T16" fmla="*/ 12 w 28"/>
                <a:gd name="T17" fmla="*/ 29 h 35"/>
                <a:gd name="T18" fmla="*/ 8 w 28"/>
                <a:gd name="T19" fmla="*/ 27 h 35"/>
                <a:gd name="T20" fmla="*/ 7 w 28"/>
                <a:gd name="T21" fmla="*/ 25 h 35"/>
                <a:gd name="T22" fmla="*/ 8 w 28"/>
                <a:gd name="T23" fmla="*/ 24 h 35"/>
                <a:gd name="T24" fmla="*/ 21 w 28"/>
                <a:gd name="T25" fmla="*/ 17 h 35"/>
                <a:gd name="T26" fmla="*/ 26 w 28"/>
                <a:gd name="T27" fmla="*/ 7 h 35"/>
                <a:gd name="T28" fmla="*/ 24 w 28"/>
                <a:gd name="T29" fmla="*/ 2 h 35"/>
                <a:gd name="T30" fmla="*/ 18 w 28"/>
                <a:gd name="T31" fmla="*/ 0 h 35"/>
                <a:gd name="T32" fmla="*/ 6 w 28"/>
                <a:gd name="T33" fmla="*/ 7 h 35"/>
                <a:gd name="T34" fmla="*/ 12 w 28"/>
                <a:gd name="T35" fmla="*/ 10 h 35"/>
                <a:gd name="T36" fmla="*/ 18 w 28"/>
                <a:gd name="T37" fmla="*/ 6 h 35"/>
                <a:gd name="T38" fmla="*/ 19 w 28"/>
                <a:gd name="T39" fmla="*/ 7 h 35"/>
                <a:gd name="T40" fmla="*/ 20 w 28"/>
                <a:gd name="T41" fmla="*/ 8 h 35"/>
                <a:gd name="T42" fmla="*/ 16 w 28"/>
                <a:gd name="T43" fmla="*/ 14 h 35"/>
                <a:gd name="T44" fmla="*/ 8 w 28"/>
                <a:gd name="T45" fmla="*/ 18 h 35"/>
                <a:gd name="T46" fmla="*/ 12 w 28"/>
                <a:gd name="T47"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35">
                  <a:moveTo>
                    <a:pt x="6" y="7"/>
                  </a:moveTo>
                  <a:cubicBezTo>
                    <a:pt x="2" y="12"/>
                    <a:pt x="0" y="17"/>
                    <a:pt x="0" y="23"/>
                  </a:cubicBezTo>
                  <a:cubicBezTo>
                    <a:pt x="0" y="27"/>
                    <a:pt x="1" y="30"/>
                    <a:pt x="3" y="32"/>
                  </a:cubicBezTo>
                  <a:cubicBezTo>
                    <a:pt x="5" y="34"/>
                    <a:pt x="7" y="35"/>
                    <a:pt x="11" y="35"/>
                  </a:cubicBezTo>
                  <a:cubicBezTo>
                    <a:pt x="15" y="35"/>
                    <a:pt x="19" y="34"/>
                    <a:pt x="23" y="31"/>
                  </a:cubicBezTo>
                  <a:cubicBezTo>
                    <a:pt x="26" y="28"/>
                    <a:pt x="28" y="25"/>
                    <a:pt x="28" y="23"/>
                  </a:cubicBezTo>
                  <a:cubicBezTo>
                    <a:pt x="28" y="22"/>
                    <a:pt x="27" y="21"/>
                    <a:pt x="26" y="21"/>
                  </a:cubicBezTo>
                  <a:cubicBezTo>
                    <a:pt x="25" y="21"/>
                    <a:pt x="25" y="22"/>
                    <a:pt x="24" y="22"/>
                  </a:cubicBezTo>
                  <a:cubicBezTo>
                    <a:pt x="20" y="27"/>
                    <a:pt x="16" y="29"/>
                    <a:pt x="12" y="29"/>
                  </a:cubicBezTo>
                  <a:cubicBezTo>
                    <a:pt x="10" y="29"/>
                    <a:pt x="9" y="28"/>
                    <a:pt x="8" y="27"/>
                  </a:cubicBezTo>
                  <a:cubicBezTo>
                    <a:pt x="7" y="27"/>
                    <a:pt x="7" y="26"/>
                    <a:pt x="7" y="25"/>
                  </a:cubicBezTo>
                  <a:cubicBezTo>
                    <a:pt x="7" y="24"/>
                    <a:pt x="7" y="24"/>
                    <a:pt x="8" y="24"/>
                  </a:cubicBezTo>
                  <a:cubicBezTo>
                    <a:pt x="13" y="22"/>
                    <a:pt x="17" y="20"/>
                    <a:pt x="21" y="17"/>
                  </a:cubicBezTo>
                  <a:cubicBezTo>
                    <a:pt x="24" y="14"/>
                    <a:pt x="26" y="11"/>
                    <a:pt x="26" y="7"/>
                  </a:cubicBezTo>
                  <a:cubicBezTo>
                    <a:pt x="26" y="5"/>
                    <a:pt x="25" y="3"/>
                    <a:pt x="24" y="2"/>
                  </a:cubicBezTo>
                  <a:cubicBezTo>
                    <a:pt x="22" y="1"/>
                    <a:pt x="21" y="0"/>
                    <a:pt x="18" y="0"/>
                  </a:cubicBezTo>
                  <a:cubicBezTo>
                    <a:pt x="14" y="0"/>
                    <a:pt x="10" y="2"/>
                    <a:pt x="6" y="7"/>
                  </a:cubicBezTo>
                  <a:close/>
                  <a:moveTo>
                    <a:pt x="12" y="10"/>
                  </a:moveTo>
                  <a:cubicBezTo>
                    <a:pt x="14" y="7"/>
                    <a:pt x="16" y="6"/>
                    <a:pt x="18" y="6"/>
                  </a:cubicBezTo>
                  <a:cubicBezTo>
                    <a:pt x="18" y="6"/>
                    <a:pt x="19" y="6"/>
                    <a:pt x="19" y="7"/>
                  </a:cubicBezTo>
                  <a:cubicBezTo>
                    <a:pt x="19" y="7"/>
                    <a:pt x="20" y="8"/>
                    <a:pt x="20" y="8"/>
                  </a:cubicBezTo>
                  <a:cubicBezTo>
                    <a:pt x="20" y="10"/>
                    <a:pt x="18" y="12"/>
                    <a:pt x="16" y="14"/>
                  </a:cubicBezTo>
                  <a:cubicBezTo>
                    <a:pt x="14" y="16"/>
                    <a:pt x="11" y="17"/>
                    <a:pt x="8" y="18"/>
                  </a:cubicBezTo>
                  <a:cubicBezTo>
                    <a:pt x="8" y="15"/>
                    <a:pt x="10" y="12"/>
                    <a:pt x="12"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196"/>
            <p:cNvSpPr>
              <a:spLocks/>
            </p:cNvSpPr>
            <p:nvPr/>
          </p:nvSpPr>
          <p:spPr bwMode="auto">
            <a:xfrm>
              <a:off x="3867150" y="2641601"/>
              <a:ext cx="93662" cy="76200"/>
            </a:xfrm>
            <a:custGeom>
              <a:avLst/>
              <a:gdLst>
                <a:gd name="T0" fmla="*/ 1 w 58"/>
                <a:gd name="T1" fmla="*/ 11 h 47"/>
                <a:gd name="T2" fmla="*/ 3 w 58"/>
                <a:gd name="T3" fmla="*/ 20 h 47"/>
                <a:gd name="T4" fmla="*/ 6 w 58"/>
                <a:gd name="T5" fmla="*/ 35 h 47"/>
                <a:gd name="T6" fmla="*/ 9 w 58"/>
                <a:gd name="T7" fmla="*/ 44 h 47"/>
                <a:gd name="T8" fmla="*/ 11 w 58"/>
                <a:gd name="T9" fmla="*/ 47 h 47"/>
                <a:gd name="T10" fmla="*/ 13 w 58"/>
                <a:gd name="T11" fmla="*/ 47 h 47"/>
                <a:gd name="T12" fmla="*/ 21 w 58"/>
                <a:gd name="T13" fmla="*/ 36 h 47"/>
                <a:gd name="T14" fmla="*/ 29 w 58"/>
                <a:gd name="T15" fmla="*/ 23 h 47"/>
                <a:gd name="T16" fmla="*/ 32 w 58"/>
                <a:gd name="T17" fmla="*/ 33 h 47"/>
                <a:gd name="T18" fmla="*/ 37 w 58"/>
                <a:gd name="T19" fmla="*/ 43 h 47"/>
                <a:gd name="T20" fmla="*/ 41 w 58"/>
                <a:gd name="T21" fmla="*/ 45 h 47"/>
                <a:gd name="T22" fmla="*/ 43 w 58"/>
                <a:gd name="T23" fmla="*/ 45 h 47"/>
                <a:gd name="T24" fmla="*/ 44 w 58"/>
                <a:gd name="T25" fmla="*/ 43 h 47"/>
                <a:gd name="T26" fmla="*/ 46 w 58"/>
                <a:gd name="T27" fmla="*/ 39 h 47"/>
                <a:gd name="T28" fmla="*/ 51 w 58"/>
                <a:gd name="T29" fmla="*/ 29 h 47"/>
                <a:gd name="T30" fmla="*/ 52 w 58"/>
                <a:gd name="T31" fmla="*/ 27 h 47"/>
                <a:gd name="T32" fmla="*/ 57 w 58"/>
                <a:gd name="T33" fmla="*/ 13 h 47"/>
                <a:gd name="T34" fmla="*/ 58 w 58"/>
                <a:gd name="T35" fmla="*/ 4 h 47"/>
                <a:gd name="T36" fmla="*/ 58 w 58"/>
                <a:gd name="T37" fmla="*/ 1 h 47"/>
                <a:gd name="T38" fmla="*/ 55 w 58"/>
                <a:gd name="T39" fmla="*/ 0 h 47"/>
                <a:gd name="T40" fmla="*/ 53 w 58"/>
                <a:gd name="T41" fmla="*/ 1 h 47"/>
                <a:gd name="T42" fmla="*/ 51 w 58"/>
                <a:gd name="T43" fmla="*/ 3 h 47"/>
                <a:gd name="T44" fmla="*/ 41 w 58"/>
                <a:gd name="T45" fmla="*/ 36 h 47"/>
                <a:gd name="T46" fmla="*/ 38 w 58"/>
                <a:gd name="T47" fmla="*/ 27 h 47"/>
                <a:gd name="T48" fmla="*/ 35 w 58"/>
                <a:gd name="T49" fmla="*/ 21 h 47"/>
                <a:gd name="T50" fmla="*/ 35 w 58"/>
                <a:gd name="T51" fmla="*/ 20 h 47"/>
                <a:gd name="T52" fmla="*/ 32 w 58"/>
                <a:gd name="T53" fmla="*/ 13 h 47"/>
                <a:gd name="T54" fmla="*/ 30 w 58"/>
                <a:gd name="T55" fmla="*/ 12 h 47"/>
                <a:gd name="T56" fmla="*/ 28 w 58"/>
                <a:gd name="T57" fmla="*/ 12 h 47"/>
                <a:gd name="T58" fmla="*/ 26 w 58"/>
                <a:gd name="T59" fmla="*/ 14 h 47"/>
                <a:gd name="T60" fmla="*/ 21 w 58"/>
                <a:gd name="T61" fmla="*/ 25 h 47"/>
                <a:gd name="T62" fmla="*/ 14 w 58"/>
                <a:gd name="T63" fmla="*/ 37 h 47"/>
                <a:gd name="T64" fmla="*/ 12 w 58"/>
                <a:gd name="T65" fmla="*/ 29 h 47"/>
                <a:gd name="T66" fmla="*/ 11 w 58"/>
                <a:gd name="T67" fmla="*/ 24 h 47"/>
                <a:gd name="T68" fmla="*/ 10 w 58"/>
                <a:gd name="T69" fmla="*/ 18 h 47"/>
                <a:gd name="T70" fmla="*/ 9 w 58"/>
                <a:gd name="T71" fmla="*/ 13 h 47"/>
                <a:gd name="T72" fmla="*/ 8 w 58"/>
                <a:gd name="T73" fmla="*/ 6 h 47"/>
                <a:gd name="T74" fmla="*/ 4 w 58"/>
                <a:gd name="T75" fmla="*/ 2 h 47"/>
                <a:gd name="T76" fmla="*/ 1 w 58"/>
                <a:gd name="T77" fmla="*/ 3 h 47"/>
                <a:gd name="T78" fmla="*/ 0 w 58"/>
                <a:gd name="T79" fmla="*/ 6 h 47"/>
                <a:gd name="T80" fmla="*/ 1 w 58"/>
                <a:gd name="T81" fmla="*/ 9 h 47"/>
                <a:gd name="T82" fmla="*/ 1 w 58"/>
                <a:gd name="T83" fmla="*/ 1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8" h="47">
                  <a:moveTo>
                    <a:pt x="1" y="11"/>
                  </a:moveTo>
                  <a:cubicBezTo>
                    <a:pt x="2" y="12"/>
                    <a:pt x="2" y="15"/>
                    <a:pt x="3" y="20"/>
                  </a:cubicBezTo>
                  <a:cubicBezTo>
                    <a:pt x="4" y="25"/>
                    <a:pt x="5" y="30"/>
                    <a:pt x="6" y="35"/>
                  </a:cubicBezTo>
                  <a:cubicBezTo>
                    <a:pt x="7" y="39"/>
                    <a:pt x="8" y="42"/>
                    <a:pt x="9" y="44"/>
                  </a:cubicBezTo>
                  <a:cubicBezTo>
                    <a:pt x="9" y="45"/>
                    <a:pt x="10" y="46"/>
                    <a:pt x="11" y="47"/>
                  </a:cubicBezTo>
                  <a:cubicBezTo>
                    <a:pt x="11" y="47"/>
                    <a:pt x="12" y="47"/>
                    <a:pt x="13" y="47"/>
                  </a:cubicBezTo>
                  <a:cubicBezTo>
                    <a:pt x="15" y="47"/>
                    <a:pt x="17" y="44"/>
                    <a:pt x="21" y="36"/>
                  </a:cubicBezTo>
                  <a:cubicBezTo>
                    <a:pt x="29" y="23"/>
                    <a:pt x="29" y="23"/>
                    <a:pt x="29" y="23"/>
                  </a:cubicBezTo>
                  <a:cubicBezTo>
                    <a:pt x="29" y="24"/>
                    <a:pt x="30" y="27"/>
                    <a:pt x="32" y="33"/>
                  </a:cubicBezTo>
                  <a:cubicBezTo>
                    <a:pt x="35" y="38"/>
                    <a:pt x="36" y="42"/>
                    <a:pt x="37" y="43"/>
                  </a:cubicBezTo>
                  <a:cubicBezTo>
                    <a:pt x="38" y="44"/>
                    <a:pt x="40" y="45"/>
                    <a:pt x="41" y="45"/>
                  </a:cubicBezTo>
                  <a:cubicBezTo>
                    <a:pt x="41" y="45"/>
                    <a:pt x="42" y="45"/>
                    <a:pt x="43" y="45"/>
                  </a:cubicBezTo>
                  <a:cubicBezTo>
                    <a:pt x="44" y="44"/>
                    <a:pt x="44" y="44"/>
                    <a:pt x="44" y="43"/>
                  </a:cubicBezTo>
                  <a:cubicBezTo>
                    <a:pt x="45" y="43"/>
                    <a:pt x="45" y="41"/>
                    <a:pt x="46" y="39"/>
                  </a:cubicBezTo>
                  <a:cubicBezTo>
                    <a:pt x="49" y="33"/>
                    <a:pt x="51" y="30"/>
                    <a:pt x="51" y="29"/>
                  </a:cubicBezTo>
                  <a:cubicBezTo>
                    <a:pt x="52" y="27"/>
                    <a:pt x="52" y="27"/>
                    <a:pt x="52" y="27"/>
                  </a:cubicBezTo>
                  <a:cubicBezTo>
                    <a:pt x="54" y="22"/>
                    <a:pt x="56" y="17"/>
                    <a:pt x="57" y="13"/>
                  </a:cubicBezTo>
                  <a:cubicBezTo>
                    <a:pt x="58" y="9"/>
                    <a:pt x="58" y="6"/>
                    <a:pt x="58" y="4"/>
                  </a:cubicBezTo>
                  <a:cubicBezTo>
                    <a:pt x="58" y="3"/>
                    <a:pt x="58" y="2"/>
                    <a:pt x="58" y="1"/>
                  </a:cubicBezTo>
                  <a:cubicBezTo>
                    <a:pt x="57" y="0"/>
                    <a:pt x="56" y="0"/>
                    <a:pt x="55" y="0"/>
                  </a:cubicBezTo>
                  <a:cubicBezTo>
                    <a:pt x="54" y="0"/>
                    <a:pt x="53" y="0"/>
                    <a:pt x="53" y="1"/>
                  </a:cubicBezTo>
                  <a:cubicBezTo>
                    <a:pt x="52" y="1"/>
                    <a:pt x="51" y="2"/>
                    <a:pt x="51" y="3"/>
                  </a:cubicBezTo>
                  <a:cubicBezTo>
                    <a:pt x="50" y="14"/>
                    <a:pt x="47" y="25"/>
                    <a:pt x="41" y="36"/>
                  </a:cubicBezTo>
                  <a:cubicBezTo>
                    <a:pt x="41" y="36"/>
                    <a:pt x="40" y="33"/>
                    <a:pt x="38" y="27"/>
                  </a:cubicBezTo>
                  <a:cubicBezTo>
                    <a:pt x="35" y="21"/>
                    <a:pt x="35" y="21"/>
                    <a:pt x="35" y="21"/>
                  </a:cubicBezTo>
                  <a:cubicBezTo>
                    <a:pt x="35" y="20"/>
                    <a:pt x="35" y="20"/>
                    <a:pt x="35" y="20"/>
                  </a:cubicBezTo>
                  <a:cubicBezTo>
                    <a:pt x="33" y="16"/>
                    <a:pt x="32" y="14"/>
                    <a:pt x="32" y="13"/>
                  </a:cubicBezTo>
                  <a:cubicBezTo>
                    <a:pt x="31" y="12"/>
                    <a:pt x="31" y="12"/>
                    <a:pt x="30" y="12"/>
                  </a:cubicBezTo>
                  <a:cubicBezTo>
                    <a:pt x="29" y="12"/>
                    <a:pt x="28" y="12"/>
                    <a:pt x="28" y="12"/>
                  </a:cubicBezTo>
                  <a:cubicBezTo>
                    <a:pt x="27" y="13"/>
                    <a:pt x="27" y="13"/>
                    <a:pt x="26" y="14"/>
                  </a:cubicBezTo>
                  <a:cubicBezTo>
                    <a:pt x="24" y="19"/>
                    <a:pt x="22" y="22"/>
                    <a:pt x="21" y="25"/>
                  </a:cubicBezTo>
                  <a:cubicBezTo>
                    <a:pt x="20" y="27"/>
                    <a:pt x="17" y="31"/>
                    <a:pt x="14" y="37"/>
                  </a:cubicBezTo>
                  <a:cubicBezTo>
                    <a:pt x="13" y="36"/>
                    <a:pt x="13" y="34"/>
                    <a:pt x="12" y="29"/>
                  </a:cubicBezTo>
                  <a:cubicBezTo>
                    <a:pt x="12" y="27"/>
                    <a:pt x="12" y="26"/>
                    <a:pt x="11" y="24"/>
                  </a:cubicBezTo>
                  <a:cubicBezTo>
                    <a:pt x="11" y="22"/>
                    <a:pt x="10" y="20"/>
                    <a:pt x="10" y="18"/>
                  </a:cubicBezTo>
                  <a:cubicBezTo>
                    <a:pt x="9" y="13"/>
                    <a:pt x="9" y="13"/>
                    <a:pt x="9" y="13"/>
                  </a:cubicBezTo>
                  <a:cubicBezTo>
                    <a:pt x="9" y="12"/>
                    <a:pt x="9" y="10"/>
                    <a:pt x="8" y="6"/>
                  </a:cubicBezTo>
                  <a:cubicBezTo>
                    <a:pt x="7" y="3"/>
                    <a:pt x="6" y="2"/>
                    <a:pt x="4" y="2"/>
                  </a:cubicBezTo>
                  <a:cubicBezTo>
                    <a:pt x="3" y="2"/>
                    <a:pt x="2" y="2"/>
                    <a:pt x="1" y="3"/>
                  </a:cubicBezTo>
                  <a:cubicBezTo>
                    <a:pt x="1" y="4"/>
                    <a:pt x="0" y="5"/>
                    <a:pt x="0" y="6"/>
                  </a:cubicBezTo>
                  <a:cubicBezTo>
                    <a:pt x="0" y="6"/>
                    <a:pt x="0" y="8"/>
                    <a:pt x="1" y="9"/>
                  </a:cubicBezTo>
                  <a:cubicBezTo>
                    <a:pt x="1" y="10"/>
                    <a:pt x="1" y="10"/>
                    <a:pt x="1"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197"/>
            <p:cNvSpPr>
              <a:spLocks noEditPoints="1"/>
            </p:cNvSpPr>
            <p:nvPr/>
          </p:nvSpPr>
          <p:spPr bwMode="auto">
            <a:xfrm>
              <a:off x="3962400" y="2659063"/>
              <a:ext cx="52387" cy="57150"/>
            </a:xfrm>
            <a:custGeom>
              <a:avLst/>
              <a:gdLst>
                <a:gd name="T0" fmla="*/ 27 w 32"/>
                <a:gd name="T1" fmla="*/ 35 h 35"/>
                <a:gd name="T2" fmla="*/ 31 w 32"/>
                <a:gd name="T3" fmla="*/ 34 h 35"/>
                <a:gd name="T4" fmla="*/ 32 w 32"/>
                <a:gd name="T5" fmla="*/ 31 h 35"/>
                <a:gd name="T6" fmla="*/ 31 w 32"/>
                <a:gd name="T7" fmla="*/ 30 h 35"/>
                <a:gd name="T8" fmla="*/ 30 w 32"/>
                <a:gd name="T9" fmla="*/ 29 h 35"/>
                <a:gd name="T10" fmla="*/ 29 w 32"/>
                <a:gd name="T11" fmla="*/ 27 h 35"/>
                <a:gd name="T12" fmla="*/ 28 w 32"/>
                <a:gd name="T13" fmla="*/ 21 h 35"/>
                <a:gd name="T14" fmla="*/ 29 w 32"/>
                <a:gd name="T15" fmla="*/ 11 h 35"/>
                <a:gd name="T16" fmla="*/ 30 w 32"/>
                <a:gd name="T17" fmla="*/ 7 h 35"/>
                <a:gd name="T18" fmla="*/ 27 w 32"/>
                <a:gd name="T19" fmla="*/ 4 h 35"/>
                <a:gd name="T20" fmla="*/ 22 w 32"/>
                <a:gd name="T21" fmla="*/ 0 h 35"/>
                <a:gd name="T22" fmla="*/ 8 w 32"/>
                <a:gd name="T23" fmla="*/ 9 h 35"/>
                <a:gd name="T24" fmla="*/ 0 w 32"/>
                <a:gd name="T25" fmla="*/ 26 h 35"/>
                <a:gd name="T26" fmla="*/ 2 w 32"/>
                <a:gd name="T27" fmla="*/ 32 h 35"/>
                <a:gd name="T28" fmla="*/ 7 w 32"/>
                <a:gd name="T29" fmla="*/ 34 h 35"/>
                <a:gd name="T30" fmla="*/ 22 w 32"/>
                <a:gd name="T31" fmla="*/ 23 h 35"/>
                <a:gd name="T32" fmla="*/ 27 w 32"/>
                <a:gd name="T33" fmla="*/ 35 h 35"/>
                <a:gd name="T34" fmla="*/ 18 w 32"/>
                <a:gd name="T35" fmla="*/ 21 h 35"/>
                <a:gd name="T36" fmla="*/ 9 w 32"/>
                <a:gd name="T37" fmla="*/ 27 h 35"/>
                <a:gd name="T38" fmla="*/ 8 w 32"/>
                <a:gd name="T39" fmla="*/ 25 h 35"/>
                <a:gd name="T40" fmla="*/ 13 w 32"/>
                <a:gd name="T41" fmla="*/ 13 h 35"/>
                <a:gd name="T42" fmla="*/ 20 w 32"/>
                <a:gd name="T43" fmla="*/ 7 h 35"/>
                <a:gd name="T44" fmla="*/ 22 w 32"/>
                <a:gd name="T45" fmla="*/ 8 h 35"/>
                <a:gd name="T46" fmla="*/ 23 w 32"/>
                <a:gd name="T47" fmla="*/ 10 h 35"/>
                <a:gd name="T48" fmla="*/ 18 w 32"/>
                <a:gd name="T49" fmla="*/ 2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 h="35">
                  <a:moveTo>
                    <a:pt x="27" y="35"/>
                  </a:moveTo>
                  <a:cubicBezTo>
                    <a:pt x="28" y="35"/>
                    <a:pt x="30" y="34"/>
                    <a:pt x="31" y="34"/>
                  </a:cubicBezTo>
                  <a:cubicBezTo>
                    <a:pt x="32" y="33"/>
                    <a:pt x="32" y="32"/>
                    <a:pt x="32" y="31"/>
                  </a:cubicBezTo>
                  <a:cubicBezTo>
                    <a:pt x="32" y="30"/>
                    <a:pt x="32" y="30"/>
                    <a:pt x="31" y="30"/>
                  </a:cubicBezTo>
                  <a:cubicBezTo>
                    <a:pt x="30" y="29"/>
                    <a:pt x="30" y="29"/>
                    <a:pt x="30" y="29"/>
                  </a:cubicBezTo>
                  <a:cubicBezTo>
                    <a:pt x="29" y="28"/>
                    <a:pt x="29" y="28"/>
                    <a:pt x="29" y="27"/>
                  </a:cubicBezTo>
                  <a:cubicBezTo>
                    <a:pt x="28" y="25"/>
                    <a:pt x="28" y="24"/>
                    <a:pt x="28" y="21"/>
                  </a:cubicBezTo>
                  <a:cubicBezTo>
                    <a:pt x="28" y="19"/>
                    <a:pt x="29" y="15"/>
                    <a:pt x="29" y="11"/>
                  </a:cubicBezTo>
                  <a:cubicBezTo>
                    <a:pt x="30" y="9"/>
                    <a:pt x="30" y="7"/>
                    <a:pt x="30" y="7"/>
                  </a:cubicBezTo>
                  <a:cubicBezTo>
                    <a:pt x="30" y="5"/>
                    <a:pt x="29" y="4"/>
                    <a:pt x="27" y="4"/>
                  </a:cubicBezTo>
                  <a:cubicBezTo>
                    <a:pt x="26" y="2"/>
                    <a:pt x="24" y="0"/>
                    <a:pt x="22" y="0"/>
                  </a:cubicBezTo>
                  <a:cubicBezTo>
                    <a:pt x="17" y="0"/>
                    <a:pt x="12" y="3"/>
                    <a:pt x="8" y="9"/>
                  </a:cubicBezTo>
                  <a:cubicBezTo>
                    <a:pt x="3" y="15"/>
                    <a:pt x="0" y="21"/>
                    <a:pt x="0" y="26"/>
                  </a:cubicBezTo>
                  <a:cubicBezTo>
                    <a:pt x="0" y="28"/>
                    <a:pt x="1" y="30"/>
                    <a:pt x="2" y="32"/>
                  </a:cubicBezTo>
                  <a:cubicBezTo>
                    <a:pt x="4" y="33"/>
                    <a:pt x="5" y="34"/>
                    <a:pt x="7" y="34"/>
                  </a:cubicBezTo>
                  <a:cubicBezTo>
                    <a:pt x="12" y="34"/>
                    <a:pt x="17" y="30"/>
                    <a:pt x="22" y="23"/>
                  </a:cubicBezTo>
                  <a:cubicBezTo>
                    <a:pt x="22" y="31"/>
                    <a:pt x="24" y="35"/>
                    <a:pt x="27" y="35"/>
                  </a:cubicBezTo>
                  <a:close/>
                  <a:moveTo>
                    <a:pt x="18" y="21"/>
                  </a:moveTo>
                  <a:cubicBezTo>
                    <a:pt x="14" y="25"/>
                    <a:pt x="11" y="27"/>
                    <a:pt x="9" y="27"/>
                  </a:cubicBezTo>
                  <a:cubicBezTo>
                    <a:pt x="8" y="27"/>
                    <a:pt x="8" y="27"/>
                    <a:pt x="8" y="25"/>
                  </a:cubicBezTo>
                  <a:cubicBezTo>
                    <a:pt x="8" y="22"/>
                    <a:pt x="9" y="18"/>
                    <a:pt x="13" y="13"/>
                  </a:cubicBezTo>
                  <a:cubicBezTo>
                    <a:pt x="16" y="9"/>
                    <a:pt x="18" y="7"/>
                    <a:pt x="20" y="7"/>
                  </a:cubicBezTo>
                  <a:cubicBezTo>
                    <a:pt x="21" y="7"/>
                    <a:pt x="22" y="7"/>
                    <a:pt x="22" y="8"/>
                  </a:cubicBezTo>
                  <a:cubicBezTo>
                    <a:pt x="22" y="8"/>
                    <a:pt x="23" y="9"/>
                    <a:pt x="23" y="10"/>
                  </a:cubicBezTo>
                  <a:cubicBezTo>
                    <a:pt x="23" y="13"/>
                    <a:pt x="21" y="17"/>
                    <a:pt x="18"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198"/>
            <p:cNvSpPr>
              <a:spLocks/>
            </p:cNvSpPr>
            <p:nvPr/>
          </p:nvSpPr>
          <p:spPr bwMode="auto">
            <a:xfrm>
              <a:off x="4025900" y="2632076"/>
              <a:ext cx="20637" cy="85725"/>
            </a:xfrm>
            <a:custGeom>
              <a:avLst/>
              <a:gdLst>
                <a:gd name="T0" fmla="*/ 10 w 13"/>
                <a:gd name="T1" fmla="*/ 16 h 53"/>
                <a:gd name="T2" fmla="*/ 13 w 13"/>
                <a:gd name="T3" fmla="*/ 7 h 53"/>
                <a:gd name="T4" fmla="*/ 13 w 13"/>
                <a:gd name="T5" fmla="*/ 3 h 53"/>
                <a:gd name="T6" fmla="*/ 10 w 13"/>
                <a:gd name="T7" fmla="*/ 0 h 53"/>
                <a:gd name="T8" fmla="*/ 6 w 13"/>
                <a:gd name="T9" fmla="*/ 2 h 53"/>
                <a:gd name="T10" fmla="*/ 2 w 13"/>
                <a:gd name="T11" fmla="*/ 19 h 53"/>
                <a:gd name="T12" fmla="*/ 0 w 13"/>
                <a:gd name="T13" fmla="*/ 44 h 53"/>
                <a:gd name="T14" fmla="*/ 1 w 13"/>
                <a:gd name="T15" fmla="*/ 51 h 53"/>
                <a:gd name="T16" fmla="*/ 4 w 13"/>
                <a:gd name="T17" fmla="*/ 53 h 53"/>
                <a:gd name="T18" fmla="*/ 6 w 13"/>
                <a:gd name="T19" fmla="*/ 52 h 53"/>
                <a:gd name="T20" fmla="*/ 8 w 13"/>
                <a:gd name="T21" fmla="*/ 48 h 53"/>
                <a:gd name="T22" fmla="*/ 8 w 13"/>
                <a:gd name="T23" fmla="*/ 47 h 53"/>
                <a:gd name="T24" fmla="*/ 7 w 13"/>
                <a:gd name="T25" fmla="*/ 38 h 53"/>
                <a:gd name="T26" fmla="*/ 8 w 13"/>
                <a:gd name="T27" fmla="*/ 28 h 53"/>
                <a:gd name="T28" fmla="*/ 10 w 13"/>
                <a:gd name="T29" fmla="*/ 1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53">
                  <a:moveTo>
                    <a:pt x="10" y="16"/>
                  </a:moveTo>
                  <a:cubicBezTo>
                    <a:pt x="11" y="11"/>
                    <a:pt x="12" y="8"/>
                    <a:pt x="13" y="7"/>
                  </a:cubicBezTo>
                  <a:cubicBezTo>
                    <a:pt x="13" y="5"/>
                    <a:pt x="13" y="4"/>
                    <a:pt x="13" y="3"/>
                  </a:cubicBezTo>
                  <a:cubicBezTo>
                    <a:pt x="13" y="1"/>
                    <a:pt x="12" y="0"/>
                    <a:pt x="10" y="0"/>
                  </a:cubicBezTo>
                  <a:cubicBezTo>
                    <a:pt x="8" y="0"/>
                    <a:pt x="7" y="0"/>
                    <a:pt x="6" y="2"/>
                  </a:cubicBezTo>
                  <a:cubicBezTo>
                    <a:pt x="5" y="4"/>
                    <a:pt x="4" y="10"/>
                    <a:pt x="2" y="19"/>
                  </a:cubicBezTo>
                  <a:cubicBezTo>
                    <a:pt x="1" y="29"/>
                    <a:pt x="0" y="37"/>
                    <a:pt x="0" y="44"/>
                  </a:cubicBezTo>
                  <a:cubicBezTo>
                    <a:pt x="0" y="47"/>
                    <a:pt x="0" y="50"/>
                    <a:pt x="1" y="51"/>
                  </a:cubicBezTo>
                  <a:cubicBezTo>
                    <a:pt x="1" y="52"/>
                    <a:pt x="2" y="53"/>
                    <a:pt x="4" y="53"/>
                  </a:cubicBezTo>
                  <a:cubicBezTo>
                    <a:pt x="5" y="53"/>
                    <a:pt x="6" y="52"/>
                    <a:pt x="6" y="52"/>
                  </a:cubicBezTo>
                  <a:cubicBezTo>
                    <a:pt x="7" y="51"/>
                    <a:pt x="8" y="50"/>
                    <a:pt x="8" y="48"/>
                  </a:cubicBezTo>
                  <a:cubicBezTo>
                    <a:pt x="8" y="48"/>
                    <a:pt x="8" y="48"/>
                    <a:pt x="8" y="47"/>
                  </a:cubicBezTo>
                  <a:cubicBezTo>
                    <a:pt x="7" y="43"/>
                    <a:pt x="7" y="40"/>
                    <a:pt x="7" y="38"/>
                  </a:cubicBezTo>
                  <a:cubicBezTo>
                    <a:pt x="7" y="35"/>
                    <a:pt x="7" y="32"/>
                    <a:pt x="8" y="28"/>
                  </a:cubicBezTo>
                  <a:cubicBezTo>
                    <a:pt x="8" y="23"/>
                    <a:pt x="9" y="20"/>
                    <a:pt x="10"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Freeform 199"/>
            <p:cNvSpPr>
              <a:spLocks/>
            </p:cNvSpPr>
            <p:nvPr/>
          </p:nvSpPr>
          <p:spPr bwMode="auto">
            <a:xfrm>
              <a:off x="4051300" y="2632076"/>
              <a:ext cx="53975" cy="84138"/>
            </a:xfrm>
            <a:custGeom>
              <a:avLst/>
              <a:gdLst>
                <a:gd name="T0" fmla="*/ 3 w 33"/>
                <a:gd name="T1" fmla="*/ 52 h 52"/>
                <a:gd name="T2" fmla="*/ 6 w 33"/>
                <a:gd name="T3" fmla="*/ 51 h 52"/>
                <a:gd name="T4" fmla="*/ 8 w 33"/>
                <a:gd name="T5" fmla="*/ 48 h 52"/>
                <a:gd name="T6" fmla="*/ 9 w 33"/>
                <a:gd name="T7" fmla="*/ 41 h 52"/>
                <a:gd name="T8" fmla="*/ 9 w 33"/>
                <a:gd name="T9" fmla="*/ 41 h 52"/>
                <a:gd name="T10" fmla="*/ 10 w 33"/>
                <a:gd name="T11" fmla="*/ 40 h 52"/>
                <a:gd name="T12" fmla="*/ 11 w 33"/>
                <a:gd name="T13" fmla="*/ 38 h 52"/>
                <a:gd name="T14" fmla="*/ 15 w 33"/>
                <a:gd name="T15" fmla="*/ 43 h 52"/>
                <a:gd name="T16" fmla="*/ 22 w 33"/>
                <a:gd name="T17" fmla="*/ 50 h 52"/>
                <a:gd name="T18" fmla="*/ 26 w 33"/>
                <a:gd name="T19" fmla="*/ 52 h 52"/>
                <a:gd name="T20" fmla="*/ 31 w 33"/>
                <a:gd name="T21" fmla="*/ 50 h 52"/>
                <a:gd name="T22" fmla="*/ 33 w 33"/>
                <a:gd name="T23" fmla="*/ 47 h 52"/>
                <a:gd name="T24" fmla="*/ 32 w 33"/>
                <a:gd name="T25" fmla="*/ 46 h 52"/>
                <a:gd name="T26" fmla="*/ 31 w 33"/>
                <a:gd name="T27" fmla="*/ 46 h 52"/>
                <a:gd name="T28" fmla="*/ 30 w 33"/>
                <a:gd name="T29" fmla="*/ 46 h 52"/>
                <a:gd name="T30" fmla="*/ 26 w 33"/>
                <a:gd name="T31" fmla="*/ 44 h 52"/>
                <a:gd name="T32" fmla="*/ 20 w 33"/>
                <a:gd name="T33" fmla="*/ 39 h 52"/>
                <a:gd name="T34" fmla="*/ 17 w 33"/>
                <a:gd name="T35" fmla="*/ 35 h 52"/>
                <a:gd name="T36" fmla="*/ 18 w 33"/>
                <a:gd name="T37" fmla="*/ 33 h 52"/>
                <a:gd name="T38" fmla="*/ 21 w 33"/>
                <a:gd name="T39" fmla="*/ 30 h 52"/>
                <a:gd name="T40" fmla="*/ 25 w 33"/>
                <a:gd name="T41" fmla="*/ 27 h 52"/>
                <a:gd name="T42" fmla="*/ 28 w 33"/>
                <a:gd name="T43" fmla="*/ 26 h 52"/>
                <a:gd name="T44" fmla="*/ 28 w 33"/>
                <a:gd name="T45" fmla="*/ 26 h 52"/>
                <a:gd name="T46" fmla="*/ 28 w 33"/>
                <a:gd name="T47" fmla="*/ 26 h 52"/>
                <a:gd name="T48" fmla="*/ 31 w 33"/>
                <a:gd name="T49" fmla="*/ 21 h 52"/>
                <a:gd name="T50" fmla="*/ 28 w 33"/>
                <a:gd name="T51" fmla="*/ 18 h 52"/>
                <a:gd name="T52" fmla="*/ 18 w 33"/>
                <a:gd name="T53" fmla="*/ 25 h 52"/>
                <a:gd name="T54" fmla="*/ 8 w 33"/>
                <a:gd name="T55" fmla="*/ 33 h 52"/>
                <a:gd name="T56" fmla="*/ 10 w 33"/>
                <a:gd name="T57" fmla="*/ 22 h 52"/>
                <a:gd name="T58" fmla="*/ 10 w 33"/>
                <a:gd name="T59" fmla="*/ 22 h 52"/>
                <a:gd name="T60" fmla="*/ 10 w 33"/>
                <a:gd name="T61" fmla="*/ 19 h 52"/>
                <a:gd name="T62" fmla="*/ 13 w 33"/>
                <a:gd name="T63" fmla="*/ 4 h 52"/>
                <a:gd name="T64" fmla="*/ 12 w 33"/>
                <a:gd name="T65" fmla="*/ 1 h 52"/>
                <a:gd name="T66" fmla="*/ 10 w 33"/>
                <a:gd name="T67" fmla="*/ 0 h 52"/>
                <a:gd name="T68" fmla="*/ 7 w 33"/>
                <a:gd name="T69" fmla="*/ 1 h 52"/>
                <a:gd name="T70" fmla="*/ 6 w 33"/>
                <a:gd name="T71" fmla="*/ 4 h 52"/>
                <a:gd name="T72" fmla="*/ 4 w 33"/>
                <a:gd name="T73" fmla="*/ 11 h 52"/>
                <a:gd name="T74" fmla="*/ 3 w 33"/>
                <a:gd name="T75" fmla="*/ 26 h 52"/>
                <a:gd name="T76" fmla="*/ 0 w 33"/>
                <a:gd name="T77" fmla="*/ 45 h 52"/>
                <a:gd name="T78" fmla="*/ 0 w 33"/>
                <a:gd name="T79" fmla="*/ 49 h 52"/>
                <a:gd name="T80" fmla="*/ 1 w 33"/>
                <a:gd name="T81" fmla="*/ 51 h 52"/>
                <a:gd name="T82" fmla="*/ 3 w 33"/>
                <a:gd name="T83"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 h="52">
                  <a:moveTo>
                    <a:pt x="3" y="52"/>
                  </a:moveTo>
                  <a:cubicBezTo>
                    <a:pt x="4" y="52"/>
                    <a:pt x="5" y="52"/>
                    <a:pt x="6" y="51"/>
                  </a:cubicBezTo>
                  <a:cubicBezTo>
                    <a:pt x="7" y="50"/>
                    <a:pt x="8" y="49"/>
                    <a:pt x="8" y="48"/>
                  </a:cubicBezTo>
                  <a:cubicBezTo>
                    <a:pt x="8" y="45"/>
                    <a:pt x="9" y="43"/>
                    <a:pt x="9" y="41"/>
                  </a:cubicBezTo>
                  <a:cubicBezTo>
                    <a:pt x="9" y="41"/>
                    <a:pt x="9" y="41"/>
                    <a:pt x="9" y="41"/>
                  </a:cubicBezTo>
                  <a:cubicBezTo>
                    <a:pt x="9" y="41"/>
                    <a:pt x="9" y="40"/>
                    <a:pt x="10" y="40"/>
                  </a:cubicBezTo>
                  <a:cubicBezTo>
                    <a:pt x="11" y="39"/>
                    <a:pt x="11" y="38"/>
                    <a:pt x="11" y="38"/>
                  </a:cubicBezTo>
                  <a:cubicBezTo>
                    <a:pt x="11" y="38"/>
                    <a:pt x="12" y="40"/>
                    <a:pt x="15" y="43"/>
                  </a:cubicBezTo>
                  <a:cubicBezTo>
                    <a:pt x="18" y="47"/>
                    <a:pt x="20" y="49"/>
                    <a:pt x="22" y="50"/>
                  </a:cubicBezTo>
                  <a:cubicBezTo>
                    <a:pt x="23" y="51"/>
                    <a:pt x="25" y="52"/>
                    <a:pt x="26" y="52"/>
                  </a:cubicBezTo>
                  <a:cubicBezTo>
                    <a:pt x="28" y="52"/>
                    <a:pt x="30" y="51"/>
                    <a:pt x="31" y="50"/>
                  </a:cubicBezTo>
                  <a:cubicBezTo>
                    <a:pt x="32" y="49"/>
                    <a:pt x="33" y="48"/>
                    <a:pt x="33" y="47"/>
                  </a:cubicBezTo>
                  <a:cubicBezTo>
                    <a:pt x="33" y="47"/>
                    <a:pt x="33" y="46"/>
                    <a:pt x="32" y="46"/>
                  </a:cubicBezTo>
                  <a:cubicBezTo>
                    <a:pt x="32" y="46"/>
                    <a:pt x="32" y="46"/>
                    <a:pt x="31" y="46"/>
                  </a:cubicBezTo>
                  <a:cubicBezTo>
                    <a:pt x="30" y="46"/>
                    <a:pt x="30" y="46"/>
                    <a:pt x="30" y="46"/>
                  </a:cubicBezTo>
                  <a:cubicBezTo>
                    <a:pt x="28" y="46"/>
                    <a:pt x="27" y="45"/>
                    <a:pt x="26" y="44"/>
                  </a:cubicBezTo>
                  <a:cubicBezTo>
                    <a:pt x="24" y="43"/>
                    <a:pt x="23" y="41"/>
                    <a:pt x="20" y="39"/>
                  </a:cubicBezTo>
                  <a:cubicBezTo>
                    <a:pt x="18" y="36"/>
                    <a:pt x="17" y="35"/>
                    <a:pt x="17" y="35"/>
                  </a:cubicBezTo>
                  <a:cubicBezTo>
                    <a:pt x="17" y="34"/>
                    <a:pt x="17" y="34"/>
                    <a:pt x="18" y="33"/>
                  </a:cubicBezTo>
                  <a:cubicBezTo>
                    <a:pt x="18" y="32"/>
                    <a:pt x="20" y="31"/>
                    <a:pt x="21" y="30"/>
                  </a:cubicBezTo>
                  <a:cubicBezTo>
                    <a:pt x="23" y="29"/>
                    <a:pt x="24" y="28"/>
                    <a:pt x="25" y="27"/>
                  </a:cubicBezTo>
                  <a:cubicBezTo>
                    <a:pt x="26" y="27"/>
                    <a:pt x="27" y="26"/>
                    <a:pt x="28" y="26"/>
                  </a:cubicBezTo>
                  <a:cubicBezTo>
                    <a:pt x="28" y="26"/>
                    <a:pt x="28" y="26"/>
                    <a:pt x="28" y="26"/>
                  </a:cubicBezTo>
                  <a:cubicBezTo>
                    <a:pt x="28" y="26"/>
                    <a:pt x="28" y="26"/>
                    <a:pt x="28" y="26"/>
                  </a:cubicBezTo>
                  <a:cubicBezTo>
                    <a:pt x="30" y="26"/>
                    <a:pt x="31" y="23"/>
                    <a:pt x="31" y="21"/>
                  </a:cubicBezTo>
                  <a:cubicBezTo>
                    <a:pt x="31" y="19"/>
                    <a:pt x="30" y="18"/>
                    <a:pt x="28" y="18"/>
                  </a:cubicBezTo>
                  <a:cubicBezTo>
                    <a:pt x="26" y="18"/>
                    <a:pt x="22" y="21"/>
                    <a:pt x="18" y="25"/>
                  </a:cubicBezTo>
                  <a:cubicBezTo>
                    <a:pt x="8" y="33"/>
                    <a:pt x="8" y="33"/>
                    <a:pt x="8" y="33"/>
                  </a:cubicBezTo>
                  <a:cubicBezTo>
                    <a:pt x="8" y="32"/>
                    <a:pt x="9" y="30"/>
                    <a:pt x="10" y="22"/>
                  </a:cubicBezTo>
                  <a:cubicBezTo>
                    <a:pt x="10" y="22"/>
                    <a:pt x="10" y="22"/>
                    <a:pt x="10" y="22"/>
                  </a:cubicBezTo>
                  <a:cubicBezTo>
                    <a:pt x="10" y="19"/>
                    <a:pt x="10" y="19"/>
                    <a:pt x="10" y="19"/>
                  </a:cubicBezTo>
                  <a:cubicBezTo>
                    <a:pt x="12" y="10"/>
                    <a:pt x="13" y="5"/>
                    <a:pt x="13" y="4"/>
                  </a:cubicBezTo>
                  <a:cubicBezTo>
                    <a:pt x="13" y="3"/>
                    <a:pt x="13" y="2"/>
                    <a:pt x="12" y="1"/>
                  </a:cubicBezTo>
                  <a:cubicBezTo>
                    <a:pt x="12" y="1"/>
                    <a:pt x="11" y="0"/>
                    <a:pt x="10" y="0"/>
                  </a:cubicBezTo>
                  <a:cubicBezTo>
                    <a:pt x="9" y="0"/>
                    <a:pt x="8" y="1"/>
                    <a:pt x="7" y="1"/>
                  </a:cubicBezTo>
                  <a:cubicBezTo>
                    <a:pt x="7" y="2"/>
                    <a:pt x="6" y="3"/>
                    <a:pt x="6" y="4"/>
                  </a:cubicBezTo>
                  <a:cubicBezTo>
                    <a:pt x="5" y="5"/>
                    <a:pt x="5" y="7"/>
                    <a:pt x="4" y="11"/>
                  </a:cubicBezTo>
                  <a:cubicBezTo>
                    <a:pt x="4" y="14"/>
                    <a:pt x="3" y="19"/>
                    <a:pt x="3" y="26"/>
                  </a:cubicBezTo>
                  <a:cubicBezTo>
                    <a:pt x="2" y="33"/>
                    <a:pt x="1" y="40"/>
                    <a:pt x="0" y="45"/>
                  </a:cubicBezTo>
                  <a:cubicBezTo>
                    <a:pt x="0" y="47"/>
                    <a:pt x="0" y="49"/>
                    <a:pt x="0" y="49"/>
                  </a:cubicBezTo>
                  <a:cubicBezTo>
                    <a:pt x="0" y="50"/>
                    <a:pt x="0" y="51"/>
                    <a:pt x="1" y="51"/>
                  </a:cubicBezTo>
                  <a:cubicBezTo>
                    <a:pt x="1" y="52"/>
                    <a:pt x="2" y="52"/>
                    <a:pt x="3"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200"/>
            <p:cNvSpPr>
              <a:spLocks/>
            </p:cNvSpPr>
            <p:nvPr/>
          </p:nvSpPr>
          <p:spPr bwMode="auto">
            <a:xfrm>
              <a:off x="4110037" y="2662238"/>
              <a:ext cx="19050" cy="53975"/>
            </a:xfrm>
            <a:custGeom>
              <a:avLst/>
              <a:gdLst>
                <a:gd name="T0" fmla="*/ 10 w 12"/>
                <a:gd name="T1" fmla="*/ 9 h 33"/>
                <a:gd name="T2" fmla="*/ 10 w 12"/>
                <a:gd name="T3" fmla="*/ 8 h 33"/>
                <a:gd name="T4" fmla="*/ 12 w 12"/>
                <a:gd name="T5" fmla="*/ 3 h 33"/>
                <a:gd name="T6" fmla="*/ 10 w 12"/>
                <a:gd name="T7" fmla="*/ 1 h 33"/>
                <a:gd name="T8" fmla="*/ 7 w 12"/>
                <a:gd name="T9" fmla="*/ 0 h 33"/>
                <a:gd name="T10" fmla="*/ 5 w 12"/>
                <a:gd name="T11" fmla="*/ 2 h 33"/>
                <a:gd name="T12" fmla="*/ 3 w 12"/>
                <a:gd name="T13" fmla="*/ 5 h 33"/>
                <a:gd name="T14" fmla="*/ 1 w 12"/>
                <a:gd name="T15" fmla="*/ 12 h 33"/>
                <a:gd name="T16" fmla="*/ 1 w 12"/>
                <a:gd name="T17" fmla="*/ 12 h 33"/>
                <a:gd name="T18" fmla="*/ 1 w 12"/>
                <a:gd name="T19" fmla="*/ 15 h 33"/>
                <a:gd name="T20" fmla="*/ 0 w 12"/>
                <a:gd name="T21" fmla="*/ 27 h 33"/>
                <a:gd name="T22" fmla="*/ 4 w 12"/>
                <a:gd name="T23" fmla="*/ 33 h 33"/>
                <a:gd name="T24" fmla="*/ 7 w 12"/>
                <a:gd name="T25" fmla="*/ 32 h 33"/>
                <a:gd name="T26" fmla="*/ 9 w 12"/>
                <a:gd name="T27" fmla="*/ 30 h 33"/>
                <a:gd name="T28" fmla="*/ 9 w 12"/>
                <a:gd name="T29" fmla="*/ 29 h 33"/>
                <a:gd name="T30" fmla="*/ 8 w 12"/>
                <a:gd name="T31" fmla="*/ 24 h 33"/>
                <a:gd name="T32" fmla="*/ 8 w 12"/>
                <a:gd name="T33" fmla="*/ 18 h 33"/>
                <a:gd name="T34" fmla="*/ 10 w 12"/>
                <a:gd name="T35" fmla="*/ 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33">
                  <a:moveTo>
                    <a:pt x="10" y="9"/>
                  </a:moveTo>
                  <a:cubicBezTo>
                    <a:pt x="10" y="8"/>
                    <a:pt x="10" y="8"/>
                    <a:pt x="10" y="8"/>
                  </a:cubicBezTo>
                  <a:cubicBezTo>
                    <a:pt x="11" y="6"/>
                    <a:pt x="12" y="4"/>
                    <a:pt x="12" y="3"/>
                  </a:cubicBezTo>
                  <a:cubicBezTo>
                    <a:pt x="12" y="2"/>
                    <a:pt x="11" y="2"/>
                    <a:pt x="10" y="1"/>
                  </a:cubicBezTo>
                  <a:cubicBezTo>
                    <a:pt x="10" y="0"/>
                    <a:pt x="9" y="0"/>
                    <a:pt x="7" y="0"/>
                  </a:cubicBezTo>
                  <a:cubicBezTo>
                    <a:pt x="6" y="0"/>
                    <a:pt x="5" y="1"/>
                    <a:pt x="5" y="2"/>
                  </a:cubicBezTo>
                  <a:cubicBezTo>
                    <a:pt x="4" y="3"/>
                    <a:pt x="3" y="4"/>
                    <a:pt x="3" y="5"/>
                  </a:cubicBezTo>
                  <a:cubicBezTo>
                    <a:pt x="3" y="6"/>
                    <a:pt x="5" y="8"/>
                    <a:pt x="1" y="12"/>
                  </a:cubicBezTo>
                  <a:cubicBezTo>
                    <a:pt x="1" y="12"/>
                    <a:pt x="1" y="12"/>
                    <a:pt x="1" y="12"/>
                  </a:cubicBezTo>
                  <a:cubicBezTo>
                    <a:pt x="1" y="12"/>
                    <a:pt x="1" y="14"/>
                    <a:pt x="1" y="15"/>
                  </a:cubicBezTo>
                  <a:cubicBezTo>
                    <a:pt x="0" y="19"/>
                    <a:pt x="0" y="24"/>
                    <a:pt x="0" y="27"/>
                  </a:cubicBezTo>
                  <a:cubicBezTo>
                    <a:pt x="0" y="31"/>
                    <a:pt x="2" y="33"/>
                    <a:pt x="4" y="33"/>
                  </a:cubicBezTo>
                  <a:cubicBezTo>
                    <a:pt x="5" y="33"/>
                    <a:pt x="6" y="33"/>
                    <a:pt x="7" y="32"/>
                  </a:cubicBezTo>
                  <a:cubicBezTo>
                    <a:pt x="8" y="31"/>
                    <a:pt x="9" y="30"/>
                    <a:pt x="9" y="30"/>
                  </a:cubicBezTo>
                  <a:cubicBezTo>
                    <a:pt x="9" y="30"/>
                    <a:pt x="9" y="29"/>
                    <a:pt x="9" y="29"/>
                  </a:cubicBezTo>
                  <a:cubicBezTo>
                    <a:pt x="8" y="27"/>
                    <a:pt x="8" y="25"/>
                    <a:pt x="8" y="24"/>
                  </a:cubicBezTo>
                  <a:cubicBezTo>
                    <a:pt x="8" y="23"/>
                    <a:pt x="8" y="21"/>
                    <a:pt x="8" y="18"/>
                  </a:cubicBezTo>
                  <a:cubicBezTo>
                    <a:pt x="9" y="16"/>
                    <a:pt x="9" y="13"/>
                    <a:pt x="1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201"/>
            <p:cNvSpPr>
              <a:spLocks/>
            </p:cNvSpPr>
            <p:nvPr/>
          </p:nvSpPr>
          <p:spPr bwMode="auto">
            <a:xfrm>
              <a:off x="4121150" y="2635251"/>
              <a:ext cx="15875" cy="14288"/>
            </a:xfrm>
            <a:custGeom>
              <a:avLst/>
              <a:gdLst>
                <a:gd name="T0" fmla="*/ 8 w 10"/>
                <a:gd name="T1" fmla="*/ 8 h 9"/>
                <a:gd name="T2" fmla="*/ 10 w 10"/>
                <a:gd name="T3" fmla="*/ 4 h 9"/>
                <a:gd name="T4" fmla="*/ 9 w 10"/>
                <a:gd name="T5" fmla="*/ 1 h 9"/>
                <a:gd name="T6" fmla="*/ 6 w 10"/>
                <a:gd name="T7" fmla="*/ 0 h 9"/>
                <a:gd name="T8" fmla="*/ 2 w 10"/>
                <a:gd name="T9" fmla="*/ 1 h 9"/>
                <a:gd name="T10" fmla="*/ 0 w 10"/>
                <a:gd name="T11" fmla="*/ 5 h 9"/>
                <a:gd name="T12" fmla="*/ 2 w 10"/>
                <a:gd name="T13" fmla="*/ 8 h 9"/>
                <a:gd name="T14" fmla="*/ 5 w 10"/>
                <a:gd name="T15" fmla="*/ 9 h 9"/>
                <a:gd name="T16" fmla="*/ 8 w 10"/>
                <a:gd name="T17"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9">
                  <a:moveTo>
                    <a:pt x="8" y="8"/>
                  </a:moveTo>
                  <a:cubicBezTo>
                    <a:pt x="9" y="7"/>
                    <a:pt x="10" y="5"/>
                    <a:pt x="10" y="4"/>
                  </a:cubicBezTo>
                  <a:cubicBezTo>
                    <a:pt x="10" y="3"/>
                    <a:pt x="10" y="2"/>
                    <a:pt x="9" y="1"/>
                  </a:cubicBezTo>
                  <a:cubicBezTo>
                    <a:pt x="8" y="0"/>
                    <a:pt x="7" y="0"/>
                    <a:pt x="6" y="0"/>
                  </a:cubicBezTo>
                  <a:cubicBezTo>
                    <a:pt x="4" y="0"/>
                    <a:pt x="3" y="0"/>
                    <a:pt x="2" y="1"/>
                  </a:cubicBezTo>
                  <a:cubicBezTo>
                    <a:pt x="1" y="2"/>
                    <a:pt x="0" y="3"/>
                    <a:pt x="0" y="5"/>
                  </a:cubicBezTo>
                  <a:cubicBezTo>
                    <a:pt x="0" y="6"/>
                    <a:pt x="1" y="7"/>
                    <a:pt x="2" y="8"/>
                  </a:cubicBezTo>
                  <a:cubicBezTo>
                    <a:pt x="3" y="9"/>
                    <a:pt x="4" y="9"/>
                    <a:pt x="5" y="9"/>
                  </a:cubicBezTo>
                  <a:cubicBezTo>
                    <a:pt x="6" y="9"/>
                    <a:pt x="7" y="9"/>
                    <a:pt x="8"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202"/>
            <p:cNvSpPr>
              <a:spLocks/>
            </p:cNvSpPr>
            <p:nvPr/>
          </p:nvSpPr>
          <p:spPr bwMode="auto">
            <a:xfrm>
              <a:off x="4137025" y="2663826"/>
              <a:ext cx="61912" cy="50800"/>
            </a:xfrm>
            <a:custGeom>
              <a:avLst/>
              <a:gdLst>
                <a:gd name="T0" fmla="*/ 31 w 38"/>
                <a:gd name="T1" fmla="*/ 29 h 31"/>
                <a:gd name="T2" fmla="*/ 36 w 38"/>
                <a:gd name="T3" fmla="*/ 27 h 31"/>
                <a:gd name="T4" fmla="*/ 38 w 38"/>
                <a:gd name="T5" fmla="*/ 24 h 31"/>
                <a:gd name="T6" fmla="*/ 37 w 38"/>
                <a:gd name="T7" fmla="*/ 22 h 31"/>
                <a:gd name="T8" fmla="*/ 35 w 38"/>
                <a:gd name="T9" fmla="*/ 23 h 31"/>
                <a:gd name="T10" fmla="*/ 34 w 38"/>
                <a:gd name="T11" fmla="*/ 23 h 31"/>
                <a:gd name="T12" fmla="*/ 31 w 38"/>
                <a:gd name="T13" fmla="*/ 12 h 31"/>
                <a:gd name="T14" fmla="*/ 23 w 38"/>
                <a:gd name="T15" fmla="*/ 1 h 31"/>
                <a:gd name="T16" fmla="*/ 8 w 38"/>
                <a:gd name="T17" fmla="*/ 16 h 31"/>
                <a:gd name="T18" fmla="*/ 10 w 38"/>
                <a:gd name="T19" fmla="*/ 5 h 31"/>
                <a:gd name="T20" fmla="*/ 9 w 38"/>
                <a:gd name="T21" fmla="*/ 1 h 31"/>
                <a:gd name="T22" fmla="*/ 6 w 38"/>
                <a:gd name="T23" fmla="*/ 0 h 31"/>
                <a:gd name="T24" fmla="*/ 4 w 38"/>
                <a:gd name="T25" fmla="*/ 1 h 31"/>
                <a:gd name="T26" fmla="*/ 2 w 38"/>
                <a:gd name="T27" fmla="*/ 4 h 31"/>
                <a:gd name="T28" fmla="*/ 1 w 38"/>
                <a:gd name="T29" fmla="*/ 20 h 31"/>
                <a:gd name="T30" fmla="*/ 0 w 38"/>
                <a:gd name="T31" fmla="*/ 27 h 31"/>
                <a:gd name="T32" fmla="*/ 5 w 38"/>
                <a:gd name="T33" fmla="*/ 31 h 31"/>
                <a:gd name="T34" fmla="*/ 6 w 38"/>
                <a:gd name="T35" fmla="*/ 30 h 31"/>
                <a:gd name="T36" fmla="*/ 7 w 38"/>
                <a:gd name="T37" fmla="*/ 28 h 31"/>
                <a:gd name="T38" fmla="*/ 14 w 38"/>
                <a:gd name="T39" fmla="*/ 16 h 31"/>
                <a:gd name="T40" fmla="*/ 21 w 38"/>
                <a:gd name="T41" fmla="*/ 8 h 31"/>
                <a:gd name="T42" fmla="*/ 24 w 38"/>
                <a:gd name="T43" fmla="*/ 16 h 31"/>
                <a:gd name="T44" fmla="*/ 26 w 38"/>
                <a:gd name="T45" fmla="*/ 26 h 31"/>
                <a:gd name="T46" fmla="*/ 26 w 38"/>
                <a:gd name="T47" fmla="*/ 26 h 31"/>
                <a:gd name="T48" fmla="*/ 31 w 38"/>
                <a:gd name="T49" fmla="*/ 2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 h="31">
                  <a:moveTo>
                    <a:pt x="31" y="29"/>
                  </a:moveTo>
                  <a:cubicBezTo>
                    <a:pt x="33" y="29"/>
                    <a:pt x="35" y="29"/>
                    <a:pt x="36" y="27"/>
                  </a:cubicBezTo>
                  <a:cubicBezTo>
                    <a:pt x="38" y="26"/>
                    <a:pt x="38" y="25"/>
                    <a:pt x="38" y="24"/>
                  </a:cubicBezTo>
                  <a:cubicBezTo>
                    <a:pt x="38" y="23"/>
                    <a:pt x="38" y="22"/>
                    <a:pt x="37" y="22"/>
                  </a:cubicBezTo>
                  <a:cubicBezTo>
                    <a:pt x="36" y="22"/>
                    <a:pt x="36" y="23"/>
                    <a:pt x="35" y="23"/>
                  </a:cubicBezTo>
                  <a:cubicBezTo>
                    <a:pt x="35" y="23"/>
                    <a:pt x="34" y="23"/>
                    <a:pt x="34" y="23"/>
                  </a:cubicBezTo>
                  <a:cubicBezTo>
                    <a:pt x="33" y="23"/>
                    <a:pt x="32" y="19"/>
                    <a:pt x="31" y="12"/>
                  </a:cubicBezTo>
                  <a:cubicBezTo>
                    <a:pt x="30" y="5"/>
                    <a:pt x="27" y="1"/>
                    <a:pt x="23" y="1"/>
                  </a:cubicBezTo>
                  <a:cubicBezTo>
                    <a:pt x="17" y="1"/>
                    <a:pt x="12" y="6"/>
                    <a:pt x="8" y="16"/>
                  </a:cubicBezTo>
                  <a:cubicBezTo>
                    <a:pt x="9" y="11"/>
                    <a:pt x="10" y="7"/>
                    <a:pt x="10" y="5"/>
                  </a:cubicBezTo>
                  <a:cubicBezTo>
                    <a:pt x="10" y="3"/>
                    <a:pt x="10" y="1"/>
                    <a:pt x="9" y="1"/>
                  </a:cubicBezTo>
                  <a:cubicBezTo>
                    <a:pt x="8" y="0"/>
                    <a:pt x="7" y="0"/>
                    <a:pt x="6" y="0"/>
                  </a:cubicBezTo>
                  <a:cubicBezTo>
                    <a:pt x="5" y="0"/>
                    <a:pt x="4" y="0"/>
                    <a:pt x="4" y="1"/>
                  </a:cubicBezTo>
                  <a:cubicBezTo>
                    <a:pt x="3" y="2"/>
                    <a:pt x="2" y="3"/>
                    <a:pt x="2" y="4"/>
                  </a:cubicBezTo>
                  <a:cubicBezTo>
                    <a:pt x="2" y="11"/>
                    <a:pt x="2" y="16"/>
                    <a:pt x="1" y="20"/>
                  </a:cubicBezTo>
                  <a:cubicBezTo>
                    <a:pt x="1" y="24"/>
                    <a:pt x="0" y="26"/>
                    <a:pt x="0" y="27"/>
                  </a:cubicBezTo>
                  <a:cubicBezTo>
                    <a:pt x="0" y="29"/>
                    <a:pt x="2" y="31"/>
                    <a:pt x="5" y="31"/>
                  </a:cubicBezTo>
                  <a:cubicBezTo>
                    <a:pt x="5" y="31"/>
                    <a:pt x="6" y="31"/>
                    <a:pt x="6" y="30"/>
                  </a:cubicBezTo>
                  <a:cubicBezTo>
                    <a:pt x="7" y="30"/>
                    <a:pt x="7" y="29"/>
                    <a:pt x="7" y="28"/>
                  </a:cubicBezTo>
                  <a:cubicBezTo>
                    <a:pt x="8" y="26"/>
                    <a:pt x="10" y="22"/>
                    <a:pt x="14" y="16"/>
                  </a:cubicBezTo>
                  <a:cubicBezTo>
                    <a:pt x="17" y="11"/>
                    <a:pt x="20" y="8"/>
                    <a:pt x="21" y="8"/>
                  </a:cubicBezTo>
                  <a:cubicBezTo>
                    <a:pt x="23" y="8"/>
                    <a:pt x="24" y="11"/>
                    <a:pt x="24" y="16"/>
                  </a:cubicBezTo>
                  <a:cubicBezTo>
                    <a:pt x="25" y="21"/>
                    <a:pt x="25" y="26"/>
                    <a:pt x="26" y="26"/>
                  </a:cubicBezTo>
                  <a:cubicBezTo>
                    <a:pt x="26" y="26"/>
                    <a:pt x="26" y="26"/>
                    <a:pt x="26" y="26"/>
                  </a:cubicBezTo>
                  <a:cubicBezTo>
                    <a:pt x="27" y="30"/>
                    <a:pt x="29" y="29"/>
                    <a:pt x="31"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203"/>
            <p:cNvSpPr>
              <a:spLocks noEditPoints="1"/>
            </p:cNvSpPr>
            <p:nvPr/>
          </p:nvSpPr>
          <p:spPr bwMode="auto">
            <a:xfrm>
              <a:off x="4194175" y="2660651"/>
              <a:ext cx="61912" cy="84138"/>
            </a:xfrm>
            <a:custGeom>
              <a:avLst/>
              <a:gdLst>
                <a:gd name="T0" fmla="*/ 5 w 38"/>
                <a:gd name="T1" fmla="*/ 48 h 52"/>
                <a:gd name="T2" fmla="*/ 17 w 38"/>
                <a:gd name="T3" fmla="*/ 52 h 52"/>
                <a:gd name="T4" fmla="*/ 27 w 38"/>
                <a:gd name="T5" fmla="*/ 47 h 52"/>
                <a:gd name="T6" fmla="*/ 33 w 38"/>
                <a:gd name="T7" fmla="*/ 32 h 52"/>
                <a:gd name="T8" fmla="*/ 35 w 38"/>
                <a:gd name="T9" fmla="*/ 16 h 52"/>
                <a:gd name="T10" fmla="*/ 36 w 38"/>
                <a:gd name="T11" fmla="*/ 10 h 52"/>
                <a:gd name="T12" fmla="*/ 38 w 38"/>
                <a:gd name="T13" fmla="*/ 7 h 52"/>
                <a:gd name="T14" fmla="*/ 37 w 38"/>
                <a:gd name="T15" fmla="*/ 4 h 52"/>
                <a:gd name="T16" fmla="*/ 36 w 38"/>
                <a:gd name="T17" fmla="*/ 2 h 52"/>
                <a:gd name="T18" fmla="*/ 35 w 38"/>
                <a:gd name="T19" fmla="*/ 2 h 52"/>
                <a:gd name="T20" fmla="*/ 30 w 38"/>
                <a:gd name="T21" fmla="*/ 0 h 52"/>
                <a:gd name="T22" fmla="*/ 19 w 38"/>
                <a:gd name="T23" fmla="*/ 5 h 52"/>
                <a:gd name="T24" fmla="*/ 9 w 38"/>
                <a:gd name="T25" fmla="*/ 15 h 52"/>
                <a:gd name="T26" fmla="*/ 5 w 38"/>
                <a:gd name="T27" fmla="*/ 25 h 52"/>
                <a:gd name="T28" fmla="*/ 7 w 38"/>
                <a:gd name="T29" fmla="*/ 30 h 52"/>
                <a:gd name="T30" fmla="*/ 12 w 38"/>
                <a:gd name="T31" fmla="*/ 32 h 52"/>
                <a:gd name="T32" fmla="*/ 20 w 38"/>
                <a:gd name="T33" fmla="*/ 29 h 52"/>
                <a:gd name="T34" fmla="*/ 27 w 38"/>
                <a:gd name="T35" fmla="*/ 23 h 52"/>
                <a:gd name="T36" fmla="*/ 23 w 38"/>
                <a:gd name="T37" fmla="*/ 40 h 52"/>
                <a:gd name="T38" fmla="*/ 17 w 38"/>
                <a:gd name="T39" fmla="*/ 45 h 52"/>
                <a:gd name="T40" fmla="*/ 5 w 38"/>
                <a:gd name="T41" fmla="*/ 41 h 52"/>
                <a:gd name="T42" fmla="*/ 2 w 38"/>
                <a:gd name="T43" fmla="*/ 39 h 52"/>
                <a:gd name="T44" fmla="*/ 0 w 38"/>
                <a:gd name="T45" fmla="*/ 41 h 52"/>
                <a:gd name="T46" fmla="*/ 5 w 38"/>
                <a:gd name="T47" fmla="*/ 48 h 52"/>
                <a:gd name="T48" fmla="*/ 21 w 38"/>
                <a:gd name="T49" fmla="*/ 22 h 52"/>
                <a:gd name="T50" fmla="*/ 14 w 38"/>
                <a:gd name="T51" fmla="*/ 25 h 52"/>
                <a:gd name="T52" fmla="*/ 13 w 38"/>
                <a:gd name="T53" fmla="*/ 24 h 52"/>
                <a:gd name="T54" fmla="*/ 16 w 38"/>
                <a:gd name="T55" fmla="*/ 16 h 52"/>
                <a:gd name="T56" fmla="*/ 22 w 38"/>
                <a:gd name="T57" fmla="*/ 9 h 52"/>
                <a:gd name="T58" fmla="*/ 28 w 38"/>
                <a:gd name="T59" fmla="*/ 7 h 52"/>
                <a:gd name="T60" fmla="*/ 29 w 38"/>
                <a:gd name="T61" fmla="*/ 7 h 52"/>
                <a:gd name="T62" fmla="*/ 30 w 38"/>
                <a:gd name="T63" fmla="*/ 9 h 52"/>
                <a:gd name="T64" fmla="*/ 28 w 38"/>
                <a:gd name="T65" fmla="*/ 15 h 52"/>
                <a:gd name="T66" fmla="*/ 21 w 38"/>
                <a:gd name="T67" fmla="*/ 2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8" h="52">
                  <a:moveTo>
                    <a:pt x="5" y="48"/>
                  </a:moveTo>
                  <a:cubicBezTo>
                    <a:pt x="9" y="50"/>
                    <a:pt x="13" y="52"/>
                    <a:pt x="17" y="52"/>
                  </a:cubicBezTo>
                  <a:cubicBezTo>
                    <a:pt x="21" y="52"/>
                    <a:pt x="24" y="50"/>
                    <a:pt x="27" y="47"/>
                  </a:cubicBezTo>
                  <a:cubicBezTo>
                    <a:pt x="30" y="44"/>
                    <a:pt x="32" y="38"/>
                    <a:pt x="33" y="32"/>
                  </a:cubicBezTo>
                  <a:cubicBezTo>
                    <a:pt x="34" y="23"/>
                    <a:pt x="34" y="18"/>
                    <a:pt x="35" y="16"/>
                  </a:cubicBezTo>
                  <a:cubicBezTo>
                    <a:pt x="35" y="14"/>
                    <a:pt x="36" y="12"/>
                    <a:pt x="36" y="10"/>
                  </a:cubicBezTo>
                  <a:cubicBezTo>
                    <a:pt x="37" y="8"/>
                    <a:pt x="38" y="7"/>
                    <a:pt x="38" y="7"/>
                  </a:cubicBezTo>
                  <a:cubicBezTo>
                    <a:pt x="38" y="6"/>
                    <a:pt x="37" y="5"/>
                    <a:pt x="37" y="4"/>
                  </a:cubicBezTo>
                  <a:cubicBezTo>
                    <a:pt x="36" y="3"/>
                    <a:pt x="36" y="3"/>
                    <a:pt x="36" y="2"/>
                  </a:cubicBezTo>
                  <a:cubicBezTo>
                    <a:pt x="35" y="2"/>
                    <a:pt x="35" y="2"/>
                    <a:pt x="35" y="2"/>
                  </a:cubicBezTo>
                  <a:cubicBezTo>
                    <a:pt x="33" y="1"/>
                    <a:pt x="32" y="0"/>
                    <a:pt x="30" y="0"/>
                  </a:cubicBezTo>
                  <a:cubicBezTo>
                    <a:pt x="27" y="0"/>
                    <a:pt x="23" y="2"/>
                    <a:pt x="19" y="5"/>
                  </a:cubicBezTo>
                  <a:cubicBezTo>
                    <a:pt x="14" y="7"/>
                    <a:pt x="11" y="11"/>
                    <a:pt x="9" y="15"/>
                  </a:cubicBezTo>
                  <a:cubicBezTo>
                    <a:pt x="6" y="18"/>
                    <a:pt x="5" y="22"/>
                    <a:pt x="5" y="25"/>
                  </a:cubicBezTo>
                  <a:cubicBezTo>
                    <a:pt x="5" y="27"/>
                    <a:pt x="6" y="29"/>
                    <a:pt x="7" y="30"/>
                  </a:cubicBezTo>
                  <a:cubicBezTo>
                    <a:pt x="8" y="31"/>
                    <a:pt x="10" y="32"/>
                    <a:pt x="12" y="32"/>
                  </a:cubicBezTo>
                  <a:cubicBezTo>
                    <a:pt x="14" y="32"/>
                    <a:pt x="17" y="31"/>
                    <a:pt x="20" y="29"/>
                  </a:cubicBezTo>
                  <a:cubicBezTo>
                    <a:pt x="23" y="28"/>
                    <a:pt x="25" y="26"/>
                    <a:pt x="27" y="23"/>
                  </a:cubicBezTo>
                  <a:cubicBezTo>
                    <a:pt x="26" y="32"/>
                    <a:pt x="25" y="37"/>
                    <a:pt x="23" y="40"/>
                  </a:cubicBezTo>
                  <a:cubicBezTo>
                    <a:pt x="22" y="44"/>
                    <a:pt x="20" y="45"/>
                    <a:pt x="17" y="45"/>
                  </a:cubicBezTo>
                  <a:cubicBezTo>
                    <a:pt x="14" y="45"/>
                    <a:pt x="10" y="44"/>
                    <a:pt x="5" y="41"/>
                  </a:cubicBezTo>
                  <a:cubicBezTo>
                    <a:pt x="4" y="39"/>
                    <a:pt x="2" y="39"/>
                    <a:pt x="2" y="39"/>
                  </a:cubicBezTo>
                  <a:cubicBezTo>
                    <a:pt x="0" y="39"/>
                    <a:pt x="0" y="40"/>
                    <a:pt x="0" y="41"/>
                  </a:cubicBezTo>
                  <a:cubicBezTo>
                    <a:pt x="0" y="43"/>
                    <a:pt x="2" y="45"/>
                    <a:pt x="5" y="48"/>
                  </a:cubicBezTo>
                  <a:close/>
                  <a:moveTo>
                    <a:pt x="21" y="22"/>
                  </a:moveTo>
                  <a:cubicBezTo>
                    <a:pt x="19" y="24"/>
                    <a:pt x="16" y="25"/>
                    <a:pt x="14" y="25"/>
                  </a:cubicBezTo>
                  <a:cubicBezTo>
                    <a:pt x="13" y="25"/>
                    <a:pt x="13" y="25"/>
                    <a:pt x="13" y="24"/>
                  </a:cubicBezTo>
                  <a:cubicBezTo>
                    <a:pt x="13" y="22"/>
                    <a:pt x="14" y="19"/>
                    <a:pt x="16" y="16"/>
                  </a:cubicBezTo>
                  <a:cubicBezTo>
                    <a:pt x="18" y="13"/>
                    <a:pt x="20" y="11"/>
                    <a:pt x="22" y="9"/>
                  </a:cubicBezTo>
                  <a:cubicBezTo>
                    <a:pt x="25" y="7"/>
                    <a:pt x="27" y="7"/>
                    <a:pt x="28" y="7"/>
                  </a:cubicBezTo>
                  <a:cubicBezTo>
                    <a:pt x="29" y="7"/>
                    <a:pt x="29" y="7"/>
                    <a:pt x="29" y="7"/>
                  </a:cubicBezTo>
                  <a:cubicBezTo>
                    <a:pt x="30" y="8"/>
                    <a:pt x="30" y="8"/>
                    <a:pt x="30" y="9"/>
                  </a:cubicBezTo>
                  <a:cubicBezTo>
                    <a:pt x="30" y="10"/>
                    <a:pt x="29" y="12"/>
                    <a:pt x="28" y="15"/>
                  </a:cubicBezTo>
                  <a:cubicBezTo>
                    <a:pt x="26" y="18"/>
                    <a:pt x="24" y="20"/>
                    <a:pt x="21"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0" name="组合 209"/>
          <p:cNvGrpSpPr/>
          <p:nvPr/>
        </p:nvGrpSpPr>
        <p:grpSpPr>
          <a:xfrm>
            <a:off x="323850" y="4964113"/>
            <a:ext cx="1360488" cy="1427162"/>
            <a:chOff x="323850" y="4964113"/>
            <a:chExt cx="1360488" cy="1427162"/>
          </a:xfrm>
          <a:solidFill>
            <a:schemeClr val="tx1">
              <a:lumMod val="65000"/>
              <a:lumOff val="35000"/>
            </a:schemeClr>
          </a:solidFill>
        </p:grpSpPr>
        <p:sp>
          <p:nvSpPr>
            <p:cNvPr id="211" name="Freeform 204"/>
            <p:cNvSpPr>
              <a:spLocks/>
            </p:cNvSpPr>
            <p:nvPr/>
          </p:nvSpPr>
          <p:spPr bwMode="auto">
            <a:xfrm>
              <a:off x="1168400" y="4964113"/>
              <a:ext cx="292100" cy="212725"/>
            </a:xfrm>
            <a:custGeom>
              <a:avLst/>
              <a:gdLst>
                <a:gd name="T0" fmla="*/ 148 w 180"/>
                <a:gd name="T1" fmla="*/ 127 h 132"/>
                <a:gd name="T2" fmla="*/ 169 w 180"/>
                <a:gd name="T3" fmla="*/ 132 h 132"/>
                <a:gd name="T4" fmla="*/ 180 w 180"/>
                <a:gd name="T5" fmla="*/ 90 h 132"/>
                <a:gd name="T6" fmla="*/ 90 w 180"/>
                <a:gd name="T7" fmla="*/ 0 h 132"/>
                <a:gd name="T8" fmla="*/ 0 w 180"/>
                <a:gd name="T9" fmla="*/ 89 h 132"/>
                <a:gd name="T10" fmla="*/ 8 w 180"/>
                <a:gd name="T11" fmla="*/ 127 h 132"/>
                <a:gd name="T12" fmla="*/ 145 w 180"/>
                <a:gd name="T13" fmla="*/ 127 h 132"/>
                <a:gd name="T14" fmla="*/ 148 w 180"/>
                <a:gd name="T15" fmla="*/ 127 h 1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0" h="132">
                  <a:moveTo>
                    <a:pt x="148" y="127"/>
                  </a:moveTo>
                  <a:cubicBezTo>
                    <a:pt x="154" y="127"/>
                    <a:pt x="161" y="128"/>
                    <a:pt x="169" y="132"/>
                  </a:cubicBezTo>
                  <a:cubicBezTo>
                    <a:pt x="176" y="119"/>
                    <a:pt x="180" y="105"/>
                    <a:pt x="180" y="90"/>
                  </a:cubicBezTo>
                  <a:cubicBezTo>
                    <a:pt x="180" y="40"/>
                    <a:pt x="139" y="0"/>
                    <a:pt x="90" y="0"/>
                  </a:cubicBezTo>
                  <a:cubicBezTo>
                    <a:pt x="40" y="0"/>
                    <a:pt x="0" y="40"/>
                    <a:pt x="0" y="89"/>
                  </a:cubicBezTo>
                  <a:cubicBezTo>
                    <a:pt x="0" y="103"/>
                    <a:pt x="3" y="115"/>
                    <a:pt x="8" y="127"/>
                  </a:cubicBezTo>
                  <a:cubicBezTo>
                    <a:pt x="145" y="127"/>
                    <a:pt x="145" y="127"/>
                    <a:pt x="145" y="127"/>
                  </a:cubicBezTo>
                  <a:cubicBezTo>
                    <a:pt x="146" y="127"/>
                    <a:pt x="147" y="127"/>
                    <a:pt x="148" y="1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206"/>
            <p:cNvSpPr>
              <a:spLocks noEditPoints="1"/>
            </p:cNvSpPr>
            <p:nvPr/>
          </p:nvSpPr>
          <p:spPr bwMode="auto">
            <a:xfrm>
              <a:off x="998538" y="5181600"/>
              <a:ext cx="685800" cy="1209675"/>
            </a:xfrm>
            <a:custGeom>
              <a:avLst/>
              <a:gdLst>
                <a:gd name="T0" fmla="*/ 336 w 425"/>
                <a:gd name="T1" fmla="*/ 128 h 748"/>
                <a:gd name="T2" fmla="*/ 331 w 425"/>
                <a:gd name="T3" fmla="*/ 101 h 748"/>
                <a:gd name="T4" fmla="*/ 99 w 425"/>
                <a:gd name="T5" fmla="*/ 4 h 748"/>
                <a:gd name="T6" fmla="*/ 60 w 425"/>
                <a:gd name="T7" fmla="*/ 16 h 748"/>
                <a:gd name="T8" fmla="*/ 16 w 425"/>
                <a:gd name="T9" fmla="*/ 234 h 748"/>
                <a:gd name="T10" fmla="*/ 59 w 425"/>
                <a:gd name="T11" fmla="*/ 253 h 748"/>
                <a:gd name="T12" fmla="*/ 67 w 425"/>
                <a:gd name="T13" fmla="*/ 128 h 748"/>
                <a:gd name="T14" fmla="*/ 83 w 425"/>
                <a:gd name="T15" fmla="*/ 204 h 748"/>
                <a:gd name="T16" fmla="*/ 67 w 425"/>
                <a:gd name="T17" fmla="*/ 216 h 748"/>
                <a:gd name="T18" fmla="*/ 67 w 425"/>
                <a:gd name="T19" fmla="*/ 268 h 748"/>
                <a:gd name="T20" fmla="*/ 83 w 425"/>
                <a:gd name="T21" fmla="*/ 280 h 748"/>
                <a:gd name="T22" fmla="*/ 67 w 425"/>
                <a:gd name="T23" fmla="*/ 307 h 748"/>
                <a:gd name="T24" fmla="*/ 67 w 425"/>
                <a:gd name="T25" fmla="*/ 699 h 748"/>
                <a:gd name="T26" fmla="*/ 167 w 425"/>
                <a:gd name="T27" fmla="*/ 699 h 748"/>
                <a:gd name="T28" fmla="*/ 167 w 425"/>
                <a:gd name="T29" fmla="*/ 336 h 748"/>
                <a:gd name="T30" fmla="*/ 183 w 425"/>
                <a:gd name="T31" fmla="*/ 347 h 748"/>
                <a:gd name="T32" fmla="*/ 233 w 425"/>
                <a:gd name="T33" fmla="*/ 748 h 748"/>
                <a:gd name="T34" fmla="*/ 283 w 425"/>
                <a:gd name="T35" fmla="*/ 333 h 748"/>
                <a:gd name="T36" fmla="*/ 283 w 425"/>
                <a:gd name="T37" fmla="*/ 280 h 748"/>
                <a:gd name="T38" fmla="*/ 263 w 425"/>
                <a:gd name="T39" fmla="*/ 268 h 748"/>
                <a:gd name="T40" fmla="*/ 283 w 425"/>
                <a:gd name="T41" fmla="*/ 231 h 748"/>
                <a:gd name="T42" fmla="*/ 263 w 425"/>
                <a:gd name="T43" fmla="*/ 216 h 748"/>
                <a:gd name="T44" fmla="*/ 283 w 425"/>
                <a:gd name="T45" fmla="*/ 204 h 748"/>
                <a:gd name="T46" fmla="*/ 291 w 425"/>
                <a:gd name="T47" fmla="*/ 140 h 748"/>
                <a:gd name="T48" fmla="*/ 293 w 425"/>
                <a:gd name="T49" fmla="*/ 218 h 748"/>
                <a:gd name="T50" fmla="*/ 389 w 425"/>
                <a:gd name="T51" fmla="*/ 335 h 748"/>
                <a:gd name="T52" fmla="*/ 416 w 425"/>
                <a:gd name="T53" fmla="*/ 286 h 748"/>
                <a:gd name="T54" fmla="*/ 255 w 425"/>
                <a:gd name="T55" fmla="*/ 284 h 748"/>
                <a:gd name="T56" fmla="*/ 111 w 425"/>
                <a:gd name="T57" fmla="*/ 300 h 748"/>
                <a:gd name="T58" fmla="*/ 95 w 425"/>
                <a:gd name="T59" fmla="*/ 204 h 748"/>
                <a:gd name="T60" fmla="*/ 239 w 425"/>
                <a:gd name="T61" fmla="*/ 188 h 748"/>
                <a:gd name="T62" fmla="*/ 255 w 425"/>
                <a:gd name="T63" fmla="*/ 284 h 7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25" h="748">
                  <a:moveTo>
                    <a:pt x="344" y="178"/>
                  </a:moveTo>
                  <a:cubicBezTo>
                    <a:pt x="342" y="167"/>
                    <a:pt x="340" y="146"/>
                    <a:pt x="336" y="128"/>
                  </a:cubicBezTo>
                  <a:cubicBezTo>
                    <a:pt x="334" y="117"/>
                    <a:pt x="331" y="107"/>
                    <a:pt x="331" y="101"/>
                  </a:cubicBezTo>
                  <a:cubicBezTo>
                    <a:pt x="331" y="101"/>
                    <a:pt x="331" y="101"/>
                    <a:pt x="331" y="101"/>
                  </a:cubicBezTo>
                  <a:cubicBezTo>
                    <a:pt x="307" y="11"/>
                    <a:pt x="270" y="0"/>
                    <a:pt x="251" y="4"/>
                  </a:cubicBezTo>
                  <a:cubicBezTo>
                    <a:pt x="99" y="4"/>
                    <a:pt x="99" y="4"/>
                    <a:pt x="99" y="4"/>
                  </a:cubicBezTo>
                  <a:cubicBezTo>
                    <a:pt x="91" y="4"/>
                    <a:pt x="78" y="4"/>
                    <a:pt x="63" y="14"/>
                  </a:cubicBezTo>
                  <a:cubicBezTo>
                    <a:pt x="62" y="15"/>
                    <a:pt x="61" y="15"/>
                    <a:pt x="60" y="16"/>
                  </a:cubicBezTo>
                  <a:cubicBezTo>
                    <a:pt x="26" y="42"/>
                    <a:pt x="7" y="100"/>
                    <a:pt x="1" y="194"/>
                  </a:cubicBezTo>
                  <a:cubicBezTo>
                    <a:pt x="0" y="209"/>
                    <a:pt x="5" y="223"/>
                    <a:pt x="16" y="234"/>
                  </a:cubicBezTo>
                  <a:cubicBezTo>
                    <a:pt x="27" y="243"/>
                    <a:pt x="42" y="249"/>
                    <a:pt x="58" y="253"/>
                  </a:cubicBezTo>
                  <a:cubicBezTo>
                    <a:pt x="58" y="253"/>
                    <a:pt x="59" y="253"/>
                    <a:pt x="59" y="253"/>
                  </a:cubicBezTo>
                  <a:cubicBezTo>
                    <a:pt x="59" y="128"/>
                    <a:pt x="59" y="128"/>
                    <a:pt x="59" y="128"/>
                  </a:cubicBezTo>
                  <a:cubicBezTo>
                    <a:pt x="67" y="128"/>
                    <a:pt x="67" y="128"/>
                    <a:pt x="67" y="128"/>
                  </a:cubicBezTo>
                  <a:cubicBezTo>
                    <a:pt x="67" y="204"/>
                    <a:pt x="67" y="204"/>
                    <a:pt x="67" y="204"/>
                  </a:cubicBezTo>
                  <a:cubicBezTo>
                    <a:pt x="83" y="204"/>
                    <a:pt x="83" y="204"/>
                    <a:pt x="83" y="204"/>
                  </a:cubicBezTo>
                  <a:cubicBezTo>
                    <a:pt x="83" y="216"/>
                    <a:pt x="83" y="216"/>
                    <a:pt x="83" y="216"/>
                  </a:cubicBezTo>
                  <a:cubicBezTo>
                    <a:pt x="67" y="216"/>
                    <a:pt x="67" y="216"/>
                    <a:pt x="67" y="216"/>
                  </a:cubicBezTo>
                  <a:cubicBezTo>
                    <a:pt x="67" y="231"/>
                    <a:pt x="67" y="231"/>
                    <a:pt x="67" y="231"/>
                  </a:cubicBezTo>
                  <a:cubicBezTo>
                    <a:pt x="67" y="268"/>
                    <a:pt x="67" y="268"/>
                    <a:pt x="67" y="268"/>
                  </a:cubicBezTo>
                  <a:cubicBezTo>
                    <a:pt x="83" y="268"/>
                    <a:pt x="83" y="268"/>
                    <a:pt x="83" y="268"/>
                  </a:cubicBezTo>
                  <a:cubicBezTo>
                    <a:pt x="83" y="280"/>
                    <a:pt x="83" y="280"/>
                    <a:pt x="83" y="280"/>
                  </a:cubicBezTo>
                  <a:cubicBezTo>
                    <a:pt x="67" y="280"/>
                    <a:pt x="67" y="280"/>
                    <a:pt x="67" y="280"/>
                  </a:cubicBezTo>
                  <a:cubicBezTo>
                    <a:pt x="67" y="307"/>
                    <a:pt x="67" y="307"/>
                    <a:pt x="67" y="307"/>
                  </a:cubicBezTo>
                  <a:cubicBezTo>
                    <a:pt x="67" y="333"/>
                    <a:pt x="67" y="333"/>
                    <a:pt x="67" y="333"/>
                  </a:cubicBezTo>
                  <a:cubicBezTo>
                    <a:pt x="67" y="699"/>
                    <a:pt x="67" y="699"/>
                    <a:pt x="67" y="699"/>
                  </a:cubicBezTo>
                  <a:cubicBezTo>
                    <a:pt x="67" y="726"/>
                    <a:pt x="90" y="748"/>
                    <a:pt x="117" y="748"/>
                  </a:cubicBezTo>
                  <a:cubicBezTo>
                    <a:pt x="144" y="748"/>
                    <a:pt x="167" y="726"/>
                    <a:pt x="167" y="699"/>
                  </a:cubicBezTo>
                  <a:cubicBezTo>
                    <a:pt x="167" y="347"/>
                    <a:pt x="167" y="347"/>
                    <a:pt x="167" y="347"/>
                  </a:cubicBezTo>
                  <a:cubicBezTo>
                    <a:pt x="167" y="336"/>
                    <a:pt x="167" y="336"/>
                    <a:pt x="167" y="336"/>
                  </a:cubicBezTo>
                  <a:cubicBezTo>
                    <a:pt x="183" y="336"/>
                    <a:pt x="183" y="336"/>
                    <a:pt x="183" y="336"/>
                  </a:cubicBezTo>
                  <a:cubicBezTo>
                    <a:pt x="183" y="347"/>
                    <a:pt x="183" y="347"/>
                    <a:pt x="183" y="347"/>
                  </a:cubicBezTo>
                  <a:cubicBezTo>
                    <a:pt x="183" y="699"/>
                    <a:pt x="183" y="699"/>
                    <a:pt x="183" y="699"/>
                  </a:cubicBezTo>
                  <a:cubicBezTo>
                    <a:pt x="183" y="726"/>
                    <a:pt x="206" y="748"/>
                    <a:pt x="233" y="748"/>
                  </a:cubicBezTo>
                  <a:cubicBezTo>
                    <a:pt x="260" y="748"/>
                    <a:pt x="283" y="726"/>
                    <a:pt x="283" y="699"/>
                  </a:cubicBezTo>
                  <a:cubicBezTo>
                    <a:pt x="283" y="333"/>
                    <a:pt x="283" y="333"/>
                    <a:pt x="283" y="333"/>
                  </a:cubicBezTo>
                  <a:cubicBezTo>
                    <a:pt x="283" y="307"/>
                    <a:pt x="283" y="307"/>
                    <a:pt x="283" y="307"/>
                  </a:cubicBezTo>
                  <a:cubicBezTo>
                    <a:pt x="283" y="280"/>
                    <a:pt x="283" y="280"/>
                    <a:pt x="283" y="280"/>
                  </a:cubicBezTo>
                  <a:cubicBezTo>
                    <a:pt x="263" y="280"/>
                    <a:pt x="263" y="280"/>
                    <a:pt x="263" y="280"/>
                  </a:cubicBezTo>
                  <a:cubicBezTo>
                    <a:pt x="263" y="268"/>
                    <a:pt x="263" y="268"/>
                    <a:pt x="263" y="268"/>
                  </a:cubicBezTo>
                  <a:cubicBezTo>
                    <a:pt x="283" y="268"/>
                    <a:pt x="283" y="268"/>
                    <a:pt x="283" y="268"/>
                  </a:cubicBezTo>
                  <a:cubicBezTo>
                    <a:pt x="283" y="231"/>
                    <a:pt x="283" y="231"/>
                    <a:pt x="283" y="231"/>
                  </a:cubicBezTo>
                  <a:cubicBezTo>
                    <a:pt x="283" y="216"/>
                    <a:pt x="283" y="216"/>
                    <a:pt x="283" y="216"/>
                  </a:cubicBezTo>
                  <a:cubicBezTo>
                    <a:pt x="263" y="216"/>
                    <a:pt x="263" y="216"/>
                    <a:pt x="263" y="216"/>
                  </a:cubicBezTo>
                  <a:cubicBezTo>
                    <a:pt x="263" y="204"/>
                    <a:pt x="263" y="204"/>
                    <a:pt x="263" y="204"/>
                  </a:cubicBezTo>
                  <a:cubicBezTo>
                    <a:pt x="283" y="204"/>
                    <a:pt x="283" y="204"/>
                    <a:pt x="283" y="204"/>
                  </a:cubicBezTo>
                  <a:cubicBezTo>
                    <a:pt x="283" y="136"/>
                    <a:pt x="283" y="136"/>
                    <a:pt x="283" y="136"/>
                  </a:cubicBezTo>
                  <a:cubicBezTo>
                    <a:pt x="287" y="138"/>
                    <a:pt x="291" y="139"/>
                    <a:pt x="291" y="140"/>
                  </a:cubicBezTo>
                  <a:cubicBezTo>
                    <a:pt x="291" y="216"/>
                    <a:pt x="291" y="216"/>
                    <a:pt x="291" y="216"/>
                  </a:cubicBezTo>
                  <a:cubicBezTo>
                    <a:pt x="293" y="218"/>
                    <a:pt x="293" y="218"/>
                    <a:pt x="293" y="218"/>
                  </a:cubicBezTo>
                  <a:cubicBezTo>
                    <a:pt x="362" y="321"/>
                    <a:pt x="362" y="321"/>
                    <a:pt x="362" y="321"/>
                  </a:cubicBezTo>
                  <a:cubicBezTo>
                    <a:pt x="368" y="330"/>
                    <a:pt x="379" y="335"/>
                    <a:pt x="389" y="335"/>
                  </a:cubicBezTo>
                  <a:cubicBezTo>
                    <a:pt x="395" y="335"/>
                    <a:pt x="401" y="334"/>
                    <a:pt x="407" y="330"/>
                  </a:cubicBezTo>
                  <a:cubicBezTo>
                    <a:pt x="421" y="320"/>
                    <a:pt x="425" y="300"/>
                    <a:pt x="416" y="286"/>
                  </a:cubicBezTo>
                  <a:lnTo>
                    <a:pt x="344" y="178"/>
                  </a:lnTo>
                  <a:close/>
                  <a:moveTo>
                    <a:pt x="255" y="284"/>
                  </a:moveTo>
                  <a:cubicBezTo>
                    <a:pt x="255" y="293"/>
                    <a:pt x="248" y="300"/>
                    <a:pt x="239" y="300"/>
                  </a:cubicBezTo>
                  <a:cubicBezTo>
                    <a:pt x="111" y="300"/>
                    <a:pt x="111" y="300"/>
                    <a:pt x="111" y="300"/>
                  </a:cubicBezTo>
                  <a:cubicBezTo>
                    <a:pt x="102" y="300"/>
                    <a:pt x="95" y="293"/>
                    <a:pt x="95" y="284"/>
                  </a:cubicBezTo>
                  <a:cubicBezTo>
                    <a:pt x="95" y="204"/>
                    <a:pt x="95" y="204"/>
                    <a:pt x="95" y="204"/>
                  </a:cubicBezTo>
                  <a:cubicBezTo>
                    <a:pt x="95" y="195"/>
                    <a:pt x="102" y="188"/>
                    <a:pt x="111" y="188"/>
                  </a:cubicBezTo>
                  <a:cubicBezTo>
                    <a:pt x="239" y="188"/>
                    <a:pt x="239" y="188"/>
                    <a:pt x="239" y="188"/>
                  </a:cubicBezTo>
                  <a:cubicBezTo>
                    <a:pt x="248" y="188"/>
                    <a:pt x="255" y="195"/>
                    <a:pt x="255" y="204"/>
                  </a:cubicBezTo>
                  <a:lnTo>
                    <a:pt x="255" y="2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Rectangle 207"/>
            <p:cNvSpPr>
              <a:spLocks noChangeArrowheads="1"/>
            </p:cNvSpPr>
            <p:nvPr/>
          </p:nvSpPr>
          <p:spPr bwMode="auto">
            <a:xfrm>
              <a:off x="1196975" y="5530850"/>
              <a:ext cx="19050" cy="841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208"/>
            <p:cNvSpPr>
              <a:spLocks/>
            </p:cNvSpPr>
            <p:nvPr/>
          </p:nvSpPr>
          <p:spPr bwMode="auto">
            <a:xfrm>
              <a:off x="1228725" y="5529263"/>
              <a:ext cx="65087" cy="85725"/>
            </a:xfrm>
            <a:custGeom>
              <a:avLst/>
              <a:gdLst>
                <a:gd name="T0" fmla="*/ 40 w 40"/>
                <a:gd name="T1" fmla="*/ 36 h 53"/>
                <a:gd name="T2" fmla="*/ 40 w 40"/>
                <a:gd name="T3" fmla="*/ 33 h 53"/>
                <a:gd name="T4" fmla="*/ 30 w 40"/>
                <a:gd name="T5" fmla="*/ 33 h 53"/>
                <a:gd name="T6" fmla="*/ 30 w 40"/>
                <a:gd name="T7" fmla="*/ 40 h 53"/>
                <a:gd name="T8" fmla="*/ 21 w 40"/>
                <a:gd name="T9" fmla="*/ 45 h 53"/>
                <a:gd name="T10" fmla="*/ 14 w 40"/>
                <a:gd name="T11" fmla="*/ 42 h 53"/>
                <a:gd name="T12" fmla="*/ 12 w 40"/>
                <a:gd name="T13" fmla="*/ 35 h 53"/>
                <a:gd name="T14" fmla="*/ 12 w 40"/>
                <a:gd name="T15" fmla="*/ 17 h 53"/>
                <a:gd name="T16" fmla="*/ 14 w 40"/>
                <a:gd name="T17" fmla="*/ 10 h 53"/>
                <a:gd name="T18" fmla="*/ 22 w 40"/>
                <a:gd name="T19" fmla="*/ 7 h 53"/>
                <a:gd name="T20" fmla="*/ 32 w 40"/>
                <a:gd name="T21" fmla="*/ 16 h 53"/>
                <a:gd name="T22" fmla="*/ 32 w 40"/>
                <a:gd name="T23" fmla="*/ 17 h 53"/>
                <a:gd name="T24" fmla="*/ 40 w 40"/>
                <a:gd name="T25" fmla="*/ 17 h 53"/>
                <a:gd name="T26" fmla="*/ 40 w 40"/>
                <a:gd name="T27" fmla="*/ 16 h 53"/>
                <a:gd name="T28" fmla="*/ 21 w 40"/>
                <a:gd name="T29" fmla="*/ 0 h 53"/>
                <a:gd name="T30" fmla="*/ 5 w 40"/>
                <a:gd name="T31" fmla="*/ 5 h 53"/>
                <a:gd name="T32" fmla="*/ 0 w 40"/>
                <a:gd name="T33" fmla="*/ 19 h 53"/>
                <a:gd name="T34" fmla="*/ 0 w 40"/>
                <a:gd name="T35" fmla="*/ 34 h 53"/>
                <a:gd name="T36" fmla="*/ 4 w 40"/>
                <a:gd name="T37" fmla="*/ 47 h 53"/>
                <a:gd name="T38" fmla="*/ 20 w 40"/>
                <a:gd name="T39" fmla="*/ 53 h 53"/>
                <a:gd name="T40" fmla="*/ 40 w 40"/>
                <a:gd name="T41" fmla="*/ 3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 h="53">
                  <a:moveTo>
                    <a:pt x="40" y="36"/>
                  </a:moveTo>
                  <a:cubicBezTo>
                    <a:pt x="40" y="33"/>
                    <a:pt x="40" y="33"/>
                    <a:pt x="40" y="33"/>
                  </a:cubicBezTo>
                  <a:cubicBezTo>
                    <a:pt x="30" y="33"/>
                    <a:pt x="30" y="33"/>
                    <a:pt x="30" y="33"/>
                  </a:cubicBezTo>
                  <a:cubicBezTo>
                    <a:pt x="30" y="37"/>
                    <a:pt x="30" y="39"/>
                    <a:pt x="30" y="40"/>
                  </a:cubicBezTo>
                  <a:cubicBezTo>
                    <a:pt x="28" y="43"/>
                    <a:pt x="26" y="45"/>
                    <a:pt x="21" y="45"/>
                  </a:cubicBezTo>
                  <a:cubicBezTo>
                    <a:pt x="18" y="45"/>
                    <a:pt x="15" y="44"/>
                    <a:pt x="14" y="42"/>
                  </a:cubicBezTo>
                  <a:cubicBezTo>
                    <a:pt x="13" y="40"/>
                    <a:pt x="12" y="39"/>
                    <a:pt x="12" y="35"/>
                  </a:cubicBezTo>
                  <a:cubicBezTo>
                    <a:pt x="12" y="17"/>
                    <a:pt x="12" y="17"/>
                    <a:pt x="12" y="17"/>
                  </a:cubicBezTo>
                  <a:cubicBezTo>
                    <a:pt x="12" y="13"/>
                    <a:pt x="13" y="12"/>
                    <a:pt x="14" y="10"/>
                  </a:cubicBezTo>
                  <a:cubicBezTo>
                    <a:pt x="15" y="8"/>
                    <a:pt x="19" y="7"/>
                    <a:pt x="22" y="7"/>
                  </a:cubicBezTo>
                  <a:cubicBezTo>
                    <a:pt x="28" y="7"/>
                    <a:pt x="32" y="10"/>
                    <a:pt x="32" y="16"/>
                  </a:cubicBezTo>
                  <a:cubicBezTo>
                    <a:pt x="32" y="17"/>
                    <a:pt x="32" y="17"/>
                    <a:pt x="32" y="17"/>
                  </a:cubicBezTo>
                  <a:cubicBezTo>
                    <a:pt x="40" y="17"/>
                    <a:pt x="40" y="17"/>
                    <a:pt x="40" y="17"/>
                  </a:cubicBezTo>
                  <a:cubicBezTo>
                    <a:pt x="40" y="16"/>
                    <a:pt x="40" y="16"/>
                    <a:pt x="40" y="16"/>
                  </a:cubicBezTo>
                  <a:cubicBezTo>
                    <a:pt x="40" y="6"/>
                    <a:pt x="33" y="0"/>
                    <a:pt x="21" y="0"/>
                  </a:cubicBezTo>
                  <a:cubicBezTo>
                    <a:pt x="14" y="0"/>
                    <a:pt x="8" y="2"/>
                    <a:pt x="5" y="5"/>
                  </a:cubicBezTo>
                  <a:cubicBezTo>
                    <a:pt x="1" y="8"/>
                    <a:pt x="0" y="11"/>
                    <a:pt x="0" y="19"/>
                  </a:cubicBezTo>
                  <a:cubicBezTo>
                    <a:pt x="0" y="34"/>
                    <a:pt x="0" y="34"/>
                    <a:pt x="0" y="34"/>
                  </a:cubicBezTo>
                  <a:cubicBezTo>
                    <a:pt x="0" y="41"/>
                    <a:pt x="1" y="44"/>
                    <a:pt x="4" y="47"/>
                  </a:cubicBezTo>
                  <a:cubicBezTo>
                    <a:pt x="7" y="51"/>
                    <a:pt x="13" y="53"/>
                    <a:pt x="20" y="53"/>
                  </a:cubicBezTo>
                  <a:cubicBezTo>
                    <a:pt x="34" y="53"/>
                    <a:pt x="40" y="47"/>
                    <a:pt x="40"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209"/>
            <p:cNvSpPr>
              <a:spLocks/>
            </p:cNvSpPr>
            <p:nvPr/>
          </p:nvSpPr>
          <p:spPr bwMode="auto">
            <a:xfrm>
              <a:off x="1312863" y="5530850"/>
              <a:ext cx="52387" cy="84138"/>
            </a:xfrm>
            <a:custGeom>
              <a:avLst/>
              <a:gdLst>
                <a:gd name="T0" fmla="*/ 0 w 33"/>
                <a:gd name="T1" fmla="*/ 0 h 53"/>
                <a:gd name="T2" fmla="*/ 0 w 33"/>
                <a:gd name="T3" fmla="*/ 53 h 53"/>
                <a:gd name="T4" fmla="*/ 33 w 33"/>
                <a:gd name="T5" fmla="*/ 53 h 53"/>
                <a:gd name="T6" fmla="*/ 33 w 33"/>
                <a:gd name="T7" fmla="*/ 45 h 53"/>
                <a:gd name="T8" fmla="*/ 12 w 33"/>
                <a:gd name="T9" fmla="*/ 45 h 53"/>
                <a:gd name="T10" fmla="*/ 12 w 33"/>
                <a:gd name="T11" fmla="*/ 29 h 53"/>
                <a:gd name="T12" fmla="*/ 29 w 33"/>
                <a:gd name="T13" fmla="*/ 29 h 53"/>
                <a:gd name="T14" fmla="*/ 29 w 33"/>
                <a:gd name="T15" fmla="*/ 21 h 53"/>
                <a:gd name="T16" fmla="*/ 12 w 33"/>
                <a:gd name="T17" fmla="*/ 21 h 53"/>
                <a:gd name="T18" fmla="*/ 12 w 33"/>
                <a:gd name="T19" fmla="*/ 8 h 53"/>
                <a:gd name="T20" fmla="*/ 33 w 33"/>
                <a:gd name="T21" fmla="*/ 8 h 53"/>
                <a:gd name="T22" fmla="*/ 33 w 33"/>
                <a:gd name="T23" fmla="*/ 0 h 53"/>
                <a:gd name="T24" fmla="*/ 0 w 33"/>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53">
                  <a:moveTo>
                    <a:pt x="0" y="0"/>
                  </a:moveTo>
                  <a:lnTo>
                    <a:pt x="0" y="53"/>
                  </a:lnTo>
                  <a:lnTo>
                    <a:pt x="33" y="53"/>
                  </a:lnTo>
                  <a:lnTo>
                    <a:pt x="33" y="45"/>
                  </a:lnTo>
                  <a:lnTo>
                    <a:pt x="12" y="45"/>
                  </a:lnTo>
                  <a:lnTo>
                    <a:pt x="12" y="29"/>
                  </a:lnTo>
                  <a:lnTo>
                    <a:pt x="29" y="29"/>
                  </a:lnTo>
                  <a:lnTo>
                    <a:pt x="29" y="21"/>
                  </a:lnTo>
                  <a:lnTo>
                    <a:pt x="12" y="21"/>
                  </a:lnTo>
                  <a:lnTo>
                    <a:pt x="12" y="8"/>
                  </a:lnTo>
                  <a:lnTo>
                    <a:pt x="33" y="8"/>
                  </a:lnTo>
                  <a:lnTo>
                    <a:pt x="33"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210"/>
            <p:cNvSpPr>
              <a:spLocks/>
            </p:cNvSpPr>
            <p:nvPr/>
          </p:nvSpPr>
          <p:spPr bwMode="auto">
            <a:xfrm>
              <a:off x="601663" y="5648325"/>
              <a:ext cx="431800" cy="277813"/>
            </a:xfrm>
            <a:custGeom>
              <a:avLst/>
              <a:gdLst>
                <a:gd name="T0" fmla="*/ 222 w 272"/>
                <a:gd name="T1" fmla="*/ 28 h 175"/>
                <a:gd name="T2" fmla="*/ 0 w 272"/>
                <a:gd name="T3" fmla="*/ 167 h 175"/>
                <a:gd name="T4" fmla="*/ 5 w 272"/>
                <a:gd name="T5" fmla="*/ 175 h 175"/>
                <a:gd name="T6" fmla="*/ 227 w 272"/>
                <a:gd name="T7" fmla="*/ 37 h 175"/>
                <a:gd name="T8" fmla="*/ 245 w 272"/>
                <a:gd name="T9" fmla="*/ 67 h 175"/>
                <a:gd name="T10" fmla="*/ 272 w 272"/>
                <a:gd name="T11" fmla="*/ 4 h 175"/>
                <a:gd name="T12" fmla="*/ 204 w 272"/>
                <a:gd name="T13" fmla="*/ 0 h 175"/>
                <a:gd name="T14" fmla="*/ 222 w 272"/>
                <a:gd name="T15" fmla="*/ 28 h 1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2" h="175">
                  <a:moveTo>
                    <a:pt x="222" y="28"/>
                  </a:moveTo>
                  <a:lnTo>
                    <a:pt x="0" y="167"/>
                  </a:lnTo>
                  <a:lnTo>
                    <a:pt x="5" y="175"/>
                  </a:lnTo>
                  <a:lnTo>
                    <a:pt x="227" y="37"/>
                  </a:lnTo>
                  <a:lnTo>
                    <a:pt x="245" y="67"/>
                  </a:lnTo>
                  <a:lnTo>
                    <a:pt x="272" y="4"/>
                  </a:lnTo>
                  <a:lnTo>
                    <a:pt x="204" y="0"/>
                  </a:lnTo>
                  <a:lnTo>
                    <a:pt x="222"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217" name="组合 216"/>
            <p:cNvGrpSpPr/>
            <p:nvPr/>
          </p:nvGrpSpPr>
          <p:grpSpPr>
            <a:xfrm>
              <a:off x="323850" y="6018213"/>
              <a:ext cx="609600" cy="85725"/>
              <a:chOff x="323850" y="6018213"/>
              <a:chExt cx="609600" cy="85725"/>
            </a:xfrm>
            <a:grpFill/>
          </p:grpSpPr>
          <p:sp>
            <p:nvSpPr>
              <p:cNvPr id="218" name="Freeform 211"/>
              <p:cNvSpPr>
                <a:spLocks/>
              </p:cNvSpPr>
              <p:nvPr/>
            </p:nvSpPr>
            <p:spPr bwMode="auto">
              <a:xfrm>
                <a:off x="323850" y="6029325"/>
                <a:ext cx="66675" cy="74613"/>
              </a:xfrm>
              <a:custGeom>
                <a:avLst/>
                <a:gdLst>
                  <a:gd name="T0" fmla="*/ 38 w 41"/>
                  <a:gd name="T1" fmla="*/ 1 h 46"/>
                  <a:gd name="T2" fmla="*/ 34 w 41"/>
                  <a:gd name="T3" fmla="*/ 3 h 46"/>
                  <a:gd name="T4" fmla="*/ 32 w 41"/>
                  <a:gd name="T5" fmla="*/ 17 h 46"/>
                  <a:gd name="T6" fmla="*/ 31 w 41"/>
                  <a:gd name="T7" fmla="*/ 23 h 46"/>
                  <a:gd name="T8" fmla="*/ 31 w 41"/>
                  <a:gd name="T9" fmla="*/ 25 h 46"/>
                  <a:gd name="T10" fmla="*/ 27 w 41"/>
                  <a:gd name="T11" fmla="*/ 36 h 46"/>
                  <a:gd name="T12" fmla="*/ 17 w 41"/>
                  <a:gd name="T13" fmla="*/ 39 h 46"/>
                  <a:gd name="T14" fmla="*/ 11 w 41"/>
                  <a:gd name="T15" fmla="*/ 36 h 46"/>
                  <a:gd name="T16" fmla="*/ 8 w 41"/>
                  <a:gd name="T17" fmla="*/ 26 h 46"/>
                  <a:gd name="T18" fmla="*/ 9 w 41"/>
                  <a:gd name="T19" fmla="*/ 18 h 46"/>
                  <a:gd name="T20" fmla="*/ 10 w 41"/>
                  <a:gd name="T21" fmla="*/ 11 h 46"/>
                  <a:gd name="T22" fmla="*/ 11 w 41"/>
                  <a:gd name="T23" fmla="*/ 4 h 46"/>
                  <a:gd name="T24" fmla="*/ 10 w 41"/>
                  <a:gd name="T25" fmla="*/ 1 h 46"/>
                  <a:gd name="T26" fmla="*/ 8 w 41"/>
                  <a:gd name="T27" fmla="*/ 0 h 46"/>
                  <a:gd name="T28" fmla="*/ 5 w 41"/>
                  <a:gd name="T29" fmla="*/ 1 h 46"/>
                  <a:gd name="T30" fmla="*/ 3 w 41"/>
                  <a:gd name="T31" fmla="*/ 6 h 46"/>
                  <a:gd name="T32" fmla="*/ 3 w 41"/>
                  <a:gd name="T33" fmla="*/ 10 h 46"/>
                  <a:gd name="T34" fmla="*/ 2 w 41"/>
                  <a:gd name="T35" fmla="*/ 13 h 46"/>
                  <a:gd name="T36" fmla="*/ 1 w 41"/>
                  <a:gd name="T37" fmla="*/ 19 h 46"/>
                  <a:gd name="T38" fmla="*/ 0 w 41"/>
                  <a:gd name="T39" fmla="*/ 26 h 46"/>
                  <a:gd name="T40" fmla="*/ 3 w 41"/>
                  <a:gd name="T41" fmla="*/ 37 h 46"/>
                  <a:gd name="T42" fmla="*/ 9 w 41"/>
                  <a:gd name="T43" fmla="*/ 44 h 46"/>
                  <a:gd name="T44" fmla="*/ 17 w 41"/>
                  <a:gd name="T45" fmla="*/ 46 h 46"/>
                  <a:gd name="T46" fmla="*/ 29 w 41"/>
                  <a:gd name="T47" fmla="*/ 42 h 46"/>
                  <a:gd name="T48" fmla="*/ 36 w 41"/>
                  <a:gd name="T49" fmla="*/ 35 h 46"/>
                  <a:gd name="T50" fmla="*/ 39 w 41"/>
                  <a:gd name="T51" fmla="*/ 21 h 46"/>
                  <a:gd name="T52" fmla="*/ 40 w 41"/>
                  <a:gd name="T53" fmla="*/ 14 h 46"/>
                  <a:gd name="T54" fmla="*/ 41 w 41"/>
                  <a:gd name="T55" fmla="*/ 5 h 46"/>
                  <a:gd name="T56" fmla="*/ 38 w 41"/>
                  <a:gd name="T5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 h="46">
                    <a:moveTo>
                      <a:pt x="38" y="1"/>
                    </a:moveTo>
                    <a:cubicBezTo>
                      <a:pt x="36" y="1"/>
                      <a:pt x="35" y="2"/>
                      <a:pt x="34" y="3"/>
                    </a:cubicBezTo>
                    <a:cubicBezTo>
                      <a:pt x="33" y="5"/>
                      <a:pt x="32" y="10"/>
                      <a:pt x="32" y="17"/>
                    </a:cubicBezTo>
                    <a:cubicBezTo>
                      <a:pt x="32" y="19"/>
                      <a:pt x="32" y="20"/>
                      <a:pt x="31" y="23"/>
                    </a:cubicBezTo>
                    <a:cubicBezTo>
                      <a:pt x="31" y="23"/>
                      <a:pt x="31" y="24"/>
                      <a:pt x="31" y="25"/>
                    </a:cubicBezTo>
                    <a:cubicBezTo>
                      <a:pt x="30" y="30"/>
                      <a:pt x="29" y="34"/>
                      <a:pt x="27" y="36"/>
                    </a:cubicBezTo>
                    <a:cubicBezTo>
                      <a:pt x="25" y="38"/>
                      <a:pt x="22" y="39"/>
                      <a:pt x="17" y="39"/>
                    </a:cubicBezTo>
                    <a:cubicBezTo>
                      <a:pt x="15" y="39"/>
                      <a:pt x="13" y="38"/>
                      <a:pt x="11" y="36"/>
                    </a:cubicBezTo>
                    <a:cubicBezTo>
                      <a:pt x="9" y="35"/>
                      <a:pt x="8" y="31"/>
                      <a:pt x="8" y="26"/>
                    </a:cubicBezTo>
                    <a:cubicBezTo>
                      <a:pt x="8" y="25"/>
                      <a:pt x="8" y="22"/>
                      <a:pt x="9" y="18"/>
                    </a:cubicBezTo>
                    <a:cubicBezTo>
                      <a:pt x="9" y="14"/>
                      <a:pt x="10" y="12"/>
                      <a:pt x="10" y="11"/>
                    </a:cubicBezTo>
                    <a:cubicBezTo>
                      <a:pt x="11" y="7"/>
                      <a:pt x="11" y="4"/>
                      <a:pt x="11" y="4"/>
                    </a:cubicBezTo>
                    <a:cubicBezTo>
                      <a:pt x="11" y="3"/>
                      <a:pt x="11" y="3"/>
                      <a:pt x="10" y="1"/>
                    </a:cubicBezTo>
                    <a:cubicBezTo>
                      <a:pt x="9" y="0"/>
                      <a:pt x="9" y="0"/>
                      <a:pt x="8" y="0"/>
                    </a:cubicBezTo>
                    <a:cubicBezTo>
                      <a:pt x="6" y="0"/>
                      <a:pt x="5" y="0"/>
                      <a:pt x="5" y="1"/>
                    </a:cubicBezTo>
                    <a:cubicBezTo>
                      <a:pt x="4" y="3"/>
                      <a:pt x="3" y="4"/>
                      <a:pt x="3" y="6"/>
                    </a:cubicBezTo>
                    <a:cubicBezTo>
                      <a:pt x="3" y="8"/>
                      <a:pt x="3" y="9"/>
                      <a:pt x="3" y="10"/>
                    </a:cubicBezTo>
                    <a:cubicBezTo>
                      <a:pt x="2" y="11"/>
                      <a:pt x="2" y="12"/>
                      <a:pt x="2" y="13"/>
                    </a:cubicBezTo>
                    <a:cubicBezTo>
                      <a:pt x="1" y="19"/>
                      <a:pt x="1" y="19"/>
                      <a:pt x="1" y="19"/>
                    </a:cubicBezTo>
                    <a:cubicBezTo>
                      <a:pt x="1" y="22"/>
                      <a:pt x="0" y="24"/>
                      <a:pt x="0" y="26"/>
                    </a:cubicBezTo>
                    <a:cubicBezTo>
                      <a:pt x="0" y="30"/>
                      <a:pt x="1" y="33"/>
                      <a:pt x="3" y="37"/>
                    </a:cubicBezTo>
                    <a:cubicBezTo>
                      <a:pt x="4" y="40"/>
                      <a:pt x="6" y="42"/>
                      <a:pt x="9" y="44"/>
                    </a:cubicBezTo>
                    <a:cubicBezTo>
                      <a:pt x="12" y="45"/>
                      <a:pt x="15" y="46"/>
                      <a:pt x="17" y="46"/>
                    </a:cubicBezTo>
                    <a:cubicBezTo>
                      <a:pt x="22" y="46"/>
                      <a:pt x="26" y="44"/>
                      <a:pt x="29" y="42"/>
                    </a:cubicBezTo>
                    <a:cubicBezTo>
                      <a:pt x="33" y="40"/>
                      <a:pt x="35" y="38"/>
                      <a:pt x="36" y="35"/>
                    </a:cubicBezTo>
                    <a:cubicBezTo>
                      <a:pt x="38" y="32"/>
                      <a:pt x="38" y="27"/>
                      <a:pt x="39" y="21"/>
                    </a:cubicBezTo>
                    <a:cubicBezTo>
                      <a:pt x="39" y="19"/>
                      <a:pt x="39" y="16"/>
                      <a:pt x="40" y="14"/>
                    </a:cubicBezTo>
                    <a:cubicBezTo>
                      <a:pt x="41" y="9"/>
                      <a:pt x="41" y="6"/>
                      <a:pt x="41" y="5"/>
                    </a:cubicBezTo>
                    <a:cubicBezTo>
                      <a:pt x="41" y="2"/>
                      <a:pt x="40" y="1"/>
                      <a:pt x="38"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212"/>
              <p:cNvSpPr>
                <a:spLocks/>
              </p:cNvSpPr>
              <p:nvPr/>
            </p:nvSpPr>
            <p:spPr bwMode="auto">
              <a:xfrm>
                <a:off x="393700" y="6043613"/>
                <a:ext cx="39687" cy="60325"/>
              </a:xfrm>
              <a:custGeom>
                <a:avLst/>
                <a:gdLst>
                  <a:gd name="T0" fmla="*/ 13 w 25"/>
                  <a:gd name="T1" fmla="*/ 8 h 37"/>
                  <a:gd name="T2" fmla="*/ 19 w 25"/>
                  <a:gd name="T3" fmla="*/ 6 h 37"/>
                  <a:gd name="T4" fmla="*/ 21 w 25"/>
                  <a:gd name="T5" fmla="*/ 7 h 37"/>
                  <a:gd name="T6" fmla="*/ 22 w 25"/>
                  <a:gd name="T7" fmla="*/ 7 h 37"/>
                  <a:gd name="T8" fmla="*/ 24 w 25"/>
                  <a:gd name="T9" fmla="*/ 6 h 37"/>
                  <a:gd name="T10" fmla="*/ 25 w 25"/>
                  <a:gd name="T11" fmla="*/ 4 h 37"/>
                  <a:gd name="T12" fmla="*/ 20 w 25"/>
                  <a:gd name="T13" fmla="*/ 0 h 37"/>
                  <a:gd name="T14" fmla="*/ 9 w 25"/>
                  <a:gd name="T15" fmla="*/ 4 h 37"/>
                  <a:gd name="T16" fmla="*/ 3 w 25"/>
                  <a:gd name="T17" fmla="*/ 13 h 37"/>
                  <a:gd name="T18" fmla="*/ 4 w 25"/>
                  <a:gd name="T19" fmla="*/ 18 h 37"/>
                  <a:gd name="T20" fmla="*/ 12 w 25"/>
                  <a:gd name="T21" fmla="*/ 23 h 37"/>
                  <a:gd name="T22" fmla="*/ 17 w 25"/>
                  <a:gd name="T23" fmla="*/ 27 h 37"/>
                  <a:gd name="T24" fmla="*/ 13 w 25"/>
                  <a:gd name="T25" fmla="*/ 29 h 37"/>
                  <a:gd name="T26" fmla="*/ 7 w 25"/>
                  <a:gd name="T27" fmla="*/ 30 h 37"/>
                  <a:gd name="T28" fmla="*/ 5 w 25"/>
                  <a:gd name="T29" fmla="*/ 30 h 37"/>
                  <a:gd name="T30" fmla="*/ 3 w 25"/>
                  <a:gd name="T31" fmla="*/ 29 h 37"/>
                  <a:gd name="T32" fmla="*/ 1 w 25"/>
                  <a:gd name="T33" fmla="*/ 30 h 37"/>
                  <a:gd name="T34" fmla="*/ 0 w 25"/>
                  <a:gd name="T35" fmla="*/ 33 h 37"/>
                  <a:gd name="T36" fmla="*/ 5 w 25"/>
                  <a:gd name="T37" fmla="*/ 37 h 37"/>
                  <a:gd name="T38" fmla="*/ 19 w 25"/>
                  <a:gd name="T39" fmla="*/ 34 h 37"/>
                  <a:gd name="T40" fmla="*/ 25 w 25"/>
                  <a:gd name="T41" fmla="*/ 26 h 37"/>
                  <a:gd name="T42" fmla="*/ 23 w 25"/>
                  <a:gd name="T43" fmla="*/ 22 h 37"/>
                  <a:gd name="T44" fmla="*/ 16 w 25"/>
                  <a:gd name="T45" fmla="*/ 17 h 37"/>
                  <a:gd name="T46" fmla="*/ 11 w 25"/>
                  <a:gd name="T47" fmla="*/ 15 h 37"/>
                  <a:gd name="T48" fmla="*/ 10 w 25"/>
                  <a:gd name="T49" fmla="*/ 12 h 37"/>
                  <a:gd name="T50" fmla="*/ 13 w 25"/>
                  <a:gd name="T51" fmla="*/ 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5" h="37">
                    <a:moveTo>
                      <a:pt x="13" y="8"/>
                    </a:moveTo>
                    <a:cubicBezTo>
                      <a:pt x="16" y="7"/>
                      <a:pt x="18" y="6"/>
                      <a:pt x="19" y="6"/>
                    </a:cubicBezTo>
                    <a:cubicBezTo>
                      <a:pt x="20" y="6"/>
                      <a:pt x="20" y="7"/>
                      <a:pt x="21" y="7"/>
                    </a:cubicBezTo>
                    <a:cubicBezTo>
                      <a:pt x="21" y="7"/>
                      <a:pt x="22" y="7"/>
                      <a:pt x="22" y="7"/>
                    </a:cubicBezTo>
                    <a:cubicBezTo>
                      <a:pt x="22" y="7"/>
                      <a:pt x="23" y="7"/>
                      <a:pt x="24" y="6"/>
                    </a:cubicBezTo>
                    <a:cubicBezTo>
                      <a:pt x="25" y="6"/>
                      <a:pt x="25" y="5"/>
                      <a:pt x="25" y="4"/>
                    </a:cubicBezTo>
                    <a:cubicBezTo>
                      <a:pt x="25" y="1"/>
                      <a:pt x="23" y="0"/>
                      <a:pt x="20" y="0"/>
                    </a:cubicBezTo>
                    <a:cubicBezTo>
                      <a:pt x="16" y="0"/>
                      <a:pt x="13" y="1"/>
                      <a:pt x="9" y="4"/>
                    </a:cubicBezTo>
                    <a:cubicBezTo>
                      <a:pt x="5" y="6"/>
                      <a:pt x="3" y="10"/>
                      <a:pt x="3" y="13"/>
                    </a:cubicBezTo>
                    <a:cubicBezTo>
                      <a:pt x="3" y="15"/>
                      <a:pt x="3" y="16"/>
                      <a:pt x="4" y="18"/>
                    </a:cubicBezTo>
                    <a:cubicBezTo>
                      <a:pt x="6" y="19"/>
                      <a:pt x="8" y="21"/>
                      <a:pt x="12" y="23"/>
                    </a:cubicBezTo>
                    <a:cubicBezTo>
                      <a:pt x="16" y="25"/>
                      <a:pt x="17" y="26"/>
                      <a:pt x="17" y="27"/>
                    </a:cubicBezTo>
                    <a:cubicBezTo>
                      <a:pt x="17" y="28"/>
                      <a:pt x="15" y="29"/>
                      <a:pt x="13" y="29"/>
                    </a:cubicBezTo>
                    <a:cubicBezTo>
                      <a:pt x="11" y="30"/>
                      <a:pt x="9" y="30"/>
                      <a:pt x="7" y="30"/>
                    </a:cubicBezTo>
                    <a:cubicBezTo>
                      <a:pt x="7" y="30"/>
                      <a:pt x="6" y="30"/>
                      <a:pt x="5" y="30"/>
                    </a:cubicBezTo>
                    <a:cubicBezTo>
                      <a:pt x="4" y="29"/>
                      <a:pt x="4" y="29"/>
                      <a:pt x="3" y="29"/>
                    </a:cubicBezTo>
                    <a:cubicBezTo>
                      <a:pt x="3" y="29"/>
                      <a:pt x="2" y="30"/>
                      <a:pt x="1" y="30"/>
                    </a:cubicBezTo>
                    <a:cubicBezTo>
                      <a:pt x="0" y="31"/>
                      <a:pt x="0" y="32"/>
                      <a:pt x="0" y="33"/>
                    </a:cubicBezTo>
                    <a:cubicBezTo>
                      <a:pt x="0" y="35"/>
                      <a:pt x="2" y="37"/>
                      <a:pt x="5" y="37"/>
                    </a:cubicBezTo>
                    <a:cubicBezTo>
                      <a:pt x="10" y="37"/>
                      <a:pt x="15" y="36"/>
                      <a:pt x="19" y="34"/>
                    </a:cubicBezTo>
                    <a:cubicBezTo>
                      <a:pt x="23" y="32"/>
                      <a:pt x="25" y="29"/>
                      <a:pt x="25" y="26"/>
                    </a:cubicBezTo>
                    <a:cubicBezTo>
                      <a:pt x="25" y="25"/>
                      <a:pt x="24" y="23"/>
                      <a:pt x="23" y="22"/>
                    </a:cubicBezTo>
                    <a:cubicBezTo>
                      <a:pt x="22" y="21"/>
                      <a:pt x="19" y="19"/>
                      <a:pt x="16" y="17"/>
                    </a:cubicBezTo>
                    <a:cubicBezTo>
                      <a:pt x="14" y="16"/>
                      <a:pt x="12" y="15"/>
                      <a:pt x="11" y="15"/>
                    </a:cubicBezTo>
                    <a:cubicBezTo>
                      <a:pt x="11" y="14"/>
                      <a:pt x="10" y="13"/>
                      <a:pt x="10" y="12"/>
                    </a:cubicBezTo>
                    <a:cubicBezTo>
                      <a:pt x="10" y="11"/>
                      <a:pt x="11" y="9"/>
                      <a:pt x="1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213"/>
              <p:cNvSpPr>
                <a:spLocks noEditPoints="1"/>
              </p:cNvSpPr>
              <p:nvPr/>
            </p:nvSpPr>
            <p:spPr bwMode="auto">
              <a:xfrm>
                <a:off x="438150" y="6045200"/>
                <a:ext cx="46037" cy="57150"/>
              </a:xfrm>
              <a:custGeom>
                <a:avLst/>
                <a:gdLst>
                  <a:gd name="T0" fmla="*/ 26 w 28"/>
                  <a:gd name="T1" fmla="*/ 21 h 35"/>
                  <a:gd name="T2" fmla="*/ 24 w 28"/>
                  <a:gd name="T3" fmla="*/ 22 h 35"/>
                  <a:gd name="T4" fmla="*/ 12 w 28"/>
                  <a:gd name="T5" fmla="*/ 29 h 35"/>
                  <a:gd name="T6" fmla="*/ 9 w 28"/>
                  <a:gd name="T7" fmla="*/ 27 h 35"/>
                  <a:gd name="T8" fmla="*/ 8 w 28"/>
                  <a:gd name="T9" fmla="*/ 25 h 35"/>
                  <a:gd name="T10" fmla="*/ 8 w 28"/>
                  <a:gd name="T11" fmla="*/ 23 h 35"/>
                  <a:gd name="T12" fmla="*/ 21 w 28"/>
                  <a:gd name="T13" fmla="*/ 17 h 35"/>
                  <a:gd name="T14" fmla="*/ 26 w 28"/>
                  <a:gd name="T15" fmla="*/ 7 h 35"/>
                  <a:gd name="T16" fmla="*/ 24 w 28"/>
                  <a:gd name="T17" fmla="*/ 2 h 35"/>
                  <a:gd name="T18" fmla="*/ 19 w 28"/>
                  <a:gd name="T19" fmla="*/ 0 h 35"/>
                  <a:gd name="T20" fmla="*/ 6 w 28"/>
                  <a:gd name="T21" fmla="*/ 7 h 35"/>
                  <a:gd name="T22" fmla="*/ 0 w 28"/>
                  <a:gd name="T23" fmla="*/ 23 h 35"/>
                  <a:gd name="T24" fmla="*/ 3 w 28"/>
                  <a:gd name="T25" fmla="*/ 32 h 35"/>
                  <a:gd name="T26" fmla="*/ 11 w 28"/>
                  <a:gd name="T27" fmla="*/ 35 h 35"/>
                  <a:gd name="T28" fmla="*/ 23 w 28"/>
                  <a:gd name="T29" fmla="*/ 31 h 35"/>
                  <a:gd name="T30" fmla="*/ 28 w 28"/>
                  <a:gd name="T31" fmla="*/ 23 h 35"/>
                  <a:gd name="T32" fmla="*/ 26 w 28"/>
                  <a:gd name="T33" fmla="*/ 21 h 35"/>
                  <a:gd name="T34" fmla="*/ 12 w 28"/>
                  <a:gd name="T35" fmla="*/ 10 h 35"/>
                  <a:gd name="T36" fmla="*/ 18 w 28"/>
                  <a:gd name="T37" fmla="*/ 6 h 35"/>
                  <a:gd name="T38" fmla="*/ 20 w 28"/>
                  <a:gd name="T39" fmla="*/ 7 h 35"/>
                  <a:gd name="T40" fmla="*/ 20 w 28"/>
                  <a:gd name="T41" fmla="*/ 8 h 35"/>
                  <a:gd name="T42" fmla="*/ 16 w 28"/>
                  <a:gd name="T43" fmla="*/ 14 h 35"/>
                  <a:gd name="T44" fmla="*/ 8 w 28"/>
                  <a:gd name="T45" fmla="*/ 18 h 35"/>
                  <a:gd name="T46" fmla="*/ 12 w 28"/>
                  <a:gd name="T47"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35">
                    <a:moveTo>
                      <a:pt x="26" y="21"/>
                    </a:moveTo>
                    <a:cubicBezTo>
                      <a:pt x="26" y="21"/>
                      <a:pt x="25" y="22"/>
                      <a:pt x="24" y="22"/>
                    </a:cubicBezTo>
                    <a:cubicBezTo>
                      <a:pt x="20" y="27"/>
                      <a:pt x="16" y="29"/>
                      <a:pt x="12" y="29"/>
                    </a:cubicBezTo>
                    <a:cubicBezTo>
                      <a:pt x="11" y="29"/>
                      <a:pt x="10" y="28"/>
                      <a:pt x="9" y="27"/>
                    </a:cubicBezTo>
                    <a:cubicBezTo>
                      <a:pt x="8" y="26"/>
                      <a:pt x="8" y="26"/>
                      <a:pt x="8" y="25"/>
                    </a:cubicBezTo>
                    <a:cubicBezTo>
                      <a:pt x="8" y="24"/>
                      <a:pt x="8" y="24"/>
                      <a:pt x="8" y="23"/>
                    </a:cubicBezTo>
                    <a:cubicBezTo>
                      <a:pt x="14" y="22"/>
                      <a:pt x="18" y="20"/>
                      <a:pt x="21" y="17"/>
                    </a:cubicBezTo>
                    <a:cubicBezTo>
                      <a:pt x="25" y="14"/>
                      <a:pt x="26" y="10"/>
                      <a:pt x="26" y="7"/>
                    </a:cubicBezTo>
                    <a:cubicBezTo>
                      <a:pt x="26" y="5"/>
                      <a:pt x="26" y="3"/>
                      <a:pt x="24" y="2"/>
                    </a:cubicBezTo>
                    <a:cubicBezTo>
                      <a:pt x="23" y="0"/>
                      <a:pt x="21" y="0"/>
                      <a:pt x="19" y="0"/>
                    </a:cubicBezTo>
                    <a:cubicBezTo>
                      <a:pt x="14" y="0"/>
                      <a:pt x="10" y="2"/>
                      <a:pt x="6" y="7"/>
                    </a:cubicBezTo>
                    <a:cubicBezTo>
                      <a:pt x="2" y="12"/>
                      <a:pt x="0" y="17"/>
                      <a:pt x="0" y="23"/>
                    </a:cubicBezTo>
                    <a:cubicBezTo>
                      <a:pt x="0" y="27"/>
                      <a:pt x="1" y="30"/>
                      <a:pt x="3" y="32"/>
                    </a:cubicBezTo>
                    <a:cubicBezTo>
                      <a:pt x="5" y="34"/>
                      <a:pt x="8" y="35"/>
                      <a:pt x="11" y="35"/>
                    </a:cubicBezTo>
                    <a:cubicBezTo>
                      <a:pt x="16" y="35"/>
                      <a:pt x="19" y="34"/>
                      <a:pt x="23" y="31"/>
                    </a:cubicBezTo>
                    <a:cubicBezTo>
                      <a:pt x="26" y="28"/>
                      <a:pt x="28" y="25"/>
                      <a:pt x="28" y="23"/>
                    </a:cubicBezTo>
                    <a:cubicBezTo>
                      <a:pt x="28" y="22"/>
                      <a:pt x="28" y="21"/>
                      <a:pt x="26" y="21"/>
                    </a:cubicBezTo>
                    <a:close/>
                    <a:moveTo>
                      <a:pt x="12" y="10"/>
                    </a:moveTo>
                    <a:cubicBezTo>
                      <a:pt x="14" y="7"/>
                      <a:pt x="16" y="6"/>
                      <a:pt x="18" y="6"/>
                    </a:cubicBezTo>
                    <a:cubicBezTo>
                      <a:pt x="19" y="6"/>
                      <a:pt x="19" y="6"/>
                      <a:pt x="20" y="7"/>
                    </a:cubicBezTo>
                    <a:cubicBezTo>
                      <a:pt x="20" y="7"/>
                      <a:pt x="20" y="8"/>
                      <a:pt x="20" y="8"/>
                    </a:cubicBezTo>
                    <a:cubicBezTo>
                      <a:pt x="20" y="10"/>
                      <a:pt x="19" y="12"/>
                      <a:pt x="16" y="14"/>
                    </a:cubicBezTo>
                    <a:cubicBezTo>
                      <a:pt x="14" y="16"/>
                      <a:pt x="11" y="17"/>
                      <a:pt x="8" y="18"/>
                    </a:cubicBezTo>
                    <a:cubicBezTo>
                      <a:pt x="9" y="15"/>
                      <a:pt x="10" y="12"/>
                      <a:pt x="12"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214"/>
              <p:cNvSpPr>
                <a:spLocks/>
              </p:cNvSpPr>
              <p:nvPr/>
            </p:nvSpPr>
            <p:spPr bwMode="auto">
              <a:xfrm>
                <a:off x="533400" y="6029325"/>
                <a:ext cx="20637" cy="73025"/>
              </a:xfrm>
              <a:custGeom>
                <a:avLst/>
                <a:gdLst>
                  <a:gd name="T0" fmla="*/ 9 w 12"/>
                  <a:gd name="T1" fmla="*/ 0 h 45"/>
                  <a:gd name="T2" fmla="*/ 7 w 12"/>
                  <a:gd name="T3" fmla="*/ 1 h 45"/>
                  <a:gd name="T4" fmla="*/ 5 w 12"/>
                  <a:gd name="T5" fmla="*/ 2 h 45"/>
                  <a:gd name="T6" fmla="*/ 4 w 12"/>
                  <a:gd name="T7" fmla="*/ 6 h 45"/>
                  <a:gd name="T8" fmla="*/ 3 w 12"/>
                  <a:gd name="T9" fmla="*/ 11 h 45"/>
                  <a:gd name="T10" fmla="*/ 2 w 12"/>
                  <a:gd name="T11" fmla="*/ 23 h 45"/>
                  <a:gd name="T12" fmla="*/ 0 w 12"/>
                  <a:gd name="T13" fmla="*/ 36 h 45"/>
                  <a:gd name="T14" fmla="*/ 1 w 12"/>
                  <a:gd name="T15" fmla="*/ 43 h 45"/>
                  <a:gd name="T16" fmla="*/ 4 w 12"/>
                  <a:gd name="T17" fmla="*/ 45 h 45"/>
                  <a:gd name="T18" fmla="*/ 7 w 12"/>
                  <a:gd name="T19" fmla="*/ 43 h 45"/>
                  <a:gd name="T20" fmla="*/ 8 w 12"/>
                  <a:gd name="T21" fmla="*/ 39 h 45"/>
                  <a:gd name="T22" fmla="*/ 8 w 12"/>
                  <a:gd name="T23" fmla="*/ 31 h 45"/>
                  <a:gd name="T24" fmla="*/ 9 w 12"/>
                  <a:gd name="T25" fmla="*/ 23 h 45"/>
                  <a:gd name="T26" fmla="*/ 9 w 12"/>
                  <a:gd name="T27" fmla="*/ 18 h 45"/>
                  <a:gd name="T28" fmla="*/ 10 w 12"/>
                  <a:gd name="T29" fmla="*/ 14 h 45"/>
                  <a:gd name="T30" fmla="*/ 12 w 12"/>
                  <a:gd name="T31" fmla="*/ 5 h 45"/>
                  <a:gd name="T32" fmla="*/ 12 w 12"/>
                  <a:gd name="T33" fmla="*/ 1 h 45"/>
                  <a:gd name="T34" fmla="*/ 9 w 12"/>
                  <a:gd name="T35"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45">
                    <a:moveTo>
                      <a:pt x="9" y="0"/>
                    </a:moveTo>
                    <a:cubicBezTo>
                      <a:pt x="8" y="0"/>
                      <a:pt x="8" y="0"/>
                      <a:pt x="7" y="1"/>
                    </a:cubicBezTo>
                    <a:cubicBezTo>
                      <a:pt x="6" y="1"/>
                      <a:pt x="5" y="2"/>
                      <a:pt x="5" y="2"/>
                    </a:cubicBezTo>
                    <a:cubicBezTo>
                      <a:pt x="5" y="3"/>
                      <a:pt x="4" y="4"/>
                      <a:pt x="4" y="6"/>
                    </a:cubicBezTo>
                    <a:cubicBezTo>
                      <a:pt x="4" y="8"/>
                      <a:pt x="4" y="9"/>
                      <a:pt x="3" y="11"/>
                    </a:cubicBezTo>
                    <a:cubicBezTo>
                      <a:pt x="2" y="23"/>
                      <a:pt x="2" y="23"/>
                      <a:pt x="2" y="23"/>
                    </a:cubicBezTo>
                    <a:cubicBezTo>
                      <a:pt x="1" y="30"/>
                      <a:pt x="0" y="34"/>
                      <a:pt x="0" y="36"/>
                    </a:cubicBezTo>
                    <a:cubicBezTo>
                      <a:pt x="0" y="39"/>
                      <a:pt x="1" y="41"/>
                      <a:pt x="1" y="43"/>
                    </a:cubicBezTo>
                    <a:cubicBezTo>
                      <a:pt x="2" y="44"/>
                      <a:pt x="3" y="45"/>
                      <a:pt x="4" y="45"/>
                    </a:cubicBezTo>
                    <a:cubicBezTo>
                      <a:pt x="5" y="45"/>
                      <a:pt x="6" y="44"/>
                      <a:pt x="7" y="43"/>
                    </a:cubicBezTo>
                    <a:cubicBezTo>
                      <a:pt x="8" y="42"/>
                      <a:pt x="9" y="41"/>
                      <a:pt x="8" y="39"/>
                    </a:cubicBezTo>
                    <a:cubicBezTo>
                      <a:pt x="8" y="37"/>
                      <a:pt x="8" y="34"/>
                      <a:pt x="8" y="31"/>
                    </a:cubicBezTo>
                    <a:cubicBezTo>
                      <a:pt x="8" y="30"/>
                      <a:pt x="8" y="27"/>
                      <a:pt x="9" y="23"/>
                    </a:cubicBezTo>
                    <a:cubicBezTo>
                      <a:pt x="9" y="20"/>
                      <a:pt x="9" y="19"/>
                      <a:pt x="9" y="18"/>
                    </a:cubicBezTo>
                    <a:cubicBezTo>
                      <a:pt x="10" y="17"/>
                      <a:pt x="10" y="16"/>
                      <a:pt x="10" y="14"/>
                    </a:cubicBezTo>
                    <a:cubicBezTo>
                      <a:pt x="12" y="5"/>
                      <a:pt x="12" y="5"/>
                      <a:pt x="12" y="5"/>
                    </a:cubicBezTo>
                    <a:cubicBezTo>
                      <a:pt x="12" y="3"/>
                      <a:pt x="12" y="2"/>
                      <a:pt x="12" y="1"/>
                    </a:cubicBezTo>
                    <a:cubicBezTo>
                      <a:pt x="11" y="0"/>
                      <a:pt x="10"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215"/>
              <p:cNvSpPr>
                <a:spLocks/>
              </p:cNvSpPr>
              <p:nvPr/>
            </p:nvSpPr>
            <p:spPr bwMode="auto">
              <a:xfrm>
                <a:off x="561975" y="6045200"/>
                <a:ext cx="42862" cy="57150"/>
              </a:xfrm>
              <a:custGeom>
                <a:avLst/>
                <a:gdLst>
                  <a:gd name="T0" fmla="*/ 25 w 27"/>
                  <a:gd name="T1" fmla="*/ 24 h 35"/>
                  <a:gd name="T2" fmla="*/ 21 w 27"/>
                  <a:gd name="T3" fmla="*/ 25 h 35"/>
                  <a:gd name="T4" fmla="*/ 11 w 27"/>
                  <a:gd name="T5" fmla="*/ 29 h 35"/>
                  <a:gd name="T6" fmla="*/ 7 w 27"/>
                  <a:gd name="T7" fmla="*/ 25 h 35"/>
                  <a:gd name="T8" fmla="*/ 11 w 27"/>
                  <a:gd name="T9" fmla="*/ 13 h 35"/>
                  <a:gd name="T10" fmla="*/ 17 w 27"/>
                  <a:gd name="T11" fmla="*/ 6 h 35"/>
                  <a:gd name="T12" fmla="*/ 19 w 27"/>
                  <a:gd name="T13" fmla="*/ 9 h 35"/>
                  <a:gd name="T14" fmla="*/ 22 w 27"/>
                  <a:gd name="T15" fmla="*/ 13 h 35"/>
                  <a:gd name="T16" fmla="*/ 24 w 27"/>
                  <a:gd name="T17" fmla="*/ 12 h 35"/>
                  <a:gd name="T18" fmla="*/ 25 w 27"/>
                  <a:gd name="T19" fmla="*/ 9 h 35"/>
                  <a:gd name="T20" fmla="*/ 23 w 27"/>
                  <a:gd name="T21" fmla="*/ 3 h 35"/>
                  <a:gd name="T22" fmla="*/ 18 w 27"/>
                  <a:gd name="T23" fmla="*/ 0 h 35"/>
                  <a:gd name="T24" fmla="*/ 6 w 27"/>
                  <a:gd name="T25" fmla="*/ 9 h 35"/>
                  <a:gd name="T26" fmla="*/ 0 w 27"/>
                  <a:gd name="T27" fmla="*/ 25 h 35"/>
                  <a:gd name="T28" fmla="*/ 3 w 27"/>
                  <a:gd name="T29" fmla="*/ 32 h 35"/>
                  <a:gd name="T30" fmla="*/ 10 w 27"/>
                  <a:gd name="T31" fmla="*/ 35 h 35"/>
                  <a:gd name="T32" fmla="*/ 21 w 27"/>
                  <a:gd name="T33" fmla="*/ 31 h 35"/>
                  <a:gd name="T34" fmla="*/ 27 w 27"/>
                  <a:gd name="T35" fmla="*/ 25 h 35"/>
                  <a:gd name="T36" fmla="*/ 25 w 27"/>
                  <a:gd name="T37" fmla="*/ 2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 h="35">
                    <a:moveTo>
                      <a:pt x="25" y="24"/>
                    </a:moveTo>
                    <a:cubicBezTo>
                      <a:pt x="24" y="24"/>
                      <a:pt x="23" y="24"/>
                      <a:pt x="21" y="25"/>
                    </a:cubicBezTo>
                    <a:cubicBezTo>
                      <a:pt x="18" y="28"/>
                      <a:pt x="15" y="29"/>
                      <a:pt x="11" y="29"/>
                    </a:cubicBezTo>
                    <a:cubicBezTo>
                      <a:pt x="9" y="29"/>
                      <a:pt x="7" y="28"/>
                      <a:pt x="7" y="25"/>
                    </a:cubicBezTo>
                    <a:cubicBezTo>
                      <a:pt x="7" y="21"/>
                      <a:pt x="8" y="18"/>
                      <a:pt x="11" y="13"/>
                    </a:cubicBezTo>
                    <a:cubicBezTo>
                      <a:pt x="13" y="9"/>
                      <a:pt x="16" y="6"/>
                      <a:pt x="17" y="6"/>
                    </a:cubicBezTo>
                    <a:cubicBezTo>
                      <a:pt x="18" y="6"/>
                      <a:pt x="18" y="7"/>
                      <a:pt x="19" y="9"/>
                    </a:cubicBezTo>
                    <a:cubicBezTo>
                      <a:pt x="19" y="12"/>
                      <a:pt x="20" y="13"/>
                      <a:pt x="22" y="13"/>
                    </a:cubicBezTo>
                    <a:cubicBezTo>
                      <a:pt x="23" y="13"/>
                      <a:pt x="23" y="13"/>
                      <a:pt x="24" y="12"/>
                    </a:cubicBezTo>
                    <a:cubicBezTo>
                      <a:pt x="25" y="12"/>
                      <a:pt x="25" y="10"/>
                      <a:pt x="25" y="9"/>
                    </a:cubicBezTo>
                    <a:cubicBezTo>
                      <a:pt x="25" y="6"/>
                      <a:pt x="24" y="5"/>
                      <a:pt x="23" y="3"/>
                    </a:cubicBezTo>
                    <a:cubicBezTo>
                      <a:pt x="22" y="1"/>
                      <a:pt x="20" y="0"/>
                      <a:pt x="18" y="0"/>
                    </a:cubicBezTo>
                    <a:cubicBezTo>
                      <a:pt x="14" y="0"/>
                      <a:pt x="10" y="3"/>
                      <a:pt x="6" y="9"/>
                    </a:cubicBezTo>
                    <a:cubicBezTo>
                      <a:pt x="2" y="14"/>
                      <a:pt x="0" y="20"/>
                      <a:pt x="0" y="25"/>
                    </a:cubicBezTo>
                    <a:cubicBezTo>
                      <a:pt x="0" y="28"/>
                      <a:pt x="1" y="31"/>
                      <a:pt x="3" y="32"/>
                    </a:cubicBezTo>
                    <a:cubicBezTo>
                      <a:pt x="4" y="34"/>
                      <a:pt x="7" y="35"/>
                      <a:pt x="10" y="35"/>
                    </a:cubicBezTo>
                    <a:cubicBezTo>
                      <a:pt x="14" y="35"/>
                      <a:pt x="18" y="34"/>
                      <a:pt x="21" y="31"/>
                    </a:cubicBezTo>
                    <a:cubicBezTo>
                      <a:pt x="25" y="29"/>
                      <a:pt x="27" y="27"/>
                      <a:pt x="27" y="25"/>
                    </a:cubicBezTo>
                    <a:cubicBezTo>
                      <a:pt x="27" y="24"/>
                      <a:pt x="26" y="24"/>
                      <a:pt x="25"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216"/>
              <p:cNvSpPr>
                <a:spLocks noEditPoints="1"/>
              </p:cNvSpPr>
              <p:nvPr/>
            </p:nvSpPr>
            <p:spPr bwMode="auto">
              <a:xfrm>
                <a:off x="611188" y="6045200"/>
                <a:ext cx="46037" cy="57150"/>
              </a:xfrm>
              <a:custGeom>
                <a:avLst/>
                <a:gdLst>
                  <a:gd name="T0" fmla="*/ 26 w 28"/>
                  <a:gd name="T1" fmla="*/ 21 h 35"/>
                  <a:gd name="T2" fmla="*/ 24 w 28"/>
                  <a:gd name="T3" fmla="*/ 22 h 35"/>
                  <a:gd name="T4" fmla="*/ 12 w 28"/>
                  <a:gd name="T5" fmla="*/ 29 h 35"/>
                  <a:gd name="T6" fmla="*/ 9 w 28"/>
                  <a:gd name="T7" fmla="*/ 27 h 35"/>
                  <a:gd name="T8" fmla="*/ 7 w 28"/>
                  <a:gd name="T9" fmla="*/ 25 h 35"/>
                  <a:gd name="T10" fmla="*/ 8 w 28"/>
                  <a:gd name="T11" fmla="*/ 23 h 35"/>
                  <a:gd name="T12" fmla="*/ 21 w 28"/>
                  <a:gd name="T13" fmla="*/ 17 h 35"/>
                  <a:gd name="T14" fmla="*/ 26 w 28"/>
                  <a:gd name="T15" fmla="*/ 7 h 35"/>
                  <a:gd name="T16" fmla="*/ 24 w 28"/>
                  <a:gd name="T17" fmla="*/ 2 h 35"/>
                  <a:gd name="T18" fmla="*/ 19 w 28"/>
                  <a:gd name="T19" fmla="*/ 0 h 35"/>
                  <a:gd name="T20" fmla="*/ 6 w 28"/>
                  <a:gd name="T21" fmla="*/ 7 h 35"/>
                  <a:gd name="T22" fmla="*/ 0 w 28"/>
                  <a:gd name="T23" fmla="*/ 23 h 35"/>
                  <a:gd name="T24" fmla="*/ 3 w 28"/>
                  <a:gd name="T25" fmla="*/ 32 h 35"/>
                  <a:gd name="T26" fmla="*/ 11 w 28"/>
                  <a:gd name="T27" fmla="*/ 35 h 35"/>
                  <a:gd name="T28" fmla="*/ 23 w 28"/>
                  <a:gd name="T29" fmla="*/ 31 h 35"/>
                  <a:gd name="T30" fmla="*/ 28 w 28"/>
                  <a:gd name="T31" fmla="*/ 23 h 35"/>
                  <a:gd name="T32" fmla="*/ 26 w 28"/>
                  <a:gd name="T33" fmla="*/ 21 h 35"/>
                  <a:gd name="T34" fmla="*/ 12 w 28"/>
                  <a:gd name="T35" fmla="*/ 10 h 35"/>
                  <a:gd name="T36" fmla="*/ 18 w 28"/>
                  <a:gd name="T37" fmla="*/ 6 h 35"/>
                  <a:gd name="T38" fmla="*/ 19 w 28"/>
                  <a:gd name="T39" fmla="*/ 7 h 35"/>
                  <a:gd name="T40" fmla="*/ 20 w 28"/>
                  <a:gd name="T41" fmla="*/ 8 h 35"/>
                  <a:gd name="T42" fmla="*/ 16 w 28"/>
                  <a:gd name="T43" fmla="*/ 14 h 35"/>
                  <a:gd name="T44" fmla="*/ 8 w 28"/>
                  <a:gd name="T45" fmla="*/ 18 h 35"/>
                  <a:gd name="T46" fmla="*/ 12 w 28"/>
                  <a:gd name="T47"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35">
                    <a:moveTo>
                      <a:pt x="26" y="21"/>
                    </a:moveTo>
                    <a:cubicBezTo>
                      <a:pt x="26" y="21"/>
                      <a:pt x="25" y="22"/>
                      <a:pt x="24" y="22"/>
                    </a:cubicBezTo>
                    <a:cubicBezTo>
                      <a:pt x="20" y="27"/>
                      <a:pt x="16" y="29"/>
                      <a:pt x="12" y="29"/>
                    </a:cubicBezTo>
                    <a:cubicBezTo>
                      <a:pt x="11" y="29"/>
                      <a:pt x="10" y="28"/>
                      <a:pt x="9" y="27"/>
                    </a:cubicBezTo>
                    <a:cubicBezTo>
                      <a:pt x="8" y="26"/>
                      <a:pt x="7" y="26"/>
                      <a:pt x="7" y="25"/>
                    </a:cubicBezTo>
                    <a:cubicBezTo>
                      <a:pt x="7" y="24"/>
                      <a:pt x="8" y="24"/>
                      <a:pt x="8" y="23"/>
                    </a:cubicBezTo>
                    <a:cubicBezTo>
                      <a:pt x="14" y="22"/>
                      <a:pt x="18" y="20"/>
                      <a:pt x="21" y="17"/>
                    </a:cubicBezTo>
                    <a:cubicBezTo>
                      <a:pt x="25" y="14"/>
                      <a:pt x="26" y="10"/>
                      <a:pt x="26" y="7"/>
                    </a:cubicBezTo>
                    <a:cubicBezTo>
                      <a:pt x="26" y="5"/>
                      <a:pt x="26" y="3"/>
                      <a:pt x="24" y="2"/>
                    </a:cubicBezTo>
                    <a:cubicBezTo>
                      <a:pt x="23" y="0"/>
                      <a:pt x="21" y="0"/>
                      <a:pt x="19" y="0"/>
                    </a:cubicBezTo>
                    <a:cubicBezTo>
                      <a:pt x="14" y="0"/>
                      <a:pt x="10" y="2"/>
                      <a:pt x="6" y="7"/>
                    </a:cubicBezTo>
                    <a:cubicBezTo>
                      <a:pt x="2" y="12"/>
                      <a:pt x="0" y="17"/>
                      <a:pt x="0" y="23"/>
                    </a:cubicBezTo>
                    <a:cubicBezTo>
                      <a:pt x="0" y="27"/>
                      <a:pt x="1" y="30"/>
                      <a:pt x="3" y="32"/>
                    </a:cubicBezTo>
                    <a:cubicBezTo>
                      <a:pt x="5" y="34"/>
                      <a:pt x="8" y="35"/>
                      <a:pt x="11" y="35"/>
                    </a:cubicBezTo>
                    <a:cubicBezTo>
                      <a:pt x="15" y="35"/>
                      <a:pt x="19" y="34"/>
                      <a:pt x="23" y="31"/>
                    </a:cubicBezTo>
                    <a:cubicBezTo>
                      <a:pt x="26" y="28"/>
                      <a:pt x="28" y="25"/>
                      <a:pt x="28" y="23"/>
                    </a:cubicBezTo>
                    <a:cubicBezTo>
                      <a:pt x="28" y="22"/>
                      <a:pt x="28" y="21"/>
                      <a:pt x="26" y="21"/>
                    </a:cubicBezTo>
                    <a:close/>
                    <a:moveTo>
                      <a:pt x="12" y="10"/>
                    </a:moveTo>
                    <a:cubicBezTo>
                      <a:pt x="14" y="7"/>
                      <a:pt x="16" y="6"/>
                      <a:pt x="18" y="6"/>
                    </a:cubicBezTo>
                    <a:cubicBezTo>
                      <a:pt x="19" y="6"/>
                      <a:pt x="19" y="6"/>
                      <a:pt x="19" y="7"/>
                    </a:cubicBezTo>
                    <a:cubicBezTo>
                      <a:pt x="20" y="7"/>
                      <a:pt x="20" y="8"/>
                      <a:pt x="20" y="8"/>
                    </a:cubicBezTo>
                    <a:cubicBezTo>
                      <a:pt x="20" y="10"/>
                      <a:pt x="19" y="12"/>
                      <a:pt x="16" y="14"/>
                    </a:cubicBezTo>
                    <a:cubicBezTo>
                      <a:pt x="14" y="16"/>
                      <a:pt x="11" y="17"/>
                      <a:pt x="8" y="18"/>
                    </a:cubicBezTo>
                    <a:cubicBezTo>
                      <a:pt x="9" y="15"/>
                      <a:pt x="10" y="12"/>
                      <a:pt x="12"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217"/>
              <p:cNvSpPr>
                <a:spLocks noEditPoints="1"/>
              </p:cNvSpPr>
              <p:nvPr/>
            </p:nvSpPr>
            <p:spPr bwMode="auto">
              <a:xfrm>
                <a:off x="708025" y="6027738"/>
                <a:ext cx="61912" cy="74613"/>
              </a:xfrm>
              <a:custGeom>
                <a:avLst/>
                <a:gdLst>
                  <a:gd name="T0" fmla="*/ 34 w 38"/>
                  <a:gd name="T1" fmla="*/ 3 h 46"/>
                  <a:gd name="T2" fmla="*/ 23 w 38"/>
                  <a:gd name="T3" fmla="*/ 0 h 46"/>
                  <a:gd name="T4" fmla="*/ 9 w 38"/>
                  <a:gd name="T5" fmla="*/ 2 h 46"/>
                  <a:gd name="T6" fmla="*/ 1 w 38"/>
                  <a:gd name="T7" fmla="*/ 6 h 46"/>
                  <a:gd name="T8" fmla="*/ 3 w 38"/>
                  <a:gd name="T9" fmla="*/ 10 h 46"/>
                  <a:gd name="T10" fmla="*/ 3 w 38"/>
                  <a:gd name="T11" fmla="*/ 13 h 46"/>
                  <a:gd name="T12" fmla="*/ 2 w 38"/>
                  <a:gd name="T13" fmla="*/ 26 h 46"/>
                  <a:gd name="T14" fmla="*/ 0 w 38"/>
                  <a:gd name="T15" fmla="*/ 42 h 46"/>
                  <a:gd name="T16" fmla="*/ 4 w 38"/>
                  <a:gd name="T17" fmla="*/ 46 h 46"/>
                  <a:gd name="T18" fmla="*/ 6 w 38"/>
                  <a:gd name="T19" fmla="*/ 45 h 46"/>
                  <a:gd name="T20" fmla="*/ 7 w 38"/>
                  <a:gd name="T21" fmla="*/ 42 h 46"/>
                  <a:gd name="T22" fmla="*/ 8 w 38"/>
                  <a:gd name="T23" fmla="*/ 31 h 46"/>
                  <a:gd name="T24" fmla="*/ 13 w 38"/>
                  <a:gd name="T25" fmla="*/ 30 h 46"/>
                  <a:gd name="T26" fmla="*/ 31 w 38"/>
                  <a:gd name="T27" fmla="*/ 23 h 46"/>
                  <a:gd name="T28" fmla="*/ 38 w 38"/>
                  <a:gd name="T29" fmla="*/ 11 h 46"/>
                  <a:gd name="T30" fmla="*/ 34 w 38"/>
                  <a:gd name="T31" fmla="*/ 3 h 46"/>
                  <a:gd name="T32" fmla="*/ 24 w 38"/>
                  <a:gd name="T33" fmla="*/ 19 h 46"/>
                  <a:gd name="T34" fmla="*/ 9 w 38"/>
                  <a:gd name="T35" fmla="*/ 24 h 46"/>
                  <a:gd name="T36" fmla="*/ 11 w 38"/>
                  <a:gd name="T37" fmla="*/ 8 h 46"/>
                  <a:gd name="T38" fmla="*/ 23 w 38"/>
                  <a:gd name="T39" fmla="*/ 6 h 46"/>
                  <a:gd name="T40" fmla="*/ 31 w 38"/>
                  <a:gd name="T41" fmla="*/ 11 h 46"/>
                  <a:gd name="T42" fmla="*/ 24 w 38"/>
                  <a:gd name="T43" fmla="*/ 19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 h="46">
                    <a:moveTo>
                      <a:pt x="34" y="3"/>
                    </a:moveTo>
                    <a:cubicBezTo>
                      <a:pt x="31" y="1"/>
                      <a:pt x="28" y="0"/>
                      <a:pt x="23" y="0"/>
                    </a:cubicBezTo>
                    <a:cubicBezTo>
                      <a:pt x="19" y="0"/>
                      <a:pt x="15" y="1"/>
                      <a:pt x="9" y="2"/>
                    </a:cubicBezTo>
                    <a:cubicBezTo>
                      <a:pt x="4" y="3"/>
                      <a:pt x="1" y="5"/>
                      <a:pt x="1" y="6"/>
                    </a:cubicBezTo>
                    <a:cubicBezTo>
                      <a:pt x="1" y="8"/>
                      <a:pt x="2" y="9"/>
                      <a:pt x="3" y="10"/>
                    </a:cubicBezTo>
                    <a:cubicBezTo>
                      <a:pt x="3" y="10"/>
                      <a:pt x="3" y="11"/>
                      <a:pt x="3" y="13"/>
                    </a:cubicBezTo>
                    <a:cubicBezTo>
                      <a:pt x="3" y="14"/>
                      <a:pt x="3" y="19"/>
                      <a:pt x="2" y="26"/>
                    </a:cubicBezTo>
                    <a:cubicBezTo>
                      <a:pt x="1" y="35"/>
                      <a:pt x="0" y="40"/>
                      <a:pt x="0" y="42"/>
                    </a:cubicBezTo>
                    <a:cubicBezTo>
                      <a:pt x="0" y="45"/>
                      <a:pt x="1" y="46"/>
                      <a:pt x="4" y="46"/>
                    </a:cubicBezTo>
                    <a:cubicBezTo>
                      <a:pt x="5" y="46"/>
                      <a:pt x="6" y="46"/>
                      <a:pt x="6" y="45"/>
                    </a:cubicBezTo>
                    <a:cubicBezTo>
                      <a:pt x="7" y="44"/>
                      <a:pt x="7" y="43"/>
                      <a:pt x="7" y="42"/>
                    </a:cubicBezTo>
                    <a:cubicBezTo>
                      <a:pt x="7" y="39"/>
                      <a:pt x="8" y="36"/>
                      <a:pt x="8" y="31"/>
                    </a:cubicBezTo>
                    <a:cubicBezTo>
                      <a:pt x="9" y="31"/>
                      <a:pt x="10" y="30"/>
                      <a:pt x="13" y="30"/>
                    </a:cubicBezTo>
                    <a:cubicBezTo>
                      <a:pt x="20" y="28"/>
                      <a:pt x="26" y="26"/>
                      <a:pt x="31" y="23"/>
                    </a:cubicBezTo>
                    <a:cubicBezTo>
                      <a:pt x="36" y="19"/>
                      <a:pt x="38" y="15"/>
                      <a:pt x="38" y="11"/>
                    </a:cubicBezTo>
                    <a:cubicBezTo>
                      <a:pt x="38" y="7"/>
                      <a:pt x="37" y="5"/>
                      <a:pt x="34" y="3"/>
                    </a:cubicBezTo>
                    <a:close/>
                    <a:moveTo>
                      <a:pt x="24" y="19"/>
                    </a:moveTo>
                    <a:cubicBezTo>
                      <a:pt x="20" y="21"/>
                      <a:pt x="15" y="23"/>
                      <a:pt x="9" y="24"/>
                    </a:cubicBezTo>
                    <a:cubicBezTo>
                      <a:pt x="11" y="8"/>
                      <a:pt x="11" y="8"/>
                      <a:pt x="11" y="8"/>
                    </a:cubicBezTo>
                    <a:cubicBezTo>
                      <a:pt x="15" y="7"/>
                      <a:pt x="19" y="6"/>
                      <a:pt x="23" y="6"/>
                    </a:cubicBezTo>
                    <a:cubicBezTo>
                      <a:pt x="28" y="6"/>
                      <a:pt x="31" y="8"/>
                      <a:pt x="31" y="11"/>
                    </a:cubicBezTo>
                    <a:cubicBezTo>
                      <a:pt x="31" y="14"/>
                      <a:pt x="29" y="17"/>
                      <a:pt x="24"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Freeform 218"/>
              <p:cNvSpPr>
                <a:spLocks noEditPoints="1"/>
              </p:cNvSpPr>
              <p:nvPr/>
            </p:nvSpPr>
            <p:spPr bwMode="auto">
              <a:xfrm>
                <a:off x="771525" y="6045200"/>
                <a:ext cx="50800" cy="57150"/>
              </a:xfrm>
              <a:custGeom>
                <a:avLst/>
                <a:gdLst>
                  <a:gd name="T0" fmla="*/ 30 w 31"/>
                  <a:gd name="T1" fmla="*/ 30 h 35"/>
                  <a:gd name="T2" fmla="*/ 29 w 31"/>
                  <a:gd name="T3" fmla="*/ 29 h 35"/>
                  <a:gd name="T4" fmla="*/ 28 w 31"/>
                  <a:gd name="T5" fmla="*/ 27 h 35"/>
                  <a:gd name="T6" fmla="*/ 27 w 31"/>
                  <a:gd name="T7" fmla="*/ 21 h 35"/>
                  <a:gd name="T8" fmla="*/ 29 w 31"/>
                  <a:gd name="T9" fmla="*/ 11 h 35"/>
                  <a:gd name="T10" fmla="*/ 29 w 31"/>
                  <a:gd name="T11" fmla="*/ 7 h 35"/>
                  <a:gd name="T12" fmla="*/ 26 w 31"/>
                  <a:gd name="T13" fmla="*/ 4 h 35"/>
                  <a:gd name="T14" fmla="*/ 21 w 31"/>
                  <a:gd name="T15" fmla="*/ 0 h 35"/>
                  <a:gd name="T16" fmla="*/ 7 w 31"/>
                  <a:gd name="T17" fmla="*/ 9 h 35"/>
                  <a:gd name="T18" fmla="*/ 0 w 31"/>
                  <a:gd name="T19" fmla="*/ 26 h 35"/>
                  <a:gd name="T20" fmla="*/ 1 w 31"/>
                  <a:gd name="T21" fmla="*/ 32 h 35"/>
                  <a:gd name="T22" fmla="*/ 6 w 31"/>
                  <a:gd name="T23" fmla="*/ 34 h 35"/>
                  <a:gd name="T24" fmla="*/ 21 w 31"/>
                  <a:gd name="T25" fmla="*/ 23 h 35"/>
                  <a:gd name="T26" fmla="*/ 26 w 31"/>
                  <a:gd name="T27" fmla="*/ 35 h 35"/>
                  <a:gd name="T28" fmla="*/ 30 w 31"/>
                  <a:gd name="T29" fmla="*/ 34 h 35"/>
                  <a:gd name="T30" fmla="*/ 31 w 31"/>
                  <a:gd name="T31" fmla="*/ 31 h 35"/>
                  <a:gd name="T32" fmla="*/ 30 w 31"/>
                  <a:gd name="T33" fmla="*/ 30 h 35"/>
                  <a:gd name="T34" fmla="*/ 17 w 31"/>
                  <a:gd name="T35" fmla="*/ 21 h 35"/>
                  <a:gd name="T36" fmla="*/ 8 w 31"/>
                  <a:gd name="T37" fmla="*/ 27 h 35"/>
                  <a:gd name="T38" fmla="*/ 7 w 31"/>
                  <a:gd name="T39" fmla="*/ 25 h 35"/>
                  <a:gd name="T40" fmla="*/ 12 w 31"/>
                  <a:gd name="T41" fmla="*/ 14 h 35"/>
                  <a:gd name="T42" fmla="*/ 20 w 31"/>
                  <a:gd name="T43" fmla="*/ 7 h 35"/>
                  <a:gd name="T44" fmla="*/ 21 w 31"/>
                  <a:gd name="T45" fmla="*/ 8 h 35"/>
                  <a:gd name="T46" fmla="*/ 22 w 31"/>
                  <a:gd name="T47" fmla="*/ 10 h 35"/>
                  <a:gd name="T48" fmla="*/ 17 w 31"/>
                  <a:gd name="T49" fmla="*/ 2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 h="35">
                    <a:moveTo>
                      <a:pt x="30" y="30"/>
                    </a:moveTo>
                    <a:cubicBezTo>
                      <a:pt x="29" y="29"/>
                      <a:pt x="29" y="29"/>
                      <a:pt x="29" y="29"/>
                    </a:cubicBezTo>
                    <a:cubicBezTo>
                      <a:pt x="28" y="28"/>
                      <a:pt x="28" y="28"/>
                      <a:pt x="28" y="27"/>
                    </a:cubicBezTo>
                    <a:cubicBezTo>
                      <a:pt x="28" y="26"/>
                      <a:pt x="27" y="24"/>
                      <a:pt x="27" y="21"/>
                    </a:cubicBezTo>
                    <a:cubicBezTo>
                      <a:pt x="27" y="19"/>
                      <a:pt x="28" y="15"/>
                      <a:pt x="29" y="11"/>
                    </a:cubicBezTo>
                    <a:cubicBezTo>
                      <a:pt x="29" y="9"/>
                      <a:pt x="29" y="8"/>
                      <a:pt x="29" y="7"/>
                    </a:cubicBezTo>
                    <a:cubicBezTo>
                      <a:pt x="29" y="5"/>
                      <a:pt x="28" y="4"/>
                      <a:pt x="26" y="4"/>
                    </a:cubicBezTo>
                    <a:cubicBezTo>
                      <a:pt x="25" y="2"/>
                      <a:pt x="23" y="0"/>
                      <a:pt x="21" y="0"/>
                    </a:cubicBezTo>
                    <a:cubicBezTo>
                      <a:pt x="16" y="0"/>
                      <a:pt x="11" y="3"/>
                      <a:pt x="7" y="9"/>
                    </a:cubicBezTo>
                    <a:cubicBezTo>
                      <a:pt x="2" y="15"/>
                      <a:pt x="0" y="21"/>
                      <a:pt x="0" y="26"/>
                    </a:cubicBezTo>
                    <a:cubicBezTo>
                      <a:pt x="0" y="29"/>
                      <a:pt x="0" y="30"/>
                      <a:pt x="1" y="32"/>
                    </a:cubicBezTo>
                    <a:cubicBezTo>
                      <a:pt x="3" y="33"/>
                      <a:pt x="4" y="34"/>
                      <a:pt x="6" y="34"/>
                    </a:cubicBezTo>
                    <a:cubicBezTo>
                      <a:pt x="11" y="34"/>
                      <a:pt x="16" y="30"/>
                      <a:pt x="21" y="23"/>
                    </a:cubicBezTo>
                    <a:cubicBezTo>
                      <a:pt x="21" y="31"/>
                      <a:pt x="23" y="35"/>
                      <a:pt x="26" y="35"/>
                    </a:cubicBezTo>
                    <a:cubicBezTo>
                      <a:pt x="28" y="35"/>
                      <a:pt x="29" y="34"/>
                      <a:pt x="30" y="34"/>
                    </a:cubicBezTo>
                    <a:cubicBezTo>
                      <a:pt x="31" y="33"/>
                      <a:pt x="31" y="32"/>
                      <a:pt x="31" y="31"/>
                    </a:cubicBezTo>
                    <a:cubicBezTo>
                      <a:pt x="31" y="31"/>
                      <a:pt x="31" y="30"/>
                      <a:pt x="30" y="30"/>
                    </a:cubicBezTo>
                    <a:close/>
                    <a:moveTo>
                      <a:pt x="17" y="21"/>
                    </a:moveTo>
                    <a:cubicBezTo>
                      <a:pt x="13" y="25"/>
                      <a:pt x="10" y="27"/>
                      <a:pt x="8" y="27"/>
                    </a:cubicBezTo>
                    <a:cubicBezTo>
                      <a:pt x="7" y="27"/>
                      <a:pt x="7" y="27"/>
                      <a:pt x="7" y="25"/>
                    </a:cubicBezTo>
                    <a:cubicBezTo>
                      <a:pt x="7" y="22"/>
                      <a:pt x="8" y="18"/>
                      <a:pt x="12" y="14"/>
                    </a:cubicBezTo>
                    <a:cubicBezTo>
                      <a:pt x="15" y="9"/>
                      <a:pt x="18" y="7"/>
                      <a:pt x="20" y="7"/>
                    </a:cubicBezTo>
                    <a:cubicBezTo>
                      <a:pt x="20" y="7"/>
                      <a:pt x="21" y="7"/>
                      <a:pt x="21" y="8"/>
                    </a:cubicBezTo>
                    <a:cubicBezTo>
                      <a:pt x="22" y="8"/>
                      <a:pt x="22" y="9"/>
                      <a:pt x="22" y="10"/>
                    </a:cubicBezTo>
                    <a:cubicBezTo>
                      <a:pt x="22" y="13"/>
                      <a:pt x="20" y="17"/>
                      <a:pt x="17"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219"/>
              <p:cNvSpPr>
                <a:spLocks/>
              </p:cNvSpPr>
              <p:nvPr/>
            </p:nvSpPr>
            <p:spPr bwMode="auto">
              <a:xfrm>
                <a:off x="830263" y="6045200"/>
                <a:ext cx="41275" cy="57150"/>
              </a:xfrm>
              <a:custGeom>
                <a:avLst/>
                <a:gdLst>
                  <a:gd name="T0" fmla="*/ 24 w 26"/>
                  <a:gd name="T1" fmla="*/ 24 h 35"/>
                  <a:gd name="T2" fmla="*/ 21 w 26"/>
                  <a:gd name="T3" fmla="*/ 25 h 35"/>
                  <a:gd name="T4" fmla="*/ 11 w 26"/>
                  <a:gd name="T5" fmla="*/ 29 h 35"/>
                  <a:gd name="T6" fmla="*/ 7 w 26"/>
                  <a:gd name="T7" fmla="*/ 25 h 35"/>
                  <a:gd name="T8" fmla="*/ 11 w 26"/>
                  <a:gd name="T9" fmla="*/ 13 h 35"/>
                  <a:gd name="T10" fmla="*/ 17 w 26"/>
                  <a:gd name="T11" fmla="*/ 6 h 35"/>
                  <a:gd name="T12" fmla="*/ 18 w 26"/>
                  <a:gd name="T13" fmla="*/ 9 h 35"/>
                  <a:gd name="T14" fmla="*/ 22 w 26"/>
                  <a:gd name="T15" fmla="*/ 13 h 35"/>
                  <a:gd name="T16" fmla="*/ 24 w 26"/>
                  <a:gd name="T17" fmla="*/ 12 h 35"/>
                  <a:gd name="T18" fmla="*/ 25 w 26"/>
                  <a:gd name="T19" fmla="*/ 9 h 35"/>
                  <a:gd name="T20" fmla="*/ 23 w 26"/>
                  <a:gd name="T21" fmla="*/ 3 h 35"/>
                  <a:gd name="T22" fmla="*/ 18 w 26"/>
                  <a:gd name="T23" fmla="*/ 0 h 35"/>
                  <a:gd name="T24" fmla="*/ 6 w 26"/>
                  <a:gd name="T25" fmla="*/ 9 h 35"/>
                  <a:gd name="T26" fmla="*/ 0 w 26"/>
                  <a:gd name="T27" fmla="*/ 25 h 35"/>
                  <a:gd name="T28" fmla="*/ 2 w 26"/>
                  <a:gd name="T29" fmla="*/ 32 h 35"/>
                  <a:gd name="T30" fmla="*/ 10 w 26"/>
                  <a:gd name="T31" fmla="*/ 35 h 35"/>
                  <a:gd name="T32" fmla="*/ 21 w 26"/>
                  <a:gd name="T33" fmla="*/ 31 h 35"/>
                  <a:gd name="T34" fmla="*/ 26 w 26"/>
                  <a:gd name="T35" fmla="*/ 25 h 35"/>
                  <a:gd name="T36" fmla="*/ 24 w 26"/>
                  <a:gd name="T37" fmla="*/ 2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35">
                    <a:moveTo>
                      <a:pt x="24" y="24"/>
                    </a:moveTo>
                    <a:cubicBezTo>
                      <a:pt x="24" y="24"/>
                      <a:pt x="22" y="24"/>
                      <a:pt x="21" y="25"/>
                    </a:cubicBezTo>
                    <a:cubicBezTo>
                      <a:pt x="18" y="28"/>
                      <a:pt x="14" y="29"/>
                      <a:pt x="11" y="29"/>
                    </a:cubicBezTo>
                    <a:cubicBezTo>
                      <a:pt x="8" y="29"/>
                      <a:pt x="7" y="28"/>
                      <a:pt x="7" y="25"/>
                    </a:cubicBezTo>
                    <a:cubicBezTo>
                      <a:pt x="7" y="21"/>
                      <a:pt x="8" y="18"/>
                      <a:pt x="11" y="13"/>
                    </a:cubicBezTo>
                    <a:cubicBezTo>
                      <a:pt x="13" y="9"/>
                      <a:pt x="15" y="6"/>
                      <a:pt x="17" y="6"/>
                    </a:cubicBezTo>
                    <a:cubicBezTo>
                      <a:pt x="17" y="6"/>
                      <a:pt x="18" y="7"/>
                      <a:pt x="18" y="9"/>
                    </a:cubicBezTo>
                    <a:cubicBezTo>
                      <a:pt x="18" y="12"/>
                      <a:pt x="20" y="13"/>
                      <a:pt x="22" y="13"/>
                    </a:cubicBezTo>
                    <a:cubicBezTo>
                      <a:pt x="22" y="13"/>
                      <a:pt x="23" y="13"/>
                      <a:pt x="24" y="12"/>
                    </a:cubicBezTo>
                    <a:cubicBezTo>
                      <a:pt x="24" y="12"/>
                      <a:pt x="25" y="10"/>
                      <a:pt x="25" y="9"/>
                    </a:cubicBezTo>
                    <a:cubicBezTo>
                      <a:pt x="25" y="6"/>
                      <a:pt x="24" y="5"/>
                      <a:pt x="23" y="3"/>
                    </a:cubicBezTo>
                    <a:cubicBezTo>
                      <a:pt x="21" y="1"/>
                      <a:pt x="20" y="0"/>
                      <a:pt x="18" y="0"/>
                    </a:cubicBezTo>
                    <a:cubicBezTo>
                      <a:pt x="14" y="0"/>
                      <a:pt x="10" y="3"/>
                      <a:pt x="6" y="9"/>
                    </a:cubicBezTo>
                    <a:cubicBezTo>
                      <a:pt x="2" y="14"/>
                      <a:pt x="0" y="20"/>
                      <a:pt x="0" y="25"/>
                    </a:cubicBezTo>
                    <a:cubicBezTo>
                      <a:pt x="0" y="28"/>
                      <a:pt x="0" y="31"/>
                      <a:pt x="2" y="32"/>
                    </a:cubicBezTo>
                    <a:cubicBezTo>
                      <a:pt x="4" y="34"/>
                      <a:pt x="6" y="35"/>
                      <a:pt x="10" y="35"/>
                    </a:cubicBezTo>
                    <a:cubicBezTo>
                      <a:pt x="14" y="35"/>
                      <a:pt x="17" y="34"/>
                      <a:pt x="21" y="31"/>
                    </a:cubicBezTo>
                    <a:cubicBezTo>
                      <a:pt x="24" y="29"/>
                      <a:pt x="26" y="27"/>
                      <a:pt x="26" y="25"/>
                    </a:cubicBezTo>
                    <a:cubicBezTo>
                      <a:pt x="26" y="24"/>
                      <a:pt x="26" y="24"/>
                      <a:pt x="24"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220"/>
              <p:cNvSpPr>
                <a:spLocks/>
              </p:cNvSpPr>
              <p:nvPr/>
            </p:nvSpPr>
            <p:spPr bwMode="auto">
              <a:xfrm>
                <a:off x="879475" y="6018213"/>
                <a:ext cx="53975" cy="84138"/>
              </a:xfrm>
              <a:custGeom>
                <a:avLst/>
                <a:gdLst>
                  <a:gd name="T0" fmla="*/ 32 w 33"/>
                  <a:gd name="T1" fmla="*/ 46 h 52"/>
                  <a:gd name="T2" fmla="*/ 31 w 33"/>
                  <a:gd name="T3" fmla="*/ 46 h 52"/>
                  <a:gd name="T4" fmla="*/ 26 w 33"/>
                  <a:gd name="T5" fmla="*/ 44 h 52"/>
                  <a:gd name="T6" fmla="*/ 21 w 33"/>
                  <a:gd name="T7" fmla="*/ 39 h 52"/>
                  <a:gd name="T8" fmla="*/ 17 w 33"/>
                  <a:gd name="T9" fmla="*/ 35 h 52"/>
                  <a:gd name="T10" fmla="*/ 18 w 33"/>
                  <a:gd name="T11" fmla="*/ 33 h 52"/>
                  <a:gd name="T12" fmla="*/ 22 w 33"/>
                  <a:gd name="T13" fmla="*/ 30 h 52"/>
                  <a:gd name="T14" fmla="*/ 26 w 33"/>
                  <a:gd name="T15" fmla="*/ 27 h 52"/>
                  <a:gd name="T16" fmla="*/ 29 w 33"/>
                  <a:gd name="T17" fmla="*/ 26 h 52"/>
                  <a:gd name="T18" fmla="*/ 29 w 33"/>
                  <a:gd name="T19" fmla="*/ 27 h 52"/>
                  <a:gd name="T20" fmla="*/ 29 w 33"/>
                  <a:gd name="T21" fmla="*/ 27 h 52"/>
                  <a:gd name="T22" fmla="*/ 32 w 33"/>
                  <a:gd name="T23" fmla="*/ 22 h 52"/>
                  <a:gd name="T24" fmla="*/ 29 w 33"/>
                  <a:gd name="T25" fmla="*/ 19 h 52"/>
                  <a:gd name="T26" fmla="*/ 18 w 33"/>
                  <a:gd name="T27" fmla="*/ 25 h 52"/>
                  <a:gd name="T28" fmla="*/ 9 w 33"/>
                  <a:gd name="T29" fmla="*/ 33 h 52"/>
                  <a:gd name="T30" fmla="*/ 10 w 33"/>
                  <a:gd name="T31" fmla="*/ 23 h 52"/>
                  <a:gd name="T32" fmla="*/ 10 w 33"/>
                  <a:gd name="T33" fmla="*/ 23 h 52"/>
                  <a:gd name="T34" fmla="*/ 11 w 33"/>
                  <a:gd name="T35" fmla="*/ 19 h 52"/>
                  <a:gd name="T36" fmla="*/ 14 w 33"/>
                  <a:gd name="T37" fmla="*/ 4 h 52"/>
                  <a:gd name="T38" fmla="*/ 13 w 33"/>
                  <a:gd name="T39" fmla="*/ 2 h 52"/>
                  <a:gd name="T40" fmla="*/ 11 w 33"/>
                  <a:gd name="T41" fmla="*/ 0 h 52"/>
                  <a:gd name="T42" fmla="*/ 8 w 33"/>
                  <a:gd name="T43" fmla="*/ 1 h 52"/>
                  <a:gd name="T44" fmla="*/ 6 w 33"/>
                  <a:gd name="T45" fmla="*/ 4 h 52"/>
                  <a:gd name="T46" fmla="*/ 5 w 33"/>
                  <a:gd name="T47" fmla="*/ 11 h 52"/>
                  <a:gd name="T48" fmla="*/ 3 w 33"/>
                  <a:gd name="T49" fmla="*/ 26 h 52"/>
                  <a:gd name="T50" fmla="*/ 1 w 33"/>
                  <a:gd name="T51" fmla="*/ 45 h 52"/>
                  <a:gd name="T52" fmla="*/ 0 w 33"/>
                  <a:gd name="T53" fmla="*/ 49 h 52"/>
                  <a:gd name="T54" fmla="*/ 1 w 33"/>
                  <a:gd name="T55" fmla="*/ 51 h 52"/>
                  <a:gd name="T56" fmla="*/ 4 w 33"/>
                  <a:gd name="T57" fmla="*/ 52 h 52"/>
                  <a:gd name="T58" fmla="*/ 7 w 33"/>
                  <a:gd name="T59" fmla="*/ 51 h 52"/>
                  <a:gd name="T60" fmla="*/ 8 w 33"/>
                  <a:gd name="T61" fmla="*/ 48 h 52"/>
                  <a:gd name="T62" fmla="*/ 8 w 33"/>
                  <a:gd name="T63" fmla="*/ 41 h 52"/>
                  <a:gd name="T64" fmla="*/ 8 w 33"/>
                  <a:gd name="T65" fmla="*/ 41 h 52"/>
                  <a:gd name="T66" fmla="*/ 10 w 33"/>
                  <a:gd name="T67" fmla="*/ 40 h 52"/>
                  <a:gd name="T68" fmla="*/ 11 w 33"/>
                  <a:gd name="T69" fmla="*/ 39 h 52"/>
                  <a:gd name="T70" fmla="*/ 15 w 33"/>
                  <a:gd name="T71" fmla="*/ 43 h 52"/>
                  <a:gd name="T72" fmla="*/ 22 w 33"/>
                  <a:gd name="T73" fmla="*/ 50 h 52"/>
                  <a:gd name="T74" fmla="*/ 27 w 33"/>
                  <a:gd name="T75" fmla="*/ 52 h 52"/>
                  <a:gd name="T76" fmla="*/ 32 w 33"/>
                  <a:gd name="T77" fmla="*/ 50 h 52"/>
                  <a:gd name="T78" fmla="*/ 33 w 33"/>
                  <a:gd name="T79" fmla="*/ 47 h 52"/>
                  <a:gd name="T80" fmla="*/ 33 w 33"/>
                  <a:gd name="T81" fmla="*/ 46 h 52"/>
                  <a:gd name="T82" fmla="*/ 32 w 33"/>
                  <a:gd name="T83" fmla="*/ 4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 h="52">
                    <a:moveTo>
                      <a:pt x="32" y="46"/>
                    </a:moveTo>
                    <a:cubicBezTo>
                      <a:pt x="31" y="46"/>
                      <a:pt x="31" y="46"/>
                      <a:pt x="31" y="46"/>
                    </a:cubicBezTo>
                    <a:cubicBezTo>
                      <a:pt x="29" y="46"/>
                      <a:pt x="28" y="45"/>
                      <a:pt x="26" y="44"/>
                    </a:cubicBezTo>
                    <a:cubicBezTo>
                      <a:pt x="25" y="43"/>
                      <a:pt x="23" y="41"/>
                      <a:pt x="21" y="39"/>
                    </a:cubicBezTo>
                    <a:cubicBezTo>
                      <a:pt x="19" y="36"/>
                      <a:pt x="17" y="35"/>
                      <a:pt x="17" y="35"/>
                    </a:cubicBezTo>
                    <a:cubicBezTo>
                      <a:pt x="17" y="34"/>
                      <a:pt x="18" y="34"/>
                      <a:pt x="18" y="33"/>
                    </a:cubicBezTo>
                    <a:cubicBezTo>
                      <a:pt x="19" y="32"/>
                      <a:pt x="20" y="31"/>
                      <a:pt x="22" y="30"/>
                    </a:cubicBezTo>
                    <a:cubicBezTo>
                      <a:pt x="23" y="29"/>
                      <a:pt x="25" y="28"/>
                      <a:pt x="26" y="27"/>
                    </a:cubicBezTo>
                    <a:cubicBezTo>
                      <a:pt x="27" y="27"/>
                      <a:pt x="28" y="27"/>
                      <a:pt x="29" y="26"/>
                    </a:cubicBezTo>
                    <a:cubicBezTo>
                      <a:pt x="29" y="27"/>
                      <a:pt x="29" y="27"/>
                      <a:pt x="29" y="27"/>
                    </a:cubicBezTo>
                    <a:cubicBezTo>
                      <a:pt x="29" y="27"/>
                      <a:pt x="29" y="27"/>
                      <a:pt x="29" y="27"/>
                    </a:cubicBezTo>
                    <a:cubicBezTo>
                      <a:pt x="31" y="23"/>
                      <a:pt x="32" y="24"/>
                      <a:pt x="32" y="22"/>
                    </a:cubicBezTo>
                    <a:cubicBezTo>
                      <a:pt x="32" y="20"/>
                      <a:pt x="31" y="19"/>
                      <a:pt x="29" y="19"/>
                    </a:cubicBezTo>
                    <a:cubicBezTo>
                      <a:pt x="27" y="19"/>
                      <a:pt x="23" y="21"/>
                      <a:pt x="18" y="25"/>
                    </a:cubicBezTo>
                    <a:cubicBezTo>
                      <a:pt x="9" y="33"/>
                      <a:pt x="9" y="33"/>
                      <a:pt x="9" y="33"/>
                    </a:cubicBezTo>
                    <a:cubicBezTo>
                      <a:pt x="9" y="32"/>
                      <a:pt x="10" y="31"/>
                      <a:pt x="10" y="23"/>
                    </a:cubicBezTo>
                    <a:cubicBezTo>
                      <a:pt x="10" y="23"/>
                      <a:pt x="10" y="23"/>
                      <a:pt x="10" y="23"/>
                    </a:cubicBezTo>
                    <a:cubicBezTo>
                      <a:pt x="11" y="19"/>
                      <a:pt x="11" y="19"/>
                      <a:pt x="11" y="19"/>
                    </a:cubicBezTo>
                    <a:cubicBezTo>
                      <a:pt x="13" y="10"/>
                      <a:pt x="14" y="5"/>
                      <a:pt x="14" y="4"/>
                    </a:cubicBezTo>
                    <a:cubicBezTo>
                      <a:pt x="14" y="3"/>
                      <a:pt x="13" y="2"/>
                      <a:pt x="13" y="2"/>
                    </a:cubicBezTo>
                    <a:cubicBezTo>
                      <a:pt x="12" y="1"/>
                      <a:pt x="12" y="0"/>
                      <a:pt x="11" y="0"/>
                    </a:cubicBezTo>
                    <a:cubicBezTo>
                      <a:pt x="10" y="0"/>
                      <a:pt x="9" y="1"/>
                      <a:pt x="8" y="1"/>
                    </a:cubicBezTo>
                    <a:cubicBezTo>
                      <a:pt x="7" y="2"/>
                      <a:pt x="7" y="3"/>
                      <a:pt x="6" y="4"/>
                    </a:cubicBezTo>
                    <a:cubicBezTo>
                      <a:pt x="6" y="5"/>
                      <a:pt x="6" y="7"/>
                      <a:pt x="5" y="11"/>
                    </a:cubicBezTo>
                    <a:cubicBezTo>
                      <a:pt x="5" y="14"/>
                      <a:pt x="4" y="19"/>
                      <a:pt x="3" y="26"/>
                    </a:cubicBezTo>
                    <a:cubicBezTo>
                      <a:pt x="3" y="34"/>
                      <a:pt x="2" y="40"/>
                      <a:pt x="1" y="45"/>
                    </a:cubicBezTo>
                    <a:cubicBezTo>
                      <a:pt x="1" y="47"/>
                      <a:pt x="0" y="49"/>
                      <a:pt x="0" y="49"/>
                    </a:cubicBezTo>
                    <a:cubicBezTo>
                      <a:pt x="0" y="50"/>
                      <a:pt x="1" y="51"/>
                      <a:pt x="1" y="51"/>
                    </a:cubicBezTo>
                    <a:cubicBezTo>
                      <a:pt x="2" y="52"/>
                      <a:pt x="3" y="52"/>
                      <a:pt x="4" y="52"/>
                    </a:cubicBezTo>
                    <a:cubicBezTo>
                      <a:pt x="5" y="52"/>
                      <a:pt x="6" y="52"/>
                      <a:pt x="7" y="51"/>
                    </a:cubicBezTo>
                    <a:cubicBezTo>
                      <a:pt x="8" y="50"/>
                      <a:pt x="8" y="49"/>
                      <a:pt x="8" y="48"/>
                    </a:cubicBezTo>
                    <a:cubicBezTo>
                      <a:pt x="8" y="45"/>
                      <a:pt x="8" y="43"/>
                      <a:pt x="8" y="41"/>
                    </a:cubicBezTo>
                    <a:cubicBezTo>
                      <a:pt x="8" y="41"/>
                      <a:pt x="8" y="41"/>
                      <a:pt x="8" y="41"/>
                    </a:cubicBezTo>
                    <a:cubicBezTo>
                      <a:pt x="8" y="41"/>
                      <a:pt x="9" y="40"/>
                      <a:pt x="10" y="40"/>
                    </a:cubicBezTo>
                    <a:cubicBezTo>
                      <a:pt x="10" y="39"/>
                      <a:pt x="11" y="39"/>
                      <a:pt x="11" y="39"/>
                    </a:cubicBezTo>
                    <a:cubicBezTo>
                      <a:pt x="11" y="39"/>
                      <a:pt x="13" y="40"/>
                      <a:pt x="15" y="43"/>
                    </a:cubicBezTo>
                    <a:cubicBezTo>
                      <a:pt x="18" y="47"/>
                      <a:pt x="21" y="49"/>
                      <a:pt x="22" y="50"/>
                    </a:cubicBezTo>
                    <a:cubicBezTo>
                      <a:pt x="24" y="51"/>
                      <a:pt x="25" y="52"/>
                      <a:pt x="27" y="52"/>
                    </a:cubicBezTo>
                    <a:cubicBezTo>
                      <a:pt x="29" y="52"/>
                      <a:pt x="31" y="51"/>
                      <a:pt x="32" y="50"/>
                    </a:cubicBezTo>
                    <a:cubicBezTo>
                      <a:pt x="33" y="49"/>
                      <a:pt x="33" y="48"/>
                      <a:pt x="33" y="47"/>
                    </a:cubicBezTo>
                    <a:cubicBezTo>
                      <a:pt x="33" y="47"/>
                      <a:pt x="33" y="46"/>
                      <a:pt x="33" y="46"/>
                    </a:cubicBezTo>
                    <a:cubicBezTo>
                      <a:pt x="33" y="46"/>
                      <a:pt x="32" y="46"/>
                      <a:pt x="32"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228" name="组合 227"/>
          <p:cNvGrpSpPr/>
          <p:nvPr/>
        </p:nvGrpSpPr>
        <p:grpSpPr>
          <a:xfrm>
            <a:off x="3892550" y="4824413"/>
            <a:ext cx="2041525" cy="1443037"/>
            <a:chOff x="3892550" y="4824413"/>
            <a:chExt cx="2041525" cy="1443037"/>
          </a:xfrm>
          <a:solidFill>
            <a:schemeClr val="tx1">
              <a:lumMod val="65000"/>
              <a:lumOff val="35000"/>
            </a:schemeClr>
          </a:solidFill>
        </p:grpSpPr>
        <p:sp>
          <p:nvSpPr>
            <p:cNvPr id="229" name="Freeform 221"/>
            <p:cNvSpPr>
              <a:spLocks/>
            </p:cNvSpPr>
            <p:nvPr/>
          </p:nvSpPr>
          <p:spPr bwMode="auto">
            <a:xfrm>
              <a:off x="4519613" y="5284788"/>
              <a:ext cx="317500" cy="298450"/>
            </a:xfrm>
            <a:custGeom>
              <a:avLst/>
              <a:gdLst>
                <a:gd name="T0" fmla="*/ 105 w 197"/>
                <a:gd name="T1" fmla="*/ 184 h 185"/>
                <a:gd name="T2" fmla="*/ 105 w 197"/>
                <a:gd name="T3" fmla="*/ 183 h 185"/>
                <a:gd name="T4" fmla="*/ 107 w 197"/>
                <a:gd name="T5" fmla="*/ 184 h 185"/>
                <a:gd name="T6" fmla="*/ 194 w 197"/>
                <a:gd name="T7" fmla="*/ 180 h 185"/>
                <a:gd name="T8" fmla="*/ 195 w 197"/>
                <a:gd name="T9" fmla="*/ 172 h 185"/>
                <a:gd name="T10" fmla="*/ 197 w 197"/>
                <a:gd name="T11" fmla="*/ 143 h 185"/>
                <a:gd name="T12" fmla="*/ 190 w 197"/>
                <a:gd name="T13" fmla="*/ 138 h 185"/>
                <a:gd name="T14" fmla="*/ 39 w 197"/>
                <a:gd name="T15" fmla="*/ 0 h 185"/>
                <a:gd name="T16" fmla="*/ 23 w 197"/>
                <a:gd name="T17" fmla="*/ 84 h 185"/>
                <a:gd name="T18" fmla="*/ 22 w 197"/>
                <a:gd name="T19" fmla="*/ 93 h 185"/>
                <a:gd name="T20" fmla="*/ 0 w 197"/>
                <a:gd name="T21" fmla="*/ 184 h 185"/>
                <a:gd name="T22" fmla="*/ 42 w 197"/>
                <a:gd name="T23" fmla="*/ 185 h 185"/>
                <a:gd name="T24" fmla="*/ 105 w 197"/>
                <a:gd name="T25" fmla="*/ 184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7" h="185">
                  <a:moveTo>
                    <a:pt x="105" y="184"/>
                  </a:moveTo>
                  <a:cubicBezTo>
                    <a:pt x="105" y="184"/>
                    <a:pt x="105" y="183"/>
                    <a:pt x="105" y="183"/>
                  </a:cubicBezTo>
                  <a:cubicBezTo>
                    <a:pt x="106" y="183"/>
                    <a:pt x="106" y="184"/>
                    <a:pt x="107" y="184"/>
                  </a:cubicBezTo>
                  <a:cubicBezTo>
                    <a:pt x="140" y="183"/>
                    <a:pt x="170" y="182"/>
                    <a:pt x="194" y="180"/>
                  </a:cubicBezTo>
                  <a:cubicBezTo>
                    <a:pt x="194" y="177"/>
                    <a:pt x="195" y="175"/>
                    <a:pt x="195" y="172"/>
                  </a:cubicBezTo>
                  <a:cubicBezTo>
                    <a:pt x="195" y="162"/>
                    <a:pt x="196" y="152"/>
                    <a:pt x="197" y="143"/>
                  </a:cubicBezTo>
                  <a:cubicBezTo>
                    <a:pt x="194" y="141"/>
                    <a:pt x="192" y="140"/>
                    <a:pt x="190" y="138"/>
                  </a:cubicBezTo>
                  <a:cubicBezTo>
                    <a:pt x="39" y="0"/>
                    <a:pt x="39" y="0"/>
                    <a:pt x="39" y="0"/>
                  </a:cubicBezTo>
                  <a:cubicBezTo>
                    <a:pt x="32" y="27"/>
                    <a:pt x="28" y="55"/>
                    <a:pt x="23" y="84"/>
                  </a:cubicBezTo>
                  <a:cubicBezTo>
                    <a:pt x="23" y="87"/>
                    <a:pt x="22" y="90"/>
                    <a:pt x="22" y="93"/>
                  </a:cubicBezTo>
                  <a:cubicBezTo>
                    <a:pt x="22" y="94"/>
                    <a:pt x="18" y="130"/>
                    <a:pt x="0" y="184"/>
                  </a:cubicBezTo>
                  <a:cubicBezTo>
                    <a:pt x="14" y="184"/>
                    <a:pt x="28" y="185"/>
                    <a:pt x="42" y="185"/>
                  </a:cubicBezTo>
                  <a:cubicBezTo>
                    <a:pt x="64" y="185"/>
                    <a:pt x="85" y="184"/>
                    <a:pt x="105" y="1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222"/>
            <p:cNvSpPr>
              <a:spLocks/>
            </p:cNvSpPr>
            <p:nvPr/>
          </p:nvSpPr>
          <p:spPr bwMode="auto">
            <a:xfrm>
              <a:off x="4838700" y="4824413"/>
              <a:ext cx="330200" cy="328613"/>
            </a:xfrm>
            <a:custGeom>
              <a:avLst/>
              <a:gdLst>
                <a:gd name="T0" fmla="*/ 70 w 204"/>
                <a:gd name="T1" fmla="*/ 186 h 203"/>
                <a:gd name="T2" fmla="*/ 186 w 204"/>
                <a:gd name="T3" fmla="*/ 134 h 203"/>
                <a:gd name="T4" fmla="*/ 134 w 204"/>
                <a:gd name="T5" fmla="*/ 18 h 203"/>
                <a:gd name="T6" fmla="*/ 18 w 204"/>
                <a:gd name="T7" fmla="*/ 69 h 203"/>
                <a:gd name="T8" fmla="*/ 70 w 204"/>
                <a:gd name="T9" fmla="*/ 186 h 203"/>
              </a:gdLst>
              <a:ahLst/>
              <a:cxnLst>
                <a:cxn ang="0">
                  <a:pos x="T0" y="T1"/>
                </a:cxn>
                <a:cxn ang="0">
                  <a:pos x="T2" y="T3"/>
                </a:cxn>
                <a:cxn ang="0">
                  <a:pos x="T4" y="T5"/>
                </a:cxn>
                <a:cxn ang="0">
                  <a:pos x="T6" y="T7"/>
                </a:cxn>
                <a:cxn ang="0">
                  <a:pos x="T8" y="T9"/>
                </a:cxn>
              </a:cxnLst>
              <a:rect l="0" t="0" r="r" b="b"/>
              <a:pathLst>
                <a:path w="204" h="203">
                  <a:moveTo>
                    <a:pt x="70" y="186"/>
                  </a:moveTo>
                  <a:cubicBezTo>
                    <a:pt x="116" y="203"/>
                    <a:pt x="168" y="180"/>
                    <a:pt x="186" y="134"/>
                  </a:cubicBezTo>
                  <a:cubicBezTo>
                    <a:pt x="204" y="87"/>
                    <a:pt x="181" y="35"/>
                    <a:pt x="134" y="18"/>
                  </a:cubicBezTo>
                  <a:cubicBezTo>
                    <a:pt x="88" y="0"/>
                    <a:pt x="36" y="23"/>
                    <a:pt x="18" y="69"/>
                  </a:cubicBezTo>
                  <a:cubicBezTo>
                    <a:pt x="0" y="116"/>
                    <a:pt x="23" y="168"/>
                    <a:pt x="70" y="1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223"/>
            <p:cNvSpPr>
              <a:spLocks/>
            </p:cNvSpPr>
            <p:nvPr/>
          </p:nvSpPr>
          <p:spPr bwMode="auto">
            <a:xfrm>
              <a:off x="4525963" y="4986338"/>
              <a:ext cx="722312" cy="522288"/>
            </a:xfrm>
            <a:custGeom>
              <a:avLst/>
              <a:gdLst>
                <a:gd name="T0" fmla="*/ 0 w 447"/>
                <a:gd name="T1" fmla="*/ 126 h 323"/>
                <a:gd name="T2" fmla="*/ 11 w 447"/>
                <a:gd name="T3" fmla="*/ 150 h 323"/>
                <a:gd name="T4" fmla="*/ 192 w 447"/>
                <a:gd name="T5" fmla="*/ 315 h 323"/>
                <a:gd name="T6" fmla="*/ 213 w 447"/>
                <a:gd name="T7" fmla="*/ 323 h 323"/>
                <a:gd name="T8" fmla="*/ 237 w 447"/>
                <a:gd name="T9" fmla="*/ 313 h 323"/>
                <a:gd name="T10" fmla="*/ 235 w 447"/>
                <a:gd name="T11" fmla="*/ 268 h 323"/>
                <a:gd name="T12" fmla="*/ 79 w 447"/>
                <a:gd name="T13" fmla="*/ 126 h 323"/>
                <a:gd name="T14" fmla="*/ 121 w 447"/>
                <a:gd name="T15" fmla="*/ 86 h 323"/>
                <a:gd name="T16" fmla="*/ 128 w 447"/>
                <a:gd name="T17" fmla="*/ 93 h 323"/>
                <a:gd name="T18" fmla="*/ 93 w 447"/>
                <a:gd name="T19" fmla="*/ 126 h 323"/>
                <a:gd name="T20" fmla="*/ 217 w 447"/>
                <a:gd name="T21" fmla="*/ 239 h 323"/>
                <a:gd name="T22" fmla="*/ 266 w 447"/>
                <a:gd name="T23" fmla="*/ 183 h 323"/>
                <a:gd name="T24" fmla="*/ 296 w 447"/>
                <a:gd name="T25" fmla="*/ 240 h 323"/>
                <a:gd name="T26" fmla="*/ 304 w 447"/>
                <a:gd name="T27" fmla="*/ 250 h 323"/>
                <a:gd name="T28" fmla="*/ 366 w 447"/>
                <a:gd name="T29" fmla="*/ 301 h 323"/>
                <a:gd name="T30" fmla="*/ 372 w 447"/>
                <a:gd name="T31" fmla="*/ 301 h 323"/>
                <a:gd name="T32" fmla="*/ 442 w 447"/>
                <a:gd name="T33" fmla="*/ 307 h 323"/>
                <a:gd name="T34" fmla="*/ 432 w 447"/>
                <a:gd name="T35" fmla="*/ 272 h 323"/>
                <a:gd name="T36" fmla="*/ 349 w 447"/>
                <a:gd name="T37" fmla="*/ 204 h 323"/>
                <a:gd name="T38" fmla="*/ 302 w 447"/>
                <a:gd name="T39" fmla="*/ 113 h 323"/>
                <a:gd name="T40" fmla="*/ 290 w 447"/>
                <a:gd name="T41" fmla="*/ 101 h 323"/>
                <a:gd name="T42" fmla="*/ 289 w 447"/>
                <a:gd name="T43" fmla="*/ 100 h 323"/>
                <a:gd name="T44" fmla="*/ 260 w 447"/>
                <a:gd name="T45" fmla="*/ 94 h 323"/>
                <a:gd name="T46" fmla="*/ 206 w 447"/>
                <a:gd name="T47" fmla="*/ 43 h 323"/>
                <a:gd name="T48" fmla="*/ 155 w 447"/>
                <a:gd name="T49" fmla="*/ 8 h 323"/>
                <a:gd name="T50" fmla="*/ 142 w 447"/>
                <a:gd name="T51" fmla="*/ 2 h 323"/>
                <a:gd name="T52" fmla="*/ 123 w 447"/>
                <a:gd name="T53" fmla="*/ 2 h 323"/>
                <a:gd name="T54" fmla="*/ 110 w 447"/>
                <a:gd name="T55" fmla="*/ 9 h 323"/>
                <a:gd name="T56" fmla="*/ 110 w 447"/>
                <a:gd name="T57" fmla="*/ 9 h 323"/>
                <a:gd name="T58" fmla="*/ 75 w 447"/>
                <a:gd name="T59" fmla="*/ 42 h 323"/>
                <a:gd name="T60" fmla="*/ 10 w 447"/>
                <a:gd name="T61" fmla="*/ 103 h 323"/>
                <a:gd name="T62" fmla="*/ 0 w 447"/>
                <a:gd name="T63" fmla="*/ 126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47" h="323">
                  <a:moveTo>
                    <a:pt x="0" y="126"/>
                  </a:moveTo>
                  <a:cubicBezTo>
                    <a:pt x="0" y="135"/>
                    <a:pt x="4" y="144"/>
                    <a:pt x="11" y="150"/>
                  </a:cubicBezTo>
                  <a:cubicBezTo>
                    <a:pt x="192" y="315"/>
                    <a:pt x="192" y="315"/>
                    <a:pt x="192" y="315"/>
                  </a:cubicBezTo>
                  <a:cubicBezTo>
                    <a:pt x="198" y="321"/>
                    <a:pt x="206" y="323"/>
                    <a:pt x="213" y="323"/>
                  </a:cubicBezTo>
                  <a:cubicBezTo>
                    <a:pt x="222" y="323"/>
                    <a:pt x="231" y="320"/>
                    <a:pt x="237" y="313"/>
                  </a:cubicBezTo>
                  <a:cubicBezTo>
                    <a:pt x="249" y="300"/>
                    <a:pt x="248" y="280"/>
                    <a:pt x="235" y="268"/>
                  </a:cubicBezTo>
                  <a:cubicBezTo>
                    <a:pt x="79" y="126"/>
                    <a:pt x="79" y="126"/>
                    <a:pt x="79" y="126"/>
                  </a:cubicBezTo>
                  <a:cubicBezTo>
                    <a:pt x="121" y="86"/>
                    <a:pt x="121" y="86"/>
                    <a:pt x="121" y="86"/>
                  </a:cubicBezTo>
                  <a:cubicBezTo>
                    <a:pt x="128" y="93"/>
                    <a:pt x="128" y="93"/>
                    <a:pt x="128" y="93"/>
                  </a:cubicBezTo>
                  <a:cubicBezTo>
                    <a:pt x="93" y="126"/>
                    <a:pt x="93" y="126"/>
                    <a:pt x="93" y="126"/>
                  </a:cubicBezTo>
                  <a:cubicBezTo>
                    <a:pt x="217" y="239"/>
                    <a:pt x="217" y="239"/>
                    <a:pt x="217" y="239"/>
                  </a:cubicBezTo>
                  <a:cubicBezTo>
                    <a:pt x="230" y="217"/>
                    <a:pt x="246" y="200"/>
                    <a:pt x="266" y="183"/>
                  </a:cubicBezTo>
                  <a:cubicBezTo>
                    <a:pt x="296" y="240"/>
                    <a:pt x="296" y="240"/>
                    <a:pt x="296" y="240"/>
                  </a:cubicBezTo>
                  <a:cubicBezTo>
                    <a:pt x="298" y="243"/>
                    <a:pt x="301" y="247"/>
                    <a:pt x="304" y="250"/>
                  </a:cubicBezTo>
                  <a:cubicBezTo>
                    <a:pt x="366" y="301"/>
                    <a:pt x="366" y="301"/>
                    <a:pt x="366" y="301"/>
                  </a:cubicBezTo>
                  <a:cubicBezTo>
                    <a:pt x="368" y="301"/>
                    <a:pt x="370" y="301"/>
                    <a:pt x="372" y="301"/>
                  </a:cubicBezTo>
                  <a:cubicBezTo>
                    <a:pt x="395" y="301"/>
                    <a:pt x="417" y="303"/>
                    <a:pt x="442" y="307"/>
                  </a:cubicBezTo>
                  <a:cubicBezTo>
                    <a:pt x="447" y="295"/>
                    <a:pt x="443" y="281"/>
                    <a:pt x="432" y="272"/>
                  </a:cubicBezTo>
                  <a:cubicBezTo>
                    <a:pt x="349" y="204"/>
                    <a:pt x="349" y="204"/>
                    <a:pt x="349" y="204"/>
                  </a:cubicBezTo>
                  <a:cubicBezTo>
                    <a:pt x="302" y="113"/>
                    <a:pt x="302" y="113"/>
                    <a:pt x="302" y="113"/>
                  </a:cubicBezTo>
                  <a:cubicBezTo>
                    <a:pt x="299" y="108"/>
                    <a:pt x="295" y="104"/>
                    <a:pt x="290" y="101"/>
                  </a:cubicBezTo>
                  <a:cubicBezTo>
                    <a:pt x="290" y="101"/>
                    <a:pt x="289" y="101"/>
                    <a:pt x="289" y="100"/>
                  </a:cubicBezTo>
                  <a:cubicBezTo>
                    <a:pt x="279" y="100"/>
                    <a:pt x="270" y="98"/>
                    <a:pt x="260" y="94"/>
                  </a:cubicBezTo>
                  <a:cubicBezTo>
                    <a:pt x="236" y="85"/>
                    <a:pt x="217" y="67"/>
                    <a:pt x="206" y="43"/>
                  </a:cubicBezTo>
                  <a:cubicBezTo>
                    <a:pt x="188" y="30"/>
                    <a:pt x="171" y="18"/>
                    <a:pt x="155" y="8"/>
                  </a:cubicBezTo>
                  <a:cubicBezTo>
                    <a:pt x="151" y="5"/>
                    <a:pt x="146" y="3"/>
                    <a:pt x="142" y="2"/>
                  </a:cubicBezTo>
                  <a:cubicBezTo>
                    <a:pt x="136" y="0"/>
                    <a:pt x="129" y="0"/>
                    <a:pt x="123" y="2"/>
                  </a:cubicBezTo>
                  <a:cubicBezTo>
                    <a:pt x="119" y="3"/>
                    <a:pt x="114" y="5"/>
                    <a:pt x="110" y="9"/>
                  </a:cubicBezTo>
                  <a:cubicBezTo>
                    <a:pt x="110" y="9"/>
                    <a:pt x="110" y="9"/>
                    <a:pt x="110" y="9"/>
                  </a:cubicBezTo>
                  <a:cubicBezTo>
                    <a:pt x="75" y="42"/>
                    <a:pt x="75" y="42"/>
                    <a:pt x="75" y="42"/>
                  </a:cubicBezTo>
                  <a:cubicBezTo>
                    <a:pt x="10" y="103"/>
                    <a:pt x="10" y="103"/>
                    <a:pt x="10" y="103"/>
                  </a:cubicBezTo>
                  <a:cubicBezTo>
                    <a:pt x="4" y="109"/>
                    <a:pt x="0" y="117"/>
                    <a:pt x="0" y="1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224"/>
            <p:cNvSpPr>
              <a:spLocks/>
            </p:cNvSpPr>
            <p:nvPr/>
          </p:nvSpPr>
          <p:spPr bwMode="auto">
            <a:xfrm>
              <a:off x="3892550" y="5738813"/>
              <a:ext cx="2041525" cy="465138"/>
            </a:xfrm>
            <a:custGeom>
              <a:avLst/>
              <a:gdLst>
                <a:gd name="T0" fmla="*/ 1248 w 1264"/>
                <a:gd name="T1" fmla="*/ 0 h 288"/>
                <a:gd name="T2" fmla="*/ 1144 w 1264"/>
                <a:gd name="T3" fmla="*/ 0 h 288"/>
                <a:gd name="T4" fmla="*/ 1078 w 1264"/>
                <a:gd name="T5" fmla="*/ 33 h 288"/>
                <a:gd name="T6" fmla="*/ 1070 w 1264"/>
                <a:gd name="T7" fmla="*/ 33 h 288"/>
                <a:gd name="T8" fmla="*/ 997 w 1264"/>
                <a:gd name="T9" fmla="*/ 0 h 288"/>
                <a:gd name="T10" fmla="*/ 941 w 1264"/>
                <a:gd name="T11" fmla="*/ 0 h 288"/>
                <a:gd name="T12" fmla="*/ 884 w 1264"/>
                <a:gd name="T13" fmla="*/ 16 h 288"/>
                <a:gd name="T14" fmla="*/ 884 w 1264"/>
                <a:gd name="T15" fmla="*/ 16 h 288"/>
                <a:gd name="T16" fmla="*/ 864 w 1264"/>
                <a:gd name="T17" fmla="*/ 14 h 288"/>
                <a:gd name="T18" fmla="*/ 844 w 1264"/>
                <a:gd name="T19" fmla="*/ 11 h 288"/>
                <a:gd name="T20" fmla="*/ 738 w 1264"/>
                <a:gd name="T21" fmla="*/ 3 h 288"/>
                <a:gd name="T22" fmla="*/ 689 w 1264"/>
                <a:gd name="T23" fmla="*/ 7 h 288"/>
                <a:gd name="T24" fmla="*/ 670 w 1264"/>
                <a:gd name="T25" fmla="*/ 12 h 288"/>
                <a:gd name="T26" fmla="*/ 431 w 1264"/>
                <a:gd name="T27" fmla="*/ 22 h 288"/>
                <a:gd name="T28" fmla="*/ 241 w 1264"/>
                <a:gd name="T29" fmla="*/ 14 h 288"/>
                <a:gd name="T30" fmla="*/ 207 w 1264"/>
                <a:gd name="T31" fmla="*/ 0 h 288"/>
                <a:gd name="T32" fmla="*/ 16 w 1264"/>
                <a:gd name="T33" fmla="*/ 0 h 288"/>
                <a:gd name="T34" fmla="*/ 0 w 1264"/>
                <a:gd name="T35" fmla="*/ 17 h 288"/>
                <a:gd name="T36" fmla="*/ 0 w 1264"/>
                <a:gd name="T37" fmla="*/ 272 h 288"/>
                <a:gd name="T38" fmla="*/ 16 w 1264"/>
                <a:gd name="T39" fmla="*/ 288 h 288"/>
                <a:gd name="T40" fmla="*/ 1248 w 1264"/>
                <a:gd name="T41" fmla="*/ 288 h 288"/>
                <a:gd name="T42" fmla="*/ 1264 w 1264"/>
                <a:gd name="T43" fmla="*/ 272 h 288"/>
                <a:gd name="T44" fmla="*/ 1264 w 1264"/>
                <a:gd name="T45" fmla="*/ 17 h 288"/>
                <a:gd name="T46" fmla="*/ 1248 w 1264"/>
                <a:gd name="T47"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64" h="288">
                  <a:moveTo>
                    <a:pt x="1248" y="0"/>
                  </a:moveTo>
                  <a:cubicBezTo>
                    <a:pt x="1144" y="0"/>
                    <a:pt x="1144" y="0"/>
                    <a:pt x="1144" y="0"/>
                  </a:cubicBezTo>
                  <a:cubicBezTo>
                    <a:pt x="1128" y="20"/>
                    <a:pt x="1105" y="31"/>
                    <a:pt x="1078" y="33"/>
                  </a:cubicBezTo>
                  <a:cubicBezTo>
                    <a:pt x="1076" y="33"/>
                    <a:pt x="1073" y="33"/>
                    <a:pt x="1070" y="33"/>
                  </a:cubicBezTo>
                  <a:cubicBezTo>
                    <a:pt x="1041" y="33"/>
                    <a:pt x="1015" y="20"/>
                    <a:pt x="997" y="0"/>
                  </a:cubicBezTo>
                  <a:cubicBezTo>
                    <a:pt x="941" y="0"/>
                    <a:pt x="941" y="0"/>
                    <a:pt x="941" y="0"/>
                  </a:cubicBezTo>
                  <a:cubicBezTo>
                    <a:pt x="925" y="12"/>
                    <a:pt x="904" y="16"/>
                    <a:pt x="884" y="16"/>
                  </a:cubicBezTo>
                  <a:cubicBezTo>
                    <a:pt x="884" y="16"/>
                    <a:pt x="884" y="16"/>
                    <a:pt x="884" y="16"/>
                  </a:cubicBezTo>
                  <a:cubicBezTo>
                    <a:pt x="880" y="16"/>
                    <a:pt x="871" y="15"/>
                    <a:pt x="864" y="14"/>
                  </a:cubicBezTo>
                  <a:cubicBezTo>
                    <a:pt x="858" y="13"/>
                    <a:pt x="851" y="12"/>
                    <a:pt x="844" y="11"/>
                  </a:cubicBezTo>
                  <a:cubicBezTo>
                    <a:pt x="812" y="7"/>
                    <a:pt x="775" y="3"/>
                    <a:pt x="738" y="3"/>
                  </a:cubicBezTo>
                  <a:cubicBezTo>
                    <a:pt x="689" y="7"/>
                    <a:pt x="689" y="7"/>
                    <a:pt x="689" y="7"/>
                  </a:cubicBezTo>
                  <a:cubicBezTo>
                    <a:pt x="683" y="9"/>
                    <a:pt x="677" y="11"/>
                    <a:pt x="670" y="12"/>
                  </a:cubicBezTo>
                  <a:cubicBezTo>
                    <a:pt x="665" y="12"/>
                    <a:pt x="564" y="22"/>
                    <a:pt x="431" y="22"/>
                  </a:cubicBezTo>
                  <a:cubicBezTo>
                    <a:pt x="364" y="22"/>
                    <a:pt x="300" y="19"/>
                    <a:pt x="241" y="14"/>
                  </a:cubicBezTo>
                  <a:cubicBezTo>
                    <a:pt x="228" y="13"/>
                    <a:pt x="216" y="8"/>
                    <a:pt x="207" y="0"/>
                  </a:cubicBezTo>
                  <a:cubicBezTo>
                    <a:pt x="16" y="0"/>
                    <a:pt x="16" y="0"/>
                    <a:pt x="16" y="0"/>
                  </a:cubicBezTo>
                  <a:cubicBezTo>
                    <a:pt x="8" y="0"/>
                    <a:pt x="0" y="8"/>
                    <a:pt x="0" y="17"/>
                  </a:cubicBezTo>
                  <a:cubicBezTo>
                    <a:pt x="0" y="272"/>
                    <a:pt x="0" y="272"/>
                    <a:pt x="0" y="272"/>
                  </a:cubicBezTo>
                  <a:cubicBezTo>
                    <a:pt x="0" y="281"/>
                    <a:pt x="8" y="288"/>
                    <a:pt x="16" y="288"/>
                  </a:cubicBezTo>
                  <a:cubicBezTo>
                    <a:pt x="1248" y="288"/>
                    <a:pt x="1248" y="288"/>
                    <a:pt x="1248" y="288"/>
                  </a:cubicBezTo>
                  <a:cubicBezTo>
                    <a:pt x="1257" y="288"/>
                    <a:pt x="1264" y="281"/>
                    <a:pt x="1264" y="272"/>
                  </a:cubicBezTo>
                  <a:cubicBezTo>
                    <a:pt x="1264" y="17"/>
                    <a:pt x="1264" y="17"/>
                    <a:pt x="1264" y="17"/>
                  </a:cubicBezTo>
                  <a:cubicBezTo>
                    <a:pt x="1264" y="8"/>
                    <a:pt x="1257" y="0"/>
                    <a:pt x="124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Rectangle 225"/>
            <p:cNvSpPr>
              <a:spLocks noChangeArrowheads="1"/>
            </p:cNvSpPr>
            <p:nvPr/>
          </p:nvSpPr>
          <p:spPr bwMode="auto">
            <a:xfrm>
              <a:off x="3949700" y="6229350"/>
              <a:ext cx="90487"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Rectangle 226"/>
            <p:cNvSpPr>
              <a:spLocks noChangeArrowheads="1"/>
            </p:cNvSpPr>
            <p:nvPr/>
          </p:nvSpPr>
          <p:spPr bwMode="auto">
            <a:xfrm>
              <a:off x="5786438" y="6229350"/>
              <a:ext cx="90487"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Freeform 227"/>
            <p:cNvSpPr>
              <a:spLocks/>
            </p:cNvSpPr>
            <p:nvPr/>
          </p:nvSpPr>
          <p:spPr bwMode="auto">
            <a:xfrm>
              <a:off x="5470525" y="5480050"/>
              <a:ext cx="301625" cy="303213"/>
            </a:xfrm>
            <a:custGeom>
              <a:avLst/>
              <a:gdLst>
                <a:gd name="T0" fmla="*/ 101 w 187"/>
                <a:gd name="T1" fmla="*/ 184 h 188"/>
                <a:gd name="T2" fmla="*/ 183 w 187"/>
                <a:gd name="T3" fmla="*/ 87 h 188"/>
                <a:gd name="T4" fmla="*/ 86 w 187"/>
                <a:gd name="T5" fmla="*/ 4 h 188"/>
                <a:gd name="T6" fmla="*/ 4 w 187"/>
                <a:gd name="T7" fmla="*/ 101 h 188"/>
                <a:gd name="T8" fmla="*/ 101 w 187"/>
                <a:gd name="T9" fmla="*/ 184 h 188"/>
              </a:gdLst>
              <a:ahLst/>
              <a:cxnLst>
                <a:cxn ang="0">
                  <a:pos x="T0" y="T1"/>
                </a:cxn>
                <a:cxn ang="0">
                  <a:pos x="T2" y="T3"/>
                </a:cxn>
                <a:cxn ang="0">
                  <a:pos x="T4" y="T5"/>
                </a:cxn>
                <a:cxn ang="0">
                  <a:pos x="T6" y="T7"/>
                </a:cxn>
                <a:cxn ang="0">
                  <a:pos x="T8" y="T9"/>
                </a:cxn>
              </a:cxnLst>
              <a:rect l="0" t="0" r="r" b="b"/>
              <a:pathLst>
                <a:path w="187" h="188">
                  <a:moveTo>
                    <a:pt x="101" y="184"/>
                  </a:moveTo>
                  <a:cubicBezTo>
                    <a:pt x="150" y="180"/>
                    <a:pt x="187" y="136"/>
                    <a:pt x="183" y="87"/>
                  </a:cubicBezTo>
                  <a:cubicBezTo>
                    <a:pt x="179" y="37"/>
                    <a:pt x="136" y="0"/>
                    <a:pt x="86" y="4"/>
                  </a:cubicBezTo>
                  <a:cubicBezTo>
                    <a:pt x="37" y="8"/>
                    <a:pt x="0" y="52"/>
                    <a:pt x="4" y="101"/>
                  </a:cubicBezTo>
                  <a:cubicBezTo>
                    <a:pt x="8" y="151"/>
                    <a:pt x="51" y="188"/>
                    <a:pt x="101" y="1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228"/>
            <p:cNvSpPr>
              <a:spLocks/>
            </p:cNvSpPr>
            <p:nvPr/>
          </p:nvSpPr>
          <p:spPr bwMode="auto">
            <a:xfrm>
              <a:off x="4203700" y="5478463"/>
              <a:ext cx="1247775" cy="280988"/>
            </a:xfrm>
            <a:custGeom>
              <a:avLst/>
              <a:gdLst>
                <a:gd name="T0" fmla="*/ 48 w 772"/>
                <a:gd name="T1" fmla="*/ 167 h 174"/>
                <a:gd name="T2" fmla="*/ 238 w 772"/>
                <a:gd name="T3" fmla="*/ 174 h 174"/>
                <a:gd name="T4" fmla="*/ 358 w 772"/>
                <a:gd name="T5" fmla="*/ 171 h 174"/>
                <a:gd name="T6" fmla="*/ 337 w 772"/>
                <a:gd name="T7" fmla="*/ 139 h 174"/>
                <a:gd name="T8" fmla="*/ 375 w 772"/>
                <a:gd name="T9" fmla="*/ 94 h 174"/>
                <a:gd name="T10" fmla="*/ 688 w 772"/>
                <a:gd name="T11" fmla="*/ 70 h 174"/>
                <a:gd name="T12" fmla="*/ 691 w 772"/>
                <a:gd name="T13" fmla="*/ 70 h 174"/>
                <a:gd name="T14" fmla="*/ 733 w 772"/>
                <a:gd name="T15" fmla="*/ 108 h 174"/>
                <a:gd name="T16" fmla="*/ 723 w 772"/>
                <a:gd name="T17" fmla="*/ 138 h 174"/>
                <a:gd name="T18" fmla="*/ 695 w 772"/>
                <a:gd name="T19" fmla="*/ 152 h 174"/>
                <a:gd name="T20" fmla="*/ 611 w 772"/>
                <a:gd name="T21" fmla="*/ 159 h 174"/>
                <a:gd name="T22" fmla="*/ 674 w 772"/>
                <a:gd name="T23" fmla="*/ 166 h 174"/>
                <a:gd name="T24" fmla="*/ 766 w 772"/>
                <a:gd name="T25" fmla="*/ 120 h 174"/>
                <a:gd name="T26" fmla="*/ 689 w 772"/>
                <a:gd name="T27" fmla="*/ 23 h 174"/>
                <a:gd name="T28" fmla="*/ 466 w 772"/>
                <a:gd name="T29" fmla="*/ 18 h 174"/>
                <a:gd name="T30" fmla="*/ 407 w 772"/>
                <a:gd name="T31" fmla="*/ 69 h 174"/>
                <a:gd name="T32" fmla="*/ 57 w 772"/>
                <a:gd name="T33" fmla="*/ 67 h 174"/>
                <a:gd name="T34" fmla="*/ 3 w 772"/>
                <a:gd name="T35" fmla="*/ 113 h 174"/>
                <a:gd name="T36" fmla="*/ 48 w 772"/>
                <a:gd name="T37" fmla="*/ 167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72" h="174">
                  <a:moveTo>
                    <a:pt x="48" y="167"/>
                  </a:moveTo>
                  <a:cubicBezTo>
                    <a:pt x="114" y="172"/>
                    <a:pt x="179" y="174"/>
                    <a:pt x="238" y="174"/>
                  </a:cubicBezTo>
                  <a:cubicBezTo>
                    <a:pt x="282" y="174"/>
                    <a:pt x="323" y="173"/>
                    <a:pt x="358" y="171"/>
                  </a:cubicBezTo>
                  <a:cubicBezTo>
                    <a:pt x="346" y="165"/>
                    <a:pt x="338" y="153"/>
                    <a:pt x="337" y="139"/>
                  </a:cubicBezTo>
                  <a:cubicBezTo>
                    <a:pt x="335" y="116"/>
                    <a:pt x="352" y="96"/>
                    <a:pt x="375" y="94"/>
                  </a:cubicBezTo>
                  <a:cubicBezTo>
                    <a:pt x="688" y="70"/>
                    <a:pt x="688" y="70"/>
                    <a:pt x="688" y="70"/>
                  </a:cubicBezTo>
                  <a:cubicBezTo>
                    <a:pt x="689" y="70"/>
                    <a:pt x="690" y="70"/>
                    <a:pt x="691" y="70"/>
                  </a:cubicBezTo>
                  <a:cubicBezTo>
                    <a:pt x="713" y="70"/>
                    <a:pt x="731" y="86"/>
                    <a:pt x="733" y="108"/>
                  </a:cubicBezTo>
                  <a:cubicBezTo>
                    <a:pt x="733" y="119"/>
                    <a:pt x="730" y="129"/>
                    <a:pt x="723" y="138"/>
                  </a:cubicBezTo>
                  <a:cubicBezTo>
                    <a:pt x="716" y="146"/>
                    <a:pt x="706" y="151"/>
                    <a:pt x="695" y="152"/>
                  </a:cubicBezTo>
                  <a:cubicBezTo>
                    <a:pt x="611" y="159"/>
                    <a:pt x="611" y="159"/>
                    <a:pt x="611" y="159"/>
                  </a:cubicBezTo>
                  <a:cubicBezTo>
                    <a:pt x="634" y="161"/>
                    <a:pt x="655" y="164"/>
                    <a:pt x="674" y="166"/>
                  </a:cubicBezTo>
                  <a:cubicBezTo>
                    <a:pt x="714" y="174"/>
                    <a:pt x="760" y="155"/>
                    <a:pt x="766" y="120"/>
                  </a:cubicBezTo>
                  <a:cubicBezTo>
                    <a:pt x="772" y="86"/>
                    <a:pt x="749" y="38"/>
                    <a:pt x="689" y="23"/>
                  </a:cubicBezTo>
                  <a:cubicBezTo>
                    <a:pt x="607" y="2"/>
                    <a:pt x="554" y="0"/>
                    <a:pt x="466" y="18"/>
                  </a:cubicBezTo>
                  <a:cubicBezTo>
                    <a:pt x="430" y="28"/>
                    <a:pt x="413" y="47"/>
                    <a:pt x="407" y="69"/>
                  </a:cubicBezTo>
                  <a:cubicBezTo>
                    <a:pt x="331" y="73"/>
                    <a:pt x="194" y="78"/>
                    <a:pt x="57" y="67"/>
                  </a:cubicBezTo>
                  <a:cubicBezTo>
                    <a:pt x="29" y="65"/>
                    <a:pt x="5" y="85"/>
                    <a:pt x="3" y="113"/>
                  </a:cubicBezTo>
                  <a:cubicBezTo>
                    <a:pt x="0" y="140"/>
                    <a:pt x="21" y="164"/>
                    <a:pt x="48" y="1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Freeform 229"/>
            <p:cNvSpPr>
              <a:spLocks/>
            </p:cNvSpPr>
            <p:nvPr/>
          </p:nvSpPr>
          <p:spPr bwMode="auto">
            <a:xfrm>
              <a:off x="4760913" y="5603875"/>
              <a:ext cx="614362" cy="144463"/>
            </a:xfrm>
            <a:custGeom>
              <a:avLst/>
              <a:gdLst>
                <a:gd name="T0" fmla="*/ 35 w 380"/>
                <a:gd name="T1" fmla="*/ 89 h 89"/>
                <a:gd name="T2" fmla="*/ 349 w 380"/>
                <a:gd name="T3" fmla="*/ 65 h 89"/>
                <a:gd name="T4" fmla="*/ 378 w 380"/>
                <a:gd name="T5" fmla="*/ 30 h 89"/>
                <a:gd name="T6" fmla="*/ 344 w 380"/>
                <a:gd name="T7" fmla="*/ 1 h 89"/>
                <a:gd name="T8" fmla="*/ 30 w 380"/>
                <a:gd name="T9" fmla="*/ 26 h 89"/>
                <a:gd name="T10" fmla="*/ 1 w 380"/>
                <a:gd name="T11" fmla="*/ 60 h 89"/>
                <a:gd name="T12" fmla="*/ 33 w 380"/>
                <a:gd name="T13" fmla="*/ 89 h 89"/>
                <a:gd name="T14" fmla="*/ 35 w 380"/>
                <a:gd name="T15" fmla="*/ 89 h 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0" h="89">
                  <a:moveTo>
                    <a:pt x="35" y="89"/>
                  </a:moveTo>
                  <a:cubicBezTo>
                    <a:pt x="349" y="65"/>
                    <a:pt x="349" y="65"/>
                    <a:pt x="349" y="65"/>
                  </a:cubicBezTo>
                  <a:cubicBezTo>
                    <a:pt x="367" y="64"/>
                    <a:pt x="380" y="48"/>
                    <a:pt x="378" y="30"/>
                  </a:cubicBezTo>
                  <a:cubicBezTo>
                    <a:pt x="377" y="13"/>
                    <a:pt x="362" y="0"/>
                    <a:pt x="344" y="1"/>
                  </a:cubicBezTo>
                  <a:cubicBezTo>
                    <a:pt x="30" y="26"/>
                    <a:pt x="30" y="26"/>
                    <a:pt x="30" y="26"/>
                  </a:cubicBezTo>
                  <a:cubicBezTo>
                    <a:pt x="13" y="27"/>
                    <a:pt x="0" y="42"/>
                    <a:pt x="1" y="60"/>
                  </a:cubicBezTo>
                  <a:cubicBezTo>
                    <a:pt x="2" y="77"/>
                    <a:pt x="16" y="89"/>
                    <a:pt x="33" y="89"/>
                  </a:cubicBezTo>
                  <a:cubicBezTo>
                    <a:pt x="34" y="89"/>
                    <a:pt x="34" y="89"/>
                    <a:pt x="35" y="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38" name="组合 237"/>
          <p:cNvGrpSpPr/>
          <p:nvPr/>
        </p:nvGrpSpPr>
        <p:grpSpPr>
          <a:xfrm>
            <a:off x="1811338" y="5118100"/>
            <a:ext cx="1770062" cy="1281113"/>
            <a:chOff x="1811338" y="5118100"/>
            <a:chExt cx="1770062" cy="1281113"/>
          </a:xfrm>
          <a:solidFill>
            <a:schemeClr val="tx1">
              <a:lumMod val="65000"/>
              <a:lumOff val="35000"/>
            </a:schemeClr>
          </a:solidFill>
        </p:grpSpPr>
        <p:sp>
          <p:nvSpPr>
            <p:cNvPr id="239" name="Freeform 253"/>
            <p:cNvSpPr>
              <a:spLocks/>
            </p:cNvSpPr>
            <p:nvPr/>
          </p:nvSpPr>
          <p:spPr bwMode="auto">
            <a:xfrm>
              <a:off x="3157538" y="5822950"/>
              <a:ext cx="312737" cy="311150"/>
            </a:xfrm>
            <a:custGeom>
              <a:avLst/>
              <a:gdLst>
                <a:gd name="T0" fmla="*/ 8 w 193"/>
                <a:gd name="T1" fmla="*/ 83 h 193"/>
                <a:gd name="T2" fmla="*/ 83 w 193"/>
                <a:gd name="T3" fmla="*/ 186 h 193"/>
                <a:gd name="T4" fmla="*/ 186 w 193"/>
                <a:gd name="T5" fmla="*/ 111 h 193"/>
                <a:gd name="T6" fmla="*/ 111 w 193"/>
                <a:gd name="T7" fmla="*/ 8 h 193"/>
                <a:gd name="T8" fmla="*/ 8 w 193"/>
                <a:gd name="T9" fmla="*/ 83 h 193"/>
              </a:gdLst>
              <a:ahLst/>
              <a:cxnLst>
                <a:cxn ang="0">
                  <a:pos x="T0" y="T1"/>
                </a:cxn>
                <a:cxn ang="0">
                  <a:pos x="T2" y="T3"/>
                </a:cxn>
                <a:cxn ang="0">
                  <a:pos x="T4" y="T5"/>
                </a:cxn>
                <a:cxn ang="0">
                  <a:pos x="T6" y="T7"/>
                </a:cxn>
                <a:cxn ang="0">
                  <a:pos x="T8" y="T9"/>
                </a:cxn>
              </a:cxnLst>
              <a:rect l="0" t="0" r="r" b="b"/>
              <a:pathLst>
                <a:path w="193" h="193">
                  <a:moveTo>
                    <a:pt x="8" y="83"/>
                  </a:moveTo>
                  <a:cubicBezTo>
                    <a:pt x="0" y="132"/>
                    <a:pt x="34" y="178"/>
                    <a:pt x="83" y="186"/>
                  </a:cubicBezTo>
                  <a:cubicBezTo>
                    <a:pt x="132" y="193"/>
                    <a:pt x="178" y="160"/>
                    <a:pt x="186" y="111"/>
                  </a:cubicBezTo>
                  <a:cubicBezTo>
                    <a:pt x="193" y="61"/>
                    <a:pt x="160" y="15"/>
                    <a:pt x="111" y="8"/>
                  </a:cubicBezTo>
                  <a:cubicBezTo>
                    <a:pt x="61" y="0"/>
                    <a:pt x="15" y="34"/>
                    <a:pt x="8"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254"/>
            <p:cNvSpPr>
              <a:spLocks/>
            </p:cNvSpPr>
            <p:nvPr/>
          </p:nvSpPr>
          <p:spPr bwMode="auto">
            <a:xfrm>
              <a:off x="2551113" y="5661025"/>
              <a:ext cx="523875" cy="388938"/>
            </a:xfrm>
            <a:custGeom>
              <a:avLst/>
              <a:gdLst>
                <a:gd name="T0" fmla="*/ 15 w 324"/>
                <a:gd name="T1" fmla="*/ 60 h 241"/>
                <a:gd name="T2" fmla="*/ 144 w 324"/>
                <a:gd name="T3" fmla="*/ 173 h 241"/>
                <a:gd name="T4" fmla="*/ 151 w 324"/>
                <a:gd name="T5" fmla="*/ 178 h 241"/>
                <a:gd name="T6" fmla="*/ 274 w 324"/>
                <a:gd name="T7" fmla="*/ 238 h 241"/>
                <a:gd name="T8" fmla="*/ 288 w 324"/>
                <a:gd name="T9" fmla="*/ 241 h 241"/>
                <a:gd name="T10" fmla="*/ 316 w 324"/>
                <a:gd name="T11" fmla="*/ 223 h 241"/>
                <a:gd name="T12" fmla="*/ 302 w 324"/>
                <a:gd name="T13" fmla="*/ 180 h 241"/>
                <a:gd name="T14" fmla="*/ 183 w 324"/>
                <a:gd name="T15" fmla="*/ 122 h 241"/>
                <a:gd name="T16" fmla="*/ 57 w 324"/>
                <a:gd name="T17" fmla="*/ 12 h 241"/>
                <a:gd name="T18" fmla="*/ 12 w 324"/>
                <a:gd name="T19" fmla="*/ 15 h 241"/>
                <a:gd name="T20" fmla="*/ 15 w 324"/>
                <a:gd name="T21" fmla="*/ 6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4" h="241">
                  <a:moveTo>
                    <a:pt x="15" y="60"/>
                  </a:moveTo>
                  <a:cubicBezTo>
                    <a:pt x="144" y="173"/>
                    <a:pt x="144" y="173"/>
                    <a:pt x="144" y="173"/>
                  </a:cubicBezTo>
                  <a:cubicBezTo>
                    <a:pt x="146" y="175"/>
                    <a:pt x="148" y="177"/>
                    <a:pt x="151" y="178"/>
                  </a:cubicBezTo>
                  <a:cubicBezTo>
                    <a:pt x="274" y="238"/>
                    <a:pt x="274" y="238"/>
                    <a:pt x="274" y="238"/>
                  </a:cubicBezTo>
                  <a:cubicBezTo>
                    <a:pt x="278" y="240"/>
                    <a:pt x="283" y="241"/>
                    <a:pt x="288" y="241"/>
                  </a:cubicBezTo>
                  <a:cubicBezTo>
                    <a:pt x="299" y="241"/>
                    <a:pt x="311" y="235"/>
                    <a:pt x="316" y="223"/>
                  </a:cubicBezTo>
                  <a:cubicBezTo>
                    <a:pt x="324" y="207"/>
                    <a:pt x="318" y="188"/>
                    <a:pt x="302" y="180"/>
                  </a:cubicBezTo>
                  <a:cubicBezTo>
                    <a:pt x="183" y="122"/>
                    <a:pt x="183" y="122"/>
                    <a:pt x="183" y="122"/>
                  </a:cubicBezTo>
                  <a:cubicBezTo>
                    <a:pt x="57" y="12"/>
                    <a:pt x="57" y="12"/>
                    <a:pt x="57" y="12"/>
                  </a:cubicBezTo>
                  <a:cubicBezTo>
                    <a:pt x="44" y="0"/>
                    <a:pt x="24" y="2"/>
                    <a:pt x="12" y="15"/>
                  </a:cubicBezTo>
                  <a:cubicBezTo>
                    <a:pt x="0" y="28"/>
                    <a:pt x="2" y="48"/>
                    <a:pt x="15"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255"/>
            <p:cNvSpPr>
              <a:spLocks/>
            </p:cNvSpPr>
            <p:nvPr/>
          </p:nvSpPr>
          <p:spPr bwMode="auto">
            <a:xfrm>
              <a:off x="1811338" y="6164263"/>
              <a:ext cx="1770062" cy="46038"/>
            </a:xfrm>
            <a:custGeom>
              <a:avLst/>
              <a:gdLst>
                <a:gd name="T0" fmla="*/ 1096 w 1096"/>
                <a:gd name="T1" fmla="*/ 9 h 28"/>
                <a:gd name="T2" fmla="*/ 1087 w 1096"/>
                <a:gd name="T3" fmla="*/ 0 h 28"/>
                <a:gd name="T4" fmla="*/ 9 w 1096"/>
                <a:gd name="T5" fmla="*/ 0 h 28"/>
                <a:gd name="T6" fmla="*/ 0 w 1096"/>
                <a:gd name="T7" fmla="*/ 9 h 28"/>
                <a:gd name="T8" fmla="*/ 0 w 1096"/>
                <a:gd name="T9" fmla="*/ 19 h 28"/>
                <a:gd name="T10" fmla="*/ 9 w 1096"/>
                <a:gd name="T11" fmla="*/ 28 h 28"/>
                <a:gd name="T12" fmla="*/ 1087 w 1096"/>
                <a:gd name="T13" fmla="*/ 28 h 28"/>
                <a:gd name="T14" fmla="*/ 1096 w 1096"/>
                <a:gd name="T15" fmla="*/ 19 h 28"/>
                <a:gd name="T16" fmla="*/ 1096 w 1096"/>
                <a:gd name="T17" fmla="*/ 9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6" h="28">
                  <a:moveTo>
                    <a:pt x="1096" y="9"/>
                  </a:moveTo>
                  <a:cubicBezTo>
                    <a:pt x="1096" y="4"/>
                    <a:pt x="1092" y="0"/>
                    <a:pt x="1087" y="0"/>
                  </a:cubicBezTo>
                  <a:cubicBezTo>
                    <a:pt x="9" y="0"/>
                    <a:pt x="9" y="0"/>
                    <a:pt x="9" y="0"/>
                  </a:cubicBezTo>
                  <a:cubicBezTo>
                    <a:pt x="4" y="0"/>
                    <a:pt x="0" y="4"/>
                    <a:pt x="0" y="9"/>
                  </a:cubicBezTo>
                  <a:cubicBezTo>
                    <a:pt x="0" y="19"/>
                    <a:pt x="0" y="19"/>
                    <a:pt x="0" y="19"/>
                  </a:cubicBezTo>
                  <a:cubicBezTo>
                    <a:pt x="0" y="24"/>
                    <a:pt x="4" y="28"/>
                    <a:pt x="9" y="28"/>
                  </a:cubicBezTo>
                  <a:cubicBezTo>
                    <a:pt x="1087" y="28"/>
                    <a:pt x="1087" y="28"/>
                    <a:pt x="1087" y="28"/>
                  </a:cubicBezTo>
                  <a:cubicBezTo>
                    <a:pt x="1092" y="28"/>
                    <a:pt x="1096" y="24"/>
                    <a:pt x="1096" y="19"/>
                  </a:cubicBezTo>
                  <a:lnTo>
                    <a:pt x="1096"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256"/>
            <p:cNvSpPr>
              <a:spLocks/>
            </p:cNvSpPr>
            <p:nvPr/>
          </p:nvSpPr>
          <p:spPr bwMode="auto">
            <a:xfrm>
              <a:off x="2066925" y="5118100"/>
              <a:ext cx="1074737" cy="1035050"/>
            </a:xfrm>
            <a:custGeom>
              <a:avLst/>
              <a:gdLst>
                <a:gd name="T0" fmla="*/ 231 w 665"/>
                <a:gd name="T1" fmla="*/ 338 h 641"/>
                <a:gd name="T2" fmla="*/ 189 w 665"/>
                <a:gd name="T3" fmla="*/ 321 h 641"/>
                <a:gd name="T4" fmla="*/ 151 w 665"/>
                <a:gd name="T5" fmla="*/ 343 h 641"/>
                <a:gd name="T6" fmla="*/ 15 w 665"/>
                <a:gd name="T7" fmla="*/ 551 h 641"/>
                <a:gd name="T8" fmla="*/ 30 w 665"/>
                <a:gd name="T9" fmla="*/ 620 h 641"/>
                <a:gd name="T10" fmla="*/ 57 w 665"/>
                <a:gd name="T11" fmla="*/ 628 h 641"/>
                <a:gd name="T12" fmla="*/ 99 w 665"/>
                <a:gd name="T13" fmla="*/ 606 h 641"/>
                <a:gd name="T14" fmla="*/ 198 w 665"/>
                <a:gd name="T15" fmla="*/ 454 h 641"/>
                <a:gd name="T16" fmla="*/ 317 w 665"/>
                <a:gd name="T17" fmla="*/ 594 h 641"/>
                <a:gd name="T18" fmla="*/ 346 w 665"/>
                <a:gd name="T19" fmla="*/ 611 h 641"/>
                <a:gd name="T20" fmla="*/ 356 w 665"/>
                <a:gd name="T21" fmla="*/ 615 h 641"/>
                <a:gd name="T22" fmla="*/ 579 w 665"/>
                <a:gd name="T23" fmla="*/ 627 h 641"/>
                <a:gd name="T24" fmla="*/ 662 w 665"/>
                <a:gd name="T25" fmla="*/ 534 h 641"/>
                <a:gd name="T26" fmla="*/ 602 w 665"/>
                <a:gd name="T27" fmla="*/ 483 h 641"/>
                <a:gd name="T28" fmla="*/ 497 w 665"/>
                <a:gd name="T29" fmla="*/ 443 h 641"/>
                <a:gd name="T30" fmla="*/ 409 w 665"/>
                <a:gd name="T31" fmla="*/ 367 h 641"/>
                <a:gd name="T32" fmla="*/ 422 w 665"/>
                <a:gd name="T33" fmla="*/ 292 h 641"/>
                <a:gd name="T34" fmla="*/ 421 w 665"/>
                <a:gd name="T35" fmla="*/ 269 h 641"/>
                <a:gd name="T36" fmla="*/ 352 w 665"/>
                <a:gd name="T37" fmla="*/ 41 h 641"/>
                <a:gd name="T38" fmla="*/ 289 w 665"/>
                <a:gd name="T39" fmla="*/ 8 h 641"/>
                <a:gd name="T40" fmla="*/ 256 w 665"/>
                <a:gd name="T41" fmla="*/ 70 h 641"/>
                <a:gd name="T42" fmla="*/ 322 w 665"/>
                <a:gd name="T43" fmla="*/ 286 h 641"/>
                <a:gd name="T44" fmla="*/ 318 w 665"/>
                <a:gd name="T45" fmla="*/ 310 h 641"/>
                <a:gd name="T46" fmla="*/ 305 w 665"/>
                <a:gd name="T47" fmla="*/ 319 h 641"/>
                <a:gd name="T48" fmla="*/ 299 w 665"/>
                <a:gd name="T49" fmla="*/ 352 h 641"/>
                <a:gd name="T50" fmla="*/ 304 w 665"/>
                <a:gd name="T51" fmla="*/ 345 h 641"/>
                <a:gd name="T52" fmla="*/ 335 w 665"/>
                <a:gd name="T53" fmla="*/ 331 h 641"/>
                <a:gd name="T54" fmla="*/ 362 w 665"/>
                <a:gd name="T55" fmla="*/ 341 h 641"/>
                <a:gd name="T56" fmla="*/ 487 w 665"/>
                <a:gd name="T57" fmla="*/ 451 h 641"/>
                <a:gd name="T58" fmla="*/ 605 w 665"/>
                <a:gd name="T59" fmla="*/ 508 h 641"/>
                <a:gd name="T60" fmla="*/ 626 w 665"/>
                <a:gd name="T61" fmla="*/ 532 h 641"/>
                <a:gd name="T62" fmla="*/ 624 w 665"/>
                <a:gd name="T63" fmla="*/ 563 h 641"/>
                <a:gd name="T64" fmla="*/ 587 w 665"/>
                <a:gd name="T65" fmla="*/ 586 h 641"/>
                <a:gd name="T66" fmla="*/ 569 w 665"/>
                <a:gd name="T67" fmla="*/ 582 h 641"/>
                <a:gd name="T68" fmla="*/ 446 w 665"/>
                <a:gd name="T69" fmla="*/ 522 h 641"/>
                <a:gd name="T70" fmla="*/ 437 w 665"/>
                <a:gd name="T71" fmla="*/ 516 h 641"/>
                <a:gd name="T72" fmla="*/ 394 w 665"/>
                <a:gd name="T73" fmla="*/ 479 h 641"/>
                <a:gd name="T74" fmla="*/ 391 w 665"/>
                <a:gd name="T75" fmla="*/ 478 h 641"/>
                <a:gd name="T76" fmla="*/ 391 w 665"/>
                <a:gd name="T77" fmla="*/ 476 h 641"/>
                <a:gd name="T78" fmla="*/ 308 w 665"/>
                <a:gd name="T79" fmla="*/ 403 h 641"/>
                <a:gd name="T80" fmla="*/ 303 w 665"/>
                <a:gd name="T81" fmla="*/ 398 h 641"/>
                <a:gd name="T82" fmla="*/ 299 w 665"/>
                <a:gd name="T83" fmla="*/ 419 h 641"/>
                <a:gd name="T84" fmla="*/ 231 w 665"/>
                <a:gd name="T85" fmla="*/ 338 h 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5" h="641">
                  <a:moveTo>
                    <a:pt x="231" y="338"/>
                  </a:moveTo>
                  <a:cubicBezTo>
                    <a:pt x="220" y="326"/>
                    <a:pt x="205" y="320"/>
                    <a:pt x="189" y="321"/>
                  </a:cubicBezTo>
                  <a:cubicBezTo>
                    <a:pt x="174" y="322"/>
                    <a:pt x="159" y="330"/>
                    <a:pt x="151" y="343"/>
                  </a:cubicBezTo>
                  <a:cubicBezTo>
                    <a:pt x="15" y="551"/>
                    <a:pt x="15" y="551"/>
                    <a:pt x="15" y="551"/>
                  </a:cubicBezTo>
                  <a:cubicBezTo>
                    <a:pt x="0" y="574"/>
                    <a:pt x="7" y="605"/>
                    <a:pt x="30" y="620"/>
                  </a:cubicBezTo>
                  <a:cubicBezTo>
                    <a:pt x="38" y="626"/>
                    <a:pt x="48" y="628"/>
                    <a:pt x="57" y="628"/>
                  </a:cubicBezTo>
                  <a:cubicBezTo>
                    <a:pt x="73" y="628"/>
                    <a:pt x="89" y="620"/>
                    <a:pt x="99" y="606"/>
                  </a:cubicBezTo>
                  <a:cubicBezTo>
                    <a:pt x="198" y="454"/>
                    <a:pt x="198" y="454"/>
                    <a:pt x="198" y="454"/>
                  </a:cubicBezTo>
                  <a:cubicBezTo>
                    <a:pt x="317" y="594"/>
                    <a:pt x="317" y="594"/>
                    <a:pt x="317" y="594"/>
                  </a:cubicBezTo>
                  <a:cubicBezTo>
                    <a:pt x="325" y="604"/>
                    <a:pt x="335" y="609"/>
                    <a:pt x="346" y="611"/>
                  </a:cubicBezTo>
                  <a:cubicBezTo>
                    <a:pt x="349" y="613"/>
                    <a:pt x="352" y="614"/>
                    <a:pt x="356" y="615"/>
                  </a:cubicBezTo>
                  <a:cubicBezTo>
                    <a:pt x="442" y="639"/>
                    <a:pt x="495" y="641"/>
                    <a:pt x="579" y="627"/>
                  </a:cubicBezTo>
                  <a:cubicBezTo>
                    <a:pt x="640" y="616"/>
                    <a:pt x="665" y="569"/>
                    <a:pt x="662" y="534"/>
                  </a:cubicBezTo>
                  <a:cubicBezTo>
                    <a:pt x="660" y="508"/>
                    <a:pt x="633" y="488"/>
                    <a:pt x="602" y="483"/>
                  </a:cubicBezTo>
                  <a:cubicBezTo>
                    <a:pt x="497" y="443"/>
                    <a:pt x="497" y="443"/>
                    <a:pt x="497" y="443"/>
                  </a:cubicBezTo>
                  <a:cubicBezTo>
                    <a:pt x="409" y="367"/>
                    <a:pt x="409" y="367"/>
                    <a:pt x="409" y="367"/>
                  </a:cubicBezTo>
                  <a:cubicBezTo>
                    <a:pt x="422" y="292"/>
                    <a:pt x="422" y="292"/>
                    <a:pt x="422" y="292"/>
                  </a:cubicBezTo>
                  <a:cubicBezTo>
                    <a:pt x="424" y="284"/>
                    <a:pt x="423" y="276"/>
                    <a:pt x="421" y="269"/>
                  </a:cubicBezTo>
                  <a:cubicBezTo>
                    <a:pt x="352" y="41"/>
                    <a:pt x="352" y="41"/>
                    <a:pt x="352" y="41"/>
                  </a:cubicBezTo>
                  <a:cubicBezTo>
                    <a:pt x="344" y="15"/>
                    <a:pt x="316" y="0"/>
                    <a:pt x="289" y="8"/>
                  </a:cubicBezTo>
                  <a:cubicBezTo>
                    <a:pt x="263" y="16"/>
                    <a:pt x="248" y="44"/>
                    <a:pt x="256" y="70"/>
                  </a:cubicBezTo>
                  <a:cubicBezTo>
                    <a:pt x="322" y="286"/>
                    <a:pt x="322" y="286"/>
                    <a:pt x="322" y="286"/>
                  </a:cubicBezTo>
                  <a:cubicBezTo>
                    <a:pt x="318" y="310"/>
                    <a:pt x="318" y="310"/>
                    <a:pt x="318" y="310"/>
                  </a:cubicBezTo>
                  <a:cubicBezTo>
                    <a:pt x="313" y="312"/>
                    <a:pt x="309" y="315"/>
                    <a:pt x="305" y="319"/>
                  </a:cubicBezTo>
                  <a:cubicBezTo>
                    <a:pt x="297" y="328"/>
                    <a:pt x="295" y="341"/>
                    <a:pt x="299" y="352"/>
                  </a:cubicBezTo>
                  <a:cubicBezTo>
                    <a:pt x="301" y="349"/>
                    <a:pt x="302" y="347"/>
                    <a:pt x="304" y="345"/>
                  </a:cubicBezTo>
                  <a:cubicBezTo>
                    <a:pt x="312" y="336"/>
                    <a:pt x="323" y="331"/>
                    <a:pt x="335" y="331"/>
                  </a:cubicBezTo>
                  <a:cubicBezTo>
                    <a:pt x="345" y="331"/>
                    <a:pt x="355" y="335"/>
                    <a:pt x="362" y="341"/>
                  </a:cubicBezTo>
                  <a:cubicBezTo>
                    <a:pt x="487" y="451"/>
                    <a:pt x="487" y="451"/>
                    <a:pt x="487" y="451"/>
                  </a:cubicBezTo>
                  <a:cubicBezTo>
                    <a:pt x="605" y="508"/>
                    <a:pt x="605" y="508"/>
                    <a:pt x="605" y="508"/>
                  </a:cubicBezTo>
                  <a:cubicBezTo>
                    <a:pt x="615" y="513"/>
                    <a:pt x="622" y="521"/>
                    <a:pt x="626" y="532"/>
                  </a:cubicBezTo>
                  <a:cubicBezTo>
                    <a:pt x="629" y="542"/>
                    <a:pt x="628" y="553"/>
                    <a:pt x="624" y="563"/>
                  </a:cubicBezTo>
                  <a:cubicBezTo>
                    <a:pt x="617" y="577"/>
                    <a:pt x="602" y="586"/>
                    <a:pt x="587" y="586"/>
                  </a:cubicBezTo>
                  <a:cubicBezTo>
                    <a:pt x="580" y="586"/>
                    <a:pt x="574" y="585"/>
                    <a:pt x="569" y="582"/>
                  </a:cubicBezTo>
                  <a:cubicBezTo>
                    <a:pt x="446" y="522"/>
                    <a:pt x="446" y="522"/>
                    <a:pt x="446" y="522"/>
                  </a:cubicBezTo>
                  <a:cubicBezTo>
                    <a:pt x="442" y="521"/>
                    <a:pt x="439" y="518"/>
                    <a:pt x="437" y="516"/>
                  </a:cubicBezTo>
                  <a:cubicBezTo>
                    <a:pt x="394" y="479"/>
                    <a:pt x="394" y="479"/>
                    <a:pt x="394" y="479"/>
                  </a:cubicBezTo>
                  <a:cubicBezTo>
                    <a:pt x="393" y="478"/>
                    <a:pt x="392" y="478"/>
                    <a:pt x="391" y="478"/>
                  </a:cubicBezTo>
                  <a:cubicBezTo>
                    <a:pt x="391" y="476"/>
                    <a:pt x="391" y="476"/>
                    <a:pt x="391" y="476"/>
                  </a:cubicBezTo>
                  <a:cubicBezTo>
                    <a:pt x="308" y="403"/>
                    <a:pt x="308" y="403"/>
                    <a:pt x="308" y="403"/>
                  </a:cubicBezTo>
                  <a:cubicBezTo>
                    <a:pt x="306" y="401"/>
                    <a:pt x="304" y="400"/>
                    <a:pt x="303" y="398"/>
                  </a:cubicBezTo>
                  <a:cubicBezTo>
                    <a:pt x="299" y="419"/>
                    <a:pt x="299" y="419"/>
                    <a:pt x="299" y="419"/>
                  </a:cubicBezTo>
                  <a:lnTo>
                    <a:pt x="231" y="3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243" name="组合 242"/>
            <p:cNvGrpSpPr/>
            <p:nvPr/>
          </p:nvGrpSpPr>
          <p:grpSpPr>
            <a:xfrm>
              <a:off x="2252663" y="6288088"/>
              <a:ext cx="954087" cy="111125"/>
              <a:chOff x="2252663" y="6288088"/>
              <a:chExt cx="954087" cy="111125"/>
            </a:xfrm>
            <a:grpFill/>
          </p:grpSpPr>
          <p:sp>
            <p:nvSpPr>
              <p:cNvPr id="244" name="Freeform 257"/>
              <p:cNvSpPr>
                <a:spLocks/>
              </p:cNvSpPr>
              <p:nvPr/>
            </p:nvSpPr>
            <p:spPr bwMode="auto">
              <a:xfrm>
                <a:off x="2252663" y="6296025"/>
                <a:ext cx="57150" cy="76200"/>
              </a:xfrm>
              <a:custGeom>
                <a:avLst/>
                <a:gdLst>
                  <a:gd name="T0" fmla="*/ 14 w 35"/>
                  <a:gd name="T1" fmla="*/ 9 h 47"/>
                  <a:gd name="T2" fmla="*/ 23 w 35"/>
                  <a:gd name="T3" fmla="*/ 7 h 47"/>
                  <a:gd name="T4" fmla="*/ 28 w 35"/>
                  <a:gd name="T5" fmla="*/ 8 h 47"/>
                  <a:gd name="T6" fmla="*/ 29 w 35"/>
                  <a:gd name="T7" fmla="*/ 12 h 47"/>
                  <a:gd name="T8" fmla="*/ 35 w 35"/>
                  <a:gd name="T9" fmla="*/ 7 h 47"/>
                  <a:gd name="T10" fmla="*/ 32 w 35"/>
                  <a:gd name="T11" fmla="*/ 2 h 47"/>
                  <a:gd name="T12" fmla="*/ 24 w 35"/>
                  <a:gd name="T13" fmla="*/ 0 h 47"/>
                  <a:gd name="T14" fmla="*/ 9 w 35"/>
                  <a:gd name="T15" fmla="*/ 5 h 47"/>
                  <a:gd name="T16" fmla="*/ 2 w 35"/>
                  <a:gd name="T17" fmla="*/ 16 h 47"/>
                  <a:gd name="T18" fmla="*/ 4 w 35"/>
                  <a:gd name="T19" fmla="*/ 21 h 47"/>
                  <a:gd name="T20" fmla="*/ 9 w 35"/>
                  <a:gd name="T21" fmla="*/ 25 h 47"/>
                  <a:gd name="T22" fmla="*/ 19 w 35"/>
                  <a:gd name="T23" fmla="*/ 28 h 47"/>
                  <a:gd name="T24" fmla="*/ 25 w 35"/>
                  <a:gd name="T25" fmla="*/ 31 h 47"/>
                  <a:gd name="T26" fmla="*/ 26 w 35"/>
                  <a:gd name="T27" fmla="*/ 33 h 47"/>
                  <a:gd name="T28" fmla="*/ 20 w 35"/>
                  <a:gd name="T29" fmla="*/ 38 h 47"/>
                  <a:gd name="T30" fmla="*/ 10 w 35"/>
                  <a:gd name="T31" fmla="*/ 40 h 47"/>
                  <a:gd name="T32" fmla="*/ 4 w 35"/>
                  <a:gd name="T33" fmla="*/ 39 h 47"/>
                  <a:gd name="T34" fmla="*/ 2 w 35"/>
                  <a:gd name="T35" fmla="*/ 39 h 47"/>
                  <a:gd name="T36" fmla="*/ 0 w 35"/>
                  <a:gd name="T37" fmla="*/ 40 h 47"/>
                  <a:gd name="T38" fmla="*/ 0 w 35"/>
                  <a:gd name="T39" fmla="*/ 43 h 47"/>
                  <a:gd name="T40" fmla="*/ 1 w 35"/>
                  <a:gd name="T41" fmla="*/ 46 h 47"/>
                  <a:gd name="T42" fmla="*/ 6 w 35"/>
                  <a:gd name="T43" fmla="*/ 47 h 47"/>
                  <a:gd name="T44" fmla="*/ 25 w 35"/>
                  <a:gd name="T45" fmla="*/ 43 h 47"/>
                  <a:gd name="T46" fmla="*/ 34 w 35"/>
                  <a:gd name="T47" fmla="*/ 32 h 47"/>
                  <a:gd name="T48" fmla="*/ 30 w 35"/>
                  <a:gd name="T49" fmla="*/ 26 h 47"/>
                  <a:gd name="T50" fmla="*/ 19 w 35"/>
                  <a:gd name="T51" fmla="*/ 21 h 47"/>
                  <a:gd name="T52" fmla="*/ 11 w 35"/>
                  <a:gd name="T53" fmla="*/ 18 h 47"/>
                  <a:gd name="T54" fmla="*/ 9 w 35"/>
                  <a:gd name="T55" fmla="*/ 15 h 47"/>
                  <a:gd name="T56" fmla="*/ 14 w 35"/>
                  <a:gd name="T57" fmla="*/ 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5" h="47">
                    <a:moveTo>
                      <a:pt x="14" y="9"/>
                    </a:moveTo>
                    <a:cubicBezTo>
                      <a:pt x="17" y="8"/>
                      <a:pt x="20" y="7"/>
                      <a:pt x="23" y="7"/>
                    </a:cubicBezTo>
                    <a:cubicBezTo>
                      <a:pt x="25" y="7"/>
                      <a:pt x="27" y="7"/>
                      <a:pt x="28" y="8"/>
                    </a:cubicBezTo>
                    <a:cubicBezTo>
                      <a:pt x="29" y="9"/>
                      <a:pt x="29" y="10"/>
                      <a:pt x="29" y="12"/>
                    </a:cubicBezTo>
                    <a:cubicBezTo>
                      <a:pt x="33" y="12"/>
                      <a:pt x="35" y="10"/>
                      <a:pt x="35" y="7"/>
                    </a:cubicBezTo>
                    <a:cubicBezTo>
                      <a:pt x="35" y="5"/>
                      <a:pt x="34" y="4"/>
                      <a:pt x="32" y="2"/>
                    </a:cubicBezTo>
                    <a:cubicBezTo>
                      <a:pt x="30" y="1"/>
                      <a:pt x="27" y="0"/>
                      <a:pt x="24" y="0"/>
                    </a:cubicBezTo>
                    <a:cubicBezTo>
                      <a:pt x="18" y="0"/>
                      <a:pt x="13" y="2"/>
                      <a:pt x="9" y="5"/>
                    </a:cubicBezTo>
                    <a:cubicBezTo>
                      <a:pt x="4" y="8"/>
                      <a:pt x="2" y="12"/>
                      <a:pt x="2" y="16"/>
                    </a:cubicBezTo>
                    <a:cubicBezTo>
                      <a:pt x="2" y="18"/>
                      <a:pt x="3" y="20"/>
                      <a:pt x="4" y="21"/>
                    </a:cubicBezTo>
                    <a:cubicBezTo>
                      <a:pt x="5" y="23"/>
                      <a:pt x="7" y="24"/>
                      <a:pt x="9" y="25"/>
                    </a:cubicBezTo>
                    <a:cubicBezTo>
                      <a:pt x="11" y="26"/>
                      <a:pt x="14" y="27"/>
                      <a:pt x="19" y="28"/>
                    </a:cubicBezTo>
                    <a:cubicBezTo>
                      <a:pt x="22" y="29"/>
                      <a:pt x="24" y="30"/>
                      <a:pt x="25" y="31"/>
                    </a:cubicBezTo>
                    <a:cubicBezTo>
                      <a:pt x="26" y="31"/>
                      <a:pt x="26" y="32"/>
                      <a:pt x="26" y="33"/>
                    </a:cubicBezTo>
                    <a:cubicBezTo>
                      <a:pt x="26" y="34"/>
                      <a:pt x="24" y="36"/>
                      <a:pt x="20" y="38"/>
                    </a:cubicBezTo>
                    <a:cubicBezTo>
                      <a:pt x="16" y="40"/>
                      <a:pt x="13" y="40"/>
                      <a:pt x="10" y="40"/>
                    </a:cubicBezTo>
                    <a:cubicBezTo>
                      <a:pt x="8" y="40"/>
                      <a:pt x="6" y="40"/>
                      <a:pt x="4" y="39"/>
                    </a:cubicBezTo>
                    <a:cubicBezTo>
                      <a:pt x="3" y="39"/>
                      <a:pt x="3" y="39"/>
                      <a:pt x="2" y="39"/>
                    </a:cubicBezTo>
                    <a:cubicBezTo>
                      <a:pt x="2" y="39"/>
                      <a:pt x="1" y="39"/>
                      <a:pt x="0" y="40"/>
                    </a:cubicBezTo>
                    <a:cubicBezTo>
                      <a:pt x="0" y="41"/>
                      <a:pt x="0" y="42"/>
                      <a:pt x="0" y="43"/>
                    </a:cubicBezTo>
                    <a:cubicBezTo>
                      <a:pt x="0" y="44"/>
                      <a:pt x="0" y="45"/>
                      <a:pt x="1" y="46"/>
                    </a:cubicBezTo>
                    <a:cubicBezTo>
                      <a:pt x="3" y="47"/>
                      <a:pt x="4" y="47"/>
                      <a:pt x="6" y="47"/>
                    </a:cubicBezTo>
                    <a:cubicBezTo>
                      <a:pt x="13" y="47"/>
                      <a:pt x="19" y="46"/>
                      <a:pt x="25" y="43"/>
                    </a:cubicBezTo>
                    <a:cubicBezTo>
                      <a:pt x="31" y="39"/>
                      <a:pt x="34" y="36"/>
                      <a:pt x="34" y="32"/>
                    </a:cubicBezTo>
                    <a:cubicBezTo>
                      <a:pt x="34" y="30"/>
                      <a:pt x="32" y="28"/>
                      <a:pt x="30" y="26"/>
                    </a:cubicBezTo>
                    <a:cubicBezTo>
                      <a:pt x="28" y="24"/>
                      <a:pt x="24" y="23"/>
                      <a:pt x="19" y="21"/>
                    </a:cubicBezTo>
                    <a:cubicBezTo>
                      <a:pt x="15" y="20"/>
                      <a:pt x="12" y="19"/>
                      <a:pt x="11" y="18"/>
                    </a:cubicBezTo>
                    <a:cubicBezTo>
                      <a:pt x="10" y="17"/>
                      <a:pt x="9" y="16"/>
                      <a:pt x="9" y="15"/>
                    </a:cubicBezTo>
                    <a:cubicBezTo>
                      <a:pt x="9" y="13"/>
                      <a:pt x="11" y="11"/>
                      <a:pt x="1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258"/>
              <p:cNvSpPr>
                <a:spLocks/>
              </p:cNvSpPr>
              <p:nvPr/>
            </p:nvSpPr>
            <p:spPr bwMode="auto">
              <a:xfrm>
                <a:off x="2314575" y="6297613"/>
                <a:ext cx="49212" cy="73025"/>
              </a:xfrm>
              <a:custGeom>
                <a:avLst/>
                <a:gdLst>
                  <a:gd name="T0" fmla="*/ 28 w 30"/>
                  <a:gd name="T1" fmla="*/ 12 h 45"/>
                  <a:gd name="T2" fmla="*/ 17 w 30"/>
                  <a:gd name="T3" fmla="*/ 13 h 45"/>
                  <a:gd name="T4" fmla="*/ 20 w 30"/>
                  <a:gd name="T5" fmla="*/ 3 h 45"/>
                  <a:gd name="T6" fmla="*/ 19 w 30"/>
                  <a:gd name="T7" fmla="*/ 1 h 45"/>
                  <a:gd name="T8" fmla="*/ 16 w 30"/>
                  <a:gd name="T9" fmla="*/ 0 h 45"/>
                  <a:gd name="T10" fmla="*/ 12 w 30"/>
                  <a:gd name="T11" fmla="*/ 4 h 45"/>
                  <a:gd name="T12" fmla="*/ 10 w 30"/>
                  <a:gd name="T13" fmla="*/ 13 h 45"/>
                  <a:gd name="T14" fmla="*/ 3 w 30"/>
                  <a:gd name="T15" fmla="*/ 13 h 45"/>
                  <a:gd name="T16" fmla="*/ 0 w 30"/>
                  <a:gd name="T17" fmla="*/ 16 h 45"/>
                  <a:gd name="T18" fmla="*/ 2 w 30"/>
                  <a:gd name="T19" fmla="*/ 18 h 45"/>
                  <a:gd name="T20" fmla="*/ 5 w 30"/>
                  <a:gd name="T21" fmla="*/ 18 h 45"/>
                  <a:gd name="T22" fmla="*/ 5 w 30"/>
                  <a:gd name="T23" fmla="*/ 18 h 45"/>
                  <a:gd name="T24" fmla="*/ 8 w 30"/>
                  <a:gd name="T25" fmla="*/ 19 h 45"/>
                  <a:gd name="T26" fmla="*/ 5 w 30"/>
                  <a:gd name="T27" fmla="*/ 35 h 45"/>
                  <a:gd name="T28" fmla="*/ 7 w 30"/>
                  <a:gd name="T29" fmla="*/ 42 h 45"/>
                  <a:gd name="T30" fmla="*/ 13 w 30"/>
                  <a:gd name="T31" fmla="*/ 45 h 45"/>
                  <a:gd name="T32" fmla="*/ 22 w 30"/>
                  <a:gd name="T33" fmla="*/ 41 h 45"/>
                  <a:gd name="T34" fmla="*/ 26 w 30"/>
                  <a:gd name="T35" fmla="*/ 35 h 45"/>
                  <a:gd name="T36" fmla="*/ 26 w 30"/>
                  <a:gd name="T37" fmla="*/ 34 h 45"/>
                  <a:gd name="T38" fmla="*/ 24 w 30"/>
                  <a:gd name="T39" fmla="*/ 34 h 45"/>
                  <a:gd name="T40" fmla="*/ 22 w 30"/>
                  <a:gd name="T41" fmla="*/ 35 h 45"/>
                  <a:gd name="T42" fmla="*/ 18 w 30"/>
                  <a:gd name="T43" fmla="*/ 38 h 45"/>
                  <a:gd name="T44" fmla="*/ 15 w 30"/>
                  <a:gd name="T45" fmla="*/ 38 h 45"/>
                  <a:gd name="T46" fmla="*/ 13 w 30"/>
                  <a:gd name="T47" fmla="*/ 37 h 45"/>
                  <a:gd name="T48" fmla="*/ 12 w 30"/>
                  <a:gd name="T49" fmla="*/ 34 h 45"/>
                  <a:gd name="T50" fmla="*/ 14 w 30"/>
                  <a:gd name="T51" fmla="*/ 26 h 45"/>
                  <a:gd name="T52" fmla="*/ 15 w 30"/>
                  <a:gd name="T53" fmla="*/ 19 h 45"/>
                  <a:gd name="T54" fmla="*/ 26 w 30"/>
                  <a:gd name="T55" fmla="*/ 17 h 45"/>
                  <a:gd name="T56" fmla="*/ 30 w 30"/>
                  <a:gd name="T57" fmla="*/ 14 h 45"/>
                  <a:gd name="T58" fmla="*/ 30 w 30"/>
                  <a:gd name="T59" fmla="*/ 12 h 45"/>
                  <a:gd name="T60" fmla="*/ 28 w 30"/>
                  <a:gd name="T61" fmla="*/ 1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0" h="45">
                    <a:moveTo>
                      <a:pt x="28" y="12"/>
                    </a:moveTo>
                    <a:cubicBezTo>
                      <a:pt x="27" y="12"/>
                      <a:pt x="24" y="12"/>
                      <a:pt x="17" y="13"/>
                    </a:cubicBezTo>
                    <a:cubicBezTo>
                      <a:pt x="19" y="7"/>
                      <a:pt x="20" y="4"/>
                      <a:pt x="20" y="3"/>
                    </a:cubicBezTo>
                    <a:cubicBezTo>
                      <a:pt x="20" y="2"/>
                      <a:pt x="19" y="2"/>
                      <a:pt x="19" y="1"/>
                    </a:cubicBezTo>
                    <a:cubicBezTo>
                      <a:pt x="18" y="0"/>
                      <a:pt x="17" y="0"/>
                      <a:pt x="16" y="0"/>
                    </a:cubicBezTo>
                    <a:cubicBezTo>
                      <a:pt x="14" y="0"/>
                      <a:pt x="13" y="1"/>
                      <a:pt x="12" y="4"/>
                    </a:cubicBezTo>
                    <a:cubicBezTo>
                      <a:pt x="12" y="8"/>
                      <a:pt x="11" y="11"/>
                      <a:pt x="10" y="13"/>
                    </a:cubicBezTo>
                    <a:cubicBezTo>
                      <a:pt x="3" y="13"/>
                      <a:pt x="3" y="13"/>
                      <a:pt x="3" y="13"/>
                    </a:cubicBezTo>
                    <a:cubicBezTo>
                      <a:pt x="1" y="13"/>
                      <a:pt x="0" y="14"/>
                      <a:pt x="0" y="16"/>
                    </a:cubicBezTo>
                    <a:cubicBezTo>
                      <a:pt x="0" y="17"/>
                      <a:pt x="1" y="17"/>
                      <a:pt x="2" y="18"/>
                    </a:cubicBezTo>
                    <a:cubicBezTo>
                      <a:pt x="3" y="19"/>
                      <a:pt x="4" y="18"/>
                      <a:pt x="5" y="18"/>
                    </a:cubicBezTo>
                    <a:cubicBezTo>
                      <a:pt x="5" y="18"/>
                      <a:pt x="5" y="18"/>
                      <a:pt x="5" y="18"/>
                    </a:cubicBezTo>
                    <a:cubicBezTo>
                      <a:pt x="6" y="18"/>
                      <a:pt x="7" y="19"/>
                      <a:pt x="8" y="19"/>
                    </a:cubicBezTo>
                    <a:cubicBezTo>
                      <a:pt x="6" y="27"/>
                      <a:pt x="5" y="33"/>
                      <a:pt x="5" y="35"/>
                    </a:cubicBezTo>
                    <a:cubicBezTo>
                      <a:pt x="5" y="38"/>
                      <a:pt x="6" y="41"/>
                      <a:pt x="7" y="42"/>
                    </a:cubicBezTo>
                    <a:cubicBezTo>
                      <a:pt x="8" y="44"/>
                      <a:pt x="10" y="45"/>
                      <a:pt x="13" y="45"/>
                    </a:cubicBezTo>
                    <a:cubicBezTo>
                      <a:pt x="16" y="45"/>
                      <a:pt x="19" y="44"/>
                      <a:pt x="22" y="41"/>
                    </a:cubicBezTo>
                    <a:cubicBezTo>
                      <a:pt x="25" y="39"/>
                      <a:pt x="26" y="37"/>
                      <a:pt x="26" y="35"/>
                    </a:cubicBezTo>
                    <a:cubicBezTo>
                      <a:pt x="26" y="35"/>
                      <a:pt x="26" y="35"/>
                      <a:pt x="26" y="34"/>
                    </a:cubicBezTo>
                    <a:cubicBezTo>
                      <a:pt x="26" y="34"/>
                      <a:pt x="25" y="34"/>
                      <a:pt x="24" y="34"/>
                    </a:cubicBezTo>
                    <a:cubicBezTo>
                      <a:pt x="24" y="34"/>
                      <a:pt x="23" y="34"/>
                      <a:pt x="22" y="35"/>
                    </a:cubicBezTo>
                    <a:cubicBezTo>
                      <a:pt x="20" y="37"/>
                      <a:pt x="19" y="37"/>
                      <a:pt x="18" y="38"/>
                    </a:cubicBezTo>
                    <a:cubicBezTo>
                      <a:pt x="17" y="38"/>
                      <a:pt x="16" y="38"/>
                      <a:pt x="15" y="38"/>
                    </a:cubicBezTo>
                    <a:cubicBezTo>
                      <a:pt x="14" y="38"/>
                      <a:pt x="13" y="38"/>
                      <a:pt x="13" y="37"/>
                    </a:cubicBezTo>
                    <a:cubicBezTo>
                      <a:pt x="12" y="37"/>
                      <a:pt x="12" y="36"/>
                      <a:pt x="12" y="34"/>
                    </a:cubicBezTo>
                    <a:cubicBezTo>
                      <a:pt x="12" y="33"/>
                      <a:pt x="13" y="30"/>
                      <a:pt x="14" y="26"/>
                    </a:cubicBezTo>
                    <a:cubicBezTo>
                      <a:pt x="15" y="21"/>
                      <a:pt x="15" y="19"/>
                      <a:pt x="15" y="19"/>
                    </a:cubicBezTo>
                    <a:cubicBezTo>
                      <a:pt x="26" y="17"/>
                      <a:pt x="26" y="17"/>
                      <a:pt x="26" y="17"/>
                    </a:cubicBezTo>
                    <a:cubicBezTo>
                      <a:pt x="29" y="17"/>
                      <a:pt x="30" y="16"/>
                      <a:pt x="30" y="14"/>
                    </a:cubicBezTo>
                    <a:cubicBezTo>
                      <a:pt x="30" y="13"/>
                      <a:pt x="30" y="13"/>
                      <a:pt x="30" y="12"/>
                    </a:cubicBezTo>
                    <a:cubicBezTo>
                      <a:pt x="29" y="12"/>
                      <a:pt x="29" y="12"/>
                      <a:pt x="2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Freeform 259"/>
              <p:cNvSpPr>
                <a:spLocks/>
              </p:cNvSpPr>
              <p:nvPr/>
            </p:nvSpPr>
            <p:spPr bwMode="auto">
              <a:xfrm>
                <a:off x="2368550" y="6315075"/>
                <a:ext cx="47625" cy="55563"/>
              </a:xfrm>
              <a:custGeom>
                <a:avLst/>
                <a:gdLst>
                  <a:gd name="T0" fmla="*/ 28 w 30"/>
                  <a:gd name="T1" fmla="*/ 2 h 34"/>
                  <a:gd name="T2" fmla="*/ 23 w 30"/>
                  <a:gd name="T3" fmla="*/ 0 h 34"/>
                  <a:gd name="T4" fmla="*/ 15 w 30"/>
                  <a:gd name="T5" fmla="*/ 5 h 34"/>
                  <a:gd name="T6" fmla="*/ 7 w 30"/>
                  <a:gd name="T7" fmla="*/ 17 h 34"/>
                  <a:gd name="T8" fmla="*/ 6 w 30"/>
                  <a:gd name="T9" fmla="*/ 18 h 34"/>
                  <a:gd name="T10" fmla="*/ 7 w 30"/>
                  <a:gd name="T11" fmla="*/ 13 h 34"/>
                  <a:gd name="T12" fmla="*/ 8 w 30"/>
                  <a:gd name="T13" fmla="*/ 9 h 34"/>
                  <a:gd name="T14" fmla="*/ 9 w 30"/>
                  <a:gd name="T15" fmla="*/ 3 h 34"/>
                  <a:gd name="T16" fmla="*/ 8 w 30"/>
                  <a:gd name="T17" fmla="*/ 1 h 34"/>
                  <a:gd name="T18" fmla="*/ 6 w 30"/>
                  <a:gd name="T19" fmla="*/ 1 h 34"/>
                  <a:gd name="T20" fmla="*/ 3 w 30"/>
                  <a:gd name="T21" fmla="*/ 1 h 34"/>
                  <a:gd name="T22" fmla="*/ 2 w 30"/>
                  <a:gd name="T23" fmla="*/ 4 h 34"/>
                  <a:gd name="T24" fmla="*/ 1 w 30"/>
                  <a:gd name="T25" fmla="*/ 8 h 34"/>
                  <a:gd name="T26" fmla="*/ 1 w 30"/>
                  <a:gd name="T27" fmla="*/ 10 h 34"/>
                  <a:gd name="T28" fmla="*/ 0 w 30"/>
                  <a:gd name="T29" fmla="*/ 18 h 34"/>
                  <a:gd name="T30" fmla="*/ 0 w 30"/>
                  <a:gd name="T31" fmla="*/ 24 h 34"/>
                  <a:gd name="T32" fmla="*/ 1 w 30"/>
                  <a:gd name="T33" fmla="*/ 32 h 34"/>
                  <a:gd name="T34" fmla="*/ 4 w 30"/>
                  <a:gd name="T35" fmla="*/ 34 h 34"/>
                  <a:gd name="T36" fmla="*/ 7 w 30"/>
                  <a:gd name="T37" fmla="*/ 33 h 34"/>
                  <a:gd name="T38" fmla="*/ 8 w 30"/>
                  <a:gd name="T39" fmla="*/ 30 h 34"/>
                  <a:gd name="T40" fmla="*/ 15 w 30"/>
                  <a:gd name="T41" fmla="*/ 14 h 34"/>
                  <a:gd name="T42" fmla="*/ 22 w 30"/>
                  <a:gd name="T43" fmla="*/ 7 h 34"/>
                  <a:gd name="T44" fmla="*/ 24 w 30"/>
                  <a:gd name="T45" fmla="*/ 8 h 34"/>
                  <a:gd name="T46" fmla="*/ 27 w 30"/>
                  <a:gd name="T47" fmla="*/ 9 h 34"/>
                  <a:gd name="T48" fmla="*/ 29 w 30"/>
                  <a:gd name="T49" fmla="*/ 8 h 34"/>
                  <a:gd name="T50" fmla="*/ 30 w 30"/>
                  <a:gd name="T51" fmla="*/ 6 h 34"/>
                  <a:gd name="T52" fmla="*/ 28 w 30"/>
                  <a:gd name="T53"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34">
                    <a:moveTo>
                      <a:pt x="28" y="2"/>
                    </a:moveTo>
                    <a:cubicBezTo>
                      <a:pt x="27" y="1"/>
                      <a:pt x="25" y="0"/>
                      <a:pt x="23" y="0"/>
                    </a:cubicBezTo>
                    <a:cubicBezTo>
                      <a:pt x="20" y="0"/>
                      <a:pt x="18" y="2"/>
                      <a:pt x="15" y="5"/>
                    </a:cubicBezTo>
                    <a:cubicBezTo>
                      <a:pt x="12" y="8"/>
                      <a:pt x="9" y="12"/>
                      <a:pt x="7" y="17"/>
                    </a:cubicBezTo>
                    <a:cubicBezTo>
                      <a:pt x="6" y="18"/>
                      <a:pt x="6" y="18"/>
                      <a:pt x="6" y="18"/>
                    </a:cubicBezTo>
                    <a:cubicBezTo>
                      <a:pt x="7" y="13"/>
                      <a:pt x="7" y="13"/>
                      <a:pt x="7" y="13"/>
                    </a:cubicBezTo>
                    <a:cubicBezTo>
                      <a:pt x="7" y="12"/>
                      <a:pt x="8" y="10"/>
                      <a:pt x="8" y="9"/>
                    </a:cubicBezTo>
                    <a:cubicBezTo>
                      <a:pt x="9" y="6"/>
                      <a:pt x="9" y="4"/>
                      <a:pt x="9" y="3"/>
                    </a:cubicBezTo>
                    <a:cubicBezTo>
                      <a:pt x="9" y="3"/>
                      <a:pt x="9" y="2"/>
                      <a:pt x="8" y="1"/>
                    </a:cubicBezTo>
                    <a:cubicBezTo>
                      <a:pt x="8" y="1"/>
                      <a:pt x="7" y="1"/>
                      <a:pt x="6" y="1"/>
                    </a:cubicBezTo>
                    <a:cubicBezTo>
                      <a:pt x="5" y="1"/>
                      <a:pt x="4" y="1"/>
                      <a:pt x="3" y="1"/>
                    </a:cubicBezTo>
                    <a:cubicBezTo>
                      <a:pt x="2" y="2"/>
                      <a:pt x="2" y="3"/>
                      <a:pt x="2" y="4"/>
                    </a:cubicBezTo>
                    <a:cubicBezTo>
                      <a:pt x="1" y="4"/>
                      <a:pt x="1" y="6"/>
                      <a:pt x="1" y="8"/>
                    </a:cubicBezTo>
                    <a:cubicBezTo>
                      <a:pt x="1" y="8"/>
                      <a:pt x="1" y="9"/>
                      <a:pt x="1" y="10"/>
                    </a:cubicBezTo>
                    <a:cubicBezTo>
                      <a:pt x="0" y="13"/>
                      <a:pt x="0" y="16"/>
                      <a:pt x="0" y="18"/>
                    </a:cubicBezTo>
                    <a:cubicBezTo>
                      <a:pt x="0" y="21"/>
                      <a:pt x="0" y="23"/>
                      <a:pt x="0" y="24"/>
                    </a:cubicBezTo>
                    <a:cubicBezTo>
                      <a:pt x="0" y="28"/>
                      <a:pt x="0" y="30"/>
                      <a:pt x="1" y="32"/>
                    </a:cubicBezTo>
                    <a:cubicBezTo>
                      <a:pt x="1" y="33"/>
                      <a:pt x="2" y="34"/>
                      <a:pt x="4" y="34"/>
                    </a:cubicBezTo>
                    <a:cubicBezTo>
                      <a:pt x="5" y="34"/>
                      <a:pt x="6" y="34"/>
                      <a:pt x="7" y="33"/>
                    </a:cubicBezTo>
                    <a:cubicBezTo>
                      <a:pt x="8" y="33"/>
                      <a:pt x="8" y="31"/>
                      <a:pt x="8" y="30"/>
                    </a:cubicBezTo>
                    <a:cubicBezTo>
                      <a:pt x="9" y="24"/>
                      <a:pt x="11" y="19"/>
                      <a:pt x="15" y="14"/>
                    </a:cubicBezTo>
                    <a:cubicBezTo>
                      <a:pt x="18" y="9"/>
                      <a:pt x="21" y="7"/>
                      <a:pt x="22" y="7"/>
                    </a:cubicBezTo>
                    <a:cubicBezTo>
                      <a:pt x="23" y="7"/>
                      <a:pt x="23" y="7"/>
                      <a:pt x="24" y="8"/>
                    </a:cubicBezTo>
                    <a:cubicBezTo>
                      <a:pt x="25" y="9"/>
                      <a:pt x="26" y="9"/>
                      <a:pt x="27" y="9"/>
                    </a:cubicBezTo>
                    <a:cubicBezTo>
                      <a:pt x="28" y="9"/>
                      <a:pt x="29" y="9"/>
                      <a:pt x="29" y="8"/>
                    </a:cubicBezTo>
                    <a:cubicBezTo>
                      <a:pt x="30" y="8"/>
                      <a:pt x="30" y="7"/>
                      <a:pt x="30" y="6"/>
                    </a:cubicBezTo>
                    <a:cubicBezTo>
                      <a:pt x="30" y="4"/>
                      <a:pt x="29" y="3"/>
                      <a:pt x="2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Freeform 260"/>
              <p:cNvSpPr>
                <a:spLocks noEditPoints="1"/>
              </p:cNvSpPr>
              <p:nvPr/>
            </p:nvSpPr>
            <p:spPr bwMode="auto">
              <a:xfrm>
                <a:off x="2414588" y="6313488"/>
                <a:ext cx="46037" cy="57150"/>
              </a:xfrm>
              <a:custGeom>
                <a:avLst/>
                <a:gdLst>
                  <a:gd name="T0" fmla="*/ 27 w 28"/>
                  <a:gd name="T1" fmla="*/ 21 h 35"/>
                  <a:gd name="T2" fmla="*/ 24 w 28"/>
                  <a:gd name="T3" fmla="*/ 22 h 35"/>
                  <a:gd name="T4" fmla="*/ 12 w 28"/>
                  <a:gd name="T5" fmla="*/ 29 h 35"/>
                  <a:gd name="T6" fmla="*/ 9 w 28"/>
                  <a:gd name="T7" fmla="*/ 27 h 35"/>
                  <a:gd name="T8" fmla="*/ 8 w 28"/>
                  <a:gd name="T9" fmla="*/ 25 h 35"/>
                  <a:gd name="T10" fmla="*/ 9 w 28"/>
                  <a:gd name="T11" fmla="*/ 23 h 35"/>
                  <a:gd name="T12" fmla="*/ 21 w 28"/>
                  <a:gd name="T13" fmla="*/ 17 h 35"/>
                  <a:gd name="T14" fmla="*/ 26 w 28"/>
                  <a:gd name="T15" fmla="*/ 7 h 35"/>
                  <a:gd name="T16" fmla="*/ 24 w 28"/>
                  <a:gd name="T17" fmla="*/ 2 h 35"/>
                  <a:gd name="T18" fmla="*/ 19 w 28"/>
                  <a:gd name="T19" fmla="*/ 0 h 35"/>
                  <a:gd name="T20" fmla="*/ 6 w 28"/>
                  <a:gd name="T21" fmla="*/ 7 h 35"/>
                  <a:gd name="T22" fmla="*/ 0 w 28"/>
                  <a:gd name="T23" fmla="*/ 23 h 35"/>
                  <a:gd name="T24" fmla="*/ 3 w 28"/>
                  <a:gd name="T25" fmla="*/ 32 h 35"/>
                  <a:gd name="T26" fmla="*/ 11 w 28"/>
                  <a:gd name="T27" fmla="*/ 35 h 35"/>
                  <a:gd name="T28" fmla="*/ 23 w 28"/>
                  <a:gd name="T29" fmla="*/ 31 h 35"/>
                  <a:gd name="T30" fmla="*/ 28 w 28"/>
                  <a:gd name="T31" fmla="*/ 23 h 35"/>
                  <a:gd name="T32" fmla="*/ 27 w 28"/>
                  <a:gd name="T33" fmla="*/ 21 h 35"/>
                  <a:gd name="T34" fmla="*/ 12 w 28"/>
                  <a:gd name="T35" fmla="*/ 10 h 35"/>
                  <a:gd name="T36" fmla="*/ 18 w 28"/>
                  <a:gd name="T37" fmla="*/ 6 h 35"/>
                  <a:gd name="T38" fmla="*/ 20 w 28"/>
                  <a:gd name="T39" fmla="*/ 7 h 35"/>
                  <a:gd name="T40" fmla="*/ 20 w 28"/>
                  <a:gd name="T41" fmla="*/ 8 h 35"/>
                  <a:gd name="T42" fmla="*/ 17 w 28"/>
                  <a:gd name="T43" fmla="*/ 14 h 35"/>
                  <a:gd name="T44" fmla="*/ 8 w 28"/>
                  <a:gd name="T45" fmla="*/ 18 h 35"/>
                  <a:gd name="T46" fmla="*/ 12 w 28"/>
                  <a:gd name="T47"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35">
                    <a:moveTo>
                      <a:pt x="27" y="21"/>
                    </a:moveTo>
                    <a:cubicBezTo>
                      <a:pt x="26" y="21"/>
                      <a:pt x="25" y="22"/>
                      <a:pt x="24" y="22"/>
                    </a:cubicBezTo>
                    <a:cubicBezTo>
                      <a:pt x="20" y="27"/>
                      <a:pt x="16" y="29"/>
                      <a:pt x="12" y="29"/>
                    </a:cubicBezTo>
                    <a:cubicBezTo>
                      <a:pt x="11" y="29"/>
                      <a:pt x="10" y="28"/>
                      <a:pt x="9" y="27"/>
                    </a:cubicBezTo>
                    <a:cubicBezTo>
                      <a:pt x="8" y="26"/>
                      <a:pt x="8" y="26"/>
                      <a:pt x="8" y="25"/>
                    </a:cubicBezTo>
                    <a:cubicBezTo>
                      <a:pt x="8" y="24"/>
                      <a:pt x="8" y="24"/>
                      <a:pt x="9" y="23"/>
                    </a:cubicBezTo>
                    <a:cubicBezTo>
                      <a:pt x="14" y="22"/>
                      <a:pt x="18" y="20"/>
                      <a:pt x="21" y="17"/>
                    </a:cubicBezTo>
                    <a:cubicBezTo>
                      <a:pt x="25" y="14"/>
                      <a:pt x="26" y="10"/>
                      <a:pt x="26" y="7"/>
                    </a:cubicBezTo>
                    <a:cubicBezTo>
                      <a:pt x="26" y="5"/>
                      <a:pt x="26" y="3"/>
                      <a:pt x="24" y="2"/>
                    </a:cubicBezTo>
                    <a:cubicBezTo>
                      <a:pt x="23" y="0"/>
                      <a:pt x="21" y="0"/>
                      <a:pt x="19" y="0"/>
                    </a:cubicBezTo>
                    <a:cubicBezTo>
                      <a:pt x="14" y="0"/>
                      <a:pt x="10" y="2"/>
                      <a:pt x="6" y="7"/>
                    </a:cubicBezTo>
                    <a:cubicBezTo>
                      <a:pt x="2" y="12"/>
                      <a:pt x="0" y="17"/>
                      <a:pt x="0" y="23"/>
                    </a:cubicBezTo>
                    <a:cubicBezTo>
                      <a:pt x="0" y="27"/>
                      <a:pt x="1" y="30"/>
                      <a:pt x="3" y="32"/>
                    </a:cubicBezTo>
                    <a:cubicBezTo>
                      <a:pt x="5" y="34"/>
                      <a:pt x="8" y="35"/>
                      <a:pt x="11" y="35"/>
                    </a:cubicBezTo>
                    <a:cubicBezTo>
                      <a:pt x="16" y="35"/>
                      <a:pt x="20" y="34"/>
                      <a:pt x="23" y="31"/>
                    </a:cubicBezTo>
                    <a:cubicBezTo>
                      <a:pt x="27" y="28"/>
                      <a:pt x="28" y="25"/>
                      <a:pt x="28" y="23"/>
                    </a:cubicBezTo>
                    <a:cubicBezTo>
                      <a:pt x="28" y="22"/>
                      <a:pt x="28" y="21"/>
                      <a:pt x="27" y="21"/>
                    </a:cubicBezTo>
                    <a:close/>
                    <a:moveTo>
                      <a:pt x="12" y="10"/>
                    </a:moveTo>
                    <a:cubicBezTo>
                      <a:pt x="14" y="7"/>
                      <a:pt x="16" y="6"/>
                      <a:pt x="18" y="6"/>
                    </a:cubicBezTo>
                    <a:cubicBezTo>
                      <a:pt x="19" y="6"/>
                      <a:pt x="19" y="6"/>
                      <a:pt x="20" y="7"/>
                    </a:cubicBezTo>
                    <a:cubicBezTo>
                      <a:pt x="20" y="7"/>
                      <a:pt x="20" y="8"/>
                      <a:pt x="20" y="8"/>
                    </a:cubicBezTo>
                    <a:cubicBezTo>
                      <a:pt x="20" y="10"/>
                      <a:pt x="19" y="12"/>
                      <a:pt x="17" y="14"/>
                    </a:cubicBezTo>
                    <a:cubicBezTo>
                      <a:pt x="14" y="16"/>
                      <a:pt x="11" y="17"/>
                      <a:pt x="8" y="18"/>
                    </a:cubicBezTo>
                    <a:cubicBezTo>
                      <a:pt x="9" y="15"/>
                      <a:pt x="10" y="12"/>
                      <a:pt x="12"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261"/>
              <p:cNvSpPr>
                <a:spLocks/>
              </p:cNvSpPr>
              <p:nvPr/>
            </p:nvSpPr>
            <p:spPr bwMode="auto">
              <a:xfrm>
                <a:off x="2465388" y="6297613"/>
                <a:ext cx="46037" cy="73025"/>
              </a:xfrm>
              <a:custGeom>
                <a:avLst/>
                <a:gdLst>
                  <a:gd name="T0" fmla="*/ 27 w 29"/>
                  <a:gd name="T1" fmla="*/ 12 h 45"/>
                  <a:gd name="T2" fmla="*/ 16 w 29"/>
                  <a:gd name="T3" fmla="*/ 13 h 45"/>
                  <a:gd name="T4" fmla="*/ 19 w 29"/>
                  <a:gd name="T5" fmla="*/ 3 h 45"/>
                  <a:gd name="T6" fmla="*/ 18 w 29"/>
                  <a:gd name="T7" fmla="*/ 1 h 45"/>
                  <a:gd name="T8" fmla="*/ 15 w 29"/>
                  <a:gd name="T9" fmla="*/ 0 h 45"/>
                  <a:gd name="T10" fmla="*/ 12 w 29"/>
                  <a:gd name="T11" fmla="*/ 4 h 45"/>
                  <a:gd name="T12" fmla="*/ 9 w 29"/>
                  <a:gd name="T13" fmla="*/ 13 h 45"/>
                  <a:gd name="T14" fmla="*/ 2 w 29"/>
                  <a:gd name="T15" fmla="*/ 13 h 45"/>
                  <a:gd name="T16" fmla="*/ 0 w 29"/>
                  <a:gd name="T17" fmla="*/ 16 h 45"/>
                  <a:gd name="T18" fmla="*/ 1 w 29"/>
                  <a:gd name="T19" fmla="*/ 18 h 45"/>
                  <a:gd name="T20" fmla="*/ 4 w 29"/>
                  <a:gd name="T21" fmla="*/ 18 h 45"/>
                  <a:gd name="T22" fmla="*/ 5 w 29"/>
                  <a:gd name="T23" fmla="*/ 18 h 45"/>
                  <a:gd name="T24" fmla="*/ 7 w 29"/>
                  <a:gd name="T25" fmla="*/ 19 h 45"/>
                  <a:gd name="T26" fmla="*/ 4 w 29"/>
                  <a:gd name="T27" fmla="*/ 35 h 45"/>
                  <a:gd name="T28" fmla="*/ 6 w 29"/>
                  <a:gd name="T29" fmla="*/ 42 h 45"/>
                  <a:gd name="T30" fmla="*/ 12 w 29"/>
                  <a:gd name="T31" fmla="*/ 45 h 45"/>
                  <a:gd name="T32" fmla="*/ 21 w 29"/>
                  <a:gd name="T33" fmla="*/ 41 h 45"/>
                  <a:gd name="T34" fmla="*/ 26 w 29"/>
                  <a:gd name="T35" fmla="*/ 35 h 45"/>
                  <a:gd name="T36" fmla="*/ 25 w 29"/>
                  <a:gd name="T37" fmla="*/ 34 h 45"/>
                  <a:gd name="T38" fmla="*/ 24 w 29"/>
                  <a:gd name="T39" fmla="*/ 34 h 45"/>
                  <a:gd name="T40" fmla="*/ 21 w 29"/>
                  <a:gd name="T41" fmla="*/ 35 h 45"/>
                  <a:gd name="T42" fmla="*/ 17 w 29"/>
                  <a:gd name="T43" fmla="*/ 38 h 45"/>
                  <a:gd name="T44" fmla="*/ 14 w 29"/>
                  <a:gd name="T45" fmla="*/ 38 h 45"/>
                  <a:gd name="T46" fmla="*/ 12 w 29"/>
                  <a:gd name="T47" fmla="*/ 37 h 45"/>
                  <a:gd name="T48" fmla="*/ 11 w 29"/>
                  <a:gd name="T49" fmla="*/ 34 h 45"/>
                  <a:gd name="T50" fmla="*/ 13 w 29"/>
                  <a:gd name="T51" fmla="*/ 26 h 45"/>
                  <a:gd name="T52" fmla="*/ 15 w 29"/>
                  <a:gd name="T53" fmla="*/ 19 h 45"/>
                  <a:gd name="T54" fmla="*/ 25 w 29"/>
                  <a:gd name="T55" fmla="*/ 17 h 45"/>
                  <a:gd name="T56" fmla="*/ 29 w 29"/>
                  <a:gd name="T57" fmla="*/ 14 h 45"/>
                  <a:gd name="T58" fmla="*/ 29 w 29"/>
                  <a:gd name="T59" fmla="*/ 12 h 45"/>
                  <a:gd name="T60" fmla="*/ 27 w 29"/>
                  <a:gd name="T61" fmla="*/ 1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9" h="45">
                    <a:moveTo>
                      <a:pt x="27" y="12"/>
                    </a:moveTo>
                    <a:cubicBezTo>
                      <a:pt x="26" y="12"/>
                      <a:pt x="23" y="12"/>
                      <a:pt x="16" y="13"/>
                    </a:cubicBezTo>
                    <a:cubicBezTo>
                      <a:pt x="18" y="7"/>
                      <a:pt x="19" y="4"/>
                      <a:pt x="19" y="3"/>
                    </a:cubicBezTo>
                    <a:cubicBezTo>
                      <a:pt x="19" y="2"/>
                      <a:pt x="19" y="2"/>
                      <a:pt x="18" y="1"/>
                    </a:cubicBezTo>
                    <a:cubicBezTo>
                      <a:pt x="17" y="0"/>
                      <a:pt x="17" y="0"/>
                      <a:pt x="15" y="0"/>
                    </a:cubicBezTo>
                    <a:cubicBezTo>
                      <a:pt x="13" y="0"/>
                      <a:pt x="12" y="1"/>
                      <a:pt x="12" y="4"/>
                    </a:cubicBezTo>
                    <a:cubicBezTo>
                      <a:pt x="11" y="8"/>
                      <a:pt x="10" y="11"/>
                      <a:pt x="9" y="13"/>
                    </a:cubicBezTo>
                    <a:cubicBezTo>
                      <a:pt x="2" y="13"/>
                      <a:pt x="2" y="13"/>
                      <a:pt x="2" y="13"/>
                    </a:cubicBezTo>
                    <a:cubicBezTo>
                      <a:pt x="1" y="13"/>
                      <a:pt x="0" y="14"/>
                      <a:pt x="0" y="16"/>
                    </a:cubicBezTo>
                    <a:cubicBezTo>
                      <a:pt x="0" y="17"/>
                      <a:pt x="0" y="17"/>
                      <a:pt x="1" y="18"/>
                    </a:cubicBezTo>
                    <a:cubicBezTo>
                      <a:pt x="2" y="19"/>
                      <a:pt x="3" y="18"/>
                      <a:pt x="4" y="18"/>
                    </a:cubicBezTo>
                    <a:cubicBezTo>
                      <a:pt x="5" y="18"/>
                      <a:pt x="5" y="18"/>
                      <a:pt x="5" y="18"/>
                    </a:cubicBezTo>
                    <a:cubicBezTo>
                      <a:pt x="5" y="18"/>
                      <a:pt x="6" y="19"/>
                      <a:pt x="7" y="19"/>
                    </a:cubicBezTo>
                    <a:cubicBezTo>
                      <a:pt x="5" y="27"/>
                      <a:pt x="4" y="33"/>
                      <a:pt x="4" y="35"/>
                    </a:cubicBezTo>
                    <a:cubicBezTo>
                      <a:pt x="4" y="38"/>
                      <a:pt x="5" y="41"/>
                      <a:pt x="6" y="42"/>
                    </a:cubicBezTo>
                    <a:cubicBezTo>
                      <a:pt x="8" y="44"/>
                      <a:pt x="10" y="45"/>
                      <a:pt x="12" y="45"/>
                    </a:cubicBezTo>
                    <a:cubicBezTo>
                      <a:pt x="15" y="45"/>
                      <a:pt x="18" y="44"/>
                      <a:pt x="21" y="41"/>
                    </a:cubicBezTo>
                    <a:cubicBezTo>
                      <a:pt x="24" y="39"/>
                      <a:pt x="26" y="37"/>
                      <a:pt x="26" y="35"/>
                    </a:cubicBezTo>
                    <a:cubicBezTo>
                      <a:pt x="26" y="35"/>
                      <a:pt x="25" y="35"/>
                      <a:pt x="25" y="34"/>
                    </a:cubicBezTo>
                    <a:cubicBezTo>
                      <a:pt x="25" y="34"/>
                      <a:pt x="24" y="34"/>
                      <a:pt x="24" y="34"/>
                    </a:cubicBezTo>
                    <a:cubicBezTo>
                      <a:pt x="23" y="34"/>
                      <a:pt x="22" y="34"/>
                      <a:pt x="21" y="35"/>
                    </a:cubicBezTo>
                    <a:cubicBezTo>
                      <a:pt x="19" y="37"/>
                      <a:pt x="18" y="37"/>
                      <a:pt x="17" y="38"/>
                    </a:cubicBezTo>
                    <a:cubicBezTo>
                      <a:pt x="16" y="38"/>
                      <a:pt x="15" y="38"/>
                      <a:pt x="14" y="38"/>
                    </a:cubicBezTo>
                    <a:cubicBezTo>
                      <a:pt x="13" y="38"/>
                      <a:pt x="12" y="38"/>
                      <a:pt x="12" y="37"/>
                    </a:cubicBezTo>
                    <a:cubicBezTo>
                      <a:pt x="12" y="37"/>
                      <a:pt x="11" y="36"/>
                      <a:pt x="11" y="34"/>
                    </a:cubicBezTo>
                    <a:cubicBezTo>
                      <a:pt x="11" y="33"/>
                      <a:pt x="12" y="30"/>
                      <a:pt x="13" y="26"/>
                    </a:cubicBezTo>
                    <a:cubicBezTo>
                      <a:pt x="14" y="21"/>
                      <a:pt x="14" y="19"/>
                      <a:pt x="15" y="19"/>
                    </a:cubicBezTo>
                    <a:cubicBezTo>
                      <a:pt x="25" y="17"/>
                      <a:pt x="25" y="17"/>
                      <a:pt x="25" y="17"/>
                    </a:cubicBezTo>
                    <a:cubicBezTo>
                      <a:pt x="28" y="17"/>
                      <a:pt x="29" y="16"/>
                      <a:pt x="29" y="14"/>
                    </a:cubicBezTo>
                    <a:cubicBezTo>
                      <a:pt x="29" y="13"/>
                      <a:pt x="29" y="13"/>
                      <a:pt x="29" y="12"/>
                    </a:cubicBezTo>
                    <a:cubicBezTo>
                      <a:pt x="29" y="12"/>
                      <a:pt x="28" y="12"/>
                      <a:pt x="27"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262"/>
              <p:cNvSpPr>
                <a:spLocks/>
              </p:cNvSpPr>
              <p:nvPr/>
            </p:nvSpPr>
            <p:spPr bwMode="auto">
              <a:xfrm>
                <a:off x="2513013" y="6313488"/>
                <a:ext cx="42862" cy="57150"/>
              </a:xfrm>
              <a:custGeom>
                <a:avLst/>
                <a:gdLst>
                  <a:gd name="T0" fmla="*/ 25 w 26"/>
                  <a:gd name="T1" fmla="*/ 24 h 35"/>
                  <a:gd name="T2" fmla="*/ 21 w 26"/>
                  <a:gd name="T3" fmla="*/ 25 h 35"/>
                  <a:gd name="T4" fmla="*/ 11 w 26"/>
                  <a:gd name="T5" fmla="*/ 29 h 35"/>
                  <a:gd name="T6" fmla="*/ 7 w 26"/>
                  <a:gd name="T7" fmla="*/ 25 h 35"/>
                  <a:gd name="T8" fmla="*/ 11 w 26"/>
                  <a:gd name="T9" fmla="*/ 13 h 35"/>
                  <a:gd name="T10" fmla="*/ 17 w 26"/>
                  <a:gd name="T11" fmla="*/ 6 h 35"/>
                  <a:gd name="T12" fmla="*/ 18 w 26"/>
                  <a:gd name="T13" fmla="*/ 9 h 35"/>
                  <a:gd name="T14" fmla="*/ 22 w 26"/>
                  <a:gd name="T15" fmla="*/ 13 h 35"/>
                  <a:gd name="T16" fmla="*/ 24 w 26"/>
                  <a:gd name="T17" fmla="*/ 12 h 35"/>
                  <a:gd name="T18" fmla="*/ 25 w 26"/>
                  <a:gd name="T19" fmla="*/ 9 h 35"/>
                  <a:gd name="T20" fmla="*/ 23 w 26"/>
                  <a:gd name="T21" fmla="*/ 3 h 35"/>
                  <a:gd name="T22" fmla="*/ 18 w 26"/>
                  <a:gd name="T23" fmla="*/ 0 h 35"/>
                  <a:gd name="T24" fmla="*/ 6 w 26"/>
                  <a:gd name="T25" fmla="*/ 9 h 35"/>
                  <a:gd name="T26" fmla="*/ 0 w 26"/>
                  <a:gd name="T27" fmla="*/ 25 h 35"/>
                  <a:gd name="T28" fmla="*/ 2 w 26"/>
                  <a:gd name="T29" fmla="*/ 32 h 35"/>
                  <a:gd name="T30" fmla="*/ 10 w 26"/>
                  <a:gd name="T31" fmla="*/ 35 h 35"/>
                  <a:gd name="T32" fmla="*/ 21 w 26"/>
                  <a:gd name="T33" fmla="*/ 31 h 35"/>
                  <a:gd name="T34" fmla="*/ 26 w 26"/>
                  <a:gd name="T35" fmla="*/ 25 h 35"/>
                  <a:gd name="T36" fmla="*/ 25 w 26"/>
                  <a:gd name="T37" fmla="*/ 2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35">
                    <a:moveTo>
                      <a:pt x="25" y="24"/>
                    </a:moveTo>
                    <a:cubicBezTo>
                      <a:pt x="24" y="24"/>
                      <a:pt x="23" y="24"/>
                      <a:pt x="21" y="25"/>
                    </a:cubicBezTo>
                    <a:cubicBezTo>
                      <a:pt x="18" y="28"/>
                      <a:pt x="14" y="29"/>
                      <a:pt x="11" y="29"/>
                    </a:cubicBezTo>
                    <a:cubicBezTo>
                      <a:pt x="8" y="29"/>
                      <a:pt x="7" y="28"/>
                      <a:pt x="7" y="25"/>
                    </a:cubicBezTo>
                    <a:cubicBezTo>
                      <a:pt x="7" y="21"/>
                      <a:pt x="8" y="18"/>
                      <a:pt x="11" y="13"/>
                    </a:cubicBezTo>
                    <a:cubicBezTo>
                      <a:pt x="13" y="9"/>
                      <a:pt x="15" y="6"/>
                      <a:pt x="17" y="6"/>
                    </a:cubicBezTo>
                    <a:cubicBezTo>
                      <a:pt x="18" y="6"/>
                      <a:pt x="18" y="7"/>
                      <a:pt x="18" y="9"/>
                    </a:cubicBezTo>
                    <a:cubicBezTo>
                      <a:pt x="19" y="12"/>
                      <a:pt x="20" y="13"/>
                      <a:pt x="22" y="13"/>
                    </a:cubicBezTo>
                    <a:cubicBezTo>
                      <a:pt x="22" y="13"/>
                      <a:pt x="23" y="13"/>
                      <a:pt x="24" y="12"/>
                    </a:cubicBezTo>
                    <a:cubicBezTo>
                      <a:pt x="25" y="12"/>
                      <a:pt x="25" y="10"/>
                      <a:pt x="25" y="9"/>
                    </a:cubicBezTo>
                    <a:cubicBezTo>
                      <a:pt x="25" y="6"/>
                      <a:pt x="24" y="5"/>
                      <a:pt x="23" y="3"/>
                    </a:cubicBezTo>
                    <a:cubicBezTo>
                      <a:pt x="22" y="1"/>
                      <a:pt x="20" y="0"/>
                      <a:pt x="18" y="0"/>
                    </a:cubicBezTo>
                    <a:cubicBezTo>
                      <a:pt x="14" y="0"/>
                      <a:pt x="10" y="3"/>
                      <a:pt x="6" y="9"/>
                    </a:cubicBezTo>
                    <a:cubicBezTo>
                      <a:pt x="2" y="14"/>
                      <a:pt x="0" y="20"/>
                      <a:pt x="0" y="25"/>
                    </a:cubicBezTo>
                    <a:cubicBezTo>
                      <a:pt x="0" y="28"/>
                      <a:pt x="1" y="31"/>
                      <a:pt x="2" y="32"/>
                    </a:cubicBezTo>
                    <a:cubicBezTo>
                      <a:pt x="4" y="34"/>
                      <a:pt x="7" y="35"/>
                      <a:pt x="10" y="35"/>
                    </a:cubicBezTo>
                    <a:cubicBezTo>
                      <a:pt x="14" y="35"/>
                      <a:pt x="18" y="34"/>
                      <a:pt x="21" y="31"/>
                    </a:cubicBezTo>
                    <a:cubicBezTo>
                      <a:pt x="25" y="29"/>
                      <a:pt x="26" y="27"/>
                      <a:pt x="26" y="25"/>
                    </a:cubicBezTo>
                    <a:cubicBezTo>
                      <a:pt x="26" y="24"/>
                      <a:pt x="26" y="24"/>
                      <a:pt x="25"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Freeform 263"/>
              <p:cNvSpPr>
                <a:spLocks/>
              </p:cNvSpPr>
              <p:nvPr/>
            </p:nvSpPr>
            <p:spPr bwMode="auto">
              <a:xfrm>
                <a:off x="2563813" y="6288088"/>
                <a:ext cx="55562" cy="82550"/>
              </a:xfrm>
              <a:custGeom>
                <a:avLst/>
                <a:gdLst>
                  <a:gd name="T0" fmla="*/ 33 w 35"/>
                  <a:gd name="T1" fmla="*/ 40 h 51"/>
                  <a:gd name="T2" fmla="*/ 31 w 35"/>
                  <a:gd name="T3" fmla="*/ 36 h 51"/>
                  <a:gd name="T4" fmla="*/ 31 w 35"/>
                  <a:gd name="T5" fmla="*/ 30 h 51"/>
                  <a:gd name="T6" fmla="*/ 28 w 35"/>
                  <a:gd name="T7" fmla="*/ 21 h 51"/>
                  <a:gd name="T8" fmla="*/ 24 w 35"/>
                  <a:gd name="T9" fmla="*/ 20 h 51"/>
                  <a:gd name="T10" fmla="*/ 17 w 35"/>
                  <a:gd name="T11" fmla="*/ 23 h 51"/>
                  <a:gd name="T12" fmla="*/ 8 w 35"/>
                  <a:gd name="T13" fmla="*/ 36 h 51"/>
                  <a:gd name="T14" fmla="*/ 10 w 35"/>
                  <a:gd name="T15" fmla="*/ 26 h 51"/>
                  <a:gd name="T16" fmla="*/ 13 w 35"/>
                  <a:gd name="T17" fmla="*/ 12 h 51"/>
                  <a:gd name="T18" fmla="*/ 14 w 35"/>
                  <a:gd name="T19" fmla="*/ 5 h 51"/>
                  <a:gd name="T20" fmla="*/ 13 w 35"/>
                  <a:gd name="T21" fmla="*/ 1 h 51"/>
                  <a:gd name="T22" fmla="*/ 10 w 35"/>
                  <a:gd name="T23" fmla="*/ 0 h 51"/>
                  <a:gd name="T24" fmla="*/ 7 w 35"/>
                  <a:gd name="T25" fmla="*/ 2 h 51"/>
                  <a:gd name="T26" fmla="*/ 5 w 35"/>
                  <a:gd name="T27" fmla="*/ 8 h 51"/>
                  <a:gd name="T28" fmla="*/ 0 w 35"/>
                  <a:gd name="T29" fmla="*/ 42 h 51"/>
                  <a:gd name="T30" fmla="*/ 0 w 35"/>
                  <a:gd name="T31" fmla="*/ 47 h 51"/>
                  <a:gd name="T32" fmla="*/ 1 w 35"/>
                  <a:gd name="T33" fmla="*/ 50 h 51"/>
                  <a:gd name="T34" fmla="*/ 4 w 35"/>
                  <a:gd name="T35" fmla="*/ 51 h 51"/>
                  <a:gd name="T36" fmla="*/ 6 w 35"/>
                  <a:gd name="T37" fmla="*/ 50 h 51"/>
                  <a:gd name="T38" fmla="*/ 8 w 35"/>
                  <a:gd name="T39" fmla="*/ 46 h 51"/>
                  <a:gd name="T40" fmla="*/ 15 w 35"/>
                  <a:gd name="T41" fmla="*/ 34 h 51"/>
                  <a:gd name="T42" fmla="*/ 22 w 35"/>
                  <a:gd name="T43" fmla="*/ 28 h 51"/>
                  <a:gd name="T44" fmla="*/ 24 w 35"/>
                  <a:gd name="T45" fmla="*/ 29 h 51"/>
                  <a:gd name="T46" fmla="*/ 25 w 35"/>
                  <a:gd name="T47" fmla="*/ 37 h 51"/>
                  <a:gd name="T48" fmla="*/ 27 w 35"/>
                  <a:gd name="T49" fmla="*/ 45 h 51"/>
                  <a:gd name="T50" fmla="*/ 32 w 35"/>
                  <a:gd name="T51" fmla="*/ 48 h 51"/>
                  <a:gd name="T52" fmla="*/ 34 w 35"/>
                  <a:gd name="T53" fmla="*/ 47 h 51"/>
                  <a:gd name="T54" fmla="*/ 35 w 35"/>
                  <a:gd name="T55" fmla="*/ 45 h 51"/>
                  <a:gd name="T56" fmla="*/ 34 w 35"/>
                  <a:gd name="T57" fmla="*/ 43 h 51"/>
                  <a:gd name="T58" fmla="*/ 33 w 35"/>
                  <a:gd name="T59" fmla="*/ 4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5" h="51">
                    <a:moveTo>
                      <a:pt x="33" y="40"/>
                    </a:moveTo>
                    <a:cubicBezTo>
                      <a:pt x="32" y="39"/>
                      <a:pt x="32" y="38"/>
                      <a:pt x="31" y="36"/>
                    </a:cubicBezTo>
                    <a:cubicBezTo>
                      <a:pt x="31" y="35"/>
                      <a:pt x="31" y="33"/>
                      <a:pt x="31" y="30"/>
                    </a:cubicBezTo>
                    <a:cubicBezTo>
                      <a:pt x="30" y="26"/>
                      <a:pt x="29" y="23"/>
                      <a:pt x="28" y="21"/>
                    </a:cubicBezTo>
                    <a:cubicBezTo>
                      <a:pt x="27" y="20"/>
                      <a:pt x="26" y="20"/>
                      <a:pt x="24" y="20"/>
                    </a:cubicBezTo>
                    <a:cubicBezTo>
                      <a:pt x="21" y="20"/>
                      <a:pt x="19" y="21"/>
                      <a:pt x="17" y="23"/>
                    </a:cubicBezTo>
                    <a:cubicBezTo>
                      <a:pt x="14" y="25"/>
                      <a:pt x="11" y="29"/>
                      <a:pt x="8" y="36"/>
                    </a:cubicBezTo>
                    <a:cubicBezTo>
                      <a:pt x="8" y="33"/>
                      <a:pt x="9" y="30"/>
                      <a:pt x="10" y="26"/>
                    </a:cubicBezTo>
                    <a:cubicBezTo>
                      <a:pt x="11" y="20"/>
                      <a:pt x="12" y="15"/>
                      <a:pt x="13" y="12"/>
                    </a:cubicBezTo>
                    <a:cubicBezTo>
                      <a:pt x="13" y="10"/>
                      <a:pt x="14" y="7"/>
                      <a:pt x="14" y="5"/>
                    </a:cubicBezTo>
                    <a:cubicBezTo>
                      <a:pt x="14" y="3"/>
                      <a:pt x="13" y="2"/>
                      <a:pt x="13" y="1"/>
                    </a:cubicBezTo>
                    <a:cubicBezTo>
                      <a:pt x="12" y="0"/>
                      <a:pt x="11" y="0"/>
                      <a:pt x="10" y="0"/>
                    </a:cubicBezTo>
                    <a:cubicBezTo>
                      <a:pt x="9" y="0"/>
                      <a:pt x="8" y="1"/>
                      <a:pt x="7" y="2"/>
                    </a:cubicBezTo>
                    <a:cubicBezTo>
                      <a:pt x="6" y="3"/>
                      <a:pt x="6" y="5"/>
                      <a:pt x="5" y="8"/>
                    </a:cubicBezTo>
                    <a:cubicBezTo>
                      <a:pt x="4" y="20"/>
                      <a:pt x="2" y="31"/>
                      <a:pt x="0" y="42"/>
                    </a:cubicBezTo>
                    <a:cubicBezTo>
                      <a:pt x="0" y="45"/>
                      <a:pt x="0" y="47"/>
                      <a:pt x="0" y="47"/>
                    </a:cubicBezTo>
                    <a:cubicBezTo>
                      <a:pt x="0" y="48"/>
                      <a:pt x="0" y="49"/>
                      <a:pt x="1" y="50"/>
                    </a:cubicBezTo>
                    <a:cubicBezTo>
                      <a:pt x="2" y="50"/>
                      <a:pt x="3" y="51"/>
                      <a:pt x="4" y="51"/>
                    </a:cubicBezTo>
                    <a:cubicBezTo>
                      <a:pt x="4" y="51"/>
                      <a:pt x="5" y="50"/>
                      <a:pt x="6" y="50"/>
                    </a:cubicBezTo>
                    <a:cubicBezTo>
                      <a:pt x="6" y="49"/>
                      <a:pt x="7" y="48"/>
                      <a:pt x="8" y="46"/>
                    </a:cubicBezTo>
                    <a:cubicBezTo>
                      <a:pt x="9" y="43"/>
                      <a:pt x="12" y="39"/>
                      <a:pt x="15" y="34"/>
                    </a:cubicBezTo>
                    <a:cubicBezTo>
                      <a:pt x="18" y="30"/>
                      <a:pt x="21" y="28"/>
                      <a:pt x="22" y="28"/>
                    </a:cubicBezTo>
                    <a:cubicBezTo>
                      <a:pt x="23" y="28"/>
                      <a:pt x="23" y="28"/>
                      <a:pt x="24" y="29"/>
                    </a:cubicBezTo>
                    <a:cubicBezTo>
                      <a:pt x="24" y="30"/>
                      <a:pt x="24" y="33"/>
                      <a:pt x="25" y="37"/>
                    </a:cubicBezTo>
                    <a:cubicBezTo>
                      <a:pt x="25" y="41"/>
                      <a:pt x="26" y="43"/>
                      <a:pt x="27" y="45"/>
                    </a:cubicBezTo>
                    <a:cubicBezTo>
                      <a:pt x="29" y="47"/>
                      <a:pt x="30" y="48"/>
                      <a:pt x="32" y="48"/>
                    </a:cubicBezTo>
                    <a:cubicBezTo>
                      <a:pt x="33" y="48"/>
                      <a:pt x="34" y="48"/>
                      <a:pt x="34" y="47"/>
                    </a:cubicBezTo>
                    <a:cubicBezTo>
                      <a:pt x="35" y="47"/>
                      <a:pt x="35" y="46"/>
                      <a:pt x="35" y="45"/>
                    </a:cubicBezTo>
                    <a:cubicBezTo>
                      <a:pt x="35" y="45"/>
                      <a:pt x="35" y="44"/>
                      <a:pt x="34" y="43"/>
                    </a:cubicBezTo>
                    <a:cubicBezTo>
                      <a:pt x="34" y="42"/>
                      <a:pt x="33" y="41"/>
                      <a:pt x="33"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Freeform 264"/>
              <p:cNvSpPr>
                <a:spLocks/>
              </p:cNvSpPr>
              <p:nvPr/>
            </p:nvSpPr>
            <p:spPr bwMode="auto">
              <a:xfrm>
                <a:off x="2638425" y="6289675"/>
                <a:ext cx="15875" cy="14288"/>
              </a:xfrm>
              <a:custGeom>
                <a:avLst/>
                <a:gdLst>
                  <a:gd name="T0" fmla="*/ 6 w 10"/>
                  <a:gd name="T1" fmla="*/ 0 h 9"/>
                  <a:gd name="T2" fmla="*/ 2 w 10"/>
                  <a:gd name="T3" fmla="*/ 1 h 9"/>
                  <a:gd name="T4" fmla="*/ 0 w 10"/>
                  <a:gd name="T5" fmla="*/ 5 h 9"/>
                  <a:gd name="T6" fmla="*/ 2 w 10"/>
                  <a:gd name="T7" fmla="*/ 8 h 9"/>
                  <a:gd name="T8" fmla="*/ 5 w 10"/>
                  <a:gd name="T9" fmla="*/ 9 h 9"/>
                  <a:gd name="T10" fmla="*/ 8 w 10"/>
                  <a:gd name="T11" fmla="*/ 8 h 9"/>
                  <a:gd name="T12" fmla="*/ 10 w 10"/>
                  <a:gd name="T13" fmla="*/ 4 h 9"/>
                  <a:gd name="T14" fmla="*/ 9 w 10"/>
                  <a:gd name="T15" fmla="*/ 1 h 9"/>
                  <a:gd name="T16" fmla="*/ 6 w 10"/>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9">
                    <a:moveTo>
                      <a:pt x="6" y="0"/>
                    </a:moveTo>
                    <a:cubicBezTo>
                      <a:pt x="4" y="0"/>
                      <a:pt x="3" y="0"/>
                      <a:pt x="2" y="1"/>
                    </a:cubicBezTo>
                    <a:cubicBezTo>
                      <a:pt x="1" y="2"/>
                      <a:pt x="0" y="3"/>
                      <a:pt x="0" y="5"/>
                    </a:cubicBezTo>
                    <a:cubicBezTo>
                      <a:pt x="0" y="6"/>
                      <a:pt x="1" y="7"/>
                      <a:pt x="2" y="8"/>
                    </a:cubicBezTo>
                    <a:cubicBezTo>
                      <a:pt x="3" y="9"/>
                      <a:pt x="4" y="9"/>
                      <a:pt x="5" y="9"/>
                    </a:cubicBezTo>
                    <a:cubicBezTo>
                      <a:pt x="6" y="9"/>
                      <a:pt x="7" y="9"/>
                      <a:pt x="8" y="8"/>
                    </a:cubicBezTo>
                    <a:cubicBezTo>
                      <a:pt x="10" y="7"/>
                      <a:pt x="10" y="5"/>
                      <a:pt x="10" y="4"/>
                    </a:cubicBezTo>
                    <a:cubicBezTo>
                      <a:pt x="10" y="3"/>
                      <a:pt x="10" y="2"/>
                      <a:pt x="9" y="1"/>
                    </a:cubicBezTo>
                    <a:cubicBezTo>
                      <a:pt x="8" y="0"/>
                      <a:pt x="7"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265"/>
              <p:cNvSpPr>
                <a:spLocks/>
              </p:cNvSpPr>
              <p:nvPr/>
            </p:nvSpPr>
            <p:spPr bwMode="auto">
              <a:xfrm>
                <a:off x="2628900" y="6316663"/>
                <a:ext cx="17462" cy="53975"/>
              </a:xfrm>
              <a:custGeom>
                <a:avLst/>
                <a:gdLst>
                  <a:gd name="T0" fmla="*/ 6 w 11"/>
                  <a:gd name="T1" fmla="*/ 0 h 33"/>
                  <a:gd name="T2" fmla="*/ 4 w 11"/>
                  <a:gd name="T3" fmla="*/ 2 h 33"/>
                  <a:gd name="T4" fmla="*/ 3 w 11"/>
                  <a:gd name="T5" fmla="*/ 5 h 33"/>
                  <a:gd name="T6" fmla="*/ 2 w 11"/>
                  <a:gd name="T7" fmla="*/ 12 h 33"/>
                  <a:gd name="T8" fmla="*/ 2 w 11"/>
                  <a:gd name="T9" fmla="*/ 12 h 33"/>
                  <a:gd name="T10" fmla="*/ 1 w 11"/>
                  <a:gd name="T11" fmla="*/ 15 h 33"/>
                  <a:gd name="T12" fmla="*/ 0 w 11"/>
                  <a:gd name="T13" fmla="*/ 27 h 33"/>
                  <a:gd name="T14" fmla="*/ 4 w 11"/>
                  <a:gd name="T15" fmla="*/ 33 h 33"/>
                  <a:gd name="T16" fmla="*/ 6 w 11"/>
                  <a:gd name="T17" fmla="*/ 32 h 33"/>
                  <a:gd name="T18" fmla="*/ 8 w 11"/>
                  <a:gd name="T19" fmla="*/ 30 h 33"/>
                  <a:gd name="T20" fmla="*/ 8 w 11"/>
                  <a:gd name="T21" fmla="*/ 29 h 33"/>
                  <a:gd name="T22" fmla="*/ 7 w 11"/>
                  <a:gd name="T23" fmla="*/ 24 h 33"/>
                  <a:gd name="T24" fmla="*/ 7 w 11"/>
                  <a:gd name="T25" fmla="*/ 18 h 33"/>
                  <a:gd name="T26" fmla="*/ 9 w 11"/>
                  <a:gd name="T27" fmla="*/ 9 h 33"/>
                  <a:gd name="T28" fmla="*/ 10 w 11"/>
                  <a:gd name="T29" fmla="*/ 8 h 33"/>
                  <a:gd name="T30" fmla="*/ 11 w 11"/>
                  <a:gd name="T31" fmla="*/ 3 h 33"/>
                  <a:gd name="T32" fmla="*/ 10 w 11"/>
                  <a:gd name="T33" fmla="*/ 1 h 33"/>
                  <a:gd name="T34" fmla="*/ 6 w 11"/>
                  <a:gd name="T35"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33">
                    <a:moveTo>
                      <a:pt x="6" y="0"/>
                    </a:moveTo>
                    <a:cubicBezTo>
                      <a:pt x="5" y="0"/>
                      <a:pt x="4" y="1"/>
                      <a:pt x="4" y="2"/>
                    </a:cubicBezTo>
                    <a:cubicBezTo>
                      <a:pt x="3" y="3"/>
                      <a:pt x="3" y="4"/>
                      <a:pt x="3" y="5"/>
                    </a:cubicBezTo>
                    <a:cubicBezTo>
                      <a:pt x="3" y="6"/>
                      <a:pt x="2" y="8"/>
                      <a:pt x="2" y="12"/>
                    </a:cubicBezTo>
                    <a:cubicBezTo>
                      <a:pt x="2" y="12"/>
                      <a:pt x="2" y="12"/>
                      <a:pt x="2" y="12"/>
                    </a:cubicBezTo>
                    <a:cubicBezTo>
                      <a:pt x="2" y="13"/>
                      <a:pt x="1" y="14"/>
                      <a:pt x="1" y="15"/>
                    </a:cubicBezTo>
                    <a:cubicBezTo>
                      <a:pt x="0" y="20"/>
                      <a:pt x="0" y="24"/>
                      <a:pt x="0" y="27"/>
                    </a:cubicBezTo>
                    <a:cubicBezTo>
                      <a:pt x="0" y="31"/>
                      <a:pt x="1" y="33"/>
                      <a:pt x="4" y="33"/>
                    </a:cubicBezTo>
                    <a:cubicBezTo>
                      <a:pt x="5" y="33"/>
                      <a:pt x="6" y="33"/>
                      <a:pt x="6" y="32"/>
                    </a:cubicBezTo>
                    <a:cubicBezTo>
                      <a:pt x="7" y="31"/>
                      <a:pt x="8" y="31"/>
                      <a:pt x="8" y="30"/>
                    </a:cubicBezTo>
                    <a:cubicBezTo>
                      <a:pt x="8" y="30"/>
                      <a:pt x="8" y="30"/>
                      <a:pt x="8" y="29"/>
                    </a:cubicBezTo>
                    <a:cubicBezTo>
                      <a:pt x="7" y="27"/>
                      <a:pt x="7" y="25"/>
                      <a:pt x="7" y="24"/>
                    </a:cubicBezTo>
                    <a:cubicBezTo>
                      <a:pt x="7" y="23"/>
                      <a:pt x="7" y="21"/>
                      <a:pt x="7" y="18"/>
                    </a:cubicBezTo>
                    <a:cubicBezTo>
                      <a:pt x="8" y="16"/>
                      <a:pt x="8" y="13"/>
                      <a:pt x="9" y="9"/>
                    </a:cubicBezTo>
                    <a:cubicBezTo>
                      <a:pt x="10" y="8"/>
                      <a:pt x="10" y="8"/>
                      <a:pt x="10" y="8"/>
                    </a:cubicBezTo>
                    <a:cubicBezTo>
                      <a:pt x="10" y="6"/>
                      <a:pt x="11" y="4"/>
                      <a:pt x="11" y="3"/>
                    </a:cubicBezTo>
                    <a:cubicBezTo>
                      <a:pt x="11" y="2"/>
                      <a:pt x="10" y="2"/>
                      <a:pt x="10" y="1"/>
                    </a:cubicBezTo>
                    <a:cubicBezTo>
                      <a:pt x="9" y="0"/>
                      <a:pt x="8"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266"/>
              <p:cNvSpPr>
                <a:spLocks/>
              </p:cNvSpPr>
              <p:nvPr/>
            </p:nvSpPr>
            <p:spPr bwMode="auto">
              <a:xfrm>
                <a:off x="2654300" y="6318250"/>
                <a:ext cx="61912" cy="50800"/>
              </a:xfrm>
              <a:custGeom>
                <a:avLst/>
                <a:gdLst>
                  <a:gd name="T0" fmla="*/ 38 w 38"/>
                  <a:gd name="T1" fmla="*/ 24 h 31"/>
                  <a:gd name="T2" fmla="*/ 37 w 38"/>
                  <a:gd name="T3" fmla="*/ 23 h 31"/>
                  <a:gd name="T4" fmla="*/ 35 w 38"/>
                  <a:gd name="T5" fmla="*/ 23 h 31"/>
                  <a:gd name="T6" fmla="*/ 34 w 38"/>
                  <a:gd name="T7" fmla="*/ 23 h 31"/>
                  <a:gd name="T8" fmla="*/ 31 w 38"/>
                  <a:gd name="T9" fmla="*/ 12 h 31"/>
                  <a:gd name="T10" fmla="*/ 23 w 38"/>
                  <a:gd name="T11" fmla="*/ 1 h 31"/>
                  <a:gd name="T12" fmla="*/ 8 w 38"/>
                  <a:gd name="T13" fmla="*/ 16 h 31"/>
                  <a:gd name="T14" fmla="*/ 10 w 38"/>
                  <a:gd name="T15" fmla="*/ 5 h 31"/>
                  <a:gd name="T16" fmla="*/ 9 w 38"/>
                  <a:gd name="T17" fmla="*/ 1 h 31"/>
                  <a:gd name="T18" fmla="*/ 6 w 38"/>
                  <a:gd name="T19" fmla="*/ 0 h 31"/>
                  <a:gd name="T20" fmla="*/ 4 w 38"/>
                  <a:gd name="T21" fmla="*/ 1 h 31"/>
                  <a:gd name="T22" fmla="*/ 2 w 38"/>
                  <a:gd name="T23" fmla="*/ 4 h 31"/>
                  <a:gd name="T24" fmla="*/ 1 w 38"/>
                  <a:gd name="T25" fmla="*/ 20 h 31"/>
                  <a:gd name="T26" fmla="*/ 0 w 38"/>
                  <a:gd name="T27" fmla="*/ 27 h 31"/>
                  <a:gd name="T28" fmla="*/ 5 w 38"/>
                  <a:gd name="T29" fmla="*/ 31 h 31"/>
                  <a:gd name="T30" fmla="*/ 6 w 38"/>
                  <a:gd name="T31" fmla="*/ 30 h 31"/>
                  <a:gd name="T32" fmla="*/ 7 w 38"/>
                  <a:gd name="T33" fmla="*/ 28 h 31"/>
                  <a:gd name="T34" fmla="*/ 14 w 38"/>
                  <a:gd name="T35" fmla="*/ 16 h 31"/>
                  <a:gd name="T36" fmla="*/ 21 w 38"/>
                  <a:gd name="T37" fmla="*/ 8 h 31"/>
                  <a:gd name="T38" fmla="*/ 24 w 38"/>
                  <a:gd name="T39" fmla="*/ 15 h 31"/>
                  <a:gd name="T40" fmla="*/ 26 w 38"/>
                  <a:gd name="T41" fmla="*/ 25 h 31"/>
                  <a:gd name="T42" fmla="*/ 26 w 38"/>
                  <a:gd name="T43" fmla="*/ 25 h 31"/>
                  <a:gd name="T44" fmla="*/ 31 w 38"/>
                  <a:gd name="T45" fmla="*/ 29 h 31"/>
                  <a:gd name="T46" fmla="*/ 36 w 38"/>
                  <a:gd name="T47" fmla="*/ 27 h 31"/>
                  <a:gd name="T48" fmla="*/ 38 w 38"/>
                  <a:gd name="T49" fmla="*/ 2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 h="31">
                    <a:moveTo>
                      <a:pt x="38" y="24"/>
                    </a:moveTo>
                    <a:cubicBezTo>
                      <a:pt x="38" y="23"/>
                      <a:pt x="38" y="23"/>
                      <a:pt x="37" y="23"/>
                    </a:cubicBezTo>
                    <a:cubicBezTo>
                      <a:pt x="37" y="23"/>
                      <a:pt x="36" y="23"/>
                      <a:pt x="35" y="23"/>
                    </a:cubicBezTo>
                    <a:cubicBezTo>
                      <a:pt x="35" y="23"/>
                      <a:pt x="34" y="23"/>
                      <a:pt x="34" y="23"/>
                    </a:cubicBezTo>
                    <a:cubicBezTo>
                      <a:pt x="33" y="23"/>
                      <a:pt x="32" y="19"/>
                      <a:pt x="31" y="12"/>
                    </a:cubicBezTo>
                    <a:cubicBezTo>
                      <a:pt x="30" y="5"/>
                      <a:pt x="27" y="1"/>
                      <a:pt x="23" y="1"/>
                    </a:cubicBezTo>
                    <a:cubicBezTo>
                      <a:pt x="17" y="1"/>
                      <a:pt x="12" y="6"/>
                      <a:pt x="8" y="16"/>
                    </a:cubicBezTo>
                    <a:cubicBezTo>
                      <a:pt x="9" y="11"/>
                      <a:pt x="10" y="7"/>
                      <a:pt x="10" y="5"/>
                    </a:cubicBezTo>
                    <a:cubicBezTo>
                      <a:pt x="10" y="3"/>
                      <a:pt x="10" y="1"/>
                      <a:pt x="9" y="1"/>
                    </a:cubicBezTo>
                    <a:cubicBezTo>
                      <a:pt x="8" y="0"/>
                      <a:pt x="7" y="0"/>
                      <a:pt x="6" y="0"/>
                    </a:cubicBezTo>
                    <a:cubicBezTo>
                      <a:pt x="5" y="0"/>
                      <a:pt x="4" y="0"/>
                      <a:pt x="4" y="1"/>
                    </a:cubicBezTo>
                    <a:cubicBezTo>
                      <a:pt x="3" y="2"/>
                      <a:pt x="2" y="3"/>
                      <a:pt x="2" y="4"/>
                    </a:cubicBezTo>
                    <a:cubicBezTo>
                      <a:pt x="2" y="11"/>
                      <a:pt x="2" y="16"/>
                      <a:pt x="1" y="20"/>
                    </a:cubicBezTo>
                    <a:cubicBezTo>
                      <a:pt x="1" y="24"/>
                      <a:pt x="0" y="26"/>
                      <a:pt x="0" y="27"/>
                    </a:cubicBezTo>
                    <a:cubicBezTo>
                      <a:pt x="0" y="29"/>
                      <a:pt x="2" y="31"/>
                      <a:pt x="5" y="31"/>
                    </a:cubicBezTo>
                    <a:cubicBezTo>
                      <a:pt x="5" y="31"/>
                      <a:pt x="6" y="31"/>
                      <a:pt x="6" y="30"/>
                    </a:cubicBezTo>
                    <a:cubicBezTo>
                      <a:pt x="7" y="30"/>
                      <a:pt x="7" y="29"/>
                      <a:pt x="7" y="28"/>
                    </a:cubicBezTo>
                    <a:cubicBezTo>
                      <a:pt x="8" y="26"/>
                      <a:pt x="10" y="22"/>
                      <a:pt x="14" y="16"/>
                    </a:cubicBezTo>
                    <a:cubicBezTo>
                      <a:pt x="17" y="11"/>
                      <a:pt x="20" y="8"/>
                      <a:pt x="21" y="8"/>
                    </a:cubicBezTo>
                    <a:cubicBezTo>
                      <a:pt x="23" y="8"/>
                      <a:pt x="24" y="10"/>
                      <a:pt x="24" y="15"/>
                    </a:cubicBezTo>
                    <a:cubicBezTo>
                      <a:pt x="25" y="20"/>
                      <a:pt x="25" y="25"/>
                      <a:pt x="26" y="25"/>
                    </a:cubicBezTo>
                    <a:cubicBezTo>
                      <a:pt x="26" y="25"/>
                      <a:pt x="26" y="25"/>
                      <a:pt x="26" y="25"/>
                    </a:cubicBezTo>
                    <a:cubicBezTo>
                      <a:pt x="27" y="29"/>
                      <a:pt x="29" y="29"/>
                      <a:pt x="31" y="29"/>
                    </a:cubicBezTo>
                    <a:cubicBezTo>
                      <a:pt x="33" y="29"/>
                      <a:pt x="35" y="28"/>
                      <a:pt x="36" y="27"/>
                    </a:cubicBezTo>
                    <a:cubicBezTo>
                      <a:pt x="38" y="26"/>
                      <a:pt x="38" y="25"/>
                      <a:pt x="38"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Freeform 267"/>
              <p:cNvSpPr>
                <a:spLocks noEditPoints="1"/>
              </p:cNvSpPr>
              <p:nvPr/>
            </p:nvSpPr>
            <p:spPr bwMode="auto">
              <a:xfrm>
                <a:off x="2709863" y="6315075"/>
                <a:ext cx="61912" cy="84138"/>
              </a:xfrm>
              <a:custGeom>
                <a:avLst/>
                <a:gdLst>
                  <a:gd name="T0" fmla="*/ 36 w 38"/>
                  <a:gd name="T1" fmla="*/ 3 h 52"/>
                  <a:gd name="T2" fmla="*/ 35 w 38"/>
                  <a:gd name="T3" fmla="*/ 2 h 52"/>
                  <a:gd name="T4" fmla="*/ 30 w 38"/>
                  <a:gd name="T5" fmla="*/ 0 h 52"/>
                  <a:gd name="T6" fmla="*/ 19 w 38"/>
                  <a:gd name="T7" fmla="*/ 5 h 52"/>
                  <a:gd name="T8" fmla="*/ 9 w 38"/>
                  <a:gd name="T9" fmla="*/ 15 h 52"/>
                  <a:gd name="T10" fmla="*/ 5 w 38"/>
                  <a:gd name="T11" fmla="*/ 25 h 52"/>
                  <a:gd name="T12" fmla="*/ 7 w 38"/>
                  <a:gd name="T13" fmla="*/ 30 h 52"/>
                  <a:gd name="T14" fmla="*/ 12 w 38"/>
                  <a:gd name="T15" fmla="*/ 32 h 52"/>
                  <a:gd name="T16" fmla="*/ 20 w 38"/>
                  <a:gd name="T17" fmla="*/ 30 h 52"/>
                  <a:gd name="T18" fmla="*/ 27 w 38"/>
                  <a:gd name="T19" fmla="*/ 23 h 52"/>
                  <a:gd name="T20" fmla="*/ 23 w 38"/>
                  <a:gd name="T21" fmla="*/ 40 h 52"/>
                  <a:gd name="T22" fmla="*/ 17 w 38"/>
                  <a:gd name="T23" fmla="*/ 45 h 52"/>
                  <a:gd name="T24" fmla="*/ 5 w 38"/>
                  <a:gd name="T25" fmla="*/ 41 h 52"/>
                  <a:gd name="T26" fmla="*/ 2 w 38"/>
                  <a:gd name="T27" fmla="*/ 39 h 52"/>
                  <a:gd name="T28" fmla="*/ 0 w 38"/>
                  <a:gd name="T29" fmla="*/ 41 h 52"/>
                  <a:gd name="T30" fmla="*/ 5 w 38"/>
                  <a:gd name="T31" fmla="*/ 48 h 52"/>
                  <a:gd name="T32" fmla="*/ 17 w 38"/>
                  <a:gd name="T33" fmla="*/ 52 h 52"/>
                  <a:gd name="T34" fmla="*/ 27 w 38"/>
                  <a:gd name="T35" fmla="*/ 47 h 52"/>
                  <a:gd name="T36" fmla="*/ 33 w 38"/>
                  <a:gd name="T37" fmla="*/ 32 h 52"/>
                  <a:gd name="T38" fmla="*/ 35 w 38"/>
                  <a:gd name="T39" fmla="*/ 16 h 52"/>
                  <a:gd name="T40" fmla="*/ 36 w 38"/>
                  <a:gd name="T41" fmla="*/ 10 h 52"/>
                  <a:gd name="T42" fmla="*/ 38 w 38"/>
                  <a:gd name="T43" fmla="*/ 7 h 52"/>
                  <a:gd name="T44" fmla="*/ 37 w 38"/>
                  <a:gd name="T45" fmla="*/ 4 h 52"/>
                  <a:gd name="T46" fmla="*/ 36 w 38"/>
                  <a:gd name="T47" fmla="*/ 3 h 52"/>
                  <a:gd name="T48" fmla="*/ 28 w 38"/>
                  <a:gd name="T49" fmla="*/ 15 h 52"/>
                  <a:gd name="T50" fmla="*/ 21 w 38"/>
                  <a:gd name="T51" fmla="*/ 22 h 52"/>
                  <a:gd name="T52" fmla="*/ 14 w 38"/>
                  <a:gd name="T53" fmla="*/ 26 h 52"/>
                  <a:gd name="T54" fmla="*/ 13 w 38"/>
                  <a:gd name="T55" fmla="*/ 24 h 52"/>
                  <a:gd name="T56" fmla="*/ 16 w 38"/>
                  <a:gd name="T57" fmla="*/ 16 h 52"/>
                  <a:gd name="T58" fmla="*/ 22 w 38"/>
                  <a:gd name="T59" fmla="*/ 9 h 52"/>
                  <a:gd name="T60" fmla="*/ 28 w 38"/>
                  <a:gd name="T61" fmla="*/ 7 h 52"/>
                  <a:gd name="T62" fmla="*/ 29 w 38"/>
                  <a:gd name="T63" fmla="*/ 7 h 52"/>
                  <a:gd name="T64" fmla="*/ 30 w 38"/>
                  <a:gd name="T65" fmla="*/ 9 h 52"/>
                  <a:gd name="T66" fmla="*/ 28 w 38"/>
                  <a:gd name="T67" fmla="*/ 1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8" h="52">
                    <a:moveTo>
                      <a:pt x="36" y="3"/>
                    </a:moveTo>
                    <a:cubicBezTo>
                      <a:pt x="35" y="2"/>
                      <a:pt x="35" y="2"/>
                      <a:pt x="35" y="2"/>
                    </a:cubicBezTo>
                    <a:cubicBezTo>
                      <a:pt x="33" y="1"/>
                      <a:pt x="32" y="0"/>
                      <a:pt x="30" y="0"/>
                    </a:cubicBezTo>
                    <a:cubicBezTo>
                      <a:pt x="27" y="0"/>
                      <a:pt x="23" y="2"/>
                      <a:pt x="19" y="5"/>
                    </a:cubicBezTo>
                    <a:cubicBezTo>
                      <a:pt x="15" y="7"/>
                      <a:pt x="11" y="11"/>
                      <a:pt x="9" y="15"/>
                    </a:cubicBezTo>
                    <a:cubicBezTo>
                      <a:pt x="7" y="18"/>
                      <a:pt x="5" y="22"/>
                      <a:pt x="5" y="25"/>
                    </a:cubicBezTo>
                    <a:cubicBezTo>
                      <a:pt x="5" y="27"/>
                      <a:pt x="6" y="29"/>
                      <a:pt x="7" y="30"/>
                    </a:cubicBezTo>
                    <a:cubicBezTo>
                      <a:pt x="8" y="31"/>
                      <a:pt x="10" y="32"/>
                      <a:pt x="12" y="32"/>
                    </a:cubicBezTo>
                    <a:cubicBezTo>
                      <a:pt x="14" y="32"/>
                      <a:pt x="17" y="31"/>
                      <a:pt x="20" y="30"/>
                    </a:cubicBezTo>
                    <a:cubicBezTo>
                      <a:pt x="23" y="28"/>
                      <a:pt x="25" y="26"/>
                      <a:pt x="27" y="23"/>
                    </a:cubicBezTo>
                    <a:cubicBezTo>
                      <a:pt x="27" y="32"/>
                      <a:pt x="25" y="37"/>
                      <a:pt x="23" y="40"/>
                    </a:cubicBezTo>
                    <a:cubicBezTo>
                      <a:pt x="22" y="44"/>
                      <a:pt x="20" y="45"/>
                      <a:pt x="17" y="45"/>
                    </a:cubicBezTo>
                    <a:cubicBezTo>
                      <a:pt x="14" y="45"/>
                      <a:pt x="10" y="44"/>
                      <a:pt x="5" y="41"/>
                    </a:cubicBezTo>
                    <a:cubicBezTo>
                      <a:pt x="4" y="39"/>
                      <a:pt x="3" y="39"/>
                      <a:pt x="2" y="39"/>
                    </a:cubicBezTo>
                    <a:cubicBezTo>
                      <a:pt x="0" y="39"/>
                      <a:pt x="0" y="40"/>
                      <a:pt x="0" y="41"/>
                    </a:cubicBezTo>
                    <a:cubicBezTo>
                      <a:pt x="0" y="43"/>
                      <a:pt x="2" y="45"/>
                      <a:pt x="5" y="48"/>
                    </a:cubicBezTo>
                    <a:cubicBezTo>
                      <a:pt x="9" y="50"/>
                      <a:pt x="13" y="52"/>
                      <a:pt x="17" y="52"/>
                    </a:cubicBezTo>
                    <a:cubicBezTo>
                      <a:pt x="21" y="52"/>
                      <a:pt x="24" y="50"/>
                      <a:pt x="27" y="47"/>
                    </a:cubicBezTo>
                    <a:cubicBezTo>
                      <a:pt x="30" y="44"/>
                      <a:pt x="32" y="39"/>
                      <a:pt x="33" y="32"/>
                    </a:cubicBezTo>
                    <a:cubicBezTo>
                      <a:pt x="34" y="24"/>
                      <a:pt x="34" y="18"/>
                      <a:pt x="35" y="16"/>
                    </a:cubicBezTo>
                    <a:cubicBezTo>
                      <a:pt x="35" y="14"/>
                      <a:pt x="36" y="12"/>
                      <a:pt x="36" y="10"/>
                    </a:cubicBezTo>
                    <a:cubicBezTo>
                      <a:pt x="37" y="8"/>
                      <a:pt x="38" y="7"/>
                      <a:pt x="38" y="7"/>
                    </a:cubicBezTo>
                    <a:cubicBezTo>
                      <a:pt x="38" y="6"/>
                      <a:pt x="37" y="5"/>
                      <a:pt x="37" y="4"/>
                    </a:cubicBezTo>
                    <a:cubicBezTo>
                      <a:pt x="37" y="3"/>
                      <a:pt x="36" y="3"/>
                      <a:pt x="36" y="3"/>
                    </a:cubicBezTo>
                    <a:close/>
                    <a:moveTo>
                      <a:pt x="28" y="15"/>
                    </a:moveTo>
                    <a:cubicBezTo>
                      <a:pt x="26" y="18"/>
                      <a:pt x="24" y="20"/>
                      <a:pt x="21" y="22"/>
                    </a:cubicBezTo>
                    <a:cubicBezTo>
                      <a:pt x="19" y="24"/>
                      <a:pt x="16" y="26"/>
                      <a:pt x="14" y="26"/>
                    </a:cubicBezTo>
                    <a:cubicBezTo>
                      <a:pt x="13" y="26"/>
                      <a:pt x="13" y="25"/>
                      <a:pt x="13" y="24"/>
                    </a:cubicBezTo>
                    <a:cubicBezTo>
                      <a:pt x="13" y="22"/>
                      <a:pt x="14" y="19"/>
                      <a:pt x="16" y="16"/>
                    </a:cubicBezTo>
                    <a:cubicBezTo>
                      <a:pt x="18" y="13"/>
                      <a:pt x="20" y="11"/>
                      <a:pt x="22" y="9"/>
                    </a:cubicBezTo>
                    <a:cubicBezTo>
                      <a:pt x="25" y="8"/>
                      <a:pt x="27" y="7"/>
                      <a:pt x="28" y="7"/>
                    </a:cubicBezTo>
                    <a:cubicBezTo>
                      <a:pt x="29" y="7"/>
                      <a:pt x="29" y="7"/>
                      <a:pt x="29" y="7"/>
                    </a:cubicBezTo>
                    <a:cubicBezTo>
                      <a:pt x="30" y="8"/>
                      <a:pt x="30" y="8"/>
                      <a:pt x="30" y="9"/>
                    </a:cubicBezTo>
                    <a:cubicBezTo>
                      <a:pt x="30" y="10"/>
                      <a:pt x="29" y="12"/>
                      <a:pt x="28"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 name="Freeform 268"/>
              <p:cNvSpPr>
                <a:spLocks/>
              </p:cNvSpPr>
              <p:nvPr/>
            </p:nvSpPr>
            <p:spPr bwMode="auto">
              <a:xfrm>
                <a:off x="2820988" y="6296025"/>
                <a:ext cx="58737" cy="76200"/>
              </a:xfrm>
              <a:custGeom>
                <a:avLst/>
                <a:gdLst>
                  <a:gd name="T0" fmla="*/ 31 w 37"/>
                  <a:gd name="T1" fmla="*/ 1 h 47"/>
                  <a:gd name="T2" fmla="*/ 31 w 37"/>
                  <a:gd name="T3" fmla="*/ 1 h 47"/>
                  <a:gd name="T4" fmla="*/ 26 w 37"/>
                  <a:gd name="T5" fmla="*/ 1 h 47"/>
                  <a:gd name="T6" fmla="*/ 10 w 37"/>
                  <a:gd name="T7" fmla="*/ 3 h 47"/>
                  <a:gd name="T8" fmla="*/ 7 w 37"/>
                  <a:gd name="T9" fmla="*/ 3 h 47"/>
                  <a:gd name="T10" fmla="*/ 5 w 37"/>
                  <a:gd name="T11" fmla="*/ 4 h 47"/>
                  <a:gd name="T12" fmla="*/ 3 w 37"/>
                  <a:gd name="T13" fmla="*/ 5 h 47"/>
                  <a:gd name="T14" fmla="*/ 3 w 37"/>
                  <a:gd name="T15" fmla="*/ 6 h 47"/>
                  <a:gd name="T16" fmla="*/ 4 w 37"/>
                  <a:gd name="T17" fmla="*/ 8 h 47"/>
                  <a:gd name="T18" fmla="*/ 5 w 37"/>
                  <a:gd name="T19" fmla="*/ 9 h 47"/>
                  <a:gd name="T20" fmla="*/ 5 w 37"/>
                  <a:gd name="T21" fmla="*/ 9 h 47"/>
                  <a:gd name="T22" fmla="*/ 3 w 37"/>
                  <a:gd name="T23" fmla="*/ 23 h 47"/>
                  <a:gd name="T24" fmla="*/ 0 w 37"/>
                  <a:gd name="T25" fmla="*/ 40 h 47"/>
                  <a:gd name="T26" fmla="*/ 0 w 37"/>
                  <a:gd name="T27" fmla="*/ 42 h 47"/>
                  <a:gd name="T28" fmla="*/ 0 w 37"/>
                  <a:gd name="T29" fmla="*/ 43 h 47"/>
                  <a:gd name="T30" fmla="*/ 1 w 37"/>
                  <a:gd name="T31" fmla="*/ 46 h 47"/>
                  <a:gd name="T32" fmla="*/ 4 w 37"/>
                  <a:gd name="T33" fmla="*/ 47 h 47"/>
                  <a:gd name="T34" fmla="*/ 14 w 37"/>
                  <a:gd name="T35" fmla="*/ 46 h 47"/>
                  <a:gd name="T36" fmla="*/ 24 w 37"/>
                  <a:gd name="T37" fmla="*/ 45 h 47"/>
                  <a:gd name="T38" fmla="*/ 33 w 37"/>
                  <a:gd name="T39" fmla="*/ 43 h 47"/>
                  <a:gd name="T40" fmla="*/ 33 w 37"/>
                  <a:gd name="T41" fmla="*/ 41 h 47"/>
                  <a:gd name="T42" fmla="*/ 30 w 37"/>
                  <a:gd name="T43" fmla="*/ 37 h 47"/>
                  <a:gd name="T44" fmla="*/ 24 w 37"/>
                  <a:gd name="T45" fmla="*/ 38 h 47"/>
                  <a:gd name="T46" fmla="*/ 17 w 37"/>
                  <a:gd name="T47" fmla="*/ 39 h 47"/>
                  <a:gd name="T48" fmla="*/ 9 w 37"/>
                  <a:gd name="T49" fmla="*/ 40 h 47"/>
                  <a:gd name="T50" fmla="*/ 8 w 37"/>
                  <a:gd name="T51" fmla="*/ 39 h 47"/>
                  <a:gd name="T52" fmla="*/ 8 w 37"/>
                  <a:gd name="T53" fmla="*/ 34 h 47"/>
                  <a:gd name="T54" fmla="*/ 9 w 37"/>
                  <a:gd name="T55" fmla="*/ 28 h 47"/>
                  <a:gd name="T56" fmla="*/ 10 w 37"/>
                  <a:gd name="T57" fmla="*/ 27 h 47"/>
                  <a:gd name="T58" fmla="*/ 10 w 37"/>
                  <a:gd name="T59" fmla="*/ 27 h 47"/>
                  <a:gd name="T60" fmla="*/ 20 w 37"/>
                  <a:gd name="T61" fmla="*/ 26 h 47"/>
                  <a:gd name="T62" fmla="*/ 23 w 37"/>
                  <a:gd name="T63" fmla="*/ 26 h 47"/>
                  <a:gd name="T64" fmla="*/ 27 w 37"/>
                  <a:gd name="T65" fmla="*/ 26 h 47"/>
                  <a:gd name="T66" fmla="*/ 31 w 37"/>
                  <a:gd name="T67" fmla="*/ 25 h 47"/>
                  <a:gd name="T68" fmla="*/ 32 w 37"/>
                  <a:gd name="T69" fmla="*/ 22 h 47"/>
                  <a:gd name="T70" fmla="*/ 27 w 37"/>
                  <a:gd name="T71" fmla="*/ 19 h 47"/>
                  <a:gd name="T72" fmla="*/ 21 w 37"/>
                  <a:gd name="T73" fmla="*/ 20 h 47"/>
                  <a:gd name="T74" fmla="*/ 16 w 37"/>
                  <a:gd name="T75" fmla="*/ 21 h 47"/>
                  <a:gd name="T76" fmla="*/ 10 w 37"/>
                  <a:gd name="T77" fmla="*/ 21 h 47"/>
                  <a:gd name="T78" fmla="*/ 11 w 37"/>
                  <a:gd name="T79" fmla="*/ 17 h 47"/>
                  <a:gd name="T80" fmla="*/ 12 w 37"/>
                  <a:gd name="T81" fmla="*/ 11 h 47"/>
                  <a:gd name="T82" fmla="*/ 12 w 37"/>
                  <a:gd name="T83" fmla="*/ 10 h 47"/>
                  <a:gd name="T84" fmla="*/ 16 w 37"/>
                  <a:gd name="T85" fmla="*/ 9 h 47"/>
                  <a:gd name="T86" fmla="*/ 25 w 37"/>
                  <a:gd name="T87" fmla="*/ 8 h 47"/>
                  <a:gd name="T88" fmla="*/ 34 w 37"/>
                  <a:gd name="T89" fmla="*/ 7 h 47"/>
                  <a:gd name="T90" fmla="*/ 36 w 37"/>
                  <a:gd name="T91" fmla="*/ 6 h 47"/>
                  <a:gd name="T92" fmla="*/ 37 w 37"/>
                  <a:gd name="T93" fmla="*/ 4 h 47"/>
                  <a:gd name="T94" fmla="*/ 31 w 37"/>
                  <a:gd name="T95" fmla="*/ 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7" h="47">
                    <a:moveTo>
                      <a:pt x="31" y="1"/>
                    </a:moveTo>
                    <a:cubicBezTo>
                      <a:pt x="31" y="1"/>
                      <a:pt x="31" y="1"/>
                      <a:pt x="31" y="1"/>
                    </a:cubicBezTo>
                    <a:cubicBezTo>
                      <a:pt x="31" y="1"/>
                      <a:pt x="29" y="1"/>
                      <a:pt x="26" y="1"/>
                    </a:cubicBezTo>
                    <a:cubicBezTo>
                      <a:pt x="17" y="3"/>
                      <a:pt x="11" y="3"/>
                      <a:pt x="10" y="3"/>
                    </a:cubicBezTo>
                    <a:cubicBezTo>
                      <a:pt x="9" y="3"/>
                      <a:pt x="8" y="3"/>
                      <a:pt x="7" y="3"/>
                    </a:cubicBezTo>
                    <a:cubicBezTo>
                      <a:pt x="6" y="3"/>
                      <a:pt x="6" y="3"/>
                      <a:pt x="5" y="4"/>
                    </a:cubicBezTo>
                    <a:cubicBezTo>
                      <a:pt x="4" y="4"/>
                      <a:pt x="4" y="4"/>
                      <a:pt x="3" y="5"/>
                    </a:cubicBezTo>
                    <a:cubicBezTo>
                      <a:pt x="3" y="5"/>
                      <a:pt x="3" y="5"/>
                      <a:pt x="3" y="6"/>
                    </a:cubicBezTo>
                    <a:cubicBezTo>
                      <a:pt x="3" y="6"/>
                      <a:pt x="4" y="7"/>
                      <a:pt x="4" y="8"/>
                    </a:cubicBezTo>
                    <a:cubicBezTo>
                      <a:pt x="4" y="8"/>
                      <a:pt x="4" y="9"/>
                      <a:pt x="5" y="9"/>
                    </a:cubicBezTo>
                    <a:cubicBezTo>
                      <a:pt x="5" y="9"/>
                      <a:pt x="5" y="9"/>
                      <a:pt x="5" y="9"/>
                    </a:cubicBezTo>
                    <a:cubicBezTo>
                      <a:pt x="5" y="10"/>
                      <a:pt x="4" y="15"/>
                      <a:pt x="3" y="23"/>
                    </a:cubicBezTo>
                    <a:cubicBezTo>
                      <a:pt x="2" y="32"/>
                      <a:pt x="1" y="37"/>
                      <a:pt x="0" y="40"/>
                    </a:cubicBezTo>
                    <a:cubicBezTo>
                      <a:pt x="0" y="41"/>
                      <a:pt x="0" y="41"/>
                      <a:pt x="0" y="42"/>
                    </a:cubicBezTo>
                    <a:cubicBezTo>
                      <a:pt x="0" y="43"/>
                      <a:pt x="0" y="43"/>
                      <a:pt x="0" y="43"/>
                    </a:cubicBezTo>
                    <a:cubicBezTo>
                      <a:pt x="0" y="44"/>
                      <a:pt x="0" y="45"/>
                      <a:pt x="1" y="46"/>
                    </a:cubicBezTo>
                    <a:cubicBezTo>
                      <a:pt x="2" y="46"/>
                      <a:pt x="3" y="47"/>
                      <a:pt x="4" y="47"/>
                    </a:cubicBezTo>
                    <a:cubicBezTo>
                      <a:pt x="8" y="47"/>
                      <a:pt x="11" y="46"/>
                      <a:pt x="14" y="46"/>
                    </a:cubicBezTo>
                    <a:cubicBezTo>
                      <a:pt x="18" y="45"/>
                      <a:pt x="22" y="45"/>
                      <a:pt x="24" y="45"/>
                    </a:cubicBezTo>
                    <a:cubicBezTo>
                      <a:pt x="28" y="44"/>
                      <a:pt x="31" y="44"/>
                      <a:pt x="33" y="43"/>
                    </a:cubicBezTo>
                    <a:cubicBezTo>
                      <a:pt x="33" y="43"/>
                      <a:pt x="33" y="42"/>
                      <a:pt x="33" y="41"/>
                    </a:cubicBezTo>
                    <a:cubicBezTo>
                      <a:pt x="33" y="39"/>
                      <a:pt x="32" y="38"/>
                      <a:pt x="30" y="37"/>
                    </a:cubicBezTo>
                    <a:cubicBezTo>
                      <a:pt x="29" y="37"/>
                      <a:pt x="27" y="38"/>
                      <a:pt x="24" y="38"/>
                    </a:cubicBezTo>
                    <a:cubicBezTo>
                      <a:pt x="23" y="38"/>
                      <a:pt x="21" y="39"/>
                      <a:pt x="17" y="39"/>
                    </a:cubicBezTo>
                    <a:cubicBezTo>
                      <a:pt x="13" y="40"/>
                      <a:pt x="10" y="40"/>
                      <a:pt x="9" y="40"/>
                    </a:cubicBezTo>
                    <a:cubicBezTo>
                      <a:pt x="8" y="40"/>
                      <a:pt x="8" y="40"/>
                      <a:pt x="8" y="39"/>
                    </a:cubicBezTo>
                    <a:cubicBezTo>
                      <a:pt x="8" y="38"/>
                      <a:pt x="8" y="36"/>
                      <a:pt x="8" y="34"/>
                    </a:cubicBezTo>
                    <a:cubicBezTo>
                      <a:pt x="9" y="31"/>
                      <a:pt x="9" y="29"/>
                      <a:pt x="9" y="28"/>
                    </a:cubicBezTo>
                    <a:cubicBezTo>
                      <a:pt x="9" y="28"/>
                      <a:pt x="10" y="27"/>
                      <a:pt x="10" y="27"/>
                    </a:cubicBezTo>
                    <a:cubicBezTo>
                      <a:pt x="10" y="27"/>
                      <a:pt x="10" y="27"/>
                      <a:pt x="10" y="27"/>
                    </a:cubicBezTo>
                    <a:cubicBezTo>
                      <a:pt x="11" y="27"/>
                      <a:pt x="14" y="27"/>
                      <a:pt x="20" y="26"/>
                    </a:cubicBezTo>
                    <a:cubicBezTo>
                      <a:pt x="21" y="26"/>
                      <a:pt x="22" y="26"/>
                      <a:pt x="23" y="26"/>
                    </a:cubicBezTo>
                    <a:cubicBezTo>
                      <a:pt x="24" y="26"/>
                      <a:pt x="26" y="26"/>
                      <a:pt x="27" y="26"/>
                    </a:cubicBezTo>
                    <a:cubicBezTo>
                      <a:pt x="29" y="26"/>
                      <a:pt x="30" y="25"/>
                      <a:pt x="31" y="25"/>
                    </a:cubicBezTo>
                    <a:cubicBezTo>
                      <a:pt x="32" y="24"/>
                      <a:pt x="32" y="23"/>
                      <a:pt x="32" y="22"/>
                    </a:cubicBezTo>
                    <a:cubicBezTo>
                      <a:pt x="32" y="20"/>
                      <a:pt x="31" y="19"/>
                      <a:pt x="27" y="19"/>
                    </a:cubicBezTo>
                    <a:cubicBezTo>
                      <a:pt x="26" y="19"/>
                      <a:pt x="24" y="20"/>
                      <a:pt x="21" y="20"/>
                    </a:cubicBezTo>
                    <a:cubicBezTo>
                      <a:pt x="20" y="20"/>
                      <a:pt x="18" y="21"/>
                      <a:pt x="16" y="21"/>
                    </a:cubicBezTo>
                    <a:cubicBezTo>
                      <a:pt x="13" y="21"/>
                      <a:pt x="11" y="21"/>
                      <a:pt x="10" y="21"/>
                    </a:cubicBezTo>
                    <a:cubicBezTo>
                      <a:pt x="10" y="20"/>
                      <a:pt x="10" y="19"/>
                      <a:pt x="11" y="17"/>
                    </a:cubicBezTo>
                    <a:cubicBezTo>
                      <a:pt x="12" y="14"/>
                      <a:pt x="12" y="12"/>
                      <a:pt x="12" y="11"/>
                    </a:cubicBezTo>
                    <a:cubicBezTo>
                      <a:pt x="12" y="10"/>
                      <a:pt x="12" y="10"/>
                      <a:pt x="12" y="10"/>
                    </a:cubicBezTo>
                    <a:cubicBezTo>
                      <a:pt x="13" y="9"/>
                      <a:pt x="14" y="9"/>
                      <a:pt x="16" y="9"/>
                    </a:cubicBezTo>
                    <a:cubicBezTo>
                      <a:pt x="19" y="8"/>
                      <a:pt x="21" y="8"/>
                      <a:pt x="25" y="8"/>
                    </a:cubicBezTo>
                    <a:cubicBezTo>
                      <a:pt x="34" y="7"/>
                      <a:pt x="34" y="7"/>
                      <a:pt x="34" y="7"/>
                    </a:cubicBezTo>
                    <a:cubicBezTo>
                      <a:pt x="34" y="7"/>
                      <a:pt x="35" y="7"/>
                      <a:pt x="36" y="6"/>
                    </a:cubicBezTo>
                    <a:cubicBezTo>
                      <a:pt x="36" y="5"/>
                      <a:pt x="37" y="5"/>
                      <a:pt x="37" y="4"/>
                    </a:cubicBezTo>
                    <a:cubicBezTo>
                      <a:pt x="37" y="2"/>
                      <a:pt x="35" y="0"/>
                      <a:pt x="3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Freeform 269"/>
              <p:cNvSpPr>
                <a:spLocks/>
              </p:cNvSpPr>
              <p:nvPr/>
            </p:nvSpPr>
            <p:spPr bwMode="auto">
              <a:xfrm>
                <a:off x="2879725" y="6313488"/>
                <a:ext cx="55562" cy="60325"/>
              </a:xfrm>
              <a:custGeom>
                <a:avLst/>
                <a:gdLst>
                  <a:gd name="T0" fmla="*/ 34 w 34"/>
                  <a:gd name="T1" fmla="*/ 3 h 37"/>
                  <a:gd name="T2" fmla="*/ 32 w 34"/>
                  <a:gd name="T3" fmla="*/ 1 h 37"/>
                  <a:gd name="T4" fmla="*/ 30 w 34"/>
                  <a:gd name="T5" fmla="*/ 0 h 37"/>
                  <a:gd name="T6" fmla="*/ 28 w 34"/>
                  <a:gd name="T7" fmla="*/ 0 h 37"/>
                  <a:gd name="T8" fmla="*/ 26 w 34"/>
                  <a:gd name="T9" fmla="*/ 3 h 37"/>
                  <a:gd name="T10" fmla="*/ 21 w 34"/>
                  <a:gd name="T11" fmla="*/ 10 h 37"/>
                  <a:gd name="T12" fmla="*/ 20 w 34"/>
                  <a:gd name="T13" fmla="*/ 11 h 37"/>
                  <a:gd name="T14" fmla="*/ 16 w 34"/>
                  <a:gd name="T15" fmla="*/ 14 h 37"/>
                  <a:gd name="T16" fmla="*/ 13 w 34"/>
                  <a:gd name="T17" fmla="*/ 5 h 37"/>
                  <a:gd name="T18" fmla="*/ 10 w 34"/>
                  <a:gd name="T19" fmla="*/ 0 h 37"/>
                  <a:gd name="T20" fmla="*/ 5 w 34"/>
                  <a:gd name="T21" fmla="*/ 5 h 37"/>
                  <a:gd name="T22" fmla="*/ 11 w 34"/>
                  <a:gd name="T23" fmla="*/ 18 h 37"/>
                  <a:gd name="T24" fmla="*/ 9 w 34"/>
                  <a:gd name="T25" fmla="*/ 20 h 37"/>
                  <a:gd name="T26" fmla="*/ 1 w 34"/>
                  <a:gd name="T27" fmla="*/ 28 h 37"/>
                  <a:gd name="T28" fmla="*/ 0 w 34"/>
                  <a:gd name="T29" fmla="*/ 33 h 37"/>
                  <a:gd name="T30" fmla="*/ 1 w 34"/>
                  <a:gd name="T31" fmla="*/ 36 h 37"/>
                  <a:gd name="T32" fmla="*/ 5 w 34"/>
                  <a:gd name="T33" fmla="*/ 37 h 37"/>
                  <a:gd name="T34" fmla="*/ 7 w 34"/>
                  <a:gd name="T35" fmla="*/ 34 h 37"/>
                  <a:gd name="T36" fmla="*/ 15 w 34"/>
                  <a:gd name="T37" fmla="*/ 23 h 37"/>
                  <a:gd name="T38" fmla="*/ 27 w 34"/>
                  <a:gd name="T39" fmla="*/ 34 h 37"/>
                  <a:gd name="T40" fmla="*/ 30 w 34"/>
                  <a:gd name="T41" fmla="*/ 33 h 37"/>
                  <a:gd name="T42" fmla="*/ 31 w 34"/>
                  <a:gd name="T43" fmla="*/ 30 h 37"/>
                  <a:gd name="T44" fmla="*/ 31 w 34"/>
                  <a:gd name="T45" fmla="*/ 29 h 37"/>
                  <a:gd name="T46" fmla="*/ 30 w 34"/>
                  <a:gd name="T47" fmla="*/ 28 h 37"/>
                  <a:gd name="T48" fmla="*/ 20 w 34"/>
                  <a:gd name="T49" fmla="*/ 19 h 37"/>
                  <a:gd name="T50" fmla="*/ 34 w 34"/>
                  <a:gd name="T51" fmla="*/ 3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4" h="37">
                    <a:moveTo>
                      <a:pt x="34" y="3"/>
                    </a:moveTo>
                    <a:cubicBezTo>
                      <a:pt x="34" y="2"/>
                      <a:pt x="33" y="1"/>
                      <a:pt x="32" y="1"/>
                    </a:cubicBezTo>
                    <a:cubicBezTo>
                      <a:pt x="32" y="0"/>
                      <a:pt x="31" y="0"/>
                      <a:pt x="30" y="0"/>
                    </a:cubicBezTo>
                    <a:cubicBezTo>
                      <a:pt x="29" y="0"/>
                      <a:pt x="28" y="0"/>
                      <a:pt x="28" y="0"/>
                    </a:cubicBezTo>
                    <a:cubicBezTo>
                      <a:pt x="27" y="0"/>
                      <a:pt x="27" y="1"/>
                      <a:pt x="26" y="3"/>
                    </a:cubicBezTo>
                    <a:cubicBezTo>
                      <a:pt x="25" y="5"/>
                      <a:pt x="23" y="7"/>
                      <a:pt x="21" y="10"/>
                    </a:cubicBezTo>
                    <a:cubicBezTo>
                      <a:pt x="20" y="10"/>
                      <a:pt x="20" y="10"/>
                      <a:pt x="20" y="11"/>
                    </a:cubicBezTo>
                    <a:cubicBezTo>
                      <a:pt x="18" y="12"/>
                      <a:pt x="17" y="13"/>
                      <a:pt x="16" y="14"/>
                    </a:cubicBezTo>
                    <a:cubicBezTo>
                      <a:pt x="14" y="11"/>
                      <a:pt x="13" y="8"/>
                      <a:pt x="13" y="5"/>
                    </a:cubicBezTo>
                    <a:cubicBezTo>
                      <a:pt x="13" y="2"/>
                      <a:pt x="12" y="0"/>
                      <a:pt x="10" y="0"/>
                    </a:cubicBezTo>
                    <a:cubicBezTo>
                      <a:pt x="7" y="0"/>
                      <a:pt x="5" y="2"/>
                      <a:pt x="5" y="5"/>
                    </a:cubicBezTo>
                    <a:cubicBezTo>
                      <a:pt x="5" y="8"/>
                      <a:pt x="7" y="13"/>
                      <a:pt x="11" y="18"/>
                    </a:cubicBezTo>
                    <a:cubicBezTo>
                      <a:pt x="11" y="19"/>
                      <a:pt x="10" y="19"/>
                      <a:pt x="9" y="20"/>
                    </a:cubicBezTo>
                    <a:cubicBezTo>
                      <a:pt x="5" y="24"/>
                      <a:pt x="2" y="27"/>
                      <a:pt x="1" y="28"/>
                    </a:cubicBezTo>
                    <a:cubicBezTo>
                      <a:pt x="0" y="30"/>
                      <a:pt x="0" y="32"/>
                      <a:pt x="0" y="33"/>
                    </a:cubicBezTo>
                    <a:cubicBezTo>
                      <a:pt x="0" y="34"/>
                      <a:pt x="0" y="35"/>
                      <a:pt x="1" y="36"/>
                    </a:cubicBezTo>
                    <a:cubicBezTo>
                      <a:pt x="2" y="37"/>
                      <a:pt x="3" y="37"/>
                      <a:pt x="5" y="37"/>
                    </a:cubicBezTo>
                    <a:cubicBezTo>
                      <a:pt x="6" y="36"/>
                      <a:pt x="6" y="35"/>
                      <a:pt x="7" y="34"/>
                    </a:cubicBezTo>
                    <a:cubicBezTo>
                      <a:pt x="8" y="30"/>
                      <a:pt x="11" y="27"/>
                      <a:pt x="15" y="23"/>
                    </a:cubicBezTo>
                    <a:cubicBezTo>
                      <a:pt x="20" y="30"/>
                      <a:pt x="24" y="34"/>
                      <a:pt x="27" y="34"/>
                    </a:cubicBezTo>
                    <a:cubicBezTo>
                      <a:pt x="28" y="34"/>
                      <a:pt x="29" y="34"/>
                      <a:pt x="30" y="33"/>
                    </a:cubicBezTo>
                    <a:cubicBezTo>
                      <a:pt x="31" y="32"/>
                      <a:pt x="31" y="31"/>
                      <a:pt x="31" y="30"/>
                    </a:cubicBezTo>
                    <a:cubicBezTo>
                      <a:pt x="31" y="30"/>
                      <a:pt x="31" y="29"/>
                      <a:pt x="31" y="29"/>
                    </a:cubicBezTo>
                    <a:cubicBezTo>
                      <a:pt x="31" y="29"/>
                      <a:pt x="30" y="28"/>
                      <a:pt x="30" y="28"/>
                    </a:cubicBezTo>
                    <a:cubicBezTo>
                      <a:pt x="26" y="26"/>
                      <a:pt x="23" y="23"/>
                      <a:pt x="20" y="19"/>
                    </a:cubicBezTo>
                    <a:cubicBezTo>
                      <a:pt x="29" y="11"/>
                      <a:pt x="34" y="5"/>
                      <a:pt x="3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 name="Freeform 270"/>
              <p:cNvSpPr>
                <a:spLocks noEditPoints="1"/>
              </p:cNvSpPr>
              <p:nvPr/>
            </p:nvSpPr>
            <p:spPr bwMode="auto">
              <a:xfrm>
                <a:off x="2938463" y="6313488"/>
                <a:ext cx="46037" cy="57150"/>
              </a:xfrm>
              <a:custGeom>
                <a:avLst/>
                <a:gdLst>
                  <a:gd name="T0" fmla="*/ 26 w 28"/>
                  <a:gd name="T1" fmla="*/ 21 h 35"/>
                  <a:gd name="T2" fmla="*/ 24 w 28"/>
                  <a:gd name="T3" fmla="*/ 22 h 35"/>
                  <a:gd name="T4" fmla="*/ 12 w 28"/>
                  <a:gd name="T5" fmla="*/ 29 h 35"/>
                  <a:gd name="T6" fmla="*/ 8 w 28"/>
                  <a:gd name="T7" fmla="*/ 27 h 35"/>
                  <a:gd name="T8" fmla="*/ 7 w 28"/>
                  <a:gd name="T9" fmla="*/ 25 h 35"/>
                  <a:gd name="T10" fmla="*/ 8 w 28"/>
                  <a:gd name="T11" fmla="*/ 23 h 35"/>
                  <a:gd name="T12" fmla="*/ 21 w 28"/>
                  <a:gd name="T13" fmla="*/ 17 h 35"/>
                  <a:gd name="T14" fmla="*/ 26 w 28"/>
                  <a:gd name="T15" fmla="*/ 7 h 35"/>
                  <a:gd name="T16" fmla="*/ 24 w 28"/>
                  <a:gd name="T17" fmla="*/ 2 h 35"/>
                  <a:gd name="T18" fmla="*/ 18 w 28"/>
                  <a:gd name="T19" fmla="*/ 0 h 35"/>
                  <a:gd name="T20" fmla="*/ 6 w 28"/>
                  <a:gd name="T21" fmla="*/ 7 h 35"/>
                  <a:gd name="T22" fmla="*/ 0 w 28"/>
                  <a:gd name="T23" fmla="*/ 23 h 35"/>
                  <a:gd name="T24" fmla="*/ 3 w 28"/>
                  <a:gd name="T25" fmla="*/ 32 h 35"/>
                  <a:gd name="T26" fmla="*/ 11 w 28"/>
                  <a:gd name="T27" fmla="*/ 35 h 35"/>
                  <a:gd name="T28" fmla="*/ 22 w 28"/>
                  <a:gd name="T29" fmla="*/ 31 h 35"/>
                  <a:gd name="T30" fmla="*/ 28 w 28"/>
                  <a:gd name="T31" fmla="*/ 23 h 35"/>
                  <a:gd name="T32" fmla="*/ 26 w 28"/>
                  <a:gd name="T33" fmla="*/ 21 h 35"/>
                  <a:gd name="T34" fmla="*/ 12 w 28"/>
                  <a:gd name="T35" fmla="*/ 10 h 35"/>
                  <a:gd name="T36" fmla="*/ 17 w 28"/>
                  <a:gd name="T37" fmla="*/ 6 h 35"/>
                  <a:gd name="T38" fmla="*/ 19 w 28"/>
                  <a:gd name="T39" fmla="*/ 7 h 35"/>
                  <a:gd name="T40" fmla="*/ 19 w 28"/>
                  <a:gd name="T41" fmla="*/ 8 h 35"/>
                  <a:gd name="T42" fmla="*/ 16 w 28"/>
                  <a:gd name="T43" fmla="*/ 14 h 35"/>
                  <a:gd name="T44" fmla="*/ 7 w 28"/>
                  <a:gd name="T45" fmla="*/ 18 h 35"/>
                  <a:gd name="T46" fmla="*/ 12 w 28"/>
                  <a:gd name="T47"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35">
                    <a:moveTo>
                      <a:pt x="26" y="21"/>
                    </a:moveTo>
                    <a:cubicBezTo>
                      <a:pt x="25" y="21"/>
                      <a:pt x="24" y="22"/>
                      <a:pt x="24" y="22"/>
                    </a:cubicBezTo>
                    <a:cubicBezTo>
                      <a:pt x="20" y="27"/>
                      <a:pt x="16" y="29"/>
                      <a:pt x="12" y="29"/>
                    </a:cubicBezTo>
                    <a:cubicBezTo>
                      <a:pt x="10" y="29"/>
                      <a:pt x="9" y="28"/>
                      <a:pt x="8" y="27"/>
                    </a:cubicBezTo>
                    <a:cubicBezTo>
                      <a:pt x="7" y="26"/>
                      <a:pt x="7" y="26"/>
                      <a:pt x="7" y="25"/>
                    </a:cubicBezTo>
                    <a:cubicBezTo>
                      <a:pt x="7" y="24"/>
                      <a:pt x="7" y="24"/>
                      <a:pt x="8" y="23"/>
                    </a:cubicBezTo>
                    <a:cubicBezTo>
                      <a:pt x="13" y="22"/>
                      <a:pt x="17" y="20"/>
                      <a:pt x="21" y="17"/>
                    </a:cubicBezTo>
                    <a:cubicBezTo>
                      <a:pt x="24" y="14"/>
                      <a:pt x="26" y="10"/>
                      <a:pt x="26" y="7"/>
                    </a:cubicBezTo>
                    <a:cubicBezTo>
                      <a:pt x="26" y="5"/>
                      <a:pt x="25" y="3"/>
                      <a:pt x="24" y="2"/>
                    </a:cubicBezTo>
                    <a:cubicBezTo>
                      <a:pt x="22" y="0"/>
                      <a:pt x="21" y="0"/>
                      <a:pt x="18" y="0"/>
                    </a:cubicBezTo>
                    <a:cubicBezTo>
                      <a:pt x="14" y="0"/>
                      <a:pt x="10" y="2"/>
                      <a:pt x="6" y="7"/>
                    </a:cubicBezTo>
                    <a:cubicBezTo>
                      <a:pt x="2" y="12"/>
                      <a:pt x="0" y="17"/>
                      <a:pt x="0" y="23"/>
                    </a:cubicBezTo>
                    <a:cubicBezTo>
                      <a:pt x="0" y="27"/>
                      <a:pt x="1" y="30"/>
                      <a:pt x="3" y="32"/>
                    </a:cubicBezTo>
                    <a:cubicBezTo>
                      <a:pt x="4" y="34"/>
                      <a:pt x="7" y="35"/>
                      <a:pt x="11" y="35"/>
                    </a:cubicBezTo>
                    <a:cubicBezTo>
                      <a:pt x="15" y="35"/>
                      <a:pt x="19" y="34"/>
                      <a:pt x="22" y="31"/>
                    </a:cubicBezTo>
                    <a:cubicBezTo>
                      <a:pt x="26" y="28"/>
                      <a:pt x="28" y="25"/>
                      <a:pt x="28" y="23"/>
                    </a:cubicBezTo>
                    <a:cubicBezTo>
                      <a:pt x="28" y="22"/>
                      <a:pt x="27" y="21"/>
                      <a:pt x="26" y="21"/>
                    </a:cubicBezTo>
                    <a:close/>
                    <a:moveTo>
                      <a:pt x="12" y="10"/>
                    </a:moveTo>
                    <a:cubicBezTo>
                      <a:pt x="14" y="7"/>
                      <a:pt x="16" y="6"/>
                      <a:pt x="17" y="6"/>
                    </a:cubicBezTo>
                    <a:cubicBezTo>
                      <a:pt x="18" y="6"/>
                      <a:pt x="19" y="6"/>
                      <a:pt x="19" y="7"/>
                    </a:cubicBezTo>
                    <a:cubicBezTo>
                      <a:pt x="19" y="7"/>
                      <a:pt x="19" y="8"/>
                      <a:pt x="19" y="8"/>
                    </a:cubicBezTo>
                    <a:cubicBezTo>
                      <a:pt x="19" y="10"/>
                      <a:pt x="18" y="12"/>
                      <a:pt x="16" y="14"/>
                    </a:cubicBezTo>
                    <a:cubicBezTo>
                      <a:pt x="13" y="16"/>
                      <a:pt x="11" y="17"/>
                      <a:pt x="7" y="18"/>
                    </a:cubicBezTo>
                    <a:cubicBezTo>
                      <a:pt x="8" y="15"/>
                      <a:pt x="10" y="12"/>
                      <a:pt x="12"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Freeform 271"/>
              <p:cNvSpPr>
                <a:spLocks/>
              </p:cNvSpPr>
              <p:nvPr/>
            </p:nvSpPr>
            <p:spPr bwMode="auto">
              <a:xfrm>
                <a:off x="2994025" y="6315075"/>
                <a:ext cx="47625" cy="55563"/>
              </a:xfrm>
              <a:custGeom>
                <a:avLst/>
                <a:gdLst>
                  <a:gd name="T0" fmla="*/ 30 w 30"/>
                  <a:gd name="T1" fmla="*/ 6 h 34"/>
                  <a:gd name="T2" fmla="*/ 28 w 30"/>
                  <a:gd name="T3" fmla="*/ 2 h 34"/>
                  <a:gd name="T4" fmla="*/ 23 w 30"/>
                  <a:gd name="T5" fmla="*/ 0 h 34"/>
                  <a:gd name="T6" fmla="*/ 15 w 30"/>
                  <a:gd name="T7" fmla="*/ 5 h 34"/>
                  <a:gd name="T8" fmla="*/ 7 w 30"/>
                  <a:gd name="T9" fmla="*/ 17 h 34"/>
                  <a:gd name="T10" fmla="*/ 6 w 30"/>
                  <a:gd name="T11" fmla="*/ 18 h 34"/>
                  <a:gd name="T12" fmla="*/ 7 w 30"/>
                  <a:gd name="T13" fmla="*/ 13 h 34"/>
                  <a:gd name="T14" fmla="*/ 8 w 30"/>
                  <a:gd name="T15" fmla="*/ 9 h 34"/>
                  <a:gd name="T16" fmla="*/ 9 w 30"/>
                  <a:gd name="T17" fmla="*/ 3 h 34"/>
                  <a:gd name="T18" fmla="*/ 8 w 30"/>
                  <a:gd name="T19" fmla="*/ 1 h 34"/>
                  <a:gd name="T20" fmla="*/ 6 w 30"/>
                  <a:gd name="T21" fmla="*/ 1 h 34"/>
                  <a:gd name="T22" fmla="*/ 3 w 30"/>
                  <a:gd name="T23" fmla="*/ 1 h 34"/>
                  <a:gd name="T24" fmla="*/ 1 w 30"/>
                  <a:gd name="T25" fmla="*/ 4 h 34"/>
                  <a:gd name="T26" fmla="*/ 1 w 30"/>
                  <a:gd name="T27" fmla="*/ 8 h 34"/>
                  <a:gd name="T28" fmla="*/ 1 w 30"/>
                  <a:gd name="T29" fmla="*/ 10 h 34"/>
                  <a:gd name="T30" fmla="*/ 0 w 30"/>
                  <a:gd name="T31" fmla="*/ 18 h 34"/>
                  <a:gd name="T32" fmla="*/ 0 w 30"/>
                  <a:gd name="T33" fmla="*/ 24 h 34"/>
                  <a:gd name="T34" fmla="*/ 1 w 30"/>
                  <a:gd name="T35" fmla="*/ 32 h 34"/>
                  <a:gd name="T36" fmla="*/ 4 w 30"/>
                  <a:gd name="T37" fmla="*/ 34 h 34"/>
                  <a:gd name="T38" fmla="*/ 7 w 30"/>
                  <a:gd name="T39" fmla="*/ 33 h 34"/>
                  <a:gd name="T40" fmla="*/ 8 w 30"/>
                  <a:gd name="T41" fmla="*/ 30 h 34"/>
                  <a:gd name="T42" fmla="*/ 14 w 30"/>
                  <a:gd name="T43" fmla="*/ 14 h 34"/>
                  <a:gd name="T44" fmla="*/ 22 w 30"/>
                  <a:gd name="T45" fmla="*/ 7 h 34"/>
                  <a:gd name="T46" fmla="*/ 24 w 30"/>
                  <a:gd name="T47" fmla="*/ 8 h 34"/>
                  <a:gd name="T48" fmla="*/ 27 w 30"/>
                  <a:gd name="T49" fmla="*/ 9 h 34"/>
                  <a:gd name="T50" fmla="*/ 29 w 30"/>
                  <a:gd name="T51" fmla="*/ 8 h 34"/>
                  <a:gd name="T52" fmla="*/ 30 w 30"/>
                  <a:gd name="T53" fmla="*/ 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34">
                    <a:moveTo>
                      <a:pt x="30" y="6"/>
                    </a:moveTo>
                    <a:cubicBezTo>
                      <a:pt x="30" y="4"/>
                      <a:pt x="29" y="3"/>
                      <a:pt x="28" y="2"/>
                    </a:cubicBezTo>
                    <a:cubicBezTo>
                      <a:pt x="26" y="1"/>
                      <a:pt x="25" y="0"/>
                      <a:pt x="23" y="0"/>
                    </a:cubicBezTo>
                    <a:cubicBezTo>
                      <a:pt x="20" y="0"/>
                      <a:pt x="17" y="2"/>
                      <a:pt x="15" y="5"/>
                    </a:cubicBezTo>
                    <a:cubicBezTo>
                      <a:pt x="12" y="8"/>
                      <a:pt x="9" y="12"/>
                      <a:pt x="7" y="17"/>
                    </a:cubicBezTo>
                    <a:cubicBezTo>
                      <a:pt x="6" y="18"/>
                      <a:pt x="6" y="18"/>
                      <a:pt x="6" y="18"/>
                    </a:cubicBezTo>
                    <a:cubicBezTo>
                      <a:pt x="7" y="13"/>
                      <a:pt x="7" y="13"/>
                      <a:pt x="7" y="13"/>
                    </a:cubicBezTo>
                    <a:cubicBezTo>
                      <a:pt x="7" y="12"/>
                      <a:pt x="7" y="10"/>
                      <a:pt x="8" y="9"/>
                    </a:cubicBezTo>
                    <a:cubicBezTo>
                      <a:pt x="9" y="6"/>
                      <a:pt x="9" y="4"/>
                      <a:pt x="9" y="3"/>
                    </a:cubicBezTo>
                    <a:cubicBezTo>
                      <a:pt x="9" y="3"/>
                      <a:pt x="9" y="2"/>
                      <a:pt x="8" y="1"/>
                    </a:cubicBezTo>
                    <a:cubicBezTo>
                      <a:pt x="8" y="1"/>
                      <a:pt x="7" y="1"/>
                      <a:pt x="6" y="1"/>
                    </a:cubicBezTo>
                    <a:cubicBezTo>
                      <a:pt x="5" y="1"/>
                      <a:pt x="4" y="1"/>
                      <a:pt x="3" y="1"/>
                    </a:cubicBezTo>
                    <a:cubicBezTo>
                      <a:pt x="2" y="2"/>
                      <a:pt x="2" y="3"/>
                      <a:pt x="1" y="4"/>
                    </a:cubicBezTo>
                    <a:cubicBezTo>
                      <a:pt x="1" y="4"/>
                      <a:pt x="1" y="6"/>
                      <a:pt x="1" y="8"/>
                    </a:cubicBezTo>
                    <a:cubicBezTo>
                      <a:pt x="1" y="8"/>
                      <a:pt x="1" y="9"/>
                      <a:pt x="1" y="10"/>
                    </a:cubicBezTo>
                    <a:cubicBezTo>
                      <a:pt x="0" y="13"/>
                      <a:pt x="0" y="16"/>
                      <a:pt x="0" y="18"/>
                    </a:cubicBezTo>
                    <a:cubicBezTo>
                      <a:pt x="0" y="21"/>
                      <a:pt x="0" y="23"/>
                      <a:pt x="0" y="24"/>
                    </a:cubicBezTo>
                    <a:cubicBezTo>
                      <a:pt x="0" y="28"/>
                      <a:pt x="0" y="30"/>
                      <a:pt x="1" y="32"/>
                    </a:cubicBezTo>
                    <a:cubicBezTo>
                      <a:pt x="1" y="33"/>
                      <a:pt x="2" y="34"/>
                      <a:pt x="4" y="34"/>
                    </a:cubicBezTo>
                    <a:cubicBezTo>
                      <a:pt x="5" y="34"/>
                      <a:pt x="6" y="34"/>
                      <a:pt x="7" y="33"/>
                    </a:cubicBezTo>
                    <a:cubicBezTo>
                      <a:pt x="7" y="33"/>
                      <a:pt x="8" y="31"/>
                      <a:pt x="8" y="30"/>
                    </a:cubicBezTo>
                    <a:cubicBezTo>
                      <a:pt x="9" y="24"/>
                      <a:pt x="11" y="19"/>
                      <a:pt x="14" y="14"/>
                    </a:cubicBezTo>
                    <a:cubicBezTo>
                      <a:pt x="18" y="9"/>
                      <a:pt x="21" y="7"/>
                      <a:pt x="22" y="7"/>
                    </a:cubicBezTo>
                    <a:cubicBezTo>
                      <a:pt x="22" y="7"/>
                      <a:pt x="23" y="7"/>
                      <a:pt x="24" y="8"/>
                    </a:cubicBezTo>
                    <a:cubicBezTo>
                      <a:pt x="25" y="9"/>
                      <a:pt x="26" y="9"/>
                      <a:pt x="27" y="9"/>
                    </a:cubicBezTo>
                    <a:cubicBezTo>
                      <a:pt x="28" y="9"/>
                      <a:pt x="29" y="9"/>
                      <a:pt x="29" y="8"/>
                    </a:cubicBezTo>
                    <a:cubicBezTo>
                      <a:pt x="29" y="8"/>
                      <a:pt x="30" y="7"/>
                      <a:pt x="3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 name="Freeform 272"/>
              <p:cNvSpPr>
                <a:spLocks/>
              </p:cNvSpPr>
              <p:nvPr/>
            </p:nvSpPr>
            <p:spPr bwMode="auto">
              <a:xfrm>
                <a:off x="3040063" y="6313488"/>
                <a:ext cx="42862" cy="57150"/>
              </a:xfrm>
              <a:custGeom>
                <a:avLst/>
                <a:gdLst>
                  <a:gd name="T0" fmla="*/ 25 w 26"/>
                  <a:gd name="T1" fmla="*/ 24 h 35"/>
                  <a:gd name="T2" fmla="*/ 21 w 26"/>
                  <a:gd name="T3" fmla="*/ 25 h 35"/>
                  <a:gd name="T4" fmla="*/ 11 w 26"/>
                  <a:gd name="T5" fmla="*/ 29 h 35"/>
                  <a:gd name="T6" fmla="*/ 7 w 26"/>
                  <a:gd name="T7" fmla="*/ 25 h 35"/>
                  <a:gd name="T8" fmla="*/ 11 w 26"/>
                  <a:gd name="T9" fmla="*/ 13 h 35"/>
                  <a:gd name="T10" fmla="*/ 17 w 26"/>
                  <a:gd name="T11" fmla="*/ 6 h 35"/>
                  <a:gd name="T12" fmla="*/ 18 w 26"/>
                  <a:gd name="T13" fmla="*/ 9 h 35"/>
                  <a:gd name="T14" fmla="*/ 22 w 26"/>
                  <a:gd name="T15" fmla="*/ 13 h 35"/>
                  <a:gd name="T16" fmla="*/ 24 w 26"/>
                  <a:gd name="T17" fmla="*/ 12 h 35"/>
                  <a:gd name="T18" fmla="*/ 25 w 26"/>
                  <a:gd name="T19" fmla="*/ 9 h 35"/>
                  <a:gd name="T20" fmla="*/ 23 w 26"/>
                  <a:gd name="T21" fmla="*/ 3 h 35"/>
                  <a:gd name="T22" fmla="*/ 18 w 26"/>
                  <a:gd name="T23" fmla="*/ 0 h 35"/>
                  <a:gd name="T24" fmla="*/ 6 w 26"/>
                  <a:gd name="T25" fmla="*/ 9 h 35"/>
                  <a:gd name="T26" fmla="*/ 0 w 26"/>
                  <a:gd name="T27" fmla="*/ 25 h 35"/>
                  <a:gd name="T28" fmla="*/ 2 w 26"/>
                  <a:gd name="T29" fmla="*/ 32 h 35"/>
                  <a:gd name="T30" fmla="*/ 10 w 26"/>
                  <a:gd name="T31" fmla="*/ 35 h 35"/>
                  <a:gd name="T32" fmla="*/ 21 w 26"/>
                  <a:gd name="T33" fmla="*/ 31 h 35"/>
                  <a:gd name="T34" fmla="*/ 26 w 26"/>
                  <a:gd name="T35" fmla="*/ 25 h 35"/>
                  <a:gd name="T36" fmla="*/ 25 w 26"/>
                  <a:gd name="T37" fmla="*/ 2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35">
                    <a:moveTo>
                      <a:pt x="25" y="24"/>
                    </a:moveTo>
                    <a:cubicBezTo>
                      <a:pt x="24" y="24"/>
                      <a:pt x="22" y="24"/>
                      <a:pt x="21" y="25"/>
                    </a:cubicBezTo>
                    <a:cubicBezTo>
                      <a:pt x="18" y="28"/>
                      <a:pt x="14" y="29"/>
                      <a:pt x="11" y="29"/>
                    </a:cubicBezTo>
                    <a:cubicBezTo>
                      <a:pt x="8" y="29"/>
                      <a:pt x="7" y="28"/>
                      <a:pt x="7" y="25"/>
                    </a:cubicBezTo>
                    <a:cubicBezTo>
                      <a:pt x="7" y="21"/>
                      <a:pt x="8" y="18"/>
                      <a:pt x="11" y="13"/>
                    </a:cubicBezTo>
                    <a:cubicBezTo>
                      <a:pt x="13" y="9"/>
                      <a:pt x="15" y="6"/>
                      <a:pt x="17" y="6"/>
                    </a:cubicBezTo>
                    <a:cubicBezTo>
                      <a:pt x="17" y="6"/>
                      <a:pt x="18" y="7"/>
                      <a:pt x="18" y="9"/>
                    </a:cubicBezTo>
                    <a:cubicBezTo>
                      <a:pt x="19" y="12"/>
                      <a:pt x="20" y="13"/>
                      <a:pt x="22" y="13"/>
                    </a:cubicBezTo>
                    <a:cubicBezTo>
                      <a:pt x="22" y="13"/>
                      <a:pt x="23" y="13"/>
                      <a:pt x="24" y="12"/>
                    </a:cubicBezTo>
                    <a:cubicBezTo>
                      <a:pt x="24" y="12"/>
                      <a:pt x="25" y="10"/>
                      <a:pt x="25" y="9"/>
                    </a:cubicBezTo>
                    <a:cubicBezTo>
                      <a:pt x="25" y="6"/>
                      <a:pt x="24" y="5"/>
                      <a:pt x="23" y="3"/>
                    </a:cubicBezTo>
                    <a:cubicBezTo>
                      <a:pt x="21" y="1"/>
                      <a:pt x="20" y="0"/>
                      <a:pt x="18" y="0"/>
                    </a:cubicBezTo>
                    <a:cubicBezTo>
                      <a:pt x="14" y="0"/>
                      <a:pt x="10" y="3"/>
                      <a:pt x="6" y="9"/>
                    </a:cubicBezTo>
                    <a:cubicBezTo>
                      <a:pt x="2" y="14"/>
                      <a:pt x="0" y="20"/>
                      <a:pt x="0" y="25"/>
                    </a:cubicBezTo>
                    <a:cubicBezTo>
                      <a:pt x="0" y="28"/>
                      <a:pt x="0" y="31"/>
                      <a:pt x="2" y="32"/>
                    </a:cubicBezTo>
                    <a:cubicBezTo>
                      <a:pt x="4" y="34"/>
                      <a:pt x="6" y="35"/>
                      <a:pt x="10" y="35"/>
                    </a:cubicBezTo>
                    <a:cubicBezTo>
                      <a:pt x="14" y="35"/>
                      <a:pt x="17" y="34"/>
                      <a:pt x="21" y="31"/>
                    </a:cubicBezTo>
                    <a:cubicBezTo>
                      <a:pt x="24" y="29"/>
                      <a:pt x="26" y="27"/>
                      <a:pt x="26" y="25"/>
                    </a:cubicBezTo>
                    <a:cubicBezTo>
                      <a:pt x="26" y="24"/>
                      <a:pt x="26" y="24"/>
                      <a:pt x="25"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 name="Freeform 273"/>
              <p:cNvSpPr>
                <a:spLocks/>
              </p:cNvSpPr>
              <p:nvPr/>
            </p:nvSpPr>
            <p:spPr bwMode="auto">
              <a:xfrm>
                <a:off x="3092450" y="6316663"/>
                <a:ext cx="17462" cy="53975"/>
              </a:xfrm>
              <a:custGeom>
                <a:avLst/>
                <a:gdLst>
                  <a:gd name="T0" fmla="*/ 7 w 11"/>
                  <a:gd name="T1" fmla="*/ 0 h 33"/>
                  <a:gd name="T2" fmla="*/ 4 w 11"/>
                  <a:gd name="T3" fmla="*/ 2 h 33"/>
                  <a:gd name="T4" fmla="*/ 4 w 11"/>
                  <a:gd name="T5" fmla="*/ 5 h 33"/>
                  <a:gd name="T6" fmla="*/ 3 w 11"/>
                  <a:gd name="T7" fmla="*/ 12 h 33"/>
                  <a:gd name="T8" fmla="*/ 3 w 11"/>
                  <a:gd name="T9" fmla="*/ 12 h 33"/>
                  <a:gd name="T10" fmla="*/ 2 w 11"/>
                  <a:gd name="T11" fmla="*/ 15 h 33"/>
                  <a:gd name="T12" fmla="*/ 0 w 11"/>
                  <a:gd name="T13" fmla="*/ 27 h 33"/>
                  <a:gd name="T14" fmla="*/ 4 w 11"/>
                  <a:gd name="T15" fmla="*/ 33 h 33"/>
                  <a:gd name="T16" fmla="*/ 7 w 11"/>
                  <a:gd name="T17" fmla="*/ 32 h 33"/>
                  <a:gd name="T18" fmla="*/ 8 w 11"/>
                  <a:gd name="T19" fmla="*/ 30 h 33"/>
                  <a:gd name="T20" fmla="*/ 8 w 11"/>
                  <a:gd name="T21" fmla="*/ 29 h 33"/>
                  <a:gd name="T22" fmla="*/ 7 w 11"/>
                  <a:gd name="T23" fmla="*/ 24 h 33"/>
                  <a:gd name="T24" fmla="*/ 8 w 11"/>
                  <a:gd name="T25" fmla="*/ 18 h 33"/>
                  <a:gd name="T26" fmla="*/ 10 w 11"/>
                  <a:gd name="T27" fmla="*/ 9 h 33"/>
                  <a:gd name="T28" fmla="*/ 10 w 11"/>
                  <a:gd name="T29" fmla="*/ 8 h 33"/>
                  <a:gd name="T30" fmla="*/ 11 w 11"/>
                  <a:gd name="T31" fmla="*/ 3 h 33"/>
                  <a:gd name="T32" fmla="*/ 10 w 11"/>
                  <a:gd name="T33" fmla="*/ 1 h 33"/>
                  <a:gd name="T34" fmla="*/ 7 w 11"/>
                  <a:gd name="T35"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33">
                    <a:moveTo>
                      <a:pt x="7" y="0"/>
                    </a:moveTo>
                    <a:cubicBezTo>
                      <a:pt x="6" y="0"/>
                      <a:pt x="5" y="1"/>
                      <a:pt x="4" y="2"/>
                    </a:cubicBezTo>
                    <a:cubicBezTo>
                      <a:pt x="3" y="3"/>
                      <a:pt x="4" y="4"/>
                      <a:pt x="4" y="5"/>
                    </a:cubicBezTo>
                    <a:cubicBezTo>
                      <a:pt x="4" y="6"/>
                      <a:pt x="3" y="8"/>
                      <a:pt x="3" y="12"/>
                    </a:cubicBezTo>
                    <a:cubicBezTo>
                      <a:pt x="3" y="12"/>
                      <a:pt x="3" y="12"/>
                      <a:pt x="3" y="12"/>
                    </a:cubicBezTo>
                    <a:cubicBezTo>
                      <a:pt x="3" y="13"/>
                      <a:pt x="2" y="14"/>
                      <a:pt x="2" y="15"/>
                    </a:cubicBezTo>
                    <a:cubicBezTo>
                      <a:pt x="1" y="20"/>
                      <a:pt x="0" y="24"/>
                      <a:pt x="0" y="27"/>
                    </a:cubicBezTo>
                    <a:cubicBezTo>
                      <a:pt x="0" y="31"/>
                      <a:pt x="2" y="33"/>
                      <a:pt x="4" y="33"/>
                    </a:cubicBezTo>
                    <a:cubicBezTo>
                      <a:pt x="5" y="33"/>
                      <a:pt x="6" y="33"/>
                      <a:pt x="7" y="32"/>
                    </a:cubicBezTo>
                    <a:cubicBezTo>
                      <a:pt x="8" y="31"/>
                      <a:pt x="8" y="31"/>
                      <a:pt x="8" y="30"/>
                    </a:cubicBezTo>
                    <a:cubicBezTo>
                      <a:pt x="8" y="30"/>
                      <a:pt x="8" y="30"/>
                      <a:pt x="8" y="29"/>
                    </a:cubicBezTo>
                    <a:cubicBezTo>
                      <a:pt x="8" y="27"/>
                      <a:pt x="7" y="25"/>
                      <a:pt x="7" y="24"/>
                    </a:cubicBezTo>
                    <a:cubicBezTo>
                      <a:pt x="7" y="23"/>
                      <a:pt x="8" y="21"/>
                      <a:pt x="8" y="18"/>
                    </a:cubicBezTo>
                    <a:cubicBezTo>
                      <a:pt x="8" y="16"/>
                      <a:pt x="9" y="13"/>
                      <a:pt x="10" y="9"/>
                    </a:cubicBezTo>
                    <a:cubicBezTo>
                      <a:pt x="10" y="8"/>
                      <a:pt x="10" y="8"/>
                      <a:pt x="10" y="8"/>
                    </a:cubicBezTo>
                    <a:cubicBezTo>
                      <a:pt x="11" y="6"/>
                      <a:pt x="11" y="4"/>
                      <a:pt x="11" y="3"/>
                    </a:cubicBezTo>
                    <a:cubicBezTo>
                      <a:pt x="11" y="2"/>
                      <a:pt x="11" y="2"/>
                      <a:pt x="10" y="1"/>
                    </a:cubicBezTo>
                    <a:cubicBezTo>
                      <a:pt x="9" y="0"/>
                      <a:pt x="8"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 name="Freeform 274"/>
              <p:cNvSpPr>
                <a:spLocks/>
              </p:cNvSpPr>
              <p:nvPr/>
            </p:nvSpPr>
            <p:spPr bwMode="auto">
              <a:xfrm>
                <a:off x="3103563" y="6289675"/>
                <a:ext cx="15875" cy="14288"/>
              </a:xfrm>
              <a:custGeom>
                <a:avLst/>
                <a:gdLst>
                  <a:gd name="T0" fmla="*/ 10 w 10"/>
                  <a:gd name="T1" fmla="*/ 4 h 9"/>
                  <a:gd name="T2" fmla="*/ 8 w 10"/>
                  <a:gd name="T3" fmla="*/ 1 h 9"/>
                  <a:gd name="T4" fmla="*/ 5 w 10"/>
                  <a:gd name="T5" fmla="*/ 0 h 9"/>
                  <a:gd name="T6" fmla="*/ 1 w 10"/>
                  <a:gd name="T7" fmla="*/ 1 h 9"/>
                  <a:gd name="T8" fmla="*/ 0 w 10"/>
                  <a:gd name="T9" fmla="*/ 5 h 9"/>
                  <a:gd name="T10" fmla="*/ 1 w 10"/>
                  <a:gd name="T11" fmla="*/ 8 h 9"/>
                  <a:gd name="T12" fmla="*/ 4 w 10"/>
                  <a:gd name="T13" fmla="*/ 9 h 9"/>
                  <a:gd name="T14" fmla="*/ 8 w 10"/>
                  <a:gd name="T15" fmla="*/ 8 h 9"/>
                  <a:gd name="T16" fmla="*/ 10 w 10"/>
                  <a:gd name="T1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9">
                    <a:moveTo>
                      <a:pt x="10" y="4"/>
                    </a:moveTo>
                    <a:cubicBezTo>
                      <a:pt x="10" y="3"/>
                      <a:pt x="9" y="2"/>
                      <a:pt x="8" y="1"/>
                    </a:cubicBezTo>
                    <a:cubicBezTo>
                      <a:pt x="8" y="0"/>
                      <a:pt x="6" y="0"/>
                      <a:pt x="5" y="0"/>
                    </a:cubicBezTo>
                    <a:cubicBezTo>
                      <a:pt x="3" y="0"/>
                      <a:pt x="2" y="0"/>
                      <a:pt x="1" y="1"/>
                    </a:cubicBezTo>
                    <a:cubicBezTo>
                      <a:pt x="0" y="2"/>
                      <a:pt x="0" y="3"/>
                      <a:pt x="0" y="5"/>
                    </a:cubicBezTo>
                    <a:cubicBezTo>
                      <a:pt x="0" y="6"/>
                      <a:pt x="0" y="7"/>
                      <a:pt x="1" y="8"/>
                    </a:cubicBezTo>
                    <a:cubicBezTo>
                      <a:pt x="2" y="9"/>
                      <a:pt x="3" y="9"/>
                      <a:pt x="4" y="9"/>
                    </a:cubicBezTo>
                    <a:cubicBezTo>
                      <a:pt x="5" y="9"/>
                      <a:pt x="6" y="9"/>
                      <a:pt x="8" y="8"/>
                    </a:cubicBezTo>
                    <a:cubicBezTo>
                      <a:pt x="9" y="7"/>
                      <a:pt x="10" y="5"/>
                      <a:pt x="1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 name="Freeform 275"/>
              <p:cNvSpPr>
                <a:spLocks/>
              </p:cNvSpPr>
              <p:nvPr/>
            </p:nvSpPr>
            <p:spPr bwMode="auto">
              <a:xfrm>
                <a:off x="3114675" y="6311900"/>
                <a:ext cx="39687" cy="60325"/>
              </a:xfrm>
              <a:custGeom>
                <a:avLst/>
                <a:gdLst>
                  <a:gd name="T0" fmla="*/ 14 w 25"/>
                  <a:gd name="T1" fmla="*/ 8 h 37"/>
                  <a:gd name="T2" fmla="*/ 20 w 25"/>
                  <a:gd name="T3" fmla="*/ 6 h 37"/>
                  <a:gd name="T4" fmla="*/ 21 w 25"/>
                  <a:gd name="T5" fmla="*/ 7 h 37"/>
                  <a:gd name="T6" fmla="*/ 22 w 25"/>
                  <a:gd name="T7" fmla="*/ 7 h 37"/>
                  <a:gd name="T8" fmla="*/ 24 w 25"/>
                  <a:gd name="T9" fmla="*/ 6 h 37"/>
                  <a:gd name="T10" fmla="*/ 25 w 25"/>
                  <a:gd name="T11" fmla="*/ 4 h 37"/>
                  <a:gd name="T12" fmla="*/ 20 w 25"/>
                  <a:gd name="T13" fmla="*/ 0 h 37"/>
                  <a:gd name="T14" fmla="*/ 9 w 25"/>
                  <a:gd name="T15" fmla="*/ 4 h 37"/>
                  <a:gd name="T16" fmla="*/ 3 w 25"/>
                  <a:gd name="T17" fmla="*/ 13 h 37"/>
                  <a:gd name="T18" fmla="*/ 5 w 25"/>
                  <a:gd name="T19" fmla="*/ 18 h 37"/>
                  <a:gd name="T20" fmla="*/ 13 w 25"/>
                  <a:gd name="T21" fmla="*/ 23 h 37"/>
                  <a:gd name="T22" fmla="*/ 18 w 25"/>
                  <a:gd name="T23" fmla="*/ 27 h 37"/>
                  <a:gd name="T24" fmla="*/ 14 w 25"/>
                  <a:gd name="T25" fmla="*/ 29 h 37"/>
                  <a:gd name="T26" fmla="*/ 8 w 25"/>
                  <a:gd name="T27" fmla="*/ 30 h 37"/>
                  <a:gd name="T28" fmla="*/ 6 w 25"/>
                  <a:gd name="T29" fmla="*/ 30 h 37"/>
                  <a:gd name="T30" fmla="*/ 4 w 25"/>
                  <a:gd name="T31" fmla="*/ 29 h 37"/>
                  <a:gd name="T32" fmla="*/ 1 w 25"/>
                  <a:gd name="T33" fmla="*/ 30 h 37"/>
                  <a:gd name="T34" fmla="*/ 0 w 25"/>
                  <a:gd name="T35" fmla="*/ 33 h 37"/>
                  <a:gd name="T36" fmla="*/ 6 w 25"/>
                  <a:gd name="T37" fmla="*/ 37 h 37"/>
                  <a:gd name="T38" fmla="*/ 19 w 25"/>
                  <a:gd name="T39" fmla="*/ 34 h 37"/>
                  <a:gd name="T40" fmla="*/ 25 w 25"/>
                  <a:gd name="T41" fmla="*/ 26 h 37"/>
                  <a:gd name="T42" fmla="*/ 23 w 25"/>
                  <a:gd name="T43" fmla="*/ 22 h 37"/>
                  <a:gd name="T44" fmla="*/ 16 w 25"/>
                  <a:gd name="T45" fmla="*/ 17 h 37"/>
                  <a:gd name="T46" fmla="*/ 12 w 25"/>
                  <a:gd name="T47" fmla="*/ 15 h 37"/>
                  <a:gd name="T48" fmla="*/ 10 w 25"/>
                  <a:gd name="T49" fmla="*/ 12 h 37"/>
                  <a:gd name="T50" fmla="*/ 14 w 25"/>
                  <a:gd name="T51" fmla="*/ 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5" h="37">
                    <a:moveTo>
                      <a:pt x="14" y="8"/>
                    </a:moveTo>
                    <a:cubicBezTo>
                      <a:pt x="16" y="7"/>
                      <a:pt x="18" y="6"/>
                      <a:pt x="20" y="6"/>
                    </a:cubicBezTo>
                    <a:cubicBezTo>
                      <a:pt x="20" y="6"/>
                      <a:pt x="20" y="7"/>
                      <a:pt x="21" y="7"/>
                    </a:cubicBezTo>
                    <a:cubicBezTo>
                      <a:pt x="21" y="7"/>
                      <a:pt x="22" y="7"/>
                      <a:pt x="22" y="7"/>
                    </a:cubicBezTo>
                    <a:cubicBezTo>
                      <a:pt x="23" y="7"/>
                      <a:pt x="23" y="7"/>
                      <a:pt x="24" y="6"/>
                    </a:cubicBezTo>
                    <a:cubicBezTo>
                      <a:pt x="25" y="6"/>
                      <a:pt x="25" y="5"/>
                      <a:pt x="25" y="4"/>
                    </a:cubicBezTo>
                    <a:cubicBezTo>
                      <a:pt x="25" y="1"/>
                      <a:pt x="23" y="0"/>
                      <a:pt x="20" y="0"/>
                    </a:cubicBezTo>
                    <a:cubicBezTo>
                      <a:pt x="17" y="0"/>
                      <a:pt x="13" y="1"/>
                      <a:pt x="9" y="4"/>
                    </a:cubicBezTo>
                    <a:cubicBezTo>
                      <a:pt x="5" y="6"/>
                      <a:pt x="3" y="10"/>
                      <a:pt x="3" y="13"/>
                    </a:cubicBezTo>
                    <a:cubicBezTo>
                      <a:pt x="3" y="15"/>
                      <a:pt x="4" y="16"/>
                      <a:pt x="5" y="18"/>
                    </a:cubicBezTo>
                    <a:cubicBezTo>
                      <a:pt x="6" y="19"/>
                      <a:pt x="8" y="21"/>
                      <a:pt x="13" y="23"/>
                    </a:cubicBezTo>
                    <a:cubicBezTo>
                      <a:pt x="16" y="25"/>
                      <a:pt x="18" y="26"/>
                      <a:pt x="18" y="27"/>
                    </a:cubicBezTo>
                    <a:cubicBezTo>
                      <a:pt x="17" y="28"/>
                      <a:pt x="16" y="29"/>
                      <a:pt x="14" y="29"/>
                    </a:cubicBezTo>
                    <a:cubicBezTo>
                      <a:pt x="12" y="30"/>
                      <a:pt x="10" y="30"/>
                      <a:pt x="8" y="30"/>
                    </a:cubicBezTo>
                    <a:cubicBezTo>
                      <a:pt x="7" y="30"/>
                      <a:pt x="6" y="30"/>
                      <a:pt x="6" y="30"/>
                    </a:cubicBezTo>
                    <a:cubicBezTo>
                      <a:pt x="5" y="29"/>
                      <a:pt x="4" y="29"/>
                      <a:pt x="4" y="29"/>
                    </a:cubicBezTo>
                    <a:cubicBezTo>
                      <a:pt x="3" y="29"/>
                      <a:pt x="2" y="30"/>
                      <a:pt x="1" y="30"/>
                    </a:cubicBezTo>
                    <a:cubicBezTo>
                      <a:pt x="0" y="31"/>
                      <a:pt x="0" y="32"/>
                      <a:pt x="0" y="33"/>
                    </a:cubicBezTo>
                    <a:cubicBezTo>
                      <a:pt x="0" y="35"/>
                      <a:pt x="2" y="37"/>
                      <a:pt x="6" y="37"/>
                    </a:cubicBezTo>
                    <a:cubicBezTo>
                      <a:pt x="10" y="37"/>
                      <a:pt x="15" y="36"/>
                      <a:pt x="19" y="34"/>
                    </a:cubicBezTo>
                    <a:cubicBezTo>
                      <a:pt x="23" y="32"/>
                      <a:pt x="25" y="29"/>
                      <a:pt x="25" y="26"/>
                    </a:cubicBezTo>
                    <a:cubicBezTo>
                      <a:pt x="25" y="25"/>
                      <a:pt x="24" y="23"/>
                      <a:pt x="23" y="22"/>
                    </a:cubicBezTo>
                    <a:cubicBezTo>
                      <a:pt x="22" y="21"/>
                      <a:pt x="20" y="19"/>
                      <a:pt x="16" y="17"/>
                    </a:cubicBezTo>
                    <a:cubicBezTo>
                      <a:pt x="14" y="16"/>
                      <a:pt x="12" y="15"/>
                      <a:pt x="12" y="15"/>
                    </a:cubicBezTo>
                    <a:cubicBezTo>
                      <a:pt x="11" y="14"/>
                      <a:pt x="10" y="13"/>
                      <a:pt x="10" y="12"/>
                    </a:cubicBezTo>
                    <a:cubicBezTo>
                      <a:pt x="10" y="11"/>
                      <a:pt x="12" y="9"/>
                      <a:pt x="14"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 name="Freeform 276"/>
              <p:cNvSpPr>
                <a:spLocks noEditPoints="1"/>
              </p:cNvSpPr>
              <p:nvPr/>
            </p:nvSpPr>
            <p:spPr bwMode="auto">
              <a:xfrm>
                <a:off x="3159125" y="6313488"/>
                <a:ext cx="47625" cy="57150"/>
              </a:xfrm>
              <a:custGeom>
                <a:avLst/>
                <a:gdLst>
                  <a:gd name="T0" fmla="*/ 27 w 29"/>
                  <a:gd name="T1" fmla="*/ 21 h 35"/>
                  <a:gd name="T2" fmla="*/ 25 w 29"/>
                  <a:gd name="T3" fmla="*/ 22 h 35"/>
                  <a:gd name="T4" fmla="*/ 13 w 29"/>
                  <a:gd name="T5" fmla="*/ 29 h 35"/>
                  <a:gd name="T6" fmla="*/ 9 w 29"/>
                  <a:gd name="T7" fmla="*/ 27 h 35"/>
                  <a:gd name="T8" fmla="*/ 8 w 29"/>
                  <a:gd name="T9" fmla="*/ 25 h 35"/>
                  <a:gd name="T10" fmla="*/ 9 w 29"/>
                  <a:gd name="T11" fmla="*/ 23 h 35"/>
                  <a:gd name="T12" fmla="*/ 22 w 29"/>
                  <a:gd name="T13" fmla="*/ 17 h 35"/>
                  <a:gd name="T14" fmla="*/ 27 w 29"/>
                  <a:gd name="T15" fmla="*/ 7 h 35"/>
                  <a:gd name="T16" fmla="*/ 25 w 29"/>
                  <a:gd name="T17" fmla="*/ 2 h 35"/>
                  <a:gd name="T18" fmla="*/ 19 w 29"/>
                  <a:gd name="T19" fmla="*/ 0 h 35"/>
                  <a:gd name="T20" fmla="*/ 6 w 29"/>
                  <a:gd name="T21" fmla="*/ 7 h 35"/>
                  <a:gd name="T22" fmla="*/ 0 w 29"/>
                  <a:gd name="T23" fmla="*/ 23 h 35"/>
                  <a:gd name="T24" fmla="*/ 3 w 29"/>
                  <a:gd name="T25" fmla="*/ 32 h 35"/>
                  <a:gd name="T26" fmla="*/ 11 w 29"/>
                  <a:gd name="T27" fmla="*/ 35 h 35"/>
                  <a:gd name="T28" fmla="*/ 23 w 29"/>
                  <a:gd name="T29" fmla="*/ 31 h 35"/>
                  <a:gd name="T30" fmla="*/ 29 w 29"/>
                  <a:gd name="T31" fmla="*/ 23 h 35"/>
                  <a:gd name="T32" fmla="*/ 27 w 29"/>
                  <a:gd name="T33" fmla="*/ 21 h 35"/>
                  <a:gd name="T34" fmla="*/ 13 w 29"/>
                  <a:gd name="T35" fmla="*/ 10 h 35"/>
                  <a:gd name="T36" fmla="*/ 18 w 29"/>
                  <a:gd name="T37" fmla="*/ 6 h 35"/>
                  <a:gd name="T38" fmla="*/ 20 w 29"/>
                  <a:gd name="T39" fmla="*/ 7 h 35"/>
                  <a:gd name="T40" fmla="*/ 20 w 29"/>
                  <a:gd name="T41" fmla="*/ 8 h 35"/>
                  <a:gd name="T42" fmla="*/ 17 w 29"/>
                  <a:gd name="T43" fmla="*/ 14 h 35"/>
                  <a:gd name="T44" fmla="*/ 8 w 29"/>
                  <a:gd name="T45" fmla="*/ 18 h 35"/>
                  <a:gd name="T46" fmla="*/ 13 w 29"/>
                  <a:gd name="T47"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35">
                    <a:moveTo>
                      <a:pt x="27" y="21"/>
                    </a:moveTo>
                    <a:cubicBezTo>
                      <a:pt x="26" y="21"/>
                      <a:pt x="25" y="22"/>
                      <a:pt x="25" y="22"/>
                    </a:cubicBezTo>
                    <a:cubicBezTo>
                      <a:pt x="21" y="27"/>
                      <a:pt x="17" y="29"/>
                      <a:pt x="13" y="29"/>
                    </a:cubicBezTo>
                    <a:cubicBezTo>
                      <a:pt x="11" y="29"/>
                      <a:pt x="10" y="28"/>
                      <a:pt x="9" y="27"/>
                    </a:cubicBezTo>
                    <a:cubicBezTo>
                      <a:pt x="8" y="26"/>
                      <a:pt x="8" y="26"/>
                      <a:pt x="8" y="25"/>
                    </a:cubicBezTo>
                    <a:cubicBezTo>
                      <a:pt x="8" y="24"/>
                      <a:pt x="8" y="24"/>
                      <a:pt x="9" y="23"/>
                    </a:cubicBezTo>
                    <a:cubicBezTo>
                      <a:pt x="14" y="22"/>
                      <a:pt x="18" y="20"/>
                      <a:pt x="22" y="17"/>
                    </a:cubicBezTo>
                    <a:cubicBezTo>
                      <a:pt x="25" y="14"/>
                      <a:pt x="27" y="10"/>
                      <a:pt x="27" y="7"/>
                    </a:cubicBezTo>
                    <a:cubicBezTo>
                      <a:pt x="27" y="5"/>
                      <a:pt x="26" y="3"/>
                      <a:pt x="25" y="2"/>
                    </a:cubicBezTo>
                    <a:cubicBezTo>
                      <a:pt x="23" y="0"/>
                      <a:pt x="21" y="0"/>
                      <a:pt x="19" y="0"/>
                    </a:cubicBezTo>
                    <a:cubicBezTo>
                      <a:pt x="15" y="0"/>
                      <a:pt x="10" y="2"/>
                      <a:pt x="6" y="7"/>
                    </a:cubicBezTo>
                    <a:cubicBezTo>
                      <a:pt x="2" y="12"/>
                      <a:pt x="0" y="17"/>
                      <a:pt x="0" y="23"/>
                    </a:cubicBezTo>
                    <a:cubicBezTo>
                      <a:pt x="0" y="27"/>
                      <a:pt x="1" y="30"/>
                      <a:pt x="3" y="32"/>
                    </a:cubicBezTo>
                    <a:cubicBezTo>
                      <a:pt x="5" y="34"/>
                      <a:pt x="8" y="35"/>
                      <a:pt x="11" y="35"/>
                    </a:cubicBezTo>
                    <a:cubicBezTo>
                      <a:pt x="16" y="35"/>
                      <a:pt x="20" y="34"/>
                      <a:pt x="23" y="31"/>
                    </a:cubicBezTo>
                    <a:cubicBezTo>
                      <a:pt x="27" y="28"/>
                      <a:pt x="29" y="25"/>
                      <a:pt x="29" y="23"/>
                    </a:cubicBezTo>
                    <a:cubicBezTo>
                      <a:pt x="29" y="22"/>
                      <a:pt x="28" y="21"/>
                      <a:pt x="27" y="21"/>
                    </a:cubicBezTo>
                    <a:close/>
                    <a:moveTo>
                      <a:pt x="13" y="10"/>
                    </a:moveTo>
                    <a:cubicBezTo>
                      <a:pt x="15" y="7"/>
                      <a:pt x="17" y="6"/>
                      <a:pt x="18" y="6"/>
                    </a:cubicBezTo>
                    <a:cubicBezTo>
                      <a:pt x="19" y="6"/>
                      <a:pt x="19" y="6"/>
                      <a:pt x="20" y="7"/>
                    </a:cubicBezTo>
                    <a:cubicBezTo>
                      <a:pt x="20" y="7"/>
                      <a:pt x="20" y="8"/>
                      <a:pt x="20" y="8"/>
                    </a:cubicBezTo>
                    <a:cubicBezTo>
                      <a:pt x="20" y="10"/>
                      <a:pt x="19" y="12"/>
                      <a:pt x="17" y="14"/>
                    </a:cubicBezTo>
                    <a:cubicBezTo>
                      <a:pt x="14" y="16"/>
                      <a:pt x="12" y="17"/>
                      <a:pt x="8" y="18"/>
                    </a:cubicBezTo>
                    <a:cubicBezTo>
                      <a:pt x="9" y="15"/>
                      <a:pt x="10" y="12"/>
                      <a:pt x="1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264" name="组合 263"/>
          <p:cNvGrpSpPr/>
          <p:nvPr/>
        </p:nvGrpSpPr>
        <p:grpSpPr>
          <a:xfrm>
            <a:off x="6324600" y="4865688"/>
            <a:ext cx="1414463" cy="1417638"/>
            <a:chOff x="6324600" y="4865688"/>
            <a:chExt cx="1414463" cy="1417638"/>
          </a:xfrm>
          <a:solidFill>
            <a:schemeClr val="tx1">
              <a:lumMod val="65000"/>
              <a:lumOff val="35000"/>
            </a:schemeClr>
          </a:solidFill>
        </p:grpSpPr>
        <p:sp>
          <p:nvSpPr>
            <p:cNvPr id="265" name="Freeform 280"/>
            <p:cNvSpPr>
              <a:spLocks/>
            </p:cNvSpPr>
            <p:nvPr/>
          </p:nvSpPr>
          <p:spPr bwMode="auto">
            <a:xfrm>
              <a:off x="7170738" y="5916613"/>
              <a:ext cx="77788" cy="203200"/>
            </a:xfrm>
            <a:custGeom>
              <a:avLst/>
              <a:gdLst>
                <a:gd name="T0" fmla="*/ 17 w 52"/>
                <a:gd name="T1" fmla="*/ 0 h 136"/>
                <a:gd name="T2" fmla="*/ 19 w 52"/>
                <a:gd name="T3" fmla="*/ 26 h 136"/>
                <a:gd name="T4" fmla="*/ 20 w 52"/>
                <a:gd name="T5" fmla="*/ 84 h 136"/>
                <a:gd name="T6" fmla="*/ 0 w 52"/>
                <a:gd name="T7" fmla="*/ 110 h 136"/>
                <a:gd name="T8" fmla="*/ 26 w 52"/>
                <a:gd name="T9" fmla="*/ 136 h 136"/>
                <a:gd name="T10" fmla="*/ 52 w 52"/>
                <a:gd name="T11" fmla="*/ 110 h 136"/>
                <a:gd name="T12" fmla="*/ 32 w 52"/>
                <a:gd name="T13" fmla="*/ 85 h 136"/>
                <a:gd name="T14" fmla="*/ 31 w 52"/>
                <a:gd name="T15" fmla="*/ 30 h 136"/>
                <a:gd name="T16" fmla="*/ 29 w 52"/>
                <a:gd name="T17" fmla="*/ 4 h 136"/>
                <a:gd name="T18" fmla="*/ 17 w 52"/>
                <a:gd name="T19"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136">
                  <a:moveTo>
                    <a:pt x="17" y="0"/>
                  </a:moveTo>
                  <a:cubicBezTo>
                    <a:pt x="17" y="8"/>
                    <a:pt x="18" y="17"/>
                    <a:pt x="19" y="26"/>
                  </a:cubicBezTo>
                  <a:cubicBezTo>
                    <a:pt x="20" y="45"/>
                    <a:pt x="20" y="64"/>
                    <a:pt x="20" y="84"/>
                  </a:cubicBezTo>
                  <a:cubicBezTo>
                    <a:pt x="9" y="87"/>
                    <a:pt x="0" y="97"/>
                    <a:pt x="0" y="110"/>
                  </a:cubicBezTo>
                  <a:cubicBezTo>
                    <a:pt x="0" y="124"/>
                    <a:pt x="11" y="136"/>
                    <a:pt x="26" y="136"/>
                  </a:cubicBezTo>
                  <a:cubicBezTo>
                    <a:pt x="40" y="136"/>
                    <a:pt x="52" y="124"/>
                    <a:pt x="52" y="110"/>
                  </a:cubicBezTo>
                  <a:cubicBezTo>
                    <a:pt x="52" y="98"/>
                    <a:pt x="44" y="88"/>
                    <a:pt x="32" y="85"/>
                  </a:cubicBezTo>
                  <a:cubicBezTo>
                    <a:pt x="32" y="69"/>
                    <a:pt x="32" y="50"/>
                    <a:pt x="31" y="30"/>
                  </a:cubicBezTo>
                  <a:cubicBezTo>
                    <a:pt x="31" y="21"/>
                    <a:pt x="30" y="13"/>
                    <a:pt x="29" y="4"/>
                  </a:cubicBezTo>
                  <a:cubicBezTo>
                    <a:pt x="25" y="3"/>
                    <a:pt x="21" y="1"/>
                    <a:pt x="1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 name="Freeform 281"/>
            <p:cNvSpPr>
              <a:spLocks/>
            </p:cNvSpPr>
            <p:nvPr/>
          </p:nvSpPr>
          <p:spPr bwMode="auto">
            <a:xfrm>
              <a:off x="7261225" y="5935663"/>
              <a:ext cx="149225" cy="347663"/>
            </a:xfrm>
            <a:custGeom>
              <a:avLst/>
              <a:gdLst>
                <a:gd name="T0" fmla="*/ 0 w 99"/>
                <a:gd name="T1" fmla="*/ 0 h 233"/>
                <a:gd name="T2" fmla="*/ 0 w 99"/>
                <a:gd name="T3" fmla="*/ 24 h 233"/>
                <a:gd name="T4" fmla="*/ 0 w 99"/>
                <a:gd name="T5" fmla="*/ 184 h 233"/>
                <a:gd name="T6" fmla="*/ 49 w 99"/>
                <a:gd name="T7" fmla="*/ 233 h 233"/>
                <a:gd name="T8" fmla="*/ 99 w 99"/>
                <a:gd name="T9" fmla="*/ 184 h 233"/>
                <a:gd name="T10" fmla="*/ 99 w 99"/>
                <a:gd name="T11" fmla="*/ 37 h 233"/>
                <a:gd name="T12" fmla="*/ 99 w 99"/>
                <a:gd name="T13" fmla="*/ 13 h 233"/>
                <a:gd name="T14" fmla="*/ 0 w 99"/>
                <a:gd name="T15" fmla="*/ 0 h 2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9" h="233">
                  <a:moveTo>
                    <a:pt x="0" y="0"/>
                  </a:moveTo>
                  <a:cubicBezTo>
                    <a:pt x="0" y="24"/>
                    <a:pt x="0" y="24"/>
                    <a:pt x="0" y="24"/>
                  </a:cubicBezTo>
                  <a:cubicBezTo>
                    <a:pt x="0" y="184"/>
                    <a:pt x="0" y="184"/>
                    <a:pt x="0" y="184"/>
                  </a:cubicBezTo>
                  <a:cubicBezTo>
                    <a:pt x="0" y="211"/>
                    <a:pt x="22" y="233"/>
                    <a:pt x="49" y="233"/>
                  </a:cubicBezTo>
                  <a:cubicBezTo>
                    <a:pt x="77" y="233"/>
                    <a:pt x="99" y="211"/>
                    <a:pt x="99" y="184"/>
                  </a:cubicBezTo>
                  <a:cubicBezTo>
                    <a:pt x="99" y="37"/>
                    <a:pt x="99" y="37"/>
                    <a:pt x="99" y="37"/>
                  </a:cubicBezTo>
                  <a:cubicBezTo>
                    <a:pt x="99" y="13"/>
                    <a:pt x="99" y="13"/>
                    <a:pt x="99" y="13"/>
                  </a:cubicBezTo>
                  <a:cubicBezTo>
                    <a:pt x="64" y="12"/>
                    <a:pt x="30" y="7"/>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 name="Freeform 282"/>
            <p:cNvSpPr>
              <a:spLocks/>
            </p:cNvSpPr>
            <p:nvPr/>
          </p:nvSpPr>
          <p:spPr bwMode="auto">
            <a:xfrm>
              <a:off x="7435850" y="5935663"/>
              <a:ext cx="149225" cy="347663"/>
            </a:xfrm>
            <a:custGeom>
              <a:avLst/>
              <a:gdLst>
                <a:gd name="T0" fmla="*/ 0 w 99"/>
                <a:gd name="T1" fmla="*/ 13 h 233"/>
                <a:gd name="T2" fmla="*/ 0 w 99"/>
                <a:gd name="T3" fmla="*/ 37 h 233"/>
                <a:gd name="T4" fmla="*/ 0 w 99"/>
                <a:gd name="T5" fmla="*/ 184 h 233"/>
                <a:gd name="T6" fmla="*/ 50 w 99"/>
                <a:gd name="T7" fmla="*/ 233 h 233"/>
                <a:gd name="T8" fmla="*/ 99 w 99"/>
                <a:gd name="T9" fmla="*/ 184 h 233"/>
                <a:gd name="T10" fmla="*/ 99 w 99"/>
                <a:gd name="T11" fmla="*/ 24 h 233"/>
                <a:gd name="T12" fmla="*/ 99 w 99"/>
                <a:gd name="T13" fmla="*/ 0 h 233"/>
                <a:gd name="T14" fmla="*/ 0 w 99"/>
                <a:gd name="T15" fmla="*/ 13 h 2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9" h="233">
                  <a:moveTo>
                    <a:pt x="0" y="13"/>
                  </a:moveTo>
                  <a:cubicBezTo>
                    <a:pt x="0" y="37"/>
                    <a:pt x="0" y="37"/>
                    <a:pt x="0" y="37"/>
                  </a:cubicBezTo>
                  <a:cubicBezTo>
                    <a:pt x="0" y="184"/>
                    <a:pt x="0" y="184"/>
                    <a:pt x="0" y="184"/>
                  </a:cubicBezTo>
                  <a:cubicBezTo>
                    <a:pt x="0" y="211"/>
                    <a:pt x="22" y="233"/>
                    <a:pt x="50" y="233"/>
                  </a:cubicBezTo>
                  <a:cubicBezTo>
                    <a:pt x="77" y="233"/>
                    <a:pt x="99" y="211"/>
                    <a:pt x="99" y="184"/>
                  </a:cubicBezTo>
                  <a:cubicBezTo>
                    <a:pt x="99" y="24"/>
                    <a:pt x="99" y="24"/>
                    <a:pt x="99" y="24"/>
                  </a:cubicBezTo>
                  <a:cubicBezTo>
                    <a:pt x="99" y="0"/>
                    <a:pt x="99" y="0"/>
                    <a:pt x="99" y="0"/>
                  </a:cubicBezTo>
                  <a:cubicBezTo>
                    <a:pt x="69" y="7"/>
                    <a:pt x="35" y="12"/>
                    <a:pt x="0"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 name="Freeform 283"/>
            <p:cNvSpPr>
              <a:spLocks noEditPoints="1"/>
            </p:cNvSpPr>
            <p:nvPr/>
          </p:nvSpPr>
          <p:spPr bwMode="auto">
            <a:xfrm>
              <a:off x="7108825" y="5168901"/>
              <a:ext cx="628650" cy="771525"/>
            </a:xfrm>
            <a:custGeom>
              <a:avLst/>
              <a:gdLst>
                <a:gd name="T0" fmla="*/ 40 w 420"/>
                <a:gd name="T1" fmla="*/ 322 h 516"/>
                <a:gd name="T2" fmla="*/ 55 w 420"/>
                <a:gd name="T3" fmla="*/ 325 h 516"/>
                <a:gd name="T4" fmla="*/ 89 w 420"/>
                <a:gd name="T5" fmla="*/ 100 h 516"/>
                <a:gd name="T6" fmla="*/ 99 w 420"/>
                <a:gd name="T7" fmla="*/ 100 h 516"/>
                <a:gd name="T8" fmla="*/ 57 w 420"/>
                <a:gd name="T9" fmla="*/ 484 h 516"/>
                <a:gd name="T10" fmla="*/ 210 w 420"/>
                <a:gd name="T11" fmla="*/ 516 h 516"/>
                <a:gd name="T12" fmla="*/ 363 w 420"/>
                <a:gd name="T13" fmla="*/ 484 h 516"/>
                <a:gd name="T14" fmla="*/ 321 w 420"/>
                <a:gd name="T15" fmla="*/ 100 h 516"/>
                <a:gd name="T16" fmla="*/ 331 w 420"/>
                <a:gd name="T17" fmla="*/ 100 h 516"/>
                <a:gd name="T18" fmla="*/ 365 w 420"/>
                <a:gd name="T19" fmla="*/ 325 h 516"/>
                <a:gd name="T20" fmla="*/ 380 w 420"/>
                <a:gd name="T21" fmla="*/ 322 h 516"/>
                <a:gd name="T22" fmla="*/ 420 w 420"/>
                <a:gd name="T23" fmla="*/ 311 h 516"/>
                <a:gd name="T24" fmla="*/ 364 w 420"/>
                <a:gd name="T25" fmla="*/ 57 h 516"/>
                <a:gd name="T26" fmla="*/ 318 w 420"/>
                <a:gd name="T27" fmla="*/ 10 h 516"/>
                <a:gd name="T28" fmla="*/ 294 w 420"/>
                <a:gd name="T29" fmla="*/ 1 h 516"/>
                <a:gd name="T30" fmla="*/ 287 w 420"/>
                <a:gd name="T31" fmla="*/ 0 h 516"/>
                <a:gd name="T32" fmla="*/ 261 w 420"/>
                <a:gd name="T33" fmla="*/ 0 h 516"/>
                <a:gd name="T34" fmla="*/ 233 w 420"/>
                <a:gd name="T35" fmla="*/ 97 h 516"/>
                <a:gd name="T36" fmla="*/ 226 w 420"/>
                <a:gd name="T37" fmla="*/ 49 h 516"/>
                <a:gd name="T38" fmla="*/ 210 w 420"/>
                <a:gd name="T39" fmla="*/ 52 h 516"/>
                <a:gd name="T40" fmla="*/ 210 w 420"/>
                <a:gd name="T41" fmla="*/ 52 h 516"/>
                <a:gd name="T42" fmla="*/ 210 w 420"/>
                <a:gd name="T43" fmla="*/ 52 h 516"/>
                <a:gd name="T44" fmla="*/ 194 w 420"/>
                <a:gd name="T45" fmla="*/ 49 h 516"/>
                <a:gd name="T46" fmla="*/ 187 w 420"/>
                <a:gd name="T47" fmla="*/ 97 h 516"/>
                <a:gd name="T48" fmla="*/ 159 w 420"/>
                <a:gd name="T49" fmla="*/ 0 h 516"/>
                <a:gd name="T50" fmla="*/ 133 w 420"/>
                <a:gd name="T51" fmla="*/ 0 h 516"/>
                <a:gd name="T52" fmla="*/ 126 w 420"/>
                <a:gd name="T53" fmla="*/ 1 h 516"/>
                <a:gd name="T54" fmla="*/ 102 w 420"/>
                <a:gd name="T55" fmla="*/ 10 h 516"/>
                <a:gd name="T56" fmla="*/ 34 w 420"/>
                <a:gd name="T57" fmla="*/ 102 h 516"/>
                <a:gd name="T58" fmla="*/ 0 w 420"/>
                <a:gd name="T59" fmla="*/ 311 h 516"/>
                <a:gd name="T60" fmla="*/ 40 w 420"/>
                <a:gd name="T61" fmla="*/ 322 h 516"/>
                <a:gd name="T62" fmla="*/ 168 w 420"/>
                <a:gd name="T63" fmla="*/ 394 h 516"/>
                <a:gd name="T64" fmla="*/ 96 w 420"/>
                <a:gd name="T65" fmla="*/ 384 h 516"/>
                <a:gd name="T66" fmla="*/ 98 w 420"/>
                <a:gd name="T67" fmla="*/ 368 h 516"/>
                <a:gd name="T68" fmla="*/ 170 w 420"/>
                <a:gd name="T69" fmla="*/ 378 h 516"/>
                <a:gd name="T70" fmla="*/ 168 w 420"/>
                <a:gd name="T71" fmla="*/ 394 h 516"/>
                <a:gd name="T72" fmla="*/ 252 w 420"/>
                <a:gd name="T73" fmla="*/ 394 h 516"/>
                <a:gd name="T74" fmla="*/ 250 w 420"/>
                <a:gd name="T75" fmla="*/ 378 h 516"/>
                <a:gd name="T76" fmla="*/ 322 w 420"/>
                <a:gd name="T77" fmla="*/ 368 h 516"/>
                <a:gd name="T78" fmla="*/ 324 w 420"/>
                <a:gd name="T79" fmla="*/ 384 h 516"/>
                <a:gd name="T80" fmla="*/ 252 w 420"/>
                <a:gd name="T81" fmla="*/ 394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20" h="516">
                  <a:moveTo>
                    <a:pt x="40" y="322"/>
                  </a:moveTo>
                  <a:cubicBezTo>
                    <a:pt x="45" y="323"/>
                    <a:pt x="51" y="324"/>
                    <a:pt x="55" y="325"/>
                  </a:cubicBezTo>
                  <a:cubicBezTo>
                    <a:pt x="69" y="211"/>
                    <a:pt x="89" y="100"/>
                    <a:pt x="89" y="100"/>
                  </a:cubicBezTo>
                  <a:cubicBezTo>
                    <a:pt x="99" y="100"/>
                    <a:pt x="99" y="100"/>
                    <a:pt x="99" y="100"/>
                  </a:cubicBezTo>
                  <a:cubicBezTo>
                    <a:pt x="91" y="148"/>
                    <a:pt x="57" y="365"/>
                    <a:pt x="57" y="484"/>
                  </a:cubicBezTo>
                  <a:cubicBezTo>
                    <a:pt x="92" y="500"/>
                    <a:pt x="151" y="516"/>
                    <a:pt x="210" y="516"/>
                  </a:cubicBezTo>
                  <a:cubicBezTo>
                    <a:pt x="269" y="516"/>
                    <a:pt x="328" y="500"/>
                    <a:pt x="363" y="484"/>
                  </a:cubicBezTo>
                  <a:cubicBezTo>
                    <a:pt x="363" y="365"/>
                    <a:pt x="329" y="148"/>
                    <a:pt x="321" y="100"/>
                  </a:cubicBezTo>
                  <a:cubicBezTo>
                    <a:pt x="331" y="100"/>
                    <a:pt x="331" y="100"/>
                    <a:pt x="331" y="100"/>
                  </a:cubicBezTo>
                  <a:cubicBezTo>
                    <a:pt x="331" y="100"/>
                    <a:pt x="351" y="211"/>
                    <a:pt x="365" y="325"/>
                  </a:cubicBezTo>
                  <a:cubicBezTo>
                    <a:pt x="369" y="324"/>
                    <a:pt x="375" y="323"/>
                    <a:pt x="380" y="322"/>
                  </a:cubicBezTo>
                  <a:cubicBezTo>
                    <a:pt x="394" y="320"/>
                    <a:pt x="410" y="316"/>
                    <a:pt x="420" y="311"/>
                  </a:cubicBezTo>
                  <a:cubicBezTo>
                    <a:pt x="414" y="176"/>
                    <a:pt x="391" y="102"/>
                    <a:pt x="364" y="57"/>
                  </a:cubicBezTo>
                  <a:cubicBezTo>
                    <a:pt x="349" y="33"/>
                    <a:pt x="333" y="18"/>
                    <a:pt x="318" y="10"/>
                  </a:cubicBezTo>
                  <a:cubicBezTo>
                    <a:pt x="308" y="4"/>
                    <a:pt x="300" y="2"/>
                    <a:pt x="294" y="1"/>
                  </a:cubicBezTo>
                  <a:cubicBezTo>
                    <a:pt x="292" y="1"/>
                    <a:pt x="290" y="0"/>
                    <a:pt x="287" y="0"/>
                  </a:cubicBezTo>
                  <a:cubicBezTo>
                    <a:pt x="261" y="0"/>
                    <a:pt x="261" y="0"/>
                    <a:pt x="261" y="0"/>
                  </a:cubicBezTo>
                  <a:cubicBezTo>
                    <a:pt x="260" y="28"/>
                    <a:pt x="246" y="67"/>
                    <a:pt x="233" y="97"/>
                  </a:cubicBezTo>
                  <a:cubicBezTo>
                    <a:pt x="226" y="49"/>
                    <a:pt x="226" y="49"/>
                    <a:pt x="226" y="49"/>
                  </a:cubicBezTo>
                  <a:cubicBezTo>
                    <a:pt x="221" y="51"/>
                    <a:pt x="215" y="52"/>
                    <a:pt x="210" y="52"/>
                  </a:cubicBezTo>
                  <a:cubicBezTo>
                    <a:pt x="210" y="52"/>
                    <a:pt x="210" y="52"/>
                    <a:pt x="210" y="52"/>
                  </a:cubicBezTo>
                  <a:cubicBezTo>
                    <a:pt x="210" y="52"/>
                    <a:pt x="210" y="52"/>
                    <a:pt x="210" y="52"/>
                  </a:cubicBezTo>
                  <a:cubicBezTo>
                    <a:pt x="205" y="52"/>
                    <a:pt x="199" y="51"/>
                    <a:pt x="194" y="49"/>
                  </a:cubicBezTo>
                  <a:cubicBezTo>
                    <a:pt x="187" y="97"/>
                    <a:pt x="187" y="97"/>
                    <a:pt x="187" y="97"/>
                  </a:cubicBezTo>
                  <a:cubicBezTo>
                    <a:pt x="174" y="67"/>
                    <a:pt x="160" y="28"/>
                    <a:pt x="159" y="0"/>
                  </a:cubicBezTo>
                  <a:cubicBezTo>
                    <a:pt x="133" y="0"/>
                    <a:pt x="133" y="0"/>
                    <a:pt x="133" y="0"/>
                  </a:cubicBezTo>
                  <a:cubicBezTo>
                    <a:pt x="130" y="0"/>
                    <a:pt x="128" y="1"/>
                    <a:pt x="126" y="1"/>
                  </a:cubicBezTo>
                  <a:cubicBezTo>
                    <a:pt x="120" y="2"/>
                    <a:pt x="112" y="4"/>
                    <a:pt x="102" y="10"/>
                  </a:cubicBezTo>
                  <a:cubicBezTo>
                    <a:pt x="80" y="22"/>
                    <a:pt x="54" y="49"/>
                    <a:pt x="34" y="102"/>
                  </a:cubicBezTo>
                  <a:cubicBezTo>
                    <a:pt x="18" y="148"/>
                    <a:pt x="4" y="214"/>
                    <a:pt x="0" y="311"/>
                  </a:cubicBezTo>
                  <a:cubicBezTo>
                    <a:pt x="10" y="316"/>
                    <a:pt x="26" y="320"/>
                    <a:pt x="40" y="322"/>
                  </a:cubicBezTo>
                  <a:close/>
                  <a:moveTo>
                    <a:pt x="168" y="394"/>
                  </a:moveTo>
                  <a:cubicBezTo>
                    <a:pt x="96" y="384"/>
                    <a:pt x="96" y="384"/>
                    <a:pt x="96" y="384"/>
                  </a:cubicBezTo>
                  <a:cubicBezTo>
                    <a:pt x="98" y="368"/>
                    <a:pt x="98" y="368"/>
                    <a:pt x="98" y="368"/>
                  </a:cubicBezTo>
                  <a:cubicBezTo>
                    <a:pt x="170" y="378"/>
                    <a:pt x="170" y="378"/>
                    <a:pt x="170" y="378"/>
                  </a:cubicBezTo>
                  <a:lnTo>
                    <a:pt x="168" y="394"/>
                  </a:lnTo>
                  <a:close/>
                  <a:moveTo>
                    <a:pt x="252" y="394"/>
                  </a:moveTo>
                  <a:cubicBezTo>
                    <a:pt x="250" y="378"/>
                    <a:pt x="250" y="378"/>
                    <a:pt x="250" y="378"/>
                  </a:cubicBezTo>
                  <a:cubicBezTo>
                    <a:pt x="322" y="368"/>
                    <a:pt x="322" y="368"/>
                    <a:pt x="322" y="368"/>
                  </a:cubicBezTo>
                  <a:cubicBezTo>
                    <a:pt x="324" y="384"/>
                    <a:pt x="324" y="384"/>
                    <a:pt x="324" y="384"/>
                  </a:cubicBezTo>
                  <a:lnTo>
                    <a:pt x="252" y="39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 name="Freeform 284"/>
            <p:cNvSpPr>
              <a:spLocks/>
            </p:cNvSpPr>
            <p:nvPr/>
          </p:nvSpPr>
          <p:spPr bwMode="auto">
            <a:xfrm>
              <a:off x="7656513" y="5646738"/>
              <a:ext cx="82550" cy="111125"/>
            </a:xfrm>
            <a:custGeom>
              <a:avLst/>
              <a:gdLst>
                <a:gd name="T0" fmla="*/ 15 w 55"/>
                <a:gd name="T1" fmla="*/ 10 h 74"/>
                <a:gd name="T2" fmla="*/ 0 w 55"/>
                <a:gd name="T3" fmla="*/ 13 h 74"/>
                <a:gd name="T4" fmla="*/ 6 w 55"/>
                <a:gd name="T5" fmla="*/ 69 h 74"/>
                <a:gd name="T6" fmla="*/ 23 w 55"/>
                <a:gd name="T7" fmla="*/ 74 h 74"/>
                <a:gd name="T8" fmla="*/ 23 w 55"/>
                <a:gd name="T9" fmla="*/ 74 h 74"/>
                <a:gd name="T10" fmla="*/ 55 w 55"/>
                <a:gd name="T11" fmla="*/ 42 h 74"/>
                <a:gd name="T12" fmla="*/ 54 w 55"/>
                <a:gd name="T13" fmla="*/ 0 h 74"/>
                <a:gd name="T14" fmla="*/ 15 w 55"/>
                <a:gd name="T15" fmla="*/ 10 h 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 h="74">
                  <a:moveTo>
                    <a:pt x="15" y="10"/>
                  </a:moveTo>
                  <a:cubicBezTo>
                    <a:pt x="10" y="11"/>
                    <a:pt x="5" y="12"/>
                    <a:pt x="0" y="13"/>
                  </a:cubicBezTo>
                  <a:cubicBezTo>
                    <a:pt x="2" y="32"/>
                    <a:pt x="4" y="50"/>
                    <a:pt x="6" y="69"/>
                  </a:cubicBezTo>
                  <a:cubicBezTo>
                    <a:pt x="11" y="72"/>
                    <a:pt x="17" y="74"/>
                    <a:pt x="23" y="74"/>
                  </a:cubicBezTo>
                  <a:cubicBezTo>
                    <a:pt x="23" y="74"/>
                    <a:pt x="23" y="74"/>
                    <a:pt x="23" y="74"/>
                  </a:cubicBezTo>
                  <a:cubicBezTo>
                    <a:pt x="41" y="74"/>
                    <a:pt x="55" y="59"/>
                    <a:pt x="55" y="42"/>
                  </a:cubicBezTo>
                  <a:cubicBezTo>
                    <a:pt x="55" y="27"/>
                    <a:pt x="54" y="13"/>
                    <a:pt x="54" y="0"/>
                  </a:cubicBezTo>
                  <a:cubicBezTo>
                    <a:pt x="43" y="4"/>
                    <a:pt x="29" y="7"/>
                    <a:pt x="15"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 name="Freeform 285"/>
            <p:cNvSpPr>
              <a:spLocks/>
            </p:cNvSpPr>
            <p:nvPr/>
          </p:nvSpPr>
          <p:spPr bwMode="auto">
            <a:xfrm>
              <a:off x="7388225" y="5170488"/>
              <a:ext cx="69850" cy="58738"/>
            </a:xfrm>
            <a:custGeom>
              <a:avLst/>
              <a:gdLst>
                <a:gd name="T0" fmla="*/ 45 w 46"/>
                <a:gd name="T1" fmla="*/ 31 h 39"/>
                <a:gd name="T2" fmla="*/ 46 w 46"/>
                <a:gd name="T3" fmla="*/ 30 h 39"/>
                <a:gd name="T4" fmla="*/ 38 w 46"/>
                <a:gd name="T5" fmla="*/ 0 h 39"/>
                <a:gd name="T6" fmla="*/ 23 w 46"/>
                <a:gd name="T7" fmla="*/ 0 h 39"/>
                <a:gd name="T8" fmla="*/ 8 w 46"/>
                <a:gd name="T9" fmla="*/ 0 h 39"/>
                <a:gd name="T10" fmla="*/ 0 w 46"/>
                <a:gd name="T11" fmla="*/ 30 h 39"/>
                <a:gd name="T12" fmla="*/ 1 w 46"/>
                <a:gd name="T13" fmla="*/ 31 h 39"/>
                <a:gd name="T14" fmla="*/ 23 w 46"/>
                <a:gd name="T15" fmla="*/ 39 h 39"/>
                <a:gd name="T16" fmla="*/ 45 w 46"/>
                <a:gd name="T17" fmla="*/ 31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39">
                  <a:moveTo>
                    <a:pt x="45" y="31"/>
                  </a:moveTo>
                  <a:cubicBezTo>
                    <a:pt x="46" y="30"/>
                    <a:pt x="46" y="30"/>
                    <a:pt x="46" y="30"/>
                  </a:cubicBezTo>
                  <a:cubicBezTo>
                    <a:pt x="38" y="0"/>
                    <a:pt x="38" y="0"/>
                    <a:pt x="38" y="0"/>
                  </a:cubicBezTo>
                  <a:cubicBezTo>
                    <a:pt x="23" y="0"/>
                    <a:pt x="23" y="0"/>
                    <a:pt x="23" y="0"/>
                  </a:cubicBezTo>
                  <a:cubicBezTo>
                    <a:pt x="8" y="0"/>
                    <a:pt x="8" y="0"/>
                    <a:pt x="8" y="0"/>
                  </a:cubicBezTo>
                  <a:cubicBezTo>
                    <a:pt x="0" y="30"/>
                    <a:pt x="0" y="30"/>
                    <a:pt x="0" y="30"/>
                  </a:cubicBezTo>
                  <a:cubicBezTo>
                    <a:pt x="1" y="31"/>
                    <a:pt x="1" y="31"/>
                    <a:pt x="1" y="31"/>
                  </a:cubicBezTo>
                  <a:cubicBezTo>
                    <a:pt x="8" y="37"/>
                    <a:pt x="15" y="39"/>
                    <a:pt x="23" y="39"/>
                  </a:cubicBezTo>
                  <a:cubicBezTo>
                    <a:pt x="31" y="39"/>
                    <a:pt x="38" y="37"/>
                    <a:pt x="45"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 name="Freeform 286"/>
            <p:cNvSpPr>
              <a:spLocks/>
            </p:cNvSpPr>
            <p:nvPr/>
          </p:nvSpPr>
          <p:spPr bwMode="auto">
            <a:xfrm>
              <a:off x="7324725" y="4867276"/>
              <a:ext cx="157163" cy="41275"/>
            </a:xfrm>
            <a:custGeom>
              <a:avLst/>
              <a:gdLst>
                <a:gd name="T0" fmla="*/ 105 w 105"/>
                <a:gd name="T1" fmla="*/ 8 h 28"/>
                <a:gd name="T2" fmla="*/ 66 w 105"/>
                <a:gd name="T3" fmla="*/ 0 h 28"/>
                <a:gd name="T4" fmla="*/ 0 w 105"/>
                <a:gd name="T5" fmla="*/ 28 h 28"/>
                <a:gd name="T6" fmla="*/ 92 w 105"/>
                <a:gd name="T7" fmla="*/ 28 h 28"/>
                <a:gd name="T8" fmla="*/ 105 w 105"/>
                <a:gd name="T9" fmla="*/ 8 h 28"/>
              </a:gdLst>
              <a:ahLst/>
              <a:cxnLst>
                <a:cxn ang="0">
                  <a:pos x="T0" y="T1"/>
                </a:cxn>
                <a:cxn ang="0">
                  <a:pos x="T2" y="T3"/>
                </a:cxn>
                <a:cxn ang="0">
                  <a:pos x="T4" y="T5"/>
                </a:cxn>
                <a:cxn ang="0">
                  <a:pos x="T6" y="T7"/>
                </a:cxn>
                <a:cxn ang="0">
                  <a:pos x="T8" y="T9"/>
                </a:cxn>
              </a:cxnLst>
              <a:rect l="0" t="0" r="r" b="b"/>
              <a:pathLst>
                <a:path w="105" h="28">
                  <a:moveTo>
                    <a:pt x="105" y="8"/>
                  </a:moveTo>
                  <a:cubicBezTo>
                    <a:pt x="93" y="3"/>
                    <a:pt x="80" y="0"/>
                    <a:pt x="66" y="0"/>
                  </a:cubicBezTo>
                  <a:cubicBezTo>
                    <a:pt x="40" y="0"/>
                    <a:pt x="16" y="11"/>
                    <a:pt x="0" y="28"/>
                  </a:cubicBezTo>
                  <a:cubicBezTo>
                    <a:pt x="92" y="28"/>
                    <a:pt x="92" y="28"/>
                    <a:pt x="92" y="28"/>
                  </a:cubicBezTo>
                  <a:cubicBezTo>
                    <a:pt x="94" y="20"/>
                    <a:pt x="98" y="13"/>
                    <a:pt x="105"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 name="Freeform 287"/>
            <p:cNvSpPr>
              <a:spLocks/>
            </p:cNvSpPr>
            <p:nvPr/>
          </p:nvSpPr>
          <p:spPr bwMode="auto">
            <a:xfrm>
              <a:off x="7288213" y="4937126"/>
              <a:ext cx="269875" cy="198438"/>
            </a:xfrm>
            <a:custGeom>
              <a:avLst/>
              <a:gdLst>
                <a:gd name="T0" fmla="*/ 135 w 180"/>
                <a:gd name="T1" fmla="*/ 120 h 133"/>
                <a:gd name="T2" fmla="*/ 180 w 180"/>
                <a:gd name="T3" fmla="*/ 43 h 133"/>
                <a:gd name="T4" fmla="*/ 173 w 180"/>
                <a:gd name="T5" fmla="*/ 8 h 133"/>
                <a:gd name="T6" fmla="*/ 148 w 180"/>
                <a:gd name="T7" fmla="*/ 20 h 133"/>
                <a:gd name="T8" fmla="*/ 118 w 180"/>
                <a:gd name="T9" fmla="*/ 0 h 133"/>
                <a:gd name="T10" fmla="*/ 11 w 180"/>
                <a:gd name="T11" fmla="*/ 0 h 133"/>
                <a:gd name="T12" fmla="*/ 0 w 180"/>
                <a:gd name="T13" fmla="*/ 43 h 133"/>
                <a:gd name="T14" fmla="*/ 45 w 180"/>
                <a:gd name="T15" fmla="*/ 120 h 133"/>
                <a:gd name="T16" fmla="*/ 90 w 180"/>
                <a:gd name="T17" fmla="*/ 133 h 133"/>
                <a:gd name="T18" fmla="*/ 135 w 180"/>
                <a:gd name="T19" fmla="*/ 12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0" h="133">
                  <a:moveTo>
                    <a:pt x="135" y="120"/>
                  </a:moveTo>
                  <a:cubicBezTo>
                    <a:pt x="162" y="105"/>
                    <a:pt x="180" y="76"/>
                    <a:pt x="180" y="43"/>
                  </a:cubicBezTo>
                  <a:cubicBezTo>
                    <a:pt x="180" y="30"/>
                    <a:pt x="178" y="19"/>
                    <a:pt x="173" y="8"/>
                  </a:cubicBezTo>
                  <a:cubicBezTo>
                    <a:pt x="167" y="16"/>
                    <a:pt x="158" y="20"/>
                    <a:pt x="148" y="20"/>
                  </a:cubicBezTo>
                  <a:cubicBezTo>
                    <a:pt x="135" y="20"/>
                    <a:pt x="123" y="12"/>
                    <a:pt x="118" y="0"/>
                  </a:cubicBezTo>
                  <a:cubicBezTo>
                    <a:pt x="11" y="0"/>
                    <a:pt x="11" y="0"/>
                    <a:pt x="11" y="0"/>
                  </a:cubicBezTo>
                  <a:cubicBezTo>
                    <a:pt x="4" y="13"/>
                    <a:pt x="0" y="27"/>
                    <a:pt x="0" y="43"/>
                  </a:cubicBezTo>
                  <a:cubicBezTo>
                    <a:pt x="0" y="76"/>
                    <a:pt x="18" y="105"/>
                    <a:pt x="45" y="120"/>
                  </a:cubicBezTo>
                  <a:cubicBezTo>
                    <a:pt x="58" y="128"/>
                    <a:pt x="73" y="133"/>
                    <a:pt x="90" y="133"/>
                  </a:cubicBezTo>
                  <a:cubicBezTo>
                    <a:pt x="107" y="133"/>
                    <a:pt x="122" y="128"/>
                    <a:pt x="135"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 name="Freeform 288"/>
            <p:cNvSpPr>
              <a:spLocks/>
            </p:cNvSpPr>
            <p:nvPr/>
          </p:nvSpPr>
          <p:spPr bwMode="auto">
            <a:xfrm>
              <a:off x="7067550" y="5646738"/>
              <a:ext cx="122238" cy="409575"/>
            </a:xfrm>
            <a:custGeom>
              <a:avLst/>
              <a:gdLst>
                <a:gd name="T0" fmla="*/ 44 w 82"/>
                <a:gd name="T1" fmla="*/ 147 h 274"/>
                <a:gd name="T2" fmla="*/ 36 w 82"/>
                <a:gd name="T3" fmla="*/ 142 h 274"/>
                <a:gd name="T4" fmla="*/ 42 w 82"/>
                <a:gd name="T5" fmla="*/ 69 h 274"/>
                <a:gd name="T6" fmla="*/ 52 w 82"/>
                <a:gd name="T7" fmla="*/ 73 h 274"/>
                <a:gd name="T8" fmla="*/ 59 w 82"/>
                <a:gd name="T9" fmla="*/ 74 h 274"/>
                <a:gd name="T10" fmla="*/ 59 w 82"/>
                <a:gd name="T11" fmla="*/ 74 h 274"/>
                <a:gd name="T12" fmla="*/ 64 w 82"/>
                <a:gd name="T13" fmla="*/ 73 h 274"/>
                <a:gd name="T14" fmla="*/ 73 w 82"/>
                <a:gd name="T15" fmla="*/ 99 h 274"/>
                <a:gd name="T16" fmla="*/ 76 w 82"/>
                <a:gd name="T17" fmla="*/ 72 h 274"/>
                <a:gd name="T18" fmla="*/ 75 w 82"/>
                <a:gd name="T19" fmla="*/ 70 h 274"/>
                <a:gd name="T20" fmla="*/ 76 w 82"/>
                <a:gd name="T21" fmla="*/ 69 h 274"/>
                <a:gd name="T22" fmla="*/ 82 w 82"/>
                <a:gd name="T23" fmla="*/ 13 h 274"/>
                <a:gd name="T24" fmla="*/ 67 w 82"/>
                <a:gd name="T25" fmla="*/ 10 h 274"/>
                <a:gd name="T26" fmla="*/ 28 w 82"/>
                <a:gd name="T27" fmla="*/ 0 h 274"/>
                <a:gd name="T28" fmla="*/ 27 w 82"/>
                <a:gd name="T29" fmla="*/ 42 h 274"/>
                <a:gd name="T30" fmla="*/ 33 w 82"/>
                <a:gd name="T31" fmla="*/ 60 h 274"/>
                <a:gd name="T32" fmla="*/ 24 w 82"/>
                <a:gd name="T33" fmla="*/ 143 h 274"/>
                <a:gd name="T34" fmla="*/ 18 w 82"/>
                <a:gd name="T35" fmla="*/ 147 h 274"/>
                <a:gd name="T36" fmla="*/ 0 w 82"/>
                <a:gd name="T37" fmla="*/ 267 h 274"/>
                <a:gd name="T38" fmla="*/ 0 w 82"/>
                <a:gd name="T39" fmla="*/ 274 h 274"/>
                <a:gd name="T40" fmla="*/ 12 w 82"/>
                <a:gd name="T41" fmla="*/ 274 h 274"/>
                <a:gd name="T42" fmla="*/ 12 w 82"/>
                <a:gd name="T43" fmla="*/ 266 h 274"/>
                <a:gd name="T44" fmla="*/ 27 w 82"/>
                <a:gd name="T45" fmla="*/ 155 h 274"/>
                <a:gd name="T46" fmla="*/ 31 w 82"/>
                <a:gd name="T47" fmla="*/ 153 h 274"/>
                <a:gd name="T48" fmla="*/ 35 w 82"/>
                <a:gd name="T49" fmla="*/ 155 h 274"/>
                <a:gd name="T50" fmla="*/ 46 w 82"/>
                <a:gd name="T51" fmla="*/ 188 h 274"/>
                <a:gd name="T52" fmla="*/ 46 w 82"/>
                <a:gd name="T53" fmla="*/ 190 h 274"/>
                <a:gd name="T54" fmla="*/ 49 w 82"/>
                <a:gd name="T55" fmla="*/ 266 h 274"/>
                <a:gd name="T56" fmla="*/ 49 w 82"/>
                <a:gd name="T57" fmla="*/ 274 h 274"/>
                <a:gd name="T58" fmla="*/ 61 w 82"/>
                <a:gd name="T59" fmla="*/ 274 h 274"/>
                <a:gd name="T60" fmla="*/ 61 w 82"/>
                <a:gd name="T61" fmla="*/ 267 h 274"/>
                <a:gd name="T62" fmla="*/ 59 w 82"/>
                <a:gd name="T63" fmla="*/ 195 h 274"/>
                <a:gd name="T64" fmla="*/ 46 w 82"/>
                <a:gd name="T65" fmla="*/ 150 h 274"/>
                <a:gd name="T66" fmla="*/ 44 w 82"/>
                <a:gd name="T67" fmla="*/ 147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2" h="274">
                  <a:moveTo>
                    <a:pt x="44" y="147"/>
                  </a:moveTo>
                  <a:cubicBezTo>
                    <a:pt x="41" y="144"/>
                    <a:pt x="39" y="143"/>
                    <a:pt x="36" y="142"/>
                  </a:cubicBezTo>
                  <a:cubicBezTo>
                    <a:pt x="32" y="108"/>
                    <a:pt x="34" y="80"/>
                    <a:pt x="42" y="69"/>
                  </a:cubicBezTo>
                  <a:cubicBezTo>
                    <a:pt x="45" y="71"/>
                    <a:pt x="48" y="72"/>
                    <a:pt x="52" y="73"/>
                  </a:cubicBezTo>
                  <a:cubicBezTo>
                    <a:pt x="54" y="73"/>
                    <a:pt x="56" y="74"/>
                    <a:pt x="59" y="74"/>
                  </a:cubicBezTo>
                  <a:cubicBezTo>
                    <a:pt x="59" y="74"/>
                    <a:pt x="59" y="74"/>
                    <a:pt x="59" y="74"/>
                  </a:cubicBezTo>
                  <a:cubicBezTo>
                    <a:pt x="61" y="74"/>
                    <a:pt x="62" y="74"/>
                    <a:pt x="64" y="73"/>
                  </a:cubicBezTo>
                  <a:cubicBezTo>
                    <a:pt x="67" y="80"/>
                    <a:pt x="70" y="89"/>
                    <a:pt x="73" y="99"/>
                  </a:cubicBezTo>
                  <a:cubicBezTo>
                    <a:pt x="74" y="90"/>
                    <a:pt x="75" y="81"/>
                    <a:pt x="76" y="72"/>
                  </a:cubicBezTo>
                  <a:cubicBezTo>
                    <a:pt x="75" y="71"/>
                    <a:pt x="75" y="70"/>
                    <a:pt x="75" y="70"/>
                  </a:cubicBezTo>
                  <a:cubicBezTo>
                    <a:pt x="75" y="70"/>
                    <a:pt x="76" y="69"/>
                    <a:pt x="76" y="69"/>
                  </a:cubicBezTo>
                  <a:cubicBezTo>
                    <a:pt x="78" y="50"/>
                    <a:pt x="80" y="32"/>
                    <a:pt x="82" y="13"/>
                  </a:cubicBezTo>
                  <a:cubicBezTo>
                    <a:pt x="77" y="12"/>
                    <a:pt x="72" y="11"/>
                    <a:pt x="67" y="10"/>
                  </a:cubicBezTo>
                  <a:cubicBezTo>
                    <a:pt x="53" y="7"/>
                    <a:pt x="39" y="4"/>
                    <a:pt x="28" y="0"/>
                  </a:cubicBezTo>
                  <a:cubicBezTo>
                    <a:pt x="28" y="13"/>
                    <a:pt x="27" y="27"/>
                    <a:pt x="27" y="42"/>
                  </a:cubicBezTo>
                  <a:cubicBezTo>
                    <a:pt x="27" y="49"/>
                    <a:pt x="29" y="55"/>
                    <a:pt x="33" y="60"/>
                  </a:cubicBezTo>
                  <a:cubicBezTo>
                    <a:pt x="19" y="79"/>
                    <a:pt x="22" y="122"/>
                    <a:pt x="24" y="143"/>
                  </a:cubicBezTo>
                  <a:cubicBezTo>
                    <a:pt x="22" y="144"/>
                    <a:pt x="20" y="145"/>
                    <a:pt x="18" y="147"/>
                  </a:cubicBezTo>
                  <a:cubicBezTo>
                    <a:pt x="2" y="163"/>
                    <a:pt x="0" y="214"/>
                    <a:pt x="0" y="267"/>
                  </a:cubicBezTo>
                  <a:cubicBezTo>
                    <a:pt x="0" y="269"/>
                    <a:pt x="0" y="272"/>
                    <a:pt x="0" y="274"/>
                  </a:cubicBezTo>
                  <a:cubicBezTo>
                    <a:pt x="12" y="274"/>
                    <a:pt x="12" y="274"/>
                    <a:pt x="12" y="274"/>
                  </a:cubicBezTo>
                  <a:cubicBezTo>
                    <a:pt x="12" y="272"/>
                    <a:pt x="12" y="269"/>
                    <a:pt x="12" y="266"/>
                  </a:cubicBezTo>
                  <a:cubicBezTo>
                    <a:pt x="12" y="240"/>
                    <a:pt x="12" y="170"/>
                    <a:pt x="27" y="155"/>
                  </a:cubicBezTo>
                  <a:cubicBezTo>
                    <a:pt x="29" y="153"/>
                    <a:pt x="30" y="153"/>
                    <a:pt x="31" y="153"/>
                  </a:cubicBezTo>
                  <a:cubicBezTo>
                    <a:pt x="32" y="153"/>
                    <a:pt x="33" y="153"/>
                    <a:pt x="35" y="155"/>
                  </a:cubicBezTo>
                  <a:cubicBezTo>
                    <a:pt x="41" y="161"/>
                    <a:pt x="44" y="173"/>
                    <a:pt x="46" y="188"/>
                  </a:cubicBezTo>
                  <a:cubicBezTo>
                    <a:pt x="46" y="189"/>
                    <a:pt x="46" y="189"/>
                    <a:pt x="46" y="190"/>
                  </a:cubicBezTo>
                  <a:cubicBezTo>
                    <a:pt x="50" y="216"/>
                    <a:pt x="50" y="250"/>
                    <a:pt x="49" y="266"/>
                  </a:cubicBezTo>
                  <a:cubicBezTo>
                    <a:pt x="49" y="269"/>
                    <a:pt x="49" y="272"/>
                    <a:pt x="49" y="274"/>
                  </a:cubicBezTo>
                  <a:cubicBezTo>
                    <a:pt x="61" y="274"/>
                    <a:pt x="61" y="274"/>
                    <a:pt x="61" y="274"/>
                  </a:cubicBezTo>
                  <a:cubicBezTo>
                    <a:pt x="61" y="272"/>
                    <a:pt x="61" y="269"/>
                    <a:pt x="61" y="267"/>
                  </a:cubicBezTo>
                  <a:cubicBezTo>
                    <a:pt x="62" y="241"/>
                    <a:pt x="61" y="216"/>
                    <a:pt x="59" y="195"/>
                  </a:cubicBezTo>
                  <a:cubicBezTo>
                    <a:pt x="57" y="175"/>
                    <a:pt x="53" y="159"/>
                    <a:pt x="46" y="150"/>
                  </a:cubicBezTo>
                  <a:cubicBezTo>
                    <a:pt x="46" y="149"/>
                    <a:pt x="45" y="148"/>
                    <a:pt x="44" y="1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 name="Freeform 289"/>
            <p:cNvSpPr>
              <a:spLocks noEditPoints="1"/>
            </p:cNvSpPr>
            <p:nvPr/>
          </p:nvSpPr>
          <p:spPr bwMode="auto">
            <a:xfrm>
              <a:off x="6443663" y="5168901"/>
              <a:ext cx="612775" cy="1114425"/>
            </a:xfrm>
            <a:custGeom>
              <a:avLst/>
              <a:gdLst>
                <a:gd name="T0" fmla="*/ 338 w 411"/>
                <a:gd name="T1" fmla="*/ 25 h 746"/>
                <a:gd name="T2" fmla="*/ 283 w 411"/>
                <a:gd name="T3" fmla="*/ 0 h 746"/>
                <a:gd name="T4" fmla="*/ 281 w 411"/>
                <a:gd name="T5" fmla="*/ 0 h 746"/>
                <a:gd name="T6" fmla="*/ 126 w 411"/>
                <a:gd name="T7" fmla="*/ 0 h 746"/>
                <a:gd name="T8" fmla="*/ 124 w 411"/>
                <a:gd name="T9" fmla="*/ 0 h 746"/>
                <a:gd name="T10" fmla="*/ 69 w 411"/>
                <a:gd name="T11" fmla="*/ 25 h 746"/>
                <a:gd name="T12" fmla="*/ 18 w 411"/>
                <a:gd name="T13" fmla="*/ 126 h 746"/>
                <a:gd name="T14" fmla="*/ 6 w 411"/>
                <a:gd name="T15" fmla="*/ 353 h 746"/>
                <a:gd name="T16" fmla="*/ 38 w 411"/>
                <a:gd name="T17" fmla="*/ 383 h 746"/>
                <a:gd name="T18" fmla="*/ 40 w 411"/>
                <a:gd name="T19" fmla="*/ 383 h 746"/>
                <a:gd name="T20" fmla="*/ 70 w 411"/>
                <a:gd name="T21" fmla="*/ 349 h 746"/>
                <a:gd name="T22" fmla="*/ 82 w 411"/>
                <a:gd name="T23" fmla="*/ 135 h 746"/>
                <a:gd name="T24" fmla="*/ 95 w 411"/>
                <a:gd name="T25" fmla="*/ 96 h 746"/>
                <a:gd name="T26" fmla="*/ 95 w 411"/>
                <a:gd name="T27" fmla="*/ 125 h 746"/>
                <a:gd name="T28" fmla="*/ 130 w 411"/>
                <a:gd name="T29" fmla="*/ 75 h 746"/>
                <a:gd name="T30" fmla="*/ 149 w 411"/>
                <a:gd name="T31" fmla="*/ 64 h 746"/>
                <a:gd name="T32" fmla="*/ 194 w 411"/>
                <a:gd name="T33" fmla="*/ 77 h 746"/>
                <a:gd name="T34" fmla="*/ 202 w 411"/>
                <a:gd name="T35" fmla="*/ 84 h 746"/>
                <a:gd name="T36" fmla="*/ 203 w 411"/>
                <a:gd name="T37" fmla="*/ 84 h 746"/>
                <a:gd name="T38" fmla="*/ 203 w 411"/>
                <a:gd name="T39" fmla="*/ 84 h 746"/>
                <a:gd name="T40" fmla="*/ 203 w 411"/>
                <a:gd name="T41" fmla="*/ 84 h 746"/>
                <a:gd name="T42" fmla="*/ 219 w 411"/>
                <a:gd name="T43" fmla="*/ 82 h 746"/>
                <a:gd name="T44" fmla="*/ 227 w 411"/>
                <a:gd name="T45" fmla="*/ 139 h 746"/>
                <a:gd name="T46" fmla="*/ 235 w 411"/>
                <a:gd name="T47" fmla="*/ 146 h 746"/>
                <a:gd name="T48" fmla="*/ 252 w 411"/>
                <a:gd name="T49" fmla="*/ 179 h 746"/>
                <a:gd name="T50" fmla="*/ 244 w 411"/>
                <a:gd name="T51" fmla="*/ 210 h 746"/>
                <a:gd name="T52" fmla="*/ 238 w 411"/>
                <a:gd name="T53" fmla="*/ 215 h 746"/>
                <a:gd name="T54" fmla="*/ 241 w 411"/>
                <a:gd name="T55" fmla="*/ 243 h 746"/>
                <a:gd name="T56" fmla="*/ 203 w 411"/>
                <a:gd name="T57" fmla="*/ 291 h 746"/>
                <a:gd name="T58" fmla="*/ 182 w 411"/>
                <a:gd name="T59" fmla="*/ 264 h 746"/>
                <a:gd name="T60" fmla="*/ 95 w 411"/>
                <a:gd name="T61" fmla="*/ 340 h 746"/>
                <a:gd name="T62" fmla="*/ 95 w 411"/>
                <a:gd name="T63" fmla="*/ 697 h 746"/>
                <a:gd name="T64" fmla="*/ 145 w 411"/>
                <a:gd name="T65" fmla="*/ 746 h 746"/>
                <a:gd name="T66" fmla="*/ 194 w 411"/>
                <a:gd name="T67" fmla="*/ 697 h 746"/>
                <a:gd name="T68" fmla="*/ 194 w 411"/>
                <a:gd name="T69" fmla="*/ 335 h 746"/>
                <a:gd name="T70" fmla="*/ 213 w 411"/>
                <a:gd name="T71" fmla="*/ 335 h 746"/>
                <a:gd name="T72" fmla="*/ 213 w 411"/>
                <a:gd name="T73" fmla="*/ 697 h 746"/>
                <a:gd name="T74" fmla="*/ 262 w 411"/>
                <a:gd name="T75" fmla="*/ 746 h 746"/>
                <a:gd name="T76" fmla="*/ 312 w 411"/>
                <a:gd name="T77" fmla="*/ 697 h 746"/>
                <a:gd name="T78" fmla="*/ 312 w 411"/>
                <a:gd name="T79" fmla="*/ 305 h 746"/>
                <a:gd name="T80" fmla="*/ 312 w 411"/>
                <a:gd name="T81" fmla="*/ 229 h 746"/>
                <a:gd name="T82" fmla="*/ 312 w 411"/>
                <a:gd name="T83" fmla="*/ 96 h 746"/>
                <a:gd name="T84" fmla="*/ 337 w 411"/>
                <a:gd name="T85" fmla="*/ 349 h 746"/>
                <a:gd name="T86" fmla="*/ 367 w 411"/>
                <a:gd name="T87" fmla="*/ 383 h 746"/>
                <a:gd name="T88" fmla="*/ 369 w 411"/>
                <a:gd name="T89" fmla="*/ 383 h 746"/>
                <a:gd name="T90" fmla="*/ 401 w 411"/>
                <a:gd name="T91" fmla="*/ 353 h 746"/>
                <a:gd name="T92" fmla="*/ 338 w 411"/>
                <a:gd name="T93" fmla="*/ 25 h 746"/>
                <a:gd name="T94" fmla="*/ 203 w 411"/>
                <a:gd name="T95" fmla="*/ 72 h 746"/>
                <a:gd name="T96" fmla="*/ 182 w 411"/>
                <a:gd name="T97" fmla="*/ 65 h 746"/>
                <a:gd name="T98" fmla="*/ 181 w 411"/>
                <a:gd name="T99" fmla="*/ 63 h 746"/>
                <a:gd name="T100" fmla="*/ 188 w 411"/>
                <a:gd name="T101" fmla="*/ 33 h 746"/>
                <a:gd name="T102" fmla="*/ 203 w 411"/>
                <a:gd name="T103" fmla="*/ 33 h 746"/>
                <a:gd name="T104" fmla="*/ 219 w 411"/>
                <a:gd name="T105" fmla="*/ 33 h 746"/>
                <a:gd name="T106" fmla="*/ 226 w 411"/>
                <a:gd name="T107" fmla="*/ 63 h 746"/>
                <a:gd name="T108" fmla="*/ 225 w 411"/>
                <a:gd name="T109" fmla="*/ 65 h 746"/>
                <a:gd name="T110" fmla="*/ 203 w 411"/>
                <a:gd name="T111" fmla="*/ 72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11" h="746">
                  <a:moveTo>
                    <a:pt x="338" y="25"/>
                  </a:moveTo>
                  <a:cubicBezTo>
                    <a:pt x="316" y="4"/>
                    <a:pt x="294" y="0"/>
                    <a:pt x="283" y="0"/>
                  </a:cubicBezTo>
                  <a:cubicBezTo>
                    <a:pt x="282" y="0"/>
                    <a:pt x="281" y="0"/>
                    <a:pt x="281" y="0"/>
                  </a:cubicBezTo>
                  <a:cubicBezTo>
                    <a:pt x="126" y="0"/>
                    <a:pt x="126" y="0"/>
                    <a:pt x="126" y="0"/>
                  </a:cubicBezTo>
                  <a:cubicBezTo>
                    <a:pt x="125" y="0"/>
                    <a:pt x="125" y="0"/>
                    <a:pt x="124" y="0"/>
                  </a:cubicBezTo>
                  <a:cubicBezTo>
                    <a:pt x="113" y="0"/>
                    <a:pt x="91" y="4"/>
                    <a:pt x="69" y="25"/>
                  </a:cubicBezTo>
                  <a:cubicBezTo>
                    <a:pt x="46" y="47"/>
                    <a:pt x="29" y="81"/>
                    <a:pt x="18" y="126"/>
                  </a:cubicBezTo>
                  <a:cubicBezTo>
                    <a:pt x="4" y="183"/>
                    <a:pt x="0" y="259"/>
                    <a:pt x="6" y="353"/>
                  </a:cubicBezTo>
                  <a:cubicBezTo>
                    <a:pt x="7" y="370"/>
                    <a:pt x="21" y="383"/>
                    <a:pt x="38" y="383"/>
                  </a:cubicBezTo>
                  <a:cubicBezTo>
                    <a:pt x="38" y="383"/>
                    <a:pt x="39" y="383"/>
                    <a:pt x="40" y="383"/>
                  </a:cubicBezTo>
                  <a:cubicBezTo>
                    <a:pt x="57" y="382"/>
                    <a:pt x="71" y="367"/>
                    <a:pt x="70" y="349"/>
                  </a:cubicBezTo>
                  <a:cubicBezTo>
                    <a:pt x="64" y="246"/>
                    <a:pt x="71" y="178"/>
                    <a:pt x="82" y="135"/>
                  </a:cubicBezTo>
                  <a:cubicBezTo>
                    <a:pt x="86" y="119"/>
                    <a:pt x="90" y="106"/>
                    <a:pt x="95" y="96"/>
                  </a:cubicBezTo>
                  <a:cubicBezTo>
                    <a:pt x="95" y="125"/>
                    <a:pt x="95" y="125"/>
                    <a:pt x="95" y="125"/>
                  </a:cubicBezTo>
                  <a:cubicBezTo>
                    <a:pt x="130" y="75"/>
                    <a:pt x="130" y="75"/>
                    <a:pt x="130" y="75"/>
                  </a:cubicBezTo>
                  <a:cubicBezTo>
                    <a:pt x="135" y="70"/>
                    <a:pt x="141" y="66"/>
                    <a:pt x="149" y="64"/>
                  </a:cubicBezTo>
                  <a:cubicBezTo>
                    <a:pt x="163" y="61"/>
                    <a:pt x="179" y="66"/>
                    <a:pt x="194" y="77"/>
                  </a:cubicBezTo>
                  <a:cubicBezTo>
                    <a:pt x="197" y="79"/>
                    <a:pt x="199" y="82"/>
                    <a:pt x="202" y="84"/>
                  </a:cubicBezTo>
                  <a:cubicBezTo>
                    <a:pt x="202" y="84"/>
                    <a:pt x="203" y="84"/>
                    <a:pt x="203" y="84"/>
                  </a:cubicBezTo>
                  <a:cubicBezTo>
                    <a:pt x="203" y="84"/>
                    <a:pt x="203" y="84"/>
                    <a:pt x="203" y="84"/>
                  </a:cubicBezTo>
                  <a:cubicBezTo>
                    <a:pt x="203" y="84"/>
                    <a:pt x="203" y="84"/>
                    <a:pt x="203" y="84"/>
                  </a:cubicBezTo>
                  <a:cubicBezTo>
                    <a:pt x="209" y="84"/>
                    <a:pt x="214" y="83"/>
                    <a:pt x="219" y="82"/>
                  </a:cubicBezTo>
                  <a:cubicBezTo>
                    <a:pt x="227" y="139"/>
                    <a:pt x="227" y="139"/>
                    <a:pt x="227" y="139"/>
                  </a:cubicBezTo>
                  <a:cubicBezTo>
                    <a:pt x="230" y="141"/>
                    <a:pt x="232" y="143"/>
                    <a:pt x="235" y="146"/>
                  </a:cubicBezTo>
                  <a:cubicBezTo>
                    <a:pt x="244" y="156"/>
                    <a:pt x="250" y="167"/>
                    <a:pt x="252" y="179"/>
                  </a:cubicBezTo>
                  <a:cubicBezTo>
                    <a:pt x="254" y="191"/>
                    <a:pt x="251" y="202"/>
                    <a:pt x="244" y="210"/>
                  </a:cubicBezTo>
                  <a:cubicBezTo>
                    <a:pt x="238" y="215"/>
                    <a:pt x="238" y="215"/>
                    <a:pt x="238" y="215"/>
                  </a:cubicBezTo>
                  <a:cubicBezTo>
                    <a:pt x="241" y="243"/>
                    <a:pt x="241" y="243"/>
                    <a:pt x="241" y="243"/>
                  </a:cubicBezTo>
                  <a:cubicBezTo>
                    <a:pt x="203" y="291"/>
                    <a:pt x="203" y="291"/>
                    <a:pt x="203" y="291"/>
                  </a:cubicBezTo>
                  <a:cubicBezTo>
                    <a:pt x="182" y="264"/>
                    <a:pt x="182" y="264"/>
                    <a:pt x="182" y="264"/>
                  </a:cubicBezTo>
                  <a:cubicBezTo>
                    <a:pt x="95" y="340"/>
                    <a:pt x="95" y="340"/>
                    <a:pt x="95" y="340"/>
                  </a:cubicBezTo>
                  <a:cubicBezTo>
                    <a:pt x="95" y="697"/>
                    <a:pt x="95" y="697"/>
                    <a:pt x="95" y="697"/>
                  </a:cubicBezTo>
                  <a:cubicBezTo>
                    <a:pt x="95" y="724"/>
                    <a:pt x="117" y="746"/>
                    <a:pt x="145" y="746"/>
                  </a:cubicBezTo>
                  <a:cubicBezTo>
                    <a:pt x="172" y="746"/>
                    <a:pt x="194" y="724"/>
                    <a:pt x="194" y="697"/>
                  </a:cubicBezTo>
                  <a:cubicBezTo>
                    <a:pt x="194" y="335"/>
                    <a:pt x="194" y="335"/>
                    <a:pt x="194" y="335"/>
                  </a:cubicBezTo>
                  <a:cubicBezTo>
                    <a:pt x="213" y="335"/>
                    <a:pt x="213" y="335"/>
                    <a:pt x="213" y="335"/>
                  </a:cubicBezTo>
                  <a:cubicBezTo>
                    <a:pt x="213" y="697"/>
                    <a:pt x="213" y="697"/>
                    <a:pt x="213" y="697"/>
                  </a:cubicBezTo>
                  <a:cubicBezTo>
                    <a:pt x="213" y="724"/>
                    <a:pt x="235" y="746"/>
                    <a:pt x="262" y="746"/>
                  </a:cubicBezTo>
                  <a:cubicBezTo>
                    <a:pt x="289" y="746"/>
                    <a:pt x="312" y="724"/>
                    <a:pt x="312" y="697"/>
                  </a:cubicBezTo>
                  <a:cubicBezTo>
                    <a:pt x="312" y="305"/>
                    <a:pt x="312" y="305"/>
                    <a:pt x="312" y="305"/>
                  </a:cubicBezTo>
                  <a:cubicBezTo>
                    <a:pt x="312" y="229"/>
                    <a:pt x="312" y="229"/>
                    <a:pt x="312" y="229"/>
                  </a:cubicBezTo>
                  <a:cubicBezTo>
                    <a:pt x="312" y="96"/>
                    <a:pt x="312" y="96"/>
                    <a:pt x="312" y="96"/>
                  </a:cubicBezTo>
                  <a:cubicBezTo>
                    <a:pt x="329" y="134"/>
                    <a:pt x="345" y="209"/>
                    <a:pt x="337" y="349"/>
                  </a:cubicBezTo>
                  <a:cubicBezTo>
                    <a:pt x="336" y="367"/>
                    <a:pt x="350" y="382"/>
                    <a:pt x="367" y="383"/>
                  </a:cubicBezTo>
                  <a:cubicBezTo>
                    <a:pt x="368" y="383"/>
                    <a:pt x="368" y="383"/>
                    <a:pt x="369" y="383"/>
                  </a:cubicBezTo>
                  <a:cubicBezTo>
                    <a:pt x="386" y="383"/>
                    <a:pt x="400" y="370"/>
                    <a:pt x="401" y="353"/>
                  </a:cubicBezTo>
                  <a:cubicBezTo>
                    <a:pt x="411" y="184"/>
                    <a:pt x="390" y="74"/>
                    <a:pt x="338" y="25"/>
                  </a:cubicBezTo>
                  <a:close/>
                  <a:moveTo>
                    <a:pt x="203" y="72"/>
                  </a:moveTo>
                  <a:cubicBezTo>
                    <a:pt x="196" y="72"/>
                    <a:pt x="188" y="70"/>
                    <a:pt x="182" y="65"/>
                  </a:cubicBezTo>
                  <a:cubicBezTo>
                    <a:pt x="181" y="63"/>
                    <a:pt x="181" y="63"/>
                    <a:pt x="181" y="63"/>
                  </a:cubicBezTo>
                  <a:cubicBezTo>
                    <a:pt x="188" y="33"/>
                    <a:pt x="188" y="33"/>
                    <a:pt x="188" y="33"/>
                  </a:cubicBezTo>
                  <a:cubicBezTo>
                    <a:pt x="203" y="33"/>
                    <a:pt x="203" y="33"/>
                    <a:pt x="203" y="33"/>
                  </a:cubicBezTo>
                  <a:cubicBezTo>
                    <a:pt x="219" y="33"/>
                    <a:pt x="219" y="33"/>
                    <a:pt x="219" y="33"/>
                  </a:cubicBezTo>
                  <a:cubicBezTo>
                    <a:pt x="226" y="63"/>
                    <a:pt x="226" y="63"/>
                    <a:pt x="226" y="63"/>
                  </a:cubicBezTo>
                  <a:cubicBezTo>
                    <a:pt x="225" y="65"/>
                    <a:pt x="225" y="65"/>
                    <a:pt x="225" y="65"/>
                  </a:cubicBezTo>
                  <a:cubicBezTo>
                    <a:pt x="219" y="70"/>
                    <a:pt x="211" y="72"/>
                    <a:pt x="203" y="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 name="Oval 290"/>
            <p:cNvSpPr>
              <a:spLocks noChangeArrowheads="1"/>
            </p:cNvSpPr>
            <p:nvPr/>
          </p:nvSpPr>
          <p:spPr bwMode="auto">
            <a:xfrm>
              <a:off x="6611938" y="4865688"/>
              <a:ext cx="268288" cy="2682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 name="Freeform 291"/>
            <p:cNvSpPr>
              <a:spLocks/>
            </p:cNvSpPr>
            <p:nvPr/>
          </p:nvSpPr>
          <p:spPr bwMode="auto">
            <a:xfrm>
              <a:off x="6334125" y="5591176"/>
              <a:ext cx="101600" cy="153988"/>
            </a:xfrm>
            <a:custGeom>
              <a:avLst/>
              <a:gdLst>
                <a:gd name="T0" fmla="*/ 67 w 68"/>
                <a:gd name="T1" fmla="*/ 0 h 103"/>
                <a:gd name="T2" fmla="*/ 3 w 68"/>
                <a:gd name="T3" fmla="*/ 91 h 103"/>
                <a:gd name="T4" fmla="*/ 3 w 68"/>
                <a:gd name="T5" fmla="*/ 91 h 103"/>
                <a:gd name="T6" fmla="*/ 1 w 68"/>
                <a:gd name="T7" fmla="*/ 103 h 103"/>
                <a:gd name="T8" fmla="*/ 68 w 68"/>
                <a:gd name="T9" fmla="*/ 34 h 103"/>
                <a:gd name="T10" fmla="*/ 67 w 68"/>
                <a:gd name="T11" fmla="*/ 0 h 103"/>
              </a:gdLst>
              <a:ahLst/>
              <a:cxnLst>
                <a:cxn ang="0">
                  <a:pos x="T0" y="T1"/>
                </a:cxn>
                <a:cxn ang="0">
                  <a:pos x="T2" y="T3"/>
                </a:cxn>
                <a:cxn ang="0">
                  <a:pos x="T4" y="T5"/>
                </a:cxn>
                <a:cxn ang="0">
                  <a:pos x="T6" y="T7"/>
                </a:cxn>
                <a:cxn ang="0">
                  <a:pos x="T8" y="T9"/>
                </a:cxn>
                <a:cxn ang="0">
                  <a:pos x="T10" y="T11"/>
                </a:cxn>
              </a:cxnLst>
              <a:rect l="0" t="0" r="r" b="b"/>
              <a:pathLst>
                <a:path w="68" h="103">
                  <a:moveTo>
                    <a:pt x="67" y="0"/>
                  </a:moveTo>
                  <a:cubicBezTo>
                    <a:pt x="3" y="91"/>
                    <a:pt x="3" y="91"/>
                    <a:pt x="3" y="91"/>
                  </a:cubicBezTo>
                  <a:cubicBezTo>
                    <a:pt x="3" y="91"/>
                    <a:pt x="3" y="91"/>
                    <a:pt x="3" y="91"/>
                  </a:cubicBezTo>
                  <a:cubicBezTo>
                    <a:pt x="1" y="94"/>
                    <a:pt x="0" y="99"/>
                    <a:pt x="1" y="103"/>
                  </a:cubicBezTo>
                  <a:cubicBezTo>
                    <a:pt x="68" y="34"/>
                    <a:pt x="68" y="34"/>
                    <a:pt x="68" y="34"/>
                  </a:cubicBezTo>
                  <a:cubicBezTo>
                    <a:pt x="67" y="22"/>
                    <a:pt x="67" y="11"/>
                    <a:pt x="6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 name="Freeform 292"/>
            <p:cNvSpPr>
              <a:spLocks noEditPoints="1"/>
            </p:cNvSpPr>
            <p:nvPr/>
          </p:nvSpPr>
          <p:spPr bwMode="auto">
            <a:xfrm>
              <a:off x="6559550" y="5268913"/>
              <a:ext cx="203200" cy="244475"/>
            </a:xfrm>
            <a:custGeom>
              <a:avLst/>
              <a:gdLst>
                <a:gd name="T0" fmla="*/ 93 w 136"/>
                <a:gd name="T1" fmla="*/ 67 h 164"/>
                <a:gd name="T2" fmla="*/ 108 w 136"/>
                <a:gd name="T3" fmla="*/ 60 h 164"/>
                <a:gd name="T4" fmla="*/ 130 w 136"/>
                <a:gd name="T5" fmla="*/ 62 h 164"/>
                <a:gd name="T6" fmla="*/ 111 w 136"/>
                <a:gd name="T7" fmla="*/ 16 h 164"/>
                <a:gd name="T8" fmla="*/ 59 w 136"/>
                <a:gd name="T9" fmla="*/ 13 h 164"/>
                <a:gd name="T10" fmla="*/ 10 w 136"/>
                <a:gd name="T11" fmla="*/ 83 h 164"/>
                <a:gd name="T12" fmla="*/ 0 w 136"/>
                <a:gd name="T13" fmla="*/ 164 h 164"/>
                <a:gd name="T14" fmla="*/ 93 w 136"/>
                <a:gd name="T15" fmla="*/ 67 h 164"/>
                <a:gd name="T16" fmla="*/ 109 w 136"/>
                <a:gd name="T17" fmla="*/ 19 h 164"/>
                <a:gd name="T18" fmla="*/ 121 w 136"/>
                <a:gd name="T19" fmla="*/ 48 h 164"/>
                <a:gd name="T20" fmla="*/ 89 w 136"/>
                <a:gd name="T21" fmla="*/ 44 h 164"/>
                <a:gd name="T22" fmla="*/ 77 w 136"/>
                <a:gd name="T23" fmla="*/ 15 h 164"/>
                <a:gd name="T24" fmla="*/ 109 w 136"/>
                <a:gd name="T25" fmla="*/ 19 h 164"/>
                <a:gd name="T26" fmla="*/ 68 w 136"/>
                <a:gd name="T27" fmla="*/ 23 h 164"/>
                <a:gd name="T28" fmla="*/ 73 w 136"/>
                <a:gd name="T29" fmla="*/ 20 h 164"/>
                <a:gd name="T30" fmla="*/ 85 w 136"/>
                <a:gd name="T31" fmla="*/ 48 h 164"/>
                <a:gd name="T32" fmla="*/ 113 w 136"/>
                <a:gd name="T33" fmla="*/ 55 h 164"/>
                <a:gd name="T34" fmla="*/ 112 w 136"/>
                <a:gd name="T35" fmla="*/ 56 h 164"/>
                <a:gd name="T36" fmla="*/ 80 w 136"/>
                <a:gd name="T37" fmla="*/ 52 h 164"/>
                <a:gd name="T38" fmla="*/ 68 w 136"/>
                <a:gd name="T39" fmla="*/ 23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6" h="164">
                  <a:moveTo>
                    <a:pt x="93" y="67"/>
                  </a:moveTo>
                  <a:cubicBezTo>
                    <a:pt x="98" y="63"/>
                    <a:pt x="102" y="61"/>
                    <a:pt x="108" y="60"/>
                  </a:cubicBezTo>
                  <a:cubicBezTo>
                    <a:pt x="115" y="58"/>
                    <a:pt x="123" y="59"/>
                    <a:pt x="130" y="62"/>
                  </a:cubicBezTo>
                  <a:cubicBezTo>
                    <a:pt x="136" y="49"/>
                    <a:pt x="128" y="29"/>
                    <a:pt x="111" y="16"/>
                  </a:cubicBezTo>
                  <a:cubicBezTo>
                    <a:pt x="92" y="2"/>
                    <a:pt x="68" y="0"/>
                    <a:pt x="59" y="13"/>
                  </a:cubicBezTo>
                  <a:cubicBezTo>
                    <a:pt x="10" y="83"/>
                    <a:pt x="10" y="83"/>
                    <a:pt x="10" y="83"/>
                  </a:cubicBezTo>
                  <a:cubicBezTo>
                    <a:pt x="5" y="104"/>
                    <a:pt x="1" y="131"/>
                    <a:pt x="0" y="164"/>
                  </a:cubicBezTo>
                  <a:lnTo>
                    <a:pt x="93" y="67"/>
                  </a:lnTo>
                  <a:close/>
                  <a:moveTo>
                    <a:pt x="109" y="19"/>
                  </a:moveTo>
                  <a:cubicBezTo>
                    <a:pt x="121" y="28"/>
                    <a:pt x="126" y="41"/>
                    <a:pt x="121" y="48"/>
                  </a:cubicBezTo>
                  <a:cubicBezTo>
                    <a:pt x="115" y="55"/>
                    <a:pt x="101" y="53"/>
                    <a:pt x="89" y="44"/>
                  </a:cubicBezTo>
                  <a:cubicBezTo>
                    <a:pt x="77" y="35"/>
                    <a:pt x="72" y="22"/>
                    <a:pt x="77" y="15"/>
                  </a:cubicBezTo>
                  <a:cubicBezTo>
                    <a:pt x="82" y="8"/>
                    <a:pt x="97" y="10"/>
                    <a:pt x="109" y="19"/>
                  </a:cubicBezTo>
                  <a:close/>
                  <a:moveTo>
                    <a:pt x="68" y="23"/>
                  </a:moveTo>
                  <a:cubicBezTo>
                    <a:pt x="69" y="21"/>
                    <a:pt x="71" y="20"/>
                    <a:pt x="73" y="20"/>
                  </a:cubicBezTo>
                  <a:cubicBezTo>
                    <a:pt x="68" y="27"/>
                    <a:pt x="74" y="39"/>
                    <a:pt x="85" y="48"/>
                  </a:cubicBezTo>
                  <a:cubicBezTo>
                    <a:pt x="95" y="56"/>
                    <a:pt x="106" y="58"/>
                    <a:pt x="113" y="55"/>
                  </a:cubicBezTo>
                  <a:cubicBezTo>
                    <a:pt x="112" y="56"/>
                    <a:pt x="112" y="56"/>
                    <a:pt x="112" y="56"/>
                  </a:cubicBezTo>
                  <a:cubicBezTo>
                    <a:pt x="107" y="63"/>
                    <a:pt x="93" y="61"/>
                    <a:pt x="80" y="52"/>
                  </a:cubicBezTo>
                  <a:cubicBezTo>
                    <a:pt x="68" y="43"/>
                    <a:pt x="63" y="30"/>
                    <a:pt x="68"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 name="Freeform 293"/>
            <p:cNvSpPr>
              <a:spLocks noEditPoints="1"/>
            </p:cNvSpPr>
            <p:nvPr/>
          </p:nvSpPr>
          <p:spPr bwMode="auto">
            <a:xfrm>
              <a:off x="6556375" y="5362576"/>
              <a:ext cx="258763" cy="319088"/>
            </a:xfrm>
            <a:custGeom>
              <a:avLst/>
              <a:gdLst>
                <a:gd name="T0" fmla="*/ 162 w 173"/>
                <a:gd name="T1" fmla="*/ 73 h 213"/>
                <a:gd name="T2" fmla="*/ 153 w 173"/>
                <a:gd name="T3" fmla="*/ 22 h 213"/>
                <a:gd name="T4" fmla="*/ 102 w 173"/>
                <a:gd name="T5" fmla="*/ 11 h 213"/>
                <a:gd name="T6" fmla="*/ 1 w 173"/>
                <a:gd name="T7" fmla="*/ 114 h 213"/>
                <a:gd name="T8" fmla="*/ 3 w 173"/>
                <a:gd name="T9" fmla="*/ 213 h 213"/>
                <a:gd name="T10" fmla="*/ 162 w 173"/>
                <a:gd name="T11" fmla="*/ 73 h 213"/>
                <a:gd name="T12" fmla="*/ 119 w 173"/>
                <a:gd name="T13" fmla="*/ 14 h 213"/>
                <a:gd name="T14" fmla="*/ 149 w 173"/>
                <a:gd name="T15" fmla="*/ 24 h 213"/>
                <a:gd name="T16" fmla="*/ 156 w 173"/>
                <a:gd name="T17" fmla="*/ 55 h 213"/>
                <a:gd name="T18" fmla="*/ 125 w 173"/>
                <a:gd name="T19" fmla="*/ 45 h 213"/>
                <a:gd name="T20" fmla="*/ 119 w 173"/>
                <a:gd name="T21" fmla="*/ 14 h 213"/>
                <a:gd name="T22" fmla="*/ 109 w 173"/>
                <a:gd name="T23" fmla="*/ 21 h 213"/>
                <a:gd name="T24" fmla="*/ 114 w 173"/>
                <a:gd name="T25" fmla="*/ 18 h 213"/>
                <a:gd name="T26" fmla="*/ 121 w 173"/>
                <a:gd name="T27" fmla="*/ 49 h 213"/>
                <a:gd name="T28" fmla="*/ 146 w 173"/>
                <a:gd name="T29" fmla="*/ 61 h 213"/>
                <a:gd name="T30" fmla="*/ 146 w 173"/>
                <a:gd name="T31" fmla="*/ 62 h 213"/>
                <a:gd name="T32" fmla="*/ 115 w 173"/>
                <a:gd name="T33" fmla="*/ 52 h 213"/>
                <a:gd name="T34" fmla="*/ 109 w 173"/>
                <a:gd name="T35"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3" h="213">
                  <a:moveTo>
                    <a:pt x="162" y="73"/>
                  </a:moveTo>
                  <a:cubicBezTo>
                    <a:pt x="173" y="62"/>
                    <a:pt x="169" y="39"/>
                    <a:pt x="153" y="22"/>
                  </a:cubicBezTo>
                  <a:cubicBezTo>
                    <a:pt x="136" y="5"/>
                    <a:pt x="113" y="0"/>
                    <a:pt x="102" y="11"/>
                  </a:cubicBezTo>
                  <a:cubicBezTo>
                    <a:pt x="1" y="114"/>
                    <a:pt x="1" y="114"/>
                    <a:pt x="1" y="114"/>
                  </a:cubicBezTo>
                  <a:cubicBezTo>
                    <a:pt x="0" y="143"/>
                    <a:pt x="0" y="176"/>
                    <a:pt x="3" y="213"/>
                  </a:cubicBezTo>
                  <a:lnTo>
                    <a:pt x="162" y="73"/>
                  </a:lnTo>
                  <a:close/>
                  <a:moveTo>
                    <a:pt x="119" y="14"/>
                  </a:moveTo>
                  <a:cubicBezTo>
                    <a:pt x="125" y="8"/>
                    <a:pt x="139" y="13"/>
                    <a:pt x="149" y="24"/>
                  </a:cubicBezTo>
                  <a:cubicBezTo>
                    <a:pt x="159" y="35"/>
                    <a:pt x="162" y="49"/>
                    <a:pt x="156" y="55"/>
                  </a:cubicBezTo>
                  <a:cubicBezTo>
                    <a:pt x="149" y="61"/>
                    <a:pt x="136" y="57"/>
                    <a:pt x="125" y="45"/>
                  </a:cubicBezTo>
                  <a:cubicBezTo>
                    <a:pt x="115" y="34"/>
                    <a:pt x="112" y="20"/>
                    <a:pt x="119" y="14"/>
                  </a:cubicBezTo>
                  <a:close/>
                  <a:moveTo>
                    <a:pt x="109" y="21"/>
                  </a:moveTo>
                  <a:cubicBezTo>
                    <a:pt x="110" y="19"/>
                    <a:pt x="112" y="19"/>
                    <a:pt x="114" y="18"/>
                  </a:cubicBezTo>
                  <a:cubicBezTo>
                    <a:pt x="108" y="24"/>
                    <a:pt x="111" y="38"/>
                    <a:pt x="121" y="49"/>
                  </a:cubicBezTo>
                  <a:cubicBezTo>
                    <a:pt x="129" y="58"/>
                    <a:pt x="139" y="62"/>
                    <a:pt x="146" y="61"/>
                  </a:cubicBezTo>
                  <a:cubicBezTo>
                    <a:pt x="146" y="61"/>
                    <a:pt x="146" y="61"/>
                    <a:pt x="146" y="62"/>
                  </a:cubicBezTo>
                  <a:cubicBezTo>
                    <a:pt x="139" y="67"/>
                    <a:pt x="125" y="63"/>
                    <a:pt x="115" y="52"/>
                  </a:cubicBezTo>
                  <a:cubicBezTo>
                    <a:pt x="105" y="40"/>
                    <a:pt x="102" y="27"/>
                    <a:pt x="109"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 name="Freeform 294"/>
            <p:cNvSpPr>
              <a:spLocks/>
            </p:cNvSpPr>
            <p:nvPr/>
          </p:nvSpPr>
          <p:spPr bwMode="auto">
            <a:xfrm>
              <a:off x="6324600" y="5661026"/>
              <a:ext cx="155575" cy="176213"/>
            </a:xfrm>
            <a:custGeom>
              <a:avLst/>
              <a:gdLst>
                <a:gd name="T0" fmla="*/ 76 w 104"/>
                <a:gd name="T1" fmla="*/ 24 h 118"/>
                <a:gd name="T2" fmla="*/ 74 w 104"/>
                <a:gd name="T3" fmla="*/ 0 h 118"/>
                <a:gd name="T4" fmla="*/ 7 w 104"/>
                <a:gd name="T5" fmla="*/ 70 h 118"/>
                <a:gd name="T6" fmla="*/ 7 w 104"/>
                <a:gd name="T7" fmla="*/ 70 h 118"/>
                <a:gd name="T8" fmla="*/ 13 w 104"/>
                <a:gd name="T9" fmla="*/ 104 h 118"/>
                <a:gd name="T10" fmla="*/ 47 w 104"/>
                <a:gd name="T11" fmla="*/ 112 h 118"/>
                <a:gd name="T12" fmla="*/ 47 w 104"/>
                <a:gd name="T13" fmla="*/ 112 h 118"/>
                <a:gd name="T14" fmla="*/ 104 w 104"/>
                <a:gd name="T15" fmla="*/ 61 h 118"/>
                <a:gd name="T16" fmla="*/ 76 w 104"/>
                <a:gd name="T17" fmla="*/ 24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118">
                  <a:moveTo>
                    <a:pt x="76" y="24"/>
                  </a:moveTo>
                  <a:cubicBezTo>
                    <a:pt x="75" y="16"/>
                    <a:pt x="75" y="8"/>
                    <a:pt x="74" y="0"/>
                  </a:cubicBezTo>
                  <a:cubicBezTo>
                    <a:pt x="7" y="70"/>
                    <a:pt x="7" y="70"/>
                    <a:pt x="7" y="70"/>
                  </a:cubicBezTo>
                  <a:cubicBezTo>
                    <a:pt x="7" y="70"/>
                    <a:pt x="7" y="70"/>
                    <a:pt x="7" y="70"/>
                  </a:cubicBezTo>
                  <a:cubicBezTo>
                    <a:pt x="0" y="78"/>
                    <a:pt x="3" y="92"/>
                    <a:pt x="13" y="104"/>
                  </a:cubicBezTo>
                  <a:cubicBezTo>
                    <a:pt x="24" y="115"/>
                    <a:pt x="39" y="118"/>
                    <a:pt x="47" y="112"/>
                  </a:cubicBezTo>
                  <a:cubicBezTo>
                    <a:pt x="47" y="112"/>
                    <a:pt x="47" y="112"/>
                    <a:pt x="47" y="112"/>
                  </a:cubicBezTo>
                  <a:cubicBezTo>
                    <a:pt x="104" y="61"/>
                    <a:pt x="104" y="61"/>
                    <a:pt x="104" y="61"/>
                  </a:cubicBezTo>
                  <a:cubicBezTo>
                    <a:pt x="88" y="56"/>
                    <a:pt x="77" y="42"/>
                    <a:pt x="76"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80" name="组合 279"/>
          <p:cNvGrpSpPr/>
          <p:nvPr/>
        </p:nvGrpSpPr>
        <p:grpSpPr>
          <a:xfrm>
            <a:off x="10734675" y="731838"/>
            <a:ext cx="1184276" cy="1897063"/>
            <a:chOff x="10734675" y="731838"/>
            <a:chExt cx="1184276" cy="1897063"/>
          </a:xfrm>
          <a:solidFill>
            <a:schemeClr val="tx1">
              <a:lumMod val="65000"/>
              <a:lumOff val="35000"/>
            </a:schemeClr>
          </a:solidFill>
        </p:grpSpPr>
        <p:sp>
          <p:nvSpPr>
            <p:cNvPr id="281" name="Freeform 310"/>
            <p:cNvSpPr>
              <a:spLocks/>
            </p:cNvSpPr>
            <p:nvPr/>
          </p:nvSpPr>
          <p:spPr bwMode="auto">
            <a:xfrm>
              <a:off x="10734675" y="1377951"/>
              <a:ext cx="652463" cy="1250950"/>
            </a:xfrm>
            <a:custGeom>
              <a:avLst/>
              <a:gdLst>
                <a:gd name="T0" fmla="*/ 9 w 437"/>
                <a:gd name="T1" fmla="*/ 224 h 837"/>
                <a:gd name="T2" fmla="*/ 44 w 437"/>
                <a:gd name="T3" fmla="*/ 280 h 837"/>
                <a:gd name="T4" fmla="*/ 47 w 437"/>
                <a:gd name="T5" fmla="*/ 280 h 837"/>
                <a:gd name="T6" fmla="*/ 82 w 437"/>
                <a:gd name="T7" fmla="*/ 249 h 837"/>
                <a:gd name="T8" fmla="*/ 121 w 437"/>
                <a:gd name="T9" fmla="*/ 175 h 837"/>
                <a:gd name="T10" fmla="*/ 121 w 437"/>
                <a:gd name="T11" fmla="*/ 320 h 837"/>
                <a:gd name="T12" fmla="*/ 121 w 437"/>
                <a:gd name="T13" fmla="*/ 396 h 837"/>
                <a:gd name="T14" fmla="*/ 121 w 437"/>
                <a:gd name="T15" fmla="*/ 788 h 837"/>
                <a:gd name="T16" fmla="*/ 170 w 437"/>
                <a:gd name="T17" fmla="*/ 837 h 837"/>
                <a:gd name="T18" fmla="*/ 220 w 437"/>
                <a:gd name="T19" fmla="*/ 788 h 837"/>
                <a:gd name="T20" fmla="*/ 220 w 437"/>
                <a:gd name="T21" fmla="*/ 427 h 837"/>
                <a:gd name="T22" fmla="*/ 238 w 437"/>
                <a:gd name="T23" fmla="*/ 427 h 837"/>
                <a:gd name="T24" fmla="*/ 238 w 437"/>
                <a:gd name="T25" fmla="*/ 788 h 837"/>
                <a:gd name="T26" fmla="*/ 288 w 437"/>
                <a:gd name="T27" fmla="*/ 837 h 837"/>
                <a:gd name="T28" fmla="*/ 337 w 437"/>
                <a:gd name="T29" fmla="*/ 788 h 837"/>
                <a:gd name="T30" fmla="*/ 337 w 437"/>
                <a:gd name="T31" fmla="*/ 396 h 837"/>
                <a:gd name="T32" fmla="*/ 337 w 437"/>
                <a:gd name="T33" fmla="*/ 320 h 837"/>
                <a:gd name="T34" fmla="*/ 337 w 437"/>
                <a:gd name="T35" fmla="*/ 188 h 837"/>
                <a:gd name="T36" fmla="*/ 363 w 437"/>
                <a:gd name="T37" fmla="*/ 440 h 837"/>
                <a:gd name="T38" fmla="*/ 393 w 437"/>
                <a:gd name="T39" fmla="*/ 474 h 837"/>
                <a:gd name="T40" fmla="*/ 395 w 437"/>
                <a:gd name="T41" fmla="*/ 474 h 837"/>
                <a:gd name="T42" fmla="*/ 427 w 437"/>
                <a:gd name="T43" fmla="*/ 444 h 837"/>
                <a:gd name="T44" fmla="*/ 364 w 437"/>
                <a:gd name="T45" fmla="*/ 116 h 837"/>
                <a:gd name="T46" fmla="*/ 308 w 437"/>
                <a:gd name="T47" fmla="*/ 91 h 837"/>
                <a:gd name="T48" fmla="*/ 306 w 437"/>
                <a:gd name="T49" fmla="*/ 91 h 837"/>
                <a:gd name="T50" fmla="*/ 152 w 437"/>
                <a:gd name="T51" fmla="*/ 91 h 837"/>
                <a:gd name="T52" fmla="*/ 142 w 437"/>
                <a:gd name="T53" fmla="*/ 93 h 837"/>
                <a:gd name="T54" fmla="*/ 67 w 437"/>
                <a:gd name="T55" fmla="*/ 138 h 837"/>
                <a:gd name="T56" fmla="*/ 65 w 437"/>
                <a:gd name="T57" fmla="*/ 74 h 837"/>
                <a:gd name="T58" fmla="*/ 65 w 437"/>
                <a:gd name="T59" fmla="*/ 10 h 837"/>
                <a:gd name="T60" fmla="*/ 55 w 437"/>
                <a:gd name="T61" fmla="*/ 0 h 837"/>
                <a:gd name="T62" fmla="*/ 45 w 437"/>
                <a:gd name="T63" fmla="*/ 10 h 837"/>
                <a:gd name="T64" fmla="*/ 45 w 437"/>
                <a:gd name="T65" fmla="*/ 62 h 837"/>
                <a:gd name="T66" fmla="*/ 1 w 437"/>
                <a:gd name="T67" fmla="*/ 75 h 837"/>
                <a:gd name="T68" fmla="*/ 5 w 437"/>
                <a:gd name="T69" fmla="*/ 162 h 837"/>
                <a:gd name="T70" fmla="*/ 9 w 437"/>
                <a:gd name="T71" fmla="*/ 224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37" h="837">
                  <a:moveTo>
                    <a:pt x="9" y="224"/>
                  </a:moveTo>
                  <a:cubicBezTo>
                    <a:pt x="12" y="247"/>
                    <a:pt x="15" y="276"/>
                    <a:pt x="44" y="280"/>
                  </a:cubicBezTo>
                  <a:cubicBezTo>
                    <a:pt x="45" y="280"/>
                    <a:pt x="46" y="280"/>
                    <a:pt x="47" y="280"/>
                  </a:cubicBezTo>
                  <a:cubicBezTo>
                    <a:pt x="56" y="280"/>
                    <a:pt x="75" y="277"/>
                    <a:pt x="82" y="249"/>
                  </a:cubicBezTo>
                  <a:cubicBezTo>
                    <a:pt x="92" y="211"/>
                    <a:pt x="107" y="189"/>
                    <a:pt x="121" y="175"/>
                  </a:cubicBezTo>
                  <a:cubicBezTo>
                    <a:pt x="121" y="320"/>
                    <a:pt x="121" y="320"/>
                    <a:pt x="121" y="320"/>
                  </a:cubicBezTo>
                  <a:cubicBezTo>
                    <a:pt x="121" y="396"/>
                    <a:pt x="121" y="396"/>
                    <a:pt x="121" y="396"/>
                  </a:cubicBezTo>
                  <a:cubicBezTo>
                    <a:pt x="121" y="788"/>
                    <a:pt x="121" y="788"/>
                    <a:pt x="121" y="788"/>
                  </a:cubicBezTo>
                  <a:cubicBezTo>
                    <a:pt x="121" y="815"/>
                    <a:pt x="143" y="837"/>
                    <a:pt x="170" y="837"/>
                  </a:cubicBezTo>
                  <a:cubicBezTo>
                    <a:pt x="198" y="837"/>
                    <a:pt x="220" y="815"/>
                    <a:pt x="220" y="788"/>
                  </a:cubicBezTo>
                  <a:cubicBezTo>
                    <a:pt x="220" y="427"/>
                    <a:pt x="220" y="427"/>
                    <a:pt x="220" y="427"/>
                  </a:cubicBezTo>
                  <a:cubicBezTo>
                    <a:pt x="238" y="427"/>
                    <a:pt x="238" y="427"/>
                    <a:pt x="238" y="427"/>
                  </a:cubicBezTo>
                  <a:cubicBezTo>
                    <a:pt x="238" y="788"/>
                    <a:pt x="238" y="788"/>
                    <a:pt x="238" y="788"/>
                  </a:cubicBezTo>
                  <a:cubicBezTo>
                    <a:pt x="238" y="815"/>
                    <a:pt x="261" y="837"/>
                    <a:pt x="288" y="837"/>
                  </a:cubicBezTo>
                  <a:cubicBezTo>
                    <a:pt x="315" y="837"/>
                    <a:pt x="337" y="815"/>
                    <a:pt x="337" y="788"/>
                  </a:cubicBezTo>
                  <a:cubicBezTo>
                    <a:pt x="337" y="396"/>
                    <a:pt x="337" y="396"/>
                    <a:pt x="337" y="396"/>
                  </a:cubicBezTo>
                  <a:cubicBezTo>
                    <a:pt x="337" y="320"/>
                    <a:pt x="337" y="320"/>
                    <a:pt x="337" y="320"/>
                  </a:cubicBezTo>
                  <a:cubicBezTo>
                    <a:pt x="337" y="188"/>
                    <a:pt x="337" y="188"/>
                    <a:pt x="337" y="188"/>
                  </a:cubicBezTo>
                  <a:cubicBezTo>
                    <a:pt x="355" y="225"/>
                    <a:pt x="371" y="300"/>
                    <a:pt x="363" y="440"/>
                  </a:cubicBezTo>
                  <a:cubicBezTo>
                    <a:pt x="362" y="458"/>
                    <a:pt x="375" y="473"/>
                    <a:pt x="393" y="474"/>
                  </a:cubicBezTo>
                  <a:cubicBezTo>
                    <a:pt x="394" y="474"/>
                    <a:pt x="394" y="474"/>
                    <a:pt x="395" y="474"/>
                  </a:cubicBezTo>
                  <a:cubicBezTo>
                    <a:pt x="412" y="474"/>
                    <a:pt x="426" y="461"/>
                    <a:pt x="427" y="444"/>
                  </a:cubicBezTo>
                  <a:cubicBezTo>
                    <a:pt x="437" y="275"/>
                    <a:pt x="416" y="165"/>
                    <a:pt x="364" y="116"/>
                  </a:cubicBezTo>
                  <a:cubicBezTo>
                    <a:pt x="341" y="95"/>
                    <a:pt x="320" y="92"/>
                    <a:pt x="308" y="91"/>
                  </a:cubicBezTo>
                  <a:cubicBezTo>
                    <a:pt x="308" y="91"/>
                    <a:pt x="307" y="91"/>
                    <a:pt x="306" y="91"/>
                  </a:cubicBezTo>
                  <a:cubicBezTo>
                    <a:pt x="152" y="91"/>
                    <a:pt x="152" y="91"/>
                    <a:pt x="152" y="91"/>
                  </a:cubicBezTo>
                  <a:cubicBezTo>
                    <a:pt x="148" y="91"/>
                    <a:pt x="145" y="92"/>
                    <a:pt x="142" y="93"/>
                  </a:cubicBezTo>
                  <a:cubicBezTo>
                    <a:pt x="128" y="96"/>
                    <a:pt x="96" y="106"/>
                    <a:pt x="67" y="138"/>
                  </a:cubicBezTo>
                  <a:cubicBezTo>
                    <a:pt x="66" y="117"/>
                    <a:pt x="65" y="95"/>
                    <a:pt x="65" y="74"/>
                  </a:cubicBezTo>
                  <a:cubicBezTo>
                    <a:pt x="65" y="10"/>
                    <a:pt x="65" y="10"/>
                    <a:pt x="65" y="10"/>
                  </a:cubicBezTo>
                  <a:cubicBezTo>
                    <a:pt x="65" y="5"/>
                    <a:pt x="60" y="0"/>
                    <a:pt x="55" y="0"/>
                  </a:cubicBezTo>
                  <a:cubicBezTo>
                    <a:pt x="49" y="0"/>
                    <a:pt x="45" y="5"/>
                    <a:pt x="45" y="10"/>
                  </a:cubicBezTo>
                  <a:cubicBezTo>
                    <a:pt x="45" y="62"/>
                    <a:pt x="45" y="62"/>
                    <a:pt x="45" y="62"/>
                  </a:cubicBezTo>
                  <a:cubicBezTo>
                    <a:pt x="26" y="59"/>
                    <a:pt x="0" y="64"/>
                    <a:pt x="1" y="75"/>
                  </a:cubicBezTo>
                  <a:cubicBezTo>
                    <a:pt x="1" y="76"/>
                    <a:pt x="2" y="119"/>
                    <a:pt x="5" y="162"/>
                  </a:cubicBezTo>
                  <a:cubicBezTo>
                    <a:pt x="6" y="188"/>
                    <a:pt x="8" y="209"/>
                    <a:pt x="9" y="2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 name="Freeform 311"/>
            <p:cNvSpPr>
              <a:spLocks noEditPoints="1"/>
            </p:cNvSpPr>
            <p:nvPr/>
          </p:nvSpPr>
          <p:spPr bwMode="auto">
            <a:xfrm>
              <a:off x="10941050" y="1212851"/>
              <a:ext cx="269875" cy="268288"/>
            </a:xfrm>
            <a:custGeom>
              <a:avLst/>
              <a:gdLst>
                <a:gd name="T0" fmla="*/ 90 w 180"/>
                <a:gd name="T1" fmla="*/ 180 h 180"/>
                <a:gd name="T2" fmla="*/ 180 w 180"/>
                <a:gd name="T3" fmla="*/ 90 h 180"/>
                <a:gd name="T4" fmla="*/ 90 w 180"/>
                <a:gd name="T5" fmla="*/ 0 h 180"/>
                <a:gd name="T6" fmla="*/ 0 w 180"/>
                <a:gd name="T7" fmla="*/ 90 h 180"/>
                <a:gd name="T8" fmla="*/ 90 w 180"/>
                <a:gd name="T9" fmla="*/ 180 h 180"/>
                <a:gd name="T10" fmla="*/ 146 w 180"/>
                <a:gd name="T11" fmla="*/ 124 h 180"/>
                <a:gd name="T12" fmla="*/ 90 w 180"/>
                <a:gd name="T13" fmla="*/ 156 h 180"/>
                <a:gd name="T14" fmla="*/ 34 w 180"/>
                <a:gd name="T15" fmla="*/ 124 h 180"/>
                <a:gd name="T16" fmla="*/ 146 w 180"/>
                <a:gd name="T17" fmla="*/ 124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0" h="180">
                  <a:moveTo>
                    <a:pt x="90" y="180"/>
                  </a:moveTo>
                  <a:cubicBezTo>
                    <a:pt x="140" y="180"/>
                    <a:pt x="180" y="139"/>
                    <a:pt x="180" y="90"/>
                  </a:cubicBezTo>
                  <a:cubicBezTo>
                    <a:pt x="180" y="40"/>
                    <a:pt x="140" y="0"/>
                    <a:pt x="90" y="0"/>
                  </a:cubicBezTo>
                  <a:cubicBezTo>
                    <a:pt x="40" y="0"/>
                    <a:pt x="0" y="40"/>
                    <a:pt x="0" y="90"/>
                  </a:cubicBezTo>
                  <a:cubicBezTo>
                    <a:pt x="0" y="139"/>
                    <a:pt x="40" y="180"/>
                    <a:pt x="90" y="180"/>
                  </a:cubicBezTo>
                  <a:close/>
                  <a:moveTo>
                    <a:pt x="146" y="124"/>
                  </a:moveTo>
                  <a:cubicBezTo>
                    <a:pt x="135" y="143"/>
                    <a:pt x="114" y="156"/>
                    <a:pt x="90" y="156"/>
                  </a:cubicBezTo>
                  <a:cubicBezTo>
                    <a:pt x="66" y="156"/>
                    <a:pt x="46" y="143"/>
                    <a:pt x="34" y="124"/>
                  </a:cubicBezTo>
                  <a:lnTo>
                    <a:pt x="146" y="1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 name="Freeform 312"/>
            <p:cNvSpPr>
              <a:spLocks noEditPoints="1"/>
            </p:cNvSpPr>
            <p:nvPr/>
          </p:nvSpPr>
          <p:spPr bwMode="auto">
            <a:xfrm>
              <a:off x="11279188" y="731838"/>
              <a:ext cx="639763" cy="641350"/>
            </a:xfrm>
            <a:custGeom>
              <a:avLst/>
              <a:gdLst>
                <a:gd name="T0" fmla="*/ 4 w 428"/>
                <a:gd name="T1" fmla="*/ 429 h 429"/>
                <a:gd name="T2" fmla="*/ 83 w 428"/>
                <a:gd name="T3" fmla="*/ 383 h 429"/>
                <a:gd name="T4" fmla="*/ 214 w 428"/>
                <a:gd name="T5" fmla="*/ 428 h 429"/>
                <a:gd name="T6" fmla="*/ 428 w 428"/>
                <a:gd name="T7" fmla="*/ 214 h 429"/>
                <a:gd name="T8" fmla="*/ 214 w 428"/>
                <a:gd name="T9" fmla="*/ 0 h 429"/>
                <a:gd name="T10" fmla="*/ 0 w 428"/>
                <a:gd name="T11" fmla="*/ 214 h 429"/>
                <a:gd name="T12" fmla="*/ 48 w 428"/>
                <a:gd name="T13" fmla="*/ 350 h 429"/>
                <a:gd name="T14" fmla="*/ 4 w 428"/>
                <a:gd name="T15" fmla="*/ 429 h 429"/>
                <a:gd name="T16" fmla="*/ 208 w 428"/>
                <a:gd name="T17" fmla="*/ 42 h 429"/>
                <a:gd name="T18" fmla="*/ 387 w 428"/>
                <a:gd name="T19" fmla="*/ 221 h 429"/>
                <a:gd name="T20" fmla="*/ 208 w 428"/>
                <a:gd name="T21" fmla="*/ 400 h 429"/>
                <a:gd name="T22" fmla="*/ 29 w 428"/>
                <a:gd name="T23" fmla="*/ 221 h 429"/>
                <a:gd name="T24" fmla="*/ 208 w 428"/>
                <a:gd name="T25" fmla="*/ 42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8" h="429">
                  <a:moveTo>
                    <a:pt x="4" y="429"/>
                  </a:moveTo>
                  <a:cubicBezTo>
                    <a:pt x="83" y="383"/>
                    <a:pt x="83" y="383"/>
                    <a:pt x="83" y="383"/>
                  </a:cubicBezTo>
                  <a:cubicBezTo>
                    <a:pt x="119" y="412"/>
                    <a:pt x="164" y="428"/>
                    <a:pt x="214" y="428"/>
                  </a:cubicBezTo>
                  <a:cubicBezTo>
                    <a:pt x="332" y="428"/>
                    <a:pt x="428" y="333"/>
                    <a:pt x="428" y="214"/>
                  </a:cubicBezTo>
                  <a:cubicBezTo>
                    <a:pt x="428" y="96"/>
                    <a:pt x="332" y="0"/>
                    <a:pt x="214" y="0"/>
                  </a:cubicBezTo>
                  <a:cubicBezTo>
                    <a:pt x="96" y="0"/>
                    <a:pt x="0" y="96"/>
                    <a:pt x="0" y="214"/>
                  </a:cubicBezTo>
                  <a:cubicBezTo>
                    <a:pt x="0" y="266"/>
                    <a:pt x="18" y="313"/>
                    <a:pt x="48" y="350"/>
                  </a:cubicBezTo>
                  <a:lnTo>
                    <a:pt x="4" y="429"/>
                  </a:lnTo>
                  <a:close/>
                  <a:moveTo>
                    <a:pt x="208" y="42"/>
                  </a:moveTo>
                  <a:cubicBezTo>
                    <a:pt x="307" y="42"/>
                    <a:pt x="387" y="123"/>
                    <a:pt x="387" y="221"/>
                  </a:cubicBezTo>
                  <a:cubicBezTo>
                    <a:pt x="387" y="320"/>
                    <a:pt x="307" y="400"/>
                    <a:pt x="208" y="400"/>
                  </a:cubicBezTo>
                  <a:cubicBezTo>
                    <a:pt x="109" y="400"/>
                    <a:pt x="29" y="320"/>
                    <a:pt x="29" y="221"/>
                  </a:cubicBezTo>
                  <a:cubicBezTo>
                    <a:pt x="29" y="123"/>
                    <a:pt x="109" y="42"/>
                    <a:pt x="208"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 name="Freeform 313"/>
            <p:cNvSpPr>
              <a:spLocks/>
            </p:cNvSpPr>
            <p:nvPr/>
          </p:nvSpPr>
          <p:spPr bwMode="auto">
            <a:xfrm>
              <a:off x="11377613" y="1014413"/>
              <a:ext cx="65088" cy="90488"/>
            </a:xfrm>
            <a:custGeom>
              <a:avLst/>
              <a:gdLst>
                <a:gd name="T0" fmla="*/ 43 w 43"/>
                <a:gd name="T1" fmla="*/ 46 h 61"/>
                <a:gd name="T2" fmla="*/ 34 w 43"/>
                <a:gd name="T3" fmla="*/ 45 h 61"/>
                <a:gd name="T4" fmla="*/ 34 w 43"/>
                <a:gd name="T5" fmla="*/ 50 h 61"/>
                <a:gd name="T6" fmla="*/ 32 w 43"/>
                <a:gd name="T7" fmla="*/ 53 h 61"/>
                <a:gd name="T8" fmla="*/ 17 w 43"/>
                <a:gd name="T9" fmla="*/ 53 h 61"/>
                <a:gd name="T10" fmla="*/ 17 w 43"/>
                <a:gd name="T11" fmla="*/ 34 h 61"/>
                <a:gd name="T12" fmla="*/ 39 w 43"/>
                <a:gd name="T13" fmla="*/ 34 h 61"/>
                <a:gd name="T14" fmla="*/ 39 w 43"/>
                <a:gd name="T15" fmla="*/ 25 h 61"/>
                <a:gd name="T16" fmla="*/ 17 w 43"/>
                <a:gd name="T17" fmla="*/ 25 h 61"/>
                <a:gd name="T18" fmla="*/ 17 w 43"/>
                <a:gd name="T19" fmla="*/ 8 h 61"/>
                <a:gd name="T20" fmla="*/ 31 w 43"/>
                <a:gd name="T21" fmla="*/ 8 h 61"/>
                <a:gd name="T22" fmla="*/ 33 w 43"/>
                <a:gd name="T23" fmla="*/ 10 h 61"/>
                <a:gd name="T24" fmla="*/ 33 w 43"/>
                <a:gd name="T25" fmla="*/ 15 h 61"/>
                <a:gd name="T26" fmla="*/ 42 w 43"/>
                <a:gd name="T27" fmla="*/ 14 h 61"/>
                <a:gd name="T28" fmla="*/ 42 w 43"/>
                <a:gd name="T29" fmla="*/ 0 h 61"/>
                <a:gd name="T30" fmla="*/ 1 w 43"/>
                <a:gd name="T31" fmla="*/ 0 h 61"/>
                <a:gd name="T32" fmla="*/ 1 w 43"/>
                <a:gd name="T33" fmla="*/ 7 h 61"/>
                <a:gd name="T34" fmla="*/ 5 w 43"/>
                <a:gd name="T35" fmla="*/ 7 h 61"/>
                <a:gd name="T36" fmla="*/ 5 w 43"/>
                <a:gd name="T37" fmla="*/ 51 h 61"/>
                <a:gd name="T38" fmla="*/ 3 w 43"/>
                <a:gd name="T39" fmla="*/ 54 h 61"/>
                <a:gd name="T40" fmla="*/ 0 w 43"/>
                <a:gd name="T41" fmla="*/ 54 h 61"/>
                <a:gd name="T42" fmla="*/ 0 w 43"/>
                <a:gd name="T43" fmla="*/ 61 h 61"/>
                <a:gd name="T44" fmla="*/ 43 w 43"/>
                <a:gd name="T45" fmla="*/ 61 h 61"/>
                <a:gd name="T46" fmla="*/ 43 w 43"/>
                <a:gd name="T47" fmla="*/ 4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3" h="61">
                  <a:moveTo>
                    <a:pt x="43" y="46"/>
                  </a:moveTo>
                  <a:cubicBezTo>
                    <a:pt x="34" y="45"/>
                    <a:pt x="34" y="45"/>
                    <a:pt x="34" y="45"/>
                  </a:cubicBezTo>
                  <a:cubicBezTo>
                    <a:pt x="34" y="50"/>
                    <a:pt x="34" y="50"/>
                    <a:pt x="34" y="50"/>
                  </a:cubicBezTo>
                  <a:cubicBezTo>
                    <a:pt x="34" y="52"/>
                    <a:pt x="34" y="53"/>
                    <a:pt x="32" y="53"/>
                  </a:cubicBezTo>
                  <a:cubicBezTo>
                    <a:pt x="17" y="53"/>
                    <a:pt x="17" y="53"/>
                    <a:pt x="17" y="53"/>
                  </a:cubicBezTo>
                  <a:cubicBezTo>
                    <a:pt x="17" y="34"/>
                    <a:pt x="17" y="34"/>
                    <a:pt x="17" y="34"/>
                  </a:cubicBezTo>
                  <a:cubicBezTo>
                    <a:pt x="39" y="34"/>
                    <a:pt x="39" y="34"/>
                    <a:pt x="39" y="34"/>
                  </a:cubicBezTo>
                  <a:cubicBezTo>
                    <a:pt x="39" y="25"/>
                    <a:pt x="39" y="25"/>
                    <a:pt x="39" y="25"/>
                  </a:cubicBezTo>
                  <a:cubicBezTo>
                    <a:pt x="17" y="25"/>
                    <a:pt x="17" y="25"/>
                    <a:pt x="17" y="25"/>
                  </a:cubicBezTo>
                  <a:cubicBezTo>
                    <a:pt x="17" y="8"/>
                    <a:pt x="17" y="8"/>
                    <a:pt x="17" y="8"/>
                  </a:cubicBezTo>
                  <a:cubicBezTo>
                    <a:pt x="31" y="8"/>
                    <a:pt x="31" y="8"/>
                    <a:pt x="31" y="8"/>
                  </a:cubicBezTo>
                  <a:cubicBezTo>
                    <a:pt x="33" y="8"/>
                    <a:pt x="33" y="9"/>
                    <a:pt x="33" y="10"/>
                  </a:cubicBezTo>
                  <a:cubicBezTo>
                    <a:pt x="33" y="15"/>
                    <a:pt x="33" y="15"/>
                    <a:pt x="33" y="15"/>
                  </a:cubicBezTo>
                  <a:cubicBezTo>
                    <a:pt x="42" y="14"/>
                    <a:pt x="42" y="14"/>
                    <a:pt x="42" y="14"/>
                  </a:cubicBezTo>
                  <a:cubicBezTo>
                    <a:pt x="42" y="0"/>
                    <a:pt x="42" y="0"/>
                    <a:pt x="42" y="0"/>
                  </a:cubicBezTo>
                  <a:cubicBezTo>
                    <a:pt x="1" y="0"/>
                    <a:pt x="1" y="0"/>
                    <a:pt x="1" y="0"/>
                  </a:cubicBezTo>
                  <a:cubicBezTo>
                    <a:pt x="1" y="7"/>
                    <a:pt x="1" y="7"/>
                    <a:pt x="1" y="7"/>
                  </a:cubicBezTo>
                  <a:cubicBezTo>
                    <a:pt x="5" y="7"/>
                    <a:pt x="5" y="7"/>
                    <a:pt x="5" y="7"/>
                  </a:cubicBezTo>
                  <a:cubicBezTo>
                    <a:pt x="5" y="51"/>
                    <a:pt x="5" y="51"/>
                    <a:pt x="5" y="51"/>
                  </a:cubicBezTo>
                  <a:cubicBezTo>
                    <a:pt x="5" y="53"/>
                    <a:pt x="5" y="53"/>
                    <a:pt x="3" y="54"/>
                  </a:cubicBezTo>
                  <a:cubicBezTo>
                    <a:pt x="0" y="54"/>
                    <a:pt x="0" y="54"/>
                    <a:pt x="0" y="54"/>
                  </a:cubicBezTo>
                  <a:cubicBezTo>
                    <a:pt x="0" y="61"/>
                    <a:pt x="0" y="61"/>
                    <a:pt x="0" y="61"/>
                  </a:cubicBezTo>
                  <a:cubicBezTo>
                    <a:pt x="43" y="61"/>
                    <a:pt x="43" y="61"/>
                    <a:pt x="43" y="61"/>
                  </a:cubicBezTo>
                  <a:lnTo>
                    <a:pt x="43"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 name="Freeform 314"/>
            <p:cNvSpPr>
              <a:spLocks/>
            </p:cNvSpPr>
            <p:nvPr/>
          </p:nvSpPr>
          <p:spPr bwMode="auto">
            <a:xfrm>
              <a:off x="11452225" y="1033463"/>
              <a:ext cx="73025" cy="71438"/>
            </a:xfrm>
            <a:custGeom>
              <a:avLst/>
              <a:gdLst>
                <a:gd name="T0" fmla="*/ 5 w 48"/>
                <a:gd name="T1" fmla="*/ 12 h 48"/>
                <a:gd name="T2" fmla="*/ 5 w 48"/>
                <a:gd name="T3" fmla="*/ 38 h 48"/>
                <a:gd name="T4" fmla="*/ 3 w 48"/>
                <a:gd name="T5" fmla="*/ 41 h 48"/>
                <a:gd name="T6" fmla="*/ 0 w 48"/>
                <a:gd name="T7" fmla="*/ 41 h 48"/>
                <a:gd name="T8" fmla="*/ 0 w 48"/>
                <a:gd name="T9" fmla="*/ 48 h 48"/>
                <a:gd name="T10" fmla="*/ 20 w 48"/>
                <a:gd name="T11" fmla="*/ 48 h 48"/>
                <a:gd name="T12" fmla="*/ 20 w 48"/>
                <a:gd name="T13" fmla="*/ 41 h 48"/>
                <a:gd name="T14" fmla="*/ 16 w 48"/>
                <a:gd name="T15" fmla="*/ 41 h 48"/>
                <a:gd name="T16" fmla="*/ 16 w 48"/>
                <a:gd name="T17" fmla="*/ 19 h 48"/>
                <a:gd name="T18" fmla="*/ 25 w 48"/>
                <a:gd name="T19" fmla="*/ 9 h 48"/>
                <a:gd name="T20" fmla="*/ 32 w 48"/>
                <a:gd name="T21" fmla="*/ 19 h 48"/>
                <a:gd name="T22" fmla="*/ 32 w 48"/>
                <a:gd name="T23" fmla="*/ 38 h 48"/>
                <a:gd name="T24" fmla="*/ 30 w 48"/>
                <a:gd name="T25" fmla="*/ 41 h 48"/>
                <a:gd name="T26" fmla="*/ 28 w 48"/>
                <a:gd name="T27" fmla="*/ 41 h 48"/>
                <a:gd name="T28" fmla="*/ 28 w 48"/>
                <a:gd name="T29" fmla="*/ 48 h 48"/>
                <a:gd name="T30" fmla="*/ 48 w 48"/>
                <a:gd name="T31" fmla="*/ 48 h 48"/>
                <a:gd name="T32" fmla="*/ 48 w 48"/>
                <a:gd name="T33" fmla="*/ 41 h 48"/>
                <a:gd name="T34" fmla="*/ 43 w 48"/>
                <a:gd name="T35" fmla="*/ 41 h 48"/>
                <a:gd name="T36" fmla="*/ 43 w 48"/>
                <a:gd name="T37" fmla="*/ 16 h 48"/>
                <a:gd name="T38" fmla="*/ 29 w 48"/>
                <a:gd name="T39" fmla="*/ 0 h 48"/>
                <a:gd name="T40" fmla="*/ 15 w 48"/>
                <a:gd name="T41" fmla="*/ 8 h 48"/>
                <a:gd name="T42" fmla="*/ 15 w 48"/>
                <a:gd name="T43" fmla="*/ 8 h 48"/>
                <a:gd name="T44" fmla="*/ 15 w 48"/>
                <a:gd name="T45" fmla="*/ 2 h 48"/>
                <a:gd name="T46" fmla="*/ 0 w 48"/>
                <a:gd name="T47" fmla="*/ 2 h 48"/>
                <a:gd name="T48" fmla="*/ 0 w 48"/>
                <a:gd name="T49" fmla="*/ 9 h 48"/>
                <a:gd name="T50" fmla="*/ 2 w 48"/>
                <a:gd name="T51" fmla="*/ 9 h 48"/>
                <a:gd name="T52" fmla="*/ 5 w 48"/>
                <a:gd name="T53" fmla="*/ 1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48">
                  <a:moveTo>
                    <a:pt x="5" y="12"/>
                  </a:moveTo>
                  <a:cubicBezTo>
                    <a:pt x="5" y="38"/>
                    <a:pt x="5" y="38"/>
                    <a:pt x="5" y="38"/>
                  </a:cubicBezTo>
                  <a:cubicBezTo>
                    <a:pt x="5" y="40"/>
                    <a:pt x="4" y="41"/>
                    <a:pt x="3" y="41"/>
                  </a:cubicBezTo>
                  <a:cubicBezTo>
                    <a:pt x="0" y="41"/>
                    <a:pt x="0" y="41"/>
                    <a:pt x="0" y="41"/>
                  </a:cubicBezTo>
                  <a:cubicBezTo>
                    <a:pt x="0" y="48"/>
                    <a:pt x="0" y="48"/>
                    <a:pt x="0" y="48"/>
                  </a:cubicBezTo>
                  <a:cubicBezTo>
                    <a:pt x="20" y="48"/>
                    <a:pt x="20" y="48"/>
                    <a:pt x="20" y="48"/>
                  </a:cubicBezTo>
                  <a:cubicBezTo>
                    <a:pt x="20" y="41"/>
                    <a:pt x="20" y="41"/>
                    <a:pt x="20" y="41"/>
                  </a:cubicBezTo>
                  <a:cubicBezTo>
                    <a:pt x="16" y="41"/>
                    <a:pt x="16" y="41"/>
                    <a:pt x="16" y="41"/>
                  </a:cubicBezTo>
                  <a:cubicBezTo>
                    <a:pt x="16" y="19"/>
                    <a:pt x="16" y="19"/>
                    <a:pt x="16" y="19"/>
                  </a:cubicBezTo>
                  <a:cubicBezTo>
                    <a:pt x="16" y="14"/>
                    <a:pt x="19" y="9"/>
                    <a:pt x="25" y="9"/>
                  </a:cubicBezTo>
                  <a:cubicBezTo>
                    <a:pt x="31" y="9"/>
                    <a:pt x="32" y="13"/>
                    <a:pt x="32" y="19"/>
                  </a:cubicBezTo>
                  <a:cubicBezTo>
                    <a:pt x="32" y="38"/>
                    <a:pt x="32" y="38"/>
                    <a:pt x="32" y="38"/>
                  </a:cubicBezTo>
                  <a:cubicBezTo>
                    <a:pt x="32" y="40"/>
                    <a:pt x="32" y="41"/>
                    <a:pt x="30" y="41"/>
                  </a:cubicBezTo>
                  <a:cubicBezTo>
                    <a:pt x="28" y="41"/>
                    <a:pt x="28" y="41"/>
                    <a:pt x="28" y="41"/>
                  </a:cubicBezTo>
                  <a:cubicBezTo>
                    <a:pt x="28" y="48"/>
                    <a:pt x="28" y="48"/>
                    <a:pt x="28" y="48"/>
                  </a:cubicBezTo>
                  <a:cubicBezTo>
                    <a:pt x="48" y="48"/>
                    <a:pt x="48" y="48"/>
                    <a:pt x="48" y="48"/>
                  </a:cubicBezTo>
                  <a:cubicBezTo>
                    <a:pt x="48" y="41"/>
                    <a:pt x="48" y="41"/>
                    <a:pt x="48" y="41"/>
                  </a:cubicBezTo>
                  <a:cubicBezTo>
                    <a:pt x="43" y="41"/>
                    <a:pt x="43" y="41"/>
                    <a:pt x="43" y="41"/>
                  </a:cubicBezTo>
                  <a:cubicBezTo>
                    <a:pt x="43" y="16"/>
                    <a:pt x="43" y="16"/>
                    <a:pt x="43" y="16"/>
                  </a:cubicBezTo>
                  <a:cubicBezTo>
                    <a:pt x="43" y="6"/>
                    <a:pt x="38" y="0"/>
                    <a:pt x="29" y="0"/>
                  </a:cubicBezTo>
                  <a:cubicBezTo>
                    <a:pt x="22" y="0"/>
                    <a:pt x="18" y="3"/>
                    <a:pt x="15" y="8"/>
                  </a:cubicBezTo>
                  <a:cubicBezTo>
                    <a:pt x="15" y="8"/>
                    <a:pt x="15" y="8"/>
                    <a:pt x="15" y="8"/>
                  </a:cubicBezTo>
                  <a:cubicBezTo>
                    <a:pt x="15" y="2"/>
                    <a:pt x="15" y="2"/>
                    <a:pt x="15" y="2"/>
                  </a:cubicBezTo>
                  <a:cubicBezTo>
                    <a:pt x="0" y="2"/>
                    <a:pt x="0" y="2"/>
                    <a:pt x="0" y="2"/>
                  </a:cubicBezTo>
                  <a:cubicBezTo>
                    <a:pt x="0" y="9"/>
                    <a:pt x="0" y="9"/>
                    <a:pt x="0" y="9"/>
                  </a:cubicBezTo>
                  <a:cubicBezTo>
                    <a:pt x="2" y="9"/>
                    <a:pt x="2" y="9"/>
                    <a:pt x="2" y="9"/>
                  </a:cubicBezTo>
                  <a:cubicBezTo>
                    <a:pt x="4" y="9"/>
                    <a:pt x="5" y="10"/>
                    <a:pt x="5"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 name="Freeform 315"/>
            <p:cNvSpPr>
              <a:spLocks noEditPoints="1"/>
            </p:cNvSpPr>
            <p:nvPr/>
          </p:nvSpPr>
          <p:spPr bwMode="auto">
            <a:xfrm>
              <a:off x="11533188" y="1033463"/>
              <a:ext cx="60325" cy="101600"/>
            </a:xfrm>
            <a:custGeom>
              <a:avLst/>
              <a:gdLst>
                <a:gd name="T0" fmla="*/ 18 w 40"/>
                <a:gd name="T1" fmla="*/ 47 h 68"/>
                <a:gd name="T2" fmla="*/ 30 w 40"/>
                <a:gd name="T3" fmla="*/ 41 h 68"/>
                <a:gd name="T4" fmla="*/ 30 w 40"/>
                <a:gd name="T5" fmla="*/ 46 h 68"/>
                <a:gd name="T6" fmla="*/ 18 w 40"/>
                <a:gd name="T7" fmla="*/ 59 h 68"/>
                <a:gd name="T8" fmla="*/ 13 w 40"/>
                <a:gd name="T9" fmla="*/ 59 h 68"/>
                <a:gd name="T10" fmla="*/ 11 w 40"/>
                <a:gd name="T11" fmla="*/ 56 h 68"/>
                <a:gd name="T12" fmla="*/ 11 w 40"/>
                <a:gd name="T13" fmla="*/ 51 h 68"/>
                <a:gd name="T14" fmla="*/ 2 w 40"/>
                <a:gd name="T15" fmla="*/ 52 h 68"/>
                <a:gd name="T16" fmla="*/ 2 w 40"/>
                <a:gd name="T17" fmla="*/ 64 h 68"/>
                <a:gd name="T18" fmla="*/ 19 w 40"/>
                <a:gd name="T19" fmla="*/ 68 h 68"/>
                <a:gd name="T20" fmla="*/ 40 w 40"/>
                <a:gd name="T21" fmla="*/ 44 h 68"/>
                <a:gd name="T22" fmla="*/ 40 w 40"/>
                <a:gd name="T23" fmla="*/ 4 h 68"/>
                <a:gd name="T24" fmla="*/ 23 w 40"/>
                <a:gd name="T25" fmla="*/ 0 h 68"/>
                <a:gd name="T26" fmla="*/ 0 w 40"/>
                <a:gd name="T27" fmla="*/ 25 h 68"/>
                <a:gd name="T28" fmla="*/ 18 w 40"/>
                <a:gd name="T29" fmla="*/ 47 h 68"/>
                <a:gd name="T30" fmla="*/ 22 w 40"/>
                <a:gd name="T31" fmla="*/ 9 h 68"/>
                <a:gd name="T32" fmla="*/ 29 w 40"/>
                <a:gd name="T33" fmla="*/ 10 h 68"/>
                <a:gd name="T34" fmla="*/ 29 w 40"/>
                <a:gd name="T35" fmla="*/ 29 h 68"/>
                <a:gd name="T36" fmla="*/ 20 w 40"/>
                <a:gd name="T37" fmla="*/ 38 h 68"/>
                <a:gd name="T38" fmla="*/ 11 w 40"/>
                <a:gd name="T39" fmla="*/ 24 h 68"/>
                <a:gd name="T40" fmla="*/ 22 w 40"/>
                <a:gd name="T41" fmla="*/ 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 h="68">
                  <a:moveTo>
                    <a:pt x="18" y="47"/>
                  </a:moveTo>
                  <a:cubicBezTo>
                    <a:pt x="23" y="47"/>
                    <a:pt x="27" y="44"/>
                    <a:pt x="30" y="41"/>
                  </a:cubicBezTo>
                  <a:cubicBezTo>
                    <a:pt x="30" y="46"/>
                    <a:pt x="30" y="46"/>
                    <a:pt x="30" y="46"/>
                  </a:cubicBezTo>
                  <a:cubicBezTo>
                    <a:pt x="30" y="55"/>
                    <a:pt x="27" y="59"/>
                    <a:pt x="18" y="59"/>
                  </a:cubicBezTo>
                  <a:cubicBezTo>
                    <a:pt x="16" y="59"/>
                    <a:pt x="15" y="59"/>
                    <a:pt x="13" y="59"/>
                  </a:cubicBezTo>
                  <a:cubicBezTo>
                    <a:pt x="12" y="58"/>
                    <a:pt x="11" y="58"/>
                    <a:pt x="11" y="56"/>
                  </a:cubicBezTo>
                  <a:cubicBezTo>
                    <a:pt x="11" y="51"/>
                    <a:pt x="11" y="51"/>
                    <a:pt x="11" y="51"/>
                  </a:cubicBezTo>
                  <a:cubicBezTo>
                    <a:pt x="2" y="52"/>
                    <a:pt x="2" y="52"/>
                    <a:pt x="2" y="52"/>
                  </a:cubicBezTo>
                  <a:cubicBezTo>
                    <a:pt x="2" y="64"/>
                    <a:pt x="2" y="64"/>
                    <a:pt x="2" y="64"/>
                  </a:cubicBezTo>
                  <a:cubicBezTo>
                    <a:pt x="6" y="66"/>
                    <a:pt x="13" y="68"/>
                    <a:pt x="19" y="68"/>
                  </a:cubicBezTo>
                  <a:cubicBezTo>
                    <a:pt x="38" y="68"/>
                    <a:pt x="40" y="54"/>
                    <a:pt x="40" y="44"/>
                  </a:cubicBezTo>
                  <a:cubicBezTo>
                    <a:pt x="40" y="4"/>
                    <a:pt x="40" y="4"/>
                    <a:pt x="40" y="4"/>
                  </a:cubicBezTo>
                  <a:cubicBezTo>
                    <a:pt x="34" y="1"/>
                    <a:pt x="27" y="0"/>
                    <a:pt x="23" y="0"/>
                  </a:cubicBezTo>
                  <a:cubicBezTo>
                    <a:pt x="9" y="0"/>
                    <a:pt x="0" y="9"/>
                    <a:pt x="0" y="25"/>
                  </a:cubicBezTo>
                  <a:cubicBezTo>
                    <a:pt x="0" y="38"/>
                    <a:pt x="6" y="47"/>
                    <a:pt x="18" y="47"/>
                  </a:cubicBezTo>
                  <a:close/>
                  <a:moveTo>
                    <a:pt x="22" y="9"/>
                  </a:moveTo>
                  <a:cubicBezTo>
                    <a:pt x="25" y="9"/>
                    <a:pt x="27" y="9"/>
                    <a:pt x="29" y="10"/>
                  </a:cubicBezTo>
                  <a:cubicBezTo>
                    <a:pt x="29" y="29"/>
                    <a:pt x="29" y="29"/>
                    <a:pt x="29" y="29"/>
                  </a:cubicBezTo>
                  <a:cubicBezTo>
                    <a:pt x="29" y="35"/>
                    <a:pt x="26" y="38"/>
                    <a:pt x="20" y="38"/>
                  </a:cubicBezTo>
                  <a:cubicBezTo>
                    <a:pt x="12" y="38"/>
                    <a:pt x="11" y="31"/>
                    <a:pt x="11" y="24"/>
                  </a:cubicBezTo>
                  <a:cubicBezTo>
                    <a:pt x="11" y="14"/>
                    <a:pt x="15" y="9"/>
                    <a:pt x="22"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 name="Freeform 316"/>
            <p:cNvSpPr>
              <a:spLocks/>
            </p:cNvSpPr>
            <p:nvPr/>
          </p:nvSpPr>
          <p:spPr bwMode="auto">
            <a:xfrm>
              <a:off x="11606213" y="1006476"/>
              <a:ext cx="31750" cy="98425"/>
            </a:xfrm>
            <a:custGeom>
              <a:avLst/>
              <a:gdLst>
                <a:gd name="T0" fmla="*/ 6 w 21"/>
                <a:gd name="T1" fmla="*/ 10 h 66"/>
                <a:gd name="T2" fmla="*/ 6 w 21"/>
                <a:gd name="T3" fmla="*/ 56 h 66"/>
                <a:gd name="T4" fmla="*/ 3 w 21"/>
                <a:gd name="T5" fmla="*/ 59 h 66"/>
                <a:gd name="T6" fmla="*/ 0 w 21"/>
                <a:gd name="T7" fmla="*/ 59 h 66"/>
                <a:gd name="T8" fmla="*/ 0 w 21"/>
                <a:gd name="T9" fmla="*/ 66 h 66"/>
                <a:gd name="T10" fmla="*/ 21 w 21"/>
                <a:gd name="T11" fmla="*/ 66 h 66"/>
                <a:gd name="T12" fmla="*/ 21 w 21"/>
                <a:gd name="T13" fmla="*/ 59 h 66"/>
                <a:gd name="T14" fmla="*/ 16 w 21"/>
                <a:gd name="T15" fmla="*/ 59 h 66"/>
                <a:gd name="T16" fmla="*/ 16 w 21"/>
                <a:gd name="T17" fmla="*/ 0 h 66"/>
                <a:gd name="T18" fmla="*/ 0 w 21"/>
                <a:gd name="T19" fmla="*/ 0 h 66"/>
                <a:gd name="T20" fmla="*/ 0 w 21"/>
                <a:gd name="T21" fmla="*/ 7 h 66"/>
                <a:gd name="T22" fmla="*/ 3 w 21"/>
                <a:gd name="T23" fmla="*/ 8 h 66"/>
                <a:gd name="T24" fmla="*/ 6 w 21"/>
                <a:gd name="T25" fmla="*/ 1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66">
                  <a:moveTo>
                    <a:pt x="6" y="10"/>
                  </a:moveTo>
                  <a:cubicBezTo>
                    <a:pt x="6" y="56"/>
                    <a:pt x="6" y="56"/>
                    <a:pt x="6" y="56"/>
                  </a:cubicBezTo>
                  <a:cubicBezTo>
                    <a:pt x="6" y="58"/>
                    <a:pt x="5" y="59"/>
                    <a:pt x="3" y="59"/>
                  </a:cubicBezTo>
                  <a:cubicBezTo>
                    <a:pt x="0" y="59"/>
                    <a:pt x="0" y="59"/>
                    <a:pt x="0" y="59"/>
                  </a:cubicBezTo>
                  <a:cubicBezTo>
                    <a:pt x="0" y="66"/>
                    <a:pt x="0" y="66"/>
                    <a:pt x="0" y="66"/>
                  </a:cubicBezTo>
                  <a:cubicBezTo>
                    <a:pt x="21" y="66"/>
                    <a:pt x="21" y="66"/>
                    <a:pt x="21" y="66"/>
                  </a:cubicBezTo>
                  <a:cubicBezTo>
                    <a:pt x="21" y="59"/>
                    <a:pt x="21" y="59"/>
                    <a:pt x="21" y="59"/>
                  </a:cubicBezTo>
                  <a:cubicBezTo>
                    <a:pt x="16" y="59"/>
                    <a:pt x="16" y="59"/>
                    <a:pt x="16" y="59"/>
                  </a:cubicBezTo>
                  <a:cubicBezTo>
                    <a:pt x="16" y="0"/>
                    <a:pt x="16" y="0"/>
                    <a:pt x="16" y="0"/>
                  </a:cubicBezTo>
                  <a:cubicBezTo>
                    <a:pt x="0" y="0"/>
                    <a:pt x="0" y="0"/>
                    <a:pt x="0" y="0"/>
                  </a:cubicBezTo>
                  <a:cubicBezTo>
                    <a:pt x="0" y="7"/>
                    <a:pt x="0" y="7"/>
                    <a:pt x="0" y="7"/>
                  </a:cubicBezTo>
                  <a:cubicBezTo>
                    <a:pt x="3" y="8"/>
                    <a:pt x="3" y="8"/>
                    <a:pt x="3" y="8"/>
                  </a:cubicBezTo>
                  <a:cubicBezTo>
                    <a:pt x="5" y="8"/>
                    <a:pt x="6" y="8"/>
                    <a:pt x="6"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 name="Freeform 317"/>
            <p:cNvSpPr>
              <a:spLocks/>
            </p:cNvSpPr>
            <p:nvPr/>
          </p:nvSpPr>
          <p:spPr bwMode="auto">
            <a:xfrm>
              <a:off x="11652250" y="1006476"/>
              <a:ext cx="19050" cy="19050"/>
            </a:xfrm>
            <a:custGeom>
              <a:avLst/>
              <a:gdLst>
                <a:gd name="T0" fmla="*/ 6 w 13"/>
                <a:gd name="T1" fmla="*/ 13 h 13"/>
                <a:gd name="T2" fmla="*/ 13 w 13"/>
                <a:gd name="T3" fmla="*/ 6 h 13"/>
                <a:gd name="T4" fmla="*/ 6 w 13"/>
                <a:gd name="T5" fmla="*/ 0 h 13"/>
                <a:gd name="T6" fmla="*/ 0 w 13"/>
                <a:gd name="T7" fmla="*/ 7 h 13"/>
                <a:gd name="T8" fmla="*/ 6 w 13"/>
                <a:gd name="T9" fmla="*/ 13 h 13"/>
              </a:gdLst>
              <a:ahLst/>
              <a:cxnLst>
                <a:cxn ang="0">
                  <a:pos x="T0" y="T1"/>
                </a:cxn>
                <a:cxn ang="0">
                  <a:pos x="T2" y="T3"/>
                </a:cxn>
                <a:cxn ang="0">
                  <a:pos x="T4" y="T5"/>
                </a:cxn>
                <a:cxn ang="0">
                  <a:pos x="T6" y="T7"/>
                </a:cxn>
                <a:cxn ang="0">
                  <a:pos x="T8" y="T9"/>
                </a:cxn>
              </a:cxnLst>
              <a:rect l="0" t="0" r="r" b="b"/>
              <a:pathLst>
                <a:path w="13" h="13">
                  <a:moveTo>
                    <a:pt x="6" y="13"/>
                  </a:moveTo>
                  <a:cubicBezTo>
                    <a:pt x="10" y="13"/>
                    <a:pt x="13" y="10"/>
                    <a:pt x="13" y="6"/>
                  </a:cubicBezTo>
                  <a:cubicBezTo>
                    <a:pt x="13" y="3"/>
                    <a:pt x="10" y="0"/>
                    <a:pt x="6" y="0"/>
                  </a:cubicBezTo>
                  <a:cubicBezTo>
                    <a:pt x="2" y="0"/>
                    <a:pt x="0" y="3"/>
                    <a:pt x="0" y="7"/>
                  </a:cubicBezTo>
                  <a:cubicBezTo>
                    <a:pt x="0" y="10"/>
                    <a:pt x="2" y="13"/>
                    <a:pt x="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 name="Freeform 318"/>
            <p:cNvSpPr>
              <a:spLocks/>
            </p:cNvSpPr>
            <p:nvPr/>
          </p:nvSpPr>
          <p:spPr bwMode="auto">
            <a:xfrm>
              <a:off x="11645900" y="1036638"/>
              <a:ext cx="31750" cy="68263"/>
            </a:xfrm>
            <a:custGeom>
              <a:avLst/>
              <a:gdLst>
                <a:gd name="T0" fmla="*/ 6 w 21"/>
                <a:gd name="T1" fmla="*/ 10 h 46"/>
                <a:gd name="T2" fmla="*/ 6 w 21"/>
                <a:gd name="T3" fmla="*/ 36 h 46"/>
                <a:gd name="T4" fmla="*/ 3 w 21"/>
                <a:gd name="T5" fmla="*/ 39 h 46"/>
                <a:gd name="T6" fmla="*/ 1 w 21"/>
                <a:gd name="T7" fmla="*/ 39 h 46"/>
                <a:gd name="T8" fmla="*/ 1 w 21"/>
                <a:gd name="T9" fmla="*/ 46 h 46"/>
                <a:gd name="T10" fmla="*/ 21 w 21"/>
                <a:gd name="T11" fmla="*/ 46 h 46"/>
                <a:gd name="T12" fmla="*/ 21 w 21"/>
                <a:gd name="T13" fmla="*/ 39 h 46"/>
                <a:gd name="T14" fmla="*/ 16 w 21"/>
                <a:gd name="T15" fmla="*/ 39 h 46"/>
                <a:gd name="T16" fmla="*/ 16 w 21"/>
                <a:gd name="T17" fmla="*/ 0 h 46"/>
                <a:gd name="T18" fmla="*/ 0 w 21"/>
                <a:gd name="T19" fmla="*/ 0 h 46"/>
                <a:gd name="T20" fmla="*/ 0 w 21"/>
                <a:gd name="T21" fmla="*/ 7 h 46"/>
                <a:gd name="T22" fmla="*/ 3 w 21"/>
                <a:gd name="T23" fmla="*/ 7 h 46"/>
                <a:gd name="T24" fmla="*/ 6 w 21"/>
                <a:gd name="T25" fmla="*/ 1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46">
                  <a:moveTo>
                    <a:pt x="6" y="10"/>
                  </a:moveTo>
                  <a:cubicBezTo>
                    <a:pt x="6" y="36"/>
                    <a:pt x="6" y="36"/>
                    <a:pt x="6" y="36"/>
                  </a:cubicBezTo>
                  <a:cubicBezTo>
                    <a:pt x="6" y="38"/>
                    <a:pt x="5" y="39"/>
                    <a:pt x="3" y="39"/>
                  </a:cubicBezTo>
                  <a:cubicBezTo>
                    <a:pt x="1" y="39"/>
                    <a:pt x="1" y="39"/>
                    <a:pt x="1" y="39"/>
                  </a:cubicBezTo>
                  <a:cubicBezTo>
                    <a:pt x="1" y="46"/>
                    <a:pt x="1" y="46"/>
                    <a:pt x="1" y="46"/>
                  </a:cubicBezTo>
                  <a:cubicBezTo>
                    <a:pt x="21" y="46"/>
                    <a:pt x="21" y="46"/>
                    <a:pt x="21" y="46"/>
                  </a:cubicBezTo>
                  <a:cubicBezTo>
                    <a:pt x="21" y="39"/>
                    <a:pt x="21" y="39"/>
                    <a:pt x="21" y="39"/>
                  </a:cubicBezTo>
                  <a:cubicBezTo>
                    <a:pt x="16" y="39"/>
                    <a:pt x="16" y="39"/>
                    <a:pt x="16" y="39"/>
                  </a:cubicBezTo>
                  <a:cubicBezTo>
                    <a:pt x="16" y="0"/>
                    <a:pt x="16" y="0"/>
                    <a:pt x="16" y="0"/>
                  </a:cubicBezTo>
                  <a:cubicBezTo>
                    <a:pt x="0" y="0"/>
                    <a:pt x="0" y="0"/>
                    <a:pt x="0" y="0"/>
                  </a:cubicBezTo>
                  <a:cubicBezTo>
                    <a:pt x="0" y="7"/>
                    <a:pt x="0" y="7"/>
                    <a:pt x="0" y="7"/>
                  </a:cubicBezTo>
                  <a:cubicBezTo>
                    <a:pt x="3" y="7"/>
                    <a:pt x="3" y="7"/>
                    <a:pt x="3" y="7"/>
                  </a:cubicBezTo>
                  <a:cubicBezTo>
                    <a:pt x="5" y="7"/>
                    <a:pt x="6" y="8"/>
                    <a:pt x="6"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 name="Freeform 319"/>
            <p:cNvSpPr>
              <a:spLocks/>
            </p:cNvSpPr>
            <p:nvPr/>
          </p:nvSpPr>
          <p:spPr bwMode="auto">
            <a:xfrm>
              <a:off x="11687175" y="1033463"/>
              <a:ext cx="50800" cy="73025"/>
            </a:xfrm>
            <a:custGeom>
              <a:avLst/>
              <a:gdLst>
                <a:gd name="T0" fmla="*/ 34 w 34"/>
                <a:gd name="T1" fmla="*/ 34 h 49"/>
                <a:gd name="T2" fmla="*/ 20 w 34"/>
                <a:gd name="T3" fmla="*/ 21 h 49"/>
                <a:gd name="T4" fmla="*/ 11 w 34"/>
                <a:gd name="T5" fmla="*/ 14 h 49"/>
                <a:gd name="T6" fmla="*/ 18 w 34"/>
                <a:gd name="T7" fmla="*/ 8 h 49"/>
                <a:gd name="T8" fmla="*/ 23 w 34"/>
                <a:gd name="T9" fmla="*/ 9 h 49"/>
                <a:gd name="T10" fmla="*/ 24 w 34"/>
                <a:gd name="T11" fmla="*/ 11 h 49"/>
                <a:gd name="T12" fmla="*/ 24 w 34"/>
                <a:gd name="T13" fmla="*/ 15 h 49"/>
                <a:gd name="T14" fmla="*/ 33 w 34"/>
                <a:gd name="T15" fmla="*/ 15 h 49"/>
                <a:gd name="T16" fmla="*/ 33 w 34"/>
                <a:gd name="T17" fmla="*/ 4 h 49"/>
                <a:gd name="T18" fmla="*/ 19 w 34"/>
                <a:gd name="T19" fmla="*/ 0 h 49"/>
                <a:gd name="T20" fmla="*/ 0 w 34"/>
                <a:gd name="T21" fmla="*/ 15 h 49"/>
                <a:gd name="T22" fmla="*/ 14 w 34"/>
                <a:gd name="T23" fmla="*/ 29 h 49"/>
                <a:gd name="T24" fmla="*/ 23 w 34"/>
                <a:gd name="T25" fmla="*/ 35 h 49"/>
                <a:gd name="T26" fmla="*/ 15 w 34"/>
                <a:gd name="T27" fmla="*/ 41 h 49"/>
                <a:gd name="T28" fmla="*/ 9 w 34"/>
                <a:gd name="T29" fmla="*/ 40 h 49"/>
                <a:gd name="T30" fmla="*/ 8 w 34"/>
                <a:gd name="T31" fmla="*/ 38 h 49"/>
                <a:gd name="T32" fmla="*/ 8 w 34"/>
                <a:gd name="T33" fmla="*/ 34 h 49"/>
                <a:gd name="T34" fmla="*/ 0 w 34"/>
                <a:gd name="T35" fmla="*/ 34 h 49"/>
                <a:gd name="T36" fmla="*/ 0 w 34"/>
                <a:gd name="T37" fmla="*/ 46 h 49"/>
                <a:gd name="T38" fmla="*/ 15 w 34"/>
                <a:gd name="T39" fmla="*/ 49 h 49"/>
                <a:gd name="T40" fmla="*/ 34 w 34"/>
                <a:gd name="T41" fmla="*/ 3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4" h="49">
                  <a:moveTo>
                    <a:pt x="34" y="34"/>
                  </a:moveTo>
                  <a:cubicBezTo>
                    <a:pt x="34" y="25"/>
                    <a:pt x="27" y="23"/>
                    <a:pt x="20" y="21"/>
                  </a:cubicBezTo>
                  <a:cubicBezTo>
                    <a:pt x="15" y="19"/>
                    <a:pt x="11" y="18"/>
                    <a:pt x="11" y="14"/>
                  </a:cubicBezTo>
                  <a:cubicBezTo>
                    <a:pt x="11" y="10"/>
                    <a:pt x="14" y="8"/>
                    <a:pt x="18" y="8"/>
                  </a:cubicBezTo>
                  <a:cubicBezTo>
                    <a:pt x="20" y="8"/>
                    <a:pt x="22" y="8"/>
                    <a:pt x="23" y="9"/>
                  </a:cubicBezTo>
                  <a:cubicBezTo>
                    <a:pt x="24" y="9"/>
                    <a:pt x="24" y="10"/>
                    <a:pt x="24" y="11"/>
                  </a:cubicBezTo>
                  <a:cubicBezTo>
                    <a:pt x="24" y="15"/>
                    <a:pt x="24" y="15"/>
                    <a:pt x="24" y="15"/>
                  </a:cubicBezTo>
                  <a:cubicBezTo>
                    <a:pt x="33" y="15"/>
                    <a:pt x="33" y="15"/>
                    <a:pt x="33" y="15"/>
                  </a:cubicBezTo>
                  <a:cubicBezTo>
                    <a:pt x="33" y="4"/>
                    <a:pt x="33" y="4"/>
                    <a:pt x="33" y="4"/>
                  </a:cubicBezTo>
                  <a:cubicBezTo>
                    <a:pt x="29" y="2"/>
                    <a:pt x="23" y="0"/>
                    <a:pt x="19" y="0"/>
                  </a:cubicBezTo>
                  <a:cubicBezTo>
                    <a:pt x="8" y="0"/>
                    <a:pt x="0" y="5"/>
                    <a:pt x="0" y="15"/>
                  </a:cubicBezTo>
                  <a:cubicBezTo>
                    <a:pt x="0" y="25"/>
                    <a:pt x="7" y="27"/>
                    <a:pt x="14" y="29"/>
                  </a:cubicBezTo>
                  <a:cubicBezTo>
                    <a:pt x="19" y="30"/>
                    <a:pt x="23" y="31"/>
                    <a:pt x="23" y="35"/>
                  </a:cubicBezTo>
                  <a:cubicBezTo>
                    <a:pt x="23" y="40"/>
                    <a:pt x="20" y="41"/>
                    <a:pt x="15" y="41"/>
                  </a:cubicBezTo>
                  <a:cubicBezTo>
                    <a:pt x="13" y="41"/>
                    <a:pt x="11" y="41"/>
                    <a:pt x="9" y="40"/>
                  </a:cubicBezTo>
                  <a:cubicBezTo>
                    <a:pt x="8" y="40"/>
                    <a:pt x="8" y="40"/>
                    <a:pt x="8" y="38"/>
                  </a:cubicBezTo>
                  <a:cubicBezTo>
                    <a:pt x="8" y="34"/>
                    <a:pt x="8" y="34"/>
                    <a:pt x="8" y="34"/>
                  </a:cubicBezTo>
                  <a:cubicBezTo>
                    <a:pt x="0" y="34"/>
                    <a:pt x="0" y="34"/>
                    <a:pt x="0" y="34"/>
                  </a:cubicBezTo>
                  <a:cubicBezTo>
                    <a:pt x="0" y="46"/>
                    <a:pt x="0" y="46"/>
                    <a:pt x="0" y="46"/>
                  </a:cubicBezTo>
                  <a:cubicBezTo>
                    <a:pt x="3" y="48"/>
                    <a:pt x="9" y="49"/>
                    <a:pt x="15" y="49"/>
                  </a:cubicBezTo>
                  <a:cubicBezTo>
                    <a:pt x="27" y="49"/>
                    <a:pt x="34" y="44"/>
                    <a:pt x="34"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 name="Freeform 320"/>
            <p:cNvSpPr>
              <a:spLocks/>
            </p:cNvSpPr>
            <p:nvPr/>
          </p:nvSpPr>
          <p:spPr bwMode="auto">
            <a:xfrm>
              <a:off x="11745913" y="1006476"/>
              <a:ext cx="71438" cy="98425"/>
            </a:xfrm>
            <a:custGeom>
              <a:avLst/>
              <a:gdLst>
                <a:gd name="T0" fmla="*/ 5 w 48"/>
                <a:gd name="T1" fmla="*/ 10 h 66"/>
                <a:gd name="T2" fmla="*/ 5 w 48"/>
                <a:gd name="T3" fmla="*/ 56 h 66"/>
                <a:gd name="T4" fmla="*/ 3 w 48"/>
                <a:gd name="T5" fmla="*/ 59 h 66"/>
                <a:gd name="T6" fmla="*/ 0 w 48"/>
                <a:gd name="T7" fmla="*/ 59 h 66"/>
                <a:gd name="T8" fmla="*/ 0 w 48"/>
                <a:gd name="T9" fmla="*/ 66 h 66"/>
                <a:gd name="T10" fmla="*/ 21 w 48"/>
                <a:gd name="T11" fmla="*/ 66 h 66"/>
                <a:gd name="T12" fmla="*/ 21 w 48"/>
                <a:gd name="T13" fmla="*/ 59 h 66"/>
                <a:gd name="T14" fmla="*/ 16 w 48"/>
                <a:gd name="T15" fmla="*/ 59 h 66"/>
                <a:gd name="T16" fmla="*/ 16 w 48"/>
                <a:gd name="T17" fmla="*/ 37 h 66"/>
                <a:gd name="T18" fmla="*/ 26 w 48"/>
                <a:gd name="T19" fmla="*/ 27 h 66"/>
                <a:gd name="T20" fmla="*/ 33 w 48"/>
                <a:gd name="T21" fmla="*/ 37 h 66"/>
                <a:gd name="T22" fmla="*/ 33 w 48"/>
                <a:gd name="T23" fmla="*/ 56 h 66"/>
                <a:gd name="T24" fmla="*/ 31 w 48"/>
                <a:gd name="T25" fmla="*/ 59 h 66"/>
                <a:gd name="T26" fmla="*/ 28 w 48"/>
                <a:gd name="T27" fmla="*/ 59 h 66"/>
                <a:gd name="T28" fmla="*/ 28 w 48"/>
                <a:gd name="T29" fmla="*/ 66 h 66"/>
                <a:gd name="T30" fmla="*/ 48 w 48"/>
                <a:gd name="T31" fmla="*/ 66 h 66"/>
                <a:gd name="T32" fmla="*/ 48 w 48"/>
                <a:gd name="T33" fmla="*/ 59 h 66"/>
                <a:gd name="T34" fmla="*/ 44 w 48"/>
                <a:gd name="T35" fmla="*/ 59 h 66"/>
                <a:gd name="T36" fmla="*/ 44 w 48"/>
                <a:gd name="T37" fmla="*/ 34 h 66"/>
                <a:gd name="T38" fmla="*/ 29 w 48"/>
                <a:gd name="T39" fmla="*/ 18 h 66"/>
                <a:gd name="T40" fmla="*/ 16 w 48"/>
                <a:gd name="T41" fmla="*/ 26 h 66"/>
                <a:gd name="T42" fmla="*/ 16 w 48"/>
                <a:gd name="T43" fmla="*/ 0 h 66"/>
                <a:gd name="T44" fmla="*/ 0 w 48"/>
                <a:gd name="T45" fmla="*/ 0 h 66"/>
                <a:gd name="T46" fmla="*/ 0 w 48"/>
                <a:gd name="T47" fmla="*/ 7 h 66"/>
                <a:gd name="T48" fmla="*/ 3 w 48"/>
                <a:gd name="T49" fmla="*/ 8 h 66"/>
                <a:gd name="T50" fmla="*/ 5 w 48"/>
                <a:gd name="T51" fmla="*/ 1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66">
                  <a:moveTo>
                    <a:pt x="5" y="10"/>
                  </a:moveTo>
                  <a:cubicBezTo>
                    <a:pt x="5" y="56"/>
                    <a:pt x="5" y="56"/>
                    <a:pt x="5" y="56"/>
                  </a:cubicBezTo>
                  <a:cubicBezTo>
                    <a:pt x="5" y="58"/>
                    <a:pt x="5" y="59"/>
                    <a:pt x="3" y="59"/>
                  </a:cubicBezTo>
                  <a:cubicBezTo>
                    <a:pt x="0" y="59"/>
                    <a:pt x="0" y="59"/>
                    <a:pt x="0" y="59"/>
                  </a:cubicBezTo>
                  <a:cubicBezTo>
                    <a:pt x="0" y="66"/>
                    <a:pt x="0" y="66"/>
                    <a:pt x="0" y="66"/>
                  </a:cubicBezTo>
                  <a:cubicBezTo>
                    <a:pt x="21" y="66"/>
                    <a:pt x="21" y="66"/>
                    <a:pt x="21" y="66"/>
                  </a:cubicBezTo>
                  <a:cubicBezTo>
                    <a:pt x="21" y="59"/>
                    <a:pt x="21" y="59"/>
                    <a:pt x="21" y="59"/>
                  </a:cubicBezTo>
                  <a:cubicBezTo>
                    <a:pt x="16" y="59"/>
                    <a:pt x="16" y="59"/>
                    <a:pt x="16" y="59"/>
                  </a:cubicBezTo>
                  <a:cubicBezTo>
                    <a:pt x="16" y="37"/>
                    <a:pt x="16" y="37"/>
                    <a:pt x="16" y="37"/>
                  </a:cubicBezTo>
                  <a:cubicBezTo>
                    <a:pt x="16" y="32"/>
                    <a:pt x="20" y="27"/>
                    <a:pt x="26" y="27"/>
                  </a:cubicBezTo>
                  <a:cubicBezTo>
                    <a:pt x="32" y="27"/>
                    <a:pt x="33" y="31"/>
                    <a:pt x="33" y="37"/>
                  </a:cubicBezTo>
                  <a:cubicBezTo>
                    <a:pt x="33" y="56"/>
                    <a:pt x="33" y="56"/>
                    <a:pt x="33" y="56"/>
                  </a:cubicBezTo>
                  <a:cubicBezTo>
                    <a:pt x="33" y="58"/>
                    <a:pt x="32" y="59"/>
                    <a:pt x="31" y="59"/>
                  </a:cubicBezTo>
                  <a:cubicBezTo>
                    <a:pt x="28" y="59"/>
                    <a:pt x="28" y="59"/>
                    <a:pt x="28" y="59"/>
                  </a:cubicBezTo>
                  <a:cubicBezTo>
                    <a:pt x="28" y="66"/>
                    <a:pt x="28" y="66"/>
                    <a:pt x="28" y="66"/>
                  </a:cubicBezTo>
                  <a:cubicBezTo>
                    <a:pt x="48" y="66"/>
                    <a:pt x="48" y="66"/>
                    <a:pt x="48" y="66"/>
                  </a:cubicBezTo>
                  <a:cubicBezTo>
                    <a:pt x="48" y="59"/>
                    <a:pt x="48" y="59"/>
                    <a:pt x="48" y="59"/>
                  </a:cubicBezTo>
                  <a:cubicBezTo>
                    <a:pt x="44" y="59"/>
                    <a:pt x="44" y="59"/>
                    <a:pt x="44" y="59"/>
                  </a:cubicBezTo>
                  <a:cubicBezTo>
                    <a:pt x="44" y="34"/>
                    <a:pt x="44" y="34"/>
                    <a:pt x="44" y="34"/>
                  </a:cubicBezTo>
                  <a:cubicBezTo>
                    <a:pt x="44" y="25"/>
                    <a:pt x="40" y="18"/>
                    <a:pt x="29" y="18"/>
                  </a:cubicBezTo>
                  <a:cubicBezTo>
                    <a:pt x="25" y="18"/>
                    <a:pt x="19" y="20"/>
                    <a:pt x="16" y="26"/>
                  </a:cubicBezTo>
                  <a:cubicBezTo>
                    <a:pt x="16" y="0"/>
                    <a:pt x="16" y="0"/>
                    <a:pt x="16" y="0"/>
                  </a:cubicBezTo>
                  <a:cubicBezTo>
                    <a:pt x="0" y="0"/>
                    <a:pt x="0" y="0"/>
                    <a:pt x="0" y="0"/>
                  </a:cubicBezTo>
                  <a:cubicBezTo>
                    <a:pt x="0" y="7"/>
                    <a:pt x="0" y="7"/>
                    <a:pt x="0" y="7"/>
                  </a:cubicBezTo>
                  <a:cubicBezTo>
                    <a:pt x="3" y="8"/>
                    <a:pt x="3" y="8"/>
                    <a:pt x="3" y="8"/>
                  </a:cubicBezTo>
                  <a:cubicBezTo>
                    <a:pt x="5" y="8"/>
                    <a:pt x="5" y="8"/>
                    <a:pt x="5"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 name="Freeform 321"/>
            <p:cNvSpPr>
              <a:spLocks/>
            </p:cNvSpPr>
            <p:nvPr/>
          </p:nvSpPr>
          <p:spPr bwMode="auto">
            <a:xfrm>
              <a:off x="11425238" y="2173288"/>
              <a:ext cx="103188" cy="131763"/>
            </a:xfrm>
            <a:custGeom>
              <a:avLst/>
              <a:gdLst>
                <a:gd name="T0" fmla="*/ 0 w 69"/>
                <a:gd name="T1" fmla="*/ 57 h 88"/>
                <a:gd name="T2" fmla="*/ 5 w 69"/>
                <a:gd name="T3" fmla="*/ 71 h 88"/>
                <a:gd name="T4" fmla="*/ 19 w 69"/>
                <a:gd name="T5" fmla="*/ 76 h 88"/>
                <a:gd name="T6" fmla="*/ 50 w 69"/>
                <a:gd name="T7" fmla="*/ 64 h 88"/>
                <a:gd name="T8" fmla="*/ 48 w 69"/>
                <a:gd name="T9" fmla="*/ 74 h 88"/>
                <a:gd name="T10" fmla="*/ 46 w 69"/>
                <a:gd name="T11" fmla="*/ 81 h 88"/>
                <a:gd name="T12" fmla="*/ 48 w 69"/>
                <a:gd name="T13" fmla="*/ 86 h 88"/>
                <a:gd name="T14" fmla="*/ 54 w 69"/>
                <a:gd name="T15" fmla="*/ 88 h 88"/>
                <a:gd name="T16" fmla="*/ 57 w 69"/>
                <a:gd name="T17" fmla="*/ 87 h 88"/>
                <a:gd name="T18" fmla="*/ 59 w 69"/>
                <a:gd name="T19" fmla="*/ 85 h 88"/>
                <a:gd name="T20" fmla="*/ 60 w 69"/>
                <a:gd name="T21" fmla="*/ 81 h 88"/>
                <a:gd name="T22" fmla="*/ 60 w 69"/>
                <a:gd name="T23" fmla="*/ 73 h 88"/>
                <a:gd name="T24" fmla="*/ 61 w 69"/>
                <a:gd name="T25" fmla="*/ 63 h 88"/>
                <a:gd name="T26" fmla="*/ 63 w 69"/>
                <a:gd name="T27" fmla="*/ 52 h 88"/>
                <a:gd name="T28" fmla="*/ 63 w 69"/>
                <a:gd name="T29" fmla="*/ 52 h 88"/>
                <a:gd name="T30" fmla="*/ 66 w 69"/>
                <a:gd name="T31" fmla="*/ 44 h 88"/>
                <a:gd name="T32" fmla="*/ 68 w 69"/>
                <a:gd name="T33" fmla="*/ 39 h 88"/>
                <a:gd name="T34" fmla="*/ 61 w 69"/>
                <a:gd name="T35" fmla="*/ 34 h 88"/>
                <a:gd name="T36" fmla="*/ 56 w 69"/>
                <a:gd name="T37" fmla="*/ 35 h 88"/>
                <a:gd name="T38" fmla="*/ 54 w 69"/>
                <a:gd name="T39" fmla="*/ 39 h 88"/>
                <a:gd name="T40" fmla="*/ 52 w 69"/>
                <a:gd name="T41" fmla="*/ 48 h 88"/>
                <a:gd name="T42" fmla="*/ 44 w 69"/>
                <a:gd name="T43" fmla="*/ 57 h 88"/>
                <a:gd name="T44" fmla="*/ 31 w 69"/>
                <a:gd name="T45" fmla="*/ 64 h 88"/>
                <a:gd name="T46" fmla="*/ 21 w 69"/>
                <a:gd name="T47" fmla="*/ 66 h 88"/>
                <a:gd name="T48" fmla="*/ 12 w 69"/>
                <a:gd name="T49" fmla="*/ 56 h 88"/>
                <a:gd name="T50" fmla="*/ 18 w 69"/>
                <a:gd name="T51" fmla="*/ 36 h 88"/>
                <a:gd name="T52" fmla="*/ 34 w 69"/>
                <a:gd name="T53" fmla="*/ 19 h 88"/>
                <a:gd name="T54" fmla="*/ 52 w 69"/>
                <a:gd name="T55" fmla="*/ 11 h 88"/>
                <a:gd name="T56" fmla="*/ 55 w 69"/>
                <a:gd name="T57" fmla="*/ 12 h 88"/>
                <a:gd name="T58" fmla="*/ 57 w 69"/>
                <a:gd name="T59" fmla="*/ 15 h 88"/>
                <a:gd name="T60" fmla="*/ 59 w 69"/>
                <a:gd name="T61" fmla="*/ 18 h 88"/>
                <a:gd name="T62" fmla="*/ 62 w 69"/>
                <a:gd name="T63" fmla="*/ 19 h 88"/>
                <a:gd name="T64" fmla="*/ 67 w 69"/>
                <a:gd name="T65" fmla="*/ 15 h 88"/>
                <a:gd name="T66" fmla="*/ 69 w 69"/>
                <a:gd name="T67" fmla="*/ 8 h 88"/>
                <a:gd name="T68" fmla="*/ 66 w 69"/>
                <a:gd name="T69" fmla="*/ 2 h 88"/>
                <a:gd name="T70" fmla="*/ 55 w 69"/>
                <a:gd name="T71" fmla="*/ 0 h 88"/>
                <a:gd name="T72" fmla="*/ 30 w 69"/>
                <a:gd name="T73" fmla="*/ 7 h 88"/>
                <a:gd name="T74" fmla="*/ 8 w 69"/>
                <a:gd name="T75" fmla="*/ 29 h 88"/>
                <a:gd name="T76" fmla="*/ 8 w 69"/>
                <a:gd name="T77" fmla="*/ 29 h 88"/>
                <a:gd name="T78" fmla="*/ 0 w 69"/>
                <a:gd name="T79" fmla="*/ 5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9" h="88">
                  <a:moveTo>
                    <a:pt x="0" y="57"/>
                  </a:moveTo>
                  <a:cubicBezTo>
                    <a:pt x="0" y="63"/>
                    <a:pt x="2" y="68"/>
                    <a:pt x="5" y="71"/>
                  </a:cubicBezTo>
                  <a:cubicBezTo>
                    <a:pt x="9" y="75"/>
                    <a:pt x="13" y="76"/>
                    <a:pt x="19" y="76"/>
                  </a:cubicBezTo>
                  <a:cubicBezTo>
                    <a:pt x="28" y="76"/>
                    <a:pt x="38" y="72"/>
                    <a:pt x="50" y="64"/>
                  </a:cubicBezTo>
                  <a:cubicBezTo>
                    <a:pt x="49" y="67"/>
                    <a:pt x="48" y="70"/>
                    <a:pt x="48" y="74"/>
                  </a:cubicBezTo>
                  <a:cubicBezTo>
                    <a:pt x="47" y="78"/>
                    <a:pt x="46" y="81"/>
                    <a:pt x="46" y="81"/>
                  </a:cubicBezTo>
                  <a:cubicBezTo>
                    <a:pt x="46" y="83"/>
                    <a:pt x="47" y="84"/>
                    <a:pt x="48" y="86"/>
                  </a:cubicBezTo>
                  <a:cubicBezTo>
                    <a:pt x="50" y="87"/>
                    <a:pt x="52" y="88"/>
                    <a:pt x="54" y="88"/>
                  </a:cubicBezTo>
                  <a:cubicBezTo>
                    <a:pt x="55" y="88"/>
                    <a:pt x="56" y="87"/>
                    <a:pt x="57" y="87"/>
                  </a:cubicBezTo>
                  <a:cubicBezTo>
                    <a:pt x="57" y="86"/>
                    <a:pt x="58" y="86"/>
                    <a:pt x="59" y="85"/>
                  </a:cubicBezTo>
                  <a:cubicBezTo>
                    <a:pt x="59" y="84"/>
                    <a:pt x="60" y="82"/>
                    <a:pt x="60" y="81"/>
                  </a:cubicBezTo>
                  <a:cubicBezTo>
                    <a:pt x="60" y="80"/>
                    <a:pt x="60" y="77"/>
                    <a:pt x="60" y="73"/>
                  </a:cubicBezTo>
                  <a:cubicBezTo>
                    <a:pt x="60" y="71"/>
                    <a:pt x="60" y="68"/>
                    <a:pt x="61" y="63"/>
                  </a:cubicBezTo>
                  <a:cubicBezTo>
                    <a:pt x="62" y="58"/>
                    <a:pt x="63" y="55"/>
                    <a:pt x="63" y="52"/>
                  </a:cubicBezTo>
                  <a:cubicBezTo>
                    <a:pt x="63" y="52"/>
                    <a:pt x="63" y="52"/>
                    <a:pt x="63" y="52"/>
                  </a:cubicBezTo>
                  <a:cubicBezTo>
                    <a:pt x="64" y="49"/>
                    <a:pt x="65" y="47"/>
                    <a:pt x="66" y="44"/>
                  </a:cubicBezTo>
                  <a:cubicBezTo>
                    <a:pt x="67" y="42"/>
                    <a:pt x="68" y="40"/>
                    <a:pt x="68" y="39"/>
                  </a:cubicBezTo>
                  <a:cubicBezTo>
                    <a:pt x="68" y="36"/>
                    <a:pt x="65" y="34"/>
                    <a:pt x="61" y="34"/>
                  </a:cubicBezTo>
                  <a:cubicBezTo>
                    <a:pt x="59" y="34"/>
                    <a:pt x="58" y="35"/>
                    <a:pt x="56" y="35"/>
                  </a:cubicBezTo>
                  <a:cubicBezTo>
                    <a:pt x="55" y="36"/>
                    <a:pt x="55" y="37"/>
                    <a:pt x="54" y="39"/>
                  </a:cubicBezTo>
                  <a:cubicBezTo>
                    <a:pt x="54" y="42"/>
                    <a:pt x="53" y="45"/>
                    <a:pt x="52" y="48"/>
                  </a:cubicBezTo>
                  <a:cubicBezTo>
                    <a:pt x="51" y="50"/>
                    <a:pt x="49" y="53"/>
                    <a:pt x="44" y="57"/>
                  </a:cubicBezTo>
                  <a:cubicBezTo>
                    <a:pt x="39" y="60"/>
                    <a:pt x="35" y="62"/>
                    <a:pt x="31" y="64"/>
                  </a:cubicBezTo>
                  <a:cubicBezTo>
                    <a:pt x="27" y="65"/>
                    <a:pt x="23" y="66"/>
                    <a:pt x="21" y="66"/>
                  </a:cubicBezTo>
                  <a:cubicBezTo>
                    <a:pt x="15" y="66"/>
                    <a:pt x="12" y="63"/>
                    <a:pt x="12" y="56"/>
                  </a:cubicBezTo>
                  <a:cubicBezTo>
                    <a:pt x="12" y="50"/>
                    <a:pt x="14" y="43"/>
                    <a:pt x="18" y="36"/>
                  </a:cubicBezTo>
                  <a:cubicBezTo>
                    <a:pt x="22" y="29"/>
                    <a:pt x="28" y="24"/>
                    <a:pt x="34" y="19"/>
                  </a:cubicBezTo>
                  <a:cubicBezTo>
                    <a:pt x="41" y="14"/>
                    <a:pt x="47" y="11"/>
                    <a:pt x="52" y="11"/>
                  </a:cubicBezTo>
                  <a:cubicBezTo>
                    <a:pt x="53" y="11"/>
                    <a:pt x="54" y="11"/>
                    <a:pt x="55" y="12"/>
                  </a:cubicBezTo>
                  <a:cubicBezTo>
                    <a:pt x="56" y="13"/>
                    <a:pt x="57" y="14"/>
                    <a:pt x="57" y="15"/>
                  </a:cubicBezTo>
                  <a:cubicBezTo>
                    <a:pt x="58" y="16"/>
                    <a:pt x="59" y="17"/>
                    <a:pt x="59" y="18"/>
                  </a:cubicBezTo>
                  <a:cubicBezTo>
                    <a:pt x="60" y="18"/>
                    <a:pt x="60" y="19"/>
                    <a:pt x="62" y="19"/>
                  </a:cubicBezTo>
                  <a:cubicBezTo>
                    <a:pt x="63" y="19"/>
                    <a:pt x="65" y="17"/>
                    <a:pt x="67" y="15"/>
                  </a:cubicBezTo>
                  <a:cubicBezTo>
                    <a:pt x="69" y="12"/>
                    <a:pt x="69" y="10"/>
                    <a:pt x="69" y="8"/>
                  </a:cubicBezTo>
                  <a:cubicBezTo>
                    <a:pt x="69" y="6"/>
                    <a:pt x="68" y="4"/>
                    <a:pt x="66" y="2"/>
                  </a:cubicBezTo>
                  <a:cubicBezTo>
                    <a:pt x="63" y="0"/>
                    <a:pt x="60" y="0"/>
                    <a:pt x="55" y="0"/>
                  </a:cubicBezTo>
                  <a:cubicBezTo>
                    <a:pt x="47" y="0"/>
                    <a:pt x="39" y="2"/>
                    <a:pt x="30" y="7"/>
                  </a:cubicBezTo>
                  <a:cubicBezTo>
                    <a:pt x="22" y="13"/>
                    <a:pt x="15" y="20"/>
                    <a:pt x="8" y="29"/>
                  </a:cubicBezTo>
                  <a:cubicBezTo>
                    <a:pt x="8" y="29"/>
                    <a:pt x="8" y="29"/>
                    <a:pt x="8" y="29"/>
                  </a:cubicBezTo>
                  <a:cubicBezTo>
                    <a:pt x="3" y="38"/>
                    <a:pt x="0" y="47"/>
                    <a:pt x="0"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 name="Freeform 322"/>
            <p:cNvSpPr>
              <a:spLocks noEditPoints="1"/>
            </p:cNvSpPr>
            <p:nvPr/>
          </p:nvSpPr>
          <p:spPr bwMode="auto">
            <a:xfrm>
              <a:off x="11544300" y="2206626"/>
              <a:ext cx="73025" cy="84138"/>
            </a:xfrm>
            <a:custGeom>
              <a:avLst/>
              <a:gdLst>
                <a:gd name="T0" fmla="*/ 30 w 49"/>
                <a:gd name="T1" fmla="*/ 0 h 57"/>
                <a:gd name="T2" fmla="*/ 9 w 49"/>
                <a:gd name="T3" fmla="*/ 13 h 57"/>
                <a:gd name="T4" fmla="*/ 0 w 49"/>
                <a:gd name="T5" fmla="*/ 38 h 57"/>
                <a:gd name="T6" fmla="*/ 5 w 49"/>
                <a:gd name="T7" fmla="*/ 52 h 57"/>
                <a:gd name="T8" fmla="*/ 17 w 49"/>
                <a:gd name="T9" fmla="*/ 57 h 57"/>
                <a:gd name="T10" fmla="*/ 36 w 49"/>
                <a:gd name="T11" fmla="*/ 49 h 57"/>
                <a:gd name="T12" fmla="*/ 49 w 49"/>
                <a:gd name="T13" fmla="*/ 29 h 57"/>
                <a:gd name="T14" fmla="*/ 49 w 49"/>
                <a:gd name="T15" fmla="*/ 29 h 57"/>
                <a:gd name="T16" fmla="*/ 49 w 49"/>
                <a:gd name="T17" fmla="*/ 22 h 57"/>
                <a:gd name="T18" fmla="*/ 44 w 49"/>
                <a:gd name="T19" fmla="*/ 6 h 57"/>
                <a:gd name="T20" fmla="*/ 30 w 49"/>
                <a:gd name="T21" fmla="*/ 0 h 57"/>
                <a:gd name="T22" fmla="*/ 31 w 49"/>
                <a:gd name="T23" fmla="*/ 39 h 57"/>
                <a:gd name="T24" fmla="*/ 18 w 49"/>
                <a:gd name="T25" fmla="*/ 47 h 57"/>
                <a:gd name="T26" fmla="*/ 14 w 49"/>
                <a:gd name="T27" fmla="*/ 44 h 57"/>
                <a:gd name="T28" fmla="*/ 12 w 49"/>
                <a:gd name="T29" fmla="*/ 37 h 57"/>
                <a:gd name="T30" fmla="*/ 15 w 49"/>
                <a:gd name="T31" fmla="*/ 23 h 57"/>
                <a:gd name="T32" fmla="*/ 22 w 49"/>
                <a:gd name="T33" fmla="*/ 13 h 57"/>
                <a:gd name="T34" fmla="*/ 22 w 49"/>
                <a:gd name="T35" fmla="*/ 13 h 57"/>
                <a:gd name="T36" fmla="*/ 29 w 49"/>
                <a:gd name="T37" fmla="*/ 11 h 57"/>
                <a:gd name="T38" fmla="*/ 35 w 49"/>
                <a:gd name="T39" fmla="*/ 14 h 57"/>
                <a:gd name="T40" fmla="*/ 37 w 49"/>
                <a:gd name="T41" fmla="*/ 23 h 57"/>
                <a:gd name="T42" fmla="*/ 31 w 49"/>
                <a:gd name="T43" fmla="*/ 39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9" h="57">
                  <a:moveTo>
                    <a:pt x="30" y="0"/>
                  </a:moveTo>
                  <a:cubicBezTo>
                    <a:pt x="22" y="0"/>
                    <a:pt x="15" y="4"/>
                    <a:pt x="9" y="13"/>
                  </a:cubicBezTo>
                  <a:cubicBezTo>
                    <a:pt x="3" y="21"/>
                    <a:pt x="0" y="30"/>
                    <a:pt x="0" y="38"/>
                  </a:cubicBezTo>
                  <a:cubicBezTo>
                    <a:pt x="0" y="44"/>
                    <a:pt x="1" y="48"/>
                    <a:pt x="5" y="52"/>
                  </a:cubicBezTo>
                  <a:cubicBezTo>
                    <a:pt x="8" y="55"/>
                    <a:pt x="12" y="57"/>
                    <a:pt x="17" y="57"/>
                  </a:cubicBezTo>
                  <a:cubicBezTo>
                    <a:pt x="23" y="57"/>
                    <a:pt x="29" y="54"/>
                    <a:pt x="36" y="49"/>
                  </a:cubicBezTo>
                  <a:cubicBezTo>
                    <a:pt x="42" y="44"/>
                    <a:pt x="46" y="37"/>
                    <a:pt x="49" y="29"/>
                  </a:cubicBezTo>
                  <a:cubicBezTo>
                    <a:pt x="49" y="29"/>
                    <a:pt x="49" y="29"/>
                    <a:pt x="49" y="29"/>
                  </a:cubicBezTo>
                  <a:cubicBezTo>
                    <a:pt x="49" y="27"/>
                    <a:pt x="49" y="24"/>
                    <a:pt x="49" y="22"/>
                  </a:cubicBezTo>
                  <a:cubicBezTo>
                    <a:pt x="49" y="16"/>
                    <a:pt x="48" y="11"/>
                    <a:pt x="44" y="6"/>
                  </a:cubicBezTo>
                  <a:cubicBezTo>
                    <a:pt x="41" y="2"/>
                    <a:pt x="36" y="0"/>
                    <a:pt x="30" y="0"/>
                  </a:cubicBezTo>
                  <a:close/>
                  <a:moveTo>
                    <a:pt x="31" y="39"/>
                  </a:moveTo>
                  <a:cubicBezTo>
                    <a:pt x="26" y="44"/>
                    <a:pt x="22" y="47"/>
                    <a:pt x="18" y="47"/>
                  </a:cubicBezTo>
                  <a:cubicBezTo>
                    <a:pt x="16" y="47"/>
                    <a:pt x="15" y="46"/>
                    <a:pt x="14" y="44"/>
                  </a:cubicBezTo>
                  <a:cubicBezTo>
                    <a:pt x="13" y="42"/>
                    <a:pt x="12" y="40"/>
                    <a:pt x="12" y="37"/>
                  </a:cubicBezTo>
                  <a:cubicBezTo>
                    <a:pt x="12" y="32"/>
                    <a:pt x="13" y="28"/>
                    <a:pt x="15" y="23"/>
                  </a:cubicBezTo>
                  <a:cubicBezTo>
                    <a:pt x="18" y="19"/>
                    <a:pt x="20" y="15"/>
                    <a:pt x="22" y="13"/>
                  </a:cubicBezTo>
                  <a:cubicBezTo>
                    <a:pt x="22" y="13"/>
                    <a:pt x="22" y="13"/>
                    <a:pt x="22" y="13"/>
                  </a:cubicBezTo>
                  <a:cubicBezTo>
                    <a:pt x="24" y="12"/>
                    <a:pt x="27" y="11"/>
                    <a:pt x="29" y="11"/>
                  </a:cubicBezTo>
                  <a:cubicBezTo>
                    <a:pt x="32" y="11"/>
                    <a:pt x="34" y="12"/>
                    <a:pt x="35" y="14"/>
                  </a:cubicBezTo>
                  <a:cubicBezTo>
                    <a:pt x="37" y="16"/>
                    <a:pt x="37" y="19"/>
                    <a:pt x="37" y="23"/>
                  </a:cubicBezTo>
                  <a:cubicBezTo>
                    <a:pt x="37" y="29"/>
                    <a:pt x="35" y="34"/>
                    <a:pt x="31"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 name="Freeform 323"/>
            <p:cNvSpPr>
              <a:spLocks noEditPoints="1"/>
            </p:cNvSpPr>
            <p:nvPr/>
          </p:nvSpPr>
          <p:spPr bwMode="auto">
            <a:xfrm>
              <a:off x="11630025" y="2206626"/>
              <a:ext cx="74613" cy="84138"/>
            </a:xfrm>
            <a:custGeom>
              <a:avLst/>
              <a:gdLst>
                <a:gd name="T0" fmla="*/ 30 w 50"/>
                <a:gd name="T1" fmla="*/ 0 h 57"/>
                <a:gd name="T2" fmla="*/ 9 w 50"/>
                <a:gd name="T3" fmla="*/ 13 h 57"/>
                <a:gd name="T4" fmla="*/ 0 w 50"/>
                <a:gd name="T5" fmla="*/ 38 h 57"/>
                <a:gd name="T6" fmla="*/ 5 w 50"/>
                <a:gd name="T7" fmla="*/ 52 h 57"/>
                <a:gd name="T8" fmla="*/ 17 w 50"/>
                <a:gd name="T9" fmla="*/ 57 h 57"/>
                <a:gd name="T10" fmla="*/ 36 w 50"/>
                <a:gd name="T11" fmla="*/ 49 h 57"/>
                <a:gd name="T12" fmla="*/ 49 w 50"/>
                <a:gd name="T13" fmla="*/ 29 h 57"/>
                <a:gd name="T14" fmla="*/ 49 w 50"/>
                <a:gd name="T15" fmla="*/ 29 h 57"/>
                <a:gd name="T16" fmla="*/ 50 w 50"/>
                <a:gd name="T17" fmla="*/ 22 h 57"/>
                <a:gd name="T18" fmla="*/ 44 w 50"/>
                <a:gd name="T19" fmla="*/ 6 h 57"/>
                <a:gd name="T20" fmla="*/ 30 w 50"/>
                <a:gd name="T21" fmla="*/ 0 h 57"/>
                <a:gd name="T22" fmla="*/ 31 w 50"/>
                <a:gd name="T23" fmla="*/ 39 h 57"/>
                <a:gd name="T24" fmla="*/ 18 w 50"/>
                <a:gd name="T25" fmla="*/ 47 h 57"/>
                <a:gd name="T26" fmla="*/ 14 w 50"/>
                <a:gd name="T27" fmla="*/ 44 h 57"/>
                <a:gd name="T28" fmla="*/ 12 w 50"/>
                <a:gd name="T29" fmla="*/ 37 h 57"/>
                <a:gd name="T30" fmla="*/ 16 w 50"/>
                <a:gd name="T31" fmla="*/ 23 h 57"/>
                <a:gd name="T32" fmla="*/ 22 w 50"/>
                <a:gd name="T33" fmla="*/ 13 h 57"/>
                <a:gd name="T34" fmla="*/ 23 w 50"/>
                <a:gd name="T35" fmla="*/ 13 h 57"/>
                <a:gd name="T36" fmla="*/ 29 w 50"/>
                <a:gd name="T37" fmla="*/ 11 h 57"/>
                <a:gd name="T38" fmla="*/ 35 w 50"/>
                <a:gd name="T39" fmla="*/ 14 h 57"/>
                <a:gd name="T40" fmla="*/ 38 w 50"/>
                <a:gd name="T41" fmla="*/ 23 h 57"/>
                <a:gd name="T42" fmla="*/ 31 w 50"/>
                <a:gd name="T43" fmla="*/ 39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 h="57">
                  <a:moveTo>
                    <a:pt x="30" y="0"/>
                  </a:moveTo>
                  <a:cubicBezTo>
                    <a:pt x="22" y="0"/>
                    <a:pt x="15" y="4"/>
                    <a:pt x="9" y="13"/>
                  </a:cubicBezTo>
                  <a:cubicBezTo>
                    <a:pt x="3" y="21"/>
                    <a:pt x="0" y="30"/>
                    <a:pt x="0" y="38"/>
                  </a:cubicBezTo>
                  <a:cubicBezTo>
                    <a:pt x="0" y="44"/>
                    <a:pt x="1" y="48"/>
                    <a:pt x="5" y="52"/>
                  </a:cubicBezTo>
                  <a:cubicBezTo>
                    <a:pt x="8" y="55"/>
                    <a:pt x="12" y="57"/>
                    <a:pt x="17" y="57"/>
                  </a:cubicBezTo>
                  <a:cubicBezTo>
                    <a:pt x="23" y="57"/>
                    <a:pt x="30" y="54"/>
                    <a:pt x="36" y="49"/>
                  </a:cubicBezTo>
                  <a:cubicBezTo>
                    <a:pt x="42" y="44"/>
                    <a:pt x="46" y="37"/>
                    <a:pt x="49" y="29"/>
                  </a:cubicBezTo>
                  <a:cubicBezTo>
                    <a:pt x="49" y="29"/>
                    <a:pt x="49" y="29"/>
                    <a:pt x="49" y="29"/>
                  </a:cubicBezTo>
                  <a:cubicBezTo>
                    <a:pt x="49" y="27"/>
                    <a:pt x="50" y="24"/>
                    <a:pt x="50" y="22"/>
                  </a:cubicBezTo>
                  <a:cubicBezTo>
                    <a:pt x="50" y="16"/>
                    <a:pt x="48" y="11"/>
                    <a:pt x="44" y="6"/>
                  </a:cubicBezTo>
                  <a:cubicBezTo>
                    <a:pt x="41" y="2"/>
                    <a:pt x="36" y="0"/>
                    <a:pt x="30" y="0"/>
                  </a:cubicBezTo>
                  <a:close/>
                  <a:moveTo>
                    <a:pt x="31" y="39"/>
                  </a:moveTo>
                  <a:cubicBezTo>
                    <a:pt x="26" y="44"/>
                    <a:pt x="22" y="47"/>
                    <a:pt x="18" y="47"/>
                  </a:cubicBezTo>
                  <a:cubicBezTo>
                    <a:pt x="16" y="47"/>
                    <a:pt x="15" y="46"/>
                    <a:pt x="14" y="44"/>
                  </a:cubicBezTo>
                  <a:cubicBezTo>
                    <a:pt x="13" y="42"/>
                    <a:pt x="12" y="40"/>
                    <a:pt x="12" y="37"/>
                  </a:cubicBezTo>
                  <a:cubicBezTo>
                    <a:pt x="12" y="32"/>
                    <a:pt x="13" y="28"/>
                    <a:pt x="16" y="23"/>
                  </a:cubicBezTo>
                  <a:cubicBezTo>
                    <a:pt x="18" y="19"/>
                    <a:pt x="20" y="15"/>
                    <a:pt x="22" y="13"/>
                  </a:cubicBezTo>
                  <a:cubicBezTo>
                    <a:pt x="23" y="13"/>
                    <a:pt x="23" y="13"/>
                    <a:pt x="23" y="13"/>
                  </a:cubicBezTo>
                  <a:cubicBezTo>
                    <a:pt x="25" y="12"/>
                    <a:pt x="27" y="11"/>
                    <a:pt x="29" y="11"/>
                  </a:cubicBezTo>
                  <a:cubicBezTo>
                    <a:pt x="32" y="11"/>
                    <a:pt x="34" y="12"/>
                    <a:pt x="35" y="14"/>
                  </a:cubicBezTo>
                  <a:cubicBezTo>
                    <a:pt x="37" y="16"/>
                    <a:pt x="38" y="19"/>
                    <a:pt x="38" y="23"/>
                  </a:cubicBezTo>
                  <a:cubicBezTo>
                    <a:pt x="38" y="29"/>
                    <a:pt x="35" y="34"/>
                    <a:pt x="31"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 name="Freeform 324"/>
            <p:cNvSpPr>
              <a:spLocks noEditPoints="1"/>
            </p:cNvSpPr>
            <p:nvPr/>
          </p:nvSpPr>
          <p:spPr bwMode="auto">
            <a:xfrm>
              <a:off x="11715750" y="2162176"/>
              <a:ext cx="92075" cy="127000"/>
            </a:xfrm>
            <a:custGeom>
              <a:avLst/>
              <a:gdLst>
                <a:gd name="T0" fmla="*/ 58 w 62"/>
                <a:gd name="T1" fmla="*/ 15 h 86"/>
                <a:gd name="T2" fmla="*/ 60 w 62"/>
                <a:gd name="T3" fmla="*/ 7 h 86"/>
                <a:gd name="T4" fmla="*/ 59 w 62"/>
                <a:gd name="T5" fmla="*/ 2 h 86"/>
                <a:gd name="T6" fmla="*/ 55 w 62"/>
                <a:gd name="T7" fmla="*/ 0 h 86"/>
                <a:gd name="T8" fmla="*/ 51 w 62"/>
                <a:gd name="T9" fmla="*/ 1 h 86"/>
                <a:gd name="T10" fmla="*/ 48 w 62"/>
                <a:gd name="T11" fmla="*/ 5 h 86"/>
                <a:gd name="T12" fmla="*/ 46 w 62"/>
                <a:gd name="T13" fmla="*/ 15 h 86"/>
                <a:gd name="T14" fmla="*/ 41 w 62"/>
                <a:gd name="T15" fmla="*/ 36 h 86"/>
                <a:gd name="T16" fmla="*/ 32 w 62"/>
                <a:gd name="T17" fmla="*/ 32 h 86"/>
                <a:gd name="T18" fmla="*/ 10 w 62"/>
                <a:gd name="T19" fmla="*/ 45 h 86"/>
                <a:gd name="T20" fmla="*/ 0 w 62"/>
                <a:gd name="T21" fmla="*/ 71 h 86"/>
                <a:gd name="T22" fmla="*/ 3 w 62"/>
                <a:gd name="T23" fmla="*/ 82 h 86"/>
                <a:gd name="T24" fmla="*/ 12 w 62"/>
                <a:gd name="T25" fmla="*/ 86 h 86"/>
                <a:gd name="T26" fmla="*/ 38 w 62"/>
                <a:gd name="T27" fmla="*/ 68 h 86"/>
                <a:gd name="T28" fmla="*/ 40 w 62"/>
                <a:gd name="T29" fmla="*/ 81 h 86"/>
                <a:gd name="T30" fmla="*/ 47 w 62"/>
                <a:gd name="T31" fmla="*/ 86 h 86"/>
                <a:gd name="T32" fmla="*/ 57 w 62"/>
                <a:gd name="T33" fmla="*/ 82 h 86"/>
                <a:gd name="T34" fmla="*/ 62 w 62"/>
                <a:gd name="T35" fmla="*/ 75 h 86"/>
                <a:gd name="T36" fmla="*/ 59 w 62"/>
                <a:gd name="T37" fmla="*/ 73 h 86"/>
                <a:gd name="T38" fmla="*/ 56 w 62"/>
                <a:gd name="T39" fmla="*/ 74 h 86"/>
                <a:gd name="T40" fmla="*/ 52 w 62"/>
                <a:gd name="T41" fmla="*/ 75 h 86"/>
                <a:gd name="T42" fmla="*/ 48 w 62"/>
                <a:gd name="T43" fmla="*/ 66 h 86"/>
                <a:gd name="T44" fmla="*/ 51 w 62"/>
                <a:gd name="T45" fmla="*/ 41 h 86"/>
                <a:gd name="T46" fmla="*/ 58 w 62"/>
                <a:gd name="T47" fmla="*/ 15 h 86"/>
                <a:gd name="T48" fmla="*/ 30 w 62"/>
                <a:gd name="T49" fmla="*/ 64 h 86"/>
                <a:gd name="T50" fmla="*/ 15 w 62"/>
                <a:gd name="T51" fmla="*/ 75 h 86"/>
                <a:gd name="T52" fmla="*/ 11 w 62"/>
                <a:gd name="T53" fmla="*/ 71 h 86"/>
                <a:gd name="T54" fmla="*/ 18 w 62"/>
                <a:gd name="T55" fmla="*/ 52 h 86"/>
                <a:gd name="T56" fmla="*/ 32 w 62"/>
                <a:gd name="T57" fmla="*/ 42 h 86"/>
                <a:gd name="T58" fmla="*/ 36 w 62"/>
                <a:gd name="T59" fmla="*/ 44 h 86"/>
                <a:gd name="T60" fmla="*/ 38 w 62"/>
                <a:gd name="T61" fmla="*/ 47 h 86"/>
                <a:gd name="T62" fmla="*/ 30 w 62"/>
                <a:gd name="T63" fmla="*/ 6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2" h="86">
                  <a:moveTo>
                    <a:pt x="58" y="15"/>
                  </a:moveTo>
                  <a:cubicBezTo>
                    <a:pt x="59" y="11"/>
                    <a:pt x="60" y="8"/>
                    <a:pt x="60" y="7"/>
                  </a:cubicBezTo>
                  <a:cubicBezTo>
                    <a:pt x="60" y="5"/>
                    <a:pt x="60" y="3"/>
                    <a:pt x="59" y="2"/>
                  </a:cubicBezTo>
                  <a:cubicBezTo>
                    <a:pt x="58" y="0"/>
                    <a:pt x="57" y="0"/>
                    <a:pt x="55" y="0"/>
                  </a:cubicBezTo>
                  <a:cubicBezTo>
                    <a:pt x="54" y="0"/>
                    <a:pt x="53" y="0"/>
                    <a:pt x="51" y="1"/>
                  </a:cubicBezTo>
                  <a:cubicBezTo>
                    <a:pt x="50" y="2"/>
                    <a:pt x="49" y="3"/>
                    <a:pt x="48" y="5"/>
                  </a:cubicBezTo>
                  <a:cubicBezTo>
                    <a:pt x="48" y="6"/>
                    <a:pt x="47" y="10"/>
                    <a:pt x="46" y="15"/>
                  </a:cubicBezTo>
                  <a:cubicBezTo>
                    <a:pt x="45" y="18"/>
                    <a:pt x="44" y="25"/>
                    <a:pt x="41" y="36"/>
                  </a:cubicBezTo>
                  <a:cubicBezTo>
                    <a:pt x="39" y="33"/>
                    <a:pt x="36" y="32"/>
                    <a:pt x="32" y="32"/>
                  </a:cubicBezTo>
                  <a:cubicBezTo>
                    <a:pt x="25" y="32"/>
                    <a:pt x="18" y="37"/>
                    <a:pt x="10" y="45"/>
                  </a:cubicBezTo>
                  <a:cubicBezTo>
                    <a:pt x="3" y="54"/>
                    <a:pt x="0" y="63"/>
                    <a:pt x="0" y="71"/>
                  </a:cubicBezTo>
                  <a:cubicBezTo>
                    <a:pt x="0" y="76"/>
                    <a:pt x="1" y="79"/>
                    <a:pt x="3" y="82"/>
                  </a:cubicBezTo>
                  <a:cubicBezTo>
                    <a:pt x="5" y="85"/>
                    <a:pt x="8" y="86"/>
                    <a:pt x="12" y="86"/>
                  </a:cubicBezTo>
                  <a:cubicBezTo>
                    <a:pt x="20" y="86"/>
                    <a:pt x="29" y="80"/>
                    <a:pt x="38" y="68"/>
                  </a:cubicBezTo>
                  <a:cubicBezTo>
                    <a:pt x="37" y="73"/>
                    <a:pt x="38" y="77"/>
                    <a:pt x="40" y="81"/>
                  </a:cubicBezTo>
                  <a:cubicBezTo>
                    <a:pt x="42" y="84"/>
                    <a:pt x="44" y="86"/>
                    <a:pt x="47" y="86"/>
                  </a:cubicBezTo>
                  <a:cubicBezTo>
                    <a:pt x="50" y="86"/>
                    <a:pt x="53" y="85"/>
                    <a:pt x="57" y="82"/>
                  </a:cubicBezTo>
                  <a:cubicBezTo>
                    <a:pt x="60" y="80"/>
                    <a:pt x="62" y="78"/>
                    <a:pt x="62" y="75"/>
                  </a:cubicBezTo>
                  <a:cubicBezTo>
                    <a:pt x="62" y="74"/>
                    <a:pt x="61" y="73"/>
                    <a:pt x="59" y="73"/>
                  </a:cubicBezTo>
                  <a:cubicBezTo>
                    <a:pt x="59" y="73"/>
                    <a:pt x="58" y="73"/>
                    <a:pt x="56" y="74"/>
                  </a:cubicBezTo>
                  <a:cubicBezTo>
                    <a:pt x="55" y="74"/>
                    <a:pt x="53" y="75"/>
                    <a:pt x="52" y="75"/>
                  </a:cubicBezTo>
                  <a:cubicBezTo>
                    <a:pt x="49" y="75"/>
                    <a:pt x="48" y="72"/>
                    <a:pt x="48" y="66"/>
                  </a:cubicBezTo>
                  <a:cubicBezTo>
                    <a:pt x="48" y="60"/>
                    <a:pt x="49" y="52"/>
                    <a:pt x="51" y="41"/>
                  </a:cubicBezTo>
                  <a:cubicBezTo>
                    <a:pt x="53" y="31"/>
                    <a:pt x="56" y="22"/>
                    <a:pt x="58" y="15"/>
                  </a:cubicBezTo>
                  <a:close/>
                  <a:moveTo>
                    <a:pt x="30" y="64"/>
                  </a:moveTo>
                  <a:cubicBezTo>
                    <a:pt x="24" y="72"/>
                    <a:pt x="19" y="75"/>
                    <a:pt x="15" y="75"/>
                  </a:cubicBezTo>
                  <a:cubicBezTo>
                    <a:pt x="12" y="75"/>
                    <a:pt x="11" y="74"/>
                    <a:pt x="11" y="71"/>
                  </a:cubicBezTo>
                  <a:cubicBezTo>
                    <a:pt x="11" y="65"/>
                    <a:pt x="14" y="59"/>
                    <a:pt x="18" y="52"/>
                  </a:cubicBezTo>
                  <a:cubicBezTo>
                    <a:pt x="23" y="45"/>
                    <a:pt x="28" y="42"/>
                    <a:pt x="32" y="42"/>
                  </a:cubicBezTo>
                  <a:cubicBezTo>
                    <a:pt x="34" y="42"/>
                    <a:pt x="35" y="43"/>
                    <a:pt x="36" y="44"/>
                  </a:cubicBezTo>
                  <a:cubicBezTo>
                    <a:pt x="38" y="45"/>
                    <a:pt x="38" y="46"/>
                    <a:pt x="38" y="47"/>
                  </a:cubicBezTo>
                  <a:cubicBezTo>
                    <a:pt x="38" y="51"/>
                    <a:pt x="35" y="57"/>
                    <a:pt x="30" y="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 name="Freeform 325"/>
            <p:cNvSpPr>
              <a:spLocks/>
            </p:cNvSpPr>
            <p:nvPr/>
          </p:nvSpPr>
          <p:spPr bwMode="auto">
            <a:xfrm>
              <a:off x="11352213" y="2363788"/>
              <a:ext cx="93663" cy="114300"/>
            </a:xfrm>
            <a:custGeom>
              <a:avLst/>
              <a:gdLst>
                <a:gd name="T0" fmla="*/ 1 w 62"/>
                <a:gd name="T1" fmla="*/ 65 h 77"/>
                <a:gd name="T2" fmla="*/ 0 w 62"/>
                <a:gd name="T3" fmla="*/ 68 h 77"/>
                <a:gd name="T4" fmla="*/ 0 w 62"/>
                <a:gd name="T5" fmla="*/ 70 h 77"/>
                <a:gd name="T6" fmla="*/ 3 w 62"/>
                <a:gd name="T7" fmla="*/ 76 h 77"/>
                <a:gd name="T8" fmla="*/ 8 w 62"/>
                <a:gd name="T9" fmla="*/ 77 h 77"/>
                <a:gd name="T10" fmla="*/ 25 w 62"/>
                <a:gd name="T11" fmla="*/ 75 h 77"/>
                <a:gd name="T12" fmla="*/ 42 w 62"/>
                <a:gd name="T13" fmla="*/ 74 h 77"/>
                <a:gd name="T14" fmla="*/ 56 w 62"/>
                <a:gd name="T15" fmla="*/ 71 h 77"/>
                <a:gd name="T16" fmla="*/ 57 w 62"/>
                <a:gd name="T17" fmla="*/ 67 h 77"/>
                <a:gd name="T18" fmla="*/ 51 w 62"/>
                <a:gd name="T19" fmla="*/ 61 h 77"/>
                <a:gd name="T20" fmla="*/ 42 w 62"/>
                <a:gd name="T21" fmla="*/ 63 h 77"/>
                <a:gd name="T22" fmla="*/ 29 w 62"/>
                <a:gd name="T23" fmla="*/ 65 h 77"/>
                <a:gd name="T24" fmla="*/ 16 w 62"/>
                <a:gd name="T25" fmla="*/ 66 h 77"/>
                <a:gd name="T26" fmla="*/ 14 w 62"/>
                <a:gd name="T27" fmla="*/ 64 h 77"/>
                <a:gd name="T28" fmla="*/ 15 w 62"/>
                <a:gd name="T29" fmla="*/ 55 h 77"/>
                <a:gd name="T30" fmla="*/ 17 w 62"/>
                <a:gd name="T31" fmla="*/ 48 h 77"/>
                <a:gd name="T32" fmla="*/ 18 w 62"/>
                <a:gd name="T33" fmla="*/ 46 h 77"/>
                <a:gd name="T34" fmla="*/ 18 w 62"/>
                <a:gd name="T35" fmla="*/ 46 h 77"/>
                <a:gd name="T36" fmla="*/ 34 w 62"/>
                <a:gd name="T37" fmla="*/ 44 h 77"/>
                <a:gd name="T38" fmla="*/ 39 w 62"/>
                <a:gd name="T39" fmla="*/ 43 h 77"/>
                <a:gd name="T40" fmla="*/ 46 w 62"/>
                <a:gd name="T41" fmla="*/ 42 h 77"/>
                <a:gd name="T42" fmla="*/ 53 w 62"/>
                <a:gd name="T43" fmla="*/ 41 h 77"/>
                <a:gd name="T44" fmla="*/ 55 w 62"/>
                <a:gd name="T45" fmla="*/ 36 h 77"/>
                <a:gd name="T46" fmla="*/ 47 w 62"/>
                <a:gd name="T47" fmla="*/ 31 h 77"/>
                <a:gd name="T48" fmla="*/ 36 w 62"/>
                <a:gd name="T49" fmla="*/ 33 h 77"/>
                <a:gd name="T50" fmla="*/ 27 w 62"/>
                <a:gd name="T51" fmla="*/ 34 h 77"/>
                <a:gd name="T52" fmla="*/ 18 w 62"/>
                <a:gd name="T53" fmla="*/ 35 h 77"/>
                <a:gd name="T54" fmla="*/ 19 w 62"/>
                <a:gd name="T55" fmla="*/ 27 h 77"/>
                <a:gd name="T56" fmla="*/ 21 w 62"/>
                <a:gd name="T57" fmla="*/ 18 h 77"/>
                <a:gd name="T58" fmla="*/ 22 w 62"/>
                <a:gd name="T59" fmla="*/ 15 h 77"/>
                <a:gd name="T60" fmla="*/ 28 w 62"/>
                <a:gd name="T61" fmla="*/ 13 h 77"/>
                <a:gd name="T62" fmla="*/ 42 w 62"/>
                <a:gd name="T63" fmla="*/ 12 h 77"/>
                <a:gd name="T64" fmla="*/ 58 w 62"/>
                <a:gd name="T65" fmla="*/ 11 h 77"/>
                <a:gd name="T66" fmla="*/ 61 w 62"/>
                <a:gd name="T67" fmla="*/ 9 h 77"/>
                <a:gd name="T68" fmla="*/ 62 w 62"/>
                <a:gd name="T69" fmla="*/ 6 h 77"/>
                <a:gd name="T70" fmla="*/ 53 w 62"/>
                <a:gd name="T71" fmla="*/ 0 h 77"/>
                <a:gd name="T72" fmla="*/ 53 w 62"/>
                <a:gd name="T73" fmla="*/ 0 h 77"/>
                <a:gd name="T74" fmla="*/ 45 w 62"/>
                <a:gd name="T75" fmla="*/ 1 h 77"/>
                <a:gd name="T76" fmla="*/ 17 w 62"/>
                <a:gd name="T77" fmla="*/ 4 h 77"/>
                <a:gd name="T78" fmla="*/ 13 w 62"/>
                <a:gd name="T79" fmla="*/ 4 h 77"/>
                <a:gd name="T80" fmla="*/ 9 w 62"/>
                <a:gd name="T81" fmla="*/ 5 h 77"/>
                <a:gd name="T82" fmla="*/ 7 w 62"/>
                <a:gd name="T83" fmla="*/ 7 h 77"/>
                <a:gd name="T84" fmla="*/ 7 w 62"/>
                <a:gd name="T85" fmla="*/ 8 h 77"/>
                <a:gd name="T86" fmla="*/ 7 w 62"/>
                <a:gd name="T87" fmla="*/ 12 h 77"/>
                <a:gd name="T88" fmla="*/ 9 w 62"/>
                <a:gd name="T89" fmla="*/ 14 h 77"/>
                <a:gd name="T90" fmla="*/ 9 w 62"/>
                <a:gd name="T91" fmla="*/ 14 h 77"/>
                <a:gd name="T92" fmla="*/ 6 w 62"/>
                <a:gd name="T93" fmla="*/ 38 h 77"/>
                <a:gd name="T94" fmla="*/ 1 w 62"/>
                <a:gd name="T95" fmla="*/ 6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2" h="77">
                  <a:moveTo>
                    <a:pt x="1" y="65"/>
                  </a:moveTo>
                  <a:cubicBezTo>
                    <a:pt x="0" y="67"/>
                    <a:pt x="0" y="68"/>
                    <a:pt x="0" y="68"/>
                  </a:cubicBezTo>
                  <a:cubicBezTo>
                    <a:pt x="0" y="70"/>
                    <a:pt x="0" y="70"/>
                    <a:pt x="0" y="70"/>
                  </a:cubicBezTo>
                  <a:cubicBezTo>
                    <a:pt x="1" y="73"/>
                    <a:pt x="1" y="74"/>
                    <a:pt x="3" y="76"/>
                  </a:cubicBezTo>
                  <a:cubicBezTo>
                    <a:pt x="4" y="77"/>
                    <a:pt x="6" y="77"/>
                    <a:pt x="8" y="77"/>
                  </a:cubicBezTo>
                  <a:cubicBezTo>
                    <a:pt x="14" y="77"/>
                    <a:pt x="19" y="77"/>
                    <a:pt x="25" y="75"/>
                  </a:cubicBezTo>
                  <a:cubicBezTo>
                    <a:pt x="32" y="75"/>
                    <a:pt x="37" y="74"/>
                    <a:pt x="42" y="74"/>
                  </a:cubicBezTo>
                  <a:cubicBezTo>
                    <a:pt x="48" y="73"/>
                    <a:pt x="52" y="72"/>
                    <a:pt x="56" y="71"/>
                  </a:cubicBezTo>
                  <a:cubicBezTo>
                    <a:pt x="57" y="70"/>
                    <a:pt x="57" y="69"/>
                    <a:pt x="57" y="67"/>
                  </a:cubicBezTo>
                  <a:cubicBezTo>
                    <a:pt x="57" y="64"/>
                    <a:pt x="55" y="62"/>
                    <a:pt x="51" y="61"/>
                  </a:cubicBezTo>
                  <a:cubicBezTo>
                    <a:pt x="49" y="61"/>
                    <a:pt x="46" y="62"/>
                    <a:pt x="42" y="63"/>
                  </a:cubicBezTo>
                  <a:cubicBezTo>
                    <a:pt x="40" y="63"/>
                    <a:pt x="36" y="64"/>
                    <a:pt x="29" y="65"/>
                  </a:cubicBezTo>
                  <a:cubicBezTo>
                    <a:pt x="22" y="66"/>
                    <a:pt x="18" y="66"/>
                    <a:pt x="16" y="66"/>
                  </a:cubicBezTo>
                  <a:cubicBezTo>
                    <a:pt x="15" y="66"/>
                    <a:pt x="14" y="65"/>
                    <a:pt x="14" y="64"/>
                  </a:cubicBezTo>
                  <a:cubicBezTo>
                    <a:pt x="14" y="62"/>
                    <a:pt x="14" y="59"/>
                    <a:pt x="15" y="55"/>
                  </a:cubicBezTo>
                  <a:cubicBezTo>
                    <a:pt x="16" y="51"/>
                    <a:pt x="16" y="48"/>
                    <a:pt x="17" y="48"/>
                  </a:cubicBezTo>
                  <a:cubicBezTo>
                    <a:pt x="17" y="47"/>
                    <a:pt x="17" y="47"/>
                    <a:pt x="18" y="46"/>
                  </a:cubicBezTo>
                  <a:cubicBezTo>
                    <a:pt x="18" y="46"/>
                    <a:pt x="18" y="46"/>
                    <a:pt x="18" y="46"/>
                  </a:cubicBezTo>
                  <a:cubicBezTo>
                    <a:pt x="20" y="46"/>
                    <a:pt x="25" y="45"/>
                    <a:pt x="34" y="44"/>
                  </a:cubicBezTo>
                  <a:cubicBezTo>
                    <a:pt x="36" y="44"/>
                    <a:pt x="38" y="43"/>
                    <a:pt x="39" y="43"/>
                  </a:cubicBezTo>
                  <a:cubicBezTo>
                    <a:pt x="42" y="43"/>
                    <a:pt x="44" y="43"/>
                    <a:pt x="46" y="42"/>
                  </a:cubicBezTo>
                  <a:cubicBezTo>
                    <a:pt x="49" y="42"/>
                    <a:pt x="51" y="41"/>
                    <a:pt x="53" y="41"/>
                  </a:cubicBezTo>
                  <a:cubicBezTo>
                    <a:pt x="54" y="40"/>
                    <a:pt x="55" y="38"/>
                    <a:pt x="55" y="36"/>
                  </a:cubicBezTo>
                  <a:cubicBezTo>
                    <a:pt x="55" y="33"/>
                    <a:pt x="52" y="31"/>
                    <a:pt x="47" y="31"/>
                  </a:cubicBezTo>
                  <a:cubicBezTo>
                    <a:pt x="44" y="31"/>
                    <a:pt x="41" y="32"/>
                    <a:pt x="36" y="33"/>
                  </a:cubicBezTo>
                  <a:cubicBezTo>
                    <a:pt x="34" y="33"/>
                    <a:pt x="31" y="34"/>
                    <a:pt x="27" y="34"/>
                  </a:cubicBezTo>
                  <a:cubicBezTo>
                    <a:pt x="23" y="34"/>
                    <a:pt x="20" y="35"/>
                    <a:pt x="18" y="35"/>
                  </a:cubicBezTo>
                  <a:cubicBezTo>
                    <a:pt x="18" y="33"/>
                    <a:pt x="19" y="30"/>
                    <a:pt x="19" y="27"/>
                  </a:cubicBezTo>
                  <a:cubicBezTo>
                    <a:pt x="20" y="23"/>
                    <a:pt x="21" y="20"/>
                    <a:pt x="21" y="18"/>
                  </a:cubicBezTo>
                  <a:cubicBezTo>
                    <a:pt x="21" y="16"/>
                    <a:pt x="22" y="15"/>
                    <a:pt x="22" y="15"/>
                  </a:cubicBezTo>
                  <a:cubicBezTo>
                    <a:pt x="22" y="14"/>
                    <a:pt x="24" y="14"/>
                    <a:pt x="28" y="13"/>
                  </a:cubicBezTo>
                  <a:cubicBezTo>
                    <a:pt x="32" y="13"/>
                    <a:pt x="37" y="12"/>
                    <a:pt x="42" y="12"/>
                  </a:cubicBezTo>
                  <a:cubicBezTo>
                    <a:pt x="58" y="11"/>
                    <a:pt x="58" y="11"/>
                    <a:pt x="58" y="11"/>
                  </a:cubicBezTo>
                  <a:cubicBezTo>
                    <a:pt x="59" y="11"/>
                    <a:pt x="60" y="10"/>
                    <a:pt x="61" y="9"/>
                  </a:cubicBezTo>
                  <a:cubicBezTo>
                    <a:pt x="62" y="8"/>
                    <a:pt x="62" y="7"/>
                    <a:pt x="62" y="6"/>
                  </a:cubicBezTo>
                  <a:cubicBezTo>
                    <a:pt x="62" y="1"/>
                    <a:pt x="59" y="0"/>
                    <a:pt x="53" y="0"/>
                  </a:cubicBezTo>
                  <a:cubicBezTo>
                    <a:pt x="53" y="0"/>
                    <a:pt x="53" y="0"/>
                    <a:pt x="53" y="0"/>
                  </a:cubicBezTo>
                  <a:cubicBezTo>
                    <a:pt x="52" y="0"/>
                    <a:pt x="50" y="0"/>
                    <a:pt x="45" y="1"/>
                  </a:cubicBezTo>
                  <a:cubicBezTo>
                    <a:pt x="29" y="3"/>
                    <a:pt x="20" y="4"/>
                    <a:pt x="17" y="4"/>
                  </a:cubicBezTo>
                  <a:cubicBezTo>
                    <a:pt x="16" y="4"/>
                    <a:pt x="14" y="4"/>
                    <a:pt x="13" y="4"/>
                  </a:cubicBezTo>
                  <a:cubicBezTo>
                    <a:pt x="12" y="4"/>
                    <a:pt x="10" y="4"/>
                    <a:pt x="9" y="5"/>
                  </a:cubicBezTo>
                  <a:cubicBezTo>
                    <a:pt x="8" y="6"/>
                    <a:pt x="7" y="6"/>
                    <a:pt x="7" y="7"/>
                  </a:cubicBezTo>
                  <a:cubicBezTo>
                    <a:pt x="7" y="7"/>
                    <a:pt x="7" y="8"/>
                    <a:pt x="7" y="8"/>
                  </a:cubicBezTo>
                  <a:cubicBezTo>
                    <a:pt x="7" y="10"/>
                    <a:pt x="7" y="11"/>
                    <a:pt x="7" y="12"/>
                  </a:cubicBezTo>
                  <a:cubicBezTo>
                    <a:pt x="8" y="13"/>
                    <a:pt x="8" y="13"/>
                    <a:pt x="9" y="14"/>
                  </a:cubicBezTo>
                  <a:cubicBezTo>
                    <a:pt x="9" y="14"/>
                    <a:pt x="9" y="14"/>
                    <a:pt x="9" y="14"/>
                  </a:cubicBezTo>
                  <a:cubicBezTo>
                    <a:pt x="9" y="16"/>
                    <a:pt x="8" y="24"/>
                    <a:pt x="6" y="38"/>
                  </a:cubicBezTo>
                  <a:cubicBezTo>
                    <a:pt x="4" y="52"/>
                    <a:pt x="2" y="61"/>
                    <a:pt x="1"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 name="Freeform 326"/>
            <p:cNvSpPr>
              <a:spLocks/>
            </p:cNvSpPr>
            <p:nvPr/>
          </p:nvSpPr>
          <p:spPr bwMode="auto">
            <a:xfrm>
              <a:off x="11453813" y="2395538"/>
              <a:ext cx="96838" cy="77788"/>
            </a:xfrm>
            <a:custGeom>
              <a:avLst/>
              <a:gdLst>
                <a:gd name="T0" fmla="*/ 52 w 64"/>
                <a:gd name="T1" fmla="*/ 49 h 52"/>
                <a:gd name="T2" fmla="*/ 60 w 64"/>
                <a:gd name="T3" fmla="*/ 46 h 52"/>
                <a:gd name="T4" fmla="*/ 64 w 64"/>
                <a:gd name="T5" fmla="*/ 41 h 52"/>
                <a:gd name="T6" fmla="*/ 61 w 64"/>
                <a:gd name="T7" fmla="*/ 38 h 52"/>
                <a:gd name="T8" fmla="*/ 58 w 64"/>
                <a:gd name="T9" fmla="*/ 39 h 52"/>
                <a:gd name="T10" fmla="*/ 56 w 64"/>
                <a:gd name="T11" fmla="*/ 39 h 52"/>
                <a:gd name="T12" fmla="*/ 51 w 64"/>
                <a:gd name="T13" fmla="*/ 20 h 52"/>
                <a:gd name="T14" fmla="*/ 37 w 64"/>
                <a:gd name="T15" fmla="*/ 2 h 52"/>
                <a:gd name="T16" fmla="*/ 13 w 64"/>
                <a:gd name="T17" fmla="*/ 28 h 52"/>
                <a:gd name="T18" fmla="*/ 16 w 64"/>
                <a:gd name="T19" fmla="*/ 9 h 52"/>
                <a:gd name="T20" fmla="*/ 14 w 64"/>
                <a:gd name="T21" fmla="*/ 1 h 52"/>
                <a:gd name="T22" fmla="*/ 10 w 64"/>
                <a:gd name="T23" fmla="*/ 0 h 52"/>
                <a:gd name="T24" fmla="*/ 5 w 64"/>
                <a:gd name="T25" fmla="*/ 3 h 52"/>
                <a:gd name="T26" fmla="*/ 3 w 64"/>
                <a:gd name="T27" fmla="*/ 8 h 52"/>
                <a:gd name="T28" fmla="*/ 1 w 64"/>
                <a:gd name="T29" fmla="*/ 34 h 52"/>
                <a:gd name="T30" fmla="*/ 0 w 64"/>
                <a:gd name="T31" fmla="*/ 45 h 52"/>
                <a:gd name="T32" fmla="*/ 7 w 64"/>
                <a:gd name="T33" fmla="*/ 52 h 52"/>
                <a:gd name="T34" fmla="*/ 10 w 64"/>
                <a:gd name="T35" fmla="*/ 51 h 52"/>
                <a:gd name="T36" fmla="*/ 12 w 64"/>
                <a:gd name="T37" fmla="*/ 48 h 52"/>
                <a:gd name="T38" fmla="*/ 23 w 64"/>
                <a:gd name="T39" fmla="*/ 28 h 52"/>
                <a:gd name="T40" fmla="*/ 35 w 64"/>
                <a:gd name="T41" fmla="*/ 14 h 52"/>
                <a:gd name="T42" fmla="*/ 40 w 64"/>
                <a:gd name="T43" fmla="*/ 27 h 52"/>
                <a:gd name="T44" fmla="*/ 44 w 64"/>
                <a:gd name="T45" fmla="*/ 44 h 52"/>
                <a:gd name="T46" fmla="*/ 44 w 64"/>
                <a:gd name="T47" fmla="*/ 44 h 52"/>
                <a:gd name="T48" fmla="*/ 52 w 64"/>
                <a:gd name="T49" fmla="*/ 4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4" h="52">
                  <a:moveTo>
                    <a:pt x="52" y="49"/>
                  </a:moveTo>
                  <a:cubicBezTo>
                    <a:pt x="55" y="49"/>
                    <a:pt x="58" y="48"/>
                    <a:pt x="60" y="46"/>
                  </a:cubicBezTo>
                  <a:cubicBezTo>
                    <a:pt x="62" y="44"/>
                    <a:pt x="64" y="43"/>
                    <a:pt x="64" y="41"/>
                  </a:cubicBezTo>
                  <a:cubicBezTo>
                    <a:pt x="64" y="39"/>
                    <a:pt x="63" y="38"/>
                    <a:pt x="61" y="38"/>
                  </a:cubicBezTo>
                  <a:cubicBezTo>
                    <a:pt x="60" y="38"/>
                    <a:pt x="60" y="38"/>
                    <a:pt x="58" y="39"/>
                  </a:cubicBezTo>
                  <a:cubicBezTo>
                    <a:pt x="57" y="39"/>
                    <a:pt x="56" y="39"/>
                    <a:pt x="56" y="39"/>
                  </a:cubicBezTo>
                  <a:cubicBezTo>
                    <a:pt x="54" y="39"/>
                    <a:pt x="52" y="33"/>
                    <a:pt x="51" y="20"/>
                  </a:cubicBezTo>
                  <a:cubicBezTo>
                    <a:pt x="50" y="8"/>
                    <a:pt x="45" y="2"/>
                    <a:pt x="37" y="2"/>
                  </a:cubicBezTo>
                  <a:cubicBezTo>
                    <a:pt x="28" y="2"/>
                    <a:pt x="20" y="11"/>
                    <a:pt x="13" y="28"/>
                  </a:cubicBezTo>
                  <a:cubicBezTo>
                    <a:pt x="15" y="18"/>
                    <a:pt x="16" y="12"/>
                    <a:pt x="16" y="9"/>
                  </a:cubicBezTo>
                  <a:cubicBezTo>
                    <a:pt x="16" y="5"/>
                    <a:pt x="15" y="2"/>
                    <a:pt x="14" y="1"/>
                  </a:cubicBezTo>
                  <a:cubicBezTo>
                    <a:pt x="13" y="0"/>
                    <a:pt x="12" y="0"/>
                    <a:pt x="10" y="0"/>
                  </a:cubicBezTo>
                  <a:cubicBezTo>
                    <a:pt x="8" y="0"/>
                    <a:pt x="7" y="1"/>
                    <a:pt x="5" y="3"/>
                  </a:cubicBezTo>
                  <a:cubicBezTo>
                    <a:pt x="4" y="4"/>
                    <a:pt x="3" y="6"/>
                    <a:pt x="3" y="8"/>
                  </a:cubicBezTo>
                  <a:cubicBezTo>
                    <a:pt x="3" y="18"/>
                    <a:pt x="3" y="27"/>
                    <a:pt x="1" y="34"/>
                  </a:cubicBezTo>
                  <a:cubicBezTo>
                    <a:pt x="0" y="40"/>
                    <a:pt x="0" y="43"/>
                    <a:pt x="0" y="45"/>
                  </a:cubicBezTo>
                  <a:cubicBezTo>
                    <a:pt x="0" y="50"/>
                    <a:pt x="2" y="52"/>
                    <a:pt x="7" y="52"/>
                  </a:cubicBezTo>
                  <a:cubicBezTo>
                    <a:pt x="8" y="52"/>
                    <a:pt x="9" y="52"/>
                    <a:pt x="10" y="51"/>
                  </a:cubicBezTo>
                  <a:cubicBezTo>
                    <a:pt x="11" y="50"/>
                    <a:pt x="11" y="49"/>
                    <a:pt x="12" y="48"/>
                  </a:cubicBezTo>
                  <a:cubicBezTo>
                    <a:pt x="13" y="43"/>
                    <a:pt x="17" y="37"/>
                    <a:pt x="23" y="28"/>
                  </a:cubicBezTo>
                  <a:cubicBezTo>
                    <a:pt x="29" y="19"/>
                    <a:pt x="33" y="14"/>
                    <a:pt x="35" y="14"/>
                  </a:cubicBezTo>
                  <a:cubicBezTo>
                    <a:pt x="38" y="14"/>
                    <a:pt x="39" y="19"/>
                    <a:pt x="40" y="27"/>
                  </a:cubicBezTo>
                  <a:cubicBezTo>
                    <a:pt x="41" y="35"/>
                    <a:pt x="42" y="41"/>
                    <a:pt x="44" y="44"/>
                  </a:cubicBezTo>
                  <a:cubicBezTo>
                    <a:pt x="44" y="44"/>
                    <a:pt x="44" y="44"/>
                    <a:pt x="44" y="44"/>
                  </a:cubicBezTo>
                  <a:cubicBezTo>
                    <a:pt x="45" y="48"/>
                    <a:pt x="48" y="49"/>
                    <a:pt x="52"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 name="Freeform 327"/>
            <p:cNvSpPr>
              <a:spLocks noEditPoints="1"/>
            </p:cNvSpPr>
            <p:nvPr/>
          </p:nvSpPr>
          <p:spPr bwMode="auto">
            <a:xfrm>
              <a:off x="11539538" y="2392363"/>
              <a:ext cx="95250" cy="128588"/>
            </a:xfrm>
            <a:custGeom>
              <a:avLst/>
              <a:gdLst>
                <a:gd name="T0" fmla="*/ 59 w 64"/>
                <a:gd name="T1" fmla="*/ 2 h 86"/>
                <a:gd name="T2" fmla="*/ 51 w 64"/>
                <a:gd name="T3" fmla="*/ 0 h 86"/>
                <a:gd name="T4" fmla="*/ 32 w 64"/>
                <a:gd name="T5" fmla="*/ 7 h 86"/>
                <a:gd name="T6" fmla="*/ 16 w 64"/>
                <a:gd name="T7" fmla="*/ 23 h 86"/>
                <a:gd name="T8" fmla="*/ 10 w 64"/>
                <a:gd name="T9" fmla="*/ 41 h 86"/>
                <a:gd name="T10" fmla="*/ 13 w 64"/>
                <a:gd name="T11" fmla="*/ 49 h 86"/>
                <a:gd name="T12" fmla="*/ 21 w 64"/>
                <a:gd name="T13" fmla="*/ 52 h 86"/>
                <a:gd name="T14" fmla="*/ 34 w 64"/>
                <a:gd name="T15" fmla="*/ 48 h 86"/>
                <a:gd name="T16" fmla="*/ 47 w 64"/>
                <a:gd name="T17" fmla="*/ 38 h 86"/>
                <a:gd name="T18" fmla="*/ 40 w 64"/>
                <a:gd name="T19" fmla="*/ 67 h 86"/>
                <a:gd name="T20" fmla="*/ 30 w 64"/>
                <a:gd name="T21" fmla="*/ 75 h 86"/>
                <a:gd name="T22" fmla="*/ 10 w 64"/>
                <a:gd name="T23" fmla="*/ 67 h 86"/>
                <a:gd name="T24" fmla="*/ 4 w 64"/>
                <a:gd name="T25" fmla="*/ 64 h 86"/>
                <a:gd name="T26" fmla="*/ 0 w 64"/>
                <a:gd name="T27" fmla="*/ 68 h 86"/>
                <a:gd name="T28" fmla="*/ 10 w 64"/>
                <a:gd name="T29" fmla="*/ 79 h 86"/>
                <a:gd name="T30" fmla="*/ 29 w 64"/>
                <a:gd name="T31" fmla="*/ 86 h 86"/>
                <a:gd name="T32" fmla="*/ 46 w 64"/>
                <a:gd name="T33" fmla="*/ 78 h 86"/>
                <a:gd name="T34" fmla="*/ 56 w 64"/>
                <a:gd name="T35" fmla="*/ 52 h 86"/>
                <a:gd name="T36" fmla="*/ 59 w 64"/>
                <a:gd name="T37" fmla="*/ 27 h 86"/>
                <a:gd name="T38" fmla="*/ 62 w 64"/>
                <a:gd name="T39" fmla="*/ 16 h 86"/>
                <a:gd name="T40" fmla="*/ 64 w 64"/>
                <a:gd name="T41" fmla="*/ 10 h 86"/>
                <a:gd name="T42" fmla="*/ 63 w 64"/>
                <a:gd name="T43" fmla="*/ 6 h 86"/>
                <a:gd name="T44" fmla="*/ 61 w 64"/>
                <a:gd name="T45" fmla="*/ 3 h 86"/>
                <a:gd name="T46" fmla="*/ 59 w 64"/>
                <a:gd name="T47" fmla="*/ 2 h 86"/>
                <a:gd name="T48" fmla="*/ 47 w 64"/>
                <a:gd name="T49" fmla="*/ 24 h 86"/>
                <a:gd name="T50" fmla="*/ 37 w 64"/>
                <a:gd name="T51" fmla="*/ 36 h 86"/>
                <a:gd name="T52" fmla="*/ 24 w 64"/>
                <a:gd name="T53" fmla="*/ 42 h 86"/>
                <a:gd name="T54" fmla="*/ 22 w 64"/>
                <a:gd name="T55" fmla="*/ 39 h 86"/>
                <a:gd name="T56" fmla="*/ 27 w 64"/>
                <a:gd name="T57" fmla="*/ 27 h 86"/>
                <a:gd name="T58" fmla="*/ 38 w 64"/>
                <a:gd name="T59" fmla="*/ 15 h 86"/>
                <a:gd name="T60" fmla="*/ 48 w 64"/>
                <a:gd name="T61" fmla="*/ 10 h 86"/>
                <a:gd name="T62" fmla="*/ 50 w 64"/>
                <a:gd name="T63" fmla="*/ 11 h 86"/>
                <a:gd name="T64" fmla="*/ 51 w 64"/>
                <a:gd name="T65" fmla="*/ 14 h 86"/>
                <a:gd name="T66" fmla="*/ 47 w 64"/>
                <a:gd name="T67" fmla="*/ 2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4" h="86">
                  <a:moveTo>
                    <a:pt x="59" y="2"/>
                  </a:moveTo>
                  <a:cubicBezTo>
                    <a:pt x="57" y="0"/>
                    <a:pt x="54" y="0"/>
                    <a:pt x="51" y="0"/>
                  </a:cubicBezTo>
                  <a:cubicBezTo>
                    <a:pt x="46" y="0"/>
                    <a:pt x="39" y="2"/>
                    <a:pt x="32" y="7"/>
                  </a:cubicBezTo>
                  <a:cubicBezTo>
                    <a:pt x="25" y="11"/>
                    <a:pt x="20" y="17"/>
                    <a:pt x="16" y="23"/>
                  </a:cubicBezTo>
                  <a:cubicBezTo>
                    <a:pt x="12" y="30"/>
                    <a:pt x="10" y="36"/>
                    <a:pt x="10" y="41"/>
                  </a:cubicBezTo>
                  <a:cubicBezTo>
                    <a:pt x="10" y="44"/>
                    <a:pt x="11" y="47"/>
                    <a:pt x="13" y="49"/>
                  </a:cubicBezTo>
                  <a:cubicBezTo>
                    <a:pt x="15" y="51"/>
                    <a:pt x="18" y="52"/>
                    <a:pt x="21" y="52"/>
                  </a:cubicBezTo>
                  <a:cubicBezTo>
                    <a:pt x="25" y="52"/>
                    <a:pt x="29" y="51"/>
                    <a:pt x="34" y="48"/>
                  </a:cubicBezTo>
                  <a:cubicBezTo>
                    <a:pt x="39" y="46"/>
                    <a:pt x="43" y="42"/>
                    <a:pt x="47" y="38"/>
                  </a:cubicBezTo>
                  <a:cubicBezTo>
                    <a:pt x="45" y="52"/>
                    <a:pt x="43" y="62"/>
                    <a:pt x="40" y="67"/>
                  </a:cubicBezTo>
                  <a:cubicBezTo>
                    <a:pt x="37" y="72"/>
                    <a:pt x="34" y="75"/>
                    <a:pt x="30" y="75"/>
                  </a:cubicBezTo>
                  <a:cubicBezTo>
                    <a:pt x="24" y="75"/>
                    <a:pt x="18" y="72"/>
                    <a:pt x="10" y="67"/>
                  </a:cubicBezTo>
                  <a:cubicBezTo>
                    <a:pt x="7" y="65"/>
                    <a:pt x="5" y="64"/>
                    <a:pt x="4" y="64"/>
                  </a:cubicBezTo>
                  <a:cubicBezTo>
                    <a:pt x="2" y="64"/>
                    <a:pt x="0" y="65"/>
                    <a:pt x="0" y="68"/>
                  </a:cubicBezTo>
                  <a:cubicBezTo>
                    <a:pt x="0" y="71"/>
                    <a:pt x="4" y="74"/>
                    <a:pt x="10" y="79"/>
                  </a:cubicBezTo>
                  <a:cubicBezTo>
                    <a:pt x="16" y="83"/>
                    <a:pt x="22" y="86"/>
                    <a:pt x="29" y="86"/>
                  </a:cubicBezTo>
                  <a:cubicBezTo>
                    <a:pt x="35" y="86"/>
                    <a:pt x="41" y="83"/>
                    <a:pt x="46" y="78"/>
                  </a:cubicBezTo>
                  <a:cubicBezTo>
                    <a:pt x="51" y="72"/>
                    <a:pt x="55" y="64"/>
                    <a:pt x="56" y="52"/>
                  </a:cubicBezTo>
                  <a:cubicBezTo>
                    <a:pt x="58" y="38"/>
                    <a:pt x="59" y="30"/>
                    <a:pt x="59" y="27"/>
                  </a:cubicBezTo>
                  <a:cubicBezTo>
                    <a:pt x="60" y="23"/>
                    <a:pt x="61" y="20"/>
                    <a:pt x="62" y="16"/>
                  </a:cubicBezTo>
                  <a:cubicBezTo>
                    <a:pt x="63" y="13"/>
                    <a:pt x="64" y="11"/>
                    <a:pt x="64" y="10"/>
                  </a:cubicBezTo>
                  <a:cubicBezTo>
                    <a:pt x="64" y="9"/>
                    <a:pt x="64" y="8"/>
                    <a:pt x="63" y="6"/>
                  </a:cubicBezTo>
                  <a:cubicBezTo>
                    <a:pt x="62" y="5"/>
                    <a:pt x="61" y="4"/>
                    <a:pt x="61" y="3"/>
                  </a:cubicBezTo>
                  <a:cubicBezTo>
                    <a:pt x="60" y="3"/>
                    <a:pt x="60" y="3"/>
                    <a:pt x="59" y="2"/>
                  </a:cubicBezTo>
                  <a:close/>
                  <a:moveTo>
                    <a:pt x="47" y="24"/>
                  </a:moveTo>
                  <a:cubicBezTo>
                    <a:pt x="45" y="29"/>
                    <a:pt x="41" y="33"/>
                    <a:pt x="37" y="36"/>
                  </a:cubicBezTo>
                  <a:cubicBezTo>
                    <a:pt x="33" y="40"/>
                    <a:pt x="28" y="42"/>
                    <a:pt x="24" y="42"/>
                  </a:cubicBezTo>
                  <a:cubicBezTo>
                    <a:pt x="23" y="42"/>
                    <a:pt x="22" y="41"/>
                    <a:pt x="22" y="39"/>
                  </a:cubicBezTo>
                  <a:cubicBezTo>
                    <a:pt x="22" y="36"/>
                    <a:pt x="24" y="32"/>
                    <a:pt x="27" y="27"/>
                  </a:cubicBezTo>
                  <a:cubicBezTo>
                    <a:pt x="31" y="21"/>
                    <a:pt x="34" y="17"/>
                    <a:pt x="38" y="15"/>
                  </a:cubicBezTo>
                  <a:cubicBezTo>
                    <a:pt x="42" y="12"/>
                    <a:pt x="46" y="10"/>
                    <a:pt x="48" y="10"/>
                  </a:cubicBezTo>
                  <a:cubicBezTo>
                    <a:pt x="49" y="10"/>
                    <a:pt x="50" y="10"/>
                    <a:pt x="50" y="11"/>
                  </a:cubicBezTo>
                  <a:cubicBezTo>
                    <a:pt x="51" y="12"/>
                    <a:pt x="51" y="13"/>
                    <a:pt x="51" y="14"/>
                  </a:cubicBezTo>
                  <a:cubicBezTo>
                    <a:pt x="51" y="16"/>
                    <a:pt x="50" y="20"/>
                    <a:pt x="47"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 name="Freeform 328"/>
            <p:cNvSpPr>
              <a:spLocks/>
            </p:cNvSpPr>
            <p:nvPr/>
          </p:nvSpPr>
          <p:spPr bwMode="auto">
            <a:xfrm>
              <a:off x="11649075" y="2344738"/>
              <a:ext cx="31750" cy="133350"/>
            </a:xfrm>
            <a:custGeom>
              <a:avLst/>
              <a:gdLst>
                <a:gd name="T0" fmla="*/ 18 w 22"/>
                <a:gd name="T1" fmla="*/ 28 h 89"/>
                <a:gd name="T2" fmla="*/ 22 w 22"/>
                <a:gd name="T3" fmla="*/ 12 h 89"/>
                <a:gd name="T4" fmla="*/ 22 w 22"/>
                <a:gd name="T5" fmla="*/ 6 h 89"/>
                <a:gd name="T6" fmla="*/ 17 w 22"/>
                <a:gd name="T7" fmla="*/ 0 h 89"/>
                <a:gd name="T8" fmla="*/ 11 w 22"/>
                <a:gd name="T9" fmla="*/ 5 h 89"/>
                <a:gd name="T10" fmla="*/ 4 w 22"/>
                <a:gd name="T11" fmla="*/ 33 h 89"/>
                <a:gd name="T12" fmla="*/ 0 w 22"/>
                <a:gd name="T13" fmla="*/ 74 h 89"/>
                <a:gd name="T14" fmla="*/ 2 w 22"/>
                <a:gd name="T15" fmla="*/ 86 h 89"/>
                <a:gd name="T16" fmla="*/ 7 w 22"/>
                <a:gd name="T17" fmla="*/ 89 h 89"/>
                <a:gd name="T18" fmla="*/ 11 w 22"/>
                <a:gd name="T19" fmla="*/ 87 h 89"/>
                <a:gd name="T20" fmla="*/ 14 w 22"/>
                <a:gd name="T21" fmla="*/ 82 h 89"/>
                <a:gd name="T22" fmla="*/ 13 w 22"/>
                <a:gd name="T23" fmla="*/ 79 h 89"/>
                <a:gd name="T24" fmla="*/ 12 w 22"/>
                <a:gd name="T25" fmla="*/ 64 h 89"/>
                <a:gd name="T26" fmla="*/ 14 w 22"/>
                <a:gd name="T27" fmla="*/ 47 h 89"/>
                <a:gd name="T28" fmla="*/ 18 w 22"/>
                <a:gd name="T29" fmla="*/ 28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89">
                  <a:moveTo>
                    <a:pt x="18" y="28"/>
                  </a:moveTo>
                  <a:cubicBezTo>
                    <a:pt x="20" y="19"/>
                    <a:pt x="21" y="14"/>
                    <a:pt x="22" y="12"/>
                  </a:cubicBezTo>
                  <a:cubicBezTo>
                    <a:pt x="22" y="10"/>
                    <a:pt x="22" y="8"/>
                    <a:pt x="22" y="6"/>
                  </a:cubicBezTo>
                  <a:cubicBezTo>
                    <a:pt x="22" y="2"/>
                    <a:pt x="21" y="0"/>
                    <a:pt x="17" y="0"/>
                  </a:cubicBezTo>
                  <a:cubicBezTo>
                    <a:pt x="15" y="0"/>
                    <a:pt x="13" y="2"/>
                    <a:pt x="11" y="5"/>
                  </a:cubicBezTo>
                  <a:cubicBezTo>
                    <a:pt x="9" y="7"/>
                    <a:pt x="7" y="17"/>
                    <a:pt x="4" y="33"/>
                  </a:cubicBezTo>
                  <a:cubicBezTo>
                    <a:pt x="2" y="49"/>
                    <a:pt x="0" y="63"/>
                    <a:pt x="0" y="74"/>
                  </a:cubicBezTo>
                  <a:cubicBezTo>
                    <a:pt x="0" y="80"/>
                    <a:pt x="1" y="84"/>
                    <a:pt x="2" y="86"/>
                  </a:cubicBezTo>
                  <a:cubicBezTo>
                    <a:pt x="3" y="88"/>
                    <a:pt x="4" y="89"/>
                    <a:pt x="7" y="89"/>
                  </a:cubicBezTo>
                  <a:cubicBezTo>
                    <a:pt x="8" y="89"/>
                    <a:pt x="10" y="89"/>
                    <a:pt x="11" y="87"/>
                  </a:cubicBezTo>
                  <a:cubicBezTo>
                    <a:pt x="13" y="86"/>
                    <a:pt x="14" y="84"/>
                    <a:pt x="14" y="82"/>
                  </a:cubicBezTo>
                  <a:cubicBezTo>
                    <a:pt x="14" y="82"/>
                    <a:pt x="14" y="81"/>
                    <a:pt x="13" y="79"/>
                  </a:cubicBezTo>
                  <a:cubicBezTo>
                    <a:pt x="13" y="73"/>
                    <a:pt x="12" y="68"/>
                    <a:pt x="12" y="64"/>
                  </a:cubicBezTo>
                  <a:cubicBezTo>
                    <a:pt x="12" y="60"/>
                    <a:pt x="13" y="54"/>
                    <a:pt x="14" y="47"/>
                  </a:cubicBezTo>
                  <a:cubicBezTo>
                    <a:pt x="15" y="40"/>
                    <a:pt x="16" y="34"/>
                    <a:pt x="18"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 name="Freeform 329"/>
            <p:cNvSpPr>
              <a:spLocks/>
            </p:cNvSpPr>
            <p:nvPr/>
          </p:nvSpPr>
          <p:spPr bwMode="auto">
            <a:xfrm>
              <a:off x="11690350" y="2393951"/>
              <a:ext cx="26988" cy="82550"/>
            </a:xfrm>
            <a:custGeom>
              <a:avLst/>
              <a:gdLst>
                <a:gd name="T0" fmla="*/ 7 w 18"/>
                <a:gd name="T1" fmla="*/ 2 h 55"/>
                <a:gd name="T2" fmla="*/ 5 w 18"/>
                <a:gd name="T3" fmla="*/ 9 h 55"/>
                <a:gd name="T4" fmla="*/ 3 w 18"/>
                <a:gd name="T5" fmla="*/ 19 h 55"/>
                <a:gd name="T6" fmla="*/ 3 w 18"/>
                <a:gd name="T7" fmla="*/ 19 h 55"/>
                <a:gd name="T8" fmla="*/ 3 w 18"/>
                <a:gd name="T9" fmla="*/ 24 h 55"/>
                <a:gd name="T10" fmla="*/ 0 w 18"/>
                <a:gd name="T11" fmla="*/ 45 h 55"/>
                <a:gd name="T12" fmla="*/ 7 w 18"/>
                <a:gd name="T13" fmla="*/ 55 h 55"/>
                <a:gd name="T14" fmla="*/ 11 w 18"/>
                <a:gd name="T15" fmla="*/ 53 h 55"/>
                <a:gd name="T16" fmla="*/ 14 w 18"/>
                <a:gd name="T17" fmla="*/ 50 h 55"/>
                <a:gd name="T18" fmla="*/ 13 w 18"/>
                <a:gd name="T19" fmla="*/ 48 h 55"/>
                <a:gd name="T20" fmla="*/ 12 w 18"/>
                <a:gd name="T21" fmla="*/ 40 h 55"/>
                <a:gd name="T22" fmla="*/ 13 w 18"/>
                <a:gd name="T23" fmla="*/ 30 h 55"/>
                <a:gd name="T24" fmla="*/ 16 w 18"/>
                <a:gd name="T25" fmla="*/ 14 h 55"/>
                <a:gd name="T26" fmla="*/ 17 w 18"/>
                <a:gd name="T27" fmla="*/ 13 h 55"/>
                <a:gd name="T28" fmla="*/ 18 w 18"/>
                <a:gd name="T29" fmla="*/ 5 h 55"/>
                <a:gd name="T30" fmla="*/ 17 w 18"/>
                <a:gd name="T31" fmla="*/ 1 h 55"/>
                <a:gd name="T32" fmla="*/ 11 w 18"/>
                <a:gd name="T33" fmla="*/ 0 h 55"/>
                <a:gd name="T34" fmla="*/ 7 w 18"/>
                <a:gd name="T35" fmla="*/ 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55">
                  <a:moveTo>
                    <a:pt x="7" y="2"/>
                  </a:moveTo>
                  <a:cubicBezTo>
                    <a:pt x="6" y="4"/>
                    <a:pt x="5" y="6"/>
                    <a:pt x="5" y="9"/>
                  </a:cubicBezTo>
                  <a:cubicBezTo>
                    <a:pt x="5" y="9"/>
                    <a:pt x="4" y="13"/>
                    <a:pt x="3" y="19"/>
                  </a:cubicBezTo>
                  <a:cubicBezTo>
                    <a:pt x="3" y="19"/>
                    <a:pt x="3" y="19"/>
                    <a:pt x="3" y="19"/>
                  </a:cubicBezTo>
                  <a:cubicBezTo>
                    <a:pt x="3" y="21"/>
                    <a:pt x="3" y="22"/>
                    <a:pt x="3" y="24"/>
                  </a:cubicBezTo>
                  <a:cubicBezTo>
                    <a:pt x="1" y="32"/>
                    <a:pt x="0" y="39"/>
                    <a:pt x="0" y="45"/>
                  </a:cubicBezTo>
                  <a:cubicBezTo>
                    <a:pt x="0" y="52"/>
                    <a:pt x="2" y="55"/>
                    <a:pt x="7" y="55"/>
                  </a:cubicBezTo>
                  <a:cubicBezTo>
                    <a:pt x="8" y="55"/>
                    <a:pt x="10" y="54"/>
                    <a:pt x="11" y="53"/>
                  </a:cubicBezTo>
                  <a:cubicBezTo>
                    <a:pt x="13" y="52"/>
                    <a:pt x="14" y="51"/>
                    <a:pt x="14" y="50"/>
                  </a:cubicBezTo>
                  <a:cubicBezTo>
                    <a:pt x="14" y="50"/>
                    <a:pt x="14" y="49"/>
                    <a:pt x="13" y="48"/>
                  </a:cubicBezTo>
                  <a:cubicBezTo>
                    <a:pt x="13" y="45"/>
                    <a:pt x="12" y="42"/>
                    <a:pt x="12" y="40"/>
                  </a:cubicBezTo>
                  <a:cubicBezTo>
                    <a:pt x="12" y="38"/>
                    <a:pt x="13" y="34"/>
                    <a:pt x="13" y="30"/>
                  </a:cubicBezTo>
                  <a:cubicBezTo>
                    <a:pt x="13" y="26"/>
                    <a:pt x="14" y="21"/>
                    <a:pt x="16" y="14"/>
                  </a:cubicBezTo>
                  <a:cubicBezTo>
                    <a:pt x="17" y="13"/>
                    <a:pt x="17" y="13"/>
                    <a:pt x="17" y="13"/>
                  </a:cubicBezTo>
                  <a:cubicBezTo>
                    <a:pt x="18" y="9"/>
                    <a:pt x="18" y="6"/>
                    <a:pt x="18" y="5"/>
                  </a:cubicBezTo>
                  <a:cubicBezTo>
                    <a:pt x="18" y="4"/>
                    <a:pt x="18" y="3"/>
                    <a:pt x="17" y="1"/>
                  </a:cubicBezTo>
                  <a:cubicBezTo>
                    <a:pt x="15" y="0"/>
                    <a:pt x="14" y="0"/>
                    <a:pt x="11" y="0"/>
                  </a:cubicBezTo>
                  <a:cubicBezTo>
                    <a:pt x="9" y="0"/>
                    <a:pt x="8" y="1"/>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 name="Freeform 330"/>
            <p:cNvSpPr>
              <a:spLocks/>
            </p:cNvSpPr>
            <p:nvPr/>
          </p:nvSpPr>
          <p:spPr bwMode="auto">
            <a:xfrm>
              <a:off x="11706225" y="2351088"/>
              <a:ext cx="25400" cy="23813"/>
            </a:xfrm>
            <a:custGeom>
              <a:avLst/>
              <a:gdLst>
                <a:gd name="T0" fmla="*/ 0 w 17"/>
                <a:gd name="T1" fmla="*/ 8 h 16"/>
                <a:gd name="T2" fmla="*/ 3 w 17"/>
                <a:gd name="T3" fmla="*/ 13 h 16"/>
                <a:gd name="T4" fmla="*/ 8 w 17"/>
                <a:gd name="T5" fmla="*/ 16 h 16"/>
                <a:gd name="T6" fmla="*/ 14 w 17"/>
                <a:gd name="T7" fmla="*/ 13 h 16"/>
                <a:gd name="T8" fmla="*/ 17 w 17"/>
                <a:gd name="T9" fmla="*/ 7 h 16"/>
                <a:gd name="T10" fmla="*/ 15 w 17"/>
                <a:gd name="T11" fmla="*/ 2 h 16"/>
                <a:gd name="T12" fmla="*/ 9 w 17"/>
                <a:gd name="T13" fmla="*/ 0 h 16"/>
                <a:gd name="T14" fmla="*/ 3 w 17"/>
                <a:gd name="T15" fmla="*/ 2 h 16"/>
                <a:gd name="T16" fmla="*/ 0 w 17"/>
                <a:gd name="T17"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6">
                  <a:moveTo>
                    <a:pt x="0" y="8"/>
                  </a:moveTo>
                  <a:cubicBezTo>
                    <a:pt x="0" y="10"/>
                    <a:pt x="1" y="11"/>
                    <a:pt x="3" y="13"/>
                  </a:cubicBezTo>
                  <a:cubicBezTo>
                    <a:pt x="4" y="15"/>
                    <a:pt x="6" y="16"/>
                    <a:pt x="8" y="16"/>
                  </a:cubicBezTo>
                  <a:cubicBezTo>
                    <a:pt x="10" y="16"/>
                    <a:pt x="11" y="15"/>
                    <a:pt x="14" y="13"/>
                  </a:cubicBezTo>
                  <a:cubicBezTo>
                    <a:pt x="16" y="11"/>
                    <a:pt x="17" y="9"/>
                    <a:pt x="17" y="7"/>
                  </a:cubicBezTo>
                  <a:cubicBezTo>
                    <a:pt x="17" y="5"/>
                    <a:pt x="16" y="3"/>
                    <a:pt x="15" y="2"/>
                  </a:cubicBezTo>
                  <a:cubicBezTo>
                    <a:pt x="13" y="1"/>
                    <a:pt x="11" y="0"/>
                    <a:pt x="9" y="0"/>
                  </a:cubicBezTo>
                  <a:cubicBezTo>
                    <a:pt x="6" y="0"/>
                    <a:pt x="4" y="1"/>
                    <a:pt x="3" y="2"/>
                  </a:cubicBezTo>
                  <a:cubicBezTo>
                    <a:pt x="1" y="4"/>
                    <a:pt x="0" y="6"/>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 name="Freeform 331"/>
            <p:cNvSpPr>
              <a:spLocks/>
            </p:cNvSpPr>
            <p:nvPr/>
          </p:nvSpPr>
          <p:spPr bwMode="auto">
            <a:xfrm>
              <a:off x="11726863" y="2386013"/>
              <a:ext cx="61913" cy="92075"/>
            </a:xfrm>
            <a:custGeom>
              <a:avLst/>
              <a:gdLst>
                <a:gd name="T0" fmla="*/ 22 w 42"/>
                <a:gd name="T1" fmla="*/ 14 h 62"/>
                <a:gd name="T2" fmla="*/ 32 w 42"/>
                <a:gd name="T3" fmla="*/ 11 h 62"/>
                <a:gd name="T4" fmla="*/ 34 w 42"/>
                <a:gd name="T5" fmla="*/ 12 h 62"/>
                <a:gd name="T6" fmla="*/ 36 w 42"/>
                <a:gd name="T7" fmla="*/ 13 h 62"/>
                <a:gd name="T8" fmla="*/ 40 w 42"/>
                <a:gd name="T9" fmla="*/ 11 h 62"/>
                <a:gd name="T10" fmla="*/ 42 w 42"/>
                <a:gd name="T11" fmla="*/ 8 h 62"/>
                <a:gd name="T12" fmla="*/ 33 w 42"/>
                <a:gd name="T13" fmla="*/ 0 h 62"/>
                <a:gd name="T14" fmla="*/ 14 w 42"/>
                <a:gd name="T15" fmla="*/ 7 h 62"/>
                <a:gd name="T16" fmla="*/ 4 w 42"/>
                <a:gd name="T17" fmla="*/ 23 h 62"/>
                <a:gd name="T18" fmla="*/ 7 w 42"/>
                <a:gd name="T19" fmla="*/ 30 h 62"/>
                <a:gd name="T20" fmla="*/ 21 w 42"/>
                <a:gd name="T21" fmla="*/ 39 h 62"/>
                <a:gd name="T22" fmla="*/ 29 w 42"/>
                <a:gd name="T23" fmla="*/ 46 h 62"/>
                <a:gd name="T24" fmla="*/ 22 w 42"/>
                <a:gd name="T25" fmla="*/ 49 h 62"/>
                <a:gd name="T26" fmla="*/ 12 w 42"/>
                <a:gd name="T27" fmla="*/ 51 h 62"/>
                <a:gd name="T28" fmla="*/ 9 w 42"/>
                <a:gd name="T29" fmla="*/ 50 h 62"/>
                <a:gd name="T30" fmla="*/ 6 w 42"/>
                <a:gd name="T31" fmla="*/ 49 h 62"/>
                <a:gd name="T32" fmla="*/ 1 w 42"/>
                <a:gd name="T33" fmla="*/ 51 h 62"/>
                <a:gd name="T34" fmla="*/ 0 w 42"/>
                <a:gd name="T35" fmla="*/ 55 h 62"/>
                <a:gd name="T36" fmla="*/ 9 w 42"/>
                <a:gd name="T37" fmla="*/ 62 h 62"/>
                <a:gd name="T38" fmla="*/ 31 w 42"/>
                <a:gd name="T39" fmla="*/ 57 h 62"/>
                <a:gd name="T40" fmla="*/ 41 w 42"/>
                <a:gd name="T41" fmla="*/ 45 h 62"/>
                <a:gd name="T42" fmla="*/ 38 w 42"/>
                <a:gd name="T43" fmla="*/ 37 h 62"/>
                <a:gd name="T44" fmla="*/ 27 w 42"/>
                <a:gd name="T45" fmla="*/ 30 h 62"/>
                <a:gd name="T46" fmla="*/ 19 w 42"/>
                <a:gd name="T47" fmla="*/ 25 h 62"/>
                <a:gd name="T48" fmla="*/ 17 w 42"/>
                <a:gd name="T49" fmla="*/ 22 h 62"/>
                <a:gd name="T50" fmla="*/ 22 w 42"/>
                <a:gd name="T51" fmla="*/ 1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 h="62">
                  <a:moveTo>
                    <a:pt x="22" y="14"/>
                  </a:moveTo>
                  <a:cubicBezTo>
                    <a:pt x="26" y="12"/>
                    <a:pt x="29" y="11"/>
                    <a:pt x="32" y="11"/>
                  </a:cubicBezTo>
                  <a:cubicBezTo>
                    <a:pt x="33" y="11"/>
                    <a:pt x="33" y="12"/>
                    <a:pt x="34" y="12"/>
                  </a:cubicBezTo>
                  <a:cubicBezTo>
                    <a:pt x="35" y="13"/>
                    <a:pt x="36" y="13"/>
                    <a:pt x="36" y="13"/>
                  </a:cubicBezTo>
                  <a:cubicBezTo>
                    <a:pt x="37" y="13"/>
                    <a:pt x="38" y="12"/>
                    <a:pt x="40" y="11"/>
                  </a:cubicBezTo>
                  <a:cubicBezTo>
                    <a:pt x="41" y="10"/>
                    <a:pt x="42" y="9"/>
                    <a:pt x="42" y="8"/>
                  </a:cubicBezTo>
                  <a:cubicBezTo>
                    <a:pt x="42" y="3"/>
                    <a:pt x="39" y="0"/>
                    <a:pt x="33" y="0"/>
                  </a:cubicBezTo>
                  <a:cubicBezTo>
                    <a:pt x="27" y="0"/>
                    <a:pt x="21" y="3"/>
                    <a:pt x="14" y="7"/>
                  </a:cubicBezTo>
                  <a:cubicBezTo>
                    <a:pt x="8" y="11"/>
                    <a:pt x="4" y="17"/>
                    <a:pt x="4" y="23"/>
                  </a:cubicBezTo>
                  <a:cubicBezTo>
                    <a:pt x="4" y="25"/>
                    <a:pt x="5" y="28"/>
                    <a:pt x="7" y="30"/>
                  </a:cubicBezTo>
                  <a:cubicBezTo>
                    <a:pt x="9" y="33"/>
                    <a:pt x="14" y="36"/>
                    <a:pt x="21" y="39"/>
                  </a:cubicBezTo>
                  <a:cubicBezTo>
                    <a:pt x="26" y="42"/>
                    <a:pt x="29" y="44"/>
                    <a:pt x="29" y="46"/>
                  </a:cubicBezTo>
                  <a:cubicBezTo>
                    <a:pt x="28" y="47"/>
                    <a:pt x="26" y="48"/>
                    <a:pt x="22" y="49"/>
                  </a:cubicBezTo>
                  <a:cubicBezTo>
                    <a:pt x="19" y="50"/>
                    <a:pt x="16" y="51"/>
                    <a:pt x="12" y="51"/>
                  </a:cubicBezTo>
                  <a:cubicBezTo>
                    <a:pt x="11" y="51"/>
                    <a:pt x="10" y="51"/>
                    <a:pt x="9" y="50"/>
                  </a:cubicBezTo>
                  <a:cubicBezTo>
                    <a:pt x="7" y="50"/>
                    <a:pt x="6" y="49"/>
                    <a:pt x="6" y="49"/>
                  </a:cubicBezTo>
                  <a:cubicBezTo>
                    <a:pt x="4" y="49"/>
                    <a:pt x="3" y="50"/>
                    <a:pt x="1" y="51"/>
                  </a:cubicBezTo>
                  <a:cubicBezTo>
                    <a:pt x="0" y="52"/>
                    <a:pt x="0" y="54"/>
                    <a:pt x="0" y="55"/>
                  </a:cubicBezTo>
                  <a:cubicBezTo>
                    <a:pt x="0" y="60"/>
                    <a:pt x="3" y="62"/>
                    <a:pt x="9" y="62"/>
                  </a:cubicBezTo>
                  <a:cubicBezTo>
                    <a:pt x="17" y="62"/>
                    <a:pt x="24" y="60"/>
                    <a:pt x="31" y="57"/>
                  </a:cubicBezTo>
                  <a:cubicBezTo>
                    <a:pt x="38" y="54"/>
                    <a:pt x="41" y="50"/>
                    <a:pt x="41" y="45"/>
                  </a:cubicBezTo>
                  <a:cubicBezTo>
                    <a:pt x="41" y="42"/>
                    <a:pt x="40" y="40"/>
                    <a:pt x="38" y="37"/>
                  </a:cubicBezTo>
                  <a:cubicBezTo>
                    <a:pt x="36" y="35"/>
                    <a:pt x="32" y="33"/>
                    <a:pt x="27" y="30"/>
                  </a:cubicBezTo>
                  <a:cubicBezTo>
                    <a:pt x="23" y="28"/>
                    <a:pt x="20" y="27"/>
                    <a:pt x="19" y="25"/>
                  </a:cubicBezTo>
                  <a:cubicBezTo>
                    <a:pt x="18" y="24"/>
                    <a:pt x="17" y="23"/>
                    <a:pt x="17" y="22"/>
                  </a:cubicBezTo>
                  <a:cubicBezTo>
                    <a:pt x="17" y="19"/>
                    <a:pt x="19" y="16"/>
                    <a:pt x="22"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 name="Freeform 332"/>
            <p:cNvSpPr>
              <a:spLocks/>
            </p:cNvSpPr>
            <p:nvPr/>
          </p:nvSpPr>
          <p:spPr bwMode="auto">
            <a:xfrm>
              <a:off x="11796713" y="2349501"/>
              <a:ext cx="87313" cy="125413"/>
            </a:xfrm>
            <a:custGeom>
              <a:avLst/>
              <a:gdLst>
                <a:gd name="T0" fmla="*/ 10 w 59"/>
                <a:gd name="T1" fmla="*/ 83 h 84"/>
                <a:gd name="T2" fmla="*/ 13 w 59"/>
                <a:gd name="T3" fmla="*/ 76 h 84"/>
                <a:gd name="T4" fmla="*/ 25 w 59"/>
                <a:gd name="T5" fmla="*/ 57 h 84"/>
                <a:gd name="T6" fmla="*/ 37 w 59"/>
                <a:gd name="T7" fmla="*/ 46 h 84"/>
                <a:gd name="T8" fmla="*/ 40 w 59"/>
                <a:gd name="T9" fmla="*/ 49 h 84"/>
                <a:gd name="T10" fmla="*/ 41 w 59"/>
                <a:gd name="T11" fmla="*/ 62 h 84"/>
                <a:gd name="T12" fmla="*/ 46 w 59"/>
                <a:gd name="T13" fmla="*/ 75 h 84"/>
                <a:gd name="T14" fmla="*/ 54 w 59"/>
                <a:gd name="T15" fmla="*/ 80 h 84"/>
                <a:gd name="T16" fmla="*/ 58 w 59"/>
                <a:gd name="T17" fmla="*/ 79 h 84"/>
                <a:gd name="T18" fmla="*/ 59 w 59"/>
                <a:gd name="T19" fmla="*/ 76 h 84"/>
                <a:gd name="T20" fmla="*/ 58 w 59"/>
                <a:gd name="T21" fmla="*/ 72 h 84"/>
                <a:gd name="T22" fmla="*/ 55 w 59"/>
                <a:gd name="T23" fmla="*/ 66 h 84"/>
                <a:gd name="T24" fmla="*/ 53 w 59"/>
                <a:gd name="T25" fmla="*/ 60 h 84"/>
                <a:gd name="T26" fmla="*/ 51 w 59"/>
                <a:gd name="T27" fmla="*/ 51 h 84"/>
                <a:gd name="T28" fmla="*/ 47 w 59"/>
                <a:gd name="T29" fmla="*/ 35 h 84"/>
                <a:gd name="T30" fmla="*/ 40 w 59"/>
                <a:gd name="T31" fmla="*/ 32 h 84"/>
                <a:gd name="T32" fmla="*/ 28 w 59"/>
                <a:gd name="T33" fmla="*/ 38 h 84"/>
                <a:gd name="T34" fmla="*/ 13 w 59"/>
                <a:gd name="T35" fmla="*/ 59 h 84"/>
                <a:gd name="T36" fmla="*/ 17 w 59"/>
                <a:gd name="T37" fmla="*/ 44 h 84"/>
                <a:gd name="T38" fmla="*/ 22 w 59"/>
                <a:gd name="T39" fmla="*/ 20 h 84"/>
                <a:gd name="T40" fmla="*/ 23 w 59"/>
                <a:gd name="T41" fmla="*/ 7 h 84"/>
                <a:gd name="T42" fmla="*/ 21 w 59"/>
                <a:gd name="T43" fmla="*/ 2 h 84"/>
                <a:gd name="T44" fmla="*/ 17 w 59"/>
                <a:gd name="T45" fmla="*/ 0 h 84"/>
                <a:gd name="T46" fmla="*/ 12 w 59"/>
                <a:gd name="T47" fmla="*/ 2 h 84"/>
                <a:gd name="T48" fmla="*/ 9 w 59"/>
                <a:gd name="T49" fmla="*/ 12 h 84"/>
                <a:gd name="T50" fmla="*/ 1 w 59"/>
                <a:gd name="T51" fmla="*/ 70 h 84"/>
                <a:gd name="T52" fmla="*/ 0 w 59"/>
                <a:gd name="T53" fmla="*/ 79 h 84"/>
                <a:gd name="T54" fmla="*/ 1 w 59"/>
                <a:gd name="T55" fmla="*/ 83 h 84"/>
                <a:gd name="T56" fmla="*/ 6 w 59"/>
                <a:gd name="T57" fmla="*/ 84 h 84"/>
                <a:gd name="T58" fmla="*/ 10 w 59"/>
                <a:gd name="T59" fmla="*/ 83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9" h="84">
                  <a:moveTo>
                    <a:pt x="10" y="83"/>
                  </a:moveTo>
                  <a:cubicBezTo>
                    <a:pt x="10" y="82"/>
                    <a:pt x="12" y="79"/>
                    <a:pt x="13" y="76"/>
                  </a:cubicBezTo>
                  <a:cubicBezTo>
                    <a:pt x="16" y="71"/>
                    <a:pt x="20" y="65"/>
                    <a:pt x="25" y="57"/>
                  </a:cubicBezTo>
                  <a:cubicBezTo>
                    <a:pt x="31" y="49"/>
                    <a:pt x="35" y="46"/>
                    <a:pt x="37" y="46"/>
                  </a:cubicBezTo>
                  <a:cubicBezTo>
                    <a:pt x="38" y="46"/>
                    <a:pt x="39" y="47"/>
                    <a:pt x="40" y="49"/>
                  </a:cubicBezTo>
                  <a:cubicBezTo>
                    <a:pt x="40" y="50"/>
                    <a:pt x="41" y="55"/>
                    <a:pt x="41" y="62"/>
                  </a:cubicBezTo>
                  <a:cubicBezTo>
                    <a:pt x="42" y="68"/>
                    <a:pt x="43" y="72"/>
                    <a:pt x="46" y="75"/>
                  </a:cubicBezTo>
                  <a:cubicBezTo>
                    <a:pt x="48" y="79"/>
                    <a:pt x="51" y="80"/>
                    <a:pt x="54" y="80"/>
                  </a:cubicBezTo>
                  <a:cubicBezTo>
                    <a:pt x="55" y="80"/>
                    <a:pt x="56" y="80"/>
                    <a:pt x="58" y="79"/>
                  </a:cubicBezTo>
                  <a:cubicBezTo>
                    <a:pt x="59" y="78"/>
                    <a:pt x="59" y="77"/>
                    <a:pt x="59" y="76"/>
                  </a:cubicBezTo>
                  <a:cubicBezTo>
                    <a:pt x="59" y="74"/>
                    <a:pt x="59" y="73"/>
                    <a:pt x="58" y="72"/>
                  </a:cubicBezTo>
                  <a:cubicBezTo>
                    <a:pt x="56" y="70"/>
                    <a:pt x="55" y="68"/>
                    <a:pt x="55" y="66"/>
                  </a:cubicBezTo>
                  <a:cubicBezTo>
                    <a:pt x="54" y="65"/>
                    <a:pt x="53" y="62"/>
                    <a:pt x="53" y="60"/>
                  </a:cubicBezTo>
                  <a:cubicBezTo>
                    <a:pt x="52" y="58"/>
                    <a:pt x="52" y="54"/>
                    <a:pt x="51" y="51"/>
                  </a:cubicBezTo>
                  <a:cubicBezTo>
                    <a:pt x="51" y="42"/>
                    <a:pt x="49" y="37"/>
                    <a:pt x="47" y="35"/>
                  </a:cubicBezTo>
                  <a:cubicBezTo>
                    <a:pt x="45" y="33"/>
                    <a:pt x="43" y="32"/>
                    <a:pt x="40" y="32"/>
                  </a:cubicBezTo>
                  <a:cubicBezTo>
                    <a:pt x="36" y="32"/>
                    <a:pt x="32" y="34"/>
                    <a:pt x="28" y="38"/>
                  </a:cubicBezTo>
                  <a:cubicBezTo>
                    <a:pt x="24" y="42"/>
                    <a:pt x="19" y="49"/>
                    <a:pt x="13" y="59"/>
                  </a:cubicBezTo>
                  <a:cubicBezTo>
                    <a:pt x="14" y="55"/>
                    <a:pt x="15" y="50"/>
                    <a:pt x="17" y="44"/>
                  </a:cubicBezTo>
                  <a:cubicBezTo>
                    <a:pt x="19" y="33"/>
                    <a:pt x="21" y="25"/>
                    <a:pt x="22" y="20"/>
                  </a:cubicBezTo>
                  <a:cubicBezTo>
                    <a:pt x="23" y="15"/>
                    <a:pt x="23" y="11"/>
                    <a:pt x="23" y="7"/>
                  </a:cubicBezTo>
                  <a:cubicBezTo>
                    <a:pt x="23" y="5"/>
                    <a:pt x="23" y="3"/>
                    <a:pt x="21" y="2"/>
                  </a:cubicBezTo>
                  <a:cubicBezTo>
                    <a:pt x="20" y="0"/>
                    <a:pt x="18" y="0"/>
                    <a:pt x="17" y="0"/>
                  </a:cubicBezTo>
                  <a:cubicBezTo>
                    <a:pt x="15" y="0"/>
                    <a:pt x="14" y="0"/>
                    <a:pt x="12" y="2"/>
                  </a:cubicBezTo>
                  <a:cubicBezTo>
                    <a:pt x="11" y="4"/>
                    <a:pt x="10" y="8"/>
                    <a:pt x="9" y="12"/>
                  </a:cubicBezTo>
                  <a:cubicBezTo>
                    <a:pt x="7" y="33"/>
                    <a:pt x="4" y="52"/>
                    <a:pt x="1" y="70"/>
                  </a:cubicBezTo>
                  <a:cubicBezTo>
                    <a:pt x="0" y="75"/>
                    <a:pt x="0" y="78"/>
                    <a:pt x="0" y="79"/>
                  </a:cubicBezTo>
                  <a:cubicBezTo>
                    <a:pt x="0" y="80"/>
                    <a:pt x="0" y="82"/>
                    <a:pt x="1" y="83"/>
                  </a:cubicBezTo>
                  <a:cubicBezTo>
                    <a:pt x="3" y="84"/>
                    <a:pt x="4" y="84"/>
                    <a:pt x="6" y="84"/>
                  </a:cubicBezTo>
                  <a:cubicBezTo>
                    <a:pt x="8" y="84"/>
                    <a:pt x="9" y="84"/>
                    <a:pt x="10"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04" name="组合 303"/>
          <p:cNvGrpSpPr/>
          <p:nvPr/>
        </p:nvGrpSpPr>
        <p:grpSpPr>
          <a:xfrm>
            <a:off x="6394450" y="793751"/>
            <a:ext cx="1679575" cy="2095500"/>
            <a:chOff x="6394450" y="793751"/>
            <a:chExt cx="1679575" cy="2095500"/>
          </a:xfrm>
          <a:solidFill>
            <a:schemeClr val="tx1">
              <a:lumMod val="65000"/>
              <a:lumOff val="35000"/>
            </a:schemeClr>
          </a:solidFill>
        </p:grpSpPr>
        <p:sp>
          <p:nvSpPr>
            <p:cNvPr id="305" name="Freeform 333"/>
            <p:cNvSpPr>
              <a:spLocks/>
            </p:cNvSpPr>
            <p:nvPr/>
          </p:nvSpPr>
          <p:spPr bwMode="auto">
            <a:xfrm>
              <a:off x="7188200" y="1389063"/>
              <a:ext cx="711200" cy="795338"/>
            </a:xfrm>
            <a:custGeom>
              <a:avLst/>
              <a:gdLst>
                <a:gd name="T0" fmla="*/ 0 w 448"/>
                <a:gd name="T1" fmla="*/ 448 h 501"/>
                <a:gd name="T2" fmla="*/ 0 w 448"/>
                <a:gd name="T3" fmla="*/ 501 h 501"/>
                <a:gd name="T4" fmla="*/ 448 w 448"/>
                <a:gd name="T5" fmla="*/ 0 h 501"/>
                <a:gd name="T6" fmla="*/ 434 w 448"/>
                <a:gd name="T7" fmla="*/ 0 h 501"/>
                <a:gd name="T8" fmla="*/ 0 w 448"/>
                <a:gd name="T9" fmla="*/ 448 h 501"/>
              </a:gdLst>
              <a:ahLst/>
              <a:cxnLst>
                <a:cxn ang="0">
                  <a:pos x="T0" y="T1"/>
                </a:cxn>
                <a:cxn ang="0">
                  <a:pos x="T2" y="T3"/>
                </a:cxn>
                <a:cxn ang="0">
                  <a:pos x="T4" y="T5"/>
                </a:cxn>
                <a:cxn ang="0">
                  <a:pos x="T6" y="T7"/>
                </a:cxn>
                <a:cxn ang="0">
                  <a:pos x="T8" y="T9"/>
                </a:cxn>
              </a:cxnLst>
              <a:rect l="0" t="0" r="r" b="b"/>
              <a:pathLst>
                <a:path w="448" h="501">
                  <a:moveTo>
                    <a:pt x="0" y="448"/>
                  </a:moveTo>
                  <a:lnTo>
                    <a:pt x="0" y="501"/>
                  </a:lnTo>
                  <a:lnTo>
                    <a:pt x="448" y="0"/>
                  </a:lnTo>
                  <a:lnTo>
                    <a:pt x="434" y="0"/>
                  </a:lnTo>
                  <a:lnTo>
                    <a:pt x="0" y="4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 name="Freeform 334"/>
            <p:cNvSpPr>
              <a:spLocks/>
            </p:cNvSpPr>
            <p:nvPr/>
          </p:nvSpPr>
          <p:spPr bwMode="auto">
            <a:xfrm>
              <a:off x="6394450" y="2730501"/>
              <a:ext cx="127000" cy="117475"/>
            </a:xfrm>
            <a:custGeom>
              <a:avLst/>
              <a:gdLst>
                <a:gd name="T0" fmla="*/ 25 w 85"/>
                <a:gd name="T1" fmla="*/ 4 h 78"/>
                <a:gd name="T2" fmla="*/ 21 w 85"/>
                <a:gd name="T3" fmla="*/ 2 h 78"/>
                <a:gd name="T4" fmla="*/ 15 w 85"/>
                <a:gd name="T5" fmla="*/ 3 h 78"/>
                <a:gd name="T6" fmla="*/ 13 w 85"/>
                <a:gd name="T7" fmla="*/ 7 h 78"/>
                <a:gd name="T8" fmla="*/ 11 w 85"/>
                <a:gd name="T9" fmla="*/ 20 h 78"/>
                <a:gd name="T10" fmla="*/ 2 w 85"/>
                <a:gd name="T11" fmla="*/ 59 h 78"/>
                <a:gd name="T12" fmla="*/ 0 w 85"/>
                <a:gd name="T13" fmla="*/ 71 h 78"/>
                <a:gd name="T14" fmla="*/ 2 w 85"/>
                <a:gd name="T15" fmla="*/ 75 h 78"/>
                <a:gd name="T16" fmla="*/ 6 w 85"/>
                <a:gd name="T17" fmla="*/ 78 h 78"/>
                <a:gd name="T18" fmla="*/ 10 w 85"/>
                <a:gd name="T19" fmla="*/ 76 h 78"/>
                <a:gd name="T20" fmla="*/ 12 w 85"/>
                <a:gd name="T21" fmla="*/ 73 h 78"/>
                <a:gd name="T22" fmla="*/ 14 w 85"/>
                <a:gd name="T23" fmla="*/ 62 h 78"/>
                <a:gd name="T24" fmla="*/ 17 w 85"/>
                <a:gd name="T25" fmla="*/ 49 h 78"/>
                <a:gd name="T26" fmla="*/ 19 w 85"/>
                <a:gd name="T27" fmla="*/ 38 h 78"/>
                <a:gd name="T28" fmla="*/ 22 w 85"/>
                <a:gd name="T29" fmla="*/ 25 h 78"/>
                <a:gd name="T30" fmla="*/ 25 w 85"/>
                <a:gd name="T31" fmla="*/ 34 h 78"/>
                <a:gd name="T32" fmla="*/ 28 w 85"/>
                <a:gd name="T33" fmla="*/ 44 h 78"/>
                <a:gd name="T34" fmla="*/ 33 w 85"/>
                <a:gd name="T35" fmla="*/ 54 h 78"/>
                <a:gd name="T36" fmla="*/ 38 w 85"/>
                <a:gd name="T37" fmla="*/ 58 h 78"/>
                <a:gd name="T38" fmla="*/ 56 w 85"/>
                <a:gd name="T39" fmla="*/ 42 h 78"/>
                <a:gd name="T40" fmla="*/ 73 w 85"/>
                <a:gd name="T41" fmla="*/ 19 h 78"/>
                <a:gd name="T42" fmla="*/ 72 w 85"/>
                <a:gd name="T43" fmla="*/ 23 h 78"/>
                <a:gd name="T44" fmla="*/ 69 w 85"/>
                <a:gd name="T45" fmla="*/ 43 h 78"/>
                <a:gd name="T46" fmla="*/ 67 w 85"/>
                <a:gd name="T47" fmla="*/ 66 h 78"/>
                <a:gd name="T48" fmla="*/ 74 w 85"/>
                <a:gd name="T49" fmla="*/ 76 h 78"/>
                <a:gd name="T50" fmla="*/ 79 w 85"/>
                <a:gd name="T51" fmla="*/ 74 h 78"/>
                <a:gd name="T52" fmla="*/ 81 w 85"/>
                <a:gd name="T53" fmla="*/ 68 h 78"/>
                <a:gd name="T54" fmla="*/ 80 w 85"/>
                <a:gd name="T55" fmla="*/ 63 h 78"/>
                <a:gd name="T56" fmla="*/ 80 w 85"/>
                <a:gd name="T57" fmla="*/ 58 h 78"/>
                <a:gd name="T58" fmla="*/ 81 w 85"/>
                <a:gd name="T59" fmla="*/ 43 h 78"/>
                <a:gd name="T60" fmla="*/ 83 w 85"/>
                <a:gd name="T61" fmla="*/ 21 h 78"/>
                <a:gd name="T62" fmla="*/ 85 w 85"/>
                <a:gd name="T63" fmla="*/ 6 h 78"/>
                <a:gd name="T64" fmla="*/ 82 w 85"/>
                <a:gd name="T65" fmla="*/ 2 h 78"/>
                <a:gd name="T66" fmla="*/ 77 w 85"/>
                <a:gd name="T67" fmla="*/ 0 h 78"/>
                <a:gd name="T68" fmla="*/ 71 w 85"/>
                <a:gd name="T69" fmla="*/ 4 h 78"/>
                <a:gd name="T70" fmla="*/ 57 w 85"/>
                <a:gd name="T71" fmla="*/ 23 h 78"/>
                <a:gd name="T72" fmla="*/ 41 w 85"/>
                <a:gd name="T73" fmla="*/ 44 h 78"/>
                <a:gd name="T74" fmla="*/ 35 w 85"/>
                <a:gd name="T75" fmla="*/ 29 h 78"/>
                <a:gd name="T76" fmla="*/ 28 w 85"/>
                <a:gd name="T77" fmla="*/ 9 h 78"/>
                <a:gd name="T78" fmla="*/ 28 w 85"/>
                <a:gd name="T79" fmla="*/ 9 h 78"/>
                <a:gd name="T80" fmla="*/ 25 w 85"/>
                <a:gd name="T81" fmla="*/ 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5" h="78">
                  <a:moveTo>
                    <a:pt x="25" y="4"/>
                  </a:moveTo>
                  <a:cubicBezTo>
                    <a:pt x="24" y="2"/>
                    <a:pt x="23" y="2"/>
                    <a:pt x="21" y="2"/>
                  </a:cubicBezTo>
                  <a:cubicBezTo>
                    <a:pt x="19" y="2"/>
                    <a:pt x="17" y="2"/>
                    <a:pt x="15" y="3"/>
                  </a:cubicBezTo>
                  <a:cubicBezTo>
                    <a:pt x="13" y="4"/>
                    <a:pt x="13" y="5"/>
                    <a:pt x="13" y="7"/>
                  </a:cubicBezTo>
                  <a:cubicBezTo>
                    <a:pt x="13" y="11"/>
                    <a:pt x="12" y="15"/>
                    <a:pt x="11" y="20"/>
                  </a:cubicBezTo>
                  <a:cubicBezTo>
                    <a:pt x="11" y="26"/>
                    <a:pt x="7" y="38"/>
                    <a:pt x="2" y="59"/>
                  </a:cubicBezTo>
                  <a:cubicBezTo>
                    <a:pt x="1" y="64"/>
                    <a:pt x="0" y="68"/>
                    <a:pt x="0" y="71"/>
                  </a:cubicBezTo>
                  <a:cubicBezTo>
                    <a:pt x="0" y="72"/>
                    <a:pt x="1" y="74"/>
                    <a:pt x="2" y="75"/>
                  </a:cubicBezTo>
                  <a:cubicBezTo>
                    <a:pt x="3" y="77"/>
                    <a:pt x="5" y="78"/>
                    <a:pt x="6" y="78"/>
                  </a:cubicBezTo>
                  <a:cubicBezTo>
                    <a:pt x="7" y="78"/>
                    <a:pt x="8" y="77"/>
                    <a:pt x="10" y="76"/>
                  </a:cubicBezTo>
                  <a:cubicBezTo>
                    <a:pt x="12" y="75"/>
                    <a:pt x="12" y="74"/>
                    <a:pt x="12" y="73"/>
                  </a:cubicBezTo>
                  <a:cubicBezTo>
                    <a:pt x="13" y="71"/>
                    <a:pt x="13" y="67"/>
                    <a:pt x="14" y="62"/>
                  </a:cubicBezTo>
                  <a:cubicBezTo>
                    <a:pt x="15" y="57"/>
                    <a:pt x="16" y="53"/>
                    <a:pt x="17" y="49"/>
                  </a:cubicBezTo>
                  <a:cubicBezTo>
                    <a:pt x="18" y="46"/>
                    <a:pt x="19" y="42"/>
                    <a:pt x="19" y="38"/>
                  </a:cubicBezTo>
                  <a:cubicBezTo>
                    <a:pt x="22" y="25"/>
                    <a:pt x="22" y="25"/>
                    <a:pt x="22" y="25"/>
                  </a:cubicBezTo>
                  <a:cubicBezTo>
                    <a:pt x="22" y="25"/>
                    <a:pt x="23" y="28"/>
                    <a:pt x="25" y="34"/>
                  </a:cubicBezTo>
                  <a:cubicBezTo>
                    <a:pt x="26" y="36"/>
                    <a:pt x="27" y="40"/>
                    <a:pt x="28" y="44"/>
                  </a:cubicBezTo>
                  <a:cubicBezTo>
                    <a:pt x="30" y="49"/>
                    <a:pt x="31" y="52"/>
                    <a:pt x="33" y="54"/>
                  </a:cubicBezTo>
                  <a:cubicBezTo>
                    <a:pt x="34" y="57"/>
                    <a:pt x="36" y="58"/>
                    <a:pt x="38" y="58"/>
                  </a:cubicBezTo>
                  <a:cubicBezTo>
                    <a:pt x="42" y="58"/>
                    <a:pt x="48" y="52"/>
                    <a:pt x="56" y="42"/>
                  </a:cubicBezTo>
                  <a:cubicBezTo>
                    <a:pt x="73" y="19"/>
                    <a:pt x="73" y="19"/>
                    <a:pt x="73" y="19"/>
                  </a:cubicBezTo>
                  <a:cubicBezTo>
                    <a:pt x="73" y="20"/>
                    <a:pt x="72" y="21"/>
                    <a:pt x="72" y="23"/>
                  </a:cubicBezTo>
                  <a:cubicBezTo>
                    <a:pt x="71" y="27"/>
                    <a:pt x="70" y="34"/>
                    <a:pt x="69" y="43"/>
                  </a:cubicBezTo>
                  <a:cubicBezTo>
                    <a:pt x="68" y="52"/>
                    <a:pt x="67" y="60"/>
                    <a:pt x="67" y="66"/>
                  </a:cubicBezTo>
                  <a:cubicBezTo>
                    <a:pt x="67" y="73"/>
                    <a:pt x="69" y="76"/>
                    <a:pt x="74" y="76"/>
                  </a:cubicBezTo>
                  <a:cubicBezTo>
                    <a:pt x="76" y="76"/>
                    <a:pt x="78" y="76"/>
                    <a:pt x="79" y="74"/>
                  </a:cubicBezTo>
                  <a:cubicBezTo>
                    <a:pt x="80" y="73"/>
                    <a:pt x="81" y="71"/>
                    <a:pt x="81" y="68"/>
                  </a:cubicBezTo>
                  <a:cubicBezTo>
                    <a:pt x="81" y="66"/>
                    <a:pt x="81" y="65"/>
                    <a:pt x="80" y="63"/>
                  </a:cubicBezTo>
                  <a:cubicBezTo>
                    <a:pt x="80" y="61"/>
                    <a:pt x="80" y="60"/>
                    <a:pt x="80" y="58"/>
                  </a:cubicBezTo>
                  <a:cubicBezTo>
                    <a:pt x="80" y="56"/>
                    <a:pt x="80" y="51"/>
                    <a:pt x="81" y="43"/>
                  </a:cubicBezTo>
                  <a:cubicBezTo>
                    <a:pt x="82" y="35"/>
                    <a:pt x="82" y="28"/>
                    <a:pt x="83" y="21"/>
                  </a:cubicBezTo>
                  <a:cubicBezTo>
                    <a:pt x="85" y="12"/>
                    <a:pt x="85" y="7"/>
                    <a:pt x="85" y="6"/>
                  </a:cubicBezTo>
                  <a:cubicBezTo>
                    <a:pt x="85" y="5"/>
                    <a:pt x="84" y="4"/>
                    <a:pt x="82" y="2"/>
                  </a:cubicBezTo>
                  <a:cubicBezTo>
                    <a:pt x="80" y="1"/>
                    <a:pt x="78" y="0"/>
                    <a:pt x="77" y="0"/>
                  </a:cubicBezTo>
                  <a:cubicBezTo>
                    <a:pt x="76" y="0"/>
                    <a:pt x="74" y="2"/>
                    <a:pt x="71" y="4"/>
                  </a:cubicBezTo>
                  <a:cubicBezTo>
                    <a:pt x="69" y="7"/>
                    <a:pt x="64" y="13"/>
                    <a:pt x="57" y="23"/>
                  </a:cubicBezTo>
                  <a:cubicBezTo>
                    <a:pt x="50" y="33"/>
                    <a:pt x="44" y="40"/>
                    <a:pt x="41" y="44"/>
                  </a:cubicBezTo>
                  <a:cubicBezTo>
                    <a:pt x="40" y="42"/>
                    <a:pt x="38" y="37"/>
                    <a:pt x="35" y="29"/>
                  </a:cubicBezTo>
                  <a:cubicBezTo>
                    <a:pt x="28" y="9"/>
                    <a:pt x="28" y="9"/>
                    <a:pt x="28" y="9"/>
                  </a:cubicBezTo>
                  <a:cubicBezTo>
                    <a:pt x="28" y="9"/>
                    <a:pt x="28" y="9"/>
                    <a:pt x="28" y="9"/>
                  </a:cubicBezTo>
                  <a:cubicBezTo>
                    <a:pt x="28" y="8"/>
                    <a:pt x="27" y="6"/>
                    <a:pt x="25"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 name="Freeform 335"/>
            <p:cNvSpPr>
              <a:spLocks/>
            </p:cNvSpPr>
            <p:nvPr/>
          </p:nvSpPr>
          <p:spPr bwMode="auto">
            <a:xfrm>
              <a:off x="6556375" y="2720976"/>
              <a:ext cx="25400" cy="22225"/>
            </a:xfrm>
            <a:custGeom>
              <a:avLst/>
              <a:gdLst>
                <a:gd name="T0" fmla="*/ 9 w 17"/>
                <a:gd name="T1" fmla="*/ 0 h 15"/>
                <a:gd name="T2" fmla="*/ 2 w 17"/>
                <a:gd name="T3" fmla="*/ 2 h 15"/>
                <a:gd name="T4" fmla="*/ 0 w 17"/>
                <a:gd name="T5" fmla="*/ 8 h 15"/>
                <a:gd name="T6" fmla="*/ 2 w 17"/>
                <a:gd name="T7" fmla="*/ 13 h 15"/>
                <a:gd name="T8" fmla="*/ 8 w 17"/>
                <a:gd name="T9" fmla="*/ 15 h 15"/>
                <a:gd name="T10" fmla="*/ 13 w 17"/>
                <a:gd name="T11" fmla="*/ 13 h 15"/>
                <a:gd name="T12" fmla="*/ 17 w 17"/>
                <a:gd name="T13" fmla="*/ 6 h 15"/>
                <a:gd name="T14" fmla="*/ 15 w 17"/>
                <a:gd name="T15" fmla="*/ 2 h 15"/>
                <a:gd name="T16" fmla="*/ 9 w 17"/>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5">
                  <a:moveTo>
                    <a:pt x="9" y="0"/>
                  </a:moveTo>
                  <a:cubicBezTo>
                    <a:pt x="6" y="0"/>
                    <a:pt x="4" y="1"/>
                    <a:pt x="2" y="2"/>
                  </a:cubicBezTo>
                  <a:cubicBezTo>
                    <a:pt x="1" y="4"/>
                    <a:pt x="0" y="5"/>
                    <a:pt x="0" y="8"/>
                  </a:cubicBezTo>
                  <a:cubicBezTo>
                    <a:pt x="0" y="10"/>
                    <a:pt x="1" y="11"/>
                    <a:pt x="2" y="13"/>
                  </a:cubicBezTo>
                  <a:cubicBezTo>
                    <a:pt x="4" y="15"/>
                    <a:pt x="6" y="15"/>
                    <a:pt x="8" y="15"/>
                  </a:cubicBezTo>
                  <a:cubicBezTo>
                    <a:pt x="9" y="15"/>
                    <a:pt x="11" y="15"/>
                    <a:pt x="13" y="13"/>
                  </a:cubicBezTo>
                  <a:cubicBezTo>
                    <a:pt x="16" y="11"/>
                    <a:pt x="17" y="9"/>
                    <a:pt x="17" y="6"/>
                  </a:cubicBezTo>
                  <a:cubicBezTo>
                    <a:pt x="17" y="5"/>
                    <a:pt x="16" y="3"/>
                    <a:pt x="15" y="2"/>
                  </a:cubicBezTo>
                  <a:cubicBezTo>
                    <a:pt x="13" y="0"/>
                    <a:pt x="11"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 name="Freeform 336"/>
            <p:cNvSpPr>
              <a:spLocks/>
            </p:cNvSpPr>
            <p:nvPr/>
          </p:nvSpPr>
          <p:spPr bwMode="auto">
            <a:xfrm>
              <a:off x="6540500" y="2763838"/>
              <a:ext cx="26988" cy="82550"/>
            </a:xfrm>
            <a:custGeom>
              <a:avLst/>
              <a:gdLst>
                <a:gd name="T0" fmla="*/ 2 w 18"/>
                <a:gd name="T1" fmla="*/ 24 h 55"/>
                <a:gd name="T2" fmla="*/ 0 w 18"/>
                <a:gd name="T3" fmla="*/ 45 h 55"/>
                <a:gd name="T4" fmla="*/ 7 w 18"/>
                <a:gd name="T5" fmla="*/ 55 h 55"/>
                <a:gd name="T6" fmla="*/ 11 w 18"/>
                <a:gd name="T7" fmla="*/ 53 h 55"/>
                <a:gd name="T8" fmla="*/ 14 w 18"/>
                <a:gd name="T9" fmla="*/ 50 h 55"/>
                <a:gd name="T10" fmla="*/ 13 w 18"/>
                <a:gd name="T11" fmla="*/ 48 h 55"/>
                <a:gd name="T12" fmla="*/ 12 w 18"/>
                <a:gd name="T13" fmla="*/ 40 h 55"/>
                <a:gd name="T14" fmla="*/ 13 w 18"/>
                <a:gd name="T15" fmla="*/ 30 h 55"/>
                <a:gd name="T16" fmla="*/ 16 w 18"/>
                <a:gd name="T17" fmla="*/ 14 h 55"/>
                <a:gd name="T18" fmla="*/ 17 w 18"/>
                <a:gd name="T19" fmla="*/ 13 h 55"/>
                <a:gd name="T20" fmla="*/ 18 w 18"/>
                <a:gd name="T21" fmla="*/ 5 h 55"/>
                <a:gd name="T22" fmla="*/ 16 w 18"/>
                <a:gd name="T23" fmla="*/ 1 h 55"/>
                <a:gd name="T24" fmla="*/ 11 w 18"/>
                <a:gd name="T25" fmla="*/ 0 h 55"/>
                <a:gd name="T26" fmla="*/ 7 w 18"/>
                <a:gd name="T27" fmla="*/ 2 h 55"/>
                <a:gd name="T28" fmla="*/ 5 w 18"/>
                <a:gd name="T29" fmla="*/ 8 h 55"/>
                <a:gd name="T30" fmla="*/ 3 w 18"/>
                <a:gd name="T31" fmla="*/ 19 h 55"/>
                <a:gd name="T32" fmla="*/ 3 w 18"/>
                <a:gd name="T33" fmla="*/ 19 h 55"/>
                <a:gd name="T34" fmla="*/ 2 w 18"/>
                <a:gd name="T35" fmla="*/ 2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55">
                  <a:moveTo>
                    <a:pt x="2" y="24"/>
                  </a:moveTo>
                  <a:cubicBezTo>
                    <a:pt x="1" y="32"/>
                    <a:pt x="0" y="39"/>
                    <a:pt x="0" y="45"/>
                  </a:cubicBezTo>
                  <a:cubicBezTo>
                    <a:pt x="0" y="52"/>
                    <a:pt x="2" y="55"/>
                    <a:pt x="7" y="55"/>
                  </a:cubicBezTo>
                  <a:cubicBezTo>
                    <a:pt x="8" y="55"/>
                    <a:pt x="10" y="54"/>
                    <a:pt x="11" y="53"/>
                  </a:cubicBezTo>
                  <a:cubicBezTo>
                    <a:pt x="13" y="52"/>
                    <a:pt x="14" y="51"/>
                    <a:pt x="14" y="50"/>
                  </a:cubicBezTo>
                  <a:cubicBezTo>
                    <a:pt x="14" y="49"/>
                    <a:pt x="13" y="49"/>
                    <a:pt x="13" y="48"/>
                  </a:cubicBezTo>
                  <a:cubicBezTo>
                    <a:pt x="13" y="45"/>
                    <a:pt x="12" y="42"/>
                    <a:pt x="12" y="40"/>
                  </a:cubicBezTo>
                  <a:cubicBezTo>
                    <a:pt x="12" y="38"/>
                    <a:pt x="13" y="34"/>
                    <a:pt x="13" y="30"/>
                  </a:cubicBezTo>
                  <a:cubicBezTo>
                    <a:pt x="13" y="26"/>
                    <a:pt x="14" y="21"/>
                    <a:pt x="16" y="14"/>
                  </a:cubicBezTo>
                  <a:cubicBezTo>
                    <a:pt x="17" y="13"/>
                    <a:pt x="17" y="13"/>
                    <a:pt x="17" y="13"/>
                  </a:cubicBezTo>
                  <a:cubicBezTo>
                    <a:pt x="18" y="9"/>
                    <a:pt x="18" y="6"/>
                    <a:pt x="18" y="5"/>
                  </a:cubicBezTo>
                  <a:cubicBezTo>
                    <a:pt x="18" y="4"/>
                    <a:pt x="18" y="2"/>
                    <a:pt x="16" y="1"/>
                  </a:cubicBezTo>
                  <a:cubicBezTo>
                    <a:pt x="15" y="0"/>
                    <a:pt x="13" y="0"/>
                    <a:pt x="11" y="0"/>
                  </a:cubicBezTo>
                  <a:cubicBezTo>
                    <a:pt x="9" y="0"/>
                    <a:pt x="8" y="1"/>
                    <a:pt x="7" y="2"/>
                  </a:cubicBezTo>
                  <a:cubicBezTo>
                    <a:pt x="5" y="4"/>
                    <a:pt x="5" y="6"/>
                    <a:pt x="5" y="8"/>
                  </a:cubicBezTo>
                  <a:cubicBezTo>
                    <a:pt x="5" y="9"/>
                    <a:pt x="4" y="13"/>
                    <a:pt x="3" y="19"/>
                  </a:cubicBezTo>
                  <a:cubicBezTo>
                    <a:pt x="3" y="19"/>
                    <a:pt x="3" y="19"/>
                    <a:pt x="3" y="19"/>
                  </a:cubicBezTo>
                  <a:cubicBezTo>
                    <a:pt x="3" y="21"/>
                    <a:pt x="3" y="22"/>
                    <a:pt x="2"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 name="Freeform 337"/>
            <p:cNvSpPr>
              <a:spLocks noEditPoints="1"/>
            </p:cNvSpPr>
            <p:nvPr/>
          </p:nvSpPr>
          <p:spPr bwMode="auto">
            <a:xfrm>
              <a:off x="6565900" y="2762251"/>
              <a:ext cx="95250" cy="127000"/>
            </a:xfrm>
            <a:custGeom>
              <a:avLst/>
              <a:gdLst>
                <a:gd name="T0" fmla="*/ 60 w 64"/>
                <a:gd name="T1" fmla="*/ 3 h 85"/>
                <a:gd name="T2" fmla="*/ 59 w 64"/>
                <a:gd name="T3" fmla="*/ 2 h 85"/>
                <a:gd name="T4" fmla="*/ 51 w 64"/>
                <a:gd name="T5" fmla="*/ 0 h 85"/>
                <a:gd name="T6" fmla="*/ 32 w 64"/>
                <a:gd name="T7" fmla="*/ 7 h 85"/>
                <a:gd name="T8" fmla="*/ 16 w 64"/>
                <a:gd name="T9" fmla="*/ 23 h 85"/>
                <a:gd name="T10" fmla="*/ 10 w 64"/>
                <a:gd name="T11" fmla="*/ 41 h 85"/>
                <a:gd name="T12" fmla="*/ 13 w 64"/>
                <a:gd name="T13" fmla="*/ 49 h 85"/>
                <a:gd name="T14" fmla="*/ 21 w 64"/>
                <a:gd name="T15" fmla="*/ 52 h 85"/>
                <a:gd name="T16" fmla="*/ 34 w 64"/>
                <a:gd name="T17" fmla="*/ 48 h 85"/>
                <a:gd name="T18" fmla="*/ 47 w 64"/>
                <a:gd name="T19" fmla="*/ 38 h 85"/>
                <a:gd name="T20" fmla="*/ 40 w 64"/>
                <a:gd name="T21" fmla="*/ 67 h 85"/>
                <a:gd name="T22" fmla="*/ 30 w 64"/>
                <a:gd name="T23" fmla="*/ 74 h 85"/>
                <a:gd name="T24" fmla="*/ 10 w 64"/>
                <a:gd name="T25" fmla="*/ 67 h 85"/>
                <a:gd name="T26" fmla="*/ 4 w 64"/>
                <a:gd name="T27" fmla="*/ 64 h 85"/>
                <a:gd name="T28" fmla="*/ 0 w 64"/>
                <a:gd name="T29" fmla="*/ 68 h 85"/>
                <a:gd name="T30" fmla="*/ 10 w 64"/>
                <a:gd name="T31" fmla="*/ 79 h 85"/>
                <a:gd name="T32" fmla="*/ 29 w 64"/>
                <a:gd name="T33" fmla="*/ 85 h 85"/>
                <a:gd name="T34" fmla="*/ 46 w 64"/>
                <a:gd name="T35" fmla="*/ 77 h 85"/>
                <a:gd name="T36" fmla="*/ 56 w 64"/>
                <a:gd name="T37" fmla="*/ 52 h 85"/>
                <a:gd name="T38" fmla="*/ 59 w 64"/>
                <a:gd name="T39" fmla="*/ 26 h 85"/>
                <a:gd name="T40" fmla="*/ 62 w 64"/>
                <a:gd name="T41" fmla="*/ 16 h 85"/>
                <a:gd name="T42" fmla="*/ 64 w 64"/>
                <a:gd name="T43" fmla="*/ 10 h 85"/>
                <a:gd name="T44" fmla="*/ 63 w 64"/>
                <a:gd name="T45" fmla="*/ 6 h 85"/>
                <a:gd name="T46" fmla="*/ 60 w 64"/>
                <a:gd name="T47" fmla="*/ 3 h 85"/>
                <a:gd name="T48" fmla="*/ 47 w 64"/>
                <a:gd name="T49" fmla="*/ 24 h 85"/>
                <a:gd name="T50" fmla="*/ 37 w 64"/>
                <a:gd name="T51" fmla="*/ 36 h 85"/>
                <a:gd name="T52" fmla="*/ 24 w 64"/>
                <a:gd name="T53" fmla="*/ 42 h 85"/>
                <a:gd name="T54" fmla="*/ 22 w 64"/>
                <a:gd name="T55" fmla="*/ 39 h 85"/>
                <a:gd name="T56" fmla="*/ 27 w 64"/>
                <a:gd name="T57" fmla="*/ 26 h 85"/>
                <a:gd name="T58" fmla="*/ 38 w 64"/>
                <a:gd name="T59" fmla="*/ 14 h 85"/>
                <a:gd name="T60" fmla="*/ 48 w 64"/>
                <a:gd name="T61" fmla="*/ 10 h 85"/>
                <a:gd name="T62" fmla="*/ 50 w 64"/>
                <a:gd name="T63" fmla="*/ 11 h 85"/>
                <a:gd name="T64" fmla="*/ 51 w 64"/>
                <a:gd name="T65" fmla="*/ 14 h 85"/>
                <a:gd name="T66" fmla="*/ 47 w 64"/>
                <a:gd name="T67" fmla="*/ 24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4" h="85">
                  <a:moveTo>
                    <a:pt x="60" y="3"/>
                  </a:moveTo>
                  <a:cubicBezTo>
                    <a:pt x="60" y="3"/>
                    <a:pt x="60" y="2"/>
                    <a:pt x="59" y="2"/>
                  </a:cubicBezTo>
                  <a:cubicBezTo>
                    <a:pt x="57" y="0"/>
                    <a:pt x="54" y="0"/>
                    <a:pt x="51" y="0"/>
                  </a:cubicBezTo>
                  <a:cubicBezTo>
                    <a:pt x="45" y="0"/>
                    <a:pt x="39" y="2"/>
                    <a:pt x="32" y="7"/>
                  </a:cubicBezTo>
                  <a:cubicBezTo>
                    <a:pt x="25" y="11"/>
                    <a:pt x="20" y="17"/>
                    <a:pt x="16" y="23"/>
                  </a:cubicBezTo>
                  <a:cubicBezTo>
                    <a:pt x="12" y="30"/>
                    <a:pt x="10" y="35"/>
                    <a:pt x="10" y="41"/>
                  </a:cubicBezTo>
                  <a:cubicBezTo>
                    <a:pt x="10" y="44"/>
                    <a:pt x="11" y="47"/>
                    <a:pt x="13" y="49"/>
                  </a:cubicBezTo>
                  <a:cubicBezTo>
                    <a:pt x="15" y="51"/>
                    <a:pt x="17" y="52"/>
                    <a:pt x="21" y="52"/>
                  </a:cubicBezTo>
                  <a:cubicBezTo>
                    <a:pt x="25" y="52"/>
                    <a:pt x="29" y="51"/>
                    <a:pt x="34" y="48"/>
                  </a:cubicBezTo>
                  <a:cubicBezTo>
                    <a:pt x="39" y="46"/>
                    <a:pt x="43" y="42"/>
                    <a:pt x="47" y="38"/>
                  </a:cubicBezTo>
                  <a:cubicBezTo>
                    <a:pt x="45" y="52"/>
                    <a:pt x="43" y="61"/>
                    <a:pt x="40" y="67"/>
                  </a:cubicBezTo>
                  <a:cubicBezTo>
                    <a:pt x="37" y="72"/>
                    <a:pt x="34" y="74"/>
                    <a:pt x="30" y="74"/>
                  </a:cubicBezTo>
                  <a:cubicBezTo>
                    <a:pt x="24" y="74"/>
                    <a:pt x="18" y="72"/>
                    <a:pt x="10" y="67"/>
                  </a:cubicBezTo>
                  <a:cubicBezTo>
                    <a:pt x="7" y="65"/>
                    <a:pt x="5" y="64"/>
                    <a:pt x="4" y="64"/>
                  </a:cubicBezTo>
                  <a:cubicBezTo>
                    <a:pt x="2" y="64"/>
                    <a:pt x="0" y="65"/>
                    <a:pt x="0" y="68"/>
                  </a:cubicBezTo>
                  <a:cubicBezTo>
                    <a:pt x="0" y="71"/>
                    <a:pt x="3" y="74"/>
                    <a:pt x="10" y="79"/>
                  </a:cubicBezTo>
                  <a:cubicBezTo>
                    <a:pt x="16" y="83"/>
                    <a:pt x="22" y="85"/>
                    <a:pt x="29" y="85"/>
                  </a:cubicBezTo>
                  <a:cubicBezTo>
                    <a:pt x="35" y="85"/>
                    <a:pt x="41" y="83"/>
                    <a:pt x="46" y="77"/>
                  </a:cubicBezTo>
                  <a:cubicBezTo>
                    <a:pt x="51" y="72"/>
                    <a:pt x="55" y="63"/>
                    <a:pt x="56" y="52"/>
                  </a:cubicBezTo>
                  <a:cubicBezTo>
                    <a:pt x="58" y="38"/>
                    <a:pt x="59" y="30"/>
                    <a:pt x="59" y="26"/>
                  </a:cubicBezTo>
                  <a:cubicBezTo>
                    <a:pt x="60" y="23"/>
                    <a:pt x="61" y="20"/>
                    <a:pt x="62" y="16"/>
                  </a:cubicBezTo>
                  <a:cubicBezTo>
                    <a:pt x="63" y="13"/>
                    <a:pt x="64" y="10"/>
                    <a:pt x="64" y="10"/>
                  </a:cubicBezTo>
                  <a:cubicBezTo>
                    <a:pt x="64" y="9"/>
                    <a:pt x="63" y="8"/>
                    <a:pt x="63" y="6"/>
                  </a:cubicBezTo>
                  <a:cubicBezTo>
                    <a:pt x="62" y="5"/>
                    <a:pt x="61" y="4"/>
                    <a:pt x="60" y="3"/>
                  </a:cubicBezTo>
                  <a:close/>
                  <a:moveTo>
                    <a:pt x="47" y="24"/>
                  </a:moveTo>
                  <a:cubicBezTo>
                    <a:pt x="45" y="29"/>
                    <a:pt x="41" y="33"/>
                    <a:pt x="37" y="36"/>
                  </a:cubicBezTo>
                  <a:cubicBezTo>
                    <a:pt x="33" y="40"/>
                    <a:pt x="28" y="42"/>
                    <a:pt x="24" y="42"/>
                  </a:cubicBezTo>
                  <a:cubicBezTo>
                    <a:pt x="23" y="42"/>
                    <a:pt x="22" y="41"/>
                    <a:pt x="22" y="39"/>
                  </a:cubicBezTo>
                  <a:cubicBezTo>
                    <a:pt x="22" y="36"/>
                    <a:pt x="24" y="31"/>
                    <a:pt x="27" y="26"/>
                  </a:cubicBezTo>
                  <a:cubicBezTo>
                    <a:pt x="31" y="21"/>
                    <a:pt x="34" y="17"/>
                    <a:pt x="38" y="14"/>
                  </a:cubicBezTo>
                  <a:cubicBezTo>
                    <a:pt x="42" y="11"/>
                    <a:pt x="46" y="10"/>
                    <a:pt x="48" y="10"/>
                  </a:cubicBezTo>
                  <a:cubicBezTo>
                    <a:pt x="49" y="10"/>
                    <a:pt x="50" y="10"/>
                    <a:pt x="50" y="11"/>
                  </a:cubicBezTo>
                  <a:cubicBezTo>
                    <a:pt x="51" y="12"/>
                    <a:pt x="51" y="13"/>
                    <a:pt x="51" y="14"/>
                  </a:cubicBezTo>
                  <a:cubicBezTo>
                    <a:pt x="51" y="16"/>
                    <a:pt x="50" y="20"/>
                    <a:pt x="47"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 name="Freeform 338"/>
            <p:cNvSpPr>
              <a:spLocks/>
            </p:cNvSpPr>
            <p:nvPr/>
          </p:nvSpPr>
          <p:spPr bwMode="auto">
            <a:xfrm>
              <a:off x="6673850" y="2760663"/>
              <a:ext cx="76200" cy="85725"/>
            </a:xfrm>
            <a:custGeom>
              <a:avLst/>
              <a:gdLst>
                <a:gd name="T0" fmla="*/ 14 w 50"/>
                <a:gd name="T1" fmla="*/ 15 h 57"/>
                <a:gd name="T2" fmla="*/ 16 w 50"/>
                <a:gd name="T3" fmla="*/ 6 h 57"/>
                <a:gd name="T4" fmla="*/ 14 w 50"/>
                <a:gd name="T5" fmla="*/ 2 h 57"/>
                <a:gd name="T6" fmla="*/ 10 w 50"/>
                <a:gd name="T7" fmla="*/ 1 h 57"/>
                <a:gd name="T8" fmla="*/ 6 w 50"/>
                <a:gd name="T9" fmla="*/ 2 h 57"/>
                <a:gd name="T10" fmla="*/ 3 w 50"/>
                <a:gd name="T11" fmla="*/ 6 h 57"/>
                <a:gd name="T12" fmla="*/ 2 w 50"/>
                <a:gd name="T13" fmla="*/ 12 h 57"/>
                <a:gd name="T14" fmla="*/ 2 w 50"/>
                <a:gd name="T15" fmla="*/ 16 h 57"/>
                <a:gd name="T16" fmla="*/ 0 w 50"/>
                <a:gd name="T17" fmla="*/ 30 h 57"/>
                <a:gd name="T18" fmla="*/ 0 w 50"/>
                <a:gd name="T19" fmla="*/ 40 h 57"/>
                <a:gd name="T20" fmla="*/ 2 w 50"/>
                <a:gd name="T21" fmla="*/ 53 h 57"/>
                <a:gd name="T22" fmla="*/ 7 w 50"/>
                <a:gd name="T23" fmla="*/ 57 h 57"/>
                <a:gd name="T24" fmla="*/ 12 w 50"/>
                <a:gd name="T25" fmla="*/ 55 h 57"/>
                <a:gd name="T26" fmla="*/ 14 w 50"/>
                <a:gd name="T27" fmla="*/ 50 h 57"/>
                <a:gd name="T28" fmla="*/ 25 w 50"/>
                <a:gd name="T29" fmla="*/ 23 h 57"/>
                <a:gd name="T30" fmla="*/ 38 w 50"/>
                <a:gd name="T31" fmla="*/ 11 h 57"/>
                <a:gd name="T32" fmla="*/ 40 w 50"/>
                <a:gd name="T33" fmla="*/ 13 h 57"/>
                <a:gd name="T34" fmla="*/ 46 w 50"/>
                <a:gd name="T35" fmla="*/ 16 h 57"/>
                <a:gd name="T36" fmla="*/ 49 w 50"/>
                <a:gd name="T37" fmla="*/ 14 h 57"/>
                <a:gd name="T38" fmla="*/ 50 w 50"/>
                <a:gd name="T39" fmla="*/ 10 h 57"/>
                <a:gd name="T40" fmla="*/ 47 w 50"/>
                <a:gd name="T41" fmla="*/ 3 h 57"/>
                <a:gd name="T42" fmla="*/ 39 w 50"/>
                <a:gd name="T43" fmla="*/ 0 h 57"/>
                <a:gd name="T44" fmla="*/ 25 w 50"/>
                <a:gd name="T45" fmla="*/ 8 h 57"/>
                <a:gd name="T46" fmla="*/ 12 w 50"/>
                <a:gd name="T47" fmla="*/ 28 h 57"/>
                <a:gd name="T48" fmla="*/ 11 w 50"/>
                <a:gd name="T49" fmla="*/ 29 h 57"/>
                <a:gd name="T50" fmla="*/ 12 w 50"/>
                <a:gd name="T51" fmla="*/ 22 h 57"/>
                <a:gd name="T52" fmla="*/ 14 w 50"/>
                <a:gd name="T53" fmla="*/ 1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0" h="57">
                  <a:moveTo>
                    <a:pt x="14" y="15"/>
                  </a:moveTo>
                  <a:cubicBezTo>
                    <a:pt x="15" y="10"/>
                    <a:pt x="16" y="7"/>
                    <a:pt x="16" y="6"/>
                  </a:cubicBezTo>
                  <a:cubicBezTo>
                    <a:pt x="16" y="4"/>
                    <a:pt x="15" y="3"/>
                    <a:pt x="14" y="2"/>
                  </a:cubicBezTo>
                  <a:cubicBezTo>
                    <a:pt x="14" y="1"/>
                    <a:pt x="12" y="1"/>
                    <a:pt x="10" y="1"/>
                  </a:cubicBezTo>
                  <a:cubicBezTo>
                    <a:pt x="9" y="1"/>
                    <a:pt x="7" y="1"/>
                    <a:pt x="6" y="2"/>
                  </a:cubicBezTo>
                  <a:cubicBezTo>
                    <a:pt x="4" y="3"/>
                    <a:pt x="3" y="4"/>
                    <a:pt x="3" y="6"/>
                  </a:cubicBezTo>
                  <a:cubicBezTo>
                    <a:pt x="3" y="7"/>
                    <a:pt x="2" y="9"/>
                    <a:pt x="2" y="12"/>
                  </a:cubicBezTo>
                  <a:cubicBezTo>
                    <a:pt x="2" y="13"/>
                    <a:pt x="2" y="14"/>
                    <a:pt x="2" y="16"/>
                  </a:cubicBezTo>
                  <a:cubicBezTo>
                    <a:pt x="1" y="22"/>
                    <a:pt x="1" y="26"/>
                    <a:pt x="0" y="30"/>
                  </a:cubicBezTo>
                  <a:cubicBezTo>
                    <a:pt x="0" y="35"/>
                    <a:pt x="0" y="38"/>
                    <a:pt x="0" y="40"/>
                  </a:cubicBezTo>
                  <a:cubicBezTo>
                    <a:pt x="0" y="46"/>
                    <a:pt x="1" y="51"/>
                    <a:pt x="2" y="53"/>
                  </a:cubicBezTo>
                  <a:cubicBezTo>
                    <a:pt x="3" y="56"/>
                    <a:pt x="4" y="57"/>
                    <a:pt x="7" y="57"/>
                  </a:cubicBezTo>
                  <a:cubicBezTo>
                    <a:pt x="9" y="57"/>
                    <a:pt x="11" y="57"/>
                    <a:pt x="12" y="55"/>
                  </a:cubicBezTo>
                  <a:cubicBezTo>
                    <a:pt x="13" y="54"/>
                    <a:pt x="14" y="52"/>
                    <a:pt x="14" y="50"/>
                  </a:cubicBezTo>
                  <a:cubicBezTo>
                    <a:pt x="15" y="40"/>
                    <a:pt x="19" y="31"/>
                    <a:pt x="25" y="23"/>
                  </a:cubicBezTo>
                  <a:cubicBezTo>
                    <a:pt x="31" y="15"/>
                    <a:pt x="35" y="11"/>
                    <a:pt x="38" y="11"/>
                  </a:cubicBezTo>
                  <a:cubicBezTo>
                    <a:pt x="38" y="11"/>
                    <a:pt x="39" y="12"/>
                    <a:pt x="40" y="13"/>
                  </a:cubicBezTo>
                  <a:cubicBezTo>
                    <a:pt x="42" y="15"/>
                    <a:pt x="44" y="16"/>
                    <a:pt x="46" y="16"/>
                  </a:cubicBezTo>
                  <a:cubicBezTo>
                    <a:pt x="47" y="16"/>
                    <a:pt x="48" y="15"/>
                    <a:pt x="49" y="14"/>
                  </a:cubicBezTo>
                  <a:cubicBezTo>
                    <a:pt x="50" y="13"/>
                    <a:pt x="50" y="11"/>
                    <a:pt x="50" y="10"/>
                  </a:cubicBezTo>
                  <a:cubicBezTo>
                    <a:pt x="50" y="7"/>
                    <a:pt x="49" y="5"/>
                    <a:pt x="47" y="3"/>
                  </a:cubicBezTo>
                  <a:cubicBezTo>
                    <a:pt x="45" y="1"/>
                    <a:pt x="42" y="0"/>
                    <a:pt x="39" y="0"/>
                  </a:cubicBezTo>
                  <a:cubicBezTo>
                    <a:pt x="34" y="0"/>
                    <a:pt x="30" y="3"/>
                    <a:pt x="25" y="8"/>
                  </a:cubicBezTo>
                  <a:cubicBezTo>
                    <a:pt x="20" y="13"/>
                    <a:pt x="16" y="20"/>
                    <a:pt x="12" y="28"/>
                  </a:cubicBezTo>
                  <a:cubicBezTo>
                    <a:pt x="11" y="29"/>
                    <a:pt x="11" y="29"/>
                    <a:pt x="11" y="29"/>
                  </a:cubicBezTo>
                  <a:cubicBezTo>
                    <a:pt x="12" y="22"/>
                    <a:pt x="12" y="22"/>
                    <a:pt x="12" y="22"/>
                  </a:cubicBezTo>
                  <a:cubicBezTo>
                    <a:pt x="13" y="19"/>
                    <a:pt x="13" y="17"/>
                    <a:pt x="14"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 name="Freeform 339"/>
            <p:cNvSpPr>
              <a:spLocks noEditPoints="1"/>
            </p:cNvSpPr>
            <p:nvPr/>
          </p:nvSpPr>
          <p:spPr bwMode="auto">
            <a:xfrm>
              <a:off x="6748463" y="2759076"/>
              <a:ext cx="77788" cy="85725"/>
            </a:xfrm>
            <a:custGeom>
              <a:avLst/>
              <a:gdLst>
                <a:gd name="T0" fmla="*/ 49 w 53"/>
                <a:gd name="T1" fmla="*/ 10 h 57"/>
                <a:gd name="T2" fmla="*/ 43 w 53"/>
                <a:gd name="T3" fmla="*/ 6 h 57"/>
                <a:gd name="T4" fmla="*/ 35 w 53"/>
                <a:gd name="T5" fmla="*/ 0 h 57"/>
                <a:gd name="T6" fmla="*/ 11 w 53"/>
                <a:gd name="T7" fmla="*/ 15 h 57"/>
                <a:gd name="T8" fmla="*/ 0 w 53"/>
                <a:gd name="T9" fmla="*/ 43 h 57"/>
                <a:gd name="T10" fmla="*/ 3 w 53"/>
                <a:gd name="T11" fmla="*/ 52 h 57"/>
                <a:gd name="T12" fmla="*/ 11 w 53"/>
                <a:gd name="T13" fmla="*/ 56 h 57"/>
                <a:gd name="T14" fmla="*/ 36 w 53"/>
                <a:gd name="T15" fmla="*/ 38 h 57"/>
                <a:gd name="T16" fmla="*/ 45 w 53"/>
                <a:gd name="T17" fmla="*/ 57 h 57"/>
                <a:gd name="T18" fmla="*/ 50 w 53"/>
                <a:gd name="T19" fmla="*/ 56 h 57"/>
                <a:gd name="T20" fmla="*/ 53 w 53"/>
                <a:gd name="T21" fmla="*/ 51 h 57"/>
                <a:gd name="T22" fmla="*/ 51 w 53"/>
                <a:gd name="T23" fmla="*/ 49 h 57"/>
                <a:gd name="T24" fmla="*/ 48 w 53"/>
                <a:gd name="T25" fmla="*/ 47 h 57"/>
                <a:gd name="T26" fmla="*/ 47 w 53"/>
                <a:gd name="T27" fmla="*/ 44 h 57"/>
                <a:gd name="T28" fmla="*/ 46 w 53"/>
                <a:gd name="T29" fmla="*/ 35 h 57"/>
                <a:gd name="T30" fmla="*/ 48 w 53"/>
                <a:gd name="T31" fmla="*/ 18 h 57"/>
                <a:gd name="T32" fmla="*/ 49 w 53"/>
                <a:gd name="T33" fmla="*/ 10 h 57"/>
                <a:gd name="T34" fmla="*/ 28 w 53"/>
                <a:gd name="T35" fmla="*/ 34 h 57"/>
                <a:gd name="T36" fmla="*/ 14 w 53"/>
                <a:gd name="T37" fmla="*/ 45 h 57"/>
                <a:gd name="T38" fmla="*/ 12 w 53"/>
                <a:gd name="T39" fmla="*/ 41 h 57"/>
                <a:gd name="T40" fmla="*/ 20 w 53"/>
                <a:gd name="T41" fmla="*/ 22 h 57"/>
                <a:gd name="T42" fmla="*/ 33 w 53"/>
                <a:gd name="T43" fmla="*/ 11 h 57"/>
                <a:gd name="T44" fmla="*/ 36 w 53"/>
                <a:gd name="T45" fmla="*/ 12 h 57"/>
                <a:gd name="T46" fmla="*/ 37 w 53"/>
                <a:gd name="T47" fmla="*/ 16 h 57"/>
                <a:gd name="T48" fmla="*/ 28 w 53"/>
                <a:gd name="T49" fmla="*/ 34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 h="57">
                  <a:moveTo>
                    <a:pt x="49" y="10"/>
                  </a:moveTo>
                  <a:cubicBezTo>
                    <a:pt x="49" y="7"/>
                    <a:pt x="47" y="6"/>
                    <a:pt x="43" y="6"/>
                  </a:cubicBezTo>
                  <a:cubicBezTo>
                    <a:pt x="42" y="2"/>
                    <a:pt x="40" y="0"/>
                    <a:pt x="35" y="0"/>
                  </a:cubicBezTo>
                  <a:cubicBezTo>
                    <a:pt x="27" y="0"/>
                    <a:pt x="19" y="5"/>
                    <a:pt x="11" y="15"/>
                  </a:cubicBezTo>
                  <a:cubicBezTo>
                    <a:pt x="4" y="25"/>
                    <a:pt x="0" y="34"/>
                    <a:pt x="0" y="43"/>
                  </a:cubicBezTo>
                  <a:cubicBezTo>
                    <a:pt x="0" y="47"/>
                    <a:pt x="1" y="50"/>
                    <a:pt x="3" y="52"/>
                  </a:cubicBezTo>
                  <a:cubicBezTo>
                    <a:pt x="5" y="55"/>
                    <a:pt x="8" y="56"/>
                    <a:pt x="11" y="56"/>
                  </a:cubicBezTo>
                  <a:cubicBezTo>
                    <a:pt x="19" y="56"/>
                    <a:pt x="27" y="50"/>
                    <a:pt x="36" y="38"/>
                  </a:cubicBezTo>
                  <a:cubicBezTo>
                    <a:pt x="36" y="51"/>
                    <a:pt x="38" y="57"/>
                    <a:pt x="45" y="57"/>
                  </a:cubicBezTo>
                  <a:cubicBezTo>
                    <a:pt x="47" y="57"/>
                    <a:pt x="48" y="57"/>
                    <a:pt x="50" y="56"/>
                  </a:cubicBezTo>
                  <a:cubicBezTo>
                    <a:pt x="52" y="55"/>
                    <a:pt x="53" y="53"/>
                    <a:pt x="53" y="51"/>
                  </a:cubicBezTo>
                  <a:cubicBezTo>
                    <a:pt x="53" y="50"/>
                    <a:pt x="52" y="49"/>
                    <a:pt x="51" y="49"/>
                  </a:cubicBezTo>
                  <a:cubicBezTo>
                    <a:pt x="49" y="48"/>
                    <a:pt x="49" y="48"/>
                    <a:pt x="48" y="47"/>
                  </a:cubicBezTo>
                  <a:cubicBezTo>
                    <a:pt x="48" y="47"/>
                    <a:pt x="48" y="45"/>
                    <a:pt x="47" y="44"/>
                  </a:cubicBezTo>
                  <a:cubicBezTo>
                    <a:pt x="46" y="42"/>
                    <a:pt x="46" y="39"/>
                    <a:pt x="46" y="35"/>
                  </a:cubicBezTo>
                  <a:cubicBezTo>
                    <a:pt x="46" y="30"/>
                    <a:pt x="47" y="25"/>
                    <a:pt x="48" y="18"/>
                  </a:cubicBezTo>
                  <a:cubicBezTo>
                    <a:pt x="49" y="14"/>
                    <a:pt x="49" y="12"/>
                    <a:pt x="49" y="10"/>
                  </a:cubicBezTo>
                  <a:close/>
                  <a:moveTo>
                    <a:pt x="28" y="34"/>
                  </a:moveTo>
                  <a:cubicBezTo>
                    <a:pt x="22" y="42"/>
                    <a:pt x="18" y="45"/>
                    <a:pt x="14" y="45"/>
                  </a:cubicBezTo>
                  <a:cubicBezTo>
                    <a:pt x="12" y="45"/>
                    <a:pt x="12" y="44"/>
                    <a:pt x="12" y="41"/>
                  </a:cubicBezTo>
                  <a:cubicBezTo>
                    <a:pt x="12" y="36"/>
                    <a:pt x="15" y="29"/>
                    <a:pt x="20" y="22"/>
                  </a:cubicBezTo>
                  <a:cubicBezTo>
                    <a:pt x="25" y="14"/>
                    <a:pt x="30" y="11"/>
                    <a:pt x="33" y="11"/>
                  </a:cubicBezTo>
                  <a:cubicBezTo>
                    <a:pt x="34" y="11"/>
                    <a:pt x="35" y="11"/>
                    <a:pt x="36" y="12"/>
                  </a:cubicBezTo>
                  <a:cubicBezTo>
                    <a:pt x="37" y="13"/>
                    <a:pt x="37" y="14"/>
                    <a:pt x="37" y="16"/>
                  </a:cubicBezTo>
                  <a:cubicBezTo>
                    <a:pt x="37" y="21"/>
                    <a:pt x="34" y="27"/>
                    <a:pt x="28"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 name="Freeform 340"/>
            <p:cNvSpPr>
              <a:spLocks/>
            </p:cNvSpPr>
            <p:nvPr/>
          </p:nvSpPr>
          <p:spPr bwMode="auto">
            <a:xfrm>
              <a:off x="6834188" y="2732088"/>
              <a:ext cx="74613" cy="114300"/>
            </a:xfrm>
            <a:custGeom>
              <a:avLst/>
              <a:gdLst>
                <a:gd name="T0" fmla="*/ 30 w 50"/>
                <a:gd name="T1" fmla="*/ 2 h 76"/>
                <a:gd name="T2" fmla="*/ 26 w 50"/>
                <a:gd name="T3" fmla="*/ 0 h 76"/>
                <a:gd name="T4" fmla="*/ 20 w 50"/>
                <a:gd name="T5" fmla="*/ 7 h 76"/>
                <a:gd name="T6" fmla="*/ 15 w 50"/>
                <a:gd name="T7" fmla="*/ 23 h 76"/>
                <a:gd name="T8" fmla="*/ 4 w 50"/>
                <a:gd name="T9" fmla="*/ 23 h 76"/>
                <a:gd name="T10" fmla="*/ 0 w 50"/>
                <a:gd name="T11" fmla="*/ 27 h 76"/>
                <a:gd name="T12" fmla="*/ 2 w 50"/>
                <a:gd name="T13" fmla="*/ 32 h 76"/>
                <a:gd name="T14" fmla="*/ 7 w 50"/>
                <a:gd name="T15" fmla="*/ 34 h 76"/>
                <a:gd name="T16" fmla="*/ 8 w 50"/>
                <a:gd name="T17" fmla="*/ 34 h 76"/>
                <a:gd name="T18" fmla="*/ 12 w 50"/>
                <a:gd name="T19" fmla="*/ 33 h 76"/>
                <a:gd name="T20" fmla="*/ 7 w 50"/>
                <a:gd name="T21" fmla="*/ 60 h 76"/>
                <a:gd name="T22" fmla="*/ 11 w 50"/>
                <a:gd name="T23" fmla="*/ 72 h 76"/>
                <a:gd name="T24" fmla="*/ 21 w 50"/>
                <a:gd name="T25" fmla="*/ 76 h 76"/>
                <a:gd name="T26" fmla="*/ 36 w 50"/>
                <a:gd name="T27" fmla="*/ 70 h 76"/>
                <a:gd name="T28" fmla="*/ 43 w 50"/>
                <a:gd name="T29" fmla="*/ 60 h 76"/>
                <a:gd name="T30" fmla="*/ 42 w 50"/>
                <a:gd name="T31" fmla="*/ 58 h 76"/>
                <a:gd name="T32" fmla="*/ 40 w 50"/>
                <a:gd name="T33" fmla="*/ 57 h 76"/>
                <a:gd name="T34" fmla="*/ 35 w 50"/>
                <a:gd name="T35" fmla="*/ 59 h 76"/>
                <a:gd name="T36" fmla="*/ 29 w 50"/>
                <a:gd name="T37" fmla="*/ 64 h 76"/>
                <a:gd name="T38" fmla="*/ 23 w 50"/>
                <a:gd name="T39" fmla="*/ 65 h 76"/>
                <a:gd name="T40" fmla="*/ 20 w 50"/>
                <a:gd name="T41" fmla="*/ 63 h 76"/>
                <a:gd name="T42" fmla="*/ 19 w 50"/>
                <a:gd name="T43" fmla="*/ 57 h 76"/>
                <a:gd name="T44" fmla="*/ 22 w 50"/>
                <a:gd name="T45" fmla="*/ 44 h 76"/>
                <a:gd name="T46" fmla="*/ 25 w 50"/>
                <a:gd name="T47" fmla="*/ 32 h 76"/>
                <a:gd name="T48" fmla="*/ 42 w 50"/>
                <a:gd name="T49" fmla="*/ 30 h 76"/>
                <a:gd name="T50" fmla="*/ 50 w 50"/>
                <a:gd name="T51" fmla="*/ 24 h 76"/>
                <a:gd name="T52" fmla="*/ 49 w 50"/>
                <a:gd name="T53" fmla="*/ 21 h 76"/>
                <a:gd name="T54" fmla="*/ 45 w 50"/>
                <a:gd name="T55" fmla="*/ 20 h 76"/>
                <a:gd name="T56" fmla="*/ 28 w 50"/>
                <a:gd name="T57" fmla="*/ 21 h 76"/>
                <a:gd name="T58" fmla="*/ 32 w 50"/>
                <a:gd name="T59" fmla="*/ 6 h 76"/>
                <a:gd name="T60" fmla="*/ 30 w 50"/>
                <a:gd name="T61" fmla="*/ 2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0" h="76">
                  <a:moveTo>
                    <a:pt x="30" y="2"/>
                  </a:moveTo>
                  <a:cubicBezTo>
                    <a:pt x="29" y="1"/>
                    <a:pt x="28" y="0"/>
                    <a:pt x="26" y="0"/>
                  </a:cubicBezTo>
                  <a:cubicBezTo>
                    <a:pt x="23" y="0"/>
                    <a:pt x="21" y="3"/>
                    <a:pt x="20" y="7"/>
                  </a:cubicBezTo>
                  <a:cubicBezTo>
                    <a:pt x="18" y="13"/>
                    <a:pt x="17" y="19"/>
                    <a:pt x="15" y="23"/>
                  </a:cubicBezTo>
                  <a:cubicBezTo>
                    <a:pt x="4" y="23"/>
                    <a:pt x="4" y="23"/>
                    <a:pt x="4" y="23"/>
                  </a:cubicBezTo>
                  <a:cubicBezTo>
                    <a:pt x="1" y="23"/>
                    <a:pt x="0" y="24"/>
                    <a:pt x="0" y="27"/>
                  </a:cubicBezTo>
                  <a:cubicBezTo>
                    <a:pt x="0" y="29"/>
                    <a:pt x="0" y="31"/>
                    <a:pt x="2" y="32"/>
                  </a:cubicBezTo>
                  <a:cubicBezTo>
                    <a:pt x="4" y="33"/>
                    <a:pt x="5" y="34"/>
                    <a:pt x="7" y="34"/>
                  </a:cubicBezTo>
                  <a:cubicBezTo>
                    <a:pt x="8" y="34"/>
                    <a:pt x="8" y="34"/>
                    <a:pt x="8" y="34"/>
                  </a:cubicBezTo>
                  <a:cubicBezTo>
                    <a:pt x="9" y="34"/>
                    <a:pt x="10" y="33"/>
                    <a:pt x="12" y="33"/>
                  </a:cubicBezTo>
                  <a:cubicBezTo>
                    <a:pt x="9" y="47"/>
                    <a:pt x="7" y="56"/>
                    <a:pt x="7" y="60"/>
                  </a:cubicBezTo>
                  <a:cubicBezTo>
                    <a:pt x="7" y="65"/>
                    <a:pt x="8" y="69"/>
                    <a:pt x="11" y="72"/>
                  </a:cubicBezTo>
                  <a:cubicBezTo>
                    <a:pt x="13" y="74"/>
                    <a:pt x="16" y="76"/>
                    <a:pt x="21" y="76"/>
                  </a:cubicBezTo>
                  <a:cubicBezTo>
                    <a:pt x="26" y="76"/>
                    <a:pt x="31" y="74"/>
                    <a:pt x="36" y="70"/>
                  </a:cubicBezTo>
                  <a:cubicBezTo>
                    <a:pt x="41" y="66"/>
                    <a:pt x="43" y="63"/>
                    <a:pt x="43" y="60"/>
                  </a:cubicBezTo>
                  <a:cubicBezTo>
                    <a:pt x="43" y="59"/>
                    <a:pt x="43" y="59"/>
                    <a:pt x="42" y="58"/>
                  </a:cubicBezTo>
                  <a:cubicBezTo>
                    <a:pt x="42" y="57"/>
                    <a:pt x="41" y="57"/>
                    <a:pt x="40" y="57"/>
                  </a:cubicBezTo>
                  <a:cubicBezTo>
                    <a:pt x="39" y="57"/>
                    <a:pt x="37" y="58"/>
                    <a:pt x="35" y="59"/>
                  </a:cubicBezTo>
                  <a:cubicBezTo>
                    <a:pt x="33" y="62"/>
                    <a:pt x="30" y="63"/>
                    <a:pt x="29" y="64"/>
                  </a:cubicBezTo>
                  <a:cubicBezTo>
                    <a:pt x="27" y="64"/>
                    <a:pt x="25" y="65"/>
                    <a:pt x="23" y="65"/>
                  </a:cubicBezTo>
                  <a:cubicBezTo>
                    <a:pt x="22" y="65"/>
                    <a:pt x="21" y="64"/>
                    <a:pt x="20" y="63"/>
                  </a:cubicBezTo>
                  <a:cubicBezTo>
                    <a:pt x="20" y="62"/>
                    <a:pt x="19" y="60"/>
                    <a:pt x="19" y="57"/>
                  </a:cubicBezTo>
                  <a:cubicBezTo>
                    <a:pt x="19" y="56"/>
                    <a:pt x="20" y="51"/>
                    <a:pt x="22" y="44"/>
                  </a:cubicBezTo>
                  <a:cubicBezTo>
                    <a:pt x="23" y="36"/>
                    <a:pt x="24" y="32"/>
                    <a:pt x="25" y="32"/>
                  </a:cubicBezTo>
                  <a:cubicBezTo>
                    <a:pt x="42" y="30"/>
                    <a:pt x="42" y="30"/>
                    <a:pt x="42" y="30"/>
                  </a:cubicBezTo>
                  <a:cubicBezTo>
                    <a:pt x="47" y="29"/>
                    <a:pt x="50" y="27"/>
                    <a:pt x="50" y="24"/>
                  </a:cubicBezTo>
                  <a:cubicBezTo>
                    <a:pt x="50" y="22"/>
                    <a:pt x="49" y="21"/>
                    <a:pt x="49" y="21"/>
                  </a:cubicBezTo>
                  <a:cubicBezTo>
                    <a:pt x="48" y="20"/>
                    <a:pt x="47" y="20"/>
                    <a:pt x="45" y="20"/>
                  </a:cubicBezTo>
                  <a:cubicBezTo>
                    <a:pt x="44" y="20"/>
                    <a:pt x="38" y="21"/>
                    <a:pt x="28" y="21"/>
                  </a:cubicBezTo>
                  <a:cubicBezTo>
                    <a:pt x="31" y="12"/>
                    <a:pt x="32" y="6"/>
                    <a:pt x="32" y="6"/>
                  </a:cubicBezTo>
                  <a:cubicBezTo>
                    <a:pt x="32" y="5"/>
                    <a:pt x="31" y="3"/>
                    <a:pt x="3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 name="Freeform 341"/>
            <p:cNvSpPr>
              <a:spLocks/>
            </p:cNvSpPr>
            <p:nvPr/>
          </p:nvSpPr>
          <p:spPr bwMode="auto">
            <a:xfrm>
              <a:off x="6929438" y="2720976"/>
              <a:ext cx="23813" cy="22225"/>
            </a:xfrm>
            <a:custGeom>
              <a:avLst/>
              <a:gdLst>
                <a:gd name="T0" fmla="*/ 13 w 16"/>
                <a:gd name="T1" fmla="*/ 13 h 15"/>
                <a:gd name="T2" fmla="*/ 16 w 16"/>
                <a:gd name="T3" fmla="*/ 6 h 15"/>
                <a:gd name="T4" fmla="*/ 14 w 16"/>
                <a:gd name="T5" fmla="*/ 2 h 15"/>
                <a:gd name="T6" fmla="*/ 9 w 16"/>
                <a:gd name="T7" fmla="*/ 0 h 15"/>
                <a:gd name="T8" fmla="*/ 2 w 16"/>
                <a:gd name="T9" fmla="*/ 2 h 15"/>
                <a:gd name="T10" fmla="*/ 0 w 16"/>
                <a:gd name="T11" fmla="*/ 8 h 15"/>
                <a:gd name="T12" fmla="*/ 2 w 16"/>
                <a:gd name="T13" fmla="*/ 13 h 15"/>
                <a:gd name="T14" fmla="*/ 7 w 16"/>
                <a:gd name="T15" fmla="*/ 15 h 15"/>
                <a:gd name="T16" fmla="*/ 13 w 16"/>
                <a:gd name="T17"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5">
                  <a:moveTo>
                    <a:pt x="13" y="13"/>
                  </a:moveTo>
                  <a:cubicBezTo>
                    <a:pt x="15" y="11"/>
                    <a:pt x="16" y="9"/>
                    <a:pt x="16" y="6"/>
                  </a:cubicBezTo>
                  <a:cubicBezTo>
                    <a:pt x="16" y="5"/>
                    <a:pt x="15" y="3"/>
                    <a:pt x="14" y="2"/>
                  </a:cubicBezTo>
                  <a:cubicBezTo>
                    <a:pt x="13" y="0"/>
                    <a:pt x="11" y="0"/>
                    <a:pt x="9" y="0"/>
                  </a:cubicBezTo>
                  <a:cubicBezTo>
                    <a:pt x="6" y="0"/>
                    <a:pt x="3" y="1"/>
                    <a:pt x="2" y="2"/>
                  </a:cubicBezTo>
                  <a:cubicBezTo>
                    <a:pt x="0" y="4"/>
                    <a:pt x="0" y="5"/>
                    <a:pt x="0" y="8"/>
                  </a:cubicBezTo>
                  <a:cubicBezTo>
                    <a:pt x="0" y="10"/>
                    <a:pt x="0" y="11"/>
                    <a:pt x="2" y="13"/>
                  </a:cubicBezTo>
                  <a:cubicBezTo>
                    <a:pt x="4" y="15"/>
                    <a:pt x="5" y="15"/>
                    <a:pt x="7" y="15"/>
                  </a:cubicBezTo>
                  <a:cubicBezTo>
                    <a:pt x="9" y="15"/>
                    <a:pt x="11" y="15"/>
                    <a:pt x="13"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 name="Freeform 342"/>
            <p:cNvSpPr>
              <a:spLocks/>
            </p:cNvSpPr>
            <p:nvPr/>
          </p:nvSpPr>
          <p:spPr bwMode="auto">
            <a:xfrm>
              <a:off x="6911975" y="2763838"/>
              <a:ext cx="28575" cy="82550"/>
            </a:xfrm>
            <a:custGeom>
              <a:avLst/>
              <a:gdLst>
                <a:gd name="T0" fmla="*/ 3 w 19"/>
                <a:gd name="T1" fmla="*/ 24 h 55"/>
                <a:gd name="T2" fmla="*/ 0 w 19"/>
                <a:gd name="T3" fmla="*/ 45 h 55"/>
                <a:gd name="T4" fmla="*/ 7 w 19"/>
                <a:gd name="T5" fmla="*/ 55 h 55"/>
                <a:gd name="T6" fmla="*/ 12 w 19"/>
                <a:gd name="T7" fmla="*/ 53 h 55"/>
                <a:gd name="T8" fmla="*/ 14 w 19"/>
                <a:gd name="T9" fmla="*/ 50 h 55"/>
                <a:gd name="T10" fmla="*/ 14 w 19"/>
                <a:gd name="T11" fmla="*/ 48 h 55"/>
                <a:gd name="T12" fmla="*/ 13 w 19"/>
                <a:gd name="T13" fmla="*/ 40 h 55"/>
                <a:gd name="T14" fmla="*/ 13 w 19"/>
                <a:gd name="T15" fmla="*/ 30 h 55"/>
                <a:gd name="T16" fmla="*/ 17 w 19"/>
                <a:gd name="T17" fmla="*/ 14 h 55"/>
                <a:gd name="T18" fmla="*/ 17 w 19"/>
                <a:gd name="T19" fmla="*/ 13 h 55"/>
                <a:gd name="T20" fmla="*/ 19 w 19"/>
                <a:gd name="T21" fmla="*/ 5 h 55"/>
                <a:gd name="T22" fmla="*/ 17 w 19"/>
                <a:gd name="T23" fmla="*/ 1 h 55"/>
                <a:gd name="T24" fmla="*/ 12 w 19"/>
                <a:gd name="T25" fmla="*/ 0 h 55"/>
                <a:gd name="T26" fmla="*/ 7 w 19"/>
                <a:gd name="T27" fmla="*/ 2 h 55"/>
                <a:gd name="T28" fmla="*/ 5 w 19"/>
                <a:gd name="T29" fmla="*/ 8 h 55"/>
                <a:gd name="T30" fmla="*/ 4 w 19"/>
                <a:gd name="T31" fmla="*/ 19 h 55"/>
                <a:gd name="T32" fmla="*/ 4 w 19"/>
                <a:gd name="T33" fmla="*/ 19 h 55"/>
                <a:gd name="T34" fmla="*/ 3 w 19"/>
                <a:gd name="T35" fmla="*/ 2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55">
                  <a:moveTo>
                    <a:pt x="3" y="24"/>
                  </a:moveTo>
                  <a:cubicBezTo>
                    <a:pt x="1" y="32"/>
                    <a:pt x="0" y="39"/>
                    <a:pt x="0" y="45"/>
                  </a:cubicBezTo>
                  <a:cubicBezTo>
                    <a:pt x="0" y="52"/>
                    <a:pt x="3" y="55"/>
                    <a:pt x="7" y="55"/>
                  </a:cubicBezTo>
                  <a:cubicBezTo>
                    <a:pt x="9" y="55"/>
                    <a:pt x="10" y="54"/>
                    <a:pt x="12" y="53"/>
                  </a:cubicBezTo>
                  <a:cubicBezTo>
                    <a:pt x="13" y="52"/>
                    <a:pt x="14" y="51"/>
                    <a:pt x="14" y="50"/>
                  </a:cubicBezTo>
                  <a:cubicBezTo>
                    <a:pt x="14" y="49"/>
                    <a:pt x="14" y="49"/>
                    <a:pt x="14" y="48"/>
                  </a:cubicBezTo>
                  <a:cubicBezTo>
                    <a:pt x="13" y="45"/>
                    <a:pt x="13" y="42"/>
                    <a:pt x="13" y="40"/>
                  </a:cubicBezTo>
                  <a:cubicBezTo>
                    <a:pt x="13" y="38"/>
                    <a:pt x="13" y="34"/>
                    <a:pt x="13" y="30"/>
                  </a:cubicBezTo>
                  <a:cubicBezTo>
                    <a:pt x="14" y="26"/>
                    <a:pt x="15" y="21"/>
                    <a:pt x="17" y="14"/>
                  </a:cubicBezTo>
                  <a:cubicBezTo>
                    <a:pt x="17" y="13"/>
                    <a:pt x="17" y="13"/>
                    <a:pt x="17" y="13"/>
                  </a:cubicBezTo>
                  <a:cubicBezTo>
                    <a:pt x="18" y="9"/>
                    <a:pt x="19" y="6"/>
                    <a:pt x="19" y="5"/>
                  </a:cubicBezTo>
                  <a:cubicBezTo>
                    <a:pt x="19" y="4"/>
                    <a:pt x="18" y="2"/>
                    <a:pt x="17" y="1"/>
                  </a:cubicBezTo>
                  <a:cubicBezTo>
                    <a:pt x="16" y="0"/>
                    <a:pt x="14" y="0"/>
                    <a:pt x="12" y="0"/>
                  </a:cubicBezTo>
                  <a:cubicBezTo>
                    <a:pt x="10" y="0"/>
                    <a:pt x="8" y="1"/>
                    <a:pt x="7" y="2"/>
                  </a:cubicBezTo>
                  <a:cubicBezTo>
                    <a:pt x="6" y="4"/>
                    <a:pt x="5" y="6"/>
                    <a:pt x="5" y="8"/>
                  </a:cubicBezTo>
                  <a:cubicBezTo>
                    <a:pt x="5" y="9"/>
                    <a:pt x="5" y="13"/>
                    <a:pt x="4" y="19"/>
                  </a:cubicBezTo>
                  <a:cubicBezTo>
                    <a:pt x="4" y="19"/>
                    <a:pt x="4" y="19"/>
                    <a:pt x="4" y="19"/>
                  </a:cubicBezTo>
                  <a:cubicBezTo>
                    <a:pt x="4" y="21"/>
                    <a:pt x="3" y="22"/>
                    <a:pt x="3"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 name="Freeform 343"/>
            <p:cNvSpPr>
              <a:spLocks noEditPoints="1"/>
            </p:cNvSpPr>
            <p:nvPr/>
          </p:nvSpPr>
          <p:spPr bwMode="auto">
            <a:xfrm>
              <a:off x="6954838" y="2760663"/>
              <a:ext cx="74613" cy="85725"/>
            </a:xfrm>
            <a:custGeom>
              <a:avLst/>
              <a:gdLst>
                <a:gd name="T0" fmla="*/ 17 w 49"/>
                <a:gd name="T1" fmla="*/ 57 h 57"/>
                <a:gd name="T2" fmla="*/ 36 w 49"/>
                <a:gd name="T3" fmla="*/ 49 h 57"/>
                <a:gd name="T4" fmla="*/ 48 w 49"/>
                <a:gd name="T5" fmla="*/ 29 h 57"/>
                <a:gd name="T6" fmla="*/ 48 w 49"/>
                <a:gd name="T7" fmla="*/ 29 h 57"/>
                <a:gd name="T8" fmla="*/ 49 w 49"/>
                <a:gd name="T9" fmla="*/ 21 h 57"/>
                <a:gd name="T10" fmla="*/ 44 w 49"/>
                <a:gd name="T11" fmla="*/ 6 h 57"/>
                <a:gd name="T12" fmla="*/ 30 w 49"/>
                <a:gd name="T13" fmla="*/ 0 h 57"/>
                <a:gd name="T14" fmla="*/ 9 w 49"/>
                <a:gd name="T15" fmla="*/ 12 h 57"/>
                <a:gd name="T16" fmla="*/ 0 w 49"/>
                <a:gd name="T17" fmla="*/ 38 h 57"/>
                <a:gd name="T18" fmla="*/ 4 w 49"/>
                <a:gd name="T19" fmla="*/ 51 h 57"/>
                <a:gd name="T20" fmla="*/ 17 w 49"/>
                <a:gd name="T21" fmla="*/ 57 h 57"/>
                <a:gd name="T22" fmla="*/ 15 w 49"/>
                <a:gd name="T23" fmla="*/ 23 h 57"/>
                <a:gd name="T24" fmla="*/ 22 w 49"/>
                <a:gd name="T25" fmla="*/ 13 h 57"/>
                <a:gd name="T26" fmla="*/ 22 w 49"/>
                <a:gd name="T27" fmla="*/ 13 h 57"/>
                <a:gd name="T28" fmla="*/ 29 w 49"/>
                <a:gd name="T29" fmla="*/ 10 h 57"/>
                <a:gd name="T30" fmla="*/ 35 w 49"/>
                <a:gd name="T31" fmla="*/ 14 h 57"/>
                <a:gd name="T32" fmla="*/ 37 w 49"/>
                <a:gd name="T33" fmla="*/ 22 h 57"/>
                <a:gd name="T34" fmla="*/ 31 w 49"/>
                <a:gd name="T35" fmla="*/ 39 h 57"/>
                <a:gd name="T36" fmla="*/ 18 w 49"/>
                <a:gd name="T37" fmla="*/ 46 h 57"/>
                <a:gd name="T38" fmla="*/ 14 w 49"/>
                <a:gd name="T39" fmla="*/ 44 h 57"/>
                <a:gd name="T40" fmla="*/ 12 w 49"/>
                <a:gd name="T41" fmla="*/ 37 h 57"/>
                <a:gd name="T42" fmla="*/ 15 w 49"/>
                <a:gd name="T43" fmla="*/ 23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9" h="57">
                  <a:moveTo>
                    <a:pt x="17" y="57"/>
                  </a:moveTo>
                  <a:cubicBezTo>
                    <a:pt x="23" y="57"/>
                    <a:pt x="29" y="54"/>
                    <a:pt x="36" y="49"/>
                  </a:cubicBezTo>
                  <a:cubicBezTo>
                    <a:pt x="42" y="43"/>
                    <a:pt x="46" y="37"/>
                    <a:pt x="48" y="29"/>
                  </a:cubicBezTo>
                  <a:cubicBezTo>
                    <a:pt x="48" y="29"/>
                    <a:pt x="48" y="29"/>
                    <a:pt x="48" y="29"/>
                  </a:cubicBezTo>
                  <a:cubicBezTo>
                    <a:pt x="49" y="26"/>
                    <a:pt x="49" y="24"/>
                    <a:pt x="49" y="21"/>
                  </a:cubicBezTo>
                  <a:cubicBezTo>
                    <a:pt x="49" y="15"/>
                    <a:pt x="48" y="10"/>
                    <a:pt x="44" y="6"/>
                  </a:cubicBezTo>
                  <a:cubicBezTo>
                    <a:pt x="40" y="2"/>
                    <a:pt x="36" y="0"/>
                    <a:pt x="30" y="0"/>
                  </a:cubicBezTo>
                  <a:cubicBezTo>
                    <a:pt x="22" y="0"/>
                    <a:pt x="14" y="4"/>
                    <a:pt x="9" y="12"/>
                  </a:cubicBezTo>
                  <a:cubicBezTo>
                    <a:pt x="3" y="21"/>
                    <a:pt x="0" y="29"/>
                    <a:pt x="0" y="38"/>
                  </a:cubicBezTo>
                  <a:cubicBezTo>
                    <a:pt x="0" y="43"/>
                    <a:pt x="1" y="48"/>
                    <a:pt x="4" y="51"/>
                  </a:cubicBezTo>
                  <a:cubicBezTo>
                    <a:pt x="8" y="55"/>
                    <a:pt x="12" y="57"/>
                    <a:pt x="17" y="57"/>
                  </a:cubicBezTo>
                  <a:close/>
                  <a:moveTo>
                    <a:pt x="15" y="23"/>
                  </a:moveTo>
                  <a:cubicBezTo>
                    <a:pt x="18" y="18"/>
                    <a:pt x="20" y="15"/>
                    <a:pt x="22" y="13"/>
                  </a:cubicBezTo>
                  <a:cubicBezTo>
                    <a:pt x="22" y="13"/>
                    <a:pt x="22" y="13"/>
                    <a:pt x="22" y="13"/>
                  </a:cubicBezTo>
                  <a:cubicBezTo>
                    <a:pt x="24" y="11"/>
                    <a:pt x="27" y="10"/>
                    <a:pt x="29" y="10"/>
                  </a:cubicBezTo>
                  <a:cubicBezTo>
                    <a:pt x="32" y="10"/>
                    <a:pt x="34" y="11"/>
                    <a:pt x="35" y="14"/>
                  </a:cubicBezTo>
                  <a:cubicBezTo>
                    <a:pt x="37" y="16"/>
                    <a:pt x="37" y="19"/>
                    <a:pt x="37" y="22"/>
                  </a:cubicBezTo>
                  <a:cubicBezTo>
                    <a:pt x="37" y="28"/>
                    <a:pt x="35" y="34"/>
                    <a:pt x="31" y="39"/>
                  </a:cubicBezTo>
                  <a:cubicBezTo>
                    <a:pt x="26" y="44"/>
                    <a:pt x="22" y="46"/>
                    <a:pt x="18" y="46"/>
                  </a:cubicBezTo>
                  <a:cubicBezTo>
                    <a:pt x="16" y="46"/>
                    <a:pt x="15" y="45"/>
                    <a:pt x="14" y="44"/>
                  </a:cubicBezTo>
                  <a:cubicBezTo>
                    <a:pt x="12" y="42"/>
                    <a:pt x="12" y="39"/>
                    <a:pt x="12" y="37"/>
                  </a:cubicBezTo>
                  <a:cubicBezTo>
                    <a:pt x="12" y="32"/>
                    <a:pt x="13" y="27"/>
                    <a:pt x="15"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 name="Freeform 344"/>
            <p:cNvSpPr>
              <a:spLocks/>
            </p:cNvSpPr>
            <p:nvPr/>
          </p:nvSpPr>
          <p:spPr bwMode="auto">
            <a:xfrm>
              <a:off x="7042150" y="2765426"/>
              <a:ext cx="93663" cy="77788"/>
            </a:xfrm>
            <a:custGeom>
              <a:avLst/>
              <a:gdLst>
                <a:gd name="T0" fmla="*/ 14 w 63"/>
                <a:gd name="T1" fmla="*/ 1 h 52"/>
                <a:gd name="T2" fmla="*/ 9 w 63"/>
                <a:gd name="T3" fmla="*/ 0 h 52"/>
                <a:gd name="T4" fmla="*/ 5 w 63"/>
                <a:gd name="T5" fmla="*/ 2 h 52"/>
                <a:gd name="T6" fmla="*/ 3 w 63"/>
                <a:gd name="T7" fmla="*/ 7 h 52"/>
                <a:gd name="T8" fmla="*/ 1 w 63"/>
                <a:gd name="T9" fmla="*/ 34 h 52"/>
                <a:gd name="T10" fmla="*/ 0 w 63"/>
                <a:gd name="T11" fmla="*/ 45 h 52"/>
                <a:gd name="T12" fmla="*/ 7 w 63"/>
                <a:gd name="T13" fmla="*/ 52 h 52"/>
                <a:gd name="T14" fmla="*/ 10 w 63"/>
                <a:gd name="T15" fmla="*/ 51 h 52"/>
                <a:gd name="T16" fmla="*/ 11 w 63"/>
                <a:gd name="T17" fmla="*/ 47 h 52"/>
                <a:gd name="T18" fmla="*/ 22 w 63"/>
                <a:gd name="T19" fmla="*/ 28 h 52"/>
                <a:gd name="T20" fmla="*/ 35 w 63"/>
                <a:gd name="T21" fmla="*/ 14 h 52"/>
                <a:gd name="T22" fmla="*/ 40 w 63"/>
                <a:gd name="T23" fmla="*/ 27 h 52"/>
                <a:gd name="T24" fmla="*/ 43 w 63"/>
                <a:gd name="T25" fmla="*/ 44 h 52"/>
                <a:gd name="T26" fmla="*/ 43 w 63"/>
                <a:gd name="T27" fmla="*/ 44 h 52"/>
                <a:gd name="T28" fmla="*/ 52 w 63"/>
                <a:gd name="T29" fmla="*/ 49 h 52"/>
                <a:gd name="T30" fmla="*/ 60 w 63"/>
                <a:gd name="T31" fmla="*/ 46 h 52"/>
                <a:gd name="T32" fmla="*/ 63 w 63"/>
                <a:gd name="T33" fmla="*/ 41 h 52"/>
                <a:gd name="T34" fmla="*/ 61 w 63"/>
                <a:gd name="T35" fmla="*/ 38 h 52"/>
                <a:gd name="T36" fmla="*/ 58 w 63"/>
                <a:gd name="T37" fmla="*/ 39 h 52"/>
                <a:gd name="T38" fmla="*/ 55 w 63"/>
                <a:gd name="T39" fmla="*/ 39 h 52"/>
                <a:gd name="T40" fmla="*/ 51 w 63"/>
                <a:gd name="T41" fmla="*/ 20 h 52"/>
                <a:gd name="T42" fmla="*/ 37 w 63"/>
                <a:gd name="T43" fmla="*/ 2 h 52"/>
                <a:gd name="T44" fmla="*/ 13 w 63"/>
                <a:gd name="T45" fmla="*/ 27 h 52"/>
                <a:gd name="T46" fmla="*/ 15 w 63"/>
                <a:gd name="T47" fmla="*/ 9 h 52"/>
                <a:gd name="T48" fmla="*/ 14 w 63"/>
                <a:gd name="T49" fmla="*/ 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3" h="52">
                  <a:moveTo>
                    <a:pt x="14" y="1"/>
                  </a:moveTo>
                  <a:cubicBezTo>
                    <a:pt x="13" y="0"/>
                    <a:pt x="11" y="0"/>
                    <a:pt x="9" y="0"/>
                  </a:cubicBezTo>
                  <a:cubicBezTo>
                    <a:pt x="8" y="0"/>
                    <a:pt x="6" y="1"/>
                    <a:pt x="5" y="2"/>
                  </a:cubicBezTo>
                  <a:cubicBezTo>
                    <a:pt x="4" y="4"/>
                    <a:pt x="3" y="6"/>
                    <a:pt x="3" y="7"/>
                  </a:cubicBezTo>
                  <a:cubicBezTo>
                    <a:pt x="3" y="18"/>
                    <a:pt x="2" y="27"/>
                    <a:pt x="1" y="34"/>
                  </a:cubicBezTo>
                  <a:cubicBezTo>
                    <a:pt x="0" y="40"/>
                    <a:pt x="0" y="43"/>
                    <a:pt x="0" y="45"/>
                  </a:cubicBezTo>
                  <a:cubicBezTo>
                    <a:pt x="0" y="50"/>
                    <a:pt x="2" y="52"/>
                    <a:pt x="7" y="52"/>
                  </a:cubicBezTo>
                  <a:cubicBezTo>
                    <a:pt x="8" y="52"/>
                    <a:pt x="9" y="51"/>
                    <a:pt x="10" y="51"/>
                  </a:cubicBezTo>
                  <a:cubicBezTo>
                    <a:pt x="10" y="50"/>
                    <a:pt x="11" y="49"/>
                    <a:pt x="11" y="47"/>
                  </a:cubicBezTo>
                  <a:cubicBezTo>
                    <a:pt x="13" y="43"/>
                    <a:pt x="16" y="37"/>
                    <a:pt x="22" y="28"/>
                  </a:cubicBezTo>
                  <a:cubicBezTo>
                    <a:pt x="28" y="19"/>
                    <a:pt x="32" y="14"/>
                    <a:pt x="35" y="14"/>
                  </a:cubicBezTo>
                  <a:cubicBezTo>
                    <a:pt x="37" y="14"/>
                    <a:pt x="39" y="18"/>
                    <a:pt x="40" y="27"/>
                  </a:cubicBezTo>
                  <a:cubicBezTo>
                    <a:pt x="41" y="35"/>
                    <a:pt x="42" y="41"/>
                    <a:pt x="43" y="44"/>
                  </a:cubicBezTo>
                  <a:cubicBezTo>
                    <a:pt x="43" y="44"/>
                    <a:pt x="43" y="44"/>
                    <a:pt x="43" y="44"/>
                  </a:cubicBezTo>
                  <a:cubicBezTo>
                    <a:pt x="45" y="47"/>
                    <a:pt x="48" y="49"/>
                    <a:pt x="52" y="49"/>
                  </a:cubicBezTo>
                  <a:cubicBezTo>
                    <a:pt x="55" y="49"/>
                    <a:pt x="58" y="48"/>
                    <a:pt x="60" y="46"/>
                  </a:cubicBezTo>
                  <a:cubicBezTo>
                    <a:pt x="62" y="44"/>
                    <a:pt x="63" y="42"/>
                    <a:pt x="63" y="41"/>
                  </a:cubicBezTo>
                  <a:cubicBezTo>
                    <a:pt x="63" y="39"/>
                    <a:pt x="62" y="38"/>
                    <a:pt x="61" y="38"/>
                  </a:cubicBezTo>
                  <a:cubicBezTo>
                    <a:pt x="60" y="38"/>
                    <a:pt x="59" y="38"/>
                    <a:pt x="58" y="39"/>
                  </a:cubicBezTo>
                  <a:cubicBezTo>
                    <a:pt x="57" y="39"/>
                    <a:pt x="56" y="39"/>
                    <a:pt x="55" y="39"/>
                  </a:cubicBezTo>
                  <a:cubicBezTo>
                    <a:pt x="54" y="39"/>
                    <a:pt x="52" y="33"/>
                    <a:pt x="51" y="20"/>
                  </a:cubicBezTo>
                  <a:cubicBezTo>
                    <a:pt x="49" y="8"/>
                    <a:pt x="45" y="2"/>
                    <a:pt x="37" y="2"/>
                  </a:cubicBezTo>
                  <a:cubicBezTo>
                    <a:pt x="28" y="2"/>
                    <a:pt x="20" y="10"/>
                    <a:pt x="13" y="27"/>
                  </a:cubicBezTo>
                  <a:cubicBezTo>
                    <a:pt x="15" y="18"/>
                    <a:pt x="15" y="12"/>
                    <a:pt x="15" y="9"/>
                  </a:cubicBezTo>
                  <a:cubicBezTo>
                    <a:pt x="15" y="5"/>
                    <a:pt x="15" y="2"/>
                    <a:pt x="1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 name="Freeform 345"/>
            <p:cNvSpPr>
              <a:spLocks/>
            </p:cNvSpPr>
            <p:nvPr/>
          </p:nvSpPr>
          <p:spPr bwMode="auto">
            <a:xfrm>
              <a:off x="6403975" y="1500188"/>
              <a:ext cx="749300" cy="1114425"/>
            </a:xfrm>
            <a:custGeom>
              <a:avLst/>
              <a:gdLst>
                <a:gd name="T0" fmla="*/ 501 w 501"/>
                <a:gd name="T1" fmla="*/ 390 h 746"/>
                <a:gd name="T2" fmla="*/ 452 w 501"/>
                <a:gd name="T3" fmla="*/ 390 h 746"/>
                <a:gd name="T4" fmla="*/ 452 w 501"/>
                <a:gd name="T5" fmla="*/ 366 h 746"/>
                <a:gd name="T6" fmla="*/ 471 w 501"/>
                <a:gd name="T7" fmla="*/ 337 h 746"/>
                <a:gd name="T8" fmla="*/ 388 w 501"/>
                <a:gd name="T9" fmla="*/ 27 h 746"/>
                <a:gd name="T10" fmla="*/ 332 w 501"/>
                <a:gd name="T11" fmla="*/ 0 h 746"/>
                <a:gd name="T12" fmla="*/ 328 w 501"/>
                <a:gd name="T13" fmla="*/ 0 h 746"/>
                <a:gd name="T14" fmla="*/ 173 w 501"/>
                <a:gd name="T15" fmla="*/ 0 h 746"/>
                <a:gd name="T16" fmla="*/ 169 w 501"/>
                <a:gd name="T17" fmla="*/ 0 h 746"/>
                <a:gd name="T18" fmla="*/ 113 w 501"/>
                <a:gd name="T19" fmla="*/ 27 h 746"/>
                <a:gd name="T20" fmla="*/ 31 w 501"/>
                <a:gd name="T21" fmla="*/ 337 h 746"/>
                <a:gd name="T22" fmla="*/ 49 w 501"/>
                <a:gd name="T23" fmla="*/ 366 h 746"/>
                <a:gd name="T24" fmla="*/ 49 w 501"/>
                <a:gd name="T25" fmla="*/ 390 h 746"/>
                <a:gd name="T26" fmla="*/ 0 w 501"/>
                <a:gd name="T27" fmla="*/ 390 h 746"/>
                <a:gd name="T28" fmla="*/ 0 w 501"/>
                <a:gd name="T29" fmla="*/ 676 h 746"/>
                <a:gd name="T30" fmla="*/ 122 w 501"/>
                <a:gd name="T31" fmla="*/ 676 h 746"/>
                <a:gd name="T32" fmla="*/ 122 w 501"/>
                <a:gd name="T33" fmla="*/ 390 h 746"/>
                <a:gd name="T34" fmla="*/ 74 w 501"/>
                <a:gd name="T35" fmla="*/ 390 h 746"/>
                <a:gd name="T36" fmla="*/ 74 w 501"/>
                <a:gd name="T37" fmla="*/ 367 h 746"/>
                <a:gd name="T38" fmla="*/ 95 w 501"/>
                <a:gd name="T39" fmla="*/ 337 h 746"/>
                <a:gd name="T40" fmla="*/ 139 w 501"/>
                <a:gd name="T41" fmla="*/ 94 h 746"/>
                <a:gd name="T42" fmla="*/ 142 w 501"/>
                <a:gd name="T43" fmla="*/ 90 h 746"/>
                <a:gd name="T44" fmla="*/ 142 w 501"/>
                <a:gd name="T45" fmla="*/ 229 h 746"/>
                <a:gd name="T46" fmla="*/ 142 w 501"/>
                <a:gd name="T47" fmla="*/ 305 h 746"/>
                <a:gd name="T48" fmla="*/ 142 w 501"/>
                <a:gd name="T49" fmla="*/ 697 h 746"/>
                <a:gd name="T50" fmla="*/ 192 w 501"/>
                <a:gd name="T51" fmla="*/ 746 h 746"/>
                <a:gd name="T52" fmla="*/ 241 w 501"/>
                <a:gd name="T53" fmla="*/ 697 h 746"/>
                <a:gd name="T54" fmla="*/ 241 w 501"/>
                <a:gd name="T55" fmla="*/ 336 h 746"/>
                <a:gd name="T56" fmla="*/ 260 w 501"/>
                <a:gd name="T57" fmla="*/ 336 h 746"/>
                <a:gd name="T58" fmla="*/ 260 w 501"/>
                <a:gd name="T59" fmla="*/ 697 h 746"/>
                <a:gd name="T60" fmla="*/ 309 w 501"/>
                <a:gd name="T61" fmla="*/ 746 h 746"/>
                <a:gd name="T62" fmla="*/ 359 w 501"/>
                <a:gd name="T63" fmla="*/ 697 h 746"/>
                <a:gd name="T64" fmla="*/ 359 w 501"/>
                <a:gd name="T65" fmla="*/ 305 h 746"/>
                <a:gd name="T66" fmla="*/ 359 w 501"/>
                <a:gd name="T67" fmla="*/ 229 h 746"/>
                <a:gd name="T68" fmla="*/ 359 w 501"/>
                <a:gd name="T69" fmla="*/ 89 h 746"/>
                <a:gd name="T70" fmla="*/ 407 w 501"/>
                <a:gd name="T71" fmla="*/ 337 h 746"/>
                <a:gd name="T72" fmla="*/ 427 w 501"/>
                <a:gd name="T73" fmla="*/ 367 h 746"/>
                <a:gd name="T74" fmla="*/ 427 w 501"/>
                <a:gd name="T75" fmla="*/ 390 h 746"/>
                <a:gd name="T76" fmla="*/ 379 w 501"/>
                <a:gd name="T77" fmla="*/ 390 h 746"/>
                <a:gd name="T78" fmla="*/ 379 w 501"/>
                <a:gd name="T79" fmla="*/ 676 h 746"/>
                <a:gd name="T80" fmla="*/ 501 w 501"/>
                <a:gd name="T81" fmla="*/ 676 h 746"/>
                <a:gd name="T82" fmla="*/ 501 w 501"/>
                <a:gd name="T83" fmla="*/ 390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01" h="746">
                  <a:moveTo>
                    <a:pt x="501" y="390"/>
                  </a:moveTo>
                  <a:cubicBezTo>
                    <a:pt x="452" y="390"/>
                    <a:pt x="452" y="390"/>
                    <a:pt x="452" y="390"/>
                  </a:cubicBezTo>
                  <a:cubicBezTo>
                    <a:pt x="452" y="366"/>
                    <a:pt x="452" y="366"/>
                    <a:pt x="452" y="366"/>
                  </a:cubicBezTo>
                  <a:cubicBezTo>
                    <a:pt x="463" y="361"/>
                    <a:pt x="471" y="350"/>
                    <a:pt x="471" y="337"/>
                  </a:cubicBezTo>
                  <a:cubicBezTo>
                    <a:pt x="470" y="179"/>
                    <a:pt x="442" y="75"/>
                    <a:pt x="388" y="27"/>
                  </a:cubicBezTo>
                  <a:cubicBezTo>
                    <a:pt x="366" y="6"/>
                    <a:pt x="344" y="1"/>
                    <a:pt x="332" y="0"/>
                  </a:cubicBezTo>
                  <a:cubicBezTo>
                    <a:pt x="330" y="0"/>
                    <a:pt x="329" y="0"/>
                    <a:pt x="328" y="0"/>
                  </a:cubicBezTo>
                  <a:cubicBezTo>
                    <a:pt x="173" y="0"/>
                    <a:pt x="173" y="0"/>
                    <a:pt x="173" y="0"/>
                  </a:cubicBezTo>
                  <a:cubicBezTo>
                    <a:pt x="172" y="0"/>
                    <a:pt x="171" y="0"/>
                    <a:pt x="169" y="0"/>
                  </a:cubicBezTo>
                  <a:cubicBezTo>
                    <a:pt x="157" y="1"/>
                    <a:pt x="135" y="6"/>
                    <a:pt x="113" y="27"/>
                  </a:cubicBezTo>
                  <a:cubicBezTo>
                    <a:pt x="59" y="75"/>
                    <a:pt x="32" y="179"/>
                    <a:pt x="31" y="337"/>
                  </a:cubicBezTo>
                  <a:cubicBezTo>
                    <a:pt x="30" y="350"/>
                    <a:pt x="38" y="361"/>
                    <a:pt x="49" y="366"/>
                  </a:cubicBezTo>
                  <a:cubicBezTo>
                    <a:pt x="49" y="390"/>
                    <a:pt x="49" y="390"/>
                    <a:pt x="49" y="390"/>
                  </a:cubicBezTo>
                  <a:cubicBezTo>
                    <a:pt x="0" y="390"/>
                    <a:pt x="0" y="390"/>
                    <a:pt x="0" y="390"/>
                  </a:cubicBezTo>
                  <a:cubicBezTo>
                    <a:pt x="0" y="676"/>
                    <a:pt x="0" y="676"/>
                    <a:pt x="0" y="676"/>
                  </a:cubicBezTo>
                  <a:cubicBezTo>
                    <a:pt x="122" y="676"/>
                    <a:pt x="122" y="676"/>
                    <a:pt x="122" y="676"/>
                  </a:cubicBezTo>
                  <a:cubicBezTo>
                    <a:pt x="122" y="390"/>
                    <a:pt x="122" y="390"/>
                    <a:pt x="122" y="390"/>
                  </a:cubicBezTo>
                  <a:cubicBezTo>
                    <a:pt x="74" y="390"/>
                    <a:pt x="74" y="390"/>
                    <a:pt x="74" y="390"/>
                  </a:cubicBezTo>
                  <a:cubicBezTo>
                    <a:pt x="74" y="367"/>
                    <a:pt x="74" y="367"/>
                    <a:pt x="74" y="367"/>
                  </a:cubicBezTo>
                  <a:cubicBezTo>
                    <a:pt x="86" y="362"/>
                    <a:pt x="94" y="351"/>
                    <a:pt x="95" y="337"/>
                  </a:cubicBezTo>
                  <a:cubicBezTo>
                    <a:pt x="95" y="194"/>
                    <a:pt x="119" y="126"/>
                    <a:pt x="139" y="94"/>
                  </a:cubicBezTo>
                  <a:cubicBezTo>
                    <a:pt x="140" y="93"/>
                    <a:pt x="141" y="91"/>
                    <a:pt x="142" y="90"/>
                  </a:cubicBezTo>
                  <a:cubicBezTo>
                    <a:pt x="142" y="229"/>
                    <a:pt x="142" y="229"/>
                    <a:pt x="142" y="229"/>
                  </a:cubicBezTo>
                  <a:cubicBezTo>
                    <a:pt x="142" y="305"/>
                    <a:pt x="142" y="305"/>
                    <a:pt x="142" y="305"/>
                  </a:cubicBezTo>
                  <a:cubicBezTo>
                    <a:pt x="142" y="697"/>
                    <a:pt x="142" y="697"/>
                    <a:pt x="142" y="697"/>
                  </a:cubicBezTo>
                  <a:cubicBezTo>
                    <a:pt x="142" y="724"/>
                    <a:pt x="164" y="746"/>
                    <a:pt x="192" y="746"/>
                  </a:cubicBezTo>
                  <a:cubicBezTo>
                    <a:pt x="219" y="746"/>
                    <a:pt x="241" y="724"/>
                    <a:pt x="241" y="697"/>
                  </a:cubicBezTo>
                  <a:cubicBezTo>
                    <a:pt x="241" y="336"/>
                    <a:pt x="241" y="336"/>
                    <a:pt x="241" y="336"/>
                  </a:cubicBezTo>
                  <a:cubicBezTo>
                    <a:pt x="260" y="336"/>
                    <a:pt x="260" y="336"/>
                    <a:pt x="260" y="336"/>
                  </a:cubicBezTo>
                  <a:cubicBezTo>
                    <a:pt x="260" y="697"/>
                    <a:pt x="260" y="697"/>
                    <a:pt x="260" y="697"/>
                  </a:cubicBezTo>
                  <a:cubicBezTo>
                    <a:pt x="260" y="724"/>
                    <a:pt x="282" y="746"/>
                    <a:pt x="309" y="746"/>
                  </a:cubicBezTo>
                  <a:cubicBezTo>
                    <a:pt x="337" y="746"/>
                    <a:pt x="359" y="724"/>
                    <a:pt x="359" y="697"/>
                  </a:cubicBezTo>
                  <a:cubicBezTo>
                    <a:pt x="359" y="305"/>
                    <a:pt x="359" y="305"/>
                    <a:pt x="359" y="305"/>
                  </a:cubicBezTo>
                  <a:cubicBezTo>
                    <a:pt x="359" y="229"/>
                    <a:pt x="359" y="229"/>
                    <a:pt x="359" y="229"/>
                  </a:cubicBezTo>
                  <a:cubicBezTo>
                    <a:pt x="359" y="89"/>
                    <a:pt x="359" y="89"/>
                    <a:pt x="359" y="89"/>
                  </a:cubicBezTo>
                  <a:cubicBezTo>
                    <a:pt x="380" y="120"/>
                    <a:pt x="406" y="188"/>
                    <a:pt x="407" y="337"/>
                  </a:cubicBezTo>
                  <a:cubicBezTo>
                    <a:pt x="407" y="351"/>
                    <a:pt x="415" y="362"/>
                    <a:pt x="427" y="367"/>
                  </a:cubicBezTo>
                  <a:cubicBezTo>
                    <a:pt x="427" y="390"/>
                    <a:pt x="427" y="390"/>
                    <a:pt x="427" y="390"/>
                  </a:cubicBezTo>
                  <a:cubicBezTo>
                    <a:pt x="379" y="390"/>
                    <a:pt x="379" y="390"/>
                    <a:pt x="379" y="390"/>
                  </a:cubicBezTo>
                  <a:cubicBezTo>
                    <a:pt x="379" y="676"/>
                    <a:pt x="379" y="676"/>
                    <a:pt x="379" y="676"/>
                  </a:cubicBezTo>
                  <a:cubicBezTo>
                    <a:pt x="501" y="676"/>
                    <a:pt x="501" y="676"/>
                    <a:pt x="501" y="676"/>
                  </a:cubicBezTo>
                  <a:lnTo>
                    <a:pt x="501" y="3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 name="Oval 346"/>
            <p:cNvSpPr>
              <a:spLocks noChangeArrowheads="1"/>
            </p:cNvSpPr>
            <p:nvPr/>
          </p:nvSpPr>
          <p:spPr bwMode="auto">
            <a:xfrm>
              <a:off x="6645275" y="1196976"/>
              <a:ext cx="268288" cy="2682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 name="Freeform 347"/>
            <p:cNvSpPr>
              <a:spLocks noEditPoints="1"/>
            </p:cNvSpPr>
            <p:nvPr/>
          </p:nvSpPr>
          <p:spPr bwMode="auto">
            <a:xfrm>
              <a:off x="7712075" y="793751"/>
              <a:ext cx="361950" cy="568325"/>
            </a:xfrm>
            <a:custGeom>
              <a:avLst/>
              <a:gdLst>
                <a:gd name="T0" fmla="*/ 95 w 243"/>
                <a:gd name="T1" fmla="*/ 240 h 380"/>
                <a:gd name="T2" fmla="*/ 121 w 243"/>
                <a:gd name="T3" fmla="*/ 380 h 380"/>
                <a:gd name="T4" fmla="*/ 148 w 243"/>
                <a:gd name="T5" fmla="*/ 240 h 380"/>
                <a:gd name="T6" fmla="*/ 243 w 243"/>
                <a:gd name="T7" fmla="*/ 121 h 380"/>
                <a:gd name="T8" fmla="*/ 121 w 243"/>
                <a:gd name="T9" fmla="*/ 0 h 380"/>
                <a:gd name="T10" fmla="*/ 0 w 243"/>
                <a:gd name="T11" fmla="*/ 121 h 380"/>
                <a:gd name="T12" fmla="*/ 95 w 243"/>
                <a:gd name="T13" fmla="*/ 240 h 380"/>
                <a:gd name="T14" fmla="*/ 121 w 243"/>
                <a:gd name="T15" fmla="*/ 36 h 380"/>
                <a:gd name="T16" fmla="*/ 207 w 243"/>
                <a:gd name="T17" fmla="*/ 121 h 380"/>
                <a:gd name="T18" fmla="*/ 121 w 243"/>
                <a:gd name="T19" fmla="*/ 207 h 380"/>
                <a:gd name="T20" fmla="*/ 36 w 243"/>
                <a:gd name="T21" fmla="*/ 121 h 380"/>
                <a:gd name="T22" fmla="*/ 121 w 243"/>
                <a:gd name="T23" fmla="*/ 36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3" h="380">
                  <a:moveTo>
                    <a:pt x="95" y="240"/>
                  </a:moveTo>
                  <a:cubicBezTo>
                    <a:pt x="121" y="380"/>
                    <a:pt x="121" y="380"/>
                    <a:pt x="121" y="380"/>
                  </a:cubicBezTo>
                  <a:cubicBezTo>
                    <a:pt x="148" y="240"/>
                    <a:pt x="148" y="240"/>
                    <a:pt x="148" y="240"/>
                  </a:cubicBezTo>
                  <a:cubicBezTo>
                    <a:pt x="203" y="228"/>
                    <a:pt x="243" y="180"/>
                    <a:pt x="243" y="121"/>
                  </a:cubicBezTo>
                  <a:cubicBezTo>
                    <a:pt x="243" y="54"/>
                    <a:pt x="189" y="0"/>
                    <a:pt x="121" y="0"/>
                  </a:cubicBezTo>
                  <a:cubicBezTo>
                    <a:pt x="54" y="0"/>
                    <a:pt x="0" y="54"/>
                    <a:pt x="0" y="121"/>
                  </a:cubicBezTo>
                  <a:cubicBezTo>
                    <a:pt x="0" y="180"/>
                    <a:pt x="40" y="228"/>
                    <a:pt x="95" y="240"/>
                  </a:cubicBezTo>
                  <a:close/>
                  <a:moveTo>
                    <a:pt x="121" y="36"/>
                  </a:moveTo>
                  <a:cubicBezTo>
                    <a:pt x="169" y="36"/>
                    <a:pt x="207" y="74"/>
                    <a:pt x="207" y="121"/>
                  </a:cubicBezTo>
                  <a:cubicBezTo>
                    <a:pt x="207" y="169"/>
                    <a:pt x="169" y="207"/>
                    <a:pt x="121" y="207"/>
                  </a:cubicBezTo>
                  <a:cubicBezTo>
                    <a:pt x="74" y="207"/>
                    <a:pt x="36" y="169"/>
                    <a:pt x="36" y="121"/>
                  </a:cubicBezTo>
                  <a:cubicBezTo>
                    <a:pt x="36" y="74"/>
                    <a:pt x="74" y="36"/>
                    <a:pt x="12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 name="Oval 348"/>
            <p:cNvSpPr>
              <a:spLocks noChangeArrowheads="1"/>
            </p:cNvSpPr>
            <p:nvPr/>
          </p:nvSpPr>
          <p:spPr bwMode="auto">
            <a:xfrm>
              <a:off x="7845425" y="928688"/>
              <a:ext cx="95250" cy="936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21" name="组合 320"/>
          <p:cNvGrpSpPr/>
          <p:nvPr/>
        </p:nvGrpSpPr>
        <p:grpSpPr>
          <a:xfrm>
            <a:off x="7926388" y="995363"/>
            <a:ext cx="1566863" cy="1900238"/>
            <a:chOff x="7926388" y="995363"/>
            <a:chExt cx="1566863" cy="1900238"/>
          </a:xfrm>
          <a:solidFill>
            <a:schemeClr val="tx1">
              <a:lumMod val="65000"/>
              <a:lumOff val="35000"/>
            </a:schemeClr>
          </a:solidFill>
        </p:grpSpPr>
        <p:sp>
          <p:nvSpPr>
            <p:cNvPr id="322" name="Freeform 349"/>
            <p:cNvSpPr>
              <a:spLocks/>
            </p:cNvSpPr>
            <p:nvPr/>
          </p:nvSpPr>
          <p:spPr bwMode="auto">
            <a:xfrm>
              <a:off x="8605838" y="1947863"/>
              <a:ext cx="112713" cy="96838"/>
            </a:xfrm>
            <a:custGeom>
              <a:avLst/>
              <a:gdLst>
                <a:gd name="T0" fmla="*/ 34 w 75"/>
                <a:gd name="T1" fmla="*/ 40 h 65"/>
                <a:gd name="T2" fmla="*/ 7 w 75"/>
                <a:gd name="T3" fmla="*/ 57 h 65"/>
                <a:gd name="T4" fmla="*/ 0 w 75"/>
                <a:gd name="T5" fmla="*/ 58 h 65"/>
                <a:gd name="T6" fmla="*/ 38 w 75"/>
                <a:gd name="T7" fmla="*/ 65 h 65"/>
                <a:gd name="T8" fmla="*/ 42 w 75"/>
                <a:gd name="T9" fmla="*/ 65 h 65"/>
                <a:gd name="T10" fmla="*/ 73 w 75"/>
                <a:gd name="T11" fmla="*/ 36 h 65"/>
                <a:gd name="T12" fmla="*/ 45 w 75"/>
                <a:gd name="T13" fmla="*/ 1 h 65"/>
                <a:gd name="T14" fmla="*/ 38 w 75"/>
                <a:gd name="T15" fmla="*/ 0 h 65"/>
                <a:gd name="T16" fmla="*/ 41 w 75"/>
                <a:gd name="T17" fmla="*/ 9 h 65"/>
                <a:gd name="T18" fmla="*/ 34 w 75"/>
                <a:gd name="T19" fmla="*/ 4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5" h="65">
                  <a:moveTo>
                    <a:pt x="34" y="40"/>
                  </a:moveTo>
                  <a:cubicBezTo>
                    <a:pt x="28" y="49"/>
                    <a:pt x="18" y="55"/>
                    <a:pt x="7" y="57"/>
                  </a:cubicBezTo>
                  <a:cubicBezTo>
                    <a:pt x="5" y="57"/>
                    <a:pt x="3" y="58"/>
                    <a:pt x="0" y="58"/>
                  </a:cubicBezTo>
                  <a:cubicBezTo>
                    <a:pt x="13" y="61"/>
                    <a:pt x="25" y="63"/>
                    <a:pt x="38" y="65"/>
                  </a:cubicBezTo>
                  <a:cubicBezTo>
                    <a:pt x="39" y="65"/>
                    <a:pt x="40" y="65"/>
                    <a:pt x="42" y="65"/>
                  </a:cubicBezTo>
                  <a:cubicBezTo>
                    <a:pt x="58" y="65"/>
                    <a:pt x="72" y="53"/>
                    <a:pt x="73" y="36"/>
                  </a:cubicBezTo>
                  <a:cubicBezTo>
                    <a:pt x="75" y="19"/>
                    <a:pt x="63" y="3"/>
                    <a:pt x="45" y="1"/>
                  </a:cubicBezTo>
                  <a:cubicBezTo>
                    <a:pt x="43" y="1"/>
                    <a:pt x="40" y="0"/>
                    <a:pt x="38" y="0"/>
                  </a:cubicBezTo>
                  <a:cubicBezTo>
                    <a:pt x="39" y="3"/>
                    <a:pt x="40" y="6"/>
                    <a:pt x="41" y="9"/>
                  </a:cubicBezTo>
                  <a:cubicBezTo>
                    <a:pt x="43" y="20"/>
                    <a:pt x="40" y="31"/>
                    <a:pt x="34"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 name="Freeform 350"/>
            <p:cNvSpPr>
              <a:spLocks noEditPoints="1"/>
            </p:cNvSpPr>
            <p:nvPr/>
          </p:nvSpPr>
          <p:spPr bwMode="auto">
            <a:xfrm>
              <a:off x="8032750" y="2730501"/>
              <a:ext cx="93663" cy="115888"/>
            </a:xfrm>
            <a:custGeom>
              <a:avLst/>
              <a:gdLst>
                <a:gd name="T0" fmla="*/ 0 w 63"/>
                <a:gd name="T1" fmla="*/ 70 h 77"/>
                <a:gd name="T2" fmla="*/ 6 w 63"/>
                <a:gd name="T3" fmla="*/ 77 h 77"/>
                <a:gd name="T4" fmla="*/ 10 w 63"/>
                <a:gd name="T5" fmla="*/ 75 h 77"/>
                <a:gd name="T6" fmla="*/ 12 w 63"/>
                <a:gd name="T7" fmla="*/ 70 h 77"/>
                <a:gd name="T8" fmla="*/ 13 w 63"/>
                <a:gd name="T9" fmla="*/ 52 h 77"/>
                <a:gd name="T10" fmla="*/ 21 w 63"/>
                <a:gd name="T11" fmla="*/ 50 h 77"/>
                <a:gd name="T12" fmla="*/ 51 w 63"/>
                <a:gd name="T13" fmla="*/ 38 h 77"/>
                <a:gd name="T14" fmla="*/ 63 w 63"/>
                <a:gd name="T15" fmla="*/ 17 h 77"/>
                <a:gd name="T16" fmla="*/ 57 w 63"/>
                <a:gd name="T17" fmla="*/ 5 h 77"/>
                <a:gd name="T18" fmla="*/ 38 w 63"/>
                <a:gd name="T19" fmla="*/ 0 h 77"/>
                <a:gd name="T20" fmla="*/ 15 w 63"/>
                <a:gd name="T21" fmla="*/ 3 h 77"/>
                <a:gd name="T22" fmla="*/ 1 w 63"/>
                <a:gd name="T23" fmla="*/ 11 h 77"/>
                <a:gd name="T24" fmla="*/ 5 w 63"/>
                <a:gd name="T25" fmla="*/ 17 h 77"/>
                <a:gd name="T26" fmla="*/ 5 w 63"/>
                <a:gd name="T27" fmla="*/ 21 h 77"/>
                <a:gd name="T28" fmla="*/ 3 w 63"/>
                <a:gd name="T29" fmla="*/ 43 h 77"/>
                <a:gd name="T30" fmla="*/ 0 w 63"/>
                <a:gd name="T31" fmla="*/ 70 h 77"/>
                <a:gd name="T32" fmla="*/ 18 w 63"/>
                <a:gd name="T33" fmla="*/ 14 h 77"/>
                <a:gd name="T34" fmla="*/ 38 w 63"/>
                <a:gd name="T35" fmla="*/ 10 h 77"/>
                <a:gd name="T36" fmla="*/ 51 w 63"/>
                <a:gd name="T37" fmla="*/ 18 h 77"/>
                <a:gd name="T38" fmla="*/ 40 w 63"/>
                <a:gd name="T39" fmla="*/ 32 h 77"/>
                <a:gd name="T40" fmla="*/ 15 w 63"/>
                <a:gd name="T41" fmla="*/ 40 h 77"/>
                <a:gd name="T42" fmla="*/ 18 w 63"/>
                <a:gd name="T43" fmla="*/ 1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3" h="77">
                  <a:moveTo>
                    <a:pt x="0" y="70"/>
                  </a:moveTo>
                  <a:cubicBezTo>
                    <a:pt x="0" y="75"/>
                    <a:pt x="2" y="77"/>
                    <a:pt x="6" y="77"/>
                  </a:cubicBezTo>
                  <a:cubicBezTo>
                    <a:pt x="8" y="77"/>
                    <a:pt x="9" y="77"/>
                    <a:pt x="10" y="75"/>
                  </a:cubicBezTo>
                  <a:cubicBezTo>
                    <a:pt x="12" y="74"/>
                    <a:pt x="12" y="72"/>
                    <a:pt x="12" y="70"/>
                  </a:cubicBezTo>
                  <a:cubicBezTo>
                    <a:pt x="12" y="66"/>
                    <a:pt x="13" y="59"/>
                    <a:pt x="13" y="52"/>
                  </a:cubicBezTo>
                  <a:cubicBezTo>
                    <a:pt x="14" y="51"/>
                    <a:pt x="16" y="51"/>
                    <a:pt x="21" y="50"/>
                  </a:cubicBezTo>
                  <a:cubicBezTo>
                    <a:pt x="33" y="47"/>
                    <a:pt x="43" y="43"/>
                    <a:pt x="51" y="38"/>
                  </a:cubicBezTo>
                  <a:cubicBezTo>
                    <a:pt x="59" y="32"/>
                    <a:pt x="63" y="25"/>
                    <a:pt x="63" y="17"/>
                  </a:cubicBezTo>
                  <a:cubicBezTo>
                    <a:pt x="63" y="12"/>
                    <a:pt x="61" y="8"/>
                    <a:pt x="57" y="5"/>
                  </a:cubicBezTo>
                  <a:cubicBezTo>
                    <a:pt x="52" y="2"/>
                    <a:pt x="46" y="0"/>
                    <a:pt x="38" y="0"/>
                  </a:cubicBezTo>
                  <a:cubicBezTo>
                    <a:pt x="32" y="0"/>
                    <a:pt x="24" y="1"/>
                    <a:pt x="15" y="3"/>
                  </a:cubicBezTo>
                  <a:cubicBezTo>
                    <a:pt x="6" y="5"/>
                    <a:pt x="1" y="8"/>
                    <a:pt x="1" y="11"/>
                  </a:cubicBezTo>
                  <a:cubicBezTo>
                    <a:pt x="1" y="13"/>
                    <a:pt x="2" y="15"/>
                    <a:pt x="5" y="17"/>
                  </a:cubicBezTo>
                  <a:cubicBezTo>
                    <a:pt x="5" y="17"/>
                    <a:pt x="5" y="18"/>
                    <a:pt x="5" y="21"/>
                  </a:cubicBezTo>
                  <a:cubicBezTo>
                    <a:pt x="5" y="24"/>
                    <a:pt x="4" y="31"/>
                    <a:pt x="3" y="43"/>
                  </a:cubicBezTo>
                  <a:cubicBezTo>
                    <a:pt x="1" y="59"/>
                    <a:pt x="0" y="68"/>
                    <a:pt x="0" y="70"/>
                  </a:cubicBezTo>
                  <a:close/>
                  <a:moveTo>
                    <a:pt x="18" y="14"/>
                  </a:moveTo>
                  <a:cubicBezTo>
                    <a:pt x="25" y="11"/>
                    <a:pt x="32" y="10"/>
                    <a:pt x="38" y="10"/>
                  </a:cubicBezTo>
                  <a:cubicBezTo>
                    <a:pt x="47" y="10"/>
                    <a:pt x="51" y="13"/>
                    <a:pt x="51" y="18"/>
                  </a:cubicBezTo>
                  <a:cubicBezTo>
                    <a:pt x="51" y="23"/>
                    <a:pt x="48" y="27"/>
                    <a:pt x="40" y="32"/>
                  </a:cubicBezTo>
                  <a:cubicBezTo>
                    <a:pt x="33" y="36"/>
                    <a:pt x="25" y="39"/>
                    <a:pt x="15" y="40"/>
                  </a:cubicBezTo>
                  <a:lnTo>
                    <a:pt x="18"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 name="Freeform 351"/>
            <p:cNvSpPr>
              <a:spLocks noEditPoints="1"/>
            </p:cNvSpPr>
            <p:nvPr/>
          </p:nvSpPr>
          <p:spPr bwMode="auto">
            <a:xfrm>
              <a:off x="8128000" y="2759076"/>
              <a:ext cx="79375" cy="85725"/>
            </a:xfrm>
            <a:custGeom>
              <a:avLst/>
              <a:gdLst>
                <a:gd name="T0" fmla="*/ 50 w 53"/>
                <a:gd name="T1" fmla="*/ 10 h 57"/>
                <a:gd name="T2" fmla="*/ 44 w 53"/>
                <a:gd name="T3" fmla="*/ 6 h 57"/>
                <a:gd name="T4" fmla="*/ 36 w 53"/>
                <a:gd name="T5" fmla="*/ 0 h 57"/>
                <a:gd name="T6" fmla="*/ 12 w 53"/>
                <a:gd name="T7" fmla="*/ 15 h 57"/>
                <a:gd name="T8" fmla="*/ 0 w 53"/>
                <a:gd name="T9" fmla="*/ 43 h 57"/>
                <a:gd name="T10" fmla="*/ 4 w 53"/>
                <a:gd name="T11" fmla="*/ 52 h 57"/>
                <a:gd name="T12" fmla="*/ 11 w 53"/>
                <a:gd name="T13" fmla="*/ 56 h 57"/>
                <a:gd name="T14" fmla="*/ 37 w 53"/>
                <a:gd name="T15" fmla="*/ 38 h 57"/>
                <a:gd name="T16" fmla="*/ 45 w 53"/>
                <a:gd name="T17" fmla="*/ 57 h 57"/>
                <a:gd name="T18" fmla="*/ 51 w 53"/>
                <a:gd name="T19" fmla="*/ 56 h 57"/>
                <a:gd name="T20" fmla="*/ 53 w 53"/>
                <a:gd name="T21" fmla="*/ 51 h 57"/>
                <a:gd name="T22" fmla="*/ 51 w 53"/>
                <a:gd name="T23" fmla="*/ 49 h 57"/>
                <a:gd name="T24" fmla="*/ 49 w 53"/>
                <a:gd name="T25" fmla="*/ 47 h 57"/>
                <a:gd name="T26" fmla="*/ 48 w 53"/>
                <a:gd name="T27" fmla="*/ 44 h 57"/>
                <a:gd name="T28" fmla="*/ 47 w 53"/>
                <a:gd name="T29" fmla="*/ 35 h 57"/>
                <a:gd name="T30" fmla="*/ 49 w 53"/>
                <a:gd name="T31" fmla="*/ 18 h 57"/>
                <a:gd name="T32" fmla="*/ 50 w 53"/>
                <a:gd name="T33" fmla="*/ 10 h 57"/>
                <a:gd name="T34" fmla="*/ 29 w 53"/>
                <a:gd name="T35" fmla="*/ 34 h 57"/>
                <a:gd name="T36" fmla="*/ 14 w 53"/>
                <a:gd name="T37" fmla="*/ 45 h 57"/>
                <a:gd name="T38" fmla="*/ 13 w 53"/>
                <a:gd name="T39" fmla="*/ 41 h 57"/>
                <a:gd name="T40" fmla="*/ 21 w 53"/>
                <a:gd name="T41" fmla="*/ 22 h 57"/>
                <a:gd name="T42" fmla="*/ 34 w 53"/>
                <a:gd name="T43" fmla="*/ 11 h 57"/>
                <a:gd name="T44" fmla="*/ 36 w 53"/>
                <a:gd name="T45" fmla="*/ 12 h 57"/>
                <a:gd name="T46" fmla="*/ 38 w 53"/>
                <a:gd name="T47" fmla="*/ 16 h 57"/>
                <a:gd name="T48" fmla="*/ 29 w 53"/>
                <a:gd name="T49" fmla="*/ 34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 h="57">
                  <a:moveTo>
                    <a:pt x="50" y="10"/>
                  </a:moveTo>
                  <a:cubicBezTo>
                    <a:pt x="50" y="7"/>
                    <a:pt x="48" y="6"/>
                    <a:pt x="44" y="6"/>
                  </a:cubicBezTo>
                  <a:cubicBezTo>
                    <a:pt x="43" y="2"/>
                    <a:pt x="40" y="0"/>
                    <a:pt x="36" y="0"/>
                  </a:cubicBezTo>
                  <a:cubicBezTo>
                    <a:pt x="28" y="0"/>
                    <a:pt x="20" y="5"/>
                    <a:pt x="12" y="15"/>
                  </a:cubicBezTo>
                  <a:cubicBezTo>
                    <a:pt x="4" y="25"/>
                    <a:pt x="0" y="34"/>
                    <a:pt x="0" y="43"/>
                  </a:cubicBezTo>
                  <a:cubicBezTo>
                    <a:pt x="0" y="47"/>
                    <a:pt x="1" y="50"/>
                    <a:pt x="4" y="52"/>
                  </a:cubicBezTo>
                  <a:cubicBezTo>
                    <a:pt x="6" y="55"/>
                    <a:pt x="8" y="56"/>
                    <a:pt x="11" y="56"/>
                  </a:cubicBezTo>
                  <a:cubicBezTo>
                    <a:pt x="20" y="56"/>
                    <a:pt x="28" y="50"/>
                    <a:pt x="37" y="38"/>
                  </a:cubicBezTo>
                  <a:cubicBezTo>
                    <a:pt x="36" y="51"/>
                    <a:pt x="39" y="57"/>
                    <a:pt x="45" y="57"/>
                  </a:cubicBezTo>
                  <a:cubicBezTo>
                    <a:pt x="47" y="57"/>
                    <a:pt x="49" y="57"/>
                    <a:pt x="51" y="56"/>
                  </a:cubicBezTo>
                  <a:cubicBezTo>
                    <a:pt x="53" y="55"/>
                    <a:pt x="53" y="53"/>
                    <a:pt x="53" y="51"/>
                  </a:cubicBezTo>
                  <a:cubicBezTo>
                    <a:pt x="53" y="50"/>
                    <a:pt x="53" y="49"/>
                    <a:pt x="51" y="49"/>
                  </a:cubicBezTo>
                  <a:cubicBezTo>
                    <a:pt x="50" y="48"/>
                    <a:pt x="49" y="48"/>
                    <a:pt x="49" y="47"/>
                  </a:cubicBezTo>
                  <a:cubicBezTo>
                    <a:pt x="49" y="47"/>
                    <a:pt x="48" y="45"/>
                    <a:pt x="48" y="44"/>
                  </a:cubicBezTo>
                  <a:cubicBezTo>
                    <a:pt x="47" y="42"/>
                    <a:pt x="47" y="39"/>
                    <a:pt x="47" y="35"/>
                  </a:cubicBezTo>
                  <a:cubicBezTo>
                    <a:pt x="47" y="30"/>
                    <a:pt x="48" y="25"/>
                    <a:pt x="49" y="18"/>
                  </a:cubicBezTo>
                  <a:cubicBezTo>
                    <a:pt x="50" y="14"/>
                    <a:pt x="50" y="12"/>
                    <a:pt x="50" y="10"/>
                  </a:cubicBezTo>
                  <a:close/>
                  <a:moveTo>
                    <a:pt x="29" y="34"/>
                  </a:moveTo>
                  <a:cubicBezTo>
                    <a:pt x="23" y="42"/>
                    <a:pt x="18" y="45"/>
                    <a:pt x="14" y="45"/>
                  </a:cubicBezTo>
                  <a:cubicBezTo>
                    <a:pt x="13" y="45"/>
                    <a:pt x="13" y="44"/>
                    <a:pt x="13" y="41"/>
                  </a:cubicBezTo>
                  <a:cubicBezTo>
                    <a:pt x="13" y="36"/>
                    <a:pt x="15" y="29"/>
                    <a:pt x="21" y="22"/>
                  </a:cubicBezTo>
                  <a:cubicBezTo>
                    <a:pt x="26" y="14"/>
                    <a:pt x="31" y="11"/>
                    <a:pt x="34" y="11"/>
                  </a:cubicBezTo>
                  <a:cubicBezTo>
                    <a:pt x="35" y="11"/>
                    <a:pt x="36" y="11"/>
                    <a:pt x="36" y="12"/>
                  </a:cubicBezTo>
                  <a:cubicBezTo>
                    <a:pt x="37" y="13"/>
                    <a:pt x="38" y="14"/>
                    <a:pt x="38" y="16"/>
                  </a:cubicBezTo>
                  <a:cubicBezTo>
                    <a:pt x="38" y="21"/>
                    <a:pt x="35" y="27"/>
                    <a:pt x="29"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 name="Freeform 352"/>
            <p:cNvSpPr>
              <a:spLocks noEditPoints="1"/>
            </p:cNvSpPr>
            <p:nvPr/>
          </p:nvSpPr>
          <p:spPr bwMode="auto">
            <a:xfrm>
              <a:off x="8213725" y="2755901"/>
              <a:ext cx="93663" cy="139700"/>
            </a:xfrm>
            <a:custGeom>
              <a:avLst/>
              <a:gdLst>
                <a:gd name="T0" fmla="*/ 23 w 63"/>
                <a:gd name="T1" fmla="*/ 8 h 93"/>
                <a:gd name="T2" fmla="*/ 17 w 63"/>
                <a:gd name="T3" fmla="*/ 0 h 93"/>
                <a:gd name="T4" fmla="*/ 12 w 63"/>
                <a:gd name="T5" fmla="*/ 2 h 93"/>
                <a:gd name="T6" fmla="*/ 10 w 63"/>
                <a:gd name="T7" fmla="*/ 6 h 93"/>
                <a:gd name="T8" fmla="*/ 10 w 63"/>
                <a:gd name="T9" fmla="*/ 15 h 93"/>
                <a:gd name="T10" fmla="*/ 10 w 63"/>
                <a:gd name="T11" fmla="*/ 16 h 93"/>
                <a:gd name="T12" fmla="*/ 2 w 63"/>
                <a:gd name="T13" fmla="*/ 78 h 93"/>
                <a:gd name="T14" fmla="*/ 0 w 63"/>
                <a:gd name="T15" fmla="*/ 87 h 93"/>
                <a:gd name="T16" fmla="*/ 2 w 63"/>
                <a:gd name="T17" fmla="*/ 91 h 93"/>
                <a:gd name="T18" fmla="*/ 7 w 63"/>
                <a:gd name="T19" fmla="*/ 93 h 93"/>
                <a:gd name="T20" fmla="*/ 11 w 63"/>
                <a:gd name="T21" fmla="*/ 91 h 93"/>
                <a:gd name="T22" fmla="*/ 13 w 63"/>
                <a:gd name="T23" fmla="*/ 84 h 93"/>
                <a:gd name="T24" fmla="*/ 16 w 63"/>
                <a:gd name="T25" fmla="*/ 64 h 93"/>
                <a:gd name="T26" fmla="*/ 17 w 63"/>
                <a:gd name="T27" fmla="*/ 54 h 93"/>
                <a:gd name="T28" fmla="*/ 25 w 63"/>
                <a:gd name="T29" fmla="*/ 58 h 93"/>
                <a:gd name="T30" fmla="*/ 50 w 63"/>
                <a:gd name="T31" fmla="*/ 45 h 93"/>
                <a:gd name="T32" fmla="*/ 63 w 63"/>
                <a:gd name="T33" fmla="*/ 16 h 93"/>
                <a:gd name="T34" fmla="*/ 59 w 63"/>
                <a:gd name="T35" fmla="*/ 5 h 93"/>
                <a:gd name="T36" fmla="*/ 49 w 63"/>
                <a:gd name="T37" fmla="*/ 1 h 93"/>
                <a:gd name="T38" fmla="*/ 35 w 63"/>
                <a:gd name="T39" fmla="*/ 8 h 93"/>
                <a:gd name="T40" fmla="*/ 21 w 63"/>
                <a:gd name="T41" fmla="*/ 24 h 93"/>
                <a:gd name="T42" fmla="*/ 22 w 63"/>
                <a:gd name="T43" fmla="*/ 20 h 93"/>
                <a:gd name="T44" fmla="*/ 23 w 63"/>
                <a:gd name="T45" fmla="*/ 8 h 93"/>
                <a:gd name="T46" fmla="*/ 31 w 63"/>
                <a:gd name="T47" fmla="*/ 25 h 93"/>
                <a:gd name="T48" fmla="*/ 47 w 63"/>
                <a:gd name="T49" fmla="*/ 13 h 93"/>
                <a:gd name="T50" fmla="*/ 49 w 63"/>
                <a:gd name="T51" fmla="*/ 14 h 93"/>
                <a:gd name="T52" fmla="*/ 50 w 63"/>
                <a:gd name="T53" fmla="*/ 19 h 93"/>
                <a:gd name="T54" fmla="*/ 42 w 63"/>
                <a:gd name="T55" fmla="*/ 38 h 93"/>
                <a:gd name="T56" fmla="*/ 27 w 63"/>
                <a:gd name="T57" fmla="*/ 48 h 93"/>
                <a:gd name="T58" fmla="*/ 23 w 63"/>
                <a:gd name="T59" fmla="*/ 47 h 93"/>
                <a:gd name="T60" fmla="*/ 21 w 63"/>
                <a:gd name="T61" fmla="*/ 44 h 93"/>
                <a:gd name="T62" fmla="*/ 31 w 63"/>
                <a:gd name="T63" fmla="*/ 25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3" h="93">
                  <a:moveTo>
                    <a:pt x="23" y="8"/>
                  </a:moveTo>
                  <a:cubicBezTo>
                    <a:pt x="23" y="3"/>
                    <a:pt x="21" y="0"/>
                    <a:pt x="17" y="0"/>
                  </a:cubicBezTo>
                  <a:cubicBezTo>
                    <a:pt x="15" y="0"/>
                    <a:pt x="14" y="1"/>
                    <a:pt x="12" y="2"/>
                  </a:cubicBezTo>
                  <a:cubicBezTo>
                    <a:pt x="11" y="3"/>
                    <a:pt x="10" y="4"/>
                    <a:pt x="10" y="6"/>
                  </a:cubicBezTo>
                  <a:cubicBezTo>
                    <a:pt x="10" y="7"/>
                    <a:pt x="10" y="10"/>
                    <a:pt x="10" y="15"/>
                  </a:cubicBezTo>
                  <a:cubicBezTo>
                    <a:pt x="10" y="16"/>
                    <a:pt x="10" y="16"/>
                    <a:pt x="10" y="16"/>
                  </a:cubicBezTo>
                  <a:cubicBezTo>
                    <a:pt x="9" y="37"/>
                    <a:pt x="7" y="58"/>
                    <a:pt x="2" y="78"/>
                  </a:cubicBezTo>
                  <a:cubicBezTo>
                    <a:pt x="1" y="82"/>
                    <a:pt x="0" y="85"/>
                    <a:pt x="0" y="87"/>
                  </a:cubicBezTo>
                  <a:cubicBezTo>
                    <a:pt x="0" y="89"/>
                    <a:pt x="1" y="90"/>
                    <a:pt x="2" y="91"/>
                  </a:cubicBezTo>
                  <a:cubicBezTo>
                    <a:pt x="4" y="92"/>
                    <a:pt x="5" y="93"/>
                    <a:pt x="7" y="93"/>
                  </a:cubicBezTo>
                  <a:cubicBezTo>
                    <a:pt x="8" y="93"/>
                    <a:pt x="10" y="92"/>
                    <a:pt x="11" y="91"/>
                  </a:cubicBezTo>
                  <a:cubicBezTo>
                    <a:pt x="12" y="90"/>
                    <a:pt x="13" y="87"/>
                    <a:pt x="13" y="84"/>
                  </a:cubicBezTo>
                  <a:cubicBezTo>
                    <a:pt x="16" y="64"/>
                    <a:pt x="16" y="64"/>
                    <a:pt x="16" y="64"/>
                  </a:cubicBezTo>
                  <a:cubicBezTo>
                    <a:pt x="16" y="60"/>
                    <a:pt x="17" y="56"/>
                    <a:pt x="17" y="54"/>
                  </a:cubicBezTo>
                  <a:cubicBezTo>
                    <a:pt x="19" y="57"/>
                    <a:pt x="21" y="58"/>
                    <a:pt x="25" y="58"/>
                  </a:cubicBezTo>
                  <a:cubicBezTo>
                    <a:pt x="33" y="58"/>
                    <a:pt x="42" y="54"/>
                    <a:pt x="50" y="45"/>
                  </a:cubicBezTo>
                  <a:cubicBezTo>
                    <a:pt x="58" y="36"/>
                    <a:pt x="63" y="26"/>
                    <a:pt x="63" y="16"/>
                  </a:cubicBezTo>
                  <a:cubicBezTo>
                    <a:pt x="63" y="11"/>
                    <a:pt x="61" y="8"/>
                    <a:pt x="59" y="5"/>
                  </a:cubicBezTo>
                  <a:cubicBezTo>
                    <a:pt x="56" y="3"/>
                    <a:pt x="53" y="1"/>
                    <a:pt x="49" y="1"/>
                  </a:cubicBezTo>
                  <a:cubicBezTo>
                    <a:pt x="45" y="1"/>
                    <a:pt x="40" y="3"/>
                    <a:pt x="35" y="8"/>
                  </a:cubicBezTo>
                  <a:cubicBezTo>
                    <a:pt x="30" y="12"/>
                    <a:pt x="25" y="17"/>
                    <a:pt x="21" y="24"/>
                  </a:cubicBezTo>
                  <a:cubicBezTo>
                    <a:pt x="22" y="20"/>
                    <a:pt x="22" y="20"/>
                    <a:pt x="22" y="20"/>
                  </a:cubicBezTo>
                  <a:cubicBezTo>
                    <a:pt x="23" y="15"/>
                    <a:pt x="23" y="11"/>
                    <a:pt x="23" y="8"/>
                  </a:cubicBezTo>
                  <a:close/>
                  <a:moveTo>
                    <a:pt x="31" y="25"/>
                  </a:moveTo>
                  <a:cubicBezTo>
                    <a:pt x="38" y="17"/>
                    <a:pt x="43" y="13"/>
                    <a:pt x="47" y="13"/>
                  </a:cubicBezTo>
                  <a:cubicBezTo>
                    <a:pt x="48" y="13"/>
                    <a:pt x="48" y="13"/>
                    <a:pt x="49" y="14"/>
                  </a:cubicBezTo>
                  <a:cubicBezTo>
                    <a:pt x="50" y="15"/>
                    <a:pt x="50" y="17"/>
                    <a:pt x="50" y="19"/>
                  </a:cubicBezTo>
                  <a:cubicBezTo>
                    <a:pt x="50" y="25"/>
                    <a:pt x="47" y="31"/>
                    <a:pt x="42" y="38"/>
                  </a:cubicBezTo>
                  <a:cubicBezTo>
                    <a:pt x="36" y="45"/>
                    <a:pt x="31" y="48"/>
                    <a:pt x="27" y="48"/>
                  </a:cubicBezTo>
                  <a:cubicBezTo>
                    <a:pt x="26" y="48"/>
                    <a:pt x="24" y="48"/>
                    <a:pt x="23" y="47"/>
                  </a:cubicBezTo>
                  <a:cubicBezTo>
                    <a:pt x="22" y="46"/>
                    <a:pt x="21" y="45"/>
                    <a:pt x="21" y="44"/>
                  </a:cubicBezTo>
                  <a:cubicBezTo>
                    <a:pt x="21" y="39"/>
                    <a:pt x="25" y="33"/>
                    <a:pt x="31"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 name="Freeform 353"/>
            <p:cNvSpPr>
              <a:spLocks noEditPoints="1"/>
            </p:cNvSpPr>
            <p:nvPr/>
          </p:nvSpPr>
          <p:spPr bwMode="auto">
            <a:xfrm>
              <a:off x="8318500" y="2757488"/>
              <a:ext cx="69850" cy="88900"/>
            </a:xfrm>
            <a:custGeom>
              <a:avLst/>
              <a:gdLst>
                <a:gd name="T0" fmla="*/ 14 w 47"/>
                <a:gd name="T1" fmla="*/ 39 h 59"/>
                <a:gd name="T2" fmla="*/ 36 w 47"/>
                <a:gd name="T3" fmla="*/ 29 h 59"/>
                <a:gd name="T4" fmla="*/ 44 w 47"/>
                <a:gd name="T5" fmla="*/ 12 h 59"/>
                <a:gd name="T6" fmla="*/ 41 w 47"/>
                <a:gd name="T7" fmla="*/ 3 h 59"/>
                <a:gd name="T8" fmla="*/ 32 w 47"/>
                <a:gd name="T9" fmla="*/ 0 h 59"/>
                <a:gd name="T10" fmla="*/ 10 w 47"/>
                <a:gd name="T11" fmla="*/ 12 h 59"/>
                <a:gd name="T12" fmla="*/ 0 w 47"/>
                <a:gd name="T13" fmla="*/ 39 h 59"/>
                <a:gd name="T14" fmla="*/ 5 w 47"/>
                <a:gd name="T15" fmla="*/ 53 h 59"/>
                <a:gd name="T16" fmla="*/ 19 w 47"/>
                <a:gd name="T17" fmla="*/ 59 h 59"/>
                <a:gd name="T18" fmla="*/ 39 w 47"/>
                <a:gd name="T19" fmla="*/ 52 h 59"/>
                <a:gd name="T20" fmla="*/ 47 w 47"/>
                <a:gd name="T21" fmla="*/ 39 h 59"/>
                <a:gd name="T22" fmla="*/ 44 w 47"/>
                <a:gd name="T23" fmla="*/ 36 h 59"/>
                <a:gd name="T24" fmla="*/ 41 w 47"/>
                <a:gd name="T25" fmla="*/ 38 h 59"/>
                <a:gd name="T26" fmla="*/ 20 w 47"/>
                <a:gd name="T27" fmla="*/ 48 h 59"/>
                <a:gd name="T28" fmla="*/ 15 w 47"/>
                <a:gd name="T29" fmla="*/ 46 h 59"/>
                <a:gd name="T30" fmla="*/ 13 w 47"/>
                <a:gd name="T31" fmla="*/ 41 h 59"/>
                <a:gd name="T32" fmla="*/ 14 w 47"/>
                <a:gd name="T33" fmla="*/ 39 h 59"/>
                <a:gd name="T34" fmla="*/ 21 w 47"/>
                <a:gd name="T35" fmla="*/ 16 h 59"/>
                <a:gd name="T36" fmla="*/ 30 w 47"/>
                <a:gd name="T37" fmla="*/ 10 h 59"/>
                <a:gd name="T38" fmla="*/ 33 w 47"/>
                <a:gd name="T39" fmla="*/ 11 h 59"/>
                <a:gd name="T40" fmla="*/ 34 w 47"/>
                <a:gd name="T41" fmla="*/ 14 h 59"/>
                <a:gd name="T42" fmla="*/ 28 w 47"/>
                <a:gd name="T43" fmla="*/ 23 h 59"/>
                <a:gd name="T44" fmla="*/ 14 w 47"/>
                <a:gd name="T45" fmla="*/ 30 h 59"/>
                <a:gd name="T46" fmla="*/ 21 w 47"/>
                <a:gd name="T47" fmla="*/ 16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59">
                  <a:moveTo>
                    <a:pt x="14" y="39"/>
                  </a:moveTo>
                  <a:cubicBezTo>
                    <a:pt x="23" y="37"/>
                    <a:pt x="30" y="34"/>
                    <a:pt x="36" y="29"/>
                  </a:cubicBezTo>
                  <a:cubicBezTo>
                    <a:pt x="41" y="23"/>
                    <a:pt x="44" y="18"/>
                    <a:pt x="44" y="12"/>
                  </a:cubicBezTo>
                  <a:cubicBezTo>
                    <a:pt x="44" y="9"/>
                    <a:pt x="43" y="6"/>
                    <a:pt x="41" y="3"/>
                  </a:cubicBezTo>
                  <a:cubicBezTo>
                    <a:pt x="38" y="1"/>
                    <a:pt x="35" y="0"/>
                    <a:pt x="32" y="0"/>
                  </a:cubicBezTo>
                  <a:cubicBezTo>
                    <a:pt x="24" y="0"/>
                    <a:pt x="17" y="4"/>
                    <a:pt x="10" y="12"/>
                  </a:cubicBezTo>
                  <a:cubicBezTo>
                    <a:pt x="4" y="20"/>
                    <a:pt x="0" y="29"/>
                    <a:pt x="0" y="39"/>
                  </a:cubicBezTo>
                  <a:cubicBezTo>
                    <a:pt x="0" y="45"/>
                    <a:pt x="2" y="50"/>
                    <a:pt x="5" y="53"/>
                  </a:cubicBezTo>
                  <a:cubicBezTo>
                    <a:pt x="8" y="57"/>
                    <a:pt x="13" y="59"/>
                    <a:pt x="19" y="59"/>
                  </a:cubicBezTo>
                  <a:cubicBezTo>
                    <a:pt x="26" y="59"/>
                    <a:pt x="33" y="56"/>
                    <a:pt x="39" y="52"/>
                  </a:cubicBezTo>
                  <a:cubicBezTo>
                    <a:pt x="44" y="47"/>
                    <a:pt x="47" y="43"/>
                    <a:pt x="47" y="39"/>
                  </a:cubicBezTo>
                  <a:cubicBezTo>
                    <a:pt x="47" y="37"/>
                    <a:pt x="46" y="36"/>
                    <a:pt x="44" y="36"/>
                  </a:cubicBezTo>
                  <a:cubicBezTo>
                    <a:pt x="43" y="36"/>
                    <a:pt x="42" y="36"/>
                    <a:pt x="41" y="38"/>
                  </a:cubicBezTo>
                  <a:cubicBezTo>
                    <a:pt x="34" y="45"/>
                    <a:pt x="27" y="48"/>
                    <a:pt x="20" y="48"/>
                  </a:cubicBezTo>
                  <a:cubicBezTo>
                    <a:pt x="18" y="48"/>
                    <a:pt x="16" y="47"/>
                    <a:pt x="15" y="46"/>
                  </a:cubicBezTo>
                  <a:cubicBezTo>
                    <a:pt x="13" y="44"/>
                    <a:pt x="13" y="43"/>
                    <a:pt x="13" y="41"/>
                  </a:cubicBezTo>
                  <a:cubicBezTo>
                    <a:pt x="13" y="40"/>
                    <a:pt x="13" y="40"/>
                    <a:pt x="14" y="39"/>
                  </a:cubicBezTo>
                  <a:close/>
                  <a:moveTo>
                    <a:pt x="21" y="16"/>
                  </a:moveTo>
                  <a:cubicBezTo>
                    <a:pt x="24" y="12"/>
                    <a:pt x="27" y="10"/>
                    <a:pt x="30" y="10"/>
                  </a:cubicBezTo>
                  <a:cubicBezTo>
                    <a:pt x="31" y="10"/>
                    <a:pt x="32" y="10"/>
                    <a:pt x="33" y="11"/>
                  </a:cubicBezTo>
                  <a:cubicBezTo>
                    <a:pt x="33" y="12"/>
                    <a:pt x="34" y="13"/>
                    <a:pt x="34" y="14"/>
                  </a:cubicBezTo>
                  <a:cubicBezTo>
                    <a:pt x="34" y="17"/>
                    <a:pt x="32" y="20"/>
                    <a:pt x="28" y="23"/>
                  </a:cubicBezTo>
                  <a:cubicBezTo>
                    <a:pt x="24" y="27"/>
                    <a:pt x="19" y="29"/>
                    <a:pt x="14" y="30"/>
                  </a:cubicBezTo>
                  <a:cubicBezTo>
                    <a:pt x="15" y="25"/>
                    <a:pt x="17" y="21"/>
                    <a:pt x="21"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 name="Freeform 354"/>
            <p:cNvSpPr>
              <a:spLocks/>
            </p:cNvSpPr>
            <p:nvPr/>
          </p:nvSpPr>
          <p:spPr bwMode="auto">
            <a:xfrm>
              <a:off x="8404225" y="2760663"/>
              <a:ext cx="74613" cy="85725"/>
            </a:xfrm>
            <a:custGeom>
              <a:avLst/>
              <a:gdLst>
                <a:gd name="T0" fmla="*/ 13 w 50"/>
                <a:gd name="T1" fmla="*/ 15 h 57"/>
                <a:gd name="T2" fmla="*/ 15 w 50"/>
                <a:gd name="T3" fmla="*/ 6 h 57"/>
                <a:gd name="T4" fmla="*/ 14 w 50"/>
                <a:gd name="T5" fmla="*/ 2 h 57"/>
                <a:gd name="T6" fmla="*/ 10 w 50"/>
                <a:gd name="T7" fmla="*/ 1 h 57"/>
                <a:gd name="T8" fmla="*/ 5 w 50"/>
                <a:gd name="T9" fmla="*/ 2 h 57"/>
                <a:gd name="T10" fmla="*/ 2 w 50"/>
                <a:gd name="T11" fmla="*/ 6 h 57"/>
                <a:gd name="T12" fmla="*/ 1 w 50"/>
                <a:gd name="T13" fmla="*/ 12 h 57"/>
                <a:gd name="T14" fmla="*/ 1 w 50"/>
                <a:gd name="T15" fmla="*/ 16 h 57"/>
                <a:gd name="T16" fmla="*/ 0 w 50"/>
                <a:gd name="T17" fmla="*/ 30 h 57"/>
                <a:gd name="T18" fmla="*/ 0 w 50"/>
                <a:gd name="T19" fmla="*/ 40 h 57"/>
                <a:gd name="T20" fmla="*/ 1 w 50"/>
                <a:gd name="T21" fmla="*/ 53 h 57"/>
                <a:gd name="T22" fmla="*/ 6 w 50"/>
                <a:gd name="T23" fmla="*/ 57 h 57"/>
                <a:gd name="T24" fmla="*/ 11 w 50"/>
                <a:gd name="T25" fmla="*/ 55 h 57"/>
                <a:gd name="T26" fmla="*/ 14 w 50"/>
                <a:gd name="T27" fmla="*/ 50 h 57"/>
                <a:gd name="T28" fmla="*/ 24 w 50"/>
                <a:gd name="T29" fmla="*/ 23 h 57"/>
                <a:gd name="T30" fmla="*/ 37 w 50"/>
                <a:gd name="T31" fmla="*/ 11 h 57"/>
                <a:gd name="T32" fmla="*/ 40 w 50"/>
                <a:gd name="T33" fmla="*/ 13 h 57"/>
                <a:gd name="T34" fmla="*/ 45 w 50"/>
                <a:gd name="T35" fmla="*/ 16 h 57"/>
                <a:gd name="T36" fmla="*/ 49 w 50"/>
                <a:gd name="T37" fmla="*/ 14 h 57"/>
                <a:gd name="T38" fmla="*/ 50 w 50"/>
                <a:gd name="T39" fmla="*/ 10 h 57"/>
                <a:gd name="T40" fmla="*/ 46 w 50"/>
                <a:gd name="T41" fmla="*/ 3 h 57"/>
                <a:gd name="T42" fmla="*/ 38 w 50"/>
                <a:gd name="T43" fmla="*/ 0 h 57"/>
                <a:gd name="T44" fmla="*/ 24 w 50"/>
                <a:gd name="T45" fmla="*/ 8 h 57"/>
                <a:gd name="T46" fmla="*/ 11 w 50"/>
                <a:gd name="T47" fmla="*/ 28 h 57"/>
                <a:gd name="T48" fmla="*/ 10 w 50"/>
                <a:gd name="T49" fmla="*/ 29 h 57"/>
                <a:gd name="T50" fmla="*/ 12 w 50"/>
                <a:gd name="T51" fmla="*/ 22 h 57"/>
                <a:gd name="T52" fmla="*/ 13 w 50"/>
                <a:gd name="T53" fmla="*/ 1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0" h="57">
                  <a:moveTo>
                    <a:pt x="13" y="15"/>
                  </a:moveTo>
                  <a:cubicBezTo>
                    <a:pt x="14" y="10"/>
                    <a:pt x="15" y="7"/>
                    <a:pt x="15" y="6"/>
                  </a:cubicBezTo>
                  <a:cubicBezTo>
                    <a:pt x="15" y="4"/>
                    <a:pt x="15" y="3"/>
                    <a:pt x="14" y="2"/>
                  </a:cubicBezTo>
                  <a:cubicBezTo>
                    <a:pt x="13" y="1"/>
                    <a:pt x="11" y="1"/>
                    <a:pt x="10" y="1"/>
                  </a:cubicBezTo>
                  <a:cubicBezTo>
                    <a:pt x="8" y="1"/>
                    <a:pt x="6" y="1"/>
                    <a:pt x="5" y="2"/>
                  </a:cubicBezTo>
                  <a:cubicBezTo>
                    <a:pt x="4" y="3"/>
                    <a:pt x="3" y="4"/>
                    <a:pt x="2" y="6"/>
                  </a:cubicBezTo>
                  <a:cubicBezTo>
                    <a:pt x="2" y="7"/>
                    <a:pt x="2" y="9"/>
                    <a:pt x="1" y="12"/>
                  </a:cubicBezTo>
                  <a:cubicBezTo>
                    <a:pt x="1" y="13"/>
                    <a:pt x="1" y="14"/>
                    <a:pt x="1" y="16"/>
                  </a:cubicBezTo>
                  <a:cubicBezTo>
                    <a:pt x="0" y="22"/>
                    <a:pt x="0" y="26"/>
                    <a:pt x="0" y="30"/>
                  </a:cubicBezTo>
                  <a:cubicBezTo>
                    <a:pt x="0" y="35"/>
                    <a:pt x="0" y="38"/>
                    <a:pt x="0" y="40"/>
                  </a:cubicBezTo>
                  <a:cubicBezTo>
                    <a:pt x="0" y="46"/>
                    <a:pt x="0" y="51"/>
                    <a:pt x="1" y="53"/>
                  </a:cubicBezTo>
                  <a:cubicBezTo>
                    <a:pt x="2" y="56"/>
                    <a:pt x="4" y="57"/>
                    <a:pt x="6" y="57"/>
                  </a:cubicBezTo>
                  <a:cubicBezTo>
                    <a:pt x="8" y="57"/>
                    <a:pt x="10" y="57"/>
                    <a:pt x="11" y="55"/>
                  </a:cubicBezTo>
                  <a:cubicBezTo>
                    <a:pt x="12" y="54"/>
                    <a:pt x="13" y="52"/>
                    <a:pt x="14" y="50"/>
                  </a:cubicBezTo>
                  <a:cubicBezTo>
                    <a:pt x="15" y="40"/>
                    <a:pt x="18" y="31"/>
                    <a:pt x="24" y="23"/>
                  </a:cubicBezTo>
                  <a:cubicBezTo>
                    <a:pt x="30" y="15"/>
                    <a:pt x="34" y="11"/>
                    <a:pt x="37" y="11"/>
                  </a:cubicBezTo>
                  <a:cubicBezTo>
                    <a:pt x="38" y="11"/>
                    <a:pt x="39" y="12"/>
                    <a:pt x="40" y="13"/>
                  </a:cubicBezTo>
                  <a:cubicBezTo>
                    <a:pt x="41" y="15"/>
                    <a:pt x="43" y="16"/>
                    <a:pt x="45" y="16"/>
                  </a:cubicBezTo>
                  <a:cubicBezTo>
                    <a:pt x="47" y="16"/>
                    <a:pt x="48" y="15"/>
                    <a:pt x="49" y="14"/>
                  </a:cubicBezTo>
                  <a:cubicBezTo>
                    <a:pt x="49" y="13"/>
                    <a:pt x="50" y="11"/>
                    <a:pt x="50" y="10"/>
                  </a:cubicBezTo>
                  <a:cubicBezTo>
                    <a:pt x="50" y="7"/>
                    <a:pt x="49" y="5"/>
                    <a:pt x="46" y="3"/>
                  </a:cubicBezTo>
                  <a:cubicBezTo>
                    <a:pt x="44" y="1"/>
                    <a:pt x="41" y="0"/>
                    <a:pt x="38" y="0"/>
                  </a:cubicBezTo>
                  <a:cubicBezTo>
                    <a:pt x="34" y="0"/>
                    <a:pt x="29" y="3"/>
                    <a:pt x="24" y="8"/>
                  </a:cubicBezTo>
                  <a:cubicBezTo>
                    <a:pt x="20" y="13"/>
                    <a:pt x="15" y="20"/>
                    <a:pt x="11" y="28"/>
                  </a:cubicBezTo>
                  <a:cubicBezTo>
                    <a:pt x="10" y="29"/>
                    <a:pt x="10" y="29"/>
                    <a:pt x="10" y="29"/>
                  </a:cubicBezTo>
                  <a:cubicBezTo>
                    <a:pt x="12" y="22"/>
                    <a:pt x="12" y="22"/>
                    <a:pt x="12" y="22"/>
                  </a:cubicBezTo>
                  <a:cubicBezTo>
                    <a:pt x="12" y="19"/>
                    <a:pt x="12" y="17"/>
                    <a:pt x="13"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 name="Freeform 355"/>
            <p:cNvSpPr>
              <a:spLocks/>
            </p:cNvSpPr>
            <p:nvPr/>
          </p:nvSpPr>
          <p:spPr bwMode="auto">
            <a:xfrm>
              <a:off x="8534400" y="2733676"/>
              <a:ext cx="117475" cy="111125"/>
            </a:xfrm>
            <a:custGeom>
              <a:avLst/>
              <a:gdLst>
                <a:gd name="T0" fmla="*/ 2 w 78"/>
                <a:gd name="T1" fmla="*/ 6 h 74"/>
                <a:gd name="T2" fmla="*/ 0 w 78"/>
                <a:gd name="T3" fmla="*/ 10 h 74"/>
                <a:gd name="T4" fmla="*/ 2 w 78"/>
                <a:gd name="T5" fmla="*/ 14 h 74"/>
                <a:gd name="T6" fmla="*/ 9 w 78"/>
                <a:gd name="T7" fmla="*/ 15 h 74"/>
                <a:gd name="T8" fmla="*/ 20 w 78"/>
                <a:gd name="T9" fmla="*/ 14 h 74"/>
                <a:gd name="T10" fmla="*/ 32 w 78"/>
                <a:gd name="T11" fmla="*/ 14 h 74"/>
                <a:gd name="T12" fmla="*/ 29 w 78"/>
                <a:gd name="T13" fmla="*/ 31 h 74"/>
                <a:gd name="T14" fmla="*/ 27 w 78"/>
                <a:gd name="T15" fmla="*/ 57 h 74"/>
                <a:gd name="T16" fmla="*/ 28 w 78"/>
                <a:gd name="T17" fmla="*/ 67 h 74"/>
                <a:gd name="T18" fmla="*/ 31 w 78"/>
                <a:gd name="T19" fmla="*/ 73 h 74"/>
                <a:gd name="T20" fmla="*/ 35 w 78"/>
                <a:gd name="T21" fmla="*/ 74 h 74"/>
                <a:gd name="T22" fmla="*/ 39 w 78"/>
                <a:gd name="T23" fmla="*/ 72 h 74"/>
                <a:gd name="T24" fmla="*/ 41 w 78"/>
                <a:gd name="T25" fmla="*/ 67 h 74"/>
                <a:gd name="T26" fmla="*/ 40 w 78"/>
                <a:gd name="T27" fmla="*/ 66 h 74"/>
                <a:gd name="T28" fmla="*/ 39 w 78"/>
                <a:gd name="T29" fmla="*/ 57 h 74"/>
                <a:gd name="T30" fmla="*/ 41 w 78"/>
                <a:gd name="T31" fmla="*/ 32 h 74"/>
                <a:gd name="T32" fmla="*/ 43 w 78"/>
                <a:gd name="T33" fmla="*/ 15 h 74"/>
                <a:gd name="T34" fmla="*/ 44 w 78"/>
                <a:gd name="T35" fmla="*/ 13 h 74"/>
                <a:gd name="T36" fmla="*/ 62 w 78"/>
                <a:gd name="T37" fmla="*/ 11 h 74"/>
                <a:gd name="T38" fmla="*/ 69 w 78"/>
                <a:gd name="T39" fmla="*/ 11 h 74"/>
                <a:gd name="T40" fmla="*/ 74 w 78"/>
                <a:gd name="T41" fmla="*/ 11 h 74"/>
                <a:gd name="T42" fmla="*/ 78 w 78"/>
                <a:gd name="T43" fmla="*/ 6 h 74"/>
                <a:gd name="T44" fmla="*/ 76 w 78"/>
                <a:gd name="T45" fmla="*/ 2 h 74"/>
                <a:gd name="T46" fmla="*/ 65 w 78"/>
                <a:gd name="T47" fmla="*/ 0 h 74"/>
                <a:gd name="T48" fmla="*/ 41 w 78"/>
                <a:gd name="T49" fmla="*/ 2 h 74"/>
                <a:gd name="T50" fmla="*/ 13 w 78"/>
                <a:gd name="T51" fmla="*/ 4 h 74"/>
                <a:gd name="T52" fmla="*/ 2 w 78"/>
                <a:gd name="T53" fmla="*/ 6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8" h="74">
                  <a:moveTo>
                    <a:pt x="2" y="6"/>
                  </a:moveTo>
                  <a:cubicBezTo>
                    <a:pt x="0" y="7"/>
                    <a:pt x="0" y="8"/>
                    <a:pt x="0" y="10"/>
                  </a:cubicBezTo>
                  <a:cubicBezTo>
                    <a:pt x="0" y="12"/>
                    <a:pt x="0" y="13"/>
                    <a:pt x="2" y="14"/>
                  </a:cubicBezTo>
                  <a:cubicBezTo>
                    <a:pt x="3" y="15"/>
                    <a:pt x="5" y="15"/>
                    <a:pt x="9" y="15"/>
                  </a:cubicBezTo>
                  <a:cubicBezTo>
                    <a:pt x="10" y="15"/>
                    <a:pt x="14" y="15"/>
                    <a:pt x="20" y="14"/>
                  </a:cubicBezTo>
                  <a:cubicBezTo>
                    <a:pt x="27" y="14"/>
                    <a:pt x="31" y="14"/>
                    <a:pt x="32" y="14"/>
                  </a:cubicBezTo>
                  <a:cubicBezTo>
                    <a:pt x="31" y="14"/>
                    <a:pt x="31" y="20"/>
                    <a:pt x="29" y="31"/>
                  </a:cubicBezTo>
                  <a:cubicBezTo>
                    <a:pt x="28" y="42"/>
                    <a:pt x="27" y="51"/>
                    <a:pt x="27" y="57"/>
                  </a:cubicBezTo>
                  <a:cubicBezTo>
                    <a:pt x="27" y="61"/>
                    <a:pt x="27" y="64"/>
                    <a:pt x="28" y="67"/>
                  </a:cubicBezTo>
                  <a:cubicBezTo>
                    <a:pt x="28" y="70"/>
                    <a:pt x="29" y="71"/>
                    <a:pt x="31" y="73"/>
                  </a:cubicBezTo>
                  <a:cubicBezTo>
                    <a:pt x="32" y="74"/>
                    <a:pt x="34" y="74"/>
                    <a:pt x="35" y="74"/>
                  </a:cubicBezTo>
                  <a:cubicBezTo>
                    <a:pt x="37" y="74"/>
                    <a:pt x="38" y="73"/>
                    <a:pt x="39" y="72"/>
                  </a:cubicBezTo>
                  <a:cubicBezTo>
                    <a:pt x="40" y="71"/>
                    <a:pt x="41" y="69"/>
                    <a:pt x="41" y="67"/>
                  </a:cubicBezTo>
                  <a:cubicBezTo>
                    <a:pt x="41" y="67"/>
                    <a:pt x="41" y="66"/>
                    <a:pt x="40" y="66"/>
                  </a:cubicBezTo>
                  <a:cubicBezTo>
                    <a:pt x="40" y="62"/>
                    <a:pt x="39" y="59"/>
                    <a:pt x="39" y="57"/>
                  </a:cubicBezTo>
                  <a:cubicBezTo>
                    <a:pt x="39" y="51"/>
                    <a:pt x="40" y="43"/>
                    <a:pt x="41" y="32"/>
                  </a:cubicBezTo>
                  <a:cubicBezTo>
                    <a:pt x="42" y="22"/>
                    <a:pt x="43" y="16"/>
                    <a:pt x="43" y="15"/>
                  </a:cubicBezTo>
                  <a:cubicBezTo>
                    <a:pt x="43" y="14"/>
                    <a:pt x="44" y="13"/>
                    <a:pt x="44" y="13"/>
                  </a:cubicBezTo>
                  <a:cubicBezTo>
                    <a:pt x="47" y="11"/>
                    <a:pt x="53" y="11"/>
                    <a:pt x="62" y="11"/>
                  </a:cubicBezTo>
                  <a:cubicBezTo>
                    <a:pt x="64" y="11"/>
                    <a:pt x="67" y="11"/>
                    <a:pt x="69" y="11"/>
                  </a:cubicBezTo>
                  <a:cubicBezTo>
                    <a:pt x="71" y="11"/>
                    <a:pt x="73" y="11"/>
                    <a:pt x="74" y="11"/>
                  </a:cubicBezTo>
                  <a:cubicBezTo>
                    <a:pt x="76" y="11"/>
                    <a:pt x="78" y="10"/>
                    <a:pt x="78" y="6"/>
                  </a:cubicBezTo>
                  <a:cubicBezTo>
                    <a:pt x="78" y="5"/>
                    <a:pt x="77" y="4"/>
                    <a:pt x="76" y="2"/>
                  </a:cubicBezTo>
                  <a:cubicBezTo>
                    <a:pt x="75" y="1"/>
                    <a:pt x="71" y="0"/>
                    <a:pt x="65" y="0"/>
                  </a:cubicBezTo>
                  <a:cubicBezTo>
                    <a:pt x="59" y="0"/>
                    <a:pt x="52" y="1"/>
                    <a:pt x="41" y="2"/>
                  </a:cubicBezTo>
                  <a:cubicBezTo>
                    <a:pt x="32" y="4"/>
                    <a:pt x="22" y="4"/>
                    <a:pt x="13" y="4"/>
                  </a:cubicBezTo>
                  <a:cubicBezTo>
                    <a:pt x="7" y="4"/>
                    <a:pt x="3" y="5"/>
                    <a:pt x="2"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 name="Freeform 356"/>
            <p:cNvSpPr>
              <a:spLocks noEditPoints="1"/>
            </p:cNvSpPr>
            <p:nvPr/>
          </p:nvSpPr>
          <p:spPr bwMode="auto">
            <a:xfrm>
              <a:off x="8631238" y="2757488"/>
              <a:ext cx="71438" cy="88900"/>
            </a:xfrm>
            <a:custGeom>
              <a:avLst/>
              <a:gdLst>
                <a:gd name="T0" fmla="*/ 14 w 47"/>
                <a:gd name="T1" fmla="*/ 39 h 59"/>
                <a:gd name="T2" fmla="*/ 36 w 47"/>
                <a:gd name="T3" fmla="*/ 29 h 59"/>
                <a:gd name="T4" fmla="*/ 44 w 47"/>
                <a:gd name="T5" fmla="*/ 12 h 59"/>
                <a:gd name="T6" fmla="*/ 41 w 47"/>
                <a:gd name="T7" fmla="*/ 3 h 59"/>
                <a:gd name="T8" fmla="*/ 32 w 47"/>
                <a:gd name="T9" fmla="*/ 0 h 59"/>
                <a:gd name="T10" fmla="*/ 10 w 47"/>
                <a:gd name="T11" fmla="*/ 12 h 59"/>
                <a:gd name="T12" fmla="*/ 0 w 47"/>
                <a:gd name="T13" fmla="*/ 39 h 59"/>
                <a:gd name="T14" fmla="*/ 5 w 47"/>
                <a:gd name="T15" fmla="*/ 53 h 59"/>
                <a:gd name="T16" fmla="*/ 19 w 47"/>
                <a:gd name="T17" fmla="*/ 59 h 59"/>
                <a:gd name="T18" fmla="*/ 39 w 47"/>
                <a:gd name="T19" fmla="*/ 52 h 59"/>
                <a:gd name="T20" fmla="*/ 47 w 47"/>
                <a:gd name="T21" fmla="*/ 39 h 59"/>
                <a:gd name="T22" fmla="*/ 44 w 47"/>
                <a:gd name="T23" fmla="*/ 36 h 59"/>
                <a:gd name="T24" fmla="*/ 41 w 47"/>
                <a:gd name="T25" fmla="*/ 38 h 59"/>
                <a:gd name="T26" fmla="*/ 21 w 47"/>
                <a:gd name="T27" fmla="*/ 48 h 59"/>
                <a:gd name="T28" fmla="*/ 15 w 47"/>
                <a:gd name="T29" fmla="*/ 46 h 59"/>
                <a:gd name="T30" fmla="*/ 13 w 47"/>
                <a:gd name="T31" fmla="*/ 41 h 59"/>
                <a:gd name="T32" fmla="*/ 14 w 47"/>
                <a:gd name="T33" fmla="*/ 39 h 59"/>
                <a:gd name="T34" fmla="*/ 21 w 47"/>
                <a:gd name="T35" fmla="*/ 16 h 59"/>
                <a:gd name="T36" fmla="*/ 30 w 47"/>
                <a:gd name="T37" fmla="*/ 10 h 59"/>
                <a:gd name="T38" fmla="*/ 33 w 47"/>
                <a:gd name="T39" fmla="*/ 11 h 59"/>
                <a:gd name="T40" fmla="*/ 34 w 47"/>
                <a:gd name="T41" fmla="*/ 14 h 59"/>
                <a:gd name="T42" fmla="*/ 28 w 47"/>
                <a:gd name="T43" fmla="*/ 23 h 59"/>
                <a:gd name="T44" fmla="*/ 14 w 47"/>
                <a:gd name="T45" fmla="*/ 30 h 59"/>
                <a:gd name="T46" fmla="*/ 21 w 47"/>
                <a:gd name="T47" fmla="*/ 16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59">
                  <a:moveTo>
                    <a:pt x="14" y="39"/>
                  </a:moveTo>
                  <a:cubicBezTo>
                    <a:pt x="23" y="37"/>
                    <a:pt x="30" y="34"/>
                    <a:pt x="36" y="29"/>
                  </a:cubicBezTo>
                  <a:cubicBezTo>
                    <a:pt x="41" y="23"/>
                    <a:pt x="44" y="18"/>
                    <a:pt x="44" y="12"/>
                  </a:cubicBezTo>
                  <a:cubicBezTo>
                    <a:pt x="44" y="9"/>
                    <a:pt x="43" y="6"/>
                    <a:pt x="41" y="3"/>
                  </a:cubicBezTo>
                  <a:cubicBezTo>
                    <a:pt x="39" y="1"/>
                    <a:pt x="35" y="0"/>
                    <a:pt x="32" y="0"/>
                  </a:cubicBezTo>
                  <a:cubicBezTo>
                    <a:pt x="24" y="0"/>
                    <a:pt x="17" y="4"/>
                    <a:pt x="10" y="12"/>
                  </a:cubicBezTo>
                  <a:cubicBezTo>
                    <a:pt x="4" y="20"/>
                    <a:pt x="0" y="29"/>
                    <a:pt x="0" y="39"/>
                  </a:cubicBezTo>
                  <a:cubicBezTo>
                    <a:pt x="0" y="45"/>
                    <a:pt x="2" y="50"/>
                    <a:pt x="5" y="53"/>
                  </a:cubicBezTo>
                  <a:cubicBezTo>
                    <a:pt x="9" y="57"/>
                    <a:pt x="13" y="59"/>
                    <a:pt x="19" y="59"/>
                  </a:cubicBezTo>
                  <a:cubicBezTo>
                    <a:pt x="26" y="59"/>
                    <a:pt x="33" y="56"/>
                    <a:pt x="39" y="52"/>
                  </a:cubicBezTo>
                  <a:cubicBezTo>
                    <a:pt x="45" y="47"/>
                    <a:pt x="47" y="43"/>
                    <a:pt x="47" y="39"/>
                  </a:cubicBezTo>
                  <a:cubicBezTo>
                    <a:pt x="47" y="37"/>
                    <a:pt x="46" y="36"/>
                    <a:pt x="44" y="36"/>
                  </a:cubicBezTo>
                  <a:cubicBezTo>
                    <a:pt x="43" y="36"/>
                    <a:pt x="42" y="36"/>
                    <a:pt x="41" y="38"/>
                  </a:cubicBezTo>
                  <a:cubicBezTo>
                    <a:pt x="34" y="45"/>
                    <a:pt x="27" y="48"/>
                    <a:pt x="21" y="48"/>
                  </a:cubicBezTo>
                  <a:cubicBezTo>
                    <a:pt x="18" y="48"/>
                    <a:pt x="16" y="47"/>
                    <a:pt x="15" y="46"/>
                  </a:cubicBezTo>
                  <a:cubicBezTo>
                    <a:pt x="13" y="44"/>
                    <a:pt x="13" y="43"/>
                    <a:pt x="13" y="41"/>
                  </a:cubicBezTo>
                  <a:cubicBezTo>
                    <a:pt x="13" y="40"/>
                    <a:pt x="13" y="40"/>
                    <a:pt x="14" y="39"/>
                  </a:cubicBezTo>
                  <a:close/>
                  <a:moveTo>
                    <a:pt x="21" y="16"/>
                  </a:moveTo>
                  <a:cubicBezTo>
                    <a:pt x="24" y="12"/>
                    <a:pt x="27" y="10"/>
                    <a:pt x="30" y="10"/>
                  </a:cubicBezTo>
                  <a:cubicBezTo>
                    <a:pt x="31" y="10"/>
                    <a:pt x="32" y="10"/>
                    <a:pt x="33" y="11"/>
                  </a:cubicBezTo>
                  <a:cubicBezTo>
                    <a:pt x="33" y="12"/>
                    <a:pt x="34" y="13"/>
                    <a:pt x="34" y="14"/>
                  </a:cubicBezTo>
                  <a:cubicBezTo>
                    <a:pt x="34" y="17"/>
                    <a:pt x="32" y="20"/>
                    <a:pt x="28" y="23"/>
                  </a:cubicBezTo>
                  <a:cubicBezTo>
                    <a:pt x="24" y="27"/>
                    <a:pt x="19" y="29"/>
                    <a:pt x="14" y="30"/>
                  </a:cubicBezTo>
                  <a:cubicBezTo>
                    <a:pt x="15" y="25"/>
                    <a:pt x="17" y="21"/>
                    <a:pt x="21"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 name="Freeform 357"/>
            <p:cNvSpPr>
              <a:spLocks/>
            </p:cNvSpPr>
            <p:nvPr/>
          </p:nvSpPr>
          <p:spPr bwMode="auto">
            <a:xfrm>
              <a:off x="8705850" y="2754313"/>
              <a:ext cx="63500" cy="93663"/>
            </a:xfrm>
            <a:custGeom>
              <a:avLst/>
              <a:gdLst>
                <a:gd name="T0" fmla="*/ 23 w 42"/>
                <a:gd name="T1" fmla="*/ 14 h 62"/>
                <a:gd name="T2" fmla="*/ 33 w 42"/>
                <a:gd name="T3" fmla="*/ 11 h 62"/>
                <a:gd name="T4" fmla="*/ 35 w 42"/>
                <a:gd name="T5" fmla="*/ 12 h 62"/>
                <a:gd name="T6" fmla="*/ 37 w 42"/>
                <a:gd name="T7" fmla="*/ 13 h 62"/>
                <a:gd name="T8" fmla="*/ 40 w 42"/>
                <a:gd name="T9" fmla="*/ 11 h 62"/>
                <a:gd name="T10" fmla="*/ 42 w 42"/>
                <a:gd name="T11" fmla="*/ 8 h 62"/>
                <a:gd name="T12" fmla="*/ 33 w 42"/>
                <a:gd name="T13" fmla="*/ 0 h 62"/>
                <a:gd name="T14" fmla="*/ 15 w 42"/>
                <a:gd name="T15" fmla="*/ 7 h 62"/>
                <a:gd name="T16" fmla="*/ 5 w 42"/>
                <a:gd name="T17" fmla="*/ 22 h 62"/>
                <a:gd name="T18" fmla="*/ 8 w 42"/>
                <a:gd name="T19" fmla="*/ 30 h 62"/>
                <a:gd name="T20" fmla="*/ 21 w 42"/>
                <a:gd name="T21" fmla="*/ 39 h 62"/>
                <a:gd name="T22" fmla="*/ 30 w 42"/>
                <a:gd name="T23" fmla="*/ 46 h 62"/>
                <a:gd name="T24" fmla="*/ 23 w 42"/>
                <a:gd name="T25" fmla="*/ 49 h 62"/>
                <a:gd name="T26" fmla="*/ 13 w 42"/>
                <a:gd name="T27" fmla="*/ 51 h 62"/>
                <a:gd name="T28" fmla="*/ 9 w 42"/>
                <a:gd name="T29" fmla="*/ 50 h 62"/>
                <a:gd name="T30" fmla="*/ 6 w 42"/>
                <a:gd name="T31" fmla="*/ 49 h 62"/>
                <a:gd name="T32" fmla="*/ 2 w 42"/>
                <a:gd name="T33" fmla="*/ 51 h 62"/>
                <a:gd name="T34" fmla="*/ 0 w 42"/>
                <a:gd name="T35" fmla="*/ 55 h 62"/>
                <a:gd name="T36" fmla="*/ 9 w 42"/>
                <a:gd name="T37" fmla="*/ 62 h 62"/>
                <a:gd name="T38" fmla="*/ 31 w 42"/>
                <a:gd name="T39" fmla="*/ 57 h 62"/>
                <a:gd name="T40" fmla="*/ 41 w 42"/>
                <a:gd name="T41" fmla="*/ 45 h 62"/>
                <a:gd name="T42" fmla="*/ 38 w 42"/>
                <a:gd name="T43" fmla="*/ 37 h 62"/>
                <a:gd name="T44" fmla="*/ 27 w 42"/>
                <a:gd name="T45" fmla="*/ 30 h 62"/>
                <a:gd name="T46" fmla="*/ 19 w 42"/>
                <a:gd name="T47" fmla="*/ 25 h 62"/>
                <a:gd name="T48" fmla="*/ 17 w 42"/>
                <a:gd name="T49" fmla="*/ 21 h 62"/>
                <a:gd name="T50" fmla="*/ 23 w 42"/>
                <a:gd name="T51" fmla="*/ 1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 h="62">
                  <a:moveTo>
                    <a:pt x="23" y="14"/>
                  </a:moveTo>
                  <a:cubicBezTo>
                    <a:pt x="26" y="12"/>
                    <a:pt x="30" y="11"/>
                    <a:pt x="33" y="11"/>
                  </a:cubicBezTo>
                  <a:cubicBezTo>
                    <a:pt x="33" y="11"/>
                    <a:pt x="34" y="12"/>
                    <a:pt x="35" y="12"/>
                  </a:cubicBezTo>
                  <a:cubicBezTo>
                    <a:pt x="36" y="12"/>
                    <a:pt x="36" y="13"/>
                    <a:pt x="37" y="13"/>
                  </a:cubicBezTo>
                  <a:cubicBezTo>
                    <a:pt x="38" y="13"/>
                    <a:pt x="39" y="12"/>
                    <a:pt x="40" y="11"/>
                  </a:cubicBezTo>
                  <a:cubicBezTo>
                    <a:pt x="41" y="10"/>
                    <a:pt x="42" y="9"/>
                    <a:pt x="42" y="8"/>
                  </a:cubicBezTo>
                  <a:cubicBezTo>
                    <a:pt x="42" y="3"/>
                    <a:pt x="39" y="0"/>
                    <a:pt x="33" y="0"/>
                  </a:cubicBezTo>
                  <a:cubicBezTo>
                    <a:pt x="28" y="0"/>
                    <a:pt x="21" y="2"/>
                    <a:pt x="15" y="7"/>
                  </a:cubicBezTo>
                  <a:cubicBezTo>
                    <a:pt x="8" y="11"/>
                    <a:pt x="5" y="17"/>
                    <a:pt x="5" y="22"/>
                  </a:cubicBezTo>
                  <a:cubicBezTo>
                    <a:pt x="5" y="25"/>
                    <a:pt x="6" y="28"/>
                    <a:pt x="8" y="30"/>
                  </a:cubicBezTo>
                  <a:cubicBezTo>
                    <a:pt x="10" y="33"/>
                    <a:pt x="14" y="36"/>
                    <a:pt x="21" y="39"/>
                  </a:cubicBezTo>
                  <a:cubicBezTo>
                    <a:pt x="27" y="42"/>
                    <a:pt x="29" y="44"/>
                    <a:pt x="30" y="46"/>
                  </a:cubicBezTo>
                  <a:cubicBezTo>
                    <a:pt x="28" y="47"/>
                    <a:pt x="26" y="48"/>
                    <a:pt x="23" y="49"/>
                  </a:cubicBezTo>
                  <a:cubicBezTo>
                    <a:pt x="19" y="50"/>
                    <a:pt x="16" y="51"/>
                    <a:pt x="13" y="51"/>
                  </a:cubicBezTo>
                  <a:cubicBezTo>
                    <a:pt x="12" y="51"/>
                    <a:pt x="10" y="51"/>
                    <a:pt x="9" y="50"/>
                  </a:cubicBezTo>
                  <a:cubicBezTo>
                    <a:pt x="8" y="50"/>
                    <a:pt x="7" y="49"/>
                    <a:pt x="6" y="49"/>
                  </a:cubicBezTo>
                  <a:cubicBezTo>
                    <a:pt x="4" y="49"/>
                    <a:pt x="3" y="50"/>
                    <a:pt x="2" y="51"/>
                  </a:cubicBezTo>
                  <a:cubicBezTo>
                    <a:pt x="1" y="52"/>
                    <a:pt x="0" y="54"/>
                    <a:pt x="0" y="55"/>
                  </a:cubicBezTo>
                  <a:cubicBezTo>
                    <a:pt x="0" y="60"/>
                    <a:pt x="3" y="62"/>
                    <a:pt x="9" y="62"/>
                  </a:cubicBezTo>
                  <a:cubicBezTo>
                    <a:pt x="17" y="62"/>
                    <a:pt x="25" y="60"/>
                    <a:pt x="31" y="57"/>
                  </a:cubicBezTo>
                  <a:cubicBezTo>
                    <a:pt x="38" y="54"/>
                    <a:pt x="41" y="50"/>
                    <a:pt x="41" y="45"/>
                  </a:cubicBezTo>
                  <a:cubicBezTo>
                    <a:pt x="41" y="42"/>
                    <a:pt x="40" y="39"/>
                    <a:pt x="38" y="37"/>
                  </a:cubicBezTo>
                  <a:cubicBezTo>
                    <a:pt x="37" y="35"/>
                    <a:pt x="33" y="33"/>
                    <a:pt x="27" y="30"/>
                  </a:cubicBezTo>
                  <a:cubicBezTo>
                    <a:pt x="23" y="28"/>
                    <a:pt x="20" y="26"/>
                    <a:pt x="19" y="25"/>
                  </a:cubicBezTo>
                  <a:cubicBezTo>
                    <a:pt x="18" y="24"/>
                    <a:pt x="17" y="23"/>
                    <a:pt x="17" y="21"/>
                  </a:cubicBezTo>
                  <a:cubicBezTo>
                    <a:pt x="17" y="19"/>
                    <a:pt x="19" y="16"/>
                    <a:pt x="23"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 name="Freeform 358"/>
            <p:cNvSpPr>
              <a:spLocks/>
            </p:cNvSpPr>
            <p:nvPr/>
          </p:nvSpPr>
          <p:spPr bwMode="auto">
            <a:xfrm>
              <a:off x="8774113" y="2732088"/>
              <a:ext cx="74613" cy="114300"/>
            </a:xfrm>
            <a:custGeom>
              <a:avLst/>
              <a:gdLst>
                <a:gd name="T0" fmla="*/ 11 w 50"/>
                <a:gd name="T1" fmla="*/ 72 h 76"/>
                <a:gd name="T2" fmla="*/ 21 w 50"/>
                <a:gd name="T3" fmla="*/ 76 h 76"/>
                <a:gd name="T4" fmla="*/ 36 w 50"/>
                <a:gd name="T5" fmla="*/ 70 h 76"/>
                <a:gd name="T6" fmla="*/ 43 w 50"/>
                <a:gd name="T7" fmla="*/ 60 h 76"/>
                <a:gd name="T8" fmla="*/ 42 w 50"/>
                <a:gd name="T9" fmla="*/ 58 h 76"/>
                <a:gd name="T10" fmla="*/ 40 w 50"/>
                <a:gd name="T11" fmla="*/ 57 h 76"/>
                <a:gd name="T12" fmla="*/ 36 w 50"/>
                <a:gd name="T13" fmla="*/ 59 h 76"/>
                <a:gd name="T14" fmla="*/ 29 w 50"/>
                <a:gd name="T15" fmla="*/ 64 h 76"/>
                <a:gd name="T16" fmla="*/ 23 w 50"/>
                <a:gd name="T17" fmla="*/ 65 h 76"/>
                <a:gd name="T18" fmla="*/ 21 w 50"/>
                <a:gd name="T19" fmla="*/ 63 h 76"/>
                <a:gd name="T20" fmla="*/ 20 w 50"/>
                <a:gd name="T21" fmla="*/ 57 h 76"/>
                <a:gd name="T22" fmla="*/ 22 w 50"/>
                <a:gd name="T23" fmla="*/ 44 h 76"/>
                <a:gd name="T24" fmla="*/ 25 w 50"/>
                <a:gd name="T25" fmla="*/ 32 h 76"/>
                <a:gd name="T26" fmla="*/ 42 w 50"/>
                <a:gd name="T27" fmla="*/ 30 h 76"/>
                <a:gd name="T28" fmla="*/ 50 w 50"/>
                <a:gd name="T29" fmla="*/ 24 h 76"/>
                <a:gd name="T30" fmla="*/ 49 w 50"/>
                <a:gd name="T31" fmla="*/ 21 h 76"/>
                <a:gd name="T32" fmla="*/ 46 w 50"/>
                <a:gd name="T33" fmla="*/ 20 h 76"/>
                <a:gd name="T34" fmla="*/ 28 w 50"/>
                <a:gd name="T35" fmla="*/ 21 h 76"/>
                <a:gd name="T36" fmla="*/ 32 w 50"/>
                <a:gd name="T37" fmla="*/ 6 h 76"/>
                <a:gd name="T38" fmla="*/ 31 w 50"/>
                <a:gd name="T39" fmla="*/ 2 h 76"/>
                <a:gd name="T40" fmla="*/ 26 w 50"/>
                <a:gd name="T41" fmla="*/ 0 h 76"/>
                <a:gd name="T42" fmla="*/ 20 w 50"/>
                <a:gd name="T43" fmla="*/ 7 h 76"/>
                <a:gd name="T44" fmla="*/ 15 w 50"/>
                <a:gd name="T45" fmla="*/ 23 h 76"/>
                <a:gd name="T46" fmla="*/ 5 w 50"/>
                <a:gd name="T47" fmla="*/ 23 h 76"/>
                <a:gd name="T48" fmla="*/ 0 w 50"/>
                <a:gd name="T49" fmla="*/ 27 h 76"/>
                <a:gd name="T50" fmla="*/ 2 w 50"/>
                <a:gd name="T51" fmla="*/ 32 h 76"/>
                <a:gd name="T52" fmla="*/ 7 w 50"/>
                <a:gd name="T53" fmla="*/ 34 h 76"/>
                <a:gd name="T54" fmla="*/ 8 w 50"/>
                <a:gd name="T55" fmla="*/ 34 h 76"/>
                <a:gd name="T56" fmla="*/ 13 w 50"/>
                <a:gd name="T57" fmla="*/ 33 h 76"/>
                <a:gd name="T58" fmla="*/ 7 w 50"/>
                <a:gd name="T59" fmla="*/ 60 h 76"/>
                <a:gd name="T60" fmla="*/ 11 w 50"/>
                <a:gd name="T61" fmla="*/ 72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0" h="76">
                  <a:moveTo>
                    <a:pt x="11" y="72"/>
                  </a:moveTo>
                  <a:cubicBezTo>
                    <a:pt x="13" y="74"/>
                    <a:pt x="17" y="76"/>
                    <a:pt x="21" y="76"/>
                  </a:cubicBezTo>
                  <a:cubicBezTo>
                    <a:pt x="26" y="76"/>
                    <a:pt x="31" y="74"/>
                    <a:pt x="36" y="70"/>
                  </a:cubicBezTo>
                  <a:cubicBezTo>
                    <a:pt x="41" y="66"/>
                    <a:pt x="43" y="63"/>
                    <a:pt x="43" y="60"/>
                  </a:cubicBezTo>
                  <a:cubicBezTo>
                    <a:pt x="43" y="59"/>
                    <a:pt x="43" y="59"/>
                    <a:pt x="42" y="58"/>
                  </a:cubicBezTo>
                  <a:cubicBezTo>
                    <a:pt x="42" y="57"/>
                    <a:pt x="41" y="57"/>
                    <a:pt x="40" y="57"/>
                  </a:cubicBezTo>
                  <a:cubicBezTo>
                    <a:pt x="39" y="57"/>
                    <a:pt x="37" y="58"/>
                    <a:pt x="36" y="59"/>
                  </a:cubicBezTo>
                  <a:cubicBezTo>
                    <a:pt x="33" y="62"/>
                    <a:pt x="31" y="63"/>
                    <a:pt x="29" y="64"/>
                  </a:cubicBezTo>
                  <a:cubicBezTo>
                    <a:pt x="27" y="64"/>
                    <a:pt x="25" y="65"/>
                    <a:pt x="23" y="65"/>
                  </a:cubicBezTo>
                  <a:cubicBezTo>
                    <a:pt x="22" y="65"/>
                    <a:pt x="21" y="64"/>
                    <a:pt x="21" y="63"/>
                  </a:cubicBezTo>
                  <a:cubicBezTo>
                    <a:pt x="20" y="62"/>
                    <a:pt x="20" y="60"/>
                    <a:pt x="20" y="57"/>
                  </a:cubicBezTo>
                  <a:cubicBezTo>
                    <a:pt x="20" y="56"/>
                    <a:pt x="20" y="51"/>
                    <a:pt x="22" y="44"/>
                  </a:cubicBezTo>
                  <a:cubicBezTo>
                    <a:pt x="24" y="36"/>
                    <a:pt x="25" y="32"/>
                    <a:pt x="25" y="32"/>
                  </a:cubicBezTo>
                  <a:cubicBezTo>
                    <a:pt x="42" y="30"/>
                    <a:pt x="42" y="30"/>
                    <a:pt x="42" y="30"/>
                  </a:cubicBezTo>
                  <a:cubicBezTo>
                    <a:pt x="47" y="29"/>
                    <a:pt x="50" y="27"/>
                    <a:pt x="50" y="24"/>
                  </a:cubicBezTo>
                  <a:cubicBezTo>
                    <a:pt x="50" y="22"/>
                    <a:pt x="50" y="21"/>
                    <a:pt x="49" y="21"/>
                  </a:cubicBezTo>
                  <a:cubicBezTo>
                    <a:pt x="48" y="20"/>
                    <a:pt x="47" y="20"/>
                    <a:pt x="46" y="20"/>
                  </a:cubicBezTo>
                  <a:cubicBezTo>
                    <a:pt x="44" y="20"/>
                    <a:pt x="39" y="21"/>
                    <a:pt x="28" y="21"/>
                  </a:cubicBezTo>
                  <a:cubicBezTo>
                    <a:pt x="31" y="12"/>
                    <a:pt x="32" y="6"/>
                    <a:pt x="32" y="6"/>
                  </a:cubicBezTo>
                  <a:cubicBezTo>
                    <a:pt x="32" y="5"/>
                    <a:pt x="32" y="3"/>
                    <a:pt x="31" y="2"/>
                  </a:cubicBezTo>
                  <a:cubicBezTo>
                    <a:pt x="30" y="1"/>
                    <a:pt x="28" y="0"/>
                    <a:pt x="26" y="0"/>
                  </a:cubicBezTo>
                  <a:cubicBezTo>
                    <a:pt x="23" y="0"/>
                    <a:pt x="21" y="3"/>
                    <a:pt x="20" y="7"/>
                  </a:cubicBezTo>
                  <a:cubicBezTo>
                    <a:pt x="18" y="13"/>
                    <a:pt x="17" y="19"/>
                    <a:pt x="15" y="23"/>
                  </a:cubicBezTo>
                  <a:cubicBezTo>
                    <a:pt x="5" y="23"/>
                    <a:pt x="5" y="23"/>
                    <a:pt x="5" y="23"/>
                  </a:cubicBezTo>
                  <a:cubicBezTo>
                    <a:pt x="1" y="23"/>
                    <a:pt x="0" y="24"/>
                    <a:pt x="0" y="27"/>
                  </a:cubicBezTo>
                  <a:cubicBezTo>
                    <a:pt x="0" y="29"/>
                    <a:pt x="1" y="31"/>
                    <a:pt x="2" y="32"/>
                  </a:cubicBezTo>
                  <a:cubicBezTo>
                    <a:pt x="4" y="33"/>
                    <a:pt x="5" y="34"/>
                    <a:pt x="7" y="34"/>
                  </a:cubicBezTo>
                  <a:cubicBezTo>
                    <a:pt x="8" y="34"/>
                    <a:pt x="8" y="34"/>
                    <a:pt x="8" y="34"/>
                  </a:cubicBezTo>
                  <a:cubicBezTo>
                    <a:pt x="9" y="34"/>
                    <a:pt x="10" y="33"/>
                    <a:pt x="13" y="33"/>
                  </a:cubicBezTo>
                  <a:cubicBezTo>
                    <a:pt x="9" y="47"/>
                    <a:pt x="7" y="56"/>
                    <a:pt x="7" y="60"/>
                  </a:cubicBezTo>
                  <a:cubicBezTo>
                    <a:pt x="7" y="65"/>
                    <a:pt x="9" y="69"/>
                    <a:pt x="11" y="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 name="Oval 359"/>
            <p:cNvSpPr>
              <a:spLocks noChangeArrowheads="1"/>
            </p:cNvSpPr>
            <p:nvPr/>
          </p:nvSpPr>
          <p:spPr bwMode="auto">
            <a:xfrm>
              <a:off x="8299450" y="1508126"/>
              <a:ext cx="268288" cy="2698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360"/>
            <p:cNvSpPr>
              <a:spLocks/>
            </p:cNvSpPr>
            <p:nvPr/>
          </p:nvSpPr>
          <p:spPr bwMode="auto">
            <a:xfrm>
              <a:off x="8072438" y="1724026"/>
              <a:ext cx="523875" cy="904875"/>
            </a:xfrm>
            <a:custGeom>
              <a:avLst/>
              <a:gdLst>
                <a:gd name="T0" fmla="*/ 94 w 350"/>
                <a:gd name="T1" fmla="*/ 370 h 606"/>
                <a:gd name="T2" fmla="*/ 100 w 350"/>
                <a:gd name="T3" fmla="*/ 370 h 606"/>
                <a:gd name="T4" fmla="*/ 234 w 350"/>
                <a:gd name="T5" fmla="*/ 370 h 606"/>
                <a:gd name="T6" fmla="*/ 191 w 350"/>
                <a:gd name="T7" fmla="*/ 544 h 606"/>
                <a:gd name="T8" fmla="*/ 228 w 350"/>
                <a:gd name="T9" fmla="*/ 604 h 606"/>
                <a:gd name="T10" fmla="*/ 240 w 350"/>
                <a:gd name="T11" fmla="*/ 606 h 606"/>
                <a:gd name="T12" fmla="*/ 288 w 350"/>
                <a:gd name="T13" fmla="*/ 568 h 606"/>
                <a:gd name="T14" fmla="*/ 346 w 350"/>
                <a:gd name="T15" fmla="*/ 332 h 606"/>
                <a:gd name="T16" fmla="*/ 337 w 350"/>
                <a:gd name="T17" fmla="*/ 289 h 606"/>
                <a:gd name="T18" fmla="*/ 298 w 350"/>
                <a:gd name="T19" fmla="*/ 270 h 606"/>
                <a:gd name="T20" fmla="*/ 151 w 350"/>
                <a:gd name="T21" fmla="*/ 270 h 606"/>
                <a:gd name="T22" fmla="*/ 159 w 350"/>
                <a:gd name="T23" fmla="*/ 181 h 606"/>
                <a:gd name="T24" fmla="*/ 77 w 350"/>
                <a:gd name="T25" fmla="*/ 99 h 606"/>
                <a:gd name="T26" fmla="*/ 76 w 350"/>
                <a:gd name="T27" fmla="*/ 67 h 606"/>
                <a:gd name="T28" fmla="*/ 97 w 350"/>
                <a:gd name="T29" fmla="*/ 44 h 606"/>
                <a:gd name="T30" fmla="*/ 115 w 350"/>
                <a:gd name="T31" fmla="*/ 40 h 606"/>
                <a:gd name="T32" fmla="*/ 152 w 350"/>
                <a:gd name="T33" fmla="*/ 64 h 606"/>
                <a:gd name="T34" fmla="*/ 293 w 350"/>
                <a:gd name="T35" fmla="*/ 131 h 606"/>
                <a:gd name="T36" fmla="*/ 322 w 350"/>
                <a:gd name="T37" fmla="*/ 130 h 606"/>
                <a:gd name="T38" fmla="*/ 159 w 350"/>
                <a:gd name="T39" fmla="*/ 21 h 606"/>
                <a:gd name="T40" fmla="*/ 152 w 350"/>
                <a:gd name="T41" fmla="*/ 15 h 606"/>
                <a:gd name="T42" fmla="*/ 137 w 350"/>
                <a:gd name="T43" fmla="*/ 8 h 606"/>
                <a:gd name="T44" fmla="*/ 33 w 350"/>
                <a:gd name="T45" fmla="*/ 77 h 606"/>
                <a:gd name="T46" fmla="*/ 10 w 350"/>
                <a:gd name="T47" fmla="*/ 299 h 606"/>
                <a:gd name="T48" fmla="*/ 94 w 350"/>
                <a:gd name="T49" fmla="*/ 370 h 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0" h="606">
                  <a:moveTo>
                    <a:pt x="94" y="370"/>
                  </a:moveTo>
                  <a:cubicBezTo>
                    <a:pt x="96" y="370"/>
                    <a:pt x="98" y="370"/>
                    <a:pt x="100" y="370"/>
                  </a:cubicBezTo>
                  <a:cubicBezTo>
                    <a:pt x="234" y="370"/>
                    <a:pt x="234" y="370"/>
                    <a:pt x="234" y="370"/>
                  </a:cubicBezTo>
                  <a:cubicBezTo>
                    <a:pt x="191" y="544"/>
                    <a:pt x="191" y="544"/>
                    <a:pt x="191" y="544"/>
                  </a:cubicBezTo>
                  <a:cubicBezTo>
                    <a:pt x="185" y="571"/>
                    <a:pt x="201" y="598"/>
                    <a:pt x="228" y="604"/>
                  </a:cubicBezTo>
                  <a:cubicBezTo>
                    <a:pt x="232" y="605"/>
                    <a:pt x="236" y="606"/>
                    <a:pt x="240" y="606"/>
                  </a:cubicBezTo>
                  <a:cubicBezTo>
                    <a:pt x="262" y="606"/>
                    <a:pt x="283" y="590"/>
                    <a:pt x="288" y="568"/>
                  </a:cubicBezTo>
                  <a:cubicBezTo>
                    <a:pt x="346" y="332"/>
                    <a:pt x="346" y="332"/>
                    <a:pt x="346" y="332"/>
                  </a:cubicBezTo>
                  <a:cubicBezTo>
                    <a:pt x="350" y="317"/>
                    <a:pt x="347" y="301"/>
                    <a:pt x="337" y="289"/>
                  </a:cubicBezTo>
                  <a:cubicBezTo>
                    <a:pt x="328" y="277"/>
                    <a:pt x="313" y="270"/>
                    <a:pt x="298" y="270"/>
                  </a:cubicBezTo>
                  <a:cubicBezTo>
                    <a:pt x="151" y="270"/>
                    <a:pt x="151" y="270"/>
                    <a:pt x="151" y="270"/>
                  </a:cubicBezTo>
                  <a:cubicBezTo>
                    <a:pt x="151" y="240"/>
                    <a:pt x="155" y="210"/>
                    <a:pt x="159" y="181"/>
                  </a:cubicBezTo>
                  <a:cubicBezTo>
                    <a:pt x="101" y="148"/>
                    <a:pt x="79" y="102"/>
                    <a:pt x="77" y="99"/>
                  </a:cubicBezTo>
                  <a:cubicBezTo>
                    <a:pt x="73" y="89"/>
                    <a:pt x="72" y="78"/>
                    <a:pt x="76" y="67"/>
                  </a:cubicBezTo>
                  <a:cubicBezTo>
                    <a:pt x="80" y="57"/>
                    <a:pt x="87" y="49"/>
                    <a:pt x="97" y="44"/>
                  </a:cubicBezTo>
                  <a:cubicBezTo>
                    <a:pt x="103" y="42"/>
                    <a:pt x="109" y="40"/>
                    <a:pt x="115" y="40"/>
                  </a:cubicBezTo>
                  <a:cubicBezTo>
                    <a:pt x="130" y="40"/>
                    <a:pt x="145" y="50"/>
                    <a:pt x="152" y="64"/>
                  </a:cubicBezTo>
                  <a:cubicBezTo>
                    <a:pt x="153" y="67"/>
                    <a:pt x="186" y="131"/>
                    <a:pt x="293" y="131"/>
                  </a:cubicBezTo>
                  <a:cubicBezTo>
                    <a:pt x="303" y="131"/>
                    <a:pt x="312" y="131"/>
                    <a:pt x="322" y="130"/>
                  </a:cubicBezTo>
                  <a:cubicBezTo>
                    <a:pt x="232" y="92"/>
                    <a:pt x="160" y="22"/>
                    <a:pt x="159" y="21"/>
                  </a:cubicBezTo>
                  <a:cubicBezTo>
                    <a:pt x="156" y="19"/>
                    <a:pt x="154" y="17"/>
                    <a:pt x="152" y="15"/>
                  </a:cubicBezTo>
                  <a:cubicBezTo>
                    <a:pt x="147" y="12"/>
                    <a:pt x="142" y="10"/>
                    <a:pt x="137" y="8"/>
                  </a:cubicBezTo>
                  <a:cubicBezTo>
                    <a:pt x="102" y="0"/>
                    <a:pt x="53" y="18"/>
                    <a:pt x="33" y="77"/>
                  </a:cubicBezTo>
                  <a:cubicBezTo>
                    <a:pt x="6" y="158"/>
                    <a:pt x="0" y="210"/>
                    <a:pt x="10" y="299"/>
                  </a:cubicBezTo>
                  <a:cubicBezTo>
                    <a:pt x="22" y="358"/>
                    <a:pt x="59" y="369"/>
                    <a:pt x="94" y="3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361"/>
            <p:cNvSpPr>
              <a:spLocks noEditPoints="1"/>
            </p:cNvSpPr>
            <p:nvPr/>
          </p:nvSpPr>
          <p:spPr bwMode="auto">
            <a:xfrm>
              <a:off x="7926388" y="1808163"/>
              <a:ext cx="407988" cy="811213"/>
            </a:xfrm>
            <a:custGeom>
              <a:avLst/>
              <a:gdLst>
                <a:gd name="T0" fmla="*/ 48 w 273"/>
                <a:gd name="T1" fmla="*/ 543 h 543"/>
                <a:gd name="T2" fmla="*/ 56 w 273"/>
                <a:gd name="T3" fmla="*/ 487 h 543"/>
                <a:gd name="T4" fmla="*/ 220 w 273"/>
                <a:gd name="T5" fmla="*/ 487 h 543"/>
                <a:gd name="T6" fmla="*/ 220 w 273"/>
                <a:gd name="T7" fmla="*/ 543 h 543"/>
                <a:gd name="T8" fmla="*/ 264 w 273"/>
                <a:gd name="T9" fmla="*/ 543 h 543"/>
                <a:gd name="T10" fmla="*/ 264 w 273"/>
                <a:gd name="T11" fmla="*/ 388 h 543"/>
                <a:gd name="T12" fmla="*/ 273 w 273"/>
                <a:gd name="T13" fmla="*/ 388 h 543"/>
                <a:gd name="T14" fmla="*/ 273 w 273"/>
                <a:gd name="T15" fmla="*/ 344 h 543"/>
                <a:gd name="T16" fmla="*/ 69 w 273"/>
                <a:gd name="T17" fmla="*/ 344 h 543"/>
                <a:gd name="T18" fmla="*/ 43 w 273"/>
                <a:gd name="T19" fmla="*/ 0 h 543"/>
                <a:gd name="T20" fmla="*/ 0 w 273"/>
                <a:gd name="T21" fmla="*/ 8 h 543"/>
                <a:gd name="T22" fmla="*/ 3 w 273"/>
                <a:gd name="T23" fmla="*/ 543 h 543"/>
                <a:gd name="T24" fmla="*/ 48 w 273"/>
                <a:gd name="T25" fmla="*/ 543 h 543"/>
                <a:gd name="T26" fmla="*/ 66 w 273"/>
                <a:gd name="T27" fmla="*/ 388 h 543"/>
                <a:gd name="T28" fmla="*/ 220 w 273"/>
                <a:gd name="T29" fmla="*/ 388 h 543"/>
                <a:gd name="T30" fmla="*/ 220 w 273"/>
                <a:gd name="T31" fmla="*/ 463 h 543"/>
                <a:gd name="T32" fmla="*/ 59 w 273"/>
                <a:gd name="T33" fmla="*/ 463 h 543"/>
                <a:gd name="T34" fmla="*/ 66 w 273"/>
                <a:gd name="T35" fmla="*/ 388 h 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3" h="543">
                  <a:moveTo>
                    <a:pt x="48" y="543"/>
                  </a:moveTo>
                  <a:cubicBezTo>
                    <a:pt x="51" y="524"/>
                    <a:pt x="54" y="506"/>
                    <a:pt x="56" y="487"/>
                  </a:cubicBezTo>
                  <a:cubicBezTo>
                    <a:pt x="220" y="487"/>
                    <a:pt x="220" y="487"/>
                    <a:pt x="220" y="487"/>
                  </a:cubicBezTo>
                  <a:cubicBezTo>
                    <a:pt x="220" y="543"/>
                    <a:pt x="220" y="543"/>
                    <a:pt x="220" y="543"/>
                  </a:cubicBezTo>
                  <a:cubicBezTo>
                    <a:pt x="264" y="543"/>
                    <a:pt x="264" y="543"/>
                    <a:pt x="264" y="543"/>
                  </a:cubicBezTo>
                  <a:cubicBezTo>
                    <a:pt x="264" y="388"/>
                    <a:pt x="264" y="388"/>
                    <a:pt x="264" y="388"/>
                  </a:cubicBezTo>
                  <a:cubicBezTo>
                    <a:pt x="273" y="388"/>
                    <a:pt x="273" y="388"/>
                    <a:pt x="273" y="388"/>
                  </a:cubicBezTo>
                  <a:cubicBezTo>
                    <a:pt x="273" y="344"/>
                    <a:pt x="273" y="344"/>
                    <a:pt x="273" y="344"/>
                  </a:cubicBezTo>
                  <a:cubicBezTo>
                    <a:pt x="69" y="344"/>
                    <a:pt x="69" y="344"/>
                    <a:pt x="69" y="344"/>
                  </a:cubicBezTo>
                  <a:cubicBezTo>
                    <a:pt x="73" y="229"/>
                    <a:pt x="65" y="114"/>
                    <a:pt x="43" y="0"/>
                  </a:cubicBezTo>
                  <a:cubicBezTo>
                    <a:pt x="29" y="3"/>
                    <a:pt x="14" y="6"/>
                    <a:pt x="0" y="8"/>
                  </a:cubicBezTo>
                  <a:cubicBezTo>
                    <a:pt x="34" y="185"/>
                    <a:pt x="35" y="366"/>
                    <a:pt x="3" y="543"/>
                  </a:cubicBezTo>
                  <a:lnTo>
                    <a:pt x="48" y="543"/>
                  </a:lnTo>
                  <a:close/>
                  <a:moveTo>
                    <a:pt x="66" y="388"/>
                  </a:moveTo>
                  <a:cubicBezTo>
                    <a:pt x="220" y="388"/>
                    <a:pt x="220" y="388"/>
                    <a:pt x="220" y="388"/>
                  </a:cubicBezTo>
                  <a:cubicBezTo>
                    <a:pt x="220" y="463"/>
                    <a:pt x="220" y="463"/>
                    <a:pt x="220" y="463"/>
                  </a:cubicBezTo>
                  <a:cubicBezTo>
                    <a:pt x="59" y="463"/>
                    <a:pt x="59" y="463"/>
                    <a:pt x="59" y="463"/>
                  </a:cubicBezTo>
                  <a:cubicBezTo>
                    <a:pt x="62" y="438"/>
                    <a:pt x="65" y="413"/>
                    <a:pt x="66" y="3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 name="Freeform 362"/>
            <p:cNvSpPr>
              <a:spLocks/>
            </p:cNvSpPr>
            <p:nvPr/>
          </p:nvSpPr>
          <p:spPr bwMode="auto">
            <a:xfrm>
              <a:off x="8332788" y="2070101"/>
              <a:ext cx="708025" cy="546100"/>
            </a:xfrm>
            <a:custGeom>
              <a:avLst/>
              <a:gdLst>
                <a:gd name="T0" fmla="*/ 0 w 446"/>
                <a:gd name="T1" fmla="*/ 25 h 344"/>
                <a:gd name="T2" fmla="*/ 351 w 446"/>
                <a:gd name="T3" fmla="*/ 25 h 344"/>
                <a:gd name="T4" fmla="*/ 351 w 446"/>
                <a:gd name="T5" fmla="*/ 344 h 344"/>
                <a:gd name="T6" fmla="*/ 383 w 446"/>
                <a:gd name="T7" fmla="*/ 344 h 344"/>
                <a:gd name="T8" fmla="*/ 383 w 446"/>
                <a:gd name="T9" fmla="*/ 25 h 344"/>
                <a:gd name="T10" fmla="*/ 446 w 446"/>
                <a:gd name="T11" fmla="*/ 25 h 344"/>
                <a:gd name="T12" fmla="*/ 446 w 446"/>
                <a:gd name="T13" fmla="*/ 0 h 344"/>
                <a:gd name="T14" fmla="*/ 0 w 446"/>
                <a:gd name="T15" fmla="*/ 0 h 344"/>
                <a:gd name="T16" fmla="*/ 0 w 446"/>
                <a:gd name="T17" fmla="*/ 25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6" h="344">
                  <a:moveTo>
                    <a:pt x="0" y="25"/>
                  </a:moveTo>
                  <a:lnTo>
                    <a:pt x="351" y="25"/>
                  </a:lnTo>
                  <a:lnTo>
                    <a:pt x="351" y="344"/>
                  </a:lnTo>
                  <a:lnTo>
                    <a:pt x="383" y="344"/>
                  </a:lnTo>
                  <a:lnTo>
                    <a:pt x="383" y="25"/>
                  </a:lnTo>
                  <a:lnTo>
                    <a:pt x="446" y="25"/>
                  </a:lnTo>
                  <a:lnTo>
                    <a:pt x="446" y="0"/>
                  </a:lnTo>
                  <a:lnTo>
                    <a:pt x="0" y="0"/>
                  </a:lnTo>
                  <a:lnTo>
                    <a:pt x="0"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 name="Freeform 363"/>
            <p:cNvSpPr>
              <a:spLocks/>
            </p:cNvSpPr>
            <p:nvPr/>
          </p:nvSpPr>
          <p:spPr bwMode="auto">
            <a:xfrm>
              <a:off x="8545513" y="1858963"/>
              <a:ext cx="47625" cy="55563"/>
            </a:xfrm>
            <a:custGeom>
              <a:avLst/>
              <a:gdLst>
                <a:gd name="T0" fmla="*/ 9 w 32"/>
                <a:gd name="T1" fmla="*/ 0 h 37"/>
                <a:gd name="T2" fmla="*/ 0 w 32"/>
                <a:gd name="T3" fmla="*/ 6 h 37"/>
                <a:gd name="T4" fmla="*/ 20 w 32"/>
                <a:gd name="T5" fmla="*/ 37 h 37"/>
                <a:gd name="T6" fmla="*/ 32 w 32"/>
                <a:gd name="T7" fmla="*/ 35 h 37"/>
                <a:gd name="T8" fmla="*/ 9 w 32"/>
                <a:gd name="T9" fmla="*/ 0 h 37"/>
              </a:gdLst>
              <a:ahLst/>
              <a:cxnLst>
                <a:cxn ang="0">
                  <a:pos x="T0" y="T1"/>
                </a:cxn>
                <a:cxn ang="0">
                  <a:pos x="T2" y="T3"/>
                </a:cxn>
                <a:cxn ang="0">
                  <a:pos x="T4" y="T5"/>
                </a:cxn>
                <a:cxn ang="0">
                  <a:pos x="T6" y="T7"/>
                </a:cxn>
                <a:cxn ang="0">
                  <a:pos x="T8" y="T9"/>
                </a:cxn>
              </a:cxnLst>
              <a:rect l="0" t="0" r="r" b="b"/>
              <a:pathLst>
                <a:path w="32" h="37">
                  <a:moveTo>
                    <a:pt x="9" y="0"/>
                  </a:moveTo>
                  <a:cubicBezTo>
                    <a:pt x="0" y="6"/>
                    <a:pt x="0" y="6"/>
                    <a:pt x="0" y="6"/>
                  </a:cubicBezTo>
                  <a:cubicBezTo>
                    <a:pt x="20" y="37"/>
                    <a:pt x="20" y="37"/>
                    <a:pt x="20" y="37"/>
                  </a:cubicBezTo>
                  <a:cubicBezTo>
                    <a:pt x="24" y="36"/>
                    <a:pt x="28" y="36"/>
                    <a:pt x="32" y="35"/>
                  </a:cubicBezTo>
                  <a:lnTo>
                    <a:pt x="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 name="Freeform 364"/>
            <p:cNvSpPr>
              <a:spLocks/>
            </p:cNvSpPr>
            <p:nvPr/>
          </p:nvSpPr>
          <p:spPr bwMode="auto">
            <a:xfrm>
              <a:off x="8189913" y="1790701"/>
              <a:ext cx="468313" cy="238125"/>
            </a:xfrm>
            <a:custGeom>
              <a:avLst/>
              <a:gdLst>
                <a:gd name="T0" fmla="*/ 65 w 314"/>
                <a:gd name="T1" fmla="*/ 23 h 159"/>
                <a:gd name="T2" fmla="*/ 23 w 314"/>
                <a:gd name="T3" fmla="*/ 8 h 159"/>
                <a:gd name="T4" fmla="*/ 7 w 314"/>
                <a:gd name="T5" fmla="*/ 50 h 159"/>
                <a:gd name="T6" fmla="*/ 215 w 314"/>
                <a:gd name="T7" fmla="*/ 159 h 159"/>
                <a:gd name="T8" fmla="*/ 285 w 314"/>
                <a:gd name="T9" fmla="*/ 153 h 159"/>
                <a:gd name="T10" fmla="*/ 311 w 314"/>
                <a:gd name="T11" fmla="*/ 116 h 159"/>
                <a:gd name="T12" fmla="*/ 273 w 314"/>
                <a:gd name="T13" fmla="*/ 90 h 159"/>
                <a:gd name="T14" fmla="*/ 65 w 314"/>
                <a:gd name="T15" fmla="*/ 23 h 1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4" h="159">
                  <a:moveTo>
                    <a:pt x="65" y="23"/>
                  </a:moveTo>
                  <a:cubicBezTo>
                    <a:pt x="58" y="7"/>
                    <a:pt x="39" y="0"/>
                    <a:pt x="23" y="8"/>
                  </a:cubicBezTo>
                  <a:cubicBezTo>
                    <a:pt x="7" y="15"/>
                    <a:pt x="0" y="34"/>
                    <a:pt x="7" y="50"/>
                  </a:cubicBezTo>
                  <a:cubicBezTo>
                    <a:pt x="10" y="55"/>
                    <a:pt x="60" y="159"/>
                    <a:pt x="215" y="159"/>
                  </a:cubicBezTo>
                  <a:cubicBezTo>
                    <a:pt x="236" y="159"/>
                    <a:pt x="259" y="157"/>
                    <a:pt x="285" y="153"/>
                  </a:cubicBezTo>
                  <a:cubicBezTo>
                    <a:pt x="302" y="150"/>
                    <a:pt x="314" y="133"/>
                    <a:pt x="311" y="116"/>
                  </a:cubicBezTo>
                  <a:cubicBezTo>
                    <a:pt x="307" y="98"/>
                    <a:pt x="291" y="87"/>
                    <a:pt x="273" y="90"/>
                  </a:cubicBezTo>
                  <a:cubicBezTo>
                    <a:pt x="115" y="118"/>
                    <a:pt x="68" y="27"/>
                    <a:pt x="65"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 name="Rectangle 365"/>
            <p:cNvSpPr>
              <a:spLocks noChangeArrowheads="1"/>
            </p:cNvSpPr>
            <p:nvPr/>
          </p:nvSpPr>
          <p:spPr bwMode="auto">
            <a:xfrm>
              <a:off x="8474075" y="2046288"/>
              <a:ext cx="3286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 name="Freeform 366"/>
            <p:cNvSpPr>
              <a:spLocks noEditPoints="1"/>
            </p:cNvSpPr>
            <p:nvPr/>
          </p:nvSpPr>
          <p:spPr bwMode="auto">
            <a:xfrm>
              <a:off x="8804275" y="995363"/>
              <a:ext cx="376238" cy="377825"/>
            </a:xfrm>
            <a:custGeom>
              <a:avLst/>
              <a:gdLst>
                <a:gd name="T0" fmla="*/ 126 w 252"/>
                <a:gd name="T1" fmla="*/ 252 h 252"/>
                <a:gd name="T2" fmla="*/ 252 w 252"/>
                <a:gd name="T3" fmla="*/ 126 h 252"/>
                <a:gd name="T4" fmla="*/ 126 w 252"/>
                <a:gd name="T5" fmla="*/ 0 h 252"/>
                <a:gd name="T6" fmla="*/ 0 w 252"/>
                <a:gd name="T7" fmla="*/ 126 h 252"/>
                <a:gd name="T8" fmla="*/ 126 w 252"/>
                <a:gd name="T9" fmla="*/ 252 h 252"/>
                <a:gd name="T10" fmla="*/ 126 w 252"/>
                <a:gd name="T11" fmla="*/ 16 h 252"/>
                <a:gd name="T12" fmla="*/ 236 w 252"/>
                <a:gd name="T13" fmla="*/ 126 h 252"/>
                <a:gd name="T14" fmla="*/ 126 w 252"/>
                <a:gd name="T15" fmla="*/ 236 h 252"/>
                <a:gd name="T16" fmla="*/ 16 w 252"/>
                <a:gd name="T17" fmla="*/ 126 h 252"/>
                <a:gd name="T18" fmla="*/ 126 w 252"/>
                <a:gd name="T19" fmla="*/ 1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2" h="252">
                  <a:moveTo>
                    <a:pt x="126" y="252"/>
                  </a:moveTo>
                  <a:cubicBezTo>
                    <a:pt x="196" y="252"/>
                    <a:pt x="252" y="196"/>
                    <a:pt x="252" y="126"/>
                  </a:cubicBezTo>
                  <a:cubicBezTo>
                    <a:pt x="252" y="57"/>
                    <a:pt x="196" y="0"/>
                    <a:pt x="126" y="0"/>
                  </a:cubicBezTo>
                  <a:cubicBezTo>
                    <a:pt x="57" y="0"/>
                    <a:pt x="0" y="57"/>
                    <a:pt x="0" y="126"/>
                  </a:cubicBezTo>
                  <a:cubicBezTo>
                    <a:pt x="0" y="196"/>
                    <a:pt x="57" y="252"/>
                    <a:pt x="126" y="252"/>
                  </a:cubicBezTo>
                  <a:close/>
                  <a:moveTo>
                    <a:pt x="126" y="16"/>
                  </a:moveTo>
                  <a:cubicBezTo>
                    <a:pt x="187" y="16"/>
                    <a:pt x="236" y="65"/>
                    <a:pt x="236" y="126"/>
                  </a:cubicBezTo>
                  <a:cubicBezTo>
                    <a:pt x="236" y="187"/>
                    <a:pt x="187" y="236"/>
                    <a:pt x="126" y="236"/>
                  </a:cubicBezTo>
                  <a:cubicBezTo>
                    <a:pt x="66" y="236"/>
                    <a:pt x="16" y="187"/>
                    <a:pt x="16" y="126"/>
                  </a:cubicBezTo>
                  <a:cubicBezTo>
                    <a:pt x="16" y="65"/>
                    <a:pt x="66" y="16"/>
                    <a:pt x="126"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 name="Freeform 367"/>
            <p:cNvSpPr>
              <a:spLocks/>
            </p:cNvSpPr>
            <p:nvPr/>
          </p:nvSpPr>
          <p:spPr bwMode="auto">
            <a:xfrm>
              <a:off x="8897938" y="1152526"/>
              <a:ext cx="109538" cy="152400"/>
            </a:xfrm>
            <a:custGeom>
              <a:avLst/>
              <a:gdLst>
                <a:gd name="T0" fmla="*/ 57 w 73"/>
                <a:gd name="T1" fmla="*/ 102 h 102"/>
                <a:gd name="T2" fmla="*/ 73 w 73"/>
                <a:gd name="T3" fmla="*/ 102 h 102"/>
                <a:gd name="T4" fmla="*/ 73 w 73"/>
                <a:gd name="T5" fmla="*/ 8 h 102"/>
                <a:gd name="T6" fmla="*/ 65 w 73"/>
                <a:gd name="T7" fmla="*/ 0 h 102"/>
                <a:gd name="T8" fmla="*/ 0 w 73"/>
                <a:gd name="T9" fmla="*/ 0 h 102"/>
                <a:gd name="T10" fmla="*/ 0 w 73"/>
                <a:gd name="T11" fmla="*/ 16 h 102"/>
                <a:gd name="T12" fmla="*/ 57 w 73"/>
                <a:gd name="T13" fmla="*/ 16 h 102"/>
                <a:gd name="T14" fmla="*/ 57 w 73"/>
                <a:gd name="T15" fmla="*/ 102 h 1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102">
                  <a:moveTo>
                    <a:pt x="57" y="102"/>
                  </a:moveTo>
                  <a:cubicBezTo>
                    <a:pt x="73" y="102"/>
                    <a:pt x="73" y="102"/>
                    <a:pt x="73" y="102"/>
                  </a:cubicBezTo>
                  <a:cubicBezTo>
                    <a:pt x="73" y="8"/>
                    <a:pt x="73" y="8"/>
                    <a:pt x="73" y="8"/>
                  </a:cubicBezTo>
                  <a:cubicBezTo>
                    <a:pt x="73" y="4"/>
                    <a:pt x="69" y="0"/>
                    <a:pt x="65" y="0"/>
                  </a:cubicBezTo>
                  <a:cubicBezTo>
                    <a:pt x="0" y="0"/>
                    <a:pt x="0" y="0"/>
                    <a:pt x="0" y="0"/>
                  </a:cubicBezTo>
                  <a:cubicBezTo>
                    <a:pt x="0" y="16"/>
                    <a:pt x="0" y="16"/>
                    <a:pt x="0" y="16"/>
                  </a:cubicBezTo>
                  <a:cubicBezTo>
                    <a:pt x="57" y="16"/>
                    <a:pt x="57" y="16"/>
                    <a:pt x="57" y="16"/>
                  </a:cubicBezTo>
                  <a:lnTo>
                    <a:pt x="57"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 name="Rectangle 385"/>
            <p:cNvSpPr>
              <a:spLocks noChangeArrowheads="1"/>
            </p:cNvSpPr>
            <p:nvPr/>
          </p:nvSpPr>
          <p:spPr bwMode="auto">
            <a:xfrm>
              <a:off x="9428163" y="1849438"/>
              <a:ext cx="65088"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42" name="组合 341"/>
          <p:cNvGrpSpPr/>
          <p:nvPr/>
        </p:nvGrpSpPr>
        <p:grpSpPr>
          <a:xfrm>
            <a:off x="9421813" y="1182688"/>
            <a:ext cx="1066800" cy="1665288"/>
            <a:chOff x="9421813" y="1182688"/>
            <a:chExt cx="1066800" cy="1665288"/>
          </a:xfrm>
          <a:solidFill>
            <a:schemeClr val="tx1">
              <a:lumMod val="65000"/>
              <a:lumOff val="35000"/>
            </a:schemeClr>
          </a:solidFill>
        </p:grpSpPr>
        <p:sp>
          <p:nvSpPr>
            <p:cNvPr id="343" name="Freeform 368"/>
            <p:cNvSpPr>
              <a:spLocks/>
            </p:cNvSpPr>
            <p:nvPr/>
          </p:nvSpPr>
          <p:spPr bwMode="auto">
            <a:xfrm>
              <a:off x="9602788" y="2732088"/>
              <a:ext cx="31750" cy="112713"/>
            </a:xfrm>
            <a:custGeom>
              <a:avLst/>
              <a:gdLst>
                <a:gd name="T0" fmla="*/ 16 w 21"/>
                <a:gd name="T1" fmla="*/ 31 h 75"/>
                <a:gd name="T2" fmla="*/ 17 w 21"/>
                <a:gd name="T3" fmla="*/ 23 h 75"/>
                <a:gd name="T4" fmla="*/ 21 w 21"/>
                <a:gd name="T5" fmla="*/ 8 h 75"/>
                <a:gd name="T6" fmla="*/ 19 w 21"/>
                <a:gd name="T7" fmla="*/ 2 h 75"/>
                <a:gd name="T8" fmla="*/ 15 w 21"/>
                <a:gd name="T9" fmla="*/ 0 h 75"/>
                <a:gd name="T10" fmla="*/ 11 w 21"/>
                <a:gd name="T11" fmla="*/ 1 h 75"/>
                <a:gd name="T12" fmla="*/ 8 w 21"/>
                <a:gd name="T13" fmla="*/ 4 h 75"/>
                <a:gd name="T14" fmla="*/ 7 w 21"/>
                <a:gd name="T15" fmla="*/ 11 h 75"/>
                <a:gd name="T16" fmla="*/ 6 w 21"/>
                <a:gd name="T17" fmla="*/ 19 h 75"/>
                <a:gd name="T18" fmla="*/ 3 w 21"/>
                <a:gd name="T19" fmla="*/ 39 h 75"/>
                <a:gd name="T20" fmla="*/ 0 w 21"/>
                <a:gd name="T21" fmla="*/ 61 h 75"/>
                <a:gd name="T22" fmla="*/ 2 w 21"/>
                <a:gd name="T23" fmla="*/ 72 h 75"/>
                <a:gd name="T24" fmla="*/ 7 w 21"/>
                <a:gd name="T25" fmla="*/ 75 h 75"/>
                <a:gd name="T26" fmla="*/ 12 w 21"/>
                <a:gd name="T27" fmla="*/ 73 h 75"/>
                <a:gd name="T28" fmla="*/ 14 w 21"/>
                <a:gd name="T29" fmla="*/ 66 h 75"/>
                <a:gd name="T30" fmla="*/ 13 w 21"/>
                <a:gd name="T31" fmla="*/ 53 h 75"/>
                <a:gd name="T32" fmla="*/ 15 w 21"/>
                <a:gd name="T33" fmla="*/ 38 h 75"/>
                <a:gd name="T34" fmla="*/ 16 w 21"/>
                <a:gd name="T35" fmla="*/ 3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75">
                  <a:moveTo>
                    <a:pt x="16" y="31"/>
                  </a:moveTo>
                  <a:cubicBezTo>
                    <a:pt x="16" y="29"/>
                    <a:pt x="16" y="26"/>
                    <a:pt x="17" y="23"/>
                  </a:cubicBezTo>
                  <a:cubicBezTo>
                    <a:pt x="21" y="8"/>
                    <a:pt x="21" y="8"/>
                    <a:pt x="21" y="8"/>
                  </a:cubicBezTo>
                  <a:cubicBezTo>
                    <a:pt x="21" y="6"/>
                    <a:pt x="20" y="4"/>
                    <a:pt x="19" y="2"/>
                  </a:cubicBezTo>
                  <a:cubicBezTo>
                    <a:pt x="18" y="1"/>
                    <a:pt x="17" y="0"/>
                    <a:pt x="15" y="0"/>
                  </a:cubicBezTo>
                  <a:cubicBezTo>
                    <a:pt x="14" y="0"/>
                    <a:pt x="13" y="0"/>
                    <a:pt x="11" y="1"/>
                  </a:cubicBezTo>
                  <a:cubicBezTo>
                    <a:pt x="10" y="2"/>
                    <a:pt x="9" y="3"/>
                    <a:pt x="8" y="4"/>
                  </a:cubicBezTo>
                  <a:cubicBezTo>
                    <a:pt x="8" y="5"/>
                    <a:pt x="7" y="7"/>
                    <a:pt x="7" y="11"/>
                  </a:cubicBezTo>
                  <a:cubicBezTo>
                    <a:pt x="7" y="13"/>
                    <a:pt x="6" y="16"/>
                    <a:pt x="6" y="19"/>
                  </a:cubicBezTo>
                  <a:cubicBezTo>
                    <a:pt x="3" y="39"/>
                    <a:pt x="3" y="39"/>
                    <a:pt x="3" y="39"/>
                  </a:cubicBezTo>
                  <a:cubicBezTo>
                    <a:pt x="1" y="50"/>
                    <a:pt x="0" y="58"/>
                    <a:pt x="0" y="61"/>
                  </a:cubicBezTo>
                  <a:cubicBezTo>
                    <a:pt x="0" y="66"/>
                    <a:pt x="1" y="70"/>
                    <a:pt x="2" y="72"/>
                  </a:cubicBezTo>
                  <a:cubicBezTo>
                    <a:pt x="3" y="74"/>
                    <a:pt x="5" y="75"/>
                    <a:pt x="7" y="75"/>
                  </a:cubicBezTo>
                  <a:cubicBezTo>
                    <a:pt x="9" y="75"/>
                    <a:pt x="10" y="74"/>
                    <a:pt x="12" y="73"/>
                  </a:cubicBezTo>
                  <a:cubicBezTo>
                    <a:pt x="14" y="71"/>
                    <a:pt x="14" y="69"/>
                    <a:pt x="14" y="66"/>
                  </a:cubicBezTo>
                  <a:cubicBezTo>
                    <a:pt x="13" y="62"/>
                    <a:pt x="13" y="57"/>
                    <a:pt x="13" y="53"/>
                  </a:cubicBezTo>
                  <a:cubicBezTo>
                    <a:pt x="13" y="50"/>
                    <a:pt x="14" y="45"/>
                    <a:pt x="15" y="38"/>
                  </a:cubicBezTo>
                  <a:cubicBezTo>
                    <a:pt x="15" y="34"/>
                    <a:pt x="16" y="32"/>
                    <a:pt x="16"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Freeform 369"/>
            <p:cNvSpPr>
              <a:spLocks/>
            </p:cNvSpPr>
            <p:nvPr/>
          </p:nvSpPr>
          <p:spPr bwMode="auto">
            <a:xfrm>
              <a:off x="9645650" y="2765426"/>
              <a:ext cx="96838" cy="77788"/>
            </a:xfrm>
            <a:custGeom>
              <a:avLst/>
              <a:gdLst>
                <a:gd name="T0" fmla="*/ 52 w 64"/>
                <a:gd name="T1" fmla="*/ 49 h 52"/>
                <a:gd name="T2" fmla="*/ 60 w 64"/>
                <a:gd name="T3" fmla="*/ 46 h 52"/>
                <a:gd name="T4" fmla="*/ 64 w 64"/>
                <a:gd name="T5" fmla="*/ 41 h 52"/>
                <a:gd name="T6" fmla="*/ 61 w 64"/>
                <a:gd name="T7" fmla="*/ 38 h 52"/>
                <a:gd name="T8" fmla="*/ 59 w 64"/>
                <a:gd name="T9" fmla="*/ 39 h 52"/>
                <a:gd name="T10" fmla="*/ 56 w 64"/>
                <a:gd name="T11" fmla="*/ 39 h 52"/>
                <a:gd name="T12" fmla="*/ 51 w 64"/>
                <a:gd name="T13" fmla="*/ 20 h 52"/>
                <a:gd name="T14" fmla="*/ 37 w 64"/>
                <a:gd name="T15" fmla="*/ 2 h 52"/>
                <a:gd name="T16" fmla="*/ 13 w 64"/>
                <a:gd name="T17" fmla="*/ 27 h 52"/>
                <a:gd name="T18" fmla="*/ 16 w 64"/>
                <a:gd name="T19" fmla="*/ 9 h 52"/>
                <a:gd name="T20" fmla="*/ 14 w 64"/>
                <a:gd name="T21" fmla="*/ 1 h 52"/>
                <a:gd name="T22" fmla="*/ 10 w 64"/>
                <a:gd name="T23" fmla="*/ 0 h 52"/>
                <a:gd name="T24" fmla="*/ 6 w 64"/>
                <a:gd name="T25" fmla="*/ 2 h 52"/>
                <a:gd name="T26" fmla="*/ 3 w 64"/>
                <a:gd name="T27" fmla="*/ 7 h 52"/>
                <a:gd name="T28" fmla="*/ 2 w 64"/>
                <a:gd name="T29" fmla="*/ 34 h 52"/>
                <a:gd name="T30" fmla="*/ 0 w 64"/>
                <a:gd name="T31" fmla="*/ 45 h 52"/>
                <a:gd name="T32" fmla="*/ 8 w 64"/>
                <a:gd name="T33" fmla="*/ 52 h 52"/>
                <a:gd name="T34" fmla="*/ 10 w 64"/>
                <a:gd name="T35" fmla="*/ 51 h 52"/>
                <a:gd name="T36" fmla="*/ 12 w 64"/>
                <a:gd name="T37" fmla="*/ 47 h 52"/>
                <a:gd name="T38" fmla="*/ 23 w 64"/>
                <a:gd name="T39" fmla="*/ 28 h 52"/>
                <a:gd name="T40" fmla="*/ 35 w 64"/>
                <a:gd name="T41" fmla="*/ 14 h 52"/>
                <a:gd name="T42" fmla="*/ 40 w 64"/>
                <a:gd name="T43" fmla="*/ 27 h 52"/>
                <a:gd name="T44" fmla="*/ 44 w 64"/>
                <a:gd name="T45" fmla="*/ 44 h 52"/>
                <a:gd name="T46" fmla="*/ 44 w 64"/>
                <a:gd name="T47" fmla="*/ 44 h 52"/>
                <a:gd name="T48" fmla="*/ 52 w 64"/>
                <a:gd name="T49" fmla="*/ 4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4" h="52">
                  <a:moveTo>
                    <a:pt x="52" y="49"/>
                  </a:moveTo>
                  <a:cubicBezTo>
                    <a:pt x="55" y="49"/>
                    <a:pt x="58" y="48"/>
                    <a:pt x="60" y="46"/>
                  </a:cubicBezTo>
                  <a:cubicBezTo>
                    <a:pt x="63" y="44"/>
                    <a:pt x="64" y="42"/>
                    <a:pt x="64" y="41"/>
                  </a:cubicBezTo>
                  <a:cubicBezTo>
                    <a:pt x="64" y="39"/>
                    <a:pt x="63" y="38"/>
                    <a:pt x="61" y="38"/>
                  </a:cubicBezTo>
                  <a:cubicBezTo>
                    <a:pt x="61" y="38"/>
                    <a:pt x="60" y="38"/>
                    <a:pt x="59" y="39"/>
                  </a:cubicBezTo>
                  <a:cubicBezTo>
                    <a:pt x="57" y="39"/>
                    <a:pt x="57" y="39"/>
                    <a:pt x="56" y="39"/>
                  </a:cubicBezTo>
                  <a:cubicBezTo>
                    <a:pt x="54" y="39"/>
                    <a:pt x="53" y="33"/>
                    <a:pt x="51" y="20"/>
                  </a:cubicBezTo>
                  <a:cubicBezTo>
                    <a:pt x="50" y="8"/>
                    <a:pt x="45" y="2"/>
                    <a:pt x="37" y="2"/>
                  </a:cubicBezTo>
                  <a:cubicBezTo>
                    <a:pt x="29" y="2"/>
                    <a:pt x="20" y="10"/>
                    <a:pt x="13" y="27"/>
                  </a:cubicBezTo>
                  <a:cubicBezTo>
                    <a:pt x="15" y="18"/>
                    <a:pt x="16" y="12"/>
                    <a:pt x="16" y="9"/>
                  </a:cubicBezTo>
                  <a:cubicBezTo>
                    <a:pt x="16" y="5"/>
                    <a:pt x="15" y="2"/>
                    <a:pt x="14" y="1"/>
                  </a:cubicBezTo>
                  <a:cubicBezTo>
                    <a:pt x="13" y="0"/>
                    <a:pt x="12" y="0"/>
                    <a:pt x="10" y="0"/>
                  </a:cubicBezTo>
                  <a:cubicBezTo>
                    <a:pt x="8" y="0"/>
                    <a:pt x="7" y="1"/>
                    <a:pt x="6" y="2"/>
                  </a:cubicBezTo>
                  <a:cubicBezTo>
                    <a:pt x="4" y="4"/>
                    <a:pt x="3" y="6"/>
                    <a:pt x="3" y="7"/>
                  </a:cubicBezTo>
                  <a:cubicBezTo>
                    <a:pt x="3" y="18"/>
                    <a:pt x="3" y="27"/>
                    <a:pt x="2" y="34"/>
                  </a:cubicBezTo>
                  <a:cubicBezTo>
                    <a:pt x="1" y="40"/>
                    <a:pt x="0" y="43"/>
                    <a:pt x="0" y="45"/>
                  </a:cubicBezTo>
                  <a:cubicBezTo>
                    <a:pt x="0" y="50"/>
                    <a:pt x="3" y="52"/>
                    <a:pt x="8" y="52"/>
                  </a:cubicBezTo>
                  <a:cubicBezTo>
                    <a:pt x="8" y="52"/>
                    <a:pt x="9" y="51"/>
                    <a:pt x="10" y="51"/>
                  </a:cubicBezTo>
                  <a:cubicBezTo>
                    <a:pt x="11" y="50"/>
                    <a:pt x="12" y="49"/>
                    <a:pt x="12" y="47"/>
                  </a:cubicBezTo>
                  <a:cubicBezTo>
                    <a:pt x="13" y="43"/>
                    <a:pt x="17" y="37"/>
                    <a:pt x="23" y="28"/>
                  </a:cubicBezTo>
                  <a:cubicBezTo>
                    <a:pt x="29" y="19"/>
                    <a:pt x="33" y="14"/>
                    <a:pt x="35" y="14"/>
                  </a:cubicBezTo>
                  <a:cubicBezTo>
                    <a:pt x="38" y="14"/>
                    <a:pt x="40" y="18"/>
                    <a:pt x="40" y="27"/>
                  </a:cubicBezTo>
                  <a:cubicBezTo>
                    <a:pt x="41" y="35"/>
                    <a:pt x="42" y="41"/>
                    <a:pt x="44" y="44"/>
                  </a:cubicBezTo>
                  <a:cubicBezTo>
                    <a:pt x="44" y="44"/>
                    <a:pt x="44" y="44"/>
                    <a:pt x="44" y="44"/>
                  </a:cubicBezTo>
                  <a:cubicBezTo>
                    <a:pt x="45" y="47"/>
                    <a:pt x="48" y="49"/>
                    <a:pt x="52"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Freeform 370"/>
            <p:cNvSpPr>
              <a:spLocks/>
            </p:cNvSpPr>
            <p:nvPr/>
          </p:nvSpPr>
          <p:spPr bwMode="auto">
            <a:xfrm>
              <a:off x="9744075" y="2732088"/>
              <a:ext cx="74613" cy="114300"/>
            </a:xfrm>
            <a:custGeom>
              <a:avLst/>
              <a:gdLst>
                <a:gd name="T0" fmla="*/ 31 w 50"/>
                <a:gd name="T1" fmla="*/ 2 h 76"/>
                <a:gd name="T2" fmla="*/ 27 w 50"/>
                <a:gd name="T3" fmla="*/ 0 h 76"/>
                <a:gd name="T4" fmla="*/ 20 w 50"/>
                <a:gd name="T5" fmla="*/ 7 h 76"/>
                <a:gd name="T6" fmla="*/ 16 w 50"/>
                <a:gd name="T7" fmla="*/ 23 h 76"/>
                <a:gd name="T8" fmla="*/ 5 w 50"/>
                <a:gd name="T9" fmla="*/ 23 h 76"/>
                <a:gd name="T10" fmla="*/ 0 w 50"/>
                <a:gd name="T11" fmla="*/ 27 h 76"/>
                <a:gd name="T12" fmla="*/ 3 w 50"/>
                <a:gd name="T13" fmla="*/ 32 h 76"/>
                <a:gd name="T14" fmla="*/ 7 w 50"/>
                <a:gd name="T15" fmla="*/ 34 h 76"/>
                <a:gd name="T16" fmla="*/ 8 w 50"/>
                <a:gd name="T17" fmla="*/ 34 h 76"/>
                <a:gd name="T18" fmla="*/ 13 w 50"/>
                <a:gd name="T19" fmla="*/ 33 h 76"/>
                <a:gd name="T20" fmla="*/ 8 w 50"/>
                <a:gd name="T21" fmla="*/ 60 h 76"/>
                <a:gd name="T22" fmla="*/ 11 w 50"/>
                <a:gd name="T23" fmla="*/ 72 h 76"/>
                <a:gd name="T24" fmla="*/ 21 w 50"/>
                <a:gd name="T25" fmla="*/ 76 h 76"/>
                <a:gd name="T26" fmla="*/ 37 w 50"/>
                <a:gd name="T27" fmla="*/ 70 h 76"/>
                <a:gd name="T28" fmla="*/ 44 w 50"/>
                <a:gd name="T29" fmla="*/ 60 h 76"/>
                <a:gd name="T30" fmla="*/ 43 w 50"/>
                <a:gd name="T31" fmla="*/ 58 h 76"/>
                <a:gd name="T32" fmla="*/ 40 w 50"/>
                <a:gd name="T33" fmla="*/ 57 h 76"/>
                <a:gd name="T34" fmla="*/ 36 w 50"/>
                <a:gd name="T35" fmla="*/ 59 h 76"/>
                <a:gd name="T36" fmla="*/ 29 w 50"/>
                <a:gd name="T37" fmla="*/ 64 h 76"/>
                <a:gd name="T38" fmla="*/ 24 w 50"/>
                <a:gd name="T39" fmla="*/ 65 h 76"/>
                <a:gd name="T40" fmla="*/ 21 w 50"/>
                <a:gd name="T41" fmla="*/ 63 h 76"/>
                <a:gd name="T42" fmla="*/ 20 w 50"/>
                <a:gd name="T43" fmla="*/ 57 h 76"/>
                <a:gd name="T44" fmla="*/ 22 w 50"/>
                <a:gd name="T45" fmla="*/ 44 h 76"/>
                <a:gd name="T46" fmla="*/ 25 w 50"/>
                <a:gd name="T47" fmla="*/ 32 h 76"/>
                <a:gd name="T48" fmla="*/ 43 w 50"/>
                <a:gd name="T49" fmla="*/ 30 h 76"/>
                <a:gd name="T50" fmla="*/ 50 w 50"/>
                <a:gd name="T51" fmla="*/ 24 h 76"/>
                <a:gd name="T52" fmla="*/ 49 w 50"/>
                <a:gd name="T53" fmla="*/ 21 h 76"/>
                <a:gd name="T54" fmla="*/ 46 w 50"/>
                <a:gd name="T55" fmla="*/ 20 h 76"/>
                <a:gd name="T56" fmla="*/ 28 w 50"/>
                <a:gd name="T57" fmla="*/ 21 h 76"/>
                <a:gd name="T58" fmla="*/ 33 w 50"/>
                <a:gd name="T59" fmla="*/ 6 h 76"/>
                <a:gd name="T60" fmla="*/ 31 w 50"/>
                <a:gd name="T61" fmla="*/ 2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0" h="76">
                  <a:moveTo>
                    <a:pt x="31" y="2"/>
                  </a:moveTo>
                  <a:cubicBezTo>
                    <a:pt x="30" y="1"/>
                    <a:pt x="28" y="0"/>
                    <a:pt x="27" y="0"/>
                  </a:cubicBezTo>
                  <a:cubicBezTo>
                    <a:pt x="23" y="0"/>
                    <a:pt x="21" y="3"/>
                    <a:pt x="20" y="7"/>
                  </a:cubicBezTo>
                  <a:cubicBezTo>
                    <a:pt x="19" y="13"/>
                    <a:pt x="17" y="19"/>
                    <a:pt x="16" y="23"/>
                  </a:cubicBezTo>
                  <a:cubicBezTo>
                    <a:pt x="5" y="23"/>
                    <a:pt x="5" y="23"/>
                    <a:pt x="5" y="23"/>
                  </a:cubicBezTo>
                  <a:cubicBezTo>
                    <a:pt x="2" y="23"/>
                    <a:pt x="0" y="24"/>
                    <a:pt x="0" y="27"/>
                  </a:cubicBezTo>
                  <a:cubicBezTo>
                    <a:pt x="0" y="29"/>
                    <a:pt x="1" y="31"/>
                    <a:pt x="3" y="32"/>
                  </a:cubicBezTo>
                  <a:cubicBezTo>
                    <a:pt x="4" y="33"/>
                    <a:pt x="6" y="34"/>
                    <a:pt x="7" y="34"/>
                  </a:cubicBezTo>
                  <a:cubicBezTo>
                    <a:pt x="8" y="34"/>
                    <a:pt x="8" y="34"/>
                    <a:pt x="8" y="34"/>
                  </a:cubicBezTo>
                  <a:cubicBezTo>
                    <a:pt x="9" y="34"/>
                    <a:pt x="11" y="33"/>
                    <a:pt x="13" y="33"/>
                  </a:cubicBezTo>
                  <a:cubicBezTo>
                    <a:pt x="9" y="47"/>
                    <a:pt x="8" y="56"/>
                    <a:pt x="8" y="60"/>
                  </a:cubicBezTo>
                  <a:cubicBezTo>
                    <a:pt x="8" y="65"/>
                    <a:pt x="9" y="69"/>
                    <a:pt x="11" y="72"/>
                  </a:cubicBezTo>
                  <a:cubicBezTo>
                    <a:pt x="14" y="74"/>
                    <a:pt x="17" y="76"/>
                    <a:pt x="21" y="76"/>
                  </a:cubicBezTo>
                  <a:cubicBezTo>
                    <a:pt x="27" y="76"/>
                    <a:pt x="32" y="74"/>
                    <a:pt x="37" y="70"/>
                  </a:cubicBezTo>
                  <a:cubicBezTo>
                    <a:pt x="41" y="66"/>
                    <a:pt x="44" y="63"/>
                    <a:pt x="44" y="60"/>
                  </a:cubicBezTo>
                  <a:cubicBezTo>
                    <a:pt x="44" y="59"/>
                    <a:pt x="43" y="59"/>
                    <a:pt x="43" y="58"/>
                  </a:cubicBezTo>
                  <a:cubicBezTo>
                    <a:pt x="42" y="57"/>
                    <a:pt x="41" y="57"/>
                    <a:pt x="40" y="57"/>
                  </a:cubicBezTo>
                  <a:cubicBezTo>
                    <a:pt x="39" y="57"/>
                    <a:pt x="38" y="58"/>
                    <a:pt x="36" y="59"/>
                  </a:cubicBezTo>
                  <a:cubicBezTo>
                    <a:pt x="33" y="62"/>
                    <a:pt x="31" y="63"/>
                    <a:pt x="29" y="64"/>
                  </a:cubicBezTo>
                  <a:cubicBezTo>
                    <a:pt x="27" y="64"/>
                    <a:pt x="26" y="65"/>
                    <a:pt x="24" y="65"/>
                  </a:cubicBezTo>
                  <a:cubicBezTo>
                    <a:pt x="22" y="65"/>
                    <a:pt x="21" y="64"/>
                    <a:pt x="21" y="63"/>
                  </a:cubicBezTo>
                  <a:cubicBezTo>
                    <a:pt x="20" y="62"/>
                    <a:pt x="20" y="60"/>
                    <a:pt x="20" y="57"/>
                  </a:cubicBezTo>
                  <a:cubicBezTo>
                    <a:pt x="20" y="56"/>
                    <a:pt x="21" y="51"/>
                    <a:pt x="22" y="44"/>
                  </a:cubicBezTo>
                  <a:cubicBezTo>
                    <a:pt x="24" y="36"/>
                    <a:pt x="25" y="32"/>
                    <a:pt x="25" y="32"/>
                  </a:cubicBezTo>
                  <a:cubicBezTo>
                    <a:pt x="43" y="30"/>
                    <a:pt x="43" y="30"/>
                    <a:pt x="43" y="30"/>
                  </a:cubicBezTo>
                  <a:cubicBezTo>
                    <a:pt x="48" y="29"/>
                    <a:pt x="50" y="27"/>
                    <a:pt x="50" y="24"/>
                  </a:cubicBezTo>
                  <a:cubicBezTo>
                    <a:pt x="50" y="22"/>
                    <a:pt x="50" y="21"/>
                    <a:pt x="49" y="21"/>
                  </a:cubicBezTo>
                  <a:cubicBezTo>
                    <a:pt x="49" y="20"/>
                    <a:pt x="48" y="20"/>
                    <a:pt x="46" y="20"/>
                  </a:cubicBezTo>
                  <a:cubicBezTo>
                    <a:pt x="45" y="20"/>
                    <a:pt x="39" y="21"/>
                    <a:pt x="28" y="21"/>
                  </a:cubicBezTo>
                  <a:cubicBezTo>
                    <a:pt x="31" y="12"/>
                    <a:pt x="33" y="6"/>
                    <a:pt x="33" y="6"/>
                  </a:cubicBezTo>
                  <a:cubicBezTo>
                    <a:pt x="33" y="5"/>
                    <a:pt x="32" y="3"/>
                    <a:pt x="3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 name="Freeform 371"/>
            <p:cNvSpPr>
              <a:spLocks noEditPoints="1"/>
            </p:cNvSpPr>
            <p:nvPr/>
          </p:nvSpPr>
          <p:spPr bwMode="auto">
            <a:xfrm>
              <a:off x="9820275" y="2757488"/>
              <a:ext cx="69850" cy="88900"/>
            </a:xfrm>
            <a:custGeom>
              <a:avLst/>
              <a:gdLst>
                <a:gd name="T0" fmla="*/ 14 w 47"/>
                <a:gd name="T1" fmla="*/ 39 h 59"/>
                <a:gd name="T2" fmla="*/ 35 w 47"/>
                <a:gd name="T3" fmla="*/ 29 h 59"/>
                <a:gd name="T4" fmla="*/ 44 w 47"/>
                <a:gd name="T5" fmla="*/ 12 h 59"/>
                <a:gd name="T6" fmla="*/ 40 w 47"/>
                <a:gd name="T7" fmla="*/ 3 h 59"/>
                <a:gd name="T8" fmla="*/ 31 w 47"/>
                <a:gd name="T9" fmla="*/ 0 h 59"/>
                <a:gd name="T10" fmla="*/ 10 w 47"/>
                <a:gd name="T11" fmla="*/ 12 h 59"/>
                <a:gd name="T12" fmla="*/ 0 w 47"/>
                <a:gd name="T13" fmla="*/ 39 h 59"/>
                <a:gd name="T14" fmla="*/ 5 w 47"/>
                <a:gd name="T15" fmla="*/ 53 h 59"/>
                <a:gd name="T16" fmla="*/ 18 w 47"/>
                <a:gd name="T17" fmla="*/ 59 h 59"/>
                <a:gd name="T18" fmla="*/ 38 w 47"/>
                <a:gd name="T19" fmla="*/ 52 h 59"/>
                <a:gd name="T20" fmla="*/ 47 w 47"/>
                <a:gd name="T21" fmla="*/ 39 h 59"/>
                <a:gd name="T22" fmla="*/ 44 w 47"/>
                <a:gd name="T23" fmla="*/ 36 h 59"/>
                <a:gd name="T24" fmla="*/ 40 w 47"/>
                <a:gd name="T25" fmla="*/ 38 h 59"/>
                <a:gd name="T26" fmla="*/ 20 w 47"/>
                <a:gd name="T27" fmla="*/ 48 h 59"/>
                <a:gd name="T28" fmla="*/ 14 w 47"/>
                <a:gd name="T29" fmla="*/ 46 h 59"/>
                <a:gd name="T30" fmla="*/ 12 w 47"/>
                <a:gd name="T31" fmla="*/ 41 h 59"/>
                <a:gd name="T32" fmla="*/ 14 w 47"/>
                <a:gd name="T33" fmla="*/ 39 h 59"/>
                <a:gd name="T34" fmla="*/ 20 w 47"/>
                <a:gd name="T35" fmla="*/ 16 h 59"/>
                <a:gd name="T36" fmla="*/ 30 w 47"/>
                <a:gd name="T37" fmla="*/ 10 h 59"/>
                <a:gd name="T38" fmla="*/ 32 w 47"/>
                <a:gd name="T39" fmla="*/ 11 h 59"/>
                <a:gd name="T40" fmla="*/ 33 w 47"/>
                <a:gd name="T41" fmla="*/ 14 h 59"/>
                <a:gd name="T42" fmla="*/ 27 w 47"/>
                <a:gd name="T43" fmla="*/ 23 h 59"/>
                <a:gd name="T44" fmla="*/ 13 w 47"/>
                <a:gd name="T45" fmla="*/ 30 h 59"/>
                <a:gd name="T46" fmla="*/ 20 w 47"/>
                <a:gd name="T47" fmla="*/ 16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59">
                  <a:moveTo>
                    <a:pt x="14" y="39"/>
                  </a:moveTo>
                  <a:cubicBezTo>
                    <a:pt x="22" y="37"/>
                    <a:pt x="30" y="34"/>
                    <a:pt x="35" y="29"/>
                  </a:cubicBezTo>
                  <a:cubicBezTo>
                    <a:pt x="41" y="23"/>
                    <a:pt x="44" y="18"/>
                    <a:pt x="44" y="12"/>
                  </a:cubicBezTo>
                  <a:cubicBezTo>
                    <a:pt x="44" y="9"/>
                    <a:pt x="43" y="6"/>
                    <a:pt x="40" y="3"/>
                  </a:cubicBezTo>
                  <a:cubicBezTo>
                    <a:pt x="38" y="1"/>
                    <a:pt x="35" y="0"/>
                    <a:pt x="31" y="0"/>
                  </a:cubicBezTo>
                  <a:cubicBezTo>
                    <a:pt x="24" y="0"/>
                    <a:pt x="17" y="4"/>
                    <a:pt x="10" y="12"/>
                  </a:cubicBezTo>
                  <a:cubicBezTo>
                    <a:pt x="3" y="20"/>
                    <a:pt x="0" y="29"/>
                    <a:pt x="0" y="39"/>
                  </a:cubicBezTo>
                  <a:cubicBezTo>
                    <a:pt x="0" y="45"/>
                    <a:pt x="2" y="50"/>
                    <a:pt x="5" y="53"/>
                  </a:cubicBezTo>
                  <a:cubicBezTo>
                    <a:pt x="8" y="57"/>
                    <a:pt x="13" y="59"/>
                    <a:pt x="18" y="59"/>
                  </a:cubicBezTo>
                  <a:cubicBezTo>
                    <a:pt x="26" y="59"/>
                    <a:pt x="32" y="56"/>
                    <a:pt x="38" y="52"/>
                  </a:cubicBezTo>
                  <a:cubicBezTo>
                    <a:pt x="44" y="47"/>
                    <a:pt x="47" y="43"/>
                    <a:pt x="47" y="39"/>
                  </a:cubicBezTo>
                  <a:cubicBezTo>
                    <a:pt x="47" y="37"/>
                    <a:pt x="46" y="36"/>
                    <a:pt x="44" y="36"/>
                  </a:cubicBezTo>
                  <a:cubicBezTo>
                    <a:pt x="43" y="36"/>
                    <a:pt x="41" y="36"/>
                    <a:pt x="40" y="38"/>
                  </a:cubicBezTo>
                  <a:cubicBezTo>
                    <a:pt x="34" y="45"/>
                    <a:pt x="27" y="48"/>
                    <a:pt x="20" y="48"/>
                  </a:cubicBezTo>
                  <a:cubicBezTo>
                    <a:pt x="18" y="48"/>
                    <a:pt x="16" y="47"/>
                    <a:pt x="14" y="46"/>
                  </a:cubicBezTo>
                  <a:cubicBezTo>
                    <a:pt x="13" y="44"/>
                    <a:pt x="12" y="43"/>
                    <a:pt x="12" y="41"/>
                  </a:cubicBezTo>
                  <a:cubicBezTo>
                    <a:pt x="12" y="40"/>
                    <a:pt x="13" y="40"/>
                    <a:pt x="14" y="39"/>
                  </a:cubicBezTo>
                  <a:close/>
                  <a:moveTo>
                    <a:pt x="20" y="16"/>
                  </a:moveTo>
                  <a:cubicBezTo>
                    <a:pt x="24" y="12"/>
                    <a:pt x="27" y="10"/>
                    <a:pt x="30" y="10"/>
                  </a:cubicBezTo>
                  <a:cubicBezTo>
                    <a:pt x="31" y="10"/>
                    <a:pt x="32" y="10"/>
                    <a:pt x="32" y="11"/>
                  </a:cubicBezTo>
                  <a:cubicBezTo>
                    <a:pt x="33" y="12"/>
                    <a:pt x="33" y="13"/>
                    <a:pt x="33" y="14"/>
                  </a:cubicBezTo>
                  <a:cubicBezTo>
                    <a:pt x="33" y="17"/>
                    <a:pt x="31" y="20"/>
                    <a:pt x="27" y="23"/>
                  </a:cubicBezTo>
                  <a:cubicBezTo>
                    <a:pt x="23" y="27"/>
                    <a:pt x="18" y="29"/>
                    <a:pt x="13" y="30"/>
                  </a:cubicBezTo>
                  <a:cubicBezTo>
                    <a:pt x="14" y="25"/>
                    <a:pt x="17" y="21"/>
                    <a:pt x="20"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 name="Freeform 372"/>
            <p:cNvSpPr>
              <a:spLocks/>
            </p:cNvSpPr>
            <p:nvPr/>
          </p:nvSpPr>
          <p:spPr bwMode="auto">
            <a:xfrm>
              <a:off x="9904413" y="2760663"/>
              <a:ext cx="74613" cy="85725"/>
            </a:xfrm>
            <a:custGeom>
              <a:avLst/>
              <a:gdLst>
                <a:gd name="T0" fmla="*/ 50 w 50"/>
                <a:gd name="T1" fmla="*/ 10 h 57"/>
                <a:gd name="T2" fmla="*/ 47 w 50"/>
                <a:gd name="T3" fmla="*/ 3 h 57"/>
                <a:gd name="T4" fmla="*/ 39 w 50"/>
                <a:gd name="T5" fmla="*/ 0 h 57"/>
                <a:gd name="T6" fmla="*/ 25 w 50"/>
                <a:gd name="T7" fmla="*/ 8 h 57"/>
                <a:gd name="T8" fmla="*/ 12 w 50"/>
                <a:gd name="T9" fmla="*/ 28 h 57"/>
                <a:gd name="T10" fmla="*/ 11 w 50"/>
                <a:gd name="T11" fmla="*/ 29 h 57"/>
                <a:gd name="T12" fmla="*/ 12 w 50"/>
                <a:gd name="T13" fmla="*/ 22 h 57"/>
                <a:gd name="T14" fmla="*/ 13 w 50"/>
                <a:gd name="T15" fmla="*/ 15 h 57"/>
                <a:gd name="T16" fmla="*/ 16 w 50"/>
                <a:gd name="T17" fmla="*/ 6 h 57"/>
                <a:gd name="T18" fmla="*/ 14 w 50"/>
                <a:gd name="T19" fmla="*/ 2 h 57"/>
                <a:gd name="T20" fmla="*/ 10 w 50"/>
                <a:gd name="T21" fmla="*/ 1 h 57"/>
                <a:gd name="T22" fmla="*/ 6 w 50"/>
                <a:gd name="T23" fmla="*/ 2 h 57"/>
                <a:gd name="T24" fmla="*/ 3 w 50"/>
                <a:gd name="T25" fmla="*/ 6 h 57"/>
                <a:gd name="T26" fmla="*/ 2 w 50"/>
                <a:gd name="T27" fmla="*/ 12 h 57"/>
                <a:gd name="T28" fmla="*/ 1 w 50"/>
                <a:gd name="T29" fmla="*/ 16 h 57"/>
                <a:gd name="T30" fmla="*/ 0 w 50"/>
                <a:gd name="T31" fmla="*/ 30 h 57"/>
                <a:gd name="T32" fmla="*/ 0 w 50"/>
                <a:gd name="T33" fmla="*/ 40 h 57"/>
                <a:gd name="T34" fmla="*/ 2 w 50"/>
                <a:gd name="T35" fmla="*/ 53 h 57"/>
                <a:gd name="T36" fmla="*/ 6 w 50"/>
                <a:gd name="T37" fmla="*/ 57 h 57"/>
                <a:gd name="T38" fmla="*/ 12 w 50"/>
                <a:gd name="T39" fmla="*/ 55 h 57"/>
                <a:gd name="T40" fmla="*/ 14 w 50"/>
                <a:gd name="T41" fmla="*/ 50 h 57"/>
                <a:gd name="T42" fmla="*/ 25 w 50"/>
                <a:gd name="T43" fmla="*/ 23 h 57"/>
                <a:gd name="T44" fmla="*/ 37 w 50"/>
                <a:gd name="T45" fmla="*/ 11 h 57"/>
                <a:gd name="T46" fmla="*/ 40 w 50"/>
                <a:gd name="T47" fmla="*/ 13 h 57"/>
                <a:gd name="T48" fmla="*/ 46 w 50"/>
                <a:gd name="T49" fmla="*/ 16 h 57"/>
                <a:gd name="T50" fmla="*/ 49 w 50"/>
                <a:gd name="T51" fmla="*/ 14 h 57"/>
                <a:gd name="T52" fmla="*/ 50 w 50"/>
                <a:gd name="T53" fmla="*/ 1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0" h="57">
                  <a:moveTo>
                    <a:pt x="50" y="10"/>
                  </a:moveTo>
                  <a:cubicBezTo>
                    <a:pt x="50" y="7"/>
                    <a:pt x="49" y="5"/>
                    <a:pt x="47" y="3"/>
                  </a:cubicBezTo>
                  <a:cubicBezTo>
                    <a:pt x="45" y="1"/>
                    <a:pt x="42" y="0"/>
                    <a:pt x="39" y="0"/>
                  </a:cubicBezTo>
                  <a:cubicBezTo>
                    <a:pt x="34" y="0"/>
                    <a:pt x="30" y="3"/>
                    <a:pt x="25" y="8"/>
                  </a:cubicBezTo>
                  <a:cubicBezTo>
                    <a:pt x="20" y="13"/>
                    <a:pt x="16" y="20"/>
                    <a:pt x="12" y="28"/>
                  </a:cubicBezTo>
                  <a:cubicBezTo>
                    <a:pt x="11" y="29"/>
                    <a:pt x="11" y="29"/>
                    <a:pt x="11" y="29"/>
                  </a:cubicBezTo>
                  <a:cubicBezTo>
                    <a:pt x="12" y="22"/>
                    <a:pt x="12" y="22"/>
                    <a:pt x="12" y="22"/>
                  </a:cubicBezTo>
                  <a:cubicBezTo>
                    <a:pt x="13" y="19"/>
                    <a:pt x="13" y="17"/>
                    <a:pt x="13" y="15"/>
                  </a:cubicBezTo>
                  <a:cubicBezTo>
                    <a:pt x="15" y="10"/>
                    <a:pt x="16" y="7"/>
                    <a:pt x="16" y="6"/>
                  </a:cubicBezTo>
                  <a:cubicBezTo>
                    <a:pt x="16" y="4"/>
                    <a:pt x="15" y="3"/>
                    <a:pt x="14" y="2"/>
                  </a:cubicBezTo>
                  <a:cubicBezTo>
                    <a:pt x="13" y="1"/>
                    <a:pt x="12" y="1"/>
                    <a:pt x="10" y="1"/>
                  </a:cubicBezTo>
                  <a:cubicBezTo>
                    <a:pt x="9" y="1"/>
                    <a:pt x="7" y="1"/>
                    <a:pt x="6" y="2"/>
                  </a:cubicBezTo>
                  <a:cubicBezTo>
                    <a:pt x="4" y="3"/>
                    <a:pt x="3" y="4"/>
                    <a:pt x="3" y="6"/>
                  </a:cubicBezTo>
                  <a:cubicBezTo>
                    <a:pt x="2" y="7"/>
                    <a:pt x="2" y="9"/>
                    <a:pt x="2" y="12"/>
                  </a:cubicBezTo>
                  <a:cubicBezTo>
                    <a:pt x="2" y="13"/>
                    <a:pt x="2" y="14"/>
                    <a:pt x="1" y="16"/>
                  </a:cubicBezTo>
                  <a:cubicBezTo>
                    <a:pt x="1" y="22"/>
                    <a:pt x="0" y="26"/>
                    <a:pt x="0" y="30"/>
                  </a:cubicBezTo>
                  <a:cubicBezTo>
                    <a:pt x="0" y="35"/>
                    <a:pt x="0" y="38"/>
                    <a:pt x="0" y="40"/>
                  </a:cubicBezTo>
                  <a:cubicBezTo>
                    <a:pt x="0" y="46"/>
                    <a:pt x="1" y="51"/>
                    <a:pt x="2" y="53"/>
                  </a:cubicBezTo>
                  <a:cubicBezTo>
                    <a:pt x="3" y="56"/>
                    <a:pt x="4" y="57"/>
                    <a:pt x="6" y="57"/>
                  </a:cubicBezTo>
                  <a:cubicBezTo>
                    <a:pt x="9" y="57"/>
                    <a:pt x="10" y="57"/>
                    <a:pt x="12" y="55"/>
                  </a:cubicBezTo>
                  <a:cubicBezTo>
                    <a:pt x="13" y="54"/>
                    <a:pt x="14" y="52"/>
                    <a:pt x="14" y="50"/>
                  </a:cubicBezTo>
                  <a:cubicBezTo>
                    <a:pt x="15" y="40"/>
                    <a:pt x="19" y="31"/>
                    <a:pt x="25" y="23"/>
                  </a:cubicBezTo>
                  <a:cubicBezTo>
                    <a:pt x="31" y="15"/>
                    <a:pt x="35" y="11"/>
                    <a:pt x="37" y="11"/>
                  </a:cubicBezTo>
                  <a:cubicBezTo>
                    <a:pt x="38" y="11"/>
                    <a:pt x="39" y="12"/>
                    <a:pt x="40" y="13"/>
                  </a:cubicBezTo>
                  <a:cubicBezTo>
                    <a:pt x="42" y="15"/>
                    <a:pt x="44" y="16"/>
                    <a:pt x="46" y="16"/>
                  </a:cubicBezTo>
                  <a:cubicBezTo>
                    <a:pt x="47" y="16"/>
                    <a:pt x="48" y="15"/>
                    <a:pt x="49" y="14"/>
                  </a:cubicBezTo>
                  <a:cubicBezTo>
                    <a:pt x="50" y="13"/>
                    <a:pt x="50" y="11"/>
                    <a:pt x="50"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Freeform 373"/>
            <p:cNvSpPr>
              <a:spLocks/>
            </p:cNvSpPr>
            <p:nvPr/>
          </p:nvSpPr>
          <p:spPr bwMode="auto">
            <a:xfrm>
              <a:off x="9982200" y="2760663"/>
              <a:ext cx="87313" cy="87313"/>
            </a:xfrm>
            <a:custGeom>
              <a:avLst/>
              <a:gdLst>
                <a:gd name="T0" fmla="*/ 47 w 58"/>
                <a:gd name="T1" fmla="*/ 1 h 58"/>
                <a:gd name="T2" fmla="*/ 40 w 58"/>
                <a:gd name="T3" fmla="*/ 8 h 58"/>
                <a:gd name="T4" fmla="*/ 30 w 58"/>
                <a:gd name="T5" fmla="*/ 24 h 58"/>
                <a:gd name="T6" fmla="*/ 23 w 58"/>
                <a:gd name="T7" fmla="*/ 36 h 58"/>
                <a:gd name="T8" fmla="*/ 20 w 58"/>
                <a:gd name="T9" fmla="*/ 40 h 58"/>
                <a:gd name="T10" fmla="*/ 19 w 58"/>
                <a:gd name="T11" fmla="*/ 37 h 58"/>
                <a:gd name="T12" fmla="*/ 18 w 58"/>
                <a:gd name="T13" fmla="*/ 31 h 58"/>
                <a:gd name="T14" fmla="*/ 15 w 58"/>
                <a:gd name="T15" fmla="*/ 22 h 58"/>
                <a:gd name="T16" fmla="*/ 13 w 58"/>
                <a:gd name="T17" fmla="*/ 15 h 58"/>
                <a:gd name="T18" fmla="*/ 13 w 58"/>
                <a:gd name="T19" fmla="*/ 8 h 58"/>
                <a:gd name="T20" fmla="*/ 7 w 58"/>
                <a:gd name="T21" fmla="*/ 0 h 58"/>
                <a:gd name="T22" fmla="*/ 0 w 58"/>
                <a:gd name="T23" fmla="*/ 9 h 58"/>
                <a:gd name="T24" fmla="*/ 8 w 58"/>
                <a:gd name="T25" fmla="*/ 40 h 58"/>
                <a:gd name="T26" fmla="*/ 12 w 58"/>
                <a:gd name="T27" fmla="*/ 54 h 58"/>
                <a:gd name="T28" fmla="*/ 19 w 58"/>
                <a:gd name="T29" fmla="*/ 58 h 58"/>
                <a:gd name="T30" fmla="*/ 27 w 58"/>
                <a:gd name="T31" fmla="*/ 49 h 58"/>
                <a:gd name="T32" fmla="*/ 43 w 58"/>
                <a:gd name="T33" fmla="*/ 24 h 58"/>
                <a:gd name="T34" fmla="*/ 54 w 58"/>
                <a:gd name="T35" fmla="*/ 11 h 58"/>
                <a:gd name="T36" fmla="*/ 58 w 58"/>
                <a:gd name="T37" fmla="*/ 5 h 58"/>
                <a:gd name="T38" fmla="*/ 56 w 58"/>
                <a:gd name="T39" fmla="*/ 1 h 58"/>
                <a:gd name="T40" fmla="*/ 52 w 58"/>
                <a:gd name="T41" fmla="*/ 0 h 58"/>
                <a:gd name="T42" fmla="*/ 47 w 58"/>
                <a:gd name="T43" fmla="*/ 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 h="58">
                  <a:moveTo>
                    <a:pt x="47" y="1"/>
                  </a:moveTo>
                  <a:cubicBezTo>
                    <a:pt x="46" y="2"/>
                    <a:pt x="44" y="4"/>
                    <a:pt x="40" y="8"/>
                  </a:cubicBezTo>
                  <a:cubicBezTo>
                    <a:pt x="37" y="12"/>
                    <a:pt x="34" y="17"/>
                    <a:pt x="30" y="24"/>
                  </a:cubicBezTo>
                  <a:cubicBezTo>
                    <a:pt x="26" y="30"/>
                    <a:pt x="23" y="34"/>
                    <a:pt x="23" y="36"/>
                  </a:cubicBezTo>
                  <a:cubicBezTo>
                    <a:pt x="21" y="38"/>
                    <a:pt x="21" y="39"/>
                    <a:pt x="20" y="40"/>
                  </a:cubicBezTo>
                  <a:cubicBezTo>
                    <a:pt x="20" y="39"/>
                    <a:pt x="20" y="38"/>
                    <a:pt x="19" y="37"/>
                  </a:cubicBezTo>
                  <a:cubicBezTo>
                    <a:pt x="19" y="34"/>
                    <a:pt x="18" y="33"/>
                    <a:pt x="18" y="31"/>
                  </a:cubicBezTo>
                  <a:cubicBezTo>
                    <a:pt x="17" y="29"/>
                    <a:pt x="16" y="26"/>
                    <a:pt x="15" y="22"/>
                  </a:cubicBezTo>
                  <a:cubicBezTo>
                    <a:pt x="14" y="19"/>
                    <a:pt x="14" y="16"/>
                    <a:pt x="13" y="15"/>
                  </a:cubicBezTo>
                  <a:cubicBezTo>
                    <a:pt x="13" y="13"/>
                    <a:pt x="13" y="11"/>
                    <a:pt x="13" y="8"/>
                  </a:cubicBezTo>
                  <a:cubicBezTo>
                    <a:pt x="13" y="3"/>
                    <a:pt x="11" y="0"/>
                    <a:pt x="7" y="0"/>
                  </a:cubicBezTo>
                  <a:cubicBezTo>
                    <a:pt x="3" y="0"/>
                    <a:pt x="0" y="3"/>
                    <a:pt x="0" y="9"/>
                  </a:cubicBezTo>
                  <a:cubicBezTo>
                    <a:pt x="0" y="15"/>
                    <a:pt x="3" y="25"/>
                    <a:pt x="8" y="40"/>
                  </a:cubicBezTo>
                  <a:cubicBezTo>
                    <a:pt x="11" y="47"/>
                    <a:pt x="12" y="52"/>
                    <a:pt x="12" y="54"/>
                  </a:cubicBezTo>
                  <a:cubicBezTo>
                    <a:pt x="15" y="57"/>
                    <a:pt x="17" y="58"/>
                    <a:pt x="19" y="58"/>
                  </a:cubicBezTo>
                  <a:cubicBezTo>
                    <a:pt x="21" y="58"/>
                    <a:pt x="24" y="55"/>
                    <a:pt x="27" y="49"/>
                  </a:cubicBezTo>
                  <a:cubicBezTo>
                    <a:pt x="33" y="39"/>
                    <a:pt x="38" y="31"/>
                    <a:pt x="43" y="24"/>
                  </a:cubicBezTo>
                  <a:cubicBezTo>
                    <a:pt x="47" y="17"/>
                    <a:pt x="51" y="13"/>
                    <a:pt x="54" y="11"/>
                  </a:cubicBezTo>
                  <a:cubicBezTo>
                    <a:pt x="57" y="9"/>
                    <a:pt x="58" y="7"/>
                    <a:pt x="58" y="5"/>
                  </a:cubicBezTo>
                  <a:cubicBezTo>
                    <a:pt x="58" y="4"/>
                    <a:pt x="58" y="2"/>
                    <a:pt x="56" y="1"/>
                  </a:cubicBezTo>
                  <a:cubicBezTo>
                    <a:pt x="55" y="0"/>
                    <a:pt x="54" y="0"/>
                    <a:pt x="52" y="0"/>
                  </a:cubicBezTo>
                  <a:cubicBezTo>
                    <a:pt x="50" y="0"/>
                    <a:pt x="49" y="0"/>
                    <a:pt x="4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Freeform 374"/>
            <p:cNvSpPr>
              <a:spLocks/>
            </p:cNvSpPr>
            <p:nvPr/>
          </p:nvSpPr>
          <p:spPr bwMode="auto">
            <a:xfrm>
              <a:off x="10088563" y="2720976"/>
              <a:ext cx="23813" cy="22225"/>
            </a:xfrm>
            <a:custGeom>
              <a:avLst/>
              <a:gdLst>
                <a:gd name="T0" fmla="*/ 13 w 16"/>
                <a:gd name="T1" fmla="*/ 13 h 15"/>
                <a:gd name="T2" fmla="*/ 16 w 16"/>
                <a:gd name="T3" fmla="*/ 6 h 15"/>
                <a:gd name="T4" fmla="*/ 14 w 16"/>
                <a:gd name="T5" fmla="*/ 2 h 15"/>
                <a:gd name="T6" fmla="*/ 9 w 16"/>
                <a:gd name="T7" fmla="*/ 0 h 15"/>
                <a:gd name="T8" fmla="*/ 2 w 16"/>
                <a:gd name="T9" fmla="*/ 2 h 15"/>
                <a:gd name="T10" fmla="*/ 0 w 16"/>
                <a:gd name="T11" fmla="*/ 8 h 15"/>
                <a:gd name="T12" fmla="*/ 2 w 16"/>
                <a:gd name="T13" fmla="*/ 13 h 15"/>
                <a:gd name="T14" fmla="*/ 7 w 16"/>
                <a:gd name="T15" fmla="*/ 15 h 15"/>
                <a:gd name="T16" fmla="*/ 13 w 16"/>
                <a:gd name="T17"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5">
                  <a:moveTo>
                    <a:pt x="13" y="13"/>
                  </a:moveTo>
                  <a:cubicBezTo>
                    <a:pt x="15" y="11"/>
                    <a:pt x="16" y="9"/>
                    <a:pt x="16" y="6"/>
                  </a:cubicBezTo>
                  <a:cubicBezTo>
                    <a:pt x="16" y="5"/>
                    <a:pt x="15" y="3"/>
                    <a:pt x="14" y="2"/>
                  </a:cubicBezTo>
                  <a:cubicBezTo>
                    <a:pt x="13" y="0"/>
                    <a:pt x="11" y="0"/>
                    <a:pt x="9" y="0"/>
                  </a:cubicBezTo>
                  <a:cubicBezTo>
                    <a:pt x="6" y="0"/>
                    <a:pt x="4" y="1"/>
                    <a:pt x="2" y="2"/>
                  </a:cubicBezTo>
                  <a:cubicBezTo>
                    <a:pt x="0" y="4"/>
                    <a:pt x="0" y="5"/>
                    <a:pt x="0" y="8"/>
                  </a:cubicBezTo>
                  <a:cubicBezTo>
                    <a:pt x="0" y="10"/>
                    <a:pt x="0" y="11"/>
                    <a:pt x="2" y="13"/>
                  </a:cubicBezTo>
                  <a:cubicBezTo>
                    <a:pt x="4" y="15"/>
                    <a:pt x="5" y="15"/>
                    <a:pt x="7" y="15"/>
                  </a:cubicBezTo>
                  <a:cubicBezTo>
                    <a:pt x="9" y="15"/>
                    <a:pt x="11" y="15"/>
                    <a:pt x="13"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 name="Freeform 375"/>
            <p:cNvSpPr>
              <a:spLocks/>
            </p:cNvSpPr>
            <p:nvPr/>
          </p:nvSpPr>
          <p:spPr bwMode="auto">
            <a:xfrm>
              <a:off x="10072688" y="2763838"/>
              <a:ext cx="26988" cy="82550"/>
            </a:xfrm>
            <a:custGeom>
              <a:avLst/>
              <a:gdLst>
                <a:gd name="T0" fmla="*/ 16 w 18"/>
                <a:gd name="T1" fmla="*/ 14 h 55"/>
                <a:gd name="T2" fmla="*/ 16 w 18"/>
                <a:gd name="T3" fmla="*/ 13 h 55"/>
                <a:gd name="T4" fmla="*/ 18 w 18"/>
                <a:gd name="T5" fmla="*/ 5 h 55"/>
                <a:gd name="T6" fmla="*/ 16 w 18"/>
                <a:gd name="T7" fmla="*/ 1 h 55"/>
                <a:gd name="T8" fmla="*/ 11 w 18"/>
                <a:gd name="T9" fmla="*/ 0 h 55"/>
                <a:gd name="T10" fmla="*/ 6 w 18"/>
                <a:gd name="T11" fmla="*/ 2 h 55"/>
                <a:gd name="T12" fmla="*/ 4 w 18"/>
                <a:gd name="T13" fmla="*/ 8 h 55"/>
                <a:gd name="T14" fmla="*/ 3 w 18"/>
                <a:gd name="T15" fmla="*/ 19 h 55"/>
                <a:gd name="T16" fmla="*/ 3 w 18"/>
                <a:gd name="T17" fmla="*/ 19 h 55"/>
                <a:gd name="T18" fmla="*/ 2 w 18"/>
                <a:gd name="T19" fmla="*/ 24 h 55"/>
                <a:gd name="T20" fmla="*/ 0 w 18"/>
                <a:gd name="T21" fmla="*/ 45 h 55"/>
                <a:gd name="T22" fmla="*/ 6 w 18"/>
                <a:gd name="T23" fmla="*/ 55 h 55"/>
                <a:gd name="T24" fmla="*/ 11 w 18"/>
                <a:gd name="T25" fmla="*/ 53 h 55"/>
                <a:gd name="T26" fmla="*/ 13 w 18"/>
                <a:gd name="T27" fmla="*/ 50 h 55"/>
                <a:gd name="T28" fmla="*/ 13 w 18"/>
                <a:gd name="T29" fmla="*/ 48 h 55"/>
                <a:gd name="T30" fmla="*/ 12 w 18"/>
                <a:gd name="T31" fmla="*/ 40 h 55"/>
                <a:gd name="T32" fmla="*/ 12 w 18"/>
                <a:gd name="T33" fmla="*/ 30 h 55"/>
                <a:gd name="T34" fmla="*/ 16 w 18"/>
                <a:gd name="T35" fmla="*/ 1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55">
                  <a:moveTo>
                    <a:pt x="16" y="14"/>
                  </a:moveTo>
                  <a:cubicBezTo>
                    <a:pt x="16" y="13"/>
                    <a:pt x="16" y="13"/>
                    <a:pt x="16" y="13"/>
                  </a:cubicBezTo>
                  <a:cubicBezTo>
                    <a:pt x="17" y="9"/>
                    <a:pt x="18" y="6"/>
                    <a:pt x="18" y="5"/>
                  </a:cubicBezTo>
                  <a:cubicBezTo>
                    <a:pt x="18" y="4"/>
                    <a:pt x="17" y="2"/>
                    <a:pt x="16" y="1"/>
                  </a:cubicBezTo>
                  <a:cubicBezTo>
                    <a:pt x="15" y="0"/>
                    <a:pt x="13" y="0"/>
                    <a:pt x="11" y="0"/>
                  </a:cubicBezTo>
                  <a:cubicBezTo>
                    <a:pt x="9" y="0"/>
                    <a:pt x="7" y="1"/>
                    <a:pt x="6" y="2"/>
                  </a:cubicBezTo>
                  <a:cubicBezTo>
                    <a:pt x="5" y="4"/>
                    <a:pt x="4" y="6"/>
                    <a:pt x="4" y="8"/>
                  </a:cubicBezTo>
                  <a:cubicBezTo>
                    <a:pt x="4" y="9"/>
                    <a:pt x="4" y="13"/>
                    <a:pt x="3" y="19"/>
                  </a:cubicBezTo>
                  <a:cubicBezTo>
                    <a:pt x="3" y="19"/>
                    <a:pt x="3" y="19"/>
                    <a:pt x="3" y="19"/>
                  </a:cubicBezTo>
                  <a:cubicBezTo>
                    <a:pt x="3" y="21"/>
                    <a:pt x="2" y="22"/>
                    <a:pt x="2" y="24"/>
                  </a:cubicBezTo>
                  <a:cubicBezTo>
                    <a:pt x="0" y="32"/>
                    <a:pt x="0" y="39"/>
                    <a:pt x="0" y="45"/>
                  </a:cubicBezTo>
                  <a:cubicBezTo>
                    <a:pt x="0" y="52"/>
                    <a:pt x="2" y="55"/>
                    <a:pt x="6" y="55"/>
                  </a:cubicBezTo>
                  <a:cubicBezTo>
                    <a:pt x="8" y="55"/>
                    <a:pt x="9" y="54"/>
                    <a:pt x="11" y="53"/>
                  </a:cubicBezTo>
                  <a:cubicBezTo>
                    <a:pt x="12" y="52"/>
                    <a:pt x="13" y="51"/>
                    <a:pt x="13" y="50"/>
                  </a:cubicBezTo>
                  <a:cubicBezTo>
                    <a:pt x="13" y="49"/>
                    <a:pt x="13" y="49"/>
                    <a:pt x="13" y="48"/>
                  </a:cubicBezTo>
                  <a:cubicBezTo>
                    <a:pt x="12" y="45"/>
                    <a:pt x="12" y="42"/>
                    <a:pt x="12" y="40"/>
                  </a:cubicBezTo>
                  <a:cubicBezTo>
                    <a:pt x="12" y="38"/>
                    <a:pt x="12" y="34"/>
                    <a:pt x="12" y="30"/>
                  </a:cubicBezTo>
                  <a:cubicBezTo>
                    <a:pt x="13" y="26"/>
                    <a:pt x="14" y="21"/>
                    <a:pt x="16"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Freeform 376"/>
            <p:cNvSpPr>
              <a:spLocks noEditPoints="1"/>
            </p:cNvSpPr>
            <p:nvPr/>
          </p:nvSpPr>
          <p:spPr bwMode="auto">
            <a:xfrm>
              <a:off x="10112375" y="2757488"/>
              <a:ext cx="69850" cy="88900"/>
            </a:xfrm>
            <a:custGeom>
              <a:avLst/>
              <a:gdLst>
                <a:gd name="T0" fmla="*/ 14 w 47"/>
                <a:gd name="T1" fmla="*/ 39 h 59"/>
                <a:gd name="T2" fmla="*/ 35 w 47"/>
                <a:gd name="T3" fmla="*/ 29 h 59"/>
                <a:gd name="T4" fmla="*/ 44 w 47"/>
                <a:gd name="T5" fmla="*/ 12 h 59"/>
                <a:gd name="T6" fmla="*/ 40 w 47"/>
                <a:gd name="T7" fmla="*/ 3 h 59"/>
                <a:gd name="T8" fmla="*/ 31 w 47"/>
                <a:gd name="T9" fmla="*/ 0 h 59"/>
                <a:gd name="T10" fmla="*/ 10 w 47"/>
                <a:gd name="T11" fmla="*/ 12 h 59"/>
                <a:gd name="T12" fmla="*/ 0 w 47"/>
                <a:gd name="T13" fmla="*/ 39 h 59"/>
                <a:gd name="T14" fmla="*/ 5 w 47"/>
                <a:gd name="T15" fmla="*/ 53 h 59"/>
                <a:gd name="T16" fmla="*/ 18 w 47"/>
                <a:gd name="T17" fmla="*/ 59 h 59"/>
                <a:gd name="T18" fmla="*/ 38 w 47"/>
                <a:gd name="T19" fmla="*/ 52 h 59"/>
                <a:gd name="T20" fmla="*/ 47 w 47"/>
                <a:gd name="T21" fmla="*/ 39 h 59"/>
                <a:gd name="T22" fmla="*/ 44 w 47"/>
                <a:gd name="T23" fmla="*/ 36 h 59"/>
                <a:gd name="T24" fmla="*/ 40 w 47"/>
                <a:gd name="T25" fmla="*/ 38 h 59"/>
                <a:gd name="T26" fmla="*/ 20 w 47"/>
                <a:gd name="T27" fmla="*/ 48 h 59"/>
                <a:gd name="T28" fmla="*/ 14 w 47"/>
                <a:gd name="T29" fmla="*/ 46 h 59"/>
                <a:gd name="T30" fmla="*/ 12 w 47"/>
                <a:gd name="T31" fmla="*/ 41 h 59"/>
                <a:gd name="T32" fmla="*/ 14 w 47"/>
                <a:gd name="T33" fmla="*/ 39 h 59"/>
                <a:gd name="T34" fmla="*/ 20 w 47"/>
                <a:gd name="T35" fmla="*/ 16 h 59"/>
                <a:gd name="T36" fmla="*/ 30 w 47"/>
                <a:gd name="T37" fmla="*/ 10 h 59"/>
                <a:gd name="T38" fmla="*/ 32 w 47"/>
                <a:gd name="T39" fmla="*/ 11 h 59"/>
                <a:gd name="T40" fmla="*/ 33 w 47"/>
                <a:gd name="T41" fmla="*/ 14 h 59"/>
                <a:gd name="T42" fmla="*/ 27 w 47"/>
                <a:gd name="T43" fmla="*/ 23 h 59"/>
                <a:gd name="T44" fmla="*/ 13 w 47"/>
                <a:gd name="T45" fmla="*/ 30 h 59"/>
                <a:gd name="T46" fmla="*/ 20 w 47"/>
                <a:gd name="T47" fmla="*/ 16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59">
                  <a:moveTo>
                    <a:pt x="14" y="39"/>
                  </a:moveTo>
                  <a:cubicBezTo>
                    <a:pt x="23" y="37"/>
                    <a:pt x="30" y="34"/>
                    <a:pt x="35" y="29"/>
                  </a:cubicBezTo>
                  <a:cubicBezTo>
                    <a:pt x="41" y="23"/>
                    <a:pt x="44" y="18"/>
                    <a:pt x="44" y="12"/>
                  </a:cubicBezTo>
                  <a:cubicBezTo>
                    <a:pt x="44" y="9"/>
                    <a:pt x="43" y="6"/>
                    <a:pt x="40" y="3"/>
                  </a:cubicBezTo>
                  <a:cubicBezTo>
                    <a:pt x="38" y="1"/>
                    <a:pt x="35" y="0"/>
                    <a:pt x="31" y="0"/>
                  </a:cubicBezTo>
                  <a:cubicBezTo>
                    <a:pt x="24" y="0"/>
                    <a:pt x="17" y="4"/>
                    <a:pt x="10" y="12"/>
                  </a:cubicBezTo>
                  <a:cubicBezTo>
                    <a:pt x="3" y="20"/>
                    <a:pt x="0" y="29"/>
                    <a:pt x="0" y="39"/>
                  </a:cubicBezTo>
                  <a:cubicBezTo>
                    <a:pt x="0" y="45"/>
                    <a:pt x="2" y="50"/>
                    <a:pt x="5" y="53"/>
                  </a:cubicBezTo>
                  <a:cubicBezTo>
                    <a:pt x="8" y="57"/>
                    <a:pt x="13" y="59"/>
                    <a:pt x="18" y="59"/>
                  </a:cubicBezTo>
                  <a:cubicBezTo>
                    <a:pt x="26" y="59"/>
                    <a:pt x="32" y="56"/>
                    <a:pt x="38" y="52"/>
                  </a:cubicBezTo>
                  <a:cubicBezTo>
                    <a:pt x="44" y="47"/>
                    <a:pt x="47" y="43"/>
                    <a:pt x="47" y="39"/>
                  </a:cubicBezTo>
                  <a:cubicBezTo>
                    <a:pt x="47" y="37"/>
                    <a:pt x="46" y="36"/>
                    <a:pt x="44" y="36"/>
                  </a:cubicBezTo>
                  <a:cubicBezTo>
                    <a:pt x="43" y="36"/>
                    <a:pt x="41" y="36"/>
                    <a:pt x="40" y="38"/>
                  </a:cubicBezTo>
                  <a:cubicBezTo>
                    <a:pt x="34" y="45"/>
                    <a:pt x="27" y="48"/>
                    <a:pt x="20" y="48"/>
                  </a:cubicBezTo>
                  <a:cubicBezTo>
                    <a:pt x="18" y="48"/>
                    <a:pt x="16" y="47"/>
                    <a:pt x="14" y="46"/>
                  </a:cubicBezTo>
                  <a:cubicBezTo>
                    <a:pt x="13" y="44"/>
                    <a:pt x="12" y="43"/>
                    <a:pt x="12" y="41"/>
                  </a:cubicBezTo>
                  <a:cubicBezTo>
                    <a:pt x="12" y="40"/>
                    <a:pt x="13" y="40"/>
                    <a:pt x="14" y="39"/>
                  </a:cubicBezTo>
                  <a:close/>
                  <a:moveTo>
                    <a:pt x="20" y="16"/>
                  </a:moveTo>
                  <a:cubicBezTo>
                    <a:pt x="24" y="12"/>
                    <a:pt x="27" y="10"/>
                    <a:pt x="30" y="10"/>
                  </a:cubicBezTo>
                  <a:cubicBezTo>
                    <a:pt x="31" y="10"/>
                    <a:pt x="32" y="10"/>
                    <a:pt x="32" y="11"/>
                  </a:cubicBezTo>
                  <a:cubicBezTo>
                    <a:pt x="33" y="12"/>
                    <a:pt x="33" y="13"/>
                    <a:pt x="33" y="14"/>
                  </a:cubicBezTo>
                  <a:cubicBezTo>
                    <a:pt x="33" y="17"/>
                    <a:pt x="31" y="20"/>
                    <a:pt x="27" y="23"/>
                  </a:cubicBezTo>
                  <a:cubicBezTo>
                    <a:pt x="23" y="27"/>
                    <a:pt x="18" y="29"/>
                    <a:pt x="13" y="30"/>
                  </a:cubicBezTo>
                  <a:cubicBezTo>
                    <a:pt x="14" y="25"/>
                    <a:pt x="17" y="21"/>
                    <a:pt x="20"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 name="Freeform 377"/>
            <p:cNvSpPr>
              <a:spLocks/>
            </p:cNvSpPr>
            <p:nvPr/>
          </p:nvSpPr>
          <p:spPr bwMode="auto">
            <a:xfrm>
              <a:off x="10196513" y="2757488"/>
              <a:ext cx="125413" cy="88900"/>
            </a:xfrm>
            <a:custGeom>
              <a:avLst/>
              <a:gdLst>
                <a:gd name="T0" fmla="*/ 14 w 84"/>
                <a:gd name="T1" fmla="*/ 8 h 59"/>
                <a:gd name="T2" fmla="*/ 12 w 84"/>
                <a:gd name="T3" fmla="*/ 4 h 59"/>
                <a:gd name="T4" fmla="*/ 8 w 84"/>
                <a:gd name="T5" fmla="*/ 2 h 59"/>
                <a:gd name="T6" fmla="*/ 2 w 84"/>
                <a:gd name="T7" fmla="*/ 4 h 59"/>
                <a:gd name="T8" fmla="*/ 0 w 84"/>
                <a:gd name="T9" fmla="*/ 11 h 59"/>
                <a:gd name="T10" fmla="*/ 6 w 84"/>
                <a:gd name="T11" fmla="*/ 41 h 59"/>
                <a:gd name="T12" fmla="*/ 18 w 84"/>
                <a:gd name="T13" fmla="*/ 59 h 59"/>
                <a:gd name="T14" fmla="*/ 32 w 84"/>
                <a:gd name="T15" fmla="*/ 42 h 59"/>
                <a:gd name="T16" fmla="*/ 32 w 84"/>
                <a:gd name="T17" fmla="*/ 41 h 59"/>
                <a:gd name="T18" fmla="*/ 40 w 84"/>
                <a:gd name="T19" fmla="*/ 25 h 59"/>
                <a:gd name="T20" fmla="*/ 43 w 84"/>
                <a:gd name="T21" fmla="*/ 35 h 59"/>
                <a:gd name="T22" fmla="*/ 48 w 84"/>
                <a:gd name="T23" fmla="*/ 47 h 59"/>
                <a:gd name="T24" fmla="*/ 54 w 84"/>
                <a:gd name="T25" fmla="*/ 53 h 59"/>
                <a:gd name="T26" fmla="*/ 61 w 84"/>
                <a:gd name="T27" fmla="*/ 55 h 59"/>
                <a:gd name="T28" fmla="*/ 65 w 84"/>
                <a:gd name="T29" fmla="*/ 52 h 59"/>
                <a:gd name="T30" fmla="*/ 72 w 84"/>
                <a:gd name="T31" fmla="*/ 32 h 59"/>
                <a:gd name="T32" fmla="*/ 83 w 84"/>
                <a:gd name="T33" fmla="*/ 8 h 59"/>
                <a:gd name="T34" fmla="*/ 84 w 84"/>
                <a:gd name="T35" fmla="*/ 5 h 59"/>
                <a:gd name="T36" fmla="*/ 83 w 84"/>
                <a:gd name="T37" fmla="*/ 2 h 59"/>
                <a:gd name="T38" fmla="*/ 80 w 84"/>
                <a:gd name="T39" fmla="*/ 0 h 59"/>
                <a:gd name="T40" fmla="*/ 74 w 84"/>
                <a:gd name="T41" fmla="*/ 2 h 59"/>
                <a:gd name="T42" fmla="*/ 68 w 84"/>
                <a:gd name="T43" fmla="*/ 13 h 59"/>
                <a:gd name="T44" fmla="*/ 61 w 84"/>
                <a:gd name="T45" fmla="*/ 33 h 59"/>
                <a:gd name="T46" fmla="*/ 59 w 84"/>
                <a:gd name="T47" fmla="*/ 41 h 59"/>
                <a:gd name="T48" fmla="*/ 58 w 84"/>
                <a:gd name="T49" fmla="*/ 41 h 59"/>
                <a:gd name="T50" fmla="*/ 49 w 84"/>
                <a:gd name="T51" fmla="*/ 14 h 59"/>
                <a:gd name="T52" fmla="*/ 49 w 84"/>
                <a:gd name="T53" fmla="*/ 12 h 59"/>
                <a:gd name="T54" fmla="*/ 50 w 84"/>
                <a:gd name="T55" fmla="*/ 10 h 59"/>
                <a:gd name="T56" fmla="*/ 48 w 84"/>
                <a:gd name="T57" fmla="*/ 6 h 59"/>
                <a:gd name="T58" fmla="*/ 42 w 84"/>
                <a:gd name="T59" fmla="*/ 4 h 59"/>
                <a:gd name="T60" fmla="*/ 33 w 84"/>
                <a:gd name="T61" fmla="*/ 17 h 59"/>
                <a:gd name="T62" fmla="*/ 33 w 84"/>
                <a:gd name="T63" fmla="*/ 17 h 59"/>
                <a:gd name="T64" fmla="*/ 24 w 84"/>
                <a:gd name="T65" fmla="*/ 34 h 59"/>
                <a:gd name="T66" fmla="*/ 19 w 84"/>
                <a:gd name="T67" fmla="*/ 43 h 59"/>
                <a:gd name="T68" fmla="*/ 16 w 84"/>
                <a:gd name="T69" fmla="*/ 34 h 59"/>
                <a:gd name="T70" fmla="*/ 14 w 84"/>
                <a:gd name="T71" fmla="*/ 20 h 59"/>
                <a:gd name="T72" fmla="*/ 14 w 84"/>
                <a:gd name="T73" fmla="*/ 14 h 59"/>
                <a:gd name="T74" fmla="*/ 14 w 84"/>
                <a:gd name="T75" fmla="*/ 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4" h="59">
                  <a:moveTo>
                    <a:pt x="14" y="8"/>
                  </a:moveTo>
                  <a:cubicBezTo>
                    <a:pt x="14" y="6"/>
                    <a:pt x="14" y="5"/>
                    <a:pt x="12" y="4"/>
                  </a:cubicBezTo>
                  <a:cubicBezTo>
                    <a:pt x="11" y="2"/>
                    <a:pt x="10" y="2"/>
                    <a:pt x="8" y="2"/>
                  </a:cubicBezTo>
                  <a:cubicBezTo>
                    <a:pt x="6" y="2"/>
                    <a:pt x="4" y="3"/>
                    <a:pt x="2" y="4"/>
                  </a:cubicBezTo>
                  <a:cubicBezTo>
                    <a:pt x="1" y="6"/>
                    <a:pt x="0" y="8"/>
                    <a:pt x="0" y="11"/>
                  </a:cubicBezTo>
                  <a:cubicBezTo>
                    <a:pt x="0" y="19"/>
                    <a:pt x="2" y="29"/>
                    <a:pt x="6" y="41"/>
                  </a:cubicBezTo>
                  <a:cubicBezTo>
                    <a:pt x="9" y="53"/>
                    <a:pt x="14" y="59"/>
                    <a:pt x="18" y="59"/>
                  </a:cubicBezTo>
                  <a:cubicBezTo>
                    <a:pt x="22" y="59"/>
                    <a:pt x="26" y="54"/>
                    <a:pt x="32" y="42"/>
                  </a:cubicBezTo>
                  <a:cubicBezTo>
                    <a:pt x="32" y="42"/>
                    <a:pt x="32" y="41"/>
                    <a:pt x="32" y="41"/>
                  </a:cubicBezTo>
                  <a:cubicBezTo>
                    <a:pt x="37" y="31"/>
                    <a:pt x="40" y="25"/>
                    <a:pt x="40" y="25"/>
                  </a:cubicBezTo>
                  <a:cubicBezTo>
                    <a:pt x="40" y="27"/>
                    <a:pt x="41" y="30"/>
                    <a:pt x="43" y="35"/>
                  </a:cubicBezTo>
                  <a:cubicBezTo>
                    <a:pt x="44" y="40"/>
                    <a:pt x="46" y="44"/>
                    <a:pt x="48" y="47"/>
                  </a:cubicBezTo>
                  <a:cubicBezTo>
                    <a:pt x="50" y="50"/>
                    <a:pt x="52" y="52"/>
                    <a:pt x="54" y="53"/>
                  </a:cubicBezTo>
                  <a:cubicBezTo>
                    <a:pt x="56" y="55"/>
                    <a:pt x="58" y="55"/>
                    <a:pt x="61" y="55"/>
                  </a:cubicBezTo>
                  <a:cubicBezTo>
                    <a:pt x="62" y="55"/>
                    <a:pt x="63" y="54"/>
                    <a:pt x="65" y="52"/>
                  </a:cubicBezTo>
                  <a:cubicBezTo>
                    <a:pt x="66" y="49"/>
                    <a:pt x="68" y="43"/>
                    <a:pt x="72" y="32"/>
                  </a:cubicBezTo>
                  <a:cubicBezTo>
                    <a:pt x="75" y="22"/>
                    <a:pt x="79" y="14"/>
                    <a:pt x="83" y="8"/>
                  </a:cubicBezTo>
                  <a:cubicBezTo>
                    <a:pt x="84" y="7"/>
                    <a:pt x="84" y="6"/>
                    <a:pt x="84" y="5"/>
                  </a:cubicBezTo>
                  <a:cubicBezTo>
                    <a:pt x="84" y="4"/>
                    <a:pt x="84" y="3"/>
                    <a:pt x="83" y="2"/>
                  </a:cubicBezTo>
                  <a:cubicBezTo>
                    <a:pt x="82" y="1"/>
                    <a:pt x="81" y="0"/>
                    <a:pt x="80" y="0"/>
                  </a:cubicBezTo>
                  <a:cubicBezTo>
                    <a:pt x="77" y="0"/>
                    <a:pt x="76" y="1"/>
                    <a:pt x="74" y="2"/>
                  </a:cubicBezTo>
                  <a:cubicBezTo>
                    <a:pt x="72" y="4"/>
                    <a:pt x="70" y="7"/>
                    <a:pt x="68" y="13"/>
                  </a:cubicBezTo>
                  <a:cubicBezTo>
                    <a:pt x="65" y="19"/>
                    <a:pt x="63" y="25"/>
                    <a:pt x="61" y="33"/>
                  </a:cubicBezTo>
                  <a:cubicBezTo>
                    <a:pt x="60" y="37"/>
                    <a:pt x="59" y="40"/>
                    <a:pt x="59" y="41"/>
                  </a:cubicBezTo>
                  <a:cubicBezTo>
                    <a:pt x="58" y="41"/>
                    <a:pt x="58" y="42"/>
                    <a:pt x="58" y="41"/>
                  </a:cubicBezTo>
                  <a:cubicBezTo>
                    <a:pt x="52" y="33"/>
                    <a:pt x="49" y="24"/>
                    <a:pt x="49" y="14"/>
                  </a:cubicBezTo>
                  <a:cubicBezTo>
                    <a:pt x="49" y="13"/>
                    <a:pt x="49" y="13"/>
                    <a:pt x="49" y="12"/>
                  </a:cubicBezTo>
                  <a:cubicBezTo>
                    <a:pt x="49" y="12"/>
                    <a:pt x="50" y="11"/>
                    <a:pt x="50" y="10"/>
                  </a:cubicBezTo>
                  <a:cubicBezTo>
                    <a:pt x="50" y="8"/>
                    <a:pt x="49" y="7"/>
                    <a:pt x="48" y="6"/>
                  </a:cubicBezTo>
                  <a:cubicBezTo>
                    <a:pt x="46" y="5"/>
                    <a:pt x="44" y="4"/>
                    <a:pt x="42" y="4"/>
                  </a:cubicBezTo>
                  <a:cubicBezTo>
                    <a:pt x="40" y="6"/>
                    <a:pt x="37" y="10"/>
                    <a:pt x="33" y="17"/>
                  </a:cubicBezTo>
                  <a:cubicBezTo>
                    <a:pt x="33" y="17"/>
                    <a:pt x="33" y="17"/>
                    <a:pt x="33" y="17"/>
                  </a:cubicBezTo>
                  <a:cubicBezTo>
                    <a:pt x="31" y="21"/>
                    <a:pt x="28" y="27"/>
                    <a:pt x="24" y="34"/>
                  </a:cubicBezTo>
                  <a:cubicBezTo>
                    <a:pt x="21" y="40"/>
                    <a:pt x="19" y="43"/>
                    <a:pt x="19" y="43"/>
                  </a:cubicBezTo>
                  <a:cubicBezTo>
                    <a:pt x="18" y="43"/>
                    <a:pt x="17" y="40"/>
                    <a:pt x="16" y="34"/>
                  </a:cubicBezTo>
                  <a:cubicBezTo>
                    <a:pt x="14" y="29"/>
                    <a:pt x="14" y="24"/>
                    <a:pt x="14" y="20"/>
                  </a:cubicBezTo>
                  <a:cubicBezTo>
                    <a:pt x="14" y="18"/>
                    <a:pt x="14" y="16"/>
                    <a:pt x="14" y="14"/>
                  </a:cubicBezTo>
                  <a:lnTo>
                    <a:pt x="14"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 name="Freeform 378"/>
            <p:cNvSpPr>
              <a:spLocks noEditPoints="1"/>
            </p:cNvSpPr>
            <p:nvPr/>
          </p:nvSpPr>
          <p:spPr bwMode="auto">
            <a:xfrm>
              <a:off x="9528175" y="1333501"/>
              <a:ext cx="255588" cy="147638"/>
            </a:xfrm>
            <a:custGeom>
              <a:avLst/>
              <a:gdLst>
                <a:gd name="T0" fmla="*/ 32 w 171"/>
                <a:gd name="T1" fmla="*/ 98 h 99"/>
                <a:gd name="T2" fmla="*/ 32 w 171"/>
                <a:gd name="T3" fmla="*/ 99 h 99"/>
                <a:gd name="T4" fmla="*/ 69 w 171"/>
                <a:gd name="T5" fmla="*/ 99 h 99"/>
                <a:gd name="T6" fmla="*/ 77 w 171"/>
                <a:gd name="T7" fmla="*/ 40 h 99"/>
                <a:gd name="T8" fmla="*/ 85 w 171"/>
                <a:gd name="T9" fmla="*/ 41 h 99"/>
                <a:gd name="T10" fmla="*/ 85 w 171"/>
                <a:gd name="T11" fmla="*/ 41 h 99"/>
                <a:gd name="T12" fmla="*/ 85 w 171"/>
                <a:gd name="T13" fmla="*/ 41 h 99"/>
                <a:gd name="T14" fmla="*/ 93 w 171"/>
                <a:gd name="T15" fmla="*/ 40 h 99"/>
                <a:gd name="T16" fmla="*/ 101 w 171"/>
                <a:gd name="T17" fmla="*/ 99 h 99"/>
                <a:gd name="T18" fmla="*/ 139 w 171"/>
                <a:gd name="T19" fmla="*/ 99 h 99"/>
                <a:gd name="T20" fmla="*/ 139 w 171"/>
                <a:gd name="T21" fmla="*/ 98 h 99"/>
                <a:gd name="T22" fmla="*/ 139 w 171"/>
                <a:gd name="T23" fmla="*/ 99 h 99"/>
                <a:gd name="T24" fmla="*/ 171 w 171"/>
                <a:gd name="T25" fmla="*/ 99 h 99"/>
                <a:gd name="T26" fmla="*/ 143 w 171"/>
                <a:gd name="T27" fmla="*/ 8 h 99"/>
                <a:gd name="T28" fmla="*/ 124 w 171"/>
                <a:gd name="T29" fmla="*/ 0 h 99"/>
                <a:gd name="T30" fmla="*/ 123 w 171"/>
                <a:gd name="T31" fmla="*/ 0 h 99"/>
                <a:gd name="T32" fmla="*/ 47 w 171"/>
                <a:gd name="T33" fmla="*/ 0 h 99"/>
                <a:gd name="T34" fmla="*/ 47 w 171"/>
                <a:gd name="T35" fmla="*/ 0 h 99"/>
                <a:gd name="T36" fmla="*/ 27 w 171"/>
                <a:gd name="T37" fmla="*/ 8 h 99"/>
                <a:gd name="T38" fmla="*/ 0 w 171"/>
                <a:gd name="T39" fmla="*/ 99 h 99"/>
                <a:gd name="T40" fmla="*/ 32 w 171"/>
                <a:gd name="T41" fmla="*/ 99 h 99"/>
                <a:gd name="T42" fmla="*/ 32 w 171"/>
                <a:gd name="T43" fmla="*/ 98 h 99"/>
                <a:gd name="T44" fmla="*/ 78 w 171"/>
                <a:gd name="T45" fmla="*/ 16 h 99"/>
                <a:gd name="T46" fmla="*/ 85 w 171"/>
                <a:gd name="T47" fmla="*/ 16 h 99"/>
                <a:gd name="T48" fmla="*/ 93 w 171"/>
                <a:gd name="T49" fmla="*/ 16 h 99"/>
                <a:gd name="T50" fmla="*/ 97 w 171"/>
                <a:gd name="T51" fmla="*/ 31 h 99"/>
                <a:gd name="T52" fmla="*/ 96 w 171"/>
                <a:gd name="T53" fmla="*/ 31 h 99"/>
                <a:gd name="T54" fmla="*/ 85 w 171"/>
                <a:gd name="T55" fmla="*/ 35 h 99"/>
                <a:gd name="T56" fmla="*/ 74 w 171"/>
                <a:gd name="T57" fmla="*/ 31 h 99"/>
                <a:gd name="T58" fmla="*/ 74 w 171"/>
                <a:gd name="T59" fmla="*/ 31 h 99"/>
                <a:gd name="T60" fmla="*/ 78 w 171"/>
                <a:gd name="T61" fmla="*/ 1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71" h="99">
                  <a:moveTo>
                    <a:pt x="32" y="98"/>
                  </a:moveTo>
                  <a:cubicBezTo>
                    <a:pt x="32" y="99"/>
                    <a:pt x="32" y="99"/>
                    <a:pt x="32" y="99"/>
                  </a:cubicBezTo>
                  <a:cubicBezTo>
                    <a:pt x="69" y="99"/>
                    <a:pt x="69" y="99"/>
                    <a:pt x="69" y="99"/>
                  </a:cubicBezTo>
                  <a:cubicBezTo>
                    <a:pt x="77" y="40"/>
                    <a:pt x="77" y="40"/>
                    <a:pt x="77" y="40"/>
                  </a:cubicBezTo>
                  <a:cubicBezTo>
                    <a:pt x="80" y="41"/>
                    <a:pt x="83" y="41"/>
                    <a:pt x="85" y="41"/>
                  </a:cubicBezTo>
                  <a:cubicBezTo>
                    <a:pt x="85" y="41"/>
                    <a:pt x="85" y="41"/>
                    <a:pt x="85" y="41"/>
                  </a:cubicBezTo>
                  <a:cubicBezTo>
                    <a:pt x="85" y="41"/>
                    <a:pt x="85" y="41"/>
                    <a:pt x="85" y="41"/>
                  </a:cubicBezTo>
                  <a:cubicBezTo>
                    <a:pt x="88" y="41"/>
                    <a:pt x="91" y="41"/>
                    <a:pt x="93" y="40"/>
                  </a:cubicBezTo>
                  <a:cubicBezTo>
                    <a:pt x="101" y="99"/>
                    <a:pt x="101" y="99"/>
                    <a:pt x="101" y="99"/>
                  </a:cubicBezTo>
                  <a:cubicBezTo>
                    <a:pt x="139" y="99"/>
                    <a:pt x="139" y="99"/>
                    <a:pt x="139" y="99"/>
                  </a:cubicBezTo>
                  <a:cubicBezTo>
                    <a:pt x="139" y="98"/>
                    <a:pt x="139" y="98"/>
                    <a:pt x="139" y="98"/>
                  </a:cubicBezTo>
                  <a:cubicBezTo>
                    <a:pt x="139" y="98"/>
                    <a:pt x="139" y="98"/>
                    <a:pt x="139" y="99"/>
                  </a:cubicBezTo>
                  <a:cubicBezTo>
                    <a:pt x="171" y="99"/>
                    <a:pt x="171" y="99"/>
                    <a:pt x="171" y="99"/>
                  </a:cubicBezTo>
                  <a:cubicBezTo>
                    <a:pt x="168" y="52"/>
                    <a:pt x="159" y="22"/>
                    <a:pt x="143" y="8"/>
                  </a:cubicBezTo>
                  <a:cubicBezTo>
                    <a:pt x="136" y="1"/>
                    <a:pt x="128" y="0"/>
                    <a:pt x="124" y="0"/>
                  </a:cubicBezTo>
                  <a:cubicBezTo>
                    <a:pt x="124" y="0"/>
                    <a:pt x="124" y="0"/>
                    <a:pt x="123" y="0"/>
                  </a:cubicBezTo>
                  <a:cubicBezTo>
                    <a:pt x="47" y="0"/>
                    <a:pt x="47" y="0"/>
                    <a:pt x="47" y="0"/>
                  </a:cubicBezTo>
                  <a:cubicBezTo>
                    <a:pt x="47" y="0"/>
                    <a:pt x="47" y="0"/>
                    <a:pt x="47" y="0"/>
                  </a:cubicBezTo>
                  <a:cubicBezTo>
                    <a:pt x="42" y="0"/>
                    <a:pt x="35" y="1"/>
                    <a:pt x="27" y="8"/>
                  </a:cubicBezTo>
                  <a:cubicBezTo>
                    <a:pt x="12" y="22"/>
                    <a:pt x="3" y="52"/>
                    <a:pt x="0" y="99"/>
                  </a:cubicBezTo>
                  <a:cubicBezTo>
                    <a:pt x="32" y="99"/>
                    <a:pt x="32" y="99"/>
                    <a:pt x="32" y="99"/>
                  </a:cubicBezTo>
                  <a:cubicBezTo>
                    <a:pt x="32" y="98"/>
                    <a:pt x="32" y="98"/>
                    <a:pt x="32" y="98"/>
                  </a:cubicBezTo>
                  <a:close/>
                  <a:moveTo>
                    <a:pt x="78" y="16"/>
                  </a:moveTo>
                  <a:cubicBezTo>
                    <a:pt x="85" y="16"/>
                    <a:pt x="85" y="16"/>
                    <a:pt x="85" y="16"/>
                  </a:cubicBezTo>
                  <a:cubicBezTo>
                    <a:pt x="93" y="16"/>
                    <a:pt x="93" y="16"/>
                    <a:pt x="93" y="16"/>
                  </a:cubicBezTo>
                  <a:cubicBezTo>
                    <a:pt x="97" y="31"/>
                    <a:pt x="97" y="31"/>
                    <a:pt x="97" y="31"/>
                  </a:cubicBezTo>
                  <a:cubicBezTo>
                    <a:pt x="96" y="31"/>
                    <a:pt x="96" y="31"/>
                    <a:pt x="96" y="31"/>
                  </a:cubicBezTo>
                  <a:cubicBezTo>
                    <a:pt x="93" y="34"/>
                    <a:pt x="89" y="35"/>
                    <a:pt x="85" y="35"/>
                  </a:cubicBezTo>
                  <a:cubicBezTo>
                    <a:pt x="81" y="35"/>
                    <a:pt x="78" y="34"/>
                    <a:pt x="74" y="31"/>
                  </a:cubicBezTo>
                  <a:cubicBezTo>
                    <a:pt x="74" y="31"/>
                    <a:pt x="74" y="31"/>
                    <a:pt x="74" y="31"/>
                  </a:cubicBezTo>
                  <a:lnTo>
                    <a:pt x="78"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 name="Oval 379"/>
            <p:cNvSpPr>
              <a:spLocks noChangeArrowheads="1"/>
            </p:cNvSpPr>
            <p:nvPr/>
          </p:nvSpPr>
          <p:spPr bwMode="auto">
            <a:xfrm>
              <a:off x="9590088" y="1182688"/>
              <a:ext cx="131763" cy="1333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 name="Freeform 380"/>
            <p:cNvSpPr>
              <a:spLocks noEditPoints="1"/>
            </p:cNvSpPr>
            <p:nvPr/>
          </p:nvSpPr>
          <p:spPr bwMode="auto">
            <a:xfrm>
              <a:off x="9828213" y="1333501"/>
              <a:ext cx="254000" cy="147638"/>
            </a:xfrm>
            <a:custGeom>
              <a:avLst/>
              <a:gdLst>
                <a:gd name="T0" fmla="*/ 31 w 170"/>
                <a:gd name="T1" fmla="*/ 98 h 99"/>
                <a:gd name="T2" fmla="*/ 31 w 170"/>
                <a:gd name="T3" fmla="*/ 99 h 99"/>
                <a:gd name="T4" fmla="*/ 69 w 170"/>
                <a:gd name="T5" fmla="*/ 99 h 99"/>
                <a:gd name="T6" fmla="*/ 77 w 170"/>
                <a:gd name="T7" fmla="*/ 40 h 99"/>
                <a:gd name="T8" fmla="*/ 85 w 170"/>
                <a:gd name="T9" fmla="*/ 41 h 99"/>
                <a:gd name="T10" fmla="*/ 85 w 170"/>
                <a:gd name="T11" fmla="*/ 41 h 99"/>
                <a:gd name="T12" fmla="*/ 85 w 170"/>
                <a:gd name="T13" fmla="*/ 41 h 99"/>
                <a:gd name="T14" fmla="*/ 93 w 170"/>
                <a:gd name="T15" fmla="*/ 40 h 99"/>
                <a:gd name="T16" fmla="*/ 101 w 170"/>
                <a:gd name="T17" fmla="*/ 99 h 99"/>
                <a:gd name="T18" fmla="*/ 138 w 170"/>
                <a:gd name="T19" fmla="*/ 99 h 99"/>
                <a:gd name="T20" fmla="*/ 138 w 170"/>
                <a:gd name="T21" fmla="*/ 98 h 99"/>
                <a:gd name="T22" fmla="*/ 138 w 170"/>
                <a:gd name="T23" fmla="*/ 99 h 99"/>
                <a:gd name="T24" fmla="*/ 170 w 170"/>
                <a:gd name="T25" fmla="*/ 99 h 99"/>
                <a:gd name="T26" fmla="*/ 143 w 170"/>
                <a:gd name="T27" fmla="*/ 8 h 99"/>
                <a:gd name="T28" fmla="*/ 124 w 170"/>
                <a:gd name="T29" fmla="*/ 0 h 99"/>
                <a:gd name="T30" fmla="*/ 123 w 170"/>
                <a:gd name="T31" fmla="*/ 0 h 99"/>
                <a:gd name="T32" fmla="*/ 47 w 170"/>
                <a:gd name="T33" fmla="*/ 0 h 99"/>
                <a:gd name="T34" fmla="*/ 46 w 170"/>
                <a:gd name="T35" fmla="*/ 0 h 99"/>
                <a:gd name="T36" fmla="*/ 27 w 170"/>
                <a:gd name="T37" fmla="*/ 8 h 99"/>
                <a:gd name="T38" fmla="*/ 0 w 170"/>
                <a:gd name="T39" fmla="*/ 99 h 99"/>
                <a:gd name="T40" fmla="*/ 31 w 170"/>
                <a:gd name="T41" fmla="*/ 99 h 99"/>
                <a:gd name="T42" fmla="*/ 31 w 170"/>
                <a:gd name="T43" fmla="*/ 98 h 99"/>
                <a:gd name="T44" fmla="*/ 77 w 170"/>
                <a:gd name="T45" fmla="*/ 16 h 99"/>
                <a:gd name="T46" fmla="*/ 85 w 170"/>
                <a:gd name="T47" fmla="*/ 16 h 99"/>
                <a:gd name="T48" fmla="*/ 92 w 170"/>
                <a:gd name="T49" fmla="*/ 16 h 99"/>
                <a:gd name="T50" fmla="*/ 96 w 170"/>
                <a:gd name="T51" fmla="*/ 31 h 99"/>
                <a:gd name="T52" fmla="*/ 96 w 170"/>
                <a:gd name="T53" fmla="*/ 31 h 99"/>
                <a:gd name="T54" fmla="*/ 85 w 170"/>
                <a:gd name="T55" fmla="*/ 35 h 99"/>
                <a:gd name="T56" fmla="*/ 74 w 170"/>
                <a:gd name="T57" fmla="*/ 31 h 99"/>
                <a:gd name="T58" fmla="*/ 74 w 170"/>
                <a:gd name="T59" fmla="*/ 31 h 99"/>
                <a:gd name="T60" fmla="*/ 77 w 170"/>
                <a:gd name="T61" fmla="*/ 1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70" h="99">
                  <a:moveTo>
                    <a:pt x="31" y="98"/>
                  </a:moveTo>
                  <a:cubicBezTo>
                    <a:pt x="31" y="99"/>
                    <a:pt x="31" y="99"/>
                    <a:pt x="31" y="99"/>
                  </a:cubicBezTo>
                  <a:cubicBezTo>
                    <a:pt x="69" y="99"/>
                    <a:pt x="69" y="99"/>
                    <a:pt x="69" y="99"/>
                  </a:cubicBezTo>
                  <a:cubicBezTo>
                    <a:pt x="77" y="40"/>
                    <a:pt x="77" y="40"/>
                    <a:pt x="77" y="40"/>
                  </a:cubicBezTo>
                  <a:cubicBezTo>
                    <a:pt x="79" y="41"/>
                    <a:pt x="82" y="41"/>
                    <a:pt x="85" y="41"/>
                  </a:cubicBezTo>
                  <a:cubicBezTo>
                    <a:pt x="85" y="41"/>
                    <a:pt x="85" y="41"/>
                    <a:pt x="85" y="41"/>
                  </a:cubicBezTo>
                  <a:cubicBezTo>
                    <a:pt x="85" y="41"/>
                    <a:pt x="85" y="41"/>
                    <a:pt x="85" y="41"/>
                  </a:cubicBezTo>
                  <a:cubicBezTo>
                    <a:pt x="88" y="41"/>
                    <a:pt x="90" y="41"/>
                    <a:pt x="93" y="40"/>
                  </a:cubicBezTo>
                  <a:cubicBezTo>
                    <a:pt x="101" y="99"/>
                    <a:pt x="101" y="99"/>
                    <a:pt x="101" y="99"/>
                  </a:cubicBezTo>
                  <a:cubicBezTo>
                    <a:pt x="138" y="99"/>
                    <a:pt x="138" y="99"/>
                    <a:pt x="138" y="99"/>
                  </a:cubicBezTo>
                  <a:cubicBezTo>
                    <a:pt x="138" y="98"/>
                    <a:pt x="138" y="98"/>
                    <a:pt x="138" y="98"/>
                  </a:cubicBezTo>
                  <a:cubicBezTo>
                    <a:pt x="138" y="98"/>
                    <a:pt x="138" y="98"/>
                    <a:pt x="138" y="99"/>
                  </a:cubicBezTo>
                  <a:cubicBezTo>
                    <a:pt x="170" y="99"/>
                    <a:pt x="170" y="99"/>
                    <a:pt x="170" y="99"/>
                  </a:cubicBezTo>
                  <a:cubicBezTo>
                    <a:pt x="168" y="52"/>
                    <a:pt x="158" y="22"/>
                    <a:pt x="143" y="8"/>
                  </a:cubicBezTo>
                  <a:cubicBezTo>
                    <a:pt x="135" y="1"/>
                    <a:pt x="128" y="0"/>
                    <a:pt x="124" y="0"/>
                  </a:cubicBezTo>
                  <a:cubicBezTo>
                    <a:pt x="123" y="0"/>
                    <a:pt x="123" y="0"/>
                    <a:pt x="123" y="0"/>
                  </a:cubicBezTo>
                  <a:cubicBezTo>
                    <a:pt x="47" y="0"/>
                    <a:pt x="47" y="0"/>
                    <a:pt x="47" y="0"/>
                  </a:cubicBezTo>
                  <a:cubicBezTo>
                    <a:pt x="46" y="0"/>
                    <a:pt x="46" y="0"/>
                    <a:pt x="46" y="0"/>
                  </a:cubicBezTo>
                  <a:cubicBezTo>
                    <a:pt x="42" y="0"/>
                    <a:pt x="34" y="1"/>
                    <a:pt x="27" y="8"/>
                  </a:cubicBezTo>
                  <a:cubicBezTo>
                    <a:pt x="11" y="22"/>
                    <a:pt x="2" y="52"/>
                    <a:pt x="0" y="99"/>
                  </a:cubicBezTo>
                  <a:cubicBezTo>
                    <a:pt x="31" y="99"/>
                    <a:pt x="31" y="99"/>
                    <a:pt x="31" y="99"/>
                  </a:cubicBezTo>
                  <a:cubicBezTo>
                    <a:pt x="31" y="98"/>
                    <a:pt x="31" y="98"/>
                    <a:pt x="31" y="98"/>
                  </a:cubicBezTo>
                  <a:close/>
                  <a:moveTo>
                    <a:pt x="77" y="16"/>
                  </a:moveTo>
                  <a:cubicBezTo>
                    <a:pt x="85" y="16"/>
                    <a:pt x="85" y="16"/>
                    <a:pt x="85" y="16"/>
                  </a:cubicBezTo>
                  <a:cubicBezTo>
                    <a:pt x="92" y="16"/>
                    <a:pt x="92" y="16"/>
                    <a:pt x="92" y="16"/>
                  </a:cubicBezTo>
                  <a:cubicBezTo>
                    <a:pt x="96" y="31"/>
                    <a:pt x="96" y="31"/>
                    <a:pt x="96" y="31"/>
                  </a:cubicBezTo>
                  <a:cubicBezTo>
                    <a:pt x="96" y="31"/>
                    <a:pt x="96" y="31"/>
                    <a:pt x="96" y="31"/>
                  </a:cubicBezTo>
                  <a:cubicBezTo>
                    <a:pt x="93" y="34"/>
                    <a:pt x="89" y="35"/>
                    <a:pt x="85" y="35"/>
                  </a:cubicBezTo>
                  <a:cubicBezTo>
                    <a:pt x="81" y="35"/>
                    <a:pt x="77" y="34"/>
                    <a:pt x="74" y="31"/>
                  </a:cubicBezTo>
                  <a:cubicBezTo>
                    <a:pt x="74" y="31"/>
                    <a:pt x="74" y="31"/>
                    <a:pt x="74" y="31"/>
                  </a:cubicBezTo>
                  <a:lnTo>
                    <a:pt x="77"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 name="Oval 381"/>
            <p:cNvSpPr>
              <a:spLocks noChangeArrowheads="1"/>
            </p:cNvSpPr>
            <p:nvPr/>
          </p:nvSpPr>
          <p:spPr bwMode="auto">
            <a:xfrm>
              <a:off x="9888538" y="1182688"/>
              <a:ext cx="133350" cy="1333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 name="Freeform 382"/>
            <p:cNvSpPr>
              <a:spLocks noEditPoints="1"/>
            </p:cNvSpPr>
            <p:nvPr/>
          </p:nvSpPr>
          <p:spPr bwMode="auto">
            <a:xfrm>
              <a:off x="10128250" y="1333501"/>
              <a:ext cx="254000" cy="147638"/>
            </a:xfrm>
            <a:custGeom>
              <a:avLst/>
              <a:gdLst>
                <a:gd name="T0" fmla="*/ 32 w 171"/>
                <a:gd name="T1" fmla="*/ 98 h 99"/>
                <a:gd name="T2" fmla="*/ 32 w 171"/>
                <a:gd name="T3" fmla="*/ 99 h 99"/>
                <a:gd name="T4" fmla="*/ 70 w 171"/>
                <a:gd name="T5" fmla="*/ 99 h 99"/>
                <a:gd name="T6" fmla="*/ 78 w 171"/>
                <a:gd name="T7" fmla="*/ 40 h 99"/>
                <a:gd name="T8" fmla="*/ 86 w 171"/>
                <a:gd name="T9" fmla="*/ 41 h 99"/>
                <a:gd name="T10" fmla="*/ 86 w 171"/>
                <a:gd name="T11" fmla="*/ 41 h 99"/>
                <a:gd name="T12" fmla="*/ 86 w 171"/>
                <a:gd name="T13" fmla="*/ 41 h 99"/>
                <a:gd name="T14" fmla="*/ 94 w 171"/>
                <a:gd name="T15" fmla="*/ 40 h 99"/>
                <a:gd name="T16" fmla="*/ 102 w 171"/>
                <a:gd name="T17" fmla="*/ 99 h 99"/>
                <a:gd name="T18" fmla="*/ 139 w 171"/>
                <a:gd name="T19" fmla="*/ 99 h 99"/>
                <a:gd name="T20" fmla="*/ 139 w 171"/>
                <a:gd name="T21" fmla="*/ 98 h 99"/>
                <a:gd name="T22" fmla="*/ 139 w 171"/>
                <a:gd name="T23" fmla="*/ 99 h 99"/>
                <a:gd name="T24" fmla="*/ 171 w 171"/>
                <a:gd name="T25" fmla="*/ 99 h 99"/>
                <a:gd name="T26" fmla="*/ 144 w 171"/>
                <a:gd name="T27" fmla="*/ 8 h 99"/>
                <a:gd name="T28" fmla="*/ 124 w 171"/>
                <a:gd name="T29" fmla="*/ 0 h 99"/>
                <a:gd name="T30" fmla="*/ 124 w 171"/>
                <a:gd name="T31" fmla="*/ 0 h 99"/>
                <a:gd name="T32" fmla="*/ 47 w 171"/>
                <a:gd name="T33" fmla="*/ 0 h 99"/>
                <a:gd name="T34" fmla="*/ 47 w 171"/>
                <a:gd name="T35" fmla="*/ 0 h 99"/>
                <a:gd name="T36" fmla="*/ 28 w 171"/>
                <a:gd name="T37" fmla="*/ 8 h 99"/>
                <a:gd name="T38" fmla="*/ 0 w 171"/>
                <a:gd name="T39" fmla="*/ 99 h 99"/>
                <a:gd name="T40" fmla="*/ 32 w 171"/>
                <a:gd name="T41" fmla="*/ 99 h 99"/>
                <a:gd name="T42" fmla="*/ 32 w 171"/>
                <a:gd name="T43" fmla="*/ 98 h 99"/>
                <a:gd name="T44" fmla="*/ 78 w 171"/>
                <a:gd name="T45" fmla="*/ 16 h 99"/>
                <a:gd name="T46" fmla="*/ 86 w 171"/>
                <a:gd name="T47" fmla="*/ 16 h 99"/>
                <a:gd name="T48" fmla="*/ 93 w 171"/>
                <a:gd name="T49" fmla="*/ 16 h 99"/>
                <a:gd name="T50" fmla="*/ 97 w 171"/>
                <a:gd name="T51" fmla="*/ 31 h 99"/>
                <a:gd name="T52" fmla="*/ 96 w 171"/>
                <a:gd name="T53" fmla="*/ 31 h 99"/>
                <a:gd name="T54" fmla="*/ 86 w 171"/>
                <a:gd name="T55" fmla="*/ 35 h 99"/>
                <a:gd name="T56" fmla="*/ 75 w 171"/>
                <a:gd name="T57" fmla="*/ 31 h 99"/>
                <a:gd name="T58" fmla="*/ 74 w 171"/>
                <a:gd name="T59" fmla="*/ 31 h 99"/>
                <a:gd name="T60" fmla="*/ 78 w 171"/>
                <a:gd name="T61" fmla="*/ 1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71" h="99">
                  <a:moveTo>
                    <a:pt x="32" y="98"/>
                  </a:moveTo>
                  <a:cubicBezTo>
                    <a:pt x="32" y="99"/>
                    <a:pt x="32" y="99"/>
                    <a:pt x="32" y="99"/>
                  </a:cubicBezTo>
                  <a:cubicBezTo>
                    <a:pt x="70" y="99"/>
                    <a:pt x="70" y="99"/>
                    <a:pt x="70" y="99"/>
                  </a:cubicBezTo>
                  <a:cubicBezTo>
                    <a:pt x="78" y="40"/>
                    <a:pt x="78" y="40"/>
                    <a:pt x="78" y="40"/>
                  </a:cubicBezTo>
                  <a:cubicBezTo>
                    <a:pt x="80" y="41"/>
                    <a:pt x="83" y="41"/>
                    <a:pt x="86" y="41"/>
                  </a:cubicBezTo>
                  <a:cubicBezTo>
                    <a:pt x="86" y="41"/>
                    <a:pt x="86" y="41"/>
                    <a:pt x="86" y="41"/>
                  </a:cubicBezTo>
                  <a:cubicBezTo>
                    <a:pt x="86" y="41"/>
                    <a:pt x="86" y="41"/>
                    <a:pt x="86" y="41"/>
                  </a:cubicBezTo>
                  <a:cubicBezTo>
                    <a:pt x="88" y="41"/>
                    <a:pt x="91" y="41"/>
                    <a:pt x="94" y="40"/>
                  </a:cubicBezTo>
                  <a:cubicBezTo>
                    <a:pt x="102" y="99"/>
                    <a:pt x="102" y="99"/>
                    <a:pt x="102" y="99"/>
                  </a:cubicBezTo>
                  <a:cubicBezTo>
                    <a:pt x="139" y="99"/>
                    <a:pt x="139" y="99"/>
                    <a:pt x="139" y="99"/>
                  </a:cubicBezTo>
                  <a:cubicBezTo>
                    <a:pt x="139" y="98"/>
                    <a:pt x="139" y="98"/>
                    <a:pt x="139" y="98"/>
                  </a:cubicBezTo>
                  <a:cubicBezTo>
                    <a:pt x="139" y="98"/>
                    <a:pt x="139" y="98"/>
                    <a:pt x="139" y="99"/>
                  </a:cubicBezTo>
                  <a:cubicBezTo>
                    <a:pt x="171" y="99"/>
                    <a:pt x="171" y="99"/>
                    <a:pt x="171" y="99"/>
                  </a:cubicBezTo>
                  <a:cubicBezTo>
                    <a:pt x="168" y="52"/>
                    <a:pt x="159" y="22"/>
                    <a:pt x="144" y="8"/>
                  </a:cubicBezTo>
                  <a:cubicBezTo>
                    <a:pt x="136" y="1"/>
                    <a:pt x="129" y="0"/>
                    <a:pt x="124" y="0"/>
                  </a:cubicBezTo>
                  <a:cubicBezTo>
                    <a:pt x="124" y="0"/>
                    <a:pt x="124" y="0"/>
                    <a:pt x="124" y="0"/>
                  </a:cubicBezTo>
                  <a:cubicBezTo>
                    <a:pt x="47" y="0"/>
                    <a:pt x="47" y="0"/>
                    <a:pt x="47" y="0"/>
                  </a:cubicBezTo>
                  <a:cubicBezTo>
                    <a:pt x="47" y="0"/>
                    <a:pt x="47" y="0"/>
                    <a:pt x="47" y="0"/>
                  </a:cubicBezTo>
                  <a:cubicBezTo>
                    <a:pt x="42" y="0"/>
                    <a:pt x="35" y="1"/>
                    <a:pt x="28" y="8"/>
                  </a:cubicBezTo>
                  <a:cubicBezTo>
                    <a:pt x="12" y="22"/>
                    <a:pt x="3" y="52"/>
                    <a:pt x="0" y="99"/>
                  </a:cubicBezTo>
                  <a:cubicBezTo>
                    <a:pt x="32" y="99"/>
                    <a:pt x="32" y="99"/>
                    <a:pt x="32" y="99"/>
                  </a:cubicBezTo>
                  <a:cubicBezTo>
                    <a:pt x="32" y="98"/>
                    <a:pt x="32" y="98"/>
                    <a:pt x="32" y="98"/>
                  </a:cubicBezTo>
                  <a:close/>
                  <a:moveTo>
                    <a:pt x="78" y="16"/>
                  </a:moveTo>
                  <a:cubicBezTo>
                    <a:pt x="86" y="16"/>
                    <a:pt x="86" y="16"/>
                    <a:pt x="86" y="16"/>
                  </a:cubicBezTo>
                  <a:cubicBezTo>
                    <a:pt x="93" y="16"/>
                    <a:pt x="93" y="16"/>
                    <a:pt x="93" y="16"/>
                  </a:cubicBezTo>
                  <a:cubicBezTo>
                    <a:pt x="97" y="31"/>
                    <a:pt x="97" y="31"/>
                    <a:pt x="97" y="31"/>
                  </a:cubicBezTo>
                  <a:cubicBezTo>
                    <a:pt x="96" y="31"/>
                    <a:pt x="96" y="31"/>
                    <a:pt x="96" y="31"/>
                  </a:cubicBezTo>
                  <a:cubicBezTo>
                    <a:pt x="93" y="34"/>
                    <a:pt x="89" y="35"/>
                    <a:pt x="86" y="35"/>
                  </a:cubicBezTo>
                  <a:cubicBezTo>
                    <a:pt x="82" y="35"/>
                    <a:pt x="78" y="34"/>
                    <a:pt x="75" y="31"/>
                  </a:cubicBezTo>
                  <a:cubicBezTo>
                    <a:pt x="74" y="31"/>
                    <a:pt x="74" y="31"/>
                    <a:pt x="74" y="31"/>
                  </a:cubicBezTo>
                  <a:lnTo>
                    <a:pt x="78"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 name="Oval 383"/>
            <p:cNvSpPr>
              <a:spLocks noChangeArrowheads="1"/>
            </p:cNvSpPr>
            <p:nvPr/>
          </p:nvSpPr>
          <p:spPr bwMode="auto">
            <a:xfrm>
              <a:off x="10188575" y="1182688"/>
              <a:ext cx="133350" cy="1333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 name="Freeform 384"/>
            <p:cNvSpPr>
              <a:spLocks/>
            </p:cNvSpPr>
            <p:nvPr/>
          </p:nvSpPr>
          <p:spPr bwMode="auto">
            <a:xfrm>
              <a:off x="9421813" y="1495426"/>
              <a:ext cx="1066800" cy="338138"/>
            </a:xfrm>
            <a:custGeom>
              <a:avLst/>
              <a:gdLst>
                <a:gd name="T0" fmla="*/ 0 w 714"/>
                <a:gd name="T1" fmla="*/ 0 h 227"/>
                <a:gd name="T2" fmla="*/ 0 w 714"/>
                <a:gd name="T3" fmla="*/ 227 h 227"/>
                <a:gd name="T4" fmla="*/ 244 w 714"/>
                <a:gd name="T5" fmla="*/ 227 h 227"/>
                <a:gd name="T6" fmla="*/ 243 w 714"/>
                <a:gd name="T7" fmla="*/ 213 h 227"/>
                <a:gd name="T8" fmla="*/ 357 w 714"/>
                <a:gd name="T9" fmla="*/ 99 h 227"/>
                <a:gd name="T10" fmla="*/ 471 w 714"/>
                <a:gd name="T11" fmla="*/ 213 h 227"/>
                <a:gd name="T12" fmla="*/ 470 w 714"/>
                <a:gd name="T13" fmla="*/ 227 h 227"/>
                <a:gd name="T14" fmla="*/ 714 w 714"/>
                <a:gd name="T15" fmla="*/ 227 h 227"/>
                <a:gd name="T16" fmla="*/ 714 w 714"/>
                <a:gd name="T17" fmla="*/ 0 h 227"/>
                <a:gd name="T18" fmla="*/ 0 w 714"/>
                <a:gd name="T19" fmla="*/ 0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4" h="227">
                  <a:moveTo>
                    <a:pt x="0" y="0"/>
                  </a:moveTo>
                  <a:cubicBezTo>
                    <a:pt x="0" y="227"/>
                    <a:pt x="0" y="227"/>
                    <a:pt x="0" y="227"/>
                  </a:cubicBezTo>
                  <a:cubicBezTo>
                    <a:pt x="244" y="227"/>
                    <a:pt x="244" y="227"/>
                    <a:pt x="244" y="227"/>
                  </a:cubicBezTo>
                  <a:cubicBezTo>
                    <a:pt x="243" y="223"/>
                    <a:pt x="243" y="218"/>
                    <a:pt x="243" y="213"/>
                  </a:cubicBezTo>
                  <a:cubicBezTo>
                    <a:pt x="243" y="150"/>
                    <a:pt x="294" y="99"/>
                    <a:pt x="357" y="99"/>
                  </a:cubicBezTo>
                  <a:cubicBezTo>
                    <a:pt x="420" y="99"/>
                    <a:pt x="471" y="150"/>
                    <a:pt x="471" y="213"/>
                  </a:cubicBezTo>
                  <a:cubicBezTo>
                    <a:pt x="471" y="218"/>
                    <a:pt x="471" y="223"/>
                    <a:pt x="470" y="227"/>
                  </a:cubicBezTo>
                  <a:cubicBezTo>
                    <a:pt x="714" y="227"/>
                    <a:pt x="714" y="227"/>
                    <a:pt x="714" y="227"/>
                  </a:cubicBezTo>
                  <a:cubicBezTo>
                    <a:pt x="714" y="0"/>
                    <a:pt x="714" y="0"/>
                    <a:pt x="714"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 name="Rectangle 386"/>
            <p:cNvSpPr>
              <a:spLocks noChangeArrowheads="1"/>
            </p:cNvSpPr>
            <p:nvPr/>
          </p:nvSpPr>
          <p:spPr bwMode="auto">
            <a:xfrm>
              <a:off x="10417175" y="1849438"/>
              <a:ext cx="66675"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 name="Oval 387"/>
            <p:cNvSpPr>
              <a:spLocks noChangeArrowheads="1"/>
            </p:cNvSpPr>
            <p:nvPr/>
          </p:nvSpPr>
          <p:spPr bwMode="auto">
            <a:xfrm>
              <a:off x="9821863" y="1679576"/>
              <a:ext cx="268288" cy="2682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 name="Freeform 388"/>
            <p:cNvSpPr>
              <a:spLocks/>
            </p:cNvSpPr>
            <p:nvPr/>
          </p:nvSpPr>
          <p:spPr bwMode="auto">
            <a:xfrm>
              <a:off x="9720263" y="1965326"/>
              <a:ext cx="469900" cy="104775"/>
            </a:xfrm>
            <a:custGeom>
              <a:avLst/>
              <a:gdLst>
                <a:gd name="T0" fmla="*/ 81 w 315"/>
                <a:gd name="T1" fmla="*/ 0 h 70"/>
                <a:gd name="T2" fmla="*/ 79 w 315"/>
                <a:gd name="T3" fmla="*/ 0 h 70"/>
                <a:gd name="T4" fmla="*/ 33 w 315"/>
                <a:gd name="T5" fmla="*/ 21 h 70"/>
                <a:gd name="T6" fmla="*/ 0 w 315"/>
                <a:gd name="T7" fmla="*/ 70 h 70"/>
                <a:gd name="T8" fmla="*/ 315 w 315"/>
                <a:gd name="T9" fmla="*/ 70 h 70"/>
                <a:gd name="T10" fmla="*/ 283 w 315"/>
                <a:gd name="T11" fmla="*/ 21 h 70"/>
                <a:gd name="T12" fmla="*/ 237 w 315"/>
                <a:gd name="T13" fmla="*/ 0 h 70"/>
                <a:gd name="T14" fmla="*/ 235 w 315"/>
                <a:gd name="T15" fmla="*/ 0 h 70"/>
                <a:gd name="T16" fmla="*/ 207 w 315"/>
                <a:gd name="T17" fmla="*/ 0 h 70"/>
                <a:gd name="T18" fmla="*/ 109 w 315"/>
                <a:gd name="T19" fmla="*/ 0 h 70"/>
                <a:gd name="T20" fmla="*/ 81 w 315"/>
                <a:gd name="T21"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5" h="70">
                  <a:moveTo>
                    <a:pt x="81" y="0"/>
                  </a:moveTo>
                  <a:cubicBezTo>
                    <a:pt x="80" y="0"/>
                    <a:pt x="80" y="0"/>
                    <a:pt x="79" y="0"/>
                  </a:cubicBezTo>
                  <a:cubicBezTo>
                    <a:pt x="66" y="1"/>
                    <a:pt x="49" y="6"/>
                    <a:pt x="33" y="21"/>
                  </a:cubicBezTo>
                  <a:cubicBezTo>
                    <a:pt x="20" y="33"/>
                    <a:pt x="9" y="49"/>
                    <a:pt x="0" y="70"/>
                  </a:cubicBezTo>
                  <a:cubicBezTo>
                    <a:pt x="315" y="70"/>
                    <a:pt x="315" y="70"/>
                    <a:pt x="315" y="70"/>
                  </a:cubicBezTo>
                  <a:cubicBezTo>
                    <a:pt x="307" y="49"/>
                    <a:pt x="296" y="33"/>
                    <a:pt x="283" y="21"/>
                  </a:cubicBezTo>
                  <a:cubicBezTo>
                    <a:pt x="267" y="6"/>
                    <a:pt x="250" y="1"/>
                    <a:pt x="237" y="0"/>
                  </a:cubicBezTo>
                  <a:cubicBezTo>
                    <a:pt x="236" y="0"/>
                    <a:pt x="236" y="0"/>
                    <a:pt x="235" y="0"/>
                  </a:cubicBezTo>
                  <a:cubicBezTo>
                    <a:pt x="207" y="0"/>
                    <a:pt x="207" y="0"/>
                    <a:pt x="207" y="0"/>
                  </a:cubicBezTo>
                  <a:cubicBezTo>
                    <a:pt x="109" y="0"/>
                    <a:pt x="109" y="0"/>
                    <a:pt x="109" y="0"/>
                  </a:cubicBezTo>
                  <a:lnTo>
                    <a:pt x="8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 name="Freeform 389"/>
            <p:cNvSpPr>
              <a:spLocks/>
            </p:cNvSpPr>
            <p:nvPr/>
          </p:nvSpPr>
          <p:spPr bwMode="auto">
            <a:xfrm>
              <a:off x="9626600" y="2087563"/>
              <a:ext cx="657225" cy="457200"/>
            </a:xfrm>
            <a:custGeom>
              <a:avLst/>
              <a:gdLst>
                <a:gd name="T0" fmla="*/ 20 w 440"/>
                <a:gd name="T1" fmla="*/ 0 h 306"/>
                <a:gd name="T2" fmla="*/ 0 w 440"/>
                <a:gd name="T3" fmla="*/ 20 h 306"/>
                <a:gd name="T4" fmla="*/ 0 w 440"/>
                <a:gd name="T5" fmla="*/ 294 h 306"/>
                <a:gd name="T6" fmla="*/ 4 w 440"/>
                <a:gd name="T7" fmla="*/ 306 h 306"/>
                <a:gd name="T8" fmla="*/ 436 w 440"/>
                <a:gd name="T9" fmla="*/ 306 h 306"/>
                <a:gd name="T10" fmla="*/ 440 w 440"/>
                <a:gd name="T11" fmla="*/ 294 h 306"/>
                <a:gd name="T12" fmla="*/ 440 w 440"/>
                <a:gd name="T13" fmla="*/ 20 h 306"/>
                <a:gd name="T14" fmla="*/ 420 w 440"/>
                <a:gd name="T15" fmla="*/ 0 h 306"/>
                <a:gd name="T16" fmla="*/ 20 w 440"/>
                <a:gd name="T17" fmla="*/ 0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0" h="306">
                  <a:moveTo>
                    <a:pt x="20" y="0"/>
                  </a:moveTo>
                  <a:cubicBezTo>
                    <a:pt x="9" y="0"/>
                    <a:pt x="0" y="9"/>
                    <a:pt x="0" y="20"/>
                  </a:cubicBezTo>
                  <a:cubicBezTo>
                    <a:pt x="0" y="294"/>
                    <a:pt x="0" y="294"/>
                    <a:pt x="0" y="294"/>
                  </a:cubicBezTo>
                  <a:cubicBezTo>
                    <a:pt x="0" y="299"/>
                    <a:pt x="1" y="303"/>
                    <a:pt x="4" y="306"/>
                  </a:cubicBezTo>
                  <a:cubicBezTo>
                    <a:pt x="436" y="306"/>
                    <a:pt x="436" y="306"/>
                    <a:pt x="436" y="306"/>
                  </a:cubicBezTo>
                  <a:cubicBezTo>
                    <a:pt x="438" y="303"/>
                    <a:pt x="440" y="299"/>
                    <a:pt x="440" y="294"/>
                  </a:cubicBezTo>
                  <a:cubicBezTo>
                    <a:pt x="440" y="20"/>
                    <a:pt x="440" y="20"/>
                    <a:pt x="440" y="20"/>
                  </a:cubicBezTo>
                  <a:cubicBezTo>
                    <a:pt x="440" y="9"/>
                    <a:pt x="431" y="0"/>
                    <a:pt x="420" y="0"/>
                  </a:cubicBezTo>
                  <a:lnTo>
                    <a:pt x="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64" name="组合 363"/>
          <p:cNvGrpSpPr/>
          <p:nvPr/>
        </p:nvGrpSpPr>
        <p:grpSpPr>
          <a:xfrm>
            <a:off x="6553200" y="3025776"/>
            <a:ext cx="1196975" cy="1614487"/>
            <a:chOff x="6553200" y="3025776"/>
            <a:chExt cx="1196975" cy="1614487"/>
          </a:xfrm>
          <a:solidFill>
            <a:schemeClr val="tx1">
              <a:lumMod val="65000"/>
              <a:lumOff val="35000"/>
            </a:schemeClr>
          </a:solidFill>
        </p:grpSpPr>
        <p:sp>
          <p:nvSpPr>
            <p:cNvPr id="365" name="Freeform 390"/>
            <p:cNvSpPr>
              <a:spLocks noEditPoints="1"/>
            </p:cNvSpPr>
            <p:nvPr/>
          </p:nvSpPr>
          <p:spPr bwMode="auto">
            <a:xfrm>
              <a:off x="6927850" y="4522788"/>
              <a:ext cx="95250" cy="115888"/>
            </a:xfrm>
            <a:custGeom>
              <a:avLst/>
              <a:gdLst>
                <a:gd name="T0" fmla="*/ 0 w 64"/>
                <a:gd name="T1" fmla="*/ 70 h 77"/>
                <a:gd name="T2" fmla="*/ 6 w 64"/>
                <a:gd name="T3" fmla="*/ 77 h 77"/>
                <a:gd name="T4" fmla="*/ 11 w 64"/>
                <a:gd name="T5" fmla="*/ 75 h 77"/>
                <a:gd name="T6" fmla="*/ 13 w 64"/>
                <a:gd name="T7" fmla="*/ 70 h 77"/>
                <a:gd name="T8" fmla="*/ 14 w 64"/>
                <a:gd name="T9" fmla="*/ 52 h 77"/>
                <a:gd name="T10" fmla="*/ 21 w 64"/>
                <a:gd name="T11" fmla="*/ 50 h 77"/>
                <a:gd name="T12" fmla="*/ 51 w 64"/>
                <a:gd name="T13" fmla="*/ 38 h 77"/>
                <a:gd name="T14" fmla="*/ 64 w 64"/>
                <a:gd name="T15" fmla="*/ 17 h 77"/>
                <a:gd name="T16" fmla="*/ 57 w 64"/>
                <a:gd name="T17" fmla="*/ 5 h 77"/>
                <a:gd name="T18" fmla="*/ 39 w 64"/>
                <a:gd name="T19" fmla="*/ 0 h 77"/>
                <a:gd name="T20" fmla="*/ 15 w 64"/>
                <a:gd name="T21" fmla="*/ 3 h 77"/>
                <a:gd name="T22" fmla="*/ 2 w 64"/>
                <a:gd name="T23" fmla="*/ 11 h 77"/>
                <a:gd name="T24" fmla="*/ 5 w 64"/>
                <a:gd name="T25" fmla="*/ 17 h 77"/>
                <a:gd name="T26" fmla="*/ 5 w 64"/>
                <a:gd name="T27" fmla="*/ 21 h 77"/>
                <a:gd name="T28" fmla="*/ 3 w 64"/>
                <a:gd name="T29" fmla="*/ 43 h 77"/>
                <a:gd name="T30" fmla="*/ 0 w 64"/>
                <a:gd name="T31" fmla="*/ 70 h 77"/>
                <a:gd name="T32" fmla="*/ 18 w 64"/>
                <a:gd name="T33" fmla="*/ 14 h 77"/>
                <a:gd name="T34" fmla="*/ 38 w 64"/>
                <a:gd name="T35" fmla="*/ 10 h 77"/>
                <a:gd name="T36" fmla="*/ 52 w 64"/>
                <a:gd name="T37" fmla="*/ 18 h 77"/>
                <a:gd name="T38" fmla="*/ 41 w 64"/>
                <a:gd name="T39" fmla="*/ 32 h 77"/>
                <a:gd name="T40" fmla="*/ 15 w 64"/>
                <a:gd name="T41" fmla="*/ 40 h 77"/>
                <a:gd name="T42" fmla="*/ 18 w 64"/>
                <a:gd name="T43" fmla="*/ 1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4" h="77">
                  <a:moveTo>
                    <a:pt x="0" y="70"/>
                  </a:moveTo>
                  <a:cubicBezTo>
                    <a:pt x="0" y="75"/>
                    <a:pt x="2" y="77"/>
                    <a:pt x="6" y="77"/>
                  </a:cubicBezTo>
                  <a:cubicBezTo>
                    <a:pt x="8" y="77"/>
                    <a:pt x="10" y="77"/>
                    <a:pt x="11" y="75"/>
                  </a:cubicBezTo>
                  <a:cubicBezTo>
                    <a:pt x="12" y="74"/>
                    <a:pt x="13" y="72"/>
                    <a:pt x="13" y="70"/>
                  </a:cubicBezTo>
                  <a:cubicBezTo>
                    <a:pt x="13" y="66"/>
                    <a:pt x="13" y="59"/>
                    <a:pt x="14" y="52"/>
                  </a:cubicBezTo>
                  <a:cubicBezTo>
                    <a:pt x="14" y="51"/>
                    <a:pt x="17" y="51"/>
                    <a:pt x="21" y="50"/>
                  </a:cubicBezTo>
                  <a:cubicBezTo>
                    <a:pt x="33" y="47"/>
                    <a:pt x="43" y="43"/>
                    <a:pt x="51" y="38"/>
                  </a:cubicBezTo>
                  <a:cubicBezTo>
                    <a:pt x="60" y="32"/>
                    <a:pt x="64" y="25"/>
                    <a:pt x="64" y="17"/>
                  </a:cubicBezTo>
                  <a:cubicBezTo>
                    <a:pt x="64" y="12"/>
                    <a:pt x="61" y="8"/>
                    <a:pt x="57" y="5"/>
                  </a:cubicBezTo>
                  <a:cubicBezTo>
                    <a:pt x="52" y="2"/>
                    <a:pt x="46" y="0"/>
                    <a:pt x="39" y="0"/>
                  </a:cubicBezTo>
                  <a:cubicBezTo>
                    <a:pt x="32" y="0"/>
                    <a:pt x="25" y="1"/>
                    <a:pt x="15" y="3"/>
                  </a:cubicBezTo>
                  <a:cubicBezTo>
                    <a:pt x="6" y="5"/>
                    <a:pt x="2" y="8"/>
                    <a:pt x="2" y="11"/>
                  </a:cubicBezTo>
                  <a:cubicBezTo>
                    <a:pt x="2" y="13"/>
                    <a:pt x="3" y="15"/>
                    <a:pt x="5" y="17"/>
                  </a:cubicBezTo>
                  <a:cubicBezTo>
                    <a:pt x="5" y="17"/>
                    <a:pt x="5" y="18"/>
                    <a:pt x="5" y="21"/>
                  </a:cubicBezTo>
                  <a:cubicBezTo>
                    <a:pt x="5" y="24"/>
                    <a:pt x="5" y="31"/>
                    <a:pt x="3" y="43"/>
                  </a:cubicBezTo>
                  <a:cubicBezTo>
                    <a:pt x="1" y="59"/>
                    <a:pt x="0" y="68"/>
                    <a:pt x="0" y="70"/>
                  </a:cubicBezTo>
                  <a:close/>
                  <a:moveTo>
                    <a:pt x="18" y="14"/>
                  </a:moveTo>
                  <a:cubicBezTo>
                    <a:pt x="26" y="11"/>
                    <a:pt x="32" y="10"/>
                    <a:pt x="38" y="10"/>
                  </a:cubicBezTo>
                  <a:cubicBezTo>
                    <a:pt x="47" y="10"/>
                    <a:pt x="52" y="13"/>
                    <a:pt x="52" y="18"/>
                  </a:cubicBezTo>
                  <a:cubicBezTo>
                    <a:pt x="52" y="23"/>
                    <a:pt x="48" y="28"/>
                    <a:pt x="41" y="32"/>
                  </a:cubicBezTo>
                  <a:cubicBezTo>
                    <a:pt x="33" y="36"/>
                    <a:pt x="25" y="39"/>
                    <a:pt x="15" y="40"/>
                  </a:cubicBezTo>
                  <a:lnTo>
                    <a:pt x="18"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 name="Freeform 391"/>
            <p:cNvSpPr>
              <a:spLocks/>
            </p:cNvSpPr>
            <p:nvPr/>
          </p:nvSpPr>
          <p:spPr bwMode="auto">
            <a:xfrm>
              <a:off x="7029450" y="4552951"/>
              <a:ext cx="74613" cy="85725"/>
            </a:xfrm>
            <a:custGeom>
              <a:avLst/>
              <a:gdLst>
                <a:gd name="T0" fmla="*/ 37 w 50"/>
                <a:gd name="T1" fmla="*/ 11 h 57"/>
                <a:gd name="T2" fmla="*/ 40 w 50"/>
                <a:gd name="T3" fmla="*/ 13 h 57"/>
                <a:gd name="T4" fmla="*/ 46 w 50"/>
                <a:gd name="T5" fmla="*/ 16 h 57"/>
                <a:gd name="T6" fmla="*/ 49 w 50"/>
                <a:gd name="T7" fmla="*/ 14 h 57"/>
                <a:gd name="T8" fmla="*/ 50 w 50"/>
                <a:gd name="T9" fmla="*/ 10 h 57"/>
                <a:gd name="T10" fmla="*/ 47 w 50"/>
                <a:gd name="T11" fmla="*/ 3 h 57"/>
                <a:gd name="T12" fmla="*/ 38 w 50"/>
                <a:gd name="T13" fmla="*/ 0 h 57"/>
                <a:gd name="T14" fmla="*/ 25 w 50"/>
                <a:gd name="T15" fmla="*/ 8 h 57"/>
                <a:gd name="T16" fmla="*/ 12 w 50"/>
                <a:gd name="T17" fmla="*/ 28 h 57"/>
                <a:gd name="T18" fmla="*/ 11 w 50"/>
                <a:gd name="T19" fmla="*/ 29 h 57"/>
                <a:gd name="T20" fmla="*/ 12 w 50"/>
                <a:gd name="T21" fmla="*/ 22 h 57"/>
                <a:gd name="T22" fmla="*/ 13 w 50"/>
                <a:gd name="T23" fmla="*/ 15 h 57"/>
                <a:gd name="T24" fmla="*/ 16 w 50"/>
                <a:gd name="T25" fmla="*/ 6 h 57"/>
                <a:gd name="T26" fmla="*/ 14 w 50"/>
                <a:gd name="T27" fmla="*/ 2 h 57"/>
                <a:gd name="T28" fmla="*/ 10 w 50"/>
                <a:gd name="T29" fmla="*/ 1 h 57"/>
                <a:gd name="T30" fmla="*/ 5 w 50"/>
                <a:gd name="T31" fmla="*/ 2 h 57"/>
                <a:gd name="T32" fmla="*/ 3 w 50"/>
                <a:gd name="T33" fmla="*/ 6 h 57"/>
                <a:gd name="T34" fmla="*/ 2 w 50"/>
                <a:gd name="T35" fmla="*/ 13 h 57"/>
                <a:gd name="T36" fmla="*/ 1 w 50"/>
                <a:gd name="T37" fmla="*/ 16 h 57"/>
                <a:gd name="T38" fmla="*/ 0 w 50"/>
                <a:gd name="T39" fmla="*/ 30 h 57"/>
                <a:gd name="T40" fmla="*/ 0 w 50"/>
                <a:gd name="T41" fmla="*/ 40 h 57"/>
                <a:gd name="T42" fmla="*/ 1 w 50"/>
                <a:gd name="T43" fmla="*/ 53 h 57"/>
                <a:gd name="T44" fmla="*/ 6 w 50"/>
                <a:gd name="T45" fmla="*/ 57 h 57"/>
                <a:gd name="T46" fmla="*/ 11 w 50"/>
                <a:gd name="T47" fmla="*/ 55 h 57"/>
                <a:gd name="T48" fmla="*/ 14 w 50"/>
                <a:gd name="T49" fmla="*/ 50 h 57"/>
                <a:gd name="T50" fmla="*/ 25 w 50"/>
                <a:gd name="T51" fmla="*/ 23 h 57"/>
                <a:gd name="T52" fmla="*/ 37 w 50"/>
                <a:gd name="T53" fmla="*/ 1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0" h="57">
                  <a:moveTo>
                    <a:pt x="37" y="11"/>
                  </a:moveTo>
                  <a:cubicBezTo>
                    <a:pt x="38" y="11"/>
                    <a:pt x="39" y="12"/>
                    <a:pt x="40" y="13"/>
                  </a:cubicBezTo>
                  <a:cubicBezTo>
                    <a:pt x="42" y="15"/>
                    <a:pt x="44" y="16"/>
                    <a:pt x="46" y="16"/>
                  </a:cubicBezTo>
                  <a:cubicBezTo>
                    <a:pt x="47" y="16"/>
                    <a:pt x="48" y="15"/>
                    <a:pt x="49" y="14"/>
                  </a:cubicBezTo>
                  <a:cubicBezTo>
                    <a:pt x="50" y="13"/>
                    <a:pt x="50" y="11"/>
                    <a:pt x="50" y="10"/>
                  </a:cubicBezTo>
                  <a:cubicBezTo>
                    <a:pt x="50" y="7"/>
                    <a:pt x="49" y="5"/>
                    <a:pt x="47" y="3"/>
                  </a:cubicBezTo>
                  <a:cubicBezTo>
                    <a:pt x="45" y="1"/>
                    <a:pt x="42" y="0"/>
                    <a:pt x="38" y="0"/>
                  </a:cubicBezTo>
                  <a:cubicBezTo>
                    <a:pt x="34" y="0"/>
                    <a:pt x="29" y="3"/>
                    <a:pt x="25" y="8"/>
                  </a:cubicBezTo>
                  <a:cubicBezTo>
                    <a:pt x="20" y="13"/>
                    <a:pt x="16" y="20"/>
                    <a:pt x="12" y="28"/>
                  </a:cubicBezTo>
                  <a:cubicBezTo>
                    <a:pt x="11" y="29"/>
                    <a:pt x="11" y="29"/>
                    <a:pt x="11" y="29"/>
                  </a:cubicBezTo>
                  <a:cubicBezTo>
                    <a:pt x="12" y="22"/>
                    <a:pt x="12" y="22"/>
                    <a:pt x="12" y="22"/>
                  </a:cubicBezTo>
                  <a:cubicBezTo>
                    <a:pt x="12" y="19"/>
                    <a:pt x="13" y="17"/>
                    <a:pt x="13" y="15"/>
                  </a:cubicBezTo>
                  <a:cubicBezTo>
                    <a:pt x="15" y="11"/>
                    <a:pt x="16" y="7"/>
                    <a:pt x="16" y="6"/>
                  </a:cubicBezTo>
                  <a:cubicBezTo>
                    <a:pt x="16" y="4"/>
                    <a:pt x="15" y="3"/>
                    <a:pt x="14" y="2"/>
                  </a:cubicBezTo>
                  <a:cubicBezTo>
                    <a:pt x="13" y="1"/>
                    <a:pt x="12" y="1"/>
                    <a:pt x="10" y="1"/>
                  </a:cubicBezTo>
                  <a:cubicBezTo>
                    <a:pt x="8" y="1"/>
                    <a:pt x="7" y="1"/>
                    <a:pt x="5" y="2"/>
                  </a:cubicBezTo>
                  <a:cubicBezTo>
                    <a:pt x="4" y="3"/>
                    <a:pt x="3" y="5"/>
                    <a:pt x="3" y="6"/>
                  </a:cubicBezTo>
                  <a:cubicBezTo>
                    <a:pt x="2" y="7"/>
                    <a:pt x="2" y="9"/>
                    <a:pt x="2" y="13"/>
                  </a:cubicBezTo>
                  <a:cubicBezTo>
                    <a:pt x="2" y="13"/>
                    <a:pt x="1" y="15"/>
                    <a:pt x="1" y="16"/>
                  </a:cubicBezTo>
                  <a:cubicBezTo>
                    <a:pt x="1" y="22"/>
                    <a:pt x="0" y="26"/>
                    <a:pt x="0" y="30"/>
                  </a:cubicBezTo>
                  <a:cubicBezTo>
                    <a:pt x="0" y="35"/>
                    <a:pt x="0" y="38"/>
                    <a:pt x="0" y="40"/>
                  </a:cubicBezTo>
                  <a:cubicBezTo>
                    <a:pt x="0" y="46"/>
                    <a:pt x="0" y="51"/>
                    <a:pt x="1" y="53"/>
                  </a:cubicBezTo>
                  <a:cubicBezTo>
                    <a:pt x="2" y="56"/>
                    <a:pt x="4" y="57"/>
                    <a:pt x="6" y="57"/>
                  </a:cubicBezTo>
                  <a:cubicBezTo>
                    <a:pt x="8" y="57"/>
                    <a:pt x="10" y="57"/>
                    <a:pt x="11" y="55"/>
                  </a:cubicBezTo>
                  <a:cubicBezTo>
                    <a:pt x="13" y="54"/>
                    <a:pt x="14" y="52"/>
                    <a:pt x="14" y="50"/>
                  </a:cubicBezTo>
                  <a:cubicBezTo>
                    <a:pt x="15" y="40"/>
                    <a:pt x="19" y="31"/>
                    <a:pt x="25" y="23"/>
                  </a:cubicBezTo>
                  <a:cubicBezTo>
                    <a:pt x="31" y="15"/>
                    <a:pt x="35" y="11"/>
                    <a:pt x="37"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 name="Freeform 392"/>
            <p:cNvSpPr>
              <a:spLocks noEditPoints="1"/>
            </p:cNvSpPr>
            <p:nvPr/>
          </p:nvSpPr>
          <p:spPr bwMode="auto">
            <a:xfrm>
              <a:off x="7102475" y="4549776"/>
              <a:ext cx="69850" cy="88900"/>
            </a:xfrm>
            <a:custGeom>
              <a:avLst/>
              <a:gdLst>
                <a:gd name="T0" fmla="*/ 14 w 47"/>
                <a:gd name="T1" fmla="*/ 39 h 59"/>
                <a:gd name="T2" fmla="*/ 35 w 47"/>
                <a:gd name="T3" fmla="*/ 29 h 59"/>
                <a:gd name="T4" fmla="*/ 44 w 47"/>
                <a:gd name="T5" fmla="*/ 12 h 59"/>
                <a:gd name="T6" fmla="*/ 40 w 47"/>
                <a:gd name="T7" fmla="*/ 3 h 59"/>
                <a:gd name="T8" fmla="*/ 31 w 47"/>
                <a:gd name="T9" fmla="*/ 0 h 59"/>
                <a:gd name="T10" fmla="*/ 10 w 47"/>
                <a:gd name="T11" fmla="*/ 12 h 59"/>
                <a:gd name="T12" fmla="*/ 0 w 47"/>
                <a:gd name="T13" fmla="*/ 39 h 59"/>
                <a:gd name="T14" fmla="*/ 5 w 47"/>
                <a:gd name="T15" fmla="*/ 53 h 59"/>
                <a:gd name="T16" fmla="*/ 18 w 47"/>
                <a:gd name="T17" fmla="*/ 59 h 59"/>
                <a:gd name="T18" fmla="*/ 38 w 47"/>
                <a:gd name="T19" fmla="*/ 52 h 59"/>
                <a:gd name="T20" fmla="*/ 47 w 47"/>
                <a:gd name="T21" fmla="*/ 39 h 59"/>
                <a:gd name="T22" fmla="*/ 44 w 47"/>
                <a:gd name="T23" fmla="*/ 36 h 59"/>
                <a:gd name="T24" fmla="*/ 40 w 47"/>
                <a:gd name="T25" fmla="*/ 38 h 59"/>
                <a:gd name="T26" fmla="*/ 20 w 47"/>
                <a:gd name="T27" fmla="*/ 48 h 59"/>
                <a:gd name="T28" fmla="*/ 14 w 47"/>
                <a:gd name="T29" fmla="*/ 46 h 59"/>
                <a:gd name="T30" fmla="*/ 12 w 47"/>
                <a:gd name="T31" fmla="*/ 41 h 59"/>
                <a:gd name="T32" fmla="*/ 14 w 47"/>
                <a:gd name="T33" fmla="*/ 39 h 59"/>
                <a:gd name="T34" fmla="*/ 20 w 47"/>
                <a:gd name="T35" fmla="*/ 16 h 59"/>
                <a:gd name="T36" fmla="*/ 30 w 47"/>
                <a:gd name="T37" fmla="*/ 10 h 59"/>
                <a:gd name="T38" fmla="*/ 32 w 47"/>
                <a:gd name="T39" fmla="*/ 11 h 59"/>
                <a:gd name="T40" fmla="*/ 33 w 47"/>
                <a:gd name="T41" fmla="*/ 14 h 59"/>
                <a:gd name="T42" fmla="*/ 27 w 47"/>
                <a:gd name="T43" fmla="*/ 23 h 59"/>
                <a:gd name="T44" fmla="*/ 13 w 47"/>
                <a:gd name="T45" fmla="*/ 30 h 59"/>
                <a:gd name="T46" fmla="*/ 20 w 47"/>
                <a:gd name="T47" fmla="*/ 16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59">
                  <a:moveTo>
                    <a:pt x="14" y="39"/>
                  </a:moveTo>
                  <a:cubicBezTo>
                    <a:pt x="23" y="37"/>
                    <a:pt x="30" y="34"/>
                    <a:pt x="35" y="29"/>
                  </a:cubicBezTo>
                  <a:cubicBezTo>
                    <a:pt x="41" y="23"/>
                    <a:pt x="44" y="18"/>
                    <a:pt x="44" y="12"/>
                  </a:cubicBezTo>
                  <a:cubicBezTo>
                    <a:pt x="44" y="9"/>
                    <a:pt x="43" y="6"/>
                    <a:pt x="40" y="3"/>
                  </a:cubicBezTo>
                  <a:cubicBezTo>
                    <a:pt x="38" y="1"/>
                    <a:pt x="35" y="0"/>
                    <a:pt x="31" y="0"/>
                  </a:cubicBezTo>
                  <a:cubicBezTo>
                    <a:pt x="24" y="0"/>
                    <a:pt x="17" y="4"/>
                    <a:pt x="10" y="12"/>
                  </a:cubicBezTo>
                  <a:cubicBezTo>
                    <a:pt x="3" y="20"/>
                    <a:pt x="0" y="29"/>
                    <a:pt x="0" y="39"/>
                  </a:cubicBezTo>
                  <a:cubicBezTo>
                    <a:pt x="0" y="45"/>
                    <a:pt x="2" y="50"/>
                    <a:pt x="5" y="53"/>
                  </a:cubicBezTo>
                  <a:cubicBezTo>
                    <a:pt x="8" y="57"/>
                    <a:pt x="13" y="59"/>
                    <a:pt x="18" y="59"/>
                  </a:cubicBezTo>
                  <a:cubicBezTo>
                    <a:pt x="26" y="59"/>
                    <a:pt x="32" y="56"/>
                    <a:pt x="38" y="52"/>
                  </a:cubicBezTo>
                  <a:cubicBezTo>
                    <a:pt x="44" y="47"/>
                    <a:pt x="47" y="43"/>
                    <a:pt x="47" y="39"/>
                  </a:cubicBezTo>
                  <a:cubicBezTo>
                    <a:pt x="47" y="37"/>
                    <a:pt x="46" y="36"/>
                    <a:pt x="44" y="36"/>
                  </a:cubicBezTo>
                  <a:cubicBezTo>
                    <a:pt x="43" y="36"/>
                    <a:pt x="42" y="36"/>
                    <a:pt x="40" y="38"/>
                  </a:cubicBezTo>
                  <a:cubicBezTo>
                    <a:pt x="34" y="45"/>
                    <a:pt x="27" y="48"/>
                    <a:pt x="20" y="48"/>
                  </a:cubicBezTo>
                  <a:cubicBezTo>
                    <a:pt x="18" y="48"/>
                    <a:pt x="16" y="47"/>
                    <a:pt x="14" y="46"/>
                  </a:cubicBezTo>
                  <a:cubicBezTo>
                    <a:pt x="13" y="44"/>
                    <a:pt x="12" y="43"/>
                    <a:pt x="12" y="41"/>
                  </a:cubicBezTo>
                  <a:cubicBezTo>
                    <a:pt x="12" y="40"/>
                    <a:pt x="13" y="40"/>
                    <a:pt x="14" y="39"/>
                  </a:cubicBezTo>
                  <a:close/>
                  <a:moveTo>
                    <a:pt x="20" y="16"/>
                  </a:moveTo>
                  <a:cubicBezTo>
                    <a:pt x="24" y="12"/>
                    <a:pt x="27" y="10"/>
                    <a:pt x="30" y="10"/>
                  </a:cubicBezTo>
                  <a:cubicBezTo>
                    <a:pt x="31" y="10"/>
                    <a:pt x="32" y="10"/>
                    <a:pt x="32" y="11"/>
                  </a:cubicBezTo>
                  <a:cubicBezTo>
                    <a:pt x="33" y="12"/>
                    <a:pt x="33" y="13"/>
                    <a:pt x="33" y="14"/>
                  </a:cubicBezTo>
                  <a:cubicBezTo>
                    <a:pt x="33" y="17"/>
                    <a:pt x="31" y="20"/>
                    <a:pt x="27" y="23"/>
                  </a:cubicBezTo>
                  <a:cubicBezTo>
                    <a:pt x="23" y="27"/>
                    <a:pt x="19" y="29"/>
                    <a:pt x="13" y="30"/>
                  </a:cubicBezTo>
                  <a:cubicBezTo>
                    <a:pt x="14" y="25"/>
                    <a:pt x="17" y="21"/>
                    <a:pt x="20"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 name="Freeform 393"/>
            <p:cNvSpPr>
              <a:spLocks/>
            </p:cNvSpPr>
            <p:nvPr/>
          </p:nvSpPr>
          <p:spPr bwMode="auto">
            <a:xfrm>
              <a:off x="7175500" y="4548188"/>
              <a:ext cx="61913" cy="92075"/>
            </a:xfrm>
            <a:custGeom>
              <a:avLst/>
              <a:gdLst>
                <a:gd name="T0" fmla="*/ 23 w 42"/>
                <a:gd name="T1" fmla="*/ 14 h 62"/>
                <a:gd name="T2" fmla="*/ 33 w 42"/>
                <a:gd name="T3" fmla="*/ 11 h 62"/>
                <a:gd name="T4" fmla="*/ 35 w 42"/>
                <a:gd name="T5" fmla="*/ 12 h 62"/>
                <a:gd name="T6" fmla="*/ 37 w 42"/>
                <a:gd name="T7" fmla="*/ 13 h 62"/>
                <a:gd name="T8" fmla="*/ 41 w 42"/>
                <a:gd name="T9" fmla="*/ 11 h 62"/>
                <a:gd name="T10" fmla="*/ 42 w 42"/>
                <a:gd name="T11" fmla="*/ 8 h 62"/>
                <a:gd name="T12" fmla="*/ 34 w 42"/>
                <a:gd name="T13" fmla="*/ 0 h 62"/>
                <a:gd name="T14" fmla="*/ 15 w 42"/>
                <a:gd name="T15" fmla="*/ 7 h 62"/>
                <a:gd name="T16" fmla="*/ 5 w 42"/>
                <a:gd name="T17" fmla="*/ 23 h 62"/>
                <a:gd name="T18" fmla="*/ 8 w 42"/>
                <a:gd name="T19" fmla="*/ 30 h 62"/>
                <a:gd name="T20" fmla="*/ 21 w 42"/>
                <a:gd name="T21" fmla="*/ 39 h 62"/>
                <a:gd name="T22" fmla="*/ 30 w 42"/>
                <a:gd name="T23" fmla="*/ 46 h 62"/>
                <a:gd name="T24" fmla="*/ 23 w 42"/>
                <a:gd name="T25" fmla="*/ 49 h 62"/>
                <a:gd name="T26" fmla="*/ 13 w 42"/>
                <a:gd name="T27" fmla="*/ 51 h 62"/>
                <a:gd name="T28" fmla="*/ 10 w 42"/>
                <a:gd name="T29" fmla="*/ 50 h 62"/>
                <a:gd name="T30" fmla="*/ 7 w 42"/>
                <a:gd name="T31" fmla="*/ 49 h 62"/>
                <a:gd name="T32" fmla="*/ 2 w 42"/>
                <a:gd name="T33" fmla="*/ 51 h 62"/>
                <a:gd name="T34" fmla="*/ 0 w 42"/>
                <a:gd name="T35" fmla="*/ 55 h 62"/>
                <a:gd name="T36" fmla="*/ 10 w 42"/>
                <a:gd name="T37" fmla="*/ 62 h 62"/>
                <a:gd name="T38" fmla="*/ 32 w 42"/>
                <a:gd name="T39" fmla="*/ 57 h 62"/>
                <a:gd name="T40" fmla="*/ 42 w 42"/>
                <a:gd name="T41" fmla="*/ 45 h 62"/>
                <a:gd name="T42" fmla="*/ 39 w 42"/>
                <a:gd name="T43" fmla="*/ 37 h 62"/>
                <a:gd name="T44" fmla="*/ 28 w 42"/>
                <a:gd name="T45" fmla="*/ 30 h 62"/>
                <a:gd name="T46" fmla="*/ 20 w 42"/>
                <a:gd name="T47" fmla="*/ 25 h 62"/>
                <a:gd name="T48" fmla="*/ 18 w 42"/>
                <a:gd name="T49" fmla="*/ 21 h 62"/>
                <a:gd name="T50" fmla="*/ 23 w 42"/>
                <a:gd name="T51" fmla="*/ 1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 h="62">
                  <a:moveTo>
                    <a:pt x="23" y="14"/>
                  </a:moveTo>
                  <a:cubicBezTo>
                    <a:pt x="27" y="12"/>
                    <a:pt x="30" y="11"/>
                    <a:pt x="33" y="11"/>
                  </a:cubicBezTo>
                  <a:cubicBezTo>
                    <a:pt x="34" y="11"/>
                    <a:pt x="34" y="12"/>
                    <a:pt x="35" y="12"/>
                  </a:cubicBezTo>
                  <a:cubicBezTo>
                    <a:pt x="36" y="12"/>
                    <a:pt x="37" y="13"/>
                    <a:pt x="37" y="13"/>
                  </a:cubicBezTo>
                  <a:cubicBezTo>
                    <a:pt x="38" y="13"/>
                    <a:pt x="39" y="12"/>
                    <a:pt x="41" y="11"/>
                  </a:cubicBezTo>
                  <a:cubicBezTo>
                    <a:pt x="42" y="10"/>
                    <a:pt x="42" y="9"/>
                    <a:pt x="42" y="8"/>
                  </a:cubicBezTo>
                  <a:cubicBezTo>
                    <a:pt x="42" y="3"/>
                    <a:pt x="40" y="0"/>
                    <a:pt x="34" y="0"/>
                  </a:cubicBezTo>
                  <a:cubicBezTo>
                    <a:pt x="28" y="0"/>
                    <a:pt x="22" y="2"/>
                    <a:pt x="15" y="7"/>
                  </a:cubicBezTo>
                  <a:cubicBezTo>
                    <a:pt x="9" y="11"/>
                    <a:pt x="5" y="17"/>
                    <a:pt x="5" y="23"/>
                  </a:cubicBezTo>
                  <a:cubicBezTo>
                    <a:pt x="5" y="25"/>
                    <a:pt x="6" y="28"/>
                    <a:pt x="8" y="30"/>
                  </a:cubicBezTo>
                  <a:cubicBezTo>
                    <a:pt x="10" y="33"/>
                    <a:pt x="15" y="36"/>
                    <a:pt x="21" y="39"/>
                  </a:cubicBezTo>
                  <a:cubicBezTo>
                    <a:pt x="27" y="42"/>
                    <a:pt x="30" y="44"/>
                    <a:pt x="30" y="46"/>
                  </a:cubicBezTo>
                  <a:cubicBezTo>
                    <a:pt x="29" y="47"/>
                    <a:pt x="27" y="48"/>
                    <a:pt x="23" y="49"/>
                  </a:cubicBezTo>
                  <a:cubicBezTo>
                    <a:pt x="20" y="50"/>
                    <a:pt x="16" y="51"/>
                    <a:pt x="13" y="51"/>
                  </a:cubicBezTo>
                  <a:cubicBezTo>
                    <a:pt x="12" y="51"/>
                    <a:pt x="11" y="51"/>
                    <a:pt x="10" y="50"/>
                  </a:cubicBezTo>
                  <a:cubicBezTo>
                    <a:pt x="8" y="50"/>
                    <a:pt x="7" y="49"/>
                    <a:pt x="7" y="49"/>
                  </a:cubicBezTo>
                  <a:cubicBezTo>
                    <a:pt x="5" y="49"/>
                    <a:pt x="4" y="50"/>
                    <a:pt x="2" y="51"/>
                  </a:cubicBezTo>
                  <a:cubicBezTo>
                    <a:pt x="1" y="52"/>
                    <a:pt x="0" y="54"/>
                    <a:pt x="0" y="55"/>
                  </a:cubicBezTo>
                  <a:cubicBezTo>
                    <a:pt x="0" y="60"/>
                    <a:pt x="3" y="62"/>
                    <a:pt x="10" y="62"/>
                  </a:cubicBezTo>
                  <a:cubicBezTo>
                    <a:pt x="18" y="62"/>
                    <a:pt x="25" y="60"/>
                    <a:pt x="32" y="57"/>
                  </a:cubicBezTo>
                  <a:cubicBezTo>
                    <a:pt x="39" y="54"/>
                    <a:pt x="42" y="50"/>
                    <a:pt x="42" y="45"/>
                  </a:cubicBezTo>
                  <a:cubicBezTo>
                    <a:pt x="42" y="42"/>
                    <a:pt x="41" y="39"/>
                    <a:pt x="39" y="37"/>
                  </a:cubicBezTo>
                  <a:cubicBezTo>
                    <a:pt x="37" y="35"/>
                    <a:pt x="33" y="33"/>
                    <a:pt x="28" y="30"/>
                  </a:cubicBezTo>
                  <a:cubicBezTo>
                    <a:pt x="24" y="28"/>
                    <a:pt x="21" y="26"/>
                    <a:pt x="20" y="25"/>
                  </a:cubicBezTo>
                  <a:cubicBezTo>
                    <a:pt x="18" y="24"/>
                    <a:pt x="18" y="23"/>
                    <a:pt x="18" y="21"/>
                  </a:cubicBezTo>
                  <a:cubicBezTo>
                    <a:pt x="18" y="19"/>
                    <a:pt x="20" y="16"/>
                    <a:pt x="23"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 name="Freeform 394"/>
            <p:cNvSpPr>
              <a:spLocks noEditPoints="1"/>
            </p:cNvSpPr>
            <p:nvPr/>
          </p:nvSpPr>
          <p:spPr bwMode="auto">
            <a:xfrm>
              <a:off x="7246938" y="4549776"/>
              <a:ext cx="69850" cy="88900"/>
            </a:xfrm>
            <a:custGeom>
              <a:avLst/>
              <a:gdLst>
                <a:gd name="T0" fmla="*/ 14 w 47"/>
                <a:gd name="T1" fmla="*/ 39 h 59"/>
                <a:gd name="T2" fmla="*/ 35 w 47"/>
                <a:gd name="T3" fmla="*/ 29 h 59"/>
                <a:gd name="T4" fmla="*/ 44 w 47"/>
                <a:gd name="T5" fmla="*/ 12 h 59"/>
                <a:gd name="T6" fmla="*/ 40 w 47"/>
                <a:gd name="T7" fmla="*/ 3 h 59"/>
                <a:gd name="T8" fmla="*/ 31 w 47"/>
                <a:gd name="T9" fmla="*/ 0 h 59"/>
                <a:gd name="T10" fmla="*/ 10 w 47"/>
                <a:gd name="T11" fmla="*/ 12 h 59"/>
                <a:gd name="T12" fmla="*/ 0 w 47"/>
                <a:gd name="T13" fmla="*/ 39 h 59"/>
                <a:gd name="T14" fmla="*/ 5 w 47"/>
                <a:gd name="T15" fmla="*/ 53 h 59"/>
                <a:gd name="T16" fmla="*/ 18 w 47"/>
                <a:gd name="T17" fmla="*/ 59 h 59"/>
                <a:gd name="T18" fmla="*/ 38 w 47"/>
                <a:gd name="T19" fmla="*/ 52 h 59"/>
                <a:gd name="T20" fmla="*/ 47 w 47"/>
                <a:gd name="T21" fmla="*/ 39 h 59"/>
                <a:gd name="T22" fmla="*/ 44 w 47"/>
                <a:gd name="T23" fmla="*/ 36 h 59"/>
                <a:gd name="T24" fmla="*/ 40 w 47"/>
                <a:gd name="T25" fmla="*/ 38 h 59"/>
                <a:gd name="T26" fmla="*/ 20 w 47"/>
                <a:gd name="T27" fmla="*/ 48 h 59"/>
                <a:gd name="T28" fmla="*/ 14 w 47"/>
                <a:gd name="T29" fmla="*/ 46 h 59"/>
                <a:gd name="T30" fmla="*/ 12 w 47"/>
                <a:gd name="T31" fmla="*/ 41 h 59"/>
                <a:gd name="T32" fmla="*/ 14 w 47"/>
                <a:gd name="T33" fmla="*/ 39 h 59"/>
                <a:gd name="T34" fmla="*/ 20 w 47"/>
                <a:gd name="T35" fmla="*/ 16 h 59"/>
                <a:gd name="T36" fmla="*/ 30 w 47"/>
                <a:gd name="T37" fmla="*/ 10 h 59"/>
                <a:gd name="T38" fmla="*/ 32 w 47"/>
                <a:gd name="T39" fmla="*/ 11 h 59"/>
                <a:gd name="T40" fmla="*/ 33 w 47"/>
                <a:gd name="T41" fmla="*/ 14 h 59"/>
                <a:gd name="T42" fmla="*/ 27 w 47"/>
                <a:gd name="T43" fmla="*/ 23 h 59"/>
                <a:gd name="T44" fmla="*/ 13 w 47"/>
                <a:gd name="T45" fmla="*/ 30 h 59"/>
                <a:gd name="T46" fmla="*/ 20 w 47"/>
                <a:gd name="T47" fmla="*/ 16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59">
                  <a:moveTo>
                    <a:pt x="14" y="39"/>
                  </a:moveTo>
                  <a:cubicBezTo>
                    <a:pt x="23" y="37"/>
                    <a:pt x="30" y="34"/>
                    <a:pt x="35" y="29"/>
                  </a:cubicBezTo>
                  <a:cubicBezTo>
                    <a:pt x="41" y="23"/>
                    <a:pt x="44" y="18"/>
                    <a:pt x="44" y="12"/>
                  </a:cubicBezTo>
                  <a:cubicBezTo>
                    <a:pt x="44" y="9"/>
                    <a:pt x="43" y="6"/>
                    <a:pt x="40" y="3"/>
                  </a:cubicBezTo>
                  <a:cubicBezTo>
                    <a:pt x="38" y="1"/>
                    <a:pt x="35" y="0"/>
                    <a:pt x="31" y="0"/>
                  </a:cubicBezTo>
                  <a:cubicBezTo>
                    <a:pt x="24" y="0"/>
                    <a:pt x="17" y="4"/>
                    <a:pt x="10" y="12"/>
                  </a:cubicBezTo>
                  <a:cubicBezTo>
                    <a:pt x="3" y="20"/>
                    <a:pt x="0" y="29"/>
                    <a:pt x="0" y="39"/>
                  </a:cubicBezTo>
                  <a:cubicBezTo>
                    <a:pt x="0" y="45"/>
                    <a:pt x="2" y="50"/>
                    <a:pt x="5" y="53"/>
                  </a:cubicBezTo>
                  <a:cubicBezTo>
                    <a:pt x="8" y="57"/>
                    <a:pt x="13" y="59"/>
                    <a:pt x="18" y="59"/>
                  </a:cubicBezTo>
                  <a:cubicBezTo>
                    <a:pt x="26" y="59"/>
                    <a:pt x="32" y="56"/>
                    <a:pt x="38" y="52"/>
                  </a:cubicBezTo>
                  <a:cubicBezTo>
                    <a:pt x="44" y="47"/>
                    <a:pt x="47" y="43"/>
                    <a:pt x="47" y="39"/>
                  </a:cubicBezTo>
                  <a:cubicBezTo>
                    <a:pt x="47" y="37"/>
                    <a:pt x="46" y="36"/>
                    <a:pt x="44" y="36"/>
                  </a:cubicBezTo>
                  <a:cubicBezTo>
                    <a:pt x="43" y="36"/>
                    <a:pt x="42" y="36"/>
                    <a:pt x="40" y="38"/>
                  </a:cubicBezTo>
                  <a:cubicBezTo>
                    <a:pt x="34" y="45"/>
                    <a:pt x="27" y="48"/>
                    <a:pt x="20" y="48"/>
                  </a:cubicBezTo>
                  <a:cubicBezTo>
                    <a:pt x="18" y="48"/>
                    <a:pt x="16" y="47"/>
                    <a:pt x="14" y="46"/>
                  </a:cubicBezTo>
                  <a:cubicBezTo>
                    <a:pt x="13" y="44"/>
                    <a:pt x="12" y="43"/>
                    <a:pt x="12" y="41"/>
                  </a:cubicBezTo>
                  <a:cubicBezTo>
                    <a:pt x="12" y="40"/>
                    <a:pt x="13" y="40"/>
                    <a:pt x="14" y="39"/>
                  </a:cubicBezTo>
                  <a:close/>
                  <a:moveTo>
                    <a:pt x="20" y="16"/>
                  </a:moveTo>
                  <a:cubicBezTo>
                    <a:pt x="24" y="12"/>
                    <a:pt x="27" y="10"/>
                    <a:pt x="30" y="10"/>
                  </a:cubicBezTo>
                  <a:cubicBezTo>
                    <a:pt x="31" y="10"/>
                    <a:pt x="32" y="10"/>
                    <a:pt x="32" y="11"/>
                  </a:cubicBezTo>
                  <a:cubicBezTo>
                    <a:pt x="33" y="12"/>
                    <a:pt x="33" y="13"/>
                    <a:pt x="33" y="14"/>
                  </a:cubicBezTo>
                  <a:cubicBezTo>
                    <a:pt x="33" y="17"/>
                    <a:pt x="31" y="20"/>
                    <a:pt x="27" y="23"/>
                  </a:cubicBezTo>
                  <a:cubicBezTo>
                    <a:pt x="23" y="27"/>
                    <a:pt x="19" y="29"/>
                    <a:pt x="13" y="30"/>
                  </a:cubicBezTo>
                  <a:cubicBezTo>
                    <a:pt x="14" y="25"/>
                    <a:pt x="17" y="21"/>
                    <a:pt x="20"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 name="Freeform 395"/>
            <p:cNvSpPr>
              <a:spLocks/>
            </p:cNvSpPr>
            <p:nvPr/>
          </p:nvSpPr>
          <p:spPr bwMode="auto">
            <a:xfrm>
              <a:off x="7327900" y="4557713"/>
              <a:ext cx="95250" cy="77788"/>
            </a:xfrm>
            <a:custGeom>
              <a:avLst/>
              <a:gdLst>
                <a:gd name="T0" fmla="*/ 52 w 64"/>
                <a:gd name="T1" fmla="*/ 49 h 52"/>
                <a:gd name="T2" fmla="*/ 60 w 64"/>
                <a:gd name="T3" fmla="*/ 46 h 52"/>
                <a:gd name="T4" fmla="*/ 64 w 64"/>
                <a:gd name="T5" fmla="*/ 41 h 52"/>
                <a:gd name="T6" fmla="*/ 61 w 64"/>
                <a:gd name="T7" fmla="*/ 38 h 52"/>
                <a:gd name="T8" fmla="*/ 58 w 64"/>
                <a:gd name="T9" fmla="*/ 39 h 52"/>
                <a:gd name="T10" fmla="*/ 56 w 64"/>
                <a:gd name="T11" fmla="*/ 39 h 52"/>
                <a:gd name="T12" fmla="*/ 51 w 64"/>
                <a:gd name="T13" fmla="*/ 20 h 52"/>
                <a:gd name="T14" fmla="*/ 37 w 64"/>
                <a:gd name="T15" fmla="*/ 2 h 52"/>
                <a:gd name="T16" fmla="*/ 13 w 64"/>
                <a:gd name="T17" fmla="*/ 27 h 52"/>
                <a:gd name="T18" fmla="*/ 16 w 64"/>
                <a:gd name="T19" fmla="*/ 9 h 52"/>
                <a:gd name="T20" fmla="*/ 14 w 64"/>
                <a:gd name="T21" fmla="*/ 1 h 52"/>
                <a:gd name="T22" fmla="*/ 10 w 64"/>
                <a:gd name="T23" fmla="*/ 0 h 52"/>
                <a:gd name="T24" fmla="*/ 5 w 64"/>
                <a:gd name="T25" fmla="*/ 2 h 52"/>
                <a:gd name="T26" fmla="*/ 3 w 64"/>
                <a:gd name="T27" fmla="*/ 7 h 52"/>
                <a:gd name="T28" fmla="*/ 1 w 64"/>
                <a:gd name="T29" fmla="*/ 34 h 52"/>
                <a:gd name="T30" fmla="*/ 0 w 64"/>
                <a:gd name="T31" fmla="*/ 45 h 52"/>
                <a:gd name="T32" fmla="*/ 8 w 64"/>
                <a:gd name="T33" fmla="*/ 52 h 52"/>
                <a:gd name="T34" fmla="*/ 10 w 64"/>
                <a:gd name="T35" fmla="*/ 51 h 52"/>
                <a:gd name="T36" fmla="*/ 12 w 64"/>
                <a:gd name="T37" fmla="*/ 47 h 52"/>
                <a:gd name="T38" fmla="*/ 23 w 64"/>
                <a:gd name="T39" fmla="*/ 28 h 52"/>
                <a:gd name="T40" fmla="*/ 35 w 64"/>
                <a:gd name="T41" fmla="*/ 14 h 52"/>
                <a:gd name="T42" fmla="*/ 40 w 64"/>
                <a:gd name="T43" fmla="*/ 27 h 52"/>
                <a:gd name="T44" fmla="*/ 44 w 64"/>
                <a:gd name="T45" fmla="*/ 44 h 52"/>
                <a:gd name="T46" fmla="*/ 44 w 64"/>
                <a:gd name="T47" fmla="*/ 44 h 52"/>
                <a:gd name="T48" fmla="*/ 52 w 64"/>
                <a:gd name="T49" fmla="*/ 4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4" h="52">
                  <a:moveTo>
                    <a:pt x="52" y="49"/>
                  </a:moveTo>
                  <a:cubicBezTo>
                    <a:pt x="55" y="49"/>
                    <a:pt x="58" y="48"/>
                    <a:pt x="60" y="46"/>
                  </a:cubicBezTo>
                  <a:cubicBezTo>
                    <a:pt x="63" y="44"/>
                    <a:pt x="64" y="42"/>
                    <a:pt x="64" y="41"/>
                  </a:cubicBezTo>
                  <a:cubicBezTo>
                    <a:pt x="64" y="39"/>
                    <a:pt x="63" y="38"/>
                    <a:pt x="61" y="38"/>
                  </a:cubicBezTo>
                  <a:cubicBezTo>
                    <a:pt x="61" y="38"/>
                    <a:pt x="60" y="38"/>
                    <a:pt x="58" y="39"/>
                  </a:cubicBezTo>
                  <a:cubicBezTo>
                    <a:pt x="57" y="39"/>
                    <a:pt x="57" y="39"/>
                    <a:pt x="56" y="39"/>
                  </a:cubicBezTo>
                  <a:cubicBezTo>
                    <a:pt x="54" y="39"/>
                    <a:pt x="52" y="33"/>
                    <a:pt x="51" y="20"/>
                  </a:cubicBezTo>
                  <a:cubicBezTo>
                    <a:pt x="50" y="8"/>
                    <a:pt x="45" y="2"/>
                    <a:pt x="37" y="2"/>
                  </a:cubicBezTo>
                  <a:cubicBezTo>
                    <a:pt x="28" y="2"/>
                    <a:pt x="20" y="10"/>
                    <a:pt x="13" y="27"/>
                  </a:cubicBezTo>
                  <a:cubicBezTo>
                    <a:pt x="15" y="18"/>
                    <a:pt x="16" y="12"/>
                    <a:pt x="16" y="9"/>
                  </a:cubicBezTo>
                  <a:cubicBezTo>
                    <a:pt x="16" y="5"/>
                    <a:pt x="15" y="2"/>
                    <a:pt x="14" y="1"/>
                  </a:cubicBezTo>
                  <a:cubicBezTo>
                    <a:pt x="13" y="0"/>
                    <a:pt x="12" y="0"/>
                    <a:pt x="10" y="0"/>
                  </a:cubicBezTo>
                  <a:cubicBezTo>
                    <a:pt x="8" y="0"/>
                    <a:pt x="7" y="1"/>
                    <a:pt x="5" y="2"/>
                  </a:cubicBezTo>
                  <a:cubicBezTo>
                    <a:pt x="4" y="4"/>
                    <a:pt x="3" y="6"/>
                    <a:pt x="3" y="7"/>
                  </a:cubicBezTo>
                  <a:cubicBezTo>
                    <a:pt x="3" y="18"/>
                    <a:pt x="3" y="27"/>
                    <a:pt x="1" y="34"/>
                  </a:cubicBezTo>
                  <a:cubicBezTo>
                    <a:pt x="0" y="40"/>
                    <a:pt x="0" y="43"/>
                    <a:pt x="0" y="45"/>
                  </a:cubicBezTo>
                  <a:cubicBezTo>
                    <a:pt x="0" y="50"/>
                    <a:pt x="2" y="52"/>
                    <a:pt x="8" y="52"/>
                  </a:cubicBezTo>
                  <a:cubicBezTo>
                    <a:pt x="8" y="52"/>
                    <a:pt x="9" y="51"/>
                    <a:pt x="10" y="51"/>
                  </a:cubicBezTo>
                  <a:cubicBezTo>
                    <a:pt x="11" y="50"/>
                    <a:pt x="11" y="49"/>
                    <a:pt x="12" y="47"/>
                  </a:cubicBezTo>
                  <a:cubicBezTo>
                    <a:pt x="13" y="43"/>
                    <a:pt x="17" y="37"/>
                    <a:pt x="23" y="28"/>
                  </a:cubicBezTo>
                  <a:cubicBezTo>
                    <a:pt x="29" y="19"/>
                    <a:pt x="33" y="14"/>
                    <a:pt x="35" y="14"/>
                  </a:cubicBezTo>
                  <a:cubicBezTo>
                    <a:pt x="38" y="14"/>
                    <a:pt x="39" y="18"/>
                    <a:pt x="40" y="27"/>
                  </a:cubicBezTo>
                  <a:cubicBezTo>
                    <a:pt x="41" y="35"/>
                    <a:pt x="42" y="41"/>
                    <a:pt x="44" y="44"/>
                  </a:cubicBezTo>
                  <a:cubicBezTo>
                    <a:pt x="44" y="44"/>
                    <a:pt x="44" y="44"/>
                    <a:pt x="44" y="44"/>
                  </a:cubicBezTo>
                  <a:cubicBezTo>
                    <a:pt x="45" y="47"/>
                    <a:pt x="48" y="49"/>
                    <a:pt x="52"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 name="Freeform 396"/>
            <p:cNvSpPr>
              <a:spLocks/>
            </p:cNvSpPr>
            <p:nvPr/>
          </p:nvSpPr>
          <p:spPr bwMode="auto">
            <a:xfrm>
              <a:off x="7424738" y="4524376"/>
              <a:ext cx="74613" cy="114300"/>
            </a:xfrm>
            <a:custGeom>
              <a:avLst/>
              <a:gdLst>
                <a:gd name="T0" fmla="*/ 25 w 50"/>
                <a:gd name="T1" fmla="*/ 32 h 76"/>
                <a:gd name="T2" fmla="*/ 43 w 50"/>
                <a:gd name="T3" fmla="*/ 30 h 76"/>
                <a:gd name="T4" fmla="*/ 50 w 50"/>
                <a:gd name="T5" fmla="*/ 24 h 76"/>
                <a:gd name="T6" fmla="*/ 49 w 50"/>
                <a:gd name="T7" fmla="*/ 21 h 76"/>
                <a:gd name="T8" fmla="*/ 46 w 50"/>
                <a:gd name="T9" fmla="*/ 20 h 76"/>
                <a:gd name="T10" fmla="*/ 28 w 50"/>
                <a:gd name="T11" fmla="*/ 21 h 76"/>
                <a:gd name="T12" fmla="*/ 32 w 50"/>
                <a:gd name="T13" fmla="*/ 6 h 76"/>
                <a:gd name="T14" fmla="*/ 31 w 50"/>
                <a:gd name="T15" fmla="*/ 2 h 76"/>
                <a:gd name="T16" fmla="*/ 27 w 50"/>
                <a:gd name="T17" fmla="*/ 0 h 76"/>
                <a:gd name="T18" fmla="*/ 20 w 50"/>
                <a:gd name="T19" fmla="*/ 7 h 76"/>
                <a:gd name="T20" fmla="*/ 16 w 50"/>
                <a:gd name="T21" fmla="*/ 23 h 76"/>
                <a:gd name="T22" fmla="*/ 5 w 50"/>
                <a:gd name="T23" fmla="*/ 23 h 76"/>
                <a:gd name="T24" fmla="*/ 0 w 50"/>
                <a:gd name="T25" fmla="*/ 27 h 76"/>
                <a:gd name="T26" fmla="*/ 2 w 50"/>
                <a:gd name="T27" fmla="*/ 32 h 76"/>
                <a:gd name="T28" fmla="*/ 7 w 50"/>
                <a:gd name="T29" fmla="*/ 34 h 76"/>
                <a:gd name="T30" fmla="*/ 8 w 50"/>
                <a:gd name="T31" fmla="*/ 34 h 76"/>
                <a:gd name="T32" fmla="*/ 13 w 50"/>
                <a:gd name="T33" fmla="*/ 33 h 76"/>
                <a:gd name="T34" fmla="*/ 8 w 50"/>
                <a:gd name="T35" fmla="*/ 60 h 76"/>
                <a:gd name="T36" fmla="*/ 11 w 50"/>
                <a:gd name="T37" fmla="*/ 72 h 76"/>
                <a:gd name="T38" fmla="*/ 21 w 50"/>
                <a:gd name="T39" fmla="*/ 76 h 76"/>
                <a:gd name="T40" fmla="*/ 36 w 50"/>
                <a:gd name="T41" fmla="*/ 70 h 76"/>
                <a:gd name="T42" fmla="*/ 44 w 50"/>
                <a:gd name="T43" fmla="*/ 60 h 76"/>
                <a:gd name="T44" fmla="*/ 43 w 50"/>
                <a:gd name="T45" fmla="*/ 58 h 76"/>
                <a:gd name="T46" fmla="*/ 40 w 50"/>
                <a:gd name="T47" fmla="*/ 57 h 76"/>
                <a:gd name="T48" fmla="*/ 36 w 50"/>
                <a:gd name="T49" fmla="*/ 59 h 76"/>
                <a:gd name="T50" fmla="*/ 29 w 50"/>
                <a:gd name="T51" fmla="*/ 64 h 76"/>
                <a:gd name="T52" fmla="*/ 24 w 50"/>
                <a:gd name="T53" fmla="*/ 65 h 76"/>
                <a:gd name="T54" fmla="*/ 21 w 50"/>
                <a:gd name="T55" fmla="*/ 63 h 76"/>
                <a:gd name="T56" fmla="*/ 20 w 50"/>
                <a:gd name="T57" fmla="*/ 57 h 76"/>
                <a:gd name="T58" fmla="*/ 22 w 50"/>
                <a:gd name="T59" fmla="*/ 44 h 76"/>
                <a:gd name="T60" fmla="*/ 25 w 50"/>
                <a:gd name="T61" fmla="*/ 32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0" h="76">
                  <a:moveTo>
                    <a:pt x="25" y="32"/>
                  </a:moveTo>
                  <a:cubicBezTo>
                    <a:pt x="43" y="30"/>
                    <a:pt x="43" y="30"/>
                    <a:pt x="43" y="30"/>
                  </a:cubicBezTo>
                  <a:cubicBezTo>
                    <a:pt x="48" y="29"/>
                    <a:pt x="50" y="27"/>
                    <a:pt x="50" y="24"/>
                  </a:cubicBezTo>
                  <a:cubicBezTo>
                    <a:pt x="50" y="22"/>
                    <a:pt x="50" y="21"/>
                    <a:pt x="49" y="21"/>
                  </a:cubicBezTo>
                  <a:cubicBezTo>
                    <a:pt x="49" y="20"/>
                    <a:pt x="48" y="20"/>
                    <a:pt x="46" y="20"/>
                  </a:cubicBezTo>
                  <a:cubicBezTo>
                    <a:pt x="45" y="20"/>
                    <a:pt x="39" y="21"/>
                    <a:pt x="28" y="21"/>
                  </a:cubicBezTo>
                  <a:cubicBezTo>
                    <a:pt x="31" y="12"/>
                    <a:pt x="32" y="6"/>
                    <a:pt x="32" y="6"/>
                  </a:cubicBezTo>
                  <a:cubicBezTo>
                    <a:pt x="32" y="5"/>
                    <a:pt x="32" y="3"/>
                    <a:pt x="31" y="2"/>
                  </a:cubicBezTo>
                  <a:cubicBezTo>
                    <a:pt x="30" y="1"/>
                    <a:pt x="28" y="0"/>
                    <a:pt x="27" y="0"/>
                  </a:cubicBezTo>
                  <a:cubicBezTo>
                    <a:pt x="23" y="0"/>
                    <a:pt x="21" y="3"/>
                    <a:pt x="20" y="7"/>
                  </a:cubicBezTo>
                  <a:cubicBezTo>
                    <a:pt x="19" y="13"/>
                    <a:pt x="17" y="19"/>
                    <a:pt x="16" y="23"/>
                  </a:cubicBezTo>
                  <a:cubicBezTo>
                    <a:pt x="5" y="23"/>
                    <a:pt x="5" y="23"/>
                    <a:pt x="5" y="23"/>
                  </a:cubicBezTo>
                  <a:cubicBezTo>
                    <a:pt x="2" y="23"/>
                    <a:pt x="0" y="24"/>
                    <a:pt x="0" y="27"/>
                  </a:cubicBezTo>
                  <a:cubicBezTo>
                    <a:pt x="0" y="29"/>
                    <a:pt x="1" y="31"/>
                    <a:pt x="2" y="32"/>
                  </a:cubicBezTo>
                  <a:cubicBezTo>
                    <a:pt x="4" y="33"/>
                    <a:pt x="6" y="34"/>
                    <a:pt x="7" y="34"/>
                  </a:cubicBezTo>
                  <a:cubicBezTo>
                    <a:pt x="8" y="34"/>
                    <a:pt x="8" y="34"/>
                    <a:pt x="8" y="34"/>
                  </a:cubicBezTo>
                  <a:cubicBezTo>
                    <a:pt x="9" y="34"/>
                    <a:pt x="11" y="33"/>
                    <a:pt x="13" y="33"/>
                  </a:cubicBezTo>
                  <a:cubicBezTo>
                    <a:pt x="9" y="47"/>
                    <a:pt x="8" y="56"/>
                    <a:pt x="8" y="60"/>
                  </a:cubicBezTo>
                  <a:cubicBezTo>
                    <a:pt x="8" y="65"/>
                    <a:pt x="9" y="69"/>
                    <a:pt x="11" y="72"/>
                  </a:cubicBezTo>
                  <a:cubicBezTo>
                    <a:pt x="13" y="74"/>
                    <a:pt x="17" y="76"/>
                    <a:pt x="21" y="76"/>
                  </a:cubicBezTo>
                  <a:cubicBezTo>
                    <a:pt x="27" y="76"/>
                    <a:pt x="32" y="74"/>
                    <a:pt x="36" y="70"/>
                  </a:cubicBezTo>
                  <a:cubicBezTo>
                    <a:pt x="41" y="66"/>
                    <a:pt x="44" y="63"/>
                    <a:pt x="44" y="60"/>
                  </a:cubicBezTo>
                  <a:cubicBezTo>
                    <a:pt x="44" y="59"/>
                    <a:pt x="43" y="59"/>
                    <a:pt x="43" y="58"/>
                  </a:cubicBezTo>
                  <a:cubicBezTo>
                    <a:pt x="42" y="57"/>
                    <a:pt x="41" y="57"/>
                    <a:pt x="40" y="57"/>
                  </a:cubicBezTo>
                  <a:cubicBezTo>
                    <a:pt x="39" y="57"/>
                    <a:pt x="38" y="58"/>
                    <a:pt x="36" y="59"/>
                  </a:cubicBezTo>
                  <a:cubicBezTo>
                    <a:pt x="33" y="62"/>
                    <a:pt x="31" y="63"/>
                    <a:pt x="29" y="64"/>
                  </a:cubicBezTo>
                  <a:cubicBezTo>
                    <a:pt x="27" y="64"/>
                    <a:pt x="26" y="65"/>
                    <a:pt x="24" y="65"/>
                  </a:cubicBezTo>
                  <a:cubicBezTo>
                    <a:pt x="22" y="65"/>
                    <a:pt x="21" y="64"/>
                    <a:pt x="21" y="63"/>
                  </a:cubicBezTo>
                  <a:cubicBezTo>
                    <a:pt x="20" y="62"/>
                    <a:pt x="20" y="60"/>
                    <a:pt x="20" y="57"/>
                  </a:cubicBezTo>
                  <a:cubicBezTo>
                    <a:pt x="20" y="56"/>
                    <a:pt x="21" y="51"/>
                    <a:pt x="22" y="44"/>
                  </a:cubicBezTo>
                  <a:cubicBezTo>
                    <a:pt x="24" y="36"/>
                    <a:pt x="25" y="32"/>
                    <a:pt x="25"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 name="Freeform 397"/>
            <p:cNvSpPr>
              <a:spLocks noEditPoints="1"/>
            </p:cNvSpPr>
            <p:nvPr/>
          </p:nvSpPr>
          <p:spPr bwMode="auto">
            <a:xfrm>
              <a:off x="6553200" y="3181351"/>
              <a:ext cx="1196975" cy="1262063"/>
            </a:xfrm>
            <a:custGeom>
              <a:avLst/>
              <a:gdLst>
                <a:gd name="T0" fmla="*/ 10 w 801"/>
                <a:gd name="T1" fmla="*/ 451 h 844"/>
                <a:gd name="T2" fmla="*/ 42 w 801"/>
                <a:gd name="T3" fmla="*/ 481 h 844"/>
                <a:gd name="T4" fmla="*/ 44 w 801"/>
                <a:gd name="T5" fmla="*/ 481 h 844"/>
                <a:gd name="T6" fmla="*/ 74 w 801"/>
                <a:gd name="T7" fmla="*/ 447 h 844"/>
                <a:gd name="T8" fmla="*/ 99 w 801"/>
                <a:gd name="T9" fmla="*/ 195 h 844"/>
                <a:gd name="T10" fmla="*/ 99 w 801"/>
                <a:gd name="T11" fmla="*/ 327 h 844"/>
                <a:gd name="T12" fmla="*/ 99 w 801"/>
                <a:gd name="T13" fmla="*/ 403 h 844"/>
                <a:gd name="T14" fmla="*/ 99 w 801"/>
                <a:gd name="T15" fmla="*/ 795 h 844"/>
                <a:gd name="T16" fmla="*/ 149 w 801"/>
                <a:gd name="T17" fmla="*/ 844 h 844"/>
                <a:gd name="T18" fmla="*/ 198 w 801"/>
                <a:gd name="T19" fmla="*/ 795 h 844"/>
                <a:gd name="T20" fmla="*/ 198 w 801"/>
                <a:gd name="T21" fmla="*/ 434 h 844"/>
                <a:gd name="T22" fmla="*/ 217 w 801"/>
                <a:gd name="T23" fmla="*/ 434 h 844"/>
                <a:gd name="T24" fmla="*/ 217 w 801"/>
                <a:gd name="T25" fmla="*/ 795 h 844"/>
                <a:gd name="T26" fmla="*/ 266 w 801"/>
                <a:gd name="T27" fmla="*/ 844 h 844"/>
                <a:gd name="T28" fmla="*/ 316 w 801"/>
                <a:gd name="T29" fmla="*/ 795 h 844"/>
                <a:gd name="T30" fmla="*/ 316 w 801"/>
                <a:gd name="T31" fmla="*/ 403 h 844"/>
                <a:gd name="T32" fmla="*/ 316 w 801"/>
                <a:gd name="T33" fmla="*/ 327 h 844"/>
                <a:gd name="T34" fmla="*/ 316 w 801"/>
                <a:gd name="T35" fmla="*/ 217 h 844"/>
                <a:gd name="T36" fmla="*/ 385 w 801"/>
                <a:gd name="T37" fmla="*/ 289 h 844"/>
                <a:gd name="T38" fmla="*/ 385 w 801"/>
                <a:gd name="T39" fmla="*/ 458 h 844"/>
                <a:gd name="T40" fmla="*/ 801 w 801"/>
                <a:gd name="T41" fmla="*/ 458 h 844"/>
                <a:gd name="T42" fmla="*/ 801 w 801"/>
                <a:gd name="T43" fmla="*/ 42 h 844"/>
                <a:gd name="T44" fmla="*/ 771 w 801"/>
                <a:gd name="T45" fmla="*/ 42 h 844"/>
                <a:gd name="T46" fmla="*/ 771 w 801"/>
                <a:gd name="T47" fmla="*/ 0 h 844"/>
                <a:gd name="T48" fmla="*/ 743 w 801"/>
                <a:gd name="T49" fmla="*/ 0 h 844"/>
                <a:gd name="T50" fmla="*/ 743 w 801"/>
                <a:gd name="T51" fmla="*/ 42 h 844"/>
                <a:gd name="T52" fmla="*/ 443 w 801"/>
                <a:gd name="T53" fmla="*/ 42 h 844"/>
                <a:gd name="T54" fmla="*/ 443 w 801"/>
                <a:gd name="T55" fmla="*/ 0 h 844"/>
                <a:gd name="T56" fmla="*/ 415 w 801"/>
                <a:gd name="T57" fmla="*/ 0 h 844"/>
                <a:gd name="T58" fmla="*/ 415 w 801"/>
                <a:gd name="T59" fmla="*/ 42 h 844"/>
                <a:gd name="T60" fmla="*/ 385 w 801"/>
                <a:gd name="T61" fmla="*/ 42 h 844"/>
                <a:gd name="T62" fmla="*/ 385 w 801"/>
                <a:gd name="T63" fmla="*/ 202 h 844"/>
                <a:gd name="T64" fmla="*/ 350 w 801"/>
                <a:gd name="T65" fmla="*/ 153 h 844"/>
                <a:gd name="T66" fmla="*/ 292 w 801"/>
                <a:gd name="T67" fmla="*/ 99 h 844"/>
                <a:gd name="T68" fmla="*/ 285 w 801"/>
                <a:gd name="T69" fmla="*/ 98 h 844"/>
                <a:gd name="T70" fmla="*/ 130 w 801"/>
                <a:gd name="T71" fmla="*/ 98 h 844"/>
                <a:gd name="T72" fmla="*/ 128 w 801"/>
                <a:gd name="T73" fmla="*/ 98 h 844"/>
                <a:gd name="T74" fmla="*/ 73 w 801"/>
                <a:gd name="T75" fmla="*/ 123 h 844"/>
                <a:gd name="T76" fmla="*/ 10 w 801"/>
                <a:gd name="T77" fmla="*/ 451 h 844"/>
                <a:gd name="T78" fmla="*/ 769 w 801"/>
                <a:gd name="T79" fmla="*/ 426 h 844"/>
                <a:gd name="T80" fmla="*/ 417 w 801"/>
                <a:gd name="T81" fmla="*/ 426 h 844"/>
                <a:gd name="T82" fmla="*/ 417 w 801"/>
                <a:gd name="T83" fmla="*/ 126 h 844"/>
                <a:gd name="T84" fmla="*/ 769 w 801"/>
                <a:gd name="T85" fmla="*/ 126 h 844"/>
                <a:gd name="T86" fmla="*/ 769 w 801"/>
                <a:gd name="T87" fmla="*/ 426 h 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01" h="844">
                  <a:moveTo>
                    <a:pt x="10" y="451"/>
                  </a:moveTo>
                  <a:cubicBezTo>
                    <a:pt x="11" y="468"/>
                    <a:pt x="25" y="481"/>
                    <a:pt x="42" y="481"/>
                  </a:cubicBezTo>
                  <a:cubicBezTo>
                    <a:pt x="42" y="481"/>
                    <a:pt x="43" y="481"/>
                    <a:pt x="44" y="481"/>
                  </a:cubicBezTo>
                  <a:cubicBezTo>
                    <a:pt x="61" y="480"/>
                    <a:pt x="75" y="465"/>
                    <a:pt x="74" y="447"/>
                  </a:cubicBezTo>
                  <a:cubicBezTo>
                    <a:pt x="65" y="307"/>
                    <a:pt x="81" y="232"/>
                    <a:pt x="99" y="195"/>
                  </a:cubicBezTo>
                  <a:cubicBezTo>
                    <a:pt x="99" y="327"/>
                    <a:pt x="99" y="327"/>
                    <a:pt x="99" y="327"/>
                  </a:cubicBezTo>
                  <a:cubicBezTo>
                    <a:pt x="99" y="403"/>
                    <a:pt x="99" y="403"/>
                    <a:pt x="99" y="403"/>
                  </a:cubicBezTo>
                  <a:cubicBezTo>
                    <a:pt x="99" y="795"/>
                    <a:pt x="99" y="795"/>
                    <a:pt x="99" y="795"/>
                  </a:cubicBezTo>
                  <a:cubicBezTo>
                    <a:pt x="99" y="822"/>
                    <a:pt x="121" y="844"/>
                    <a:pt x="149" y="844"/>
                  </a:cubicBezTo>
                  <a:cubicBezTo>
                    <a:pt x="176" y="844"/>
                    <a:pt x="198" y="822"/>
                    <a:pt x="198" y="795"/>
                  </a:cubicBezTo>
                  <a:cubicBezTo>
                    <a:pt x="198" y="434"/>
                    <a:pt x="198" y="434"/>
                    <a:pt x="198" y="434"/>
                  </a:cubicBezTo>
                  <a:cubicBezTo>
                    <a:pt x="217" y="434"/>
                    <a:pt x="217" y="434"/>
                    <a:pt x="217" y="434"/>
                  </a:cubicBezTo>
                  <a:cubicBezTo>
                    <a:pt x="217" y="795"/>
                    <a:pt x="217" y="795"/>
                    <a:pt x="217" y="795"/>
                  </a:cubicBezTo>
                  <a:cubicBezTo>
                    <a:pt x="217" y="822"/>
                    <a:pt x="239" y="844"/>
                    <a:pt x="266" y="844"/>
                  </a:cubicBezTo>
                  <a:cubicBezTo>
                    <a:pt x="293" y="844"/>
                    <a:pt x="316" y="822"/>
                    <a:pt x="316" y="795"/>
                  </a:cubicBezTo>
                  <a:cubicBezTo>
                    <a:pt x="316" y="403"/>
                    <a:pt x="316" y="403"/>
                    <a:pt x="316" y="403"/>
                  </a:cubicBezTo>
                  <a:cubicBezTo>
                    <a:pt x="316" y="327"/>
                    <a:pt x="316" y="327"/>
                    <a:pt x="316" y="327"/>
                  </a:cubicBezTo>
                  <a:cubicBezTo>
                    <a:pt x="316" y="217"/>
                    <a:pt x="316" y="217"/>
                    <a:pt x="316" y="217"/>
                  </a:cubicBezTo>
                  <a:cubicBezTo>
                    <a:pt x="332" y="240"/>
                    <a:pt x="354" y="266"/>
                    <a:pt x="385" y="289"/>
                  </a:cubicBezTo>
                  <a:cubicBezTo>
                    <a:pt x="385" y="458"/>
                    <a:pt x="385" y="458"/>
                    <a:pt x="385" y="458"/>
                  </a:cubicBezTo>
                  <a:cubicBezTo>
                    <a:pt x="801" y="458"/>
                    <a:pt x="801" y="458"/>
                    <a:pt x="801" y="458"/>
                  </a:cubicBezTo>
                  <a:cubicBezTo>
                    <a:pt x="801" y="42"/>
                    <a:pt x="801" y="42"/>
                    <a:pt x="801" y="42"/>
                  </a:cubicBezTo>
                  <a:cubicBezTo>
                    <a:pt x="771" y="42"/>
                    <a:pt x="771" y="42"/>
                    <a:pt x="771" y="42"/>
                  </a:cubicBezTo>
                  <a:cubicBezTo>
                    <a:pt x="771" y="0"/>
                    <a:pt x="771" y="0"/>
                    <a:pt x="771" y="0"/>
                  </a:cubicBezTo>
                  <a:cubicBezTo>
                    <a:pt x="743" y="0"/>
                    <a:pt x="743" y="0"/>
                    <a:pt x="743" y="0"/>
                  </a:cubicBezTo>
                  <a:cubicBezTo>
                    <a:pt x="743" y="42"/>
                    <a:pt x="743" y="42"/>
                    <a:pt x="743" y="42"/>
                  </a:cubicBezTo>
                  <a:cubicBezTo>
                    <a:pt x="443" y="42"/>
                    <a:pt x="443" y="42"/>
                    <a:pt x="443" y="42"/>
                  </a:cubicBezTo>
                  <a:cubicBezTo>
                    <a:pt x="443" y="0"/>
                    <a:pt x="443" y="0"/>
                    <a:pt x="443" y="0"/>
                  </a:cubicBezTo>
                  <a:cubicBezTo>
                    <a:pt x="415" y="0"/>
                    <a:pt x="415" y="0"/>
                    <a:pt x="415" y="0"/>
                  </a:cubicBezTo>
                  <a:cubicBezTo>
                    <a:pt x="415" y="42"/>
                    <a:pt x="415" y="42"/>
                    <a:pt x="415" y="42"/>
                  </a:cubicBezTo>
                  <a:cubicBezTo>
                    <a:pt x="385" y="42"/>
                    <a:pt x="385" y="42"/>
                    <a:pt x="385" y="42"/>
                  </a:cubicBezTo>
                  <a:cubicBezTo>
                    <a:pt x="385" y="202"/>
                    <a:pt x="385" y="202"/>
                    <a:pt x="385" y="202"/>
                  </a:cubicBezTo>
                  <a:cubicBezTo>
                    <a:pt x="370" y="185"/>
                    <a:pt x="359" y="168"/>
                    <a:pt x="350" y="153"/>
                  </a:cubicBezTo>
                  <a:cubicBezTo>
                    <a:pt x="333" y="128"/>
                    <a:pt x="318" y="103"/>
                    <a:pt x="292" y="99"/>
                  </a:cubicBezTo>
                  <a:cubicBezTo>
                    <a:pt x="289" y="99"/>
                    <a:pt x="287" y="98"/>
                    <a:pt x="285" y="98"/>
                  </a:cubicBezTo>
                  <a:cubicBezTo>
                    <a:pt x="130" y="98"/>
                    <a:pt x="130" y="98"/>
                    <a:pt x="130" y="98"/>
                  </a:cubicBezTo>
                  <a:cubicBezTo>
                    <a:pt x="129" y="98"/>
                    <a:pt x="129" y="98"/>
                    <a:pt x="128" y="98"/>
                  </a:cubicBezTo>
                  <a:cubicBezTo>
                    <a:pt x="117" y="99"/>
                    <a:pt x="95" y="102"/>
                    <a:pt x="73" y="123"/>
                  </a:cubicBezTo>
                  <a:cubicBezTo>
                    <a:pt x="21" y="172"/>
                    <a:pt x="0" y="282"/>
                    <a:pt x="10" y="451"/>
                  </a:cubicBezTo>
                  <a:close/>
                  <a:moveTo>
                    <a:pt x="769" y="426"/>
                  </a:moveTo>
                  <a:cubicBezTo>
                    <a:pt x="417" y="426"/>
                    <a:pt x="417" y="426"/>
                    <a:pt x="417" y="426"/>
                  </a:cubicBezTo>
                  <a:cubicBezTo>
                    <a:pt x="417" y="126"/>
                    <a:pt x="417" y="126"/>
                    <a:pt x="417" y="126"/>
                  </a:cubicBezTo>
                  <a:cubicBezTo>
                    <a:pt x="769" y="126"/>
                    <a:pt x="769" y="126"/>
                    <a:pt x="769" y="126"/>
                  </a:cubicBezTo>
                  <a:lnTo>
                    <a:pt x="769" y="4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 name="Freeform 398"/>
            <p:cNvSpPr>
              <a:spLocks noEditPoints="1"/>
            </p:cNvSpPr>
            <p:nvPr/>
          </p:nvSpPr>
          <p:spPr bwMode="auto">
            <a:xfrm>
              <a:off x="6727825" y="3025776"/>
              <a:ext cx="269875" cy="284163"/>
            </a:xfrm>
            <a:custGeom>
              <a:avLst/>
              <a:gdLst>
                <a:gd name="T0" fmla="*/ 0 w 180"/>
                <a:gd name="T1" fmla="*/ 90 h 190"/>
                <a:gd name="T2" fmla="*/ 90 w 180"/>
                <a:gd name="T3" fmla="*/ 180 h 190"/>
                <a:gd name="T4" fmla="*/ 180 w 180"/>
                <a:gd name="T5" fmla="*/ 90 h 190"/>
                <a:gd name="T6" fmla="*/ 90 w 180"/>
                <a:gd name="T7" fmla="*/ 0 h 190"/>
                <a:gd name="T8" fmla="*/ 0 w 180"/>
                <a:gd name="T9" fmla="*/ 90 h 190"/>
                <a:gd name="T10" fmla="*/ 149 w 180"/>
                <a:gd name="T11" fmla="*/ 112 h 190"/>
                <a:gd name="T12" fmla="*/ 61 w 180"/>
                <a:gd name="T13" fmla="*/ 136 h 190"/>
                <a:gd name="T14" fmla="*/ 149 w 180"/>
                <a:gd name="T15" fmla="*/ 112 h 1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0" h="190">
                  <a:moveTo>
                    <a:pt x="0" y="90"/>
                  </a:moveTo>
                  <a:cubicBezTo>
                    <a:pt x="0" y="139"/>
                    <a:pt x="41" y="180"/>
                    <a:pt x="90" y="180"/>
                  </a:cubicBezTo>
                  <a:cubicBezTo>
                    <a:pt x="140" y="180"/>
                    <a:pt x="180" y="139"/>
                    <a:pt x="180" y="90"/>
                  </a:cubicBezTo>
                  <a:cubicBezTo>
                    <a:pt x="180" y="40"/>
                    <a:pt x="140" y="0"/>
                    <a:pt x="90" y="0"/>
                  </a:cubicBezTo>
                  <a:cubicBezTo>
                    <a:pt x="41" y="0"/>
                    <a:pt x="0" y="40"/>
                    <a:pt x="0" y="90"/>
                  </a:cubicBezTo>
                  <a:close/>
                  <a:moveTo>
                    <a:pt x="149" y="112"/>
                  </a:moveTo>
                  <a:cubicBezTo>
                    <a:pt x="149" y="112"/>
                    <a:pt x="124" y="190"/>
                    <a:pt x="61" y="136"/>
                  </a:cubicBezTo>
                  <a:cubicBezTo>
                    <a:pt x="61" y="136"/>
                    <a:pt x="118" y="138"/>
                    <a:pt x="149" y="1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 name="Freeform 399"/>
            <p:cNvSpPr>
              <a:spLocks noEditPoints="1"/>
            </p:cNvSpPr>
            <p:nvPr/>
          </p:nvSpPr>
          <p:spPr bwMode="auto">
            <a:xfrm>
              <a:off x="7288213" y="3419476"/>
              <a:ext cx="134938" cy="206375"/>
            </a:xfrm>
            <a:custGeom>
              <a:avLst/>
              <a:gdLst>
                <a:gd name="T0" fmla="*/ 37 w 90"/>
                <a:gd name="T1" fmla="*/ 87 h 138"/>
                <a:gd name="T2" fmla="*/ 66 w 90"/>
                <a:gd name="T3" fmla="*/ 78 h 138"/>
                <a:gd name="T4" fmla="*/ 17 w 90"/>
                <a:gd name="T5" fmla="*/ 119 h 138"/>
                <a:gd name="T6" fmla="*/ 22 w 90"/>
                <a:gd name="T7" fmla="*/ 138 h 138"/>
                <a:gd name="T8" fmla="*/ 90 w 90"/>
                <a:gd name="T9" fmla="*/ 59 h 138"/>
                <a:gd name="T10" fmla="*/ 45 w 90"/>
                <a:gd name="T11" fmla="*/ 0 h 138"/>
                <a:gd name="T12" fmla="*/ 0 w 90"/>
                <a:gd name="T13" fmla="*/ 47 h 138"/>
                <a:gd name="T14" fmla="*/ 37 w 90"/>
                <a:gd name="T15" fmla="*/ 87 h 138"/>
                <a:gd name="T16" fmla="*/ 45 w 90"/>
                <a:gd name="T17" fmla="*/ 18 h 138"/>
                <a:gd name="T18" fmla="*/ 66 w 90"/>
                <a:gd name="T19" fmla="*/ 61 h 138"/>
                <a:gd name="T20" fmla="*/ 43 w 90"/>
                <a:gd name="T21" fmla="*/ 69 h 138"/>
                <a:gd name="T22" fmla="*/ 24 w 90"/>
                <a:gd name="T23" fmla="*/ 46 h 138"/>
                <a:gd name="T24" fmla="*/ 45 w 90"/>
                <a:gd name="T25" fmla="*/ 1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138">
                  <a:moveTo>
                    <a:pt x="37" y="87"/>
                  </a:moveTo>
                  <a:cubicBezTo>
                    <a:pt x="47" y="87"/>
                    <a:pt x="58" y="84"/>
                    <a:pt x="66" y="78"/>
                  </a:cubicBezTo>
                  <a:cubicBezTo>
                    <a:pt x="63" y="102"/>
                    <a:pt x="45" y="115"/>
                    <a:pt x="17" y="119"/>
                  </a:cubicBezTo>
                  <a:cubicBezTo>
                    <a:pt x="22" y="138"/>
                    <a:pt x="22" y="138"/>
                    <a:pt x="22" y="138"/>
                  </a:cubicBezTo>
                  <a:cubicBezTo>
                    <a:pt x="75" y="132"/>
                    <a:pt x="90" y="97"/>
                    <a:pt x="90" y="59"/>
                  </a:cubicBezTo>
                  <a:cubicBezTo>
                    <a:pt x="90" y="26"/>
                    <a:pt x="78" y="0"/>
                    <a:pt x="45" y="0"/>
                  </a:cubicBezTo>
                  <a:cubicBezTo>
                    <a:pt x="15" y="0"/>
                    <a:pt x="0" y="21"/>
                    <a:pt x="0" y="47"/>
                  </a:cubicBezTo>
                  <a:cubicBezTo>
                    <a:pt x="0" y="72"/>
                    <a:pt x="13" y="87"/>
                    <a:pt x="37" y="87"/>
                  </a:cubicBezTo>
                  <a:close/>
                  <a:moveTo>
                    <a:pt x="45" y="18"/>
                  </a:moveTo>
                  <a:cubicBezTo>
                    <a:pt x="61" y="18"/>
                    <a:pt x="67" y="36"/>
                    <a:pt x="66" y="61"/>
                  </a:cubicBezTo>
                  <a:cubicBezTo>
                    <a:pt x="61" y="65"/>
                    <a:pt x="53" y="69"/>
                    <a:pt x="43" y="69"/>
                  </a:cubicBezTo>
                  <a:cubicBezTo>
                    <a:pt x="30" y="69"/>
                    <a:pt x="24" y="60"/>
                    <a:pt x="24" y="46"/>
                  </a:cubicBezTo>
                  <a:cubicBezTo>
                    <a:pt x="24" y="28"/>
                    <a:pt x="32" y="18"/>
                    <a:pt x="45"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 name="Freeform 400"/>
            <p:cNvSpPr>
              <a:spLocks noEditPoints="1"/>
            </p:cNvSpPr>
            <p:nvPr/>
          </p:nvSpPr>
          <p:spPr bwMode="auto">
            <a:xfrm>
              <a:off x="7450138" y="3419476"/>
              <a:ext cx="142875" cy="206375"/>
            </a:xfrm>
            <a:custGeom>
              <a:avLst/>
              <a:gdLst>
                <a:gd name="T0" fmla="*/ 47 w 96"/>
                <a:gd name="T1" fmla="*/ 138 h 138"/>
                <a:gd name="T2" fmla="*/ 96 w 96"/>
                <a:gd name="T3" fmla="*/ 68 h 138"/>
                <a:gd name="T4" fmla="*/ 49 w 96"/>
                <a:gd name="T5" fmla="*/ 0 h 138"/>
                <a:gd name="T6" fmla="*/ 0 w 96"/>
                <a:gd name="T7" fmla="*/ 69 h 138"/>
                <a:gd name="T8" fmla="*/ 47 w 96"/>
                <a:gd name="T9" fmla="*/ 138 h 138"/>
                <a:gd name="T10" fmla="*/ 48 w 96"/>
                <a:gd name="T11" fmla="*/ 20 h 138"/>
                <a:gd name="T12" fmla="*/ 71 w 96"/>
                <a:gd name="T13" fmla="*/ 68 h 138"/>
                <a:gd name="T14" fmla="*/ 48 w 96"/>
                <a:gd name="T15" fmla="*/ 118 h 138"/>
                <a:gd name="T16" fmla="*/ 24 w 96"/>
                <a:gd name="T17" fmla="*/ 71 h 138"/>
                <a:gd name="T18" fmla="*/ 48 w 96"/>
                <a:gd name="T19" fmla="*/ 2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138">
                  <a:moveTo>
                    <a:pt x="47" y="138"/>
                  </a:moveTo>
                  <a:cubicBezTo>
                    <a:pt x="79" y="138"/>
                    <a:pt x="96" y="117"/>
                    <a:pt x="96" y="68"/>
                  </a:cubicBezTo>
                  <a:cubicBezTo>
                    <a:pt x="96" y="19"/>
                    <a:pt x="78" y="0"/>
                    <a:pt x="49" y="0"/>
                  </a:cubicBezTo>
                  <a:cubicBezTo>
                    <a:pt x="19" y="0"/>
                    <a:pt x="0" y="21"/>
                    <a:pt x="0" y="69"/>
                  </a:cubicBezTo>
                  <a:cubicBezTo>
                    <a:pt x="0" y="117"/>
                    <a:pt x="16" y="138"/>
                    <a:pt x="47" y="138"/>
                  </a:cubicBezTo>
                  <a:close/>
                  <a:moveTo>
                    <a:pt x="48" y="20"/>
                  </a:moveTo>
                  <a:cubicBezTo>
                    <a:pt x="62" y="20"/>
                    <a:pt x="71" y="31"/>
                    <a:pt x="71" y="68"/>
                  </a:cubicBezTo>
                  <a:cubicBezTo>
                    <a:pt x="71" y="108"/>
                    <a:pt x="62" y="118"/>
                    <a:pt x="48" y="118"/>
                  </a:cubicBezTo>
                  <a:cubicBezTo>
                    <a:pt x="33" y="118"/>
                    <a:pt x="24" y="107"/>
                    <a:pt x="24" y="71"/>
                  </a:cubicBezTo>
                  <a:cubicBezTo>
                    <a:pt x="24" y="32"/>
                    <a:pt x="33" y="20"/>
                    <a:pt x="48"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 name="Freeform 401"/>
            <p:cNvSpPr>
              <a:spLocks noEditPoints="1"/>
            </p:cNvSpPr>
            <p:nvPr/>
          </p:nvSpPr>
          <p:spPr bwMode="auto">
            <a:xfrm>
              <a:off x="7277100" y="3663951"/>
              <a:ext cx="88900" cy="101600"/>
            </a:xfrm>
            <a:custGeom>
              <a:avLst/>
              <a:gdLst>
                <a:gd name="T0" fmla="*/ 28 w 60"/>
                <a:gd name="T1" fmla="*/ 0 h 68"/>
                <a:gd name="T2" fmla="*/ 0 w 60"/>
                <a:gd name="T3" fmla="*/ 0 h 68"/>
                <a:gd name="T4" fmla="*/ 0 w 60"/>
                <a:gd name="T5" fmla="*/ 8 h 68"/>
                <a:gd name="T6" fmla="*/ 5 w 60"/>
                <a:gd name="T7" fmla="*/ 9 h 68"/>
                <a:gd name="T8" fmla="*/ 5 w 60"/>
                <a:gd name="T9" fmla="*/ 57 h 68"/>
                <a:gd name="T10" fmla="*/ 3 w 60"/>
                <a:gd name="T11" fmla="*/ 60 h 68"/>
                <a:gd name="T12" fmla="*/ 0 w 60"/>
                <a:gd name="T13" fmla="*/ 60 h 68"/>
                <a:gd name="T14" fmla="*/ 0 w 60"/>
                <a:gd name="T15" fmla="*/ 68 h 68"/>
                <a:gd name="T16" fmla="*/ 28 w 60"/>
                <a:gd name="T17" fmla="*/ 68 h 68"/>
                <a:gd name="T18" fmla="*/ 60 w 60"/>
                <a:gd name="T19" fmla="*/ 32 h 68"/>
                <a:gd name="T20" fmla="*/ 28 w 60"/>
                <a:gd name="T21" fmla="*/ 0 h 68"/>
                <a:gd name="T22" fmla="*/ 27 w 60"/>
                <a:gd name="T23" fmla="*/ 59 h 68"/>
                <a:gd name="T24" fmla="*/ 18 w 60"/>
                <a:gd name="T25" fmla="*/ 59 h 68"/>
                <a:gd name="T26" fmla="*/ 18 w 60"/>
                <a:gd name="T27" fmla="*/ 9 h 68"/>
                <a:gd name="T28" fmla="*/ 27 w 60"/>
                <a:gd name="T29" fmla="*/ 9 h 68"/>
                <a:gd name="T30" fmla="*/ 47 w 60"/>
                <a:gd name="T31" fmla="*/ 33 h 68"/>
                <a:gd name="T32" fmla="*/ 27 w 60"/>
                <a:gd name="T33" fmla="*/ 5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0" h="68">
                  <a:moveTo>
                    <a:pt x="28" y="0"/>
                  </a:moveTo>
                  <a:cubicBezTo>
                    <a:pt x="0" y="0"/>
                    <a:pt x="0" y="0"/>
                    <a:pt x="0" y="0"/>
                  </a:cubicBezTo>
                  <a:cubicBezTo>
                    <a:pt x="0" y="8"/>
                    <a:pt x="0" y="8"/>
                    <a:pt x="0" y="8"/>
                  </a:cubicBezTo>
                  <a:cubicBezTo>
                    <a:pt x="5" y="9"/>
                    <a:pt x="5" y="9"/>
                    <a:pt x="5" y="9"/>
                  </a:cubicBezTo>
                  <a:cubicBezTo>
                    <a:pt x="5" y="57"/>
                    <a:pt x="5" y="57"/>
                    <a:pt x="5" y="57"/>
                  </a:cubicBezTo>
                  <a:cubicBezTo>
                    <a:pt x="5" y="59"/>
                    <a:pt x="5" y="60"/>
                    <a:pt x="3" y="60"/>
                  </a:cubicBezTo>
                  <a:cubicBezTo>
                    <a:pt x="0" y="60"/>
                    <a:pt x="0" y="60"/>
                    <a:pt x="0" y="60"/>
                  </a:cubicBezTo>
                  <a:cubicBezTo>
                    <a:pt x="0" y="68"/>
                    <a:pt x="0" y="68"/>
                    <a:pt x="0" y="68"/>
                  </a:cubicBezTo>
                  <a:cubicBezTo>
                    <a:pt x="28" y="68"/>
                    <a:pt x="28" y="68"/>
                    <a:pt x="28" y="68"/>
                  </a:cubicBezTo>
                  <a:cubicBezTo>
                    <a:pt x="45" y="68"/>
                    <a:pt x="60" y="59"/>
                    <a:pt x="60" y="32"/>
                  </a:cubicBezTo>
                  <a:cubicBezTo>
                    <a:pt x="60" y="11"/>
                    <a:pt x="47" y="0"/>
                    <a:pt x="28" y="0"/>
                  </a:cubicBezTo>
                  <a:close/>
                  <a:moveTo>
                    <a:pt x="27" y="59"/>
                  </a:moveTo>
                  <a:cubicBezTo>
                    <a:pt x="18" y="59"/>
                    <a:pt x="18" y="59"/>
                    <a:pt x="18" y="59"/>
                  </a:cubicBezTo>
                  <a:cubicBezTo>
                    <a:pt x="18" y="9"/>
                    <a:pt x="18" y="9"/>
                    <a:pt x="18" y="9"/>
                  </a:cubicBezTo>
                  <a:cubicBezTo>
                    <a:pt x="27" y="9"/>
                    <a:pt x="27" y="9"/>
                    <a:pt x="27" y="9"/>
                  </a:cubicBezTo>
                  <a:cubicBezTo>
                    <a:pt x="38" y="9"/>
                    <a:pt x="47" y="14"/>
                    <a:pt x="47" y="33"/>
                  </a:cubicBezTo>
                  <a:cubicBezTo>
                    <a:pt x="47" y="51"/>
                    <a:pt x="40" y="59"/>
                    <a:pt x="27"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 name="Freeform 402"/>
            <p:cNvSpPr>
              <a:spLocks noEditPoints="1"/>
            </p:cNvSpPr>
            <p:nvPr/>
          </p:nvSpPr>
          <p:spPr bwMode="auto">
            <a:xfrm>
              <a:off x="7369175" y="3663951"/>
              <a:ext cx="96838" cy="101600"/>
            </a:xfrm>
            <a:custGeom>
              <a:avLst/>
              <a:gdLst>
                <a:gd name="T0" fmla="*/ 39 w 65"/>
                <a:gd name="T1" fmla="*/ 0 h 68"/>
                <a:gd name="T2" fmla="*/ 17 w 65"/>
                <a:gd name="T3" fmla="*/ 0 h 68"/>
                <a:gd name="T4" fmla="*/ 17 w 65"/>
                <a:gd name="T5" fmla="*/ 8 h 68"/>
                <a:gd name="T6" fmla="*/ 22 w 65"/>
                <a:gd name="T7" fmla="*/ 9 h 68"/>
                <a:gd name="T8" fmla="*/ 6 w 65"/>
                <a:gd name="T9" fmla="*/ 57 h 68"/>
                <a:gd name="T10" fmla="*/ 2 w 65"/>
                <a:gd name="T11" fmla="*/ 60 h 68"/>
                <a:gd name="T12" fmla="*/ 0 w 65"/>
                <a:gd name="T13" fmla="*/ 60 h 68"/>
                <a:gd name="T14" fmla="*/ 0 w 65"/>
                <a:gd name="T15" fmla="*/ 68 h 68"/>
                <a:gd name="T16" fmla="*/ 22 w 65"/>
                <a:gd name="T17" fmla="*/ 68 h 68"/>
                <a:gd name="T18" fmla="*/ 22 w 65"/>
                <a:gd name="T19" fmla="*/ 60 h 68"/>
                <a:gd name="T20" fmla="*/ 16 w 65"/>
                <a:gd name="T21" fmla="*/ 60 h 68"/>
                <a:gd name="T22" fmla="*/ 20 w 65"/>
                <a:gd name="T23" fmla="*/ 49 h 68"/>
                <a:gd name="T24" fmla="*/ 43 w 65"/>
                <a:gd name="T25" fmla="*/ 49 h 68"/>
                <a:gd name="T26" fmla="*/ 46 w 65"/>
                <a:gd name="T27" fmla="*/ 57 h 68"/>
                <a:gd name="T28" fmla="*/ 44 w 65"/>
                <a:gd name="T29" fmla="*/ 60 h 68"/>
                <a:gd name="T30" fmla="*/ 41 w 65"/>
                <a:gd name="T31" fmla="*/ 60 h 68"/>
                <a:gd name="T32" fmla="*/ 41 w 65"/>
                <a:gd name="T33" fmla="*/ 68 h 68"/>
                <a:gd name="T34" fmla="*/ 65 w 65"/>
                <a:gd name="T35" fmla="*/ 68 h 68"/>
                <a:gd name="T36" fmla="*/ 65 w 65"/>
                <a:gd name="T37" fmla="*/ 60 h 68"/>
                <a:gd name="T38" fmla="*/ 60 w 65"/>
                <a:gd name="T39" fmla="*/ 60 h 68"/>
                <a:gd name="T40" fmla="*/ 39 w 65"/>
                <a:gd name="T41" fmla="*/ 0 h 68"/>
                <a:gd name="T42" fmla="*/ 22 w 65"/>
                <a:gd name="T43" fmla="*/ 40 h 68"/>
                <a:gd name="T44" fmla="*/ 32 w 65"/>
                <a:gd name="T45" fmla="*/ 11 h 68"/>
                <a:gd name="T46" fmla="*/ 32 w 65"/>
                <a:gd name="T47" fmla="*/ 11 h 68"/>
                <a:gd name="T48" fmla="*/ 41 w 65"/>
                <a:gd name="T49" fmla="*/ 40 h 68"/>
                <a:gd name="T50" fmla="*/ 22 w 65"/>
                <a:gd name="T51" fmla="*/ 4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5" h="68">
                  <a:moveTo>
                    <a:pt x="39" y="0"/>
                  </a:moveTo>
                  <a:cubicBezTo>
                    <a:pt x="17" y="0"/>
                    <a:pt x="17" y="0"/>
                    <a:pt x="17" y="0"/>
                  </a:cubicBezTo>
                  <a:cubicBezTo>
                    <a:pt x="17" y="8"/>
                    <a:pt x="17" y="8"/>
                    <a:pt x="17" y="8"/>
                  </a:cubicBezTo>
                  <a:cubicBezTo>
                    <a:pt x="22" y="9"/>
                    <a:pt x="22" y="9"/>
                    <a:pt x="22" y="9"/>
                  </a:cubicBezTo>
                  <a:cubicBezTo>
                    <a:pt x="6" y="57"/>
                    <a:pt x="6" y="57"/>
                    <a:pt x="6" y="57"/>
                  </a:cubicBezTo>
                  <a:cubicBezTo>
                    <a:pt x="5" y="59"/>
                    <a:pt x="4" y="60"/>
                    <a:pt x="2" y="60"/>
                  </a:cubicBezTo>
                  <a:cubicBezTo>
                    <a:pt x="0" y="60"/>
                    <a:pt x="0" y="60"/>
                    <a:pt x="0" y="60"/>
                  </a:cubicBezTo>
                  <a:cubicBezTo>
                    <a:pt x="0" y="68"/>
                    <a:pt x="0" y="68"/>
                    <a:pt x="0" y="68"/>
                  </a:cubicBezTo>
                  <a:cubicBezTo>
                    <a:pt x="22" y="68"/>
                    <a:pt x="22" y="68"/>
                    <a:pt x="22" y="68"/>
                  </a:cubicBezTo>
                  <a:cubicBezTo>
                    <a:pt x="22" y="60"/>
                    <a:pt x="22" y="60"/>
                    <a:pt x="22" y="60"/>
                  </a:cubicBezTo>
                  <a:cubicBezTo>
                    <a:pt x="16" y="60"/>
                    <a:pt x="16" y="60"/>
                    <a:pt x="16" y="60"/>
                  </a:cubicBezTo>
                  <a:cubicBezTo>
                    <a:pt x="20" y="49"/>
                    <a:pt x="20" y="49"/>
                    <a:pt x="20" y="49"/>
                  </a:cubicBezTo>
                  <a:cubicBezTo>
                    <a:pt x="43" y="49"/>
                    <a:pt x="43" y="49"/>
                    <a:pt x="43" y="49"/>
                  </a:cubicBezTo>
                  <a:cubicBezTo>
                    <a:pt x="46" y="57"/>
                    <a:pt x="46" y="57"/>
                    <a:pt x="46" y="57"/>
                  </a:cubicBezTo>
                  <a:cubicBezTo>
                    <a:pt x="47" y="59"/>
                    <a:pt x="46" y="60"/>
                    <a:pt x="44" y="60"/>
                  </a:cubicBezTo>
                  <a:cubicBezTo>
                    <a:pt x="41" y="60"/>
                    <a:pt x="41" y="60"/>
                    <a:pt x="41" y="60"/>
                  </a:cubicBezTo>
                  <a:cubicBezTo>
                    <a:pt x="41" y="68"/>
                    <a:pt x="41" y="68"/>
                    <a:pt x="41" y="68"/>
                  </a:cubicBezTo>
                  <a:cubicBezTo>
                    <a:pt x="65" y="68"/>
                    <a:pt x="65" y="68"/>
                    <a:pt x="65" y="68"/>
                  </a:cubicBezTo>
                  <a:cubicBezTo>
                    <a:pt x="65" y="60"/>
                    <a:pt x="65" y="60"/>
                    <a:pt x="65" y="60"/>
                  </a:cubicBezTo>
                  <a:cubicBezTo>
                    <a:pt x="60" y="60"/>
                    <a:pt x="60" y="60"/>
                    <a:pt x="60" y="60"/>
                  </a:cubicBezTo>
                  <a:lnTo>
                    <a:pt x="39" y="0"/>
                  </a:lnTo>
                  <a:close/>
                  <a:moveTo>
                    <a:pt x="22" y="40"/>
                  </a:moveTo>
                  <a:cubicBezTo>
                    <a:pt x="32" y="11"/>
                    <a:pt x="32" y="11"/>
                    <a:pt x="32" y="11"/>
                  </a:cubicBezTo>
                  <a:cubicBezTo>
                    <a:pt x="32" y="11"/>
                    <a:pt x="32" y="11"/>
                    <a:pt x="32" y="11"/>
                  </a:cubicBezTo>
                  <a:cubicBezTo>
                    <a:pt x="41" y="40"/>
                    <a:pt x="41" y="40"/>
                    <a:pt x="41" y="40"/>
                  </a:cubicBezTo>
                  <a:lnTo>
                    <a:pt x="22"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 name="Freeform 403"/>
            <p:cNvSpPr>
              <a:spLocks/>
            </p:cNvSpPr>
            <p:nvPr/>
          </p:nvSpPr>
          <p:spPr bwMode="auto">
            <a:xfrm>
              <a:off x="7458075" y="3663951"/>
              <a:ext cx="84138" cy="101600"/>
            </a:xfrm>
            <a:custGeom>
              <a:avLst/>
              <a:gdLst>
                <a:gd name="T0" fmla="*/ 37 w 57"/>
                <a:gd name="T1" fmla="*/ 8 h 68"/>
                <a:gd name="T2" fmla="*/ 41 w 57"/>
                <a:gd name="T3" fmla="*/ 9 h 68"/>
                <a:gd name="T4" fmla="*/ 30 w 57"/>
                <a:gd name="T5" fmla="*/ 32 h 68"/>
                <a:gd name="T6" fmla="*/ 30 w 57"/>
                <a:gd name="T7" fmla="*/ 32 h 68"/>
                <a:gd name="T8" fmla="*/ 20 w 57"/>
                <a:gd name="T9" fmla="*/ 12 h 68"/>
                <a:gd name="T10" fmla="*/ 21 w 57"/>
                <a:gd name="T11" fmla="*/ 8 h 68"/>
                <a:gd name="T12" fmla="*/ 24 w 57"/>
                <a:gd name="T13" fmla="*/ 8 h 68"/>
                <a:gd name="T14" fmla="*/ 24 w 57"/>
                <a:gd name="T15" fmla="*/ 0 h 68"/>
                <a:gd name="T16" fmla="*/ 0 w 57"/>
                <a:gd name="T17" fmla="*/ 0 h 68"/>
                <a:gd name="T18" fmla="*/ 0 w 57"/>
                <a:gd name="T19" fmla="*/ 8 h 68"/>
                <a:gd name="T20" fmla="*/ 4 w 57"/>
                <a:gd name="T21" fmla="*/ 9 h 68"/>
                <a:gd name="T22" fmla="*/ 22 w 57"/>
                <a:gd name="T23" fmla="*/ 42 h 68"/>
                <a:gd name="T24" fmla="*/ 22 w 57"/>
                <a:gd name="T25" fmla="*/ 57 h 68"/>
                <a:gd name="T26" fmla="*/ 19 w 57"/>
                <a:gd name="T27" fmla="*/ 60 h 68"/>
                <a:gd name="T28" fmla="*/ 15 w 57"/>
                <a:gd name="T29" fmla="*/ 60 h 68"/>
                <a:gd name="T30" fmla="*/ 15 w 57"/>
                <a:gd name="T31" fmla="*/ 68 h 68"/>
                <a:gd name="T32" fmla="*/ 41 w 57"/>
                <a:gd name="T33" fmla="*/ 68 h 68"/>
                <a:gd name="T34" fmla="*/ 41 w 57"/>
                <a:gd name="T35" fmla="*/ 60 h 68"/>
                <a:gd name="T36" fmla="*/ 35 w 57"/>
                <a:gd name="T37" fmla="*/ 60 h 68"/>
                <a:gd name="T38" fmla="*/ 35 w 57"/>
                <a:gd name="T39" fmla="*/ 42 h 68"/>
                <a:gd name="T40" fmla="*/ 51 w 57"/>
                <a:gd name="T41" fmla="*/ 11 h 68"/>
                <a:gd name="T42" fmla="*/ 55 w 57"/>
                <a:gd name="T43" fmla="*/ 8 h 68"/>
                <a:gd name="T44" fmla="*/ 57 w 57"/>
                <a:gd name="T45" fmla="*/ 8 h 68"/>
                <a:gd name="T46" fmla="*/ 57 w 57"/>
                <a:gd name="T47" fmla="*/ 0 h 68"/>
                <a:gd name="T48" fmla="*/ 37 w 57"/>
                <a:gd name="T49" fmla="*/ 0 h 68"/>
                <a:gd name="T50" fmla="*/ 37 w 57"/>
                <a:gd name="T51" fmla="*/ 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7" h="68">
                  <a:moveTo>
                    <a:pt x="37" y="8"/>
                  </a:moveTo>
                  <a:cubicBezTo>
                    <a:pt x="41" y="9"/>
                    <a:pt x="41" y="9"/>
                    <a:pt x="41" y="9"/>
                  </a:cubicBezTo>
                  <a:cubicBezTo>
                    <a:pt x="30" y="32"/>
                    <a:pt x="30" y="32"/>
                    <a:pt x="30" y="32"/>
                  </a:cubicBezTo>
                  <a:cubicBezTo>
                    <a:pt x="30" y="32"/>
                    <a:pt x="30" y="32"/>
                    <a:pt x="30" y="32"/>
                  </a:cubicBezTo>
                  <a:cubicBezTo>
                    <a:pt x="20" y="12"/>
                    <a:pt x="20" y="12"/>
                    <a:pt x="20" y="12"/>
                  </a:cubicBezTo>
                  <a:cubicBezTo>
                    <a:pt x="19" y="10"/>
                    <a:pt x="19" y="8"/>
                    <a:pt x="21" y="8"/>
                  </a:cubicBezTo>
                  <a:cubicBezTo>
                    <a:pt x="24" y="8"/>
                    <a:pt x="24" y="8"/>
                    <a:pt x="24" y="8"/>
                  </a:cubicBezTo>
                  <a:cubicBezTo>
                    <a:pt x="24" y="0"/>
                    <a:pt x="24" y="0"/>
                    <a:pt x="24" y="0"/>
                  </a:cubicBezTo>
                  <a:cubicBezTo>
                    <a:pt x="0" y="0"/>
                    <a:pt x="0" y="0"/>
                    <a:pt x="0" y="0"/>
                  </a:cubicBezTo>
                  <a:cubicBezTo>
                    <a:pt x="0" y="8"/>
                    <a:pt x="0" y="8"/>
                    <a:pt x="0" y="8"/>
                  </a:cubicBezTo>
                  <a:cubicBezTo>
                    <a:pt x="4" y="9"/>
                    <a:pt x="4" y="9"/>
                    <a:pt x="4" y="9"/>
                  </a:cubicBezTo>
                  <a:cubicBezTo>
                    <a:pt x="22" y="42"/>
                    <a:pt x="22" y="42"/>
                    <a:pt x="22" y="42"/>
                  </a:cubicBezTo>
                  <a:cubicBezTo>
                    <a:pt x="22" y="57"/>
                    <a:pt x="22" y="57"/>
                    <a:pt x="22" y="57"/>
                  </a:cubicBezTo>
                  <a:cubicBezTo>
                    <a:pt x="22" y="59"/>
                    <a:pt x="22" y="60"/>
                    <a:pt x="19" y="60"/>
                  </a:cubicBezTo>
                  <a:cubicBezTo>
                    <a:pt x="15" y="60"/>
                    <a:pt x="15" y="60"/>
                    <a:pt x="15" y="60"/>
                  </a:cubicBezTo>
                  <a:cubicBezTo>
                    <a:pt x="15" y="68"/>
                    <a:pt x="15" y="68"/>
                    <a:pt x="15" y="68"/>
                  </a:cubicBezTo>
                  <a:cubicBezTo>
                    <a:pt x="41" y="68"/>
                    <a:pt x="41" y="68"/>
                    <a:pt x="41" y="68"/>
                  </a:cubicBezTo>
                  <a:cubicBezTo>
                    <a:pt x="41" y="60"/>
                    <a:pt x="41" y="60"/>
                    <a:pt x="41" y="60"/>
                  </a:cubicBezTo>
                  <a:cubicBezTo>
                    <a:pt x="35" y="60"/>
                    <a:pt x="35" y="60"/>
                    <a:pt x="35" y="60"/>
                  </a:cubicBezTo>
                  <a:cubicBezTo>
                    <a:pt x="35" y="42"/>
                    <a:pt x="35" y="42"/>
                    <a:pt x="35" y="42"/>
                  </a:cubicBezTo>
                  <a:cubicBezTo>
                    <a:pt x="51" y="11"/>
                    <a:pt x="51" y="11"/>
                    <a:pt x="51" y="11"/>
                  </a:cubicBezTo>
                  <a:cubicBezTo>
                    <a:pt x="52" y="9"/>
                    <a:pt x="53" y="8"/>
                    <a:pt x="55" y="8"/>
                  </a:cubicBezTo>
                  <a:cubicBezTo>
                    <a:pt x="57" y="8"/>
                    <a:pt x="57" y="8"/>
                    <a:pt x="57" y="8"/>
                  </a:cubicBezTo>
                  <a:cubicBezTo>
                    <a:pt x="57" y="0"/>
                    <a:pt x="57" y="0"/>
                    <a:pt x="57" y="0"/>
                  </a:cubicBezTo>
                  <a:cubicBezTo>
                    <a:pt x="37" y="0"/>
                    <a:pt x="37" y="0"/>
                    <a:pt x="37" y="0"/>
                  </a:cubicBezTo>
                  <a:lnTo>
                    <a:pt x="37"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 name="Freeform 404"/>
            <p:cNvSpPr>
              <a:spLocks/>
            </p:cNvSpPr>
            <p:nvPr/>
          </p:nvSpPr>
          <p:spPr bwMode="auto">
            <a:xfrm>
              <a:off x="7550150" y="3662363"/>
              <a:ext cx="66675" cy="104775"/>
            </a:xfrm>
            <a:custGeom>
              <a:avLst/>
              <a:gdLst>
                <a:gd name="T0" fmla="*/ 43 w 45"/>
                <a:gd name="T1" fmla="*/ 20 h 70"/>
                <a:gd name="T2" fmla="*/ 43 w 45"/>
                <a:gd name="T3" fmla="*/ 4 h 70"/>
                <a:gd name="T4" fmla="*/ 24 w 45"/>
                <a:gd name="T5" fmla="*/ 0 h 70"/>
                <a:gd name="T6" fmla="*/ 0 w 45"/>
                <a:gd name="T7" fmla="*/ 20 h 70"/>
                <a:gd name="T8" fmla="*/ 19 w 45"/>
                <a:gd name="T9" fmla="*/ 39 h 70"/>
                <a:gd name="T10" fmla="*/ 32 w 45"/>
                <a:gd name="T11" fmla="*/ 50 h 70"/>
                <a:gd name="T12" fmla="*/ 20 w 45"/>
                <a:gd name="T13" fmla="*/ 60 h 70"/>
                <a:gd name="T14" fmla="*/ 12 w 45"/>
                <a:gd name="T15" fmla="*/ 60 h 70"/>
                <a:gd name="T16" fmla="*/ 10 w 45"/>
                <a:gd name="T17" fmla="*/ 56 h 70"/>
                <a:gd name="T18" fmla="*/ 10 w 45"/>
                <a:gd name="T19" fmla="*/ 50 h 70"/>
                <a:gd name="T20" fmla="*/ 0 w 45"/>
                <a:gd name="T21" fmla="*/ 50 h 70"/>
                <a:gd name="T22" fmla="*/ 0 w 45"/>
                <a:gd name="T23" fmla="*/ 67 h 70"/>
                <a:gd name="T24" fmla="*/ 20 w 45"/>
                <a:gd name="T25" fmla="*/ 70 h 70"/>
                <a:gd name="T26" fmla="*/ 45 w 45"/>
                <a:gd name="T27" fmla="*/ 49 h 70"/>
                <a:gd name="T28" fmla="*/ 26 w 45"/>
                <a:gd name="T29" fmla="*/ 29 h 70"/>
                <a:gd name="T30" fmla="*/ 13 w 45"/>
                <a:gd name="T31" fmla="*/ 19 h 70"/>
                <a:gd name="T32" fmla="*/ 24 w 45"/>
                <a:gd name="T33" fmla="*/ 10 h 70"/>
                <a:gd name="T34" fmla="*/ 31 w 45"/>
                <a:gd name="T35" fmla="*/ 11 h 70"/>
                <a:gd name="T36" fmla="*/ 33 w 45"/>
                <a:gd name="T37" fmla="*/ 14 h 70"/>
                <a:gd name="T38" fmla="*/ 33 w 45"/>
                <a:gd name="T39" fmla="*/ 20 h 70"/>
                <a:gd name="T40" fmla="*/ 43 w 45"/>
                <a:gd name="T41" fmla="*/ 2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5" h="70">
                  <a:moveTo>
                    <a:pt x="43" y="20"/>
                  </a:moveTo>
                  <a:cubicBezTo>
                    <a:pt x="43" y="4"/>
                    <a:pt x="43" y="4"/>
                    <a:pt x="43" y="4"/>
                  </a:cubicBezTo>
                  <a:cubicBezTo>
                    <a:pt x="38" y="1"/>
                    <a:pt x="30" y="0"/>
                    <a:pt x="24" y="0"/>
                  </a:cubicBezTo>
                  <a:cubicBezTo>
                    <a:pt x="10" y="0"/>
                    <a:pt x="0" y="8"/>
                    <a:pt x="0" y="20"/>
                  </a:cubicBezTo>
                  <a:cubicBezTo>
                    <a:pt x="0" y="33"/>
                    <a:pt x="10" y="37"/>
                    <a:pt x="19" y="39"/>
                  </a:cubicBezTo>
                  <a:cubicBezTo>
                    <a:pt x="27" y="41"/>
                    <a:pt x="32" y="44"/>
                    <a:pt x="32" y="50"/>
                  </a:cubicBezTo>
                  <a:cubicBezTo>
                    <a:pt x="32" y="58"/>
                    <a:pt x="26" y="60"/>
                    <a:pt x="20" y="60"/>
                  </a:cubicBezTo>
                  <a:cubicBezTo>
                    <a:pt x="17" y="60"/>
                    <a:pt x="13" y="60"/>
                    <a:pt x="12" y="60"/>
                  </a:cubicBezTo>
                  <a:cubicBezTo>
                    <a:pt x="10" y="59"/>
                    <a:pt x="10" y="58"/>
                    <a:pt x="10" y="56"/>
                  </a:cubicBezTo>
                  <a:cubicBezTo>
                    <a:pt x="10" y="50"/>
                    <a:pt x="10" y="50"/>
                    <a:pt x="10" y="50"/>
                  </a:cubicBezTo>
                  <a:cubicBezTo>
                    <a:pt x="0" y="50"/>
                    <a:pt x="0" y="50"/>
                    <a:pt x="0" y="50"/>
                  </a:cubicBezTo>
                  <a:cubicBezTo>
                    <a:pt x="0" y="67"/>
                    <a:pt x="0" y="67"/>
                    <a:pt x="0" y="67"/>
                  </a:cubicBezTo>
                  <a:cubicBezTo>
                    <a:pt x="5" y="69"/>
                    <a:pt x="13" y="70"/>
                    <a:pt x="20" y="70"/>
                  </a:cubicBezTo>
                  <a:cubicBezTo>
                    <a:pt x="36" y="70"/>
                    <a:pt x="45" y="63"/>
                    <a:pt x="45" y="49"/>
                  </a:cubicBezTo>
                  <a:cubicBezTo>
                    <a:pt x="45" y="36"/>
                    <a:pt x="36" y="32"/>
                    <a:pt x="26" y="29"/>
                  </a:cubicBezTo>
                  <a:cubicBezTo>
                    <a:pt x="18" y="27"/>
                    <a:pt x="13" y="25"/>
                    <a:pt x="13" y="19"/>
                  </a:cubicBezTo>
                  <a:cubicBezTo>
                    <a:pt x="13" y="12"/>
                    <a:pt x="18" y="10"/>
                    <a:pt x="24" y="10"/>
                  </a:cubicBezTo>
                  <a:cubicBezTo>
                    <a:pt x="26" y="10"/>
                    <a:pt x="30" y="10"/>
                    <a:pt x="31" y="11"/>
                  </a:cubicBezTo>
                  <a:cubicBezTo>
                    <a:pt x="33" y="11"/>
                    <a:pt x="33" y="12"/>
                    <a:pt x="33" y="14"/>
                  </a:cubicBezTo>
                  <a:cubicBezTo>
                    <a:pt x="33" y="20"/>
                    <a:pt x="33" y="20"/>
                    <a:pt x="33" y="20"/>
                  </a:cubicBezTo>
                  <a:lnTo>
                    <a:pt x="43"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80" name="组合 379"/>
          <p:cNvGrpSpPr/>
          <p:nvPr/>
        </p:nvGrpSpPr>
        <p:grpSpPr>
          <a:xfrm>
            <a:off x="8181975" y="3011488"/>
            <a:ext cx="1539875" cy="1676400"/>
            <a:chOff x="8181975" y="3011488"/>
            <a:chExt cx="1539875" cy="1676400"/>
          </a:xfrm>
          <a:solidFill>
            <a:schemeClr val="tx1">
              <a:lumMod val="65000"/>
              <a:lumOff val="35000"/>
            </a:schemeClr>
          </a:solidFill>
        </p:grpSpPr>
        <p:sp>
          <p:nvSpPr>
            <p:cNvPr id="381" name="Freeform 405"/>
            <p:cNvSpPr>
              <a:spLocks/>
            </p:cNvSpPr>
            <p:nvPr/>
          </p:nvSpPr>
          <p:spPr bwMode="auto">
            <a:xfrm>
              <a:off x="8188325" y="4524376"/>
              <a:ext cx="85725" cy="117475"/>
            </a:xfrm>
            <a:custGeom>
              <a:avLst/>
              <a:gdLst>
                <a:gd name="T0" fmla="*/ 58 w 58"/>
                <a:gd name="T1" fmla="*/ 4 h 78"/>
                <a:gd name="T2" fmla="*/ 56 w 58"/>
                <a:gd name="T3" fmla="*/ 1 h 78"/>
                <a:gd name="T4" fmla="*/ 48 w 58"/>
                <a:gd name="T5" fmla="*/ 0 h 78"/>
                <a:gd name="T6" fmla="*/ 34 w 58"/>
                <a:gd name="T7" fmla="*/ 1 h 78"/>
                <a:gd name="T8" fmla="*/ 18 w 58"/>
                <a:gd name="T9" fmla="*/ 2 h 78"/>
                <a:gd name="T10" fmla="*/ 14 w 58"/>
                <a:gd name="T11" fmla="*/ 2 h 78"/>
                <a:gd name="T12" fmla="*/ 12 w 58"/>
                <a:gd name="T13" fmla="*/ 2 h 78"/>
                <a:gd name="T14" fmla="*/ 8 w 58"/>
                <a:gd name="T15" fmla="*/ 4 h 78"/>
                <a:gd name="T16" fmla="*/ 6 w 58"/>
                <a:gd name="T17" fmla="*/ 8 h 78"/>
                <a:gd name="T18" fmla="*/ 7 w 58"/>
                <a:gd name="T19" fmla="*/ 11 h 78"/>
                <a:gd name="T20" fmla="*/ 7 w 58"/>
                <a:gd name="T21" fmla="*/ 14 h 78"/>
                <a:gd name="T22" fmla="*/ 2 w 58"/>
                <a:gd name="T23" fmla="*/ 51 h 78"/>
                <a:gd name="T24" fmla="*/ 0 w 58"/>
                <a:gd name="T25" fmla="*/ 70 h 78"/>
                <a:gd name="T26" fmla="*/ 3 w 58"/>
                <a:gd name="T27" fmla="*/ 76 h 78"/>
                <a:gd name="T28" fmla="*/ 8 w 58"/>
                <a:gd name="T29" fmla="*/ 78 h 78"/>
                <a:gd name="T30" fmla="*/ 14 w 58"/>
                <a:gd name="T31" fmla="*/ 72 h 78"/>
                <a:gd name="T32" fmla="*/ 14 w 58"/>
                <a:gd name="T33" fmla="*/ 65 h 78"/>
                <a:gd name="T34" fmla="*/ 14 w 58"/>
                <a:gd name="T35" fmla="*/ 55 h 78"/>
                <a:gd name="T36" fmla="*/ 15 w 58"/>
                <a:gd name="T37" fmla="*/ 49 h 78"/>
                <a:gd name="T38" fmla="*/ 15 w 58"/>
                <a:gd name="T39" fmla="*/ 48 h 78"/>
                <a:gd name="T40" fmla="*/ 27 w 58"/>
                <a:gd name="T41" fmla="*/ 46 h 78"/>
                <a:gd name="T42" fmla="*/ 40 w 58"/>
                <a:gd name="T43" fmla="*/ 45 h 78"/>
                <a:gd name="T44" fmla="*/ 47 w 58"/>
                <a:gd name="T45" fmla="*/ 43 h 78"/>
                <a:gd name="T46" fmla="*/ 50 w 58"/>
                <a:gd name="T47" fmla="*/ 41 h 78"/>
                <a:gd name="T48" fmla="*/ 52 w 58"/>
                <a:gd name="T49" fmla="*/ 38 h 78"/>
                <a:gd name="T50" fmla="*/ 44 w 58"/>
                <a:gd name="T51" fmla="*/ 33 h 78"/>
                <a:gd name="T52" fmla="*/ 35 w 58"/>
                <a:gd name="T53" fmla="*/ 34 h 78"/>
                <a:gd name="T54" fmla="*/ 20 w 58"/>
                <a:gd name="T55" fmla="*/ 36 h 78"/>
                <a:gd name="T56" fmla="*/ 16 w 58"/>
                <a:gd name="T57" fmla="*/ 37 h 78"/>
                <a:gd name="T58" fmla="*/ 20 w 58"/>
                <a:gd name="T59" fmla="*/ 14 h 78"/>
                <a:gd name="T60" fmla="*/ 31 w 58"/>
                <a:gd name="T61" fmla="*/ 12 h 78"/>
                <a:gd name="T62" fmla="*/ 45 w 58"/>
                <a:gd name="T63" fmla="*/ 11 h 78"/>
                <a:gd name="T64" fmla="*/ 50 w 58"/>
                <a:gd name="T65" fmla="*/ 11 h 78"/>
                <a:gd name="T66" fmla="*/ 51 w 58"/>
                <a:gd name="T67" fmla="*/ 11 h 78"/>
                <a:gd name="T68" fmla="*/ 54 w 58"/>
                <a:gd name="T69" fmla="*/ 11 h 78"/>
                <a:gd name="T70" fmla="*/ 54 w 58"/>
                <a:gd name="T71" fmla="*/ 11 h 78"/>
                <a:gd name="T72" fmla="*/ 58 w 58"/>
                <a:gd name="T73" fmla="*/ 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8" h="78">
                  <a:moveTo>
                    <a:pt x="58" y="4"/>
                  </a:moveTo>
                  <a:cubicBezTo>
                    <a:pt x="58" y="3"/>
                    <a:pt x="57" y="2"/>
                    <a:pt x="56" y="1"/>
                  </a:cubicBezTo>
                  <a:cubicBezTo>
                    <a:pt x="54" y="0"/>
                    <a:pt x="51" y="0"/>
                    <a:pt x="48" y="0"/>
                  </a:cubicBezTo>
                  <a:cubicBezTo>
                    <a:pt x="45" y="0"/>
                    <a:pt x="41" y="0"/>
                    <a:pt x="34" y="1"/>
                  </a:cubicBezTo>
                  <a:cubicBezTo>
                    <a:pt x="25" y="2"/>
                    <a:pt x="20" y="2"/>
                    <a:pt x="18" y="2"/>
                  </a:cubicBezTo>
                  <a:cubicBezTo>
                    <a:pt x="17" y="2"/>
                    <a:pt x="16" y="2"/>
                    <a:pt x="14" y="2"/>
                  </a:cubicBezTo>
                  <a:cubicBezTo>
                    <a:pt x="14" y="2"/>
                    <a:pt x="13" y="2"/>
                    <a:pt x="12" y="2"/>
                  </a:cubicBezTo>
                  <a:cubicBezTo>
                    <a:pt x="11" y="2"/>
                    <a:pt x="9" y="2"/>
                    <a:pt x="8" y="4"/>
                  </a:cubicBezTo>
                  <a:cubicBezTo>
                    <a:pt x="6" y="5"/>
                    <a:pt x="6" y="6"/>
                    <a:pt x="6" y="8"/>
                  </a:cubicBezTo>
                  <a:cubicBezTo>
                    <a:pt x="6" y="8"/>
                    <a:pt x="6" y="10"/>
                    <a:pt x="7" y="11"/>
                  </a:cubicBezTo>
                  <a:cubicBezTo>
                    <a:pt x="7" y="12"/>
                    <a:pt x="7" y="13"/>
                    <a:pt x="7" y="14"/>
                  </a:cubicBezTo>
                  <a:cubicBezTo>
                    <a:pt x="4" y="38"/>
                    <a:pt x="2" y="51"/>
                    <a:pt x="2" y="51"/>
                  </a:cubicBezTo>
                  <a:cubicBezTo>
                    <a:pt x="1" y="59"/>
                    <a:pt x="0" y="66"/>
                    <a:pt x="0" y="70"/>
                  </a:cubicBezTo>
                  <a:cubicBezTo>
                    <a:pt x="0" y="72"/>
                    <a:pt x="1" y="74"/>
                    <a:pt x="3" y="76"/>
                  </a:cubicBezTo>
                  <a:cubicBezTo>
                    <a:pt x="5" y="77"/>
                    <a:pt x="6" y="78"/>
                    <a:pt x="8" y="78"/>
                  </a:cubicBezTo>
                  <a:cubicBezTo>
                    <a:pt x="12" y="78"/>
                    <a:pt x="14" y="76"/>
                    <a:pt x="14" y="72"/>
                  </a:cubicBezTo>
                  <a:cubicBezTo>
                    <a:pt x="14" y="65"/>
                    <a:pt x="14" y="65"/>
                    <a:pt x="14" y="65"/>
                  </a:cubicBezTo>
                  <a:cubicBezTo>
                    <a:pt x="14" y="62"/>
                    <a:pt x="14" y="59"/>
                    <a:pt x="14" y="55"/>
                  </a:cubicBezTo>
                  <a:cubicBezTo>
                    <a:pt x="14" y="52"/>
                    <a:pt x="14" y="50"/>
                    <a:pt x="15" y="49"/>
                  </a:cubicBezTo>
                  <a:cubicBezTo>
                    <a:pt x="15" y="49"/>
                    <a:pt x="15" y="48"/>
                    <a:pt x="15" y="48"/>
                  </a:cubicBezTo>
                  <a:cubicBezTo>
                    <a:pt x="18" y="48"/>
                    <a:pt x="22" y="47"/>
                    <a:pt x="27" y="46"/>
                  </a:cubicBezTo>
                  <a:cubicBezTo>
                    <a:pt x="40" y="45"/>
                    <a:pt x="40" y="45"/>
                    <a:pt x="40" y="45"/>
                  </a:cubicBezTo>
                  <a:cubicBezTo>
                    <a:pt x="44" y="44"/>
                    <a:pt x="46" y="44"/>
                    <a:pt x="47" y="43"/>
                  </a:cubicBezTo>
                  <a:cubicBezTo>
                    <a:pt x="48" y="43"/>
                    <a:pt x="49" y="42"/>
                    <a:pt x="50" y="41"/>
                  </a:cubicBezTo>
                  <a:cubicBezTo>
                    <a:pt x="51" y="40"/>
                    <a:pt x="52" y="39"/>
                    <a:pt x="52" y="38"/>
                  </a:cubicBezTo>
                  <a:cubicBezTo>
                    <a:pt x="52" y="35"/>
                    <a:pt x="49" y="33"/>
                    <a:pt x="44" y="33"/>
                  </a:cubicBezTo>
                  <a:cubicBezTo>
                    <a:pt x="42" y="33"/>
                    <a:pt x="39" y="33"/>
                    <a:pt x="35" y="34"/>
                  </a:cubicBezTo>
                  <a:cubicBezTo>
                    <a:pt x="30" y="35"/>
                    <a:pt x="25" y="36"/>
                    <a:pt x="20" y="36"/>
                  </a:cubicBezTo>
                  <a:cubicBezTo>
                    <a:pt x="19" y="36"/>
                    <a:pt x="17" y="36"/>
                    <a:pt x="16" y="37"/>
                  </a:cubicBezTo>
                  <a:cubicBezTo>
                    <a:pt x="17" y="28"/>
                    <a:pt x="18" y="20"/>
                    <a:pt x="20" y="14"/>
                  </a:cubicBezTo>
                  <a:cubicBezTo>
                    <a:pt x="22" y="13"/>
                    <a:pt x="26" y="12"/>
                    <a:pt x="31" y="12"/>
                  </a:cubicBezTo>
                  <a:cubicBezTo>
                    <a:pt x="36" y="11"/>
                    <a:pt x="41" y="11"/>
                    <a:pt x="45" y="11"/>
                  </a:cubicBezTo>
                  <a:cubicBezTo>
                    <a:pt x="47" y="11"/>
                    <a:pt x="49" y="11"/>
                    <a:pt x="50" y="11"/>
                  </a:cubicBezTo>
                  <a:cubicBezTo>
                    <a:pt x="50" y="11"/>
                    <a:pt x="51" y="11"/>
                    <a:pt x="51" y="11"/>
                  </a:cubicBezTo>
                  <a:cubicBezTo>
                    <a:pt x="52" y="11"/>
                    <a:pt x="53" y="11"/>
                    <a:pt x="54" y="11"/>
                  </a:cubicBezTo>
                  <a:cubicBezTo>
                    <a:pt x="54" y="11"/>
                    <a:pt x="54" y="11"/>
                    <a:pt x="54" y="11"/>
                  </a:cubicBezTo>
                  <a:cubicBezTo>
                    <a:pt x="57" y="9"/>
                    <a:pt x="58" y="7"/>
                    <a:pt x="5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 name="Freeform 406"/>
            <p:cNvSpPr>
              <a:spLocks noEditPoints="1"/>
            </p:cNvSpPr>
            <p:nvPr/>
          </p:nvSpPr>
          <p:spPr bwMode="auto">
            <a:xfrm>
              <a:off x="8274050" y="4551363"/>
              <a:ext cx="77788" cy="85725"/>
            </a:xfrm>
            <a:custGeom>
              <a:avLst/>
              <a:gdLst>
                <a:gd name="T0" fmla="*/ 45 w 53"/>
                <a:gd name="T1" fmla="*/ 57 h 57"/>
                <a:gd name="T2" fmla="*/ 50 w 53"/>
                <a:gd name="T3" fmla="*/ 56 h 57"/>
                <a:gd name="T4" fmla="*/ 53 w 53"/>
                <a:gd name="T5" fmla="*/ 51 h 57"/>
                <a:gd name="T6" fmla="*/ 51 w 53"/>
                <a:gd name="T7" fmla="*/ 49 h 57"/>
                <a:gd name="T8" fmla="*/ 49 w 53"/>
                <a:gd name="T9" fmla="*/ 47 h 57"/>
                <a:gd name="T10" fmla="*/ 47 w 53"/>
                <a:gd name="T11" fmla="*/ 44 h 57"/>
                <a:gd name="T12" fmla="*/ 46 w 53"/>
                <a:gd name="T13" fmla="*/ 35 h 57"/>
                <a:gd name="T14" fmla="*/ 48 w 53"/>
                <a:gd name="T15" fmla="*/ 18 h 57"/>
                <a:gd name="T16" fmla="*/ 50 w 53"/>
                <a:gd name="T17" fmla="*/ 10 h 57"/>
                <a:gd name="T18" fmla="*/ 44 w 53"/>
                <a:gd name="T19" fmla="*/ 6 h 57"/>
                <a:gd name="T20" fmla="*/ 36 w 53"/>
                <a:gd name="T21" fmla="*/ 0 h 57"/>
                <a:gd name="T22" fmla="*/ 12 w 53"/>
                <a:gd name="T23" fmla="*/ 15 h 57"/>
                <a:gd name="T24" fmla="*/ 0 w 53"/>
                <a:gd name="T25" fmla="*/ 43 h 57"/>
                <a:gd name="T26" fmla="*/ 3 w 53"/>
                <a:gd name="T27" fmla="*/ 52 h 57"/>
                <a:gd name="T28" fmla="*/ 11 w 53"/>
                <a:gd name="T29" fmla="*/ 56 h 57"/>
                <a:gd name="T30" fmla="*/ 37 w 53"/>
                <a:gd name="T31" fmla="*/ 38 h 57"/>
                <a:gd name="T32" fmla="*/ 45 w 53"/>
                <a:gd name="T33" fmla="*/ 57 h 57"/>
                <a:gd name="T34" fmla="*/ 28 w 53"/>
                <a:gd name="T35" fmla="*/ 34 h 57"/>
                <a:gd name="T36" fmla="*/ 14 w 53"/>
                <a:gd name="T37" fmla="*/ 45 h 57"/>
                <a:gd name="T38" fmla="*/ 12 w 53"/>
                <a:gd name="T39" fmla="*/ 41 h 57"/>
                <a:gd name="T40" fmla="*/ 20 w 53"/>
                <a:gd name="T41" fmla="*/ 22 h 57"/>
                <a:gd name="T42" fmla="*/ 33 w 53"/>
                <a:gd name="T43" fmla="*/ 11 h 57"/>
                <a:gd name="T44" fmla="*/ 36 w 53"/>
                <a:gd name="T45" fmla="*/ 12 h 57"/>
                <a:gd name="T46" fmla="*/ 37 w 53"/>
                <a:gd name="T47" fmla="*/ 16 h 57"/>
                <a:gd name="T48" fmla="*/ 28 w 53"/>
                <a:gd name="T49" fmla="*/ 34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 h="57">
                  <a:moveTo>
                    <a:pt x="45" y="57"/>
                  </a:moveTo>
                  <a:cubicBezTo>
                    <a:pt x="47" y="57"/>
                    <a:pt x="49" y="57"/>
                    <a:pt x="50" y="56"/>
                  </a:cubicBezTo>
                  <a:cubicBezTo>
                    <a:pt x="52" y="55"/>
                    <a:pt x="53" y="53"/>
                    <a:pt x="53" y="51"/>
                  </a:cubicBezTo>
                  <a:cubicBezTo>
                    <a:pt x="53" y="50"/>
                    <a:pt x="52" y="49"/>
                    <a:pt x="51" y="49"/>
                  </a:cubicBezTo>
                  <a:cubicBezTo>
                    <a:pt x="50" y="48"/>
                    <a:pt x="49" y="48"/>
                    <a:pt x="49" y="47"/>
                  </a:cubicBezTo>
                  <a:cubicBezTo>
                    <a:pt x="48" y="47"/>
                    <a:pt x="48" y="45"/>
                    <a:pt x="47" y="44"/>
                  </a:cubicBezTo>
                  <a:cubicBezTo>
                    <a:pt x="47" y="42"/>
                    <a:pt x="46" y="39"/>
                    <a:pt x="46" y="35"/>
                  </a:cubicBezTo>
                  <a:cubicBezTo>
                    <a:pt x="46" y="30"/>
                    <a:pt x="47" y="25"/>
                    <a:pt x="48" y="18"/>
                  </a:cubicBezTo>
                  <a:cubicBezTo>
                    <a:pt x="49" y="14"/>
                    <a:pt x="50" y="12"/>
                    <a:pt x="50" y="10"/>
                  </a:cubicBezTo>
                  <a:cubicBezTo>
                    <a:pt x="50" y="7"/>
                    <a:pt x="48" y="6"/>
                    <a:pt x="44" y="6"/>
                  </a:cubicBezTo>
                  <a:cubicBezTo>
                    <a:pt x="42" y="2"/>
                    <a:pt x="40" y="0"/>
                    <a:pt x="36" y="0"/>
                  </a:cubicBezTo>
                  <a:cubicBezTo>
                    <a:pt x="28" y="0"/>
                    <a:pt x="20" y="5"/>
                    <a:pt x="12" y="15"/>
                  </a:cubicBezTo>
                  <a:cubicBezTo>
                    <a:pt x="4" y="25"/>
                    <a:pt x="0" y="34"/>
                    <a:pt x="0" y="43"/>
                  </a:cubicBezTo>
                  <a:cubicBezTo>
                    <a:pt x="0" y="47"/>
                    <a:pt x="1" y="50"/>
                    <a:pt x="3" y="52"/>
                  </a:cubicBezTo>
                  <a:cubicBezTo>
                    <a:pt x="5" y="55"/>
                    <a:pt x="8" y="56"/>
                    <a:pt x="11" y="56"/>
                  </a:cubicBezTo>
                  <a:cubicBezTo>
                    <a:pt x="19" y="56"/>
                    <a:pt x="28" y="50"/>
                    <a:pt x="37" y="38"/>
                  </a:cubicBezTo>
                  <a:cubicBezTo>
                    <a:pt x="36" y="51"/>
                    <a:pt x="39" y="57"/>
                    <a:pt x="45" y="57"/>
                  </a:cubicBezTo>
                  <a:close/>
                  <a:moveTo>
                    <a:pt x="28" y="34"/>
                  </a:moveTo>
                  <a:cubicBezTo>
                    <a:pt x="23" y="42"/>
                    <a:pt x="18" y="45"/>
                    <a:pt x="14" y="45"/>
                  </a:cubicBezTo>
                  <a:cubicBezTo>
                    <a:pt x="13" y="45"/>
                    <a:pt x="12" y="44"/>
                    <a:pt x="12" y="41"/>
                  </a:cubicBezTo>
                  <a:cubicBezTo>
                    <a:pt x="12" y="36"/>
                    <a:pt x="15" y="29"/>
                    <a:pt x="20" y="22"/>
                  </a:cubicBezTo>
                  <a:cubicBezTo>
                    <a:pt x="26" y="14"/>
                    <a:pt x="30" y="11"/>
                    <a:pt x="33" y="11"/>
                  </a:cubicBezTo>
                  <a:cubicBezTo>
                    <a:pt x="34" y="11"/>
                    <a:pt x="35" y="11"/>
                    <a:pt x="36" y="12"/>
                  </a:cubicBezTo>
                  <a:cubicBezTo>
                    <a:pt x="37" y="13"/>
                    <a:pt x="37" y="14"/>
                    <a:pt x="37" y="16"/>
                  </a:cubicBezTo>
                  <a:cubicBezTo>
                    <a:pt x="37" y="21"/>
                    <a:pt x="34" y="27"/>
                    <a:pt x="28"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 name="Freeform 407"/>
            <p:cNvSpPr>
              <a:spLocks/>
            </p:cNvSpPr>
            <p:nvPr/>
          </p:nvSpPr>
          <p:spPr bwMode="auto">
            <a:xfrm>
              <a:off x="8367713" y="4551363"/>
              <a:ext cx="141288" cy="87313"/>
            </a:xfrm>
            <a:custGeom>
              <a:avLst/>
              <a:gdLst>
                <a:gd name="T0" fmla="*/ 16 w 95"/>
                <a:gd name="T1" fmla="*/ 10 h 58"/>
                <a:gd name="T2" fmla="*/ 8 w 95"/>
                <a:gd name="T3" fmla="*/ 0 h 58"/>
                <a:gd name="T4" fmla="*/ 4 w 95"/>
                <a:gd name="T5" fmla="*/ 2 h 58"/>
                <a:gd name="T6" fmla="*/ 3 w 95"/>
                <a:gd name="T7" fmla="*/ 5 h 58"/>
                <a:gd name="T8" fmla="*/ 2 w 95"/>
                <a:gd name="T9" fmla="*/ 22 h 58"/>
                <a:gd name="T10" fmla="*/ 0 w 95"/>
                <a:gd name="T11" fmla="*/ 48 h 58"/>
                <a:gd name="T12" fmla="*/ 7 w 95"/>
                <a:gd name="T13" fmla="*/ 58 h 58"/>
                <a:gd name="T14" fmla="*/ 13 w 95"/>
                <a:gd name="T15" fmla="*/ 52 h 58"/>
                <a:gd name="T16" fmla="*/ 25 w 95"/>
                <a:gd name="T17" fmla="*/ 30 h 58"/>
                <a:gd name="T18" fmla="*/ 35 w 95"/>
                <a:gd name="T19" fmla="*/ 18 h 58"/>
                <a:gd name="T20" fmla="*/ 37 w 95"/>
                <a:gd name="T21" fmla="*/ 32 h 58"/>
                <a:gd name="T22" fmla="*/ 40 w 95"/>
                <a:gd name="T23" fmla="*/ 50 h 58"/>
                <a:gd name="T24" fmla="*/ 46 w 95"/>
                <a:gd name="T25" fmla="*/ 52 h 58"/>
                <a:gd name="T26" fmla="*/ 53 w 95"/>
                <a:gd name="T27" fmla="*/ 49 h 58"/>
                <a:gd name="T28" fmla="*/ 61 w 95"/>
                <a:gd name="T29" fmla="*/ 35 h 58"/>
                <a:gd name="T30" fmla="*/ 68 w 95"/>
                <a:gd name="T31" fmla="*/ 21 h 58"/>
                <a:gd name="T32" fmla="*/ 71 w 95"/>
                <a:gd name="T33" fmla="*/ 17 h 58"/>
                <a:gd name="T34" fmla="*/ 73 w 95"/>
                <a:gd name="T35" fmla="*/ 20 h 58"/>
                <a:gd name="T36" fmla="*/ 74 w 95"/>
                <a:gd name="T37" fmla="*/ 29 h 58"/>
                <a:gd name="T38" fmla="*/ 78 w 95"/>
                <a:gd name="T39" fmla="*/ 50 h 58"/>
                <a:gd name="T40" fmla="*/ 86 w 95"/>
                <a:gd name="T41" fmla="*/ 55 h 58"/>
                <a:gd name="T42" fmla="*/ 92 w 95"/>
                <a:gd name="T43" fmla="*/ 52 h 58"/>
                <a:gd name="T44" fmla="*/ 95 w 95"/>
                <a:gd name="T45" fmla="*/ 48 h 58"/>
                <a:gd name="T46" fmla="*/ 93 w 95"/>
                <a:gd name="T47" fmla="*/ 44 h 58"/>
                <a:gd name="T48" fmla="*/ 88 w 95"/>
                <a:gd name="T49" fmla="*/ 38 h 58"/>
                <a:gd name="T50" fmla="*/ 86 w 95"/>
                <a:gd name="T51" fmla="*/ 25 h 58"/>
                <a:gd name="T52" fmla="*/ 83 w 95"/>
                <a:gd name="T53" fmla="*/ 8 h 58"/>
                <a:gd name="T54" fmla="*/ 74 w 95"/>
                <a:gd name="T55" fmla="*/ 4 h 58"/>
                <a:gd name="T56" fmla="*/ 66 w 95"/>
                <a:gd name="T57" fmla="*/ 8 h 58"/>
                <a:gd name="T58" fmla="*/ 55 w 95"/>
                <a:gd name="T59" fmla="*/ 24 h 58"/>
                <a:gd name="T60" fmla="*/ 49 w 95"/>
                <a:gd name="T61" fmla="*/ 36 h 58"/>
                <a:gd name="T62" fmla="*/ 48 w 95"/>
                <a:gd name="T63" fmla="*/ 24 h 58"/>
                <a:gd name="T64" fmla="*/ 45 w 95"/>
                <a:gd name="T65" fmla="*/ 7 h 58"/>
                <a:gd name="T66" fmla="*/ 37 w 95"/>
                <a:gd name="T67" fmla="*/ 4 h 58"/>
                <a:gd name="T68" fmla="*/ 11 w 95"/>
                <a:gd name="T69" fmla="*/ 35 h 58"/>
                <a:gd name="T70" fmla="*/ 13 w 95"/>
                <a:gd name="T71" fmla="*/ 25 h 58"/>
                <a:gd name="T72" fmla="*/ 16 w 95"/>
                <a:gd name="T73" fmla="*/ 1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5" h="58">
                  <a:moveTo>
                    <a:pt x="16" y="10"/>
                  </a:moveTo>
                  <a:cubicBezTo>
                    <a:pt x="16" y="3"/>
                    <a:pt x="13" y="0"/>
                    <a:pt x="8" y="0"/>
                  </a:cubicBezTo>
                  <a:cubicBezTo>
                    <a:pt x="7" y="0"/>
                    <a:pt x="5" y="1"/>
                    <a:pt x="4" y="2"/>
                  </a:cubicBezTo>
                  <a:cubicBezTo>
                    <a:pt x="4" y="3"/>
                    <a:pt x="3" y="4"/>
                    <a:pt x="3" y="5"/>
                  </a:cubicBezTo>
                  <a:cubicBezTo>
                    <a:pt x="3" y="10"/>
                    <a:pt x="3" y="16"/>
                    <a:pt x="2" y="22"/>
                  </a:cubicBezTo>
                  <a:cubicBezTo>
                    <a:pt x="1" y="29"/>
                    <a:pt x="0" y="38"/>
                    <a:pt x="0" y="48"/>
                  </a:cubicBezTo>
                  <a:cubicBezTo>
                    <a:pt x="0" y="54"/>
                    <a:pt x="2" y="58"/>
                    <a:pt x="7" y="58"/>
                  </a:cubicBezTo>
                  <a:cubicBezTo>
                    <a:pt x="10" y="58"/>
                    <a:pt x="12" y="56"/>
                    <a:pt x="13" y="52"/>
                  </a:cubicBezTo>
                  <a:cubicBezTo>
                    <a:pt x="15" y="46"/>
                    <a:pt x="19" y="38"/>
                    <a:pt x="25" y="30"/>
                  </a:cubicBezTo>
                  <a:cubicBezTo>
                    <a:pt x="30" y="22"/>
                    <a:pt x="34" y="18"/>
                    <a:pt x="35" y="18"/>
                  </a:cubicBezTo>
                  <a:cubicBezTo>
                    <a:pt x="36" y="18"/>
                    <a:pt x="37" y="22"/>
                    <a:pt x="37" y="32"/>
                  </a:cubicBezTo>
                  <a:cubicBezTo>
                    <a:pt x="37" y="42"/>
                    <a:pt x="38" y="48"/>
                    <a:pt x="40" y="50"/>
                  </a:cubicBezTo>
                  <a:cubicBezTo>
                    <a:pt x="42" y="52"/>
                    <a:pt x="44" y="52"/>
                    <a:pt x="46" y="52"/>
                  </a:cubicBezTo>
                  <a:cubicBezTo>
                    <a:pt x="48" y="52"/>
                    <a:pt x="51" y="51"/>
                    <a:pt x="53" y="49"/>
                  </a:cubicBezTo>
                  <a:cubicBezTo>
                    <a:pt x="55" y="46"/>
                    <a:pt x="58" y="42"/>
                    <a:pt x="61" y="35"/>
                  </a:cubicBezTo>
                  <a:cubicBezTo>
                    <a:pt x="64" y="28"/>
                    <a:pt x="67" y="23"/>
                    <a:pt x="68" y="21"/>
                  </a:cubicBezTo>
                  <a:cubicBezTo>
                    <a:pt x="70" y="18"/>
                    <a:pt x="71" y="17"/>
                    <a:pt x="71" y="17"/>
                  </a:cubicBezTo>
                  <a:cubicBezTo>
                    <a:pt x="72" y="17"/>
                    <a:pt x="73" y="18"/>
                    <a:pt x="73" y="20"/>
                  </a:cubicBezTo>
                  <a:cubicBezTo>
                    <a:pt x="74" y="21"/>
                    <a:pt x="74" y="24"/>
                    <a:pt x="74" y="29"/>
                  </a:cubicBezTo>
                  <a:cubicBezTo>
                    <a:pt x="75" y="39"/>
                    <a:pt x="76" y="46"/>
                    <a:pt x="78" y="50"/>
                  </a:cubicBezTo>
                  <a:cubicBezTo>
                    <a:pt x="80" y="53"/>
                    <a:pt x="83" y="55"/>
                    <a:pt x="86" y="55"/>
                  </a:cubicBezTo>
                  <a:cubicBezTo>
                    <a:pt x="88" y="55"/>
                    <a:pt x="90" y="54"/>
                    <a:pt x="92" y="52"/>
                  </a:cubicBezTo>
                  <a:cubicBezTo>
                    <a:pt x="94" y="51"/>
                    <a:pt x="95" y="50"/>
                    <a:pt x="95" y="48"/>
                  </a:cubicBezTo>
                  <a:cubicBezTo>
                    <a:pt x="95" y="47"/>
                    <a:pt x="94" y="45"/>
                    <a:pt x="93" y="44"/>
                  </a:cubicBezTo>
                  <a:cubicBezTo>
                    <a:pt x="90" y="43"/>
                    <a:pt x="89" y="41"/>
                    <a:pt x="88" y="38"/>
                  </a:cubicBezTo>
                  <a:cubicBezTo>
                    <a:pt x="87" y="35"/>
                    <a:pt x="87" y="31"/>
                    <a:pt x="86" y="25"/>
                  </a:cubicBezTo>
                  <a:cubicBezTo>
                    <a:pt x="85" y="17"/>
                    <a:pt x="84" y="12"/>
                    <a:pt x="83" y="8"/>
                  </a:cubicBezTo>
                  <a:cubicBezTo>
                    <a:pt x="81" y="5"/>
                    <a:pt x="78" y="4"/>
                    <a:pt x="74" y="4"/>
                  </a:cubicBezTo>
                  <a:cubicBezTo>
                    <a:pt x="71" y="4"/>
                    <a:pt x="68" y="5"/>
                    <a:pt x="66" y="8"/>
                  </a:cubicBezTo>
                  <a:cubicBezTo>
                    <a:pt x="63" y="10"/>
                    <a:pt x="59" y="16"/>
                    <a:pt x="55" y="24"/>
                  </a:cubicBezTo>
                  <a:cubicBezTo>
                    <a:pt x="52" y="32"/>
                    <a:pt x="50" y="36"/>
                    <a:pt x="49" y="36"/>
                  </a:cubicBezTo>
                  <a:cubicBezTo>
                    <a:pt x="48" y="36"/>
                    <a:pt x="48" y="32"/>
                    <a:pt x="48" y="24"/>
                  </a:cubicBezTo>
                  <a:cubicBezTo>
                    <a:pt x="48" y="15"/>
                    <a:pt x="47" y="10"/>
                    <a:pt x="45" y="7"/>
                  </a:cubicBezTo>
                  <a:cubicBezTo>
                    <a:pt x="43" y="5"/>
                    <a:pt x="40" y="4"/>
                    <a:pt x="37" y="4"/>
                  </a:cubicBezTo>
                  <a:cubicBezTo>
                    <a:pt x="30" y="4"/>
                    <a:pt x="21" y="14"/>
                    <a:pt x="11" y="35"/>
                  </a:cubicBezTo>
                  <a:cubicBezTo>
                    <a:pt x="11" y="33"/>
                    <a:pt x="12" y="30"/>
                    <a:pt x="13" y="25"/>
                  </a:cubicBezTo>
                  <a:cubicBezTo>
                    <a:pt x="15" y="17"/>
                    <a:pt x="16" y="12"/>
                    <a:pt x="16"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 name="Freeform 408"/>
            <p:cNvSpPr>
              <a:spLocks/>
            </p:cNvSpPr>
            <p:nvPr/>
          </p:nvSpPr>
          <p:spPr bwMode="auto">
            <a:xfrm>
              <a:off x="8537575" y="4513263"/>
              <a:ext cx="23813" cy="22225"/>
            </a:xfrm>
            <a:custGeom>
              <a:avLst/>
              <a:gdLst>
                <a:gd name="T0" fmla="*/ 13 w 16"/>
                <a:gd name="T1" fmla="*/ 13 h 15"/>
                <a:gd name="T2" fmla="*/ 16 w 16"/>
                <a:gd name="T3" fmla="*/ 7 h 15"/>
                <a:gd name="T4" fmla="*/ 14 w 16"/>
                <a:gd name="T5" fmla="*/ 2 h 15"/>
                <a:gd name="T6" fmla="*/ 9 w 16"/>
                <a:gd name="T7" fmla="*/ 0 h 15"/>
                <a:gd name="T8" fmla="*/ 2 w 16"/>
                <a:gd name="T9" fmla="*/ 2 h 15"/>
                <a:gd name="T10" fmla="*/ 0 w 16"/>
                <a:gd name="T11" fmla="*/ 8 h 15"/>
                <a:gd name="T12" fmla="*/ 2 w 16"/>
                <a:gd name="T13" fmla="*/ 13 h 15"/>
                <a:gd name="T14" fmla="*/ 8 w 16"/>
                <a:gd name="T15" fmla="*/ 15 h 15"/>
                <a:gd name="T16" fmla="*/ 13 w 16"/>
                <a:gd name="T17"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5">
                  <a:moveTo>
                    <a:pt x="13" y="13"/>
                  </a:moveTo>
                  <a:cubicBezTo>
                    <a:pt x="15" y="11"/>
                    <a:pt x="16" y="9"/>
                    <a:pt x="16" y="7"/>
                  </a:cubicBezTo>
                  <a:cubicBezTo>
                    <a:pt x="16" y="5"/>
                    <a:pt x="16" y="3"/>
                    <a:pt x="14" y="2"/>
                  </a:cubicBezTo>
                  <a:cubicBezTo>
                    <a:pt x="13" y="0"/>
                    <a:pt x="11" y="0"/>
                    <a:pt x="9" y="0"/>
                  </a:cubicBezTo>
                  <a:cubicBezTo>
                    <a:pt x="6" y="0"/>
                    <a:pt x="4" y="1"/>
                    <a:pt x="2" y="2"/>
                  </a:cubicBezTo>
                  <a:cubicBezTo>
                    <a:pt x="1" y="4"/>
                    <a:pt x="0" y="6"/>
                    <a:pt x="0" y="8"/>
                  </a:cubicBezTo>
                  <a:cubicBezTo>
                    <a:pt x="0" y="10"/>
                    <a:pt x="1" y="11"/>
                    <a:pt x="2" y="13"/>
                  </a:cubicBezTo>
                  <a:cubicBezTo>
                    <a:pt x="4" y="15"/>
                    <a:pt x="6" y="15"/>
                    <a:pt x="8" y="15"/>
                  </a:cubicBezTo>
                  <a:cubicBezTo>
                    <a:pt x="9" y="15"/>
                    <a:pt x="11" y="15"/>
                    <a:pt x="13"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 name="Freeform 409"/>
            <p:cNvSpPr>
              <a:spLocks/>
            </p:cNvSpPr>
            <p:nvPr/>
          </p:nvSpPr>
          <p:spPr bwMode="auto">
            <a:xfrm>
              <a:off x="8521700" y="4556126"/>
              <a:ext cx="26988" cy="82550"/>
            </a:xfrm>
            <a:custGeom>
              <a:avLst/>
              <a:gdLst>
                <a:gd name="T0" fmla="*/ 2 w 18"/>
                <a:gd name="T1" fmla="*/ 24 h 55"/>
                <a:gd name="T2" fmla="*/ 0 w 18"/>
                <a:gd name="T3" fmla="*/ 45 h 55"/>
                <a:gd name="T4" fmla="*/ 6 w 18"/>
                <a:gd name="T5" fmla="*/ 55 h 55"/>
                <a:gd name="T6" fmla="*/ 11 w 18"/>
                <a:gd name="T7" fmla="*/ 53 h 55"/>
                <a:gd name="T8" fmla="*/ 13 w 18"/>
                <a:gd name="T9" fmla="*/ 50 h 55"/>
                <a:gd name="T10" fmla="*/ 13 w 18"/>
                <a:gd name="T11" fmla="*/ 48 h 55"/>
                <a:gd name="T12" fmla="*/ 12 w 18"/>
                <a:gd name="T13" fmla="*/ 40 h 55"/>
                <a:gd name="T14" fmla="*/ 13 w 18"/>
                <a:gd name="T15" fmla="*/ 30 h 55"/>
                <a:gd name="T16" fmla="*/ 16 w 18"/>
                <a:gd name="T17" fmla="*/ 14 h 55"/>
                <a:gd name="T18" fmla="*/ 16 w 18"/>
                <a:gd name="T19" fmla="*/ 13 h 55"/>
                <a:gd name="T20" fmla="*/ 18 w 18"/>
                <a:gd name="T21" fmla="*/ 5 h 55"/>
                <a:gd name="T22" fmla="*/ 16 w 18"/>
                <a:gd name="T23" fmla="*/ 1 h 55"/>
                <a:gd name="T24" fmla="*/ 11 w 18"/>
                <a:gd name="T25" fmla="*/ 0 h 55"/>
                <a:gd name="T26" fmla="*/ 6 w 18"/>
                <a:gd name="T27" fmla="*/ 2 h 55"/>
                <a:gd name="T28" fmla="*/ 5 w 18"/>
                <a:gd name="T29" fmla="*/ 8 h 55"/>
                <a:gd name="T30" fmla="*/ 3 w 18"/>
                <a:gd name="T31" fmla="*/ 19 h 55"/>
                <a:gd name="T32" fmla="*/ 3 w 18"/>
                <a:gd name="T33" fmla="*/ 19 h 55"/>
                <a:gd name="T34" fmla="*/ 2 w 18"/>
                <a:gd name="T35" fmla="*/ 2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55">
                  <a:moveTo>
                    <a:pt x="2" y="24"/>
                  </a:moveTo>
                  <a:cubicBezTo>
                    <a:pt x="1" y="32"/>
                    <a:pt x="0" y="39"/>
                    <a:pt x="0" y="45"/>
                  </a:cubicBezTo>
                  <a:cubicBezTo>
                    <a:pt x="0" y="52"/>
                    <a:pt x="2" y="55"/>
                    <a:pt x="6" y="55"/>
                  </a:cubicBezTo>
                  <a:cubicBezTo>
                    <a:pt x="8" y="55"/>
                    <a:pt x="10" y="54"/>
                    <a:pt x="11" y="53"/>
                  </a:cubicBezTo>
                  <a:cubicBezTo>
                    <a:pt x="13" y="52"/>
                    <a:pt x="13" y="51"/>
                    <a:pt x="13" y="50"/>
                  </a:cubicBezTo>
                  <a:cubicBezTo>
                    <a:pt x="13" y="49"/>
                    <a:pt x="13" y="49"/>
                    <a:pt x="13" y="48"/>
                  </a:cubicBezTo>
                  <a:cubicBezTo>
                    <a:pt x="12" y="45"/>
                    <a:pt x="12" y="42"/>
                    <a:pt x="12" y="40"/>
                  </a:cubicBezTo>
                  <a:cubicBezTo>
                    <a:pt x="12" y="38"/>
                    <a:pt x="12" y="34"/>
                    <a:pt x="13" y="30"/>
                  </a:cubicBezTo>
                  <a:cubicBezTo>
                    <a:pt x="13" y="26"/>
                    <a:pt x="14" y="21"/>
                    <a:pt x="16" y="14"/>
                  </a:cubicBezTo>
                  <a:cubicBezTo>
                    <a:pt x="16" y="13"/>
                    <a:pt x="16" y="13"/>
                    <a:pt x="16" y="13"/>
                  </a:cubicBezTo>
                  <a:cubicBezTo>
                    <a:pt x="18" y="9"/>
                    <a:pt x="18" y="6"/>
                    <a:pt x="18" y="5"/>
                  </a:cubicBezTo>
                  <a:cubicBezTo>
                    <a:pt x="18" y="4"/>
                    <a:pt x="18" y="2"/>
                    <a:pt x="16" y="1"/>
                  </a:cubicBezTo>
                  <a:cubicBezTo>
                    <a:pt x="15" y="0"/>
                    <a:pt x="13" y="0"/>
                    <a:pt x="11" y="0"/>
                  </a:cubicBezTo>
                  <a:cubicBezTo>
                    <a:pt x="9" y="0"/>
                    <a:pt x="7" y="1"/>
                    <a:pt x="6" y="2"/>
                  </a:cubicBezTo>
                  <a:cubicBezTo>
                    <a:pt x="5" y="4"/>
                    <a:pt x="5" y="6"/>
                    <a:pt x="5" y="8"/>
                  </a:cubicBezTo>
                  <a:cubicBezTo>
                    <a:pt x="5" y="9"/>
                    <a:pt x="4" y="13"/>
                    <a:pt x="3" y="19"/>
                  </a:cubicBezTo>
                  <a:cubicBezTo>
                    <a:pt x="3" y="19"/>
                    <a:pt x="3" y="19"/>
                    <a:pt x="3" y="19"/>
                  </a:cubicBezTo>
                  <a:cubicBezTo>
                    <a:pt x="3" y="21"/>
                    <a:pt x="3" y="22"/>
                    <a:pt x="2"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 name="Freeform 410"/>
            <p:cNvSpPr>
              <a:spLocks/>
            </p:cNvSpPr>
            <p:nvPr/>
          </p:nvSpPr>
          <p:spPr bwMode="auto">
            <a:xfrm>
              <a:off x="8567738" y="4506913"/>
              <a:ext cx="33338" cy="133350"/>
            </a:xfrm>
            <a:custGeom>
              <a:avLst/>
              <a:gdLst>
                <a:gd name="T0" fmla="*/ 17 w 22"/>
                <a:gd name="T1" fmla="*/ 0 h 89"/>
                <a:gd name="T2" fmla="*/ 11 w 22"/>
                <a:gd name="T3" fmla="*/ 4 h 89"/>
                <a:gd name="T4" fmla="*/ 4 w 22"/>
                <a:gd name="T5" fmla="*/ 33 h 89"/>
                <a:gd name="T6" fmla="*/ 0 w 22"/>
                <a:gd name="T7" fmla="*/ 74 h 89"/>
                <a:gd name="T8" fmla="*/ 1 w 22"/>
                <a:gd name="T9" fmla="*/ 86 h 89"/>
                <a:gd name="T10" fmla="*/ 6 w 22"/>
                <a:gd name="T11" fmla="*/ 89 h 89"/>
                <a:gd name="T12" fmla="*/ 11 w 22"/>
                <a:gd name="T13" fmla="*/ 87 h 89"/>
                <a:gd name="T14" fmla="*/ 13 w 22"/>
                <a:gd name="T15" fmla="*/ 82 h 89"/>
                <a:gd name="T16" fmla="*/ 13 w 22"/>
                <a:gd name="T17" fmla="*/ 79 h 89"/>
                <a:gd name="T18" fmla="*/ 12 w 22"/>
                <a:gd name="T19" fmla="*/ 64 h 89"/>
                <a:gd name="T20" fmla="*/ 13 w 22"/>
                <a:gd name="T21" fmla="*/ 47 h 89"/>
                <a:gd name="T22" fmla="*/ 17 w 22"/>
                <a:gd name="T23" fmla="*/ 27 h 89"/>
                <a:gd name="T24" fmla="*/ 21 w 22"/>
                <a:gd name="T25" fmla="*/ 12 h 89"/>
                <a:gd name="T26" fmla="*/ 22 w 22"/>
                <a:gd name="T27" fmla="*/ 6 h 89"/>
                <a:gd name="T28" fmla="*/ 17 w 22"/>
                <a:gd name="T29"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89">
                  <a:moveTo>
                    <a:pt x="17" y="0"/>
                  </a:moveTo>
                  <a:cubicBezTo>
                    <a:pt x="14" y="0"/>
                    <a:pt x="12" y="2"/>
                    <a:pt x="11" y="4"/>
                  </a:cubicBezTo>
                  <a:cubicBezTo>
                    <a:pt x="9" y="7"/>
                    <a:pt x="7" y="17"/>
                    <a:pt x="4" y="33"/>
                  </a:cubicBezTo>
                  <a:cubicBezTo>
                    <a:pt x="1" y="49"/>
                    <a:pt x="0" y="63"/>
                    <a:pt x="0" y="74"/>
                  </a:cubicBezTo>
                  <a:cubicBezTo>
                    <a:pt x="0" y="80"/>
                    <a:pt x="0" y="84"/>
                    <a:pt x="1" y="86"/>
                  </a:cubicBezTo>
                  <a:cubicBezTo>
                    <a:pt x="2" y="88"/>
                    <a:pt x="4" y="89"/>
                    <a:pt x="6" y="89"/>
                  </a:cubicBezTo>
                  <a:cubicBezTo>
                    <a:pt x="8" y="89"/>
                    <a:pt x="10" y="89"/>
                    <a:pt x="11" y="87"/>
                  </a:cubicBezTo>
                  <a:cubicBezTo>
                    <a:pt x="13" y="86"/>
                    <a:pt x="13" y="84"/>
                    <a:pt x="13" y="82"/>
                  </a:cubicBezTo>
                  <a:cubicBezTo>
                    <a:pt x="13" y="82"/>
                    <a:pt x="13" y="81"/>
                    <a:pt x="13" y="79"/>
                  </a:cubicBezTo>
                  <a:cubicBezTo>
                    <a:pt x="12" y="73"/>
                    <a:pt x="12" y="68"/>
                    <a:pt x="12" y="64"/>
                  </a:cubicBezTo>
                  <a:cubicBezTo>
                    <a:pt x="12" y="60"/>
                    <a:pt x="13" y="54"/>
                    <a:pt x="13" y="47"/>
                  </a:cubicBezTo>
                  <a:cubicBezTo>
                    <a:pt x="14" y="40"/>
                    <a:pt x="15" y="34"/>
                    <a:pt x="17" y="27"/>
                  </a:cubicBezTo>
                  <a:cubicBezTo>
                    <a:pt x="19" y="19"/>
                    <a:pt x="21" y="14"/>
                    <a:pt x="21" y="12"/>
                  </a:cubicBezTo>
                  <a:cubicBezTo>
                    <a:pt x="22" y="10"/>
                    <a:pt x="22" y="8"/>
                    <a:pt x="22" y="6"/>
                  </a:cubicBezTo>
                  <a:cubicBezTo>
                    <a:pt x="22" y="2"/>
                    <a:pt x="20" y="0"/>
                    <a:pt x="1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 name="Freeform 411"/>
            <p:cNvSpPr>
              <a:spLocks/>
            </p:cNvSpPr>
            <p:nvPr/>
          </p:nvSpPr>
          <p:spPr bwMode="auto">
            <a:xfrm>
              <a:off x="8601075" y="4552951"/>
              <a:ext cx="80963" cy="127000"/>
            </a:xfrm>
            <a:custGeom>
              <a:avLst/>
              <a:gdLst>
                <a:gd name="T0" fmla="*/ 26 w 55"/>
                <a:gd name="T1" fmla="*/ 75 h 85"/>
                <a:gd name="T2" fmla="*/ 7 w 55"/>
                <a:gd name="T3" fmla="*/ 67 h 85"/>
                <a:gd name="T4" fmla="*/ 4 w 55"/>
                <a:gd name="T5" fmla="*/ 65 h 85"/>
                <a:gd name="T6" fmla="*/ 1 w 55"/>
                <a:gd name="T7" fmla="*/ 67 h 85"/>
                <a:gd name="T8" fmla="*/ 0 w 55"/>
                <a:gd name="T9" fmla="*/ 71 h 85"/>
                <a:gd name="T10" fmla="*/ 4 w 55"/>
                <a:gd name="T11" fmla="*/ 77 h 85"/>
                <a:gd name="T12" fmla="*/ 13 w 55"/>
                <a:gd name="T13" fmla="*/ 83 h 85"/>
                <a:gd name="T14" fmla="*/ 13 w 55"/>
                <a:gd name="T15" fmla="*/ 83 h 85"/>
                <a:gd name="T16" fmla="*/ 26 w 55"/>
                <a:gd name="T17" fmla="*/ 85 h 85"/>
                <a:gd name="T18" fmla="*/ 37 w 55"/>
                <a:gd name="T19" fmla="*/ 82 h 85"/>
                <a:gd name="T20" fmla="*/ 45 w 55"/>
                <a:gd name="T21" fmla="*/ 69 h 85"/>
                <a:gd name="T22" fmla="*/ 51 w 55"/>
                <a:gd name="T23" fmla="*/ 48 h 85"/>
                <a:gd name="T24" fmla="*/ 54 w 55"/>
                <a:gd name="T25" fmla="*/ 25 h 85"/>
                <a:gd name="T26" fmla="*/ 55 w 55"/>
                <a:gd name="T27" fmla="*/ 8 h 85"/>
                <a:gd name="T28" fmla="*/ 54 w 55"/>
                <a:gd name="T29" fmla="*/ 1 h 85"/>
                <a:gd name="T30" fmla="*/ 49 w 55"/>
                <a:gd name="T31" fmla="*/ 0 h 85"/>
                <a:gd name="T32" fmla="*/ 45 w 55"/>
                <a:gd name="T33" fmla="*/ 1 h 85"/>
                <a:gd name="T34" fmla="*/ 43 w 55"/>
                <a:gd name="T35" fmla="*/ 4 h 85"/>
                <a:gd name="T36" fmla="*/ 43 w 55"/>
                <a:gd name="T37" fmla="*/ 11 h 85"/>
                <a:gd name="T38" fmla="*/ 42 w 55"/>
                <a:gd name="T39" fmla="*/ 24 h 85"/>
                <a:gd name="T40" fmla="*/ 39 w 55"/>
                <a:gd name="T41" fmla="*/ 29 h 85"/>
                <a:gd name="T42" fmla="*/ 33 w 55"/>
                <a:gd name="T43" fmla="*/ 35 h 85"/>
                <a:gd name="T44" fmla="*/ 25 w 55"/>
                <a:gd name="T45" fmla="*/ 40 h 85"/>
                <a:gd name="T46" fmla="*/ 19 w 55"/>
                <a:gd name="T47" fmla="*/ 41 h 85"/>
                <a:gd name="T48" fmla="*/ 17 w 55"/>
                <a:gd name="T49" fmla="*/ 39 h 85"/>
                <a:gd name="T50" fmla="*/ 16 w 55"/>
                <a:gd name="T51" fmla="*/ 34 h 85"/>
                <a:gd name="T52" fmla="*/ 21 w 55"/>
                <a:gd name="T53" fmla="*/ 18 h 85"/>
                <a:gd name="T54" fmla="*/ 24 w 55"/>
                <a:gd name="T55" fmla="*/ 9 h 85"/>
                <a:gd name="T56" fmla="*/ 23 w 55"/>
                <a:gd name="T57" fmla="*/ 4 h 85"/>
                <a:gd name="T58" fmla="*/ 19 w 55"/>
                <a:gd name="T59" fmla="*/ 2 h 85"/>
                <a:gd name="T60" fmla="*/ 13 w 55"/>
                <a:gd name="T61" fmla="*/ 5 h 85"/>
                <a:gd name="T62" fmla="*/ 8 w 55"/>
                <a:gd name="T63" fmla="*/ 20 h 85"/>
                <a:gd name="T64" fmla="*/ 5 w 55"/>
                <a:gd name="T65" fmla="*/ 37 h 85"/>
                <a:gd name="T66" fmla="*/ 8 w 55"/>
                <a:gd name="T67" fmla="*/ 48 h 85"/>
                <a:gd name="T68" fmla="*/ 17 w 55"/>
                <a:gd name="T69" fmla="*/ 52 h 85"/>
                <a:gd name="T70" fmla="*/ 41 w 55"/>
                <a:gd name="T71" fmla="*/ 40 h 85"/>
                <a:gd name="T72" fmla="*/ 35 w 55"/>
                <a:gd name="T73" fmla="*/ 65 h 85"/>
                <a:gd name="T74" fmla="*/ 26 w 55"/>
                <a:gd name="T75" fmla="*/ 7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5" h="85">
                  <a:moveTo>
                    <a:pt x="26" y="75"/>
                  </a:moveTo>
                  <a:cubicBezTo>
                    <a:pt x="17" y="75"/>
                    <a:pt x="11" y="72"/>
                    <a:pt x="7" y="67"/>
                  </a:cubicBezTo>
                  <a:cubicBezTo>
                    <a:pt x="6" y="66"/>
                    <a:pt x="5" y="65"/>
                    <a:pt x="4" y="65"/>
                  </a:cubicBezTo>
                  <a:cubicBezTo>
                    <a:pt x="3" y="65"/>
                    <a:pt x="2" y="66"/>
                    <a:pt x="1" y="67"/>
                  </a:cubicBezTo>
                  <a:cubicBezTo>
                    <a:pt x="0" y="68"/>
                    <a:pt x="0" y="69"/>
                    <a:pt x="0" y="71"/>
                  </a:cubicBezTo>
                  <a:cubicBezTo>
                    <a:pt x="0" y="72"/>
                    <a:pt x="1" y="74"/>
                    <a:pt x="4" y="77"/>
                  </a:cubicBezTo>
                  <a:cubicBezTo>
                    <a:pt x="6" y="79"/>
                    <a:pt x="9" y="81"/>
                    <a:pt x="13" y="83"/>
                  </a:cubicBezTo>
                  <a:cubicBezTo>
                    <a:pt x="13" y="83"/>
                    <a:pt x="13" y="83"/>
                    <a:pt x="13" y="83"/>
                  </a:cubicBezTo>
                  <a:cubicBezTo>
                    <a:pt x="17" y="85"/>
                    <a:pt x="21" y="85"/>
                    <a:pt x="26" y="85"/>
                  </a:cubicBezTo>
                  <a:cubicBezTo>
                    <a:pt x="30" y="85"/>
                    <a:pt x="34" y="84"/>
                    <a:pt x="37" y="82"/>
                  </a:cubicBezTo>
                  <a:cubicBezTo>
                    <a:pt x="40" y="80"/>
                    <a:pt x="43" y="76"/>
                    <a:pt x="45" y="69"/>
                  </a:cubicBezTo>
                  <a:cubicBezTo>
                    <a:pt x="48" y="63"/>
                    <a:pt x="50" y="56"/>
                    <a:pt x="51" y="48"/>
                  </a:cubicBezTo>
                  <a:cubicBezTo>
                    <a:pt x="53" y="41"/>
                    <a:pt x="54" y="33"/>
                    <a:pt x="54" y="25"/>
                  </a:cubicBezTo>
                  <a:cubicBezTo>
                    <a:pt x="55" y="8"/>
                    <a:pt x="55" y="8"/>
                    <a:pt x="55" y="8"/>
                  </a:cubicBezTo>
                  <a:cubicBezTo>
                    <a:pt x="55" y="5"/>
                    <a:pt x="55" y="2"/>
                    <a:pt x="54" y="1"/>
                  </a:cubicBezTo>
                  <a:cubicBezTo>
                    <a:pt x="53" y="0"/>
                    <a:pt x="51" y="0"/>
                    <a:pt x="49" y="0"/>
                  </a:cubicBezTo>
                  <a:cubicBezTo>
                    <a:pt x="47" y="0"/>
                    <a:pt x="46" y="0"/>
                    <a:pt x="45" y="1"/>
                  </a:cubicBezTo>
                  <a:cubicBezTo>
                    <a:pt x="44" y="2"/>
                    <a:pt x="44" y="3"/>
                    <a:pt x="43" y="4"/>
                  </a:cubicBezTo>
                  <a:cubicBezTo>
                    <a:pt x="43" y="5"/>
                    <a:pt x="43" y="7"/>
                    <a:pt x="43" y="11"/>
                  </a:cubicBezTo>
                  <a:cubicBezTo>
                    <a:pt x="42" y="18"/>
                    <a:pt x="42" y="22"/>
                    <a:pt x="42" y="24"/>
                  </a:cubicBezTo>
                  <a:cubicBezTo>
                    <a:pt x="41" y="26"/>
                    <a:pt x="40" y="28"/>
                    <a:pt x="39" y="29"/>
                  </a:cubicBezTo>
                  <a:cubicBezTo>
                    <a:pt x="38" y="30"/>
                    <a:pt x="36" y="32"/>
                    <a:pt x="33" y="35"/>
                  </a:cubicBezTo>
                  <a:cubicBezTo>
                    <a:pt x="30" y="37"/>
                    <a:pt x="28" y="39"/>
                    <a:pt x="25" y="40"/>
                  </a:cubicBezTo>
                  <a:cubicBezTo>
                    <a:pt x="23" y="41"/>
                    <a:pt x="21" y="41"/>
                    <a:pt x="19" y="41"/>
                  </a:cubicBezTo>
                  <a:cubicBezTo>
                    <a:pt x="19" y="41"/>
                    <a:pt x="18" y="41"/>
                    <a:pt x="17" y="39"/>
                  </a:cubicBezTo>
                  <a:cubicBezTo>
                    <a:pt x="17" y="38"/>
                    <a:pt x="16" y="36"/>
                    <a:pt x="16" y="34"/>
                  </a:cubicBezTo>
                  <a:cubicBezTo>
                    <a:pt x="16" y="29"/>
                    <a:pt x="18" y="24"/>
                    <a:pt x="21" y="18"/>
                  </a:cubicBezTo>
                  <a:cubicBezTo>
                    <a:pt x="23" y="12"/>
                    <a:pt x="24" y="10"/>
                    <a:pt x="24" y="9"/>
                  </a:cubicBezTo>
                  <a:cubicBezTo>
                    <a:pt x="24" y="7"/>
                    <a:pt x="24" y="6"/>
                    <a:pt x="23" y="4"/>
                  </a:cubicBezTo>
                  <a:cubicBezTo>
                    <a:pt x="22" y="3"/>
                    <a:pt x="21" y="2"/>
                    <a:pt x="19" y="2"/>
                  </a:cubicBezTo>
                  <a:cubicBezTo>
                    <a:pt x="16" y="2"/>
                    <a:pt x="14" y="3"/>
                    <a:pt x="13" y="5"/>
                  </a:cubicBezTo>
                  <a:cubicBezTo>
                    <a:pt x="12" y="7"/>
                    <a:pt x="10" y="12"/>
                    <a:pt x="8" y="20"/>
                  </a:cubicBezTo>
                  <a:cubicBezTo>
                    <a:pt x="6" y="27"/>
                    <a:pt x="5" y="33"/>
                    <a:pt x="5" y="37"/>
                  </a:cubicBezTo>
                  <a:cubicBezTo>
                    <a:pt x="5" y="41"/>
                    <a:pt x="6" y="45"/>
                    <a:pt x="8" y="48"/>
                  </a:cubicBezTo>
                  <a:cubicBezTo>
                    <a:pt x="10" y="51"/>
                    <a:pt x="13" y="52"/>
                    <a:pt x="17" y="52"/>
                  </a:cubicBezTo>
                  <a:cubicBezTo>
                    <a:pt x="23" y="52"/>
                    <a:pt x="31" y="48"/>
                    <a:pt x="41" y="40"/>
                  </a:cubicBezTo>
                  <a:cubicBezTo>
                    <a:pt x="40" y="49"/>
                    <a:pt x="38" y="58"/>
                    <a:pt x="35" y="65"/>
                  </a:cubicBezTo>
                  <a:cubicBezTo>
                    <a:pt x="32" y="72"/>
                    <a:pt x="29" y="75"/>
                    <a:pt x="26"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 name="Freeform 412"/>
            <p:cNvSpPr>
              <a:spLocks/>
            </p:cNvSpPr>
            <p:nvPr/>
          </p:nvSpPr>
          <p:spPr bwMode="auto">
            <a:xfrm>
              <a:off x="8753475" y="4548188"/>
              <a:ext cx="61913" cy="92075"/>
            </a:xfrm>
            <a:custGeom>
              <a:avLst/>
              <a:gdLst>
                <a:gd name="T0" fmla="*/ 22 w 42"/>
                <a:gd name="T1" fmla="*/ 14 h 62"/>
                <a:gd name="T2" fmla="*/ 32 w 42"/>
                <a:gd name="T3" fmla="*/ 11 h 62"/>
                <a:gd name="T4" fmla="*/ 34 w 42"/>
                <a:gd name="T5" fmla="*/ 12 h 62"/>
                <a:gd name="T6" fmla="*/ 36 w 42"/>
                <a:gd name="T7" fmla="*/ 13 h 62"/>
                <a:gd name="T8" fmla="*/ 40 w 42"/>
                <a:gd name="T9" fmla="*/ 11 h 62"/>
                <a:gd name="T10" fmla="*/ 42 w 42"/>
                <a:gd name="T11" fmla="*/ 8 h 62"/>
                <a:gd name="T12" fmla="*/ 33 w 42"/>
                <a:gd name="T13" fmla="*/ 0 h 62"/>
                <a:gd name="T14" fmla="*/ 14 w 42"/>
                <a:gd name="T15" fmla="*/ 7 h 62"/>
                <a:gd name="T16" fmla="*/ 4 w 42"/>
                <a:gd name="T17" fmla="*/ 23 h 62"/>
                <a:gd name="T18" fmla="*/ 7 w 42"/>
                <a:gd name="T19" fmla="*/ 30 h 62"/>
                <a:gd name="T20" fmla="*/ 21 w 42"/>
                <a:gd name="T21" fmla="*/ 39 h 62"/>
                <a:gd name="T22" fmla="*/ 29 w 42"/>
                <a:gd name="T23" fmla="*/ 46 h 62"/>
                <a:gd name="T24" fmla="*/ 22 w 42"/>
                <a:gd name="T25" fmla="*/ 49 h 62"/>
                <a:gd name="T26" fmla="*/ 12 w 42"/>
                <a:gd name="T27" fmla="*/ 51 h 62"/>
                <a:gd name="T28" fmla="*/ 9 w 42"/>
                <a:gd name="T29" fmla="*/ 50 h 62"/>
                <a:gd name="T30" fmla="*/ 6 w 42"/>
                <a:gd name="T31" fmla="*/ 49 h 62"/>
                <a:gd name="T32" fmla="*/ 1 w 42"/>
                <a:gd name="T33" fmla="*/ 51 h 62"/>
                <a:gd name="T34" fmla="*/ 0 w 42"/>
                <a:gd name="T35" fmla="*/ 55 h 62"/>
                <a:gd name="T36" fmla="*/ 9 w 42"/>
                <a:gd name="T37" fmla="*/ 62 h 62"/>
                <a:gd name="T38" fmla="*/ 31 w 42"/>
                <a:gd name="T39" fmla="*/ 57 h 62"/>
                <a:gd name="T40" fmla="*/ 41 w 42"/>
                <a:gd name="T41" fmla="*/ 45 h 62"/>
                <a:gd name="T42" fmla="*/ 38 w 42"/>
                <a:gd name="T43" fmla="*/ 37 h 62"/>
                <a:gd name="T44" fmla="*/ 27 w 42"/>
                <a:gd name="T45" fmla="*/ 30 h 62"/>
                <a:gd name="T46" fmla="*/ 19 w 42"/>
                <a:gd name="T47" fmla="*/ 25 h 62"/>
                <a:gd name="T48" fmla="*/ 17 w 42"/>
                <a:gd name="T49" fmla="*/ 21 h 62"/>
                <a:gd name="T50" fmla="*/ 22 w 42"/>
                <a:gd name="T51" fmla="*/ 1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 h="62">
                  <a:moveTo>
                    <a:pt x="22" y="14"/>
                  </a:moveTo>
                  <a:cubicBezTo>
                    <a:pt x="26" y="12"/>
                    <a:pt x="29" y="11"/>
                    <a:pt x="32" y="11"/>
                  </a:cubicBezTo>
                  <a:cubicBezTo>
                    <a:pt x="33" y="11"/>
                    <a:pt x="33" y="12"/>
                    <a:pt x="34" y="12"/>
                  </a:cubicBezTo>
                  <a:cubicBezTo>
                    <a:pt x="35" y="12"/>
                    <a:pt x="36" y="13"/>
                    <a:pt x="36" y="13"/>
                  </a:cubicBezTo>
                  <a:cubicBezTo>
                    <a:pt x="37" y="13"/>
                    <a:pt x="38" y="12"/>
                    <a:pt x="40" y="11"/>
                  </a:cubicBezTo>
                  <a:cubicBezTo>
                    <a:pt x="41" y="10"/>
                    <a:pt x="42" y="9"/>
                    <a:pt x="42" y="8"/>
                  </a:cubicBezTo>
                  <a:cubicBezTo>
                    <a:pt x="42" y="3"/>
                    <a:pt x="39" y="0"/>
                    <a:pt x="33" y="0"/>
                  </a:cubicBezTo>
                  <a:cubicBezTo>
                    <a:pt x="27" y="0"/>
                    <a:pt x="21" y="2"/>
                    <a:pt x="14" y="7"/>
                  </a:cubicBezTo>
                  <a:cubicBezTo>
                    <a:pt x="8" y="11"/>
                    <a:pt x="4" y="17"/>
                    <a:pt x="4" y="23"/>
                  </a:cubicBezTo>
                  <a:cubicBezTo>
                    <a:pt x="4" y="25"/>
                    <a:pt x="5" y="28"/>
                    <a:pt x="7" y="30"/>
                  </a:cubicBezTo>
                  <a:cubicBezTo>
                    <a:pt x="9" y="33"/>
                    <a:pt x="14" y="36"/>
                    <a:pt x="21" y="39"/>
                  </a:cubicBezTo>
                  <a:cubicBezTo>
                    <a:pt x="26" y="42"/>
                    <a:pt x="29" y="44"/>
                    <a:pt x="29" y="46"/>
                  </a:cubicBezTo>
                  <a:cubicBezTo>
                    <a:pt x="28" y="47"/>
                    <a:pt x="26" y="48"/>
                    <a:pt x="22" y="49"/>
                  </a:cubicBezTo>
                  <a:cubicBezTo>
                    <a:pt x="19" y="50"/>
                    <a:pt x="16" y="51"/>
                    <a:pt x="12" y="51"/>
                  </a:cubicBezTo>
                  <a:cubicBezTo>
                    <a:pt x="11" y="51"/>
                    <a:pt x="10" y="51"/>
                    <a:pt x="9" y="50"/>
                  </a:cubicBezTo>
                  <a:cubicBezTo>
                    <a:pt x="7" y="50"/>
                    <a:pt x="6" y="49"/>
                    <a:pt x="6" y="49"/>
                  </a:cubicBezTo>
                  <a:cubicBezTo>
                    <a:pt x="4" y="49"/>
                    <a:pt x="3" y="50"/>
                    <a:pt x="1" y="51"/>
                  </a:cubicBezTo>
                  <a:cubicBezTo>
                    <a:pt x="0" y="52"/>
                    <a:pt x="0" y="54"/>
                    <a:pt x="0" y="55"/>
                  </a:cubicBezTo>
                  <a:cubicBezTo>
                    <a:pt x="0" y="60"/>
                    <a:pt x="3" y="62"/>
                    <a:pt x="9" y="62"/>
                  </a:cubicBezTo>
                  <a:cubicBezTo>
                    <a:pt x="17" y="62"/>
                    <a:pt x="24" y="60"/>
                    <a:pt x="31" y="57"/>
                  </a:cubicBezTo>
                  <a:cubicBezTo>
                    <a:pt x="38" y="54"/>
                    <a:pt x="41" y="50"/>
                    <a:pt x="41" y="45"/>
                  </a:cubicBezTo>
                  <a:cubicBezTo>
                    <a:pt x="41" y="42"/>
                    <a:pt x="40" y="39"/>
                    <a:pt x="38" y="37"/>
                  </a:cubicBezTo>
                  <a:cubicBezTo>
                    <a:pt x="36" y="35"/>
                    <a:pt x="32" y="33"/>
                    <a:pt x="27" y="30"/>
                  </a:cubicBezTo>
                  <a:cubicBezTo>
                    <a:pt x="23" y="28"/>
                    <a:pt x="20" y="26"/>
                    <a:pt x="19" y="25"/>
                  </a:cubicBezTo>
                  <a:cubicBezTo>
                    <a:pt x="18" y="24"/>
                    <a:pt x="17" y="23"/>
                    <a:pt x="17" y="21"/>
                  </a:cubicBezTo>
                  <a:cubicBezTo>
                    <a:pt x="17" y="19"/>
                    <a:pt x="19" y="16"/>
                    <a:pt x="22"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 name="Freeform 413"/>
            <p:cNvSpPr>
              <a:spLocks noEditPoints="1"/>
            </p:cNvSpPr>
            <p:nvPr/>
          </p:nvSpPr>
          <p:spPr bwMode="auto">
            <a:xfrm>
              <a:off x="8818563" y="4548188"/>
              <a:ext cx="92075" cy="139700"/>
            </a:xfrm>
            <a:custGeom>
              <a:avLst/>
              <a:gdLst>
                <a:gd name="T0" fmla="*/ 22 w 62"/>
                <a:gd name="T1" fmla="*/ 9 h 93"/>
                <a:gd name="T2" fmla="*/ 17 w 62"/>
                <a:gd name="T3" fmla="*/ 0 h 93"/>
                <a:gd name="T4" fmla="*/ 12 w 62"/>
                <a:gd name="T5" fmla="*/ 2 h 93"/>
                <a:gd name="T6" fmla="*/ 9 w 62"/>
                <a:gd name="T7" fmla="*/ 6 h 93"/>
                <a:gd name="T8" fmla="*/ 9 w 62"/>
                <a:gd name="T9" fmla="*/ 15 h 93"/>
                <a:gd name="T10" fmla="*/ 9 w 62"/>
                <a:gd name="T11" fmla="*/ 16 h 93"/>
                <a:gd name="T12" fmla="*/ 1 w 62"/>
                <a:gd name="T13" fmla="*/ 78 h 93"/>
                <a:gd name="T14" fmla="*/ 0 w 62"/>
                <a:gd name="T15" fmla="*/ 87 h 93"/>
                <a:gd name="T16" fmla="*/ 2 w 62"/>
                <a:gd name="T17" fmla="*/ 91 h 93"/>
                <a:gd name="T18" fmla="*/ 6 w 62"/>
                <a:gd name="T19" fmla="*/ 93 h 93"/>
                <a:gd name="T20" fmla="*/ 10 w 62"/>
                <a:gd name="T21" fmla="*/ 91 h 93"/>
                <a:gd name="T22" fmla="*/ 13 w 62"/>
                <a:gd name="T23" fmla="*/ 84 h 93"/>
                <a:gd name="T24" fmla="*/ 15 w 62"/>
                <a:gd name="T25" fmla="*/ 64 h 93"/>
                <a:gd name="T26" fmla="*/ 17 w 62"/>
                <a:gd name="T27" fmla="*/ 54 h 93"/>
                <a:gd name="T28" fmla="*/ 24 w 62"/>
                <a:gd name="T29" fmla="*/ 58 h 93"/>
                <a:gd name="T30" fmla="*/ 49 w 62"/>
                <a:gd name="T31" fmla="*/ 45 h 93"/>
                <a:gd name="T32" fmla="*/ 62 w 62"/>
                <a:gd name="T33" fmla="*/ 16 h 93"/>
                <a:gd name="T34" fmla="*/ 58 w 62"/>
                <a:gd name="T35" fmla="*/ 5 h 93"/>
                <a:gd name="T36" fmla="*/ 48 w 62"/>
                <a:gd name="T37" fmla="*/ 1 h 93"/>
                <a:gd name="T38" fmla="*/ 34 w 62"/>
                <a:gd name="T39" fmla="*/ 8 h 93"/>
                <a:gd name="T40" fmla="*/ 20 w 62"/>
                <a:gd name="T41" fmla="*/ 24 h 93"/>
                <a:gd name="T42" fmla="*/ 21 w 62"/>
                <a:gd name="T43" fmla="*/ 20 h 93"/>
                <a:gd name="T44" fmla="*/ 22 w 62"/>
                <a:gd name="T45" fmla="*/ 9 h 93"/>
                <a:gd name="T46" fmla="*/ 30 w 62"/>
                <a:gd name="T47" fmla="*/ 25 h 93"/>
                <a:gd name="T48" fmla="*/ 46 w 62"/>
                <a:gd name="T49" fmla="*/ 13 h 93"/>
                <a:gd name="T50" fmla="*/ 48 w 62"/>
                <a:gd name="T51" fmla="*/ 14 h 93"/>
                <a:gd name="T52" fmla="*/ 49 w 62"/>
                <a:gd name="T53" fmla="*/ 19 h 93"/>
                <a:gd name="T54" fmla="*/ 41 w 62"/>
                <a:gd name="T55" fmla="*/ 38 h 93"/>
                <a:gd name="T56" fmla="*/ 26 w 62"/>
                <a:gd name="T57" fmla="*/ 48 h 93"/>
                <a:gd name="T58" fmla="*/ 22 w 62"/>
                <a:gd name="T59" fmla="*/ 47 h 93"/>
                <a:gd name="T60" fmla="*/ 21 w 62"/>
                <a:gd name="T61" fmla="*/ 44 h 93"/>
                <a:gd name="T62" fmla="*/ 30 w 62"/>
                <a:gd name="T63" fmla="*/ 25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2" h="93">
                  <a:moveTo>
                    <a:pt x="22" y="9"/>
                  </a:moveTo>
                  <a:cubicBezTo>
                    <a:pt x="22" y="3"/>
                    <a:pt x="20" y="0"/>
                    <a:pt x="17" y="0"/>
                  </a:cubicBezTo>
                  <a:cubicBezTo>
                    <a:pt x="15" y="0"/>
                    <a:pt x="13" y="1"/>
                    <a:pt x="12" y="2"/>
                  </a:cubicBezTo>
                  <a:cubicBezTo>
                    <a:pt x="10" y="3"/>
                    <a:pt x="10" y="4"/>
                    <a:pt x="9" y="6"/>
                  </a:cubicBezTo>
                  <a:cubicBezTo>
                    <a:pt x="9" y="7"/>
                    <a:pt x="9" y="10"/>
                    <a:pt x="9" y="15"/>
                  </a:cubicBezTo>
                  <a:cubicBezTo>
                    <a:pt x="9" y="16"/>
                    <a:pt x="9" y="16"/>
                    <a:pt x="9" y="16"/>
                  </a:cubicBezTo>
                  <a:cubicBezTo>
                    <a:pt x="9" y="37"/>
                    <a:pt x="6" y="58"/>
                    <a:pt x="1" y="78"/>
                  </a:cubicBezTo>
                  <a:cubicBezTo>
                    <a:pt x="0" y="82"/>
                    <a:pt x="0" y="85"/>
                    <a:pt x="0" y="87"/>
                  </a:cubicBezTo>
                  <a:cubicBezTo>
                    <a:pt x="0" y="89"/>
                    <a:pt x="0" y="90"/>
                    <a:pt x="2" y="91"/>
                  </a:cubicBezTo>
                  <a:cubicBezTo>
                    <a:pt x="3" y="92"/>
                    <a:pt x="4" y="93"/>
                    <a:pt x="6" y="93"/>
                  </a:cubicBezTo>
                  <a:cubicBezTo>
                    <a:pt x="8" y="93"/>
                    <a:pt x="9" y="92"/>
                    <a:pt x="10" y="91"/>
                  </a:cubicBezTo>
                  <a:cubicBezTo>
                    <a:pt x="11" y="90"/>
                    <a:pt x="12" y="87"/>
                    <a:pt x="13" y="84"/>
                  </a:cubicBezTo>
                  <a:cubicBezTo>
                    <a:pt x="15" y="64"/>
                    <a:pt x="15" y="64"/>
                    <a:pt x="15" y="64"/>
                  </a:cubicBezTo>
                  <a:cubicBezTo>
                    <a:pt x="16" y="60"/>
                    <a:pt x="16" y="56"/>
                    <a:pt x="17" y="54"/>
                  </a:cubicBezTo>
                  <a:cubicBezTo>
                    <a:pt x="18" y="57"/>
                    <a:pt x="20" y="58"/>
                    <a:pt x="24" y="58"/>
                  </a:cubicBezTo>
                  <a:cubicBezTo>
                    <a:pt x="32" y="58"/>
                    <a:pt x="41" y="54"/>
                    <a:pt x="49" y="45"/>
                  </a:cubicBezTo>
                  <a:cubicBezTo>
                    <a:pt x="58" y="36"/>
                    <a:pt x="62" y="26"/>
                    <a:pt x="62" y="16"/>
                  </a:cubicBezTo>
                  <a:cubicBezTo>
                    <a:pt x="62" y="11"/>
                    <a:pt x="60" y="8"/>
                    <a:pt x="58" y="5"/>
                  </a:cubicBezTo>
                  <a:cubicBezTo>
                    <a:pt x="55" y="3"/>
                    <a:pt x="52" y="1"/>
                    <a:pt x="48" y="1"/>
                  </a:cubicBezTo>
                  <a:cubicBezTo>
                    <a:pt x="44" y="1"/>
                    <a:pt x="39" y="4"/>
                    <a:pt x="34" y="8"/>
                  </a:cubicBezTo>
                  <a:cubicBezTo>
                    <a:pt x="29" y="12"/>
                    <a:pt x="24" y="17"/>
                    <a:pt x="20" y="24"/>
                  </a:cubicBezTo>
                  <a:cubicBezTo>
                    <a:pt x="21" y="20"/>
                    <a:pt x="21" y="20"/>
                    <a:pt x="21" y="20"/>
                  </a:cubicBezTo>
                  <a:cubicBezTo>
                    <a:pt x="22" y="15"/>
                    <a:pt x="22" y="11"/>
                    <a:pt x="22" y="9"/>
                  </a:cubicBezTo>
                  <a:close/>
                  <a:moveTo>
                    <a:pt x="30" y="25"/>
                  </a:moveTo>
                  <a:cubicBezTo>
                    <a:pt x="37" y="17"/>
                    <a:pt x="42" y="13"/>
                    <a:pt x="46" y="13"/>
                  </a:cubicBezTo>
                  <a:cubicBezTo>
                    <a:pt x="47" y="13"/>
                    <a:pt x="48" y="13"/>
                    <a:pt x="48" y="14"/>
                  </a:cubicBezTo>
                  <a:cubicBezTo>
                    <a:pt x="49" y="15"/>
                    <a:pt x="49" y="17"/>
                    <a:pt x="49" y="19"/>
                  </a:cubicBezTo>
                  <a:cubicBezTo>
                    <a:pt x="49" y="25"/>
                    <a:pt x="47" y="31"/>
                    <a:pt x="41" y="38"/>
                  </a:cubicBezTo>
                  <a:cubicBezTo>
                    <a:pt x="35" y="45"/>
                    <a:pt x="31" y="48"/>
                    <a:pt x="26" y="48"/>
                  </a:cubicBezTo>
                  <a:cubicBezTo>
                    <a:pt x="25" y="48"/>
                    <a:pt x="23" y="48"/>
                    <a:pt x="22" y="47"/>
                  </a:cubicBezTo>
                  <a:cubicBezTo>
                    <a:pt x="21" y="46"/>
                    <a:pt x="21" y="45"/>
                    <a:pt x="21" y="44"/>
                  </a:cubicBezTo>
                  <a:cubicBezTo>
                    <a:pt x="21" y="39"/>
                    <a:pt x="24" y="33"/>
                    <a:pt x="30"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 name="Freeform 414"/>
            <p:cNvSpPr>
              <a:spLocks noEditPoints="1"/>
            </p:cNvSpPr>
            <p:nvPr/>
          </p:nvSpPr>
          <p:spPr bwMode="auto">
            <a:xfrm>
              <a:off x="8923338" y="4552951"/>
              <a:ext cx="74613" cy="85725"/>
            </a:xfrm>
            <a:custGeom>
              <a:avLst/>
              <a:gdLst>
                <a:gd name="T0" fmla="*/ 31 w 50"/>
                <a:gd name="T1" fmla="*/ 0 h 57"/>
                <a:gd name="T2" fmla="*/ 9 w 50"/>
                <a:gd name="T3" fmla="*/ 12 h 57"/>
                <a:gd name="T4" fmla="*/ 0 w 50"/>
                <a:gd name="T5" fmla="*/ 38 h 57"/>
                <a:gd name="T6" fmla="*/ 5 w 50"/>
                <a:gd name="T7" fmla="*/ 51 h 57"/>
                <a:gd name="T8" fmla="*/ 17 w 50"/>
                <a:gd name="T9" fmla="*/ 57 h 57"/>
                <a:gd name="T10" fmla="*/ 36 w 50"/>
                <a:gd name="T11" fmla="*/ 49 h 57"/>
                <a:gd name="T12" fmla="*/ 49 w 50"/>
                <a:gd name="T13" fmla="*/ 29 h 57"/>
                <a:gd name="T14" fmla="*/ 49 w 50"/>
                <a:gd name="T15" fmla="*/ 29 h 57"/>
                <a:gd name="T16" fmla="*/ 50 w 50"/>
                <a:gd name="T17" fmla="*/ 21 h 57"/>
                <a:gd name="T18" fmla="*/ 45 w 50"/>
                <a:gd name="T19" fmla="*/ 6 h 57"/>
                <a:gd name="T20" fmla="*/ 31 w 50"/>
                <a:gd name="T21" fmla="*/ 0 h 57"/>
                <a:gd name="T22" fmla="*/ 31 w 50"/>
                <a:gd name="T23" fmla="*/ 39 h 57"/>
                <a:gd name="T24" fmla="*/ 18 w 50"/>
                <a:gd name="T25" fmla="*/ 46 h 57"/>
                <a:gd name="T26" fmla="*/ 14 w 50"/>
                <a:gd name="T27" fmla="*/ 44 h 57"/>
                <a:gd name="T28" fmla="*/ 13 w 50"/>
                <a:gd name="T29" fmla="*/ 37 h 57"/>
                <a:gd name="T30" fmla="*/ 16 w 50"/>
                <a:gd name="T31" fmla="*/ 23 h 57"/>
                <a:gd name="T32" fmla="*/ 23 w 50"/>
                <a:gd name="T33" fmla="*/ 13 h 57"/>
                <a:gd name="T34" fmla="*/ 23 w 50"/>
                <a:gd name="T35" fmla="*/ 13 h 57"/>
                <a:gd name="T36" fmla="*/ 30 w 50"/>
                <a:gd name="T37" fmla="*/ 10 h 57"/>
                <a:gd name="T38" fmla="*/ 36 w 50"/>
                <a:gd name="T39" fmla="*/ 14 h 57"/>
                <a:gd name="T40" fmla="*/ 38 w 50"/>
                <a:gd name="T41" fmla="*/ 22 h 57"/>
                <a:gd name="T42" fmla="*/ 31 w 50"/>
                <a:gd name="T43" fmla="*/ 39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 h="57">
                  <a:moveTo>
                    <a:pt x="31" y="0"/>
                  </a:moveTo>
                  <a:cubicBezTo>
                    <a:pt x="22" y="0"/>
                    <a:pt x="15" y="4"/>
                    <a:pt x="9" y="12"/>
                  </a:cubicBezTo>
                  <a:cubicBezTo>
                    <a:pt x="3" y="21"/>
                    <a:pt x="0" y="29"/>
                    <a:pt x="0" y="38"/>
                  </a:cubicBezTo>
                  <a:cubicBezTo>
                    <a:pt x="0" y="43"/>
                    <a:pt x="2" y="48"/>
                    <a:pt x="5" y="51"/>
                  </a:cubicBezTo>
                  <a:cubicBezTo>
                    <a:pt x="8" y="55"/>
                    <a:pt x="12" y="57"/>
                    <a:pt x="17" y="57"/>
                  </a:cubicBezTo>
                  <a:cubicBezTo>
                    <a:pt x="24" y="57"/>
                    <a:pt x="30" y="54"/>
                    <a:pt x="36" y="49"/>
                  </a:cubicBezTo>
                  <a:cubicBezTo>
                    <a:pt x="43" y="43"/>
                    <a:pt x="47" y="37"/>
                    <a:pt x="49" y="29"/>
                  </a:cubicBezTo>
                  <a:cubicBezTo>
                    <a:pt x="49" y="29"/>
                    <a:pt x="49" y="29"/>
                    <a:pt x="49" y="29"/>
                  </a:cubicBezTo>
                  <a:cubicBezTo>
                    <a:pt x="50" y="26"/>
                    <a:pt x="50" y="24"/>
                    <a:pt x="50" y="21"/>
                  </a:cubicBezTo>
                  <a:cubicBezTo>
                    <a:pt x="50" y="15"/>
                    <a:pt x="48" y="10"/>
                    <a:pt x="45" y="6"/>
                  </a:cubicBezTo>
                  <a:cubicBezTo>
                    <a:pt x="41" y="2"/>
                    <a:pt x="36" y="0"/>
                    <a:pt x="31" y="0"/>
                  </a:cubicBezTo>
                  <a:close/>
                  <a:moveTo>
                    <a:pt x="31" y="39"/>
                  </a:moveTo>
                  <a:cubicBezTo>
                    <a:pt x="27" y="44"/>
                    <a:pt x="22" y="46"/>
                    <a:pt x="18" y="46"/>
                  </a:cubicBezTo>
                  <a:cubicBezTo>
                    <a:pt x="17" y="46"/>
                    <a:pt x="15" y="45"/>
                    <a:pt x="14" y="44"/>
                  </a:cubicBezTo>
                  <a:cubicBezTo>
                    <a:pt x="13" y="42"/>
                    <a:pt x="13" y="39"/>
                    <a:pt x="13" y="37"/>
                  </a:cubicBezTo>
                  <a:cubicBezTo>
                    <a:pt x="13" y="32"/>
                    <a:pt x="14" y="27"/>
                    <a:pt x="16" y="23"/>
                  </a:cubicBezTo>
                  <a:cubicBezTo>
                    <a:pt x="18" y="18"/>
                    <a:pt x="21" y="15"/>
                    <a:pt x="23" y="13"/>
                  </a:cubicBezTo>
                  <a:cubicBezTo>
                    <a:pt x="23" y="13"/>
                    <a:pt x="23" y="13"/>
                    <a:pt x="23" y="13"/>
                  </a:cubicBezTo>
                  <a:cubicBezTo>
                    <a:pt x="25" y="11"/>
                    <a:pt x="27" y="10"/>
                    <a:pt x="30" y="10"/>
                  </a:cubicBezTo>
                  <a:cubicBezTo>
                    <a:pt x="32" y="10"/>
                    <a:pt x="34" y="11"/>
                    <a:pt x="36" y="14"/>
                  </a:cubicBezTo>
                  <a:cubicBezTo>
                    <a:pt x="37" y="16"/>
                    <a:pt x="38" y="19"/>
                    <a:pt x="38" y="22"/>
                  </a:cubicBezTo>
                  <a:cubicBezTo>
                    <a:pt x="38" y="28"/>
                    <a:pt x="36" y="34"/>
                    <a:pt x="31"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 name="Freeform 415"/>
            <p:cNvSpPr>
              <a:spLocks/>
            </p:cNvSpPr>
            <p:nvPr/>
          </p:nvSpPr>
          <p:spPr bwMode="auto">
            <a:xfrm>
              <a:off x="9010650" y="4557713"/>
              <a:ext cx="95250" cy="77788"/>
            </a:xfrm>
            <a:custGeom>
              <a:avLst/>
              <a:gdLst>
                <a:gd name="T0" fmla="*/ 62 w 64"/>
                <a:gd name="T1" fmla="*/ 38 h 52"/>
                <a:gd name="T2" fmla="*/ 59 w 64"/>
                <a:gd name="T3" fmla="*/ 39 h 52"/>
                <a:gd name="T4" fmla="*/ 56 w 64"/>
                <a:gd name="T5" fmla="*/ 39 h 52"/>
                <a:gd name="T6" fmla="*/ 51 w 64"/>
                <a:gd name="T7" fmla="*/ 20 h 52"/>
                <a:gd name="T8" fmla="*/ 38 w 64"/>
                <a:gd name="T9" fmla="*/ 2 h 52"/>
                <a:gd name="T10" fmla="*/ 13 w 64"/>
                <a:gd name="T11" fmla="*/ 27 h 52"/>
                <a:gd name="T12" fmla="*/ 16 w 64"/>
                <a:gd name="T13" fmla="*/ 9 h 52"/>
                <a:gd name="T14" fmla="*/ 15 w 64"/>
                <a:gd name="T15" fmla="*/ 1 h 52"/>
                <a:gd name="T16" fmla="*/ 10 w 64"/>
                <a:gd name="T17" fmla="*/ 0 h 52"/>
                <a:gd name="T18" fmla="*/ 6 w 64"/>
                <a:gd name="T19" fmla="*/ 2 h 52"/>
                <a:gd name="T20" fmla="*/ 4 w 64"/>
                <a:gd name="T21" fmla="*/ 7 h 52"/>
                <a:gd name="T22" fmla="*/ 2 w 64"/>
                <a:gd name="T23" fmla="*/ 34 h 52"/>
                <a:gd name="T24" fmla="*/ 0 w 64"/>
                <a:gd name="T25" fmla="*/ 45 h 52"/>
                <a:gd name="T26" fmla="*/ 8 w 64"/>
                <a:gd name="T27" fmla="*/ 52 h 52"/>
                <a:gd name="T28" fmla="*/ 10 w 64"/>
                <a:gd name="T29" fmla="*/ 51 h 52"/>
                <a:gd name="T30" fmla="*/ 12 w 64"/>
                <a:gd name="T31" fmla="*/ 47 h 52"/>
                <a:gd name="T32" fmla="*/ 23 w 64"/>
                <a:gd name="T33" fmla="*/ 28 h 52"/>
                <a:gd name="T34" fmla="*/ 35 w 64"/>
                <a:gd name="T35" fmla="*/ 14 h 52"/>
                <a:gd name="T36" fmla="*/ 40 w 64"/>
                <a:gd name="T37" fmla="*/ 27 h 52"/>
                <a:gd name="T38" fmla="*/ 44 w 64"/>
                <a:gd name="T39" fmla="*/ 44 h 52"/>
                <a:gd name="T40" fmla="*/ 44 w 64"/>
                <a:gd name="T41" fmla="*/ 44 h 52"/>
                <a:gd name="T42" fmla="*/ 52 w 64"/>
                <a:gd name="T43" fmla="*/ 49 h 52"/>
                <a:gd name="T44" fmla="*/ 61 w 64"/>
                <a:gd name="T45" fmla="*/ 46 h 52"/>
                <a:gd name="T46" fmla="*/ 64 w 64"/>
                <a:gd name="T47" fmla="*/ 41 h 52"/>
                <a:gd name="T48" fmla="*/ 62 w 64"/>
                <a:gd name="T49" fmla="*/ 3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4" h="52">
                  <a:moveTo>
                    <a:pt x="62" y="38"/>
                  </a:moveTo>
                  <a:cubicBezTo>
                    <a:pt x="61" y="38"/>
                    <a:pt x="60" y="38"/>
                    <a:pt x="59" y="39"/>
                  </a:cubicBezTo>
                  <a:cubicBezTo>
                    <a:pt x="58" y="39"/>
                    <a:pt x="57" y="39"/>
                    <a:pt x="56" y="39"/>
                  </a:cubicBezTo>
                  <a:cubicBezTo>
                    <a:pt x="54" y="39"/>
                    <a:pt x="53" y="33"/>
                    <a:pt x="51" y="20"/>
                  </a:cubicBezTo>
                  <a:cubicBezTo>
                    <a:pt x="50" y="8"/>
                    <a:pt x="45" y="2"/>
                    <a:pt x="38" y="2"/>
                  </a:cubicBezTo>
                  <a:cubicBezTo>
                    <a:pt x="29" y="2"/>
                    <a:pt x="21" y="10"/>
                    <a:pt x="13" y="27"/>
                  </a:cubicBezTo>
                  <a:cubicBezTo>
                    <a:pt x="15" y="18"/>
                    <a:pt x="16" y="12"/>
                    <a:pt x="16" y="9"/>
                  </a:cubicBezTo>
                  <a:cubicBezTo>
                    <a:pt x="16" y="5"/>
                    <a:pt x="16" y="2"/>
                    <a:pt x="15" y="1"/>
                  </a:cubicBezTo>
                  <a:cubicBezTo>
                    <a:pt x="14" y="0"/>
                    <a:pt x="12" y="0"/>
                    <a:pt x="10" y="0"/>
                  </a:cubicBezTo>
                  <a:cubicBezTo>
                    <a:pt x="9" y="0"/>
                    <a:pt x="7" y="1"/>
                    <a:pt x="6" y="2"/>
                  </a:cubicBezTo>
                  <a:cubicBezTo>
                    <a:pt x="4" y="4"/>
                    <a:pt x="4" y="6"/>
                    <a:pt x="4" y="7"/>
                  </a:cubicBezTo>
                  <a:cubicBezTo>
                    <a:pt x="4" y="18"/>
                    <a:pt x="3" y="27"/>
                    <a:pt x="2" y="34"/>
                  </a:cubicBezTo>
                  <a:cubicBezTo>
                    <a:pt x="1" y="40"/>
                    <a:pt x="0" y="43"/>
                    <a:pt x="0" y="45"/>
                  </a:cubicBezTo>
                  <a:cubicBezTo>
                    <a:pt x="0" y="50"/>
                    <a:pt x="3" y="52"/>
                    <a:pt x="8" y="52"/>
                  </a:cubicBezTo>
                  <a:cubicBezTo>
                    <a:pt x="9" y="52"/>
                    <a:pt x="9" y="51"/>
                    <a:pt x="10" y="51"/>
                  </a:cubicBezTo>
                  <a:cubicBezTo>
                    <a:pt x="11" y="50"/>
                    <a:pt x="12" y="49"/>
                    <a:pt x="12" y="47"/>
                  </a:cubicBezTo>
                  <a:cubicBezTo>
                    <a:pt x="13" y="43"/>
                    <a:pt x="17" y="37"/>
                    <a:pt x="23" y="28"/>
                  </a:cubicBezTo>
                  <a:cubicBezTo>
                    <a:pt x="29" y="19"/>
                    <a:pt x="33" y="14"/>
                    <a:pt x="35" y="14"/>
                  </a:cubicBezTo>
                  <a:cubicBezTo>
                    <a:pt x="38" y="14"/>
                    <a:pt x="40" y="18"/>
                    <a:pt x="40" y="27"/>
                  </a:cubicBezTo>
                  <a:cubicBezTo>
                    <a:pt x="41" y="35"/>
                    <a:pt x="42" y="41"/>
                    <a:pt x="44" y="44"/>
                  </a:cubicBezTo>
                  <a:cubicBezTo>
                    <a:pt x="44" y="44"/>
                    <a:pt x="44" y="44"/>
                    <a:pt x="44" y="44"/>
                  </a:cubicBezTo>
                  <a:cubicBezTo>
                    <a:pt x="46" y="47"/>
                    <a:pt x="48" y="49"/>
                    <a:pt x="52" y="49"/>
                  </a:cubicBezTo>
                  <a:cubicBezTo>
                    <a:pt x="56" y="49"/>
                    <a:pt x="58" y="48"/>
                    <a:pt x="61" y="46"/>
                  </a:cubicBezTo>
                  <a:cubicBezTo>
                    <a:pt x="63" y="44"/>
                    <a:pt x="64" y="42"/>
                    <a:pt x="64" y="41"/>
                  </a:cubicBezTo>
                  <a:cubicBezTo>
                    <a:pt x="64" y="39"/>
                    <a:pt x="63" y="38"/>
                    <a:pt x="62"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 name="Freeform 416"/>
            <p:cNvSpPr>
              <a:spLocks/>
            </p:cNvSpPr>
            <p:nvPr/>
          </p:nvSpPr>
          <p:spPr bwMode="auto">
            <a:xfrm>
              <a:off x="9105900" y="4548188"/>
              <a:ext cx="61913" cy="92075"/>
            </a:xfrm>
            <a:custGeom>
              <a:avLst/>
              <a:gdLst>
                <a:gd name="T0" fmla="*/ 23 w 42"/>
                <a:gd name="T1" fmla="*/ 14 h 62"/>
                <a:gd name="T2" fmla="*/ 33 w 42"/>
                <a:gd name="T3" fmla="*/ 11 h 62"/>
                <a:gd name="T4" fmla="*/ 35 w 42"/>
                <a:gd name="T5" fmla="*/ 12 h 62"/>
                <a:gd name="T6" fmla="*/ 37 w 42"/>
                <a:gd name="T7" fmla="*/ 13 h 62"/>
                <a:gd name="T8" fmla="*/ 40 w 42"/>
                <a:gd name="T9" fmla="*/ 11 h 62"/>
                <a:gd name="T10" fmla="*/ 42 w 42"/>
                <a:gd name="T11" fmla="*/ 8 h 62"/>
                <a:gd name="T12" fmla="*/ 33 w 42"/>
                <a:gd name="T13" fmla="*/ 0 h 62"/>
                <a:gd name="T14" fmla="*/ 15 w 42"/>
                <a:gd name="T15" fmla="*/ 7 h 62"/>
                <a:gd name="T16" fmla="*/ 5 w 42"/>
                <a:gd name="T17" fmla="*/ 23 h 62"/>
                <a:gd name="T18" fmla="*/ 8 w 42"/>
                <a:gd name="T19" fmla="*/ 30 h 62"/>
                <a:gd name="T20" fmla="*/ 21 w 42"/>
                <a:gd name="T21" fmla="*/ 39 h 62"/>
                <a:gd name="T22" fmla="*/ 30 w 42"/>
                <a:gd name="T23" fmla="*/ 46 h 62"/>
                <a:gd name="T24" fmla="*/ 23 w 42"/>
                <a:gd name="T25" fmla="*/ 49 h 62"/>
                <a:gd name="T26" fmla="*/ 13 w 42"/>
                <a:gd name="T27" fmla="*/ 51 h 62"/>
                <a:gd name="T28" fmla="*/ 9 w 42"/>
                <a:gd name="T29" fmla="*/ 50 h 62"/>
                <a:gd name="T30" fmla="*/ 6 w 42"/>
                <a:gd name="T31" fmla="*/ 49 h 62"/>
                <a:gd name="T32" fmla="*/ 2 w 42"/>
                <a:gd name="T33" fmla="*/ 51 h 62"/>
                <a:gd name="T34" fmla="*/ 0 w 42"/>
                <a:gd name="T35" fmla="*/ 55 h 62"/>
                <a:gd name="T36" fmla="*/ 9 w 42"/>
                <a:gd name="T37" fmla="*/ 62 h 62"/>
                <a:gd name="T38" fmla="*/ 31 w 42"/>
                <a:gd name="T39" fmla="*/ 57 h 62"/>
                <a:gd name="T40" fmla="*/ 41 w 42"/>
                <a:gd name="T41" fmla="*/ 45 h 62"/>
                <a:gd name="T42" fmla="*/ 39 w 42"/>
                <a:gd name="T43" fmla="*/ 37 h 62"/>
                <a:gd name="T44" fmla="*/ 27 w 42"/>
                <a:gd name="T45" fmla="*/ 30 h 62"/>
                <a:gd name="T46" fmla="*/ 19 w 42"/>
                <a:gd name="T47" fmla="*/ 25 h 62"/>
                <a:gd name="T48" fmla="*/ 17 w 42"/>
                <a:gd name="T49" fmla="*/ 21 h 62"/>
                <a:gd name="T50" fmla="*/ 23 w 42"/>
                <a:gd name="T51" fmla="*/ 1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 h="62">
                  <a:moveTo>
                    <a:pt x="23" y="14"/>
                  </a:moveTo>
                  <a:cubicBezTo>
                    <a:pt x="26" y="12"/>
                    <a:pt x="30" y="11"/>
                    <a:pt x="33" y="11"/>
                  </a:cubicBezTo>
                  <a:cubicBezTo>
                    <a:pt x="33" y="11"/>
                    <a:pt x="34" y="12"/>
                    <a:pt x="35" y="12"/>
                  </a:cubicBezTo>
                  <a:cubicBezTo>
                    <a:pt x="36" y="12"/>
                    <a:pt x="36" y="13"/>
                    <a:pt x="37" y="13"/>
                  </a:cubicBezTo>
                  <a:cubicBezTo>
                    <a:pt x="38" y="13"/>
                    <a:pt x="39" y="12"/>
                    <a:pt x="40" y="11"/>
                  </a:cubicBezTo>
                  <a:cubicBezTo>
                    <a:pt x="41" y="10"/>
                    <a:pt x="42" y="9"/>
                    <a:pt x="42" y="8"/>
                  </a:cubicBezTo>
                  <a:cubicBezTo>
                    <a:pt x="42" y="3"/>
                    <a:pt x="39" y="0"/>
                    <a:pt x="33" y="0"/>
                  </a:cubicBezTo>
                  <a:cubicBezTo>
                    <a:pt x="28" y="0"/>
                    <a:pt x="21" y="2"/>
                    <a:pt x="15" y="7"/>
                  </a:cubicBezTo>
                  <a:cubicBezTo>
                    <a:pt x="8" y="11"/>
                    <a:pt x="5" y="17"/>
                    <a:pt x="5" y="23"/>
                  </a:cubicBezTo>
                  <a:cubicBezTo>
                    <a:pt x="5" y="25"/>
                    <a:pt x="6" y="28"/>
                    <a:pt x="8" y="30"/>
                  </a:cubicBezTo>
                  <a:cubicBezTo>
                    <a:pt x="10" y="33"/>
                    <a:pt x="14" y="36"/>
                    <a:pt x="21" y="39"/>
                  </a:cubicBezTo>
                  <a:cubicBezTo>
                    <a:pt x="27" y="42"/>
                    <a:pt x="29" y="44"/>
                    <a:pt x="30" y="46"/>
                  </a:cubicBezTo>
                  <a:cubicBezTo>
                    <a:pt x="28" y="47"/>
                    <a:pt x="26" y="48"/>
                    <a:pt x="23" y="49"/>
                  </a:cubicBezTo>
                  <a:cubicBezTo>
                    <a:pt x="19" y="50"/>
                    <a:pt x="16" y="51"/>
                    <a:pt x="13" y="51"/>
                  </a:cubicBezTo>
                  <a:cubicBezTo>
                    <a:pt x="12" y="51"/>
                    <a:pt x="10" y="51"/>
                    <a:pt x="9" y="50"/>
                  </a:cubicBezTo>
                  <a:cubicBezTo>
                    <a:pt x="8" y="50"/>
                    <a:pt x="7" y="49"/>
                    <a:pt x="6" y="49"/>
                  </a:cubicBezTo>
                  <a:cubicBezTo>
                    <a:pt x="5" y="49"/>
                    <a:pt x="3" y="50"/>
                    <a:pt x="2" y="51"/>
                  </a:cubicBezTo>
                  <a:cubicBezTo>
                    <a:pt x="1" y="52"/>
                    <a:pt x="0" y="54"/>
                    <a:pt x="0" y="55"/>
                  </a:cubicBezTo>
                  <a:cubicBezTo>
                    <a:pt x="0" y="60"/>
                    <a:pt x="3" y="62"/>
                    <a:pt x="9" y="62"/>
                  </a:cubicBezTo>
                  <a:cubicBezTo>
                    <a:pt x="17" y="62"/>
                    <a:pt x="25" y="60"/>
                    <a:pt x="31" y="57"/>
                  </a:cubicBezTo>
                  <a:cubicBezTo>
                    <a:pt x="38" y="54"/>
                    <a:pt x="41" y="50"/>
                    <a:pt x="41" y="45"/>
                  </a:cubicBezTo>
                  <a:cubicBezTo>
                    <a:pt x="41" y="42"/>
                    <a:pt x="40" y="39"/>
                    <a:pt x="39" y="37"/>
                  </a:cubicBezTo>
                  <a:cubicBezTo>
                    <a:pt x="37" y="35"/>
                    <a:pt x="33" y="33"/>
                    <a:pt x="27" y="30"/>
                  </a:cubicBezTo>
                  <a:cubicBezTo>
                    <a:pt x="23" y="28"/>
                    <a:pt x="21" y="26"/>
                    <a:pt x="19" y="25"/>
                  </a:cubicBezTo>
                  <a:cubicBezTo>
                    <a:pt x="18" y="24"/>
                    <a:pt x="17" y="23"/>
                    <a:pt x="17" y="21"/>
                  </a:cubicBezTo>
                  <a:cubicBezTo>
                    <a:pt x="17" y="19"/>
                    <a:pt x="19" y="16"/>
                    <a:pt x="23"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 name="Freeform 417"/>
            <p:cNvSpPr>
              <a:spLocks noEditPoints="1"/>
            </p:cNvSpPr>
            <p:nvPr/>
          </p:nvSpPr>
          <p:spPr bwMode="auto">
            <a:xfrm>
              <a:off x="9177338" y="4552951"/>
              <a:ext cx="74613" cy="85725"/>
            </a:xfrm>
            <a:custGeom>
              <a:avLst/>
              <a:gdLst>
                <a:gd name="T0" fmla="*/ 49 w 50"/>
                <a:gd name="T1" fmla="*/ 29 h 57"/>
                <a:gd name="T2" fmla="*/ 49 w 50"/>
                <a:gd name="T3" fmla="*/ 29 h 57"/>
                <a:gd name="T4" fmla="*/ 50 w 50"/>
                <a:gd name="T5" fmla="*/ 21 h 57"/>
                <a:gd name="T6" fmla="*/ 45 w 50"/>
                <a:gd name="T7" fmla="*/ 6 h 57"/>
                <a:gd name="T8" fmla="*/ 31 w 50"/>
                <a:gd name="T9" fmla="*/ 0 h 57"/>
                <a:gd name="T10" fmla="*/ 9 w 50"/>
                <a:gd name="T11" fmla="*/ 12 h 57"/>
                <a:gd name="T12" fmla="*/ 0 w 50"/>
                <a:gd name="T13" fmla="*/ 38 h 57"/>
                <a:gd name="T14" fmla="*/ 5 w 50"/>
                <a:gd name="T15" fmla="*/ 51 h 57"/>
                <a:gd name="T16" fmla="*/ 17 w 50"/>
                <a:gd name="T17" fmla="*/ 57 h 57"/>
                <a:gd name="T18" fmla="*/ 36 w 50"/>
                <a:gd name="T19" fmla="*/ 49 h 57"/>
                <a:gd name="T20" fmla="*/ 49 w 50"/>
                <a:gd name="T21" fmla="*/ 29 h 57"/>
                <a:gd name="T22" fmla="*/ 18 w 50"/>
                <a:gd name="T23" fmla="*/ 46 h 57"/>
                <a:gd name="T24" fmla="*/ 14 w 50"/>
                <a:gd name="T25" fmla="*/ 44 h 57"/>
                <a:gd name="T26" fmla="*/ 13 w 50"/>
                <a:gd name="T27" fmla="*/ 37 h 57"/>
                <a:gd name="T28" fmla="*/ 16 w 50"/>
                <a:gd name="T29" fmla="*/ 23 h 57"/>
                <a:gd name="T30" fmla="*/ 23 w 50"/>
                <a:gd name="T31" fmla="*/ 13 h 57"/>
                <a:gd name="T32" fmla="*/ 23 w 50"/>
                <a:gd name="T33" fmla="*/ 13 h 57"/>
                <a:gd name="T34" fmla="*/ 30 w 50"/>
                <a:gd name="T35" fmla="*/ 10 h 57"/>
                <a:gd name="T36" fmla="*/ 36 w 50"/>
                <a:gd name="T37" fmla="*/ 14 h 57"/>
                <a:gd name="T38" fmla="*/ 38 w 50"/>
                <a:gd name="T39" fmla="*/ 22 h 57"/>
                <a:gd name="T40" fmla="*/ 31 w 50"/>
                <a:gd name="T41" fmla="*/ 39 h 57"/>
                <a:gd name="T42" fmla="*/ 18 w 50"/>
                <a:gd name="T43" fmla="*/ 4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 h="57">
                  <a:moveTo>
                    <a:pt x="49" y="29"/>
                  </a:moveTo>
                  <a:cubicBezTo>
                    <a:pt x="49" y="29"/>
                    <a:pt x="49" y="29"/>
                    <a:pt x="49" y="29"/>
                  </a:cubicBezTo>
                  <a:cubicBezTo>
                    <a:pt x="50" y="26"/>
                    <a:pt x="50" y="24"/>
                    <a:pt x="50" y="21"/>
                  </a:cubicBezTo>
                  <a:cubicBezTo>
                    <a:pt x="50" y="15"/>
                    <a:pt x="48" y="10"/>
                    <a:pt x="45" y="6"/>
                  </a:cubicBezTo>
                  <a:cubicBezTo>
                    <a:pt x="41" y="2"/>
                    <a:pt x="36" y="0"/>
                    <a:pt x="31" y="0"/>
                  </a:cubicBezTo>
                  <a:cubicBezTo>
                    <a:pt x="22" y="0"/>
                    <a:pt x="15" y="4"/>
                    <a:pt x="9" y="12"/>
                  </a:cubicBezTo>
                  <a:cubicBezTo>
                    <a:pt x="3" y="21"/>
                    <a:pt x="0" y="29"/>
                    <a:pt x="0" y="38"/>
                  </a:cubicBezTo>
                  <a:cubicBezTo>
                    <a:pt x="0" y="43"/>
                    <a:pt x="2" y="48"/>
                    <a:pt x="5" y="51"/>
                  </a:cubicBezTo>
                  <a:cubicBezTo>
                    <a:pt x="8" y="55"/>
                    <a:pt x="12" y="57"/>
                    <a:pt x="17" y="57"/>
                  </a:cubicBezTo>
                  <a:cubicBezTo>
                    <a:pt x="24" y="57"/>
                    <a:pt x="30" y="54"/>
                    <a:pt x="36" y="49"/>
                  </a:cubicBezTo>
                  <a:cubicBezTo>
                    <a:pt x="42" y="43"/>
                    <a:pt x="47" y="37"/>
                    <a:pt x="49" y="29"/>
                  </a:cubicBezTo>
                  <a:close/>
                  <a:moveTo>
                    <a:pt x="18" y="46"/>
                  </a:moveTo>
                  <a:cubicBezTo>
                    <a:pt x="16" y="46"/>
                    <a:pt x="15" y="45"/>
                    <a:pt x="14" y="44"/>
                  </a:cubicBezTo>
                  <a:cubicBezTo>
                    <a:pt x="13" y="42"/>
                    <a:pt x="13" y="39"/>
                    <a:pt x="13" y="37"/>
                  </a:cubicBezTo>
                  <a:cubicBezTo>
                    <a:pt x="13" y="32"/>
                    <a:pt x="14" y="27"/>
                    <a:pt x="16" y="23"/>
                  </a:cubicBezTo>
                  <a:cubicBezTo>
                    <a:pt x="18" y="18"/>
                    <a:pt x="20" y="15"/>
                    <a:pt x="23" y="13"/>
                  </a:cubicBezTo>
                  <a:cubicBezTo>
                    <a:pt x="23" y="13"/>
                    <a:pt x="23" y="13"/>
                    <a:pt x="23" y="13"/>
                  </a:cubicBezTo>
                  <a:cubicBezTo>
                    <a:pt x="25" y="11"/>
                    <a:pt x="27" y="10"/>
                    <a:pt x="30" y="10"/>
                  </a:cubicBezTo>
                  <a:cubicBezTo>
                    <a:pt x="32" y="10"/>
                    <a:pt x="34" y="11"/>
                    <a:pt x="36" y="14"/>
                  </a:cubicBezTo>
                  <a:cubicBezTo>
                    <a:pt x="37" y="16"/>
                    <a:pt x="38" y="19"/>
                    <a:pt x="38" y="22"/>
                  </a:cubicBezTo>
                  <a:cubicBezTo>
                    <a:pt x="38" y="28"/>
                    <a:pt x="36" y="34"/>
                    <a:pt x="31" y="39"/>
                  </a:cubicBezTo>
                  <a:cubicBezTo>
                    <a:pt x="27" y="44"/>
                    <a:pt x="22" y="46"/>
                    <a:pt x="18"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 name="Freeform 418"/>
            <p:cNvSpPr>
              <a:spLocks/>
            </p:cNvSpPr>
            <p:nvPr/>
          </p:nvSpPr>
          <p:spPr bwMode="auto">
            <a:xfrm>
              <a:off x="9267825" y="4552951"/>
              <a:ext cx="74613" cy="85725"/>
            </a:xfrm>
            <a:custGeom>
              <a:avLst/>
              <a:gdLst>
                <a:gd name="T0" fmla="*/ 50 w 50"/>
                <a:gd name="T1" fmla="*/ 10 h 57"/>
                <a:gd name="T2" fmla="*/ 47 w 50"/>
                <a:gd name="T3" fmla="*/ 3 h 57"/>
                <a:gd name="T4" fmla="*/ 39 w 50"/>
                <a:gd name="T5" fmla="*/ 0 h 57"/>
                <a:gd name="T6" fmla="*/ 25 w 50"/>
                <a:gd name="T7" fmla="*/ 8 h 57"/>
                <a:gd name="T8" fmla="*/ 12 w 50"/>
                <a:gd name="T9" fmla="*/ 28 h 57"/>
                <a:gd name="T10" fmla="*/ 11 w 50"/>
                <a:gd name="T11" fmla="*/ 29 h 57"/>
                <a:gd name="T12" fmla="*/ 12 w 50"/>
                <a:gd name="T13" fmla="*/ 22 h 57"/>
                <a:gd name="T14" fmla="*/ 14 w 50"/>
                <a:gd name="T15" fmla="*/ 15 h 57"/>
                <a:gd name="T16" fmla="*/ 16 w 50"/>
                <a:gd name="T17" fmla="*/ 6 h 57"/>
                <a:gd name="T18" fmla="*/ 15 w 50"/>
                <a:gd name="T19" fmla="*/ 2 h 57"/>
                <a:gd name="T20" fmla="*/ 10 w 50"/>
                <a:gd name="T21" fmla="*/ 1 h 57"/>
                <a:gd name="T22" fmla="*/ 6 w 50"/>
                <a:gd name="T23" fmla="*/ 2 h 57"/>
                <a:gd name="T24" fmla="*/ 3 w 50"/>
                <a:gd name="T25" fmla="*/ 6 h 57"/>
                <a:gd name="T26" fmla="*/ 2 w 50"/>
                <a:gd name="T27" fmla="*/ 13 h 57"/>
                <a:gd name="T28" fmla="*/ 2 w 50"/>
                <a:gd name="T29" fmla="*/ 16 h 57"/>
                <a:gd name="T30" fmla="*/ 1 w 50"/>
                <a:gd name="T31" fmla="*/ 30 h 57"/>
                <a:gd name="T32" fmla="*/ 0 w 50"/>
                <a:gd name="T33" fmla="*/ 40 h 57"/>
                <a:gd name="T34" fmla="*/ 2 w 50"/>
                <a:gd name="T35" fmla="*/ 53 h 57"/>
                <a:gd name="T36" fmla="*/ 7 w 50"/>
                <a:gd name="T37" fmla="*/ 57 h 57"/>
                <a:gd name="T38" fmla="*/ 12 w 50"/>
                <a:gd name="T39" fmla="*/ 55 h 57"/>
                <a:gd name="T40" fmla="*/ 14 w 50"/>
                <a:gd name="T41" fmla="*/ 50 h 57"/>
                <a:gd name="T42" fmla="*/ 25 w 50"/>
                <a:gd name="T43" fmla="*/ 23 h 57"/>
                <a:gd name="T44" fmla="*/ 38 w 50"/>
                <a:gd name="T45" fmla="*/ 11 h 57"/>
                <a:gd name="T46" fmla="*/ 41 w 50"/>
                <a:gd name="T47" fmla="*/ 13 h 57"/>
                <a:gd name="T48" fmla="*/ 46 w 50"/>
                <a:gd name="T49" fmla="*/ 16 h 57"/>
                <a:gd name="T50" fmla="*/ 49 w 50"/>
                <a:gd name="T51" fmla="*/ 14 h 57"/>
                <a:gd name="T52" fmla="*/ 50 w 50"/>
                <a:gd name="T53" fmla="*/ 1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0" h="57">
                  <a:moveTo>
                    <a:pt x="50" y="10"/>
                  </a:moveTo>
                  <a:cubicBezTo>
                    <a:pt x="50" y="7"/>
                    <a:pt x="49" y="5"/>
                    <a:pt x="47" y="3"/>
                  </a:cubicBezTo>
                  <a:cubicBezTo>
                    <a:pt x="45" y="1"/>
                    <a:pt x="42" y="0"/>
                    <a:pt x="39" y="0"/>
                  </a:cubicBezTo>
                  <a:cubicBezTo>
                    <a:pt x="34" y="0"/>
                    <a:pt x="30" y="3"/>
                    <a:pt x="25" y="8"/>
                  </a:cubicBezTo>
                  <a:cubicBezTo>
                    <a:pt x="20" y="13"/>
                    <a:pt x="16" y="20"/>
                    <a:pt x="12" y="28"/>
                  </a:cubicBezTo>
                  <a:cubicBezTo>
                    <a:pt x="11" y="29"/>
                    <a:pt x="11" y="29"/>
                    <a:pt x="11" y="29"/>
                  </a:cubicBezTo>
                  <a:cubicBezTo>
                    <a:pt x="12" y="22"/>
                    <a:pt x="12" y="22"/>
                    <a:pt x="12" y="22"/>
                  </a:cubicBezTo>
                  <a:cubicBezTo>
                    <a:pt x="13" y="19"/>
                    <a:pt x="13" y="17"/>
                    <a:pt x="14" y="15"/>
                  </a:cubicBezTo>
                  <a:cubicBezTo>
                    <a:pt x="15" y="11"/>
                    <a:pt x="16" y="7"/>
                    <a:pt x="16" y="6"/>
                  </a:cubicBezTo>
                  <a:cubicBezTo>
                    <a:pt x="16" y="4"/>
                    <a:pt x="16" y="3"/>
                    <a:pt x="15" y="2"/>
                  </a:cubicBezTo>
                  <a:cubicBezTo>
                    <a:pt x="14" y="1"/>
                    <a:pt x="12" y="1"/>
                    <a:pt x="10" y="1"/>
                  </a:cubicBezTo>
                  <a:cubicBezTo>
                    <a:pt x="9" y="1"/>
                    <a:pt x="7" y="1"/>
                    <a:pt x="6" y="2"/>
                  </a:cubicBezTo>
                  <a:cubicBezTo>
                    <a:pt x="4" y="3"/>
                    <a:pt x="3" y="5"/>
                    <a:pt x="3" y="6"/>
                  </a:cubicBezTo>
                  <a:cubicBezTo>
                    <a:pt x="3" y="7"/>
                    <a:pt x="2" y="9"/>
                    <a:pt x="2" y="13"/>
                  </a:cubicBezTo>
                  <a:cubicBezTo>
                    <a:pt x="2" y="13"/>
                    <a:pt x="2" y="15"/>
                    <a:pt x="2" y="16"/>
                  </a:cubicBezTo>
                  <a:cubicBezTo>
                    <a:pt x="1" y="22"/>
                    <a:pt x="1" y="26"/>
                    <a:pt x="1" y="30"/>
                  </a:cubicBezTo>
                  <a:cubicBezTo>
                    <a:pt x="0" y="35"/>
                    <a:pt x="0" y="38"/>
                    <a:pt x="0" y="40"/>
                  </a:cubicBezTo>
                  <a:cubicBezTo>
                    <a:pt x="0" y="46"/>
                    <a:pt x="1" y="51"/>
                    <a:pt x="2" y="53"/>
                  </a:cubicBezTo>
                  <a:cubicBezTo>
                    <a:pt x="3" y="56"/>
                    <a:pt x="4" y="57"/>
                    <a:pt x="7" y="57"/>
                  </a:cubicBezTo>
                  <a:cubicBezTo>
                    <a:pt x="9" y="57"/>
                    <a:pt x="11" y="57"/>
                    <a:pt x="12" y="55"/>
                  </a:cubicBezTo>
                  <a:cubicBezTo>
                    <a:pt x="13" y="54"/>
                    <a:pt x="14" y="52"/>
                    <a:pt x="14" y="50"/>
                  </a:cubicBezTo>
                  <a:cubicBezTo>
                    <a:pt x="16" y="40"/>
                    <a:pt x="19" y="31"/>
                    <a:pt x="25" y="23"/>
                  </a:cubicBezTo>
                  <a:cubicBezTo>
                    <a:pt x="31" y="15"/>
                    <a:pt x="35" y="11"/>
                    <a:pt x="38" y="11"/>
                  </a:cubicBezTo>
                  <a:cubicBezTo>
                    <a:pt x="38" y="11"/>
                    <a:pt x="39" y="12"/>
                    <a:pt x="41" y="13"/>
                  </a:cubicBezTo>
                  <a:cubicBezTo>
                    <a:pt x="42" y="15"/>
                    <a:pt x="44" y="16"/>
                    <a:pt x="46" y="16"/>
                  </a:cubicBezTo>
                  <a:cubicBezTo>
                    <a:pt x="48" y="16"/>
                    <a:pt x="49" y="15"/>
                    <a:pt x="49" y="14"/>
                  </a:cubicBezTo>
                  <a:cubicBezTo>
                    <a:pt x="50" y="13"/>
                    <a:pt x="50" y="11"/>
                    <a:pt x="50"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 name="Freeform 419"/>
            <p:cNvSpPr>
              <a:spLocks/>
            </p:cNvSpPr>
            <p:nvPr/>
          </p:nvSpPr>
          <p:spPr bwMode="auto">
            <a:xfrm>
              <a:off x="9339263" y="4548188"/>
              <a:ext cx="61913" cy="92075"/>
            </a:xfrm>
            <a:custGeom>
              <a:avLst/>
              <a:gdLst>
                <a:gd name="T0" fmla="*/ 9 w 42"/>
                <a:gd name="T1" fmla="*/ 62 h 62"/>
                <a:gd name="T2" fmla="*/ 31 w 42"/>
                <a:gd name="T3" fmla="*/ 57 h 62"/>
                <a:gd name="T4" fmla="*/ 41 w 42"/>
                <a:gd name="T5" fmla="*/ 45 h 62"/>
                <a:gd name="T6" fmla="*/ 39 w 42"/>
                <a:gd name="T7" fmla="*/ 37 h 62"/>
                <a:gd name="T8" fmla="*/ 27 w 42"/>
                <a:gd name="T9" fmla="*/ 30 h 62"/>
                <a:gd name="T10" fmla="*/ 19 w 42"/>
                <a:gd name="T11" fmla="*/ 25 h 62"/>
                <a:gd name="T12" fmla="*/ 17 w 42"/>
                <a:gd name="T13" fmla="*/ 21 h 62"/>
                <a:gd name="T14" fmla="*/ 23 w 42"/>
                <a:gd name="T15" fmla="*/ 14 h 62"/>
                <a:gd name="T16" fmla="*/ 33 w 42"/>
                <a:gd name="T17" fmla="*/ 11 h 62"/>
                <a:gd name="T18" fmla="*/ 35 w 42"/>
                <a:gd name="T19" fmla="*/ 12 h 62"/>
                <a:gd name="T20" fmla="*/ 37 w 42"/>
                <a:gd name="T21" fmla="*/ 13 h 62"/>
                <a:gd name="T22" fmla="*/ 40 w 42"/>
                <a:gd name="T23" fmla="*/ 11 h 62"/>
                <a:gd name="T24" fmla="*/ 42 w 42"/>
                <a:gd name="T25" fmla="*/ 8 h 62"/>
                <a:gd name="T26" fmla="*/ 34 w 42"/>
                <a:gd name="T27" fmla="*/ 0 h 62"/>
                <a:gd name="T28" fmla="*/ 15 w 42"/>
                <a:gd name="T29" fmla="*/ 7 h 62"/>
                <a:gd name="T30" fmla="*/ 5 w 42"/>
                <a:gd name="T31" fmla="*/ 23 h 62"/>
                <a:gd name="T32" fmla="*/ 8 w 42"/>
                <a:gd name="T33" fmla="*/ 30 h 62"/>
                <a:gd name="T34" fmla="*/ 21 w 42"/>
                <a:gd name="T35" fmla="*/ 39 h 62"/>
                <a:gd name="T36" fmla="*/ 30 w 42"/>
                <a:gd name="T37" fmla="*/ 46 h 62"/>
                <a:gd name="T38" fmla="*/ 23 w 42"/>
                <a:gd name="T39" fmla="*/ 49 h 62"/>
                <a:gd name="T40" fmla="*/ 13 w 42"/>
                <a:gd name="T41" fmla="*/ 51 h 62"/>
                <a:gd name="T42" fmla="*/ 9 w 42"/>
                <a:gd name="T43" fmla="*/ 50 h 62"/>
                <a:gd name="T44" fmla="*/ 6 w 42"/>
                <a:gd name="T45" fmla="*/ 49 h 62"/>
                <a:gd name="T46" fmla="*/ 2 w 42"/>
                <a:gd name="T47" fmla="*/ 51 h 62"/>
                <a:gd name="T48" fmla="*/ 0 w 42"/>
                <a:gd name="T49" fmla="*/ 55 h 62"/>
                <a:gd name="T50" fmla="*/ 9 w 42"/>
                <a:gd name="T51"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 h="62">
                  <a:moveTo>
                    <a:pt x="9" y="62"/>
                  </a:moveTo>
                  <a:cubicBezTo>
                    <a:pt x="17" y="62"/>
                    <a:pt x="25" y="60"/>
                    <a:pt x="31" y="57"/>
                  </a:cubicBezTo>
                  <a:cubicBezTo>
                    <a:pt x="38" y="54"/>
                    <a:pt x="41" y="50"/>
                    <a:pt x="41" y="45"/>
                  </a:cubicBezTo>
                  <a:cubicBezTo>
                    <a:pt x="41" y="42"/>
                    <a:pt x="40" y="39"/>
                    <a:pt x="39" y="37"/>
                  </a:cubicBezTo>
                  <a:cubicBezTo>
                    <a:pt x="37" y="35"/>
                    <a:pt x="33" y="33"/>
                    <a:pt x="27" y="30"/>
                  </a:cubicBezTo>
                  <a:cubicBezTo>
                    <a:pt x="23" y="28"/>
                    <a:pt x="21" y="26"/>
                    <a:pt x="19" y="25"/>
                  </a:cubicBezTo>
                  <a:cubicBezTo>
                    <a:pt x="18" y="24"/>
                    <a:pt x="17" y="23"/>
                    <a:pt x="17" y="21"/>
                  </a:cubicBezTo>
                  <a:cubicBezTo>
                    <a:pt x="17" y="19"/>
                    <a:pt x="19" y="16"/>
                    <a:pt x="23" y="14"/>
                  </a:cubicBezTo>
                  <a:cubicBezTo>
                    <a:pt x="26" y="12"/>
                    <a:pt x="30" y="11"/>
                    <a:pt x="33" y="11"/>
                  </a:cubicBezTo>
                  <a:cubicBezTo>
                    <a:pt x="33" y="11"/>
                    <a:pt x="34" y="12"/>
                    <a:pt x="35" y="12"/>
                  </a:cubicBezTo>
                  <a:cubicBezTo>
                    <a:pt x="36" y="12"/>
                    <a:pt x="36" y="13"/>
                    <a:pt x="37" y="13"/>
                  </a:cubicBezTo>
                  <a:cubicBezTo>
                    <a:pt x="38" y="13"/>
                    <a:pt x="39" y="12"/>
                    <a:pt x="40" y="11"/>
                  </a:cubicBezTo>
                  <a:cubicBezTo>
                    <a:pt x="41" y="10"/>
                    <a:pt x="42" y="9"/>
                    <a:pt x="42" y="8"/>
                  </a:cubicBezTo>
                  <a:cubicBezTo>
                    <a:pt x="42" y="3"/>
                    <a:pt x="39" y="0"/>
                    <a:pt x="34" y="0"/>
                  </a:cubicBezTo>
                  <a:cubicBezTo>
                    <a:pt x="28" y="0"/>
                    <a:pt x="22" y="2"/>
                    <a:pt x="15" y="7"/>
                  </a:cubicBezTo>
                  <a:cubicBezTo>
                    <a:pt x="8" y="11"/>
                    <a:pt x="5" y="17"/>
                    <a:pt x="5" y="23"/>
                  </a:cubicBezTo>
                  <a:cubicBezTo>
                    <a:pt x="5" y="25"/>
                    <a:pt x="6" y="28"/>
                    <a:pt x="8" y="30"/>
                  </a:cubicBezTo>
                  <a:cubicBezTo>
                    <a:pt x="10" y="33"/>
                    <a:pt x="14" y="36"/>
                    <a:pt x="21" y="39"/>
                  </a:cubicBezTo>
                  <a:cubicBezTo>
                    <a:pt x="27" y="42"/>
                    <a:pt x="29" y="44"/>
                    <a:pt x="30" y="46"/>
                  </a:cubicBezTo>
                  <a:cubicBezTo>
                    <a:pt x="29" y="47"/>
                    <a:pt x="26" y="48"/>
                    <a:pt x="23" y="49"/>
                  </a:cubicBezTo>
                  <a:cubicBezTo>
                    <a:pt x="19" y="50"/>
                    <a:pt x="16" y="51"/>
                    <a:pt x="13" y="51"/>
                  </a:cubicBezTo>
                  <a:cubicBezTo>
                    <a:pt x="12" y="51"/>
                    <a:pt x="10" y="51"/>
                    <a:pt x="9" y="50"/>
                  </a:cubicBezTo>
                  <a:cubicBezTo>
                    <a:pt x="8" y="50"/>
                    <a:pt x="7" y="49"/>
                    <a:pt x="6" y="49"/>
                  </a:cubicBezTo>
                  <a:cubicBezTo>
                    <a:pt x="5" y="49"/>
                    <a:pt x="3" y="50"/>
                    <a:pt x="2" y="51"/>
                  </a:cubicBezTo>
                  <a:cubicBezTo>
                    <a:pt x="1" y="52"/>
                    <a:pt x="0" y="54"/>
                    <a:pt x="0" y="55"/>
                  </a:cubicBezTo>
                  <a:cubicBezTo>
                    <a:pt x="0" y="60"/>
                    <a:pt x="3" y="62"/>
                    <a:pt x="9"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 name="Freeform 420"/>
            <p:cNvSpPr>
              <a:spLocks/>
            </p:cNvSpPr>
            <p:nvPr/>
          </p:nvSpPr>
          <p:spPr bwMode="auto">
            <a:xfrm>
              <a:off x="9409113" y="4510088"/>
              <a:ext cx="88900" cy="127000"/>
            </a:xfrm>
            <a:custGeom>
              <a:avLst/>
              <a:gdLst>
                <a:gd name="T0" fmla="*/ 55 w 60"/>
                <a:gd name="T1" fmla="*/ 67 h 85"/>
                <a:gd name="T2" fmla="*/ 53 w 60"/>
                <a:gd name="T3" fmla="*/ 61 h 85"/>
                <a:gd name="T4" fmla="*/ 52 w 60"/>
                <a:gd name="T5" fmla="*/ 51 h 85"/>
                <a:gd name="T6" fmla="*/ 48 w 60"/>
                <a:gd name="T7" fmla="*/ 36 h 85"/>
                <a:gd name="T8" fmla="*/ 41 w 60"/>
                <a:gd name="T9" fmla="*/ 33 h 85"/>
                <a:gd name="T10" fmla="*/ 28 w 60"/>
                <a:gd name="T11" fmla="*/ 39 h 85"/>
                <a:gd name="T12" fmla="*/ 14 w 60"/>
                <a:gd name="T13" fmla="*/ 60 h 85"/>
                <a:gd name="T14" fmla="*/ 17 w 60"/>
                <a:gd name="T15" fmla="*/ 45 h 85"/>
                <a:gd name="T16" fmla="*/ 22 w 60"/>
                <a:gd name="T17" fmla="*/ 21 h 85"/>
                <a:gd name="T18" fmla="*/ 24 w 60"/>
                <a:gd name="T19" fmla="*/ 8 h 85"/>
                <a:gd name="T20" fmla="*/ 22 w 60"/>
                <a:gd name="T21" fmla="*/ 2 h 85"/>
                <a:gd name="T22" fmla="*/ 17 w 60"/>
                <a:gd name="T23" fmla="*/ 0 h 85"/>
                <a:gd name="T24" fmla="*/ 13 w 60"/>
                <a:gd name="T25" fmla="*/ 3 h 85"/>
                <a:gd name="T26" fmla="*/ 10 w 60"/>
                <a:gd name="T27" fmla="*/ 13 h 85"/>
                <a:gd name="T28" fmla="*/ 1 w 60"/>
                <a:gd name="T29" fmla="*/ 71 h 85"/>
                <a:gd name="T30" fmla="*/ 0 w 60"/>
                <a:gd name="T31" fmla="*/ 79 h 85"/>
                <a:gd name="T32" fmla="*/ 2 w 60"/>
                <a:gd name="T33" fmla="*/ 84 h 85"/>
                <a:gd name="T34" fmla="*/ 7 w 60"/>
                <a:gd name="T35" fmla="*/ 85 h 85"/>
                <a:gd name="T36" fmla="*/ 10 w 60"/>
                <a:gd name="T37" fmla="*/ 84 h 85"/>
                <a:gd name="T38" fmla="*/ 14 w 60"/>
                <a:gd name="T39" fmla="*/ 77 h 85"/>
                <a:gd name="T40" fmla="*/ 26 w 60"/>
                <a:gd name="T41" fmla="*/ 58 h 85"/>
                <a:gd name="T42" fmla="*/ 37 w 60"/>
                <a:gd name="T43" fmla="*/ 46 h 85"/>
                <a:gd name="T44" fmla="*/ 40 w 60"/>
                <a:gd name="T45" fmla="*/ 49 h 85"/>
                <a:gd name="T46" fmla="*/ 42 w 60"/>
                <a:gd name="T47" fmla="*/ 63 h 85"/>
                <a:gd name="T48" fmla="*/ 46 w 60"/>
                <a:gd name="T49" fmla="*/ 76 h 85"/>
                <a:gd name="T50" fmla="*/ 54 w 60"/>
                <a:gd name="T51" fmla="*/ 81 h 85"/>
                <a:gd name="T52" fmla="*/ 58 w 60"/>
                <a:gd name="T53" fmla="*/ 80 h 85"/>
                <a:gd name="T54" fmla="*/ 60 w 60"/>
                <a:gd name="T55" fmla="*/ 76 h 85"/>
                <a:gd name="T56" fmla="*/ 58 w 60"/>
                <a:gd name="T57" fmla="*/ 73 h 85"/>
                <a:gd name="T58" fmla="*/ 55 w 60"/>
                <a:gd name="T59" fmla="*/ 67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0" h="85">
                  <a:moveTo>
                    <a:pt x="55" y="67"/>
                  </a:moveTo>
                  <a:cubicBezTo>
                    <a:pt x="55" y="66"/>
                    <a:pt x="54" y="63"/>
                    <a:pt x="53" y="61"/>
                  </a:cubicBezTo>
                  <a:cubicBezTo>
                    <a:pt x="53" y="59"/>
                    <a:pt x="52" y="55"/>
                    <a:pt x="52" y="51"/>
                  </a:cubicBezTo>
                  <a:cubicBezTo>
                    <a:pt x="51" y="43"/>
                    <a:pt x="50" y="38"/>
                    <a:pt x="48" y="36"/>
                  </a:cubicBezTo>
                  <a:cubicBezTo>
                    <a:pt x="46" y="34"/>
                    <a:pt x="43" y="33"/>
                    <a:pt x="41" y="33"/>
                  </a:cubicBezTo>
                  <a:cubicBezTo>
                    <a:pt x="36" y="33"/>
                    <a:pt x="32" y="35"/>
                    <a:pt x="28" y="39"/>
                  </a:cubicBezTo>
                  <a:cubicBezTo>
                    <a:pt x="24" y="43"/>
                    <a:pt x="19" y="50"/>
                    <a:pt x="14" y="60"/>
                  </a:cubicBezTo>
                  <a:cubicBezTo>
                    <a:pt x="15" y="56"/>
                    <a:pt x="16" y="51"/>
                    <a:pt x="17" y="45"/>
                  </a:cubicBezTo>
                  <a:cubicBezTo>
                    <a:pt x="20" y="34"/>
                    <a:pt x="21" y="26"/>
                    <a:pt x="22" y="21"/>
                  </a:cubicBezTo>
                  <a:cubicBezTo>
                    <a:pt x="23" y="16"/>
                    <a:pt x="24" y="12"/>
                    <a:pt x="24" y="8"/>
                  </a:cubicBezTo>
                  <a:cubicBezTo>
                    <a:pt x="24" y="6"/>
                    <a:pt x="23" y="4"/>
                    <a:pt x="22" y="2"/>
                  </a:cubicBezTo>
                  <a:cubicBezTo>
                    <a:pt x="20" y="1"/>
                    <a:pt x="19" y="0"/>
                    <a:pt x="17" y="0"/>
                  </a:cubicBezTo>
                  <a:cubicBezTo>
                    <a:pt x="16" y="0"/>
                    <a:pt x="14" y="1"/>
                    <a:pt x="13" y="3"/>
                  </a:cubicBezTo>
                  <a:cubicBezTo>
                    <a:pt x="11" y="5"/>
                    <a:pt x="10" y="8"/>
                    <a:pt x="10" y="13"/>
                  </a:cubicBezTo>
                  <a:cubicBezTo>
                    <a:pt x="8" y="34"/>
                    <a:pt x="5" y="53"/>
                    <a:pt x="1" y="71"/>
                  </a:cubicBezTo>
                  <a:cubicBezTo>
                    <a:pt x="0" y="76"/>
                    <a:pt x="0" y="79"/>
                    <a:pt x="0" y="79"/>
                  </a:cubicBezTo>
                  <a:cubicBezTo>
                    <a:pt x="0" y="81"/>
                    <a:pt x="1" y="83"/>
                    <a:pt x="2" y="84"/>
                  </a:cubicBezTo>
                  <a:cubicBezTo>
                    <a:pt x="3" y="85"/>
                    <a:pt x="5" y="85"/>
                    <a:pt x="7" y="85"/>
                  </a:cubicBezTo>
                  <a:cubicBezTo>
                    <a:pt x="8" y="85"/>
                    <a:pt x="9" y="85"/>
                    <a:pt x="10" y="84"/>
                  </a:cubicBezTo>
                  <a:cubicBezTo>
                    <a:pt x="11" y="83"/>
                    <a:pt x="12" y="80"/>
                    <a:pt x="14" y="77"/>
                  </a:cubicBezTo>
                  <a:cubicBezTo>
                    <a:pt x="16" y="72"/>
                    <a:pt x="20" y="66"/>
                    <a:pt x="26" y="58"/>
                  </a:cubicBezTo>
                  <a:cubicBezTo>
                    <a:pt x="31" y="50"/>
                    <a:pt x="35" y="46"/>
                    <a:pt x="37" y="46"/>
                  </a:cubicBezTo>
                  <a:cubicBezTo>
                    <a:pt x="39" y="46"/>
                    <a:pt x="40" y="47"/>
                    <a:pt x="40" y="49"/>
                  </a:cubicBezTo>
                  <a:cubicBezTo>
                    <a:pt x="41" y="51"/>
                    <a:pt x="41" y="56"/>
                    <a:pt x="42" y="63"/>
                  </a:cubicBezTo>
                  <a:cubicBezTo>
                    <a:pt x="42" y="69"/>
                    <a:pt x="44" y="73"/>
                    <a:pt x="46" y="76"/>
                  </a:cubicBezTo>
                  <a:cubicBezTo>
                    <a:pt x="48" y="80"/>
                    <a:pt x="51" y="81"/>
                    <a:pt x="54" y="81"/>
                  </a:cubicBezTo>
                  <a:cubicBezTo>
                    <a:pt x="56" y="81"/>
                    <a:pt x="57" y="81"/>
                    <a:pt x="58" y="80"/>
                  </a:cubicBezTo>
                  <a:cubicBezTo>
                    <a:pt x="59" y="79"/>
                    <a:pt x="60" y="78"/>
                    <a:pt x="60" y="76"/>
                  </a:cubicBezTo>
                  <a:cubicBezTo>
                    <a:pt x="60" y="75"/>
                    <a:pt x="59" y="74"/>
                    <a:pt x="58" y="73"/>
                  </a:cubicBezTo>
                  <a:cubicBezTo>
                    <a:pt x="57" y="71"/>
                    <a:pt x="56" y="69"/>
                    <a:pt x="55"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 name="Freeform 421"/>
            <p:cNvSpPr>
              <a:spLocks/>
            </p:cNvSpPr>
            <p:nvPr/>
          </p:nvSpPr>
          <p:spPr bwMode="auto">
            <a:xfrm>
              <a:off x="9525000" y="4513263"/>
              <a:ext cx="25400" cy="22225"/>
            </a:xfrm>
            <a:custGeom>
              <a:avLst/>
              <a:gdLst>
                <a:gd name="T0" fmla="*/ 14 w 17"/>
                <a:gd name="T1" fmla="*/ 13 h 15"/>
                <a:gd name="T2" fmla="*/ 17 w 17"/>
                <a:gd name="T3" fmla="*/ 7 h 15"/>
                <a:gd name="T4" fmla="*/ 15 w 17"/>
                <a:gd name="T5" fmla="*/ 2 h 15"/>
                <a:gd name="T6" fmla="*/ 9 w 17"/>
                <a:gd name="T7" fmla="*/ 0 h 15"/>
                <a:gd name="T8" fmla="*/ 3 w 17"/>
                <a:gd name="T9" fmla="*/ 2 h 15"/>
                <a:gd name="T10" fmla="*/ 0 w 17"/>
                <a:gd name="T11" fmla="*/ 8 h 15"/>
                <a:gd name="T12" fmla="*/ 3 w 17"/>
                <a:gd name="T13" fmla="*/ 13 h 15"/>
                <a:gd name="T14" fmla="*/ 8 w 17"/>
                <a:gd name="T15" fmla="*/ 15 h 15"/>
                <a:gd name="T16" fmla="*/ 14 w 17"/>
                <a:gd name="T17"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5">
                  <a:moveTo>
                    <a:pt x="14" y="13"/>
                  </a:moveTo>
                  <a:cubicBezTo>
                    <a:pt x="16" y="11"/>
                    <a:pt x="17" y="9"/>
                    <a:pt x="17" y="7"/>
                  </a:cubicBezTo>
                  <a:cubicBezTo>
                    <a:pt x="17" y="5"/>
                    <a:pt x="16" y="3"/>
                    <a:pt x="15" y="2"/>
                  </a:cubicBezTo>
                  <a:cubicBezTo>
                    <a:pt x="13" y="0"/>
                    <a:pt x="11" y="0"/>
                    <a:pt x="9" y="0"/>
                  </a:cubicBezTo>
                  <a:cubicBezTo>
                    <a:pt x="6" y="0"/>
                    <a:pt x="4" y="1"/>
                    <a:pt x="3" y="2"/>
                  </a:cubicBezTo>
                  <a:cubicBezTo>
                    <a:pt x="1" y="4"/>
                    <a:pt x="0" y="6"/>
                    <a:pt x="0" y="8"/>
                  </a:cubicBezTo>
                  <a:cubicBezTo>
                    <a:pt x="0" y="10"/>
                    <a:pt x="1" y="11"/>
                    <a:pt x="3" y="13"/>
                  </a:cubicBezTo>
                  <a:cubicBezTo>
                    <a:pt x="4" y="15"/>
                    <a:pt x="6" y="15"/>
                    <a:pt x="8" y="15"/>
                  </a:cubicBezTo>
                  <a:cubicBezTo>
                    <a:pt x="10" y="15"/>
                    <a:pt x="11" y="15"/>
                    <a:pt x="14"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 name="Freeform 422"/>
            <p:cNvSpPr>
              <a:spLocks/>
            </p:cNvSpPr>
            <p:nvPr/>
          </p:nvSpPr>
          <p:spPr bwMode="auto">
            <a:xfrm>
              <a:off x="9509125" y="4556126"/>
              <a:ext cx="26988" cy="82550"/>
            </a:xfrm>
            <a:custGeom>
              <a:avLst/>
              <a:gdLst>
                <a:gd name="T0" fmla="*/ 16 w 18"/>
                <a:gd name="T1" fmla="*/ 14 h 55"/>
                <a:gd name="T2" fmla="*/ 17 w 18"/>
                <a:gd name="T3" fmla="*/ 13 h 55"/>
                <a:gd name="T4" fmla="*/ 18 w 18"/>
                <a:gd name="T5" fmla="*/ 5 h 55"/>
                <a:gd name="T6" fmla="*/ 17 w 18"/>
                <a:gd name="T7" fmla="*/ 1 h 55"/>
                <a:gd name="T8" fmla="*/ 11 w 18"/>
                <a:gd name="T9" fmla="*/ 0 h 55"/>
                <a:gd name="T10" fmla="*/ 7 w 18"/>
                <a:gd name="T11" fmla="*/ 2 h 55"/>
                <a:gd name="T12" fmla="*/ 5 w 18"/>
                <a:gd name="T13" fmla="*/ 8 h 55"/>
                <a:gd name="T14" fmla="*/ 3 w 18"/>
                <a:gd name="T15" fmla="*/ 19 h 55"/>
                <a:gd name="T16" fmla="*/ 3 w 18"/>
                <a:gd name="T17" fmla="*/ 19 h 55"/>
                <a:gd name="T18" fmla="*/ 3 w 18"/>
                <a:gd name="T19" fmla="*/ 24 h 55"/>
                <a:gd name="T20" fmla="*/ 0 w 18"/>
                <a:gd name="T21" fmla="*/ 45 h 55"/>
                <a:gd name="T22" fmla="*/ 7 w 18"/>
                <a:gd name="T23" fmla="*/ 55 h 55"/>
                <a:gd name="T24" fmla="*/ 11 w 18"/>
                <a:gd name="T25" fmla="*/ 53 h 55"/>
                <a:gd name="T26" fmla="*/ 14 w 18"/>
                <a:gd name="T27" fmla="*/ 50 h 55"/>
                <a:gd name="T28" fmla="*/ 13 w 18"/>
                <a:gd name="T29" fmla="*/ 48 h 55"/>
                <a:gd name="T30" fmla="*/ 12 w 18"/>
                <a:gd name="T31" fmla="*/ 40 h 55"/>
                <a:gd name="T32" fmla="*/ 13 w 18"/>
                <a:gd name="T33" fmla="*/ 30 h 55"/>
                <a:gd name="T34" fmla="*/ 16 w 18"/>
                <a:gd name="T35" fmla="*/ 1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55">
                  <a:moveTo>
                    <a:pt x="16" y="14"/>
                  </a:moveTo>
                  <a:cubicBezTo>
                    <a:pt x="17" y="13"/>
                    <a:pt x="17" y="13"/>
                    <a:pt x="17" y="13"/>
                  </a:cubicBezTo>
                  <a:cubicBezTo>
                    <a:pt x="18" y="9"/>
                    <a:pt x="18" y="6"/>
                    <a:pt x="18" y="5"/>
                  </a:cubicBezTo>
                  <a:cubicBezTo>
                    <a:pt x="18" y="4"/>
                    <a:pt x="18" y="2"/>
                    <a:pt x="17" y="1"/>
                  </a:cubicBezTo>
                  <a:cubicBezTo>
                    <a:pt x="15" y="0"/>
                    <a:pt x="14" y="0"/>
                    <a:pt x="11" y="0"/>
                  </a:cubicBezTo>
                  <a:cubicBezTo>
                    <a:pt x="9" y="0"/>
                    <a:pt x="8" y="1"/>
                    <a:pt x="7" y="2"/>
                  </a:cubicBezTo>
                  <a:cubicBezTo>
                    <a:pt x="6" y="4"/>
                    <a:pt x="5" y="6"/>
                    <a:pt x="5" y="8"/>
                  </a:cubicBezTo>
                  <a:cubicBezTo>
                    <a:pt x="5" y="9"/>
                    <a:pt x="4" y="13"/>
                    <a:pt x="3" y="19"/>
                  </a:cubicBezTo>
                  <a:cubicBezTo>
                    <a:pt x="3" y="19"/>
                    <a:pt x="3" y="19"/>
                    <a:pt x="3" y="19"/>
                  </a:cubicBezTo>
                  <a:cubicBezTo>
                    <a:pt x="3" y="21"/>
                    <a:pt x="3" y="22"/>
                    <a:pt x="3" y="24"/>
                  </a:cubicBezTo>
                  <a:cubicBezTo>
                    <a:pt x="1" y="32"/>
                    <a:pt x="0" y="39"/>
                    <a:pt x="0" y="45"/>
                  </a:cubicBezTo>
                  <a:cubicBezTo>
                    <a:pt x="0" y="52"/>
                    <a:pt x="2" y="55"/>
                    <a:pt x="7" y="55"/>
                  </a:cubicBezTo>
                  <a:cubicBezTo>
                    <a:pt x="8" y="55"/>
                    <a:pt x="10" y="54"/>
                    <a:pt x="11" y="53"/>
                  </a:cubicBezTo>
                  <a:cubicBezTo>
                    <a:pt x="13" y="52"/>
                    <a:pt x="14" y="51"/>
                    <a:pt x="14" y="50"/>
                  </a:cubicBezTo>
                  <a:cubicBezTo>
                    <a:pt x="14" y="49"/>
                    <a:pt x="14" y="49"/>
                    <a:pt x="13" y="48"/>
                  </a:cubicBezTo>
                  <a:cubicBezTo>
                    <a:pt x="13" y="45"/>
                    <a:pt x="12" y="42"/>
                    <a:pt x="12" y="40"/>
                  </a:cubicBezTo>
                  <a:cubicBezTo>
                    <a:pt x="12" y="38"/>
                    <a:pt x="13" y="34"/>
                    <a:pt x="13" y="30"/>
                  </a:cubicBezTo>
                  <a:cubicBezTo>
                    <a:pt x="13" y="26"/>
                    <a:pt x="14" y="21"/>
                    <a:pt x="16"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 name="Freeform 423"/>
            <p:cNvSpPr>
              <a:spLocks noEditPoints="1"/>
            </p:cNvSpPr>
            <p:nvPr/>
          </p:nvSpPr>
          <p:spPr bwMode="auto">
            <a:xfrm>
              <a:off x="9544050" y="4548188"/>
              <a:ext cx="93663" cy="139700"/>
            </a:xfrm>
            <a:custGeom>
              <a:avLst/>
              <a:gdLst>
                <a:gd name="T0" fmla="*/ 2 w 62"/>
                <a:gd name="T1" fmla="*/ 91 h 93"/>
                <a:gd name="T2" fmla="*/ 6 w 62"/>
                <a:gd name="T3" fmla="*/ 93 h 93"/>
                <a:gd name="T4" fmla="*/ 11 w 62"/>
                <a:gd name="T5" fmla="*/ 91 h 93"/>
                <a:gd name="T6" fmla="*/ 13 w 62"/>
                <a:gd name="T7" fmla="*/ 84 h 93"/>
                <a:gd name="T8" fmla="*/ 15 w 62"/>
                <a:gd name="T9" fmla="*/ 64 h 93"/>
                <a:gd name="T10" fmla="*/ 17 w 62"/>
                <a:gd name="T11" fmla="*/ 54 h 93"/>
                <a:gd name="T12" fmla="*/ 25 w 62"/>
                <a:gd name="T13" fmla="*/ 58 h 93"/>
                <a:gd name="T14" fmla="*/ 50 w 62"/>
                <a:gd name="T15" fmla="*/ 45 h 93"/>
                <a:gd name="T16" fmla="*/ 62 w 62"/>
                <a:gd name="T17" fmla="*/ 16 h 93"/>
                <a:gd name="T18" fmla="*/ 58 w 62"/>
                <a:gd name="T19" fmla="*/ 5 h 93"/>
                <a:gd name="T20" fmla="*/ 49 w 62"/>
                <a:gd name="T21" fmla="*/ 1 h 93"/>
                <a:gd name="T22" fmla="*/ 35 w 62"/>
                <a:gd name="T23" fmla="*/ 8 h 93"/>
                <a:gd name="T24" fmla="*/ 21 w 62"/>
                <a:gd name="T25" fmla="*/ 24 h 93"/>
                <a:gd name="T26" fmla="*/ 21 w 62"/>
                <a:gd name="T27" fmla="*/ 20 h 93"/>
                <a:gd name="T28" fmla="*/ 23 w 62"/>
                <a:gd name="T29" fmla="*/ 9 h 93"/>
                <a:gd name="T30" fmla="*/ 17 w 62"/>
                <a:gd name="T31" fmla="*/ 0 h 93"/>
                <a:gd name="T32" fmla="*/ 12 w 62"/>
                <a:gd name="T33" fmla="*/ 2 h 93"/>
                <a:gd name="T34" fmla="*/ 10 w 62"/>
                <a:gd name="T35" fmla="*/ 6 h 93"/>
                <a:gd name="T36" fmla="*/ 10 w 62"/>
                <a:gd name="T37" fmla="*/ 15 h 93"/>
                <a:gd name="T38" fmla="*/ 10 w 62"/>
                <a:gd name="T39" fmla="*/ 16 h 93"/>
                <a:gd name="T40" fmla="*/ 1 w 62"/>
                <a:gd name="T41" fmla="*/ 78 h 93"/>
                <a:gd name="T42" fmla="*/ 0 w 62"/>
                <a:gd name="T43" fmla="*/ 87 h 93"/>
                <a:gd name="T44" fmla="*/ 2 w 62"/>
                <a:gd name="T45" fmla="*/ 91 h 93"/>
                <a:gd name="T46" fmla="*/ 31 w 62"/>
                <a:gd name="T47" fmla="*/ 25 h 93"/>
                <a:gd name="T48" fmla="*/ 47 w 62"/>
                <a:gd name="T49" fmla="*/ 13 h 93"/>
                <a:gd name="T50" fmla="*/ 49 w 62"/>
                <a:gd name="T51" fmla="*/ 14 h 93"/>
                <a:gd name="T52" fmla="*/ 50 w 62"/>
                <a:gd name="T53" fmla="*/ 19 h 93"/>
                <a:gd name="T54" fmla="*/ 41 w 62"/>
                <a:gd name="T55" fmla="*/ 38 h 93"/>
                <a:gd name="T56" fmla="*/ 27 w 62"/>
                <a:gd name="T57" fmla="*/ 48 h 93"/>
                <a:gd name="T58" fmla="*/ 23 w 62"/>
                <a:gd name="T59" fmla="*/ 47 h 93"/>
                <a:gd name="T60" fmla="*/ 21 w 62"/>
                <a:gd name="T61" fmla="*/ 44 h 93"/>
                <a:gd name="T62" fmla="*/ 31 w 62"/>
                <a:gd name="T63" fmla="*/ 25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2" h="93">
                  <a:moveTo>
                    <a:pt x="2" y="91"/>
                  </a:moveTo>
                  <a:cubicBezTo>
                    <a:pt x="3" y="92"/>
                    <a:pt x="5" y="93"/>
                    <a:pt x="6" y="93"/>
                  </a:cubicBezTo>
                  <a:cubicBezTo>
                    <a:pt x="8" y="93"/>
                    <a:pt x="10" y="92"/>
                    <a:pt x="11" y="91"/>
                  </a:cubicBezTo>
                  <a:cubicBezTo>
                    <a:pt x="12" y="90"/>
                    <a:pt x="13" y="87"/>
                    <a:pt x="13" y="84"/>
                  </a:cubicBezTo>
                  <a:cubicBezTo>
                    <a:pt x="15" y="64"/>
                    <a:pt x="15" y="64"/>
                    <a:pt x="15" y="64"/>
                  </a:cubicBezTo>
                  <a:cubicBezTo>
                    <a:pt x="16" y="60"/>
                    <a:pt x="17" y="56"/>
                    <a:pt x="17" y="54"/>
                  </a:cubicBezTo>
                  <a:cubicBezTo>
                    <a:pt x="18" y="57"/>
                    <a:pt x="21" y="58"/>
                    <a:pt x="25" y="58"/>
                  </a:cubicBezTo>
                  <a:cubicBezTo>
                    <a:pt x="33" y="58"/>
                    <a:pt x="41" y="54"/>
                    <a:pt x="50" y="45"/>
                  </a:cubicBezTo>
                  <a:cubicBezTo>
                    <a:pt x="58" y="36"/>
                    <a:pt x="62" y="26"/>
                    <a:pt x="62" y="16"/>
                  </a:cubicBezTo>
                  <a:cubicBezTo>
                    <a:pt x="62" y="11"/>
                    <a:pt x="61" y="8"/>
                    <a:pt x="58" y="5"/>
                  </a:cubicBezTo>
                  <a:cubicBezTo>
                    <a:pt x="56" y="3"/>
                    <a:pt x="52" y="1"/>
                    <a:pt x="49" y="1"/>
                  </a:cubicBezTo>
                  <a:cubicBezTo>
                    <a:pt x="45" y="1"/>
                    <a:pt x="40" y="4"/>
                    <a:pt x="35" y="8"/>
                  </a:cubicBezTo>
                  <a:cubicBezTo>
                    <a:pt x="29" y="12"/>
                    <a:pt x="25" y="17"/>
                    <a:pt x="21" y="24"/>
                  </a:cubicBezTo>
                  <a:cubicBezTo>
                    <a:pt x="21" y="20"/>
                    <a:pt x="21" y="20"/>
                    <a:pt x="21" y="20"/>
                  </a:cubicBezTo>
                  <a:cubicBezTo>
                    <a:pt x="22" y="15"/>
                    <a:pt x="23" y="11"/>
                    <a:pt x="23" y="9"/>
                  </a:cubicBezTo>
                  <a:cubicBezTo>
                    <a:pt x="23" y="3"/>
                    <a:pt x="21" y="0"/>
                    <a:pt x="17" y="0"/>
                  </a:cubicBezTo>
                  <a:cubicBezTo>
                    <a:pt x="15" y="0"/>
                    <a:pt x="13" y="1"/>
                    <a:pt x="12" y="2"/>
                  </a:cubicBezTo>
                  <a:cubicBezTo>
                    <a:pt x="11" y="3"/>
                    <a:pt x="10" y="4"/>
                    <a:pt x="10" y="6"/>
                  </a:cubicBezTo>
                  <a:cubicBezTo>
                    <a:pt x="10" y="7"/>
                    <a:pt x="10" y="10"/>
                    <a:pt x="10" y="15"/>
                  </a:cubicBezTo>
                  <a:cubicBezTo>
                    <a:pt x="10" y="16"/>
                    <a:pt x="10" y="16"/>
                    <a:pt x="10" y="16"/>
                  </a:cubicBezTo>
                  <a:cubicBezTo>
                    <a:pt x="9" y="37"/>
                    <a:pt x="6" y="58"/>
                    <a:pt x="1" y="78"/>
                  </a:cubicBezTo>
                  <a:cubicBezTo>
                    <a:pt x="0" y="82"/>
                    <a:pt x="0" y="85"/>
                    <a:pt x="0" y="87"/>
                  </a:cubicBezTo>
                  <a:cubicBezTo>
                    <a:pt x="0" y="89"/>
                    <a:pt x="1" y="90"/>
                    <a:pt x="2" y="91"/>
                  </a:cubicBezTo>
                  <a:close/>
                  <a:moveTo>
                    <a:pt x="31" y="25"/>
                  </a:moveTo>
                  <a:cubicBezTo>
                    <a:pt x="37" y="17"/>
                    <a:pt x="43" y="13"/>
                    <a:pt x="47" y="13"/>
                  </a:cubicBezTo>
                  <a:cubicBezTo>
                    <a:pt x="47" y="13"/>
                    <a:pt x="48" y="13"/>
                    <a:pt x="49" y="14"/>
                  </a:cubicBezTo>
                  <a:cubicBezTo>
                    <a:pt x="49" y="15"/>
                    <a:pt x="50" y="17"/>
                    <a:pt x="50" y="19"/>
                  </a:cubicBezTo>
                  <a:cubicBezTo>
                    <a:pt x="50" y="25"/>
                    <a:pt x="47" y="31"/>
                    <a:pt x="41" y="38"/>
                  </a:cubicBezTo>
                  <a:cubicBezTo>
                    <a:pt x="36" y="45"/>
                    <a:pt x="31" y="48"/>
                    <a:pt x="27" y="48"/>
                  </a:cubicBezTo>
                  <a:cubicBezTo>
                    <a:pt x="25" y="48"/>
                    <a:pt x="24" y="48"/>
                    <a:pt x="23" y="47"/>
                  </a:cubicBezTo>
                  <a:cubicBezTo>
                    <a:pt x="22" y="46"/>
                    <a:pt x="21" y="45"/>
                    <a:pt x="21" y="44"/>
                  </a:cubicBezTo>
                  <a:cubicBezTo>
                    <a:pt x="21" y="39"/>
                    <a:pt x="24" y="33"/>
                    <a:pt x="31"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 name="Freeform 424"/>
            <p:cNvSpPr>
              <a:spLocks/>
            </p:cNvSpPr>
            <p:nvPr/>
          </p:nvSpPr>
          <p:spPr bwMode="auto">
            <a:xfrm>
              <a:off x="9239250" y="4062413"/>
              <a:ext cx="120650" cy="365125"/>
            </a:xfrm>
            <a:custGeom>
              <a:avLst/>
              <a:gdLst>
                <a:gd name="T0" fmla="*/ 0 w 80"/>
                <a:gd name="T1" fmla="*/ 205 h 245"/>
                <a:gd name="T2" fmla="*/ 40 w 80"/>
                <a:gd name="T3" fmla="*/ 245 h 245"/>
                <a:gd name="T4" fmla="*/ 80 w 80"/>
                <a:gd name="T5" fmla="*/ 205 h 245"/>
                <a:gd name="T6" fmla="*/ 80 w 80"/>
                <a:gd name="T7" fmla="*/ 7 h 245"/>
                <a:gd name="T8" fmla="*/ 0 w 80"/>
                <a:gd name="T9" fmla="*/ 0 h 245"/>
                <a:gd name="T10" fmla="*/ 0 w 80"/>
                <a:gd name="T11" fmla="*/ 205 h 245"/>
              </a:gdLst>
              <a:ahLst/>
              <a:cxnLst>
                <a:cxn ang="0">
                  <a:pos x="T0" y="T1"/>
                </a:cxn>
                <a:cxn ang="0">
                  <a:pos x="T2" y="T3"/>
                </a:cxn>
                <a:cxn ang="0">
                  <a:pos x="T4" y="T5"/>
                </a:cxn>
                <a:cxn ang="0">
                  <a:pos x="T6" y="T7"/>
                </a:cxn>
                <a:cxn ang="0">
                  <a:pos x="T8" y="T9"/>
                </a:cxn>
                <a:cxn ang="0">
                  <a:pos x="T10" y="T11"/>
                </a:cxn>
              </a:cxnLst>
              <a:rect l="0" t="0" r="r" b="b"/>
              <a:pathLst>
                <a:path w="80" h="245">
                  <a:moveTo>
                    <a:pt x="0" y="205"/>
                  </a:moveTo>
                  <a:cubicBezTo>
                    <a:pt x="0" y="227"/>
                    <a:pt x="18" y="245"/>
                    <a:pt x="40" y="245"/>
                  </a:cubicBezTo>
                  <a:cubicBezTo>
                    <a:pt x="62" y="245"/>
                    <a:pt x="80" y="227"/>
                    <a:pt x="80" y="205"/>
                  </a:cubicBezTo>
                  <a:cubicBezTo>
                    <a:pt x="80" y="7"/>
                    <a:pt x="80" y="7"/>
                    <a:pt x="80" y="7"/>
                  </a:cubicBezTo>
                  <a:cubicBezTo>
                    <a:pt x="50" y="7"/>
                    <a:pt x="23" y="4"/>
                    <a:pt x="0" y="0"/>
                  </a:cubicBezTo>
                  <a:lnTo>
                    <a:pt x="0"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 name="Freeform 425"/>
            <p:cNvSpPr>
              <a:spLocks/>
            </p:cNvSpPr>
            <p:nvPr/>
          </p:nvSpPr>
          <p:spPr bwMode="auto">
            <a:xfrm>
              <a:off x="9380538" y="4062413"/>
              <a:ext cx="119063" cy="365125"/>
            </a:xfrm>
            <a:custGeom>
              <a:avLst/>
              <a:gdLst>
                <a:gd name="T0" fmla="*/ 0 w 80"/>
                <a:gd name="T1" fmla="*/ 205 h 245"/>
                <a:gd name="T2" fmla="*/ 40 w 80"/>
                <a:gd name="T3" fmla="*/ 245 h 245"/>
                <a:gd name="T4" fmla="*/ 80 w 80"/>
                <a:gd name="T5" fmla="*/ 205 h 245"/>
                <a:gd name="T6" fmla="*/ 80 w 80"/>
                <a:gd name="T7" fmla="*/ 0 h 245"/>
                <a:gd name="T8" fmla="*/ 0 w 80"/>
                <a:gd name="T9" fmla="*/ 7 h 245"/>
                <a:gd name="T10" fmla="*/ 0 w 80"/>
                <a:gd name="T11" fmla="*/ 205 h 245"/>
              </a:gdLst>
              <a:ahLst/>
              <a:cxnLst>
                <a:cxn ang="0">
                  <a:pos x="T0" y="T1"/>
                </a:cxn>
                <a:cxn ang="0">
                  <a:pos x="T2" y="T3"/>
                </a:cxn>
                <a:cxn ang="0">
                  <a:pos x="T4" y="T5"/>
                </a:cxn>
                <a:cxn ang="0">
                  <a:pos x="T6" y="T7"/>
                </a:cxn>
                <a:cxn ang="0">
                  <a:pos x="T8" y="T9"/>
                </a:cxn>
                <a:cxn ang="0">
                  <a:pos x="T10" y="T11"/>
                </a:cxn>
              </a:cxnLst>
              <a:rect l="0" t="0" r="r" b="b"/>
              <a:pathLst>
                <a:path w="80" h="245">
                  <a:moveTo>
                    <a:pt x="0" y="205"/>
                  </a:moveTo>
                  <a:cubicBezTo>
                    <a:pt x="0" y="227"/>
                    <a:pt x="18" y="245"/>
                    <a:pt x="40" y="245"/>
                  </a:cubicBezTo>
                  <a:cubicBezTo>
                    <a:pt x="62" y="245"/>
                    <a:pt x="80" y="227"/>
                    <a:pt x="80" y="205"/>
                  </a:cubicBezTo>
                  <a:cubicBezTo>
                    <a:pt x="80" y="0"/>
                    <a:pt x="80" y="0"/>
                    <a:pt x="80" y="0"/>
                  </a:cubicBezTo>
                  <a:cubicBezTo>
                    <a:pt x="57" y="4"/>
                    <a:pt x="30" y="7"/>
                    <a:pt x="0" y="7"/>
                  </a:cubicBezTo>
                  <a:lnTo>
                    <a:pt x="0"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 name="Freeform 426"/>
            <p:cNvSpPr>
              <a:spLocks/>
            </p:cNvSpPr>
            <p:nvPr/>
          </p:nvSpPr>
          <p:spPr bwMode="auto">
            <a:xfrm>
              <a:off x="9413875" y="3332163"/>
              <a:ext cx="192088" cy="95250"/>
            </a:xfrm>
            <a:custGeom>
              <a:avLst/>
              <a:gdLst>
                <a:gd name="T0" fmla="*/ 39 w 129"/>
                <a:gd name="T1" fmla="*/ 9 h 63"/>
                <a:gd name="T2" fmla="*/ 121 w 129"/>
                <a:gd name="T3" fmla="*/ 63 h 63"/>
                <a:gd name="T4" fmla="*/ 125 w 129"/>
                <a:gd name="T5" fmla="*/ 52 h 63"/>
                <a:gd name="T6" fmla="*/ 100 w 129"/>
                <a:gd name="T7" fmla="*/ 15 h 63"/>
                <a:gd name="T8" fmla="*/ 6 w 129"/>
                <a:gd name="T9" fmla="*/ 0 h 63"/>
                <a:gd name="T10" fmla="*/ 0 w 129"/>
                <a:gd name="T11" fmla="*/ 2 h 63"/>
                <a:gd name="T12" fmla="*/ 39 w 129"/>
                <a:gd name="T13" fmla="*/ 9 h 63"/>
              </a:gdLst>
              <a:ahLst/>
              <a:cxnLst>
                <a:cxn ang="0">
                  <a:pos x="T0" y="T1"/>
                </a:cxn>
                <a:cxn ang="0">
                  <a:pos x="T2" y="T3"/>
                </a:cxn>
                <a:cxn ang="0">
                  <a:pos x="T4" y="T5"/>
                </a:cxn>
                <a:cxn ang="0">
                  <a:pos x="T6" y="T7"/>
                </a:cxn>
                <a:cxn ang="0">
                  <a:pos x="T8" y="T9"/>
                </a:cxn>
                <a:cxn ang="0">
                  <a:pos x="T10" y="T11"/>
                </a:cxn>
                <a:cxn ang="0">
                  <a:pos x="T12" y="T13"/>
                </a:cxn>
              </a:cxnLst>
              <a:rect l="0" t="0" r="r" b="b"/>
              <a:pathLst>
                <a:path w="129" h="63">
                  <a:moveTo>
                    <a:pt x="39" y="9"/>
                  </a:moveTo>
                  <a:cubicBezTo>
                    <a:pt x="51" y="11"/>
                    <a:pt x="85" y="21"/>
                    <a:pt x="121" y="63"/>
                  </a:cubicBezTo>
                  <a:cubicBezTo>
                    <a:pt x="123" y="60"/>
                    <a:pt x="124" y="56"/>
                    <a:pt x="125" y="52"/>
                  </a:cubicBezTo>
                  <a:cubicBezTo>
                    <a:pt x="129" y="35"/>
                    <a:pt x="117" y="18"/>
                    <a:pt x="100" y="15"/>
                  </a:cubicBezTo>
                  <a:cubicBezTo>
                    <a:pt x="69" y="9"/>
                    <a:pt x="37" y="4"/>
                    <a:pt x="6" y="0"/>
                  </a:cubicBezTo>
                  <a:cubicBezTo>
                    <a:pt x="4" y="1"/>
                    <a:pt x="2" y="2"/>
                    <a:pt x="0" y="2"/>
                  </a:cubicBezTo>
                  <a:cubicBezTo>
                    <a:pt x="18" y="4"/>
                    <a:pt x="33" y="8"/>
                    <a:pt x="39"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 name="Freeform 427"/>
            <p:cNvSpPr>
              <a:spLocks/>
            </p:cNvSpPr>
            <p:nvPr/>
          </p:nvSpPr>
          <p:spPr bwMode="auto">
            <a:xfrm>
              <a:off x="8674100" y="3313113"/>
              <a:ext cx="652463" cy="1114425"/>
            </a:xfrm>
            <a:custGeom>
              <a:avLst/>
              <a:gdLst>
                <a:gd name="T0" fmla="*/ 279 w 437"/>
                <a:gd name="T1" fmla="*/ 466 h 746"/>
                <a:gd name="T2" fmla="*/ 287 w 437"/>
                <a:gd name="T3" fmla="*/ 426 h 746"/>
                <a:gd name="T4" fmla="*/ 287 w 437"/>
                <a:gd name="T5" fmla="*/ 371 h 746"/>
                <a:gd name="T6" fmla="*/ 259 w 437"/>
                <a:gd name="T7" fmla="*/ 384 h 746"/>
                <a:gd name="T8" fmla="*/ 254 w 437"/>
                <a:gd name="T9" fmla="*/ 383 h 746"/>
                <a:gd name="T10" fmla="*/ 222 w 437"/>
                <a:gd name="T11" fmla="*/ 341 h 746"/>
                <a:gd name="T12" fmla="*/ 287 w 437"/>
                <a:gd name="T13" fmla="*/ 118 h 746"/>
                <a:gd name="T14" fmla="*/ 287 w 437"/>
                <a:gd name="T15" fmla="*/ 64 h 746"/>
                <a:gd name="T16" fmla="*/ 327 w 437"/>
                <a:gd name="T17" fmla="*/ 65 h 746"/>
                <a:gd name="T18" fmla="*/ 398 w 437"/>
                <a:gd name="T19" fmla="*/ 22 h 746"/>
                <a:gd name="T20" fmla="*/ 437 w 437"/>
                <a:gd name="T21" fmla="*/ 15 h 746"/>
                <a:gd name="T22" fmla="*/ 415 w 437"/>
                <a:gd name="T23" fmla="*/ 5 h 746"/>
                <a:gd name="T24" fmla="*/ 258 w 437"/>
                <a:gd name="T25" fmla="*/ 0 h 746"/>
                <a:gd name="T26" fmla="*/ 256 w 437"/>
                <a:gd name="T27" fmla="*/ 0 h 746"/>
                <a:gd name="T28" fmla="*/ 102 w 437"/>
                <a:gd name="T29" fmla="*/ 0 h 746"/>
                <a:gd name="T30" fmla="*/ 99 w 437"/>
                <a:gd name="T31" fmla="*/ 0 h 746"/>
                <a:gd name="T32" fmla="*/ 0 w 437"/>
                <a:gd name="T33" fmla="*/ 1 h 746"/>
                <a:gd name="T34" fmla="*/ 22 w 437"/>
                <a:gd name="T35" fmla="*/ 17 h 746"/>
                <a:gd name="T36" fmla="*/ 55 w 437"/>
                <a:gd name="T37" fmla="*/ 65 h 746"/>
                <a:gd name="T38" fmla="*/ 71 w 437"/>
                <a:gd name="T39" fmla="*/ 65 h 746"/>
                <a:gd name="T40" fmla="*/ 71 w 437"/>
                <a:gd name="T41" fmla="*/ 106 h 746"/>
                <a:gd name="T42" fmla="*/ 88 w 437"/>
                <a:gd name="T43" fmla="*/ 354 h 746"/>
                <a:gd name="T44" fmla="*/ 71 w 437"/>
                <a:gd name="T45" fmla="*/ 386 h 746"/>
                <a:gd name="T46" fmla="*/ 71 w 437"/>
                <a:gd name="T47" fmla="*/ 697 h 746"/>
                <a:gd name="T48" fmla="*/ 120 w 437"/>
                <a:gd name="T49" fmla="*/ 746 h 746"/>
                <a:gd name="T50" fmla="*/ 170 w 437"/>
                <a:gd name="T51" fmla="*/ 697 h 746"/>
                <a:gd name="T52" fmla="*/ 170 w 437"/>
                <a:gd name="T53" fmla="*/ 336 h 746"/>
                <a:gd name="T54" fmla="*/ 188 w 437"/>
                <a:gd name="T55" fmla="*/ 336 h 746"/>
                <a:gd name="T56" fmla="*/ 188 w 437"/>
                <a:gd name="T57" fmla="*/ 697 h 746"/>
                <a:gd name="T58" fmla="*/ 238 w 437"/>
                <a:gd name="T59" fmla="*/ 746 h 746"/>
                <a:gd name="T60" fmla="*/ 287 w 437"/>
                <a:gd name="T61" fmla="*/ 697 h 746"/>
                <a:gd name="T62" fmla="*/ 287 w 437"/>
                <a:gd name="T63" fmla="*/ 471 h 746"/>
                <a:gd name="T64" fmla="*/ 287 w 437"/>
                <a:gd name="T65" fmla="*/ 471 h 746"/>
                <a:gd name="T66" fmla="*/ 279 w 437"/>
                <a:gd name="T67" fmla="*/ 466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37" h="746">
                  <a:moveTo>
                    <a:pt x="279" y="466"/>
                  </a:moveTo>
                  <a:cubicBezTo>
                    <a:pt x="287" y="426"/>
                    <a:pt x="287" y="426"/>
                    <a:pt x="287" y="426"/>
                  </a:cubicBezTo>
                  <a:cubicBezTo>
                    <a:pt x="287" y="371"/>
                    <a:pt x="287" y="371"/>
                    <a:pt x="287" y="371"/>
                  </a:cubicBezTo>
                  <a:cubicBezTo>
                    <a:pt x="280" y="379"/>
                    <a:pt x="270" y="384"/>
                    <a:pt x="259" y="384"/>
                  </a:cubicBezTo>
                  <a:cubicBezTo>
                    <a:pt x="258" y="384"/>
                    <a:pt x="256" y="384"/>
                    <a:pt x="254" y="383"/>
                  </a:cubicBezTo>
                  <a:cubicBezTo>
                    <a:pt x="233" y="381"/>
                    <a:pt x="219" y="362"/>
                    <a:pt x="222" y="341"/>
                  </a:cubicBezTo>
                  <a:cubicBezTo>
                    <a:pt x="235" y="236"/>
                    <a:pt x="260" y="166"/>
                    <a:pt x="287" y="118"/>
                  </a:cubicBezTo>
                  <a:cubicBezTo>
                    <a:pt x="287" y="64"/>
                    <a:pt x="287" y="64"/>
                    <a:pt x="287" y="64"/>
                  </a:cubicBezTo>
                  <a:cubicBezTo>
                    <a:pt x="298" y="64"/>
                    <a:pt x="312" y="65"/>
                    <a:pt x="327" y="65"/>
                  </a:cubicBezTo>
                  <a:cubicBezTo>
                    <a:pt x="359" y="32"/>
                    <a:pt x="388" y="24"/>
                    <a:pt x="398" y="22"/>
                  </a:cubicBezTo>
                  <a:cubicBezTo>
                    <a:pt x="404" y="21"/>
                    <a:pt x="419" y="17"/>
                    <a:pt x="437" y="15"/>
                  </a:cubicBezTo>
                  <a:cubicBezTo>
                    <a:pt x="429" y="13"/>
                    <a:pt x="422" y="9"/>
                    <a:pt x="415" y="5"/>
                  </a:cubicBezTo>
                  <a:cubicBezTo>
                    <a:pt x="336" y="0"/>
                    <a:pt x="273" y="0"/>
                    <a:pt x="258" y="0"/>
                  </a:cubicBezTo>
                  <a:cubicBezTo>
                    <a:pt x="257" y="0"/>
                    <a:pt x="257" y="0"/>
                    <a:pt x="256" y="0"/>
                  </a:cubicBezTo>
                  <a:cubicBezTo>
                    <a:pt x="102" y="0"/>
                    <a:pt x="102" y="0"/>
                    <a:pt x="102" y="0"/>
                  </a:cubicBezTo>
                  <a:cubicBezTo>
                    <a:pt x="101" y="0"/>
                    <a:pt x="100" y="0"/>
                    <a:pt x="99" y="0"/>
                  </a:cubicBezTo>
                  <a:cubicBezTo>
                    <a:pt x="0" y="1"/>
                    <a:pt x="0" y="1"/>
                    <a:pt x="0" y="1"/>
                  </a:cubicBezTo>
                  <a:cubicBezTo>
                    <a:pt x="7" y="5"/>
                    <a:pt x="14" y="10"/>
                    <a:pt x="22" y="17"/>
                  </a:cubicBezTo>
                  <a:cubicBezTo>
                    <a:pt x="35" y="29"/>
                    <a:pt x="46" y="45"/>
                    <a:pt x="55" y="65"/>
                  </a:cubicBezTo>
                  <a:cubicBezTo>
                    <a:pt x="71" y="65"/>
                    <a:pt x="71" y="65"/>
                    <a:pt x="71" y="65"/>
                  </a:cubicBezTo>
                  <a:cubicBezTo>
                    <a:pt x="71" y="106"/>
                    <a:pt x="71" y="106"/>
                    <a:pt x="71" y="106"/>
                  </a:cubicBezTo>
                  <a:cubicBezTo>
                    <a:pt x="89" y="167"/>
                    <a:pt x="94" y="249"/>
                    <a:pt x="88" y="354"/>
                  </a:cubicBezTo>
                  <a:cubicBezTo>
                    <a:pt x="87" y="367"/>
                    <a:pt x="81" y="379"/>
                    <a:pt x="71" y="386"/>
                  </a:cubicBezTo>
                  <a:cubicBezTo>
                    <a:pt x="71" y="697"/>
                    <a:pt x="71" y="697"/>
                    <a:pt x="71" y="697"/>
                  </a:cubicBezTo>
                  <a:cubicBezTo>
                    <a:pt x="71" y="724"/>
                    <a:pt x="93" y="746"/>
                    <a:pt x="120" y="746"/>
                  </a:cubicBezTo>
                  <a:cubicBezTo>
                    <a:pt x="148" y="746"/>
                    <a:pt x="170" y="724"/>
                    <a:pt x="170" y="697"/>
                  </a:cubicBezTo>
                  <a:cubicBezTo>
                    <a:pt x="170" y="336"/>
                    <a:pt x="170" y="336"/>
                    <a:pt x="170" y="336"/>
                  </a:cubicBezTo>
                  <a:cubicBezTo>
                    <a:pt x="188" y="336"/>
                    <a:pt x="188" y="336"/>
                    <a:pt x="188" y="336"/>
                  </a:cubicBezTo>
                  <a:cubicBezTo>
                    <a:pt x="188" y="697"/>
                    <a:pt x="188" y="697"/>
                    <a:pt x="188" y="697"/>
                  </a:cubicBezTo>
                  <a:cubicBezTo>
                    <a:pt x="188" y="724"/>
                    <a:pt x="211" y="746"/>
                    <a:pt x="238" y="746"/>
                  </a:cubicBezTo>
                  <a:cubicBezTo>
                    <a:pt x="265" y="746"/>
                    <a:pt x="287" y="724"/>
                    <a:pt x="287" y="697"/>
                  </a:cubicBezTo>
                  <a:cubicBezTo>
                    <a:pt x="287" y="471"/>
                    <a:pt x="287" y="471"/>
                    <a:pt x="287" y="471"/>
                  </a:cubicBezTo>
                  <a:cubicBezTo>
                    <a:pt x="287" y="471"/>
                    <a:pt x="287" y="471"/>
                    <a:pt x="287" y="471"/>
                  </a:cubicBezTo>
                  <a:lnTo>
                    <a:pt x="279" y="4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 name="Freeform 428"/>
            <p:cNvSpPr>
              <a:spLocks noEditPoints="1"/>
            </p:cNvSpPr>
            <p:nvPr/>
          </p:nvSpPr>
          <p:spPr bwMode="auto">
            <a:xfrm>
              <a:off x="8807450" y="3011488"/>
              <a:ext cx="268288" cy="268288"/>
            </a:xfrm>
            <a:custGeom>
              <a:avLst/>
              <a:gdLst>
                <a:gd name="T0" fmla="*/ 90 w 180"/>
                <a:gd name="T1" fmla="*/ 180 h 180"/>
                <a:gd name="T2" fmla="*/ 180 w 180"/>
                <a:gd name="T3" fmla="*/ 90 h 180"/>
                <a:gd name="T4" fmla="*/ 90 w 180"/>
                <a:gd name="T5" fmla="*/ 0 h 180"/>
                <a:gd name="T6" fmla="*/ 0 w 180"/>
                <a:gd name="T7" fmla="*/ 90 h 180"/>
                <a:gd name="T8" fmla="*/ 90 w 180"/>
                <a:gd name="T9" fmla="*/ 180 h 180"/>
                <a:gd name="T10" fmla="*/ 146 w 180"/>
                <a:gd name="T11" fmla="*/ 124 h 180"/>
                <a:gd name="T12" fmla="*/ 90 w 180"/>
                <a:gd name="T13" fmla="*/ 156 h 180"/>
                <a:gd name="T14" fmla="*/ 34 w 180"/>
                <a:gd name="T15" fmla="*/ 124 h 180"/>
                <a:gd name="T16" fmla="*/ 146 w 180"/>
                <a:gd name="T17" fmla="*/ 124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0" h="180">
                  <a:moveTo>
                    <a:pt x="90" y="180"/>
                  </a:moveTo>
                  <a:cubicBezTo>
                    <a:pt x="140" y="180"/>
                    <a:pt x="180" y="139"/>
                    <a:pt x="180" y="90"/>
                  </a:cubicBezTo>
                  <a:cubicBezTo>
                    <a:pt x="180" y="40"/>
                    <a:pt x="140" y="0"/>
                    <a:pt x="90" y="0"/>
                  </a:cubicBezTo>
                  <a:cubicBezTo>
                    <a:pt x="41" y="0"/>
                    <a:pt x="0" y="40"/>
                    <a:pt x="0" y="90"/>
                  </a:cubicBezTo>
                  <a:cubicBezTo>
                    <a:pt x="0" y="139"/>
                    <a:pt x="41" y="180"/>
                    <a:pt x="90" y="180"/>
                  </a:cubicBezTo>
                  <a:close/>
                  <a:moveTo>
                    <a:pt x="146" y="124"/>
                  </a:moveTo>
                  <a:cubicBezTo>
                    <a:pt x="135" y="143"/>
                    <a:pt x="114" y="156"/>
                    <a:pt x="90" y="156"/>
                  </a:cubicBezTo>
                  <a:cubicBezTo>
                    <a:pt x="66" y="156"/>
                    <a:pt x="46" y="143"/>
                    <a:pt x="34" y="124"/>
                  </a:cubicBezTo>
                  <a:lnTo>
                    <a:pt x="146" y="1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 name="Freeform 429"/>
            <p:cNvSpPr>
              <a:spLocks/>
            </p:cNvSpPr>
            <p:nvPr/>
          </p:nvSpPr>
          <p:spPr bwMode="auto">
            <a:xfrm>
              <a:off x="8181975" y="3313113"/>
              <a:ext cx="620713" cy="1114425"/>
            </a:xfrm>
            <a:custGeom>
              <a:avLst/>
              <a:gdLst>
                <a:gd name="T0" fmla="*/ 342 w 415"/>
                <a:gd name="T1" fmla="*/ 25 h 746"/>
                <a:gd name="T2" fmla="*/ 287 w 415"/>
                <a:gd name="T3" fmla="*/ 0 h 746"/>
                <a:gd name="T4" fmla="*/ 285 w 415"/>
                <a:gd name="T5" fmla="*/ 0 h 746"/>
                <a:gd name="T6" fmla="*/ 130 w 415"/>
                <a:gd name="T7" fmla="*/ 0 h 746"/>
                <a:gd name="T8" fmla="*/ 128 w 415"/>
                <a:gd name="T9" fmla="*/ 0 h 746"/>
                <a:gd name="T10" fmla="*/ 73 w 415"/>
                <a:gd name="T11" fmla="*/ 25 h 746"/>
                <a:gd name="T12" fmla="*/ 10 w 415"/>
                <a:gd name="T13" fmla="*/ 353 h 746"/>
                <a:gd name="T14" fmla="*/ 42 w 415"/>
                <a:gd name="T15" fmla="*/ 383 h 746"/>
                <a:gd name="T16" fmla="*/ 44 w 415"/>
                <a:gd name="T17" fmla="*/ 383 h 746"/>
                <a:gd name="T18" fmla="*/ 74 w 415"/>
                <a:gd name="T19" fmla="*/ 349 h 746"/>
                <a:gd name="T20" fmla="*/ 99 w 415"/>
                <a:gd name="T21" fmla="*/ 97 h 746"/>
                <a:gd name="T22" fmla="*/ 99 w 415"/>
                <a:gd name="T23" fmla="*/ 229 h 746"/>
                <a:gd name="T24" fmla="*/ 99 w 415"/>
                <a:gd name="T25" fmla="*/ 305 h 746"/>
                <a:gd name="T26" fmla="*/ 99 w 415"/>
                <a:gd name="T27" fmla="*/ 697 h 746"/>
                <a:gd name="T28" fmla="*/ 149 w 415"/>
                <a:gd name="T29" fmla="*/ 746 h 746"/>
                <a:gd name="T30" fmla="*/ 198 w 415"/>
                <a:gd name="T31" fmla="*/ 697 h 746"/>
                <a:gd name="T32" fmla="*/ 198 w 415"/>
                <a:gd name="T33" fmla="*/ 336 h 746"/>
                <a:gd name="T34" fmla="*/ 217 w 415"/>
                <a:gd name="T35" fmla="*/ 336 h 746"/>
                <a:gd name="T36" fmla="*/ 217 w 415"/>
                <a:gd name="T37" fmla="*/ 697 h 746"/>
                <a:gd name="T38" fmla="*/ 266 w 415"/>
                <a:gd name="T39" fmla="*/ 746 h 746"/>
                <a:gd name="T40" fmla="*/ 316 w 415"/>
                <a:gd name="T41" fmla="*/ 697 h 746"/>
                <a:gd name="T42" fmla="*/ 316 w 415"/>
                <a:gd name="T43" fmla="*/ 305 h 746"/>
                <a:gd name="T44" fmla="*/ 316 w 415"/>
                <a:gd name="T45" fmla="*/ 229 h 746"/>
                <a:gd name="T46" fmla="*/ 316 w 415"/>
                <a:gd name="T47" fmla="*/ 97 h 746"/>
                <a:gd name="T48" fmla="*/ 341 w 415"/>
                <a:gd name="T49" fmla="*/ 349 h 746"/>
                <a:gd name="T50" fmla="*/ 371 w 415"/>
                <a:gd name="T51" fmla="*/ 383 h 746"/>
                <a:gd name="T52" fmla="*/ 373 w 415"/>
                <a:gd name="T53" fmla="*/ 383 h 746"/>
                <a:gd name="T54" fmla="*/ 405 w 415"/>
                <a:gd name="T55" fmla="*/ 353 h 746"/>
                <a:gd name="T56" fmla="*/ 342 w 415"/>
                <a:gd name="T57" fmla="*/ 25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5" h="746">
                  <a:moveTo>
                    <a:pt x="342" y="25"/>
                  </a:moveTo>
                  <a:cubicBezTo>
                    <a:pt x="320" y="4"/>
                    <a:pt x="298" y="1"/>
                    <a:pt x="287" y="0"/>
                  </a:cubicBezTo>
                  <a:cubicBezTo>
                    <a:pt x="286" y="0"/>
                    <a:pt x="285" y="0"/>
                    <a:pt x="285" y="0"/>
                  </a:cubicBezTo>
                  <a:cubicBezTo>
                    <a:pt x="130" y="0"/>
                    <a:pt x="130" y="0"/>
                    <a:pt x="130" y="0"/>
                  </a:cubicBezTo>
                  <a:cubicBezTo>
                    <a:pt x="130" y="0"/>
                    <a:pt x="129" y="0"/>
                    <a:pt x="128" y="0"/>
                  </a:cubicBezTo>
                  <a:cubicBezTo>
                    <a:pt x="117" y="1"/>
                    <a:pt x="95" y="4"/>
                    <a:pt x="73" y="25"/>
                  </a:cubicBezTo>
                  <a:cubicBezTo>
                    <a:pt x="21" y="74"/>
                    <a:pt x="0" y="184"/>
                    <a:pt x="10" y="353"/>
                  </a:cubicBezTo>
                  <a:cubicBezTo>
                    <a:pt x="11" y="370"/>
                    <a:pt x="25" y="383"/>
                    <a:pt x="42" y="383"/>
                  </a:cubicBezTo>
                  <a:cubicBezTo>
                    <a:pt x="42" y="383"/>
                    <a:pt x="43" y="383"/>
                    <a:pt x="44" y="383"/>
                  </a:cubicBezTo>
                  <a:cubicBezTo>
                    <a:pt x="61" y="382"/>
                    <a:pt x="75" y="367"/>
                    <a:pt x="74" y="349"/>
                  </a:cubicBezTo>
                  <a:cubicBezTo>
                    <a:pt x="66" y="209"/>
                    <a:pt x="81" y="134"/>
                    <a:pt x="99" y="97"/>
                  </a:cubicBezTo>
                  <a:cubicBezTo>
                    <a:pt x="99" y="229"/>
                    <a:pt x="99" y="229"/>
                    <a:pt x="99" y="229"/>
                  </a:cubicBezTo>
                  <a:cubicBezTo>
                    <a:pt x="99" y="305"/>
                    <a:pt x="99" y="305"/>
                    <a:pt x="99" y="305"/>
                  </a:cubicBezTo>
                  <a:cubicBezTo>
                    <a:pt x="99" y="697"/>
                    <a:pt x="99" y="697"/>
                    <a:pt x="99" y="697"/>
                  </a:cubicBezTo>
                  <a:cubicBezTo>
                    <a:pt x="99" y="724"/>
                    <a:pt x="122" y="746"/>
                    <a:pt x="149" y="746"/>
                  </a:cubicBezTo>
                  <a:cubicBezTo>
                    <a:pt x="176" y="746"/>
                    <a:pt x="198" y="724"/>
                    <a:pt x="198" y="697"/>
                  </a:cubicBezTo>
                  <a:cubicBezTo>
                    <a:pt x="198" y="336"/>
                    <a:pt x="198" y="336"/>
                    <a:pt x="198" y="336"/>
                  </a:cubicBezTo>
                  <a:cubicBezTo>
                    <a:pt x="217" y="336"/>
                    <a:pt x="217" y="336"/>
                    <a:pt x="217" y="336"/>
                  </a:cubicBezTo>
                  <a:cubicBezTo>
                    <a:pt x="217" y="697"/>
                    <a:pt x="217" y="697"/>
                    <a:pt x="217" y="697"/>
                  </a:cubicBezTo>
                  <a:cubicBezTo>
                    <a:pt x="217" y="724"/>
                    <a:pt x="239" y="746"/>
                    <a:pt x="266" y="746"/>
                  </a:cubicBezTo>
                  <a:cubicBezTo>
                    <a:pt x="294" y="746"/>
                    <a:pt x="316" y="724"/>
                    <a:pt x="316" y="697"/>
                  </a:cubicBezTo>
                  <a:cubicBezTo>
                    <a:pt x="316" y="305"/>
                    <a:pt x="316" y="305"/>
                    <a:pt x="316" y="305"/>
                  </a:cubicBezTo>
                  <a:cubicBezTo>
                    <a:pt x="316" y="229"/>
                    <a:pt x="316" y="229"/>
                    <a:pt x="316" y="229"/>
                  </a:cubicBezTo>
                  <a:cubicBezTo>
                    <a:pt x="316" y="97"/>
                    <a:pt x="316" y="97"/>
                    <a:pt x="316" y="97"/>
                  </a:cubicBezTo>
                  <a:cubicBezTo>
                    <a:pt x="334" y="134"/>
                    <a:pt x="350" y="209"/>
                    <a:pt x="341" y="349"/>
                  </a:cubicBezTo>
                  <a:cubicBezTo>
                    <a:pt x="340" y="367"/>
                    <a:pt x="354" y="382"/>
                    <a:pt x="371" y="383"/>
                  </a:cubicBezTo>
                  <a:cubicBezTo>
                    <a:pt x="372" y="383"/>
                    <a:pt x="373" y="383"/>
                    <a:pt x="373" y="383"/>
                  </a:cubicBezTo>
                  <a:cubicBezTo>
                    <a:pt x="390" y="383"/>
                    <a:pt x="404" y="370"/>
                    <a:pt x="405" y="353"/>
                  </a:cubicBezTo>
                  <a:cubicBezTo>
                    <a:pt x="415" y="184"/>
                    <a:pt x="394" y="74"/>
                    <a:pt x="342"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 name="Freeform 430"/>
            <p:cNvSpPr>
              <a:spLocks noEditPoints="1"/>
            </p:cNvSpPr>
            <p:nvPr/>
          </p:nvSpPr>
          <p:spPr bwMode="auto">
            <a:xfrm>
              <a:off x="8358188" y="3011488"/>
              <a:ext cx="269875" cy="268288"/>
            </a:xfrm>
            <a:custGeom>
              <a:avLst/>
              <a:gdLst>
                <a:gd name="T0" fmla="*/ 0 w 180"/>
                <a:gd name="T1" fmla="*/ 90 h 180"/>
                <a:gd name="T2" fmla="*/ 90 w 180"/>
                <a:gd name="T3" fmla="*/ 180 h 180"/>
                <a:gd name="T4" fmla="*/ 180 w 180"/>
                <a:gd name="T5" fmla="*/ 90 h 180"/>
                <a:gd name="T6" fmla="*/ 90 w 180"/>
                <a:gd name="T7" fmla="*/ 0 h 180"/>
                <a:gd name="T8" fmla="*/ 0 w 180"/>
                <a:gd name="T9" fmla="*/ 90 h 180"/>
                <a:gd name="T10" fmla="*/ 146 w 180"/>
                <a:gd name="T11" fmla="*/ 124 h 180"/>
                <a:gd name="T12" fmla="*/ 90 w 180"/>
                <a:gd name="T13" fmla="*/ 156 h 180"/>
                <a:gd name="T14" fmla="*/ 33 w 180"/>
                <a:gd name="T15" fmla="*/ 124 h 180"/>
                <a:gd name="T16" fmla="*/ 146 w 180"/>
                <a:gd name="T17" fmla="*/ 124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0" h="180">
                  <a:moveTo>
                    <a:pt x="0" y="90"/>
                  </a:moveTo>
                  <a:cubicBezTo>
                    <a:pt x="0" y="139"/>
                    <a:pt x="40" y="180"/>
                    <a:pt x="90" y="180"/>
                  </a:cubicBezTo>
                  <a:cubicBezTo>
                    <a:pt x="139" y="180"/>
                    <a:pt x="180" y="139"/>
                    <a:pt x="180" y="90"/>
                  </a:cubicBezTo>
                  <a:cubicBezTo>
                    <a:pt x="180" y="40"/>
                    <a:pt x="139" y="0"/>
                    <a:pt x="90" y="0"/>
                  </a:cubicBezTo>
                  <a:cubicBezTo>
                    <a:pt x="40" y="0"/>
                    <a:pt x="0" y="40"/>
                    <a:pt x="0" y="90"/>
                  </a:cubicBezTo>
                  <a:close/>
                  <a:moveTo>
                    <a:pt x="146" y="124"/>
                  </a:moveTo>
                  <a:cubicBezTo>
                    <a:pt x="134" y="143"/>
                    <a:pt x="113" y="156"/>
                    <a:pt x="90" y="156"/>
                  </a:cubicBezTo>
                  <a:cubicBezTo>
                    <a:pt x="66" y="156"/>
                    <a:pt x="45" y="143"/>
                    <a:pt x="33" y="124"/>
                  </a:cubicBezTo>
                  <a:lnTo>
                    <a:pt x="146" y="1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 name="Freeform 431"/>
            <p:cNvSpPr>
              <a:spLocks/>
            </p:cNvSpPr>
            <p:nvPr/>
          </p:nvSpPr>
          <p:spPr bwMode="auto">
            <a:xfrm>
              <a:off x="9020175" y="3351213"/>
              <a:ext cx="701675" cy="703263"/>
            </a:xfrm>
            <a:custGeom>
              <a:avLst/>
              <a:gdLst>
                <a:gd name="T0" fmla="*/ 299 w 469"/>
                <a:gd name="T1" fmla="*/ 9 h 471"/>
                <a:gd name="T2" fmla="*/ 234 w 469"/>
                <a:gd name="T3" fmla="*/ 0 h 471"/>
                <a:gd name="T4" fmla="*/ 169 w 469"/>
                <a:gd name="T5" fmla="*/ 9 h 471"/>
                <a:gd name="T6" fmla="*/ 1 w 469"/>
                <a:gd name="T7" fmla="*/ 317 h 471"/>
                <a:gd name="T8" fmla="*/ 24 w 469"/>
                <a:gd name="T9" fmla="*/ 347 h 471"/>
                <a:gd name="T10" fmla="*/ 53 w 469"/>
                <a:gd name="T11" fmla="*/ 324 h 471"/>
                <a:gd name="T12" fmla="*/ 129 w 469"/>
                <a:gd name="T13" fmla="*/ 98 h 471"/>
                <a:gd name="T14" fmla="*/ 61 w 469"/>
                <a:gd name="T15" fmla="*/ 435 h 471"/>
                <a:gd name="T16" fmla="*/ 234 w 469"/>
                <a:gd name="T17" fmla="*/ 471 h 471"/>
                <a:gd name="T18" fmla="*/ 407 w 469"/>
                <a:gd name="T19" fmla="*/ 435 h 471"/>
                <a:gd name="T20" fmla="*/ 339 w 469"/>
                <a:gd name="T21" fmla="*/ 98 h 471"/>
                <a:gd name="T22" fmla="*/ 415 w 469"/>
                <a:gd name="T23" fmla="*/ 324 h 471"/>
                <a:gd name="T24" fmla="*/ 441 w 469"/>
                <a:gd name="T25" fmla="*/ 347 h 471"/>
                <a:gd name="T26" fmla="*/ 444 w 469"/>
                <a:gd name="T27" fmla="*/ 347 h 471"/>
                <a:gd name="T28" fmla="*/ 467 w 469"/>
                <a:gd name="T29" fmla="*/ 317 h 471"/>
                <a:gd name="T30" fmla="*/ 299 w 469"/>
                <a:gd name="T31" fmla="*/ 9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69" h="471">
                  <a:moveTo>
                    <a:pt x="299" y="9"/>
                  </a:moveTo>
                  <a:cubicBezTo>
                    <a:pt x="292" y="7"/>
                    <a:pt x="263" y="0"/>
                    <a:pt x="234" y="0"/>
                  </a:cubicBezTo>
                  <a:cubicBezTo>
                    <a:pt x="205" y="0"/>
                    <a:pt x="176" y="7"/>
                    <a:pt x="169" y="9"/>
                  </a:cubicBezTo>
                  <a:cubicBezTo>
                    <a:pt x="148" y="12"/>
                    <a:pt x="37" y="44"/>
                    <a:pt x="1" y="317"/>
                  </a:cubicBezTo>
                  <a:cubicBezTo>
                    <a:pt x="0" y="332"/>
                    <a:pt x="10" y="345"/>
                    <a:pt x="24" y="347"/>
                  </a:cubicBezTo>
                  <a:cubicBezTo>
                    <a:pt x="38" y="348"/>
                    <a:pt x="51" y="338"/>
                    <a:pt x="53" y="324"/>
                  </a:cubicBezTo>
                  <a:cubicBezTo>
                    <a:pt x="70" y="199"/>
                    <a:pt x="102" y="133"/>
                    <a:pt x="129" y="98"/>
                  </a:cubicBezTo>
                  <a:cubicBezTo>
                    <a:pt x="61" y="435"/>
                    <a:pt x="61" y="435"/>
                    <a:pt x="61" y="435"/>
                  </a:cubicBezTo>
                  <a:cubicBezTo>
                    <a:pt x="61" y="435"/>
                    <a:pt x="121" y="471"/>
                    <a:pt x="234" y="471"/>
                  </a:cubicBezTo>
                  <a:cubicBezTo>
                    <a:pt x="347" y="471"/>
                    <a:pt x="407" y="435"/>
                    <a:pt x="407" y="435"/>
                  </a:cubicBezTo>
                  <a:cubicBezTo>
                    <a:pt x="339" y="98"/>
                    <a:pt x="339" y="98"/>
                    <a:pt x="339" y="98"/>
                  </a:cubicBezTo>
                  <a:cubicBezTo>
                    <a:pt x="366" y="133"/>
                    <a:pt x="399" y="199"/>
                    <a:pt x="415" y="324"/>
                  </a:cubicBezTo>
                  <a:cubicBezTo>
                    <a:pt x="417" y="337"/>
                    <a:pt x="428" y="347"/>
                    <a:pt x="441" y="347"/>
                  </a:cubicBezTo>
                  <a:cubicBezTo>
                    <a:pt x="442" y="347"/>
                    <a:pt x="443" y="347"/>
                    <a:pt x="444" y="347"/>
                  </a:cubicBezTo>
                  <a:cubicBezTo>
                    <a:pt x="459" y="345"/>
                    <a:pt x="469" y="332"/>
                    <a:pt x="467" y="317"/>
                  </a:cubicBezTo>
                  <a:cubicBezTo>
                    <a:pt x="431" y="44"/>
                    <a:pt x="320" y="12"/>
                    <a:pt x="299"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 name="Freeform 432"/>
            <p:cNvSpPr>
              <a:spLocks noEditPoints="1"/>
            </p:cNvSpPr>
            <p:nvPr/>
          </p:nvSpPr>
          <p:spPr bwMode="auto">
            <a:xfrm>
              <a:off x="9240838" y="3067051"/>
              <a:ext cx="257175" cy="257175"/>
            </a:xfrm>
            <a:custGeom>
              <a:avLst/>
              <a:gdLst>
                <a:gd name="T0" fmla="*/ 86 w 172"/>
                <a:gd name="T1" fmla="*/ 172 h 172"/>
                <a:gd name="T2" fmla="*/ 172 w 172"/>
                <a:gd name="T3" fmla="*/ 86 h 172"/>
                <a:gd name="T4" fmla="*/ 86 w 172"/>
                <a:gd name="T5" fmla="*/ 0 h 172"/>
                <a:gd name="T6" fmla="*/ 0 w 172"/>
                <a:gd name="T7" fmla="*/ 86 h 172"/>
                <a:gd name="T8" fmla="*/ 86 w 172"/>
                <a:gd name="T9" fmla="*/ 172 h 172"/>
                <a:gd name="T10" fmla="*/ 142 w 172"/>
                <a:gd name="T11" fmla="*/ 118 h 172"/>
                <a:gd name="T12" fmla="*/ 86 w 172"/>
                <a:gd name="T13" fmla="*/ 149 h 172"/>
                <a:gd name="T14" fmla="*/ 30 w 172"/>
                <a:gd name="T15" fmla="*/ 118 h 172"/>
                <a:gd name="T16" fmla="*/ 142 w 172"/>
                <a:gd name="T17" fmla="*/ 118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2" h="172">
                  <a:moveTo>
                    <a:pt x="86" y="172"/>
                  </a:moveTo>
                  <a:cubicBezTo>
                    <a:pt x="134" y="172"/>
                    <a:pt x="172" y="134"/>
                    <a:pt x="172" y="86"/>
                  </a:cubicBezTo>
                  <a:cubicBezTo>
                    <a:pt x="172" y="39"/>
                    <a:pt x="134" y="0"/>
                    <a:pt x="86" y="0"/>
                  </a:cubicBezTo>
                  <a:cubicBezTo>
                    <a:pt x="39" y="0"/>
                    <a:pt x="0" y="39"/>
                    <a:pt x="0" y="86"/>
                  </a:cubicBezTo>
                  <a:cubicBezTo>
                    <a:pt x="0" y="134"/>
                    <a:pt x="39" y="172"/>
                    <a:pt x="86" y="172"/>
                  </a:cubicBezTo>
                  <a:close/>
                  <a:moveTo>
                    <a:pt x="142" y="118"/>
                  </a:moveTo>
                  <a:cubicBezTo>
                    <a:pt x="131" y="137"/>
                    <a:pt x="110" y="149"/>
                    <a:pt x="86" y="149"/>
                  </a:cubicBezTo>
                  <a:cubicBezTo>
                    <a:pt x="62" y="149"/>
                    <a:pt x="42" y="137"/>
                    <a:pt x="30" y="118"/>
                  </a:cubicBezTo>
                  <a:lnTo>
                    <a:pt x="142" y="1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09" name="组合 408"/>
          <p:cNvGrpSpPr/>
          <p:nvPr/>
        </p:nvGrpSpPr>
        <p:grpSpPr>
          <a:xfrm>
            <a:off x="10109200" y="2909888"/>
            <a:ext cx="1871663" cy="1778000"/>
            <a:chOff x="10109200" y="2909888"/>
            <a:chExt cx="1871663" cy="1778000"/>
          </a:xfrm>
          <a:solidFill>
            <a:schemeClr val="tx1">
              <a:lumMod val="65000"/>
              <a:lumOff val="35000"/>
            </a:schemeClr>
          </a:solidFill>
        </p:grpSpPr>
        <p:sp>
          <p:nvSpPr>
            <p:cNvPr id="410" name="Freeform 433"/>
            <p:cNvSpPr>
              <a:spLocks/>
            </p:cNvSpPr>
            <p:nvPr/>
          </p:nvSpPr>
          <p:spPr bwMode="auto">
            <a:xfrm>
              <a:off x="10161588" y="4519613"/>
              <a:ext cx="98425" cy="122238"/>
            </a:xfrm>
            <a:custGeom>
              <a:avLst/>
              <a:gdLst>
                <a:gd name="T0" fmla="*/ 52 w 66"/>
                <a:gd name="T1" fmla="*/ 23 h 82"/>
                <a:gd name="T2" fmla="*/ 54 w 66"/>
                <a:gd name="T3" fmla="*/ 27 h 82"/>
                <a:gd name="T4" fmla="*/ 57 w 66"/>
                <a:gd name="T5" fmla="*/ 28 h 82"/>
                <a:gd name="T6" fmla="*/ 62 w 66"/>
                <a:gd name="T7" fmla="*/ 26 h 82"/>
                <a:gd name="T8" fmla="*/ 66 w 66"/>
                <a:gd name="T9" fmla="*/ 22 h 82"/>
                <a:gd name="T10" fmla="*/ 66 w 66"/>
                <a:gd name="T11" fmla="*/ 14 h 82"/>
                <a:gd name="T12" fmla="*/ 62 w 66"/>
                <a:gd name="T13" fmla="*/ 4 h 82"/>
                <a:gd name="T14" fmla="*/ 52 w 66"/>
                <a:gd name="T15" fmla="*/ 0 h 82"/>
                <a:gd name="T16" fmla="*/ 28 w 66"/>
                <a:gd name="T17" fmla="*/ 9 h 82"/>
                <a:gd name="T18" fmla="*/ 8 w 66"/>
                <a:gd name="T19" fmla="*/ 32 h 82"/>
                <a:gd name="T20" fmla="*/ 0 w 66"/>
                <a:gd name="T21" fmla="*/ 58 h 82"/>
                <a:gd name="T22" fmla="*/ 8 w 66"/>
                <a:gd name="T23" fmla="*/ 76 h 82"/>
                <a:gd name="T24" fmla="*/ 25 w 66"/>
                <a:gd name="T25" fmla="*/ 82 h 82"/>
                <a:gd name="T26" fmla="*/ 46 w 66"/>
                <a:gd name="T27" fmla="*/ 75 h 82"/>
                <a:gd name="T28" fmla="*/ 58 w 66"/>
                <a:gd name="T29" fmla="*/ 64 h 82"/>
                <a:gd name="T30" fmla="*/ 54 w 66"/>
                <a:gd name="T31" fmla="*/ 60 h 82"/>
                <a:gd name="T32" fmla="*/ 47 w 66"/>
                <a:gd name="T33" fmla="*/ 63 h 82"/>
                <a:gd name="T34" fmla="*/ 36 w 66"/>
                <a:gd name="T35" fmla="*/ 69 h 82"/>
                <a:gd name="T36" fmla="*/ 27 w 66"/>
                <a:gd name="T37" fmla="*/ 71 h 82"/>
                <a:gd name="T38" fmla="*/ 17 w 66"/>
                <a:gd name="T39" fmla="*/ 67 h 82"/>
                <a:gd name="T40" fmla="*/ 13 w 66"/>
                <a:gd name="T41" fmla="*/ 57 h 82"/>
                <a:gd name="T42" fmla="*/ 20 w 66"/>
                <a:gd name="T43" fmla="*/ 37 h 82"/>
                <a:gd name="T44" fmla="*/ 35 w 66"/>
                <a:gd name="T45" fmla="*/ 18 h 82"/>
                <a:gd name="T46" fmla="*/ 51 w 66"/>
                <a:gd name="T47" fmla="*/ 10 h 82"/>
                <a:gd name="T48" fmla="*/ 54 w 66"/>
                <a:gd name="T49" fmla="*/ 13 h 82"/>
                <a:gd name="T50" fmla="*/ 53 w 66"/>
                <a:gd name="T51" fmla="*/ 18 h 82"/>
                <a:gd name="T52" fmla="*/ 52 w 66"/>
                <a:gd name="T53" fmla="*/ 23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6" h="82">
                  <a:moveTo>
                    <a:pt x="52" y="23"/>
                  </a:moveTo>
                  <a:cubicBezTo>
                    <a:pt x="52" y="25"/>
                    <a:pt x="53" y="26"/>
                    <a:pt x="54" y="27"/>
                  </a:cubicBezTo>
                  <a:cubicBezTo>
                    <a:pt x="54" y="28"/>
                    <a:pt x="56" y="28"/>
                    <a:pt x="57" y="28"/>
                  </a:cubicBezTo>
                  <a:cubicBezTo>
                    <a:pt x="58" y="28"/>
                    <a:pt x="60" y="28"/>
                    <a:pt x="62" y="26"/>
                  </a:cubicBezTo>
                  <a:cubicBezTo>
                    <a:pt x="64" y="25"/>
                    <a:pt x="65" y="24"/>
                    <a:pt x="66" y="22"/>
                  </a:cubicBezTo>
                  <a:cubicBezTo>
                    <a:pt x="66" y="20"/>
                    <a:pt x="66" y="18"/>
                    <a:pt x="66" y="14"/>
                  </a:cubicBezTo>
                  <a:cubicBezTo>
                    <a:pt x="66" y="10"/>
                    <a:pt x="65" y="7"/>
                    <a:pt x="62" y="4"/>
                  </a:cubicBezTo>
                  <a:cubicBezTo>
                    <a:pt x="60" y="2"/>
                    <a:pt x="56" y="0"/>
                    <a:pt x="52" y="0"/>
                  </a:cubicBezTo>
                  <a:cubicBezTo>
                    <a:pt x="44" y="0"/>
                    <a:pt x="36" y="3"/>
                    <a:pt x="28" y="9"/>
                  </a:cubicBezTo>
                  <a:cubicBezTo>
                    <a:pt x="20" y="15"/>
                    <a:pt x="14" y="23"/>
                    <a:pt x="8" y="32"/>
                  </a:cubicBezTo>
                  <a:cubicBezTo>
                    <a:pt x="3" y="42"/>
                    <a:pt x="0" y="51"/>
                    <a:pt x="0" y="58"/>
                  </a:cubicBezTo>
                  <a:cubicBezTo>
                    <a:pt x="0" y="66"/>
                    <a:pt x="3" y="72"/>
                    <a:pt x="8" y="76"/>
                  </a:cubicBezTo>
                  <a:cubicBezTo>
                    <a:pt x="13" y="80"/>
                    <a:pt x="19" y="82"/>
                    <a:pt x="25" y="82"/>
                  </a:cubicBezTo>
                  <a:cubicBezTo>
                    <a:pt x="32" y="82"/>
                    <a:pt x="39" y="80"/>
                    <a:pt x="46" y="75"/>
                  </a:cubicBezTo>
                  <a:cubicBezTo>
                    <a:pt x="54" y="71"/>
                    <a:pt x="58" y="67"/>
                    <a:pt x="58" y="64"/>
                  </a:cubicBezTo>
                  <a:cubicBezTo>
                    <a:pt x="58" y="61"/>
                    <a:pt x="56" y="60"/>
                    <a:pt x="54" y="60"/>
                  </a:cubicBezTo>
                  <a:cubicBezTo>
                    <a:pt x="53" y="60"/>
                    <a:pt x="50" y="61"/>
                    <a:pt x="47" y="63"/>
                  </a:cubicBezTo>
                  <a:cubicBezTo>
                    <a:pt x="44" y="66"/>
                    <a:pt x="40" y="68"/>
                    <a:pt x="36" y="69"/>
                  </a:cubicBezTo>
                  <a:cubicBezTo>
                    <a:pt x="32" y="70"/>
                    <a:pt x="29" y="71"/>
                    <a:pt x="27" y="71"/>
                  </a:cubicBezTo>
                  <a:cubicBezTo>
                    <a:pt x="22" y="71"/>
                    <a:pt x="19" y="70"/>
                    <a:pt x="17" y="67"/>
                  </a:cubicBezTo>
                  <a:cubicBezTo>
                    <a:pt x="14" y="64"/>
                    <a:pt x="13" y="61"/>
                    <a:pt x="13" y="57"/>
                  </a:cubicBezTo>
                  <a:cubicBezTo>
                    <a:pt x="13" y="51"/>
                    <a:pt x="15" y="45"/>
                    <a:pt x="20" y="37"/>
                  </a:cubicBezTo>
                  <a:cubicBezTo>
                    <a:pt x="24" y="29"/>
                    <a:pt x="29" y="23"/>
                    <a:pt x="35" y="18"/>
                  </a:cubicBezTo>
                  <a:cubicBezTo>
                    <a:pt x="41" y="12"/>
                    <a:pt x="47" y="10"/>
                    <a:pt x="51" y="10"/>
                  </a:cubicBezTo>
                  <a:cubicBezTo>
                    <a:pt x="53" y="10"/>
                    <a:pt x="54" y="11"/>
                    <a:pt x="54" y="13"/>
                  </a:cubicBezTo>
                  <a:cubicBezTo>
                    <a:pt x="54" y="15"/>
                    <a:pt x="54" y="16"/>
                    <a:pt x="53" y="18"/>
                  </a:cubicBezTo>
                  <a:cubicBezTo>
                    <a:pt x="52" y="21"/>
                    <a:pt x="52" y="22"/>
                    <a:pt x="52"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 name="Freeform 434"/>
            <p:cNvSpPr>
              <a:spLocks/>
            </p:cNvSpPr>
            <p:nvPr/>
          </p:nvSpPr>
          <p:spPr bwMode="auto">
            <a:xfrm>
              <a:off x="10269538" y="4556126"/>
              <a:ext cx="28575" cy="82550"/>
            </a:xfrm>
            <a:custGeom>
              <a:avLst/>
              <a:gdLst>
                <a:gd name="T0" fmla="*/ 12 w 19"/>
                <a:gd name="T1" fmla="*/ 53 h 55"/>
                <a:gd name="T2" fmla="*/ 14 w 19"/>
                <a:gd name="T3" fmla="*/ 50 h 55"/>
                <a:gd name="T4" fmla="*/ 14 w 19"/>
                <a:gd name="T5" fmla="*/ 48 h 55"/>
                <a:gd name="T6" fmla="*/ 13 w 19"/>
                <a:gd name="T7" fmla="*/ 40 h 55"/>
                <a:gd name="T8" fmla="*/ 13 w 19"/>
                <a:gd name="T9" fmla="*/ 30 h 55"/>
                <a:gd name="T10" fmla="*/ 16 w 19"/>
                <a:gd name="T11" fmla="*/ 14 h 55"/>
                <a:gd name="T12" fmla="*/ 17 w 19"/>
                <a:gd name="T13" fmla="*/ 13 h 55"/>
                <a:gd name="T14" fmla="*/ 19 w 19"/>
                <a:gd name="T15" fmla="*/ 5 h 55"/>
                <a:gd name="T16" fmla="*/ 17 w 19"/>
                <a:gd name="T17" fmla="*/ 1 h 55"/>
                <a:gd name="T18" fmla="*/ 11 w 19"/>
                <a:gd name="T19" fmla="*/ 0 h 55"/>
                <a:gd name="T20" fmla="*/ 7 w 19"/>
                <a:gd name="T21" fmla="*/ 2 h 55"/>
                <a:gd name="T22" fmla="*/ 5 w 19"/>
                <a:gd name="T23" fmla="*/ 8 h 55"/>
                <a:gd name="T24" fmla="*/ 4 w 19"/>
                <a:gd name="T25" fmla="*/ 19 h 55"/>
                <a:gd name="T26" fmla="*/ 4 w 19"/>
                <a:gd name="T27" fmla="*/ 19 h 55"/>
                <a:gd name="T28" fmla="*/ 3 w 19"/>
                <a:gd name="T29" fmla="*/ 24 h 55"/>
                <a:gd name="T30" fmla="*/ 0 w 19"/>
                <a:gd name="T31" fmla="*/ 45 h 55"/>
                <a:gd name="T32" fmla="*/ 7 w 19"/>
                <a:gd name="T33" fmla="*/ 55 h 55"/>
                <a:gd name="T34" fmla="*/ 12 w 19"/>
                <a:gd name="T35"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55">
                  <a:moveTo>
                    <a:pt x="12" y="53"/>
                  </a:moveTo>
                  <a:cubicBezTo>
                    <a:pt x="13" y="52"/>
                    <a:pt x="14" y="51"/>
                    <a:pt x="14" y="50"/>
                  </a:cubicBezTo>
                  <a:cubicBezTo>
                    <a:pt x="14" y="49"/>
                    <a:pt x="14" y="49"/>
                    <a:pt x="14" y="48"/>
                  </a:cubicBezTo>
                  <a:cubicBezTo>
                    <a:pt x="13" y="45"/>
                    <a:pt x="13" y="42"/>
                    <a:pt x="13" y="40"/>
                  </a:cubicBezTo>
                  <a:cubicBezTo>
                    <a:pt x="13" y="38"/>
                    <a:pt x="13" y="34"/>
                    <a:pt x="13" y="30"/>
                  </a:cubicBezTo>
                  <a:cubicBezTo>
                    <a:pt x="13" y="26"/>
                    <a:pt x="15" y="21"/>
                    <a:pt x="16" y="14"/>
                  </a:cubicBezTo>
                  <a:cubicBezTo>
                    <a:pt x="17" y="13"/>
                    <a:pt x="17" y="13"/>
                    <a:pt x="17" y="13"/>
                  </a:cubicBezTo>
                  <a:cubicBezTo>
                    <a:pt x="18" y="9"/>
                    <a:pt x="19" y="6"/>
                    <a:pt x="19" y="5"/>
                  </a:cubicBezTo>
                  <a:cubicBezTo>
                    <a:pt x="19" y="4"/>
                    <a:pt x="18" y="2"/>
                    <a:pt x="17" y="1"/>
                  </a:cubicBezTo>
                  <a:cubicBezTo>
                    <a:pt x="15" y="0"/>
                    <a:pt x="14" y="0"/>
                    <a:pt x="11" y="0"/>
                  </a:cubicBezTo>
                  <a:cubicBezTo>
                    <a:pt x="9" y="0"/>
                    <a:pt x="8" y="1"/>
                    <a:pt x="7" y="2"/>
                  </a:cubicBezTo>
                  <a:cubicBezTo>
                    <a:pt x="6" y="4"/>
                    <a:pt x="5" y="6"/>
                    <a:pt x="5" y="8"/>
                  </a:cubicBezTo>
                  <a:cubicBezTo>
                    <a:pt x="5" y="9"/>
                    <a:pt x="5" y="13"/>
                    <a:pt x="4" y="19"/>
                  </a:cubicBezTo>
                  <a:cubicBezTo>
                    <a:pt x="4" y="19"/>
                    <a:pt x="4" y="19"/>
                    <a:pt x="4" y="19"/>
                  </a:cubicBezTo>
                  <a:cubicBezTo>
                    <a:pt x="3" y="21"/>
                    <a:pt x="3" y="22"/>
                    <a:pt x="3" y="24"/>
                  </a:cubicBezTo>
                  <a:cubicBezTo>
                    <a:pt x="1" y="32"/>
                    <a:pt x="0" y="39"/>
                    <a:pt x="0" y="45"/>
                  </a:cubicBezTo>
                  <a:cubicBezTo>
                    <a:pt x="0" y="52"/>
                    <a:pt x="2" y="55"/>
                    <a:pt x="7" y="55"/>
                  </a:cubicBezTo>
                  <a:cubicBezTo>
                    <a:pt x="9" y="55"/>
                    <a:pt x="10" y="54"/>
                    <a:pt x="12"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 name="Freeform 435"/>
            <p:cNvSpPr>
              <a:spLocks/>
            </p:cNvSpPr>
            <p:nvPr/>
          </p:nvSpPr>
          <p:spPr bwMode="auto">
            <a:xfrm>
              <a:off x="10285413" y="4513263"/>
              <a:ext cx="25400" cy="22225"/>
            </a:xfrm>
            <a:custGeom>
              <a:avLst/>
              <a:gdLst>
                <a:gd name="T0" fmla="*/ 15 w 17"/>
                <a:gd name="T1" fmla="*/ 2 h 15"/>
                <a:gd name="T2" fmla="*/ 9 w 17"/>
                <a:gd name="T3" fmla="*/ 0 h 15"/>
                <a:gd name="T4" fmla="*/ 3 w 17"/>
                <a:gd name="T5" fmla="*/ 2 h 15"/>
                <a:gd name="T6" fmla="*/ 0 w 17"/>
                <a:gd name="T7" fmla="*/ 8 h 15"/>
                <a:gd name="T8" fmla="*/ 3 w 17"/>
                <a:gd name="T9" fmla="*/ 13 h 15"/>
                <a:gd name="T10" fmla="*/ 8 w 17"/>
                <a:gd name="T11" fmla="*/ 15 h 15"/>
                <a:gd name="T12" fmla="*/ 14 w 17"/>
                <a:gd name="T13" fmla="*/ 13 h 15"/>
                <a:gd name="T14" fmla="*/ 17 w 17"/>
                <a:gd name="T15" fmla="*/ 7 h 15"/>
                <a:gd name="T16" fmla="*/ 15 w 17"/>
                <a:gd name="T17"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5">
                  <a:moveTo>
                    <a:pt x="15" y="2"/>
                  </a:moveTo>
                  <a:cubicBezTo>
                    <a:pt x="13" y="0"/>
                    <a:pt x="12" y="0"/>
                    <a:pt x="9" y="0"/>
                  </a:cubicBezTo>
                  <a:cubicBezTo>
                    <a:pt x="6" y="0"/>
                    <a:pt x="4" y="1"/>
                    <a:pt x="3" y="2"/>
                  </a:cubicBezTo>
                  <a:cubicBezTo>
                    <a:pt x="1" y="4"/>
                    <a:pt x="0" y="6"/>
                    <a:pt x="0" y="8"/>
                  </a:cubicBezTo>
                  <a:cubicBezTo>
                    <a:pt x="0" y="10"/>
                    <a:pt x="1" y="11"/>
                    <a:pt x="3" y="13"/>
                  </a:cubicBezTo>
                  <a:cubicBezTo>
                    <a:pt x="4" y="15"/>
                    <a:pt x="6" y="15"/>
                    <a:pt x="8" y="15"/>
                  </a:cubicBezTo>
                  <a:cubicBezTo>
                    <a:pt x="10" y="15"/>
                    <a:pt x="11" y="15"/>
                    <a:pt x="14" y="13"/>
                  </a:cubicBezTo>
                  <a:cubicBezTo>
                    <a:pt x="16" y="11"/>
                    <a:pt x="17" y="9"/>
                    <a:pt x="17" y="7"/>
                  </a:cubicBezTo>
                  <a:cubicBezTo>
                    <a:pt x="17" y="5"/>
                    <a:pt x="16" y="3"/>
                    <a:pt x="1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 name="Freeform 436"/>
            <p:cNvSpPr>
              <a:spLocks/>
            </p:cNvSpPr>
            <p:nvPr/>
          </p:nvSpPr>
          <p:spPr bwMode="auto">
            <a:xfrm>
              <a:off x="10306050" y="4524376"/>
              <a:ext cx="76200" cy="114300"/>
            </a:xfrm>
            <a:custGeom>
              <a:avLst/>
              <a:gdLst>
                <a:gd name="T0" fmla="*/ 25 w 50"/>
                <a:gd name="T1" fmla="*/ 32 h 76"/>
                <a:gd name="T2" fmla="*/ 43 w 50"/>
                <a:gd name="T3" fmla="*/ 30 h 76"/>
                <a:gd name="T4" fmla="*/ 50 w 50"/>
                <a:gd name="T5" fmla="*/ 24 h 76"/>
                <a:gd name="T6" fmla="*/ 49 w 50"/>
                <a:gd name="T7" fmla="*/ 21 h 76"/>
                <a:gd name="T8" fmla="*/ 46 w 50"/>
                <a:gd name="T9" fmla="*/ 20 h 76"/>
                <a:gd name="T10" fmla="*/ 28 w 50"/>
                <a:gd name="T11" fmla="*/ 21 h 76"/>
                <a:gd name="T12" fmla="*/ 32 w 50"/>
                <a:gd name="T13" fmla="*/ 6 h 76"/>
                <a:gd name="T14" fmla="*/ 31 w 50"/>
                <a:gd name="T15" fmla="*/ 2 h 76"/>
                <a:gd name="T16" fmla="*/ 27 w 50"/>
                <a:gd name="T17" fmla="*/ 0 h 76"/>
                <a:gd name="T18" fmla="*/ 20 w 50"/>
                <a:gd name="T19" fmla="*/ 7 h 76"/>
                <a:gd name="T20" fmla="*/ 16 w 50"/>
                <a:gd name="T21" fmla="*/ 23 h 76"/>
                <a:gd name="T22" fmla="*/ 5 w 50"/>
                <a:gd name="T23" fmla="*/ 23 h 76"/>
                <a:gd name="T24" fmla="*/ 0 w 50"/>
                <a:gd name="T25" fmla="*/ 27 h 76"/>
                <a:gd name="T26" fmla="*/ 2 w 50"/>
                <a:gd name="T27" fmla="*/ 32 h 76"/>
                <a:gd name="T28" fmla="*/ 7 w 50"/>
                <a:gd name="T29" fmla="*/ 34 h 76"/>
                <a:gd name="T30" fmla="*/ 8 w 50"/>
                <a:gd name="T31" fmla="*/ 34 h 76"/>
                <a:gd name="T32" fmla="*/ 13 w 50"/>
                <a:gd name="T33" fmla="*/ 33 h 76"/>
                <a:gd name="T34" fmla="*/ 8 w 50"/>
                <a:gd name="T35" fmla="*/ 60 h 76"/>
                <a:gd name="T36" fmla="*/ 11 w 50"/>
                <a:gd name="T37" fmla="*/ 72 h 76"/>
                <a:gd name="T38" fmla="*/ 21 w 50"/>
                <a:gd name="T39" fmla="*/ 76 h 76"/>
                <a:gd name="T40" fmla="*/ 36 w 50"/>
                <a:gd name="T41" fmla="*/ 70 h 76"/>
                <a:gd name="T42" fmla="*/ 44 w 50"/>
                <a:gd name="T43" fmla="*/ 60 h 76"/>
                <a:gd name="T44" fmla="*/ 43 w 50"/>
                <a:gd name="T45" fmla="*/ 58 h 76"/>
                <a:gd name="T46" fmla="*/ 40 w 50"/>
                <a:gd name="T47" fmla="*/ 57 h 76"/>
                <a:gd name="T48" fmla="*/ 36 w 50"/>
                <a:gd name="T49" fmla="*/ 59 h 76"/>
                <a:gd name="T50" fmla="*/ 29 w 50"/>
                <a:gd name="T51" fmla="*/ 64 h 76"/>
                <a:gd name="T52" fmla="*/ 24 w 50"/>
                <a:gd name="T53" fmla="*/ 65 h 76"/>
                <a:gd name="T54" fmla="*/ 21 w 50"/>
                <a:gd name="T55" fmla="*/ 63 h 76"/>
                <a:gd name="T56" fmla="*/ 20 w 50"/>
                <a:gd name="T57" fmla="*/ 57 h 76"/>
                <a:gd name="T58" fmla="*/ 22 w 50"/>
                <a:gd name="T59" fmla="*/ 44 h 76"/>
                <a:gd name="T60" fmla="*/ 25 w 50"/>
                <a:gd name="T61" fmla="*/ 32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0" h="76">
                  <a:moveTo>
                    <a:pt x="25" y="32"/>
                  </a:moveTo>
                  <a:cubicBezTo>
                    <a:pt x="43" y="30"/>
                    <a:pt x="43" y="30"/>
                    <a:pt x="43" y="30"/>
                  </a:cubicBezTo>
                  <a:cubicBezTo>
                    <a:pt x="48" y="29"/>
                    <a:pt x="50" y="27"/>
                    <a:pt x="50" y="24"/>
                  </a:cubicBezTo>
                  <a:cubicBezTo>
                    <a:pt x="50" y="22"/>
                    <a:pt x="50" y="21"/>
                    <a:pt x="49" y="21"/>
                  </a:cubicBezTo>
                  <a:cubicBezTo>
                    <a:pt x="49" y="20"/>
                    <a:pt x="48" y="20"/>
                    <a:pt x="46" y="20"/>
                  </a:cubicBezTo>
                  <a:cubicBezTo>
                    <a:pt x="45" y="20"/>
                    <a:pt x="39" y="21"/>
                    <a:pt x="28" y="21"/>
                  </a:cubicBezTo>
                  <a:cubicBezTo>
                    <a:pt x="31" y="12"/>
                    <a:pt x="32" y="6"/>
                    <a:pt x="32" y="6"/>
                  </a:cubicBezTo>
                  <a:cubicBezTo>
                    <a:pt x="32" y="5"/>
                    <a:pt x="32" y="3"/>
                    <a:pt x="31" y="2"/>
                  </a:cubicBezTo>
                  <a:cubicBezTo>
                    <a:pt x="30" y="1"/>
                    <a:pt x="28" y="0"/>
                    <a:pt x="27" y="0"/>
                  </a:cubicBezTo>
                  <a:cubicBezTo>
                    <a:pt x="23" y="0"/>
                    <a:pt x="21" y="3"/>
                    <a:pt x="20" y="7"/>
                  </a:cubicBezTo>
                  <a:cubicBezTo>
                    <a:pt x="19" y="13"/>
                    <a:pt x="17" y="19"/>
                    <a:pt x="16" y="23"/>
                  </a:cubicBezTo>
                  <a:cubicBezTo>
                    <a:pt x="5" y="23"/>
                    <a:pt x="5" y="23"/>
                    <a:pt x="5" y="23"/>
                  </a:cubicBezTo>
                  <a:cubicBezTo>
                    <a:pt x="2" y="23"/>
                    <a:pt x="0" y="24"/>
                    <a:pt x="0" y="27"/>
                  </a:cubicBezTo>
                  <a:cubicBezTo>
                    <a:pt x="0" y="29"/>
                    <a:pt x="1" y="31"/>
                    <a:pt x="2" y="32"/>
                  </a:cubicBezTo>
                  <a:cubicBezTo>
                    <a:pt x="4" y="33"/>
                    <a:pt x="6" y="34"/>
                    <a:pt x="7" y="34"/>
                  </a:cubicBezTo>
                  <a:cubicBezTo>
                    <a:pt x="8" y="34"/>
                    <a:pt x="8" y="34"/>
                    <a:pt x="8" y="34"/>
                  </a:cubicBezTo>
                  <a:cubicBezTo>
                    <a:pt x="9" y="34"/>
                    <a:pt x="11" y="33"/>
                    <a:pt x="13" y="33"/>
                  </a:cubicBezTo>
                  <a:cubicBezTo>
                    <a:pt x="9" y="47"/>
                    <a:pt x="8" y="56"/>
                    <a:pt x="8" y="60"/>
                  </a:cubicBezTo>
                  <a:cubicBezTo>
                    <a:pt x="8" y="65"/>
                    <a:pt x="9" y="69"/>
                    <a:pt x="11" y="72"/>
                  </a:cubicBezTo>
                  <a:cubicBezTo>
                    <a:pt x="13" y="74"/>
                    <a:pt x="17" y="76"/>
                    <a:pt x="21" y="76"/>
                  </a:cubicBezTo>
                  <a:cubicBezTo>
                    <a:pt x="27" y="76"/>
                    <a:pt x="32" y="74"/>
                    <a:pt x="36" y="70"/>
                  </a:cubicBezTo>
                  <a:cubicBezTo>
                    <a:pt x="41" y="66"/>
                    <a:pt x="44" y="63"/>
                    <a:pt x="44" y="60"/>
                  </a:cubicBezTo>
                  <a:cubicBezTo>
                    <a:pt x="44" y="59"/>
                    <a:pt x="43" y="59"/>
                    <a:pt x="43" y="58"/>
                  </a:cubicBezTo>
                  <a:cubicBezTo>
                    <a:pt x="42" y="57"/>
                    <a:pt x="41" y="57"/>
                    <a:pt x="40" y="57"/>
                  </a:cubicBezTo>
                  <a:cubicBezTo>
                    <a:pt x="39" y="57"/>
                    <a:pt x="38" y="58"/>
                    <a:pt x="36" y="59"/>
                  </a:cubicBezTo>
                  <a:cubicBezTo>
                    <a:pt x="33" y="62"/>
                    <a:pt x="31" y="63"/>
                    <a:pt x="29" y="64"/>
                  </a:cubicBezTo>
                  <a:cubicBezTo>
                    <a:pt x="27" y="64"/>
                    <a:pt x="26" y="65"/>
                    <a:pt x="24" y="65"/>
                  </a:cubicBezTo>
                  <a:cubicBezTo>
                    <a:pt x="22" y="65"/>
                    <a:pt x="21" y="64"/>
                    <a:pt x="21" y="63"/>
                  </a:cubicBezTo>
                  <a:cubicBezTo>
                    <a:pt x="20" y="62"/>
                    <a:pt x="20" y="60"/>
                    <a:pt x="20" y="57"/>
                  </a:cubicBezTo>
                  <a:cubicBezTo>
                    <a:pt x="20" y="56"/>
                    <a:pt x="21" y="51"/>
                    <a:pt x="22" y="44"/>
                  </a:cubicBezTo>
                  <a:cubicBezTo>
                    <a:pt x="24" y="36"/>
                    <a:pt x="25" y="32"/>
                    <a:pt x="25"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 name="Freeform 437"/>
            <p:cNvSpPr>
              <a:spLocks/>
            </p:cNvSpPr>
            <p:nvPr/>
          </p:nvSpPr>
          <p:spPr bwMode="auto">
            <a:xfrm>
              <a:off x="10402888" y="4513263"/>
              <a:ext cx="25400" cy="22225"/>
            </a:xfrm>
            <a:custGeom>
              <a:avLst/>
              <a:gdLst>
                <a:gd name="T0" fmla="*/ 13 w 17"/>
                <a:gd name="T1" fmla="*/ 13 h 15"/>
                <a:gd name="T2" fmla="*/ 17 w 17"/>
                <a:gd name="T3" fmla="*/ 7 h 15"/>
                <a:gd name="T4" fmla="*/ 15 w 17"/>
                <a:gd name="T5" fmla="*/ 2 h 15"/>
                <a:gd name="T6" fmla="*/ 9 w 17"/>
                <a:gd name="T7" fmla="*/ 0 h 15"/>
                <a:gd name="T8" fmla="*/ 2 w 17"/>
                <a:gd name="T9" fmla="*/ 2 h 15"/>
                <a:gd name="T10" fmla="*/ 0 w 17"/>
                <a:gd name="T11" fmla="*/ 8 h 15"/>
                <a:gd name="T12" fmla="*/ 2 w 17"/>
                <a:gd name="T13" fmla="*/ 13 h 15"/>
                <a:gd name="T14" fmla="*/ 8 w 17"/>
                <a:gd name="T15" fmla="*/ 15 h 15"/>
                <a:gd name="T16" fmla="*/ 13 w 17"/>
                <a:gd name="T17"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5">
                  <a:moveTo>
                    <a:pt x="13" y="13"/>
                  </a:moveTo>
                  <a:cubicBezTo>
                    <a:pt x="16" y="11"/>
                    <a:pt x="17" y="9"/>
                    <a:pt x="17" y="7"/>
                  </a:cubicBezTo>
                  <a:cubicBezTo>
                    <a:pt x="17" y="5"/>
                    <a:pt x="16" y="3"/>
                    <a:pt x="15" y="2"/>
                  </a:cubicBezTo>
                  <a:cubicBezTo>
                    <a:pt x="13" y="0"/>
                    <a:pt x="11" y="0"/>
                    <a:pt x="9" y="0"/>
                  </a:cubicBezTo>
                  <a:cubicBezTo>
                    <a:pt x="6" y="0"/>
                    <a:pt x="4" y="1"/>
                    <a:pt x="2" y="2"/>
                  </a:cubicBezTo>
                  <a:cubicBezTo>
                    <a:pt x="1" y="4"/>
                    <a:pt x="0" y="6"/>
                    <a:pt x="0" y="8"/>
                  </a:cubicBezTo>
                  <a:cubicBezTo>
                    <a:pt x="0" y="10"/>
                    <a:pt x="1" y="11"/>
                    <a:pt x="2" y="13"/>
                  </a:cubicBezTo>
                  <a:cubicBezTo>
                    <a:pt x="4" y="15"/>
                    <a:pt x="6" y="15"/>
                    <a:pt x="8" y="15"/>
                  </a:cubicBezTo>
                  <a:cubicBezTo>
                    <a:pt x="9" y="15"/>
                    <a:pt x="11" y="15"/>
                    <a:pt x="13"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 name="Freeform 438"/>
            <p:cNvSpPr>
              <a:spLocks/>
            </p:cNvSpPr>
            <p:nvPr/>
          </p:nvSpPr>
          <p:spPr bwMode="auto">
            <a:xfrm>
              <a:off x="10385425" y="4556126"/>
              <a:ext cx="26988" cy="82550"/>
            </a:xfrm>
            <a:custGeom>
              <a:avLst/>
              <a:gdLst>
                <a:gd name="T0" fmla="*/ 16 w 18"/>
                <a:gd name="T1" fmla="*/ 14 h 55"/>
                <a:gd name="T2" fmla="*/ 17 w 18"/>
                <a:gd name="T3" fmla="*/ 13 h 55"/>
                <a:gd name="T4" fmla="*/ 18 w 18"/>
                <a:gd name="T5" fmla="*/ 5 h 55"/>
                <a:gd name="T6" fmla="*/ 16 w 18"/>
                <a:gd name="T7" fmla="*/ 1 h 55"/>
                <a:gd name="T8" fmla="*/ 11 w 18"/>
                <a:gd name="T9" fmla="*/ 0 h 55"/>
                <a:gd name="T10" fmla="*/ 7 w 18"/>
                <a:gd name="T11" fmla="*/ 2 h 55"/>
                <a:gd name="T12" fmla="*/ 5 w 18"/>
                <a:gd name="T13" fmla="*/ 8 h 55"/>
                <a:gd name="T14" fmla="*/ 3 w 18"/>
                <a:gd name="T15" fmla="*/ 19 h 55"/>
                <a:gd name="T16" fmla="*/ 3 w 18"/>
                <a:gd name="T17" fmla="*/ 19 h 55"/>
                <a:gd name="T18" fmla="*/ 2 w 18"/>
                <a:gd name="T19" fmla="*/ 24 h 55"/>
                <a:gd name="T20" fmla="*/ 0 w 18"/>
                <a:gd name="T21" fmla="*/ 45 h 55"/>
                <a:gd name="T22" fmla="*/ 7 w 18"/>
                <a:gd name="T23" fmla="*/ 55 h 55"/>
                <a:gd name="T24" fmla="*/ 11 w 18"/>
                <a:gd name="T25" fmla="*/ 53 h 55"/>
                <a:gd name="T26" fmla="*/ 14 w 18"/>
                <a:gd name="T27" fmla="*/ 50 h 55"/>
                <a:gd name="T28" fmla="*/ 13 w 18"/>
                <a:gd name="T29" fmla="*/ 48 h 55"/>
                <a:gd name="T30" fmla="*/ 12 w 18"/>
                <a:gd name="T31" fmla="*/ 40 h 55"/>
                <a:gd name="T32" fmla="*/ 13 w 18"/>
                <a:gd name="T33" fmla="*/ 30 h 55"/>
                <a:gd name="T34" fmla="*/ 16 w 18"/>
                <a:gd name="T35" fmla="*/ 1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55">
                  <a:moveTo>
                    <a:pt x="16" y="14"/>
                  </a:moveTo>
                  <a:cubicBezTo>
                    <a:pt x="17" y="13"/>
                    <a:pt x="17" y="13"/>
                    <a:pt x="17" y="13"/>
                  </a:cubicBezTo>
                  <a:cubicBezTo>
                    <a:pt x="18" y="9"/>
                    <a:pt x="18" y="6"/>
                    <a:pt x="18" y="5"/>
                  </a:cubicBezTo>
                  <a:cubicBezTo>
                    <a:pt x="18" y="4"/>
                    <a:pt x="18" y="2"/>
                    <a:pt x="16" y="1"/>
                  </a:cubicBezTo>
                  <a:cubicBezTo>
                    <a:pt x="15" y="0"/>
                    <a:pt x="13" y="0"/>
                    <a:pt x="11" y="0"/>
                  </a:cubicBezTo>
                  <a:cubicBezTo>
                    <a:pt x="9" y="0"/>
                    <a:pt x="8" y="1"/>
                    <a:pt x="7" y="2"/>
                  </a:cubicBezTo>
                  <a:cubicBezTo>
                    <a:pt x="5" y="4"/>
                    <a:pt x="5" y="6"/>
                    <a:pt x="5" y="8"/>
                  </a:cubicBezTo>
                  <a:cubicBezTo>
                    <a:pt x="5" y="9"/>
                    <a:pt x="4" y="13"/>
                    <a:pt x="3" y="19"/>
                  </a:cubicBezTo>
                  <a:cubicBezTo>
                    <a:pt x="3" y="19"/>
                    <a:pt x="3" y="19"/>
                    <a:pt x="3" y="19"/>
                  </a:cubicBezTo>
                  <a:cubicBezTo>
                    <a:pt x="3" y="21"/>
                    <a:pt x="3" y="22"/>
                    <a:pt x="2" y="24"/>
                  </a:cubicBezTo>
                  <a:cubicBezTo>
                    <a:pt x="1" y="32"/>
                    <a:pt x="0" y="39"/>
                    <a:pt x="0" y="45"/>
                  </a:cubicBezTo>
                  <a:cubicBezTo>
                    <a:pt x="0" y="52"/>
                    <a:pt x="2" y="55"/>
                    <a:pt x="7" y="55"/>
                  </a:cubicBezTo>
                  <a:cubicBezTo>
                    <a:pt x="8" y="55"/>
                    <a:pt x="10" y="54"/>
                    <a:pt x="11" y="53"/>
                  </a:cubicBezTo>
                  <a:cubicBezTo>
                    <a:pt x="13" y="52"/>
                    <a:pt x="14" y="51"/>
                    <a:pt x="14" y="50"/>
                  </a:cubicBezTo>
                  <a:cubicBezTo>
                    <a:pt x="14" y="49"/>
                    <a:pt x="13" y="49"/>
                    <a:pt x="13" y="48"/>
                  </a:cubicBezTo>
                  <a:cubicBezTo>
                    <a:pt x="13" y="45"/>
                    <a:pt x="12" y="42"/>
                    <a:pt x="12" y="40"/>
                  </a:cubicBezTo>
                  <a:cubicBezTo>
                    <a:pt x="12" y="38"/>
                    <a:pt x="13" y="34"/>
                    <a:pt x="13" y="30"/>
                  </a:cubicBezTo>
                  <a:cubicBezTo>
                    <a:pt x="13" y="26"/>
                    <a:pt x="14" y="21"/>
                    <a:pt x="16"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 name="Freeform 439"/>
            <p:cNvSpPr>
              <a:spLocks/>
            </p:cNvSpPr>
            <p:nvPr/>
          </p:nvSpPr>
          <p:spPr bwMode="auto">
            <a:xfrm>
              <a:off x="10412413" y="4554538"/>
              <a:ext cx="87313" cy="87313"/>
            </a:xfrm>
            <a:custGeom>
              <a:avLst/>
              <a:gdLst>
                <a:gd name="T0" fmla="*/ 46 w 58"/>
                <a:gd name="T1" fmla="*/ 39 h 58"/>
                <a:gd name="T2" fmla="*/ 46 w 58"/>
                <a:gd name="T3" fmla="*/ 39 h 58"/>
                <a:gd name="T4" fmla="*/ 32 w 58"/>
                <a:gd name="T5" fmla="*/ 41 h 58"/>
                <a:gd name="T6" fmla="*/ 29 w 58"/>
                <a:gd name="T7" fmla="*/ 42 h 58"/>
                <a:gd name="T8" fmla="*/ 27 w 58"/>
                <a:gd name="T9" fmla="*/ 42 h 58"/>
                <a:gd name="T10" fmla="*/ 25 w 58"/>
                <a:gd name="T11" fmla="*/ 42 h 58"/>
                <a:gd name="T12" fmla="*/ 24 w 58"/>
                <a:gd name="T13" fmla="*/ 43 h 58"/>
                <a:gd name="T14" fmla="*/ 23 w 58"/>
                <a:gd name="T15" fmla="*/ 43 h 58"/>
                <a:gd name="T16" fmla="*/ 24 w 58"/>
                <a:gd name="T17" fmla="*/ 42 h 58"/>
                <a:gd name="T18" fmla="*/ 52 w 58"/>
                <a:gd name="T19" fmla="*/ 12 h 58"/>
                <a:gd name="T20" fmla="*/ 52 w 58"/>
                <a:gd name="T21" fmla="*/ 12 h 58"/>
                <a:gd name="T22" fmla="*/ 55 w 58"/>
                <a:gd name="T23" fmla="*/ 5 h 58"/>
                <a:gd name="T24" fmla="*/ 54 w 58"/>
                <a:gd name="T25" fmla="*/ 2 h 58"/>
                <a:gd name="T26" fmla="*/ 49 w 58"/>
                <a:gd name="T27" fmla="*/ 0 h 58"/>
                <a:gd name="T28" fmla="*/ 44 w 58"/>
                <a:gd name="T29" fmla="*/ 1 h 58"/>
                <a:gd name="T30" fmla="*/ 25 w 58"/>
                <a:gd name="T31" fmla="*/ 3 h 58"/>
                <a:gd name="T32" fmla="*/ 17 w 58"/>
                <a:gd name="T33" fmla="*/ 1 h 58"/>
                <a:gd name="T34" fmla="*/ 16 w 58"/>
                <a:gd name="T35" fmla="*/ 1 h 58"/>
                <a:gd name="T36" fmla="*/ 9 w 58"/>
                <a:gd name="T37" fmla="*/ 6 h 58"/>
                <a:gd name="T38" fmla="*/ 22 w 58"/>
                <a:gd name="T39" fmla="*/ 13 h 58"/>
                <a:gd name="T40" fmla="*/ 35 w 58"/>
                <a:gd name="T41" fmla="*/ 11 h 58"/>
                <a:gd name="T42" fmla="*/ 40 w 58"/>
                <a:gd name="T43" fmla="*/ 11 h 58"/>
                <a:gd name="T44" fmla="*/ 7 w 58"/>
                <a:gd name="T45" fmla="*/ 46 h 58"/>
                <a:gd name="T46" fmla="*/ 0 w 58"/>
                <a:gd name="T47" fmla="*/ 53 h 58"/>
                <a:gd name="T48" fmla="*/ 2 w 58"/>
                <a:gd name="T49" fmla="*/ 57 h 58"/>
                <a:gd name="T50" fmla="*/ 7 w 58"/>
                <a:gd name="T51" fmla="*/ 58 h 58"/>
                <a:gd name="T52" fmla="*/ 14 w 58"/>
                <a:gd name="T53" fmla="*/ 56 h 58"/>
                <a:gd name="T54" fmla="*/ 27 w 58"/>
                <a:gd name="T55" fmla="*/ 51 h 58"/>
                <a:gd name="T56" fmla="*/ 40 w 58"/>
                <a:gd name="T57" fmla="*/ 50 h 58"/>
                <a:gd name="T58" fmla="*/ 51 w 58"/>
                <a:gd name="T59" fmla="*/ 52 h 58"/>
                <a:gd name="T60" fmla="*/ 54 w 58"/>
                <a:gd name="T61" fmla="*/ 53 h 58"/>
                <a:gd name="T62" fmla="*/ 58 w 58"/>
                <a:gd name="T63" fmla="*/ 46 h 58"/>
                <a:gd name="T64" fmla="*/ 46 w 58"/>
                <a:gd name="T65" fmla="*/ 3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8" h="58">
                  <a:moveTo>
                    <a:pt x="46" y="39"/>
                  </a:moveTo>
                  <a:cubicBezTo>
                    <a:pt x="46" y="39"/>
                    <a:pt x="46" y="39"/>
                    <a:pt x="46" y="39"/>
                  </a:cubicBezTo>
                  <a:cubicBezTo>
                    <a:pt x="43" y="39"/>
                    <a:pt x="38" y="40"/>
                    <a:pt x="32" y="41"/>
                  </a:cubicBezTo>
                  <a:cubicBezTo>
                    <a:pt x="31" y="41"/>
                    <a:pt x="31" y="41"/>
                    <a:pt x="29" y="42"/>
                  </a:cubicBezTo>
                  <a:cubicBezTo>
                    <a:pt x="29" y="42"/>
                    <a:pt x="28" y="42"/>
                    <a:pt x="27" y="42"/>
                  </a:cubicBezTo>
                  <a:cubicBezTo>
                    <a:pt x="25" y="42"/>
                    <a:pt x="25" y="42"/>
                    <a:pt x="25" y="42"/>
                  </a:cubicBezTo>
                  <a:cubicBezTo>
                    <a:pt x="25" y="43"/>
                    <a:pt x="24" y="43"/>
                    <a:pt x="24" y="43"/>
                  </a:cubicBezTo>
                  <a:cubicBezTo>
                    <a:pt x="23" y="43"/>
                    <a:pt x="23" y="43"/>
                    <a:pt x="23" y="43"/>
                  </a:cubicBezTo>
                  <a:cubicBezTo>
                    <a:pt x="23" y="43"/>
                    <a:pt x="24" y="42"/>
                    <a:pt x="24" y="42"/>
                  </a:cubicBezTo>
                  <a:cubicBezTo>
                    <a:pt x="41" y="24"/>
                    <a:pt x="51" y="14"/>
                    <a:pt x="52" y="12"/>
                  </a:cubicBezTo>
                  <a:cubicBezTo>
                    <a:pt x="52" y="12"/>
                    <a:pt x="52" y="12"/>
                    <a:pt x="52" y="12"/>
                  </a:cubicBezTo>
                  <a:cubicBezTo>
                    <a:pt x="54" y="9"/>
                    <a:pt x="55" y="7"/>
                    <a:pt x="55" y="5"/>
                  </a:cubicBezTo>
                  <a:cubicBezTo>
                    <a:pt x="55" y="4"/>
                    <a:pt x="55" y="3"/>
                    <a:pt x="54" y="2"/>
                  </a:cubicBezTo>
                  <a:cubicBezTo>
                    <a:pt x="52" y="1"/>
                    <a:pt x="51" y="0"/>
                    <a:pt x="49" y="0"/>
                  </a:cubicBezTo>
                  <a:cubicBezTo>
                    <a:pt x="47" y="0"/>
                    <a:pt x="46" y="1"/>
                    <a:pt x="44" y="1"/>
                  </a:cubicBezTo>
                  <a:cubicBezTo>
                    <a:pt x="37" y="2"/>
                    <a:pt x="30" y="3"/>
                    <a:pt x="25" y="3"/>
                  </a:cubicBezTo>
                  <a:cubicBezTo>
                    <a:pt x="22" y="3"/>
                    <a:pt x="19" y="2"/>
                    <a:pt x="17" y="1"/>
                  </a:cubicBezTo>
                  <a:cubicBezTo>
                    <a:pt x="17" y="1"/>
                    <a:pt x="16" y="1"/>
                    <a:pt x="16" y="1"/>
                  </a:cubicBezTo>
                  <a:cubicBezTo>
                    <a:pt x="12" y="1"/>
                    <a:pt x="9" y="3"/>
                    <a:pt x="9" y="6"/>
                  </a:cubicBezTo>
                  <a:cubicBezTo>
                    <a:pt x="9" y="11"/>
                    <a:pt x="14" y="13"/>
                    <a:pt x="22" y="13"/>
                  </a:cubicBezTo>
                  <a:cubicBezTo>
                    <a:pt x="25" y="13"/>
                    <a:pt x="29" y="12"/>
                    <a:pt x="35" y="11"/>
                  </a:cubicBezTo>
                  <a:cubicBezTo>
                    <a:pt x="37" y="11"/>
                    <a:pt x="39" y="11"/>
                    <a:pt x="40" y="11"/>
                  </a:cubicBezTo>
                  <a:cubicBezTo>
                    <a:pt x="40" y="12"/>
                    <a:pt x="29" y="24"/>
                    <a:pt x="7" y="46"/>
                  </a:cubicBezTo>
                  <a:cubicBezTo>
                    <a:pt x="4" y="49"/>
                    <a:pt x="2" y="51"/>
                    <a:pt x="0" y="53"/>
                  </a:cubicBezTo>
                  <a:cubicBezTo>
                    <a:pt x="0" y="55"/>
                    <a:pt x="1" y="56"/>
                    <a:pt x="2" y="57"/>
                  </a:cubicBezTo>
                  <a:cubicBezTo>
                    <a:pt x="4" y="58"/>
                    <a:pt x="6" y="58"/>
                    <a:pt x="7" y="58"/>
                  </a:cubicBezTo>
                  <a:cubicBezTo>
                    <a:pt x="10" y="58"/>
                    <a:pt x="12" y="57"/>
                    <a:pt x="14" y="56"/>
                  </a:cubicBezTo>
                  <a:cubicBezTo>
                    <a:pt x="16" y="54"/>
                    <a:pt x="20" y="52"/>
                    <a:pt x="27" y="51"/>
                  </a:cubicBezTo>
                  <a:cubicBezTo>
                    <a:pt x="33" y="50"/>
                    <a:pt x="37" y="50"/>
                    <a:pt x="40" y="50"/>
                  </a:cubicBezTo>
                  <a:cubicBezTo>
                    <a:pt x="45" y="50"/>
                    <a:pt x="48" y="50"/>
                    <a:pt x="51" y="52"/>
                  </a:cubicBezTo>
                  <a:cubicBezTo>
                    <a:pt x="52" y="52"/>
                    <a:pt x="53" y="53"/>
                    <a:pt x="54" y="53"/>
                  </a:cubicBezTo>
                  <a:cubicBezTo>
                    <a:pt x="57" y="51"/>
                    <a:pt x="58" y="49"/>
                    <a:pt x="58" y="46"/>
                  </a:cubicBezTo>
                  <a:cubicBezTo>
                    <a:pt x="58" y="41"/>
                    <a:pt x="54" y="39"/>
                    <a:pt x="46"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 name="Freeform 440"/>
            <p:cNvSpPr>
              <a:spLocks noEditPoints="1"/>
            </p:cNvSpPr>
            <p:nvPr/>
          </p:nvSpPr>
          <p:spPr bwMode="auto">
            <a:xfrm>
              <a:off x="10504488" y="4549776"/>
              <a:ext cx="69850" cy="88900"/>
            </a:xfrm>
            <a:custGeom>
              <a:avLst/>
              <a:gdLst>
                <a:gd name="T0" fmla="*/ 44 w 47"/>
                <a:gd name="T1" fmla="*/ 36 h 59"/>
                <a:gd name="T2" fmla="*/ 40 w 47"/>
                <a:gd name="T3" fmla="*/ 38 h 59"/>
                <a:gd name="T4" fmla="*/ 20 w 47"/>
                <a:gd name="T5" fmla="*/ 48 h 59"/>
                <a:gd name="T6" fmla="*/ 15 w 47"/>
                <a:gd name="T7" fmla="*/ 46 h 59"/>
                <a:gd name="T8" fmla="*/ 12 w 47"/>
                <a:gd name="T9" fmla="*/ 41 h 59"/>
                <a:gd name="T10" fmla="*/ 14 w 47"/>
                <a:gd name="T11" fmla="*/ 39 h 59"/>
                <a:gd name="T12" fmla="*/ 35 w 47"/>
                <a:gd name="T13" fmla="*/ 29 h 59"/>
                <a:gd name="T14" fmla="*/ 44 w 47"/>
                <a:gd name="T15" fmla="*/ 12 h 59"/>
                <a:gd name="T16" fmla="*/ 40 w 47"/>
                <a:gd name="T17" fmla="*/ 3 h 59"/>
                <a:gd name="T18" fmla="*/ 31 w 47"/>
                <a:gd name="T19" fmla="*/ 0 h 59"/>
                <a:gd name="T20" fmla="*/ 10 w 47"/>
                <a:gd name="T21" fmla="*/ 12 h 59"/>
                <a:gd name="T22" fmla="*/ 0 w 47"/>
                <a:gd name="T23" fmla="*/ 39 h 59"/>
                <a:gd name="T24" fmla="*/ 5 w 47"/>
                <a:gd name="T25" fmla="*/ 53 h 59"/>
                <a:gd name="T26" fmla="*/ 18 w 47"/>
                <a:gd name="T27" fmla="*/ 59 h 59"/>
                <a:gd name="T28" fmla="*/ 38 w 47"/>
                <a:gd name="T29" fmla="*/ 52 h 59"/>
                <a:gd name="T30" fmla="*/ 47 w 47"/>
                <a:gd name="T31" fmla="*/ 39 h 59"/>
                <a:gd name="T32" fmla="*/ 44 w 47"/>
                <a:gd name="T33" fmla="*/ 36 h 59"/>
                <a:gd name="T34" fmla="*/ 20 w 47"/>
                <a:gd name="T35" fmla="*/ 16 h 59"/>
                <a:gd name="T36" fmla="*/ 30 w 47"/>
                <a:gd name="T37" fmla="*/ 10 h 59"/>
                <a:gd name="T38" fmla="*/ 32 w 47"/>
                <a:gd name="T39" fmla="*/ 11 h 59"/>
                <a:gd name="T40" fmla="*/ 33 w 47"/>
                <a:gd name="T41" fmla="*/ 14 h 59"/>
                <a:gd name="T42" fmla="*/ 27 w 47"/>
                <a:gd name="T43" fmla="*/ 23 h 59"/>
                <a:gd name="T44" fmla="*/ 13 w 47"/>
                <a:gd name="T45" fmla="*/ 30 h 59"/>
                <a:gd name="T46" fmla="*/ 20 w 47"/>
                <a:gd name="T47" fmla="*/ 16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59">
                  <a:moveTo>
                    <a:pt x="44" y="36"/>
                  </a:moveTo>
                  <a:cubicBezTo>
                    <a:pt x="43" y="36"/>
                    <a:pt x="42" y="36"/>
                    <a:pt x="40" y="38"/>
                  </a:cubicBezTo>
                  <a:cubicBezTo>
                    <a:pt x="34" y="45"/>
                    <a:pt x="27" y="48"/>
                    <a:pt x="20" y="48"/>
                  </a:cubicBezTo>
                  <a:cubicBezTo>
                    <a:pt x="18" y="48"/>
                    <a:pt x="16" y="47"/>
                    <a:pt x="15" y="46"/>
                  </a:cubicBezTo>
                  <a:cubicBezTo>
                    <a:pt x="13" y="44"/>
                    <a:pt x="12" y="43"/>
                    <a:pt x="12" y="41"/>
                  </a:cubicBezTo>
                  <a:cubicBezTo>
                    <a:pt x="12" y="40"/>
                    <a:pt x="13" y="40"/>
                    <a:pt x="14" y="39"/>
                  </a:cubicBezTo>
                  <a:cubicBezTo>
                    <a:pt x="23" y="37"/>
                    <a:pt x="30" y="34"/>
                    <a:pt x="35" y="29"/>
                  </a:cubicBezTo>
                  <a:cubicBezTo>
                    <a:pt x="41" y="23"/>
                    <a:pt x="44" y="18"/>
                    <a:pt x="44" y="12"/>
                  </a:cubicBezTo>
                  <a:cubicBezTo>
                    <a:pt x="44" y="9"/>
                    <a:pt x="43" y="6"/>
                    <a:pt x="40" y="3"/>
                  </a:cubicBezTo>
                  <a:cubicBezTo>
                    <a:pt x="38" y="1"/>
                    <a:pt x="35" y="0"/>
                    <a:pt x="31" y="0"/>
                  </a:cubicBezTo>
                  <a:cubicBezTo>
                    <a:pt x="24" y="0"/>
                    <a:pt x="17" y="4"/>
                    <a:pt x="10" y="12"/>
                  </a:cubicBezTo>
                  <a:cubicBezTo>
                    <a:pt x="3" y="20"/>
                    <a:pt x="0" y="29"/>
                    <a:pt x="0" y="39"/>
                  </a:cubicBezTo>
                  <a:cubicBezTo>
                    <a:pt x="0" y="45"/>
                    <a:pt x="2" y="50"/>
                    <a:pt x="5" y="53"/>
                  </a:cubicBezTo>
                  <a:cubicBezTo>
                    <a:pt x="8" y="57"/>
                    <a:pt x="13" y="59"/>
                    <a:pt x="18" y="59"/>
                  </a:cubicBezTo>
                  <a:cubicBezTo>
                    <a:pt x="26" y="59"/>
                    <a:pt x="32" y="56"/>
                    <a:pt x="38" y="52"/>
                  </a:cubicBezTo>
                  <a:cubicBezTo>
                    <a:pt x="44" y="47"/>
                    <a:pt x="47" y="43"/>
                    <a:pt x="47" y="39"/>
                  </a:cubicBezTo>
                  <a:cubicBezTo>
                    <a:pt x="47" y="37"/>
                    <a:pt x="46" y="36"/>
                    <a:pt x="44" y="36"/>
                  </a:cubicBezTo>
                  <a:close/>
                  <a:moveTo>
                    <a:pt x="20" y="16"/>
                  </a:moveTo>
                  <a:cubicBezTo>
                    <a:pt x="24" y="12"/>
                    <a:pt x="27" y="10"/>
                    <a:pt x="30" y="10"/>
                  </a:cubicBezTo>
                  <a:cubicBezTo>
                    <a:pt x="31" y="10"/>
                    <a:pt x="32" y="10"/>
                    <a:pt x="32" y="11"/>
                  </a:cubicBezTo>
                  <a:cubicBezTo>
                    <a:pt x="33" y="12"/>
                    <a:pt x="33" y="13"/>
                    <a:pt x="33" y="14"/>
                  </a:cubicBezTo>
                  <a:cubicBezTo>
                    <a:pt x="33" y="17"/>
                    <a:pt x="31" y="20"/>
                    <a:pt x="27" y="23"/>
                  </a:cubicBezTo>
                  <a:cubicBezTo>
                    <a:pt x="23" y="27"/>
                    <a:pt x="19" y="29"/>
                    <a:pt x="13" y="30"/>
                  </a:cubicBezTo>
                  <a:cubicBezTo>
                    <a:pt x="14" y="25"/>
                    <a:pt x="17" y="21"/>
                    <a:pt x="20"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 name="Freeform 441"/>
            <p:cNvSpPr>
              <a:spLocks/>
            </p:cNvSpPr>
            <p:nvPr/>
          </p:nvSpPr>
          <p:spPr bwMode="auto">
            <a:xfrm>
              <a:off x="10585450" y="4557713"/>
              <a:ext cx="95250" cy="77788"/>
            </a:xfrm>
            <a:custGeom>
              <a:avLst/>
              <a:gdLst>
                <a:gd name="T0" fmla="*/ 61 w 64"/>
                <a:gd name="T1" fmla="*/ 38 h 52"/>
                <a:gd name="T2" fmla="*/ 58 w 64"/>
                <a:gd name="T3" fmla="*/ 39 h 52"/>
                <a:gd name="T4" fmla="*/ 56 w 64"/>
                <a:gd name="T5" fmla="*/ 39 h 52"/>
                <a:gd name="T6" fmla="*/ 51 w 64"/>
                <a:gd name="T7" fmla="*/ 20 h 52"/>
                <a:gd name="T8" fmla="*/ 37 w 64"/>
                <a:gd name="T9" fmla="*/ 2 h 52"/>
                <a:gd name="T10" fmla="*/ 13 w 64"/>
                <a:gd name="T11" fmla="*/ 27 h 52"/>
                <a:gd name="T12" fmla="*/ 16 w 64"/>
                <a:gd name="T13" fmla="*/ 9 h 52"/>
                <a:gd name="T14" fmla="*/ 14 w 64"/>
                <a:gd name="T15" fmla="*/ 1 h 52"/>
                <a:gd name="T16" fmla="*/ 10 w 64"/>
                <a:gd name="T17" fmla="*/ 0 h 52"/>
                <a:gd name="T18" fmla="*/ 6 w 64"/>
                <a:gd name="T19" fmla="*/ 2 h 52"/>
                <a:gd name="T20" fmla="*/ 3 w 64"/>
                <a:gd name="T21" fmla="*/ 7 h 52"/>
                <a:gd name="T22" fmla="*/ 1 w 64"/>
                <a:gd name="T23" fmla="*/ 34 h 52"/>
                <a:gd name="T24" fmla="*/ 0 w 64"/>
                <a:gd name="T25" fmla="*/ 45 h 52"/>
                <a:gd name="T26" fmla="*/ 8 w 64"/>
                <a:gd name="T27" fmla="*/ 52 h 52"/>
                <a:gd name="T28" fmla="*/ 10 w 64"/>
                <a:gd name="T29" fmla="*/ 51 h 52"/>
                <a:gd name="T30" fmla="*/ 12 w 64"/>
                <a:gd name="T31" fmla="*/ 47 h 52"/>
                <a:gd name="T32" fmla="*/ 23 w 64"/>
                <a:gd name="T33" fmla="*/ 28 h 52"/>
                <a:gd name="T34" fmla="*/ 35 w 64"/>
                <a:gd name="T35" fmla="*/ 14 h 52"/>
                <a:gd name="T36" fmla="*/ 40 w 64"/>
                <a:gd name="T37" fmla="*/ 27 h 52"/>
                <a:gd name="T38" fmla="*/ 44 w 64"/>
                <a:gd name="T39" fmla="*/ 44 h 52"/>
                <a:gd name="T40" fmla="*/ 44 w 64"/>
                <a:gd name="T41" fmla="*/ 44 h 52"/>
                <a:gd name="T42" fmla="*/ 52 w 64"/>
                <a:gd name="T43" fmla="*/ 49 h 52"/>
                <a:gd name="T44" fmla="*/ 60 w 64"/>
                <a:gd name="T45" fmla="*/ 46 h 52"/>
                <a:gd name="T46" fmla="*/ 64 w 64"/>
                <a:gd name="T47" fmla="*/ 41 h 52"/>
                <a:gd name="T48" fmla="*/ 61 w 64"/>
                <a:gd name="T49" fmla="*/ 3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4" h="52">
                  <a:moveTo>
                    <a:pt x="61" y="38"/>
                  </a:moveTo>
                  <a:cubicBezTo>
                    <a:pt x="61" y="38"/>
                    <a:pt x="60" y="38"/>
                    <a:pt x="58" y="39"/>
                  </a:cubicBezTo>
                  <a:cubicBezTo>
                    <a:pt x="57" y="39"/>
                    <a:pt x="57" y="39"/>
                    <a:pt x="56" y="39"/>
                  </a:cubicBezTo>
                  <a:cubicBezTo>
                    <a:pt x="54" y="39"/>
                    <a:pt x="52" y="33"/>
                    <a:pt x="51" y="20"/>
                  </a:cubicBezTo>
                  <a:cubicBezTo>
                    <a:pt x="50" y="8"/>
                    <a:pt x="45" y="2"/>
                    <a:pt x="37" y="2"/>
                  </a:cubicBezTo>
                  <a:cubicBezTo>
                    <a:pt x="28" y="2"/>
                    <a:pt x="20" y="10"/>
                    <a:pt x="13" y="27"/>
                  </a:cubicBezTo>
                  <a:cubicBezTo>
                    <a:pt x="15" y="18"/>
                    <a:pt x="16" y="12"/>
                    <a:pt x="16" y="9"/>
                  </a:cubicBezTo>
                  <a:cubicBezTo>
                    <a:pt x="16" y="5"/>
                    <a:pt x="15" y="2"/>
                    <a:pt x="14" y="1"/>
                  </a:cubicBezTo>
                  <a:cubicBezTo>
                    <a:pt x="13" y="0"/>
                    <a:pt x="12" y="0"/>
                    <a:pt x="10" y="0"/>
                  </a:cubicBezTo>
                  <a:cubicBezTo>
                    <a:pt x="8" y="0"/>
                    <a:pt x="7" y="1"/>
                    <a:pt x="6" y="2"/>
                  </a:cubicBezTo>
                  <a:cubicBezTo>
                    <a:pt x="4" y="4"/>
                    <a:pt x="3" y="6"/>
                    <a:pt x="3" y="7"/>
                  </a:cubicBezTo>
                  <a:cubicBezTo>
                    <a:pt x="3" y="18"/>
                    <a:pt x="3" y="27"/>
                    <a:pt x="1" y="34"/>
                  </a:cubicBezTo>
                  <a:cubicBezTo>
                    <a:pt x="0" y="40"/>
                    <a:pt x="0" y="43"/>
                    <a:pt x="0" y="45"/>
                  </a:cubicBezTo>
                  <a:cubicBezTo>
                    <a:pt x="0" y="50"/>
                    <a:pt x="3" y="52"/>
                    <a:pt x="8" y="52"/>
                  </a:cubicBezTo>
                  <a:cubicBezTo>
                    <a:pt x="8" y="52"/>
                    <a:pt x="9" y="51"/>
                    <a:pt x="10" y="51"/>
                  </a:cubicBezTo>
                  <a:cubicBezTo>
                    <a:pt x="11" y="50"/>
                    <a:pt x="11" y="49"/>
                    <a:pt x="12" y="47"/>
                  </a:cubicBezTo>
                  <a:cubicBezTo>
                    <a:pt x="13" y="43"/>
                    <a:pt x="17" y="37"/>
                    <a:pt x="23" y="28"/>
                  </a:cubicBezTo>
                  <a:cubicBezTo>
                    <a:pt x="29" y="19"/>
                    <a:pt x="33" y="14"/>
                    <a:pt x="35" y="14"/>
                  </a:cubicBezTo>
                  <a:cubicBezTo>
                    <a:pt x="38" y="14"/>
                    <a:pt x="39" y="18"/>
                    <a:pt x="40" y="27"/>
                  </a:cubicBezTo>
                  <a:cubicBezTo>
                    <a:pt x="41" y="35"/>
                    <a:pt x="42" y="41"/>
                    <a:pt x="44" y="44"/>
                  </a:cubicBezTo>
                  <a:cubicBezTo>
                    <a:pt x="44" y="44"/>
                    <a:pt x="44" y="44"/>
                    <a:pt x="44" y="44"/>
                  </a:cubicBezTo>
                  <a:cubicBezTo>
                    <a:pt x="45" y="47"/>
                    <a:pt x="48" y="49"/>
                    <a:pt x="52" y="49"/>
                  </a:cubicBezTo>
                  <a:cubicBezTo>
                    <a:pt x="55" y="49"/>
                    <a:pt x="58" y="48"/>
                    <a:pt x="60" y="46"/>
                  </a:cubicBezTo>
                  <a:cubicBezTo>
                    <a:pt x="63" y="44"/>
                    <a:pt x="64" y="42"/>
                    <a:pt x="64" y="41"/>
                  </a:cubicBezTo>
                  <a:cubicBezTo>
                    <a:pt x="64" y="39"/>
                    <a:pt x="63" y="38"/>
                    <a:pt x="61"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 name="Freeform 442"/>
            <p:cNvSpPr>
              <a:spLocks/>
            </p:cNvSpPr>
            <p:nvPr/>
          </p:nvSpPr>
          <p:spPr bwMode="auto">
            <a:xfrm>
              <a:off x="10680700" y="4548188"/>
              <a:ext cx="61913" cy="92075"/>
            </a:xfrm>
            <a:custGeom>
              <a:avLst/>
              <a:gdLst>
                <a:gd name="T0" fmla="*/ 41 w 42"/>
                <a:gd name="T1" fmla="*/ 45 h 62"/>
                <a:gd name="T2" fmla="*/ 38 w 42"/>
                <a:gd name="T3" fmla="*/ 37 h 62"/>
                <a:gd name="T4" fmla="*/ 27 w 42"/>
                <a:gd name="T5" fmla="*/ 30 h 62"/>
                <a:gd name="T6" fmla="*/ 19 w 42"/>
                <a:gd name="T7" fmla="*/ 25 h 62"/>
                <a:gd name="T8" fmla="*/ 17 w 42"/>
                <a:gd name="T9" fmla="*/ 21 h 62"/>
                <a:gd name="T10" fmla="*/ 23 w 42"/>
                <a:gd name="T11" fmla="*/ 14 h 62"/>
                <a:gd name="T12" fmla="*/ 32 w 42"/>
                <a:gd name="T13" fmla="*/ 11 h 62"/>
                <a:gd name="T14" fmla="*/ 35 w 42"/>
                <a:gd name="T15" fmla="*/ 12 h 62"/>
                <a:gd name="T16" fmla="*/ 37 w 42"/>
                <a:gd name="T17" fmla="*/ 13 h 62"/>
                <a:gd name="T18" fmla="*/ 40 w 42"/>
                <a:gd name="T19" fmla="*/ 11 h 62"/>
                <a:gd name="T20" fmla="*/ 42 w 42"/>
                <a:gd name="T21" fmla="*/ 8 h 62"/>
                <a:gd name="T22" fmla="*/ 33 w 42"/>
                <a:gd name="T23" fmla="*/ 0 h 62"/>
                <a:gd name="T24" fmla="*/ 15 w 42"/>
                <a:gd name="T25" fmla="*/ 7 h 62"/>
                <a:gd name="T26" fmla="*/ 5 w 42"/>
                <a:gd name="T27" fmla="*/ 23 h 62"/>
                <a:gd name="T28" fmla="*/ 7 w 42"/>
                <a:gd name="T29" fmla="*/ 30 h 62"/>
                <a:gd name="T30" fmla="*/ 21 w 42"/>
                <a:gd name="T31" fmla="*/ 39 h 62"/>
                <a:gd name="T32" fmla="*/ 29 w 42"/>
                <a:gd name="T33" fmla="*/ 46 h 62"/>
                <a:gd name="T34" fmla="*/ 23 w 42"/>
                <a:gd name="T35" fmla="*/ 49 h 62"/>
                <a:gd name="T36" fmla="*/ 13 w 42"/>
                <a:gd name="T37" fmla="*/ 51 h 62"/>
                <a:gd name="T38" fmla="*/ 9 w 42"/>
                <a:gd name="T39" fmla="*/ 50 h 62"/>
                <a:gd name="T40" fmla="*/ 6 w 42"/>
                <a:gd name="T41" fmla="*/ 49 h 62"/>
                <a:gd name="T42" fmla="*/ 2 w 42"/>
                <a:gd name="T43" fmla="*/ 51 h 62"/>
                <a:gd name="T44" fmla="*/ 0 w 42"/>
                <a:gd name="T45" fmla="*/ 55 h 62"/>
                <a:gd name="T46" fmla="*/ 9 w 42"/>
                <a:gd name="T47" fmla="*/ 62 h 62"/>
                <a:gd name="T48" fmla="*/ 31 w 42"/>
                <a:gd name="T49" fmla="*/ 57 h 62"/>
                <a:gd name="T50" fmla="*/ 41 w 42"/>
                <a:gd name="T51" fmla="*/ 45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 h="62">
                  <a:moveTo>
                    <a:pt x="41" y="45"/>
                  </a:moveTo>
                  <a:cubicBezTo>
                    <a:pt x="41" y="42"/>
                    <a:pt x="40" y="39"/>
                    <a:pt x="38" y="37"/>
                  </a:cubicBezTo>
                  <a:cubicBezTo>
                    <a:pt x="36" y="35"/>
                    <a:pt x="33" y="33"/>
                    <a:pt x="27" y="30"/>
                  </a:cubicBezTo>
                  <a:cubicBezTo>
                    <a:pt x="23" y="28"/>
                    <a:pt x="20" y="26"/>
                    <a:pt x="19" y="25"/>
                  </a:cubicBezTo>
                  <a:cubicBezTo>
                    <a:pt x="18" y="24"/>
                    <a:pt x="17" y="23"/>
                    <a:pt x="17" y="21"/>
                  </a:cubicBezTo>
                  <a:cubicBezTo>
                    <a:pt x="17" y="19"/>
                    <a:pt x="19" y="16"/>
                    <a:pt x="23" y="14"/>
                  </a:cubicBezTo>
                  <a:cubicBezTo>
                    <a:pt x="26" y="12"/>
                    <a:pt x="29" y="11"/>
                    <a:pt x="32" y="11"/>
                  </a:cubicBezTo>
                  <a:cubicBezTo>
                    <a:pt x="33" y="11"/>
                    <a:pt x="34" y="12"/>
                    <a:pt x="35" y="12"/>
                  </a:cubicBezTo>
                  <a:cubicBezTo>
                    <a:pt x="35" y="12"/>
                    <a:pt x="36" y="13"/>
                    <a:pt x="37" y="13"/>
                  </a:cubicBezTo>
                  <a:cubicBezTo>
                    <a:pt x="37" y="13"/>
                    <a:pt x="39" y="12"/>
                    <a:pt x="40" y="11"/>
                  </a:cubicBezTo>
                  <a:cubicBezTo>
                    <a:pt x="41" y="10"/>
                    <a:pt x="42" y="9"/>
                    <a:pt x="42" y="8"/>
                  </a:cubicBezTo>
                  <a:cubicBezTo>
                    <a:pt x="42" y="3"/>
                    <a:pt x="39" y="0"/>
                    <a:pt x="33" y="0"/>
                  </a:cubicBezTo>
                  <a:cubicBezTo>
                    <a:pt x="27" y="0"/>
                    <a:pt x="21" y="2"/>
                    <a:pt x="15" y="7"/>
                  </a:cubicBezTo>
                  <a:cubicBezTo>
                    <a:pt x="8" y="11"/>
                    <a:pt x="5" y="17"/>
                    <a:pt x="5" y="23"/>
                  </a:cubicBezTo>
                  <a:cubicBezTo>
                    <a:pt x="5" y="25"/>
                    <a:pt x="6" y="28"/>
                    <a:pt x="7" y="30"/>
                  </a:cubicBezTo>
                  <a:cubicBezTo>
                    <a:pt x="9" y="33"/>
                    <a:pt x="14" y="36"/>
                    <a:pt x="21" y="39"/>
                  </a:cubicBezTo>
                  <a:cubicBezTo>
                    <a:pt x="26" y="42"/>
                    <a:pt x="29" y="44"/>
                    <a:pt x="29" y="46"/>
                  </a:cubicBezTo>
                  <a:cubicBezTo>
                    <a:pt x="28" y="47"/>
                    <a:pt x="26" y="48"/>
                    <a:pt x="23" y="49"/>
                  </a:cubicBezTo>
                  <a:cubicBezTo>
                    <a:pt x="19" y="50"/>
                    <a:pt x="16" y="51"/>
                    <a:pt x="13" y="51"/>
                  </a:cubicBezTo>
                  <a:cubicBezTo>
                    <a:pt x="11" y="51"/>
                    <a:pt x="10" y="51"/>
                    <a:pt x="9" y="50"/>
                  </a:cubicBezTo>
                  <a:cubicBezTo>
                    <a:pt x="8" y="50"/>
                    <a:pt x="7" y="49"/>
                    <a:pt x="6" y="49"/>
                  </a:cubicBezTo>
                  <a:cubicBezTo>
                    <a:pt x="4" y="49"/>
                    <a:pt x="3" y="50"/>
                    <a:pt x="2" y="51"/>
                  </a:cubicBezTo>
                  <a:cubicBezTo>
                    <a:pt x="0" y="52"/>
                    <a:pt x="0" y="54"/>
                    <a:pt x="0" y="55"/>
                  </a:cubicBezTo>
                  <a:cubicBezTo>
                    <a:pt x="0" y="60"/>
                    <a:pt x="3" y="62"/>
                    <a:pt x="9" y="62"/>
                  </a:cubicBezTo>
                  <a:cubicBezTo>
                    <a:pt x="17" y="62"/>
                    <a:pt x="25" y="60"/>
                    <a:pt x="31" y="57"/>
                  </a:cubicBezTo>
                  <a:cubicBezTo>
                    <a:pt x="38" y="54"/>
                    <a:pt x="41" y="50"/>
                    <a:pt x="41"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 name="Freeform 443"/>
            <p:cNvSpPr>
              <a:spLocks/>
            </p:cNvSpPr>
            <p:nvPr/>
          </p:nvSpPr>
          <p:spPr bwMode="auto">
            <a:xfrm>
              <a:off x="10750550" y="4510088"/>
              <a:ext cx="88900" cy="127000"/>
            </a:xfrm>
            <a:custGeom>
              <a:avLst/>
              <a:gdLst>
                <a:gd name="T0" fmla="*/ 54 w 59"/>
                <a:gd name="T1" fmla="*/ 81 h 85"/>
                <a:gd name="T2" fmla="*/ 58 w 59"/>
                <a:gd name="T3" fmla="*/ 80 h 85"/>
                <a:gd name="T4" fmla="*/ 59 w 59"/>
                <a:gd name="T5" fmla="*/ 76 h 85"/>
                <a:gd name="T6" fmla="*/ 58 w 59"/>
                <a:gd name="T7" fmla="*/ 73 h 85"/>
                <a:gd name="T8" fmla="*/ 55 w 59"/>
                <a:gd name="T9" fmla="*/ 67 h 85"/>
                <a:gd name="T10" fmla="*/ 53 w 59"/>
                <a:gd name="T11" fmla="*/ 61 h 85"/>
                <a:gd name="T12" fmla="*/ 52 w 59"/>
                <a:gd name="T13" fmla="*/ 51 h 85"/>
                <a:gd name="T14" fmla="*/ 47 w 59"/>
                <a:gd name="T15" fmla="*/ 36 h 85"/>
                <a:gd name="T16" fmla="*/ 40 w 59"/>
                <a:gd name="T17" fmla="*/ 33 h 85"/>
                <a:gd name="T18" fmla="*/ 28 w 59"/>
                <a:gd name="T19" fmla="*/ 39 h 85"/>
                <a:gd name="T20" fmla="*/ 14 w 59"/>
                <a:gd name="T21" fmla="*/ 60 h 85"/>
                <a:gd name="T22" fmla="*/ 17 w 59"/>
                <a:gd name="T23" fmla="*/ 45 h 85"/>
                <a:gd name="T24" fmla="*/ 22 w 59"/>
                <a:gd name="T25" fmla="*/ 21 h 85"/>
                <a:gd name="T26" fmla="*/ 23 w 59"/>
                <a:gd name="T27" fmla="*/ 8 h 85"/>
                <a:gd name="T28" fmla="*/ 21 w 59"/>
                <a:gd name="T29" fmla="*/ 2 h 85"/>
                <a:gd name="T30" fmla="*/ 17 w 59"/>
                <a:gd name="T31" fmla="*/ 0 h 85"/>
                <a:gd name="T32" fmla="*/ 13 w 59"/>
                <a:gd name="T33" fmla="*/ 3 h 85"/>
                <a:gd name="T34" fmla="*/ 9 w 59"/>
                <a:gd name="T35" fmla="*/ 13 h 85"/>
                <a:gd name="T36" fmla="*/ 1 w 59"/>
                <a:gd name="T37" fmla="*/ 71 h 85"/>
                <a:gd name="T38" fmla="*/ 0 w 59"/>
                <a:gd name="T39" fmla="*/ 79 h 85"/>
                <a:gd name="T40" fmla="*/ 2 w 59"/>
                <a:gd name="T41" fmla="*/ 84 h 85"/>
                <a:gd name="T42" fmla="*/ 7 w 59"/>
                <a:gd name="T43" fmla="*/ 85 h 85"/>
                <a:gd name="T44" fmla="*/ 10 w 59"/>
                <a:gd name="T45" fmla="*/ 84 h 85"/>
                <a:gd name="T46" fmla="*/ 13 w 59"/>
                <a:gd name="T47" fmla="*/ 77 h 85"/>
                <a:gd name="T48" fmla="*/ 25 w 59"/>
                <a:gd name="T49" fmla="*/ 58 h 85"/>
                <a:gd name="T50" fmla="*/ 37 w 59"/>
                <a:gd name="T51" fmla="*/ 46 h 85"/>
                <a:gd name="T52" fmla="*/ 40 w 59"/>
                <a:gd name="T53" fmla="*/ 49 h 85"/>
                <a:gd name="T54" fmla="*/ 42 w 59"/>
                <a:gd name="T55" fmla="*/ 63 h 85"/>
                <a:gd name="T56" fmla="*/ 46 w 59"/>
                <a:gd name="T57" fmla="*/ 76 h 85"/>
                <a:gd name="T58" fmla="*/ 54 w 59"/>
                <a:gd name="T59" fmla="*/ 81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9" h="85">
                  <a:moveTo>
                    <a:pt x="54" y="81"/>
                  </a:moveTo>
                  <a:cubicBezTo>
                    <a:pt x="55" y="81"/>
                    <a:pt x="57" y="81"/>
                    <a:pt x="58" y="80"/>
                  </a:cubicBezTo>
                  <a:cubicBezTo>
                    <a:pt x="59" y="79"/>
                    <a:pt x="59" y="78"/>
                    <a:pt x="59" y="76"/>
                  </a:cubicBezTo>
                  <a:cubicBezTo>
                    <a:pt x="59" y="75"/>
                    <a:pt x="59" y="74"/>
                    <a:pt x="58" y="73"/>
                  </a:cubicBezTo>
                  <a:cubicBezTo>
                    <a:pt x="57" y="71"/>
                    <a:pt x="56" y="69"/>
                    <a:pt x="55" y="67"/>
                  </a:cubicBezTo>
                  <a:cubicBezTo>
                    <a:pt x="54" y="66"/>
                    <a:pt x="54" y="63"/>
                    <a:pt x="53" y="61"/>
                  </a:cubicBezTo>
                  <a:cubicBezTo>
                    <a:pt x="52" y="59"/>
                    <a:pt x="52" y="55"/>
                    <a:pt x="52" y="51"/>
                  </a:cubicBezTo>
                  <a:cubicBezTo>
                    <a:pt x="51" y="43"/>
                    <a:pt x="49" y="38"/>
                    <a:pt x="47" y="36"/>
                  </a:cubicBezTo>
                  <a:cubicBezTo>
                    <a:pt x="46" y="34"/>
                    <a:pt x="43" y="33"/>
                    <a:pt x="40" y="33"/>
                  </a:cubicBezTo>
                  <a:cubicBezTo>
                    <a:pt x="36" y="33"/>
                    <a:pt x="32" y="35"/>
                    <a:pt x="28" y="39"/>
                  </a:cubicBezTo>
                  <a:cubicBezTo>
                    <a:pt x="24" y="43"/>
                    <a:pt x="19" y="50"/>
                    <a:pt x="14" y="60"/>
                  </a:cubicBezTo>
                  <a:cubicBezTo>
                    <a:pt x="14" y="56"/>
                    <a:pt x="15" y="51"/>
                    <a:pt x="17" y="45"/>
                  </a:cubicBezTo>
                  <a:cubicBezTo>
                    <a:pt x="19" y="34"/>
                    <a:pt x="21" y="26"/>
                    <a:pt x="22" y="21"/>
                  </a:cubicBezTo>
                  <a:cubicBezTo>
                    <a:pt x="23" y="16"/>
                    <a:pt x="23" y="12"/>
                    <a:pt x="23" y="8"/>
                  </a:cubicBezTo>
                  <a:cubicBezTo>
                    <a:pt x="23" y="6"/>
                    <a:pt x="23" y="4"/>
                    <a:pt x="21" y="2"/>
                  </a:cubicBezTo>
                  <a:cubicBezTo>
                    <a:pt x="20" y="1"/>
                    <a:pt x="19" y="0"/>
                    <a:pt x="17" y="0"/>
                  </a:cubicBezTo>
                  <a:cubicBezTo>
                    <a:pt x="15" y="0"/>
                    <a:pt x="14" y="1"/>
                    <a:pt x="13" y="3"/>
                  </a:cubicBezTo>
                  <a:cubicBezTo>
                    <a:pt x="11" y="5"/>
                    <a:pt x="10" y="8"/>
                    <a:pt x="9" y="13"/>
                  </a:cubicBezTo>
                  <a:cubicBezTo>
                    <a:pt x="7" y="34"/>
                    <a:pt x="4" y="53"/>
                    <a:pt x="1" y="71"/>
                  </a:cubicBezTo>
                  <a:cubicBezTo>
                    <a:pt x="0" y="76"/>
                    <a:pt x="0" y="79"/>
                    <a:pt x="0" y="79"/>
                  </a:cubicBezTo>
                  <a:cubicBezTo>
                    <a:pt x="0" y="81"/>
                    <a:pt x="0" y="83"/>
                    <a:pt x="2" y="84"/>
                  </a:cubicBezTo>
                  <a:cubicBezTo>
                    <a:pt x="3" y="85"/>
                    <a:pt x="5" y="85"/>
                    <a:pt x="7" y="85"/>
                  </a:cubicBezTo>
                  <a:cubicBezTo>
                    <a:pt x="8" y="85"/>
                    <a:pt x="9" y="85"/>
                    <a:pt x="10" y="84"/>
                  </a:cubicBezTo>
                  <a:cubicBezTo>
                    <a:pt x="11" y="83"/>
                    <a:pt x="12" y="80"/>
                    <a:pt x="13" y="77"/>
                  </a:cubicBezTo>
                  <a:cubicBezTo>
                    <a:pt x="16" y="72"/>
                    <a:pt x="20" y="66"/>
                    <a:pt x="25" y="58"/>
                  </a:cubicBezTo>
                  <a:cubicBezTo>
                    <a:pt x="31" y="50"/>
                    <a:pt x="35" y="46"/>
                    <a:pt x="37" y="46"/>
                  </a:cubicBezTo>
                  <a:cubicBezTo>
                    <a:pt x="38" y="46"/>
                    <a:pt x="39" y="47"/>
                    <a:pt x="40" y="49"/>
                  </a:cubicBezTo>
                  <a:cubicBezTo>
                    <a:pt x="41" y="51"/>
                    <a:pt x="41" y="56"/>
                    <a:pt x="42" y="63"/>
                  </a:cubicBezTo>
                  <a:cubicBezTo>
                    <a:pt x="42" y="69"/>
                    <a:pt x="43" y="73"/>
                    <a:pt x="46" y="76"/>
                  </a:cubicBezTo>
                  <a:cubicBezTo>
                    <a:pt x="48" y="80"/>
                    <a:pt x="51" y="81"/>
                    <a:pt x="54"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 name="Freeform 444"/>
            <p:cNvSpPr>
              <a:spLocks/>
            </p:cNvSpPr>
            <p:nvPr/>
          </p:nvSpPr>
          <p:spPr bwMode="auto">
            <a:xfrm>
              <a:off x="10866438" y="4513263"/>
              <a:ext cx="23813" cy="22225"/>
            </a:xfrm>
            <a:custGeom>
              <a:avLst/>
              <a:gdLst>
                <a:gd name="T0" fmla="*/ 13 w 16"/>
                <a:gd name="T1" fmla="*/ 13 h 15"/>
                <a:gd name="T2" fmla="*/ 16 w 16"/>
                <a:gd name="T3" fmla="*/ 7 h 15"/>
                <a:gd name="T4" fmla="*/ 14 w 16"/>
                <a:gd name="T5" fmla="*/ 2 h 15"/>
                <a:gd name="T6" fmla="*/ 9 w 16"/>
                <a:gd name="T7" fmla="*/ 0 h 15"/>
                <a:gd name="T8" fmla="*/ 2 w 16"/>
                <a:gd name="T9" fmla="*/ 2 h 15"/>
                <a:gd name="T10" fmla="*/ 0 w 16"/>
                <a:gd name="T11" fmla="*/ 8 h 15"/>
                <a:gd name="T12" fmla="*/ 2 w 16"/>
                <a:gd name="T13" fmla="*/ 13 h 15"/>
                <a:gd name="T14" fmla="*/ 8 w 16"/>
                <a:gd name="T15" fmla="*/ 15 h 15"/>
                <a:gd name="T16" fmla="*/ 13 w 16"/>
                <a:gd name="T17"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5">
                  <a:moveTo>
                    <a:pt x="13" y="13"/>
                  </a:moveTo>
                  <a:cubicBezTo>
                    <a:pt x="15" y="11"/>
                    <a:pt x="16" y="9"/>
                    <a:pt x="16" y="7"/>
                  </a:cubicBezTo>
                  <a:cubicBezTo>
                    <a:pt x="16" y="5"/>
                    <a:pt x="16" y="3"/>
                    <a:pt x="14" y="2"/>
                  </a:cubicBezTo>
                  <a:cubicBezTo>
                    <a:pt x="13" y="0"/>
                    <a:pt x="11" y="0"/>
                    <a:pt x="9" y="0"/>
                  </a:cubicBezTo>
                  <a:cubicBezTo>
                    <a:pt x="6" y="0"/>
                    <a:pt x="4" y="1"/>
                    <a:pt x="2" y="2"/>
                  </a:cubicBezTo>
                  <a:cubicBezTo>
                    <a:pt x="1" y="4"/>
                    <a:pt x="0" y="6"/>
                    <a:pt x="0" y="8"/>
                  </a:cubicBezTo>
                  <a:cubicBezTo>
                    <a:pt x="0" y="10"/>
                    <a:pt x="1" y="11"/>
                    <a:pt x="2" y="13"/>
                  </a:cubicBezTo>
                  <a:cubicBezTo>
                    <a:pt x="4" y="15"/>
                    <a:pt x="6" y="15"/>
                    <a:pt x="8" y="15"/>
                  </a:cubicBezTo>
                  <a:cubicBezTo>
                    <a:pt x="9" y="15"/>
                    <a:pt x="11" y="15"/>
                    <a:pt x="13"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 name="Freeform 445"/>
            <p:cNvSpPr>
              <a:spLocks/>
            </p:cNvSpPr>
            <p:nvPr/>
          </p:nvSpPr>
          <p:spPr bwMode="auto">
            <a:xfrm>
              <a:off x="10850563" y="4556126"/>
              <a:ext cx="26988" cy="82550"/>
            </a:xfrm>
            <a:custGeom>
              <a:avLst/>
              <a:gdLst>
                <a:gd name="T0" fmla="*/ 16 w 18"/>
                <a:gd name="T1" fmla="*/ 14 h 55"/>
                <a:gd name="T2" fmla="*/ 16 w 18"/>
                <a:gd name="T3" fmla="*/ 13 h 55"/>
                <a:gd name="T4" fmla="*/ 18 w 18"/>
                <a:gd name="T5" fmla="*/ 5 h 55"/>
                <a:gd name="T6" fmla="*/ 16 w 18"/>
                <a:gd name="T7" fmla="*/ 1 h 55"/>
                <a:gd name="T8" fmla="*/ 11 w 18"/>
                <a:gd name="T9" fmla="*/ 0 h 55"/>
                <a:gd name="T10" fmla="*/ 6 w 18"/>
                <a:gd name="T11" fmla="*/ 2 h 55"/>
                <a:gd name="T12" fmla="*/ 5 w 18"/>
                <a:gd name="T13" fmla="*/ 8 h 55"/>
                <a:gd name="T14" fmla="*/ 3 w 18"/>
                <a:gd name="T15" fmla="*/ 19 h 55"/>
                <a:gd name="T16" fmla="*/ 3 w 18"/>
                <a:gd name="T17" fmla="*/ 19 h 55"/>
                <a:gd name="T18" fmla="*/ 2 w 18"/>
                <a:gd name="T19" fmla="*/ 24 h 55"/>
                <a:gd name="T20" fmla="*/ 0 w 18"/>
                <a:gd name="T21" fmla="*/ 45 h 55"/>
                <a:gd name="T22" fmla="*/ 6 w 18"/>
                <a:gd name="T23" fmla="*/ 55 h 55"/>
                <a:gd name="T24" fmla="*/ 11 w 18"/>
                <a:gd name="T25" fmla="*/ 53 h 55"/>
                <a:gd name="T26" fmla="*/ 13 w 18"/>
                <a:gd name="T27" fmla="*/ 50 h 55"/>
                <a:gd name="T28" fmla="*/ 13 w 18"/>
                <a:gd name="T29" fmla="*/ 48 h 55"/>
                <a:gd name="T30" fmla="*/ 12 w 18"/>
                <a:gd name="T31" fmla="*/ 40 h 55"/>
                <a:gd name="T32" fmla="*/ 13 w 18"/>
                <a:gd name="T33" fmla="*/ 30 h 55"/>
                <a:gd name="T34" fmla="*/ 16 w 18"/>
                <a:gd name="T35" fmla="*/ 1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55">
                  <a:moveTo>
                    <a:pt x="16" y="14"/>
                  </a:moveTo>
                  <a:cubicBezTo>
                    <a:pt x="16" y="13"/>
                    <a:pt x="16" y="13"/>
                    <a:pt x="16" y="13"/>
                  </a:cubicBezTo>
                  <a:cubicBezTo>
                    <a:pt x="18" y="9"/>
                    <a:pt x="18" y="6"/>
                    <a:pt x="18" y="5"/>
                  </a:cubicBezTo>
                  <a:cubicBezTo>
                    <a:pt x="18" y="4"/>
                    <a:pt x="18" y="2"/>
                    <a:pt x="16" y="1"/>
                  </a:cubicBezTo>
                  <a:cubicBezTo>
                    <a:pt x="15" y="0"/>
                    <a:pt x="13" y="0"/>
                    <a:pt x="11" y="0"/>
                  </a:cubicBezTo>
                  <a:cubicBezTo>
                    <a:pt x="9" y="0"/>
                    <a:pt x="7" y="1"/>
                    <a:pt x="6" y="2"/>
                  </a:cubicBezTo>
                  <a:cubicBezTo>
                    <a:pt x="5" y="4"/>
                    <a:pt x="5" y="6"/>
                    <a:pt x="5" y="8"/>
                  </a:cubicBezTo>
                  <a:cubicBezTo>
                    <a:pt x="5" y="9"/>
                    <a:pt x="4" y="13"/>
                    <a:pt x="3" y="19"/>
                  </a:cubicBezTo>
                  <a:cubicBezTo>
                    <a:pt x="3" y="19"/>
                    <a:pt x="3" y="19"/>
                    <a:pt x="3" y="19"/>
                  </a:cubicBezTo>
                  <a:cubicBezTo>
                    <a:pt x="3" y="21"/>
                    <a:pt x="3" y="22"/>
                    <a:pt x="2" y="24"/>
                  </a:cubicBezTo>
                  <a:cubicBezTo>
                    <a:pt x="1" y="32"/>
                    <a:pt x="0" y="39"/>
                    <a:pt x="0" y="45"/>
                  </a:cubicBezTo>
                  <a:cubicBezTo>
                    <a:pt x="0" y="52"/>
                    <a:pt x="2" y="55"/>
                    <a:pt x="6" y="55"/>
                  </a:cubicBezTo>
                  <a:cubicBezTo>
                    <a:pt x="8" y="55"/>
                    <a:pt x="10" y="54"/>
                    <a:pt x="11" y="53"/>
                  </a:cubicBezTo>
                  <a:cubicBezTo>
                    <a:pt x="13" y="52"/>
                    <a:pt x="13" y="51"/>
                    <a:pt x="13" y="50"/>
                  </a:cubicBezTo>
                  <a:cubicBezTo>
                    <a:pt x="13" y="49"/>
                    <a:pt x="13" y="49"/>
                    <a:pt x="13" y="48"/>
                  </a:cubicBezTo>
                  <a:cubicBezTo>
                    <a:pt x="13" y="45"/>
                    <a:pt x="12" y="42"/>
                    <a:pt x="12" y="40"/>
                  </a:cubicBezTo>
                  <a:cubicBezTo>
                    <a:pt x="12" y="38"/>
                    <a:pt x="12" y="34"/>
                    <a:pt x="13" y="30"/>
                  </a:cubicBezTo>
                  <a:cubicBezTo>
                    <a:pt x="13" y="26"/>
                    <a:pt x="14" y="21"/>
                    <a:pt x="16"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 name="Freeform 446"/>
            <p:cNvSpPr>
              <a:spLocks noEditPoints="1"/>
            </p:cNvSpPr>
            <p:nvPr/>
          </p:nvSpPr>
          <p:spPr bwMode="auto">
            <a:xfrm>
              <a:off x="10887075" y="4548188"/>
              <a:ext cx="92075" cy="139700"/>
            </a:xfrm>
            <a:custGeom>
              <a:avLst/>
              <a:gdLst>
                <a:gd name="T0" fmla="*/ 2 w 62"/>
                <a:gd name="T1" fmla="*/ 91 h 93"/>
                <a:gd name="T2" fmla="*/ 6 w 62"/>
                <a:gd name="T3" fmla="*/ 93 h 93"/>
                <a:gd name="T4" fmla="*/ 10 w 62"/>
                <a:gd name="T5" fmla="*/ 91 h 93"/>
                <a:gd name="T6" fmla="*/ 13 w 62"/>
                <a:gd name="T7" fmla="*/ 84 h 93"/>
                <a:gd name="T8" fmla="*/ 15 w 62"/>
                <a:gd name="T9" fmla="*/ 64 h 93"/>
                <a:gd name="T10" fmla="*/ 17 w 62"/>
                <a:gd name="T11" fmla="*/ 54 h 93"/>
                <a:gd name="T12" fmla="*/ 24 w 62"/>
                <a:gd name="T13" fmla="*/ 58 h 93"/>
                <a:gd name="T14" fmla="*/ 49 w 62"/>
                <a:gd name="T15" fmla="*/ 45 h 93"/>
                <a:gd name="T16" fmla="*/ 62 w 62"/>
                <a:gd name="T17" fmla="*/ 16 h 93"/>
                <a:gd name="T18" fmla="*/ 58 w 62"/>
                <a:gd name="T19" fmla="*/ 5 h 93"/>
                <a:gd name="T20" fmla="*/ 48 w 62"/>
                <a:gd name="T21" fmla="*/ 1 h 93"/>
                <a:gd name="T22" fmla="*/ 34 w 62"/>
                <a:gd name="T23" fmla="*/ 8 h 93"/>
                <a:gd name="T24" fmla="*/ 21 w 62"/>
                <a:gd name="T25" fmla="*/ 24 h 93"/>
                <a:gd name="T26" fmla="*/ 21 w 62"/>
                <a:gd name="T27" fmla="*/ 20 h 93"/>
                <a:gd name="T28" fmla="*/ 22 w 62"/>
                <a:gd name="T29" fmla="*/ 9 h 93"/>
                <a:gd name="T30" fmla="*/ 17 w 62"/>
                <a:gd name="T31" fmla="*/ 0 h 93"/>
                <a:gd name="T32" fmla="*/ 12 w 62"/>
                <a:gd name="T33" fmla="*/ 2 h 93"/>
                <a:gd name="T34" fmla="*/ 10 w 62"/>
                <a:gd name="T35" fmla="*/ 6 h 93"/>
                <a:gd name="T36" fmla="*/ 9 w 62"/>
                <a:gd name="T37" fmla="*/ 15 h 93"/>
                <a:gd name="T38" fmla="*/ 9 w 62"/>
                <a:gd name="T39" fmla="*/ 16 h 93"/>
                <a:gd name="T40" fmla="*/ 1 w 62"/>
                <a:gd name="T41" fmla="*/ 78 h 93"/>
                <a:gd name="T42" fmla="*/ 0 w 62"/>
                <a:gd name="T43" fmla="*/ 87 h 93"/>
                <a:gd name="T44" fmla="*/ 2 w 62"/>
                <a:gd name="T45" fmla="*/ 91 h 93"/>
                <a:gd name="T46" fmla="*/ 31 w 62"/>
                <a:gd name="T47" fmla="*/ 25 h 93"/>
                <a:gd name="T48" fmla="*/ 46 w 62"/>
                <a:gd name="T49" fmla="*/ 13 h 93"/>
                <a:gd name="T50" fmla="*/ 49 w 62"/>
                <a:gd name="T51" fmla="*/ 14 h 93"/>
                <a:gd name="T52" fmla="*/ 49 w 62"/>
                <a:gd name="T53" fmla="*/ 19 h 93"/>
                <a:gd name="T54" fmla="*/ 41 w 62"/>
                <a:gd name="T55" fmla="*/ 38 h 93"/>
                <a:gd name="T56" fmla="*/ 27 w 62"/>
                <a:gd name="T57" fmla="*/ 48 h 93"/>
                <a:gd name="T58" fmla="*/ 22 w 62"/>
                <a:gd name="T59" fmla="*/ 47 h 93"/>
                <a:gd name="T60" fmla="*/ 21 w 62"/>
                <a:gd name="T61" fmla="*/ 44 h 93"/>
                <a:gd name="T62" fmla="*/ 31 w 62"/>
                <a:gd name="T63" fmla="*/ 25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2" h="93">
                  <a:moveTo>
                    <a:pt x="2" y="91"/>
                  </a:moveTo>
                  <a:cubicBezTo>
                    <a:pt x="3" y="92"/>
                    <a:pt x="5" y="93"/>
                    <a:pt x="6" y="93"/>
                  </a:cubicBezTo>
                  <a:cubicBezTo>
                    <a:pt x="8" y="93"/>
                    <a:pt x="9" y="92"/>
                    <a:pt x="10" y="91"/>
                  </a:cubicBezTo>
                  <a:cubicBezTo>
                    <a:pt x="12" y="90"/>
                    <a:pt x="12" y="87"/>
                    <a:pt x="13" y="84"/>
                  </a:cubicBezTo>
                  <a:cubicBezTo>
                    <a:pt x="15" y="64"/>
                    <a:pt x="15" y="64"/>
                    <a:pt x="15" y="64"/>
                  </a:cubicBezTo>
                  <a:cubicBezTo>
                    <a:pt x="16" y="60"/>
                    <a:pt x="16" y="56"/>
                    <a:pt x="17" y="54"/>
                  </a:cubicBezTo>
                  <a:cubicBezTo>
                    <a:pt x="18" y="57"/>
                    <a:pt x="20" y="58"/>
                    <a:pt x="24" y="58"/>
                  </a:cubicBezTo>
                  <a:cubicBezTo>
                    <a:pt x="33" y="58"/>
                    <a:pt x="41" y="54"/>
                    <a:pt x="49" y="45"/>
                  </a:cubicBezTo>
                  <a:cubicBezTo>
                    <a:pt x="58" y="36"/>
                    <a:pt x="62" y="26"/>
                    <a:pt x="62" y="16"/>
                  </a:cubicBezTo>
                  <a:cubicBezTo>
                    <a:pt x="62" y="11"/>
                    <a:pt x="61" y="8"/>
                    <a:pt x="58" y="5"/>
                  </a:cubicBezTo>
                  <a:cubicBezTo>
                    <a:pt x="55" y="3"/>
                    <a:pt x="52" y="1"/>
                    <a:pt x="48" y="1"/>
                  </a:cubicBezTo>
                  <a:cubicBezTo>
                    <a:pt x="44" y="1"/>
                    <a:pt x="40" y="4"/>
                    <a:pt x="34" y="8"/>
                  </a:cubicBezTo>
                  <a:cubicBezTo>
                    <a:pt x="29" y="12"/>
                    <a:pt x="24" y="17"/>
                    <a:pt x="21" y="24"/>
                  </a:cubicBezTo>
                  <a:cubicBezTo>
                    <a:pt x="21" y="20"/>
                    <a:pt x="21" y="20"/>
                    <a:pt x="21" y="20"/>
                  </a:cubicBezTo>
                  <a:cubicBezTo>
                    <a:pt x="22" y="15"/>
                    <a:pt x="22" y="11"/>
                    <a:pt x="22" y="9"/>
                  </a:cubicBezTo>
                  <a:cubicBezTo>
                    <a:pt x="22" y="3"/>
                    <a:pt x="21" y="0"/>
                    <a:pt x="17" y="0"/>
                  </a:cubicBezTo>
                  <a:cubicBezTo>
                    <a:pt x="15" y="0"/>
                    <a:pt x="13" y="1"/>
                    <a:pt x="12" y="2"/>
                  </a:cubicBezTo>
                  <a:cubicBezTo>
                    <a:pt x="11" y="3"/>
                    <a:pt x="10" y="4"/>
                    <a:pt x="10" y="6"/>
                  </a:cubicBezTo>
                  <a:cubicBezTo>
                    <a:pt x="9" y="7"/>
                    <a:pt x="9" y="10"/>
                    <a:pt x="9" y="15"/>
                  </a:cubicBezTo>
                  <a:cubicBezTo>
                    <a:pt x="9" y="16"/>
                    <a:pt x="9" y="16"/>
                    <a:pt x="9" y="16"/>
                  </a:cubicBezTo>
                  <a:cubicBezTo>
                    <a:pt x="9" y="37"/>
                    <a:pt x="6" y="58"/>
                    <a:pt x="1" y="78"/>
                  </a:cubicBezTo>
                  <a:cubicBezTo>
                    <a:pt x="0" y="82"/>
                    <a:pt x="0" y="85"/>
                    <a:pt x="0" y="87"/>
                  </a:cubicBezTo>
                  <a:cubicBezTo>
                    <a:pt x="0" y="89"/>
                    <a:pt x="0" y="90"/>
                    <a:pt x="2" y="91"/>
                  </a:cubicBezTo>
                  <a:close/>
                  <a:moveTo>
                    <a:pt x="31" y="25"/>
                  </a:moveTo>
                  <a:cubicBezTo>
                    <a:pt x="37" y="17"/>
                    <a:pt x="42" y="13"/>
                    <a:pt x="46" y="13"/>
                  </a:cubicBezTo>
                  <a:cubicBezTo>
                    <a:pt x="47" y="13"/>
                    <a:pt x="48" y="13"/>
                    <a:pt x="49" y="14"/>
                  </a:cubicBezTo>
                  <a:cubicBezTo>
                    <a:pt x="49" y="15"/>
                    <a:pt x="49" y="17"/>
                    <a:pt x="49" y="19"/>
                  </a:cubicBezTo>
                  <a:cubicBezTo>
                    <a:pt x="49" y="25"/>
                    <a:pt x="47" y="31"/>
                    <a:pt x="41" y="38"/>
                  </a:cubicBezTo>
                  <a:cubicBezTo>
                    <a:pt x="36" y="45"/>
                    <a:pt x="31" y="48"/>
                    <a:pt x="27" y="48"/>
                  </a:cubicBezTo>
                  <a:cubicBezTo>
                    <a:pt x="25" y="48"/>
                    <a:pt x="24" y="48"/>
                    <a:pt x="22" y="47"/>
                  </a:cubicBezTo>
                  <a:cubicBezTo>
                    <a:pt x="21" y="46"/>
                    <a:pt x="21" y="45"/>
                    <a:pt x="21" y="44"/>
                  </a:cubicBezTo>
                  <a:cubicBezTo>
                    <a:pt x="21" y="39"/>
                    <a:pt x="24" y="33"/>
                    <a:pt x="31"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 name="Freeform 447"/>
            <p:cNvSpPr>
              <a:spLocks/>
            </p:cNvSpPr>
            <p:nvPr/>
          </p:nvSpPr>
          <p:spPr bwMode="auto">
            <a:xfrm>
              <a:off x="11053763" y="4519613"/>
              <a:ext cx="98425" cy="122238"/>
            </a:xfrm>
            <a:custGeom>
              <a:avLst/>
              <a:gdLst>
                <a:gd name="T0" fmla="*/ 8 w 66"/>
                <a:gd name="T1" fmla="*/ 76 h 82"/>
                <a:gd name="T2" fmla="*/ 25 w 66"/>
                <a:gd name="T3" fmla="*/ 82 h 82"/>
                <a:gd name="T4" fmla="*/ 46 w 66"/>
                <a:gd name="T5" fmla="*/ 75 h 82"/>
                <a:gd name="T6" fmla="*/ 57 w 66"/>
                <a:gd name="T7" fmla="*/ 64 h 82"/>
                <a:gd name="T8" fmla="*/ 54 w 66"/>
                <a:gd name="T9" fmla="*/ 60 h 82"/>
                <a:gd name="T10" fmla="*/ 47 w 66"/>
                <a:gd name="T11" fmla="*/ 63 h 82"/>
                <a:gd name="T12" fmla="*/ 36 w 66"/>
                <a:gd name="T13" fmla="*/ 69 h 82"/>
                <a:gd name="T14" fmla="*/ 26 w 66"/>
                <a:gd name="T15" fmla="*/ 71 h 82"/>
                <a:gd name="T16" fmla="*/ 17 w 66"/>
                <a:gd name="T17" fmla="*/ 67 h 82"/>
                <a:gd name="T18" fmla="*/ 13 w 66"/>
                <a:gd name="T19" fmla="*/ 57 h 82"/>
                <a:gd name="T20" fmla="*/ 20 w 66"/>
                <a:gd name="T21" fmla="*/ 37 h 82"/>
                <a:gd name="T22" fmla="*/ 35 w 66"/>
                <a:gd name="T23" fmla="*/ 18 h 82"/>
                <a:gd name="T24" fmla="*/ 51 w 66"/>
                <a:gd name="T25" fmla="*/ 10 h 82"/>
                <a:gd name="T26" fmla="*/ 54 w 66"/>
                <a:gd name="T27" fmla="*/ 13 h 82"/>
                <a:gd name="T28" fmla="*/ 53 w 66"/>
                <a:gd name="T29" fmla="*/ 18 h 82"/>
                <a:gd name="T30" fmla="*/ 52 w 66"/>
                <a:gd name="T31" fmla="*/ 23 h 82"/>
                <a:gd name="T32" fmla="*/ 53 w 66"/>
                <a:gd name="T33" fmla="*/ 27 h 82"/>
                <a:gd name="T34" fmla="*/ 57 w 66"/>
                <a:gd name="T35" fmla="*/ 28 h 82"/>
                <a:gd name="T36" fmla="*/ 62 w 66"/>
                <a:gd name="T37" fmla="*/ 26 h 82"/>
                <a:gd name="T38" fmla="*/ 65 w 66"/>
                <a:gd name="T39" fmla="*/ 22 h 82"/>
                <a:gd name="T40" fmla="*/ 66 w 66"/>
                <a:gd name="T41" fmla="*/ 14 h 82"/>
                <a:gd name="T42" fmla="*/ 62 w 66"/>
                <a:gd name="T43" fmla="*/ 4 h 82"/>
                <a:gd name="T44" fmla="*/ 52 w 66"/>
                <a:gd name="T45" fmla="*/ 0 h 82"/>
                <a:gd name="T46" fmla="*/ 28 w 66"/>
                <a:gd name="T47" fmla="*/ 9 h 82"/>
                <a:gd name="T48" fmla="*/ 8 w 66"/>
                <a:gd name="T49" fmla="*/ 32 h 82"/>
                <a:gd name="T50" fmla="*/ 0 w 66"/>
                <a:gd name="T51" fmla="*/ 58 h 82"/>
                <a:gd name="T52" fmla="*/ 8 w 66"/>
                <a:gd name="T53" fmla="*/ 76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6" h="82">
                  <a:moveTo>
                    <a:pt x="8" y="76"/>
                  </a:moveTo>
                  <a:cubicBezTo>
                    <a:pt x="13" y="80"/>
                    <a:pt x="19" y="82"/>
                    <a:pt x="25" y="82"/>
                  </a:cubicBezTo>
                  <a:cubicBezTo>
                    <a:pt x="32" y="82"/>
                    <a:pt x="39" y="80"/>
                    <a:pt x="46" y="75"/>
                  </a:cubicBezTo>
                  <a:cubicBezTo>
                    <a:pt x="54" y="71"/>
                    <a:pt x="57" y="67"/>
                    <a:pt x="57" y="64"/>
                  </a:cubicBezTo>
                  <a:cubicBezTo>
                    <a:pt x="57" y="61"/>
                    <a:pt x="56" y="60"/>
                    <a:pt x="54" y="60"/>
                  </a:cubicBezTo>
                  <a:cubicBezTo>
                    <a:pt x="52" y="60"/>
                    <a:pt x="50" y="61"/>
                    <a:pt x="47" y="63"/>
                  </a:cubicBezTo>
                  <a:cubicBezTo>
                    <a:pt x="44" y="66"/>
                    <a:pt x="40" y="68"/>
                    <a:pt x="36" y="69"/>
                  </a:cubicBezTo>
                  <a:cubicBezTo>
                    <a:pt x="32" y="70"/>
                    <a:pt x="29" y="71"/>
                    <a:pt x="26" y="71"/>
                  </a:cubicBezTo>
                  <a:cubicBezTo>
                    <a:pt x="22" y="71"/>
                    <a:pt x="19" y="70"/>
                    <a:pt x="17" y="67"/>
                  </a:cubicBezTo>
                  <a:cubicBezTo>
                    <a:pt x="14" y="64"/>
                    <a:pt x="13" y="61"/>
                    <a:pt x="13" y="57"/>
                  </a:cubicBezTo>
                  <a:cubicBezTo>
                    <a:pt x="13" y="51"/>
                    <a:pt x="15" y="45"/>
                    <a:pt x="20" y="37"/>
                  </a:cubicBezTo>
                  <a:cubicBezTo>
                    <a:pt x="24" y="29"/>
                    <a:pt x="29" y="23"/>
                    <a:pt x="35" y="18"/>
                  </a:cubicBezTo>
                  <a:cubicBezTo>
                    <a:pt x="41" y="12"/>
                    <a:pt x="46" y="10"/>
                    <a:pt x="51" y="10"/>
                  </a:cubicBezTo>
                  <a:cubicBezTo>
                    <a:pt x="53" y="10"/>
                    <a:pt x="54" y="11"/>
                    <a:pt x="54" y="13"/>
                  </a:cubicBezTo>
                  <a:cubicBezTo>
                    <a:pt x="54" y="15"/>
                    <a:pt x="53" y="16"/>
                    <a:pt x="53" y="18"/>
                  </a:cubicBezTo>
                  <a:cubicBezTo>
                    <a:pt x="52" y="21"/>
                    <a:pt x="52" y="22"/>
                    <a:pt x="52" y="23"/>
                  </a:cubicBezTo>
                  <a:cubicBezTo>
                    <a:pt x="52" y="25"/>
                    <a:pt x="52" y="26"/>
                    <a:pt x="53" y="27"/>
                  </a:cubicBezTo>
                  <a:cubicBezTo>
                    <a:pt x="54" y="28"/>
                    <a:pt x="55" y="28"/>
                    <a:pt x="57" y="28"/>
                  </a:cubicBezTo>
                  <a:cubicBezTo>
                    <a:pt x="58" y="28"/>
                    <a:pt x="60" y="28"/>
                    <a:pt x="62" y="26"/>
                  </a:cubicBezTo>
                  <a:cubicBezTo>
                    <a:pt x="64" y="25"/>
                    <a:pt x="65" y="24"/>
                    <a:pt x="65" y="22"/>
                  </a:cubicBezTo>
                  <a:cubicBezTo>
                    <a:pt x="66" y="20"/>
                    <a:pt x="66" y="18"/>
                    <a:pt x="66" y="14"/>
                  </a:cubicBezTo>
                  <a:cubicBezTo>
                    <a:pt x="66" y="10"/>
                    <a:pt x="65" y="7"/>
                    <a:pt x="62" y="4"/>
                  </a:cubicBezTo>
                  <a:cubicBezTo>
                    <a:pt x="60" y="2"/>
                    <a:pt x="56" y="0"/>
                    <a:pt x="52" y="0"/>
                  </a:cubicBezTo>
                  <a:cubicBezTo>
                    <a:pt x="44" y="0"/>
                    <a:pt x="36" y="3"/>
                    <a:pt x="28" y="9"/>
                  </a:cubicBezTo>
                  <a:cubicBezTo>
                    <a:pt x="20" y="15"/>
                    <a:pt x="14" y="23"/>
                    <a:pt x="8" y="32"/>
                  </a:cubicBezTo>
                  <a:cubicBezTo>
                    <a:pt x="3" y="42"/>
                    <a:pt x="0" y="51"/>
                    <a:pt x="0" y="58"/>
                  </a:cubicBezTo>
                  <a:cubicBezTo>
                    <a:pt x="0" y="66"/>
                    <a:pt x="3" y="72"/>
                    <a:pt x="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 name="Freeform 448"/>
            <p:cNvSpPr>
              <a:spLocks noEditPoints="1"/>
            </p:cNvSpPr>
            <p:nvPr/>
          </p:nvSpPr>
          <p:spPr bwMode="auto">
            <a:xfrm>
              <a:off x="11158538" y="4549776"/>
              <a:ext cx="69850" cy="88900"/>
            </a:xfrm>
            <a:custGeom>
              <a:avLst/>
              <a:gdLst>
                <a:gd name="T0" fmla="*/ 14 w 47"/>
                <a:gd name="T1" fmla="*/ 39 h 59"/>
                <a:gd name="T2" fmla="*/ 35 w 47"/>
                <a:gd name="T3" fmla="*/ 29 h 59"/>
                <a:gd name="T4" fmla="*/ 44 w 47"/>
                <a:gd name="T5" fmla="*/ 12 h 59"/>
                <a:gd name="T6" fmla="*/ 40 w 47"/>
                <a:gd name="T7" fmla="*/ 3 h 59"/>
                <a:gd name="T8" fmla="*/ 31 w 47"/>
                <a:gd name="T9" fmla="*/ 0 h 59"/>
                <a:gd name="T10" fmla="*/ 10 w 47"/>
                <a:gd name="T11" fmla="*/ 12 h 59"/>
                <a:gd name="T12" fmla="*/ 0 w 47"/>
                <a:gd name="T13" fmla="*/ 39 h 59"/>
                <a:gd name="T14" fmla="*/ 5 w 47"/>
                <a:gd name="T15" fmla="*/ 53 h 59"/>
                <a:gd name="T16" fmla="*/ 18 w 47"/>
                <a:gd name="T17" fmla="*/ 59 h 59"/>
                <a:gd name="T18" fmla="*/ 38 w 47"/>
                <a:gd name="T19" fmla="*/ 52 h 59"/>
                <a:gd name="T20" fmla="*/ 47 w 47"/>
                <a:gd name="T21" fmla="*/ 39 h 59"/>
                <a:gd name="T22" fmla="*/ 44 w 47"/>
                <a:gd name="T23" fmla="*/ 36 h 59"/>
                <a:gd name="T24" fmla="*/ 40 w 47"/>
                <a:gd name="T25" fmla="*/ 38 h 59"/>
                <a:gd name="T26" fmla="*/ 20 w 47"/>
                <a:gd name="T27" fmla="*/ 48 h 59"/>
                <a:gd name="T28" fmla="*/ 14 w 47"/>
                <a:gd name="T29" fmla="*/ 46 h 59"/>
                <a:gd name="T30" fmla="*/ 12 w 47"/>
                <a:gd name="T31" fmla="*/ 41 h 59"/>
                <a:gd name="T32" fmla="*/ 14 w 47"/>
                <a:gd name="T33" fmla="*/ 39 h 59"/>
                <a:gd name="T34" fmla="*/ 20 w 47"/>
                <a:gd name="T35" fmla="*/ 16 h 59"/>
                <a:gd name="T36" fmla="*/ 30 w 47"/>
                <a:gd name="T37" fmla="*/ 10 h 59"/>
                <a:gd name="T38" fmla="*/ 32 w 47"/>
                <a:gd name="T39" fmla="*/ 11 h 59"/>
                <a:gd name="T40" fmla="*/ 33 w 47"/>
                <a:gd name="T41" fmla="*/ 14 h 59"/>
                <a:gd name="T42" fmla="*/ 27 w 47"/>
                <a:gd name="T43" fmla="*/ 23 h 59"/>
                <a:gd name="T44" fmla="*/ 13 w 47"/>
                <a:gd name="T45" fmla="*/ 30 h 59"/>
                <a:gd name="T46" fmla="*/ 20 w 47"/>
                <a:gd name="T47" fmla="*/ 16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59">
                  <a:moveTo>
                    <a:pt x="14" y="39"/>
                  </a:moveTo>
                  <a:cubicBezTo>
                    <a:pt x="23" y="37"/>
                    <a:pt x="30" y="34"/>
                    <a:pt x="35" y="29"/>
                  </a:cubicBezTo>
                  <a:cubicBezTo>
                    <a:pt x="41" y="23"/>
                    <a:pt x="44" y="18"/>
                    <a:pt x="44" y="12"/>
                  </a:cubicBezTo>
                  <a:cubicBezTo>
                    <a:pt x="44" y="9"/>
                    <a:pt x="43" y="6"/>
                    <a:pt x="40" y="3"/>
                  </a:cubicBezTo>
                  <a:cubicBezTo>
                    <a:pt x="38" y="1"/>
                    <a:pt x="35" y="0"/>
                    <a:pt x="31" y="0"/>
                  </a:cubicBezTo>
                  <a:cubicBezTo>
                    <a:pt x="24" y="0"/>
                    <a:pt x="17" y="4"/>
                    <a:pt x="10" y="12"/>
                  </a:cubicBezTo>
                  <a:cubicBezTo>
                    <a:pt x="3" y="20"/>
                    <a:pt x="0" y="29"/>
                    <a:pt x="0" y="39"/>
                  </a:cubicBezTo>
                  <a:cubicBezTo>
                    <a:pt x="0" y="45"/>
                    <a:pt x="2" y="50"/>
                    <a:pt x="5" y="53"/>
                  </a:cubicBezTo>
                  <a:cubicBezTo>
                    <a:pt x="8" y="57"/>
                    <a:pt x="13" y="59"/>
                    <a:pt x="18" y="59"/>
                  </a:cubicBezTo>
                  <a:cubicBezTo>
                    <a:pt x="26" y="59"/>
                    <a:pt x="32" y="56"/>
                    <a:pt x="38" y="52"/>
                  </a:cubicBezTo>
                  <a:cubicBezTo>
                    <a:pt x="44" y="47"/>
                    <a:pt x="47" y="43"/>
                    <a:pt x="47" y="39"/>
                  </a:cubicBezTo>
                  <a:cubicBezTo>
                    <a:pt x="47" y="37"/>
                    <a:pt x="46" y="36"/>
                    <a:pt x="44" y="36"/>
                  </a:cubicBezTo>
                  <a:cubicBezTo>
                    <a:pt x="43" y="36"/>
                    <a:pt x="41" y="36"/>
                    <a:pt x="40" y="38"/>
                  </a:cubicBezTo>
                  <a:cubicBezTo>
                    <a:pt x="34" y="45"/>
                    <a:pt x="27" y="48"/>
                    <a:pt x="20" y="48"/>
                  </a:cubicBezTo>
                  <a:cubicBezTo>
                    <a:pt x="18" y="48"/>
                    <a:pt x="16" y="47"/>
                    <a:pt x="14" y="46"/>
                  </a:cubicBezTo>
                  <a:cubicBezTo>
                    <a:pt x="13" y="44"/>
                    <a:pt x="12" y="43"/>
                    <a:pt x="12" y="41"/>
                  </a:cubicBezTo>
                  <a:cubicBezTo>
                    <a:pt x="12" y="40"/>
                    <a:pt x="13" y="40"/>
                    <a:pt x="14" y="39"/>
                  </a:cubicBezTo>
                  <a:close/>
                  <a:moveTo>
                    <a:pt x="20" y="16"/>
                  </a:moveTo>
                  <a:cubicBezTo>
                    <a:pt x="24" y="12"/>
                    <a:pt x="27" y="10"/>
                    <a:pt x="30" y="10"/>
                  </a:cubicBezTo>
                  <a:cubicBezTo>
                    <a:pt x="31" y="10"/>
                    <a:pt x="32" y="10"/>
                    <a:pt x="32" y="11"/>
                  </a:cubicBezTo>
                  <a:cubicBezTo>
                    <a:pt x="33" y="12"/>
                    <a:pt x="33" y="13"/>
                    <a:pt x="33" y="14"/>
                  </a:cubicBezTo>
                  <a:cubicBezTo>
                    <a:pt x="33" y="17"/>
                    <a:pt x="31" y="20"/>
                    <a:pt x="27" y="23"/>
                  </a:cubicBezTo>
                  <a:cubicBezTo>
                    <a:pt x="23" y="27"/>
                    <a:pt x="18" y="29"/>
                    <a:pt x="13" y="30"/>
                  </a:cubicBezTo>
                  <a:cubicBezTo>
                    <a:pt x="14" y="25"/>
                    <a:pt x="17" y="21"/>
                    <a:pt x="20"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 name="Freeform 449"/>
            <p:cNvSpPr>
              <a:spLocks/>
            </p:cNvSpPr>
            <p:nvPr/>
          </p:nvSpPr>
          <p:spPr bwMode="auto">
            <a:xfrm>
              <a:off x="11244263" y="4552951"/>
              <a:ext cx="74613" cy="85725"/>
            </a:xfrm>
            <a:custGeom>
              <a:avLst/>
              <a:gdLst>
                <a:gd name="T0" fmla="*/ 14 w 50"/>
                <a:gd name="T1" fmla="*/ 15 h 57"/>
                <a:gd name="T2" fmla="*/ 16 w 50"/>
                <a:gd name="T3" fmla="*/ 6 h 57"/>
                <a:gd name="T4" fmla="*/ 14 w 50"/>
                <a:gd name="T5" fmla="*/ 2 h 57"/>
                <a:gd name="T6" fmla="*/ 10 w 50"/>
                <a:gd name="T7" fmla="*/ 1 h 57"/>
                <a:gd name="T8" fmla="*/ 6 w 50"/>
                <a:gd name="T9" fmla="*/ 2 h 57"/>
                <a:gd name="T10" fmla="*/ 3 w 50"/>
                <a:gd name="T11" fmla="*/ 6 h 57"/>
                <a:gd name="T12" fmla="*/ 2 w 50"/>
                <a:gd name="T13" fmla="*/ 13 h 57"/>
                <a:gd name="T14" fmla="*/ 1 w 50"/>
                <a:gd name="T15" fmla="*/ 16 h 57"/>
                <a:gd name="T16" fmla="*/ 0 w 50"/>
                <a:gd name="T17" fmla="*/ 30 h 57"/>
                <a:gd name="T18" fmla="*/ 0 w 50"/>
                <a:gd name="T19" fmla="*/ 40 h 57"/>
                <a:gd name="T20" fmla="*/ 2 w 50"/>
                <a:gd name="T21" fmla="*/ 53 h 57"/>
                <a:gd name="T22" fmla="*/ 7 w 50"/>
                <a:gd name="T23" fmla="*/ 57 h 57"/>
                <a:gd name="T24" fmla="*/ 12 w 50"/>
                <a:gd name="T25" fmla="*/ 55 h 57"/>
                <a:gd name="T26" fmla="*/ 14 w 50"/>
                <a:gd name="T27" fmla="*/ 50 h 57"/>
                <a:gd name="T28" fmla="*/ 25 w 50"/>
                <a:gd name="T29" fmla="*/ 23 h 57"/>
                <a:gd name="T30" fmla="*/ 38 w 50"/>
                <a:gd name="T31" fmla="*/ 11 h 57"/>
                <a:gd name="T32" fmla="*/ 40 w 50"/>
                <a:gd name="T33" fmla="*/ 13 h 57"/>
                <a:gd name="T34" fmla="*/ 46 w 50"/>
                <a:gd name="T35" fmla="*/ 16 h 57"/>
                <a:gd name="T36" fmla="*/ 49 w 50"/>
                <a:gd name="T37" fmla="*/ 14 h 57"/>
                <a:gd name="T38" fmla="*/ 50 w 50"/>
                <a:gd name="T39" fmla="*/ 10 h 57"/>
                <a:gd name="T40" fmla="*/ 47 w 50"/>
                <a:gd name="T41" fmla="*/ 3 h 57"/>
                <a:gd name="T42" fmla="*/ 39 w 50"/>
                <a:gd name="T43" fmla="*/ 0 h 57"/>
                <a:gd name="T44" fmla="*/ 25 w 50"/>
                <a:gd name="T45" fmla="*/ 8 h 57"/>
                <a:gd name="T46" fmla="*/ 12 w 50"/>
                <a:gd name="T47" fmla="*/ 28 h 57"/>
                <a:gd name="T48" fmla="*/ 11 w 50"/>
                <a:gd name="T49" fmla="*/ 29 h 57"/>
                <a:gd name="T50" fmla="*/ 12 w 50"/>
                <a:gd name="T51" fmla="*/ 22 h 57"/>
                <a:gd name="T52" fmla="*/ 14 w 50"/>
                <a:gd name="T53" fmla="*/ 1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0" h="57">
                  <a:moveTo>
                    <a:pt x="14" y="15"/>
                  </a:moveTo>
                  <a:cubicBezTo>
                    <a:pt x="15" y="11"/>
                    <a:pt x="16" y="7"/>
                    <a:pt x="16" y="6"/>
                  </a:cubicBezTo>
                  <a:cubicBezTo>
                    <a:pt x="16" y="4"/>
                    <a:pt x="15" y="3"/>
                    <a:pt x="14" y="2"/>
                  </a:cubicBezTo>
                  <a:cubicBezTo>
                    <a:pt x="13" y="1"/>
                    <a:pt x="12" y="1"/>
                    <a:pt x="10" y="1"/>
                  </a:cubicBezTo>
                  <a:cubicBezTo>
                    <a:pt x="9" y="1"/>
                    <a:pt x="7" y="1"/>
                    <a:pt x="6" y="2"/>
                  </a:cubicBezTo>
                  <a:cubicBezTo>
                    <a:pt x="4" y="3"/>
                    <a:pt x="3" y="5"/>
                    <a:pt x="3" y="6"/>
                  </a:cubicBezTo>
                  <a:cubicBezTo>
                    <a:pt x="2" y="7"/>
                    <a:pt x="2" y="9"/>
                    <a:pt x="2" y="13"/>
                  </a:cubicBezTo>
                  <a:cubicBezTo>
                    <a:pt x="2" y="13"/>
                    <a:pt x="2" y="15"/>
                    <a:pt x="1" y="16"/>
                  </a:cubicBezTo>
                  <a:cubicBezTo>
                    <a:pt x="1" y="22"/>
                    <a:pt x="0" y="26"/>
                    <a:pt x="0" y="30"/>
                  </a:cubicBezTo>
                  <a:cubicBezTo>
                    <a:pt x="0" y="35"/>
                    <a:pt x="0" y="38"/>
                    <a:pt x="0" y="40"/>
                  </a:cubicBezTo>
                  <a:cubicBezTo>
                    <a:pt x="0" y="46"/>
                    <a:pt x="1" y="51"/>
                    <a:pt x="2" y="53"/>
                  </a:cubicBezTo>
                  <a:cubicBezTo>
                    <a:pt x="3" y="56"/>
                    <a:pt x="4" y="57"/>
                    <a:pt x="7" y="57"/>
                  </a:cubicBezTo>
                  <a:cubicBezTo>
                    <a:pt x="9" y="57"/>
                    <a:pt x="10" y="57"/>
                    <a:pt x="12" y="55"/>
                  </a:cubicBezTo>
                  <a:cubicBezTo>
                    <a:pt x="13" y="54"/>
                    <a:pt x="14" y="52"/>
                    <a:pt x="14" y="50"/>
                  </a:cubicBezTo>
                  <a:cubicBezTo>
                    <a:pt x="15" y="40"/>
                    <a:pt x="19" y="31"/>
                    <a:pt x="25" y="23"/>
                  </a:cubicBezTo>
                  <a:cubicBezTo>
                    <a:pt x="31" y="15"/>
                    <a:pt x="35" y="11"/>
                    <a:pt x="38" y="11"/>
                  </a:cubicBezTo>
                  <a:cubicBezTo>
                    <a:pt x="38" y="11"/>
                    <a:pt x="39" y="12"/>
                    <a:pt x="40" y="13"/>
                  </a:cubicBezTo>
                  <a:cubicBezTo>
                    <a:pt x="42" y="15"/>
                    <a:pt x="44" y="16"/>
                    <a:pt x="46" y="16"/>
                  </a:cubicBezTo>
                  <a:cubicBezTo>
                    <a:pt x="47" y="16"/>
                    <a:pt x="48" y="15"/>
                    <a:pt x="49" y="14"/>
                  </a:cubicBezTo>
                  <a:cubicBezTo>
                    <a:pt x="50" y="13"/>
                    <a:pt x="50" y="11"/>
                    <a:pt x="50" y="10"/>
                  </a:cubicBezTo>
                  <a:cubicBezTo>
                    <a:pt x="50" y="7"/>
                    <a:pt x="49" y="5"/>
                    <a:pt x="47" y="3"/>
                  </a:cubicBezTo>
                  <a:cubicBezTo>
                    <a:pt x="45" y="1"/>
                    <a:pt x="42" y="0"/>
                    <a:pt x="39" y="0"/>
                  </a:cubicBezTo>
                  <a:cubicBezTo>
                    <a:pt x="34" y="0"/>
                    <a:pt x="30" y="3"/>
                    <a:pt x="25" y="8"/>
                  </a:cubicBezTo>
                  <a:cubicBezTo>
                    <a:pt x="20" y="13"/>
                    <a:pt x="16" y="20"/>
                    <a:pt x="12" y="28"/>
                  </a:cubicBezTo>
                  <a:cubicBezTo>
                    <a:pt x="11" y="29"/>
                    <a:pt x="11" y="29"/>
                    <a:pt x="11" y="29"/>
                  </a:cubicBezTo>
                  <a:cubicBezTo>
                    <a:pt x="12" y="22"/>
                    <a:pt x="12" y="22"/>
                    <a:pt x="12" y="22"/>
                  </a:cubicBezTo>
                  <a:cubicBezTo>
                    <a:pt x="13" y="19"/>
                    <a:pt x="13" y="17"/>
                    <a:pt x="14"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 name="Freeform 450"/>
            <p:cNvSpPr>
              <a:spLocks noEditPoints="1"/>
            </p:cNvSpPr>
            <p:nvPr/>
          </p:nvSpPr>
          <p:spPr bwMode="auto">
            <a:xfrm>
              <a:off x="11317288" y="4549776"/>
              <a:ext cx="69850" cy="88900"/>
            </a:xfrm>
            <a:custGeom>
              <a:avLst/>
              <a:gdLst>
                <a:gd name="T0" fmla="*/ 14 w 47"/>
                <a:gd name="T1" fmla="*/ 39 h 59"/>
                <a:gd name="T2" fmla="*/ 36 w 47"/>
                <a:gd name="T3" fmla="*/ 29 h 59"/>
                <a:gd name="T4" fmla="*/ 44 w 47"/>
                <a:gd name="T5" fmla="*/ 12 h 59"/>
                <a:gd name="T6" fmla="*/ 41 w 47"/>
                <a:gd name="T7" fmla="*/ 3 h 59"/>
                <a:gd name="T8" fmla="*/ 32 w 47"/>
                <a:gd name="T9" fmla="*/ 0 h 59"/>
                <a:gd name="T10" fmla="*/ 10 w 47"/>
                <a:gd name="T11" fmla="*/ 12 h 59"/>
                <a:gd name="T12" fmla="*/ 0 w 47"/>
                <a:gd name="T13" fmla="*/ 39 h 59"/>
                <a:gd name="T14" fmla="*/ 5 w 47"/>
                <a:gd name="T15" fmla="*/ 53 h 59"/>
                <a:gd name="T16" fmla="*/ 19 w 47"/>
                <a:gd name="T17" fmla="*/ 59 h 59"/>
                <a:gd name="T18" fmla="*/ 38 w 47"/>
                <a:gd name="T19" fmla="*/ 52 h 59"/>
                <a:gd name="T20" fmla="*/ 47 w 47"/>
                <a:gd name="T21" fmla="*/ 39 h 59"/>
                <a:gd name="T22" fmla="*/ 44 w 47"/>
                <a:gd name="T23" fmla="*/ 36 h 59"/>
                <a:gd name="T24" fmla="*/ 40 w 47"/>
                <a:gd name="T25" fmla="*/ 38 h 59"/>
                <a:gd name="T26" fmla="*/ 20 w 47"/>
                <a:gd name="T27" fmla="*/ 48 h 59"/>
                <a:gd name="T28" fmla="*/ 15 w 47"/>
                <a:gd name="T29" fmla="*/ 46 h 59"/>
                <a:gd name="T30" fmla="*/ 13 w 47"/>
                <a:gd name="T31" fmla="*/ 41 h 59"/>
                <a:gd name="T32" fmla="*/ 14 w 47"/>
                <a:gd name="T33" fmla="*/ 39 h 59"/>
                <a:gd name="T34" fmla="*/ 20 w 47"/>
                <a:gd name="T35" fmla="*/ 16 h 59"/>
                <a:gd name="T36" fmla="*/ 30 w 47"/>
                <a:gd name="T37" fmla="*/ 10 h 59"/>
                <a:gd name="T38" fmla="*/ 33 w 47"/>
                <a:gd name="T39" fmla="*/ 11 h 59"/>
                <a:gd name="T40" fmla="*/ 34 w 47"/>
                <a:gd name="T41" fmla="*/ 14 h 59"/>
                <a:gd name="T42" fmla="*/ 27 w 47"/>
                <a:gd name="T43" fmla="*/ 23 h 59"/>
                <a:gd name="T44" fmla="*/ 13 w 47"/>
                <a:gd name="T45" fmla="*/ 30 h 59"/>
                <a:gd name="T46" fmla="*/ 20 w 47"/>
                <a:gd name="T47" fmla="*/ 16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59">
                  <a:moveTo>
                    <a:pt x="14" y="39"/>
                  </a:moveTo>
                  <a:cubicBezTo>
                    <a:pt x="23" y="37"/>
                    <a:pt x="30" y="34"/>
                    <a:pt x="36" y="29"/>
                  </a:cubicBezTo>
                  <a:cubicBezTo>
                    <a:pt x="41" y="23"/>
                    <a:pt x="44" y="18"/>
                    <a:pt x="44" y="12"/>
                  </a:cubicBezTo>
                  <a:cubicBezTo>
                    <a:pt x="44" y="9"/>
                    <a:pt x="43" y="6"/>
                    <a:pt x="41" y="3"/>
                  </a:cubicBezTo>
                  <a:cubicBezTo>
                    <a:pt x="38" y="1"/>
                    <a:pt x="35" y="0"/>
                    <a:pt x="32" y="0"/>
                  </a:cubicBezTo>
                  <a:cubicBezTo>
                    <a:pt x="24" y="0"/>
                    <a:pt x="17" y="4"/>
                    <a:pt x="10" y="12"/>
                  </a:cubicBezTo>
                  <a:cubicBezTo>
                    <a:pt x="4" y="20"/>
                    <a:pt x="0" y="29"/>
                    <a:pt x="0" y="39"/>
                  </a:cubicBezTo>
                  <a:cubicBezTo>
                    <a:pt x="0" y="45"/>
                    <a:pt x="2" y="50"/>
                    <a:pt x="5" y="53"/>
                  </a:cubicBezTo>
                  <a:cubicBezTo>
                    <a:pt x="8" y="57"/>
                    <a:pt x="13" y="59"/>
                    <a:pt x="19" y="59"/>
                  </a:cubicBezTo>
                  <a:cubicBezTo>
                    <a:pt x="26" y="59"/>
                    <a:pt x="33" y="56"/>
                    <a:pt x="38" y="52"/>
                  </a:cubicBezTo>
                  <a:cubicBezTo>
                    <a:pt x="44" y="47"/>
                    <a:pt x="47" y="43"/>
                    <a:pt x="47" y="39"/>
                  </a:cubicBezTo>
                  <a:cubicBezTo>
                    <a:pt x="47" y="37"/>
                    <a:pt x="46" y="36"/>
                    <a:pt x="44" y="36"/>
                  </a:cubicBezTo>
                  <a:cubicBezTo>
                    <a:pt x="43" y="36"/>
                    <a:pt x="42" y="36"/>
                    <a:pt x="40" y="38"/>
                  </a:cubicBezTo>
                  <a:cubicBezTo>
                    <a:pt x="34" y="45"/>
                    <a:pt x="27" y="48"/>
                    <a:pt x="20" y="48"/>
                  </a:cubicBezTo>
                  <a:cubicBezTo>
                    <a:pt x="18" y="48"/>
                    <a:pt x="16" y="47"/>
                    <a:pt x="15" y="46"/>
                  </a:cubicBezTo>
                  <a:cubicBezTo>
                    <a:pt x="13" y="44"/>
                    <a:pt x="13" y="43"/>
                    <a:pt x="13" y="41"/>
                  </a:cubicBezTo>
                  <a:cubicBezTo>
                    <a:pt x="13" y="40"/>
                    <a:pt x="13" y="40"/>
                    <a:pt x="14" y="39"/>
                  </a:cubicBezTo>
                  <a:close/>
                  <a:moveTo>
                    <a:pt x="20" y="16"/>
                  </a:moveTo>
                  <a:cubicBezTo>
                    <a:pt x="24" y="12"/>
                    <a:pt x="27" y="10"/>
                    <a:pt x="30" y="10"/>
                  </a:cubicBezTo>
                  <a:cubicBezTo>
                    <a:pt x="31" y="10"/>
                    <a:pt x="32" y="10"/>
                    <a:pt x="33" y="11"/>
                  </a:cubicBezTo>
                  <a:cubicBezTo>
                    <a:pt x="33" y="12"/>
                    <a:pt x="34" y="13"/>
                    <a:pt x="34" y="14"/>
                  </a:cubicBezTo>
                  <a:cubicBezTo>
                    <a:pt x="34" y="17"/>
                    <a:pt x="32" y="20"/>
                    <a:pt x="27" y="23"/>
                  </a:cubicBezTo>
                  <a:cubicBezTo>
                    <a:pt x="23" y="27"/>
                    <a:pt x="19" y="29"/>
                    <a:pt x="13" y="30"/>
                  </a:cubicBezTo>
                  <a:cubicBezTo>
                    <a:pt x="15" y="25"/>
                    <a:pt x="17" y="21"/>
                    <a:pt x="20"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 name="Freeform 451"/>
            <p:cNvSpPr>
              <a:spLocks/>
            </p:cNvSpPr>
            <p:nvPr/>
          </p:nvSpPr>
          <p:spPr bwMode="auto">
            <a:xfrm>
              <a:off x="11401425" y="4551363"/>
              <a:ext cx="141288" cy="87313"/>
            </a:xfrm>
            <a:custGeom>
              <a:avLst/>
              <a:gdLst>
                <a:gd name="T0" fmla="*/ 15 w 94"/>
                <a:gd name="T1" fmla="*/ 10 h 58"/>
                <a:gd name="T2" fmla="*/ 7 w 94"/>
                <a:gd name="T3" fmla="*/ 0 h 58"/>
                <a:gd name="T4" fmla="*/ 4 w 94"/>
                <a:gd name="T5" fmla="*/ 2 h 58"/>
                <a:gd name="T6" fmla="*/ 2 w 94"/>
                <a:gd name="T7" fmla="*/ 5 h 58"/>
                <a:gd name="T8" fmla="*/ 1 w 94"/>
                <a:gd name="T9" fmla="*/ 22 h 58"/>
                <a:gd name="T10" fmla="*/ 0 w 94"/>
                <a:gd name="T11" fmla="*/ 48 h 58"/>
                <a:gd name="T12" fmla="*/ 6 w 94"/>
                <a:gd name="T13" fmla="*/ 58 h 58"/>
                <a:gd name="T14" fmla="*/ 12 w 94"/>
                <a:gd name="T15" fmla="*/ 52 h 58"/>
                <a:gd name="T16" fmla="*/ 24 w 94"/>
                <a:gd name="T17" fmla="*/ 30 h 58"/>
                <a:gd name="T18" fmla="*/ 34 w 94"/>
                <a:gd name="T19" fmla="*/ 18 h 58"/>
                <a:gd name="T20" fmla="*/ 36 w 94"/>
                <a:gd name="T21" fmla="*/ 32 h 58"/>
                <a:gd name="T22" fmla="*/ 39 w 94"/>
                <a:gd name="T23" fmla="*/ 50 h 58"/>
                <a:gd name="T24" fmla="*/ 45 w 94"/>
                <a:gd name="T25" fmla="*/ 52 h 58"/>
                <a:gd name="T26" fmla="*/ 52 w 94"/>
                <a:gd name="T27" fmla="*/ 49 h 58"/>
                <a:gd name="T28" fmla="*/ 60 w 94"/>
                <a:gd name="T29" fmla="*/ 35 h 58"/>
                <a:gd name="T30" fmla="*/ 67 w 94"/>
                <a:gd name="T31" fmla="*/ 21 h 58"/>
                <a:gd name="T32" fmla="*/ 71 w 94"/>
                <a:gd name="T33" fmla="*/ 17 h 58"/>
                <a:gd name="T34" fmla="*/ 72 w 94"/>
                <a:gd name="T35" fmla="*/ 20 h 58"/>
                <a:gd name="T36" fmla="*/ 74 w 94"/>
                <a:gd name="T37" fmla="*/ 29 h 58"/>
                <a:gd name="T38" fmla="*/ 78 w 94"/>
                <a:gd name="T39" fmla="*/ 50 h 58"/>
                <a:gd name="T40" fmla="*/ 86 w 94"/>
                <a:gd name="T41" fmla="*/ 55 h 58"/>
                <a:gd name="T42" fmla="*/ 91 w 94"/>
                <a:gd name="T43" fmla="*/ 52 h 58"/>
                <a:gd name="T44" fmla="*/ 94 w 94"/>
                <a:gd name="T45" fmla="*/ 48 h 58"/>
                <a:gd name="T46" fmla="*/ 92 w 94"/>
                <a:gd name="T47" fmla="*/ 44 h 58"/>
                <a:gd name="T48" fmla="*/ 87 w 94"/>
                <a:gd name="T49" fmla="*/ 38 h 58"/>
                <a:gd name="T50" fmla="*/ 85 w 94"/>
                <a:gd name="T51" fmla="*/ 25 h 58"/>
                <a:gd name="T52" fmla="*/ 82 w 94"/>
                <a:gd name="T53" fmla="*/ 8 h 58"/>
                <a:gd name="T54" fmla="*/ 74 w 94"/>
                <a:gd name="T55" fmla="*/ 4 h 58"/>
                <a:gd name="T56" fmla="*/ 65 w 94"/>
                <a:gd name="T57" fmla="*/ 8 h 58"/>
                <a:gd name="T58" fmla="*/ 55 w 94"/>
                <a:gd name="T59" fmla="*/ 24 h 58"/>
                <a:gd name="T60" fmla="*/ 48 w 94"/>
                <a:gd name="T61" fmla="*/ 36 h 58"/>
                <a:gd name="T62" fmla="*/ 47 w 94"/>
                <a:gd name="T63" fmla="*/ 24 h 58"/>
                <a:gd name="T64" fmla="*/ 44 w 94"/>
                <a:gd name="T65" fmla="*/ 7 h 58"/>
                <a:gd name="T66" fmla="*/ 37 w 94"/>
                <a:gd name="T67" fmla="*/ 4 h 58"/>
                <a:gd name="T68" fmla="*/ 11 w 94"/>
                <a:gd name="T69" fmla="*/ 35 h 58"/>
                <a:gd name="T70" fmla="*/ 12 w 94"/>
                <a:gd name="T71" fmla="*/ 25 h 58"/>
                <a:gd name="T72" fmla="*/ 15 w 94"/>
                <a:gd name="T73" fmla="*/ 1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4" h="58">
                  <a:moveTo>
                    <a:pt x="15" y="10"/>
                  </a:moveTo>
                  <a:cubicBezTo>
                    <a:pt x="15" y="3"/>
                    <a:pt x="12" y="0"/>
                    <a:pt x="7" y="0"/>
                  </a:cubicBezTo>
                  <a:cubicBezTo>
                    <a:pt x="6" y="0"/>
                    <a:pt x="5" y="1"/>
                    <a:pt x="4" y="2"/>
                  </a:cubicBezTo>
                  <a:cubicBezTo>
                    <a:pt x="3" y="3"/>
                    <a:pt x="2" y="4"/>
                    <a:pt x="2" y="5"/>
                  </a:cubicBezTo>
                  <a:cubicBezTo>
                    <a:pt x="2" y="10"/>
                    <a:pt x="2" y="16"/>
                    <a:pt x="1" y="22"/>
                  </a:cubicBezTo>
                  <a:cubicBezTo>
                    <a:pt x="0" y="29"/>
                    <a:pt x="0" y="38"/>
                    <a:pt x="0" y="48"/>
                  </a:cubicBezTo>
                  <a:cubicBezTo>
                    <a:pt x="0" y="54"/>
                    <a:pt x="2" y="58"/>
                    <a:pt x="6" y="58"/>
                  </a:cubicBezTo>
                  <a:cubicBezTo>
                    <a:pt x="10" y="58"/>
                    <a:pt x="11" y="56"/>
                    <a:pt x="12" y="52"/>
                  </a:cubicBezTo>
                  <a:cubicBezTo>
                    <a:pt x="15" y="46"/>
                    <a:pt x="19" y="38"/>
                    <a:pt x="24" y="30"/>
                  </a:cubicBezTo>
                  <a:cubicBezTo>
                    <a:pt x="29" y="22"/>
                    <a:pt x="33" y="18"/>
                    <a:pt x="34" y="18"/>
                  </a:cubicBezTo>
                  <a:cubicBezTo>
                    <a:pt x="35" y="18"/>
                    <a:pt x="36" y="22"/>
                    <a:pt x="36" y="32"/>
                  </a:cubicBezTo>
                  <a:cubicBezTo>
                    <a:pt x="36" y="42"/>
                    <a:pt x="37" y="48"/>
                    <a:pt x="39" y="50"/>
                  </a:cubicBezTo>
                  <a:cubicBezTo>
                    <a:pt x="41" y="52"/>
                    <a:pt x="43" y="52"/>
                    <a:pt x="45" y="52"/>
                  </a:cubicBezTo>
                  <a:cubicBezTo>
                    <a:pt x="48" y="52"/>
                    <a:pt x="50" y="51"/>
                    <a:pt x="52" y="49"/>
                  </a:cubicBezTo>
                  <a:cubicBezTo>
                    <a:pt x="54" y="46"/>
                    <a:pt x="57" y="42"/>
                    <a:pt x="60" y="35"/>
                  </a:cubicBezTo>
                  <a:cubicBezTo>
                    <a:pt x="64" y="28"/>
                    <a:pt x="66" y="23"/>
                    <a:pt x="67" y="21"/>
                  </a:cubicBezTo>
                  <a:cubicBezTo>
                    <a:pt x="69" y="18"/>
                    <a:pt x="70" y="17"/>
                    <a:pt x="71" y="17"/>
                  </a:cubicBezTo>
                  <a:cubicBezTo>
                    <a:pt x="71" y="17"/>
                    <a:pt x="72" y="18"/>
                    <a:pt x="72" y="20"/>
                  </a:cubicBezTo>
                  <a:cubicBezTo>
                    <a:pt x="73" y="21"/>
                    <a:pt x="73" y="24"/>
                    <a:pt x="74" y="29"/>
                  </a:cubicBezTo>
                  <a:cubicBezTo>
                    <a:pt x="74" y="39"/>
                    <a:pt x="76" y="46"/>
                    <a:pt x="78" y="50"/>
                  </a:cubicBezTo>
                  <a:cubicBezTo>
                    <a:pt x="79" y="53"/>
                    <a:pt x="82" y="55"/>
                    <a:pt x="86" y="55"/>
                  </a:cubicBezTo>
                  <a:cubicBezTo>
                    <a:pt x="88" y="55"/>
                    <a:pt x="90" y="54"/>
                    <a:pt x="91" y="52"/>
                  </a:cubicBezTo>
                  <a:cubicBezTo>
                    <a:pt x="93" y="51"/>
                    <a:pt x="94" y="50"/>
                    <a:pt x="94" y="48"/>
                  </a:cubicBezTo>
                  <a:cubicBezTo>
                    <a:pt x="94" y="47"/>
                    <a:pt x="93" y="45"/>
                    <a:pt x="92" y="44"/>
                  </a:cubicBezTo>
                  <a:cubicBezTo>
                    <a:pt x="90" y="43"/>
                    <a:pt x="88" y="41"/>
                    <a:pt x="87" y="38"/>
                  </a:cubicBezTo>
                  <a:cubicBezTo>
                    <a:pt x="87" y="35"/>
                    <a:pt x="86" y="31"/>
                    <a:pt x="85" y="25"/>
                  </a:cubicBezTo>
                  <a:cubicBezTo>
                    <a:pt x="85" y="17"/>
                    <a:pt x="83" y="12"/>
                    <a:pt x="82" y="8"/>
                  </a:cubicBezTo>
                  <a:cubicBezTo>
                    <a:pt x="80" y="5"/>
                    <a:pt x="77" y="4"/>
                    <a:pt x="74" y="4"/>
                  </a:cubicBezTo>
                  <a:cubicBezTo>
                    <a:pt x="71" y="4"/>
                    <a:pt x="68" y="5"/>
                    <a:pt x="65" y="8"/>
                  </a:cubicBezTo>
                  <a:cubicBezTo>
                    <a:pt x="62" y="10"/>
                    <a:pt x="59" y="16"/>
                    <a:pt x="55" y="24"/>
                  </a:cubicBezTo>
                  <a:cubicBezTo>
                    <a:pt x="51" y="32"/>
                    <a:pt x="49" y="36"/>
                    <a:pt x="48" y="36"/>
                  </a:cubicBezTo>
                  <a:cubicBezTo>
                    <a:pt x="47" y="36"/>
                    <a:pt x="47" y="32"/>
                    <a:pt x="47" y="24"/>
                  </a:cubicBezTo>
                  <a:cubicBezTo>
                    <a:pt x="47" y="15"/>
                    <a:pt x="46" y="10"/>
                    <a:pt x="44" y="7"/>
                  </a:cubicBezTo>
                  <a:cubicBezTo>
                    <a:pt x="42" y="5"/>
                    <a:pt x="40" y="4"/>
                    <a:pt x="37" y="4"/>
                  </a:cubicBezTo>
                  <a:cubicBezTo>
                    <a:pt x="29" y="4"/>
                    <a:pt x="20" y="14"/>
                    <a:pt x="11" y="35"/>
                  </a:cubicBezTo>
                  <a:cubicBezTo>
                    <a:pt x="11" y="33"/>
                    <a:pt x="11" y="30"/>
                    <a:pt x="12" y="25"/>
                  </a:cubicBezTo>
                  <a:cubicBezTo>
                    <a:pt x="14" y="17"/>
                    <a:pt x="15" y="12"/>
                    <a:pt x="15"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 name="Freeform 452"/>
            <p:cNvSpPr>
              <a:spLocks noEditPoints="1"/>
            </p:cNvSpPr>
            <p:nvPr/>
          </p:nvSpPr>
          <p:spPr bwMode="auto">
            <a:xfrm>
              <a:off x="11552238" y="4552951"/>
              <a:ext cx="74613" cy="85725"/>
            </a:xfrm>
            <a:custGeom>
              <a:avLst/>
              <a:gdLst>
                <a:gd name="T0" fmla="*/ 30 w 49"/>
                <a:gd name="T1" fmla="*/ 0 h 57"/>
                <a:gd name="T2" fmla="*/ 8 w 49"/>
                <a:gd name="T3" fmla="*/ 12 h 57"/>
                <a:gd name="T4" fmla="*/ 0 w 49"/>
                <a:gd name="T5" fmla="*/ 38 h 57"/>
                <a:gd name="T6" fmla="*/ 4 w 49"/>
                <a:gd name="T7" fmla="*/ 51 h 57"/>
                <a:gd name="T8" fmla="*/ 17 w 49"/>
                <a:gd name="T9" fmla="*/ 57 h 57"/>
                <a:gd name="T10" fmla="*/ 36 w 49"/>
                <a:gd name="T11" fmla="*/ 49 h 57"/>
                <a:gd name="T12" fmla="*/ 48 w 49"/>
                <a:gd name="T13" fmla="*/ 29 h 57"/>
                <a:gd name="T14" fmla="*/ 48 w 49"/>
                <a:gd name="T15" fmla="*/ 29 h 57"/>
                <a:gd name="T16" fmla="*/ 49 w 49"/>
                <a:gd name="T17" fmla="*/ 21 h 57"/>
                <a:gd name="T18" fmla="*/ 44 w 49"/>
                <a:gd name="T19" fmla="*/ 6 h 57"/>
                <a:gd name="T20" fmla="*/ 30 w 49"/>
                <a:gd name="T21" fmla="*/ 0 h 57"/>
                <a:gd name="T22" fmla="*/ 30 w 49"/>
                <a:gd name="T23" fmla="*/ 39 h 57"/>
                <a:gd name="T24" fmla="*/ 17 w 49"/>
                <a:gd name="T25" fmla="*/ 46 h 57"/>
                <a:gd name="T26" fmla="*/ 13 w 49"/>
                <a:gd name="T27" fmla="*/ 44 h 57"/>
                <a:gd name="T28" fmla="*/ 12 w 49"/>
                <a:gd name="T29" fmla="*/ 37 h 57"/>
                <a:gd name="T30" fmla="*/ 15 w 49"/>
                <a:gd name="T31" fmla="*/ 23 h 57"/>
                <a:gd name="T32" fmla="*/ 22 w 49"/>
                <a:gd name="T33" fmla="*/ 13 h 57"/>
                <a:gd name="T34" fmla="*/ 22 w 49"/>
                <a:gd name="T35" fmla="*/ 13 h 57"/>
                <a:gd name="T36" fmla="*/ 29 w 49"/>
                <a:gd name="T37" fmla="*/ 10 h 57"/>
                <a:gd name="T38" fmla="*/ 35 w 49"/>
                <a:gd name="T39" fmla="*/ 14 h 57"/>
                <a:gd name="T40" fmla="*/ 37 w 49"/>
                <a:gd name="T41" fmla="*/ 22 h 57"/>
                <a:gd name="T42" fmla="*/ 30 w 49"/>
                <a:gd name="T43" fmla="*/ 39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9" h="57">
                  <a:moveTo>
                    <a:pt x="30" y="0"/>
                  </a:moveTo>
                  <a:cubicBezTo>
                    <a:pt x="21" y="0"/>
                    <a:pt x="14" y="4"/>
                    <a:pt x="8" y="12"/>
                  </a:cubicBezTo>
                  <a:cubicBezTo>
                    <a:pt x="3" y="21"/>
                    <a:pt x="0" y="29"/>
                    <a:pt x="0" y="38"/>
                  </a:cubicBezTo>
                  <a:cubicBezTo>
                    <a:pt x="0" y="43"/>
                    <a:pt x="1" y="48"/>
                    <a:pt x="4" y="51"/>
                  </a:cubicBezTo>
                  <a:cubicBezTo>
                    <a:pt x="8" y="55"/>
                    <a:pt x="12" y="57"/>
                    <a:pt x="17" y="57"/>
                  </a:cubicBezTo>
                  <a:cubicBezTo>
                    <a:pt x="23" y="57"/>
                    <a:pt x="29" y="54"/>
                    <a:pt x="36" y="49"/>
                  </a:cubicBezTo>
                  <a:cubicBezTo>
                    <a:pt x="42" y="43"/>
                    <a:pt x="46" y="37"/>
                    <a:pt x="48" y="29"/>
                  </a:cubicBezTo>
                  <a:cubicBezTo>
                    <a:pt x="48" y="29"/>
                    <a:pt x="48" y="29"/>
                    <a:pt x="48" y="29"/>
                  </a:cubicBezTo>
                  <a:cubicBezTo>
                    <a:pt x="49" y="26"/>
                    <a:pt x="49" y="24"/>
                    <a:pt x="49" y="21"/>
                  </a:cubicBezTo>
                  <a:cubicBezTo>
                    <a:pt x="49" y="15"/>
                    <a:pt x="47" y="10"/>
                    <a:pt x="44" y="6"/>
                  </a:cubicBezTo>
                  <a:cubicBezTo>
                    <a:pt x="40" y="2"/>
                    <a:pt x="36" y="0"/>
                    <a:pt x="30" y="0"/>
                  </a:cubicBezTo>
                  <a:close/>
                  <a:moveTo>
                    <a:pt x="30" y="39"/>
                  </a:moveTo>
                  <a:cubicBezTo>
                    <a:pt x="26" y="44"/>
                    <a:pt x="22" y="46"/>
                    <a:pt x="17" y="46"/>
                  </a:cubicBezTo>
                  <a:cubicBezTo>
                    <a:pt x="16" y="46"/>
                    <a:pt x="14" y="45"/>
                    <a:pt x="13" y="44"/>
                  </a:cubicBezTo>
                  <a:cubicBezTo>
                    <a:pt x="12" y="42"/>
                    <a:pt x="12" y="39"/>
                    <a:pt x="12" y="37"/>
                  </a:cubicBezTo>
                  <a:cubicBezTo>
                    <a:pt x="12" y="32"/>
                    <a:pt x="13" y="27"/>
                    <a:pt x="15" y="23"/>
                  </a:cubicBezTo>
                  <a:cubicBezTo>
                    <a:pt x="18" y="18"/>
                    <a:pt x="20" y="15"/>
                    <a:pt x="22" y="13"/>
                  </a:cubicBezTo>
                  <a:cubicBezTo>
                    <a:pt x="22" y="13"/>
                    <a:pt x="22" y="13"/>
                    <a:pt x="22" y="13"/>
                  </a:cubicBezTo>
                  <a:cubicBezTo>
                    <a:pt x="24" y="11"/>
                    <a:pt x="26" y="10"/>
                    <a:pt x="29" y="10"/>
                  </a:cubicBezTo>
                  <a:cubicBezTo>
                    <a:pt x="32" y="10"/>
                    <a:pt x="34" y="11"/>
                    <a:pt x="35" y="14"/>
                  </a:cubicBezTo>
                  <a:cubicBezTo>
                    <a:pt x="36" y="16"/>
                    <a:pt x="37" y="19"/>
                    <a:pt x="37" y="22"/>
                  </a:cubicBezTo>
                  <a:cubicBezTo>
                    <a:pt x="37" y="28"/>
                    <a:pt x="35" y="34"/>
                    <a:pt x="30"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 name="Freeform 453"/>
            <p:cNvSpPr>
              <a:spLocks/>
            </p:cNvSpPr>
            <p:nvPr/>
          </p:nvSpPr>
          <p:spPr bwMode="auto">
            <a:xfrm>
              <a:off x="11637963" y="4557713"/>
              <a:ext cx="95250" cy="77788"/>
            </a:xfrm>
            <a:custGeom>
              <a:avLst/>
              <a:gdLst>
                <a:gd name="T0" fmla="*/ 15 w 64"/>
                <a:gd name="T1" fmla="*/ 1 h 52"/>
                <a:gd name="T2" fmla="*/ 10 w 64"/>
                <a:gd name="T3" fmla="*/ 0 h 52"/>
                <a:gd name="T4" fmla="*/ 6 w 64"/>
                <a:gd name="T5" fmla="*/ 2 h 52"/>
                <a:gd name="T6" fmla="*/ 4 w 64"/>
                <a:gd name="T7" fmla="*/ 7 h 52"/>
                <a:gd name="T8" fmla="*/ 2 w 64"/>
                <a:gd name="T9" fmla="*/ 34 h 52"/>
                <a:gd name="T10" fmla="*/ 0 w 64"/>
                <a:gd name="T11" fmla="*/ 45 h 52"/>
                <a:gd name="T12" fmla="*/ 8 w 64"/>
                <a:gd name="T13" fmla="*/ 52 h 52"/>
                <a:gd name="T14" fmla="*/ 11 w 64"/>
                <a:gd name="T15" fmla="*/ 51 h 52"/>
                <a:gd name="T16" fmla="*/ 12 w 64"/>
                <a:gd name="T17" fmla="*/ 47 h 52"/>
                <a:gd name="T18" fmla="*/ 23 w 64"/>
                <a:gd name="T19" fmla="*/ 28 h 52"/>
                <a:gd name="T20" fmla="*/ 36 w 64"/>
                <a:gd name="T21" fmla="*/ 14 h 52"/>
                <a:gd name="T22" fmla="*/ 41 w 64"/>
                <a:gd name="T23" fmla="*/ 27 h 52"/>
                <a:gd name="T24" fmla="*/ 44 w 64"/>
                <a:gd name="T25" fmla="*/ 44 h 52"/>
                <a:gd name="T26" fmla="*/ 44 w 64"/>
                <a:gd name="T27" fmla="*/ 44 h 52"/>
                <a:gd name="T28" fmla="*/ 53 w 64"/>
                <a:gd name="T29" fmla="*/ 49 h 52"/>
                <a:gd name="T30" fmla="*/ 61 w 64"/>
                <a:gd name="T31" fmla="*/ 46 h 52"/>
                <a:gd name="T32" fmla="*/ 64 w 64"/>
                <a:gd name="T33" fmla="*/ 41 h 52"/>
                <a:gd name="T34" fmla="*/ 62 w 64"/>
                <a:gd name="T35" fmla="*/ 38 h 52"/>
                <a:gd name="T36" fmla="*/ 59 w 64"/>
                <a:gd name="T37" fmla="*/ 39 h 52"/>
                <a:gd name="T38" fmla="*/ 56 w 64"/>
                <a:gd name="T39" fmla="*/ 39 h 52"/>
                <a:gd name="T40" fmla="*/ 52 w 64"/>
                <a:gd name="T41" fmla="*/ 20 h 52"/>
                <a:gd name="T42" fmla="*/ 38 w 64"/>
                <a:gd name="T43" fmla="*/ 2 h 52"/>
                <a:gd name="T44" fmla="*/ 14 w 64"/>
                <a:gd name="T45" fmla="*/ 27 h 52"/>
                <a:gd name="T46" fmla="*/ 16 w 64"/>
                <a:gd name="T47" fmla="*/ 9 h 52"/>
                <a:gd name="T48" fmla="*/ 15 w 64"/>
                <a:gd name="T49" fmla="*/ 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4" h="52">
                  <a:moveTo>
                    <a:pt x="15" y="1"/>
                  </a:moveTo>
                  <a:cubicBezTo>
                    <a:pt x="14" y="0"/>
                    <a:pt x="12" y="0"/>
                    <a:pt x="10" y="0"/>
                  </a:cubicBezTo>
                  <a:cubicBezTo>
                    <a:pt x="9" y="0"/>
                    <a:pt x="7" y="1"/>
                    <a:pt x="6" y="2"/>
                  </a:cubicBezTo>
                  <a:cubicBezTo>
                    <a:pt x="5" y="4"/>
                    <a:pt x="4" y="6"/>
                    <a:pt x="4" y="7"/>
                  </a:cubicBezTo>
                  <a:cubicBezTo>
                    <a:pt x="4" y="18"/>
                    <a:pt x="3" y="27"/>
                    <a:pt x="2" y="34"/>
                  </a:cubicBezTo>
                  <a:cubicBezTo>
                    <a:pt x="1" y="40"/>
                    <a:pt x="0" y="43"/>
                    <a:pt x="0" y="45"/>
                  </a:cubicBezTo>
                  <a:cubicBezTo>
                    <a:pt x="0" y="50"/>
                    <a:pt x="3" y="52"/>
                    <a:pt x="8" y="52"/>
                  </a:cubicBezTo>
                  <a:cubicBezTo>
                    <a:pt x="9" y="52"/>
                    <a:pt x="10" y="51"/>
                    <a:pt x="11" y="51"/>
                  </a:cubicBezTo>
                  <a:cubicBezTo>
                    <a:pt x="11" y="50"/>
                    <a:pt x="12" y="49"/>
                    <a:pt x="12" y="47"/>
                  </a:cubicBezTo>
                  <a:cubicBezTo>
                    <a:pt x="14" y="43"/>
                    <a:pt x="17" y="37"/>
                    <a:pt x="23" y="28"/>
                  </a:cubicBezTo>
                  <a:cubicBezTo>
                    <a:pt x="29" y="19"/>
                    <a:pt x="33" y="14"/>
                    <a:pt x="36" y="14"/>
                  </a:cubicBezTo>
                  <a:cubicBezTo>
                    <a:pt x="38" y="14"/>
                    <a:pt x="40" y="18"/>
                    <a:pt x="41" y="27"/>
                  </a:cubicBezTo>
                  <a:cubicBezTo>
                    <a:pt x="41" y="35"/>
                    <a:pt x="43" y="41"/>
                    <a:pt x="44" y="44"/>
                  </a:cubicBezTo>
                  <a:cubicBezTo>
                    <a:pt x="44" y="44"/>
                    <a:pt x="44" y="44"/>
                    <a:pt x="44" y="44"/>
                  </a:cubicBezTo>
                  <a:cubicBezTo>
                    <a:pt x="46" y="47"/>
                    <a:pt x="49" y="49"/>
                    <a:pt x="53" y="49"/>
                  </a:cubicBezTo>
                  <a:cubicBezTo>
                    <a:pt x="56" y="49"/>
                    <a:pt x="59" y="48"/>
                    <a:pt x="61" y="46"/>
                  </a:cubicBezTo>
                  <a:cubicBezTo>
                    <a:pt x="63" y="44"/>
                    <a:pt x="64" y="42"/>
                    <a:pt x="64" y="41"/>
                  </a:cubicBezTo>
                  <a:cubicBezTo>
                    <a:pt x="64" y="39"/>
                    <a:pt x="63" y="38"/>
                    <a:pt x="62" y="38"/>
                  </a:cubicBezTo>
                  <a:cubicBezTo>
                    <a:pt x="61" y="38"/>
                    <a:pt x="60" y="38"/>
                    <a:pt x="59" y="39"/>
                  </a:cubicBezTo>
                  <a:cubicBezTo>
                    <a:pt x="58" y="39"/>
                    <a:pt x="57" y="39"/>
                    <a:pt x="56" y="39"/>
                  </a:cubicBezTo>
                  <a:cubicBezTo>
                    <a:pt x="54" y="39"/>
                    <a:pt x="53" y="33"/>
                    <a:pt x="52" y="20"/>
                  </a:cubicBezTo>
                  <a:cubicBezTo>
                    <a:pt x="50" y="8"/>
                    <a:pt x="46" y="2"/>
                    <a:pt x="38" y="2"/>
                  </a:cubicBezTo>
                  <a:cubicBezTo>
                    <a:pt x="29" y="2"/>
                    <a:pt x="21" y="10"/>
                    <a:pt x="14" y="27"/>
                  </a:cubicBezTo>
                  <a:cubicBezTo>
                    <a:pt x="15" y="18"/>
                    <a:pt x="16" y="12"/>
                    <a:pt x="16" y="9"/>
                  </a:cubicBezTo>
                  <a:cubicBezTo>
                    <a:pt x="16" y="5"/>
                    <a:pt x="16" y="2"/>
                    <a:pt x="1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 name="Freeform 454"/>
            <p:cNvSpPr>
              <a:spLocks/>
            </p:cNvSpPr>
            <p:nvPr/>
          </p:nvSpPr>
          <p:spPr bwMode="auto">
            <a:xfrm>
              <a:off x="11733213" y="4552951"/>
              <a:ext cx="84138" cy="127000"/>
            </a:xfrm>
            <a:custGeom>
              <a:avLst/>
              <a:gdLst>
                <a:gd name="T0" fmla="*/ 26 w 56"/>
                <a:gd name="T1" fmla="*/ 75 h 85"/>
                <a:gd name="T2" fmla="*/ 7 w 56"/>
                <a:gd name="T3" fmla="*/ 67 h 85"/>
                <a:gd name="T4" fmla="*/ 5 w 56"/>
                <a:gd name="T5" fmla="*/ 65 h 85"/>
                <a:gd name="T6" fmla="*/ 2 w 56"/>
                <a:gd name="T7" fmla="*/ 67 h 85"/>
                <a:gd name="T8" fmla="*/ 0 w 56"/>
                <a:gd name="T9" fmla="*/ 71 h 85"/>
                <a:gd name="T10" fmla="*/ 4 w 56"/>
                <a:gd name="T11" fmla="*/ 77 h 85"/>
                <a:gd name="T12" fmla="*/ 14 w 56"/>
                <a:gd name="T13" fmla="*/ 83 h 85"/>
                <a:gd name="T14" fmla="*/ 14 w 56"/>
                <a:gd name="T15" fmla="*/ 83 h 85"/>
                <a:gd name="T16" fmla="*/ 26 w 56"/>
                <a:gd name="T17" fmla="*/ 85 h 85"/>
                <a:gd name="T18" fmla="*/ 37 w 56"/>
                <a:gd name="T19" fmla="*/ 82 h 85"/>
                <a:gd name="T20" fmla="*/ 46 w 56"/>
                <a:gd name="T21" fmla="*/ 69 h 85"/>
                <a:gd name="T22" fmla="*/ 52 w 56"/>
                <a:gd name="T23" fmla="*/ 48 h 85"/>
                <a:gd name="T24" fmla="*/ 55 w 56"/>
                <a:gd name="T25" fmla="*/ 25 h 85"/>
                <a:gd name="T26" fmla="*/ 56 w 56"/>
                <a:gd name="T27" fmla="*/ 8 h 85"/>
                <a:gd name="T28" fmla="*/ 54 w 56"/>
                <a:gd name="T29" fmla="*/ 1 h 85"/>
                <a:gd name="T30" fmla="*/ 50 w 56"/>
                <a:gd name="T31" fmla="*/ 0 h 85"/>
                <a:gd name="T32" fmla="*/ 46 w 56"/>
                <a:gd name="T33" fmla="*/ 1 h 85"/>
                <a:gd name="T34" fmla="*/ 44 w 56"/>
                <a:gd name="T35" fmla="*/ 4 h 85"/>
                <a:gd name="T36" fmla="*/ 43 w 56"/>
                <a:gd name="T37" fmla="*/ 11 h 85"/>
                <a:gd name="T38" fmla="*/ 42 w 56"/>
                <a:gd name="T39" fmla="*/ 24 h 85"/>
                <a:gd name="T40" fmla="*/ 40 w 56"/>
                <a:gd name="T41" fmla="*/ 29 h 85"/>
                <a:gd name="T42" fmla="*/ 34 w 56"/>
                <a:gd name="T43" fmla="*/ 35 h 85"/>
                <a:gd name="T44" fmla="*/ 26 w 56"/>
                <a:gd name="T45" fmla="*/ 40 h 85"/>
                <a:gd name="T46" fmla="*/ 20 w 56"/>
                <a:gd name="T47" fmla="*/ 41 h 85"/>
                <a:gd name="T48" fmla="*/ 18 w 56"/>
                <a:gd name="T49" fmla="*/ 39 h 85"/>
                <a:gd name="T50" fmla="*/ 17 w 56"/>
                <a:gd name="T51" fmla="*/ 34 h 85"/>
                <a:gd name="T52" fmla="*/ 21 w 56"/>
                <a:gd name="T53" fmla="*/ 18 h 85"/>
                <a:gd name="T54" fmla="*/ 25 w 56"/>
                <a:gd name="T55" fmla="*/ 9 h 85"/>
                <a:gd name="T56" fmla="*/ 24 w 56"/>
                <a:gd name="T57" fmla="*/ 4 h 85"/>
                <a:gd name="T58" fmla="*/ 20 w 56"/>
                <a:gd name="T59" fmla="*/ 2 h 85"/>
                <a:gd name="T60" fmla="*/ 14 w 56"/>
                <a:gd name="T61" fmla="*/ 5 h 85"/>
                <a:gd name="T62" fmla="*/ 9 w 56"/>
                <a:gd name="T63" fmla="*/ 20 h 85"/>
                <a:gd name="T64" fmla="*/ 6 w 56"/>
                <a:gd name="T65" fmla="*/ 37 h 85"/>
                <a:gd name="T66" fmla="*/ 9 w 56"/>
                <a:gd name="T67" fmla="*/ 48 h 85"/>
                <a:gd name="T68" fmla="*/ 18 w 56"/>
                <a:gd name="T69" fmla="*/ 52 h 85"/>
                <a:gd name="T70" fmla="*/ 42 w 56"/>
                <a:gd name="T71" fmla="*/ 40 h 85"/>
                <a:gd name="T72" fmla="*/ 36 w 56"/>
                <a:gd name="T73" fmla="*/ 65 h 85"/>
                <a:gd name="T74" fmla="*/ 26 w 56"/>
                <a:gd name="T75" fmla="*/ 7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6" h="85">
                  <a:moveTo>
                    <a:pt x="26" y="75"/>
                  </a:moveTo>
                  <a:cubicBezTo>
                    <a:pt x="18" y="75"/>
                    <a:pt x="12" y="72"/>
                    <a:pt x="7" y="67"/>
                  </a:cubicBezTo>
                  <a:cubicBezTo>
                    <a:pt x="7" y="66"/>
                    <a:pt x="6" y="65"/>
                    <a:pt x="5" y="65"/>
                  </a:cubicBezTo>
                  <a:cubicBezTo>
                    <a:pt x="3" y="65"/>
                    <a:pt x="2" y="66"/>
                    <a:pt x="2" y="67"/>
                  </a:cubicBezTo>
                  <a:cubicBezTo>
                    <a:pt x="1" y="68"/>
                    <a:pt x="0" y="69"/>
                    <a:pt x="0" y="71"/>
                  </a:cubicBezTo>
                  <a:cubicBezTo>
                    <a:pt x="0" y="72"/>
                    <a:pt x="2" y="74"/>
                    <a:pt x="4" y="77"/>
                  </a:cubicBezTo>
                  <a:cubicBezTo>
                    <a:pt x="7" y="79"/>
                    <a:pt x="10" y="81"/>
                    <a:pt x="14" y="83"/>
                  </a:cubicBezTo>
                  <a:cubicBezTo>
                    <a:pt x="14" y="83"/>
                    <a:pt x="14" y="83"/>
                    <a:pt x="14" y="83"/>
                  </a:cubicBezTo>
                  <a:cubicBezTo>
                    <a:pt x="18" y="85"/>
                    <a:pt x="22" y="85"/>
                    <a:pt x="26" y="85"/>
                  </a:cubicBezTo>
                  <a:cubicBezTo>
                    <a:pt x="31" y="85"/>
                    <a:pt x="34" y="84"/>
                    <a:pt x="37" y="82"/>
                  </a:cubicBezTo>
                  <a:cubicBezTo>
                    <a:pt x="40" y="80"/>
                    <a:pt x="43" y="76"/>
                    <a:pt x="46" y="69"/>
                  </a:cubicBezTo>
                  <a:cubicBezTo>
                    <a:pt x="48" y="63"/>
                    <a:pt x="50" y="56"/>
                    <a:pt x="52" y="48"/>
                  </a:cubicBezTo>
                  <a:cubicBezTo>
                    <a:pt x="53" y="41"/>
                    <a:pt x="54" y="33"/>
                    <a:pt x="55" y="25"/>
                  </a:cubicBezTo>
                  <a:cubicBezTo>
                    <a:pt x="56" y="8"/>
                    <a:pt x="56" y="8"/>
                    <a:pt x="56" y="8"/>
                  </a:cubicBezTo>
                  <a:cubicBezTo>
                    <a:pt x="56" y="5"/>
                    <a:pt x="55" y="2"/>
                    <a:pt x="54" y="1"/>
                  </a:cubicBezTo>
                  <a:cubicBezTo>
                    <a:pt x="53" y="0"/>
                    <a:pt x="52" y="0"/>
                    <a:pt x="50" y="0"/>
                  </a:cubicBezTo>
                  <a:cubicBezTo>
                    <a:pt x="48" y="0"/>
                    <a:pt x="47" y="0"/>
                    <a:pt x="46" y="1"/>
                  </a:cubicBezTo>
                  <a:cubicBezTo>
                    <a:pt x="45" y="2"/>
                    <a:pt x="44" y="3"/>
                    <a:pt x="44" y="4"/>
                  </a:cubicBezTo>
                  <a:cubicBezTo>
                    <a:pt x="44" y="5"/>
                    <a:pt x="44" y="7"/>
                    <a:pt x="43" y="11"/>
                  </a:cubicBezTo>
                  <a:cubicBezTo>
                    <a:pt x="43" y="18"/>
                    <a:pt x="43" y="22"/>
                    <a:pt x="42" y="24"/>
                  </a:cubicBezTo>
                  <a:cubicBezTo>
                    <a:pt x="42" y="26"/>
                    <a:pt x="41" y="28"/>
                    <a:pt x="40" y="29"/>
                  </a:cubicBezTo>
                  <a:cubicBezTo>
                    <a:pt x="39" y="30"/>
                    <a:pt x="37" y="32"/>
                    <a:pt x="34" y="35"/>
                  </a:cubicBezTo>
                  <a:cubicBezTo>
                    <a:pt x="31" y="37"/>
                    <a:pt x="28" y="39"/>
                    <a:pt x="26" y="40"/>
                  </a:cubicBezTo>
                  <a:cubicBezTo>
                    <a:pt x="24" y="41"/>
                    <a:pt x="22" y="41"/>
                    <a:pt x="20" y="41"/>
                  </a:cubicBezTo>
                  <a:cubicBezTo>
                    <a:pt x="19" y="41"/>
                    <a:pt x="19" y="41"/>
                    <a:pt x="18" y="39"/>
                  </a:cubicBezTo>
                  <a:cubicBezTo>
                    <a:pt x="17" y="38"/>
                    <a:pt x="17" y="36"/>
                    <a:pt x="17" y="34"/>
                  </a:cubicBezTo>
                  <a:cubicBezTo>
                    <a:pt x="17" y="29"/>
                    <a:pt x="18" y="24"/>
                    <a:pt x="21" y="18"/>
                  </a:cubicBezTo>
                  <a:cubicBezTo>
                    <a:pt x="24" y="12"/>
                    <a:pt x="25" y="10"/>
                    <a:pt x="25" y="9"/>
                  </a:cubicBezTo>
                  <a:cubicBezTo>
                    <a:pt x="25" y="7"/>
                    <a:pt x="25" y="6"/>
                    <a:pt x="24" y="4"/>
                  </a:cubicBezTo>
                  <a:cubicBezTo>
                    <a:pt x="23" y="3"/>
                    <a:pt x="22" y="2"/>
                    <a:pt x="20" y="2"/>
                  </a:cubicBezTo>
                  <a:cubicBezTo>
                    <a:pt x="17" y="2"/>
                    <a:pt x="15" y="3"/>
                    <a:pt x="14" y="5"/>
                  </a:cubicBezTo>
                  <a:cubicBezTo>
                    <a:pt x="12" y="7"/>
                    <a:pt x="11" y="12"/>
                    <a:pt x="9" y="20"/>
                  </a:cubicBezTo>
                  <a:cubicBezTo>
                    <a:pt x="7" y="27"/>
                    <a:pt x="6" y="33"/>
                    <a:pt x="6" y="37"/>
                  </a:cubicBezTo>
                  <a:cubicBezTo>
                    <a:pt x="6" y="41"/>
                    <a:pt x="7" y="45"/>
                    <a:pt x="9" y="48"/>
                  </a:cubicBezTo>
                  <a:cubicBezTo>
                    <a:pt x="11" y="51"/>
                    <a:pt x="14" y="52"/>
                    <a:pt x="18" y="52"/>
                  </a:cubicBezTo>
                  <a:cubicBezTo>
                    <a:pt x="23" y="52"/>
                    <a:pt x="31" y="48"/>
                    <a:pt x="42" y="40"/>
                  </a:cubicBezTo>
                  <a:cubicBezTo>
                    <a:pt x="41" y="49"/>
                    <a:pt x="39" y="58"/>
                    <a:pt x="36" y="65"/>
                  </a:cubicBezTo>
                  <a:cubicBezTo>
                    <a:pt x="33" y="72"/>
                    <a:pt x="29" y="75"/>
                    <a:pt x="26"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 name="Freeform 455"/>
            <p:cNvSpPr>
              <a:spLocks/>
            </p:cNvSpPr>
            <p:nvPr/>
          </p:nvSpPr>
          <p:spPr bwMode="auto">
            <a:xfrm>
              <a:off x="10109200" y="3201988"/>
              <a:ext cx="601663" cy="1249363"/>
            </a:xfrm>
            <a:custGeom>
              <a:avLst/>
              <a:gdLst>
                <a:gd name="T0" fmla="*/ 358 w 402"/>
                <a:gd name="T1" fmla="*/ 473 h 837"/>
                <a:gd name="T2" fmla="*/ 360 w 402"/>
                <a:gd name="T3" fmla="*/ 474 h 837"/>
                <a:gd name="T4" fmla="*/ 392 w 402"/>
                <a:gd name="T5" fmla="*/ 443 h 837"/>
                <a:gd name="T6" fmla="*/ 329 w 402"/>
                <a:gd name="T7" fmla="*/ 116 h 837"/>
                <a:gd name="T8" fmla="*/ 273 w 402"/>
                <a:gd name="T9" fmla="*/ 91 h 837"/>
                <a:gd name="T10" fmla="*/ 271 w 402"/>
                <a:gd name="T11" fmla="*/ 91 h 837"/>
                <a:gd name="T12" fmla="*/ 117 w 402"/>
                <a:gd name="T13" fmla="*/ 91 h 837"/>
                <a:gd name="T14" fmla="*/ 115 w 402"/>
                <a:gd name="T15" fmla="*/ 91 h 837"/>
                <a:gd name="T16" fmla="*/ 70 w 402"/>
                <a:gd name="T17" fmla="*/ 107 h 837"/>
                <a:gd name="T18" fmla="*/ 74 w 402"/>
                <a:gd name="T19" fmla="*/ 35 h 837"/>
                <a:gd name="T20" fmla="*/ 44 w 402"/>
                <a:gd name="T21" fmla="*/ 1 h 837"/>
                <a:gd name="T22" fmla="*/ 10 w 402"/>
                <a:gd name="T23" fmla="*/ 31 h 837"/>
                <a:gd name="T24" fmla="*/ 4 w 402"/>
                <a:gd name="T25" fmla="*/ 141 h 837"/>
                <a:gd name="T26" fmla="*/ 1 w 402"/>
                <a:gd name="T27" fmla="*/ 217 h 837"/>
                <a:gd name="T28" fmla="*/ 1 w 402"/>
                <a:gd name="T29" fmla="*/ 244 h 837"/>
                <a:gd name="T30" fmla="*/ 1 w 402"/>
                <a:gd name="T31" fmla="*/ 253 h 837"/>
                <a:gd name="T32" fmla="*/ 30 w 402"/>
                <a:gd name="T33" fmla="*/ 285 h 837"/>
                <a:gd name="T34" fmla="*/ 33 w 402"/>
                <a:gd name="T35" fmla="*/ 285 h 837"/>
                <a:gd name="T36" fmla="*/ 66 w 402"/>
                <a:gd name="T37" fmla="*/ 253 h 837"/>
                <a:gd name="T38" fmla="*/ 86 w 402"/>
                <a:gd name="T39" fmla="*/ 187 h 837"/>
                <a:gd name="T40" fmla="*/ 86 w 402"/>
                <a:gd name="T41" fmla="*/ 319 h 837"/>
                <a:gd name="T42" fmla="*/ 86 w 402"/>
                <a:gd name="T43" fmla="*/ 395 h 837"/>
                <a:gd name="T44" fmla="*/ 86 w 402"/>
                <a:gd name="T45" fmla="*/ 787 h 837"/>
                <a:gd name="T46" fmla="*/ 135 w 402"/>
                <a:gd name="T47" fmla="*/ 837 h 837"/>
                <a:gd name="T48" fmla="*/ 185 w 402"/>
                <a:gd name="T49" fmla="*/ 787 h 837"/>
                <a:gd name="T50" fmla="*/ 185 w 402"/>
                <a:gd name="T51" fmla="*/ 426 h 837"/>
                <a:gd name="T52" fmla="*/ 203 w 402"/>
                <a:gd name="T53" fmla="*/ 426 h 837"/>
                <a:gd name="T54" fmla="*/ 203 w 402"/>
                <a:gd name="T55" fmla="*/ 787 h 837"/>
                <a:gd name="T56" fmla="*/ 253 w 402"/>
                <a:gd name="T57" fmla="*/ 837 h 837"/>
                <a:gd name="T58" fmla="*/ 302 w 402"/>
                <a:gd name="T59" fmla="*/ 787 h 837"/>
                <a:gd name="T60" fmla="*/ 302 w 402"/>
                <a:gd name="T61" fmla="*/ 395 h 837"/>
                <a:gd name="T62" fmla="*/ 302 w 402"/>
                <a:gd name="T63" fmla="*/ 319 h 837"/>
                <a:gd name="T64" fmla="*/ 302 w 402"/>
                <a:gd name="T65" fmla="*/ 187 h 837"/>
                <a:gd name="T66" fmla="*/ 328 w 402"/>
                <a:gd name="T67" fmla="*/ 440 h 837"/>
                <a:gd name="T68" fmla="*/ 358 w 402"/>
                <a:gd name="T69" fmla="*/ 473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2" h="837">
                  <a:moveTo>
                    <a:pt x="358" y="473"/>
                  </a:moveTo>
                  <a:cubicBezTo>
                    <a:pt x="359" y="474"/>
                    <a:pt x="359" y="474"/>
                    <a:pt x="360" y="474"/>
                  </a:cubicBezTo>
                  <a:cubicBezTo>
                    <a:pt x="377" y="474"/>
                    <a:pt x="391" y="460"/>
                    <a:pt x="392" y="443"/>
                  </a:cubicBezTo>
                  <a:cubicBezTo>
                    <a:pt x="402" y="274"/>
                    <a:pt x="380" y="164"/>
                    <a:pt x="329" y="116"/>
                  </a:cubicBezTo>
                  <a:cubicBezTo>
                    <a:pt x="306" y="95"/>
                    <a:pt x="284" y="91"/>
                    <a:pt x="273" y="91"/>
                  </a:cubicBezTo>
                  <a:cubicBezTo>
                    <a:pt x="273" y="91"/>
                    <a:pt x="272" y="91"/>
                    <a:pt x="271" y="91"/>
                  </a:cubicBezTo>
                  <a:cubicBezTo>
                    <a:pt x="117" y="91"/>
                    <a:pt x="117" y="91"/>
                    <a:pt x="117" y="91"/>
                  </a:cubicBezTo>
                  <a:cubicBezTo>
                    <a:pt x="116" y="91"/>
                    <a:pt x="116" y="91"/>
                    <a:pt x="115" y="91"/>
                  </a:cubicBezTo>
                  <a:cubicBezTo>
                    <a:pt x="106" y="91"/>
                    <a:pt x="89" y="93"/>
                    <a:pt x="70" y="107"/>
                  </a:cubicBezTo>
                  <a:cubicBezTo>
                    <a:pt x="71" y="83"/>
                    <a:pt x="73" y="59"/>
                    <a:pt x="74" y="35"/>
                  </a:cubicBezTo>
                  <a:cubicBezTo>
                    <a:pt x="75" y="18"/>
                    <a:pt x="62" y="2"/>
                    <a:pt x="44" y="1"/>
                  </a:cubicBezTo>
                  <a:cubicBezTo>
                    <a:pt x="26" y="0"/>
                    <a:pt x="11" y="14"/>
                    <a:pt x="10" y="31"/>
                  </a:cubicBezTo>
                  <a:cubicBezTo>
                    <a:pt x="10" y="32"/>
                    <a:pt x="7" y="87"/>
                    <a:pt x="4" y="141"/>
                  </a:cubicBezTo>
                  <a:cubicBezTo>
                    <a:pt x="3" y="173"/>
                    <a:pt x="2" y="199"/>
                    <a:pt x="1" y="217"/>
                  </a:cubicBezTo>
                  <a:cubicBezTo>
                    <a:pt x="1" y="229"/>
                    <a:pt x="0" y="237"/>
                    <a:pt x="1" y="244"/>
                  </a:cubicBezTo>
                  <a:cubicBezTo>
                    <a:pt x="1" y="248"/>
                    <a:pt x="1" y="250"/>
                    <a:pt x="1" y="253"/>
                  </a:cubicBezTo>
                  <a:cubicBezTo>
                    <a:pt x="3" y="274"/>
                    <a:pt x="17" y="283"/>
                    <a:pt x="30" y="285"/>
                  </a:cubicBezTo>
                  <a:cubicBezTo>
                    <a:pt x="30" y="285"/>
                    <a:pt x="31" y="285"/>
                    <a:pt x="33" y="285"/>
                  </a:cubicBezTo>
                  <a:cubicBezTo>
                    <a:pt x="41" y="285"/>
                    <a:pt x="61" y="282"/>
                    <a:pt x="66" y="253"/>
                  </a:cubicBezTo>
                  <a:cubicBezTo>
                    <a:pt x="72" y="223"/>
                    <a:pt x="79" y="202"/>
                    <a:pt x="86" y="187"/>
                  </a:cubicBezTo>
                  <a:cubicBezTo>
                    <a:pt x="86" y="319"/>
                    <a:pt x="86" y="319"/>
                    <a:pt x="86" y="319"/>
                  </a:cubicBezTo>
                  <a:cubicBezTo>
                    <a:pt x="86" y="395"/>
                    <a:pt x="86" y="395"/>
                    <a:pt x="86" y="395"/>
                  </a:cubicBezTo>
                  <a:cubicBezTo>
                    <a:pt x="86" y="787"/>
                    <a:pt x="86" y="787"/>
                    <a:pt x="86" y="787"/>
                  </a:cubicBezTo>
                  <a:cubicBezTo>
                    <a:pt x="86" y="814"/>
                    <a:pt x="108" y="837"/>
                    <a:pt x="135" y="837"/>
                  </a:cubicBezTo>
                  <a:cubicBezTo>
                    <a:pt x="163" y="837"/>
                    <a:pt x="185" y="814"/>
                    <a:pt x="185" y="787"/>
                  </a:cubicBezTo>
                  <a:cubicBezTo>
                    <a:pt x="185" y="426"/>
                    <a:pt x="185" y="426"/>
                    <a:pt x="185" y="426"/>
                  </a:cubicBezTo>
                  <a:cubicBezTo>
                    <a:pt x="203" y="426"/>
                    <a:pt x="203" y="426"/>
                    <a:pt x="203" y="426"/>
                  </a:cubicBezTo>
                  <a:cubicBezTo>
                    <a:pt x="203" y="787"/>
                    <a:pt x="203" y="787"/>
                    <a:pt x="203" y="787"/>
                  </a:cubicBezTo>
                  <a:cubicBezTo>
                    <a:pt x="203" y="814"/>
                    <a:pt x="225" y="837"/>
                    <a:pt x="253" y="837"/>
                  </a:cubicBezTo>
                  <a:cubicBezTo>
                    <a:pt x="280" y="837"/>
                    <a:pt x="302" y="814"/>
                    <a:pt x="302" y="787"/>
                  </a:cubicBezTo>
                  <a:cubicBezTo>
                    <a:pt x="302" y="395"/>
                    <a:pt x="302" y="395"/>
                    <a:pt x="302" y="395"/>
                  </a:cubicBezTo>
                  <a:cubicBezTo>
                    <a:pt x="302" y="319"/>
                    <a:pt x="302" y="319"/>
                    <a:pt x="302" y="319"/>
                  </a:cubicBezTo>
                  <a:cubicBezTo>
                    <a:pt x="302" y="187"/>
                    <a:pt x="302" y="187"/>
                    <a:pt x="302" y="187"/>
                  </a:cubicBezTo>
                  <a:cubicBezTo>
                    <a:pt x="320" y="224"/>
                    <a:pt x="336" y="299"/>
                    <a:pt x="328" y="440"/>
                  </a:cubicBezTo>
                  <a:cubicBezTo>
                    <a:pt x="327" y="457"/>
                    <a:pt x="340" y="472"/>
                    <a:pt x="358" y="4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 name="Oval 456"/>
            <p:cNvSpPr>
              <a:spLocks noChangeArrowheads="1"/>
            </p:cNvSpPr>
            <p:nvPr/>
          </p:nvSpPr>
          <p:spPr bwMode="auto">
            <a:xfrm>
              <a:off x="10264775" y="3033713"/>
              <a:ext cx="269875" cy="2698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 name="Freeform 457"/>
            <p:cNvSpPr>
              <a:spLocks/>
            </p:cNvSpPr>
            <p:nvPr/>
          </p:nvSpPr>
          <p:spPr bwMode="auto">
            <a:xfrm>
              <a:off x="10745788" y="3201988"/>
              <a:ext cx="600075" cy="1249363"/>
            </a:xfrm>
            <a:custGeom>
              <a:avLst/>
              <a:gdLst>
                <a:gd name="T0" fmla="*/ 252 w 401"/>
                <a:gd name="T1" fmla="*/ 837 h 837"/>
                <a:gd name="T2" fmla="*/ 301 w 401"/>
                <a:gd name="T3" fmla="*/ 787 h 837"/>
                <a:gd name="T4" fmla="*/ 301 w 401"/>
                <a:gd name="T5" fmla="*/ 395 h 837"/>
                <a:gd name="T6" fmla="*/ 301 w 401"/>
                <a:gd name="T7" fmla="*/ 319 h 837"/>
                <a:gd name="T8" fmla="*/ 301 w 401"/>
                <a:gd name="T9" fmla="*/ 187 h 837"/>
                <a:gd name="T10" fmla="*/ 327 w 401"/>
                <a:gd name="T11" fmla="*/ 440 h 837"/>
                <a:gd name="T12" fmla="*/ 357 w 401"/>
                <a:gd name="T13" fmla="*/ 473 h 837"/>
                <a:gd name="T14" fmla="*/ 359 w 401"/>
                <a:gd name="T15" fmla="*/ 474 h 837"/>
                <a:gd name="T16" fmla="*/ 391 w 401"/>
                <a:gd name="T17" fmla="*/ 443 h 837"/>
                <a:gd name="T18" fmla="*/ 328 w 401"/>
                <a:gd name="T19" fmla="*/ 116 h 837"/>
                <a:gd name="T20" fmla="*/ 272 w 401"/>
                <a:gd name="T21" fmla="*/ 91 h 837"/>
                <a:gd name="T22" fmla="*/ 270 w 401"/>
                <a:gd name="T23" fmla="*/ 91 h 837"/>
                <a:gd name="T24" fmla="*/ 116 w 401"/>
                <a:gd name="T25" fmla="*/ 91 h 837"/>
                <a:gd name="T26" fmla="*/ 114 w 401"/>
                <a:gd name="T27" fmla="*/ 91 h 837"/>
                <a:gd name="T28" fmla="*/ 69 w 401"/>
                <a:gd name="T29" fmla="*/ 107 h 837"/>
                <a:gd name="T30" fmla="*/ 73 w 401"/>
                <a:gd name="T31" fmla="*/ 35 h 837"/>
                <a:gd name="T32" fmla="*/ 43 w 401"/>
                <a:gd name="T33" fmla="*/ 1 h 837"/>
                <a:gd name="T34" fmla="*/ 9 w 401"/>
                <a:gd name="T35" fmla="*/ 31 h 837"/>
                <a:gd name="T36" fmla="*/ 3 w 401"/>
                <a:gd name="T37" fmla="*/ 141 h 837"/>
                <a:gd name="T38" fmla="*/ 0 w 401"/>
                <a:gd name="T39" fmla="*/ 217 h 837"/>
                <a:gd name="T40" fmla="*/ 0 w 401"/>
                <a:gd name="T41" fmla="*/ 244 h 837"/>
                <a:gd name="T42" fmla="*/ 0 w 401"/>
                <a:gd name="T43" fmla="*/ 253 h 837"/>
                <a:gd name="T44" fmla="*/ 29 w 401"/>
                <a:gd name="T45" fmla="*/ 285 h 837"/>
                <a:gd name="T46" fmla="*/ 32 w 401"/>
                <a:gd name="T47" fmla="*/ 285 h 837"/>
                <a:gd name="T48" fmla="*/ 65 w 401"/>
                <a:gd name="T49" fmla="*/ 253 h 837"/>
                <a:gd name="T50" fmla="*/ 85 w 401"/>
                <a:gd name="T51" fmla="*/ 187 h 837"/>
                <a:gd name="T52" fmla="*/ 85 w 401"/>
                <a:gd name="T53" fmla="*/ 319 h 837"/>
                <a:gd name="T54" fmla="*/ 85 w 401"/>
                <a:gd name="T55" fmla="*/ 395 h 837"/>
                <a:gd name="T56" fmla="*/ 85 w 401"/>
                <a:gd name="T57" fmla="*/ 787 h 837"/>
                <a:gd name="T58" fmla="*/ 134 w 401"/>
                <a:gd name="T59" fmla="*/ 837 h 837"/>
                <a:gd name="T60" fmla="*/ 184 w 401"/>
                <a:gd name="T61" fmla="*/ 787 h 837"/>
                <a:gd name="T62" fmla="*/ 184 w 401"/>
                <a:gd name="T63" fmla="*/ 426 h 837"/>
                <a:gd name="T64" fmla="*/ 202 w 401"/>
                <a:gd name="T65" fmla="*/ 426 h 837"/>
                <a:gd name="T66" fmla="*/ 202 w 401"/>
                <a:gd name="T67" fmla="*/ 787 h 837"/>
                <a:gd name="T68" fmla="*/ 252 w 401"/>
                <a:gd name="T69" fmla="*/ 837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1" h="837">
                  <a:moveTo>
                    <a:pt x="252" y="837"/>
                  </a:moveTo>
                  <a:cubicBezTo>
                    <a:pt x="279" y="837"/>
                    <a:pt x="301" y="814"/>
                    <a:pt x="301" y="787"/>
                  </a:cubicBezTo>
                  <a:cubicBezTo>
                    <a:pt x="301" y="395"/>
                    <a:pt x="301" y="395"/>
                    <a:pt x="301" y="395"/>
                  </a:cubicBezTo>
                  <a:cubicBezTo>
                    <a:pt x="301" y="319"/>
                    <a:pt x="301" y="319"/>
                    <a:pt x="301" y="319"/>
                  </a:cubicBezTo>
                  <a:cubicBezTo>
                    <a:pt x="301" y="187"/>
                    <a:pt x="301" y="187"/>
                    <a:pt x="301" y="187"/>
                  </a:cubicBezTo>
                  <a:cubicBezTo>
                    <a:pt x="319" y="224"/>
                    <a:pt x="335" y="299"/>
                    <a:pt x="327" y="440"/>
                  </a:cubicBezTo>
                  <a:cubicBezTo>
                    <a:pt x="326" y="457"/>
                    <a:pt x="339" y="472"/>
                    <a:pt x="357" y="473"/>
                  </a:cubicBezTo>
                  <a:cubicBezTo>
                    <a:pt x="358" y="474"/>
                    <a:pt x="358" y="474"/>
                    <a:pt x="359" y="474"/>
                  </a:cubicBezTo>
                  <a:cubicBezTo>
                    <a:pt x="376" y="474"/>
                    <a:pt x="390" y="460"/>
                    <a:pt x="391" y="443"/>
                  </a:cubicBezTo>
                  <a:cubicBezTo>
                    <a:pt x="401" y="274"/>
                    <a:pt x="380" y="164"/>
                    <a:pt x="328" y="116"/>
                  </a:cubicBezTo>
                  <a:cubicBezTo>
                    <a:pt x="305" y="95"/>
                    <a:pt x="283" y="91"/>
                    <a:pt x="272" y="91"/>
                  </a:cubicBezTo>
                  <a:cubicBezTo>
                    <a:pt x="272" y="91"/>
                    <a:pt x="271" y="91"/>
                    <a:pt x="270" y="91"/>
                  </a:cubicBezTo>
                  <a:cubicBezTo>
                    <a:pt x="116" y="91"/>
                    <a:pt x="116" y="91"/>
                    <a:pt x="116" y="91"/>
                  </a:cubicBezTo>
                  <a:cubicBezTo>
                    <a:pt x="115" y="91"/>
                    <a:pt x="115" y="91"/>
                    <a:pt x="114" y="91"/>
                  </a:cubicBezTo>
                  <a:cubicBezTo>
                    <a:pt x="105" y="91"/>
                    <a:pt x="88" y="93"/>
                    <a:pt x="69" y="107"/>
                  </a:cubicBezTo>
                  <a:cubicBezTo>
                    <a:pt x="70" y="83"/>
                    <a:pt x="72" y="59"/>
                    <a:pt x="73" y="35"/>
                  </a:cubicBezTo>
                  <a:cubicBezTo>
                    <a:pt x="74" y="18"/>
                    <a:pt x="61" y="2"/>
                    <a:pt x="43" y="1"/>
                  </a:cubicBezTo>
                  <a:cubicBezTo>
                    <a:pt x="25" y="0"/>
                    <a:pt x="10" y="14"/>
                    <a:pt x="9" y="31"/>
                  </a:cubicBezTo>
                  <a:cubicBezTo>
                    <a:pt x="9" y="32"/>
                    <a:pt x="6" y="87"/>
                    <a:pt x="3" y="141"/>
                  </a:cubicBezTo>
                  <a:cubicBezTo>
                    <a:pt x="2" y="173"/>
                    <a:pt x="1" y="199"/>
                    <a:pt x="0" y="217"/>
                  </a:cubicBezTo>
                  <a:cubicBezTo>
                    <a:pt x="0" y="229"/>
                    <a:pt x="0" y="237"/>
                    <a:pt x="0" y="244"/>
                  </a:cubicBezTo>
                  <a:cubicBezTo>
                    <a:pt x="0" y="248"/>
                    <a:pt x="0" y="250"/>
                    <a:pt x="0" y="253"/>
                  </a:cubicBezTo>
                  <a:cubicBezTo>
                    <a:pt x="2" y="274"/>
                    <a:pt x="16" y="283"/>
                    <a:pt x="29" y="285"/>
                  </a:cubicBezTo>
                  <a:cubicBezTo>
                    <a:pt x="29" y="285"/>
                    <a:pt x="30" y="285"/>
                    <a:pt x="32" y="285"/>
                  </a:cubicBezTo>
                  <a:cubicBezTo>
                    <a:pt x="40" y="285"/>
                    <a:pt x="60" y="282"/>
                    <a:pt x="65" y="253"/>
                  </a:cubicBezTo>
                  <a:cubicBezTo>
                    <a:pt x="71" y="223"/>
                    <a:pt x="78" y="202"/>
                    <a:pt x="85" y="187"/>
                  </a:cubicBezTo>
                  <a:cubicBezTo>
                    <a:pt x="85" y="319"/>
                    <a:pt x="85" y="319"/>
                    <a:pt x="85" y="319"/>
                  </a:cubicBezTo>
                  <a:cubicBezTo>
                    <a:pt x="85" y="395"/>
                    <a:pt x="85" y="395"/>
                    <a:pt x="85" y="395"/>
                  </a:cubicBezTo>
                  <a:cubicBezTo>
                    <a:pt x="85" y="787"/>
                    <a:pt x="85" y="787"/>
                    <a:pt x="85" y="787"/>
                  </a:cubicBezTo>
                  <a:cubicBezTo>
                    <a:pt x="85" y="814"/>
                    <a:pt x="107" y="837"/>
                    <a:pt x="134" y="837"/>
                  </a:cubicBezTo>
                  <a:cubicBezTo>
                    <a:pt x="162" y="837"/>
                    <a:pt x="184" y="814"/>
                    <a:pt x="184" y="787"/>
                  </a:cubicBezTo>
                  <a:cubicBezTo>
                    <a:pt x="184" y="426"/>
                    <a:pt x="184" y="426"/>
                    <a:pt x="184" y="426"/>
                  </a:cubicBezTo>
                  <a:cubicBezTo>
                    <a:pt x="202" y="426"/>
                    <a:pt x="202" y="426"/>
                    <a:pt x="202" y="426"/>
                  </a:cubicBezTo>
                  <a:cubicBezTo>
                    <a:pt x="202" y="787"/>
                    <a:pt x="202" y="787"/>
                    <a:pt x="202" y="787"/>
                  </a:cubicBezTo>
                  <a:cubicBezTo>
                    <a:pt x="202" y="814"/>
                    <a:pt x="225" y="837"/>
                    <a:pt x="252" y="8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 name="Oval 458"/>
            <p:cNvSpPr>
              <a:spLocks noChangeArrowheads="1"/>
            </p:cNvSpPr>
            <p:nvPr/>
          </p:nvSpPr>
          <p:spPr bwMode="auto">
            <a:xfrm>
              <a:off x="10899775" y="3033713"/>
              <a:ext cx="269875" cy="2698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 name="Oval 459"/>
            <p:cNvSpPr>
              <a:spLocks noChangeArrowheads="1"/>
            </p:cNvSpPr>
            <p:nvPr/>
          </p:nvSpPr>
          <p:spPr bwMode="auto">
            <a:xfrm>
              <a:off x="10572750" y="2909888"/>
              <a:ext cx="268288" cy="2682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 name="Oval 460"/>
            <p:cNvSpPr>
              <a:spLocks noChangeArrowheads="1"/>
            </p:cNvSpPr>
            <p:nvPr/>
          </p:nvSpPr>
          <p:spPr bwMode="auto">
            <a:xfrm>
              <a:off x="11204575" y="2909888"/>
              <a:ext cx="269875" cy="2682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 name="Freeform 461"/>
            <p:cNvSpPr>
              <a:spLocks/>
            </p:cNvSpPr>
            <p:nvPr/>
          </p:nvSpPr>
          <p:spPr bwMode="auto">
            <a:xfrm>
              <a:off x="11380788" y="3201988"/>
              <a:ext cx="600075" cy="1249363"/>
            </a:xfrm>
            <a:custGeom>
              <a:avLst/>
              <a:gdLst>
                <a:gd name="T0" fmla="*/ 328 w 401"/>
                <a:gd name="T1" fmla="*/ 116 h 837"/>
                <a:gd name="T2" fmla="*/ 272 w 401"/>
                <a:gd name="T3" fmla="*/ 91 h 837"/>
                <a:gd name="T4" fmla="*/ 270 w 401"/>
                <a:gd name="T5" fmla="*/ 91 h 837"/>
                <a:gd name="T6" fmla="*/ 116 w 401"/>
                <a:gd name="T7" fmla="*/ 91 h 837"/>
                <a:gd name="T8" fmla="*/ 115 w 401"/>
                <a:gd name="T9" fmla="*/ 91 h 837"/>
                <a:gd name="T10" fmla="*/ 69 w 401"/>
                <a:gd name="T11" fmla="*/ 107 h 837"/>
                <a:gd name="T12" fmla="*/ 73 w 401"/>
                <a:gd name="T13" fmla="*/ 35 h 837"/>
                <a:gd name="T14" fmla="*/ 43 w 401"/>
                <a:gd name="T15" fmla="*/ 1 h 837"/>
                <a:gd name="T16" fmla="*/ 9 w 401"/>
                <a:gd name="T17" fmla="*/ 31 h 837"/>
                <a:gd name="T18" fmla="*/ 3 w 401"/>
                <a:gd name="T19" fmla="*/ 141 h 837"/>
                <a:gd name="T20" fmla="*/ 0 w 401"/>
                <a:gd name="T21" fmla="*/ 217 h 837"/>
                <a:gd name="T22" fmla="*/ 0 w 401"/>
                <a:gd name="T23" fmla="*/ 244 h 837"/>
                <a:gd name="T24" fmla="*/ 0 w 401"/>
                <a:gd name="T25" fmla="*/ 253 h 837"/>
                <a:gd name="T26" fmla="*/ 29 w 401"/>
                <a:gd name="T27" fmla="*/ 285 h 837"/>
                <a:gd name="T28" fmla="*/ 32 w 401"/>
                <a:gd name="T29" fmla="*/ 285 h 837"/>
                <a:gd name="T30" fmla="*/ 66 w 401"/>
                <a:gd name="T31" fmla="*/ 253 h 837"/>
                <a:gd name="T32" fmla="*/ 85 w 401"/>
                <a:gd name="T33" fmla="*/ 187 h 837"/>
                <a:gd name="T34" fmla="*/ 85 w 401"/>
                <a:gd name="T35" fmla="*/ 319 h 837"/>
                <a:gd name="T36" fmla="*/ 85 w 401"/>
                <a:gd name="T37" fmla="*/ 395 h 837"/>
                <a:gd name="T38" fmla="*/ 85 w 401"/>
                <a:gd name="T39" fmla="*/ 787 h 837"/>
                <a:gd name="T40" fmla="*/ 134 w 401"/>
                <a:gd name="T41" fmla="*/ 837 h 837"/>
                <a:gd name="T42" fmla="*/ 184 w 401"/>
                <a:gd name="T43" fmla="*/ 787 h 837"/>
                <a:gd name="T44" fmla="*/ 184 w 401"/>
                <a:gd name="T45" fmla="*/ 426 h 837"/>
                <a:gd name="T46" fmla="*/ 202 w 401"/>
                <a:gd name="T47" fmla="*/ 426 h 837"/>
                <a:gd name="T48" fmla="*/ 202 w 401"/>
                <a:gd name="T49" fmla="*/ 787 h 837"/>
                <a:gd name="T50" fmla="*/ 252 w 401"/>
                <a:gd name="T51" fmla="*/ 837 h 837"/>
                <a:gd name="T52" fmla="*/ 301 w 401"/>
                <a:gd name="T53" fmla="*/ 787 h 837"/>
                <a:gd name="T54" fmla="*/ 301 w 401"/>
                <a:gd name="T55" fmla="*/ 395 h 837"/>
                <a:gd name="T56" fmla="*/ 301 w 401"/>
                <a:gd name="T57" fmla="*/ 319 h 837"/>
                <a:gd name="T58" fmla="*/ 301 w 401"/>
                <a:gd name="T59" fmla="*/ 187 h 837"/>
                <a:gd name="T60" fmla="*/ 327 w 401"/>
                <a:gd name="T61" fmla="*/ 440 h 837"/>
                <a:gd name="T62" fmla="*/ 357 w 401"/>
                <a:gd name="T63" fmla="*/ 473 h 837"/>
                <a:gd name="T64" fmla="*/ 359 w 401"/>
                <a:gd name="T65" fmla="*/ 474 h 837"/>
                <a:gd name="T66" fmla="*/ 391 w 401"/>
                <a:gd name="T67" fmla="*/ 443 h 837"/>
                <a:gd name="T68" fmla="*/ 328 w 401"/>
                <a:gd name="T69" fmla="*/ 116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1" h="837">
                  <a:moveTo>
                    <a:pt x="328" y="116"/>
                  </a:moveTo>
                  <a:cubicBezTo>
                    <a:pt x="306" y="95"/>
                    <a:pt x="284" y="91"/>
                    <a:pt x="272" y="91"/>
                  </a:cubicBezTo>
                  <a:cubicBezTo>
                    <a:pt x="272" y="91"/>
                    <a:pt x="271" y="91"/>
                    <a:pt x="270" y="91"/>
                  </a:cubicBezTo>
                  <a:cubicBezTo>
                    <a:pt x="116" y="91"/>
                    <a:pt x="116" y="91"/>
                    <a:pt x="116" y="91"/>
                  </a:cubicBezTo>
                  <a:cubicBezTo>
                    <a:pt x="115" y="91"/>
                    <a:pt x="115" y="91"/>
                    <a:pt x="115" y="91"/>
                  </a:cubicBezTo>
                  <a:cubicBezTo>
                    <a:pt x="105" y="91"/>
                    <a:pt x="88" y="93"/>
                    <a:pt x="69" y="107"/>
                  </a:cubicBezTo>
                  <a:cubicBezTo>
                    <a:pt x="70" y="83"/>
                    <a:pt x="72" y="59"/>
                    <a:pt x="73" y="35"/>
                  </a:cubicBezTo>
                  <a:cubicBezTo>
                    <a:pt x="74" y="18"/>
                    <a:pt x="61" y="2"/>
                    <a:pt x="43" y="1"/>
                  </a:cubicBezTo>
                  <a:cubicBezTo>
                    <a:pt x="25" y="0"/>
                    <a:pt x="10" y="14"/>
                    <a:pt x="9" y="31"/>
                  </a:cubicBezTo>
                  <a:cubicBezTo>
                    <a:pt x="9" y="32"/>
                    <a:pt x="6" y="87"/>
                    <a:pt x="3" y="141"/>
                  </a:cubicBezTo>
                  <a:cubicBezTo>
                    <a:pt x="2" y="173"/>
                    <a:pt x="1" y="199"/>
                    <a:pt x="0" y="217"/>
                  </a:cubicBezTo>
                  <a:cubicBezTo>
                    <a:pt x="0" y="229"/>
                    <a:pt x="0" y="237"/>
                    <a:pt x="0" y="244"/>
                  </a:cubicBezTo>
                  <a:cubicBezTo>
                    <a:pt x="0" y="248"/>
                    <a:pt x="0" y="250"/>
                    <a:pt x="0" y="253"/>
                  </a:cubicBezTo>
                  <a:cubicBezTo>
                    <a:pt x="2" y="274"/>
                    <a:pt x="17" y="283"/>
                    <a:pt x="29" y="285"/>
                  </a:cubicBezTo>
                  <a:cubicBezTo>
                    <a:pt x="29" y="285"/>
                    <a:pt x="30" y="285"/>
                    <a:pt x="32" y="285"/>
                  </a:cubicBezTo>
                  <a:cubicBezTo>
                    <a:pt x="40" y="285"/>
                    <a:pt x="60" y="282"/>
                    <a:pt x="66" y="253"/>
                  </a:cubicBezTo>
                  <a:cubicBezTo>
                    <a:pt x="71" y="223"/>
                    <a:pt x="78" y="202"/>
                    <a:pt x="85" y="187"/>
                  </a:cubicBezTo>
                  <a:cubicBezTo>
                    <a:pt x="85" y="319"/>
                    <a:pt x="85" y="319"/>
                    <a:pt x="85" y="319"/>
                  </a:cubicBezTo>
                  <a:cubicBezTo>
                    <a:pt x="85" y="395"/>
                    <a:pt x="85" y="395"/>
                    <a:pt x="85" y="395"/>
                  </a:cubicBezTo>
                  <a:cubicBezTo>
                    <a:pt x="85" y="787"/>
                    <a:pt x="85" y="787"/>
                    <a:pt x="85" y="787"/>
                  </a:cubicBezTo>
                  <a:cubicBezTo>
                    <a:pt x="85" y="814"/>
                    <a:pt x="107" y="837"/>
                    <a:pt x="134" y="837"/>
                  </a:cubicBezTo>
                  <a:cubicBezTo>
                    <a:pt x="162" y="837"/>
                    <a:pt x="184" y="814"/>
                    <a:pt x="184" y="787"/>
                  </a:cubicBezTo>
                  <a:cubicBezTo>
                    <a:pt x="184" y="426"/>
                    <a:pt x="184" y="426"/>
                    <a:pt x="184" y="426"/>
                  </a:cubicBezTo>
                  <a:cubicBezTo>
                    <a:pt x="202" y="426"/>
                    <a:pt x="202" y="426"/>
                    <a:pt x="202" y="426"/>
                  </a:cubicBezTo>
                  <a:cubicBezTo>
                    <a:pt x="202" y="787"/>
                    <a:pt x="202" y="787"/>
                    <a:pt x="202" y="787"/>
                  </a:cubicBezTo>
                  <a:cubicBezTo>
                    <a:pt x="202" y="814"/>
                    <a:pt x="225" y="837"/>
                    <a:pt x="252" y="837"/>
                  </a:cubicBezTo>
                  <a:cubicBezTo>
                    <a:pt x="279" y="837"/>
                    <a:pt x="301" y="814"/>
                    <a:pt x="301" y="787"/>
                  </a:cubicBezTo>
                  <a:cubicBezTo>
                    <a:pt x="301" y="395"/>
                    <a:pt x="301" y="395"/>
                    <a:pt x="301" y="395"/>
                  </a:cubicBezTo>
                  <a:cubicBezTo>
                    <a:pt x="301" y="319"/>
                    <a:pt x="301" y="319"/>
                    <a:pt x="301" y="319"/>
                  </a:cubicBezTo>
                  <a:cubicBezTo>
                    <a:pt x="301" y="187"/>
                    <a:pt x="301" y="187"/>
                    <a:pt x="301" y="187"/>
                  </a:cubicBezTo>
                  <a:cubicBezTo>
                    <a:pt x="319" y="224"/>
                    <a:pt x="335" y="299"/>
                    <a:pt x="327" y="440"/>
                  </a:cubicBezTo>
                  <a:cubicBezTo>
                    <a:pt x="326" y="457"/>
                    <a:pt x="339" y="472"/>
                    <a:pt x="357" y="473"/>
                  </a:cubicBezTo>
                  <a:cubicBezTo>
                    <a:pt x="358" y="474"/>
                    <a:pt x="358" y="474"/>
                    <a:pt x="359" y="474"/>
                  </a:cubicBezTo>
                  <a:cubicBezTo>
                    <a:pt x="376" y="474"/>
                    <a:pt x="390" y="460"/>
                    <a:pt x="391" y="443"/>
                  </a:cubicBezTo>
                  <a:cubicBezTo>
                    <a:pt x="401" y="274"/>
                    <a:pt x="380" y="164"/>
                    <a:pt x="328" y="1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 name="Oval 462"/>
            <p:cNvSpPr>
              <a:spLocks noChangeArrowheads="1"/>
            </p:cNvSpPr>
            <p:nvPr/>
          </p:nvSpPr>
          <p:spPr bwMode="auto">
            <a:xfrm>
              <a:off x="11534775" y="3033713"/>
              <a:ext cx="269875" cy="2698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40" name="组合 439"/>
          <p:cNvGrpSpPr/>
          <p:nvPr/>
        </p:nvGrpSpPr>
        <p:grpSpPr>
          <a:xfrm>
            <a:off x="7942263" y="4864101"/>
            <a:ext cx="1042987" cy="1422400"/>
            <a:chOff x="7942263" y="4864101"/>
            <a:chExt cx="1042987" cy="1422400"/>
          </a:xfrm>
          <a:solidFill>
            <a:schemeClr val="tx1">
              <a:lumMod val="65000"/>
              <a:lumOff val="35000"/>
            </a:schemeClr>
          </a:solidFill>
        </p:grpSpPr>
        <p:sp>
          <p:nvSpPr>
            <p:cNvPr id="441" name="Freeform 463"/>
            <p:cNvSpPr>
              <a:spLocks/>
            </p:cNvSpPr>
            <p:nvPr/>
          </p:nvSpPr>
          <p:spPr bwMode="auto">
            <a:xfrm>
              <a:off x="8139113" y="5027613"/>
              <a:ext cx="20638" cy="41275"/>
            </a:xfrm>
            <a:custGeom>
              <a:avLst/>
              <a:gdLst>
                <a:gd name="T0" fmla="*/ 11 w 14"/>
                <a:gd name="T1" fmla="*/ 10 h 28"/>
                <a:gd name="T2" fmla="*/ 3 w 14"/>
                <a:gd name="T3" fmla="*/ 0 h 28"/>
                <a:gd name="T4" fmla="*/ 5 w 14"/>
                <a:gd name="T5" fmla="*/ 28 h 28"/>
                <a:gd name="T6" fmla="*/ 11 w 14"/>
                <a:gd name="T7" fmla="*/ 10 h 28"/>
              </a:gdLst>
              <a:ahLst/>
              <a:cxnLst>
                <a:cxn ang="0">
                  <a:pos x="T0" y="T1"/>
                </a:cxn>
                <a:cxn ang="0">
                  <a:pos x="T2" y="T3"/>
                </a:cxn>
                <a:cxn ang="0">
                  <a:pos x="T4" y="T5"/>
                </a:cxn>
                <a:cxn ang="0">
                  <a:pos x="T6" y="T7"/>
                </a:cxn>
              </a:cxnLst>
              <a:rect l="0" t="0" r="r" b="b"/>
              <a:pathLst>
                <a:path w="14" h="28">
                  <a:moveTo>
                    <a:pt x="11" y="10"/>
                  </a:moveTo>
                  <a:cubicBezTo>
                    <a:pt x="10" y="7"/>
                    <a:pt x="7" y="3"/>
                    <a:pt x="3" y="0"/>
                  </a:cubicBezTo>
                  <a:cubicBezTo>
                    <a:pt x="0" y="9"/>
                    <a:pt x="0" y="19"/>
                    <a:pt x="5" y="28"/>
                  </a:cubicBezTo>
                  <a:cubicBezTo>
                    <a:pt x="13" y="21"/>
                    <a:pt x="14" y="17"/>
                    <a:pt x="1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 name="Freeform 464"/>
            <p:cNvSpPr>
              <a:spLocks/>
            </p:cNvSpPr>
            <p:nvPr/>
          </p:nvSpPr>
          <p:spPr bwMode="auto">
            <a:xfrm>
              <a:off x="8223250" y="5029201"/>
              <a:ext cx="762000" cy="1257300"/>
            </a:xfrm>
            <a:custGeom>
              <a:avLst/>
              <a:gdLst>
                <a:gd name="T0" fmla="*/ 436 w 509"/>
                <a:gd name="T1" fmla="*/ 121 h 842"/>
                <a:gd name="T2" fmla="*/ 381 w 509"/>
                <a:gd name="T3" fmla="*/ 96 h 842"/>
                <a:gd name="T4" fmla="*/ 378 w 509"/>
                <a:gd name="T5" fmla="*/ 96 h 842"/>
                <a:gd name="T6" fmla="*/ 344 w 509"/>
                <a:gd name="T7" fmla="*/ 96 h 842"/>
                <a:gd name="T8" fmla="*/ 335 w 509"/>
                <a:gd name="T9" fmla="*/ 236 h 842"/>
                <a:gd name="T10" fmla="*/ 330 w 509"/>
                <a:gd name="T11" fmla="*/ 239 h 842"/>
                <a:gd name="T12" fmla="*/ 317 w 509"/>
                <a:gd name="T13" fmla="*/ 145 h 842"/>
                <a:gd name="T14" fmla="*/ 301 w 509"/>
                <a:gd name="T15" fmla="*/ 148 h 842"/>
                <a:gd name="T16" fmla="*/ 301 w 509"/>
                <a:gd name="T17" fmla="*/ 148 h 842"/>
                <a:gd name="T18" fmla="*/ 301 w 509"/>
                <a:gd name="T19" fmla="*/ 148 h 842"/>
                <a:gd name="T20" fmla="*/ 285 w 509"/>
                <a:gd name="T21" fmla="*/ 145 h 842"/>
                <a:gd name="T22" fmla="*/ 272 w 509"/>
                <a:gd name="T23" fmla="*/ 239 h 842"/>
                <a:gd name="T24" fmla="*/ 267 w 509"/>
                <a:gd name="T25" fmla="*/ 236 h 842"/>
                <a:gd name="T26" fmla="*/ 258 w 509"/>
                <a:gd name="T27" fmla="*/ 96 h 842"/>
                <a:gd name="T28" fmla="*/ 227 w 509"/>
                <a:gd name="T29" fmla="*/ 96 h 842"/>
                <a:gd name="T30" fmla="*/ 12 w 509"/>
                <a:gd name="T31" fmla="*/ 0 h 842"/>
                <a:gd name="T32" fmla="*/ 7 w 509"/>
                <a:gd name="T33" fmla="*/ 7 h 842"/>
                <a:gd name="T34" fmla="*/ 1 w 509"/>
                <a:gd name="T35" fmla="*/ 21 h 842"/>
                <a:gd name="T36" fmla="*/ 15 w 509"/>
                <a:gd name="T37" fmla="*/ 34 h 842"/>
                <a:gd name="T38" fmla="*/ 17 w 509"/>
                <a:gd name="T39" fmla="*/ 36 h 842"/>
                <a:gd name="T40" fmla="*/ 39 w 509"/>
                <a:gd name="T41" fmla="*/ 49 h 842"/>
                <a:gd name="T42" fmla="*/ 133 w 509"/>
                <a:gd name="T43" fmla="*/ 135 h 842"/>
                <a:gd name="T44" fmla="*/ 134 w 509"/>
                <a:gd name="T45" fmla="*/ 137 h 842"/>
                <a:gd name="T46" fmla="*/ 193 w 509"/>
                <a:gd name="T47" fmla="*/ 154 h 842"/>
                <a:gd name="T48" fmla="*/ 193 w 509"/>
                <a:gd name="T49" fmla="*/ 325 h 842"/>
                <a:gd name="T50" fmla="*/ 193 w 509"/>
                <a:gd name="T51" fmla="*/ 401 h 842"/>
                <a:gd name="T52" fmla="*/ 193 w 509"/>
                <a:gd name="T53" fmla="*/ 793 h 842"/>
                <a:gd name="T54" fmla="*/ 242 w 509"/>
                <a:gd name="T55" fmla="*/ 842 h 842"/>
                <a:gd name="T56" fmla="*/ 292 w 509"/>
                <a:gd name="T57" fmla="*/ 793 h 842"/>
                <a:gd name="T58" fmla="*/ 292 w 509"/>
                <a:gd name="T59" fmla="*/ 431 h 842"/>
                <a:gd name="T60" fmla="*/ 310 w 509"/>
                <a:gd name="T61" fmla="*/ 431 h 842"/>
                <a:gd name="T62" fmla="*/ 310 w 509"/>
                <a:gd name="T63" fmla="*/ 793 h 842"/>
                <a:gd name="T64" fmla="*/ 360 w 509"/>
                <a:gd name="T65" fmla="*/ 842 h 842"/>
                <a:gd name="T66" fmla="*/ 409 w 509"/>
                <a:gd name="T67" fmla="*/ 793 h 842"/>
                <a:gd name="T68" fmla="*/ 409 w 509"/>
                <a:gd name="T69" fmla="*/ 401 h 842"/>
                <a:gd name="T70" fmla="*/ 409 w 509"/>
                <a:gd name="T71" fmla="*/ 325 h 842"/>
                <a:gd name="T72" fmla="*/ 409 w 509"/>
                <a:gd name="T73" fmla="*/ 192 h 842"/>
                <a:gd name="T74" fmla="*/ 435 w 509"/>
                <a:gd name="T75" fmla="*/ 445 h 842"/>
                <a:gd name="T76" fmla="*/ 465 w 509"/>
                <a:gd name="T77" fmla="*/ 479 h 842"/>
                <a:gd name="T78" fmla="*/ 467 w 509"/>
                <a:gd name="T79" fmla="*/ 479 h 842"/>
                <a:gd name="T80" fmla="*/ 499 w 509"/>
                <a:gd name="T81" fmla="*/ 449 h 842"/>
                <a:gd name="T82" fmla="*/ 436 w 509"/>
                <a:gd name="T83" fmla="*/ 121 h 8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09" h="842">
                  <a:moveTo>
                    <a:pt x="436" y="121"/>
                  </a:moveTo>
                  <a:cubicBezTo>
                    <a:pt x="414" y="100"/>
                    <a:pt x="392" y="96"/>
                    <a:pt x="381" y="96"/>
                  </a:cubicBezTo>
                  <a:cubicBezTo>
                    <a:pt x="380" y="96"/>
                    <a:pt x="379" y="96"/>
                    <a:pt x="378" y="96"/>
                  </a:cubicBezTo>
                  <a:cubicBezTo>
                    <a:pt x="344" y="96"/>
                    <a:pt x="344" y="96"/>
                    <a:pt x="344" y="96"/>
                  </a:cubicBezTo>
                  <a:cubicBezTo>
                    <a:pt x="349" y="127"/>
                    <a:pt x="363" y="218"/>
                    <a:pt x="335" y="236"/>
                  </a:cubicBezTo>
                  <a:cubicBezTo>
                    <a:pt x="333" y="237"/>
                    <a:pt x="332" y="238"/>
                    <a:pt x="330" y="239"/>
                  </a:cubicBezTo>
                  <a:cubicBezTo>
                    <a:pt x="317" y="145"/>
                    <a:pt x="317" y="145"/>
                    <a:pt x="317" y="145"/>
                  </a:cubicBezTo>
                  <a:cubicBezTo>
                    <a:pt x="312" y="147"/>
                    <a:pt x="307" y="148"/>
                    <a:pt x="301" y="148"/>
                  </a:cubicBezTo>
                  <a:cubicBezTo>
                    <a:pt x="301" y="148"/>
                    <a:pt x="301" y="148"/>
                    <a:pt x="301" y="148"/>
                  </a:cubicBezTo>
                  <a:cubicBezTo>
                    <a:pt x="301" y="148"/>
                    <a:pt x="301" y="148"/>
                    <a:pt x="301" y="148"/>
                  </a:cubicBezTo>
                  <a:cubicBezTo>
                    <a:pt x="296" y="148"/>
                    <a:pt x="290" y="147"/>
                    <a:pt x="285" y="145"/>
                  </a:cubicBezTo>
                  <a:cubicBezTo>
                    <a:pt x="272" y="239"/>
                    <a:pt x="272" y="239"/>
                    <a:pt x="272" y="239"/>
                  </a:cubicBezTo>
                  <a:cubicBezTo>
                    <a:pt x="271" y="238"/>
                    <a:pt x="269" y="237"/>
                    <a:pt x="267" y="236"/>
                  </a:cubicBezTo>
                  <a:cubicBezTo>
                    <a:pt x="240" y="218"/>
                    <a:pt x="253" y="127"/>
                    <a:pt x="258" y="96"/>
                  </a:cubicBezTo>
                  <a:cubicBezTo>
                    <a:pt x="227" y="96"/>
                    <a:pt x="227" y="96"/>
                    <a:pt x="227" y="96"/>
                  </a:cubicBezTo>
                  <a:cubicBezTo>
                    <a:pt x="207" y="92"/>
                    <a:pt x="94" y="68"/>
                    <a:pt x="12" y="0"/>
                  </a:cubicBezTo>
                  <a:cubicBezTo>
                    <a:pt x="10" y="2"/>
                    <a:pt x="8" y="5"/>
                    <a:pt x="7" y="7"/>
                  </a:cubicBezTo>
                  <a:cubicBezTo>
                    <a:pt x="5" y="11"/>
                    <a:pt x="0" y="19"/>
                    <a:pt x="1" y="21"/>
                  </a:cubicBezTo>
                  <a:cubicBezTo>
                    <a:pt x="2" y="23"/>
                    <a:pt x="8" y="28"/>
                    <a:pt x="15" y="34"/>
                  </a:cubicBezTo>
                  <a:cubicBezTo>
                    <a:pt x="17" y="36"/>
                    <a:pt x="17" y="36"/>
                    <a:pt x="17" y="36"/>
                  </a:cubicBezTo>
                  <a:cubicBezTo>
                    <a:pt x="22" y="40"/>
                    <a:pt x="30" y="44"/>
                    <a:pt x="39" y="49"/>
                  </a:cubicBezTo>
                  <a:cubicBezTo>
                    <a:pt x="66" y="65"/>
                    <a:pt x="104" y="86"/>
                    <a:pt x="133" y="135"/>
                  </a:cubicBezTo>
                  <a:cubicBezTo>
                    <a:pt x="134" y="135"/>
                    <a:pt x="134" y="136"/>
                    <a:pt x="134" y="137"/>
                  </a:cubicBezTo>
                  <a:cubicBezTo>
                    <a:pt x="158" y="145"/>
                    <a:pt x="178" y="150"/>
                    <a:pt x="193" y="154"/>
                  </a:cubicBezTo>
                  <a:cubicBezTo>
                    <a:pt x="193" y="325"/>
                    <a:pt x="193" y="325"/>
                    <a:pt x="193" y="325"/>
                  </a:cubicBezTo>
                  <a:cubicBezTo>
                    <a:pt x="193" y="401"/>
                    <a:pt x="193" y="401"/>
                    <a:pt x="193" y="401"/>
                  </a:cubicBezTo>
                  <a:cubicBezTo>
                    <a:pt x="193" y="793"/>
                    <a:pt x="193" y="793"/>
                    <a:pt x="193" y="793"/>
                  </a:cubicBezTo>
                  <a:cubicBezTo>
                    <a:pt x="193" y="820"/>
                    <a:pt x="215" y="842"/>
                    <a:pt x="242" y="842"/>
                  </a:cubicBezTo>
                  <a:cubicBezTo>
                    <a:pt x="270" y="842"/>
                    <a:pt x="292" y="820"/>
                    <a:pt x="292" y="793"/>
                  </a:cubicBezTo>
                  <a:cubicBezTo>
                    <a:pt x="292" y="431"/>
                    <a:pt x="292" y="431"/>
                    <a:pt x="292" y="431"/>
                  </a:cubicBezTo>
                  <a:cubicBezTo>
                    <a:pt x="310" y="431"/>
                    <a:pt x="310" y="431"/>
                    <a:pt x="310" y="431"/>
                  </a:cubicBezTo>
                  <a:cubicBezTo>
                    <a:pt x="310" y="793"/>
                    <a:pt x="310" y="793"/>
                    <a:pt x="310" y="793"/>
                  </a:cubicBezTo>
                  <a:cubicBezTo>
                    <a:pt x="310" y="820"/>
                    <a:pt x="333" y="842"/>
                    <a:pt x="360" y="842"/>
                  </a:cubicBezTo>
                  <a:cubicBezTo>
                    <a:pt x="387" y="842"/>
                    <a:pt x="409" y="820"/>
                    <a:pt x="409" y="793"/>
                  </a:cubicBezTo>
                  <a:cubicBezTo>
                    <a:pt x="409" y="401"/>
                    <a:pt x="409" y="401"/>
                    <a:pt x="409" y="401"/>
                  </a:cubicBezTo>
                  <a:cubicBezTo>
                    <a:pt x="409" y="325"/>
                    <a:pt x="409" y="325"/>
                    <a:pt x="409" y="325"/>
                  </a:cubicBezTo>
                  <a:cubicBezTo>
                    <a:pt x="409" y="192"/>
                    <a:pt x="409" y="192"/>
                    <a:pt x="409" y="192"/>
                  </a:cubicBezTo>
                  <a:cubicBezTo>
                    <a:pt x="427" y="230"/>
                    <a:pt x="443" y="305"/>
                    <a:pt x="435" y="445"/>
                  </a:cubicBezTo>
                  <a:cubicBezTo>
                    <a:pt x="434" y="463"/>
                    <a:pt x="447" y="478"/>
                    <a:pt x="465" y="479"/>
                  </a:cubicBezTo>
                  <a:cubicBezTo>
                    <a:pt x="466" y="479"/>
                    <a:pt x="466" y="479"/>
                    <a:pt x="467" y="479"/>
                  </a:cubicBezTo>
                  <a:cubicBezTo>
                    <a:pt x="484" y="479"/>
                    <a:pt x="498" y="466"/>
                    <a:pt x="499" y="449"/>
                  </a:cubicBezTo>
                  <a:cubicBezTo>
                    <a:pt x="509" y="280"/>
                    <a:pt x="488" y="170"/>
                    <a:pt x="436" y="1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 name="Oval 465"/>
            <p:cNvSpPr>
              <a:spLocks noChangeArrowheads="1"/>
            </p:cNvSpPr>
            <p:nvPr/>
          </p:nvSpPr>
          <p:spPr bwMode="auto">
            <a:xfrm>
              <a:off x="8539163" y="4868863"/>
              <a:ext cx="268288" cy="2682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 name="Freeform 466"/>
            <p:cNvSpPr>
              <a:spLocks/>
            </p:cNvSpPr>
            <p:nvPr/>
          </p:nvSpPr>
          <p:spPr bwMode="auto">
            <a:xfrm>
              <a:off x="8639175" y="5172076"/>
              <a:ext cx="68263" cy="60325"/>
            </a:xfrm>
            <a:custGeom>
              <a:avLst/>
              <a:gdLst>
                <a:gd name="T0" fmla="*/ 2 w 46"/>
                <a:gd name="T1" fmla="*/ 32 h 40"/>
                <a:gd name="T2" fmla="*/ 23 w 46"/>
                <a:gd name="T3" fmla="*/ 40 h 40"/>
                <a:gd name="T4" fmla="*/ 45 w 46"/>
                <a:gd name="T5" fmla="*/ 32 h 40"/>
                <a:gd name="T6" fmla="*/ 46 w 46"/>
                <a:gd name="T7" fmla="*/ 30 h 40"/>
                <a:gd name="T8" fmla="*/ 38 w 46"/>
                <a:gd name="T9" fmla="*/ 0 h 40"/>
                <a:gd name="T10" fmla="*/ 23 w 46"/>
                <a:gd name="T11" fmla="*/ 0 h 40"/>
                <a:gd name="T12" fmla="*/ 8 w 46"/>
                <a:gd name="T13" fmla="*/ 0 h 40"/>
                <a:gd name="T14" fmla="*/ 0 w 46"/>
                <a:gd name="T15" fmla="*/ 30 h 40"/>
                <a:gd name="T16" fmla="*/ 2 w 46"/>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0">
                  <a:moveTo>
                    <a:pt x="2" y="32"/>
                  </a:moveTo>
                  <a:cubicBezTo>
                    <a:pt x="8" y="37"/>
                    <a:pt x="15" y="40"/>
                    <a:pt x="23" y="40"/>
                  </a:cubicBezTo>
                  <a:cubicBezTo>
                    <a:pt x="31" y="40"/>
                    <a:pt x="39" y="37"/>
                    <a:pt x="45" y="32"/>
                  </a:cubicBezTo>
                  <a:cubicBezTo>
                    <a:pt x="46" y="30"/>
                    <a:pt x="46" y="30"/>
                    <a:pt x="46" y="30"/>
                  </a:cubicBezTo>
                  <a:cubicBezTo>
                    <a:pt x="38" y="0"/>
                    <a:pt x="38" y="0"/>
                    <a:pt x="38" y="0"/>
                  </a:cubicBezTo>
                  <a:cubicBezTo>
                    <a:pt x="23" y="0"/>
                    <a:pt x="23" y="0"/>
                    <a:pt x="23" y="0"/>
                  </a:cubicBezTo>
                  <a:cubicBezTo>
                    <a:pt x="8" y="0"/>
                    <a:pt x="8" y="0"/>
                    <a:pt x="8" y="0"/>
                  </a:cubicBezTo>
                  <a:cubicBezTo>
                    <a:pt x="0" y="30"/>
                    <a:pt x="0" y="30"/>
                    <a:pt x="0" y="30"/>
                  </a:cubicBezTo>
                  <a:lnTo>
                    <a:pt x="2"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 name="Freeform 467"/>
            <p:cNvSpPr>
              <a:spLocks noEditPoints="1"/>
            </p:cNvSpPr>
            <p:nvPr/>
          </p:nvSpPr>
          <p:spPr bwMode="auto">
            <a:xfrm>
              <a:off x="7942263" y="4864101"/>
              <a:ext cx="517525" cy="685800"/>
            </a:xfrm>
            <a:custGeom>
              <a:avLst/>
              <a:gdLst>
                <a:gd name="T0" fmla="*/ 200 w 347"/>
                <a:gd name="T1" fmla="*/ 153 h 459"/>
                <a:gd name="T2" fmla="*/ 187 w 347"/>
                <a:gd name="T3" fmla="*/ 113 h 459"/>
                <a:gd name="T4" fmla="*/ 245 w 347"/>
                <a:gd name="T5" fmla="*/ 49 h 459"/>
                <a:gd name="T6" fmla="*/ 162 w 347"/>
                <a:gd name="T7" fmla="*/ 34 h 459"/>
                <a:gd name="T8" fmla="*/ 71 w 347"/>
                <a:gd name="T9" fmla="*/ 33 h 459"/>
                <a:gd name="T10" fmla="*/ 151 w 347"/>
                <a:gd name="T11" fmla="*/ 115 h 459"/>
                <a:gd name="T12" fmla="*/ 105 w 347"/>
                <a:gd name="T13" fmla="*/ 171 h 459"/>
                <a:gd name="T14" fmla="*/ 20 w 347"/>
                <a:gd name="T15" fmla="*/ 259 h 459"/>
                <a:gd name="T16" fmla="*/ 22 w 347"/>
                <a:gd name="T17" fmla="*/ 406 h 459"/>
                <a:gd name="T18" fmla="*/ 9 w 347"/>
                <a:gd name="T19" fmla="*/ 421 h 459"/>
                <a:gd name="T20" fmla="*/ 11 w 347"/>
                <a:gd name="T21" fmla="*/ 448 h 459"/>
                <a:gd name="T22" fmla="*/ 38 w 347"/>
                <a:gd name="T23" fmla="*/ 446 h 459"/>
                <a:gd name="T24" fmla="*/ 50 w 347"/>
                <a:gd name="T25" fmla="*/ 431 h 459"/>
                <a:gd name="T26" fmla="*/ 171 w 347"/>
                <a:gd name="T27" fmla="*/ 457 h 459"/>
                <a:gd name="T28" fmla="*/ 276 w 347"/>
                <a:gd name="T29" fmla="*/ 432 h 459"/>
                <a:gd name="T30" fmla="*/ 290 w 347"/>
                <a:gd name="T31" fmla="*/ 449 h 459"/>
                <a:gd name="T32" fmla="*/ 317 w 347"/>
                <a:gd name="T33" fmla="*/ 451 h 459"/>
                <a:gd name="T34" fmla="*/ 319 w 347"/>
                <a:gd name="T35" fmla="*/ 424 h 459"/>
                <a:gd name="T36" fmla="*/ 304 w 347"/>
                <a:gd name="T37" fmla="*/ 406 h 459"/>
                <a:gd name="T38" fmla="*/ 314 w 347"/>
                <a:gd name="T39" fmla="*/ 249 h 459"/>
                <a:gd name="T40" fmla="*/ 200 w 347"/>
                <a:gd name="T41" fmla="*/ 153 h 459"/>
                <a:gd name="T42" fmla="*/ 175 w 347"/>
                <a:gd name="T43" fmla="*/ 369 h 459"/>
                <a:gd name="T44" fmla="*/ 175 w 347"/>
                <a:gd name="T45" fmla="*/ 384 h 459"/>
                <a:gd name="T46" fmla="*/ 160 w 347"/>
                <a:gd name="T47" fmla="*/ 384 h 459"/>
                <a:gd name="T48" fmla="*/ 160 w 347"/>
                <a:gd name="T49" fmla="*/ 369 h 459"/>
                <a:gd name="T50" fmla="*/ 118 w 347"/>
                <a:gd name="T51" fmla="*/ 350 h 459"/>
                <a:gd name="T52" fmla="*/ 137 w 347"/>
                <a:gd name="T53" fmla="*/ 337 h 459"/>
                <a:gd name="T54" fmla="*/ 169 w 347"/>
                <a:gd name="T55" fmla="*/ 351 h 459"/>
                <a:gd name="T56" fmla="*/ 188 w 347"/>
                <a:gd name="T57" fmla="*/ 335 h 459"/>
                <a:gd name="T58" fmla="*/ 181 w 347"/>
                <a:gd name="T59" fmla="*/ 321 h 459"/>
                <a:gd name="T60" fmla="*/ 157 w 347"/>
                <a:gd name="T61" fmla="*/ 307 h 459"/>
                <a:gd name="T62" fmla="*/ 120 w 347"/>
                <a:gd name="T63" fmla="*/ 268 h 459"/>
                <a:gd name="T64" fmla="*/ 160 w 347"/>
                <a:gd name="T65" fmla="*/ 234 h 459"/>
                <a:gd name="T66" fmla="*/ 160 w 347"/>
                <a:gd name="T67" fmla="*/ 222 h 459"/>
                <a:gd name="T68" fmla="*/ 175 w 347"/>
                <a:gd name="T69" fmla="*/ 222 h 459"/>
                <a:gd name="T70" fmla="*/ 175 w 347"/>
                <a:gd name="T71" fmla="*/ 234 h 459"/>
                <a:gd name="T72" fmla="*/ 213 w 347"/>
                <a:gd name="T73" fmla="*/ 249 h 459"/>
                <a:gd name="T74" fmla="*/ 193 w 347"/>
                <a:gd name="T75" fmla="*/ 262 h 459"/>
                <a:gd name="T76" fmla="*/ 168 w 347"/>
                <a:gd name="T77" fmla="*/ 252 h 459"/>
                <a:gd name="T78" fmla="*/ 148 w 347"/>
                <a:gd name="T79" fmla="*/ 267 h 459"/>
                <a:gd name="T80" fmla="*/ 155 w 347"/>
                <a:gd name="T81" fmla="*/ 280 h 459"/>
                <a:gd name="T82" fmla="*/ 177 w 347"/>
                <a:gd name="T83" fmla="*/ 292 h 459"/>
                <a:gd name="T84" fmla="*/ 217 w 347"/>
                <a:gd name="T85" fmla="*/ 334 h 459"/>
                <a:gd name="T86" fmla="*/ 175 w 347"/>
                <a:gd name="T87" fmla="*/ 369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47" h="459">
                  <a:moveTo>
                    <a:pt x="200" y="153"/>
                  </a:moveTo>
                  <a:cubicBezTo>
                    <a:pt x="178" y="135"/>
                    <a:pt x="176" y="134"/>
                    <a:pt x="187" y="113"/>
                  </a:cubicBezTo>
                  <a:cubicBezTo>
                    <a:pt x="199" y="91"/>
                    <a:pt x="244" y="70"/>
                    <a:pt x="245" y="49"/>
                  </a:cubicBezTo>
                  <a:cubicBezTo>
                    <a:pt x="247" y="27"/>
                    <a:pt x="143" y="0"/>
                    <a:pt x="162" y="34"/>
                  </a:cubicBezTo>
                  <a:cubicBezTo>
                    <a:pt x="181" y="68"/>
                    <a:pt x="86" y="15"/>
                    <a:pt x="71" y="33"/>
                  </a:cubicBezTo>
                  <a:cubicBezTo>
                    <a:pt x="56" y="51"/>
                    <a:pt x="139" y="88"/>
                    <a:pt x="151" y="115"/>
                  </a:cubicBezTo>
                  <a:cubicBezTo>
                    <a:pt x="163" y="142"/>
                    <a:pt x="133" y="147"/>
                    <a:pt x="105" y="171"/>
                  </a:cubicBezTo>
                  <a:cubicBezTo>
                    <a:pt x="77" y="195"/>
                    <a:pt x="42" y="217"/>
                    <a:pt x="20" y="259"/>
                  </a:cubicBezTo>
                  <a:cubicBezTo>
                    <a:pt x="0" y="297"/>
                    <a:pt x="17" y="384"/>
                    <a:pt x="22" y="406"/>
                  </a:cubicBezTo>
                  <a:cubicBezTo>
                    <a:pt x="9" y="421"/>
                    <a:pt x="9" y="421"/>
                    <a:pt x="9" y="421"/>
                  </a:cubicBezTo>
                  <a:cubicBezTo>
                    <a:pt x="2" y="430"/>
                    <a:pt x="3" y="442"/>
                    <a:pt x="11" y="448"/>
                  </a:cubicBezTo>
                  <a:cubicBezTo>
                    <a:pt x="19" y="455"/>
                    <a:pt x="31" y="454"/>
                    <a:pt x="38" y="446"/>
                  </a:cubicBezTo>
                  <a:cubicBezTo>
                    <a:pt x="50" y="431"/>
                    <a:pt x="50" y="431"/>
                    <a:pt x="50" y="431"/>
                  </a:cubicBezTo>
                  <a:cubicBezTo>
                    <a:pt x="74" y="444"/>
                    <a:pt x="114" y="459"/>
                    <a:pt x="171" y="457"/>
                  </a:cubicBezTo>
                  <a:cubicBezTo>
                    <a:pt x="224" y="455"/>
                    <a:pt x="257" y="443"/>
                    <a:pt x="276" y="432"/>
                  </a:cubicBezTo>
                  <a:cubicBezTo>
                    <a:pt x="290" y="449"/>
                    <a:pt x="290" y="449"/>
                    <a:pt x="290" y="449"/>
                  </a:cubicBezTo>
                  <a:cubicBezTo>
                    <a:pt x="297" y="457"/>
                    <a:pt x="309" y="458"/>
                    <a:pt x="317" y="451"/>
                  </a:cubicBezTo>
                  <a:cubicBezTo>
                    <a:pt x="325" y="445"/>
                    <a:pt x="326" y="433"/>
                    <a:pt x="319" y="424"/>
                  </a:cubicBezTo>
                  <a:cubicBezTo>
                    <a:pt x="304" y="406"/>
                    <a:pt x="304" y="406"/>
                    <a:pt x="304" y="406"/>
                  </a:cubicBezTo>
                  <a:cubicBezTo>
                    <a:pt x="315" y="384"/>
                    <a:pt x="347" y="304"/>
                    <a:pt x="314" y="249"/>
                  </a:cubicBezTo>
                  <a:cubicBezTo>
                    <a:pt x="276" y="185"/>
                    <a:pt x="222" y="171"/>
                    <a:pt x="200" y="153"/>
                  </a:cubicBezTo>
                  <a:close/>
                  <a:moveTo>
                    <a:pt x="175" y="369"/>
                  </a:moveTo>
                  <a:cubicBezTo>
                    <a:pt x="175" y="384"/>
                    <a:pt x="175" y="384"/>
                    <a:pt x="175" y="384"/>
                  </a:cubicBezTo>
                  <a:cubicBezTo>
                    <a:pt x="160" y="384"/>
                    <a:pt x="160" y="384"/>
                    <a:pt x="160" y="384"/>
                  </a:cubicBezTo>
                  <a:cubicBezTo>
                    <a:pt x="160" y="369"/>
                    <a:pt x="160" y="369"/>
                    <a:pt x="160" y="369"/>
                  </a:cubicBezTo>
                  <a:cubicBezTo>
                    <a:pt x="144" y="367"/>
                    <a:pt x="129" y="361"/>
                    <a:pt x="118" y="350"/>
                  </a:cubicBezTo>
                  <a:cubicBezTo>
                    <a:pt x="137" y="337"/>
                    <a:pt x="137" y="337"/>
                    <a:pt x="137" y="337"/>
                  </a:cubicBezTo>
                  <a:cubicBezTo>
                    <a:pt x="149" y="348"/>
                    <a:pt x="157" y="351"/>
                    <a:pt x="169" y="351"/>
                  </a:cubicBezTo>
                  <a:cubicBezTo>
                    <a:pt x="181" y="351"/>
                    <a:pt x="188" y="345"/>
                    <a:pt x="188" y="335"/>
                  </a:cubicBezTo>
                  <a:cubicBezTo>
                    <a:pt x="188" y="330"/>
                    <a:pt x="186" y="325"/>
                    <a:pt x="181" y="321"/>
                  </a:cubicBezTo>
                  <a:cubicBezTo>
                    <a:pt x="176" y="317"/>
                    <a:pt x="173" y="316"/>
                    <a:pt x="157" y="307"/>
                  </a:cubicBezTo>
                  <a:cubicBezTo>
                    <a:pt x="129" y="294"/>
                    <a:pt x="120" y="284"/>
                    <a:pt x="120" y="268"/>
                  </a:cubicBezTo>
                  <a:cubicBezTo>
                    <a:pt x="120" y="250"/>
                    <a:pt x="136" y="237"/>
                    <a:pt x="160" y="234"/>
                  </a:cubicBezTo>
                  <a:cubicBezTo>
                    <a:pt x="160" y="222"/>
                    <a:pt x="160" y="222"/>
                    <a:pt x="160" y="222"/>
                  </a:cubicBezTo>
                  <a:cubicBezTo>
                    <a:pt x="175" y="222"/>
                    <a:pt x="175" y="222"/>
                    <a:pt x="175" y="222"/>
                  </a:cubicBezTo>
                  <a:cubicBezTo>
                    <a:pt x="175" y="234"/>
                    <a:pt x="175" y="234"/>
                    <a:pt x="175" y="234"/>
                  </a:cubicBezTo>
                  <a:cubicBezTo>
                    <a:pt x="190" y="235"/>
                    <a:pt x="202" y="240"/>
                    <a:pt x="213" y="249"/>
                  </a:cubicBezTo>
                  <a:cubicBezTo>
                    <a:pt x="193" y="262"/>
                    <a:pt x="193" y="262"/>
                    <a:pt x="193" y="262"/>
                  </a:cubicBezTo>
                  <a:cubicBezTo>
                    <a:pt x="186" y="255"/>
                    <a:pt x="178" y="252"/>
                    <a:pt x="168" y="252"/>
                  </a:cubicBezTo>
                  <a:cubicBezTo>
                    <a:pt x="155" y="252"/>
                    <a:pt x="148" y="258"/>
                    <a:pt x="148" y="267"/>
                  </a:cubicBezTo>
                  <a:cubicBezTo>
                    <a:pt x="148" y="272"/>
                    <a:pt x="150" y="277"/>
                    <a:pt x="155" y="280"/>
                  </a:cubicBezTo>
                  <a:cubicBezTo>
                    <a:pt x="159" y="283"/>
                    <a:pt x="161" y="284"/>
                    <a:pt x="177" y="292"/>
                  </a:cubicBezTo>
                  <a:cubicBezTo>
                    <a:pt x="207" y="307"/>
                    <a:pt x="217" y="317"/>
                    <a:pt x="217" y="334"/>
                  </a:cubicBezTo>
                  <a:cubicBezTo>
                    <a:pt x="217" y="354"/>
                    <a:pt x="201" y="366"/>
                    <a:pt x="175" y="3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46" name="组合 445"/>
          <p:cNvGrpSpPr/>
          <p:nvPr/>
        </p:nvGrpSpPr>
        <p:grpSpPr>
          <a:xfrm>
            <a:off x="9490075" y="4864101"/>
            <a:ext cx="663575" cy="1417637"/>
            <a:chOff x="9490075" y="4864101"/>
            <a:chExt cx="663575" cy="1417637"/>
          </a:xfrm>
          <a:solidFill>
            <a:schemeClr val="tx1">
              <a:lumMod val="65000"/>
              <a:lumOff val="35000"/>
            </a:schemeClr>
          </a:solidFill>
        </p:grpSpPr>
        <p:sp>
          <p:nvSpPr>
            <p:cNvPr id="447" name="Freeform 478"/>
            <p:cNvSpPr>
              <a:spLocks noEditPoints="1"/>
            </p:cNvSpPr>
            <p:nvPr/>
          </p:nvSpPr>
          <p:spPr bwMode="auto">
            <a:xfrm>
              <a:off x="9490075" y="5167313"/>
              <a:ext cx="663575" cy="1114425"/>
            </a:xfrm>
            <a:custGeom>
              <a:avLst/>
              <a:gdLst>
                <a:gd name="T0" fmla="*/ 357 w 445"/>
                <a:gd name="T1" fmla="*/ 25 h 746"/>
                <a:gd name="T2" fmla="*/ 301 w 445"/>
                <a:gd name="T3" fmla="*/ 0 h 746"/>
                <a:gd name="T4" fmla="*/ 299 w 445"/>
                <a:gd name="T5" fmla="*/ 0 h 746"/>
                <a:gd name="T6" fmla="*/ 145 w 445"/>
                <a:gd name="T7" fmla="*/ 0 h 746"/>
                <a:gd name="T8" fmla="*/ 143 w 445"/>
                <a:gd name="T9" fmla="*/ 0 h 746"/>
                <a:gd name="T10" fmla="*/ 87 w 445"/>
                <a:gd name="T11" fmla="*/ 25 h 746"/>
                <a:gd name="T12" fmla="*/ 52 w 445"/>
                <a:gd name="T13" fmla="*/ 79 h 746"/>
                <a:gd name="T14" fmla="*/ 0 w 445"/>
                <a:gd name="T15" fmla="*/ 79 h 746"/>
                <a:gd name="T16" fmla="*/ 0 w 445"/>
                <a:gd name="T17" fmla="*/ 367 h 746"/>
                <a:gd name="T18" fmla="*/ 29 w 445"/>
                <a:gd name="T19" fmla="*/ 367 h 746"/>
                <a:gd name="T20" fmla="*/ 56 w 445"/>
                <a:gd name="T21" fmla="*/ 383 h 746"/>
                <a:gd name="T22" fmla="*/ 58 w 445"/>
                <a:gd name="T23" fmla="*/ 383 h 746"/>
                <a:gd name="T24" fmla="*/ 84 w 445"/>
                <a:gd name="T25" fmla="*/ 367 h 746"/>
                <a:gd name="T26" fmla="*/ 114 w 445"/>
                <a:gd name="T27" fmla="*/ 367 h 746"/>
                <a:gd name="T28" fmla="*/ 114 w 445"/>
                <a:gd name="T29" fmla="*/ 697 h 746"/>
                <a:gd name="T30" fmla="*/ 163 w 445"/>
                <a:gd name="T31" fmla="*/ 746 h 746"/>
                <a:gd name="T32" fmla="*/ 213 w 445"/>
                <a:gd name="T33" fmla="*/ 697 h 746"/>
                <a:gd name="T34" fmla="*/ 213 w 445"/>
                <a:gd name="T35" fmla="*/ 367 h 746"/>
                <a:gd name="T36" fmla="*/ 231 w 445"/>
                <a:gd name="T37" fmla="*/ 367 h 746"/>
                <a:gd name="T38" fmla="*/ 231 w 445"/>
                <a:gd name="T39" fmla="*/ 697 h 746"/>
                <a:gd name="T40" fmla="*/ 281 w 445"/>
                <a:gd name="T41" fmla="*/ 746 h 746"/>
                <a:gd name="T42" fmla="*/ 330 w 445"/>
                <a:gd name="T43" fmla="*/ 697 h 746"/>
                <a:gd name="T44" fmla="*/ 330 w 445"/>
                <a:gd name="T45" fmla="*/ 367 h 746"/>
                <a:gd name="T46" fmla="*/ 360 w 445"/>
                <a:gd name="T47" fmla="*/ 367 h 746"/>
                <a:gd name="T48" fmla="*/ 386 w 445"/>
                <a:gd name="T49" fmla="*/ 383 h 746"/>
                <a:gd name="T50" fmla="*/ 388 w 445"/>
                <a:gd name="T51" fmla="*/ 383 h 746"/>
                <a:gd name="T52" fmla="*/ 416 w 445"/>
                <a:gd name="T53" fmla="*/ 367 h 746"/>
                <a:gd name="T54" fmla="*/ 445 w 445"/>
                <a:gd name="T55" fmla="*/ 367 h 746"/>
                <a:gd name="T56" fmla="*/ 445 w 445"/>
                <a:gd name="T57" fmla="*/ 79 h 746"/>
                <a:gd name="T58" fmla="*/ 393 w 445"/>
                <a:gd name="T59" fmla="*/ 79 h 746"/>
                <a:gd name="T60" fmla="*/ 357 w 445"/>
                <a:gd name="T61" fmla="*/ 25 h 746"/>
                <a:gd name="T62" fmla="*/ 429 w 445"/>
                <a:gd name="T63" fmla="*/ 351 h 746"/>
                <a:gd name="T64" fmla="*/ 16 w 445"/>
                <a:gd name="T65" fmla="*/ 351 h 746"/>
                <a:gd name="T66" fmla="*/ 16 w 445"/>
                <a:gd name="T67" fmla="*/ 95 h 746"/>
                <a:gd name="T68" fmla="*/ 429 w 445"/>
                <a:gd name="T69" fmla="*/ 95 h 746"/>
                <a:gd name="T70" fmla="*/ 429 w 445"/>
                <a:gd name="T71" fmla="*/ 351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45" h="746">
                  <a:moveTo>
                    <a:pt x="357" y="25"/>
                  </a:moveTo>
                  <a:cubicBezTo>
                    <a:pt x="335" y="4"/>
                    <a:pt x="313" y="0"/>
                    <a:pt x="301" y="0"/>
                  </a:cubicBezTo>
                  <a:cubicBezTo>
                    <a:pt x="301" y="0"/>
                    <a:pt x="300" y="0"/>
                    <a:pt x="299" y="0"/>
                  </a:cubicBezTo>
                  <a:cubicBezTo>
                    <a:pt x="145" y="0"/>
                    <a:pt x="145" y="0"/>
                    <a:pt x="145" y="0"/>
                  </a:cubicBezTo>
                  <a:cubicBezTo>
                    <a:pt x="144" y="0"/>
                    <a:pt x="144" y="0"/>
                    <a:pt x="143" y="0"/>
                  </a:cubicBezTo>
                  <a:cubicBezTo>
                    <a:pt x="132" y="0"/>
                    <a:pt x="110" y="4"/>
                    <a:pt x="87" y="25"/>
                  </a:cubicBezTo>
                  <a:cubicBezTo>
                    <a:pt x="73" y="38"/>
                    <a:pt x="61" y="56"/>
                    <a:pt x="52" y="79"/>
                  </a:cubicBezTo>
                  <a:cubicBezTo>
                    <a:pt x="0" y="79"/>
                    <a:pt x="0" y="79"/>
                    <a:pt x="0" y="79"/>
                  </a:cubicBezTo>
                  <a:cubicBezTo>
                    <a:pt x="0" y="367"/>
                    <a:pt x="0" y="367"/>
                    <a:pt x="0" y="367"/>
                  </a:cubicBezTo>
                  <a:cubicBezTo>
                    <a:pt x="29" y="367"/>
                    <a:pt x="29" y="367"/>
                    <a:pt x="29" y="367"/>
                  </a:cubicBezTo>
                  <a:cubicBezTo>
                    <a:pt x="34" y="377"/>
                    <a:pt x="45" y="383"/>
                    <a:pt x="56" y="383"/>
                  </a:cubicBezTo>
                  <a:cubicBezTo>
                    <a:pt x="57" y="383"/>
                    <a:pt x="58" y="383"/>
                    <a:pt x="58" y="383"/>
                  </a:cubicBezTo>
                  <a:cubicBezTo>
                    <a:pt x="69" y="382"/>
                    <a:pt x="79" y="376"/>
                    <a:pt x="84" y="367"/>
                  </a:cubicBezTo>
                  <a:cubicBezTo>
                    <a:pt x="114" y="367"/>
                    <a:pt x="114" y="367"/>
                    <a:pt x="114" y="367"/>
                  </a:cubicBezTo>
                  <a:cubicBezTo>
                    <a:pt x="114" y="697"/>
                    <a:pt x="114" y="697"/>
                    <a:pt x="114" y="697"/>
                  </a:cubicBezTo>
                  <a:cubicBezTo>
                    <a:pt x="114" y="724"/>
                    <a:pt x="136" y="746"/>
                    <a:pt x="163" y="746"/>
                  </a:cubicBezTo>
                  <a:cubicBezTo>
                    <a:pt x="191" y="746"/>
                    <a:pt x="213" y="724"/>
                    <a:pt x="213" y="697"/>
                  </a:cubicBezTo>
                  <a:cubicBezTo>
                    <a:pt x="213" y="367"/>
                    <a:pt x="213" y="367"/>
                    <a:pt x="213" y="367"/>
                  </a:cubicBezTo>
                  <a:cubicBezTo>
                    <a:pt x="231" y="367"/>
                    <a:pt x="231" y="367"/>
                    <a:pt x="231" y="367"/>
                  </a:cubicBezTo>
                  <a:cubicBezTo>
                    <a:pt x="231" y="697"/>
                    <a:pt x="231" y="697"/>
                    <a:pt x="231" y="697"/>
                  </a:cubicBezTo>
                  <a:cubicBezTo>
                    <a:pt x="231" y="724"/>
                    <a:pt x="254" y="746"/>
                    <a:pt x="281" y="746"/>
                  </a:cubicBezTo>
                  <a:cubicBezTo>
                    <a:pt x="308" y="746"/>
                    <a:pt x="330" y="724"/>
                    <a:pt x="330" y="697"/>
                  </a:cubicBezTo>
                  <a:cubicBezTo>
                    <a:pt x="330" y="367"/>
                    <a:pt x="330" y="367"/>
                    <a:pt x="330" y="367"/>
                  </a:cubicBezTo>
                  <a:cubicBezTo>
                    <a:pt x="360" y="367"/>
                    <a:pt x="360" y="367"/>
                    <a:pt x="360" y="367"/>
                  </a:cubicBezTo>
                  <a:cubicBezTo>
                    <a:pt x="365" y="376"/>
                    <a:pt x="375" y="382"/>
                    <a:pt x="386" y="383"/>
                  </a:cubicBezTo>
                  <a:cubicBezTo>
                    <a:pt x="387" y="383"/>
                    <a:pt x="387" y="383"/>
                    <a:pt x="388" y="383"/>
                  </a:cubicBezTo>
                  <a:cubicBezTo>
                    <a:pt x="400" y="383"/>
                    <a:pt x="410" y="377"/>
                    <a:pt x="416" y="367"/>
                  </a:cubicBezTo>
                  <a:cubicBezTo>
                    <a:pt x="445" y="367"/>
                    <a:pt x="445" y="367"/>
                    <a:pt x="445" y="367"/>
                  </a:cubicBezTo>
                  <a:cubicBezTo>
                    <a:pt x="445" y="79"/>
                    <a:pt x="445" y="79"/>
                    <a:pt x="445" y="79"/>
                  </a:cubicBezTo>
                  <a:cubicBezTo>
                    <a:pt x="393" y="79"/>
                    <a:pt x="393" y="79"/>
                    <a:pt x="393" y="79"/>
                  </a:cubicBezTo>
                  <a:cubicBezTo>
                    <a:pt x="383" y="56"/>
                    <a:pt x="371" y="38"/>
                    <a:pt x="357" y="25"/>
                  </a:cubicBezTo>
                  <a:close/>
                  <a:moveTo>
                    <a:pt x="429" y="351"/>
                  </a:moveTo>
                  <a:cubicBezTo>
                    <a:pt x="16" y="351"/>
                    <a:pt x="16" y="351"/>
                    <a:pt x="16" y="351"/>
                  </a:cubicBezTo>
                  <a:cubicBezTo>
                    <a:pt x="16" y="95"/>
                    <a:pt x="16" y="95"/>
                    <a:pt x="16" y="95"/>
                  </a:cubicBezTo>
                  <a:cubicBezTo>
                    <a:pt x="429" y="95"/>
                    <a:pt x="429" y="95"/>
                    <a:pt x="429" y="95"/>
                  </a:cubicBezTo>
                  <a:lnTo>
                    <a:pt x="429" y="3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 name="Oval 479"/>
            <p:cNvSpPr>
              <a:spLocks noChangeArrowheads="1"/>
            </p:cNvSpPr>
            <p:nvPr/>
          </p:nvSpPr>
          <p:spPr bwMode="auto">
            <a:xfrm>
              <a:off x="9686925" y="4864101"/>
              <a:ext cx="268288" cy="2682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 name="Freeform 481"/>
            <p:cNvSpPr>
              <a:spLocks noEditPoints="1"/>
            </p:cNvSpPr>
            <p:nvPr/>
          </p:nvSpPr>
          <p:spPr bwMode="auto">
            <a:xfrm>
              <a:off x="9548813" y="5424488"/>
              <a:ext cx="128588" cy="152400"/>
            </a:xfrm>
            <a:custGeom>
              <a:avLst/>
              <a:gdLst>
                <a:gd name="T0" fmla="*/ 86 w 86"/>
                <a:gd name="T1" fmla="*/ 51 h 102"/>
                <a:gd name="T2" fmla="*/ 44 w 86"/>
                <a:gd name="T3" fmla="*/ 0 h 102"/>
                <a:gd name="T4" fmla="*/ 0 w 86"/>
                <a:gd name="T5" fmla="*/ 51 h 102"/>
                <a:gd name="T6" fmla="*/ 43 w 86"/>
                <a:gd name="T7" fmla="*/ 102 h 102"/>
                <a:gd name="T8" fmla="*/ 86 w 86"/>
                <a:gd name="T9" fmla="*/ 51 h 102"/>
                <a:gd name="T10" fmla="*/ 44 w 86"/>
                <a:gd name="T11" fmla="*/ 87 h 102"/>
                <a:gd name="T12" fmla="*/ 19 w 86"/>
                <a:gd name="T13" fmla="*/ 51 h 102"/>
                <a:gd name="T14" fmla="*/ 43 w 86"/>
                <a:gd name="T15" fmla="*/ 15 h 102"/>
                <a:gd name="T16" fmla="*/ 67 w 86"/>
                <a:gd name="T17" fmla="*/ 52 h 102"/>
                <a:gd name="T18" fmla="*/ 44 w 86"/>
                <a:gd name="T19" fmla="*/ 87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6" h="102">
                  <a:moveTo>
                    <a:pt x="86" y="51"/>
                  </a:moveTo>
                  <a:cubicBezTo>
                    <a:pt x="86" y="13"/>
                    <a:pt x="67" y="0"/>
                    <a:pt x="44" y="0"/>
                  </a:cubicBezTo>
                  <a:cubicBezTo>
                    <a:pt x="23" y="0"/>
                    <a:pt x="0" y="13"/>
                    <a:pt x="0" y="51"/>
                  </a:cubicBezTo>
                  <a:cubicBezTo>
                    <a:pt x="0" y="85"/>
                    <a:pt x="16" y="102"/>
                    <a:pt x="43" y="102"/>
                  </a:cubicBezTo>
                  <a:cubicBezTo>
                    <a:pt x="69" y="102"/>
                    <a:pt x="86" y="85"/>
                    <a:pt x="86" y="51"/>
                  </a:cubicBezTo>
                  <a:close/>
                  <a:moveTo>
                    <a:pt x="44" y="87"/>
                  </a:moveTo>
                  <a:cubicBezTo>
                    <a:pt x="23" y="87"/>
                    <a:pt x="19" y="67"/>
                    <a:pt x="19" y="51"/>
                  </a:cubicBezTo>
                  <a:cubicBezTo>
                    <a:pt x="19" y="33"/>
                    <a:pt x="25" y="15"/>
                    <a:pt x="43" y="15"/>
                  </a:cubicBezTo>
                  <a:cubicBezTo>
                    <a:pt x="63" y="15"/>
                    <a:pt x="67" y="37"/>
                    <a:pt x="67" y="52"/>
                  </a:cubicBezTo>
                  <a:cubicBezTo>
                    <a:pt x="67" y="70"/>
                    <a:pt x="62" y="87"/>
                    <a:pt x="44"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 name="Freeform 482"/>
            <p:cNvSpPr>
              <a:spLocks noEditPoints="1"/>
            </p:cNvSpPr>
            <p:nvPr/>
          </p:nvSpPr>
          <p:spPr bwMode="auto">
            <a:xfrm>
              <a:off x="9696450" y="5427663"/>
              <a:ext cx="115888" cy="146050"/>
            </a:xfrm>
            <a:custGeom>
              <a:avLst/>
              <a:gdLst>
                <a:gd name="T0" fmla="*/ 8 w 77"/>
                <a:gd name="T1" fmla="*/ 12 h 98"/>
                <a:gd name="T2" fmla="*/ 8 w 77"/>
                <a:gd name="T3" fmla="*/ 82 h 98"/>
                <a:gd name="T4" fmla="*/ 5 w 77"/>
                <a:gd name="T5" fmla="*/ 87 h 98"/>
                <a:gd name="T6" fmla="*/ 0 w 77"/>
                <a:gd name="T7" fmla="*/ 87 h 98"/>
                <a:gd name="T8" fmla="*/ 0 w 77"/>
                <a:gd name="T9" fmla="*/ 98 h 98"/>
                <a:gd name="T10" fmla="*/ 40 w 77"/>
                <a:gd name="T11" fmla="*/ 98 h 98"/>
                <a:gd name="T12" fmla="*/ 40 w 77"/>
                <a:gd name="T13" fmla="*/ 87 h 98"/>
                <a:gd name="T14" fmla="*/ 26 w 77"/>
                <a:gd name="T15" fmla="*/ 86 h 98"/>
                <a:gd name="T16" fmla="*/ 26 w 77"/>
                <a:gd name="T17" fmla="*/ 64 h 98"/>
                <a:gd name="T18" fmla="*/ 39 w 77"/>
                <a:gd name="T19" fmla="*/ 64 h 98"/>
                <a:gd name="T20" fmla="*/ 77 w 77"/>
                <a:gd name="T21" fmla="*/ 30 h 98"/>
                <a:gd name="T22" fmla="*/ 42 w 77"/>
                <a:gd name="T23" fmla="*/ 0 h 98"/>
                <a:gd name="T24" fmla="*/ 0 w 77"/>
                <a:gd name="T25" fmla="*/ 0 h 98"/>
                <a:gd name="T26" fmla="*/ 0 w 77"/>
                <a:gd name="T27" fmla="*/ 11 h 98"/>
                <a:gd name="T28" fmla="*/ 8 w 77"/>
                <a:gd name="T29" fmla="*/ 12 h 98"/>
                <a:gd name="T30" fmla="*/ 37 w 77"/>
                <a:gd name="T31" fmla="*/ 51 h 98"/>
                <a:gd name="T32" fmla="*/ 26 w 77"/>
                <a:gd name="T33" fmla="*/ 51 h 98"/>
                <a:gd name="T34" fmla="*/ 26 w 77"/>
                <a:gd name="T35" fmla="*/ 13 h 98"/>
                <a:gd name="T36" fmla="*/ 36 w 77"/>
                <a:gd name="T37" fmla="*/ 13 h 98"/>
                <a:gd name="T38" fmla="*/ 59 w 77"/>
                <a:gd name="T39" fmla="*/ 32 h 98"/>
                <a:gd name="T40" fmla="*/ 37 w 77"/>
                <a:gd name="T41" fmla="*/ 5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7" h="98">
                  <a:moveTo>
                    <a:pt x="8" y="12"/>
                  </a:moveTo>
                  <a:cubicBezTo>
                    <a:pt x="8" y="82"/>
                    <a:pt x="8" y="82"/>
                    <a:pt x="8" y="82"/>
                  </a:cubicBezTo>
                  <a:cubicBezTo>
                    <a:pt x="8" y="85"/>
                    <a:pt x="7" y="86"/>
                    <a:pt x="5" y="87"/>
                  </a:cubicBezTo>
                  <a:cubicBezTo>
                    <a:pt x="0" y="87"/>
                    <a:pt x="0" y="87"/>
                    <a:pt x="0" y="87"/>
                  </a:cubicBezTo>
                  <a:cubicBezTo>
                    <a:pt x="0" y="98"/>
                    <a:pt x="0" y="98"/>
                    <a:pt x="0" y="98"/>
                  </a:cubicBezTo>
                  <a:cubicBezTo>
                    <a:pt x="40" y="98"/>
                    <a:pt x="40" y="98"/>
                    <a:pt x="40" y="98"/>
                  </a:cubicBezTo>
                  <a:cubicBezTo>
                    <a:pt x="40" y="87"/>
                    <a:pt x="40" y="87"/>
                    <a:pt x="40" y="87"/>
                  </a:cubicBezTo>
                  <a:cubicBezTo>
                    <a:pt x="26" y="86"/>
                    <a:pt x="26" y="86"/>
                    <a:pt x="26" y="86"/>
                  </a:cubicBezTo>
                  <a:cubicBezTo>
                    <a:pt x="26" y="64"/>
                    <a:pt x="26" y="64"/>
                    <a:pt x="26" y="64"/>
                  </a:cubicBezTo>
                  <a:cubicBezTo>
                    <a:pt x="39" y="64"/>
                    <a:pt x="39" y="64"/>
                    <a:pt x="39" y="64"/>
                  </a:cubicBezTo>
                  <a:cubicBezTo>
                    <a:pt x="61" y="64"/>
                    <a:pt x="77" y="53"/>
                    <a:pt x="77" y="30"/>
                  </a:cubicBezTo>
                  <a:cubicBezTo>
                    <a:pt x="77" y="10"/>
                    <a:pt x="64" y="0"/>
                    <a:pt x="42" y="0"/>
                  </a:cubicBezTo>
                  <a:cubicBezTo>
                    <a:pt x="0" y="0"/>
                    <a:pt x="0" y="0"/>
                    <a:pt x="0" y="0"/>
                  </a:cubicBezTo>
                  <a:cubicBezTo>
                    <a:pt x="0" y="11"/>
                    <a:pt x="0" y="11"/>
                    <a:pt x="0" y="11"/>
                  </a:cubicBezTo>
                  <a:lnTo>
                    <a:pt x="8" y="12"/>
                  </a:lnTo>
                  <a:close/>
                  <a:moveTo>
                    <a:pt x="37" y="51"/>
                  </a:moveTo>
                  <a:cubicBezTo>
                    <a:pt x="26" y="51"/>
                    <a:pt x="26" y="51"/>
                    <a:pt x="26" y="51"/>
                  </a:cubicBezTo>
                  <a:cubicBezTo>
                    <a:pt x="26" y="13"/>
                    <a:pt x="26" y="13"/>
                    <a:pt x="26" y="13"/>
                  </a:cubicBezTo>
                  <a:cubicBezTo>
                    <a:pt x="36" y="13"/>
                    <a:pt x="36" y="13"/>
                    <a:pt x="36" y="13"/>
                  </a:cubicBezTo>
                  <a:cubicBezTo>
                    <a:pt x="50" y="13"/>
                    <a:pt x="59" y="15"/>
                    <a:pt x="59" y="32"/>
                  </a:cubicBezTo>
                  <a:cubicBezTo>
                    <a:pt x="59" y="46"/>
                    <a:pt x="50" y="51"/>
                    <a:pt x="37"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 name="Freeform 483"/>
            <p:cNvSpPr>
              <a:spLocks/>
            </p:cNvSpPr>
            <p:nvPr/>
          </p:nvSpPr>
          <p:spPr bwMode="auto">
            <a:xfrm>
              <a:off x="9829800" y="5427663"/>
              <a:ext cx="103188" cy="146050"/>
            </a:xfrm>
            <a:custGeom>
              <a:avLst/>
              <a:gdLst>
                <a:gd name="T0" fmla="*/ 69 w 69"/>
                <a:gd name="T1" fmla="*/ 98 h 98"/>
                <a:gd name="T2" fmla="*/ 69 w 69"/>
                <a:gd name="T3" fmla="*/ 75 h 98"/>
                <a:gd name="T4" fmla="*/ 55 w 69"/>
                <a:gd name="T5" fmla="*/ 73 h 98"/>
                <a:gd name="T6" fmla="*/ 55 w 69"/>
                <a:gd name="T7" fmla="*/ 81 h 98"/>
                <a:gd name="T8" fmla="*/ 51 w 69"/>
                <a:gd name="T9" fmla="*/ 85 h 98"/>
                <a:gd name="T10" fmla="*/ 26 w 69"/>
                <a:gd name="T11" fmla="*/ 85 h 98"/>
                <a:gd name="T12" fmla="*/ 26 w 69"/>
                <a:gd name="T13" fmla="*/ 55 h 98"/>
                <a:gd name="T14" fmla="*/ 62 w 69"/>
                <a:gd name="T15" fmla="*/ 55 h 98"/>
                <a:gd name="T16" fmla="*/ 62 w 69"/>
                <a:gd name="T17" fmla="*/ 41 h 98"/>
                <a:gd name="T18" fmla="*/ 26 w 69"/>
                <a:gd name="T19" fmla="*/ 41 h 98"/>
                <a:gd name="T20" fmla="*/ 26 w 69"/>
                <a:gd name="T21" fmla="*/ 13 h 98"/>
                <a:gd name="T22" fmla="*/ 50 w 69"/>
                <a:gd name="T23" fmla="*/ 13 h 98"/>
                <a:gd name="T24" fmla="*/ 53 w 69"/>
                <a:gd name="T25" fmla="*/ 17 h 98"/>
                <a:gd name="T26" fmla="*/ 53 w 69"/>
                <a:gd name="T27" fmla="*/ 24 h 98"/>
                <a:gd name="T28" fmla="*/ 68 w 69"/>
                <a:gd name="T29" fmla="*/ 23 h 98"/>
                <a:gd name="T30" fmla="*/ 68 w 69"/>
                <a:gd name="T31" fmla="*/ 0 h 98"/>
                <a:gd name="T32" fmla="*/ 0 w 69"/>
                <a:gd name="T33" fmla="*/ 0 h 98"/>
                <a:gd name="T34" fmla="*/ 0 w 69"/>
                <a:gd name="T35" fmla="*/ 11 h 98"/>
                <a:gd name="T36" fmla="*/ 8 w 69"/>
                <a:gd name="T37" fmla="*/ 12 h 98"/>
                <a:gd name="T38" fmla="*/ 8 w 69"/>
                <a:gd name="T39" fmla="*/ 82 h 98"/>
                <a:gd name="T40" fmla="*/ 3 w 69"/>
                <a:gd name="T41" fmla="*/ 87 h 98"/>
                <a:gd name="T42" fmla="*/ 0 w 69"/>
                <a:gd name="T43" fmla="*/ 87 h 98"/>
                <a:gd name="T44" fmla="*/ 0 w 69"/>
                <a:gd name="T45" fmla="*/ 98 h 98"/>
                <a:gd name="T46" fmla="*/ 69 w 69"/>
                <a:gd name="T4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9" h="98">
                  <a:moveTo>
                    <a:pt x="69" y="98"/>
                  </a:moveTo>
                  <a:cubicBezTo>
                    <a:pt x="69" y="75"/>
                    <a:pt x="69" y="75"/>
                    <a:pt x="69" y="75"/>
                  </a:cubicBezTo>
                  <a:cubicBezTo>
                    <a:pt x="55" y="73"/>
                    <a:pt x="55" y="73"/>
                    <a:pt x="55" y="73"/>
                  </a:cubicBezTo>
                  <a:cubicBezTo>
                    <a:pt x="55" y="81"/>
                    <a:pt x="55" y="81"/>
                    <a:pt x="55" y="81"/>
                  </a:cubicBezTo>
                  <a:cubicBezTo>
                    <a:pt x="55" y="84"/>
                    <a:pt x="54" y="85"/>
                    <a:pt x="51" y="85"/>
                  </a:cubicBezTo>
                  <a:cubicBezTo>
                    <a:pt x="26" y="85"/>
                    <a:pt x="26" y="85"/>
                    <a:pt x="26" y="85"/>
                  </a:cubicBezTo>
                  <a:cubicBezTo>
                    <a:pt x="26" y="55"/>
                    <a:pt x="26" y="55"/>
                    <a:pt x="26" y="55"/>
                  </a:cubicBezTo>
                  <a:cubicBezTo>
                    <a:pt x="62" y="55"/>
                    <a:pt x="62" y="55"/>
                    <a:pt x="62" y="55"/>
                  </a:cubicBezTo>
                  <a:cubicBezTo>
                    <a:pt x="62" y="41"/>
                    <a:pt x="62" y="41"/>
                    <a:pt x="62" y="41"/>
                  </a:cubicBezTo>
                  <a:cubicBezTo>
                    <a:pt x="26" y="41"/>
                    <a:pt x="26" y="41"/>
                    <a:pt x="26" y="41"/>
                  </a:cubicBezTo>
                  <a:cubicBezTo>
                    <a:pt x="26" y="13"/>
                    <a:pt x="26" y="13"/>
                    <a:pt x="26" y="13"/>
                  </a:cubicBezTo>
                  <a:cubicBezTo>
                    <a:pt x="50" y="13"/>
                    <a:pt x="50" y="13"/>
                    <a:pt x="50" y="13"/>
                  </a:cubicBezTo>
                  <a:cubicBezTo>
                    <a:pt x="52" y="13"/>
                    <a:pt x="53" y="14"/>
                    <a:pt x="53" y="17"/>
                  </a:cubicBezTo>
                  <a:cubicBezTo>
                    <a:pt x="53" y="24"/>
                    <a:pt x="53" y="24"/>
                    <a:pt x="53" y="24"/>
                  </a:cubicBezTo>
                  <a:cubicBezTo>
                    <a:pt x="68" y="23"/>
                    <a:pt x="68" y="23"/>
                    <a:pt x="68" y="23"/>
                  </a:cubicBezTo>
                  <a:cubicBezTo>
                    <a:pt x="68" y="0"/>
                    <a:pt x="68" y="0"/>
                    <a:pt x="68" y="0"/>
                  </a:cubicBezTo>
                  <a:cubicBezTo>
                    <a:pt x="0" y="0"/>
                    <a:pt x="0" y="0"/>
                    <a:pt x="0" y="0"/>
                  </a:cubicBezTo>
                  <a:cubicBezTo>
                    <a:pt x="0" y="11"/>
                    <a:pt x="0" y="11"/>
                    <a:pt x="0" y="11"/>
                  </a:cubicBezTo>
                  <a:cubicBezTo>
                    <a:pt x="8" y="12"/>
                    <a:pt x="8" y="12"/>
                    <a:pt x="8" y="12"/>
                  </a:cubicBezTo>
                  <a:cubicBezTo>
                    <a:pt x="8" y="82"/>
                    <a:pt x="8" y="82"/>
                    <a:pt x="8" y="82"/>
                  </a:cubicBezTo>
                  <a:cubicBezTo>
                    <a:pt x="8" y="86"/>
                    <a:pt x="7" y="86"/>
                    <a:pt x="3" y="87"/>
                  </a:cubicBezTo>
                  <a:cubicBezTo>
                    <a:pt x="0" y="87"/>
                    <a:pt x="0" y="87"/>
                    <a:pt x="0" y="87"/>
                  </a:cubicBezTo>
                  <a:cubicBezTo>
                    <a:pt x="0" y="98"/>
                    <a:pt x="0" y="98"/>
                    <a:pt x="0" y="98"/>
                  </a:cubicBezTo>
                  <a:lnTo>
                    <a:pt x="69" y="9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 name="Freeform 484"/>
            <p:cNvSpPr>
              <a:spLocks/>
            </p:cNvSpPr>
            <p:nvPr/>
          </p:nvSpPr>
          <p:spPr bwMode="auto">
            <a:xfrm>
              <a:off x="9950450" y="5427663"/>
              <a:ext cx="142875" cy="146050"/>
            </a:xfrm>
            <a:custGeom>
              <a:avLst/>
              <a:gdLst>
                <a:gd name="T0" fmla="*/ 62 w 95"/>
                <a:gd name="T1" fmla="*/ 11 h 98"/>
                <a:gd name="T2" fmla="*/ 70 w 95"/>
                <a:gd name="T3" fmla="*/ 12 h 98"/>
                <a:gd name="T4" fmla="*/ 70 w 95"/>
                <a:gd name="T5" fmla="*/ 70 h 98"/>
                <a:gd name="T6" fmla="*/ 70 w 95"/>
                <a:gd name="T7" fmla="*/ 70 h 98"/>
                <a:gd name="T8" fmla="*/ 27 w 95"/>
                <a:gd name="T9" fmla="*/ 0 h 98"/>
                <a:gd name="T10" fmla="*/ 1 w 95"/>
                <a:gd name="T11" fmla="*/ 0 h 98"/>
                <a:gd name="T12" fmla="*/ 1 w 95"/>
                <a:gd name="T13" fmla="*/ 11 h 98"/>
                <a:gd name="T14" fmla="*/ 9 w 95"/>
                <a:gd name="T15" fmla="*/ 12 h 98"/>
                <a:gd name="T16" fmla="*/ 9 w 95"/>
                <a:gd name="T17" fmla="*/ 82 h 98"/>
                <a:gd name="T18" fmla="*/ 5 w 95"/>
                <a:gd name="T19" fmla="*/ 87 h 98"/>
                <a:gd name="T20" fmla="*/ 0 w 95"/>
                <a:gd name="T21" fmla="*/ 87 h 98"/>
                <a:gd name="T22" fmla="*/ 0 w 95"/>
                <a:gd name="T23" fmla="*/ 98 h 98"/>
                <a:gd name="T24" fmla="*/ 34 w 95"/>
                <a:gd name="T25" fmla="*/ 98 h 98"/>
                <a:gd name="T26" fmla="*/ 34 w 95"/>
                <a:gd name="T27" fmla="*/ 87 h 98"/>
                <a:gd name="T28" fmla="*/ 26 w 95"/>
                <a:gd name="T29" fmla="*/ 86 h 98"/>
                <a:gd name="T30" fmla="*/ 26 w 95"/>
                <a:gd name="T31" fmla="*/ 27 h 98"/>
                <a:gd name="T32" fmla="*/ 26 w 95"/>
                <a:gd name="T33" fmla="*/ 27 h 98"/>
                <a:gd name="T34" fmla="*/ 70 w 95"/>
                <a:gd name="T35" fmla="*/ 98 h 98"/>
                <a:gd name="T36" fmla="*/ 87 w 95"/>
                <a:gd name="T37" fmla="*/ 98 h 98"/>
                <a:gd name="T38" fmla="*/ 87 w 95"/>
                <a:gd name="T39" fmla="*/ 16 h 98"/>
                <a:gd name="T40" fmla="*/ 91 w 95"/>
                <a:gd name="T41" fmla="*/ 11 h 98"/>
                <a:gd name="T42" fmla="*/ 95 w 95"/>
                <a:gd name="T43" fmla="*/ 11 h 98"/>
                <a:gd name="T44" fmla="*/ 95 w 95"/>
                <a:gd name="T45" fmla="*/ 0 h 98"/>
                <a:gd name="T46" fmla="*/ 62 w 95"/>
                <a:gd name="T47" fmla="*/ 0 h 98"/>
                <a:gd name="T48" fmla="*/ 62 w 95"/>
                <a:gd name="T49" fmla="*/ 1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5" h="98">
                  <a:moveTo>
                    <a:pt x="62" y="11"/>
                  </a:moveTo>
                  <a:cubicBezTo>
                    <a:pt x="70" y="12"/>
                    <a:pt x="70" y="12"/>
                    <a:pt x="70" y="12"/>
                  </a:cubicBezTo>
                  <a:cubicBezTo>
                    <a:pt x="70" y="70"/>
                    <a:pt x="70" y="70"/>
                    <a:pt x="70" y="70"/>
                  </a:cubicBezTo>
                  <a:cubicBezTo>
                    <a:pt x="70" y="70"/>
                    <a:pt x="70" y="70"/>
                    <a:pt x="70" y="70"/>
                  </a:cubicBezTo>
                  <a:cubicBezTo>
                    <a:pt x="27" y="0"/>
                    <a:pt x="27" y="0"/>
                    <a:pt x="27" y="0"/>
                  </a:cubicBezTo>
                  <a:cubicBezTo>
                    <a:pt x="1" y="0"/>
                    <a:pt x="1" y="0"/>
                    <a:pt x="1" y="0"/>
                  </a:cubicBezTo>
                  <a:cubicBezTo>
                    <a:pt x="1" y="11"/>
                    <a:pt x="1" y="11"/>
                    <a:pt x="1" y="11"/>
                  </a:cubicBezTo>
                  <a:cubicBezTo>
                    <a:pt x="9" y="12"/>
                    <a:pt x="9" y="12"/>
                    <a:pt x="9" y="12"/>
                  </a:cubicBezTo>
                  <a:cubicBezTo>
                    <a:pt x="9" y="82"/>
                    <a:pt x="9" y="82"/>
                    <a:pt x="9" y="82"/>
                  </a:cubicBezTo>
                  <a:cubicBezTo>
                    <a:pt x="9" y="86"/>
                    <a:pt x="8" y="86"/>
                    <a:pt x="5" y="87"/>
                  </a:cubicBezTo>
                  <a:cubicBezTo>
                    <a:pt x="0" y="87"/>
                    <a:pt x="0" y="87"/>
                    <a:pt x="0" y="87"/>
                  </a:cubicBezTo>
                  <a:cubicBezTo>
                    <a:pt x="0" y="98"/>
                    <a:pt x="0" y="98"/>
                    <a:pt x="0" y="98"/>
                  </a:cubicBezTo>
                  <a:cubicBezTo>
                    <a:pt x="34" y="98"/>
                    <a:pt x="34" y="98"/>
                    <a:pt x="34" y="98"/>
                  </a:cubicBezTo>
                  <a:cubicBezTo>
                    <a:pt x="34" y="87"/>
                    <a:pt x="34" y="87"/>
                    <a:pt x="34" y="87"/>
                  </a:cubicBezTo>
                  <a:cubicBezTo>
                    <a:pt x="26" y="86"/>
                    <a:pt x="26" y="86"/>
                    <a:pt x="26" y="86"/>
                  </a:cubicBezTo>
                  <a:cubicBezTo>
                    <a:pt x="26" y="27"/>
                    <a:pt x="26" y="27"/>
                    <a:pt x="26" y="27"/>
                  </a:cubicBezTo>
                  <a:cubicBezTo>
                    <a:pt x="26" y="27"/>
                    <a:pt x="26" y="27"/>
                    <a:pt x="26" y="27"/>
                  </a:cubicBezTo>
                  <a:cubicBezTo>
                    <a:pt x="70" y="98"/>
                    <a:pt x="70" y="98"/>
                    <a:pt x="70" y="98"/>
                  </a:cubicBezTo>
                  <a:cubicBezTo>
                    <a:pt x="87" y="98"/>
                    <a:pt x="87" y="98"/>
                    <a:pt x="87" y="98"/>
                  </a:cubicBezTo>
                  <a:cubicBezTo>
                    <a:pt x="87" y="16"/>
                    <a:pt x="87" y="16"/>
                    <a:pt x="87" y="16"/>
                  </a:cubicBezTo>
                  <a:cubicBezTo>
                    <a:pt x="87" y="13"/>
                    <a:pt x="88" y="12"/>
                    <a:pt x="91" y="11"/>
                  </a:cubicBezTo>
                  <a:cubicBezTo>
                    <a:pt x="95" y="11"/>
                    <a:pt x="95" y="11"/>
                    <a:pt x="95" y="11"/>
                  </a:cubicBezTo>
                  <a:cubicBezTo>
                    <a:pt x="95" y="0"/>
                    <a:pt x="95" y="0"/>
                    <a:pt x="95" y="0"/>
                  </a:cubicBezTo>
                  <a:cubicBezTo>
                    <a:pt x="62" y="0"/>
                    <a:pt x="62" y="0"/>
                    <a:pt x="62" y="0"/>
                  </a:cubicBezTo>
                  <a:lnTo>
                    <a:pt x="62"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53" name="组合 452"/>
          <p:cNvGrpSpPr/>
          <p:nvPr/>
        </p:nvGrpSpPr>
        <p:grpSpPr>
          <a:xfrm>
            <a:off x="10936288" y="4794250"/>
            <a:ext cx="731837" cy="1498600"/>
            <a:chOff x="10936288" y="4794250"/>
            <a:chExt cx="731837" cy="1498600"/>
          </a:xfrm>
          <a:solidFill>
            <a:schemeClr val="tx1">
              <a:lumMod val="65000"/>
              <a:lumOff val="35000"/>
            </a:schemeClr>
          </a:solidFill>
        </p:grpSpPr>
        <p:sp>
          <p:nvSpPr>
            <p:cNvPr id="454" name="Freeform 499"/>
            <p:cNvSpPr>
              <a:spLocks noEditPoints="1"/>
            </p:cNvSpPr>
            <p:nvPr/>
          </p:nvSpPr>
          <p:spPr bwMode="auto">
            <a:xfrm>
              <a:off x="11123613" y="4794250"/>
              <a:ext cx="347663" cy="273050"/>
            </a:xfrm>
            <a:custGeom>
              <a:avLst/>
              <a:gdLst>
                <a:gd name="T0" fmla="*/ 206 w 232"/>
                <a:gd name="T1" fmla="*/ 47 h 183"/>
                <a:gd name="T2" fmla="*/ 177 w 232"/>
                <a:gd name="T3" fmla="*/ 24 h 183"/>
                <a:gd name="T4" fmla="*/ 176 w 232"/>
                <a:gd name="T5" fmla="*/ 23 h 183"/>
                <a:gd name="T6" fmla="*/ 148 w 232"/>
                <a:gd name="T7" fmla="*/ 6 h 183"/>
                <a:gd name="T8" fmla="*/ 137 w 232"/>
                <a:gd name="T9" fmla="*/ 8 h 183"/>
                <a:gd name="T10" fmla="*/ 116 w 232"/>
                <a:gd name="T11" fmla="*/ 0 h 183"/>
                <a:gd name="T12" fmla="*/ 95 w 232"/>
                <a:gd name="T13" fmla="*/ 8 h 183"/>
                <a:gd name="T14" fmla="*/ 84 w 232"/>
                <a:gd name="T15" fmla="*/ 6 h 183"/>
                <a:gd name="T16" fmla="*/ 56 w 232"/>
                <a:gd name="T17" fmla="*/ 23 h 183"/>
                <a:gd name="T18" fmla="*/ 55 w 232"/>
                <a:gd name="T19" fmla="*/ 24 h 183"/>
                <a:gd name="T20" fmla="*/ 26 w 232"/>
                <a:gd name="T21" fmla="*/ 47 h 183"/>
                <a:gd name="T22" fmla="*/ 25 w 232"/>
                <a:gd name="T23" fmla="*/ 55 h 183"/>
                <a:gd name="T24" fmla="*/ 7 w 232"/>
                <a:gd name="T25" fmla="*/ 80 h 183"/>
                <a:gd name="T26" fmla="*/ 9 w 232"/>
                <a:gd name="T27" fmla="*/ 94 h 183"/>
                <a:gd name="T28" fmla="*/ 0 w 232"/>
                <a:gd name="T29" fmla="*/ 115 h 183"/>
                <a:gd name="T30" fmla="*/ 9 w 232"/>
                <a:gd name="T31" fmla="*/ 137 h 183"/>
                <a:gd name="T32" fmla="*/ 7 w 232"/>
                <a:gd name="T33" fmla="*/ 151 h 183"/>
                <a:gd name="T34" fmla="*/ 25 w 232"/>
                <a:gd name="T35" fmla="*/ 176 h 183"/>
                <a:gd name="T36" fmla="*/ 25 w 232"/>
                <a:gd name="T37" fmla="*/ 178 h 183"/>
                <a:gd name="T38" fmla="*/ 61 w 232"/>
                <a:gd name="T39" fmla="*/ 183 h 183"/>
                <a:gd name="T40" fmla="*/ 58 w 232"/>
                <a:gd name="T41" fmla="*/ 161 h 183"/>
                <a:gd name="T42" fmla="*/ 28 w 232"/>
                <a:gd name="T43" fmla="*/ 157 h 183"/>
                <a:gd name="T44" fmla="*/ 29 w 232"/>
                <a:gd name="T45" fmla="*/ 160 h 183"/>
                <a:gd name="T46" fmla="*/ 26 w 232"/>
                <a:gd name="T47" fmla="*/ 138 h 183"/>
                <a:gd name="T48" fmla="*/ 26 w 232"/>
                <a:gd name="T49" fmla="*/ 147 h 183"/>
                <a:gd name="T50" fmla="*/ 59 w 232"/>
                <a:gd name="T51" fmla="*/ 153 h 183"/>
                <a:gd name="T52" fmla="*/ 116 w 232"/>
                <a:gd name="T53" fmla="*/ 153 h 183"/>
                <a:gd name="T54" fmla="*/ 173 w 232"/>
                <a:gd name="T55" fmla="*/ 153 h 183"/>
                <a:gd name="T56" fmla="*/ 205 w 232"/>
                <a:gd name="T57" fmla="*/ 147 h 183"/>
                <a:gd name="T58" fmla="*/ 206 w 232"/>
                <a:gd name="T59" fmla="*/ 138 h 183"/>
                <a:gd name="T60" fmla="*/ 203 w 232"/>
                <a:gd name="T61" fmla="*/ 160 h 183"/>
                <a:gd name="T62" fmla="*/ 204 w 232"/>
                <a:gd name="T63" fmla="*/ 157 h 183"/>
                <a:gd name="T64" fmla="*/ 174 w 232"/>
                <a:gd name="T65" fmla="*/ 161 h 183"/>
                <a:gd name="T66" fmla="*/ 170 w 232"/>
                <a:gd name="T67" fmla="*/ 183 h 183"/>
                <a:gd name="T68" fmla="*/ 207 w 232"/>
                <a:gd name="T69" fmla="*/ 178 h 183"/>
                <a:gd name="T70" fmla="*/ 207 w 232"/>
                <a:gd name="T71" fmla="*/ 176 h 183"/>
                <a:gd name="T72" fmla="*/ 225 w 232"/>
                <a:gd name="T73" fmla="*/ 151 h 183"/>
                <a:gd name="T74" fmla="*/ 223 w 232"/>
                <a:gd name="T75" fmla="*/ 137 h 183"/>
                <a:gd name="T76" fmla="*/ 232 w 232"/>
                <a:gd name="T77" fmla="*/ 115 h 183"/>
                <a:gd name="T78" fmla="*/ 223 w 232"/>
                <a:gd name="T79" fmla="*/ 94 h 183"/>
                <a:gd name="T80" fmla="*/ 225 w 232"/>
                <a:gd name="T81" fmla="*/ 80 h 183"/>
                <a:gd name="T82" fmla="*/ 207 w 232"/>
                <a:gd name="T83" fmla="*/ 55 h 183"/>
                <a:gd name="T84" fmla="*/ 206 w 232"/>
                <a:gd name="T85" fmla="*/ 47 h 183"/>
                <a:gd name="T86" fmla="*/ 35 w 232"/>
                <a:gd name="T87" fmla="*/ 100 h 183"/>
                <a:gd name="T88" fmla="*/ 26 w 232"/>
                <a:gd name="T89" fmla="*/ 130 h 183"/>
                <a:gd name="T90" fmla="*/ 35 w 232"/>
                <a:gd name="T91" fmla="*/ 100 h 183"/>
                <a:gd name="T92" fmla="*/ 206 w 232"/>
                <a:gd name="T93" fmla="*/ 130 h 183"/>
                <a:gd name="T94" fmla="*/ 197 w 232"/>
                <a:gd name="T95" fmla="*/ 100 h 183"/>
                <a:gd name="T96" fmla="*/ 206 w 232"/>
                <a:gd name="T97" fmla="*/ 130 h 183"/>
                <a:gd name="T98" fmla="*/ 197 w 232"/>
                <a:gd name="T99" fmla="*/ 99 h 183"/>
                <a:gd name="T100" fmla="*/ 116 w 232"/>
                <a:gd name="T101" fmla="*/ 48 h 183"/>
                <a:gd name="T102" fmla="*/ 35 w 232"/>
                <a:gd name="T103" fmla="*/ 99 h 183"/>
                <a:gd name="T104" fmla="*/ 51 w 232"/>
                <a:gd name="T105" fmla="*/ 72 h 183"/>
                <a:gd name="T106" fmla="*/ 73 w 232"/>
                <a:gd name="T107" fmla="*/ 51 h 183"/>
                <a:gd name="T108" fmla="*/ 101 w 232"/>
                <a:gd name="T109" fmla="*/ 39 h 183"/>
                <a:gd name="T110" fmla="*/ 131 w 232"/>
                <a:gd name="T111" fmla="*/ 39 h 183"/>
                <a:gd name="T112" fmla="*/ 159 w 232"/>
                <a:gd name="T113" fmla="*/ 51 h 183"/>
                <a:gd name="T114" fmla="*/ 181 w 232"/>
                <a:gd name="T115" fmla="*/ 72 h 183"/>
                <a:gd name="T116" fmla="*/ 197 w 232"/>
                <a:gd name="T117" fmla="*/ 99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2" h="183">
                  <a:moveTo>
                    <a:pt x="206" y="47"/>
                  </a:moveTo>
                  <a:cubicBezTo>
                    <a:pt x="202" y="34"/>
                    <a:pt x="190" y="25"/>
                    <a:pt x="177" y="24"/>
                  </a:cubicBezTo>
                  <a:cubicBezTo>
                    <a:pt x="177" y="24"/>
                    <a:pt x="176" y="23"/>
                    <a:pt x="176" y="23"/>
                  </a:cubicBezTo>
                  <a:cubicBezTo>
                    <a:pt x="171" y="12"/>
                    <a:pt x="160" y="6"/>
                    <a:pt x="148" y="6"/>
                  </a:cubicBezTo>
                  <a:cubicBezTo>
                    <a:pt x="145" y="6"/>
                    <a:pt x="141" y="7"/>
                    <a:pt x="137" y="8"/>
                  </a:cubicBezTo>
                  <a:cubicBezTo>
                    <a:pt x="132" y="3"/>
                    <a:pt x="124" y="0"/>
                    <a:pt x="116" y="0"/>
                  </a:cubicBezTo>
                  <a:cubicBezTo>
                    <a:pt x="108" y="0"/>
                    <a:pt x="100" y="3"/>
                    <a:pt x="95" y="8"/>
                  </a:cubicBezTo>
                  <a:cubicBezTo>
                    <a:pt x="91" y="7"/>
                    <a:pt x="87" y="6"/>
                    <a:pt x="84" y="6"/>
                  </a:cubicBezTo>
                  <a:cubicBezTo>
                    <a:pt x="72" y="6"/>
                    <a:pt x="61" y="12"/>
                    <a:pt x="56" y="23"/>
                  </a:cubicBezTo>
                  <a:cubicBezTo>
                    <a:pt x="56" y="23"/>
                    <a:pt x="55" y="24"/>
                    <a:pt x="55" y="24"/>
                  </a:cubicBezTo>
                  <a:cubicBezTo>
                    <a:pt x="42" y="25"/>
                    <a:pt x="30" y="34"/>
                    <a:pt x="26" y="47"/>
                  </a:cubicBezTo>
                  <a:cubicBezTo>
                    <a:pt x="26" y="49"/>
                    <a:pt x="25" y="52"/>
                    <a:pt x="25" y="55"/>
                  </a:cubicBezTo>
                  <a:cubicBezTo>
                    <a:pt x="15" y="59"/>
                    <a:pt x="8" y="69"/>
                    <a:pt x="7" y="80"/>
                  </a:cubicBezTo>
                  <a:cubicBezTo>
                    <a:pt x="6" y="85"/>
                    <a:pt x="7" y="89"/>
                    <a:pt x="9" y="94"/>
                  </a:cubicBezTo>
                  <a:cubicBezTo>
                    <a:pt x="3" y="100"/>
                    <a:pt x="0" y="108"/>
                    <a:pt x="0" y="115"/>
                  </a:cubicBezTo>
                  <a:cubicBezTo>
                    <a:pt x="0" y="123"/>
                    <a:pt x="3" y="131"/>
                    <a:pt x="9" y="137"/>
                  </a:cubicBezTo>
                  <a:cubicBezTo>
                    <a:pt x="7" y="141"/>
                    <a:pt x="6" y="146"/>
                    <a:pt x="7" y="151"/>
                  </a:cubicBezTo>
                  <a:cubicBezTo>
                    <a:pt x="8" y="162"/>
                    <a:pt x="15" y="172"/>
                    <a:pt x="25" y="176"/>
                  </a:cubicBezTo>
                  <a:cubicBezTo>
                    <a:pt x="25" y="177"/>
                    <a:pt x="25" y="178"/>
                    <a:pt x="25" y="178"/>
                  </a:cubicBezTo>
                  <a:cubicBezTo>
                    <a:pt x="61" y="183"/>
                    <a:pt x="61" y="183"/>
                    <a:pt x="61" y="183"/>
                  </a:cubicBezTo>
                  <a:cubicBezTo>
                    <a:pt x="60" y="177"/>
                    <a:pt x="59" y="168"/>
                    <a:pt x="58" y="161"/>
                  </a:cubicBezTo>
                  <a:cubicBezTo>
                    <a:pt x="28" y="157"/>
                    <a:pt x="28" y="157"/>
                    <a:pt x="28" y="157"/>
                  </a:cubicBezTo>
                  <a:cubicBezTo>
                    <a:pt x="28" y="158"/>
                    <a:pt x="28" y="159"/>
                    <a:pt x="29" y="160"/>
                  </a:cubicBezTo>
                  <a:cubicBezTo>
                    <a:pt x="22" y="155"/>
                    <a:pt x="20" y="145"/>
                    <a:pt x="26" y="138"/>
                  </a:cubicBezTo>
                  <a:cubicBezTo>
                    <a:pt x="26" y="141"/>
                    <a:pt x="26" y="144"/>
                    <a:pt x="26" y="147"/>
                  </a:cubicBezTo>
                  <a:cubicBezTo>
                    <a:pt x="59" y="153"/>
                    <a:pt x="59" y="153"/>
                    <a:pt x="59" y="153"/>
                  </a:cubicBezTo>
                  <a:cubicBezTo>
                    <a:pt x="116" y="153"/>
                    <a:pt x="116" y="153"/>
                    <a:pt x="116" y="153"/>
                  </a:cubicBezTo>
                  <a:cubicBezTo>
                    <a:pt x="173" y="153"/>
                    <a:pt x="173" y="153"/>
                    <a:pt x="173" y="153"/>
                  </a:cubicBezTo>
                  <a:cubicBezTo>
                    <a:pt x="205" y="147"/>
                    <a:pt x="205" y="147"/>
                    <a:pt x="205" y="147"/>
                  </a:cubicBezTo>
                  <a:cubicBezTo>
                    <a:pt x="206" y="144"/>
                    <a:pt x="206" y="141"/>
                    <a:pt x="206" y="138"/>
                  </a:cubicBezTo>
                  <a:cubicBezTo>
                    <a:pt x="212" y="145"/>
                    <a:pt x="210" y="155"/>
                    <a:pt x="203" y="160"/>
                  </a:cubicBezTo>
                  <a:cubicBezTo>
                    <a:pt x="204" y="159"/>
                    <a:pt x="204" y="158"/>
                    <a:pt x="204" y="157"/>
                  </a:cubicBezTo>
                  <a:cubicBezTo>
                    <a:pt x="174" y="161"/>
                    <a:pt x="174" y="161"/>
                    <a:pt x="174" y="161"/>
                  </a:cubicBezTo>
                  <a:cubicBezTo>
                    <a:pt x="173" y="168"/>
                    <a:pt x="172" y="177"/>
                    <a:pt x="170" y="183"/>
                  </a:cubicBezTo>
                  <a:cubicBezTo>
                    <a:pt x="207" y="178"/>
                    <a:pt x="207" y="178"/>
                    <a:pt x="207" y="178"/>
                  </a:cubicBezTo>
                  <a:cubicBezTo>
                    <a:pt x="207" y="178"/>
                    <a:pt x="207" y="177"/>
                    <a:pt x="207" y="176"/>
                  </a:cubicBezTo>
                  <a:cubicBezTo>
                    <a:pt x="217" y="172"/>
                    <a:pt x="224" y="162"/>
                    <a:pt x="225" y="151"/>
                  </a:cubicBezTo>
                  <a:cubicBezTo>
                    <a:pt x="226" y="146"/>
                    <a:pt x="225" y="141"/>
                    <a:pt x="223" y="137"/>
                  </a:cubicBezTo>
                  <a:cubicBezTo>
                    <a:pt x="229" y="131"/>
                    <a:pt x="232" y="123"/>
                    <a:pt x="232" y="115"/>
                  </a:cubicBezTo>
                  <a:cubicBezTo>
                    <a:pt x="232" y="108"/>
                    <a:pt x="229" y="100"/>
                    <a:pt x="223" y="94"/>
                  </a:cubicBezTo>
                  <a:cubicBezTo>
                    <a:pt x="225" y="89"/>
                    <a:pt x="226" y="85"/>
                    <a:pt x="225" y="80"/>
                  </a:cubicBezTo>
                  <a:cubicBezTo>
                    <a:pt x="224" y="69"/>
                    <a:pt x="217" y="59"/>
                    <a:pt x="207" y="55"/>
                  </a:cubicBezTo>
                  <a:cubicBezTo>
                    <a:pt x="207" y="52"/>
                    <a:pt x="206" y="49"/>
                    <a:pt x="206" y="47"/>
                  </a:cubicBezTo>
                  <a:close/>
                  <a:moveTo>
                    <a:pt x="35" y="100"/>
                  </a:moveTo>
                  <a:cubicBezTo>
                    <a:pt x="30" y="109"/>
                    <a:pt x="27" y="119"/>
                    <a:pt x="26" y="130"/>
                  </a:cubicBezTo>
                  <a:cubicBezTo>
                    <a:pt x="11" y="124"/>
                    <a:pt x="13" y="99"/>
                    <a:pt x="35" y="100"/>
                  </a:cubicBezTo>
                  <a:close/>
                  <a:moveTo>
                    <a:pt x="206" y="130"/>
                  </a:moveTo>
                  <a:cubicBezTo>
                    <a:pt x="205" y="119"/>
                    <a:pt x="202" y="109"/>
                    <a:pt x="197" y="100"/>
                  </a:cubicBezTo>
                  <a:cubicBezTo>
                    <a:pt x="219" y="99"/>
                    <a:pt x="221" y="124"/>
                    <a:pt x="206" y="130"/>
                  </a:cubicBezTo>
                  <a:close/>
                  <a:moveTo>
                    <a:pt x="197" y="99"/>
                  </a:moveTo>
                  <a:cubicBezTo>
                    <a:pt x="183" y="69"/>
                    <a:pt x="152" y="48"/>
                    <a:pt x="116" y="48"/>
                  </a:cubicBezTo>
                  <a:cubicBezTo>
                    <a:pt x="80" y="48"/>
                    <a:pt x="49" y="69"/>
                    <a:pt x="35" y="99"/>
                  </a:cubicBezTo>
                  <a:cubicBezTo>
                    <a:pt x="10" y="90"/>
                    <a:pt x="26" y="56"/>
                    <a:pt x="51" y="72"/>
                  </a:cubicBezTo>
                  <a:cubicBezTo>
                    <a:pt x="25" y="55"/>
                    <a:pt x="55" y="24"/>
                    <a:pt x="73" y="51"/>
                  </a:cubicBezTo>
                  <a:cubicBezTo>
                    <a:pt x="55" y="24"/>
                    <a:pt x="95" y="8"/>
                    <a:pt x="101" y="39"/>
                  </a:cubicBezTo>
                  <a:cubicBezTo>
                    <a:pt x="95" y="8"/>
                    <a:pt x="137" y="8"/>
                    <a:pt x="131" y="39"/>
                  </a:cubicBezTo>
                  <a:cubicBezTo>
                    <a:pt x="137" y="8"/>
                    <a:pt x="177" y="24"/>
                    <a:pt x="159" y="51"/>
                  </a:cubicBezTo>
                  <a:cubicBezTo>
                    <a:pt x="177" y="24"/>
                    <a:pt x="207" y="55"/>
                    <a:pt x="181" y="72"/>
                  </a:cubicBezTo>
                  <a:cubicBezTo>
                    <a:pt x="206" y="56"/>
                    <a:pt x="222" y="90"/>
                    <a:pt x="197"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 name="Freeform 500"/>
            <p:cNvSpPr>
              <a:spLocks/>
            </p:cNvSpPr>
            <p:nvPr/>
          </p:nvSpPr>
          <p:spPr bwMode="auto">
            <a:xfrm>
              <a:off x="11166475" y="5076825"/>
              <a:ext cx="261938" cy="61913"/>
            </a:xfrm>
            <a:custGeom>
              <a:avLst/>
              <a:gdLst>
                <a:gd name="T0" fmla="*/ 139 w 176"/>
                <a:gd name="T1" fmla="*/ 2 h 42"/>
                <a:gd name="T2" fmla="*/ 88 w 176"/>
                <a:gd name="T3" fmla="*/ 24 h 42"/>
                <a:gd name="T4" fmla="*/ 37 w 176"/>
                <a:gd name="T5" fmla="*/ 2 h 42"/>
                <a:gd name="T6" fmla="*/ 0 w 176"/>
                <a:gd name="T7" fmla="*/ 0 h 42"/>
                <a:gd name="T8" fmla="*/ 27 w 176"/>
                <a:gd name="T9" fmla="*/ 17 h 42"/>
                <a:gd name="T10" fmla="*/ 28 w 176"/>
                <a:gd name="T11" fmla="*/ 19 h 42"/>
                <a:gd name="T12" fmla="*/ 56 w 176"/>
                <a:gd name="T13" fmla="*/ 36 h 42"/>
                <a:gd name="T14" fmla="*/ 62 w 176"/>
                <a:gd name="T15" fmla="*/ 35 h 42"/>
                <a:gd name="T16" fmla="*/ 71 w 176"/>
                <a:gd name="T17" fmla="*/ 37 h 42"/>
                <a:gd name="T18" fmla="*/ 88 w 176"/>
                <a:gd name="T19" fmla="*/ 42 h 42"/>
                <a:gd name="T20" fmla="*/ 105 w 176"/>
                <a:gd name="T21" fmla="*/ 37 h 42"/>
                <a:gd name="T22" fmla="*/ 114 w 176"/>
                <a:gd name="T23" fmla="*/ 35 h 42"/>
                <a:gd name="T24" fmla="*/ 120 w 176"/>
                <a:gd name="T25" fmla="*/ 36 h 42"/>
                <a:gd name="T26" fmla="*/ 148 w 176"/>
                <a:gd name="T27" fmla="*/ 19 h 42"/>
                <a:gd name="T28" fmla="*/ 149 w 176"/>
                <a:gd name="T29" fmla="*/ 17 h 42"/>
                <a:gd name="T30" fmla="*/ 176 w 176"/>
                <a:gd name="T31" fmla="*/ 0 h 42"/>
                <a:gd name="T32" fmla="*/ 139 w 176"/>
                <a:gd name="T33" fmla="*/ 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6" h="42">
                  <a:moveTo>
                    <a:pt x="139" y="2"/>
                  </a:moveTo>
                  <a:cubicBezTo>
                    <a:pt x="133" y="9"/>
                    <a:pt x="124" y="24"/>
                    <a:pt x="88" y="24"/>
                  </a:cubicBezTo>
                  <a:cubicBezTo>
                    <a:pt x="52" y="24"/>
                    <a:pt x="43" y="9"/>
                    <a:pt x="37" y="2"/>
                  </a:cubicBezTo>
                  <a:cubicBezTo>
                    <a:pt x="0" y="0"/>
                    <a:pt x="0" y="0"/>
                    <a:pt x="0" y="0"/>
                  </a:cubicBezTo>
                  <a:cubicBezTo>
                    <a:pt x="5" y="10"/>
                    <a:pt x="16" y="17"/>
                    <a:pt x="27" y="17"/>
                  </a:cubicBezTo>
                  <a:cubicBezTo>
                    <a:pt x="27" y="18"/>
                    <a:pt x="28" y="19"/>
                    <a:pt x="28" y="19"/>
                  </a:cubicBezTo>
                  <a:cubicBezTo>
                    <a:pt x="33" y="29"/>
                    <a:pt x="44" y="36"/>
                    <a:pt x="56" y="36"/>
                  </a:cubicBezTo>
                  <a:cubicBezTo>
                    <a:pt x="58" y="36"/>
                    <a:pt x="60" y="36"/>
                    <a:pt x="62" y="35"/>
                  </a:cubicBezTo>
                  <a:cubicBezTo>
                    <a:pt x="65" y="36"/>
                    <a:pt x="68" y="37"/>
                    <a:pt x="71" y="37"/>
                  </a:cubicBezTo>
                  <a:cubicBezTo>
                    <a:pt x="76" y="40"/>
                    <a:pt x="82" y="42"/>
                    <a:pt x="88" y="42"/>
                  </a:cubicBezTo>
                  <a:cubicBezTo>
                    <a:pt x="94" y="42"/>
                    <a:pt x="100" y="40"/>
                    <a:pt x="105" y="37"/>
                  </a:cubicBezTo>
                  <a:cubicBezTo>
                    <a:pt x="108" y="37"/>
                    <a:pt x="111" y="36"/>
                    <a:pt x="114" y="35"/>
                  </a:cubicBezTo>
                  <a:cubicBezTo>
                    <a:pt x="116" y="36"/>
                    <a:pt x="118" y="36"/>
                    <a:pt x="120" y="36"/>
                  </a:cubicBezTo>
                  <a:cubicBezTo>
                    <a:pt x="132" y="36"/>
                    <a:pt x="143" y="29"/>
                    <a:pt x="148" y="19"/>
                  </a:cubicBezTo>
                  <a:cubicBezTo>
                    <a:pt x="148" y="19"/>
                    <a:pt x="149" y="18"/>
                    <a:pt x="149" y="17"/>
                  </a:cubicBezTo>
                  <a:cubicBezTo>
                    <a:pt x="160" y="17"/>
                    <a:pt x="171" y="10"/>
                    <a:pt x="176" y="0"/>
                  </a:cubicBezTo>
                  <a:lnTo>
                    <a:pt x="139"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 name="Freeform 501"/>
            <p:cNvSpPr>
              <a:spLocks/>
            </p:cNvSpPr>
            <p:nvPr/>
          </p:nvSpPr>
          <p:spPr bwMode="auto">
            <a:xfrm>
              <a:off x="11068050" y="6124575"/>
              <a:ext cx="158750" cy="168275"/>
            </a:xfrm>
            <a:custGeom>
              <a:avLst/>
              <a:gdLst>
                <a:gd name="T0" fmla="*/ 8 w 106"/>
                <a:gd name="T1" fmla="*/ 0 h 112"/>
                <a:gd name="T2" fmla="*/ 7 w 106"/>
                <a:gd name="T3" fmla="*/ 11 h 112"/>
                <a:gd name="T4" fmla="*/ 3 w 106"/>
                <a:gd name="T5" fmla="*/ 55 h 112"/>
                <a:gd name="T6" fmla="*/ 47 w 106"/>
                <a:gd name="T7" fmla="*/ 109 h 112"/>
                <a:gd name="T8" fmla="*/ 101 w 106"/>
                <a:gd name="T9" fmla="*/ 64 h 112"/>
                <a:gd name="T10" fmla="*/ 104 w 106"/>
                <a:gd name="T11" fmla="*/ 30 h 112"/>
                <a:gd name="T12" fmla="*/ 106 w 106"/>
                <a:gd name="T13" fmla="*/ 18 h 112"/>
                <a:gd name="T14" fmla="*/ 8 w 106"/>
                <a:gd name="T15" fmla="*/ 0 h 1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 h="112">
                  <a:moveTo>
                    <a:pt x="8" y="0"/>
                  </a:moveTo>
                  <a:cubicBezTo>
                    <a:pt x="7" y="11"/>
                    <a:pt x="7" y="11"/>
                    <a:pt x="7" y="11"/>
                  </a:cubicBezTo>
                  <a:cubicBezTo>
                    <a:pt x="3" y="55"/>
                    <a:pt x="3" y="55"/>
                    <a:pt x="3" y="55"/>
                  </a:cubicBezTo>
                  <a:cubicBezTo>
                    <a:pt x="0" y="82"/>
                    <a:pt x="20" y="106"/>
                    <a:pt x="47" y="109"/>
                  </a:cubicBezTo>
                  <a:cubicBezTo>
                    <a:pt x="74" y="112"/>
                    <a:pt x="98" y="92"/>
                    <a:pt x="101" y="64"/>
                  </a:cubicBezTo>
                  <a:cubicBezTo>
                    <a:pt x="104" y="30"/>
                    <a:pt x="104" y="30"/>
                    <a:pt x="104" y="30"/>
                  </a:cubicBezTo>
                  <a:cubicBezTo>
                    <a:pt x="106" y="18"/>
                    <a:pt x="106" y="18"/>
                    <a:pt x="106" y="18"/>
                  </a:cubicBezTo>
                  <a:cubicBezTo>
                    <a:pt x="74" y="13"/>
                    <a:pt x="35" y="7"/>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 name="Freeform 502"/>
            <p:cNvSpPr>
              <a:spLocks/>
            </p:cNvSpPr>
            <p:nvPr/>
          </p:nvSpPr>
          <p:spPr bwMode="auto">
            <a:xfrm>
              <a:off x="11368088" y="6124575"/>
              <a:ext cx="157163" cy="168275"/>
            </a:xfrm>
            <a:custGeom>
              <a:avLst/>
              <a:gdLst>
                <a:gd name="T0" fmla="*/ 0 w 106"/>
                <a:gd name="T1" fmla="*/ 18 h 112"/>
                <a:gd name="T2" fmla="*/ 2 w 106"/>
                <a:gd name="T3" fmla="*/ 30 h 112"/>
                <a:gd name="T4" fmla="*/ 5 w 106"/>
                <a:gd name="T5" fmla="*/ 64 h 112"/>
                <a:gd name="T6" fmla="*/ 59 w 106"/>
                <a:gd name="T7" fmla="*/ 109 h 112"/>
                <a:gd name="T8" fmla="*/ 103 w 106"/>
                <a:gd name="T9" fmla="*/ 55 h 112"/>
                <a:gd name="T10" fmla="*/ 99 w 106"/>
                <a:gd name="T11" fmla="*/ 11 h 112"/>
                <a:gd name="T12" fmla="*/ 98 w 106"/>
                <a:gd name="T13" fmla="*/ 0 h 112"/>
                <a:gd name="T14" fmla="*/ 0 w 106"/>
                <a:gd name="T15" fmla="*/ 18 h 1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 h="112">
                  <a:moveTo>
                    <a:pt x="0" y="18"/>
                  </a:moveTo>
                  <a:cubicBezTo>
                    <a:pt x="2" y="30"/>
                    <a:pt x="2" y="30"/>
                    <a:pt x="2" y="30"/>
                  </a:cubicBezTo>
                  <a:cubicBezTo>
                    <a:pt x="5" y="64"/>
                    <a:pt x="5" y="64"/>
                    <a:pt x="5" y="64"/>
                  </a:cubicBezTo>
                  <a:cubicBezTo>
                    <a:pt x="8" y="92"/>
                    <a:pt x="32" y="112"/>
                    <a:pt x="59" y="109"/>
                  </a:cubicBezTo>
                  <a:cubicBezTo>
                    <a:pt x="86" y="106"/>
                    <a:pt x="106" y="82"/>
                    <a:pt x="103" y="55"/>
                  </a:cubicBezTo>
                  <a:cubicBezTo>
                    <a:pt x="99" y="11"/>
                    <a:pt x="99" y="11"/>
                    <a:pt x="99" y="11"/>
                  </a:cubicBezTo>
                  <a:cubicBezTo>
                    <a:pt x="98" y="0"/>
                    <a:pt x="98" y="0"/>
                    <a:pt x="98" y="0"/>
                  </a:cubicBezTo>
                  <a:cubicBezTo>
                    <a:pt x="71" y="7"/>
                    <a:pt x="32" y="13"/>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 name="Freeform 503"/>
            <p:cNvSpPr>
              <a:spLocks/>
            </p:cNvSpPr>
            <p:nvPr/>
          </p:nvSpPr>
          <p:spPr bwMode="auto">
            <a:xfrm>
              <a:off x="10960100" y="5227638"/>
              <a:ext cx="152400" cy="153988"/>
            </a:xfrm>
            <a:custGeom>
              <a:avLst/>
              <a:gdLst>
                <a:gd name="T0" fmla="*/ 86 w 102"/>
                <a:gd name="T1" fmla="*/ 81 h 103"/>
                <a:gd name="T2" fmla="*/ 81 w 102"/>
                <a:gd name="T3" fmla="*/ 17 h 103"/>
                <a:gd name="T4" fmla="*/ 16 w 102"/>
                <a:gd name="T5" fmla="*/ 22 h 103"/>
                <a:gd name="T6" fmla="*/ 22 w 102"/>
                <a:gd name="T7" fmla="*/ 86 h 103"/>
                <a:gd name="T8" fmla="*/ 86 w 102"/>
                <a:gd name="T9" fmla="*/ 81 h 103"/>
              </a:gdLst>
              <a:ahLst/>
              <a:cxnLst>
                <a:cxn ang="0">
                  <a:pos x="T0" y="T1"/>
                </a:cxn>
                <a:cxn ang="0">
                  <a:pos x="T2" y="T3"/>
                </a:cxn>
                <a:cxn ang="0">
                  <a:pos x="T4" y="T5"/>
                </a:cxn>
                <a:cxn ang="0">
                  <a:pos x="T6" y="T7"/>
                </a:cxn>
                <a:cxn ang="0">
                  <a:pos x="T8" y="T9"/>
                </a:cxn>
              </a:cxnLst>
              <a:rect l="0" t="0" r="r" b="b"/>
              <a:pathLst>
                <a:path w="102" h="103">
                  <a:moveTo>
                    <a:pt x="86" y="81"/>
                  </a:moveTo>
                  <a:cubicBezTo>
                    <a:pt x="102" y="61"/>
                    <a:pt x="100" y="33"/>
                    <a:pt x="81" y="17"/>
                  </a:cubicBezTo>
                  <a:cubicBezTo>
                    <a:pt x="61" y="0"/>
                    <a:pt x="33" y="3"/>
                    <a:pt x="16" y="22"/>
                  </a:cubicBezTo>
                  <a:cubicBezTo>
                    <a:pt x="0" y="42"/>
                    <a:pt x="3" y="70"/>
                    <a:pt x="22" y="86"/>
                  </a:cubicBezTo>
                  <a:cubicBezTo>
                    <a:pt x="41" y="103"/>
                    <a:pt x="70" y="100"/>
                    <a:pt x="86"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 name="Freeform 504"/>
            <p:cNvSpPr>
              <a:spLocks/>
            </p:cNvSpPr>
            <p:nvPr/>
          </p:nvSpPr>
          <p:spPr bwMode="auto">
            <a:xfrm>
              <a:off x="11075988" y="5278438"/>
              <a:ext cx="258763" cy="233363"/>
            </a:xfrm>
            <a:custGeom>
              <a:avLst/>
              <a:gdLst>
                <a:gd name="T0" fmla="*/ 160 w 173"/>
                <a:gd name="T1" fmla="*/ 113 h 157"/>
                <a:gd name="T2" fmla="*/ 166 w 173"/>
                <a:gd name="T3" fmla="*/ 83 h 157"/>
                <a:gd name="T4" fmla="*/ 136 w 173"/>
                <a:gd name="T5" fmla="*/ 76 h 157"/>
                <a:gd name="T6" fmla="*/ 104 w 173"/>
                <a:gd name="T7" fmla="*/ 97 h 157"/>
                <a:gd name="T8" fmla="*/ 101 w 173"/>
                <a:gd name="T9" fmla="*/ 94 h 157"/>
                <a:gd name="T10" fmla="*/ 63 w 173"/>
                <a:gd name="T11" fmla="*/ 61 h 157"/>
                <a:gd name="T12" fmla="*/ 59 w 173"/>
                <a:gd name="T13" fmla="*/ 58 h 157"/>
                <a:gd name="T14" fmla="*/ 78 w 173"/>
                <a:gd name="T15" fmla="*/ 31 h 157"/>
                <a:gd name="T16" fmla="*/ 74 w 173"/>
                <a:gd name="T17" fmla="*/ 5 h 157"/>
                <a:gd name="T18" fmla="*/ 49 w 173"/>
                <a:gd name="T19" fmla="*/ 10 h 157"/>
                <a:gd name="T20" fmla="*/ 7 w 173"/>
                <a:gd name="T21" fmla="*/ 69 h 157"/>
                <a:gd name="T22" fmla="*/ 5 w 173"/>
                <a:gd name="T23" fmla="*/ 73 h 157"/>
                <a:gd name="T24" fmla="*/ 1 w 173"/>
                <a:gd name="T25" fmla="*/ 96 h 157"/>
                <a:gd name="T26" fmla="*/ 92 w 173"/>
                <a:gd name="T27" fmla="*/ 157 h 157"/>
                <a:gd name="T28" fmla="*/ 101 w 173"/>
                <a:gd name="T29" fmla="*/ 151 h 157"/>
                <a:gd name="T30" fmla="*/ 160 w 173"/>
                <a:gd name="T31" fmla="*/ 113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3" h="157">
                  <a:moveTo>
                    <a:pt x="160" y="113"/>
                  </a:moveTo>
                  <a:cubicBezTo>
                    <a:pt x="170" y="107"/>
                    <a:pt x="173" y="93"/>
                    <a:pt x="166" y="83"/>
                  </a:cubicBezTo>
                  <a:cubicBezTo>
                    <a:pt x="160" y="73"/>
                    <a:pt x="146" y="70"/>
                    <a:pt x="136" y="76"/>
                  </a:cubicBezTo>
                  <a:cubicBezTo>
                    <a:pt x="104" y="97"/>
                    <a:pt x="104" y="97"/>
                    <a:pt x="104" y="97"/>
                  </a:cubicBezTo>
                  <a:cubicBezTo>
                    <a:pt x="103" y="96"/>
                    <a:pt x="102" y="95"/>
                    <a:pt x="101" y="94"/>
                  </a:cubicBezTo>
                  <a:cubicBezTo>
                    <a:pt x="63" y="61"/>
                    <a:pt x="63" y="61"/>
                    <a:pt x="63" y="61"/>
                  </a:cubicBezTo>
                  <a:cubicBezTo>
                    <a:pt x="62" y="60"/>
                    <a:pt x="60" y="59"/>
                    <a:pt x="59" y="58"/>
                  </a:cubicBezTo>
                  <a:cubicBezTo>
                    <a:pt x="78" y="31"/>
                    <a:pt x="78" y="31"/>
                    <a:pt x="78" y="31"/>
                  </a:cubicBezTo>
                  <a:cubicBezTo>
                    <a:pt x="84" y="22"/>
                    <a:pt x="82" y="11"/>
                    <a:pt x="74" y="5"/>
                  </a:cubicBezTo>
                  <a:cubicBezTo>
                    <a:pt x="66" y="0"/>
                    <a:pt x="55" y="2"/>
                    <a:pt x="49" y="10"/>
                  </a:cubicBezTo>
                  <a:cubicBezTo>
                    <a:pt x="7" y="69"/>
                    <a:pt x="7" y="69"/>
                    <a:pt x="7" y="69"/>
                  </a:cubicBezTo>
                  <a:cubicBezTo>
                    <a:pt x="6" y="71"/>
                    <a:pt x="5" y="72"/>
                    <a:pt x="5" y="73"/>
                  </a:cubicBezTo>
                  <a:cubicBezTo>
                    <a:pt x="1" y="81"/>
                    <a:pt x="0" y="89"/>
                    <a:pt x="1" y="96"/>
                  </a:cubicBezTo>
                  <a:cubicBezTo>
                    <a:pt x="92" y="157"/>
                    <a:pt x="92" y="157"/>
                    <a:pt x="92" y="157"/>
                  </a:cubicBezTo>
                  <a:cubicBezTo>
                    <a:pt x="95" y="155"/>
                    <a:pt x="99" y="153"/>
                    <a:pt x="101" y="151"/>
                  </a:cubicBezTo>
                  <a:lnTo>
                    <a:pt x="160" y="1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 name="Freeform 505"/>
            <p:cNvSpPr>
              <a:spLocks/>
            </p:cNvSpPr>
            <p:nvPr/>
          </p:nvSpPr>
          <p:spPr bwMode="auto">
            <a:xfrm>
              <a:off x="10936288" y="5362575"/>
              <a:ext cx="312738" cy="258763"/>
            </a:xfrm>
            <a:custGeom>
              <a:avLst/>
              <a:gdLst>
                <a:gd name="T0" fmla="*/ 156 w 210"/>
                <a:gd name="T1" fmla="*/ 167 h 173"/>
                <a:gd name="T2" fmla="*/ 173 w 210"/>
                <a:gd name="T3" fmla="*/ 173 h 173"/>
                <a:gd name="T4" fmla="*/ 200 w 210"/>
                <a:gd name="T5" fmla="*/ 159 h 173"/>
                <a:gd name="T6" fmla="*/ 191 w 210"/>
                <a:gd name="T7" fmla="*/ 114 h 173"/>
                <a:gd name="T8" fmla="*/ 87 w 210"/>
                <a:gd name="T9" fmla="*/ 45 h 173"/>
                <a:gd name="T10" fmla="*/ 80 w 210"/>
                <a:gd name="T11" fmla="*/ 40 h 173"/>
                <a:gd name="T12" fmla="*/ 86 w 210"/>
                <a:gd name="T13" fmla="*/ 34 h 173"/>
                <a:gd name="T14" fmla="*/ 90 w 210"/>
                <a:gd name="T15" fmla="*/ 13 h 173"/>
                <a:gd name="T16" fmla="*/ 92 w 210"/>
                <a:gd name="T17" fmla="*/ 9 h 173"/>
                <a:gd name="T18" fmla="*/ 67 w 210"/>
                <a:gd name="T19" fmla="*/ 15 h 173"/>
                <a:gd name="T20" fmla="*/ 67 w 210"/>
                <a:gd name="T21" fmla="*/ 15 h 173"/>
                <a:gd name="T22" fmla="*/ 32 w 210"/>
                <a:gd name="T23" fmla="*/ 2 h 173"/>
                <a:gd name="T24" fmla="*/ 30 w 210"/>
                <a:gd name="T25" fmla="*/ 0 h 173"/>
                <a:gd name="T26" fmla="*/ 8 w 210"/>
                <a:gd name="T27" fmla="*/ 26 h 173"/>
                <a:gd name="T28" fmla="*/ 8 w 210"/>
                <a:gd name="T29" fmla="*/ 26 h 173"/>
                <a:gd name="T30" fmla="*/ 7 w 210"/>
                <a:gd name="T31" fmla="*/ 28 h 173"/>
                <a:gd name="T32" fmla="*/ 6 w 210"/>
                <a:gd name="T33" fmla="*/ 29 h 173"/>
                <a:gd name="T34" fmla="*/ 6 w 210"/>
                <a:gd name="T35" fmla="*/ 29 h 173"/>
                <a:gd name="T36" fmla="*/ 5 w 210"/>
                <a:gd name="T37" fmla="*/ 30 h 173"/>
                <a:gd name="T38" fmla="*/ 4 w 210"/>
                <a:gd name="T39" fmla="*/ 32 h 173"/>
                <a:gd name="T40" fmla="*/ 4 w 210"/>
                <a:gd name="T41" fmla="*/ 33 h 173"/>
                <a:gd name="T42" fmla="*/ 3 w 210"/>
                <a:gd name="T43" fmla="*/ 35 h 173"/>
                <a:gd name="T44" fmla="*/ 2 w 210"/>
                <a:gd name="T45" fmla="*/ 36 h 173"/>
                <a:gd name="T46" fmla="*/ 2 w 210"/>
                <a:gd name="T47" fmla="*/ 38 h 173"/>
                <a:gd name="T48" fmla="*/ 1 w 210"/>
                <a:gd name="T49" fmla="*/ 39 h 173"/>
                <a:gd name="T50" fmla="*/ 1 w 210"/>
                <a:gd name="T51" fmla="*/ 40 h 173"/>
                <a:gd name="T52" fmla="*/ 1 w 210"/>
                <a:gd name="T53" fmla="*/ 42 h 173"/>
                <a:gd name="T54" fmla="*/ 1 w 210"/>
                <a:gd name="T55" fmla="*/ 44 h 173"/>
                <a:gd name="T56" fmla="*/ 0 w 210"/>
                <a:gd name="T57" fmla="*/ 45 h 173"/>
                <a:gd name="T58" fmla="*/ 0 w 210"/>
                <a:gd name="T59" fmla="*/ 47 h 173"/>
                <a:gd name="T60" fmla="*/ 0 w 210"/>
                <a:gd name="T61" fmla="*/ 48 h 173"/>
                <a:gd name="T62" fmla="*/ 1 w 210"/>
                <a:gd name="T63" fmla="*/ 50 h 173"/>
                <a:gd name="T64" fmla="*/ 1 w 210"/>
                <a:gd name="T65" fmla="*/ 51 h 173"/>
                <a:gd name="T66" fmla="*/ 1 w 210"/>
                <a:gd name="T67" fmla="*/ 53 h 173"/>
                <a:gd name="T68" fmla="*/ 1 w 210"/>
                <a:gd name="T69" fmla="*/ 54 h 173"/>
                <a:gd name="T70" fmla="*/ 2 w 210"/>
                <a:gd name="T71" fmla="*/ 56 h 173"/>
                <a:gd name="T72" fmla="*/ 2 w 210"/>
                <a:gd name="T73" fmla="*/ 57 h 173"/>
                <a:gd name="T74" fmla="*/ 3 w 210"/>
                <a:gd name="T75" fmla="*/ 59 h 173"/>
                <a:gd name="T76" fmla="*/ 3 w 210"/>
                <a:gd name="T77" fmla="*/ 60 h 173"/>
                <a:gd name="T78" fmla="*/ 4 w 210"/>
                <a:gd name="T79" fmla="*/ 61 h 173"/>
                <a:gd name="T80" fmla="*/ 5 w 210"/>
                <a:gd name="T81" fmla="*/ 63 h 173"/>
                <a:gd name="T82" fmla="*/ 5 w 210"/>
                <a:gd name="T83" fmla="*/ 64 h 173"/>
                <a:gd name="T84" fmla="*/ 6 w 210"/>
                <a:gd name="T85" fmla="*/ 66 h 173"/>
                <a:gd name="T86" fmla="*/ 7 w 210"/>
                <a:gd name="T87" fmla="*/ 67 h 173"/>
                <a:gd name="T88" fmla="*/ 9 w 210"/>
                <a:gd name="T89" fmla="*/ 68 h 173"/>
                <a:gd name="T90" fmla="*/ 9 w 210"/>
                <a:gd name="T91" fmla="*/ 69 h 173"/>
                <a:gd name="T92" fmla="*/ 11 w 210"/>
                <a:gd name="T93" fmla="*/ 70 h 173"/>
                <a:gd name="T94" fmla="*/ 12 w 210"/>
                <a:gd name="T95" fmla="*/ 71 h 173"/>
                <a:gd name="T96" fmla="*/ 12 w 210"/>
                <a:gd name="T97" fmla="*/ 71 h 173"/>
                <a:gd name="T98" fmla="*/ 13 w 210"/>
                <a:gd name="T99" fmla="*/ 72 h 173"/>
                <a:gd name="T100" fmla="*/ 14 w 210"/>
                <a:gd name="T101" fmla="*/ 73 h 173"/>
                <a:gd name="T102" fmla="*/ 15 w 210"/>
                <a:gd name="T103" fmla="*/ 73 h 173"/>
                <a:gd name="T104" fmla="*/ 62 w 210"/>
                <a:gd name="T105" fmla="*/ 105 h 173"/>
                <a:gd name="T106" fmla="*/ 156 w 210"/>
                <a:gd name="T107" fmla="*/ 167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10" h="173">
                  <a:moveTo>
                    <a:pt x="156" y="167"/>
                  </a:moveTo>
                  <a:cubicBezTo>
                    <a:pt x="161" y="171"/>
                    <a:pt x="167" y="173"/>
                    <a:pt x="173" y="173"/>
                  </a:cubicBezTo>
                  <a:cubicBezTo>
                    <a:pt x="184" y="173"/>
                    <a:pt x="194" y="168"/>
                    <a:pt x="200" y="159"/>
                  </a:cubicBezTo>
                  <a:cubicBezTo>
                    <a:pt x="210" y="144"/>
                    <a:pt x="206" y="124"/>
                    <a:pt x="191" y="114"/>
                  </a:cubicBezTo>
                  <a:cubicBezTo>
                    <a:pt x="87" y="45"/>
                    <a:pt x="87" y="45"/>
                    <a:pt x="87" y="45"/>
                  </a:cubicBezTo>
                  <a:cubicBezTo>
                    <a:pt x="80" y="40"/>
                    <a:pt x="80" y="40"/>
                    <a:pt x="80" y="40"/>
                  </a:cubicBezTo>
                  <a:cubicBezTo>
                    <a:pt x="86" y="34"/>
                    <a:pt x="86" y="34"/>
                    <a:pt x="86" y="34"/>
                  </a:cubicBezTo>
                  <a:cubicBezTo>
                    <a:pt x="86" y="27"/>
                    <a:pt x="87" y="19"/>
                    <a:pt x="90" y="13"/>
                  </a:cubicBezTo>
                  <a:cubicBezTo>
                    <a:pt x="91" y="11"/>
                    <a:pt x="91" y="10"/>
                    <a:pt x="92" y="9"/>
                  </a:cubicBezTo>
                  <a:cubicBezTo>
                    <a:pt x="84" y="13"/>
                    <a:pt x="76" y="15"/>
                    <a:pt x="67" y="15"/>
                  </a:cubicBezTo>
                  <a:cubicBezTo>
                    <a:pt x="67" y="15"/>
                    <a:pt x="67" y="15"/>
                    <a:pt x="67" y="15"/>
                  </a:cubicBezTo>
                  <a:cubicBezTo>
                    <a:pt x="54" y="15"/>
                    <a:pt x="42" y="11"/>
                    <a:pt x="32" y="2"/>
                  </a:cubicBezTo>
                  <a:cubicBezTo>
                    <a:pt x="31" y="2"/>
                    <a:pt x="31" y="1"/>
                    <a:pt x="30" y="0"/>
                  </a:cubicBezTo>
                  <a:cubicBezTo>
                    <a:pt x="8" y="26"/>
                    <a:pt x="8" y="26"/>
                    <a:pt x="8" y="26"/>
                  </a:cubicBezTo>
                  <a:cubicBezTo>
                    <a:pt x="8" y="26"/>
                    <a:pt x="8" y="26"/>
                    <a:pt x="8" y="26"/>
                  </a:cubicBezTo>
                  <a:cubicBezTo>
                    <a:pt x="8" y="27"/>
                    <a:pt x="7" y="27"/>
                    <a:pt x="7" y="28"/>
                  </a:cubicBezTo>
                  <a:cubicBezTo>
                    <a:pt x="7" y="28"/>
                    <a:pt x="6" y="28"/>
                    <a:pt x="6" y="29"/>
                  </a:cubicBezTo>
                  <a:cubicBezTo>
                    <a:pt x="6" y="29"/>
                    <a:pt x="6" y="29"/>
                    <a:pt x="6" y="29"/>
                  </a:cubicBezTo>
                  <a:cubicBezTo>
                    <a:pt x="6" y="29"/>
                    <a:pt x="5" y="30"/>
                    <a:pt x="5" y="30"/>
                  </a:cubicBezTo>
                  <a:cubicBezTo>
                    <a:pt x="5" y="31"/>
                    <a:pt x="5" y="31"/>
                    <a:pt x="4" y="32"/>
                  </a:cubicBezTo>
                  <a:cubicBezTo>
                    <a:pt x="4" y="32"/>
                    <a:pt x="4" y="32"/>
                    <a:pt x="4" y="33"/>
                  </a:cubicBezTo>
                  <a:cubicBezTo>
                    <a:pt x="3" y="33"/>
                    <a:pt x="3" y="34"/>
                    <a:pt x="3" y="35"/>
                  </a:cubicBezTo>
                  <a:cubicBezTo>
                    <a:pt x="3" y="35"/>
                    <a:pt x="3" y="35"/>
                    <a:pt x="2" y="36"/>
                  </a:cubicBezTo>
                  <a:cubicBezTo>
                    <a:pt x="2" y="36"/>
                    <a:pt x="2" y="37"/>
                    <a:pt x="2" y="38"/>
                  </a:cubicBezTo>
                  <a:cubicBezTo>
                    <a:pt x="2" y="38"/>
                    <a:pt x="2" y="39"/>
                    <a:pt x="1" y="39"/>
                  </a:cubicBezTo>
                  <a:cubicBezTo>
                    <a:pt x="1" y="40"/>
                    <a:pt x="1" y="40"/>
                    <a:pt x="1" y="40"/>
                  </a:cubicBezTo>
                  <a:cubicBezTo>
                    <a:pt x="1" y="41"/>
                    <a:pt x="1" y="42"/>
                    <a:pt x="1" y="42"/>
                  </a:cubicBezTo>
                  <a:cubicBezTo>
                    <a:pt x="1" y="43"/>
                    <a:pt x="1" y="43"/>
                    <a:pt x="1" y="44"/>
                  </a:cubicBezTo>
                  <a:cubicBezTo>
                    <a:pt x="1" y="44"/>
                    <a:pt x="0" y="45"/>
                    <a:pt x="0" y="45"/>
                  </a:cubicBezTo>
                  <a:cubicBezTo>
                    <a:pt x="0" y="46"/>
                    <a:pt x="0" y="46"/>
                    <a:pt x="0" y="47"/>
                  </a:cubicBezTo>
                  <a:cubicBezTo>
                    <a:pt x="0" y="47"/>
                    <a:pt x="0" y="48"/>
                    <a:pt x="0" y="48"/>
                  </a:cubicBezTo>
                  <a:cubicBezTo>
                    <a:pt x="0" y="49"/>
                    <a:pt x="0" y="49"/>
                    <a:pt x="1" y="50"/>
                  </a:cubicBezTo>
                  <a:cubicBezTo>
                    <a:pt x="1" y="50"/>
                    <a:pt x="1" y="51"/>
                    <a:pt x="1" y="51"/>
                  </a:cubicBezTo>
                  <a:cubicBezTo>
                    <a:pt x="1" y="52"/>
                    <a:pt x="1" y="52"/>
                    <a:pt x="1" y="53"/>
                  </a:cubicBezTo>
                  <a:cubicBezTo>
                    <a:pt x="1" y="53"/>
                    <a:pt x="1" y="54"/>
                    <a:pt x="1" y="54"/>
                  </a:cubicBezTo>
                  <a:cubicBezTo>
                    <a:pt x="1" y="55"/>
                    <a:pt x="2" y="55"/>
                    <a:pt x="2" y="56"/>
                  </a:cubicBezTo>
                  <a:cubicBezTo>
                    <a:pt x="2" y="56"/>
                    <a:pt x="2" y="57"/>
                    <a:pt x="2" y="57"/>
                  </a:cubicBezTo>
                  <a:cubicBezTo>
                    <a:pt x="2" y="58"/>
                    <a:pt x="2" y="58"/>
                    <a:pt x="3" y="59"/>
                  </a:cubicBezTo>
                  <a:cubicBezTo>
                    <a:pt x="3" y="59"/>
                    <a:pt x="3" y="60"/>
                    <a:pt x="3" y="60"/>
                  </a:cubicBezTo>
                  <a:cubicBezTo>
                    <a:pt x="3" y="61"/>
                    <a:pt x="4" y="61"/>
                    <a:pt x="4" y="61"/>
                  </a:cubicBezTo>
                  <a:cubicBezTo>
                    <a:pt x="4" y="62"/>
                    <a:pt x="4" y="62"/>
                    <a:pt x="5" y="63"/>
                  </a:cubicBezTo>
                  <a:cubicBezTo>
                    <a:pt x="5" y="63"/>
                    <a:pt x="5" y="64"/>
                    <a:pt x="5" y="64"/>
                  </a:cubicBezTo>
                  <a:cubicBezTo>
                    <a:pt x="6" y="65"/>
                    <a:pt x="6" y="65"/>
                    <a:pt x="6" y="66"/>
                  </a:cubicBezTo>
                  <a:cubicBezTo>
                    <a:pt x="7" y="66"/>
                    <a:pt x="7" y="66"/>
                    <a:pt x="7" y="67"/>
                  </a:cubicBezTo>
                  <a:cubicBezTo>
                    <a:pt x="8" y="67"/>
                    <a:pt x="8" y="68"/>
                    <a:pt x="9" y="68"/>
                  </a:cubicBezTo>
                  <a:cubicBezTo>
                    <a:pt x="9" y="69"/>
                    <a:pt x="9" y="69"/>
                    <a:pt x="9" y="69"/>
                  </a:cubicBezTo>
                  <a:cubicBezTo>
                    <a:pt x="10" y="70"/>
                    <a:pt x="10" y="70"/>
                    <a:pt x="11" y="70"/>
                  </a:cubicBezTo>
                  <a:cubicBezTo>
                    <a:pt x="11" y="71"/>
                    <a:pt x="11" y="71"/>
                    <a:pt x="12" y="71"/>
                  </a:cubicBezTo>
                  <a:cubicBezTo>
                    <a:pt x="12" y="71"/>
                    <a:pt x="12" y="71"/>
                    <a:pt x="12" y="71"/>
                  </a:cubicBezTo>
                  <a:cubicBezTo>
                    <a:pt x="12" y="72"/>
                    <a:pt x="12" y="72"/>
                    <a:pt x="13" y="72"/>
                  </a:cubicBezTo>
                  <a:cubicBezTo>
                    <a:pt x="13" y="73"/>
                    <a:pt x="14" y="73"/>
                    <a:pt x="14" y="73"/>
                  </a:cubicBezTo>
                  <a:cubicBezTo>
                    <a:pt x="14" y="73"/>
                    <a:pt x="15" y="73"/>
                    <a:pt x="15" y="73"/>
                  </a:cubicBezTo>
                  <a:cubicBezTo>
                    <a:pt x="62" y="105"/>
                    <a:pt x="62" y="105"/>
                    <a:pt x="62" y="105"/>
                  </a:cubicBezTo>
                  <a:lnTo>
                    <a:pt x="156" y="1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 name="Freeform 506"/>
            <p:cNvSpPr>
              <a:spLocks noEditPoints="1"/>
            </p:cNvSpPr>
            <p:nvPr/>
          </p:nvSpPr>
          <p:spPr bwMode="auto">
            <a:xfrm>
              <a:off x="11049000" y="5165725"/>
              <a:ext cx="619125" cy="976313"/>
            </a:xfrm>
            <a:custGeom>
              <a:avLst/>
              <a:gdLst>
                <a:gd name="T0" fmla="*/ 248 w 414"/>
                <a:gd name="T1" fmla="*/ 1 h 653"/>
                <a:gd name="T2" fmla="*/ 87 w 414"/>
                <a:gd name="T3" fmla="*/ 2 h 653"/>
                <a:gd name="T4" fmla="*/ 25 w 414"/>
                <a:gd name="T5" fmla="*/ 49 h 653"/>
                <a:gd name="T6" fmla="*/ 46 w 414"/>
                <a:gd name="T7" fmla="*/ 99 h 653"/>
                <a:gd name="T8" fmla="*/ 82 w 414"/>
                <a:gd name="T9" fmla="*/ 68 h 653"/>
                <a:gd name="T10" fmla="*/ 104 w 414"/>
                <a:gd name="T11" fmla="*/ 111 h 653"/>
                <a:gd name="T12" fmla="*/ 123 w 414"/>
                <a:gd name="T13" fmla="*/ 160 h 653"/>
                <a:gd name="T14" fmla="*/ 166 w 414"/>
                <a:gd name="T15" fmla="*/ 139 h 653"/>
                <a:gd name="T16" fmla="*/ 183 w 414"/>
                <a:gd name="T17" fmla="*/ 196 h 653"/>
                <a:gd name="T18" fmla="*/ 166 w 414"/>
                <a:gd name="T19" fmla="*/ 211 h 653"/>
                <a:gd name="T20" fmla="*/ 125 w 414"/>
                <a:gd name="T21" fmla="*/ 233 h 653"/>
                <a:gd name="T22" fmla="*/ 120 w 414"/>
                <a:gd name="T23" fmla="*/ 239 h 653"/>
                <a:gd name="T24" fmla="*/ 132 w 414"/>
                <a:gd name="T25" fmla="*/ 296 h 653"/>
                <a:gd name="T26" fmla="*/ 75 w 414"/>
                <a:gd name="T27" fmla="*/ 307 h 653"/>
                <a:gd name="T28" fmla="*/ 0 w 414"/>
                <a:gd name="T29" fmla="*/ 620 h 653"/>
                <a:gd name="T30" fmla="*/ 332 w 414"/>
                <a:gd name="T31" fmla="*/ 620 h 653"/>
                <a:gd name="T32" fmla="*/ 274 w 414"/>
                <a:gd name="T33" fmla="*/ 116 h 653"/>
                <a:gd name="T34" fmla="*/ 349 w 414"/>
                <a:gd name="T35" fmla="*/ 369 h 653"/>
                <a:gd name="T36" fmla="*/ 384 w 414"/>
                <a:gd name="T37" fmla="*/ 398 h 653"/>
                <a:gd name="T38" fmla="*/ 275 w 414"/>
                <a:gd name="T39" fmla="*/ 10 h 653"/>
                <a:gd name="T40" fmla="*/ 177 w 414"/>
                <a:gd name="T41" fmla="*/ 41 h 653"/>
                <a:gd name="T42" fmla="*/ 155 w 414"/>
                <a:gd name="T43" fmla="*/ 41 h 653"/>
                <a:gd name="T44" fmla="*/ 166 w 414"/>
                <a:gd name="T45" fmla="*/ 132 h 653"/>
                <a:gd name="T46" fmla="*/ 166 w 414"/>
                <a:gd name="T47" fmla="*/ 109 h 653"/>
                <a:gd name="T48" fmla="*/ 166 w 414"/>
                <a:gd name="T49" fmla="*/ 132 h 653"/>
                <a:gd name="T50" fmla="*/ 166 w 414"/>
                <a:gd name="T51" fmla="*/ 290 h 653"/>
                <a:gd name="T52" fmla="*/ 166 w 414"/>
                <a:gd name="T53" fmla="*/ 267 h 653"/>
                <a:gd name="T54" fmla="*/ 166 w 414"/>
                <a:gd name="T55" fmla="*/ 606 h 653"/>
                <a:gd name="T56" fmla="*/ 166 w 414"/>
                <a:gd name="T57" fmla="*/ 583 h 653"/>
                <a:gd name="T58" fmla="*/ 166 w 414"/>
                <a:gd name="T59" fmla="*/ 606 h 653"/>
                <a:gd name="T60" fmla="*/ 155 w 414"/>
                <a:gd name="T61" fmla="*/ 515 h 653"/>
                <a:gd name="T62" fmla="*/ 177 w 414"/>
                <a:gd name="T63" fmla="*/ 515 h 653"/>
                <a:gd name="T64" fmla="*/ 166 w 414"/>
                <a:gd name="T65" fmla="*/ 448 h 653"/>
                <a:gd name="T66" fmla="*/ 166 w 414"/>
                <a:gd name="T67" fmla="*/ 425 h 653"/>
                <a:gd name="T68" fmla="*/ 166 w 414"/>
                <a:gd name="T69" fmla="*/ 448 h 653"/>
                <a:gd name="T70" fmla="*/ 155 w 414"/>
                <a:gd name="T71" fmla="*/ 357 h 653"/>
                <a:gd name="T72" fmla="*/ 177 w 414"/>
                <a:gd name="T73" fmla="*/ 357 h 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14" h="653">
                  <a:moveTo>
                    <a:pt x="275" y="10"/>
                  </a:moveTo>
                  <a:cubicBezTo>
                    <a:pt x="268" y="3"/>
                    <a:pt x="258" y="0"/>
                    <a:pt x="248" y="1"/>
                  </a:cubicBezTo>
                  <a:cubicBezTo>
                    <a:pt x="89" y="1"/>
                    <a:pt x="89" y="1"/>
                    <a:pt x="89" y="1"/>
                  </a:cubicBezTo>
                  <a:cubicBezTo>
                    <a:pt x="88" y="1"/>
                    <a:pt x="87" y="2"/>
                    <a:pt x="87" y="2"/>
                  </a:cubicBezTo>
                  <a:cubicBezTo>
                    <a:pt x="76" y="0"/>
                    <a:pt x="64" y="3"/>
                    <a:pt x="57" y="12"/>
                  </a:cubicBezTo>
                  <a:cubicBezTo>
                    <a:pt x="25" y="49"/>
                    <a:pt x="25" y="49"/>
                    <a:pt x="25" y="49"/>
                  </a:cubicBezTo>
                  <a:cubicBezTo>
                    <a:pt x="25" y="50"/>
                    <a:pt x="26" y="50"/>
                    <a:pt x="26" y="50"/>
                  </a:cubicBezTo>
                  <a:cubicBezTo>
                    <a:pt x="41" y="63"/>
                    <a:pt x="48" y="81"/>
                    <a:pt x="46" y="99"/>
                  </a:cubicBezTo>
                  <a:cubicBezTo>
                    <a:pt x="59" y="79"/>
                    <a:pt x="59" y="79"/>
                    <a:pt x="59" y="79"/>
                  </a:cubicBezTo>
                  <a:cubicBezTo>
                    <a:pt x="65" y="72"/>
                    <a:pt x="73" y="68"/>
                    <a:pt x="82" y="68"/>
                  </a:cubicBezTo>
                  <a:cubicBezTo>
                    <a:pt x="87" y="68"/>
                    <a:pt x="93" y="70"/>
                    <a:pt x="97" y="73"/>
                  </a:cubicBezTo>
                  <a:cubicBezTo>
                    <a:pt x="110" y="82"/>
                    <a:pt x="113" y="99"/>
                    <a:pt x="104" y="111"/>
                  </a:cubicBezTo>
                  <a:cubicBezTo>
                    <a:pt x="89" y="131"/>
                    <a:pt x="89" y="131"/>
                    <a:pt x="89" y="131"/>
                  </a:cubicBezTo>
                  <a:cubicBezTo>
                    <a:pt x="123" y="160"/>
                    <a:pt x="123" y="160"/>
                    <a:pt x="123" y="160"/>
                  </a:cubicBezTo>
                  <a:cubicBezTo>
                    <a:pt x="149" y="144"/>
                    <a:pt x="149" y="144"/>
                    <a:pt x="149" y="144"/>
                  </a:cubicBezTo>
                  <a:cubicBezTo>
                    <a:pt x="154" y="140"/>
                    <a:pt x="160" y="139"/>
                    <a:pt x="166" y="139"/>
                  </a:cubicBezTo>
                  <a:cubicBezTo>
                    <a:pt x="177" y="139"/>
                    <a:pt x="186" y="144"/>
                    <a:pt x="192" y="153"/>
                  </a:cubicBezTo>
                  <a:cubicBezTo>
                    <a:pt x="201" y="167"/>
                    <a:pt x="197" y="187"/>
                    <a:pt x="183" y="196"/>
                  </a:cubicBezTo>
                  <a:cubicBezTo>
                    <a:pt x="177" y="200"/>
                    <a:pt x="177" y="200"/>
                    <a:pt x="177" y="200"/>
                  </a:cubicBezTo>
                  <a:cubicBezTo>
                    <a:pt x="177" y="206"/>
                    <a:pt x="172" y="211"/>
                    <a:pt x="166" y="211"/>
                  </a:cubicBezTo>
                  <a:cubicBezTo>
                    <a:pt x="164" y="211"/>
                    <a:pt x="163" y="210"/>
                    <a:pt x="162" y="210"/>
                  </a:cubicBezTo>
                  <a:cubicBezTo>
                    <a:pt x="125" y="233"/>
                    <a:pt x="125" y="233"/>
                    <a:pt x="125" y="233"/>
                  </a:cubicBezTo>
                  <a:cubicBezTo>
                    <a:pt x="123" y="235"/>
                    <a:pt x="121" y="236"/>
                    <a:pt x="119" y="238"/>
                  </a:cubicBezTo>
                  <a:cubicBezTo>
                    <a:pt x="120" y="239"/>
                    <a:pt x="120" y="239"/>
                    <a:pt x="120" y="239"/>
                  </a:cubicBezTo>
                  <a:cubicBezTo>
                    <a:pt x="129" y="245"/>
                    <a:pt x="136" y="254"/>
                    <a:pt x="138" y="265"/>
                  </a:cubicBezTo>
                  <a:cubicBezTo>
                    <a:pt x="140" y="276"/>
                    <a:pt x="138" y="287"/>
                    <a:pt x="132" y="296"/>
                  </a:cubicBezTo>
                  <a:cubicBezTo>
                    <a:pt x="124" y="307"/>
                    <a:pt x="111" y="314"/>
                    <a:pt x="97" y="314"/>
                  </a:cubicBezTo>
                  <a:cubicBezTo>
                    <a:pt x="89" y="314"/>
                    <a:pt x="81" y="312"/>
                    <a:pt x="75" y="307"/>
                  </a:cubicBezTo>
                  <a:cubicBezTo>
                    <a:pt x="34" y="280"/>
                    <a:pt x="34" y="280"/>
                    <a:pt x="34" y="280"/>
                  </a:cubicBezTo>
                  <a:cubicBezTo>
                    <a:pt x="18" y="395"/>
                    <a:pt x="2" y="532"/>
                    <a:pt x="0" y="620"/>
                  </a:cubicBezTo>
                  <a:cubicBezTo>
                    <a:pt x="11" y="631"/>
                    <a:pt x="93" y="645"/>
                    <a:pt x="166" y="653"/>
                  </a:cubicBezTo>
                  <a:cubicBezTo>
                    <a:pt x="239" y="645"/>
                    <a:pt x="321" y="631"/>
                    <a:pt x="332" y="620"/>
                  </a:cubicBezTo>
                  <a:cubicBezTo>
                    <a:pt x="329" y="482"/>
                    <a:pt x="292" y="230"/>
                    <a:pt x="274" y="120"/>
                  </a:cubicBezTo>
                  <a:cubicBezTo>
                    <a:pt x="274" y="116"/>
                    <a:pt x="274" y="116"/>
                    <a:pt x="274" y="116"/>
                  </a:cubicBezTo>
                  <a:cubicBezTo>
                    <a:pt x="286" y="137"/>
                    <a:pt x="298" y="162"/>
                    <a:pt x="310" y="194"/>
                  </a:cubicBezTo>
                  <a:cubicBezTo>
                    <a:pt x="327" y="240"/>
                    <a:pt x="341" y="298"/>
                    <a:pt x="349" y="369"/>
                  </a:cubicBezTo>
                  <a:cubicBezTo>
                    <a:pt x="350" y="386"/>
                    <a:pt x="364" y="398"/>
                    <a:pt x="380" y="398"/>
                  </a:cubicBezTo>
                  <a:cubicBezTo>
                    <a:pt x="381" y="398"/>
                    <a:pt x="382" y="398"/>
                    <a:pt x="384" y="398"/>
                  </a:cubicBezTo>
                  <a:cubicBezTo>
                    <a:pt x="401" y="396"/>
                    <a:pt x="414" y="381"/>
                    <a:pt x="412" y="363"/>
                  </a:cubicBezTo>
                  <a:cubicBezTo>
                    <a:pt x="388" y="120"/>
                    <a:pt x="280" y="14"/>
                    <a:pt x="275" y="10"/>
                  </a:cubicBezTo>
                  <a:close/>
                  <a:moveTo>
                    <a:pt x="166" y="30"/>
                  </a:moveTo>
                  <a:cubicBezTo>
                    <a:pt x="172" y="30"/>
                    <a:pt x="177" y="35"/>
                    <a:pt x="177" y="41"/>
                  </a:cubicBezTo>
                  <a:cubicBezTo>
                    <a:pt x="177" y="47"/>
                    <a:pt x="172" y="53"/>
                    <a:pt x="166" y="53"/>
                  </a:cubicBezTo>
                  <a:cubicBezTo>
                    <a:pt x="160" y="53"/>
                    <a:pt x="155" y="47"/>
                    <a:pt x="155" y="41"/>
                  </a:cubicBezTo>
                  <a:cubicBezTo>
                    <a:pt x="155" y="35"/>
                    <a:pt x="160" y="30"/>
                    <a:pt x="166" y="30"/>
                  </a:cubicBezTo>
                  <a:close/>
                  <a:moveTo>
                    <a:pt x="166" y="132"/>
                  </a:moveTo>
                  <a:cubicBezTo>
                    <a:pt x="160" y="132"/>
                    <a:pt x="155" y="126"/>
                    <a:pt x="155" y="120"/>
                  </a:cubicBezTo>
                  <a:cubicBezTo>
                    <a:pt x="155" y="114"/>
                    <a:pt x="160" y="109"/>
                    <a:pt x="166" y="109"/>
                  </a:cubicBezTo>
                  <a:cubicBezTo>
                    <a:pt x="172" y="109"/>
                    <a:pt x="177" y="114"/>
                    <a:pt x="177" y="120"/>
                  </a:cubicBezTo>
                  <a:cubicBezTo>
                    <a:pt x="177" y="126"/>
                    <a:pt x="172" y="132"/>
                    <a:pt x="166" y="132"/>
                  </a:cubicBezTo>
                  <a:close/>
                  <a:moveTo>
                    <a:pt x="177" y="278"/>
                  </a:moveTo>
                  <a:cubicBezTo>
                    <a:pt x="177" y="285"/>
                    <a:pt x="172" y="290"/>
                    <a:pt x="166" y="290"/>
                  </a:cubicBezTo>
                  <a:cubicBezTo>
                    <a:pt x="160" y="290"/>
                    <a:pt x="155" y="285"/>
                    <a:pt x="155" y="278"/>
                  </a:cubicBezTo>
                  <a:cubicBezTo>
                    <a:pt x="155" y="272"/>
                    <a:pt x="160" y="267"/>
                    <a:pt x="166" y="267"/>
                  </a:cubicBezTo>
                  <a:cubicBezTo>
                    <a:pt x="172" y="267"/>
                    <a:pt x="177" y="272"/>
                    <a:pt x="177" y="278"/>
                  </a:cubicBezTo>
                  <a:close/>
                  <a:moveTo>
                    <a:pt x="166" y="606"/>
                  </a:moveTo>
                  <a:cubicBezTo>
                    <a:pt x="160" y="606"/>
                    <a:pt x="155" y="601"/>
                    <a:pt x="155" y="594"/>
                  </a:cubicBezTo>
                  <a:cubicBezTo>
                    <a:pt x="155" y="588"/>
                    <a:pt x="160" y="583"/>
                    <a:pt x="166" y="583"/>
                  </a:cubicBezTo>
                  <a:cubicBezTo>
                    <a:pt x="172" y="583"/>
                    <a:pt x="177" y="588"/>
                    <a:pt x="177" y="594"/>
                  </a:cubicBezTo>
                  <a:cubicBezTo>
                    <a:pt x="177" y="601"/>
                    <a:pt x="172" y="606"/>
                    <a:pt x="166" y="606"/>
                  </a:cubicBezTo>
                  <a:close/>
                  <a:moveTo>
                    <a:pt x="166" y="527"/>
                  </a:moveTo>
                  <a:cubicBezTo>
                    <a:pt x="160" y="527"/>
                    <a:pt x="155" y="522"/>
                    <a:pt x="155" y="515"/>
                  </a:cubicBezTo>
                  <a:cubicBezTo>
                    <a:pt x="155" y="509"/>
                    <a:pt x="160" y="504"/>
                    <a:pt x="166" y="504"/>
                  </a:cubicBezTo>
                  <a:cubicBezTo>
                    <a:pt x="172" y="504"/>
                    <a:pt x="177" y="509"/>
                    <a:pt x="177" y="515"/>
                  </a:cubicBezTo>
                  <a:cubicBezTo>
                    <a:pt x="177" y="522"/>
                    <a:pt x="172" y="527"/>
                    <a:pt x="166" y="527"/>
                  </a:cubicBezTo>
                  <a:close/>
                  <a:moveTo>
                    <a:pt x="166" y="448"/>
                  </a:moveTo>
                  <a:cubicBezTo>
                    <a:pt x="160" y="448"/>
                    <a:pt x="155" y="443"/>
                    <a:pt x="155" y="436"/>
                  </a:cubicBezTo>
                  <a:cubicBezTo>
                    <a:pt x="155" y="430"/>
                    <a:pt x="160" y="425"/>
                    <a:pt x="166" y="425"/>
                  </a:cubicBezTo>
                  <a:cubicBezTo>
                    <a:pt x="172" y="425"/>
                    <a:pt x="177" y="430"/>
                    <a:pt x="177" y="436"/>
                  </a:cubicBezTo>
                  <a:cubicBezTo>
                    <a:pt x="177" y="443"/>
                    <a:pt x="172" y="448"/>
                    <a:pt x="166" y="448"/>
                  </a:cubicBezTo>
                  <a:close/>
                  <a:moveTo>
                    <a:pt x="166" y="369"/>
                  </a:moveTo>
                  <a:cubicBezTo>
                    <a:pt x="160" y="369"/>
                    <a:pt x="155" y="364"/>
                    <a:pt x="155" y="357"/>
                  </a:cubicBezTo>
                  <a:cubicBezTo>
                    <a:pt x="155" y="351"/>
                    <a:pt x="160" y="346"/>
                    <a:pt x="166" y="346"/>
                  </a:cubicBezTo>
                  <a:cubicBezTo>
                    <a:pt x="172" y="346"/>
                    <a:pt x="177" y="351"/>
                    <a:pt x="177" y="357"/>
                  </a:cubicBezTo>
                  <a:cubicBezTo>
                    <a:pt x="177" y="364"/>
                    <a:pt x="172" y="369"/>
                    <a:pt x="166" y="3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62" name="组合 461"/>
          <p:cNvGrpSpPr/>
          <p:nvPr/>
        </p:nvGrpSpPr>
        <p:grpSpPr>
          <a:xfrm>
            <a:off x="4302125" y="6354763"/>
            <a:ext cx="7616825" cy="136525"/>
            <a:chOff x="4302125" y="6354763"/>
            <a:chExt cx="7616825" cy="136525"/>
          </a:xfrm>
          <a:solidFill>
            <a:schemeClr val="tx1">
              <a:lumMod val="65000"/>
              <a:lumOff val="35000"/>
            </a:schemeClr>
          </a:solidFill>
        </p:grpSpPr>
        <p:sp>
          <p:nvSpPr>
            <p:cNvPr id="463" name="Freeform 230"/>
            <p:cNvSpPr>
              <a:spLocks/>
            </p:cNvSpPr>
            <p:nvPr/>
          </p:nvSpPr>
          <p:spPr bwMode="auto">
            <a:xfrm>
              <a:off x="4302125" y="6383338"/>
              <a:ext cx="66675" cy="85725"/>
            </a:xfrm>
            <a:custGeom>
              <a:avLst/>
              <a:gdLst>
                <a:gd name="T0" fmla="*/ 20 w 41"/>
                <a:gd name="T1" fmla="*/ 12 h 53"/>
                <a:gd name="T2" fmla="*/ 31 w 41"/>
                <a:gd name="T3" fmla="*/ 7 h 53"/>
                <a:gd name="T4" fmla="*/ 33 w 41"/>
                <a:gd name="T5" fmla="*/ 8 h 53"/>
                <a:gd name="T6" fmla="*/ 34 w 41"/>
                <a:gd name="T7" fmla="*/ 10 h 53"/>
                <a:gd name="T8" fmla="*/ 35 w 41"/>
                <a:gd name="T9" fmla="*/ 11 h 53"/>
                <a:gd name="T10" fmla="*/ 37 w 41"/>
                <a:gd name="T11" fmla="*/ 12 h 53"/>
                <a:gd name="T12" fmla="*/ 40 w 41"/>
                <a:gd name="T13" fmla="*/ 9 h 53"/>
                <a:gd name="T14" fmla="*/ 41 w 41"/>
                <a:gd name="T15" fmla="*/ 5 h 53"/>
                <a:gd name="T16" fmla="*/ 39 w 41"/>
                <a:gd name="T17" fmla="*/ 2 h 53"/>
                <a:gd name="T18" fmla="*/ 33 w 41"/>
                <a:gd name="T19" fmla="*/ 0 h 53"/>
                <a:gd name="T20" fmla="*/ 19 w 41"/>
                <a:gd name="T21" fmla="*/ 5 h 53"/>
                <a:gd name="T22" fmla="*/ 6 w 41"/>
                <a:gd name="T23" fmla="*/ 18 h 53"/>
                <a:gd name="T24" fmla="*/ 6 w 41"/>
                <a:gd name="T25" fmla="*/ 18 h 53"/>
                <a:gd name="T26" fmla="*/ 0 w 41"/>
                <a:gd name="T27" fmla="*/ 34 h 53"/>
                <a:gd name="T28" fmla="*/ 3 w 41"/>
                <a:gd name="T29" fmla="*/ 43 h 53"/>
                <a:gd name="T30" fmla="*/ 12 w 41"/>
                <a:gd name="T31" fmla="*/ 46 h 53"/>
                <a:gd name="T32" fmla="*/ 30 w 41"/>
                <a:gd name="T33" fmla="*/ 39 h 53"/>
                <a:gd name="T34" fmla="*/ 28 w 41"/>
                <a:gd name="T35" fmla="*/ 45 h 53"/>
                <a:gd name="T36" fmla="*/ 28 w 41"/>
                <a:gd name="T37" fmla="*/ 49 h 53"/>
                <a:gd name="T38" fmla="*/ 29 w 41"/>
                <a:gd name="T39" fmla="*/ 52 h 53"/>
                <a:gd name="T40" fmla="*/ 32 w 41"/>
                <a:gd name="T41" fmla="*/ 53 h 53"/>
                <a:gd name="T42" fmla="*/ 34 w 41"/>
                <a:gd name="T43" fmla="*/ 52 h 53"/>
                <a:gd name="T44" fmla="*/ 35 w 41"/>
                <a:gd name="T45" fmla="*/ 51 h 53"/>
                <a:gd name="T46" fmla="*/ 36 w 41"/>
                <a:gd name="T47" fmla="*/ 49 h 53"/>
                <a:gd name="T48" fmla="*/ 36 w 41"/>
                <a:gd name="T49" fmla="*/ 44 h 53"/>
                <a:gd name="T50" fmla="*/ 36 w 41"/>
                <a:gd name="T51" fmla="*/ 39 h 53"/>
                <a:gd name="T52" fmla="*/ 38 w 41"/>
                <a:gd name="T53" fmla="*/ 33 h 53"/>
                <a:gd name="T54" fmla="*/ 38 w 41"/>
                <a:gd name="T55" fmla="*/ 33 h 53"/>
                <a:gd name="T56" fmla="*/ 39 w 41"/>
                <a:gd name="T57" fmla="*/ 28 h 53"/>
                <a:gd name="T58" fmla="*/ 40 w 41"/>
                <a:gd name="T59" fmla="*/ 24 h 53"/>
                <a:gd name="T60" fmla="*/ 36 w 41"/>
                <a:gd name="T61" fmla="*/ 21 h 53"/>
                <a:gd name="T62" fmla="*/ 34 w 41"/>
                <a:gd name="T63" fmla="*/ 22 h 53"/>
                <a:gd name="T64" fmla="*/ 32 w 41"/>
                <a:gd name="T65" fmla="*/ 24 h 53"/>
                <a:gd name="T66" fmla="*/ 31 w 41"/>
                <a:gd name="T67" fmla="*/ 29 h 53"/>
                <a:gd name="T68" fmla="*/ 26 w 41"/>
                <a:gd name="T69" fmla="*/ 34 h 53"/>
                <a:gd name="T70" fmla="*/ 18 w 41"/>
                <a:gd name="T71" fmla="*/ 39 h 53"/>
                <a:gd name="T72" fmla="*/ 12 w 41"/>
                <a:gd name="T73" fmla="*/ 40 h 53"/>
                <a:gd name="T74" fmla="*/ 7 w 41"/>
                <a:gd name="T75" fmla="*/ 34 h 53"/>
                <a:gd name="T76" fmla="*/ 11 w 41"/>
                <a:gd name="T77" fmla="*/ 22 h 53"/>
                <a:gd name="T78" fmla="*/ 20 w 41"/>
                <a:gd name="T7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53">
                  <a:moveTo>
                    <a:pt x="20" y="12"/>
                  </a:moveTo>
                  <a:cubicBezTo>
                    <a:pt x="24" y="9"/>
                    <a:pt x="28" y="7"/>
                    <a:pt x="31" y="7"/>
                  </a:cubicBezTo>
                  <a:cubicBezTo>
                    <a:pt x="32" y="7"/>
                    <a:pt x="32" y="7"/>
                    <a:pt x="33" y="8"/>
                  </a:cubicBezTo>
                  <a:cubicBezTo>
                    <a:pt x="33" y="8"/>
                    <a:pt x="34" y="9"/>
                    <a:pt x="34" y="10"/>
                  </a:cubicBezTo>
                  <a:cubicBezTo>
                    <a:pt x="35" y="10"/>
                    <a:pt x="35" y="11"/>
                    <a:pt x="35" y="11"/>
                  </a:cubicBezTo>
                  <a:cubicBezTo>
                    <a:pt x="36" y="11"/>
                    <a:pt x="36" y="12"/>
                    <a:pt x="37" y="12"/>
                  </a:cubicBezTo>
                  <a:cubicBezTo>
                    <a:pt x="38" y="12"/>
                    <a:pt x="39" y="11"/>
                    <a:pt x="40" y="9"/>
                  </a:cubicBezTo>
                  <a:cubicBezTo>
                    <a:pt x="41" y="8"/>
                    <a:pt x="41" y="7"/>
                    <a:pt x="41" y="5"/>
                  </a:cubicBezTo>
                  <a:cubicBezTo>
                    <a:pt x="41" y="4"/>
                    <a:pt x="41" y="3"/>
                    <a:pt x="39" y="2"/>
                  </a:cubicBezTo>
                  <a:cubicBezTo>
                    <a:pt x="38" y="1"/>
                    <a:pt x="36" y="0"/>
                    <a:pt x="33" y="0"/>
                  </a:cubicBezTo>
                  <a:cubicBezTo>
                    <a:pt x="28" y="0"/>
                    <a:pt x="24" y="2"/>
                    <a:pt x="19" y="5"/>
                  </a:cubicBezTo>
                  <a:cubicBezTo>
                    <a:pt x="14" y="8"/>
                    <a:pt x="10" y="12"/>
                    <a:pt x="6" y="18"/>
                  </a:cubicBezTo>
                  <a:cubicBezTo>
                    <a:pt x="6" y="18"/>
                    <a:pt x="6" y="18"/>
                    <a:pt x="6" y="18"/>
                  </a:cubicBezTo>
                  <a:cubicBezTo>
                    <a:pt x="2" y="23"/>
                    <a:pt x="0" y="29"/>
                    <a:pt x="0" y="34"/>
                  </a:cubicBezTo>
                  <a:cubicBezTo>
                    <a:pt x="0" y="38"/>
                    <a:pt x="1" y="41"/>
                    <a:pt x="3" y="43"/>
                  </a:cubicBezTo>
                  <a:cubicBezTo>
                    <a:pt x="5" y="45"/>
                    <a:pt x="8" y="46"/>
                    <a:pt x="12" y="46"/>
                  </a:cubicBezTo>
                  <a:cubicBezTo>
                    <a:pt x="17" y="46"/>
                    <a:pt x="23" y="44"/>
                    <a:pt x="30" y="39"/>
                  </a:cubicBezTo>
                  <a:cubicBezTo>
                    <a:pt x="29" y="40"/>
                    <a:pt x="29" y="42"/>
                    <a:pt x="28" y="45"/>
                  </a:cubicBezTo>
                  <a:cubicBezTo>
                    <a:pt x="28" y="47"/>
                    <a:pt x="28" y="49"/>
                    <a:pt x="28" y="49"/>
                  </a:cubicBezTo>
                  <a:cubicBezTo>
                    <a:pt x="28" y="50"/>
                    <a:pt x="28" y="51"/>
                    <a:pt x="29" y="52"/>
                  </a:cubicBezTo>
                  <a:cubicBezTo>
                    <a:pt x="30" y="52"/>
                    <a:pt x="31" y="53"/>
                    <a:pt x="32" y="53"/>
                  </a:cubicBezTo>
                  <a:cubicBezTo>
                    <a:pt x="33" y="53"/>
                    <a:pt x="33" y="53"/>
                    <a:pt x="34" y="52"/>
                  </a:cubicBezTo>
                  <a:cubicBezTo>
                    <a:pt x="34" y="52"/>
                    <a:pt x="35" y="52"/>
                    <a:pt x="35" y="51"/>
                  </a:cubicBezTo>
                  <a:cubicBezTo>
                    <a:pt x="35" y="50"/>
                    <a:pt x="36" y="50"/>
                    <a:pt x="36" y="49"/>
                  </a:cubicBezTo>
                  <a:cubicBezTo>
                    <a:pt x="36" y="48"/>
                    <a:pt x="36" y="46"/>
                    <a:pt x="36" y="44"/>
                  </a:cubicBezTo>
                  <a:cubicBezTo>
                    <a:pt x="36" y="43"/>
                    <a:pt x="36" y="42"/>
                    <a:pt x="36" y="39"/>
                  </a:cubicBezTo>
                  <a:cubicBezTo>
                    <a:pt x="37" y="36"/>
                    <a:pt x="37" y="33"/>
                    <a:pt x="38" y="33"/>
                  </a:cubicBezTo>
                  <a:cubicBezTo>
                    <a:pt x="38" y="33"/>
                    <a:pt x="38" y="33"/>
                    <a:pt x="38" y="33"/>
                  </a:cubicBezTo>
                  <a:cubicBezTo>
                    <a:pt x="38" y="29"/>
                    <a:pt x="39" y="29"/>
                    <a:pt x="39" y="28"/>
                  </a:cubicBezTo>
                  <a:cubicBezTo>
                    <a:pt x="40" y="26"/>
                    <a:pt x="40" y="25"/>
                    <a:pt x="40" y="24"/>
                  </a:cubicBezTo>
                  <a:cubicBezTo>
                    <a:pt x="40" y="22"/>
                    <a:pt x="39" y="21"/>
                    <a:pt x="36" y="21"/>
                  </a:cubicBezTo>
                  <a:cubicBezTo>
                    <a:pt x="35" y="21"/>
                    <a:pt x="34" y="21"/>
                    <a:pt x="34" y="22"/>
                  </a:cubicBezTo>
                  <a:cubicBezTo>
                    <a:pt x="33" y="22"/>
                    <a:pt x="33" y="23"/>
                    <a:pt x="32" y="24"/>
                  </a:cubicBezTo>
                  <a:cubicBezTo>
                    <a:pt x="32" y="26"/>
                    <a:pt x="32" y="27"/>
                    <a:pt x="31" y="29"/>
                  </a:cubicBezTo>
                  <a:cubicBezTo>
                    <a:pt x="31" y="31"/>
                    <a:pt x="29" y="32"/>
                    <a:pt x="26" y="34"/>
                  </a:cubicBezTo>
                  <a:cubicBezTo>
                    <a:pt x="23" y="36"/>
                    <a:pt x="21" y="38"/>
                    <a:pt x="18" y="39"/>
                  </a:cubicBezTo>
                  <a:cubicBezTo>
                    <a:pt x="16" y="39"/>
                    <a:pt x="14" y="40"/>
                    <a:pt x="12" y="40"/>
                  </a:cubicBezTo>
                  <a:cubicBezTo>
                    <a:pt x="9" y="40"/>
                    <a:pt x="7" y="38"/>
                    <a:pt x="7" y="34"/>
                  </a:cubicBezTo>
                  <a:cubicBezTo>
                    <a:pt x="7" y="30"/>
                    <a:pt x="8" y="26"/>
                    <a:pt x="11" y="22"/>
                  </a:cubicBezTo>
                  <a:cubicBezTo>
                    <a:pt x="13" y="18"/>
                    <a:pt x="16" y="15"/>
                    <a:pt x="2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4" name="Freeform 231"/>
            <p:cNvSpPr>
              <a:spLocks noEditPoints="1"/>
            </p:cNvSpPr>
            <p:nvPr/>
          </p:nvSpPr>
          <p:spPr bwMode="auto">
            <a:xfrm>
              <a:off x="4378325" y="6403975"/>
              <a:ext cx="44450" cy="57150"/>
            </a:xfrm>
            <a:custGeom>
              <a:avLst/>
              <a:gdLst>
                <a:gd name="T0" fmla="*/ 26 w 28"/>
                <a:gd name="T1" fmla="*/ 21 h 35"/>
                <a:gd name="T2" fmla="*/ 24 w 28"/>
                <a:gd name="T3" fmla="*/ 22 h 35"/>
                <a:gd name="T4" fmla="*/ 12 w 28"/>
                <a:gd name="T5" fmla="*/ 28 h 35"/>
                <a:gd name="T6" fmla="*/ 8 w 28"/>
                <a:gd name="T7" fmla="*/ 27 h 35"/>
                <a:gd name="T8" fmla="*/ 7 w 28"/>
                <a:gd name="T9" fmla="*/ 24 h 35"/>
                <a:gd name="T10" fmla="*/ 8 w 28"/>
                <a:gd name="T11" fmla="*/ 23 h 35"/>
                <a:gd name="T12" fmla="*/ 21 w 28"/>
                <a:gd name="T13" fmla="*/ 17 h 35"/>
                <a:gd name="T14" fmla="*/ 26 w 28"/>
                <a:gd name="T15" fmla="*/ 7 h 35"/>
                <a:gd name="T16" fmla="*/ 24 w 28"/>
                <a:gd name="T17" fmla="*/ 2 h 35"/>
                <a:gd name="T18" fmla="*/ 18 w 28"/>
                <a:gd name="T19" fmla="*/ 0 h 35"/>
                <a:gd name="T20" fmla="*/ 6 w 28"/>
                <a:gd name="T21" fmla="*/ 7 h 35"/>
                <a:gd name="T22" fmla="*/ 0 w 28"/>
                <a:gd name="T23" fmla="*/ 23 h 35"/>
                <a:gd name="T24" fmla="*/ 2 w 28"/>
                <a:gd name="T25" fmla="*/ 32 h 35"/>
                <a:gd name="T26" fmla="*/ 10 w 28"/>
                <a:gd name="T27" fmla="*/ 35 h 35"/>
                <a:gd name="T28" fmla="*/ 22 w 28"/>
                <a:gd name="T29" fmla="*/ 30 h 35"/>
                <a:gd name="T30" fmla="*/ 28 w 28"/>
                <a:gd name="T31" fmla="*/ 23 h 35"/>
                <a:gd name="T32" fmla="*/ 26 w 28"/>
                <a:gd name="T33" fmla="*/ 21 h 35"/>
                <a:gd name="T34" fmla="*/ 12 w 28"/>
                <a:gd name="T35" fmla="*/ 9 h 35"/>
                <a:gd name="T36" fmla="*/ 17 w 28"/>
                <a:gd name="T37" fmla="*/ 6 h 35"/>
                <a:gd name="T38" fmla="*/ 19 w 28"/>
                <a:gd name="T39" fmla="*/ 6 h 35"/>
                <a:gd name="T40" fmla="*/ 19 w 28"/>
                <a:gd name="T41" fmla="*/ 8 h 35"/>
                <a:gd name="T42" fmla="*/ 16 w 28"/>
                <a:gd name="T43" fmla="*/ 14 h 35"/>
                <a:gd name="T44" fmla="*/ 7 w 28"/>
                <a:gd name="T45" fmla="*/ 18 h 35"/>
                <a:gd name="T46" fmla="*/ 12 w 28"/>
                <a:gd name="T47" fmla="*/ 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35">
                  <a:moveTo>
                    <a:pt x="26" y="21"/>
                  </a:moveTo>
                  <a:cubicBezTo>
                    <a:pt x="25" y="21"/>
                    <a:pt x="24" y="21"/>
                    <a:pt x="24" y="22"/>
                  </a:cubicBezTo>
                  <a:cubicBezTo>
                    <a:pt x="20" y="26"/>
                    <a:pt x="16" y="28"/>
                    <a:pt x="12" y="28"/>
                  </a:cubicBezTo>
                  <a:cubicBezTo>
                    <a:pt x="10" y="28"/>
                    <a:pt x="9" y="28"/>
                    <a:pt x="8" y="27"/>
                  </a:cubicBezTo>
                  <a:cubicBezTo>
                    <a:pt x="7" y="26"/>
                    <a:pt x="7" y="25"/>
                    <a:pt x="7" y="24"/>
                  </a:cubicBezTo>
                  <a:cubicBezTo>
                    <a:pt x="7" y="24"/>
                    <a:pt x="7" y="23"/>
                    <a:pt x="8" y="23"/>
                  </a:cubicBezTo>
                  <a:cubicBezTo>
                    <a:pt x="13" y="22"/>
                    <a:pt x="17" y="20"/>
                    <a:pt x="21" y="17"/>
                  </a:cubicBezTo>
                  <a:cubicBezTo>
                    <a:pt x="24" y="14"/>
                    <a:pt x="26" y="10"/>
                    <a:pt x="26" y="7"/>
                  </a:cubicBezTo>
                  <a:cubicBezTo>
                    <a:pt x="26" y="5"/>
                    <a:pt x="25" y="3"/>
                    <a:pt x="24" y="2"/>
                  </a:cubicBezTo>
                  <a:cubicBezTo>
                    <a:pt x="22" y="0"/>
                    <a:pt x="20" y="0"/>
                    <a:pt x="18" y="0"/>
                  </a:cubicBezTo>
                  <a:cubicBezTo>
                    <a:pt x="14" y="0"/>
                    <a:pt x="9" y="2"/>
                    <a:pt x="6" y="7"/>
                  </a:cubicBezTo>
                  <a:cubicBezTo>
                    <a:pt x="2" y="12"/>
                    <a:pt x="0" y="17"/>
                    <a:pt x="0" y="23"/>
                  </a:cubicBezTo>
                  <a:cubicBezTo>
                    <a:pt x="0" y="26"/>
                    <a:pt x="1" y="29"/>
                    <a:pt x="2" y="32"/>
                  </a:cubicBezTo>
                  <a:cubicBezTo>
                    <a:pt x="4" y="34"/>
                    <a:pt x="7" y="35"/>
                    <a:pt x="10" y="35"/>
                  </a:cubicBezTo>
                  <a:cubicBezTo>
                    <a:pt x="15" y="35"/>
                    <a:pt x="19" y="33"/>
                    <a:pt x="22" y="30"/>
                  </a:cubicBezTo>
                  <a:cubicBezTo>
                    <a:pt x="26" y="28"/>
                    <a:pt x="28" y="25"/>
                    <a:pt x="28" y="23"/>
                  </a:cubicBezTo>
                  <a:cubicBezTo>
                    <a:pt x="28" y="22"/>
                    <a:pt x="27" y="21"/>
                    <a:pt x="26" y="21"/>
                  </a:cubicBezTo>
                  <a:close/>
                  <a:moveTo>
                    <a:pt x="12" y="9"/>
                  </a:moveTo>
                  <a:cubicBezTo>
                    <a:pt x="14" y="7"/>
                    <a:pt x="16" y="6"/>
                    <a:pt x="17" y="6"/>
                  </a:cubicBezTo>
                  <a:cubicBezTo>
                    <a:pt x="18" y="6"/>
                    <a:pt x="18" y="6"/>
                    <a:pt x="19" y="6"/>
                  </a:cubicBezTo>
                  <a:cubicBezTo>
                    <a:pt x="19" y="7"/>
                    <a:pt x="19" y="7"/>
                    <a:pt x="19" y="8"/>
                  </a:cubicBezTo>
                  <a:cubicBezTo>
                    <a:pt x="19" y="10"/>
                    <a:pt x="18" y="12"/>
                    <a:pt x="16" y="14"/>
                  </a:cubicBezTo>
                  <a:cubicBezTo>
                    <a:pt x="13" y="16"/>
                    <a:pt x="11" y="17"/>
                    <a:pt x="7" y="18"/>
                  </a:cubicBezTo>
                  <a:cubicBezTo>
                    <a:pt x="8" y="15"/>
                    <a:pt x="10" y="12"/>
                    <a:pt x="12"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5" name="Freeform 232"/>
            <p:cNvSpPr>
              <a:spLocks/>
            </p:cNvSpPr>
            <p:nvPr/>
          </p:nvSpPr>
          <p:spPr bwMode="auto">
            <a:xfrm>
              <a:off x="4427538" y="6388100"/>
              <a:ext cx="47625" cy="73025"/>
            </a:xfrm>
            <a:custGeom>
              <a:avLst/>
              <a:gdLst>
                <a:gd name="T0" fmla="*/ 27 w 30"/>
                <a:gd name="T1" fmla="*/ 12 h 45"/>
                <a:gd name="T2" fmla="*/ 17 w 30"/>
                <a:gd name="T3" fmla="*/ 12 h 45"/>
                <a:gd name="T4" fmla="*/ 19 w 30"/>
                <a:gd name="T5" fmla="*/ 3 h 45"/>
                <a:gd name="T6" fmla="*/ 18 w 30"/>
                <a:gd name="T7" fmla="*/ 1 h 45"/>
                <a:gd name="T8" fmla="*/ 16 w 30"/>
                <a:gd name="T9" fmla="*/ 0 h 45"/>
                <a:gd name="T10" fmla="*/ 12 w 30"/>
                <a:gd name="T11" fmla="*/ 3 h 45"/>
                <a:gd name="T12" fmla="*/ 9 w 30"/>
                <a:gd name="T13" fmla="*/ 13 h 45"/>
                <a:gd name="T14" fmla="*/ 3 w 30"/>
                <a:gd name="T15" fmla="*/ 13 h 45"/>
                <a:gd name="T16" fmla="*/ 0 w 30"/>
                <a:gd name="T17" fmla="*/ 16 h 45"/>
                <a:gd name="T18" fmla="*/ 1 w 30"/>
                <a:gd name="T19" fmla="*/ 18 h 45"/>
                <a:gd name="T20" fmla="*/ 4 w 30"/>
                <a:gd name="T21" fmla="*/ 18 h 45"/>
                <a:gd name="T22" fmla="*/ 5 w 30"/>
                <a:gd name="T23" fmla="*/ 18 h 45"/>
                <a:gd name="T24" fmla="*/ 7 w 30"/>
                <a:gd name="T25" fmla="*/ 19 h 45"/>
                <a:gd name="T26" fmla="*/ 4 w 30"/>
                <a:gd name="T27" fmla="*/ 35 h 45"/>
                <a:gd name="T28" fmla="*/ 7 w 30"/>
                <a:gd name="T29" fmla="*/ 42 h 45"/>
                <a:gd name="T30" fmla="*/ 13 w 30"/>
                <a:gd name="T31" fmla="*/ 45 h 45"/>
                <a:gd name="T32" fmla="*/ 22 w 30"/>
                <a:gd name="T33" fmla="*/ 41 h 45"/>
                <a:gd name="T34" fmla="*/ 26 w 30"/>
                <a:gd name="T35" fmla="*/ 35 h 45"/>
                <a:gd name="T36" fmla="*/ 25 w 30"/>
                <a:gd name="T37" fmla="*/ 34 h 45"/>
                <a:gd name="T38" fmla="*/ 24 w 30"/>
                <a:gd name="T39" fmla="*/ 34 h 45"/>
                <a:gd name="T40" fmla="*/ 21 w 30"/>
                <a:gd name="T41" fmla="*/ 35 h 45"/>
                <a:gd name="T42" fmla="*/ 17 w 30"/>
                <a:gd name="T43" fmla="*/ 38 h 45"/>
                <a:gd name="T44" fmla="*/ 14 w 30"/>
                <a:gd name="T45" fmla="*/ 38 h 45"/>
                <a:gd name="T46" fmla="*/ 12 w 30"/>
                <a:gd name="T47" fmla="*/ 37 h 45"/>
                <a:gd name="T48" fmla="*/ 12 w 30"/>
                <a:gd name="T49" fmla="*/ 34 h 45"/>
                <a:gd name="T50" fmla="*/ 13 w 30"/>
                <a:gd name="T51" fmla="*/ 26 h 45"/>
                <a:gd name="T52" fmla="*/ 15 w 30"/>
                <a:gd name="T53" fmla="*/ 19 h 45"/>
                <a:gd name="T54" fmla="*/ 25 w 30"/>
                <a:gd name="T55" fmla="*/ 17 h 45"/>
                <a:gd name="T56" fmla="*/ 30 w 30"/>
                <a:gd name="T57" fmla="*/ 14 h 45"/>
                <a:gd name="T58" fmla="*/ 29 w 30"/>
                <a:gd name="T59" fmla="*/ 12 h 45"/>
                <a:gd name="T60" fmla="*/ 27 w 30"/>
                <a:gd name="T61" fmla="*/ 1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0" h="45">
                  <a:moveTo>
                    <a:pt x="27" y="12"/>
                  </a:moveTo>
                  <a:cubicBezTo>
                    <a:pt x="27" y="12"/>
                    <a:pt x="23" y="12"/>
                    <a:pt x="17" y="12"/>
                  </a:cubicBezTo>
                  <a:cubicBezTo>
                    <a:pt x="18" y="6"/>
                    <a:pt x="19" y="3"/>
                    <a:pt x="19" y="3"/>
                  </a:cubicBezTo>
                  <a:cubicBezTo>
                    <a:pt x="19" y="2"/>
                    <a:pt x="19" y="1"/>
                    <a:pt x="18" y="1"/>
                  </a:cubicBezTo>
                  <a:cubicBezTo>
                    <a:pt x="18" y="0"/>
                    <a:pt x="17" y="0"/>
                    <a:pt x="16" y="0"/>
                  </a:cubicBezTo>
                  <a:cubicBezTo>
                    <a:pt x="14" y="0"/>
                    <a:pt x="12" y="1"/>
                    <a:pt x="12" y="3"/>
                  </a:cubicBezTo>
                  <a:cubicBezTo>
                    <a:pt x="11" y="7"/>
                    <a:pt x="10" y="11"/>
                    <a:pt x="9" y="13"/>
                  </a:cubicBezTo>
                  <a:cubicBezTo>
                    <a:pt x="3" y="13"/>
                    <a:pt x="3" y="13"/>
                    <a:pt x="3" y="13"/>
                  </a:cubicBezTo>
                  <a:cubicBezTo>
                    <a:pt x="1" y="13"/>
                    <a:pt x="0" y="14"/>
                    <a:pt x="0" y="16"/>
                  </a:cubicBezTo>
                  <a:cubicBezTo>
                    <a:pt x="0" y="17"/>
                    <a:pt x="0" y="17"/>
                    <a:pt x="1" y="18"/>
                  </a:cubicBezTo>
                  <a:cubicBezTo>
                    <a:pt x="2" y="18"/>
                    <a:pt x="3" y="18"/>
                    <a:pt x="4" y="18"/>
                  </a:cubicBezTo>
                  <a:cubicBezTo>
                    <a:pt x="5" y="18"/>
                    <a:pt x="5" y="18"/>
                    <a:pt x="5" y="18"/>
                  </a:cubicBezTo>
                  <a:cubicBezTo>
                    <a:pt x="5" y="18"/>
                    <a:pt x="6" y="19"/>
                    <a:pt x="7" y="19"/>
                  </a:cubicBezTo>
                  <a:cubicBezTo>
                    <a:pt x="5" y="27"/>
                    <a:pt x="4" y="32"/>
                    <a:pt x="4" y="35"/>
                  </a:cubicBezTo>
                  <a:cubicBezTo>
                    <a:pt x="4" y="38"/>
                    <a:pt x="5" y="41"/>
                    <a:pt x="7" y="42"/>
                  </a:cubicBezTo>
                  <a:cubicBezTo>
                    <a:pt x="8" y="44"/>
                    <a:pt x="10" y="45"/>
                    <a:pt x="13" y="45"/>
                  </a:cubicBezTo>
                  <a:cubicBezTo>
                    <a:pt x="16" y="45"/>
                    <a:pt x="19" y="43"/>
                    <a:pt x="22" y="41"/>
                  </a:cubicBezTo>
                  <a:cubicBezTo>
                    <a:pt x="24" y="39"/>
                    <a:pt x="26" y="37"/>
                    <a:pt x="26" y="35"/>
                  </a:cubicBezTo>
                  <a:cubicBezTo>
                    <a:pt x="26" y="35"/>
                    <a:pt x="26" y="34"/>
                    <a:pt x="25" y="34"/>
                  </a:cubicBezTo>
                  <a:cubicBezTo>
                    <a:pt x="25" y="34"/>
                    <a:pt x="25" y="34"/>
                    <a:pt x="24" y="34"/>
                  </a:cubicBezTo>
                  <a:cubicBezTo>
                    <a:pt x="23" y="34"/>
                    <a:pt x="22" y="34"/>
                    <a:pt x="21" y="35"/>
                  </a:cubicBezTo>
                  <a:cubicBezTo>
                    <a:pt x="20" y="36"/>
                    <a:pt x="18" y="37"/>
                    <a:pt x="17" y="38"/>
                  </a:cubicBezTo>
                  <a:cubicBezTo>
                    <a:pt x="16" y="38"/>
                    <a:pt x="15" y="38"/>
                    <a:pt x="14" y="38"/>
                  </a:cubicBezTo>
                  <a:cubicBezTo>
                    <a:pt x="13" y="38"/>
                    <a:pt x="13" y="38"/>
                    <a:pt x="12" y="37"/>
                  </a:cubicBezTo>
                  <a:cubicBezTo>
                    <a:pt x="12" y="36"/>
                    <a:pt x="12" y="35"/>
                    <a:pt x="12" y="34"/>
                  </a:cubicBezTo>
                  <a:cubicBezTo>
                    <a:pt x="12" y="33"/>
                    <a:pt x="12" y="30"/>
                    <a:pt x="13" y="26"/>
                  </a:cubicBezTo>
                  <a:cubicBezTo>
                    <a:pt x="14" y="21"/>
                    <a:pt x="15" y="19"/>
                    <a:pt x="15" y="19"/>
                  </a:cubicBezTo>
                  <a:cubicBezTo>
                    <a:pt x="25" y="17"/>
                    <a:pt x="25" y="17"/>
                    <a:pt x="25" y="17"/>
                  </a:cubicBezTo>
                  <a:cubicBezTo>
                    <a:pt x="28" y="17"/>
                    <a:pt x="30" y="16"/>
                    <a:pt x="30" y="14"/>
                  </a:cubicBezTo>
                  <a:cubicBezTo>
                    <a:pt x="30" y="13"/>
                    <a:pt x="30" y="12"/>
                    <a:pt x="29" y="12"/>
                  </a:cubicBezTo>
                  <a:cubicBezTo>
                    <a:pt x="29" y="12"/>
                    <a:pt x="28" y="12"/>
                    <a:pt x="27"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6" name="Freeform 233"/>
            <p:cNvSpPr>
              <a:spLocks/>
            </p:cNvSpPr>
            <p:nvPr/>
          </p:nvSpPr>
          <p:spPr bwMode="auto">
            <a:xfrm>
              <a:off x="4519613" y="6383338"/>
              <a:ext cx="68262" cy="77788"/>
            </a:xfrm>
            <a:custGeom>
              <a:avLst/>
              <a:gdLst>
                <a:gd name="T0" fmla="*/ 39 w 43"/>
                <a:gd name="T1" fmla="*/ 0 h 48"/>
                <a:gd name="T2" fmla="*/ 36 w 43"/>
                <a:gd name="T3" fmla="*/ 2 h 48"/>
                <a:gd name="T4" fmla="*/ 35 w 43"/>
                <a:gd name="T5" fmla="*/ 4 h 48"/>
                <a:gd name="T6" fmla="*/ 34 w 43"/>
                <a:gd name="T7" fmla="*/ 14 h 48"/>
                <a:gd name="T8" fmla="*/ 33 w 43"/>
                <a:gd name="T9" fmla="*/ 20 h 48"/>
                <a:gd name="T10" fmla="*/ 25 w 43"/>
                <a:gd name="T11" fmla="*/ 22 h 48"/>
                <a:gd name="T12" fmla="*/ 13 w 43"/>
                <a:gd name="T13" fmla="*/ 23 h 48"/>
                <a:gd name="T14" fmla="*/ 11 w 43"/>
                <a:gd name="T15" fmla="*/ 23 h 48"/>
                <a:gd name="T16" fmla="*/ 12 w 43"/>
                <a:gd name="T17" fmla="*/ 14 h 48"/>
                <a:gd name="T18" fmla="*/ 12 w 43"/>
                <a:gd name="T19" fmla="*/ 7 h 48"/>
                <a:gd name="T20" fmla="*/ 8 w 43"/>
                <a:gd name="T21" fmla="*/ 2 h 48"/>
                <a:gd name="T22" fmla="*/ 6 w 43"/>
                <a:gd name="T23" fmla="*/ 3 h 48"/>
                <a:gd name="T24" fmla="*/ 5 w 43"/>
                <a:gd name="T25" fmla="*/ 5 h 48"/>
                <a:gd name="T26" fmla="*/ 1 w 43"/>
                <a:gd name="T27" fmla="*/ 38 h 48"/>
                <a:gd name="T28" fmla="*/ 0 w 43"/>
                <a:gd name="T29" fmla="*/ 44 h 48"/>
                <a:gd name="T30" fmla="*/ 1 w 43"/>
                <a:gd name="T31" fmla="*/ 47 h 48"/>
                <a:gd name="T32" fmla="*/ 4 w 43"/>
                <a:gd name="T33" fmla="*/ 48 h 48"/>
                <a:gd name="T34" fmla="*/ 7 w 43"/>
                <a:gd name="T35" fmla="*/ 46 h 48"/>
                <a:gd name="T36" fmla="*/ 8 w 43"/>
                <a:gd name="T37" fmla="*/ 38 h 48"/>
                <a:gd name="T38" fmla="*/ 9 w 43"/>
                <a:gd name="T39" fmla="*/ 29 h 48"/>
                <a:gd name="T40" fmla="*/ 14 w 43"/>
                <a:gd name="T41" fmla="*/ 29 h 48"/>
                <a:gd name="T42" fmla="*/ 20 w 43"/>
                <a:gd name="T43" fmla="*/ 29 h 48"/>
                <a:gd name="T44" fmla="*/ 26 w 43"/>
                <a:gd name="T45" fmla="*/ 28 h 48"/>
                <a:gd name="T46" fmla="*/ 31 w 43"/>
                <a:gd name="T47" fmla="*/ 28 h 48"/>
                <a:gd name="T48" fmla="*/ 32 w 43"/>
                <a:gd name="T49" fmla="*/ 29 h 48"/>
                <a:gd name="T50" fmla="*/ 31 w 43"/>
                <a:gd name="T51" fmla="*/ 37 h 48"/>
                <a:gd name="T52" fmla="*/ 30 w 43"/>
                <a:gd name="T53" fmla="*/ 44 h 48"/>
                <a:gd name="T54" fmla="*/ 32 w 43"/>
                <a:gd name="T55" fmla="*/ 47 h 48"/>
                <a:gd name="T56" fmla="*/ 34 w 43"/>
                <a:gd name="T57" fmla="*/ 48 h 48"/>
                <a:gd name="T58" fmla="*/ 37 w 43"/>
                <a:gd name="T59" fmla="*/ 46 h 48"/>
                <a:gd name="T60" fmla="*/ 39 w 43"/>
                <a:gd name="T61" fmla="*/ 43 h 48"/>
                <a:gd name="T62" fmla="*/ 39 w 43"/>
                <a:gd name="T63" fmla="*/ 29 h 48"/>
                <a:gd name="T64" fmla="*/ 41 w 43"/>
                <a:gd name="T65" fmla="*/ 12 h 48"/>
                <a:gd name="T66" fmla="*/ 43 w 43"/>
                <a:gd name="T67" fmla="*/ 4 h 48"/>
                <a:gd name="T68" fmla="*/ 42 w 43"/>
                <a:gd name="T69" fmla="*/ 2 h 48"/>
                <a:gd name="T70" fmla="*/ 39 w 43"/>
                <a:gd name="T7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3" h="48">
                  <a:moveTo>
                    <a:pt x="39" y="0"/>
                  </a:moveTo>
                  <a:cubicBezTo>
                    <a:pt x="38" y="0"/>
                    <a:pt x="37" y="1"/>
                    <a:pt x="36" y="2"/>
                  </a:cubicBezTo>
                  <a:cubicBezTo>
                    <a:pt x="35" y="2"/>
                    <a:pt x="35" y="3"/>
                    <a:pt x="35" y="4"/>
                  </a:cubicBezTo>
                  <a:cubicBezTo>
                    <a:pt x="35" y="7"/>
                    <a:pt x="35" y="11"/>
                    <a:pt x="34" y="14"/>
                  </a:cubicBezTo>
                  <a:cubicBezTo>
                    <a:pt x="34" y="18"/>
                    <a:pt x="33" y="20"/>
                    <a:pt x="33" y="20"/>
                  </a:cubicBezTo>
                  <a:cubicBezTo>
                    <a:pt x="33" y="21"/>
                    <a:pt x="30" y="22"/>
                    <a:pt x="25" y="22"/>
                  </a:cubicBezTo>
                  <a:cubicBezTo>
                    <a:pt x="19" y="23"/>
                    <a:pt x="15" y="23"/>
                    <a:pt x="13" y="23"/>
                  </a:cubicBezTo>
                  <a:cubicBezTo>
                    <a:pt x="11" y="23"/>
                    <a:pt x="11" y="23"/>
                    <a:pt x="11" y="23"/>
                  </a:cubicBezTo>
                  <a:cubicBezTo>
                    <a:pt x="11" y="21"/>
                    <a:pt x="11" y="18"/>
                    <a:pt x="12" y="14"/>
                  </a:cubicBezTo>
                  <a:cubicBezTo>
                    <a:pt x="12" y="11"/>
                    <a:pt x="12" y="9"/>
                    <a:pt x="12" y="7"/>
                  </a:cubicBezTo>
                  <a:cubicBezTo>
                    <a:pt x="12" y="4"/>
                    <a:pt x="11" y="2"/>
                    <a:pt x="8" y="2"/>
                  </a:cubicBezTo>
                  <a:cubicBezTo>
                    <a:pt x="8" y="2"/>
                    <a:pt x="7" y="3"/>
                    <a:pt x="6" y="3"/>
                  </a:cubicBezTo>
                  <a:cubicBezTo>
                    <a:pt x="6" y="4"/>
                    <a:pt x="5" y="5"/>
                    <a:pt x="5" y="5"/>
                  </a:cubicBezTo>
                  <a:cubicBezTo>
                    <a:pt x="3" y="22"/>
                    <a:pt x="2" y="33"/>
                    <a:pt x="1" y="38"/>
                  </a:cubicBezTo>
                  <a:cubicBezTo>
                    <a:pt x="0" y="41"/>
                    <a:pt x="0" y="42"/>
                    <a:pt x="0" y="44"/>
                  </a:cubicBezTo>
                  <a:cubicBezTo>
                    <a:pt x="0" y="45"/>
                    <a:pt x="0" y="46"/>
                    <a:pt x="1" y="47"/>
                  </a:cubicBezTo>
                  <a:cubicBezTo>
                    <a:pt x="2" y="48"/>
                    <a:pt x="3" y="48"/>
                    <a:pt x="4" y="48"/>
                  </a:cubicBezTo>
                  <a:cubicBezTo>
                    <a:pt x="5" y="48"/>
                    <a:pt x="6" y="47"/>
                    <a:pt x="7" y="46"/>
                  </a:cubicBezTo>
                  <a:cubicBezTo>
                    <a:pt x="8" y="44"/>
                    <a:pt x="8" y="41"/>
                    <a:pt x="8" y="38"/>
                  </a:cubicBezTo>
                  <a:cubicBezTo>
                    <a:pt x="8" y="33"/>
                    <a:pt x="9" y="30"/>
                    <a:pt x="9" y="29"/>
                  </a:cubicBezTo>
                  <a:cubicBezTo>
                    <a:pt x="9" y="29"/>
                    <a:pt x="11" y="29"/>
                    <a:pt x="14" y="29"/>
                  </a:cubicBezTo>
                  <a:cubicBezTo>
                    <a:pt x="17" y="29"/>
                    <a:pt x="19" y="29"/>
                    <a:pt x="20" y="29"/>
                  </a:cubicBezTo>
                  <a:cubicBezTo>
                    <a:pt x="21" y="29"/>
                    <a:pt x="23" y="28"/>
                    <a:pt x="26" y="28"/>
                  </a:cubicBezTo>
                  <a:cubicBezTo>
                    <a:pt x="29" y="28"/>
                    <a:pt x="30" y="28"/>
                    <a:pt x="31" y="28"/>
                  </a:cubicBezTo>
                  <a:cubicBezTo>
                    <a:pt x="32" y="28"/>
                    <a:pt x="32" y="28"/>
                    <a:pt x="32" y="29"/>
                  </a:cubicBezTo>
                  <a:cubicBezTo>
                    <a:pt x="32" y="31"/>
                    <a:pt x="32" y="33"/>
                    <a:pt x="31" y="37"/>
                  </a:cubicBezTo>
                  <a:cubicBezTo>
                    <a:pt x="31" y="41"/>
                    <a:pt x="30" y="44"/>
                    <a:pt x="30" y="44"/>
                  </a:cubicBezTo>
                  <a:cubicBezTo>
                    <a:pt x="30" y="45"/>
                    <a:pt x="31" y="46"/>
                    <a:pt x="32" y="47"/>
                  </a:cubicBezTo>
                  <a:cubicBezTo>
                    <a:pt x="32" y="48"/>
                    <a:pt x="33" y="48"/>
                    <a:pt x="34" y="48"/>
                  </a:cubicBezTo>
                  <a:cubicBezTo>
                    <a:pt x="35" y="48"/>
                    <a:pt x="36" y="47"/>
                    <a:pt x="37" y="46"/>
                  </a:cubicBezTo>
                  <a:cubicBezTo>
                    <a:pt x="38" y="45"/>
                    <a:pt x="39" y="44"/>
                    <a:pt x="39" y="43"/>
                  </a:cubicBezTo>
                  <a:cubicBezTo>
                    <a:pt x="39" y="41"/>
                    <a:pt x="39" y="36"/>
                    <a:pt x="39" y="29"/>
                  </a:cubicBezTo>
                  <a:cubicBezTo>
                    <a:pt x="40" y="22"/>
                    <a:pt x="41" y="17"/>
                    <a:pt x="41" y="12"/>
                  </a:cubicBezTo>
                  <a:cubicBezTo>
                    <a:pt x="42" y="8"/>
                    <a:pt x="43" y="6"/>
                    <a:pt x="43" y="4"/>
                  </a:cubicBezTo>
                  <a:cubicBezTo>
                    <a:pt x="43" y="3"/>
                    <a:pt x="42" y="2"/>
                    <a:pt x="42" y="2"/>
                  </a:cubicBezTo>
                  <a:cubicBezTo>
                    <a:pt x="41" y="1"/>
                    <a:pt x="40" y="0"/>
                    <a:pt x="3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7" name="Freeform 234"/>
            <p:cNvSpPr>
              <a:spLocks noEditPoints="1"/>
            </p:cNvSpPr>
            <p:nvPr/>
          </p:nvSpPr>
          <p:spPr bwMode="auto">
            <a:xfrm>
              <a:off x="4594225" y="6403975"/>
              <a:ext cx="46037" cy="57150"/>
            </a:xfrm>
            <a:custGeom>
              <a:avLst/>
              <a:gdLst>
                <a:gd name="T0" fmla="*/ 27 w 28"/>
                <a:gd name="T1" fmla="*/ 21 h 35"/>
                <a:gd name="T2" fmla="*/ 24 w 28"/>
                <a:gd name="T3" fmla="*/ 22 h 35"/>
                <a:gd name="T4" fmla="*/ 12 w 28"/>
                <a:gd name="T5" fmla="*/ 28 h 35"/>
                <a:gd name="T6" fmla="*/ 9 w 28"/>
                <a:gd name="T7" fmla="*/ 27 h 35"/>
                <a:gd name="T8" fmla="*/ 8 w 28"/>
                <a:gd name="T9" fmla="*/ 24 h 35"/>
                <a:gd name="T10" fmla="*/ 8 w 28"/>
                <a:gd name="T11" fmla="*/ 23 h 35"/>
                <a:gd name="T12" fmla="*/ 21 w 28"/>
                <a:gd name="T13" fmla="*/ 17 h 35"/>
                <a:gd name="T14" fmla="*/ 26 w 28"/>
                <a:gd name="T15" fmla="*/ 7 h 35"/>
                <a:gd name="T16" fmla="*/ 24 w 28"/>
                <a:gd name="T17" fmla="*/ 2 h 35"/>
                <a:gd name="T18" fmla="*/ 19 w 28"/>
                <a:gd name="T19" fmla="*/ 0 h 35"/>
                <a:gd name="T20" fmla="*/ 6 w 28"/>
                <a:gd name="T21" fmla="*/ 7 h 35"/>
                <a:gd name="T22" fmla="*/ 0 w 28"/>
                <a:gd name="T23" fmla="*/ 23 h 35"/>
                <a:gd name="T24" fmla="*/ 3 w 28"/>
                <a:gd name="T25" fmla="*/ 32 h 35"/>
                <a:gd name="T26" fmla="*/ 11 w 28"/>
                <a:gd name="T27" fmla="*/ 35 h 35"/>
                <a:gd name="T28" fmla="*/ 23 w 28"/>
                <a:gd name="T29" fmla="*/ 30 h 35"/>
                <a:gd name="T30" fmla="*/ 28 w 28"/>
                <a:gd name="T31" fmla="*/ 23 h 35"/>
                <a:gd name="T32" fmla="*/ 27 w 28"/>
                <a:gd name="T33" fmla="*/ 21 h 35"/>
                <a:gd name="T34" fmla="*/ 12 w 28"/>
                <a:gd name="T35" fmla="*/ 9 h 35"/>
                <a:gd name="T36" fmla="*/ 18 w 28"/>
                <a:gd name="T37" fmla="*/ 6 h 35"/>
                <a:gd name="T38" fmla="*/ 20 w 28"/>
                <a:gd name="T39" fmla="*/ 6 h 35"/>
                <a:gd name="T40" fmla="*/ 20 w 28"/>
                <a:gd name="T41" fmla="*/ 8 h 35"/>
                <a:gd name="T42" fmla="*/ 17 w 28"/>
                <a:gd name="T43" fmla="*/ 14 h 35"/>
                <a:gd name="T44" fmla="*/ 8 w 28"/>
                <a:gd name="T45" fmla="*/ 18 h 35"/>
                <a:gd name="T46" fmla="*/ 12 w 28"/>
                <a:gd name="T47" fmla="*/ 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35">
                  <a:moveTo>
                    <a:pt x="27" y="21"/>
                  </a:moveTo>
                  <a:cubicBezTo>
                    <a:pt x="26" y="21"/>
                    <a:pt x="25" y="21"/>
                    <a:pt x="24" y="22"/>
                  </a:cubicBezTo>
                  <a:cubicBezTo>
                    <a:pt x="20" y="26"/>
                    <a:pt x="16" y="28"/>
                    <a:pt x="12" y="28"/>
                  </a:cubicBezTo>
                  <a:cubicBezTo>
                    <a:pt x="11" y="28"/>
                    <a:pt x="10" y="28"/>
                    <a:pt x="9" y="27"/>
                  </a:cubicBezTo>
                  <a:cubicBezTo>
                    <a:pt x="8" y="26"/>
                    <a:pt x="8" y="25"/>
                    <a:pt x="8" y="24"/>
                  </a:cubicBezTo>
                  <a:cubicBezTo>
                    <a:pt x="8" y="24"/>
                    <a:pt x="8" y="23"/>
                    <a:pt x="8" y="23"/>
                  </a:cubicBezTo>
                  <a:cubicBezTo>
                    <a:pt x="14" y="22"/>
                    <a:pt x="18" y="20"/>
                    <a:pt x="21" y="17"/>
                  </a:cubicBezTo>
                  <a:cubicBezTo>
                    <a:pt x="25" y="14"/>
                    <a:pt x="26" y="10"/>
                    <a:pt x="26" y="7"/>
                  </a:cubicBezTo>
                  <a:cubicBezTo>
                    <a:pt x="26" y="5"/>
                    <a:pt x="26" y="3"/>
                    <a:pt x="24" y="2"/>
                  </a:cubicBezTo>
                  <a:cubicBezTo>
                    <a:pt x="23" y="0"/>
                    <a:pt x="21" y="0"/>
                    <a:pt x="19" y="0"/>
                  </a:cubicBezTo>
                  <a:cubicBezTo>
                    <a:pt x="14" y="0"/>
                    <a:pt x="10" y="2"/>
                    <a:pt x="6" y="7"/>
                  </a:cubicBezTo>
                  <a:cubicBezTo>
                    <a:pt x="2" y="12"/>
                    <a:pt x="0" y="17"/>
                    <a:pt x="0" y="23"/>
                  </a:cubicBezTo>
                  <a:cubicBezTo>
                    <a:pt x="0" y="26"/>
                    <a:pt x="1" y="29"/>
                    <a:pt x="3" y="32"/>
                  </a:cubicBezTo>
                  <a:cubicBezTo>
                    <a:pt x="5" y="34"/>
                    <a:pt x="8" y="35"/>
                    <a:pt x="11" y="35"/>
                  </a:cubicBezTo>
                  <a:cubicBezTo>
                    <a:pt x="16" y="35"/>
                    <a:pt x="20" y="33"/>
                    <a:pt x="23" y="30"/>
                  </a:cubicBezTo>
                  <a:cubicBezTo>
                    <a:pt x="27" y="28"/>
                    <a:pt x="28" y="25"/>
                    <a:pt x="28" y="23"/>
                  </a:cubicBezTo>
                  <a:cubicBezTo>
                    <a:pt x="28" y="22"/>
                    <a:pt x="28" y="21"/>
                    <a:pt x="27" y="21"/>
                  </a:cubicBezTo>
                  <a:close/>
                  <a:moveTo>
                    <a:pt x="12" y="9"/>
                  </a:moveTo>
                  <a:cubicBezTo>
                    <a:pt x="14" y="7"/>
                    <a:pt x="16" y="6"/>
                    <a:pt x="18" y="6"/>
                  </a:cubicBezTo>
                  <a:cubicBezTo>
                    <a:pt x="19" y="6"/>
                    <a:pt x="19" y="6"/>
                    <a:pt x="20" y="6"/>
                  </a:cubicBezTo>
                  <a:cubicBezTo>
                    <a:pt x="20" y="7"/>
                    <a:pt x="20" y="7"/>
                    <a:pt x="20" y="8"/>
                  </a:cubicBezTo>
                  <a:cubicBezTo>
                    <a:pt x="20" y="10"/>
                    <a:pt x="19" y="12"/>
                    <a:pt x="17" y="14"/>
                  </a:cubicBezTo>
                  <a:cubicBezTo>
                    <a:pt x="14" y="16"/>
                    <a:pt x="11" y="17"/>
                    <a:pt x="8" y="18"/>
                  </a:cubicBezTo>
                  <a:cubicBezTo>
                    <a:pt x="9" y="15"/>
                    <a:pt x="10" y="12"/>
                    <a:pt x="12"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8" name="Freeform 235"/>
            <p:cNvSpPr>
              <a:spLocks/>
            </p:cNvSpPr>
            <p:nvPr/>
          </p:nvSpPr>
          <p:spPr bwMode="auto">
            <a:xfrm>
              <a:off x="4649788" y="6375400"/>
              <a:ext cx="22225" cy="87313"/>
            </a:xfrm>
            <a:custGeom>
              <a:avLst/>
              <a:gdLst>
                <a:gd name="T0" fmla="*/ 10 w 14"/>
                <a:gd name="T1" fmla="*/ 0 h 54"/>
                <a:gd name="T2" fmla="*/ 7 w 14"/>
                <a:gd name="T3" fmla="*/ 3 h 54"/>
                <a:gd name="T4" fmla="*/ 3 w 14"/>
                <a:gd name="T5" fmla="*/ 20 h 54"/>
                <a:gd name="T6" fmla="*/ 0 w 14"/>
                <a:gd name="T7" fmla="*/ 45 h 54"/>
                <a:gd name="T8" fmla="*/ 1 w 14"/>
                <a:gd name="T9" fmla="*/ 52 h 54"/>
                <a:gd name="T10" fmla="*/ 4 w 14"/>
                <a:gd name="T11" fmla="*/ 54 h 54"/>
                <a:gd name="T12" fmla="*/ 7 w 14"/>
                <a:gd name="T13" fmla="*/ 52 h 54"/>
                <a:gd name="T14" fmla="*/ 8 w 14"/>
                <a:gd name="T15" fmla="*/ 49 h 54"/>
                <a:gd name="T16" fmla="*/ 8 w 14"/>
                <a:gd name="T17" fmla="*/ 48 h 54"/>
                <a:gd name="T18" fmla="*/ 8 w 14"/>
                <a:gd name="T19" fmla="*/ 38 h 54"/>
                <a:gd name="T20" fmla="*/ 8 w 14"/>
                <a:gd name="T21" fmla="*/ 29 h 54"/>
                <a:gd name="T22" fmla="*/ 11 w 14"/>
                <a:gd name="T23" fmla="*/ 17 h 54"/>
                <a:gd name="T24" fmla="*/ 13 w 14"/>
                <a:gd name="T25" fmla="*/ 7 h 54"/>
                <a:gd name="T26" fmla="*/ 14 w 14"/>
                <a:gd name="T27" fmla="*/ 4 h 54"/>
                <a:gd name="T28" fmla="*/ 10 w 14"/>
                <a:gd name="T29"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54">
                  <a:moveTo>
                    <a:pt x="10" y="0"/>
                  </a:moveTo>
                  <a:cubicBezTo>
                    <a:pt x="9" y="0"/>
                    <a:pt x="8" y="1"/>
                    <a:pt x="7" y="3"/>
                  </a:cubicBezTo>
                  <a:cubicBezTo>
                    <a:pt x="6" y="5"/>
                    <a:pt x="4" y="10"/>
                    <a:pt x="3" y="20"/>
                  </a:cubicBezTo>
                  <a:cubicBezTo>
                    <a:pt x="1" y="29"/>
                    <a:pt x="0" y="38"/>
                    <a:pt x="0" y="45"/>
                  </a:cubicBezTo>
                  <a:cubicBezTo>
                    <a:pt x="0" y="48"/>
                    <a:pt x="1" y="50"/>
                    <a:pt x="1" y="52"/>
                  </a:cubicBezTo>
                  <a:cubicBezTo>
                    <a:pt x="2" y="53"/>
                    <a:pt x="3" y="54"/>
                    <a:pt x="4" y="54"/>
                  </a:cubicBezTo>
                  <a:cubicBezTo>
                    <a:pt x="5" y="54"/>
                    <a:pt x="6" y="53"/>
                    <a:pt x="7" y="52"/>
                  </a:cubicBezTo>
                  <a:cubicBezTo>
                    <a:pt x="8" y="52"/>
                    <a:pt x="8" y="50"/>
                    <a:pt x="8" y="49"/>
                  </a:cubicBezTo>
                  <a:cubicBezTo>
                    <a:pt x="8" y="49"/>
                    <a:pt x="8" y="48"/>
                    <a:pt x="8" y="48"/>
                  </a:cubicBezTo>
                  <a:cubicBezTo>
                    <a:pt x="8" y="44"/>
                    <a:pt x="8" y="41"/>
                    <a:pt x="8" y="38"/>
                  </a:cubicBezTo>
                  <a:cubicBezTo>
                    <a:pt x="8" y="36"/>
                    <a:pt x="8" y="33"/>
                    <a:pt x="8" y="29"/>
                  </a:cubicBezTo>
                  <a:cubicBezTo>
                    <a:pt x="9" y="24"/>
                    <a:pt x="10" y="20"/>
                    <a:pt x="11" y="17"/>
                  </a:cubicBezTo>
                  <a:cubicBezTo>
                    <a:pt x="12" y="12"/>
                    <a:pt x="13" y="9"/>
                    <a:pt x="13" y="7"/>
                  </a:cubicBezTo>
                  <a:cubicBezTo>
                    <a:pt x="13" y="6"/>
                    <a:pt x="14" y="5"/>
                    <a:pt x="14" y="4"/>
                  </a:cubicBezTo>
                  <a:cubicBezTo>
                    <a:pt x="14" y="2"/>
                    <a:pt x="12"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9" name="Freeform 236"/>
            <p:cNvSpPr>
              <a:spLocks noEditPoints="1"/>
            </p:cNvSpPr>
            <p:nvPr/>
          </p:nvSpPr>
          <p:spPr bwMode="auto">
            <a:xfrm>
              <a:off x="4672013" y="6402388"/>
              <a:ext cx="60325" cy="88900"/>
            </a:xfrm>
            <a:custGeom>
              <a:avLst/>
              <a:gdLst>
                <a:gd name="T0" fmla="*/ 29 w 37"/>
                <a:gd name="T1" fmla="*/ 1 h 55"/>
                <a:gd name="T2" fmla="*/ 20 w 37"/>
                <a:gd name="T3" fmla="*/ 5 h 55"/>
                <a:gd name="T4" fmla="*/ 12 w 37"/>
                <a:gd name="T5" fmla="*/ 14 h 55"/>
                <a:gd name="T6" fmla="*/ 12 w 37"/>
                <a:gd name="T7" fmla="*/ 12 h 55"/>
                <a:gd name="T8" fmla="*/ 13 w 37"/>
                <a:gd name="T9" fmla="*/ 5 h 55"/>
                <a:gd name="T10" fmla="*/ 10 w 37"/>
                <a:gd name="T11" fmla="*/ 0 h 55"/>
                <a:gd name="T12" fmla="*/ 7 w 37"/>
                <a:gd name="T13" fmla="*/ 1 h 55"/>
                <a:gd name="T14" fmla="*/ 5 w 37"/>
                <a:gd name="T15" fmla="*/ 4 h 55"/>
                <a:gd name="T16" fmla="*/ 5 w 37"/>
                <a:gd name="T17" fmla="*/ 9 h 55"/>
                <a:gd name="T18" fmla="*/ 5 w 37"/>
                <a:gd name="T19" fmla="*/ 9 h 55"/>
                <a:gd name="T20" fmla="*/ 0 w 37"/>
                <a:gd name="T21" fmla="*/ 47 h 55"/>
                <a:gd name="T22" fmla="*/ 0 w 37"/>
                <a:gd name="T23" fmla="*/ 52 h 55"/>
                <a:gd name="T24" fmla="*/ 1 w 37"/>
                <a:gd name="T25" fmla="*/ 54 h 55"/>
                <a:gd name="T26" fmla="*/ 3 w 37"/>
                <a:gd name="T27" fmla="*/ 55 h 55"/>
                <a:gd name="T28" fmla="*/ 6 w 37"/>
                <a:gd name="T29" fmla="*/ 54 h 55"/>
                <a:gd name="T30" fmla="*/ 7 w 37"/>
                <a:gd name="T31" fmla="*/ 50 h 55"/>
                <a:gd name="T32" fmla="*/ 9 w 37"/>
                <a:gd name="T33" fmla="*/ 39 h 55"/>
                <a:gd name="T34" fmla="*/ 10 w 37"/>
                <a:gd name="T35" fmla="*/ 32 h 55"/>
                <a:gd name="T36" fmla="*/ 14 w 37"/>
                <a:gd name="T37" fmla="*/ 35 h 55"/>
                <a:gd name="T38" fmla="*/ 29 w 37"/>
                <a:gd name="T39" fmla="*/ 27 h 55"/>
                <a:gd name="T40" fmla="*/ 37 w 37"/>
                <a:gd name="T41" fmla="*/ 9 h 55"/>
                <a:gd name="T42" fmla="*/ 34 w 37"/>
                <a:gd name="T43" fmla="*/ 3 h 55"/>
                <a:gd name="T44" fmla="*/ 29 w 37"/>
                <a:gd name="T45" fmla="*/ 1 h 55"/>
                <a:gd name="T46" fmla="*/ 24 w 37"/>
                <a:gd name="T47" fmla="*/ 23 h 55"/>
                <a:gd name="T48" fmla="*/ 15 w 37"/>
                <a:gd name="T49" fmla="*/ 29 h 55"/>
                <a:gd name="T50" fmla="*/ 13 w 37"/>
                <a:gd name="T51" fmla="*/ 28 h 55"/>
                <a:gd name="T52" fmla="*/ 12 w 37"/>
                <a:gd name="T53" fmla="*/ 26 h 55"/>
                <a:gd name="T54" fmla="*/ 18 w 37"/>
                <a:gd name="T55" fmla="*/ 15 h 55"/>
                <a:gd name="T56" fmla="*/ 27 w 37"/>
                <a:gd name="T57" fmla="*/ 8 h 55"/>
                <a:gd name="T58" fmla="*/ 29 w 37"/>
                <a:gd name="T59" fmla="*/ 9 h 55"/>
                <a:gd name="T60" fmla="*/ 29 w 37"/>
                <a:gd name="T61" fmla="*/ 11 h 55"/>
                <a:gd name="T62" fmla="*/ 24 w 37"/>
                <a:gd name="T63" fmla="*/ 2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 h="55">
                  <a:moveTo>
                    <a:pt x="29" y="1"/>
                  </a:moveTo>
                  <a:cubicBezTo>
                    <a:pt x="26" y="1"/>
                    <a:pt x="23" y="2"/>
                    <a:pt x="20" y="5"/>
                  </a:cubicBezTo>
                  <a:cubicBezTo>
                    <a:pt x="17" y="7"/>
                    <a:pt x="14" y="10"/>
                    <a:pt x="12" y="14"/>
                  </a:cubicBezTo>
                  <a:cubicBezTo>
                    <a:pt x="12" y="12"/>
                    <a:pt x="12" y="12"/>
                    <a:pt x="12" y="12"/>
                  </a:cubicBezTo>
                  <a:cubicBezTo>
                    <a:pt x="13" y="9"/>
                    <a:pt x="13" y="7"/>
                    <a:pt x="13" y="5"/>
                  </a:cubicBezTo>
                  <a:cubicBezTo>
                    <a:pt x="13" y="2"/>
                    <a:pt x="12" y="0"/>
                    <a:pt x="10" y="0"/>
                  </a:cubicBezTo>
                  <a:cubicBezTo>
                    <a:pt x="8" y="0"/>
                    <a:pt x="7" y="0"/>
                    <a:pt x="7" y="1"/>
                  </a:cubicBezTo>
                  <a:cubicBezTo>
                    <a:pt x="6" y="2"/>
                    <a:pt x="5" y="3"/>
                    <a:pt x="5" y="4"/>
                  </a:cubicBezTo>
                  <a:cubicBezTo>
                    <a:pt x="5" y="4"/>
                    <a:pt x="5" y="6"/>
                    <a:pt x="5" y="9"/>
                  </a:cubicBezTo>
                  <a:cubicBezTo>
                    <a:pt x="5" y="9"/>
                    <a:pt x="5" y="9"/>
                    <a:pt x="5" y="9"/>
                  </a:cubicBezTo>
                  <a:cubicBezTo>
                    <a:pt x="5" y="22"/>
                    <a:pt x="3" y="35"/>
                    <a:pt x="0" y="47"/>
                  </a:cubicBezTo>
                  <a:cubicBezTo>
                    <a:pt x="0" y="49"/>
                    <a:pt x="0" y="51"/>
                    <a:pt x="0" y="52"/>
                  </a:cubicBezTo>
                  <a:cubicBezTo>
                    <a:pt x="0" y="53"/>
                    <a:pt x="0" y="54"/>
                    <a:pt x="1" y="54"/>
                  </a:cubicBezTo>
                  <a:cubicBezTo>
                    <a:pt x="2" y="55"/>
                    <a:pt x="2" y="55"/>
                    <a:pt x="3" y="55"/>
                  </a:cubicBezTo>
                  <a:cubicBezTo>
                    <a:pt x="4" y="55"/>
                    <a:pt x="5" y="55"/>
                    <a:pt x="6" y="54"/>
                  </a:cubicBezTo>
                  <a:cubicBezTo>
                    <a:pt x="7" y="54"/>
                    <a:pt x="7" y="52"/>
                    <a:pt x="7" y="50"/>
                  </a:cubicBezTo>
                  <a:cubicBezTo>
                    <a:pt x="9" y="39"/>
                    <a:pt x="9" y="39"/>
                    <a:pt x="9" y="39"/>
                  </a:cubicBezTo>
                  <a:cubicBezTo>
                    <a:pt x="9" y="36"/>
                    <a:pt x="9" y="34"/>
                    <a:pt x="10" y="32"/>
                  </a:cubicBezTo>
                  <a:cubicBezTo>
                    <a:pt x="10" y="34"/>
                    <a:pt x="12" y="35"/>
                    <a:pt x="14" y="35"/>
                  </a:cubicBezTo>
                  <a:cubicBezTo>
                    <a:pt x="19" y="35"/>
                    <a:pt x="24" y="32"/>
                    <a:pt x="29" y="27"/>
                  </a:cubicBezTo>
                  <a:cubicBezTo>
                    <a:pt x="34" y="22"/>
                    <a:pt x="37" y="16"/>
                    <a:pt x="37" y="9"/>
                  </a:cubicBezTo>
                  <a:cubicBezTo>
                    <a:pt x="37" y="7"/>
                    <a:pt x="36" y="5"/>
                    <a:pt x="34" y="3"/>
                  </a:cubicBezTo>
                  <a:cubicBezTo>
                    <a:pt x="33" y="2"/>
                    <a:pt x="31" y="1"/>
                    <a:pt x="29" y="1"/>
                  </a:cubicBezTo>
                  <a:close/>
                  <a:moveTo>
                    <a:pt x="24" y="23"/>
                  </a:moveTo>
                  <a:cubicBezTo>
                    <a:pt x="21" y="27"/>
                    <a:pt x="18" y="29"/>
                    <a:pt x="15" y="29"/>
                  </a:cubicBezTo>
                  <a:cubicBezTo>
                    <a:pt x="15" y="29"/>
                    <a:pt x="14" y="29"/>
                    <a:pt x="13" y="28"/>
                  </a:cubicBezTo>
                  <a:cubicBezTo>
                    <a:pt x="12" y="27"/>
                    <a:pt x="12" y="27"/>
                    <a:pt x="12" y="26"/>
                  </a:cubicBezTo>
                  <a:cubicBezTo>
                    <a:pt x="12" y="23"/>
                    <a:pt x="14" y="20"/>
                    <a:pt x="18" y="15"/>
                  </a:cubicBezTo>
                  <a:cubicBezTo>
                    <a:pt x="22" y="10"/>
                    <a:pt x="25" y="8"/>
                    <a:pt x="27" y="8"/>
                  </a:cubicBezTo>
                  <a:cubicBezTo>
                    <a:pt x="28" y="8"/>
                    <a:pt x="28" y="8"/>
                    <a:pt x="29" y="9"/>
                  </a:cubicBezTo>
                  <a:cubicBezTo>
                    <a:pt x="29" y="9"/>
                    <a:pt x="29" y="10"/>
                    <a:pt x="29" y="11"/>
                  </a:cubicBezTo>
                  <a:cubicBezTo>
                    <a:pt x="29" y="15"/>
                    <a:pt x="28" y="19"/>
                    <a:pt x="24"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0" name="Freeform 237"/>
            <p:cNvSpPr>
              <a:spLocks/>
            </p:cNvSpPr>
            <p:nvPr/>
          </p:nvSpPr>
          <p:spPr bwMode="auto">
            <a:xfrm>
              <a:off x="4779963" y="6373813"/>
              <a:ext cx="41275" cy="88900"/>
            </a:xfrm>
            <a:custGeom>
              <a:avLst/>
              <a:gdLst>
                <a:gd name="T0" fmla="*/ 23 w 25"/>
                <a:gd name="T1" fmla="*/ 2 h 55"/>
                <a:gd name="T2" fmla="*/ 18 w 25"/>
                <a:gd name="T3" fmla="*/ 0 h 55"/>
                <a:gd name="T4" fmla="*/ 9 w 25"/>
                <a:gd name="T5" fmla="*/ 4 h 55"/>
                <a:gd name="T6" fmla="*/ 4 w 25"/>
                <a:gd name="T7" fmla="*/ 18 h 55"/>
                <a:gd name="T8" fmla="*/ 3 w 25"/>
                <a:gd name="T9" fmla="*/ 21 h 55"/>
                <a:gd name="T10" fmla="*/ 2 w 25"/>
                <a:gd name="T11" fmla="*/ 23 h 55"/>
                <a:gd name="T12" fmla="*/ 0 w 25"/>
                <a:gd name="T13" fmla="*/ 27 h 55"/>
                <a:gd name="T14" fmla="*/ 2 w 25"/>
                <a:gd name="T15" fmla="*/ 29 h 55"/>
                <a:gd name="T16" fmla="*/ 2 w 25"/>
                <a:gd name="T17" fmla="*/ 30 h 55"/>
                <a:gd name="T18" fmla="*/ 1 w 25"/>
                <a:gd name="T19" fmla="*/ 39 h 55"/>
                <a:gd name="T20" fmla="*/ 0 w 25"/>
                <a:gd name="T21" fmla="*/ 50 h 55"/>
                <a:gd name="T22" fmla="*/ 4 w 25"/>
                <a:gd name="T23" fmla="*/ 55 h 55"/>
                <a:gd name="T24" fmla="*/ 6 w 25"/>
                <a:gd name="T25" fmla="*/ 55 h 55"/>
                <a:gd name="T26" fmla="*/ 8 w 25"/>
                <a:gd name="T27" fmla="*/ 53 h 55"/>
                <a:gd name="T28" fmla="*/ 8 w 25"/>
                <a:gd name="T29" fmla="*/ 47 h 55"/>
                <a:gd name="T30" fmla="*/ 9 w 25"/>
                <a:gd name="T31" fmla="*/ 42 h 55"/>
                <a:gd name="T32" fmla="*/ 10 w 25"/>
                <a:gd name="T33" fmla="*/ 37 h 55"/>
                <a:gd name="T34" fmla="*/ 10 w 25"/>
                <a:gd name="T35" fmla="*/ 37 h 55"/>
                <a:gd name="T36" fmla="*/ 10 w 25"/>
                <a:gd name="T37" fmla="*/ 29 h 55"/>
                <a:gd name="T38" fmla="*/ 13 w 25"/>
                <a:gd name="T39" fmla="*/ 29 h 55"/>
                <a:gd name="T40" fmla="*/ 19 w 25"/>
                <a:gd name="T41" fmla="*/ 28 h 55"/>
                <a:gd name="T42" fmla="*/ 22 w 25"/>
                <a:gd name="T43" fmla="*/ 25 h 55"/>
                <a:gd name="T44" fmla="*/ 19 w 25"/>
                <a:gd name="T45" fmla="*/ 23 h 55"/>
                <a:gd name="T46" fmla="*/ 11 w 25"/>
                <a:gd name="T47" fmla="*/ 23 h 55"/>
                <a:gd name="T48" fmla="*/ 10 w 25"/>
                <a:gd name="T49" fmla="*/ 22 h 55"/>
                <a:gd name="T50" fmla="*/ 12 w 25"/>
                <a:gd name="T51" fmla="*/ 12 h 55"/>
                <a:gd name="T52" fmla="*/ 17 w 25"/>
                <a:gd name="T53" fmla="*/ 6 h 55"/>
                <a:gd name="T54" fmla="*/ 19 w 25"/>
                <a:gd name="T55" fmla="*/ 11 h 55"/>
                <a:gd name="T56" fmla="*/ 19 w 25"/>
                <a:gd name="T57" fmla="*/ 13 h 55"/>
                <a:gd name="T58" fmla="*/ 19 w 25"/>
                <a:gd name="T59" fmla="*/ 15 h 55"/>
                <a:gd name="T60" fmla="*/ 21 w 25"/>
                <a:gd name="T61" fmla="*/ 15 h 55"/>
                <a:gd name="T62" fmla="*/ 24 w 25"/>
                <a:gd name="T63" fmla="*/ 12 h 55"/>
                <a:gd name="T64" fmla="*/ 25 w 25"/>
                <a:gd name="T65" fmla="*/ 7 h 55"/>
                <a:gd name="T66" fmla="*/ 23 w 25"/>
                <a:gd name="T67" fmla="*/ 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 h="55">
                  <a:moveTo>
                    <a:pt x="23" y="2"/>
                  </a:moveTo>
                  <a:cubicBezTo>
                    <a:pt x="21" y="1"/>
                    <a:pt x="20" y="0"/>
                    <a:pt x="18" y="0"/>
                  </a:cubicBezTo>
                  <a:cubicBezTo>
                    <a:pt x="14" y="0"/>
                    <a:pt x="11" y="1"/>
                    <a:pt x="9" y="4"/>
                  </a:cubicBezTo>
                  <a:cubicBezTo>
                    <a:pt x="7" y="7"/>
                    <a:pt x="5" y="11"/>
                    <a:pt x="4" y="18"/>
                  </a:cubicBezTo>
                  <a:cubicBezTo>
                    <a:pt x="4" y="19"/>
                    <a:pt x="3" y="21"/>
                    <a:pt x="3" y="21"/>
                  </a:cubicBezTo>
                  <a:cubicBezTo>
                    <a:pt x="3" y="22"/>
                    <a:pt x="3" y="23"/>
                    <a:pt x="2" y="23"/>
                  </a:cubicBezTo>
                  <a:cubicBezTo>
                    <a:pt x="0" y="25"/>
                    <a:pt x="0" y="26"/>
                    <a:pt x="0" y="27"/>
                  </a:cubicBezTo>
                  <a:cubicBezTo>
                    <a:pt x="0" y="28"/>
                    <a:pt x="0" y="28"/>
                    <a:pt x="2" y="29"/>
                  </a:cubicBezTo>
                  <a:cubicBezTo>
                    <a:pt x="2" y="29"/>
                    <a:pt x="2" y="30"/>
                    <a:pt x="2" y="30"/>
                  </a:cubicBezTo>
                  <a:cubicBezTo>
                    <a:pt x="2" y="32"/>
                    <a:pt x="2" y="35"/>
                    <a:pt x="1" y="39"/>
                  </a:cubicBezTo>
                  <a:cubicBezTo>
                    <a:pt x="0" y="45"/>
                    <a:pt x="0" y="49"/>
                    <a:pt x="0" y="50"/>
                  </a:cubicBezTo>
                  <a:cubicBezTo>
                    <a:pt x="0" y="54"/>
                    <a:pt x="1" y="55"/>
                    <a:pt x="4" y="55"/>
                  </a:cubicBezTo>
                  <a:cubicBezTo>
                    <a:pt x="5" y="55"/>
                    <a:pt x="6" y="55"/>
                    <a:pt x="6" y="55"/>
                  </a:cubicBezTo>
                  <a:cubicBezTo>
                    <a:pt x="7" y="54"/>
                    <a:pt x="8" y="53"/>
                    <a:pt x="8" y="53"/>
                  </a:cubicBezTo>
                  <a:cubicBezTo>
                    <a:pt x="8" y="51"/>
                    <a:pt x="8" y="49"/>
                    <a:pt x="8" y="47"/>
                  </a:cubicBezTo>
                  <a:cubicBezTo>
                    <a:pt x="8" y="46"/>
                    <a:pt x="8" y="44"/>
                    <a:pt x="9" y="42"/>
                  </a:cubicBezTo>
                  <a:cubicBezTo>
                    <a:pt x="10" y="37"/>
                    <a:pt x="10" y="37"/>
                    <a:pt x="10" y="37"/>
                  </a:cubicBezTo>
                  <a:cubicBezTo>
                    <a:pt x="10" y="37"/>
                    <a:pt x="10" y="37"/>
                    <a:pt x="10" y="37"/>
                  </a:cubicBezTo>
                  <a:cubicBezTo>
                    <a:pt x="10" y="35"/>
                    <a:pt x="10" y="32"/>
                    <a:pt x="10" y="29"/>
                  </a:cubicBezTo>
                  <a:cubicBezTo>
                    <a:pt x="11" y="29"/>
                    <a:pt x="11" y="29"/>
                    <a:pt x="13" y="29"/>
                  </a:cubicBezTo>
                  <a:cubicBezTo>
                    <a:pt x="15" y="29"/>
                    <a:pt x="17" y="28"/>
                    <a:pt x="19" y="28"/>
                  </a:cubicBezTo>
                  <a:cubicBezTo>
                    <a:pt x="21" y="27"/>
                    <a:pt x="22" y="26"/>
                    <a:pt x="22" y="25"/>
                  </a:cubicBezTo>
                  <a:cubicBezTo>
                    <a:pt x="22" y="23"/>
                    <a:pt x="21" y="23"/>
                    <a:pt x="19" y="23"/>
                  </a:cubicBezTo>
                  <a:cubicBezTo>
                    <a:pt x="18" y="23"/>
                    <a:pt x="15" y="23"/>
                    <a:pt x="11" y="23"/>
                  </a:cubicBezTo>
                  <a:cubicBezTo>
                    <a:pt x="10" y="23"/>
                    <a:pt x="10" y="23"/>
                    <a:pt x="10" y="22"/>
                  </a:cubicBezTo>
                  <a:cubicBezTo>
                    <a:pt x="10" y="20"/>
                    <a:pt x="11" y="16"/>
                    <a:pt x="12" y="12"/>
                  </a:cubicBezTo>
                  <a:cubicBezTo>
                    <a:pt x="14" y="8"/>
                    <a:pt x="15" y="6"/>
                    <a:pt x="17" y="6"/>
                  </a:cubicBezTo>
                  <a:cubicBezTo>
                    <a:pt x="18" y="6"/>
                    <a:pt x="19" y="8"/>
                    <a:pt x="19" y="11"/>
                  </a:cubicBezTo>
                  <a:cubicBezTo>
                    <a:pt x="19" y="13"/>
                    <a:pt x="19" y="13"/>
                    <a:pt x="19" y="13"/>
                  </a:cubicBezTo>
                  <a:cubicBezTo>
                    <a:pt x="19" y="14"/>
                    <a:pt x="19" y="14"/>
                    <a:pt x="19" y="15"/>
                  </a:cubicBezTo>
                  <a:cubicBezTo>
                    <a:pt x="20" y="15"/>
                    <a:pt x="20" y="15"/>
                    <a:pt x="21" y="15"/>
                  </a:cubicBezTo>
                  <a:cubicBezTo>
                    <a:pt x="22" y="15"/>
                    <a:pt x="23" y="14"/>
                    <a:pt x="24" y="12"/>
                  </a:cubicBezTo>
                  <a:cubicBezTo>
                    <a:pt x="25" y="11"/>
                    <a:pt x="25" y="9"/>
                    <a:pt x="25" y="7"/>
                  </a:cubicBezTo>
                  <a:cubicBezTo>
                    <a:pt x="25" y="5"/>
                    <a:pt x="24" y="3"/>
                    <a:pt x="2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1" name="Freeform 238"/>
            <p:cNvSpPr>
              <a:spLocks/>
            </p:cNvSpPr>
            <p:nvPr/>
          </p:nvSpPr>
          <p:spPr bwMode="auto">
            <a:xfrm>
              <a:off x="4819650" y="6405563"/>
              <a:ext cx="47625" cy="55563"/>
            </a:xfrm>
            <a:custGeom>
              <a:avLst/>
              <a:gdLst>
                <a:gd name="T0" fmla="*/ 28 w 30"/>
                <a:gd name="T1" fmla="*/ 2 h 34"/>
                <a:gd name="T2" fmla="*/ 23 w 30"/>
                <a:gd name="T3" fmla="*/ 0 h 34"/>
                <a:gd name="T4" fmla="*/ 15 w 30"/>
                <a:gd name="T5" fmla="*/ 5 h 34"/>
                <a:gd name="T6" fmla="*/ 7 w 30"/>
                <a:gd name="T7" fmla="*/ 16 h 34"/>
                <a:gd name="T8" fmla="*/ 6 w 30"/>
                <a:gd name="T9" fmla="*/ 17 h 34"/>
                <a:gd name="T10" fmla="*/ 7 w 30"/>
                <a:gd name="T11" fmla="*/ 13 h 34"/>
                <a:gd name="T12" fmla="*/ 8 w 30"/>
                <a:gd name="T13" fmla="*/ 9 h 34"/>
                <a:gd name="T14" fmla="*/ 9 w 30"/>
                <a:gd name="T15" fmla="*/ 3 h 34"/>
                <a:gd name="T16" fmla="*/ 8 w 30"/>
                <a:gd name="T17" fmla="*/ 1 h 34"/>
                <a:gd name="T18" fmla="*/ 6 w 30"/>
                <a:gd name="T19" fmla="*/ 0 h 34"/>
                <a:gd name="T20" fmla="*/ 3 w 30"/>
                <a:gd name="T21" fmla="*/ 1 h 34"/>
                <a:gd name="T22" fmla="*/ 2 w 30"/>
                <a:gd name="T23" fmla="*/ 3 h 34"/>
                <a:gd name="T24" fmla="*/ 1 w 30"/>
                <a:gd name="T25" fmla="*/ 7 h 34"/>
                <a:gd name="T26" fmla="*/ 1 w 30"/>
                <a:gd name="T27" fmla="*/ 9 h 34"/>
                <a:gd name="T28" fmla="*/ 0 w 30"/>
                <a:gd name="T29" fmla="*/ 18 h 34"/>
                <a:gd name="T30" fmla="*/ 0 w 30"/>
                <a:gd name="T31" fmla="*/ 24 h 34"/>
                <a:gd name="T32" fmla="*/ 1 w 30"/>
                <a:gd name="T33" fmla="*/ 32 h 34"/>
                <a:gd name="T34" fmla="*/ 4 w 30"/>
                <a:gd name="T35" fmla="*/ 34 h 34"/>
                <a:gd name="T36" fmla="*/ 7 w 30"/>
                <a:gd name="T37" fmla="*/ 33 h 34"/>
                <a:gd name="T38" fmla="*/ 8 w 30"/>
                <a:gd name="T39" fmla="*/ 29 h 34"/>
                <a:gd name="T40" fmla="*/ 15 w 30"/>
                <a:gd name="T41" fmla="*/ 14 h 34"/>
                <a:gd name="T42" fmla="*/ 22 w 30"/>
                <a:gd name="T43" fmla="*/ 7 h 34"/>
                <a:gd name="T44" fmla="*/ 24 w 30"/>
                <a:gd name="T45" fmla="*/ 8 h 34"/>
                <a:gd name="T46" fmla="*/ 27 w 30"/>
                <a:gd name="T47" fmla="*/ 9 h 34"/>
                <a:gd name="T48" fmla="*/ 29 w 30"/>
                <a:gd name="T49" fmla="*/ 8 h 34"/>
                <a:gd name="T50" fmla="*/ 30 w 30"/>
                <a:gd name="T51" fmla="*/ 6 h 34"/>
                <a:gd name="T52" fmla="*/ 28 w 30"/>
                <a:gd name="T53"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34">
                  <a:moveTo>
                    <a:pt x="28" y="2"/>
                  </a:moveTo>
                  <a:cubicBezTo>
                    <a:pt x="27" y="1"/>
                    <a:pt x="25" y="0"/>
                    <a:pt x="23" y="0"/>
                  </a:cubicBezTo>
                  <a:cubicBezTo>
                    <a:pt x="20" y="0"/>
                    <a:pt x="18" y="2"/>
                    <a:pt x="15" y="5"/>
                  </a:cubicBezTo>
                  <a:cubicBezTo>
                    <a:pt x="12" y="8"/>
                    <a:pt x="9" y="12"/>
                    <a:pt x="7" y="16"/>
                  </a:cubicBezTo>
                  <a:cubicBezTo>
                    <a:pt x="6" y="17"/>
                    <a:pt x="6" y="17"/>
                    <a:pt x="6" y="17"/>
                  </a:cubicBezTo>
                  <a:cubicBezTo>
                    <a:pt x="7" y="13"/>
                    <a:pt x="7" y="13"/>
                    <a:pt x="7" y="13"/>
                  </a:cubicBezTo>
                  <a:cubicBezTo>
                    <a:pt x="7" y="11"/>
                    <a:pt x="8" y="10"/>
                    <a:pt x="8" y="9"/>
                  </a:cubicBezTo>
                  <a:cubicBezTo>
                    <a:pt x="9" y="6"/>
                    <a:pt x="9" y="4"/>
                    <a:pt x="9" y="3"/>
                  </a:cubicBezTo>
                  <a:cubicBezTo>
                    <a:pt x="9" y="2"/>
                    <a:pt x="9" y="2"/>
                    <a:pt x="8" y="1"/>
                  </a:cubicBezTo>
                  <a:cubicBezTo>
                    <a:pt x="8" y="1"/>
                    <a:pt x="7" y="0"/>
                    <a:pt x="6" y="0"/>
                  </a:cubicBezTo>
                  <a:cubicBezTo>
                    <a:pt x="5" y="0"/>
                    <a:pt x="4" y="1"/>
                    <a:pt x="3" y="1"/>
                  </a:cubicBezTo>
                  <a:cubicBezTo>
                    <a:pt x="2" y="2"/>
                    <a:pt x="2" y="3"/>
                    <a:pt x="2" y="3"/>
                  </a:cubicBezTo>
                  <a:cubicBezTo>
                    <a:pt x="1" y="4"/>
                    <a:pt x="1" y="5"/>
                    <a:pt x="1" y="7"/>
                  </a:cubicBezTo>
                  <a:cubicBezTo>
                    <a:pt x="1" y="8"/>
                    <a:pt x="1" y="9"/>
                    <a:pt x="1" y="9"/>
                  </a:cubicBezTo>
                  <a:cubicBezTo>
                    <a:pt x="0" y="13"/>
                    <a:pt x="0" y="16"/>
                    <a:pt x="0" y="18"/>
                  </a:cubicBezTo>
                  <a:cubicBezTo>
                    <a:pt x="0" y="20"/>
                    <a:pt x="0" y="22"/>
                    <a:pt x="0" y="24"/>
                  </a:cubicBezTo>
                  <a:cubicBezTo>
                    <a:pt x="0" y="27"/>
                    <a:pt x="0" y="30"/>
                    <a:pt x="1" y="32"/>
                  </a:cubicBezTo>
                  <a:cubicBezTo>
                    <a:pt x="1" y="33"/>
                    <a:pt x="2" y="34"/>
                    <a:pt x="4" y="34"/>
                  </a:cubicBezTo>
                  <a:cubicBezTo>
                    <a:pt x="5" y="34"/>
                    <a:pt x="6" y="34"/>
                    <a:pt x="7" y="33"/>
                  </a:cubicBezTo>
                  <a:cubicBezTo>
                    <a:pt x="8" y="32"/>
                    <a:pt x="8" y="31"/>
                    <a:pt x="8" y="29"/>
                  </a:cubicBezTo>
                  <a:cubicBezTo>
                    <a:pt x="9" y="24"/>
                    <a:pt x="11" y="18"/>
                    <a:pt x="15" y="14"/>
                  </a:cubicBezTo>
                  <a:cubicBezTo>
                    <a:pt x="18" y="9"/>
                    <a:pt x="21" y="7"/>
                    <a:pt x="22" y="7"/>
                  </a:cubicBezTo>
                  <a:cubicBezTo>
                    <a:pt x="23" y="7"/>
                    <a:pt x="23" y="7"/>
                    <a:pt x="24" y="8"/>
                  </a:cubicBezTo>
                  <a:cubicBezTo>
                    <a:pt x="25" y="9"/>
                    <a:pt x="26" y="9"/>
                    <a:pt x="27" y="9"/>
                  </a:cubicBezTo>
                  <a:cubicBezTo>
                    <a:pt x="28" y="9"/>
                    <a:pt x="29" y="9"/>
                    <a:pt x="29" y="8"/>
                  </a:cubicBezTo>
                  <a:cubicBezTo>
                    <a:pt x="30" y="7"/>
                    <a:pt x="30" y="7"/>
                    <a:pt x="30" y="6"/>
                  </a:cubicBezTo>
                  <a:cubicBezTo>
                    <a:pt x="30" y="4"/>
                    <a:pt x="29" y="3"/>
                    <a:pt x="2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2" name="Freeform 239"/>
            <p:cNvSpPr>
              <a:spLocks noEditPoints="1"/>
            </p:cNvSpPr>
            <p:nvPr/>
          </p:nvSpPr>
          <p:spPr bwMode="auto">
            <a:xfrm>
              <a:off x="4865688" y="6405563"/>
              <a:ext cx="49212" cy="55563"/>
            </a:xfrm>
            <a:custGeom>
              <a:avLst/>
              <a:gdLst>
                <a:gd name="T0" fmla="*/ 19 w 30"/>
                <a:gd name="T1" fmla="*/ 0 h 34"/>
                <a:gd name="T2" fmla="*/ 6 w 30"/>
                <a:gd name="T3" fmla="*/ 7 h 34"/>
                <a:gd name="T4" fmla="*/ 0 w 30"/>
                <a:gd name="T5" fmla="*/ 22 h 34"/>
                <a:gd name="T6" fmla="*/ 3 w 30"/>
                <a:gd name="T7" fmla="*/ 30 h 34"/>
                <a:gd name="T8" fmla="*/ 11 w 30"/>
                <a:gd name="T9" fmla="*/ 34 h 34"/>
                <a:gd name="T10" fmla="*/ 22 w 30"/>
                <a:gd name="T11" fmla="*/ 29 h 34"/>
                <a:gd name="T12" fmla="*/ 29 w 30"/>
                <a:gd name="T13" fmla="*/ 17 h 34"/>
                <a:gd name="T14" fmla="*/ 29 w 30"/>
                <a:gd name="T15" fmla="*/ 17 h 34"/>
                <a:gd name="T16" fmla="*/ 30 w 30"/>
                <a:gd name="T17" fmla="*/ 13 h 34"/>
                <a:gd name="T18" fmla="*/ 27 w 30"/>
                <a:gd name="T19" fmla="*/ 3 h 34"/>
                <a:gd name="T20" fmla="*/ 19 w 30"/>
                <a:gd name="T21" fmla="*/ 0 h 34"/>
                <a:gd name="T22" fmla="*/ 19 w 30"/>
                <a:gd name="T23" fmla="*/ 23 h 34"/>
                <a:gd name="T24" fmla="*/ 11 w 30"/>
                <a:gd name="T25" fmla="*/ 27 h 34"/>
                <a:gd name="T26" fmla="*/ 9 w 30"/>
                <a:gd name="T27" fmla="*/ 26 h 34"/>
                <a:gd name="T28" fmla="*/ 8 w 30"/>
                <a:gd name="T29" fmla="*/ 22 h 34"/>
                <a:gd name="T30" fmla="*/ 10 w 30"/>
                <a:gd name="T31" fmla="*/ 13 h 34"/>
                <a:gd name="T32" fmla="*/ 14 w 30"/>
                <a:gd name="T33" fmla="*/ 7 h 34"/>
                <a:gd name="T34" fmla="*/ 14 w 30"/>
                <a:gd name="T35" fmla="*/ 7 h 34"/>
                <a:gd name="T36" fmla="*/ 18 w 30"/>
                <a:gd name="T37" fmla="*/ 6 h 34"/>
                <a:gd name="T38" fmla="*/ 22 w 30"/>
                <a:gd name="T39" fmla="*/ 8 h 34"/>
                <a:gd name="T40" fmla="*/ 23 w 30"/>
                <a:gd name="T41" fmla="*/ 13 h 34"/>
                <a:gd name="T42" fmla="*/ 19 w 30"/>
                <a:gd name="T43"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 h="34">
                  <a:moveTo>
                    <a:pt x="19" y="0"/>
                  </a:moveTo>
                  <a:cubicBezTo>
                    <a:pt x="13" y="0"/>
                    <a:pt x="9" y="2"/>
                    <a:pt x="6" y="7"/>
                  </a:cubicBezTo>
                  <a:cubicBezTo>
                    <a:pt x="2" y="12"/>
                    <a:pt x="0" y="17"/>
                    <a:pt x="0" y="22"/>
                  </a:cubicBezTo>
                  <a:cubicBezTo>
                    <a:pt x="0" y="26"/>
                    <a:pt x="1" y="28"/>
                    <a:pt x="3" y="30"/>
                  </a:cubicBezTo>
                  <a:cubicBezTo>
                    <a:pt x="5" y="33"/>
                    <a:pt x="8" y="34"/>
                    <a:pt x="11" y="34"/>
                  </a:cubicBezTo>
                  <a:cubicBezTo>
                    <a:pt x="14" y="34"/>
                    <a:pt x="18" y="32"/>
                    <a:pt x="22" y="29"/>
                  </a:cubicBezTo>
                  <a:cubicBezTo>
                    <a:pt x="25" y="26"/>
                    <a:pt x="29" y="22"/>
                    <a:pt x="29" y="17"/>
                  </a:cubicBezTo>
                  <a:cubicBezTo>
                    <a:pt x="29" y="17"/>
                    <a:pt x="29" y="17"/>
                    <a:pt x="29" y="17"/>
                  </a:cubicBezTo>
                  <a:cubicBezTo>
                    <a:pt x="29" y="16"/>
                    <a:pt x="30" y="14"/>
                    <a:pt x="30" y="13"/>
                  </a:cubicBezTo>
                  <a:cubicBezTo>
                    <a:pt x="30" y="9"/>
                    <a:pt x="29" y="6"/>
                    <a:pt x="27" y="3"/>
                  </a:cubicBezTo>
                  <a:cubicBezTo>
                    <a:pt x="25" y="1"/>
                    <a:pt x="22" y="0"/>
                    <a:pt x="19" y="0"/>
                  </a:cubicBezTo>
                  <a:close/>
                  <a:moveTo>
                    <a:pt x="19" y="23"/>
                  </a:moveTo>
                  <a:cubicBezTo>
                    <a:pt x="16" y="26"/>
                    <a:pt x="14" y="27"/>
                    <a:pt x="11" y="27"/>
                  </a:cubicBezTo>
                  <a:cubicBezTo>
                    <a:pt x="10" y="27"/>
                    <a:pt x="9" y="27"/>
                    <a:pt x="9" y="26"/>
                  </a:cubicBezTo>
                  <a:cubicBezTo>
                    <a:pt x="8" y="25"/>
                    <a:pt x="8" y="23"/>
                    <a:pt x="8" y="22"/>
                  </a:cubicBezTo>
                  <a:cubicBezTo>
                    <a:pt x="8" y="19"/>
                    <a:pt x="8" y="16"/>
                    <a:pt x="10" y="13"/>
                  </a:cubicBezTo>
                  <a:cubicBezTo>
                    <a:pt x="11" y="11"/>
                    <a:pt x="12" y="7"/>
                    <a:pt x="14" y="7"/>
                  </a:cubicBezTo>
                  <a:cubicBezTo>
                    <a:pt x="14" y="7"/>
                    <a:pt x="14" y="7"/>
                    <a:pt x="14" y="7"/>
                  </a:cubicBezTo>
                  <a:cubicBezTo>
                    <a:pt x="15" y="7"/>
                    <a:pt x="16" y="6"/>
                    <a:pt x="18" y="6"/>
                  </a:cubicBezTo>
                  <a:cubicBezTo>
                    <a:pt x="19" y="6"/>
                    <a:pt x="21" y="7"/>
                    <a:pt x="22" y="8"/>
                  </a:cubicBezTo>
                  <a:cubicBezTo>
                    <a:pt x="22" y="9"/>
                    <a:pt x="23" y="11"/>
                    <a:pt x="23" y="13"/>
                  </a:cubicBezTo>
                  <a:cubicBezTo>
                    <a:pt x="23" y="17"/>
                    <a:pt x="22" y="20"/>
                    <a:pt x="19"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3" name="Freeform 240"/>
            <p:cNvSpPr>
              <a:spLocks/>
            </p:cNvSpPr>
            <p:nvPr/>
          </p:nvSpPr>
          <p:spPr bwMode="auto">
            <a:xfrm>
              <a:off x="4924425" y="6403975"/>
              <a:ext cx="92075" cy="57150"/>
            </a:xfrm>
            <a:custGeom>
              <a:avLst/>
              <a:gdLst>
                <a:gd name="T0" fmla="*/ 55 w 57"/>
                <a:gd name="T1" fmla="*/ 27 h 35"/>
                <a:gd name="T2" fmla="*/ 53 w 57"/>
                <a:gd name="T3" fmla="*/ 23 h 35"/>
                <a:gd name="T4" fmla="*/ 52 w 57"/>
                <a:gd name="T5" fmla="*/ 15 h 35"/>
                <a:gd name="T6" fmla="*/ 49 w 57"/>
                <a:gd name="T7" fmla="*/ 5 h 35"/>
                <a:gd name="T8" fmla="*/ 45 w 57"/>
                <a:gd name="T9" fmla="*/ 2 h 35"/>
                <a:gd name="T10" fmla="*/ 39 w 57"/>
                <a:gd name="T11" fmla="*/ 5 h 35"/>
                <a:gd name="T12" fmla="*/ 33 w 57"/>
                <a:gd name="T13" fmla="*/ 15 h 35"/>
                <a:gd name="T14" fmla="*/ 29 w 57"/>
                <a:gd name="T15" fmla="*/ 21 h 35"/>
                <a:gd name="T16" fmla="*/ 29 w 57"/>
                <a:gd name="T17" fmla="*/ 14 h 35"/>
                <a:gd name="T18" fmla="*/ 27 w 57"/>
                <a:gd name="T19" fmla="*/ 5 h 35"/>
                <a:gd name="T20" fmla="*/ 22 w 57"/>
                <a:gd name="T21" fmla="*/ 2 h 35"/>
                <a:gd name="T22" fmla="*/ 7 w 57"/>
                <a:gd name="T23" fmla="*/ 21 h 35"/>
                <a:gd name="T24" fmla="*/ 8 w 57"/>
                <a:gd name="T25" fmla="*/ 15 h 35"/>
                <a:gd name="T26" fmla="*/ 9 w 57"/>
                <a:gd name="T27" fmla="*/ 6 h 35"/>
                <a:gd name="T28" fmla="*/ 5 w 57"/>
                <a:gd name="T29" fmla="*/ 0 h 35"/>
                <a:gd name="T30" fmla="*/ 3 w 57"/>
                <a:gd name="T31" fmla="*/ 1 h 35"/>
                <a:gd name="T32" fmla="*/ 2 w 57"/>
                <a:gd name="T33" fmla="*/ 3 h 35"/>
                <a:gd name="T34" fmla="*/ 1 w 57"/>
                <a:gd name="T35" fmla="*/ 13 h 35"/>
                <a:gd name="T36" fmla="*/ 0 w 57"/>
                <a:gd name="T37" fmla="*/ 29 h 35"/>
                <a:gd name="T38" fmla="*/ 4 w 57"/>
                <a:gd name="T39" fmla="*/ 35 h 35"/>
                <a:gd name="T40" fmla="*/ 8 w 57"/>
                <a:gd name="T41" fmla="*/ 32 h 35"/>
                <a:gd name="T42" fmla="*/ 15 w 57"/>
                <a:gd name="T43" fmla="*/ 18 h 35"/>
                <a:gd name="T44" fmla="*/ 21 w 57"/>
                <a:gd name="T45" fmla="*/ 11 h 35"/>
                <a:gd name="T46" fmla="*/ 22 w 57"/>
                <a:gd name="T47" fmla="*/ 19 h 35"/>
                <a:gd name="T48" fmla="*/ 24 w 57"/>
                <a:gd name="T49" fmla="*/ 30 h 35"/>
                <a:gd name="T50" fmla="*/ 28 w 57"/>
                <a:gd name="T51" fmla="*/ 32 h 35"/>
                <a:gd name="T52" fmla="*/ 32 w 57"/>
                <a:gd name="T53" fmla="*/ 29 h 35"/>
                <a:gd name="T54" fmla="*/ 36 w 57"/>
                <a:gd name="T55" fmla="*/ 21 h 35"/>
                <a:gd name="T56" fmla="*/ 41 w 57"/>
                <a:gd name="T57" fmla="*/ 13 h 35"/>
                <a:gd name="T58" fmla="*/ 43 w 57"/>
                <a:gd name="T59" fmla="*/ 10 h 35"/>
                <a:gd name="T60" fmla="*/ 44 w 57"/>
                <a:gd name="T61" fmla="*/ 12 h 35"/>
                <a:gd name="T62" fmla="*/ 45 w 57"/>
                <a:gd name="T63" fmla="*/ 18 h 35"/>
                <a:gd name="T64" fmla="*/ 47 w 57"/>
                <a:gd name="T65" fmla="*/ 30 h 35"/>
                <a:gd name="T66" fmla="*/ 52 w 57"/>
                <a:gd name="T67" fmla="*/ 33 h 35"/>
                <a:gd name="T68" fmla="*/ 55 w 57"/>
                <a:gd name="T69" fmla="*/ 32 h 35"/>
                <a:gd name="T70" fmla="*/ 57 w 57"/>
                <a:gd name="T71" fmla="*/ 29 h 35"/>
                <a:gd name="T72" fmla="*/ 55 w 57"/>
                <a:gd name="T73" fmla="*/ 2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7" h="35">
                  <a:moveTo>
                    <a:pt x="55" y="27"/>
                  </a:moveTo>
                  <a:cubicBezTo>
                    <a:pt x="54" y="26"/>
                    <a:pt x="53" y="25"/>
                    <a:pt x="53" y="23"/>
                  </a:cubicBezTo>
                  <a:cubicBezTo>
                    <a:pt x="52" y="21"/>
                    <a:pt x="52" y="19"/>
                    <a:pt x="52" y="15"/>
                  </a:cubicBezTo>
                  <a:cubicBezTo>
                    <a:pt x="51" y="10"/>
                    <a:pt x="50" y="7"/>
                    <a:pt x="49" y="5"/>
                  </a:cubicBezTo>
                  <a:cubicBezTo>
                    <a:pt x="48" y="3"/>
                    <a:pt x="47" y="2"/>
                    <a:pt x="45" y="2"/>
                  </a:cubicBezTo>
                  <a:cubicBezTo>
                    <a:pt x="43" y="2"/>
                    <a:pt x="41" y="3"/>
                    <a:pt x="39" y="5"/>
                  </a:cubicBezTo>
                  <a:cubicBezTo>
                    <a:pt x="38" y="6"/>
                    <a:pt x="36" y="10"/>
                    <a:pt x="33" y="15"/>
                  </a:cubicBezTo>
                  <a:cubicBezTo>
                    <a:pt x="31" y="19"/>
                    <a:pt x="30" y="21"/>
                    <a:pt x="29" y="21"/>
                  </a:cubicBezTo>
                  <a:cubicBezTo>
                    <a:pt x="29" y="21"/>
                    <a:pt x="29" y="19"/>
                    <a:pt x="29" y="14"/>
                  </a:cubicBezTo>
                  <a:cubicBezTo>
                    <a:pt x="29" y="9"/>
                    <a:pt x="28" y="6"/>
                    <a:pt x="27" y="5"/>
                  </a:cubicBezTo>
                  <a:cubicBezTo>
                    <a:pt x="26" y="3"/>
                    <a:pt x="24" y="2"/>
                    <a:pt x="22" y="2"/>
                  </a:cubicBezTo>
                  <a:cubicBezTo>
                    <a:pt x="18" y="2"/>
                    <a:pt x="13" y="9"/>
                    <a:pt x="7" y="21"/>
                  </a:cubicBezTo>
                  <a:cubicBezTo>
                    <a:pt x="7" y="20"/>
                    <a:pt x="7" y="18"/>
                    <a:pt x="8" y="15"/>
                  </a:cubicBezTo>
                  <a:cubicBezTo>
                    <a:pt x="9" y="10"/>
                    <a:pt x="9" y="7"/>
                    <a:pt x="9" y="6"/>
                  </a:cubicBezTo>
                  <a:cubicBezTo>
                    <a:pt x="9" y="2"/>
                    <a:pt x="8" y="0"/>
                    <a:pt x="5" y="0"/>
                  </a:cubicBezTo>
                  <a:cubicBezTo>
                    <a:pt x="4" y="0"/>
                    <a:pt x="3" y="1"/>
                    <a:pt x="3" y="1"/>
                  </a:cubicBezTo>
                  <a:cubicBezTo>
                    <a:pt x="2" y="2"/>
                    <a:pt x="2" y="2"/>
                    <a:pt x="2" y="3"/>
                  </a:cubicBezTo>
                  <a:cubicBezTo>
                    <a:pt x="2" y="7"/>
                    <a:pt x="2" y="10"/>
                    <a:pt x="1" y="13"/>
                  </a:cubicBezTo>
                  <a:cubicBezTo>
                    <a:pt x="1" y="18"/>
                    <a:pt x="0" y="23"/>
                    <a:pt x="0" y="29"/>
                  </a:cubicBezTo>
                  <a:cubicBezTo>
                    <a:pt x="0" y="33"/>
                    <a:pt x="2" y="35"/>
                    <a:pt x="4" y="35"/>
                  </a:cubicBezTo>
                  <a:cubicBezTo>
                    <a:pt x="6" y="35"/>
                    <a:pt x="7" y="34"/>
                    <a:pt x="8" y="32"/>
                  </a:cubicBezTo>
                  <a:cubicBezTo>
                    <a:pt x="9" y="28"/>
                    <a:pt x="12" y="23"/>
                    <a:pt x="15" y="18"/>
                  </a:cubicBezTo>
                  <a:cubicBezTo>
                    <a:pt x="18" y="13"/>
                    <a:pt x="20" y="11"/>
                    <a:pt x="21" y="11"/>
                  </a:cubicBezTo>
                  <a:cubicBezTo>
                    <a:pt x="22" y="11"/>
                    <a:pt x="22" y="14"/>
                    <a:pt x="22" y="19"/>
                  </a:cubicBezTo>
                  <a:cubicBezTo>
                    <a:pt x="22" y="25"/>
                    <a:pt x="23" y="29"/>
                    <a:pt x="24" y="30"/>
                  </a:cubicBezTo>
                  <a:cubicBezTo>
                    <a:pt x="25" y="31"/>
                    <a:pt x="26" y="32"/>
                    <a:pt x="28" y="32"/>
                  </a:cubicBezTo>
                  <a:cubicBezTo>
                    <a:pt x="29" y="32"/>
                    <a:pt x="30" y="31"/>
                    <a:pt x="32" y="29"/>
                  </a:cubicBezTo>
                  <a:cubicBezTo>
                    <a:pt x="33" y="28"/>
                    <a:pt x="35" y="25"/>
                    <a:pt x="36" y="21"/>
                  </a:cubicBezTo>
                  <a:cubicBezTo>
                    <a:pt x="39" y="17"/>
                    <a:pt x="40" y="14"/>
                    <a:pt x="41" y="13"/>
                  </a:cubicBezTo>
                  <a:cubicBezTo>
                    <a:pt x="42" y="11"/>
                    <a:pt x="42" y="10"/>
                    <a:pt x="43" y="10"/>
                  </a:cubicBezTo>
                  <a:cubicBezTo>
                    <a:pt x="43" y="10"/>
                    <a:pt x="44" y="11"/>
                    <a:pt x="44" y="12"/>
                  </a:cubicBezTo>
                  <a:cubicBezTo>
                    <a:pt x="44" y="13"/>
                    <a:pt x="44" y="15"/>
                    <a:pt x="45" y="18"/>
                  </a:cubicBezTo>
                  <a:cubicBezTo>
                    <a:pt x="45" y="24"/>
                    <a:pt x="46" y="28"/>
                    <a:pt x="47" y="30"/>
                  </a:cubicBezTo>
                  <a:cubicBezTo>
                    <a:pt x="48" y="32"/>
                    <a:pt x="50" y="33"/>
                    <a:pt x="52" y="33"/>
                  </a:cubicBezTo>
                  <a:cubicBezTo>
                    <a:pt x="53" y="33"/>
                    <a:pt x="54" y="32"/>
                    <a:pt x="55" y="32"/>
                  </a:cubicBezTo>
                  <a:cubicBezTo>
                    <a:pt x="56" y="31"/>
                    <a:pt x="57" y="30"/>
                    <a:pt x="57" y="29"/>
                  </a:cubicBezTo>
                  <a:cubicBezTo>
                    <a:pt x="57" y="28"/>
                    <a:pt x="56" y="27"/>
                    <a:pt x="55"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4" name="Freeform 241"/>
            <p:cNvSpPr>
              <a:spLocks/>
            </p:cNvSpPr>
            <p:nvPr/>
          </p:nvSpPr>
          <p:spPr bwMode="auto">
            <a:xfrm>
              <a:off x="5062538" y="6386513"/>
              <a:ext cx="55562" cy="76200"/>
            </a:xfrm>
            <a:custGeom>
              <a:avLst/>
              <a:gdLst>
                <a:gd name="T0" fmla="*/ 14 w 35"/>
                <a:gd name="T1" fmla="*/ 9 h 47"/>
                <a:gd name="T2" fmla="*/ 23 w 35"/>
                <a:gd name="T3" fmla="*/ 7 h 47"/>
                <a:gd name="T4" fmla="*/ 28 w 35"/>
                <a:gd name="T5" fmla="*/ 8 h 47"/>
                <a:gd name="T6" fmla="*/ 29 w 35"/>
                <a:gd name="T7" fmla="*/ 12 h 47"/>
                <a:gd name="T8" fmla="*/ 35 w 35"/>
                <a:gd name="T9" fmla="*/ 7 h 47"/>
                <a:gd name="T10" fmla="*/ 32 w 35"/>
                <a:gd name="T11" fmla="*/ 2 h 47"/>
                <a:gd name="T12" fmla="*/ 24 w 35"/>
                <a:gd name="T13" fmla="*/ 0 h 47"/>
                <a:gd name="T14" fmla="*/ 9 w 35"/>
                <a:gd name="T15" fmla="*/ 5 h 47"/>
                <a:gd name="T16" fmla="*/ 2 w 35"/>
                <a:gd name="T17" fmla="*/ 15 h 47"/>
                <a:gd name="T18" fmla="*/ 4 w 35"/>
                <a:gd name="T19" fmla="*/ 21 h 47"/>
                <a:gd name="T20" fmla="*/ 9 w 35"/>
                <a:gd name="T21" fmla="*/ 24 h 47"/>
                <a:gd name="T22" fmla="*/ 19 w 35"/>
                <a:gd name="T23" fmla="*/ 28 h 47"/>
                <a:gd name="T24" fmla="*/ 25 w 35"/>
                <a:gd name="T25" fmla="*/ 30 h 47"/>
                <a:gd name="T26" fmla="*/ 26 w 35"/>
                <a:gd name="T27" fmla="*/ 32 h 47"/>
                <a:gd name="T28" fmla="*/ 20 w 35"/>
                <a:gd name="T29" fmla="*/ 38 h 47"/>
                <a:gd name="T30" fmla="*/ 10 w 35"/>
                <a:gd name="T31" fmla="*/ 40 h 47"/>
                <a:gd name="T32" fmla="*/ 4 w 35"/>
                <a:gd name="T33" fmla="*/ 39 h 47"/>
                <a:gd name="T34" fmla="*/ 3 w 35"/>
                <a:gd name="T35" fmla="*/ 39 h 47"/>
                <a:gd name="T36" fmla="*/ 1 w 35"/>
                <a:gd name="T37" fmla="*/ 40 h 47"/>
                <a:gd name="T38" fmla="*/ 0 w 35"/>
                <a:gd name="T39" fmla="*/ 43 h 47"/>
                <a:gd name="T40" fmla="*/ 2 w 35"/>
                <a:gd name="T41" fmla="*/ 46 h 47"/>
                <a:gd name="T42" fmla="*/ 7 w 35"/>
                <a:gd name="T43" fmla="*/ 47 h 47"/>
                <a:gd name="T44" fmla="*/ 25 w 35"/>
                <a:gd name="T45" fmla="*/ 42 h 47"/>
                <a:gd name="T46" fmla="*/ 34 w 35"/>
                <a:gd name="T47" fmla="*/ 32 h 47"/>
                <a:gd name="T48" fmla="*/ 30 w 35"/>
                <a:gd name="T49" fmla="*/ 26 h 47"/>
                <a:gd name="T50" fmla="*/ 20 w 35"/>
                <a:gd name="T51" fmla="*/ 21 h 47"/>
                <a:gd name="T52" fmla="*/ 11 w 35"/>
                <a:gd name="T53" fmla="*/ 18 h 47"/>
                <a:gd name="T54" fmla="*/ 10 w 35"/>
                <a:gd name="T55" fmla="*/ 15 h 47"/>
                <a:gd name="T56" fmla="*/ 14 w 35"/>
                <a:gd name="T57" fmla="*/ 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5" h="47">
                  <a:moveTo>
                    <a:pt x="14" y="9"/>
                  </a:moveTo>
                  <a:cubicBezTo>
                    <a:pt x="17" y="8"/>
                    <a:pt x="20" y="7"/>
                    <a:pt x="23" y="7"/>
                  </a:cubicBezTo>
                  <a:cubicBezTo>
                    <a:pt x="25" y="7"/>
                    <a:pt x="27" y="7"/>
                    <a:pt x="28" y="8"/>
                  </a:cubicBezTo>
                  <a:cubicBezTo>
                    <a:pt x="29" y="9"/>
                    <a:pt x="29" y="10"/>
                    <a:pt x="29" y="12"/>
                  </a:cubicBezTo>
                  <a:cubicBezTo>
                    <a:pt x="33" y="12"/>
                    <a:pt x="35" y="10"/>
                    <a:pt x="35" y="7"/>
                  </a:cubicBezTo>
                  <a:cubicBezTo>
                    <a:pt x="35" y="5"/>
                    <a:pt x="34" y="3"/>
                    <a:pt x="32" y="2"/>
                  </a:cubicBezTo>
                  <a:cubicBezTo>
                    <a:pt x="30" y="1"/>
                    <a:pt x="28" y="0"/>
                    <a:pt x="24" y="0"/>
                  </a:cubicBezTo>
                  <a:cubicBezTo>
                    <a:pt x="18" y="0"/>
                    <a:pt x="13" y="2"/>
                    <a:pt x="9" y="5"/>
                  </a:cubicBezTo>
                  <a:cubicBezTo>
                    <a:pt x="5" y="8"/>
                    <a:pt x="2" y="12"/>
                    <a:pt x="2" y="15"/>
                  </a:cubicBezTo>
                  <a:cubicBezTo>
                    <a:pt x="2" y="17"/>
                    <a:pt x="3" y="19"/>
                    <a:pt x="4" y="21"/>
                  </a:cubicBezTo>
                  <a:cubicBezTo>
                    <a:pt x="5" y="22"/>
                    <a:pt x="7" y="23"/>
                    <a:pt x="9" y="24"/>
                  </a:cubicBezTo>
                  <a:cubicBezTo>
                    <a:pt x="11" y="25"/>
                    <a:pt x="14" y="26"/>
                    <a:pt x="19" y="28"/>
                  </a:cubicBezTo>
                  <a:cubicBezTo>
                    <a:pt x="22" y="29"/>
                    <a:pt x="24" y="30"/>
                    <a:pt x="25" y="30"/>
                  </a:cubicBezTo>
                  <a:cubicBezTo>
                    <a:pt x="26" y="31"/>
                    <a:pt x="26" y="32"/>
                    <a:pt x="26" y="32"/>
                  </a:cubicBezTo>
                  <a:cubicBezTo>
                    <a:pt x="26" y="34"/>
                    <a:pt x="24" y="36"/>
                    <a:pt x="20" y="38"/>
                  </a:cubicBezTo>
                  <a:cubicBezTo>
                    <a:pt x="16" y="39"/>
                    <a:pt x="13" y="40"/>
                    <a:pt x="10" y="40"/>
                  </a:cubicBezTo>
                  <a:cubicBezTo>
                    <a:pt x="8" y="40"/>
                    <a:pt x="6" y="40"/>
                    <a:pt x="4" y="39"/>
                  </a:cubicBezTo>
                  <a:cubicBezTo>
                    <a:pt x="4" y="39"/>
                    <a:pt x="3" y="39"/>
                    <a:pt x="3" y="39"/>
                  </a:cubicBezTo>
                  <a:cubicBezTo>
                    <a:pt x="2" y="39"/>
                    <a:pt x="1" y="39"/>
                    <a:pt x="1" y="40"/>
                  </a:cubicBezTo>
                  <a:cubicBezTo>
                    <a:pt x="0" y="41"/>
                    <a:pt x="0" y="42"/>
                    <a:pt x="0" y="43"/>
                  </a:cubicBezTo>
                  <a:cubicBezTo>
                    <a:pt x="0" y="44"/>
                    <a:pt x="0" y="45"/>
                    <a:pt x="2" y="46"/>
                  </a:cubicBezTo>
                  <a:cubicBezTo>
                    <a:pt x="3" y="47"/>
                    <a:pt x="5" y="47"/>
                    <a:pt x="7" y="47"/>
                  </a:cubicBezTo>
                  <a:cubicBezTo>
                    <a:pt x="13" y="47"/>
                    <a:pt x="19" y="46"/>
                    <a:pt x="25" y="42"/>
                  </a:cubicBezTo>
                  <a:cubicBezTo>
                    <a:pt x="31" y="39"/>
                    <a:pt x="34" y="36"/>
                    <a:pt x="34" y="32"/>
                  </a:cubicBezTo>
                  <a:cubicBezTo>
                    <a:pt x="34" y="29"/>
                    <a:pt x="33" y="27"/>
                    <a:pt x="30" y="26"/>
                  </a:cubicBezTo>
                  <a:cubicBezTo>
                    <a:pt x="28" y="24"/>
                    <a:pt x="24" y="23"/>
                    <a:pt x="20" y="21"/>
                  </a:cubicBezTo>
                  <a:cubicBezTo>
                    <a:pt x="15" y="20"/>
                    <a:pt x="12" y="19"/>
                    <a:pt x="11" y="18"/>
                  </a:cubicBezTo>
                  <a:cubicBezTo>
                    <a:pt x="10" y="17"/>
                    <a:pt x="10" y="16"/>
                    <a:pt x="10" y="15"/>
                  </a:cubicBezTo>
                  <a:cubicBezTo>
                    <a:pt x="10" y="13"/>
                    <a:pt x="11" y="11"/>
                    <a:pt x="1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5" name="Freeform 242"/>
            <p:cNvSpPr>
              <a:spLocks noEditPoints="1"/>
            </p:cNvSpPr>
            <p:nvPr/>
          </p:nvSpPr>
          <p:spPr bwMode="auto">
            <a:xfrm>
              <a:off x="5121275" y="6402388"/>
              <a:ext cx="60325" cy="88900"/>
            </a:xfrm>
            <a:custGeom>
              <a:avLst/>
              <a:gdLst>
                <a:gd name="T0" fmla="*/ 29 w 37"/>
                <a:gd name="T1" fmla="*/ 1 h 55"/>
                <a:gd name="T2" fmla="*/ 21 w 37"/>
                <a:gd name="T3" fmla="*/ 5 h 55"/>
                <a:gd name="T4" fmla="*/ 12 w 37"/>
                <a:gd name="T5" fmla="*/ 14 h 55"/>
                <a:gd name="T6" fmla="*/ 13 w 37"/>
                <a:gd name="T7" fmla="*/ 12 h 55"/>
                <a:gd name="T8" fmla="*/ 13 w 37"/>
                <a:gd name="T9" fmla="*/ 5 h 55"/>
                <a:gd name="T10" fmla="*/ 10 w 37"/>
                <a:gd name="T11" fmla="*/ 0 h 55"/>
                <a:gd name="T12" fmla="*/ 7 w 37"/>
                <a:gd name="T13" fmla="*/ 1 h 55"/>
                <a:gd name="T14" fmla="*/ 7 w 37"/>
                <a:gd name="T15" fmla="*/ 4 h 55"/>
                <a:gd name="T16" fmla="*/ 7 w 37"/>
                <a:gd name="T17" fmla="*/ 9 h 55"/>
                <a:gd name="T18" fmla="*/ 7 w 37"/>
                <a:gd name="T19" fmla="*/ 9 h 55"/>
                <a:gd name="T20" fmla="*/ 1 w 37"/>
                <a:gd name="T21" fmla="*/ 47 h 55"/>
                <a:gd name="T22" fmla="*/ 0 w 37"/>
                <a:gd name="T23" fmla="*/ 52 h 55"/>
                <a:gd name="T24" fmla="*/ 1 w 37"/>
                <a:gd name="T25" fmla="*/ 54 h 55"/>
                <a:gd name="T26" fmla="*/ 4 w 37"/>
                <a:gd name="T27" fmla="*/ 55 h 55"/>
                <a:gd name="T28" fmla="*/ 6 w 37"/>
                <a:gd name="T29" fmla="*/ 54 h 55"/>
                <a:gd name="T30" fmla="*/ 8 w 37"/>
                <a:gd name="T31" fmla="*/ 50 h 55"/>
                <a:gd name="T32" fmla="*/ 9 w 37"/>
                <a:gd name="T33" fmla="*/ 39 h 55"/>
                <a:gd name="T34" fmla="*/ 10 w 37"/>
                <a:gd name="T35" fmla="*/ 32 h 55"/>
                <a:gd name="T36" fmla="*/ 15 w 37"/>
                <a:gd name="T37" fmla="*/ 35 h 55"/>
                <a:gd name="T38" fmla="*/ 30 w 37"/>
                <a:gd name="T39" fmla="*/ 27 h 55"/>
                <a:gd name="T40" fmla="*/ 37 w 37"/>
                <a:gd name="T41" fmla="*/ 9 h 55"/>
                <a:gd name="T42" fmla="*/ 35 w 37"/>
                <a:gd name="T43" fmla="*/ 3 h 55"/>
                <a:gd name="T44" fmla="*/ 29 w 37"/>
                <a:gd name="T45" fmla="*/ 1 h 55"/>
                <a:gd name="T46" fmla="*/ 25 w 37"/>
                <a:gd name="T47" fmla="*/ 23 h 55"/>
                <a:gd name="T48" fmla="*/ 16 w 37"/>
                <a:gd name="T49" fmla="*/ 29 h 55"/>
                <a:gd name="T50" fmla="*/ 13 w 37"/>
                <a:gd name="T51" fmla="*/ 28 h 55"/>
                <a:gd name="T52" fmla="*/ 12 w 37"/>
                <a:gd name="T53" fmla="*/ 26 h 55"/>
                <a:gd name="T54" fmla="*/ 18 w 37"/>
                <a:gd name="T55" fmla="*/ 15 h 55"/>
                <a:gd name="T56" fmla="*/ 28 w 37"/>
                <a:gd name="T57" fmla="*/ 8 h 55"/>
                <a:gd name="T58" fmla="*/ 29 w 37"/>
                <a:gd name="T59" fmla="*/ 9 h 55"/>
                <a:gd name="T60" fmla="*/ 30 w 37"/>
                <a:gd name="T61" fmla="*/ 11 h 55"/>
                <a:gd name="T62" fmla="*/ 25 w 37"/>
                <a:gd name="T63" fmla="*/ 2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 h="55">
                  <a:moveTo>
                    <a:pt x="29" y="1"/>
                  </a:moveTo>
                  <a:cubicBezTo>
                    <a:pt x="26" y="1"/>
                    <a:pt x="24" y="2"/>
                    <a:pt x="21" y="5"/>
                  </a:cubicBezTo>
                  <a:cubicBezTo>
                    <a:pt x="17" y="7"/>
                    <a:pt x="15" y="10"/>
                    <a:pt x="12" y="14"/>
                  </a:cubicBezTo>
                  <a:cubicBezTo>
                    <a:pt x="13" y="12"/>
                    <a:pt x="13" y="12"/>
                    <a:pt x="13" y="12"/>
                  </a:cubicBezTo>
                  <a:cubicBezTo>
                    <a:pt x="13" y="9"/>
                    <a:pt x="13" y="7"/>
                    <a:pt x="13" y="5"/>
                  </a:cubicBezTo>
                  <a:cubicBezTo>
                    <a:pt x="13" y="2"/>
                    <a:pt x="12" y="0"/>
                    <a:pt x="10" y="0"/>
                  </a:cubicBezTo>
                  <a:cubicBezTo>
                    <a:pt x="9" y="0"/>
                    <a:pt x="8" y="0"/>
                    <a:pt x="7" y="1"/>
                  </a:cubicBezTo>
                  <a:cubicBezTo>
                    <a:pt x="6" y="2"/>
                    <a:pt x="7" y="3"/>
                    <a:pt x="7" y="4"/>
                  </a:cubicBezTo>
                  <a:cubicBezTo>
                    <a:pt x="6" y="4"/>
                    <a:pt x="7" y="6"/>
                    <a:pt x="7" y="9"/>
                  </a:cubicBezTo>
                  <a:cubicBezTo>
                    <a:pt x="7" y="9"/>
                    <a:pt x="7" y="9"/>
                    <a:pt x="7" y="9"/>
                  </a:cubicBezTo>
                  <a:cubicBezTo>
                    <a:pt x="7" y="22"/>
                    <a:pt x="4" y="35"/>
                    <a:pt x="1" y="47"/>
                  </a:cubicBezTo>
                  <a:cubicBezTo>
                    <a:pt x="1" y="49"/>
                    <a:pt x="0" y="51"/>
                    <a:pt x="0" y="52"/>
                  </a:cubicBezTo>
                  <a:cubicBezTo>
                    <a:pt x="0" y="53"/>
                    <a:pt x="1" y="54"/>
                    <a:pt x="1" y="54"/>
                  </a:cubicBezTo>
                  <a:cubicBezTo>
                    <a:pt x="2" y="55"/>
                    <a:pt x="3" y="55"/>
                    <a:pt x="4" y="55"/>
                  </a:cubicBezTo>
                  <a:cubicBezTo>
                    <a:pt x="5" y="55"/>
                    <a:pt x="6" y="55"/>
                    <a:pt x="6" y="54"/>
                  </a:cubicBezTo>
                  <a:cubicBezTo>
                    <a:pt x="7" y="54"/>
                    <a:pt x="7" y="52"/>
                    <a:pt x="8" y="50"/>
                  </a:cubicBezTo>
                  <a:cubicBezTo>
                    <a:pt x="9" y="39"/>
                    <a:pt x="9" y="39"/>
                    <a:pt x="9" y="39"/>
                  </a:cubicBezTo>
                  <a:cubicBezTo>
                    <a:pt x="9" y="36"/>
                    <a:pt x="10" y="34"/>
                    <a:pt x="10" y="32"/>
                  </a:cubicBezTo>
                  <a:cubicBezTo>
                    <a:pt x="11" y="34"/>
                    <a:pt x="12" y="35"/>
                    <a:pt x="15" y="35"/>
                  </a:cubicBezTo>
                  <a:cubicBezTo>
                    <a:pt x="20" y="35"/>
                    <a:pt x="24" y="32"/>
                    <a:pt x="30" y="27"/>
                  </a:cubicBezTo>
                  <a:cubicBezTo>
                    <a:pt x="35" y="22"/>
                    <a:pt x="37" y="16"/>
                    <a:pt x="37" y="9"/>
                  </a:cubicBezTo>
                  <a:cubicBezTo>
                    <a:pt x="37" y="7"/>
                    <a:pt x="36" y="5"/>
                    <a:pt x="35" y="3"/>
                  </a:cubicBezTo>
                  <a:cubicBezTo>
                    <a:pt x="33" y="2"/>
                    <a:pt x="31" y="1"/>
                    <a:pt x="29" y="1"/>
                  </a:cubicBezTo>
                  <a:close/>
                  <a:moveTo>
                    <a:pt x="25" y="23"/>
                  </a:moveTo>
                  <a:cubicBezTo>
                    <a:pt x="21" y="27"/>
                    <a:pt x="18" y="29"/>
                    <a:pt x="16" y="29"/>
                  </a:cubicBezTo>
                  <a:cubicBezTo>
                    <a:pt x="15" y="29"/>
                    <a:pt x="14" y="29"/>
                    <a:pt x="13" y="28"/>
                  </a:cubicBezTo>
                  <a:cubicBezTo>
                    <a:pt x="13" y="27"/>
                    <a:pt x="12" y="27"/>
                    <a:pt x="12" y="26"/>
                  </a:cubicBezTo>
                  <a:cubicBezTo>
                    <a:pt x="12" y="23"/>
                    <a:pt x="14" y="20"/>
                    <a:pt x="18" y="15"/>
                  </a:cubicBezTo>
                  <a:cubicBezTo>
                    <a:pt x="22" y="10"/>
                    <a:pt x="25" y="8"/>
                    <a:pt x="28" y="8"/>
                  </a:cubicBezTo>
                  <a:cubicBezTo>
                    <a:pt x="28" y="8"/>
                    <a:pt x="29" y="8"/>
                    <a:pt x="29" y="9"/>
                  </a:cubicBezTo>
                  <a:cubicBezTo>
                    <a:pt x="29" y="9"/>
                    <a:pt x="30" y="10"/>
                    <a:pt x="30" y="11"/>
                  </a:cubicBezTo>
                  <a:cubicBezTo>
                    <a:pt x="30" y="15"/>
                    <a:pt x="28" y="19"/>
                    <a:pt x="25"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6" name="Freeform 243"/>
            <p:cNvSpPr>
              <a:spLocks noEditPoints="1"/>
            </p:cNvSpPr>
            <p:nvPr/>
          </p:nvSpPr>
          <p:spPr bwMode="auto">
            <a:xfrm>
              <a:off x="5189538" y="6403975"/>
              <a:ext cx="44450" cy="57150"/>
            </a:xfrm>
            <a:custGeom>
              <a:avLst/>
              <a:gdLst>
                <a:gd name="T0" fmla="*/ 26 w 28"/>
                <a:gd name="T1" fmla="*/ 21 h 35"/>
                <a:gd name="T2" fmla="*/ 24 w 28"/>
                <a:gd name="T3" fmla="*/ 22 h 35"/>
                <a:gd name="T4" fmla="*/ 12 w 28"/>
                <a:gd name="T5" fmla="*/ 28 h 35"/>
                <a:gd name="T6" fmla="*/ 8 w 28"/>
                <a:gd name="T7" fmla="*/ 27 h 35"/>
                <a:gd name="T8" fmla="*/ 7 w 28"/>
                <a:gd name="T9" fmla="*/ 24 h 35"/>
                <a:gd name="T10" fmla="*/ 8 w 28"/>
                <a:gd name="T11" fmla="*/ 23 h 35"/>
                <a:gd name="T12" fmla="*/ 21 w 28"/>
                <a:gd name="T13" fmla="*/ 17 h 35"/>
                <a:gd name="T14" fmla="*/ 26 w 28"/>
                <a:gd name="T15" fmla="*/ 7 h 35"/>
                <a:gd name="T16" fmla="*/ 24 w 28"/>
                <a:gd name="T17" fmla="*/ 2 h 35"/>
                <a:gd name="T18" fmla="*/ 18 w 28"/>
                <a:gd name="T19" fmla="*/ 0 h 35"/>
                <a:gd name="T20" fmla="*/ 6 w 28"/>
                <a:gd name="T21" fmla="*/ 7 h 35"/>
                <a:gd name="T22" fmla="*/ 0 w 28"/>
                <a:gd name="T23" fmla="*/ 23 h 35"/>
                <a:gd name="T24" fmla="*/ 3 w 28"/>
                <a:gd name="T25" fmla="*/ 32 h 35"/>
                <a:gd name="T26" fmla="*/ 11 w 28"/>
                <a:gd name="T27" fmla="*/ 35 h 35"/>
                <a:gd name="T28" fmla="*/ 22 w 28"/>
                <a:gd name="T29" fmla="*/ 30 h 35"/>
                <a:gd name="T30" fmla="*/ 28 w 28"/>
                <a:gd name="T31" fmla="*/ 23 h 35"/>
                <a:gd name="T32" fmla="*/ 26 w 28"/>
                <a:gd name="T33" fmla="*/ 21 h 35"/>
                <a:gd name="T34" fmla="*/ 12 w 28"/>
                <a:gd name="T35" fmla="*/ 9 h 35"/>
                <a:gd name="T36" fmla="*/ 18 w 28"/>
                <a:gd name="T37" fmla="*/ 6 h 35"/>
                <a:gd name="T38" fmla="*/ 19 w 28"/>
                <a:gd name="T39" fmla="*/ 6 h 35"/>
                <a:gd name="T40" fmla="*/ 20 w 28"/>
                <a:gd name="T41" fmla="*/ 8 h 35"/>
                <a:gd name="T42" fmla="*/ 16 w 28"/>
                <a:gd name="T43" fmla="*/ 14 h 35"/>
                <a:gd name="T44" fmla="*/ 8 w 28"/>
                <a:gd name="T45" fmla="*/ 18 h 35"/>
                <a:gd name="T46" fmla="*/ 12 w 28"/>
                <a:gd name="T47" fmla="*/ 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35">
                  <a:moveTo>
                    <a:pt x="26" y="21"/>
                  </a:moveTo>
                  <a:cubicBezTo>
                    <a:pt x="25" y="21"/>
                    <a:pt x="24" y="21"/>
                    <a:pt x="24" y="22"/>
                  </a:cubicBezTo>
                  <a:cubicBezTo>
                    <a:pt x="20" y="26"/>
                    <a:pt x="16" y="28"/>
                    <a:pt x="12" y="28"/>
                  </a:cubicBezTo>
                  <a:cubicBezTo>
                    <a:pt x="10" y="28"/>
                    <a:pt x="9" y="28"/>
                    <a:pt x="8" y="27"/>
                  </a:cubicBezTo>
                  <a:cubicBezTo>
                    <a:pt x="7" y="26"/>
                    <a:pt x="7" y="25"/>
                    <a:pt x="7" y="24"/>
                  </a:cubicBezTo>
                  <a:cubicBezTo>
                    <a:pt x="7" y="24"/>
                    <a:pt x="7" y="23"/>
                    <a:pt x="8" y="23"/>
                  </a:cubicBezTo>
                  <a:cubicBezTo>
                    <a:pt x="13" y="22"/>
                    <a:pt x="17" y="20"/>
                    <a:pt x="21" y="17"/>
                  </a:cubicBezTo>
                  <a:cubicBezTo>
                    <a:pt x="24" y="14"/>
                    <a:pt x="26" y="10"/>
                    <a:pt x="26" y="7"/>
                  </a:cubicBezTo>
                  <a:cubicBezTo>
                    <a:pt x="26" y="5"/>
                    <a:pt x="25" y="3"/>
                    <a:pt x="24" y="2"/>
                  </a:cubicBezTo>
                  <a:cubicBezTo>
                    <a:pt x="22" y="0"/>
                    <a:pt x="21" y="0"/>
                    <a:pt x="18" y="0"/>
                  </a:cubicBezTo>
                  <a:cubicBezTo>
                    <a:pt x="14" y="0"/>
                    <a:pt x="10" y="2"/>
                    <a:pt x="6" y="7"/>
                  </a:cubicBezTo>
                  <a:cubicBezTo>
                    <a:pt x="2" y="12"/>
                    <a:pt x="0" y="17"/>
                    <a:pt x="0" y="23"/>
                  </a:cubicBezTo>
                  <a:cubicBezTo>
                    <a:pt x="0" y="26"/>
                    <a:pt x="1" y="29"/>
                    <a:pt x="3" y="32"/>
                  </a:cubicBezTo>
                  <a:cubicBezTo>
                    <a:pt x="5" y="34"/>
                    <a:pt x="7" y="35"/>
                    <a:pt x="11" y="35"/>
                  </a:cubicBezTo>
                  <a:cubicBezTo>
                    <a:pt x="15" y="35"/>
                    <a:pt x="19" y="33"/>
                    <a:pt x="22" y="30"/>
                  </a:cubicBezTo>
                  <a:cubicBezTo>
                    <a:pt x="26" y="28"/>
                    <a:pt x="28" y="25"/>
                    <a:pt x="28" y="23"/>
                  </a:cubicBezTo>
                  <a:cubicBezTo>
                    <a:pt x="28" y="22"/>
                    <a:pt x="27" y="21"/>
                    <a:pt x="26" y="21"/>
                  </a:cubicBezTo>
                  <a:close/>
                  <a:moveTo>
                    <a:pt x="12" y="9"/>
                  </a:moveTo>
                  <a:cubicBezTo>
                    <a:pt x="14" y="7"/>
                    <a:pt x="16" y="6"/>
                    <a:pt x="18" y="6"/>
                  </a:cubicBezTo>
                  <a:cubicBezTo>
                    <a:pt x="18" y="6"/>
                    <a:pt x="19" y="6"/>
                    <a:pt x="19" y="6"/>
                  </a:cubicBezTo>
                  <a:cubicBezTo>
                    <a:pt x="19" y="7"/>
                    <a:pt x="20" y="7"/>
                    <a:pt x="20" y="8"/>
                  </a:cubicBezTo>
                  <a:cubicBezTo>
                    <a:pt x="20" y="10"/>
                    <a:pt x="18" y="12"/>
                    <a:pt x="16" y="14"/>
                  </a:cubicBezTo>
                  <a:cubicBezTo>
                    <a:pt x="14" y="16"/>
                    <a:pt x="11" y="17"/>
                    <a:pt x="8" y="18"/>
                  </a:cubicBezTo>
                  <a:cubicBezTo>
                    <a:pt x="8" y="15"/>
                    <a:pt x="10" y="12"/>
                    <a:pt x="12"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7" name="Freeform 244"/>
            <p:cNvSpPr>
              <a:spLocks/>
            </p:cNvSpPr>
            <p:nvPr/>
          </p:nvSpPr>
          <p:spPr bwMode="auto">
            <a:xfrm>
              <a:off x="5240338" y="6403975"/>
              <a:ext cx="42862" cy="57150"/>
            </a:xfrm>
            <a:custGeom>
              <a:avLst/>
              <a:gdLst>
                <a:gd name="T0" fmla="*/ 25 w 27"/>
                <a:gd name="T1" fmla="*/ 24 h 35"/>
                <a:gd name="T2" fmla="*/ 22 w 27"/>
                <a:gd name="T3" fmla="*/ 25 h 35"/>
                <a:gd name="T4" fmla="*/ 12 w 27"/>
                <a:gd name="T5" fmla="*/ 29 h 35"/>
                <a:gd name="T6" fmla="*/ 8 w 27"/>
                <a:gd name="T7" fmla="*/ 25 h 35"/>
                <a:gd name="T8" fmla="*/ 11 w 27"/>
                <a:gd name="T9" fmla="*/ 13 h 35"/>
                <a:gd name="T10" fmla="*/ 18 w 27"/>
                <a:gd name="T11" fmla="*/ 6 h 35"/>
                <a:gd name="T12" fmla="*/ 19 w 27"/>
                <a:gd name="T13" fmla="*/ 9 h 35"/>
                <a:gd name="T14" fmla="*/ 22 w 27"/>
                <a:gd name="T15" fmla="*/ 13 h 35"/>
                <a:gd name="T16" fmla="*/ 25 w 27"/>
                <a:gd name="T17" fmla="*/ 12 h 35"/>
                <a:gd name="T18" fmla="*/ 26 w 27"/>
                <a:gd name="T19" fmla="*/ 8 h 35"/>
                <a:gd name="T20" fmla="*/ 24 w 27"/>
                <a:gd name="T21" fmla="*/ 2 h 35"/>
                <a:gd name="T22" fmla="*/ 19 w 27"/>
                <a:gd name="T23" fmla="*/ 0 h 35"/>
                <a:gd name="T24" fmla="*/ 7 w 27"/>
                <a:gd name="T25" fmla="*/ 8 h 35"/>
                <a:gd name="T26" fmla="*/ 0 w 27"/>
                <a:gd name="T27" fmla="*/ 25 h 35"/>
                <a:gd name="T28" fmla="*/ 3 w 27"/>
                <a:gd name="T29" fmla="*/ 32 h 35"/>
                <a:gd name="T30" fmla="*/ 11 w 27"/>
                <a:gd name="T31" fmla="*/ 35 h 35"/>
                <a:gd name="T32" fmla="*/ 22 w 27"/>
                <a:gd name="T33" fmla="*/ 31 h 35"/>
                <a:gd name="T34" fmla="*/ 27 w 27"/>
                <a:gd name="T35" fmla="*/ 25 h 35"/>
                <a:gd name="T36" fmla="*/ 25 w 27"/>
                <a:gd name="T37" fmla="*/ 2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 h="35">
                  <a:moveTo>
                    <a:pt x="25" y="24"/>
                  </a:moveTo>
                  <a:cubicBezTo>
                    <a:pt x="24" y="24"/>
                    <a:pt x="23" y="24"/>
                    <a:pt x="22" y="25"/>
                  </a:cubicBezTo>
                  <a:cubicBezTo>
                    <a:pt x="18" y="27"/>
                    <a:pt x="15" y="29"/>
                    <a:pt x="12" y="29"/>
                  </a:cubicBezTo>
                  <a:cubicBezTo>
                    <a:pt x="9" y="29"/>
                    <a:pt x="8" y="27"/>
                    <a:pt x="8" y="25"/>
                  </a:cubicBezTo>
                  <a:cubicBezTo>
                    <a:pt x="8" y="21"/>
                    <a:pt x="9" y="17"/>
                    <a:pt x="11" y="13"/>
                  </a:cubicBezTo>
                  <a:cubicBezTo>
                    <a:pt x="14" y="8"/>
                    <a:pt x="16" y="6"/>
                    <a:pt x="18" y="6"/>
                  </a:cubicBezTo>
                  <a:cubicBezTo>
                    <a:pt x="18" y="6"/>
                    <a:pt x="19" y="7"/>
                    <a:pt x="19" y="9"/>
                  </a:cubicBezTo>
                  <a:cubicBezTo>
                    <a:pt x="19" y="12"/>
                    <a:pt x="21" y="13"/>
                    <a:pt x="22" y="13"/>
                  </a:cubicBezTo>
                  <a:cubicBezTo>
                    <a:pt x="23" y="13"/>
                    <a:pt x="24" y="13"/>
                    <a:pt x="25" y="12"/>
                  </a:cubicBezTo>
                  <a:cubicBezTo>
                    <a:pt x="25" y="12"/>
                    <a:pt x="26" y="10"/>
                    <a:pt x="26" y="8"/>
                  </a:cubicBezTo>
                  <a:cubicBezTo>
                    <a:pt x="26" y="6"/>
                    <a:pt x="25" y="4"/>
                    <a:pt x="24" y="2"/>
                  </a:cubicBezTo>
                  <a:cubicBezTo>
                    <a:pt x="22" y="0"/>
                    <a:pt x="21" y="0"/>
                    <a:pt x="19" y="0"/>
                  </a:cubicBezTo>
                  <a:cubicBezTo>
                    <a:pt x="15" y="0"/>
                    <a:pt x="11" y="2"/>
                    <a:pt x="7" y="8"/>
                  </a:cubicBezTo>
                  <a:cubicBezTo>
                    <a:pt x="3" y="14"/>
                    <a:pt x="0" y="20"/>
                    <a:pt x="0" y="25"/>
                  </a:cubicBezTo>
                  <a:cubicBezTo>
                    <a:pt x="0" y="28"/>
                    <a:pt x="1" y="30"/>
                    <a:pt x="3" y="32"/>
                  </a:cubicBezTo>
                  <a:cubicBezTo>
                    <a:pt x="5" y="34"/>
                    <a:pt x="7" y="35"/>
                    <a:pt x="11" y="35"/>
                  </a:cubicBezTo>
                  <a:cubicBezTo>
                    <a:pt x="14" y="35"/>
                    <a:pt x="18" y="34"/>
                    <a:pt x="22" y="31"/>
                  </a:cubicBezTo>
                  <a:cubicBezTo>
                    <a:pt x="25" y="29"/>
                    <a:pt x="27" y="27"/>
                    <a:pt x="27" y="25"/>
                  </a:cubicBezTo>
                  <a:cubicBezTo>
                    <a:pt x="27" y="24"/>
                    <a:pt x="26" y="24"/>
                    <a:pt x="25"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8" name="Freeform 245"/>
            <p:cNvSpPr>
              <a:spLocks/>
            </p:cNvSpPr>
            <p:nvPr/>
          </p:nvSpPr>
          <p:spPr bwMode="auto">
            <a:xfrm>
              <a:off x="5303838" y="6380163"/>
              <a:ext cx="14287" cy="14288"/>
            </a:xfrm>
            <a:custGeom>
              <a:avLst/>
              <a:gdLst>
                <a:gd name="T0" fmla="*/ 8 w 9"/>
                <a:gd name="T1" fmla="*/ 1 h 9"/>
                <a:gd name="T2" fmla="*/ 5 w 9"/>
                <a:gd name="T3" fmla="*/ 0 h 9"/>
                <a:gd name="T4" fmla="*/ 1 w 9"/>
                <a:gd name="T5" fmla="*/ 1 h 9"/>
                <a:gd name="T6" fmla="*/ 0 w 9"/>
                <a:gd name="T7" fmla="*/ 4 h 9"/>
                <a:gd name="T8" fmla="*/ 1 w 9"/>
                <a:gd name="T9" fmla="*/ 7 h 9"/>
                <a:gd name="T10" fmla="*/ 4 w 9"/>
                <a:gd name="T11" fmla="*/ 9 h 9"/>
                <a:gd name="T12" fmla="*/ 8 w 9"/>
                <a:gd name="T13" fmla="*/ 7 h 9"/>
                <a:gd name="T14" fmla="*/ 9 w 9"/>
                <a:gd name="T15" fmla="*/ 4 h 9"/>
                <a:gd name="T16" fmla="*/ 8 w 9"/>
                <a:gd name="T17"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9">
                  <a:moveTo>
                    <a:pt x="8" y="1"/>
                  </a:moveTo>
                  <a:cubicBezTo>
                    <a:pt x="7" y="0"/>
                    <a:pt x="6" y="0"/>
                    <a:pt x="5" y="0"/>
                  </a:cubicBezTo>
                  <a:cubicBezTo>
                    <a:pt x="3" y="0"/>
                    <a:pt x="2" y="0"/>
                    <a:pt x="1" y="1"/>
                  </a:cubicBezTo>
                  <a:cubicBezTo>
                    <a:pt x="0" y="2"/>
                    <a:pt x="0" y="3"/>
                    <a:pt x="0" y="4"/>
                  </a:cubicBezTo>
                  <a:cubicBezTo>
                    <a:pt x="0" y="5"/>
                    <a:pt x="0" y="6"/>
                    <a:pt x="1" y="7"/>
                  </a:cubicBezTo>
                  <a:cubicBezTo>
                    <a:pt x="2" y="8"/>
                    <a:pt x="3" y="9"/>
                    <a:pt x="4" y="9"/>
                  </a:cubicBezTo>
                  <a:cubicBezTo>
                    <a:pt x="5" y="9"/>
                    <a:pt x="6" y="8"/>
                    <a:pt x="8" y="7"/>
                  </a:cubicBezTo>
                  <a:cubicBezTo>
                    <a:pt x="9" y="6"/>
                    <a:pt x="9" y="5"/>
                    <a:pt x="9" y="4"/>
                  </a:cubicBezTo>
                  <a:cubicBezTo>
                    <a:pt x="9" y="3"/>
                    <a:pt x="9" y="2"/>
                    <a:pt x="8"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9" name="Freeform 246"/>
            <p:cNvSpPr>
              <a:spLocks/>
            </p:cNvSpPr>
            <p:nvPr/>
          </p:nvSpPr>
          <p:spPr bwMode="auto">
            <a:xfrm>
              <a:off x="5292725" y="6407150"/>
              <a:ext cx="17462" cy="53975"/>
            </a:xfrm>
            <a:custGeom>
              <a:avLst/>
              <a:gdLst>
                <a:gd name="T0" fmla="*/ 7 w 11"/>
                <a:gd name="T1" fmla="*/ 0 h 33"/>
                <a:gd name="T2" fmla="*/ 4 w 11"/>
                <a:gd name="T3" fmla="*/ 1 h 33"/>
                <a:gd name="T4" fmla="*/ 2 w 11"/>
                <a:gd name="T5" fmla="*/ 5 h 33"/>
                <a:gd name="T6" fmla="*/ 1 w 11"/>
                <a:gd name="T7" fmla="*/ 11 h 33"/>
                <a:gd name="T8" fmla="*/ 1 w 11"/>
                <a:gd name="T9" fmla="*/ 11 h 33"/>
                <a:gd name="T10" fmla="*/ 1 w 11"/>
                <a:gd name="T11" fmla="*/ 14 h 33"/>
                <a:gd name="T12" fmla="*/ 0 w 11"/>
                <a:gd name="T13" fmla="*/ 27 h 33"/>
                <a:gd name="T14" fmla="*/ 4 w 11"/>
                <a:gd name="T15" fmla="*/ 33 h 33"/>
                <a:gd name="T16" fmla="*/ 7 w 11"/>
                <a:gd name="T17" fmla="*/ 32 h 33"/>
                <a:gd name="T18" fmla="*/ 8 w 11"/>
                <a:gd name="T19" fmla="*/ 30 h 33"/>
                <a:gd name="T20" fmla="*/ 8 w 11"/>
                <a:gd name="T21" fmla="*/ 29 h 33"/>
                <a:gd name="T22" fmla="*/ 7 w 11"/>
                <a:gd name="T23" fmla="*/ 24 h 33"/>
                <a:gd name="T24" fmla="*/ 8 w 11"/>
                <a:gd name="T25" fmla="*/ 18 h 33"/>
                <a:gd name="T26" fmla="*/ 10 w 11"/>
                <a:gd name="T27" fmla="*/ 9 h 33"/>
                <a:gd name="T28" fmla="*/ 10 w 11"/>
                <a:gd name="T29" fmla="*/ 8 h 33"/>
                <a:gd name="T30" fmla="*/ 11 w 11"/>
                <a:gd name="T31" fmla="*/ 3 h 33"/>
                <a:gd name="T32" fmla="*/ 10 w 11"/>
                <a:gd name="T33" fmla="*/ 1 h 33"/>
                <a:gd name="T34" fmla="*/ 7 w 11"/>
                <a:gd name="T35"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33">
                  <a:moveTo>
                    <a:pt x="7" y="0"/>
                  </a:moveTo>
                  <a:cubicBezTo>
                    <a:pt x="5" y="0"/>
                    <a:pt x="5" y="0"/>
                    <a:pt x="4" y="1"/>
                  </a:cubicBezTo>
                  <a:cubicBezTo>
                    <a:pt x="3" y="2"/>
                    <a:pt x="2" y="4"/>
                    <a:pt x="2" y="5"/>
                  </a:cubicBezTo>
                  <a:cubicBezTo>
                    <a:pt x="2" y="6"/>
                    <a:pt x="1" y="8"/>
                    <a:pt x="1" y="11"/>
                  </a:cubicBezTo>
                  <a:cubicBezTo>
                    <a:pt x="1" y="11"/>
                    <a:pt x="1" y="11"/>
                    <a:pt x="1" y="11"/>
                  </a:cubicBezTo>
                  <a:cubicBezTo>
                    <a:pt x="1" y="12"/>
                    <a:pt x="1" y="13"/>
                    <a:pt x="1" y="14"/>
                  </a:cubicBezTo>
                  <a:cubicBezTo>
                    <a:pt x="0" y="19"/>
                    <a:pt x="0" y="23"/>
                    <a:pt x="0" y="27"/>
                  </a:cubicBezTo>
                  <a:cubicBezTo>
                    <a:pt x="0" y="31"/>
                    <a:pt x="1" y="33"/>
                    <a:pt x="4" y="33"/>
                  </a:cubicBezTo>
                  <a:cubicBezTo>
                    <a:pt x="5" y="33"/>
                    <a:pt x="6" y="32"/>
                    <a:pt x="7" y="32"/>
                  </a:cubicBezTo>
                  <a:cubicBezTo>
                    <a:pt x="8" y="31"/>
                    <a:pt x="8" y="30"/>
                    <a:pt x="8" y="30"/>
                  </a:cubicBezTo>
                  <a:cubicBezTo>
                    <a:pt x="8" y="30"/>
                    <a:pt x="8" y="29"/>
                    <a:pt x="8" y="29"/>
                  </a:cubicBezTo>
                  <a:cubicBezTo>
                    <a:pt x="8" y="27"/>
                    <a:pt x="7" y="25"/>
                    <a:pt x="7" y="24"/>
                  </a:cubicBezTo>
                  <a:cubicBezTo>
                    <a:pt x="7" y="23"/>
                    <a:pt x="7" y="21"/>
                    <a:pt x="8" y="18"/>
                  </a:cubicBezTo>
                  <a:cubicBezTo>
                    <a:pt x="8" y="16"/>
                    <a:pt x="9" y="13"/>
                    <a:pt x="10" y="9"/>
                  </a:cubicBezTo>
                  <a:cubicBezTo>
                    <a:pt x="10" y="8"/>
                    <a:pt x="10" y="8"/>
                    <a:pt x="10" y="8"/>
                  </a:cubicBezTo>
                  <a:cubicBezTo>
                    <a:pt x="11" y="5"/>
                    <a:pt x="11" y="4"/>
                    <a:pt x="11" y="3"/>
                  </a:cubicBezTo>
                  <a:cubicBezTo>
                    <a:pt x="11" y="2"/>
                    <a:pt x="11" y="1"/>
                    <a:pt x="10" y="1"/>
                  </a:cubicBezTo>
                  <a:cubicBezTo>
                    <a:pt x="9" y="0"/>
                    <a:pt x="8"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0" name="Freeform 247"/>
            <p:cNvSpPr>
              <a:spLocks noEditPoints="1"/>
            </p:cNvSpPr>
            <p:nvPr/>
          </p:nvSpPr>
          <p:spPr bwMode="auto">
            <a:xfrm>
              <a:off x="5318125" y="6403975"/>
              <a:ext cx="52387" cy="57150"/>
            </a:xfrm>
            <a:custGeom>
              <a:avLst/>
              <a:gdLst>
                <a:gd name="T0" fmla="*/ 31 w 32"/>
                <a:gd name="T1" fmla="*/ 29 h 35"/>
                <a:gd name="T2" fmla="*/ 29 w 32"/>
                <a:gd name="T3" fmla="*/ 28 h 35"/>
                <a:gd name="T4" fmla="*/ 29 w 32"/>
                <a:gd name="T5" fmla="*/ 26 h 35"/>
                <a:gd name="T6" fmla="*/ 28 w 32"/>
                <a:gd name="T7" fmla="*/ 21 h 35"/>
                <a:gd name="T8" fmla="*/ 29 w 32"/>
                <a:gd name="T9" fmla="*/ 11 h 35"/>
                <a:gd name="T10" fmla="*/ 30 w 32"/>
                <a:gd name="T11" fmla="*/ 6 h 35"/>
                <a:gd name="T12" fmla="*/ 26 w 32"/>
                <a:gd name="T13" fmla="*/ 4 h 35"/>
                <a:gd name="T14" fmla="*/ 22 w 32"/>
                <a:gd name="T15" fmla="*/ 0 h 35"/>
                <a:gd name="T16" fmla="*/ 7 w 32"/>
                <a:gd name="T17" fmla="*/ 9 h 35"/>
                <a:gd name="T18" fmla="*/ 0 w 32"/>
                <a:gd name="T19" fmla="*/ 26 h 35"/>
                <a:gd name="T20" fmla="*/ 2 w 32"/>
                <a:gd name="T21" fmla="*/ 32 h 35"/>
                <a:gd name="T22" fmla="*/ 7 w 32"/>
                <a:gd name="T23" fmla="*/ 34 h 35"/>
                <a:gd name="T24" fmla="*/ 22 w 32"/>
                <a:gd name="T25" fmla="*/ 23 h 35"/>
                <a:gd name="T26" fmla="*/ 27 w 32"/>
                <a:gd name="T27" fmla="*/ 35 h 35"/>
                <a:gd name="T28" fmla="*/ 30 w 32"/>
                <a:gd name="T29" fmla="*/ 34 h 35"/>
                <a:gd name="T30" fmla="*/ 32 w 32"/>
                <a:gd name="T31" fmla="*/ 31 h 35"/>
                <a:gd name="T32" fmla="*/ 31 w 32"/>
                <a:gd name="T33" fmla="*/ 29 h 35"/>
                <a:gd name="T34" fmla="*/ 17 w 32"/>
                <a:gd name="T35" fmla="*/ 21 h 35"/>
                <a:gd name="T36" fmla="*/ 9 w 32"/>
                <a:gd name="T37" fmla="*/ 27 h 35"/>
                <a:gd name="T38" fmla="*/ 8 w 32"/>
                <a:gd name="T39" fmla="*/ 25 h 35"/>
                <a:gd name="T40" fmla="*/ 12 w 32"/>
                <a:gd name="T41" fmla="*/ 13 h 35"/>
                <a:gd name="T42" fmla="*/ 20 w 32"/>
                <a:gd name="T43" fmla="*/ 7 h 35"/>
                <a:gd name="T44" fmla="*/ 22 w 32"/>
                <a:gd name="T45" fmla="*/ 7 h 35"/>
                <a:gd name="T46" fmla="*/ 22 w 32"/>
                <a:gd name="T47" fmla="*/ 10 h 35"/>
                <a:gd name="T48" fmla="*/ 17 w 32"/>
                <a:gd name="T49" fmla="*/ 2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 h="35">
                  <a:moveTo>
                    <a:pt x="31" y="29"/>
                  </a:moveTo>
                  <a:cubicBezTo>
                    <a:pt x="30" y="29"/>
                    <a:pt x="29" y="29"/>
                    <a:pt x="29" y="28"/>
                  </a:cubicBezTo>
                  <a:cubicBezTo>
                    <a:pt x="29" y="28"/>
                    <a:pt x="29" y="27"/>
                    <a:pt x="29" y="26"/>
                  </a:cubicBezTo>
                  <a:cubicBezTo>
                    <a:pt x="28" y="25"/>
                    <a:pt x="28" y="23"/>
                    <a:pt x="28" y="21"/>
                  </a:cubicBezTo>
                  <a:cubicBezTo>
                    <a:pt x="28" y="18"/>
                    <a:pt x="28" y="15"/>
                    <a:pt x="29" y="11"/>
                  </a:cubicBezTo>
                  <a:cubicBezTo>
                    <a:pt x="30" y="9"/>
                    <a:pt x="30" y="7"/>
                    <a:pt x="30" y="6"/>
                  </a:cubicBezTo>
                  <a:cubicBezTo>
                    <a:pt x="30" y="5"/>
                    <a:pt x="29" y="4"/>
                    <a:pt x="26" y="4"/>
                  </a:cubicBezTo>
                  <a:cubicBezTo>
                    <a:pt x="26" y="1"/>
                    <a:pt x="24" y="0"/>
                    <a:pt x="22" y="0"/>
                  </a:cubicBezTo>
                  <a:cubicBezTo>
                    <a:pt x="17" y="0"/>
                    <a:pt x="12" y="3"/>
                    <a:pt x="7" y="9"/>
                  </a:cubicBezTo>
                  <a:cubicBezTo>
                    <a:pt x="3" y="15"/>
                    <a:pt x="0" y="21"/>
                    <a:pt x="0" y="26"/>
                  </a:cubicBezTo>
                  <a:cubicBezTo>
                    <a:pt x="0" y="28"/>
                    <a:pt x="1" y="30"/>
                    <a:pt x="2" y="32"/>
                  </a:cubicBezTo>
                  <a:cubicBezTo>
                    <a:pt x="3" y="33"/>
                    <a:pt x="5" y="34"/>
                    <a:pt x="7" y="34"/>
                  </a:cubicBezTo>
                  <a:cubicBezTo>
                    <a:pt x="12" y="34"/>
                    <a:pt x="17" y="30"/>
                    <a:pt x="22" y="23"/>
                  </a:cubicBezTo>
                  <a:cubicBezTo>
                    <a:pt x="22" y="31"/>
                    <a:pt x="23" y="35"/>
                    <a:pt x="27" y="35"/>
                  </a:cubicBezTo>
                  <a:cubicBezTo>
                    <a:pt x="28" y="35"/>
                    <a:pt x="29" y="34"/>
                    <a:pt x="30" y="34"/>
                  </a:cubicBezTo>
                  <a:cubicBezTo>
                    <a:pt x="31" y="33"/>
                    <a:pt x="32" y="32"/>
                    <a:pt x="32" y="31"/>
                  </a:cubicBezTo>
                  <a:cubicBezTo>
                    <a:pt x="32" y="30"/>
                    <a:pt x="32" y="30"/>
                    <a:pt x="31" y="29"/>
                  </a:cubicBezTo>
                  <a:close/>
                  <a:moveTo>
                    <a:pt x="17" y="21"/>
                  </a:moveTo>
                  <a:cubicBezTo>
                    <a:pt x="14" y="25"/>
                    <a:pt x="11" y="27"/>
                    <a:pt x="9" y="27"/>
                  </a:cubicBezTo>
                  <a:cubicBezTo>
                    <a:pt x="8" y="27"/>
                    <a:pt x="8" y="26"/>
                    <a:pt x="8" y="25"/>
                  </a:cubicBezTo>
                  <a:cubicBezTo>
                    <a:pt x="8" y="22"/>
                    <a:pt x="9" y="18"/>
                    <a:pt x="12" y="13"/>
                  </a:cubicBezTo>
                  <a:cubicBezTo>
                    <a:pt x="16" y="9"/>
                    <a:pt x="18" y="7"/>
                    <a:pt x="20" y="7"/>
                  </a:cubicBezTo>
                  <a:cubicBezTo>
                    <a:pt x="21" y="7"/>
                    <a:pt x="21" y="7"/>
                    <a:pt x="22" y="7"/>
                  </a:cubicBezTo>
                  <a:cubicBezTo>
                    <a:pt x="22" y="8"/>
                    <a:pt x="22" y="9"/>
                    <a:pt x="22" y="10"/>
                  </a:cubicBezTo>
                  <a:cubicBezTo>
                    <a:pt x="22" y="13"/>
                    <a:pt x="21" y="17"/>
                    <a:pt x="17"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1" name="Freeform 248"/>
            <p:cNvSpPr>
              <a:spLocks/>
            </p:cNvSpPr>
            <p:nvPr/>
          </p:nvSpPr>
          <p:spPr bwMode="auto">
            <a:xfrm>
              <a:off x="5380038" y="6375400"/>
              <a:ext cx="22225" cy="87313"/>
            </a:xfrm>
            <a:custGeom>
              <a:avLst/>
              <a:gdLst>
                <a:gd name="T0" fmla="*/ 10 w 14"/>
                <a:gd name="T1" fmla="*/ 0 h 54"/>
                <a:gd name="T2" fmla="*/ 7 w 14"/>
                <a:gd name="T3" fmla="*/ 3 h 54"/>
                <a:gd name="T4" fmla="*/ 3 w 14"/>
                <a:gd name="T5" fmla="*/ 20 h 54"/>
                <a:gd name="T6" fmla="*/ 0 w 14"/>
                <a:gd name="T7" fmla="*/ 45 h 54"/>
                <a:gd name="T8" fmla="*/ 1 w 14"/>
                <a:gd name="T9" fmla="*/ 52 h 54"/>
                <a:gd name="T10" fmla="*/ 4 w 14"/>
                <a:gd name="T11" fmla="*/ 54 h 54"/>
                <a:gd name="T12" fmla="*/ 7 w 14"/>
                <a:gd name="T13" fmla="*/ 52 h 54"/>
                <a:gd name="T14" fmla="*/ 9 w 14"/>
                <a:gd name="T15" fmla="*/ 49 h 54"/>
                <a:gd name="T16" fmla="*/ 8 w 14"/>
                <a:gd name="T17" fmla="*/ 48 h 54"/>
                <a:gd name="T18" fmla="*/ 8 w 14"/>
                <a:gd name="T19" fmla="*/ 38 h 54"/>
                <a:gd name="T20" fmla="*/ 9 w 14"/>
                <a:gd name="T21" fmla="*/ 29 h 54"/>
                <a:gd name="T22" fmla="*/ 11 w 14"/>
                <a:gd name="T23" fmla="*/ 17 h 54"/>
                <a:gd name="T24" fmla="*/ 13 w 14"/>
                <a:gd name="T25" fmla="*/ 7 h 54"/>
                <a:gd name="T26" fmla="*/ 14 w 14"/>
                <a:gd name="T27" fmla="*/ 4 h 54"/>
                <a:gd name="T28" fmla="*/ 10 w 14"/>
                <a:gd name="T29"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54">
                  <a:moveTo>
                    <a:pt x="10" y="0"/>
                  </a:moveTo>
                  <a:cubicBezTo>
                    <a:pt x="9" y="0"/>
                    <a:pt x="8" y="1"/>
                    <a:pt x="7" y="3"/>
                  </a:cubicBezTo>
                  <a:cubicBezTo>
                    <a:pt x="6" y="5"/>
                    <a:pt x="5" y="10"/>
                    <a:pt x="3" y="20"/>
                  </a:cubicBezTo>
                  <a:cubicBezTo>
                    <a:pt x="1" y="29"/>
                    <a:pt x="0" y="38"/>
                    <a:pt x="0" y="45"/>
                  </a:cubicBezTo>
                  <a:cubicBezTo>
                    <a:pt x="0" y="48"/>
                    <a:pt x="1" y="50"/>
                    <a:pt x="1" y="52"/>
                  </a:cubicBezTo>
                  <a:cubicBezTo>
                    <a:pt x="2" y="53"/>
                    <a:pt x="3" y="54"/>
                    <a:pt x="4" y="54"/>
                  </a:cubicBezTo>
                  <a:cubicBezTo>
                    <a:pt x="5" y="54"/>
                    <a:pt x="6" y="53"/>
                    <a:pt x="7" y="52"/>
                  </a:cubicBezTo>
                  <a:cubicBezTo>
                    <a:pt x="8" y="52"/>
                    <a:pt x="9" y="50"/>
                    <a:pt x="9" y="49"/>
                  </a:cubicBezTo>
                  <a:cubicBezTo>
                    <a:pt x="9" y="49"/>
                    <a:pt x="8" y="48"/>
                    <a:pt x="8" y="48"/>
                  </a:cubicBezTo>
                  <a:cubicBezTo>
                    <a:pt x="8" y="44"/>
                    <a:pt x="8" y="41"/>
                    <a:pt x="8" y="38"/>
                  </a:cubicBezTo>
                  <a:cubicBezTo>
                    <a:pt x="8" y="36"/>
                    <a:pt x="8" y="33"/>
                    <a:pt x="9" y="29"/>
                  </a:cubicBezTo>
                  <a:cubicBezTo>
                    <a:pt x="9" y="24"/>
                    <a:pt x="10" y="20"/>
                    <a:pt x="11" y="17"/>
                  </a:cubicBezTo>
                  <a:cubicBezTo>
                    <a:pt x="12" y="12"/>
                    <a:pt x="13" y="9"/>
                    <a:pt x="13" y="7"/>
                  </a:cubicBezTo>
                  <a:cubicBezTo>
                    <a:pt x="14" y="6"/>
                    <a:pt x="14" y="5"/>
                    <a:pt x="14" y="4"/>
                  </a:cubicBezTo>
                  <a:cubicBezTo>
                    <a:pt x="14" y="2"/>
                    <a:pt x="13"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2" name="Freeform 249"/>
            <p:cNvSpPr>
              <a:spLocks/>
            </p:cNvSpPr>
            <p:nvPr/>
          </p:nvSpPr>
          <p:spPr bwMode="auto">
            <a:xfrm>
              <a:off x="5419725" y="6380163"/>
              <a:ext cx="15875" cy="14288"/>
            </a:xfrm>
            <a:custGeom>
              <a:avLst/>
              <a:gdLst>
                <a:gd name="T0" fmla="*/ 10 w 10"/>
                <a:gd name="T1" fmla="*/ 4 h 9"/>
                <a:gd name="T2" fmla="*/ 8 w 10"/>
                <a:gd name="T3" fmla="*/ 1 h 9"/>
                <a:gd name="T4" fmla="*/ 5 w 10"/>
                <a:gd name="T5" fmla="*/ 0 h 9"/>
                <a:gd name="T6" fmla="*/ 1 w 10"/>
                <a:gd name="T7" fmla="*/ 1 h 9"/>
                <a:gd name="T8" fmla="*/ 0 w 10"/>
                <a:gd name="T9" fmla="*/ 4 h 9"/>
                <a:gd name="T10" fmla="*/ 1 w 10"/>
                <a:gd name="T11" fmla="*/ 7 h 9"/>
                <a:gd name="T12" fmla="*/ 4 w 10"/>
                <a:gd name="T13" fmla="*/ 9 h 9"/>
                <a:gd name="T14" fmla="*/ 8 w 10"/>
                <a:gd name="T15" fmla="*/ 7 h 9"/>
                <a:gd name="T16" fmla="*/ 10 w 10"/>
                <a:gd name="T1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9">
                  <a:moveTo>
                    <a:pt x="10" y="4"/>
                  </a:moveTo>
                  <a:cubicBezTo>
                    <a:pt x="10" y="3"/>
                    <a:pt x="9" y="2"/>
                    <a:pt x="8" y="1"/>
                  </a:cubicBezTo>
                  <a:cubicBezTo>
                    <a:pt x="8" y="0"/>
                    <a:pt x="6" y="0"/>
                    <a:pt x="5" y="0"/>
                  </a:cubicBezTo>
                  <a:cubicBezTo>
                    <a:pt x="3" y="0"/>
                    <a:pt x="2" y="0"/>
                    <a:pt x="1" y="1"/>
                  </a:cubicBezTo>
                  <a:cubicBezTo>
                    <a:pt x="0" y="2"/>
                    <a:pt x="0" y="3"/>
                    <a:pt x="0" y="4"/>
                  </a:cubicBezTo>
                  <a:cubicBezTo>
                    <a:pt x="0" y="5"/>
                    <a:pt x="0" y="6"/>
                    <a:pt x="1" y="7"/>
                  </a:cubicBezTo>
                  <a:cubicBezTo>
                    <a:pt x="2" y="8"/>
                    <a:pt x="3" y="9"/>
                    <a:pt x="4" y="9"/>
                  </a:cubicBezTo>
                  <a:cubicBezTo>
                    <a:pt x="5" y="9"/>
                    <a:pt x="6" y="8"/>
                    <a:pt x="8" y="7"/>
                  </a:cubicBezTo>
                  <a:cubicBezTo>
                    <a:pt x="9" y="6"/>
                    <a:pt x="10" y="5"/>
                    <a:pt x="1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3" name="Freeform 250"/>
            <p:cNvSpPr>
              <a:spLocks/>
            </p:cNvSpPr>
            <p:nvPr/>
          </p:nvSpPr>
          <p:spPr bwMode="auto">
            <a:xfrm>
              <a:off x="5407025" y="6407150"/>
              <a:ext cx="19050" cy="53975"/>
            </a:xfrm>
            <a:custGeom>
              <a:avLst/>
              <a:gdLst>
                <a:gd name="T0" fmla="*/ 7 w 11"/>
                <a:gd name="T1" fmla="*/ 0 h 33"/>
                <a:gd name="T2" fmla="*/ 4 w 11"/>
                <a:gd name="T3" fmla="*/ 1 h 33"/>
                <a:gd name="T4" fmla="*/ 3 w 11"/>
                <a:gd name="T5" fmla="*/ 5 h 33"/>
                <a:gd name="T6" fmla="*/ 2 w 11"/>
                <a:gd name="T7" fmla="*/ 11 h 33"/>
                <a:gd name="T8" fmla="*/ 2 w 11"/>
                <a:gd name="T9" fmla="*/ 11 h 33"/>
                <a:gd name="T10" fmla="*/ 2 w 11"/>
                <a:gd name="T11" fmla="*/ 14 h 33"/>
                <a:gd name="T12" fmla="*/ 0 w 11"/>
                <a:gd name="T13" fmla="*/ 27 h 33"/>
                <a:gd name="T14" fmla="*/ 4 w 11"/>
                <a:gd name="T15" fmla="*/ 33 h 33"/>
                <a:gd name="T16" fmla="*/ 7 w 11"/>
                <a:gd name="T17" fmla="*/ 32 h 33"/>
                <a:gd name="T18" fmla="*/ 8 w 11"/>
                <a:gd name="T19" fmla="*/ 30 h 33"/>
                <a:gd name="T20" fmla="*/ 8 w 11"/>
                <a:gd name="T21" fmla="*/ 29 h 33"/>
                <a:gd name="T22" fmla="*/ 7 w 11"/>
                <a:gd name="T23" fmla="*/ 24 h 33"/>
                <a:gd name="T24" fmla="*/ 8 w 11"/>
                <a:gd name="T25" fmla="*/ 18 h 33"/>
                <a:gd name="T26" fmla="*/ 10 w 11"/>
                <a:gd name="T27" fmla="*/ 9 h 33"/>
                <a:gd name="T28" fmla="*/ 10 w 11"/>
                <a:gd name="T29" fmla="*/ 8 h 33"/>
                <a:gd name="T30" fmla="*/ 11 w 11"/>
                <a:gd name="T31" fmla="*/ 3 h 33"/>
                <a:gd name="T32" fmla="*/ 10 w 11"/>
                <a:gd name="T33" fmla="*/ 1 h 33"/>
                <a:gd name="T34" fmla="*/ 7 w 11"/>
                <a:gd name="T35"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33">
                  <a:moveTo>
                    <a:pt x="7" y="0"/>
                  </a:moveTo>
                  <a:cubicBezTo>
                    <a:pt x="6" y="0"/>
                    <a:pt x="5" y="0"/>
                    <a:pt x="4" y="1"/>
                  </a:cubicBezTo>
                  <a:cubicBezTo>
                    <a:pt x="3" y="2"/>
                    <a:pt x="3" y="4"/>
                    <a:pt x="3" y="5"/>
                  </a:cubicBezTo>
                  <a:cubicBezTo>
                    <a:pt x="3" y="6"/>
                    <a:pt x="2" y="8"/>
                    <a:pt x="2" y="11"/>
                  </a:cubicBezTo>
                  <a:cubicBezTo>
                    <a:pt x="2" y="11"/>
                    <a:pt x="2" y="11"/>
                    <a:pt x="2" y="11"/>
                  </a:cubicBezTo>
                  <a:cubicBezTo>
                    <a:pt x="2" y="12"/>
                    <a:pt x="2" y="13"/>
                    <a:pt x="2" y="14"/>
                  </a:cubicBezTo>
                  <a:cubicBezTo>
                    <a:pt x="1" y="19"/>
                    <a:pt x="0" y="23"/>
                    <a:pt x="0" y="27"/>
                  </a:cubicBezTo>
                  <a:cubicBezTo>
                    <a:pt x="0" y="31"/>
                    <a:pt x="1" y="33"/>
                    <a:pt x="4" y="33"/>
                  </a:cubicBezTo>
                  <a:cubicBezTo>
                    <a:pt x="5" y="33"/>
                    <a:pt x="6" y="32"/>
                    <a:pt x="7" y="32"/>
                  </a:cubicBezTo>
                  <a:cubicBezTo>
                    <a:pt x="8" y="31"/>
                    <a:pt x="8" y="30"/>
                    <a:pt x="8" y="30"/>
                  </a:cubicBezTo>
                  <a:cubicBezTo>
                    <a:pt x="8" y="30"/>
                    <a:pt x="8" y="29"/>
                    <a:pt x="8" y="29"/>
                  </a:cubicBezTo>
                  <a:cubicBezTo>
                    <a:pt x="8" y="27"/>
                    <a:pt x="7" y="25"/>
                    <a:pt x="7" y="24"/>
                  </a:cubicBezTo>
                  <a:cubicBezTo>
                    <a:pt x="7" y="23"/>
                    <a:pt x="8" y="21"/>
                    <a:pt x="8" y="18"/>
                  </a:cubicBezTo>
                  <a:cubicBezTo>
                    <a:pt x="8" y="16"/>
                    <a:pt x="9" y="13"/>
                    <a:pt x="10" y="9"/>
                  </a:cubicBezTo>
                  <a:cubicBezTo>
                    <a:pt x="10" y="8"/>
                    <a:pt x="10" y="8"/>
                    <a:pt x="10" y="8"/>
                  </a:cubicBezTo>
                  <a:cubicBezTo>
                    <a:pt x="11" y="5"/>
                    <a:pt x="11" y="4"/>
                    <a:pt x="11" y="3"/>
                  </a:cubicBezTo>
                  <a:cubicBezTo>
                    <a:pt x="11" y="2"/>
                    <a:pt x="11" y="1"/>
                    <a:pt x="10" y="1"/>
                  </a:cubicBezTo>
                  <a:cubicBezTo>
                    <a:pt x="9" y="0"/>
                    <a:pt x="8"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4" name="Freeform 251"/>
            <p:cNvSpPr>
              <a:spLocks/>
            </p:cNvSpPr>
            <p:nvPr/>
          </p:nvSpPr>
          <p:spPr bwMode="auto">
            <a:xfrm>
              <a:off x="5430838" y="6402388"/>
              <a:ext cx="39687" cy="58738"/>
            </a:xfrm>
            <a:custGeom>
              <a:avLst/>
              <a:gdLst>
                <a:gd name="T0" fmla="*/ 14 w 25"/>
                <a:gd name="T1" fmla="*/ 8 h 36"/>
                <a:gd name="T2" fmla="*/ 20 w 25"/>
                <a:gd name="T3" fmla="*/ 6 h 36"/>
                <a:gd name="T4" fmla="*/ 21 w 25"/>
                <a:gd name="T5" fmla="*/ 7 h 36"/>
                <a:gd name="T6" fmla="*/ 22 w 25"/>
                <a:gd name="T7" fmla="*/ 7 h 36"/>
                <a:gd name="T8" fmla="*/ 24 w 25"/>
                <a:gd name="T9" fmla="*/ 6 h 36"/>
                <a:gd name="T10" fmla="*/ 25 w 25"/>
                <a:gd name="T11" fmla="*/ 4 h 36"/>
                <a:gd name="T12" fmla="*/ 20 w 25"/>
                <a:gd name="T13" fmla="*/ 0 h 36"/>
                <a:gd name="T14" fmla="*/ 9 w 25"/>
                <a:gd name="T15" fmla="*/ 4 h 36"/>
                <a:gd name="T16" fmla="*/ 3 w 25"/>
                <a:gd name="T17" fmla="*/ 13 h 36"/>
                <a:gd name="T18" fmla="*/ 5 w 25"/>
                <a:gd name="T19" fmla="*/ 18 h 36"/>
                <a:gd name="T20" fmla="*/ 13 w 25"/>
                <a:gd name="T21" fmla="*/ 23 h 36"/>
                <a:gd name="T22" fmla="*/ 18 w 25"/>
                <a:gd name="T23" fmla="*/ 27 h 36"/>
                <a:gd name="T24" fmla="*/ 14 w 25"/>
                <a:gd name="T25" fmla="*/ 29 h 36"/>
                <a:gd name="T26" fmla="*/ 8 w 25"/>
                <a:gd name="T27" fmla="*/ 30 h 36"/>
                <a:gd name="T28" fmla="*/ 6 w 25"/>
                <a:gd name="T29" fmla="*/ 29 h 36"/>
                <a:gd name="T30" fmla="*/ 4 w 25"/>
                <a:gd name="T31" fmla="*/ 29 h 36"/>
                <a:gd name="T32" fmla="*/ 1 w 25"/>
                <a:gd name="T33" fmla="*/ 30 h 36"/>
                <a:gd name="T34" fmla="*/ 0 w 25"/>
                <a:gd name="T35" fmla="*/ 32 h 36"/>
                <a:gd name="T36" fmla="*/ 6 w 25"/>
                <a:gd name="T37" fmla="*/ 36 h 36"/>
                <a:gd name="T38" fmla="*/ 19 w 25"/>
                <a:gd name="T39" fmla="*/ 33 h 36"/>
                <a:gd name="T40" fmla="*/ 25 w 25"/>
                <a:gd name="T41" fmla="*/ 26 h 36"/>
                <a:gd name="T42" fmla="*/ 23 w 25"/>
                <a:gd name="T43" fmla="*/ 22 h 36"/>
                <a:gd name="T44" fmla="*/ 16 w 25"/>
                <a:gd name="T45" fmla="*/ 17 h 36"/>
                <a:gd name="T46" fmla="*/ 12 w 25"/>
                <a:gd name="T47" fmla="*/ 15 h 36"/>
                <a:gd name="T48" fmla="*/ 10 w 25"/>
                <a:gd name="T49" fmla="*/ 12 h 36"/>
                <a:gd name="T50" fmla="*/ 14 w 25"/>
                <a:gd name="T51" fmla="*/ 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5" h="36">
                  <a:moveTo>
                    <a:pt x="14" y="8"/>
                  </a:moveTo>
                  <a:cubicBezTo>
                    <a:pt x="16" y="7"/>
                    <a:pt x="18" y="6"/>
                    <a:pt x="20" y="6"/>
                  </a:cubicBezTo>
                  <a:cubicBezTo>
                    <a:pt x="20" y="6"/>
                    <a:pt x="20" y="6"/>
                    <a:pt x="21" y="7"/>
                  </a:cubicBezTo>
                  <a:cubicBezTo>
                    <a:pt x="21" y="7"/>
                    <a:pt x="22" y="7"/>
                    <a:pt x="22" y="7"/>
                  </a:cubicBezTo>
                  <a:cubicBezTo>
                    <a:pt x="23" y="7"/>
                    <a:pt x="23" y="7"/>
                    <a:pt x="24" y="6"/>
                  </a:cubicBezTo>
                  <a:cubicBezTo>
                    <a:pt x="25" y="6"/>
                    <a:pt x="25" y="5"/>
                    <a:pt x="25" y="4"/>
                  </a:cubicBezTo>
                  <a:cubicBezTo>
                    <a:pt x="25" y="1"/>
                    <a:pt x="24" y="0"/>
                    <a:pt x="20" y="0"/>
                  </a:cubicBezTo>
                  <a:cubicBezTo>
                    <a:pt x="17" y="0"/>
                    <a:pt x="13" y="1"/>
                    <a:pt x="9" y="4"/>
                  </a:cubicBezTo>
                  <a:cubicBezTo>
                    <a:pt x="5" y="6"/>
                    <a:pt x="3" y="9"/>
                    <a:pt x="3" y="13"/>
                  </a:cubicBezTo>
                  <a:cubicBezTo>
                    <a:pt x="3" y="15"/>
                    <a:pt x="4" y="16"/>
                    <a:pt x="5" y="18"/>
                  </a:cubicBezTo>
                  <a:cubicBezTo>
                    <a:pt x="6" y="19"/>
                    <a:pt x="9" y="21"/>
                    <a:pt x="13" y="23"/>
                  </a:cubicBezTo>
                  <a:cubicBezTo>
                    <a:pt x="16" y="24"/>
                    <a:pt x="18" y="26"/>
                    <a:pt x="18" y="27"/>
                  </a:cubicBezTo>
                  <a:cubicBezTo>
                    <a:pt x="17" y="28"/>
                    <a:pt x="16" y="28"/>
                    <a:pt x="14" y="29"/>
                  </a:cubicBezTo>
                  <a:cubicBezTo>
                    <a:pt x="12" y="29"/>
                    <a:pt x="10" y="30"/>
                    <a:pt x="8" y="30"/>
                  </a:cubicBezTo>
                  <a:cubicBezTo>
                    <a:pt x="7" y="30"/>
                    <a:pt x="6" y="30"/>
                    <a:pt x="6" y="29"/>
                  </a:cubicBezTo>
                  <a:cubicBezTo>
                    <a:pt x="5" y="29"/>
                    <a:pt x="4" y="29"/>
                    <a:pt x="4" y="29"/>
                  </a:cubicBezTo>
                  <a:cubicBezTo>
                    <a:pt x="3" y="29"/>
                    <a:pt x="2" y="29"/>
                    <a:pt x="1" y="30"/>
                  </a:cubicBezTo>
                  <a:cubicBezTo>
                    <a:pt x="0" y="31"/>
                    <a:pt x="0" y="31"/>
                    <a:pt x="0" y="32"/>
                  </a:cubicBezTo>
                  <a:cubicBezTo>
                    <a:pt x="0" y="35"/>
                    <a:pt x="2" y="36"/>
                    <a:pt x="6" y="36"/>
                  </a:cubicBezTo>
                  <a:cubicBezTo>
                    <a:pt x="10" y="36"/>
                    <a:pt x="15" y="35"/>
                    <a:pt x="19" y="33"/>
                  </a:cubicBezTo>
                  <a:cubicBezTo>
                    <a:pt x="23" y="31"/>
                    <a:pt x="25" y="29"/>
                    <a:pt x="25" y="26"/>
                  </a:cubicBezTo>
                  <a:cubicBezTo>
                    <a:pt x="25" y="24"/>
                    <a:pt x="24" y="23"/>
                    <a:pt x="23" y="22"/>
                  </a:cubicBezTo>
                  <a:cubicBezTo>
                    <a:pt x="22" y="20"/>
                    <a:pt x="20" y="19"/>
                    <a:pt x="16" y="17"/>
                  </a:cubicBezTo>
                  <a:cubicBezTo>
                    <a:pt x="14" y="16"/>
                    <a:pt x="12" y="15"/>
                    <a:pt x="12" y="15"/>
                  </a:cubicBezTo>
                  <a:cubicBezTo>
                    <a:pt x="11" y="14"/>
                    <a:pt x="10" y="13"/>
                    <a:pt x="10" y="12"/>
                  </a:cubicBezTo>
                  <a:cubicBezTo>
                    <a:pt x="10" y="11"/>
                    <a:pt x="12" y="9"/>
                    <a:pt x="14"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5" name="Freeform 252"/>
            <p:cNvSpPr>
              <a:spLocks/>
            </p:cNvSpPr>
            <p:nvPr/>
          </p:nvSpPr>
          <p:spPr bwMode="auto">
            <a:xfrm>
              <a:off x="5473700" y="6388100"/>
              <a:ext cx="49212" cy="73025"/>
            </a:xfrm>
            <a:custGeom>
              <a:avLst/>
              <a:gdLst>
                <a:gd name="T0" fmla="*/ 27 w 30"/>
                <a:gd name="T1" fmla="*/ 12 h 45"/>
                <a:gd name="T2" fmla="*/ 17 w 30"/>
                <a:gd name="T3" fmla="*/ 12 h 45"/>
                <a:gd name="T4" fmla="*/ 19 w 30"/>
                <a:gd name="T5" fmla="*/ 3 h 45"/>
                <a:gd name="T6" fmla="*/ 18 w 30"/>
                <a:gd name="T7" fmla="*/ 1 h 45"/>
                <a:gd name="T8" fmla="*/ 16 w 30"/>
                <a:gd name="T9" fmla="*/ 0 h 45"/>
                <a:gd name="T10" fmla="*/ 12 w 30"/>
                <a:gd name="T11" fmla="*/ 3 h 45"/>
                <a:gd name="T12" fmla="*/ 9 w 30"/>
                <a:gd name="T13" fmla="*/ 13 h 45"/>
                <a:gd name="T14" fmla="*/ 3 w 30"/>
                <a:gd name="T15" fmla="*/ 13 h 45"/>
                <a:gd name="T16" fmla="*/ 0 w 30"/>
                <a:gd name="T17" fmla="*/ 16 h 45"/>
                <a:gd name="T18" fmla="*/ 1 w 30"/>
                <a:gd name="T19" fmla="*/ 18 h 45"/>
                <a:gd name="T20" fmla="*/ 4 w 30"/>
                <a:gd name="T21" fmla="*/ 18 h 45"/>
                <a:gd name="T22" fmla="*/ 5 w 30"/>
                <a:gd name="T23" fmla="*/ 18 h 45"/>
                <a:gd name="T24" fmla="*/ 8 w 30"/>
                <a:gd name="T25" fmla="*/ 19 h 45"/>
                <a:gd name="T26" fmla="*/ 4 w 30"/>
                <a:gd name="T27" fmla="*/ 35 h 45"/>
                <a:gd name="T28" fmla="*/ 7 w 30"/>
                <a:gd name="T29" fmla="*/ 42 h 45"/>
                <a:gd name="T30" fmla="*/ 13 w 30"/>
                <a:gd name="T31" fmla="*/ 45 h 45"/>
                <a:gd name="T32" fmla="*/ 22 w 30"/>
                <a:gd name="T33" fmla="*/ 41 h 45"/>
                <a:gd name="T34" fmla="*/ 26 w 30"/>
                <a:gd name="T35" fmla="*/ 35 h 45"/>
                <a:gd name="T36" fmla="*/ 25 w 30"/>
                <a:gd name="T37" fmla="*/ 34 h 45"/>
                <a:gd name="T38" fmla="*/ 24 w 30"/>
                <a:gd name="T39" fmla="*/ 34 h 45"/>
                <a:gd name="T40" fmla="*/ 21 w 30"/>
                <a:gd name="T41" fmla="*/ 35 h 45"/>
                <a:gd name="T42" fmla="*/ 17 w 30"/>
                <a:gd name="T43" fmla="*/ 38 h 45"/>
                <a:gd name="T44" fmla="*/ 14 w 30"/>
                <a:gd name="T45" fmla="*/ 38 h 45"/>
                <a:gd name="T46" fmla="*/ 12 w 30"/>
                <a:gd name="T47" fmla="*/ 37 h 45"/>
                <a:gd name="T48" fmla="*/ 12 w 30"/>
                <a:gd name="T49" fmla="*/ 34 h 45"/>
                <a:gd name="T50" fmla="*/ 13 w 30"/>
                <a:gd name="T51" fmla="*/ 26 h 45"/>
                <a:gd name="T52" fmla="*/ 15 w 30"/>
                <a:gd name="T53" fmla="*/ 19 h 45"/>
                <a:gd name="T54" fmla="*/ 25 w 30"/>
                <a:gd name="T55" fmla="*/ 17 h 45"/>
                <a:gd name="T56" fmla="*/ 30 w 30"/>
                <a:gd name="T57" fmla="*/ 14 h 45"/>
                <a:gd name="T58" fmla="*/ 29 w 30"/>
                <a:gd name="T59" fmla="*/ 12 h 45"/>
                <a:gd name="T60" fmla="*/ 27 w 30"/>
                <a:gd name="T61" fmla="*/ 1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0" h="45">
                  <a:moveTo>
                    <a:pt x="27" y="12"/>
                  </a:moveTo>
                  <a:cubicBezTo>
                    <a:pt x="27" y="12"/>
                    <a:pt x="23" y="12"/>
                    <a:pt x="17" y="12"/>
                  </a:cubicBezTo>
                  <a:cubicBezTo>
                    <a:pt x="18" y="6"/>
                    <a:pt x="19" y="3"/>
                    <a:pt x="19" y="3"/>
                  </a:cubicBezTo>
                  <a:cubicBezTo>
                    <a:pt x="19" y="2"/>
                    <a:pt x="19" y="1"/>
                    <a:pt x="18" y="1"/>
                  </a:cubicBezTo>
                  <a:cubicBezTo>
                    <a:pt x="18" y="0"/>
                    <a:pt x="17" y="0"/>
                    <a:pt x="16" y="0"/>
                  </a:cubicBezTo>
                  <a:cubicBezTo>
                    <a:pt x="14" y="0"/>
                    <a:pt x="12" y="1"/>
                    <a:pt x="12" y="3"/>
                  </a:cubicBezTo>
                  <a:cubicBezTo>
                    <a:pt x="11" y="7"/>
                    <a:pt x="10" y="11"/>
                    <a:pt x="9" y="13"/>
                  </a:cubicBezTo>
                  <a:cubicBezTo>
                    <a:pt x="3" y="13"/>
                    <a:pt x="3" y="13"/>
                    <a:pt x="3" y="13"/>
                  </a:cubicBezTo>
                  <a:cubicBezTo>
                    <a:pt x="1" y="13"/>
                    <a:pt x="0" y="14"/>
                    <a:pt x="0" y="16"/>
                  </a:cubicBezTo>
                  <a:cubicBezTo>
                    <a:pt x="0" y="17"/>
                    <a:pt x="0" y="17"/>
                    <a:pt x="1" y="18"/>
                  </a:cubicBezTo>
                  <a:cubicBezTo>
                    <a:pt x="2" y="18"/>
                    <a:pt x="3" y="18"/>
                    <a:pt x="4" y="18"/>
                  </a:cubicBezTo>
                  <a:cubicBezTo>
                    <a:pt x="5" y="18"/>
                    <a:pt x="5" y="18"/>
                    <a:pt x="5" y="18"/>
                  </a:cubicBezTo>
                  <a:cubicBezTo>
                    <a:pt x="5" y="18"/>
                    <a:pt x="6" y="19"/>
                    <a:pt x="8" y="19"/>
                  </a:cubicBezTo>
                  <a:cubicBezTo>
                    <a:pt x="5" y="27"/>
                    <a:pt x="4" y="32"/>
                    <a:pt x="4" y="35"/>
                  </a:cubicBezTo>
                  <a:cubicBezTo>
                    <a:pt x="4" y="38"/>
                    <a:pt x="5" y="41"/>
                    <a:pt x="7" y="42"/>
                  </a:cubicBezTo>
                  <a:cubicBezTo>
                    <a:pt x="8" y="44"/>
                    <a:pt x="10" y="45"/>
                    <a:pt x="13" y="45"/>
                  </a:cubicBezTo>
                  <a:cubicBezTo>
                    <a:pt x="16" y="45"/>
                    <a:pt x="19" y="43"/>
                    <a:pt x="22" y="41"/>
                  </a:cubicBezTo>
                  <a:cubicBezTo>
                    <a:pt x="24" y="39"/>
                    <a:pt x="26" y="37"/>
                    <a:pt x="26" y="35"/>
                  </a:cubicBezTo>
                  <a:cubicBezTo>
                    <a:pt x="26" y="35"/>
                    <a:pt x="26" y="34"/>
                    <a:pt x="25" y="34"/>
                  </a:cubicBezTo>
                  <a:cubicBezTo>
                    <a:pt x="25" y="34"/>
                    <a:pt x="25" y="34"/>
                    <a:pt x="24" y="34"/>
                  </a:cubicBezTo>
                  <a:cubicBezTo>
                    <a:pt x="23" y="34"/>
                    <a:pt x="22" y="34"/>
                    <a:pt x="21" y="35"/>
                  </a:cubicBezTo>
                  <a:cubicBezTo>
                    <a:pt x="20" y="36"/>
                    <a:pt x="18" y="37"/>
                    <a:pt x="17" y="38"/>
                  </a:cubicBezTo>
                  <a:cubicBezTo>
                    <a:pt x="16" y="38"/>
                    <a:pt x="15" y="38"/>
                    <a:pt x="14" y="38"/>
                  </a:cubicBezTo>
                  <a:cubicBezTo>
                    <a:pt x="13" y="38"/>
                    <a:pt x="13" y="38"/>
                    <a:pt x="12" y="37"/>
                  </a:cubicBezTo>
                  <a:cubicBezTo>
                    <a:pt x="12" y="36"/>
                    <a:pt x="12" y="35"/>
                    <a:pt x="12" y="34"/>
                  </a:cubicBezTo>
                  <a:cubicBezTo>
                    <a:pt x="12" y="33"/>
                    <a:pt x="12" y="30"/>
                    <a:pt x="13" y="26"/>
                  </a:cubicBezTo>
                  <a:cubicBezTo>
                    <a:pt x="14" y="21"/>
                    <a:pt x="15" y="19"/>
                    <a:pt x="15" y="19"/>
                  </a:cubicBezTo>
                  <a:cubicBezTo>
                    <a:pt x="25" y="17"/>
                    <a:pt x="25" y="17"/>
                    <a:pt x="25" y="17"/>
                  </a:cubicBezTo>
                  <a:cubicBezTo>
                    <a:pt x="28" y="17"/>
                    <a:pt x="30" y="16"/>
                    <a:pt x="30" y="14"/>
                  </a:cubicBezTo>
                  <a:cubicBezTo>
                    <a:pt x="30" y="13"/>
                    <a:pt x="30" y="12"/>
                    <a:pt x="29" y="12"/>
                  </a:cubicBezTo>
                  <a:cubicBezTo>
                    <a:pt x="29" y="12"/>
                    <a:pt x="28" y="12"/>
                    <a:pt x="27"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6" name="Freeform 295"/>
            <p:cNvSpPr>
              <a:spLocks/>
            </p:cNvSpPr>
            <p:nvPr/>
          </p:nvSpPr>
          <p:spPr bwMode="auto">
            <a:xfrm>
              <a:off x="6497638" y="6372226"/>
              <a:ext cx="90488" cy="117475"/>
            </a:xfrm>
            <a:custGeom>
              <a:avLst/>
              <a:gdLst>
                <a:gd name="T0" fmla="*/ 24 w 60"/>
                <a:gd name="T1" fmla="*/ 15 h 79"/>
                <a:gd name="T2" fmla="*/ 40 w 60"/>
                <a:gd name="T3" fmla="*/ 11 h 79"/>
                <a:gd name="T4" fmla="*/ 47 w 60"/>
                <a:gd name="T5" fmla="*/ 13 h 79"/>
                <a:gd name="T6" fmla="*/ 50 w 60"/>
                <a:gd name="T7" fmla="*/ 20 h 79"/>
                <a:gd name="T8" fmla="*/ 60 w 60"/>
                <a:gd name="T9" fmla="*/ 11 h 79"/>
                <a:gd name="T10" fmla="*/ 55 w 60"/>
                <a:gd name="T11" fmla="*/ 3 h 79"/>
                <a:gd name="T12" fmla="*/ 41 w 60"/>
                <a:gd name="T13" fmla="*/ 0 h 79"/>
                <a:gd name="T14" fmla="*/ 15 w 60"/>
                <a:gd name="T15" fmla="*/ 8 h 79"/>
                <a:gd name="T16" fmla="*/ 5 w 60"/>
                <a:gd name="T17" fmla="*/ 26 h 79"/>
                <a:gd name="T18" fmla="*/ 7 w 60"/>
                <a:gd name="T19" fmla="*/ 35 h 79"/>
                <a:gd name="T20" fmla="*/ 16 w 60"/>
                <a:gd name="T21" fmla="*/ 41 h 79"/>
                <a:gd name="T22" fmla="*/ 32 w 60"/>
                <a:gd name="T23" fmla="*/ 47 h 79"/>
                <a:gd name="T24" fmla="*/ 42 w 60"/>
                <a:gd name="T25" fmla="*/ 51 h 79"/>
                <a:gd name="T26" fmla="*/ 45 w 60"/>
                <a:gd name="T27" fmla="*/ 54 h 79"/>
                <a:gd name="T28" fmla="*/ 35 w 60"/>
                <a:gd name="T29" fmla="*/ 63 h 79"/>
                <a:gd name="T30" fmla="*/ 17 w 60"/>
                <a:gd name="T31" fmla="*/ 67 h 79"/>
                <a:gd name="T32" fmla="*/ 7 w 60"/>
                <a:gd name="T33" fmla="*/ 65 h 79"/>
                <a:gd name="T34" fmla="*/ 5 w 60"/>
                <a:gd name="T35" fmla="*/ 64 h 79"/>
                <a:gd name="T36" fmla="*/ 2 w 60"/>
                <a:gd name="T37" fmla="*/ 67 h 79"/>
                <a:gd name="T38" fmla="*/ 0 w 60"/>
                <a:gd name="T39" fmla="*/ 71 h 79"/>
                <a:gd name="T40" fmla="*/ 3 w 60"/>
                <a:gd name="T41" fmla="*/ 77 h 79"/>
                <a:gd name="T42" fmla="*/ 12 w 60"/>
                <a:gd name="T43" fmla="*/ 79 h 79"/>
                <a:gd name="T44" fmla="*/ 42 w 60"/>
                <a:gd name="T45" fmla="*/ 71 h 79"/>
                <a:gd name="T46" fmla="*/ 57 w 60"/>
                <a:gd name="T47" fmla="*/ 53 h 79"/>
                <a:gd name="T48" fmla="*/ 51 w 60"/>
                <a:gd name="T49" fmla="*/ 43 h 79"/>
                <a:gd name="T50" fmla="*/ 34 w 60"/>
                <a:gd name="T51" fmla="*/ 35 h 79"/>
                <a:gd name="T52" fmla="*/ 19 w 60"/>
                <a:gd name="T53" fmla="*/ 30 h 79"/>
                <a:gd name="T54" fmla="*/ 17 w 60"/>
                <a:gd name="T55" fmla="*/ 24 h 79"/>
                <a:gd name="T56" fmla="*/ 24 w 60"/>
                <a:gd name="T57" fmla="*/ 15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0" h="79">
                  <a:moveTo>
                    <a:pt x="24" y="15"/>
                  </a:moveTo>
                  <a:cubicBezTo>
                    <a:pt x="29" y="12"/>
                    <a:pt x="34" y="11"/>
                    <a:pt x="40" y="11"/>
                  </a:cubicBezTo>
                  <a:cubicBezTo>
                    <a:pt x="43" y="11"/>
                    <a:pt x="46" y="12"/>
                    <a:pt x="47" y="13"/>
                  </a:cubicBezTo>
                  <a:cubicBezTo>
                    <a:pt x="49" y="14"/>
                    <a:pt x="50" y="16"/>
                    <a:pt x="50" y="20"/>
                  </a:cubicBezTo>
                  <a:cubicBezTo>
                    <a:pt x="56" y="20"/>
                    <a:pt x="60" y="17"/>
                    <a:pt x="60" y="11"/>
                  </a:cubicBezTo>
                  <a:cubicBezTo>
                    <a:pt x="60" y="8"/>
                    <a:pt x="58" y="6"/>
                    <a:pt x="55" y="3"/>
                  </a:cubicBezTo>
                  <a:cubicBezTo>
                    <a:pt x="51" y="1"/>
                    <a:pt x="47" y="0"/>
                    <a:pt x="41" y="0"/>
                  </a:cubicBezTo>
                  <a:cubicBezTo>
                    <a:pt x="31" y="0"/>
                    <a:pt x="23" y="3"/>
                    <a:pt x="15" y="8"/>
                  </a:cubicBezTo>
                  <a:cubicBezTo>
                    <a:pt x="8" y="13"/>
                    <a:pt x="5" y="19"/>
                    <a:pt x="5" y="26"/>
                  </a:cubicBezTo>
                  <a:cubicBezTo>
                    <a:pt x="5" y="29"/>
                    <a:pt x="5" y="32"/>
                    <a:pt x="7" y="35"/>
                  </a:cubicBezTo>
                  <a:cubicBezTo>
                    <a:pt x="9" y="37"/>
                    <a:pt x="12" y="39"/>
                    <a:pt x="16" y="41"/>
                  </a:cubicBezTo>
                  <a:cubicBezTo>
                    <a:pt x="19" y="42"/>
                    <a:pt x="25" y="44"/>
                    <a:pt x="32" y="47"/>
                  </a:cubicBezTo>
                  <a:cubicBezTo>
                    <a:pt x="37" y="48"/>
                    <a:pt x="40" y="50"/>
                    <a:pt x="42" y="51"/>
                  </a:cubicBezTo>
                  <a:cubicBezTo>
                    <a:pt x="44" y="52"/>
                    <a:pt x="45" y="53"/>
                    <a:pt x="45" y="54"/>
                  </a:cubicBezTo>
                  <a:cubicBezTo>
                    <a:pt x="45" y="57"/>
                    <a:pt x="41" y="60"/>
                    <a:pt x="35" y="63"/>
                  </a:cubicBezTo>
                  <a:cubicBezTo>
                    <a:pt x="28" y="66"/>
                    <a:pt x="22" y="67"/>
                    <a:pt x="17" y="67"/>
                  </a:cubicBezTo>
                  <a:cubicBezTo>
                    <a:pt x="14" y="67"/>
                    <a:pt x="11" y="66"/>
                    <a:pt x="7" y="65"/>
                  </a:cubicBezTo>
                  <a:cubicBezTo>
                    <a:pt x="7" y="65"/>
                    <a:pt x="6" y="64"/>
                    <a:pt x="5" y="64"/>
                  </a:cubicBezTo>
                  <a:cubicBezTo>
                    <a:pt x="4" y="64"/>
                    <a:pt x="3" y="65"/>
                    <a:pt x="2" y="67"/>
                  </a:cubicBezTo>
                  <a:cubicBezTo>
                    <a:pt x="1" y="68"/>
                    <a:pt x="0" y="70"/>
                    <a:pt x="0" y="71"/>
                  </a:cubicBezTo>
                  <a:cubicBezTo>
                    <a:pt x="0" y="73"/>
                    <a:pt x="1" y="75"/>
                    <a:pt x="3" y="77"/>
                  </a:cubicBezTo>
                  <a:cubicBezTo>
                    <a:pt x="5" y="78"/>
                    <a:pt x="8" y="79"/>
                    <a:pt x="12" y="79"/>
                  </a:cubicBezTo>
                  <a:cubicBezTo>
                    <a:pt x="22" y="79"/>
                    <a:pt x="33" y="76"/>
                    <a:pt x="42" y="71"/>
                  </a:cubicBezTo>
                  <a:cubicBezTo>
                    <a:pt x="52" y="65"/>
                    <a:pt x="57" y="59"/>
                    <a:pt x="57" y="53"/>
                  </a:cubicBezTo>
                  <a:cubicBezTo>
                    <a:pt x="57" y="49"/>
                    <a:pt x="55" y="46"/>
                    <a:pt x="51" y="43"/>
                  </a:cubicBezTo>
                  <a:cubicBezTo>
                    <a:pt x="48" y="40"/>
                    <a:pt x="42" y="38"/>
                    <a:pt x="34" y="35"/>
                  </a:cubicBezTo>
                  <a:cubicBezTo>
                    <a:pt x="26" y="33"/>
                    <a:pt x="21" y="31"/>
                    <a:pt x="19" y="30"/>
                  </a:cubicBezTo>
                  <a:cubicBezTo>
                    <a:pt x="18" y="28"/>
                    <a:pt x="17" y="26"/>
                    <a:pt x="17" y="24"/>
                  </a:cubicBezTo>
                  <a:cubicBezTo>
                    <a:pt x="17" y="21"/>
                    <a:pt x="19" y="18"/>
                    <a:pt x="24"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7" name="Freeform 296"/>
            <p:cNvSpPr>
              <a:spLocks/>
            </p:cNvSpPr>
            <p:nvPr/>
          </p:nvSpPr>
          <p:spPr bwMode="auto">
            <a:xfrm>
              <a:off x="6597650" y="6356351"/>
              <a:ext cx="82550" cy="130175"/>
            </a:xfrm>
            <a:custGeom>
              <a:avLst/>
              <a:gdLst>
                <a:gd name="T0" fmla="*/ 53 w 55"/>
                <a:gd name="T1" fmla="*/ 76 h 87"/>
                <a:gd name="T2" fmla="*/ 51 w 55"/>
                <a:gd name="T3" fmla="*/ 76 h 87"/>
                <a:gd name="T4" fmla="*/ 44 w 55"/>
                <a:gd name="T5" fmla="*/ 73 h 87"/>
                <a:gd name="T6" fmla="*/ 34 w 55"/>
                <a:gd name="T7" fmla="*/ 64 h 87"/>
                <a:gd name="T8" fmla="*/ 29 w 55"/>
                <a:gd name="T9" fmla="*/ 57 h 87"/>
                <a:gd name="T10" fmla="*/ 30 w 55"/>
                <a:gd name="T11" fmla="*/ 55 h 87"/>
                <a:gd name="T12" fmla="*/ 36 w 55"/>
                <a:gd name="T13" fmla="*/ 50 h 87"/>
                <a:gd name="T14" fmla="*/ 43 w 55"/>
                <a:gd name="T15" fmla="*/ 45 h 87"/>
                <a:gd name="T16" fmla="*/ 48 w 55"/>
                <a:gd name="T17" fmla="*/ 42 h 87"/>
                <a:gd name="T18" fmla="*/ 48 w 55"/>
                <a:gd name="T19" fmla="*/ 42 h 87"/>
                <a:gd name="T20" fmla="*/ 48 w 55"/>
                <a:gd name="T21" fmla="*/ 42 h 87"/>
                <a:gd name="T22" fmla="*/ 53 w 55"/>
                <a:gd name="T23" fmla="*/ 34 h 87"/>
                <a:gd name="T24" fmla="*/ 48 w 55"/>
                <a:gd name="T25" fmla="*/ 30 h 87"/>
                <a:gd name="T26" fmla="*/ 30 w 55"/>
                <a:gd name="T27" fmla="*/ 41 h 87"/>
                <a:gd name="T28" fmla="*/ 15 w 55"/>
                <a:gd name="T29" fmla="*/ 55 h 87"/>
                <a:gd name="T30" fmla="*/ 17 w 55"/>
                <a:gd name="T31" fmla="*/ 39 h 87"/>
                <a:gd name="T32" fmla="*/ 17 w 55"/>
                <a:gd name="T33" fmla="*/ 39 h 87"/>
                <a:gd name="T34" fmla="*/ 18 w 55"/>
                <a:gd name="T35" fmla="*/ 32 h 87"/>
                <a:gd name="T36" fmla="*/ 22 w 55"/>
                <a:gd name="T37" fmla="*/ 6 h 87"/>
                <a:gd name="T38" fmla="*/ 21 w 55"/>
                <a:gd name="T39" fmla="*/ 2 h 87"/>
                <a:gd name="T40" fmla="*/ 17 w 55"/>
                <a:gd name="T41" fmla="*/ 0 h 87"/>
                <a:gd name="T42" fmla="*/ 13 w 55"/>
                <a:gd name="T43" fmla="*/ 2 h 87"/>
                <a:gd name="T44" fmla="*/ 10 w 55"/>
                <a:gd name="T45" fmla="*/ 6 h 87"/>
                <a:gd name="T46" fmla="*/ 8 w 55"/>
                <a:gd name="T47" fmla="*/ 18 h 87"/>
                <a:gd name="T48" fmla="*/ 5 w 55"/>
                <a:gd name="T49" fmla="*/ 42 h 87"/>
                <a:gd name="T50" fmla="*/ 1 w 55"/>
                <a:gd name="T51" fmla="*/ 74 h 87"/>
                <a:gd name="T52" fmla="*/ 0 w 55"/>
                <a:gd name="T53" fmla="*/ 82 h 87"/>
                <a:gd name="T54" fmla="*/ 1 w 55"/>
                <a:gd name="T55" fmla="*/ 85 h 87"/>
                <a:gd name="T56" fmla="*/ 6 w 55"/>
                <a:gd name="T57" fmla="*/ 87 h 87"/>
                <a:gd name="T58" fmla="*/ 11 w 55"/>
                <a:gd name="T59" fmla="*/ 85 h 87"/>
                <a:gd name="T60" fmla="*/ 13 w 55"/>
                <a:gd name="T61" fmla="*/ 79 h 87"/>
                <a:gd name="T62" fmla="*/ 14 w 55"/>
                <a:gd name="T63" fmla="*/ 68 h 87"/>
                <a:gd name="T64" fmla="*/ 14 w 55"/>
                <a:gd name="T65" fmla="*/ 68 h 87"/>
                <a:gd name="T66" fmla="*/ 16 w 55"/>
                <a:gd name="T67" fmla="*/ 66 h 87"/>
                <a:gd name="T68" fmla="*/ 18 w 55"/>
                <a:gd name="T69" fmla="*/ 64 h 87"/>
                <a:gd name="T70" fmla="*/ 25 w 55"/>
                <a:gd name="T71" fmla="*/ 71 h 87"/>
                <a:gd name="T72" fmla="*/ 37 w 55"/>
                <a:gd name="T73" fmla="*/ 84 h 87"/>
                <a:gd name="T74" fmla="*/ 44 w 55"/>
                <a:gd name="T75" fmla="*/ 86 h 87"/>
                <a:gd name="T76" fmla="*/ 53 w 55"/>
                <a:gd name="T77" fmla="*/ 84 h 87"/>
                <a:gd name="T78" fmla="*/ 55 w 55"/>
                <a:gd name="T79" fmla="*/ 79 h 87"/>
                <a:gd name="T80" fmla="*/ 55 w 55"/>
                <a:gd name="T81" fmla="*/ 77 h 87"/>
                <a:gd name="T82" fmla="*/ 53 w 55"/>
                <a:gd name="T83" fmla="*/ 76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5" h="87">
                  <a:moveTo>
                    <a:pt x="53" y="76"/>
                  </a:moveTo>
                  <a:cubicBezTo>
                    <a:pt x="51" y="76"/>
                    <a:pt x="51" y="76"/>
                    <a:pt x="51" y="76"/>
                  </a:cubicBezTo>
                  <a:cubicBezTo>
                    <a:pt x="48" y="76"/>
                    <a:pt x="46" y="75"/>
                    <a:pt x="44" y="73"/>
                  </a:cubicBezTo>
                  <a:cubicBezTo>
                    <a:pt x="41" y="71"/>
                    <a:pt x="38" y="69"/>
                    <a:pt x="34" y="64"/>
                  </a:cubicBezTo>
                  <a:cubicBezTo>
                    <a:pt x="31" y="60"/>
                    <a:pt x="29" y="58"/>
                    <a:pt x="29" y="57"/>
                  </a:cubicBezTo>
                  <a:cubicBezTo>
                    <a:pt x="29" y="57"/>
                    <a:pt x="29" y="56"/>
                    <a:pt x="30" y="55"/>
                  </a:cubicBezTo>
                  <a:cubicBezTo>
                    <a:pt x="32" y="53"/>
                    <a:pt x="33" y="52"/>
                    <a:pt x="36" y="50"/>
                  </a:cubicBezTo>
                  <a:cubicBezTo>
                    <a:pt x="38" y="48"/>
                    <a:pt x="41" y="46"/>
                    <a:pt x="43" y="45"/>
                  </a:cubicBezTo>
                  <a:cubicBezTo>
                    <a:pt x="44" y="44"/>
                    <a:pt x="46" y="43"/>
                    <a:pt x="48" y="42"/>
                  </a:cubicBezTo>
                  <a:cubicBezTo>
                    <a:pt x="48" y="42"/>
                    <a:pt x="48" y="42"/>
                    <a:pt x="48" y="42"/>
                  </a:cubicBezTo>
                  <a:cubicBezTo>
                    <a:pt x="48" y="42"/>
                    <a:pt x="48" y="42"/>
                    <a:pt x="48" y="42"/>
                  </a:cubicBezTo>
                  <a:cubicBezTo>
                    <a:pt x="51" y="40"/>
                    <a:pt x="53" y="38"/>
                    <a:pt x="53" y="34"/>
                  </a:cubicBezTo>
                  <a:cubicBezTo>
                    <a:pt x="53" y="31"/>
                    <a:pt x="51" y="30"/>
                    <a:pt x="48" y="30"/>
                  </a:cubicBezTo>
                  <a:cubicBezTo>
                    <a:pt x="44" y="30"/>
                    <a:pt x="38" y="34"/>
                    <a:pt x="30" y="41"/>
                  </a:cubicBezTo>
                  <a:cubicBezTo>
                    <a:pt x="15" y="55"/>
                    <a:pt x="15" y="55"/>
                    <a:pt x="15" y="55"/>
                  </a:cubicBezTo>
                  <a:cubicBezTo>
                    <a:pt x="15" y="54"/>
                    <a:pt x="15" y="48"/>
                    <a:pt x="17" y="39"/>
                  </a:cubicBezTo>
                  <a:cubicBezTo>
                    <a:pt x="17" y="39"/>
                    <a:pt x="17" y="39"/>
                    <a:pt x="17" y="39"/>
                  </a:cubicBezTo>
                  <a:cubicBezTo>
                    <a:pt x="18" y="32"/>
                    <a:pt x="18" y="32"/>
                    <a:pt x="18" y="32"/>
                  </a:cubicBezTo>
                  <a:cubicBezTo>
                    <a:pt x="21" y="17"/>
                    <a:pt x="22" y="9"/>
                    <a:pt x="22" y="6"/>
                  </a:cubicBezTo>
                  <a:cubicBezTo>
                    <a:pt x="22" y="5"/>
                    <a:pt x="22" y="3"/>
                    <a:pt x="21" y="2"/>
                  </a:cubicBezTo>
                  <a:cubicBezTo>
                    <a:pt x="20" y="1"/>
                    <a:pt x="19" y="0"/>
                    <a:pt x="17" y="0"/>
                  </a:cubicBezTo>
                  <a:cubicBezTo>
                    <a:pt x="16" y="0"/>
                    <a:pt x="14" y="1"/>
                    <a:pt x="13" y="2"/>
                  </a:cubicBezTo>
                  <a:cubicBezTo>
                    <a:pt x="12" y="3"/>
                    <a:pt x="11" y="4"/>
                    <a:pt x="10" y="6"/>
                  </a:cubicBezTo>
                  <a:cubicBezTo>
                    <a:pt x="10" y="8"/>
                    <a:pt x="9" y="12"/>
                    <a:pt x="8" y="18"/>
                  </a:cubicBezTo>
                  <a:cubicBezTo>
                    <a:pt x="7" y="24"/>
                    <a:pt x="6" y="32"/>
                    <a:pt x="5" y="42"/>
                  </a:cubicBezTo>
                  <a:cubicBezTo>
                    <a:pt x="4" y="55"/>
                    <a:pt x="3" y="66"/>
                    <a:pt x="1" y="74"/>
                  </a:cubicBezTo>
                  <a:cubicBezTo>
                    <a:pt x="0" y="78"/>
                    <a:pt x="0" y="81"/>
                    <a:pt x="0" y="82"/>
                  </a:cubicBezTo>
                  <a:cubicBezTo>
                    <a:pt x="0" y="83"/>
                    <a:pt x="0" y="84"/>
                    <a:pt x="1" y="85"/>
                  </a:cubicBezTo>
                  <a:cubicBezTo>
                    <a:pt x="3" y="86"/>
                    <a:pt x="4" y="87"/>
                    <a:pt x="6" y="87"/>
                  </a:cubicBezTo>
                  <a:cubicBezTo>
                    <a:pt x="8" y="87"/>
                    <a:pt x="10" y="86"/>
                    <a:pt x="11" y="85"/>
                  </a:cubicBezTo>
                  <a:cubicBezTo>
                    <a:pt x="12" y="83"/>
                    <a:pt x="13" y="82"/>
                    <a:pt x="13" y="79"/>
                  </a:cubicBezTo>
                  <a:cubicBezTo>
                    <a:pt x="13" y="75"/>
                    <a:pt x="13" y="71"/>
                    <a:pt x="14" y="68"/>
                  </a:cubicBezTo>
                  <a:cubicBezTo>
                    <a:pt x="14" y="68"/>
                    <a:pt x="14" y="68"/>
                    <a:pt x="14" y="68"/>
                  </a:cubicBezTo>
                  <a:cubicBezTo>
                    <a:pt x="14" y="68"/>
                    <a:pt x="15" y="67"/>
                    <a:pt x="16" y="66"/>
                  </a:cubicBezTo>
                  <a:cubicBezTo>
                    <a:pt x="17" y="64"/>
                    <a:pt x="18" y="64"/>
                    <a:pt x="18" y="64"/>
                  </a:cubicBezTo>
                  <a:cubicBezTo>
                    <a:pt x="19" y="64"/>
                    <a:pt x="21" y="66"/>
                    <a:pt x="25" y="71"/>
                  </a:cubicBezTo>
                  <a:cubicBezTo>
                    <a:pt x="30" y="78"/>
                    <a:pt x="34" y="82"/>
                    <a:pt x="37" y="84"/>
                  </a:cubicBezTo>
                  <a:cubicBezTo>
                    <a:pt x="39" y="85"/>
                    <a:pt x="42" y="86"/>
                    <a:pt x="44" y="86"/>
                  </a:cubicBezTo>
                  <a:cubicBezTo>
                    <a:pt x="48" y="86"/>
                    <a:pt x="51" y="85"/>
                    <a:pt x="53" y="84"/>
                  </a:cubicBezTo>
                  <a:cubicBezTo>
                    <a:pt x="55" y="82"/>
                    <a:pt x="55" y="80"/>
                    <a:pt x="55" y="79"/>
                  </a:cubicBezTo>
                  <a:cubicBezTo>
                    <a:pt x="55" y="78"/>
                    <a:pt x="55" y="77"/>
                    <a:pt x="55" y="77"/>
                  </a:cubicBezTo>
                  <a:cubicBezTo>
                    <a:pt x="54" y="76"/>
                    <a:pt x="54" y="76"/>
                    <a:pt x="53"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8" name="Freeform 297"/>
            <p:cNvSpPr>
              <a:spLocks/>
            </p:cNvSpPr>
            <p:nvPr/>
          </p:nvSpPr>
          <p:spPr bwMode="auto">
            <a:xfrm>
              <a:off x="6691313" y="6402388"/>
              <a:ext cx="26988" cy="84138"/>
            </a:xfrm>
            <a:custGeom>
              <a:avLst/>
              <a:gdLst>
                <a:gd name="T0" fmla="*/ 16 w 18"/>
                <a:gd name="T1" fmla="*/ 2 h 56"/>
                <a:gd name="T2" fmla="*/ 11 w 18"/>
                <a:gd name="T3" fmla="*/ 0 h 56"/>
                <a:gd name="T4" fmla="*/ 7 w 18"/>
                <a:gd name="T5" fmla="*/ 3 h 56"/>
                <a:gd name="T6" fmla="*/ 5 w 18"/>
                <a:gd name="T7" fmla="*/ 9 h 56"/>
                <a:gd name="T8" fmla="*/ 3 w 18"/>
                <a:gd name="T9" fmla="*/ 20 h 56"/>
                <a:gd name="T10" fmla="*/ 3 w 18"/>
                <a:gd name="T11" fmla="*/ 20 h 56"/>
                <a:gd name="T12" fmla="*/ 2 w 18"/>
                <a:gd name="T13" fmla="*/ 25 h 56"/>
                <a:gd name="T14" fmla="*/ 0 w 18"/>
                <a:gd name="T15" fmla="*/ 46 h 56"/>
                <a:gd name="T16" fmla="*/ 7 w 18"/>
                <a:gd name="T17" fmla="*/ 56 h 56"/>
                <a:gd name="T18" fmla="*/ 11 w 18"/>
                <a:gd name="T19" fmla="*/ 54 h 56"/>
                <a:gd name="T20" fmla="*/ 14 w 18"/>
                <a:gd name="T21" fmla="*/ 51 h 56"/>
                <a:gd name="T22" fmla="*/ 13 w 18"/>
                <a:gd name="T23" fmla="*/ 49 h 56"/>
                <a:gd name="T24" fmla="*/ 12 w 18"/>
                <a:gd name="T25" fmla="*/ 41 h 56"/>
                <a:gd name="T26" fmla="*/ 13 w 18"/>
                <a:gd name="T27" fmla="*/ 31 h 56"/>
                <a:gd name="T28" fmla="*/ 16 w 18"/>
                <a:gd name="T29" fmla="*/ 15 h 56"/>
                <a:gd name="T30" fmla="*/ 17 w 18"/>
                <a:gd name="T31" fmla="*/ 14 h 56"/>
                <a:gd name="T32" fmla="*/ 18 w 18"/>
                <a:gd name="T33" fmla="*/ 6 h 56"/>
                <a:gd name="T34" fmla="*/ 16 w 18"/>
                <a:gd name="T35" fmla="*/ 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56">
                  <a:moveTo>
                    <a:pt x="16" y="2"/>
                  </a:moveTo>
                  <a:cubicBezTo>
                    <a:pt x="15" y="1"/>
                    <a:pt x="13" y="0"/>
                    <a:pt x="11" y="0"/>
                  </a:cubicBezTo>
                  <a:cubicBezTo>
                    <a:pt x="9" y="0"/>
                    <a:pt x="8" y="1"/>
                    <a:pt x="7" y="3"/>
                  </a:cubicBezTo>
                  <a:cubicBezTo>
                    <a:pt x="5" y="5"/>
                    <a:pt x="5" y="7"/>
                    <a:pt x="5" y="9"/>
                  </a:cubicBezTo>
                  <a:cubicBezTo>
                    <a:pt x="5" y="10"/>
                    <a:pt x="4" y="13"/>
                    <a:pt x="3" y="20"/>
                  </a:cubicBezTo>
                  <a:cubicBezTo>
                    <a:pt x="3" y="20"/>
                    <a:pt x="3" y="20"/>
                    <a:pt x="3" y="20"/>
                  </a:cubicBezTo>
                  <a:cubicBezTo>
                    <a:pt x="3" y="21"/>
                    <a:pt x="3" y="23"/>
                    <a:pt x="2" y="25"/>
                  </a:cubicBezTo>
                  <a:cubicBezTo>
                    <a:pt x="1" y="33"/>
                    <a:pt x="0" y="40"/>
                    <a:pt x="0" y="46"/>
                  </a:cubicBezTo>
                  <a:cubicBezTo>
                    <a:pt x="0" y="52"/>
                    <a:pt x="2" y="56"/>
                    <a:pt x="7" y="56"/>
                  </a:cubicBezTo>
                  <a:cubicBezTo>
                    <a:pt x="8" y="56"/>
                    <a:pt x="10" y="55"/>
                    <a:pt x="11" y="54"/>
                  </a:cubicBezTo>
                  <a:cubicBezTo>
                    <a:pt x="13" y="52"/>
                    <a:pt x="14" y="51"/>
                    <a:pt x="14" y="51"/>
                  </a:cubicBezTo>
                  <a:cubicBezTo>
                    <a:pt x="14" y="50"/>
                    <a:pt x="13" y="50"/>
                    <a:pt x="13" y="49"/>
                  </a:cubicBezTo>
                  <a:cubicBezTo>
                    <a:pt x="13" y="46"/>
                    <a:pt x="12" y="43"/>
                    <a:pt x="12" y="41"/>
                  </a:cubicBezTo>
                  <a:cubicBezTo>
                    <a:pt x="12" y="38"/>
                    <a:pt x="13" y="35"/>
                    <a:pt x="13" y="31"/>
                  </a:cubicBezTo>
                  <a:cubicBezTo>
                    <a:pt x="13" y="27"/>
                    <a:pt x="14" y="21"/>
                    <a:pt x="16" y="15"/>
                  </a:cubicBezTo>
                  <a:cubicBezTo>
                    <a:pt x="17" y="14"/>
                    <a:pt x="17" y="14"/>
                    <a:pt x="17" y="14"/>
                  </a:cubicBezTo>
                  <a:cubicBezTo>
                    <a:pt x="18" y="10"/>
                    <a:pt x="18" y="7"/>
                    <a:pt x="18" y="6"/>
                  </a:cubicBezTo>
                  <a:cubicBezTo>
                    <a:pt x="18" y="4"/>
                    <a:pt x="18" y="3"/>
                    <a:pt x="16"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9" name="Freeform 298"/>
            <p:cNvSpPr>
              <a:spLocks/>
            </p:cNvSpPr>
            <p:nvPr/>
          </p:nvSpPr>
          <p:spPr bwMode="auto">
            <a:xfrm>
              <a:off x="6707188" y="6359526"/>
              <a:ext cx="25400" cy="23813"/>
            </a:xfrm>
            <a:custGeom>
              <a:avLst/>
              <a:gdLst>
                <a:gd name="T0" fmla="*/ 9 w 17"/>
                <a:gd name="T1" fmla="*/ 0 h 16"/>
                <a:gd name="T2" fmla="*/ 2 w 17"/>
                <a:gd name="T3" fmla="*/ 3 h 16"/>
                <a:gd name="T4" fmla="*/ 0 w 17"/>
                <a:gd name="T5" fmla="*/ 9 h 16"/>
                <a:gd name="T6" fmla="*/ 2 w 17"/>
                <a:gd name="T7" fmla="*/ 14 h 16"/>
                <a:gd name="T8" fmla="*/ 8 w 17"/>
                <a:gd name="T9" fmla="*/ 16 h 16"/>
                <a:gd name="T10" fmla="*/ 13 w 17"/>
                <a:gd name="T11" fmla="*/ 13 h 16"/>
                <a:gd name="T12" fmla="*/ 17 w 17"/>
                <a:gd name="T13" fmla="*/ 7 h 16"/>
                <a:gd name="T14" fmla="*/ 15 w 17"/>
                <a:gd name="T15" fmla="*/ 2 h 16"/>
                <a:gd name="T16" fmla="*/ 9 w 17"/>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6">
                  <a:moveTo>
                    <a:pt x="9" y="0"/>
                  </a:moveTo>
                  <a:cubicBezTo>
                    <a:pt x="6" y="0"/>
                    <a:pt x="4" y="1"/>
                    <a:pt x="2" y="3"/>
                  </a:cubicBezTo>
                  <a:cubicBezTo>
                    <a:pt x="1" y="4"/>
                    <a:pt x="0" y="6"/>
                    <a:pt x="0" y="9"/>
                  </a:cubicBezTo>
                  <a:cubicBezTo>
                    <a:pt x="0" y="10"/>
                    <a:pt x="1" y="12"/>
                    <a:pt x="2" y="14"/>
                  </a:cubicBezTo>
                  <a:cubicBezTo>
                    <a:pt x="4" y="15"/>
                    <a:pt x="6" y="16"/>
                    <a:pt x="8" y="16"/>
                  </a:cubicBezTo>
                  <a:cubicBezTo>
                    <a:pt x="9" y="16"/>
                    <a:pt x="11" y="15"/>
                    <a:pt x="13" y="13"/>
                  </a:cubicBezTo>
                  <a:cubicBezTo>
                    <a:pt x="16" y="12"/>
                    <a:pt x="17" y="10"/>
                    <a:pt x="17" y="7"/>
                  </a:cubicBezTo>
                  <a:cubicBezTo>
                    <a:pt x="17" y="5"/>
                    <a:pt x="16" y="4"/>
                    <a:pt x="15" y="2"/>
                  </a:cubicBezTo>
                  <a:cubicBezTo>
                    <a:pt x="13" y="1"/>
                    <a:pt x="11"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0" name="Freeform 299"/>
            <p:cNvSpPr>
              <a:spLocks/>
            </p:cNvSpPr>
            <p:nvPr/>
          </p:nvSpPr>
          <p:spPr bwMode="auto">
            <a:xfrm>
              <a:off x="6737350" y="6354763"/>
              <a:ext cx="33338" cy="133350"/>
            </a:xfrm>
            <a:custGeom>
              <a:avLst/>
              <a:gdLst>
                <a:gd name="T0" fmla="*/ 17 w 22"/>
                <a:gd name="T1" fmla="*/ 0 h 89"/>
                <a:gd name="T2" fmla="*/ 11 w 22"/>
                <a:gd name="T3" fmla="*/ 4 h 89"/>
                <a:gd name="T4" fmla="*/ 4 w 22"/>
                <a:gd name="T5" fmla="*/ 32 h 89"/>
                <a:gd name="T6" fmla="*/ 0 w 22"/>
                <a:gd name="T7" fmla="*/ 74 h 89"/>
                <a:gd name="T8" fmla="*/ 1 w 22"/>
                <a:gd name="T9" fmla="*/ 86 h 89"/>
                <a:gd name="T10" fmla="*/ 6 w 22"/>
                <a:gd name="T11" fmla="*/ 89 h 89"/>
                <a:gd name="T12" fmla="*/ 11 w 22"/>
                <a:gd name="T13" fmla="*/ 87 h 89"/>
                <a:gd name="T14" fmla="*/ 14 w 22"/>
                <a:gd name="T15" fmla="*/ 82 h 89"/>
                <a:gd name="T16" fmla="*/ 13 w 22"/>
                <a:gd name="T17" fmla="*/ 79 h 89"/>
                <a:gd name="T18" fmla="*/ 12 w 22"/>
                <a:gd name="T19" fmla="*/ 63 h 89"/>
                <a:gd name="T20" fmla="*/ 14 w 22"/>
                <a:gd name="T21" fmla="*/ 47 h 89"/>
                <a:gd name="T22" fmla="*/ 17 w 22"/>
                <a:gd name="T23" fmla="*/ 27 h 89"/>
                <a:gd name="T24" fmla="*/ 21 w 22"/>
                <a:gd name="T25" fmla="*/ 12 h 89"/>
                <a:gd name="T26" fmla="*/ 22 w 22"/>
                <a:gd name="T27" fmla="*/ 6 h 89"/>
                <a:gd name="T28" fmla="*/ 17 w 22"/>
                <a:gd name="T29"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89">
                  <a:moveTo>
                    <a:pt x="17" y="0"/>
                  </a:moveTo>
                  <a:cubicBezTo>
                    <a:pt x="15" y="0"/>
                    <a:pt x="13" y="1"/>
                    <a:pt x="11" y="4"/>
                  </a:cubicBezTo>
                  <a:cubicBezTo>
                    <a:pt x="9" y="7"/>
                    <a:pt x="7" y="16"/>
                    <a:pt x="4" y="32"/>
                  </a:cubicBezTo>
                  <a:cubicBezTo>
                    <a:pt x="1" y="48"/>
                    <a:pt x="0" y="62"/>
                    <a:pt x="0" y="74"/>
                  </a:cubicBezTo>
                  <a:cubicBezTo>
                    <a:pt x="0" y="79"/>
                    <a:pt x="0" y="83"/>
                    <a:pt x="1" y="86"/>
                  </a:cubicBezTo>
                  <a:cubicBezTo>
                    <a:pt x="2" y="88"/>
                    <a:pt x="4" y="89"/>
                    <a:pt x="6" y="89"/>
                  </a:cubicBezTo>
                  <a:cubicBezTo>
                    <a:pt x="8" y="89"/>
                    <a:pt x="10" y="88"/>
                    <a:pt x="11" y="87"/>
                  </a:cubicBezTo>
                  <a:cubicBezTo>
                    <a:pt x="13" y="85"/>
                    <a:pt x="14" y="84"/>
                    <a:pt x="14" y="82"/>
                  </a:cubicBezTo>
                  <a:cubicBezTo>
                    <a:pt x="14" y="81"/>
                    <a:pt x="13" y="80"/>
                    <a:pt x="13" y="79"/>
                  </a:cubicBezTo>
                  <a:cubicBezTo>
                    <a:pt x="13" y="73"/>
                    <a:pt x="12" y="68"/>
                    <a:pt x="12" y="63"/>
                  </a:cubicBezTo>
                  <a:cubicBezTo>
                    <a:pt x="12" y="59"/>
                    <a:pt x="13" y="54"/>
                    <a:pt x="14" y="47"/>
                  </a:cubicBezTo>
                  <a:cubicBezTo>
                    <a:pt x="14" y="40"/>
                    <a:pt x="16" y="33"/>
                    <a:pt x="17" y="27"/>
                  </a:cubicBezTo>
                  <a:cubicBezTo>
                    <a:pt x="20" y="19"/>
                    <a:pt x="21" y="14"/>
                    <a:pt x="21" y="12"/>
                  </a:cubicBezTo>
                  <a:cubicBezTo>
                    <a:pt x="22" y="9"/>
                    <a:pt x="22" y="7"/>
                    <a:pt x="22" y="6"/>
                  </a:cubicBezTo>
                  <a:cubicBezTo>
                    <a:pt x="22" y="2"/>
                    <a:pt x="20" y="0"/>
                    <a:pt x="1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1" name="Freeform 300"/>
            <p:cNvSpPr>
              <a:spLocks/>
            </p:cNvSpPr>
            <p:nvPr/>
          </p:nvSpPr>
          <p:spPr bwMode="auto">
            <a:xfrm>
              <a:off x="6780213" y="6354763"/>
              <a:ext cx="34925" cy="133350"/>
            </a:xfrm>
            <a:custGeom>
              <a:avLst/>
              <a:gdLst>
                <a:gd name="T0" fmla="*/ 17 w 23"/>
                <a:gd name="T1" fmla="*/ 0 h 89"/>
                <a:gd name="T2" fmla="*/ 11 w 23"/>
                <a:gd name="T3" fmla="*/ 4 h 89"/>
                <a:gd name="T4" fmla="*/ 4 w 23"/>
                <a:gd name="T5" fmla="*/ 32 h 89"/>
                <a:gd name="T6" fmla="*/ 0 w 23"/>
                <a:gd name="T7" fmla="*/ 74 h 89"/>
                <a:gd name="T8" fmla="*/ 2 w 23"/>
                <a:gd name="T9" fmla="*/ 86 h 89"/>
                <a:gd name="T10" fmla="*/ 7 w 23"/>
                <a:gd name="T11" fmla="*/ 89 h 89"/>
                <a:gd name="T12" fmla="*/ 12 w 23"/>
                <a:gd name="T13" fmla="*/ 87 h 89"/>
                <a:gd name="T14" fmla="*/ 14 w 23"/>
                <a:gd name="T15" fmla="*/ 82 h 89"/>
                <a:gd name="T16" fmla="*/ 14 w 23"/>
                <a:gd name="T17" fmla="*/ 79 h 89"/>
                <a:gd name="T18" fmla="*/ 13 w 23"/>
                <a:gd name="T19" fmla="*/ 63 h 89"/>
                <a:gd name="T20" fmla="*/ 14 w 23"/>
                <a:gd name="T21" fmla="*/ 47 h 89"/>
                <a:gd name="T22" fmla="*/ 18 w 23"/>
                <a:gd name="T23" fmla="*/ 27 h 89"/>
                <a:gd name="T24" fmla="*/ 22 w 23"/>
                <a:gd name="T25" fmla="*/ 12 h 89"/>
                <a:gd name="T26" fmla="*/ 23 w 23"/>
                <a:gd name="T27" fmla="*/ 6 h 89"/>
                <a:gd name="T28" fmla="*/ 17 w 23"/>
                <a:gd name="T29"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89">
                  <a:moveTo>
                    <a:pt x="17" y="0"/>
                  </a:moveTo>
                  <a:cubicBezTo>
                    <a:pt x="15" y="0"/>
                    <a:pt x="13" y="1"/>
                    <a:pt x="11" y="4"/>
                  </a:cubicBezTo>
                  <a:cubicBezTo>
                    <a:pt x="9" y="7"/>
                    <a:pt x="7" y="16"/>
                    <a:pt x="4" y="32"/>
                  </a:cubicBezTo>
                  <a:cubicBezTo>
                    <a:pt x="2" y="48"/>
                    <a:pt x="0" y="62"/>
                    <a:pt x="0" y="74"/>
                  </a:cubicBezTo>
                  <a:cubicBezTo>
                    <a:pt x="0" y="79"/>
                    <a:pt x="1" y="83"/>
                    <a:pt x="2" y="86"/>
                  </a:cubicBezTo>
                  <a:cubicBezTo>
                    <a:pt x="3" y="88"/>
                    <a:pt x="4" y="89"/>
                    <a:pt x="7" y="89"/>
                  </a:cubicBezTo>
                  <a:cubicBezTo>
                    <a:pt x="9" y="89"/>
                    <a:pt x="10" y="88"/>
                    <a:pt x="12" y="87"/>
                  </a:cubicBezTo>
                  <a:cubicBezTo>
                    <a:pt x="13" y="85"/>
                    <a:pt x="14" y="84"/>
                    <a:pt x="14" y="82"/>
                  </a:cubicBezTo>
                  <a:cubicBezTo>
                    <a:pt x="14" y="81"/>
                    <a:pt x="14" y="80"/>
                    <a:pt x="14" y="79"/>
                  </a:cubicBezTo>
                  <a:cubicBezTo>
                    <a:pt x="13" y="73"/>
                    <a:pt x="13" y="68"/>
                    <a:pt x="13" y="63"/>
                  </a:cubicBezTo>
                  <a:cubicBezTo>
                    <a:pt x="13" y="59"/>
                    <a:pt x="13" y="54"/>
                    <a:pt x="14" y="47"/>
                  </a:cubicBezTo>
                  <a:cubicBezTo>
                    <a:pt x="15" y="40"/>
                    <a:pt x="16" y="33"/>
                    <a:pt x="18" y="27"/>
                  </a:cubicBezTo>
                  <a:cubicBezTo>
                    <a:pt x="20" y="19"/>
                    <a:pt x="21" y="14"/>
                    <a:pt x="22" y="12"/>
                  </a:cubicBezTo>
                  <a:cubicBezTo>
                    <a:pt x="22" y="9"/>
                    <a:pt x="23" y="7"/>
                    <a:pt x="23" y="6"/>
                  </a:cubicBezTo>
                  <a:cubicBezTo>
                    <a:pt x="23" y="2"/>
                    <a:pt x="21" y="0"/>
                    <a:pt x="1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2" name="Freeform 301"/>
            <p:cNvSpPr>
              <a:spLocks noEditPoints="1"/>
            </p:cNvSpPr>
            <p:nvPr/>
          </p:nvSpPr>
          <p:spPr bwMode="auto">
            <a:xfrm>
              <a:off x="6819900" y="6397626"/>
              <a:ext cx="69850" cy="87313"/>
            </a:xfrm>
            <a:custGeom>
              <a:avLst/>
              <a:gdLst>
                <a:gd name="T0" fmla="*/ 44 w 47"/>
                <a:gd name="T1" fmla="*/ 36 h 59"/>
                <a:gd name="T2" fmla="*/ 40 w 47"/>
                <a:gd name="T3" fmla="*/ 38 h 59"/>
                <a:gd name="T4" fmla="*/ 20 w 47"/>
                <a:gd name="T5" fmla="*/ 49 h 59"/>
                <a:gd name="T6" fmla="*/ 15 w 47"/>
                <a:gd name="T7" fmla="*/ 47 h 59"/>
                <a:gd name="T8" fmla="*/ 12 w 47"/>
                <a:gd name="T9" fmla="*/ 42 h 59"/>
                <a:gd name="T10" fmla="*/ 14 w 47"/>
                <a:gd name="T11" fmla="*/ 40 h 59"/>
                <a:gd name="T12" fmla="*/ 35 w 47"/>
                <a:gd name="T13" fmla="*/ 29 h 59"/>
                <a:gd name="T14" fmla="*/ 44 w 47"/>
                <a:gd name="T15" fmla="*/ 12 h 59"/>
                <a:gd name="T16" fmla="*/ 40 w 47"/>
                <a:gd name="T17" fmla="*/ 4 h 59"/>
                <a:gd name="T18" fmla="*/ 31 w 47"/>
                <a:gd name="T19" fmla="*/ 0 h 59"/>
                <a:gd name="T20" fmla="*/ 10 w 47"/>
                <a:gd name="T21" fmla="*/ 13 h 59"/>
                <a:gd name="T22" fmla="*/ 0 w 47"/>
                <a:gd name="T23" fmla="*/ 39 h 59"/>
                <a:gd name="T24" fmla="*/ 5 w 47"/>
                <a:gd name="T25" fmla="*/ 54 h 59"/>
                <a:gd name="T26" fmla="*/ 18 w 47"/>
                <a:gd name="T27" fmla="*/ 59 h 59"/>
                <a:gd name="T28" fmla="*/ 38 w 47"/>
                <a:gd name="T29" fmla="*/ 52 h 59"/>
                <a:gd name="T30" fmla="*/ 47 w 47"/>
                <a:gd name="T31" fmla="*/ 40 h 59"/>
                <a:gd name="T32" fmla="*/ 44 w 47"/>
                <a:gd name="T33" fmla="*/ 36 h 59"/>
                <a:gd name="T34" fmla="*/ 20 w 47"/>
                <a:gd name="T35" fmla="*/ 17 h 59"/>
                <a:gd name="T36" fmla="*/ 30 w 47"/>
                <a:gd name="T37" fmla="*/ 11 h 59"/>
                <a:gd name="T38" fmla="*/ 32 w 47"/>
                <a:gd name="T39" fmla="*/ 12 h 59"/>
                <a:gd name="T40" fmla="*/ 33 w 47"/>
                <a:gd name="T41" fmla="*/ 15 h 59"/>
                <a:gd name="T42" fmla="*/ 27 w 47"/>
                <a:gd name="T43" fmla="*/ 24 h 59"/>
                <a:gd name="T44" fmla="*/ 13 w 47"/>
                <a:gd name="T45" fmla="*/ 31 h 59"/>
                <a:gd name="T46" fmla="*/ 20 w 47"/>
                <a:gd name="T47" fmla="*/ 1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59">
                  <a:moveTo>
                    <a:pt x="44" y="36"/>
                  </a:moveTo>
                  <a:cubicBezTo>
                    <a:pt x="43" y="36"/>
                    <a:pt x="42" y="37"/>
                    <a:pt x="40" y="38"/>
                  </a:cubicBezTo>
                  <a:cubicBezTo>
                    <a:pt x="34" y="45"/>
                    <a:pt x="27" y="49"/>
                    <a:pt x="20" y="49"/>
                  </a:cubicBezTo>
                  <a:cubicBezTo>
                    <a:pt x="18" y="49"/>
                    <a:pt x="16" y="48"/>
                    <a:pt x="15" y="47"/>
                  </a:cubicBezTo>
                  <a:cubicBezTo>
                    <a:pt x="13" y="45"/>
                    <a:pt x="12" y="44"/>
                    <a:pt x="12" y="42"/>
                  </a:cubicBezTo>
                  <a:cubicBezTo>
                    <a:pt x="12" y="41"/>
                    <a:pt x="13" y="40"/>
                    <a:pt x="14" y="40"/>
                  </a:cubicBezTo>
                  <a:cubicBezTo>
                    <a:pt x="23" y="38"/>
                    <a:pt x="30" y="34"/>
                    <a:pt x="35" y="29"/>
                  </a:cubicBezTo>
                  <a:cubicBezTo>
                    <a:pt x="41" y="24"/>
                    <a:pt x="44" y="18"/>
                    <a:pt x="44" y="12"/>
                  </a:cubicBezTo>
                  <a:cubicBezTo>
                    <a:pt x="44" y="9"/>
                    <a:pt x="43" y="6"/>
                    <a:pt x="40" y="4"/>
                  </a:cubicBezTo>
                  <a:cubicBezTo>
                    <a:pt x="38" y="2"/>
                    <a:pt x="35" y="0"/>
                    <a:pt x="31" y="0"/>
                  </a:cubicBezTo>
                  <a:cubicBezTo>
                    <a:pt x="24" y="0"/>
                    <a:pt x="17" y="4"/>
                    <a:pt x="10" y="13"/>
                  </a:cubicBezTo>
                  <a:cubicBezTo>
                    <a:pt x="3" y="21"/>
                    <a:pt x="0" y="30"/>
                    <a:pt x="0" y="39"/>
                  </a:cubicBezTo>
                  <a:cubicBezTo>
                    <a:pt x="0" y="46"/>
                    <a:pt x="2" y="50"/>
                    <a:pt x="5" y="54"/>
                  </a:cubicBezTo>
                  <a:cubicBezTo>
                    <a:pt x="8" y="58"/>
                    <a:pt x="13" y="59"/>
                    <a:pt x="18" y="59"/>
                  </a:cubicBezTo>
                  <a:cubicBezTo>
                    <a:pt x="26" y="59"/>
                    <a:pt x="32" y="57"/>
                    <a:pt x="38" y="52"/>
                  </a:cubicBezTo>
                  <a:cubicBezTo>
                    <a:pt x="44" y="47"/>
                    <a:pt x="47" y="43"/>
                    <a:pt x="47" y="40"/>
                  </a:cubicBezTo>
                  <a:cubicBezTo>
                    <a:pt x="47" y="37"/>
                    <a:pt x="46" y="36"/>
                    <a:pt x="44" y="36"/>
                  </a:cubicBezTo>
                  <a:close/>
                  <a:moveTo>
                    <a:pt x="20" y="17"/>
                  </a:moveTo>
                  <a:cubicBezTo>
                    <a:pt x="24" y="13"/>
                    <a:pt x="27" y="11"/>
                    <a:pt x="30" y="11"/>
                  </a:cubicBezTo>
                  <a:cubicBezTo>
                    <a:pt x="31" y="11"/>
                    <a:pt x="32" y="11"/>
                    <a:pt x="32" y="12"/>
                  </a:cubicBezTo>
                  <a:cubicBezTo>
                    <a:pt x="33" y="12"/>
                    <a:pt x="33" y="13"/>
                    <a:pt x="33" y="15"/>
                  </a:cubicBezTo>
                  <a:cubicBezTo>
                    <a:pt x="33" y="17"/>
                    <a:pt x="31" y="20"/>
                    <a:pt x="27" y="24"/>
                  </a:cubicBezTo>
                  <a:cubicBezTo>
                    <a:pt x="23" y="27"/>
                    <a:pt x="19" y="30"/>
                    <a:pt x="13" y="31"/>
                  </a:cubicBezTo>
                  <a:cubicBezTo>
                    <a:pt x="14" y="26"/>
                    <a:pt x="17" y="21"/>
                    <a:pt x="20"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3" name="Freeform 302"/>
            <p:cNvSpPr>
              <a:spLocks noEditPoints="1"/>
            </p:cNvSpPr>
            <p:nvPr/>
          </p:nvSpPr>
          <p:spPr bwMode="auto">
            <a:xfrm>
              <a:off x="6899275" y="6354763"/>
              <a:ext cx="92075" cy="130175"/>
            </a:xfrm>
            <a:custGeom>
              <a:avLst/>
              <a:gdLst>
                <a:gd name="T0" fmla="*/ 59 w 62"/>
                <a:gd name="T1" fmla="*/ 73 h 87"/>
                <a:gd name="T2" fmla="*/ 56 w 62"/>
                <a:gd name="T3" fmla="*/ 74 h 87"/>
                <a:gd name="T4" fmla="*/ 52 w 62"/>
                <a:gd name="T5" fmla="*/ 75 h 87"/>
                <a:gd name="T6" fmla="*/ 48 w 62"/>
                <a:gd name="T7" fmla="*/ 66 h 87"/>
                <a:gd name="T8" fmla="*/ 51 w 62"/>
                <a:gd name="T9" fmla="*/ 42 h 87"/>
                <a:gd name="T10" fmla="*/ 58 w 62"/>
                <a:gd name="T11" fmla="*/ 15 h 87"/>
                <a:gd name="T12" fmla="*/ 60 w 62"/>
                <a:gd name="T13" fmla="*/ 7 h 87"/>
                <a:gd name="T14" fmla="*/ 59 w 62"/>
                <a:gd name="T15" fmla="*/ 2 h 87"/>
                <a:gd name="T16" fmla="*/ 55 w 62"/>
                <a:gd name="T17" fmla="*/ 0 h 87"/>
                <a:gd name="T18" fmla="*/ 52 w 62"/>
                <a:gd name="T19" fmla="*/ 1 h 87"/>
                <a:gd name="T20" fmla="*/ 48 w 62"/>
                <a:gd name="T21" fmla="*/ 5 h 87"/>
                <a:gd name="T22" fmla="*/ 46 w 62"/>
                <a:gd name="T23" fmla="*/ 15 h 87"/>
                <a:gd name="T24" fmla="*/ 41 w 62"/>
                <a:gd name="T25" fmla="*/ 36 h 87"/>
                <a:gd name="T26" fmla="*/ 32 w 62"/>
                <a:gd name="T27" fmla="*/ 33 h 87"/>
                <a:gd name="T28" fmla="*/ 11 w 62"/>
                <a:gd name="T29" fmla="*/ 46 h 87"/>
                <a:gd name="T30" fmla="*/ 0 w 62"/>
                <a:gd name="T31" fmla="*/ 72 h 87"/>
                <a:gd name="T32" fmla="*/ 3 w 62"/>
                <a:gd name="T33" fmla="*/ 82 h 87"/>
                <a:gd name="T34" fmla="*/ 12 w 62"/>
                <a:gd name="T35" fmla="*/ 87 h 87"/>
                <a:gd name="T36" fmla="*/ 38 w 62"/>
                <a:gd name="T37" fmla="*/ 68 h 87"/>
                <a:gd name="T38" fmla="*/ 40 w 62"/>
                <a:gd name="T39" fmla="*/ 81 h 87"/>
                <a:gd name="T40" fmla="*/ 47 w 62"/>
                <a:gd name="T41" fmla="*/ 86 h 87"/>
                <a:gd name="T42" fmla="*/ 57 w 62"/>
                <a:gd name="T43" fmla="*/ 83 h 87"/>
                <a:gd name="T44" fmla="*/ 62 w 62"/>
                <a:gd name="T45" fmla="*/ 76 h 87"/>
                <a:gd name="T46" fmla="*/ 59 w 62"/>
                <a:gd name="T47" fmla="*/ 73 h 87"/>
                <a:gd name="T48" fmla="*/ 30 w 62"/>
                <a:gd name="T49" fmla="*/ 65 h 87"/>
                <a:gd name="T50" fmla="*/ 15 w 62"/>
                <a:gd name="T51" fmla="*/ 76 h 87"/>
                <a:gd name="T52" fmla="*/ 11 w 62"/>
                <a:gd name="T53" fmla="*/ 71 h 87"/>
                <a:gd name="T54" fmla="*/ 19 w 62"/>
                <a:gd name="T55" fmla="*/ 52 h 87"/>
                <a:gd name="T56" fmla="*/ 32 w 62"/>
                <a:gd name="T57" fmla="*/ 42 h 87"/>
                <a:gd name="T58" fmla="*/ 37 w 62"/>
                <a:gd name="T59" fmla="*/ 44 h 87"/>
                <a:gd name="T60" fmla="*/ 38 w 62"/>
                <a:gd name="T61" fmla="*/ 47 h 87"/>
                <a:gd name="T62" fmla="*/ 30 w 62"/>
                <a:gd name="T63" fmla="*/ 6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2" h="87">
                  <a:moveTo>
                    <a:pt x="59" y="73"/>
                  </a:moveTo>
                  <a:cubicBezTo>
                    <a:pt x="59" y="73"/>
                    <a:pt x="58" y="73"/>
                    <a:pt x="56" y="74"/>
                  </a:cubicBezTo>
                  <a:cubicBezTo>
                    <a:pt x="55" y="75"/>
                    <a:pt x="54" y="75"/>
                    <a:pt x="52" y="75"/>
                  </a:cubicBezTo>
                  <a:cubicBezTo>
                    <a:pt x="50" y="75"/>
                    <a:pt x="48" y="72"/>
                    <a:pt x="48" y="66"/>
                  </a:cubicBezTo>
                  <a:cubicBezTo>
                    <a:pt x="48" y="60"/>
                    <a:pt x="49" y="52"/>
                    <a:pt x="51" y="42"/>
                  </a:cubicBezTo>
                  <a:cubicBezTo>
                    <a:pt x="54" y="31"/>
                    <a:pt x="56" y="23"/>
                    <a:pt x="58" y="15"/>
                  </a:cubicBezTo>
                  <a:cubicBezTo>
                    <a:pt x="60" y="11"/>
                    <a:pt x="60" y="8"/>
                    <a:pt x="60" y="7"/>
                  </a:cubicBezTo>
                  <a:cubicBezTo>
                    <a:pt x="60" y="5"/>
                    <a:pt x="60" y="3"/>
                    <a:pt x="59" y="2"/>
                  </a:cubicBezTo>
                  <a:cubicBezTo>
                    <a:pt x="58" y="0"/>
                    <a:pt x="57" y="0"/>
                    <a:pt x="55" y="0"/>
                  </a:cubicBezTo>
                  <a:cubicBezTo>
                    <a:pt x="54" y="0"/>
                    <a:pt x="53" y="0"/>
                    <a:pt x="52" y="1"/>
                  </a:cubicBezTo>
                  <a:cubicBezTo>
                    <a:pt x="50" y="2"/>
                    <a:pt x="49" y="3"/>
                    <a:pt x="48" y="5"/>
                  </a:cubicBezTo>
                  <a:cubicBezTo>
                    <a:pt x="48" y="7"/>
                    <a:pt x="47" y="10"/>
                    <a:pt x="46" y="15"/>
                  </a:cubicBezTo>
                  <a:cubicBezTo>
                    <a:pt x="45" y="18"/>
                    <a:pt x="44" y="25"/>
                    <a:pt x="41" y="36"/>
                  </a:cubicBezTo>
                  <a:cubicBezTo>
                    <a:pt x="40" y="34"/>
                    <a:pt x="37" y="33"/>
                    <a:pt x="32" y="33"/>
                  </a:cubicBezTo>
                  <a:cubicBezTo>
                    <a:pt x="25" y="33"/>
                    <a:pt x="18" y="37"/>
                    <a:pt x="11" y="46"/>
                  </a:cubicBezTo>
                  <a:cubicBezTo>
                    <a:pt x="3" y="54"/>
                    <a:pt x="0" y="63"/>
                    <a:pt x="0" y="72"/>
                  </a:cubicBezTo>
                  <a:cubicBezTo>
                    <a:pt x="0" y="76"/>
                    <a:pt x="1" y="80"/>
                    <a:pt x="3" y="82"/>
                  </a:cubicBezTo>
                  <a:cubicBezTo>
                    <a:pt x="5" y="85"/>
                    <a:pt x="8" y="87"/>
                    <a:pt x="12" y="87"/>
                  </a:cubicBezTo>
                  <a:cubicBezTo>
                    <a:pt x="21" y="87"/>
                    <a:pt x="29" y="80"/>
                    <a:pt x="38" y="68"/>
                  </a:cubicBezTo>
                  <a:cubicBezTo>
                    <a:pt x="38" y="73"/>
                    <a:pt x="38" y="77"/>
                    <a:pt x="40" y="81"/>
                  </a:cubicBezTo>
                  <a:cubicBezTo>
                    <a:pt x="42" y="84"/>
                    <a:pt x="44" y="86"/>
                    <a:pt x="47" y="86"/>
                  </a:cubicBezTo>
                  <a:cubicBezTo>
                    <a:pt x="50" y="86"/>
                    <a:pt x="54" y="85"/>
                    <a:pt x="57" y="83"/>
                  </a:cubicBezTo>
                  <a:cubicBezTo>
                    <a:pt x="60" y="80"/>
                    <a:pt x="62" y="78"/>
                    <a:pt x="62" y="76"/>
                  </a:cubicBezTo>
                  <a:cubicBezTo>
                    <a:pt x="62" y="74"/>
                    <a:pt x="61" y="73"/>
                    <a:pt x="59" y="73"/>
                  </a:cubicBezTo>
                  <a:close/>
                  <a:moveTo>
                    <a:pt x="30" y="65"/>
                  </a:moveTo>
                  <a:cubicBezTo>
                    <a:pt x="24" y="72"/>
                    <a:pt x="19" y="76"/>
                    <a:pt x="15" y="76"/>
                  </a:cubicBezTo>
                  <a:cubicBezTo>
                    <a:pt x="13" y="76"/>
                    <a:pt x="11" y="74"/>
                    <a:pt x="11" y="71"/>
                  </a:cubicBezTo>
                  <a:cubicBezTo>
                    <a:pt x="11" y="65"/>
                    <a:pt x="14" y="59"/>
                    <a:pt x="19" y="52"/>
                  </a:cubicBezTo>
                  <a:cubicBezTo>
                    <a:pt x="23" y="46"/>
                    <a:pt x="28" y="42"/>
                    <a:pt x="32" y="42"/>
                  </a:cubicBezTo>
                  <a:cubicBezTo>
                    <a:pt x="34" y="42"/>
                    <a:pt x="36" y="43"/>
                    <a:pt x="37" y="44"/>
                  </a:cubicBezTo>
                  <a:cubicBezTo>
                    <a:pt x="38" y="45"/>
                    <a:pt x="38" y="46"/>
                    <a:pt x="38" y="47"/>
                  </a:cubicBezTo>
                  <a:cubicBezTo>
                    <a:pt x="38" y="52"/>
                    <a:pt x="35" y="57"/>
                    <a:pt x="30"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4" name="Freeform 303"/>
            <p:cNvSpPr>
              <a:spLocks/>
            </p:cNvSpPr>
            <p:nvPr/>
          </p:nvSpPr>
          <p:spPr bwMode="auto">
            <a:xfrm>
              <a:off x="7067550" y="6372226"/>
              <a:ext cx="144463" cy="117475"/>
            </a:xfrm>
            <a:custGeom>
              <a:avLst/>
              <a:gdLst>
                <a:gd name="T0" fmla="*/ 91 w 97"/>
                <a:gd name="T1" fmla="*/ 0 h 79"/>
                <a:gd name="T2" fmla="*/ 87 w 97"/>
                <a:gd name="T3" fmla="*/ 1 h 79"/>
                <a:gd name="T4" fmla="*/ 85 w 97"/>
                <a:gd name="T5" fmla="*/ 4 h 79"/>
                <a:gd name="T6" fmla="*/ 68 w 97"/>
                <a:gd name="T7" fmla="*/ 60 h 79"/>
                <a:gd name="T8" fmla="*/ 62 w 97"/>
                <a:gd name="T9" fmla="*/ 45 h 79"/>
                <a:gd name="T10" fmla="*/ 58 w 97"/>
                <a:gd name="T11" fmla="*/ 34 h 79"/>
                <a:gd name="T12" fmla="*/ 58 w 97"/>
                <a:gd name="T13" fmla="*/ 33 h 79"/>
                <a:gd name="T14" fmla="*/ 53 w 97"/>
                <a:gd name="T15" fmla="*/ 21 h 79"/>
                <a:gd name="T16" fmla="*/ 49 w 97"/>
                <a:gd name="T17" fmla="*/ 19 h 79"/>
                <a:gd name="T18" fmla="*/ 46 w 97"/>
                <a:gd name="T19" fmla="*/ 20 h 79"/>
                <a:gd name="T20" fmla="*/ 43 w 97"/>
                <a:gd name="T21" fmla="*/ 22 h 79"/>
                <a:gd name="T22" fmla="*/ 34 w 97"/>
                <a:gd name="T23" fmla="*/ 40 h 79"/>
                <a:gd name="T24" fmla="*/ 22 w 97"/>
                <a:gd name="T25" fmla="*/ 61 h 79"/>
                <a:gd name="T26" fmla="*/ 19 w 97"/>
                <a:gd name="T27" fmla="*/ 48 h 79"/>
                <a:gd name="T28" fmla="*/ 18 w 97"/>
                <a:gd name="T29" fmla="*/ 39 h 79"/>
                <a:gd name="T30" fmla="*/ 16 w 97"/>
                <a:gd name="T31" fmla="*/ 30 h 79"/>
                <a:gd name="T32" fmla="*/ 15 w 97"/>
                <a:gd name="T33" fmla="*/ 21 h 79"/>
                <a:gd name="T34" fmla="*/ 13 w 97"/>
                <a:gd name="T35" fmla="*/ 10 h 79"/>
                <a:gd name="T36" fmla="*/ 6 w 97"/>
                <a:gd name="T37" fmla="*/ 3 h 79"/>
                <a:gd name="T38" fmla="*/ 2 w 97"/>
                <a:gd name="T39" fmla="*/ 5 h 79"/>
                <a:gd name="T40" fmla="*/ 0 w 97"/>
                <a:gd name="T41" fmla="*/ 9 h 79"/>
                <a:gd name="T42" fmla="*/ 1 w 97"/>
                <a:gd name="T43" fmla="*/ 15 h 79"/>
                <a:gd name="T44" fmla="*/ 2 w 97"/>
                <a:gd name="T45" fmla="*/ 18 h 79"/>
                <a:gd name="T46" fmla="*/ 5 w 97"/>
                <a:gd name="T47" fmla="*/ 33 h 79"/>
                <a:gd name="T48" fmla="*/ 10 w 97"/>
                <a:gd name="T49" fmla="*/ 57 h 79"/>
                <a:gd name="T50" fmla="*/ 14 w 97"/>
                <a:gd name="T51" fmla="*/ 73 h 79"/>
                <a:gd name="T52" fmla="*/ 17 w 97"/>
                <a:gd name="T53" fmla="*/ 78 h 79"/>
                <a:gd name="T54" fmla="*/ 21 w 97"/>
                <a:gd name="T55" fmla="*/ 79 h 79"/>
                <a:gd name="T56" fmla="*/ 35 w 97"/>
                <a:gd name="T57" fmla="*/ 60 h 79"/>
                <a:gd name="T58" fmla="*/ 48 w 97"/>
                <a:gd name="T59" fmla="*/ 38 h 79"/>
                <a:gd name="T60" fmla="*/ 53 w 97"/>
                <a:gd name="T61" fmla="*/ 54 h 79"/>
                <a:gd name="T62" fmla="*/ 62 w 97"/>
                <a:gd name="T63" fmla="*/ 72 h 79"/>
                <a:gd name="T64" fmla="*/ 68 w 97"/>
                <a:gd name="T65" fmla="*/ 75 h 79"/>
                <a:gd name="T66" fmla="*/ 71 w 97"/>
                <a:gd name="T67" fmla="*/ 74 h 79"/>
                <a:gd name="T68" fmla="*/ 73 w 97"/>
                <a:gd name="T69" fmla="*/ 72 h 79"/>
                <a:gd name="T70" fmla="*/ 77 w 97"/>
                <a:gd name="T71" fmla="*/ 65 h 79"/>
                <a:gd name="T72" fmla="*/ 85 w 97"/>
                <a:gd name="T73" fmla="*/ 48 h 79"/>
                <a:gd name="T74" fmla="*/ 86 w 97"/>
                <a:gd name="T75" fmla="*/ 45 h 79"/>
                <a:gd name="T76" fmla="*/ 94 w 97"/>
                <a:gd name="T77" fmla="*/ 22 h 79"/>
                <a:gd name="T78" fmla="*/ 97 w 97"/>
                <a:gd name="T79" fmla="*/ 6 h 79"/>
                <a:gd name="T80" fmla="*/ 96 w 97"/>
                <a:gd name="T81" fmla="*/ 1 h 79"/>
                <a:gd name="T82" fmla="*/ 91 w 97"/>
                <a:gd name="T83"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7" h="79">
                  <a:moveTo>
                    <a:pt x="91" y="0"/>
                  </a:moveTo>
                  <a:cubicBezTo>
                    <a:pt x="90" y="0"/>
                    <a:pt x="88" y="0"/>
                    <a:pt x="87" y="1"/>
                  </a:cubicBezTo>
                  <a:cubicBezTo>
                    <a:pt x="86" y="1"/>
                    <a:pt x="85" y="2"/>
                    <a:pt x="85" y="4"/>
                  </a:cubicBezTo>
                  <a:cubicBezTo>
                    <a:pt x="84" y="23"/>
                    <a:pt x="78" y="41"/>
                    <a:pt x="68" y="60"/>
                  </a:cubicBezTo>
                  <a:cubicBezTo>
                    <a:pt x="68" y="59"/>
                    <a:pt x="66" y="54"/>
                    <a:pt x="62" y="45"/>
                  </a:cubicBezTo>
                  <a:cubicBezTo>
                    <a:pt x="58" y="34"/>
                    <a:pt x="58" y="34"/>
                    <a:pt x="58" y="34"/>
                  </a:cubicBezTo>
                  <a:cubicBezTo>
                    <a:pt x="58" y="33"/>
                    <a:pt x="58" y="33"/>
                    <a:pt x="58" y="33"/>
                  </a:cubicBezTo>
                  <a:cubicBezTo>
                    <a:pt x="55" y="27"/>
                    <a:pt x="54" y="23"/>
                    <a:pt x="53" y="21"/>
                  </a:cubicBezTo>
                  <a:cubicBezTo>
                    <a:pt x="52" y="20"/>
                    <a:pt x="50" y="19"/>
                    <a:pt x="49" y="19"/>
                  </a:cubicBezTo>
                  <a:cubicBezTo>
                    <a:pt x="48" y="19"/>
                    <a:pt x="47" y="19"/>
                    <a:pt x="46" y="20"/>
                  </a:cubicBezTo>
                  <a:cubicBezTo>
                    <a:pt x="45" y="21"/>
                    <a:pt x="44" y="22"/>
                    <a:pt x="43" y="22"/>
                  </a:cubicBezTo>
                  <a:cubicBezTo>
                    <a:pt x="39" y="31"/>
                    <a:pt x="37" y="37"/>
                    <a:pt x="34" y="40"/>
                  </a:cubicBezTo>
                  <a:cubicBezTo>
                    <a:pt x="32" y="44"/>
                    <a:pt x="28" y="51"/>
                    <a:pt x="22" y="61"/>
                  </a:cubicBezTo>
                  <a:cubicBezTo>
                    <a:pt x="22" y="60"/>
                    <a:pt x="21" y="56"/>
                    <a:pt x="19" y="48"/>
                  </a:cubicBezTo>
                  <a:cubicBezTo>
                    <a:pt x="19" y="45"/>
                    <a:pt x="18" y="42"/>
                    <a:pt x="18" y="39"/>
                  </a:cubicBezTo>
                  <a:cubicBezTo>
                    <a:pt x="17" y="36"/>
                    <a:pt x="17" y="32"/>
                    <a:pt x="16" y="30"/>
                  </a:cubicBezTo>
                  <a:cubicBezTo>
                    <a:pt x="15" y="21"/>
                    <a:pt x="15" y="21"/>
                    <a:pt x="15" y="21"/>
                  </a:cubicBezTo>
                  <a:cubicBezTo>
                    <a:pt x="15" y="19"/>
                    <a:pt x="14" y="15"/>
                    <a:pt x="13" y="10"/>
                  </a:cubicBezTo>
                  <a:cubicBezTo>
                    <a:pt x="12" y="5"/>
                    <a:pt x="9" y="3"/>
                    <a:pt x="6" y="3"/>
                  </a:cubicBezTo>
                  <a:cubicBezTo>
                    <a:pt x="4" y="3"/>
                    <a:pt x="3" y="3"/>
                    <a:pt x="2" y="5"/>
                  </a:cubicBezTo>
                  <a:cubicBezTo>
                    <a:pt x="0" y="6"/>
                    <a:pt x="0" y="8"/>
                    <a:pt x="0" y="9"/>
                  </a:cubicBezTo>
                  <a:cubicBezTo>
                    <a:pt x="0" y="10"/>
                    <a:pt x="0" y="12"/>
                    <a:pt x="1" y="15"/>
                  </a:cubicBezTo>
                  <a:cubicBezTo>
                    <a:pt x="1" y="16"/>
                    <a:pt x="1" y="17"/>
                    <a:pt x="2" y="18"/>
                  </a:cubicBezTo>
                  <a:cubicBezTo>
                    <a:pt x="2" y="20"/>
                    <a:pt x="3" y="25"/>
                    <a:pt x="5" y="33"/>
                  </a:cubicBezTo>
                  <a:cubicBezTo>
                    <a:pt x="6" y="41"/>
                    <a:pt x="8" y="49"/>
                    <a:pt x="10" y="57"/>
                  </a:cubicBezTo>
                  <a:cubicBezTo>
                    <a:pt x="11" y="65"/>
                    <a:pt x="13" y="71"/>
                    <a:pt x="14" y="73"/>
                  </a:cubicBezTo>
                  <a:cubicBezTo>
                    <a:pt x="15" y="75"/>
                    <a:pt x="16" y="77"/>
                    <a:pt x="17" y="78"/>
                  </a:cubicBezTo>
                  <a:cubicBezTo>
                    <a:pt x="18" y="78"/>
                    <a:pt x="20" y="79"/>
                    <a:pt x="21" y="79"/>
                  </a:cubicBezTo>
                  <a:cubicBezTo>
                    <a:pt x="24" y="79"/>
                    <a:pt x="28" y="73"/>
                    <a:pt x="35" y="60"/>
                  </a:cubicBezTo>
                  <a:cubicBezTo>
                    <a:pt x="48" y="38"/>
                    <a:pt x="48" y="38"/>
                    <a:pt x="48" y="38"/>
                  </a:cubicBezTo>
                  <a:cubicBezTo>
                    <a:pt x="48" y="39"/>
                    <a:pt x="50" y="45"/>
                    <a:pt x="53" y="54"/>
                  </a:cubicBezTo>
                  <a:cubicBezTo>
                    <a:pt x="57" y="63"/>
                    <a:pt x="60" y="69"/>
                    <a:pt x="62" y="72"/>
                  </a:cubicBezTo>
                  <a:cubicBezTo>
                    <a:pt x="63" y="74"/>
                    <a:pt x="65" y="75"/>
                    <a:pt x="68" y="75"/>
                  </a:cubicBezTo>
                  <a:cubicBezTo>
                    <a:pt x="69" y="75"/>
                    <a:pt x="70" y="75"/>
                    <a:pt x="71" y="74"/>
                  </a:cubicBezTo>
                  <a:cubicBezTo>
                    <a:pt x="72" y="74"/>
                    <a:pt x="73" y="73"/>
                    <a:pt x="73" y="72"/>
                  </a:cubicBezTo>
                  <a:cubicBezTo>
                    <a:pt x="74" y="71"/>
                    <a:pt x="75" y="68"/>
                    <a:pt x="77" y="65"/>
                  </a:cubicBezTo>
                  <a:cubicBezTo>
                    <a:pt x="82" y="55"/>
                    <a:pt x="84" y="49"/>
                    <a:pt x="85" y="48"/>
                  </a:cubicBezTo>
                  <a:cubicBezTo>
                    <a:pt x="86" y="45"/>
                    <a:pt x="86" y="45"/>
                    <a:pt x="86" y="45"/>
                  </a:cubicBezTo>
                  <a:cubicBezTo>
                    <a:pt x="90" y="36"/>
                    <a:pt x="92" y="29"/>
                    <a:pt x="94" y="22"/>
                  </a:cubicBezTo>
                  <a:cubicBezTo>
                    <a:pt x="96" y="14"/>
                    <a:pt x="97" y="9"/>
                    <a:pt x="97" y="6"/>
                  </a:cubicBezTo>
                  <a:cubicBezTo>
                    <a:pt x="97" y="4"/>
                    <a:pt x="97" y="3"/>
                    <a:pt x="96" y="1"/>
                  </a:cubicBezTo>
                  <a:cubicBezTo>
                    <a:pt x="95" y="0"/>
                    <a:pt x="93" y="0"/>
                    <a:pt x="9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5" name="Freeform 304"/>
            <p:cNvSpPr>
              <a:spLocks noEditPoints="1"/>
            </p:cNvSpPr>
            <p:nvPr/>
          </p:nvSpPr>
          <p:spPr bwMode="auto">
            <a:xfrm>
              <a:off x="7216775" y="6400801"/>
              <a:ext cx="73025" cy="84138"/>
            </a:xfrm>
            <a:custGeom>
              <a:avLst/>
              <a:gdLst>
                <a:gd name="T0" fmla="*/ 30 w 49"/>
                <a:gd name="T1" fmla="*/ 0 h 57"/>
                <a:gd name="T2" fmla="*/ 9 w 49"/>
                <a:gd name="T3" fmla="*/ 13 h 57"/>
                <a:gd name="T4" fmla="*/ 0 w 49"/>
                <a:gd name="T5" fmla="*/ 39 h 57"/>
                <a:gd name="T6" fmla="*/ 5 w 49"/>
                <a:gd name="T7" fmla="*/ 52 h 57"/>
                <a:gd name="T8" fmla="*/ 17 w 49"/>
                <a:gd name="T9" fmla="*/ 57 h 57"/>
                <a:gd name="T10" fmla="*/ 36 w 49"/>
                <a:gd name="T11" fmla="*/ 49 h 57"/>
                <a:gd name="T12" fmla="*/ 49 w 49"/>
                <a:gd name="T13" fmla="*/ 29 h 57"/>
                <a:gd name="T14" fmla="*/ 49 w 49"/>
                <a:gd name="T15" fmla="*/ 29 h 57"/>
                <a:gd name="T16" fmla="*/ 49 w 49"/>
                <a:gd name="T17" fmla="*/ 22 h 57"/>
                <a:gd name="T18" fmla="*/ 44 w 49"/>
                <a:gd name="T19" fmla="*/ 7 h 57"/>
                <a:gd name="T20" fmla="*/ 30 w 49"/>
                <a:gd name="T21" fmla="*/ 0 h 57"/>
                <a:gd name="T22" fmla="*/ 31 w 49"/>
                <a:gd name="T23" fmla="*/ 39 h 57"/>
                <a:gd name="T24" fmla="*/ 18 w 49"/>
                <a:gd name="T25" fmla="*/ 47 h 57"/>
                <a:gd name="T26" fmla="*/ 14 w 49"/>
                <a:gd name="T27" fmla="*/ 44 h 57"/>
                <a:gd name="T28" fmla="*/ 12 w 49"/>
                <a:gd name="T29" fmla="*/ 37 h 57"/>
                <a:gd name="T30" fmla="*/ 15 w 49"/>
                <a:gd name="T31" fmla="*/ 23 h 57"/>
                <a:gd name="T32" fmla="*/ 22 w 49"/>
                <a:gd name="T33" fmla="*/ 14 h 57"/>
                <a:gd name="T34" fmla="*/ 22 w 49"/>
                <a:gd name="T35" fmla="*/ 14 h 57"/>
                <a:gd name="T36" fmla="*/ 29 w 49"/>
                <a:gd name="T37" fmla="*/ 11 h 57"/>
                <a:gd name="T38" fmla="*/ 35 w 49"/>
                <a:gd name="T39" fmla="*/ 14 h 57"/>
                <a:gd name="T40" fmla="*/ 37 w 49"/>
                <a:gd name="T41" fmla="*/ 23 h 57"/>
                <a:gd name="T42" fmla="*/ 31 w 49"/>
                <a:gd name="T43" fmla="*/ 39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9" h="57">
                  <a:moveTo>
                    <a:pt x="30" y="0"/>
                  </a:moveTo>
                  <a:cubicBezTo>
                    <a:pt x="22" y="0"/>
                    <a:pt x="15" y="5"/>
                    <a:pt x="9" y="13"/>
                  </a:cubicBezTo>
                  <a:cubicBezTo>
                    <a:pt x="3" y="21"/>
                    <a:pt x="0" y="30"/>
                    <a:pt x="0" y="39"/>
                  </a:cubicBezTo>
                  <a:cubicBezTo>
                    <a:pt x="0" y="44"/>
                    <a:pt x="1" y="48"/>
                    <a:pt x="5" y="52"/>
                  </a:cubicBezTo>
                  <a:cubicBezTo>
                    <a:pt x="8" y="56"/>
                    <a:pt x="12" y="57"/>
                    <a:pt x="17" y="57"/>
                  </a:cubicBezTo>
                  <a:cubicBezTo>
                    <a:pt x="23" y="57"/>
                    <a:pt x="29" y="55"/>
                    <a:pt x="36" y="49"/>
                  </a:cubicBezTo>
                  <a:cubicBezTo>
                    <a:pt x="42" y="44"/>
                    <a:pt x="46" y="37"/>
                    <a:pt x="49" y="29"/>
                  </a:cubicBezTo>
                  <a:cubicBezTo>
                    <a:pt x="49" y="29"/>
                    <a:pt x="49" y="29"/>
                    <a:pt x="49" y="29"/>
                  </a:cubicBezTo>
                  <a:cubicBezTo>
                    <a:pt x="49" y="27"/>
                    <a:pt x="49" y="24"/>
                    <a:pt x="49" y="22"/>
                  </a:cubicBezTo>
                  <a:cubicBezTo>
                    <a:pt x="49" y="16"/>
                    <a:pt x="48" y="11"/>
                    <a:pt x="44" y="7"/>
                  </a:cubicBezTo>
                  <a:cubicBezTo>
                    <a:pt x="40" y="2"/>
                    <a:pt x="36" y="0"/>
                    <a:pt x="30" y="0"/>
                  </a:cubicBezTo>
                  <a:close/>
                  <a:moveTo>
                    <a:pt x="31" y="39"/>
                  </a:moveTo>
                  <a:cubicBezTo>
                    <a:pt x="26" y="44"/>
                    <a:pt x="22" y="47"/>
                    <a:pt x="18" y="47"/>
                  </a:cubicBezTo>
                  <a:cubicBezTo>
                    <a:pt x="16" y="47"/>
                    <a:pt x="15" y="46"/>
                    <a:pt x="14" y="44"/>
                  </a:cubicBezTo>
                  <a:cubicBezTo>
                    <a:pt x="13" y="42"/>
                    <a:pt x="12" y="40"/>
                    <a:pt x="12" y="37"/>
                  </a:cubicBezTo>
                  <a:cubicBezTo>
                    <a:pt x="12" y="33"/>
                    <a:pt x="13" y="28"/>
                    <a:pt x="15" y="23"/>
                  </a:cubicBezTo>
                  <a:cubicBezTo>
                    <a:pt x="18" y="19"/>
                    <a:pt x="20" y="16"/>
                    <a:pt x="22" y="14"/>
                  </a:cubicBezTo>
                  <a:cubicBezTo>
                    <a:pt x="22" y="14"/>
                    <a:pt x="22" y="14"/>
                    <a:pt x="22" y="14"/>
                  </a:cubicBezTo>
                  <a:cubicBezTo>
                    <a:pt x="24" y="12"/>
                    <a:pt x="27" y="11"/>
                    <a:pt x="29" y="11"/>
                  </a:cubicBezTo>
                  <a:cubicBezTo>
                    <a:pt x="32" y="11"/>
                    <a:pt x="34" y="12"/>
                    <a:pt x="35" y="14"/>
                  </a:cubicBezTo>
                  <a:cubicBezTo>
                    <a:pt x="37" y="17"/>
                    <a:pt x="37" y="19"/>
                    <a:pt x="37" y="23"/>
                  </a:cubicBezTo>
                  <a:cubicBezTo>
                    <a:pt x="37" y="29"/>
                    <a:pt x="35" y="35"/>
                    <a:pt x="31"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6" name="Freeform 305"/>
            <p:cNvSpPr>
              <a:spLocks/>
            </p:cNvSpPr>
            <p:nvPr/>
          </p:nvSpPr>
          <p:spPr bwMode="auto">
            <a:xfrm>
              <a:off x="7308850" y="6400801"/>
              <a:ext cx="74613" cy="85725"/>
            </a:xfrm>
            <a:custGeom>
              <a:avLst/>
              <a:gdLst>
                <a:gd name="T0" fmla="*/ 38 w 50"/>
                <a:gd name="T1" fmla="*/ 0 h 57"/>
                <a:gd name="T2" fmla="*/ 25 w 50"/>
                <a:gd name="T3" fmla="*/ 8 h 57"/>
                <a:gd name="T4" fmla="*/ 12 w 50"/>
                <a:gd name="T5" fmla="*/ 27 h 57"/>
                <a:gd name="T6" fmla="*/ 11 w 50"/>
                <a:gd name="T7" fmla="*/ 29 h 57"/>
                <a:gd name="T8" fmla="*/ 12 w 50"/>
                <a:gd name="T9" fmla="*/ 21 h 57"/>
                <a:gd name="T10" fmla="*/ 13 w 50"/>
                <a:gd name="T11" fmla="*/ 15 h 57"/>
                <a:gd name="T12" fmla="*/ 16 w 50"/>
                <a:gd name="T13" fmla="*/ 5 h 57"/>
                <a:gd name="T14" fmla="*/ 14 w 50"/>
                <a:gd name="T15" fmla="*/ 2 h 57"/>
                <a:gd name="T16" fmla="*/ 10 w 50"/>
                <a:gd name="T17" fmla="*/ 0 h 57"/>
                <a:gd name="T18" fmla="*/ 5 w 50"/>
                <a:gd name="T19" fmla="*/ 2 h 57"/>
                <a:gd name="T20" fmla="*/ 3 w 50"/>
                <a:gd name="T21" fmla="*/ 5 h 57"/>
                <a:gd name="T22" fmla="*/ 2 w 50"/>
                <a:gd name="T23" fmla="*/ 12 h 57"/>
                <a:gd name="T24" fmla="*/ 1 w 50"/>
                <a:gd name="T25" fmla="*/ 16 h 57"/>
                <a:gd name="T26" fmla="*/ 0 w 50"/>
                <a:gd name="T27" fmla="*/ 30 h 57"/>
                <a:gd name="T28" fmla="*/ 0 w 50"/>
                <a:gd name="T29" fmla="*/ 40 h 57"/>
                <a:gd name="T30" fmla="*/ 1 w 50"/>
                <a:gd name="T31" fmla="*/ 53 h 57"/>
                <a:gd name="T32" fmla="*/ 6 w 50"/>
                <a:gd name="T33" fmla="*/ 57 h 57"/>
                <a:gd name="T34" fmla="*/ 11 w 50"/>
                <a:gd name="T35" fmla="*/ 55 h 57"/>
                <a:gd name="T36" fmla="*/ 14 w 50"/>
                <a:gd name="T37" fmla="*/ 49 h 57"/>
                <a:gd name="T38" fmla="*/ 25 w 50"/>
                <a:gd name="T39" fmla="*/ 23 h 57"/>
                <a:gd name="T40" fmla="*/ 37 w 50"/>
                <a:gd name="T41" fmla="*/ 11 h 57"/>
                <a:gd name="T42" fmla="*/ 40 w 50"/>
                <a:gd name="T43" fmla="*/ 13 h 57"/>
                <a:gd name="T44" fmla="*/ 46 w 50"/>
                <a:gd name="T45" fmla="*/ 15 h 57"/>
                <a:gd name="T46" fmla="*/ 49 w 50"/>
                <a:gd name="T47" fmla="*/ 14 h 57"/>
                <a:gd name="T48" fmla="*/ 50 w 50"/>
                <a:gd name="T49" fmla="*/ 9 h 57"/>
                <a:gd name="T50" fmla="*/ 47 w 50"/>
                <a:gd name="T51" fmla="*/ 3 h 57"/>
                <a:gd name="T52" fmla="*/ 38 w 50"/>
                <a:gd name="T53"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0" h="57">
                  <a:moveTo>
                    <a:pt x="38" y="0"/>
                  </a:moveTo>
                  <a:cubicBezTo>
                    <a:pt x="34" y="0"/>
                    <a:pt x="29" y="2"/>
                    <a:pt x="25" y="8"/>
                  </a:cubicBezTo>
                  <a:cubicBezTo>
                    <a:pt x="20" y="13"/>
                    <a:pt x="16" y="19"/>
                    <a:pt x="12" y="27"/>
                  </a:cubicBezTo>
                  <a:cubicBezTo>
                    <a:pt x="11" y="29"/>
                    <a:pt x="11" y="29"/>
                    <a:pt x="11" y="29"/>
                  </a:cubicBezTo>
                  <a:cubicBezTo>
                    <a:pt x="12" y="21"/>
                    <a:pt x="12" y="21"/>
                    <a:pt x="12" y="21"/>
                  </a:cubicBezTo>
                  <a:cubicBezTo>
                    <a:pt x="12" y="19"/>
                    <a:pt x="13" y="17"/>
                    <a:pt x="13" y="15"/>
                  </a:cubicBezTo>
                  <a:cubicBezTo>
                    <a:pt x="15" y="10"/>
                    <a:pt x="16" y="7"/>
                    <a:pt x="16" y="5"/>
                  </a:cubicBezTo>
                  <a:cubicBezTo>
                    <a:pt x="16" y="4"/>
                    <a:pt x="15" y="3"/>
                    <a:pt x="14" y="2"/>
                  </a:cubicBezTo>
                  <a:cubicBezTo>
                    <a:pt x="13" y="1"/>
                    <a:pt x="12" y="0"/>
                    <a:pt x="10" y="0"/>
                  </a:cubicBezTo>
                  <a:cubicBezTo>
                    <a:pt x="8" y="0"/>
                    <a:pt x="7" y="1"/>
                    <a:pt x="5" y="2"/>
                  </a:cubicBezTo>
                  <a:cubicBezTo>
                    <a:pt x="4" y="3"/>
                    <a:pt x="3" y="4"/>
                    <a:pt x="3" y="5"/>
                  </a:cubicBezTo>
                  <a:cubicBezTo>
                    <a:pt x="2" y="7"/>
                    <a:pt x="2" y="9"/>
                    <a:pt x="2" y="12"/>
                  </a:cubicBezTo>
                  <a:cubicBezTo>
                    <a:pt x="2" y="13"/>
                    <a:pt x="1" y="14"/>
                    <a:pt x="1" y="16"/>
                  </a:cubicBezTo>
                  <a:cubicBezTo>
                    <a:pt x="1" y="21"/>
                    <a:pt x="0" y="26"/>
                    <a:pt x="0" y="30"/>
                  </a:cubicBezTo>
                  <a:cubicBezTo>
                    <a:pt x="0" y="34"/>
                    <a:pt x="0" y="37"/>
                    <a:pt x="0" y="40"/>
                  </a:cubicBezTo>
                  <a:cubicBezTo>
                    <a:pt x="0" y="46"/>
                    <a:pt x="0" y="50"/>
                    <a:pt x="1" y="53"/>
                  </a:cubicBezTo>
                  <a:cubicBezTo>
                    <a:pt x="2" y="55"/>
                    <a:pt x="4" y="57"/>
                    <a:pt x="6" y="57"/>
                  </a:cubicBezTo>
                  <a:cubicBezTo>
                    <a:pt x="8" y="57"/>
                    <a:pt x="10" y="56"/>
                    <a:pt x="11" y="55"/>
                  </a:cubicBezTo>
                  <a:cubicBezTo>
                    <a:pt x="13" y="54"/>
                    <a:pt x="14" y="52"/>
                    <a:pt x="14" y="49"/>
                  </a:cubicBezTo>
                  <a:cubicBezTo>
                    <a:pt x="15" y="39"/>
                    <a:pt x="19" y="31"/>
                    <a:pt x="25" y="23"/>
                  </a:cubicBezTo>
                  <a:cubicBezTo>
                    <a:pt x="31" y="15"/>
                    <a:pt x="35" y="11"/>
                    <a:pt x="37" y="11"/>
                  </a:cubicBezTo>
                  <a:cubicBezTo>
                    <a:pt x="38" y="11"/>
                    <a:pt x="39" y="12"/>
                    <a:pt x="40" y="13"/>
                  </a:cubicBezTo>
                  <a:cubicBezTo>
                    <a:pt x="42" y="14"/>
                    <a:pt x="44" y="15"/>
                    <a:pt x="46" y="15"/>
                  </a:cubicBezTo>
                  <a:cubicBezTo>
                    <a:pt x="47" y="15"/>
                    <a:pt x="48" y="15"/>
                    <a:pt x="49" y="14"/>
                  </a:cubicBezTo>
                  <a:cubicBezTo>
                    <a:pt x="50" y="12"/>
                    <a:pt x="50" y="11"/>
                    <a:pt x="50" y="9"/>
                  </a:cubicBezTo>
                  <a:cubicBezTo>
                    <a:pt x="50" y="7"/>
                    <a:pt x="49" y="5"/>
                    <a:pt x="47" y="3"/>
                  </a:cubicBezTo>
                  <a:cubicBezTo>
                    <a:pt x="45" y="1"/>
                    <a:pt x="42" y="0"/>
                    <a:pt x="3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7" name="Freeform 306"/>
            <p:cNvSpPr>
              <a:spLocks/>
            </p:cNvSpPr>
            <p:nvPr/>
          </p:nvSpPr>
          <p:spPr bwMode="auto">
            <a:xfrm>
              <a:off x="7385050" y="6356351"/>
              <a:ext cx="80963" cy="130175"/>
            </a:xfrm>
            <a:custGeom>
              <a:avLst/>
              <a:gdLst>
                <a:gd name="T0" fmla="*/ 53 w 55"/>
                <a:gd name="T1" fmla="*/ 76 h 87"/>
                <a:gd name="T2" fmla="*/ 51 w 55"/>
                <a:gd name="T3" fmla="*/ 76 h 87"/>
                <a:gd name="T4" fmla="*/ 44 w 55"/>
                <a:gd name="T5" fmla="*/ 73 h 87"/>
                <a:gd name="T6" fmla="*/ 34 w 55"/>
                <a:gd name="T7" fmla="*/ 64 h 87"/>
                <a:gd name="T8" fmla="*/ 29 w 55"/>
                <a:gd name="T9" fmla="*/ 57 h 87"/>
                <a:gd name="T10" fmla="*/ 30 w 55"/>
                <a:gd name="T11" fmla="*/ 55 h 87"/>
                <a:gd name="T12" fmla="*/ 36 w 55"/>
                <a:gd name="T13" fmla="*/ 50 h 87"/>
                <a:gd name="T14" fmla="*/ 43 w 55"/>
                <a:gd name="T15" fmla="*/ 45 h 87"/>
                <a:gd name="T16" fmla="*/ 48 w 55"/>
                <a:gd name="T17" fmla="*/ 42 h 87"/>
                <a:gd name="T18" fmla="*/ 48 w 55"/>
                <a:gd name="T19" fmla="*/ 42 h 87"/>
                <a:gd name="T20" fmla="*/ 48 w 55"/>
                <a:gd name="T21" fmla="*/ 42 h 87"/>
                <a:gd name="T22" fmla="*/ 53 w 55"/>
                <a:gd name="T23" fmla="*/ 34 h 87"/>
                <a:gd name="T24" fmla="*/ 48 w 55"/>
                <a:gd name="T25" fmla="*/ 30 h 87"/>
                <a:gd name="T26" fmla="*/ 30 w 55"/>
                <a:gd name="T27" fmla="*/ 41 h 87"/>
                <a:gd name="T28" fmla="*/ 15 w 55"/>
                <a:gd name="T29" fmla="*/ 55 h 87"/>
                <a:gd name="T30" fmla="*/ 17 w 55"/>
                <a:gd name="T31" fmla="*/ 39 h 87"/>
                <a:gd name="T32" fmla="*/ 17 w 55"/>
                <a:gd name="T33" fmla="*/ 39 h 87"/>
                <a:gd name="T34" fmla="*/ 18 w 55"/>
                <a:gd name="T35" fmla="*/ 32 h 87"/>
                <a:gd name="T36" fmla="*/ 22 w 55"/>
                <a:gd name="T37" fmla="*/ 6 h 87"/>
                <a:gd name="T38" fmla="*/ 21 w 55"/>
                <a:gd name="T39" fmla="*/ 2 h 87"/>
                <a:gd name="T40" fmla="*/ 17 w 55"/>
                <a:gd name="T41" fmla="*/ 0 h 87"/>
                <a:gd name="T42" fmla="*/ 13 w 55"/>
                <a:gd name="T43" fmla="*/ 2 h 87"/>
                <a:gd name="T44" fmla="*/ 10 w 55"/>
                <a:gd name="T45" fmla="*/ 6 h 87"/>
                <a:gd name="T46" fmla="*/ 8 w 55"/>
                <a:gd name="T47" fmla="*/ 18 h 87"/>
                <a:gd name="T48" fmla="*/ 5 w 55"/>
                <a:gd name="T49" fmla="*/ 42 h 87"/>
                <a:gd name="T50" fmla="*/ 1 w 55"/>
                <a:gd name="T51" fmla="*/ 74 h 87"/>
                <a:gd name="T52" fmla="*/ 0 w 55"/>
                <a:gd name="T53" fmla="*/ 82 h 87"/>
                <a:gd name="T54" fmla="*/ 1 w 55"/>
                <a:gd name="T55" fmla="*/ 85 h 87"/>
                <a:gd name="T56" fmla="*/ 6 w 55"/>
                <a:gd name="T57" fmla="*/ 87 h 87"/>
                <a:gd name="T58" fmla="*/ 11 w 55"/>
                <a:gd name="T59" fmla="*/ 85 h 87"/>
                <a:gd name="T60" fmla="*/ 13 w 55"/>
                <a:gd name="T61" fmla="*/ 79 h 87"/>
                <a:gd name="T62" fmla="*/ 14 w 55"/>
                <a:gd name="T63" fmla="*/ 68 h 87"/>
                <a:gd name="T64" fmla="*/ 14 w 55"/>
                <a:gd name="T65" fmla="*/ 68 h 87"/>
                <a:gd name="T66" fmla="*/ 16 w 55"/>
                <a:gd name="T67" fmla="*/ 66 h 87"/>
                <a:gd name="T68" fmla="*/ 18 w 55"/>
                <a:gd name="T69" fmla="*/ 64 h 87"/>
                <a:gd name="T70" fmla="*/ 25 w 55"/>
                <a:gd name="T71" fmla="*/ 71 h 87"/>
                <a:gd name="T72" fmla="*/ 37 w 55"/>
                <a:gd name="T73" fmla="*/ 84 h 87"/>
                <a:gd name="T74" fmla="*/ 44 w 55"/>
                <a:gd name="T75" fmla="*/ 86 h 87"/>
                <a:gd name="T76" fmla="*/ 53 w 55"/>
                <a:gd name="T77" fmla="*/ 84 h 87"/>
                <a:gd name="T78" fmla="*/ 55 w 55"/>
                <a:gd name="T79" fmla="*/ 79 h 87"/>
                <a:gd name="T80" fmla="*/ 55 w 55"/>
                <a:gd name="T81" fmla="*/ 77 h 87"/>
                <a:gd name="T82" fmla="*/ 53 w 55"/>
                <a:gd name="T83" fmla="*/ 76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5" h="87">
                  <a:moveTo>
                    <a:pt x="53" y="76"/>
                  </a:moveTo>
                  <a:cubicBezTo>
                    <a:pt x="51" y="76"/>
                    <a:pt x="51" y="76"/>
                    <a:pt x="51" y="76"/>
                  </a:cubicBezTo>
                  <a:cubicBezTo>
                    <a:pt x="48" y="76"/>
                    <a:pt x="46" y="75"/>
                    <a:pt x="44" y="73"/>
                  </a:cubicBezTo>
                  <a:cubicBezTo>
                    <a:pt x="41" y="71"/>
                    <a:pt x="38" y="69"/>
                    <a:pt x="34" y="64"/>
                  </a:cubicBezTo>
                  <a:cubicBezTo>
                    <a:pt x="30" y="60"/>
                    <a:pt x="29" y="58"/>
                    <a:pt x="29" y="57"/>
                  </a:cubicBezTo>
                  <a:cubicBezTo>
                    <a:pt x="29" y="57"/>
                    <a:pt x="29" y="56"/>
                    <a:pt x="30" y="55"/>
                  </a:cubicBezTo>
                  <a:cubicBezTo>
                    <a:pt x="31" y="53"/>
                    <a:pt x="33" y="52"/>
                    <a:pt x="36" y="50"/>
                  </a:cubicBezTo>
                  <a:cubicBezTo>
                    <a:pt x="38" y="48"/>
                    <a:pt x="41" y="46"/>
                    <a:pt x="43" y="45"/>
                  </a:cubicBezTo>
                  <a:cubicBezTo>
                    <a:pt x="44" y="44"/>
                    <a:pt x="46" y="43"/>
                    <a:pt x="48" y="42"/>
                  </a:cubicBezTo>
                  <a:cubicBezTo>
                    <a:pt x="48" y="42"/>
                    <a:pt x="48" y="42"/>
                    <a:pt x="48" y="42"/>
                  </a:cubicBezTo>
                  <a:cubicBezTo>
                    <a:pt x="48" y="42"/>
                    <a:pt x="48" y="42"/>
                    <a:pt x="48" y="42"/>
                  </a:cubicBezTo>
                  <a:cubicBezTo>
                    <a:pt x="51" y="40"/>
                    <a:pt x="53" y="38"/>
                    <a:pt x="53" y="34"/>
                  </a:cubicBezTo>
                  <a:cubicBezTo>
                    <a:pt x="53" y="31"/>
                    <a:pt x="51" y="30"/>
                    <a:pt x="48" y="30"/>
                  </a:cubicBezTo>
                  <a:cubicBezTo>
                    <a:pt x="44" y="30"/>
                    <a:pt x="38" y="34"/>
                    <a:pt x="30" y="41"/>
                  </a:cubicBezTo>
                  <a:cubicBezTo>
                    <a:pt x="15" y="55"/>
                    <a:pt x="15" y="55"/>
                    <a:pt x="15" y="55"/>
                  </a:cubicBezTo>
                  <a:cubicBezTo>
                    <a:pt x="15" y="54"/>
                    <a:pt x="15" y="48"/>
                    <a:pt x="17" y="39"/>
                  </a:cubicBezTo>
                  <a:cubicBezTo>
                    <a:pt x="17" y="39"/>
                    <a:pt x="17" y="39"/>
                    <a:pt x="17" y="39"/>
                  </a:cubicBezTo>
                  <a:cubicBezTo>
                    <a:pt x="18" y="32"/>
                    <a:pt x="18" y="32"/>
                    <a:pt x="18" y="32"/>
                  </a:cubicBezTo>
                  <a:cubicBezTo>
                    <a:pt x="21" y="17"/>
                    <a:pt x="22" y="9"/>
                    <a:pt x="22" y="6"/>
                  </a:cubicBezTo>
                  <a:cubicBezTo>
                    <a:pt x="22" y="5"/>
                    <a:pt x="22" y="3"/>
                    <a:pt x="21" y="2"/>
                  </a:cubicBezTo>
                  <a:cubicBezTo>
                    <a:pt x="20" y="1"/>
                    <a:pt x="19" y="0"/>
                    <a:pt x="17" y="0"/>
                  </a:cubicBezTo>
                  <a:cubicBezTo>
                    <a:pt x="16" y="0"/>
                    <a:pt x="14" y="1"/>
                    <a:pt x="13" y="2"/>
                  </a:cubicBezTo>
                  <a:cubicBezTo>
                    <a:pt x="12" y="3"/>
                    <a:pt x="11" y="4"/>
                    <a:pt x="10" y="6"/>
                  </a:cubicBezTo>
                  <a:cubicBezTo>
                    <a:pt x="9" y="8"/>
                    <a:pt x="9" y="12"/>
                    <a:pt x="8" y="18"/>
                  </a:cubicBezTo>
                  <a:cubicBezTo>
                    <a:pt x="7" y="24"/>
                    <a:pt x="6" y="32"/>
                    <a:pt x="5" y="42"/>
                  </a:cubicBezTo>
                  <a:cubicBezTo>
                    <a:pt x="4" y="55"/>
                    <a:pt x="3" y="66"/>
                    <a:pt x="1" y="74"/>
                  </a:cubicBezTo>
                  <a:cubicBezTo>
                    <a:pt x="0" y="78"/>
                    <a:pt x="0" y="81"/>
                    <a:pt x="0" y="82"/>
                  </a:cubicBezTo>
                  <a:cubicBezTo>
                    <a:pt x="0" y="83"/>
                    <a:pt x="0" y="84"/>
                    <a:pt x="1" y="85"/>
                  </a:cubicBezTo>
                  <a:cubicBezTo>
                    <a:pt x="3" y="86"/>
                    <a:pt x="4" y="87"/>
                    <a:pt x="6" y="87"/>
                  </a:cubicBezTo>
                  <a:cubicBezTo>
                    <a:pt x="8" y="87"/>
                    <a:pt x="10" y="86"/>
                    <a:pt x="11" y="85"/>
                  </a:cubicBezTo>
                  <a:cubicBezTo>
                    <a:pt x="12" y="83"/>
                    <a:pt x="13" y="82"/>
                    <a:pt x="13" y="79"/>
                  </a:cubicBezTo>
                  <a:cubicBezTo>
                    <a:pt x="13" y="75"/>
                    <a:pt x="13" y="71"/>
                    <a:pt x="14" y="68"/>
                  </a:cubicBezTo>
                  <a:cubicBezTo>
                    <a:pt x="14" y="68"/>
                    <a:pt x="14" y="68"/>
                    <a:pt x="14" y="68"/>
                  </a:cubicBezTo>
                  <a:cubicBezTo>
                    <a:pt x="14" y="68"/>
                    <a:pt x="15" y="67"/>
                    <a:pt x="16" y="66"/>
                  </a:cubicBezTo>
                  <a:cubicBezTo>
                    <a:pt x="17" y="64"/>
                    <a:pt x="18" y="64"/>
                    <a:pt x="18" y="64"/>
                  </a:cubicBezTo>
                  <a:cubicBezTo>
                    <a:pt x="19" y="64"/>
                    <a:pt x="21" y="66"/>
                    <a:pt x="25" y="71"/>
                  </a:cubicBezTo>
                  <a:cubicBezTo>
                    <a:pt x="30" y="78"/>
                    <a:pt x="34" y="82"/>
                    <a:pt x="37" y="84"/>
                  </a:cubicBezTo>
                  <a:cubicBezTo>
                    <a:pt x="39" y="85"/>
                    <a:pt x="42" y="86"/>
                    <a:pt x="44" y="86"/>
                  </a:cubicBezTo>
                  <a:cubicBezTo>
                    <a:pt x="48" y="86"/>
                    <a:pt x="51" y="85"/>
                    <a:pt x="53" y="84"/>
                  </a:cubicBezTo>
                  <a:cubicBezTo>
                    <a:pt x="55" y="82"/>
                    <a:pt x="55" y="80"/>
                    <a:pt x="55" y="79"/>
                  </a:cubicBezTo>
                  <a:cubicBezTo>
                    <a:pt x="55" y="78"/>
                    <a:pt x="55" y="77"/>
                    <a:pt x="55" y="77"/>
                  </a:cubicBezTo>
                  <a:cubicBezTo>
                    <a:pt x="54" y="76"/>
                    <a:pt x="54" y="76"/>
                    <a:pt x="53"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8" name="Freeform 307"/>
            <p:cNvSpPr>
              <a:spLocks noEditPoints="1"/>
            </p:cNvSpPr>
            <p:nvPr/>
          </p:nvSpPr>
          <p:spPr bwMode="auto">
            <a:xfrm>
              <a:off x="7473950" y="6397626"/>
              <a:ext cx="69850" cy="87313"/>
            </a:xfrm>
            <a:custGeom>
              <a:avLst/>
              <a:gdLst>
                <a:gd name="T0" fmla="*/ 44 w 47"/>
                <a:gd name="T1" fmla="*/ 36 h 59"/>
                <a:gd name="T2" fmla="*/ 40 w 47"/>
                <a:gd name="T3" fmla="*/ 38 h 59"/>
                <a:gd name="T4" fmla="*/ 20 w 47"/>
                <a:gd name="T5" fmla="*/ 49 h 59"/>
                <a:gd name="T6" fmla="*/ 14 w 47"/>
                <a:gd name="T7" fmla="*/ 47 h 59"/>
                <a:gd name="T8" fmla="*/ 12 w 47"/>
                <a:gd name="T9" fmla="*/ 42 h 59"/>
                <a:gd name="T10" fmla="*/ 14 w 47"/>
                <a:gd name="T11" fmla="*/ 40 h 59"/>
                <a:gd name="T12" fmla="*/ 35 w 47"/>
                <a:gd name="T13" fmla="*/ 29 h 59"/>
                <a:gd name="T14" fmla="*/ 44 w 47"/>
                <a:gd name="T15" fmla="*/ 12 h 59"/>
                <a:gd name="T16" fmla="*/ 40 w 47"/>
                <a:gd name="T17" fmla="*/ 4 h 59"/>
                <a:gd name="T18" fmla="*/ 31 w 47"/>
                <a:gd name="T19" fmla="*/ 0 h 59"/>
                <a:gd name="T20" fmla="*/ 10 w 47"/>
                <a:gd name="T21" fmla="*/ 13 h 59"/>
                <a:gd name="T22" fmla="*/ 0 w 47"/>
                <a:gd name="T23" fmla="*/ 39 h 59"/>
                <a:gd name="T24" fmla="*/ 5 w 47"/>
                <a:gd name="T25" fmla="*/ 54 h 59"/>
                <a:gd name="T26" fmla="*/ 18 w 47"/>
                <a:gd name="T27" fmla="*/ 59 h 59"/>
                <a:gd name="T28" fmla="*/ 38 w 47"/>
                <a:gd name="T29" fmla="*/ 52 h 59"/>
                <a:gd name="T30" fmla="*/ 47 w 47"/>
                <a:gd name="T31" fmla="*/ 40 h 59"/>
                <a:gd name="T32" fmla="*/ 44 w 47"/>
                <a:gd name="T33" fmla="*/ 36 h 59"/>
                <a:gd name="T34" fmla="*/ 20 w 47"/>
                <a:gd name="T35" fmla="*/ 17 h 59"/>
                <a:gd name="T36" fmla="*/ 30 w 47"/>
                <a:gd name="T37" fmla="*/ 11 h 59"/>
                <a:gd name="T38" fmla="*/ 32 w 47"/>
                <a:gd name="T39" fmla="*/ 12 h 59"/>
                <a:gd name="T40" fmla="*/ 33 w 47"/>
                <a:gd name="T41" fmla="*/ 15 h 59"/>
                <a:gd name="T42" fmla="*/ 27 w 47"/>
                <a:gd name="T43" fmla="*/ 24 h 59"/>
                <a:gd name="T44" fmla="*/ 13 w 47"/>
                <a:gd name="T45" fmla="*/ 31 h 59"/>
                <a:gd name="T46" fmla="*/ 20 w 47"/>
                <a:gd name="T47" fmla="*/ 1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59">
                  <a:moveTo>
                    <a:pt x="44" y="36"/>
                  </a:moveTo>
                  <a:cubicBezTo>
                    <a:pt x="43" y="36"/>
                    <a:pt x="41" y="37"/>
                    <a:pt x="40" y="38"/>
                  </a:cubicBezTo>
                  <a:cubicBezTo>
                    <a:pt x="33" y="45"/>
                    <a:pt x="27" y="49"/>
                    <a:pt x="20" y="49"/>
                  </a:cubicBezTo>
                  <a:cubicBezTo>
                    <a:pt x="18" y="49"/>
                    <a:pt x="16" y="48"/>
                    <a:pt x="14" y="47"/>
                  </a:cubicBezTo>
                  <a:cubicBezTo>
                    <a:pt x="13" y="45"/>
                    <a:pt x="12" y="44"/>
                    <a:pt x="12" y="42"/>
                  </a:cubicBezTo>
                  <a:cubicBezTo>
                    <a:pt x="12" y="41"/>
                    <a:pt x="13" y="40"/>
                    <a:pt x="14" y="40"/>
                  </a:cubicBezTo>
                  <a:cubicBezTo>
                    <a:pt x="22" y="38"/>
                    <a:pt x="30" y="34"/>
                    <a:pt x="35" y="29"/>
                  </a:cubicBezTo>
                  <a:cubicBezTo>
                    <a:pt x="41" y="24"/>
                    <a:pt x="44" y="18"/>
                    <a:pt x="44" y="12"/>
                  </a:cubicBezTo>
                  <a:cubicBezTo>
                    <a:pt x="44" y="9"/>
                    <a:pt x="42" y="6"/>
                    <a:pt x="40" y="4"/>
                  </a:cubicBezTo>
                  <a:cubicBezTo>
                    <a:pt x="38" y="2"/>
                    <a:pt x="35" y="0"/>
                    <a:pt x="31" y="0"/>
                  </a:cubicBezTo>
                  <a:cubicBezTo>
                    <a:pt x="24" y="0"/>
                    <a:pt x="16" y="4"/>
                    <a:pt x="10" y="13"/>
                  </a:cubicBezTo>
                  <a:cubicBezTo>
                    <a:pt x="3" y="21"/>
                    <a:pt x="0" y="30"/>
                    <a:pt x="0" y="39"/>
                  </a:cubicBezTo>
                  <a:cubicBezTo>
                    <a:pt x="0" y="46"/>
                    <a:pt x="1" y="50"/>
                    <a:pt x="5" y="54"/>
                  </a:cubicBezTo>
                  <a:cubicBezTo>
                    <a:pt x="8" y="58"/>
                    <a:pt x="12" y="59"/>
                    <a:pt x="18" y="59"/>
                  </a:cubicBezTo>
                  <a:cubicBezTo>
                    <a:pt x="25" y="59"/>
                    <a:pt x="32" y="57"/>
                    <a:pt x="38" y="52"/>
                  </a:cubicBezTo>
                  <a:cubicBezTo>
                    <a:pt x="44" y="47"/>
                    <a:pt x="47" y="43"/>
                    <a:pt x="47" y="40"/>
                  </a:cubicBezTo>
                  <a:cubicBezTo>
                    <a:pt x="47" y="37"/>
                    <a:pt x="46" y="36"/>
                    <a:pt x="44" y="36"/>
                  </a:cubicBezTo>
                  <a:close/>
                  <a:moveTo>
                    <a:pt x="20" y="17"/>
                  </a:moveTo>
                  <a:cubicBezTo>
                    <a:pt x="24" y="13"/>
                    <a:pt x="27" y="11"/>
                    <a:pt x="30" y="11"/>
                  </a:cubicBezTo>
                  <a:cubicBezTo>
                    <a:pt x="31" y="11"/>
                    <a:pt x="32" y="11"/>
                    <a:pt x="32" y="12"/>
                  </a:cubicBezTo>
                  <a:cubicBezTo>
                    <a:pt x="33" y="12"/>
                    <a:pt x="33" y="13"/>
                    <a:pt x="33" y="15"/>
                  </a:cubicBezTo>
                  <a:cubicBezTo>
                    <a:pt x="33" y="17"/>
                    <a:pt x="31" y="20"/>
                    <a:pt x="27" y="24"/>
                  </a:cubicBezTo>
                  <a:cubicBezTo>
                    <a:pt x="23" y="27"/>
                    <a:pt x="18" y="30"/>
                    <a:pt x="13" y="31"/>
                  </a:cubicBezTo>
                  <a:cubicBezTo>
                    <a:pt x="14" y="26"/>
                    <a:pt x="16" y="21"/>
                    <a:pt x="20"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9" name="Freeform 308"/>
            <p:cNvSpPr>
              <a:spLocks/>
            </p:cNvSpPr>
            <p:nvPr/>
          </p:nvSpPr>
          <p:spPr bwMode="auto">
            <a:xfrm>
              <a:off x="7559675" y="6400801"/>
              <a:ext cx="74613" cy="85725"/>
            </a:xfrm>
            <a:custGeom>
              <a:avLst/>
              <a:gdLst>
                <a:gd name="T0" fmla="*/ 50 w 50"/>
                <a:gd name="T1" fmla="*/ 9 h 57"/>
                <a:gd name="T2" fmla="*/ 47 w 50"/>
                <a:gd name="T3" fmla="*/ 3 h 57"/>
                <a:gd name="T4" fmla="*/ 38 w 50"/>
                <a:gd name="T5" fmla="*/ 0 h 57"/>
                <a:gd name="T6" fmla="*/ 25 w 50"/>
                <a:gd name="T7" fmla="*/ 8 h 57"/>
                <a:gd name="T8" fmla="*/ 12 w 50"/>
                <a:gd name="T9" fmla="*/ 27 h 57"/>
                <a:gd name="T10" fmla="*/ 11 w 50"/>
                <a:gd name="T11" fmla="*/ 29 h 57"/>
                <a:gd name="T12" fmla="*/ 12 w 50"/>
                <a:gd name="T13" fmla="*/ 21 h 57"/>
                <a:gd name="T14" fmla="*/ 13 w 50"/>
                <a:gd name="T15" fmla="*/ 15 h 57"/>
                <a:gd name="T16" fmla="*/ 16 w 50"/>
                <a:gd name="T17" fmla="*/ 5 h 57"/>
                <a:gd name="T18" fmla="*/ 14 w 50"/>
                <a:gd name="T19" fmla="*/ 2 h 57"/>
                <a:gd name="T20" fmla="*/ 10 w 50"/>
                <a:gd name="T21" fmla="*/ 0 h 57"/>
                <a:gd name="T22" fmla="*/ 5 w 50"/>
                <a:gd name="T23" fmla="*/ 2 h 57"/>
                <a:gd name="T24" fmla="*/ 3 w 50"/>
                <a:gd name="T25" fmla="*/ 5 h 57"/>
                <a:gd name="T26" fmla="*/ 2 w 50"/>
                <a:gd name="T27" fmla="*/ 12 h 57"/>
                <a:gd name="T28" fmla="*/ 1 w 50"/>
                <a:gd name="T29" fmla="*/ 16 h 57"/>
                <a:gd name="T30" fmla="*/ 0 w 50"/>
                <a:gd name="T31" fmla="*/ 30 h 57"/>
                <a:gd name="T32" fmla="*/ 0 w 50"/>
                <a:gd name="T33" fmla="*/ 40 h 57"/>
                <a:gd name="T34" fmla="*/ 1 w 50"/>
                <a:gd name="T35" fmla="*/ 53 h 57"/>
                <a:gd name="T36" fmla="*/ 6 w 50"/>
                <a:gd name="T37" fmla="*/ 57 h 57"/>
                <a:gd name="T38" fmla="*/ 12 w 50"/>
                <a:gd name="T39" fmla="*/ 55 h 57"/>
                <a:gd name="T40" fmla="*/ 14 w 50"/>
                <a:gd name="T41" fmla="*/ 49 h 57"/>
                <a:gd name="T42" fmla="*/ 25 w 50"/>
                <a:gd name="T43" fmla="*/ 23 h 57"/>
                <a:gd name="T44" fmla="*/ 37 w 50"/>
                <a:gd name="T45" fmla="*/ 11 h 57"/>
                <a:gd name="T46" fmla="*/ 40 w 50"/>
                <a:gd name="T47" fmla="*/ 13 h 57"/>
                <a:gd name="T48" fmla="*/ 46 w 50"/>
                <a:gd name="T49" fmla="*/ 15 h 57"/>
                <a:gd name="T50" fmla="*/ 49 w 50"/>
                <a:gd name="T51" fmla="*/ 14 h 57"/>
                <a:gd name="T52" fmla="*/ 50 w 50"/>
                <a:gd name="T53" fmla="*/ 9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0" h="57">
                  <a:moveTo>
                    <a:pt x="50" y="9"/>
                  </a:moveTo>
                  <a:cubicBezTo>
                    <a:pt x="50" y="7"/>
                    <a:pt x="49" y="5"/>
                    <a:pt x="47" y="3"/>
                  </a:cubicBezTo>
                  <a:cubicBezTo>
                    <a:pt x="45" y="1"/>
                    <a:pt x="42" y="0"/>
                    <a:pt x="38" y="0"/>
                  </a:cubicBezTo>
                  <a:cubicBezTo>
                    <a:pt x="34" y="0"/>
                    <a:pt x="29" y="2"/>
                    <a:pt x="25" y="8"/>
                  </a:cubicBezTo>
                  <a:cubicBezTo>
                    <a:pt x="20" y="13"/>
                    <a:pt x="16" y="19"/>
                    <a:pt x="12" y="27"/>
                  </a:cubicBezTo>
                  <a:cubicBezTo>
                    <a:pt x="11" y="29"/>
                    <a:pt x="11" y="29"/>
                    <a:pt x="11" y="29"/>
                  </a:cubicBezTo>
                  <a:cubicBezTo>
                    <a:pt x="12" y="21"/>
                    <a:pt x="12" y="21"/>
                    <a:pt x="12" y="21"/>
                  </a:cubicBezTo>
                  <a:cubicBezTo>
                    <a:pt x="12" y="19"/>
                    <a:pt x="13" y="17"/>
                    <a:pt x="13" y="15"/>
                  </a:cubicBezTo>
                  <a:cubicBezTo>
                    <a:pt x="15" y="10"/>
                    <a:pt x="16" y="7"/>
                    <a:pt x="16" y="5"/>
                  </a:cubicBezTo>
                  <a:cubicBezTo>
                    <a:pt x="16" y="4"/>
                    <a:pt x="15" y="3"/>
                    <a:pt x="14" y="2"/>
                  </a:cubicBezTo>
                  <a:cubicBezTo>
                    <a:pt x="13" y="1"/>
                    <a:pt x="12" y="0"/>
                    <a:pt x="10" y="0"/>
                  </a:cubicBezTo>
                  <a:cubicBezTo>
                    <a:pt x="8" y="0"/>
                    <a:pt x="7" y="1"/>
                    <a:pt x="5" y="2"/>
                  </a:cubicBezTo>
                  <a:cubicBezTo>
                    <a:pt x="4" y="3"/>
                    <a:pt x="3" y="4"/>
                    <a:pt x="3" y="5"/>
                  </a:cubicBezTo>
                  <a:cubicBezTo>
                    <a:pt x="2" y="7"/>
                    <a:pt x="2" y="9"/>
                    <a:pt x="2" y="12"/>
                  </a:cubicBezTo>
                  <a:cubicBezTo>
                    <a:pt x="2" y="13"/>
                    <a:pt x="1" y="14"/>
                    <a:pt x="1" y="16"/>
                  </a:cubicBezTo>
                  <a:cubicBezTo>
                    <a:pt x="1" y="21"/>
                    <a:pt x="0" y="26"/>
                    <a:pt x="0" y="30"/>
                  </a:cubicBezTo>
                  <a:cubicBezTo>
                    <a:pt x="0" y="34"/>
                    <a:pt x="0" y="37"/>
                    <a:pt x="0" y="40"/>
                  </a:cubicBezTo>
                  <a:cubicBezTo>
                    <a:pt x="0" y="46"/>
                    <a:pt x="0" y="50"/>
                    <a:pt x="1" y="53"/>
                  </a:cubicBezTo>
                  <a:cubicBezTo>
                    <a:pt x="2" y="55"/>
                    <a:pt x="4" y="57"/>
                    <a:pt x="6" y="57"/>
                  </a:cubicBezTo>
                  <a:cubicBezTo>
                    <a:pt x="9" y="57"/>
                    <a:pt x="10" y="56"/>
                    <a:pt x="12" y="55"/>
                  </a:cubicBezTo>
                  <a:cubicBezTo>
                    <a:pt x="13" y="54"/>
                    <a:pt x="14" y="52"/>
                    <a:pt x="14" y="49"/>
                  </a:cubicBezTo>
                  <a:cubicBezTo>
                    <a:pt x="15" y="39"/>
                    <a:pt x="19" y="31"/>
                    <a:pt x="25" y="23"/>
                  </a:cubicBezTo>
                  <a:cubicBezTo>
                    <a:pt x="31" y="15"/>
                    <a:pt x="35" y="11"/>
                    <a:pt x="37" y="11"/>
                  </a:cubicBezTo>
                  <a:cubicBezTo>
                    <a:pt x="38" y="11"/>
                    <a:pt x="39" y="12"/>
                    <a:pt x="40" y="13"/>
                  </a:cubicBezTo>
                  <a:cubicBezTo>
                    <a:pt x="42" y="14"/>
                    <a:pt x="44" y="15"/>
                    <a:pt x="46" y="15"/>
                  </a:cubicBezTo>
                  <a:cubicBezTo>
                    <a:pt x="47" y="15"/>
                    <a:pt x="48" y="15"/>
                    <a:pt x="49" y="14"/>
                  </a:cubicBezTo>
                  <a:cubicBezTo>
                    <a:pt x="50" y="12"/>
                    <a:pt x="50" y="11"/>
                    <a:pt x="5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0" name="Freeform 309"/>
            <p:cNvSpPr>
              <a:spLocks/>
            </p:cNvSpPr>
            <p:nvPr/>
          </p:nvSpPr>
          <p:spPr bwMode="auto">
            <a:xfrm>
              <a:off x="7629525" y="6396038"/>
              <a:ext cx="61913" cy="90488"/>
            </a:xfrm>
            <a:custGeom>
              <a:avLst/>
              <a:gdLst>
                <a:gd name="T0" fmla="*/ 22 w 42"/>
                <a:gd name="T1" fmla="*/ 14 h 61"/>
                <a:gd name="T2" fmla="*/ 32 w 42"/>
                <a:gd name="T3" fmla="*/ 11 h 61"/>
                <a:gd name="T4" fmla="*/ 34 w 42"/>
                <a:gd name="T5" fmla="*/ 12 h 61"/>
                <a:gd name="T6" fmla="*/ 36 w 42"/>
                <a:gd name="T7" fmla="*/ 12 h 61"/>
                <a:gd name="T8" fmla="*/ 40 w 42"/>
                <a:gd name="T9" fmla="*/ 11 h 61"/>
                <a:gd name="T10" fmla="*/ 42 w 42"/>
                <a:gd name="T11" fmla="*/ 7 h 61"/>
                <a:gd name="T12" fmla="*/ 33 w 42"/>
                <a:gd name="T13" fmla="*/ 0 h 61"/>
                <a:gd name="T14" fmla="*/ 14 w 42"/>
                <a:gd name="T15" fmla="*/ 7 h 61"/>
                <a:gd name="T16" fmla="*/ 4 w 42"/>
                <a:gd name="T17" fmla="*/ 22 h 61"/>
                <a:gd name="T18" fmla="*/ 7 w 42"/>
                <a:gd name="T19" fmla="*/ 30 h 61"/>
                <a:gd name="T20" fmla="*/ 21 w 42"/>
                <a:gd name="T21" fmla="*/ 39 h 61"/>
                <a:gd name="T22" fmla="*/ 29 w 42"/>
                <a:gd name="T23" fmla="*/ 45 h 61"/>
                <a:gd name="T24" fmla="*/ 22 w 42"/>
                <a:gd name="T25" fmla="*/ 49 h 61"/>
                <a:gd name="T26" fmla="*/ 12 w 42"/>
                <a:gd name="T27" fmla="*/ 50 h 61"/>
                <a:gd name="T28" fmla="*/ 9 w 42"/>
                <a:gd name="T29" fmla="*/ 50 h 61"/>
                <a:gd name="T30" fmla="*/ 6 w 42"/>
                <a:gd name="T31" fmla="*/ 49 h 61"/>
                <a:gd name="T32" fmla="*/ 1 w 42"/>
                <a:gd name="T33" fmla="*/ 51 h 61"/>
                <a:gd name="T34" fmla="*/ 0 w 42"/>
                <a:gd name="T35" fmla="*/ 55 h 61"/>
                <a:gd name="T36" fmla="*/ 9 w 42"/>
                <a:gd name="T37" fmla="*/ 61 h 61"/>
                <a:gd name="T38" fmla="*/ 31 w 42"/>
                <a:gd name="T39" fmla="*/ 56 h 61"/>
                <a:gd name="T40" fmla="*/ 41 w 42"/>
                <a:gd name="T41" fmla="*/ 44 h 61"/>
                <a:gd name="T42" fmla="*/ 38 w 42"/>
                <a:gd name="T43" fmla="*/ 37 h 61"/>
                <a:gd name="T44" fmla="*/ 27 w 42"/>
                <a:gd name="T45" fmla="*/ 29 h 61"/>
                <a:gd name="T46" fmla="*/ 19 w 42"/>
                <a:gd name="T47" fmla="*/ 25 h 61"/>
                <a:gd name="T48" fmla="*/ 17 w 42"/>
                <a:gd name="T49" fmla="*/ 21 h 61"/>
                <a:gd name="T50" fmla="*/ 22 w 42"/>
                <a:gd name="T51" fmla="*/ 1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 h="61">
                  <a:moveTo>
                    <a:pt x="22" y="14"/>
                  </a:moveTo>
                  <a:cubicBezTo>
                    <a:pt x="26" y="12"/>
                    <a:pt x="29" y="11"/>
                    <a:pt x="32" y="11"/>
                  </a:cubicBezTo>
                  <a:cubicBezTo>
                    <a:pt x="33" y="11"/>
                    <a:pt x="33" y="11"/>
                    <a:pt x="34" y="12"/>
                  </a:cubicBezTo>
                  <a:cubicBezTo>
                    <a:pt x="35" y="12"/>
                    <a:pt x="36" y="12"/>
                    <a:pt x="36" y="12"/>
                  </a:cubicBezTo>
                  <a:cubicBezTo>
                    <a:pt x="37" y="12"/>
                    <a:pt x="38" y="12"/>
                    <a:pt x="40" y="11"/>
                  </a:cubicBezTo>
                  <a:cubicBezTo>
                    <a:pt x="41" y="10"/>
                    <a:pt x="42" y="9"/>
                    <a:pt x="42" y="7"/>
                  </a:cubicBezTo>
                  <a:cubicBezTo>
                    <a:pt x="42" y="2"/>
                    <a:pt x="39" y="0"/>
                    <a:pt x="33" y="0"/>
                  </a:cubicBezTo>
                  <a:cubicBezTo>
                    <a:pt x="27" y="0"/>
                    <a:pt x="21" y="2"/>
                    <a:pt x="14" y="7"/>
                  </a:cubicBezTo>
                  <a:cubicBezTo>
                    <a:pt x="8" y="11"/>
                    <a:pt x="4" y="16"/>
                    <a:pt x="4" y="22"/>
                  </a:cubicBezTo>
                  <a:cubicBezTo>
                    <a:pt x="4" y="25"/>
                    <a:pt x="5" y="28"/>
                    <a:pt x="7" y="30"/>
                  </a:cubicBezTo>
                  <a:cubicBezTo>
                    <a:pt x="9" y="32"/>
                    <a:pt x="14" y="35"/>
                    <a:pt x="21" y="39"/>
                  </a:cubicBezTo>
                  <a:cubicBezTo>
                    <a:pt x="26" y="41"/>
                    <a:pt x="29" y="43"/>
                    <a:pt x="29" y="45"/>
                  </a:cubicBezTo>
                  <a:cubicBezTo>
                    <a:pt x="28" y="47"/>
                    <a:pt x="26" y="48"/>
                    <a:pt x="22" y="49"/>
                  </a:cubicBezTo>
                  <a:cubicBezTo>
                    <a:pt x="19" y="50"/>
                    <a:pt x="16" y="50"/>
                    <a:pt x="12" y="50"/>
                  </a:cubicBezTo>
                  <a:cubicBezTo>
                    <a:pt x="11" y="50"/>
                    <a:pt x="10" y="50"/>
                    <a:pt x="9" y="50"/>
                  </a:cubicBezTo>
                  <a:cubicBezTo>
                    <a:pt x="7" y="49"/>
                    <a:pt x="6" y="49"/>
                    <a:pt x="6" y="49"/>
                  </a:cubicBezTo>
                  <a:cubicBezTo>
                    <a:pt x="4" y="49"/>
                    <a:pt x="3" y="50"/>
                    <a:pt x="1" y="51"/>
                  </a:cubicBezTo>
                  <a:cubicBezTo>
                    <a:pt x="0" y="52"/>
                    <a:pt x="0" y="53"/>
                    <a:pt x="0" y="55"/>
                  </a:cubicBezTo>
                  <a:cubicBezTo>
                    <a:pt x="0" y="59"/>
                    <a:pt x="3" y="61"/>
                    <a:pt x="9" y="61"/>
                  </a:cubicBezTo>
                  <a:cubicBezTo>
                    <a:pt x="17" y="61"/>
                    <a:pt x="24" y="60"/>
                    <a:pt x="31" y="56"/>
                  </a:cubicBezTo>
                  <a:cubicBezTo>
                    <a:pt x="38" y="53"/>
                    <a:pt x="41" y="49"/>
                    <a:pt x="41" y="44"/>
                  </a:cubicBezTo>
                  <a:cubicBezTo>
                    <a:pt x="41" y="42"/>
                    <a:pt x="40" y="39"/>
                    <a:pt x="38" y="37"/>
                  </a:cubicBezTo>
                  <a:cubicBezTo>
                    <a:pt x="36" y="35"/>
                    <a:pt x="33" y="32"/>
                    <a:pt x="27" y="29"/>
                  </a:cubicBezTo>
                  <a:cubicBezTo>
                    <a:pt x="23" y="28"/>
                    <a:pt x="20" y="26"/>
                    <a:pt x="19" y="25"/>
                  </a:cubicBezTo>
                  <a:cubicBezTo>
                    <a:pt x="18" y="24"/>
                    <a:pt x="17" y="22"/>
                    <a:pt x="17" y="21"/>
                  </a:cubicBezTo>
                  <a:cubicBezTo>
                    <a:pt x="17" y="18"/>
                    <a:pt x="19" y="16"/>
                    <a:pt x="22"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1" name="Freeform 468"/>
            <p:cNvSpPr>
              <a:spLocks/>
            </p:cNvSpPr>
            <p:nvPr/>
          </p:nvSpPr>
          <p:spPr bwMode="auto">
            <a:xfrm>
              <a:off x="8023225" y="6372226"/>
              <a:ext cx="30163" cy="112713"/>
            </a:xfrm>
            <a:custGeom>
              <a:avLst/>
              <a:gdLst>
                <a:gd name="T0" fmla="*/ 14 w 20"/>
                <a:gd name="T1" fmla="*/ 0 h 76"/>
                <a:gd name="T2" fmla="*/ 11 w 20"/>
                <a:gd name="T3" fmla="*/ 2 h 76"/>
                <a:gd name="T4" fmla="*/ 8 w 20"/>
                <a:gd name="T5" fmla="*/ 5 h 76"/>
                <a:gd name="T6" fmla="*/ 6 w 20"/>
                <a:gd name="T7" fmla="*/ 11 h 76"/>
                <a:gd name="T8" fmla="*/ 5 w 20"/>
                <a:gd name="T9" fmla="*/ 19 h 76"/>
                <a:gd name="T10" fmla="*/ 2 w 20"/>
                <a:gd name="T11" fmla="*/ 39 h 76"/>
                <a:gd name="T12" fmla="*/ 0 w 20"/>
                <a:gd name="T13" fmla="*/ 62 h 76"/>
                <a:gd name="T14" fmla="*/ 1 w 20"/>
                <a:gd name="T15" fmla="*/ 72 h 76"/>
                <a:gd name="T16" fmla="*/ 6 w 20"/>
                <a:gd name="T17" fmla="*/ 76 h 76"/>
                <a:gd name="T18" fmla="*/ 11 w 20"/>
                <a:gd name="T19" fmla="*/ 73 h 76"/>
                <a:gd name="T20" fmla="*/ 13 w 20"/>
                <a:gd name="T21" fmla="*/ 67 h 76"/>
                <a:gd name="T22" fmla="*/ 12 w 20"/>
                <a:gd name="T23" fmla="*/ 54 h 76"/>
                <a:gd name="T24" fmla="*/ 14 w 20"/>
                <a:gd name="T25" fmla="*/ 39 h 76"/>
                <a:gd name="T26" fmla="*/ 15 w 20"/>
                <a:gd name="T27" fmla="*/ 31 h 76"/>
                <a:gd name="T28" fmla="*/ 16 w 20"/>
                <a:gd name="T29" fmla="*/ 24 h 76"/>
                <a:gd name="T30" fmla="*/ 20 w 20"/>
                <a:gd name="T31" fmla="*/ 9 h 76"/>
                <a:gd name="T32" fmla="*/ 19 w 20"/>
                <a:gd name="T33" fmla="*/ 3 h 76"/>
                <a:gd name="T34" fmla="*/ 14 w 20"/>
                <a:gd name="T35"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 h="76">
                  <a:moveTo>
                    <a:pt x="14" y="0"/>
                  </a:moveTo>
                  <a:cubicBezTo>
                    <a:pt x="13" y="0"/>
                    <a:pt x="12" y="1"/>
                    <a:pt x="11" y="2"/>
                  </a:cubicBezTo>
                  <a:cubicBezTo>
                    <a:pt x="9" y="3"/>
                    <a:pt x="8" y="4"/>
                    <a:pt x="8" y="5"/>
                  </a:cubicBezTo>
                  <a:cubicBezTo>
                    <a:pt x="7" y="5"/>
                    <a:pt x="6" y="8"/>
                    <a:pt x="6" y="11"/>
                  </a:cubicBezTo>
                  <a:cubicBezTo>
                    <a:pt x="6" y="14"/>
                    <a:pt x="5" y="17"/>
                    <a:pt x="5" y="19"/>
                  </a:cubicBezTo>
                  <a:cubicBezTo>
                    <a:pt x="2" y="39"/>
                    <a:pt x="2" y="39"/>
                    <a:pt x="2" y="39"/>
                  </a:cubicBezTo>
                  <a:cubicBezTo>
                    <a:pt x="0" y="51"/>
                    <a:pt x="0" y="59"/>
                    <a:pt x="0" y="62"/>
                  </a:cubicBezTo>
                  <a:cubicBezTo>
                    <a:pt x="0" y="67"/>
                    <a:pt x="0" y="70"/>
                    <a:pt x="1" y="72"/>
                  </a:cubicBezTo>
                  <a:cubicBezTo>
                    <a:pt x="2" y="75"/>
                    <a:pt x="4" y="76"/>
                    <a:pt x="6" y="76"/>
                  </a:cubicBezTo>
                  <a:cubicBezTo>
                    <a:pt x="8" y="76"/>
                    <a:pt x="10" y="75"/>
                    <a:pt x="11" y="73"/>
                  </a:cubicBezTo>
                  <a:cubicBezTo>
                    <a:pt x="13" y="72"/>
                    <a:pt x="14" y="70"/>
                    <a:pt x="13" y="67"/>
                  </a:cubicBezTo>
                  <a:cubicBezTo>
                    <a:pt x="13" y="62"/>
                    <a:pt x="12" y="58"/>
                    <a:pt x="12" y="54"/>
                  </a:cubicBezTo>
                  <a:cubicBezTo>
                    <a:pt x="12" y="51"/>
                    <a:pt x="13" y="46"/>
                    <a:pt x="14" y="39"/>
                  </a:cubicBezTo>
                  <a:cubicBezTo>
                    <a:pt x="15" y="35"/>
                    <a:pt x="15" y="32"/>
                    <a:pt x="15" y="31"/>
                  </a:cubicBezTo>
                  <a:cubicBezTo>
                    <a:pt x="15" y="29"/>
                    <a:pt x="16" y="27"/>
                    <a:pt x="16" y="24"/>
                  </a:cubicBezTo>
                  <a:cubicBezTo>
                    <a:pt x="20" y="9"/>
                    <a:pt x="20" y="9"/>
                    <a:pt x="20" y="9"/>
                  </a:cubicBezTo>
                  <a:cubicBezTo>
                    <a:pt x="20" y="6"/>
                    <a:pt x="20" y="4"/>
                    <a:pt x="19" y="3"/>
                  </a:cubicBezTo>
                  <a:cubicBezTo>
                    <a:pt x="18" y="1"/>
                    <a:pt x="16" y="0"/>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2" name="Freeform 469"/>
            <p:cNvSpPr>
              <a:spLocks/>
            </p:cNvSpPr>
            <p:nvPr/>
          </p:nvSpPr>
          <p:spPr bwMode="auto">
            <a:xfrm>
              <a:off x="8066088" y="6403976"/>
              <a:ext cx="95250" cy="77788"/>
            </a:xfrm>
            <a:custGeom>
              <a:avLst/>
              <a:gdLst>
                <a:gd name="T0" fmla="*/ 62 w 64"/>
                <a:gd name="T1" fmla="*/ 39 h 52"/>
                <a:gd name="T2" fmla="*/ 59 w 64"/>
                <a:gd name="T3" fmla="*/ 39 h 52"/>
                <a:gd name="T4" fmla="*/ 56 w 64"/>
                <a:gd name="T5" fmla="*/ 40 h 52"/>
                <a:gd name="T6" fmla="*/ 51 w 64"/>
                <a:gd name="T7" fmla="*/ 21 h 52"/>
                <a:gd name="T8" fmla="*/ 38 w 64"/>
                <a:gd name="T9" fmla="*/ 3 h 52"/>
                <a:gd name="T10" fmla="*/ 13 w 64"/>
                <a:gd name="T11" fmla="*/ 28 h 52"/>
                <a:gd name="T12" fmla="*/ 16 w 64"/>
                <a:gd name="T13" fmla="*/ 10 h 52"/>
                <a:gd name="T14" fmla="*/ 15 w 64"/>
                <a:gd name="T15" fmla="*/ 2 h 52"/>
                <a:gd name="T16" fmla="*/ 10 w 64"/>
                <a:gd name="T17" fmla="*/ 0 h 52"/>
                <a:gd name="T18" fmla="*/ 6 w 64"/>
                <a:gd name="T19" fmla="*/ 3 h 52"/>
                <a:gd name="T20" fmla="*/ 4 w 64"/>
                <a:gd name="T21" fmla="*/ 8 h 52"/>
                <a:gd name="T22" fmla="*/ 2 w 64"/>
                <a:gd name="T23" fmla="*/ 35 h 52"/>
                <a:gd name="T24" fmla="*/ 0 w 64"/>
                <a:gd name="T25" fmla="*/ 45 h 52"/>
                <a:gd name="T26" fmla="*/ 8 w 64"/>
                <a:gd name="T27" fmla="*/ 52 h 52"/>
                <a:gd name="T28" fmla="*/ 10 w 64"/>
                <a:gd name="T29" fmla="*/ 51 h 52"/>
                <a:gd name="T30" fmla="*/ 12 w 64"/>
                <a:gd name="T31" fmla="*/ 48 h 52"/>
                <a:gd name="T32" fmla="*/ 23 w 64"/>
                <a:gd name="T33" fmla="*/ 28 h 52"/>
                <a:gd name="T34" fmla="*/ 36 w 64"/>
                <a:gd name="T35" fmla="*/ 15 h 52"/>
                <a:gd name="T36" fmla="*/ 41 w 64"/>
                <a:gd name="T37" fmla="*/ 28 h 52"/>
                <a:gd name="T38" fmla="*/ 44 w 64"/>
                <a:gd name="T39" fmla="*/ 45 h 52"/>
                <a:gd name="T40" fmla="*/ 44 w 64"/>
                <a:gd name="T41" fmla="*/ 45 h 52"/>
                <a:gd name="T42" fmla="*/ 52 w 64"/>
                <a:gd name="T43" fmla="*/ 50 h 52"/>
                <a:gd name="T44" fmla="*/ 61 w 64"/>
                <a:gd name="T45" fmla="*/ 47 h 52"/>
                <a:gd name="T46" fmla="*/ 64 w 64"/>
                <a:gd name="T47" fmla="*/ 41 h 52"/>
                <a:gd name="T48" fmla="*/ 62 w 64"/>
                <a:gd name="T49" fmla="*/ 3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4" h="52">
                  <a:moveTo>
                    <a:pt x="62" y="39"/>
                  </a:moveTo>
                  <a:cubicBezTo>
                    <a:pt x="61" y="39"/>
                    <a:pt x="60" y="39"/>
                    <a:pt x="59" y="39"/>
                  </a:cubicBezTo>
                  <a:cubicBezTo>
                    <a:pt x="58" y="39"/>
                    <a:pt x="57" y="40"/>
                    <a:pt x="56" y="40"/>
                  </a:cubicBezTo>
                  <a:cubicBezTo>
                    <a:pt x="54" y="40"/>
                    <a:pt x="53" y="33"/>
                    <a:pt x="51" y="21"/>
                  </a:cubicBezTo>
                  <a:cubicBezTo>
                    <a:pt x="50" y="9"/>
                    <a:pt x="46" y="3"/>
                    <a:pt x="38" y="3"/>
                  </a:cubicBezTo>
                  <a:cubicBezTo>
                    <a:pt x="29" y="3"/>
                    <a:pt x="21" y="11"/>
                    <a:pt x="13" y="28"/>
                  </a:cubicBezTo>
                  <a:cubicBezTo>
                    <a:pt x="15" y="19"/>
                    <a:pt x="16" y="13"/>
                    <a:pt x="16" y="10"/>
                  </a:cubicBezTo>
                  <a:cubicBezTo>
                    <a:pt x="16" y="5"/>
                    <a:pt x="16" y="3"/>
                    <a:pt x="15" y="2"/>
                  </a:cubicBezTo>
                  <a:cubicBezTo>
                    <a:pt x="14" y="1"/>
                    <a:pt x="12" y="0"/>
                    <a:pt x="10" y="0"/>
                  </a:cubicBezTo>
                  <a:cubicBezTo>
                    <a:pt x="9" y="0"/>
                    <a:pt x="7" y="1"/>
                    <a:pt x="6" y="3"/>
                  </a:cubicBezTo>
                  <a:cubicBezTo>
                    <a:pt x="4" y="5"/>
                    <a:pt x="4" y="7"/>
                    <a:pt x="4" y="8"/>
                  </a:cubicBezTo>
                  <a:cubicBezTo>
                    <a:pt x="4" y="19"/>
                    <a:pt x="3" y="27"/>
                    <a:pt x="2" y="35"/>
                  </a:cubicBezTo>
                  <a:cubicBezTo>
                    <a:pt x="1" y="40"/>
                    <a:pt x="0" y="44"/>
                    <a:pt x="0" y="45"/>
                  </a:cubicBezTo>
                  <a:cubicBezTo>
                    <a:pt x="0" y="50"/>
                    <a:pt x="3" y="52"/>
                    <a:pt x="8" y="52"/>
                  </a:cubicBezTo>
                  <a:cubicBezTo>
                    <a:pt x="9" y="52"/>
                    <a:pt x="10" y="52"/>
                    <a:pt x="10" y="51"/>
                  </a:cubicBezTo>
                  <a:cubicBezTo>
                    <a:pt x="11" y="50"/>
                    <a:pt x="12" y="49"/>
                    <a:pt x="12" y="48"/>
                  </a:cubicBezTo>
                  <a:cubicBezTo>
                    <a:pt x="13" y="44"/>
                    <a:pt x="17" y="37"/>
                    <a:pt x="23" y="28"/>
                  </a:cubicBezTo>
                  <a:cubicBezTo>
                    <a:pt x="29" y="19"/>
                    <a:pt x="33" y="15"/>
                    <a:pt x="36" y="15"/>
                  </a:cubicBezTo>
                  <a:cubicBezTo>
                    <a:pt x="38" y="15"/>
                    <a:pt x="40" y="19"/>
                    <a:pt x="41" y="28"/>
                  </a:cubicBezTo>
                  <a:cubicBezTo>
                    <a:pt x="41" y="36"/>
                    <a:pt x="42" y="42"/>
                    <a:pt x="44" y="45"/>
                  </a:cubicBezTo>
                  <a:cubicBezTo>
                    <a:pt x="44" y="45"/>
                    <a:pt x="44" y="45"/>
                    <a:pt x="44" y="45"/>
                  </a:cubicBezTo>
                  <a:cubicBezTo>
                    <a:pt x="46" y="48"/>
                    <a:pt x="48" y="50"/>
                    <a:pt x="52" y="50"/>
                  </a:cubicBezTo>
                  <a:cubicBezTo>
                    <a:pt x="56" y="50"/>
                    <a:pt x="59" y="49"/>
                    <a:pt x="61" y="47"/>
                  </a:cubicBezTo>
                  <a:cubicBezTo>
                    <a:pt x="63" y="45"/>
                    <a:pt x="64" y="43"/>
                    <a:pt x="64" y="41"/>
                  </a:cubicBezTo>
                  <a:cubicBezTo>
                    <a:pt x="64" y="39"/>
                    <a:pt x="63" y="39"/>
                    <a:pt x="62"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3" name="Freeform 470"/>
            <p:cNvSpPr>
              <a:spLocks/>
            </p:cNvSpPr>
            <p:nvPr/>
          </p:nvSpPr>
          <p:spPr bwMode="auto">
            <a:xfrm>
              <a:off x="8166100" y="6400801"/>
              <a:ext cx="85725" cy="87313"/>
            </a:xfrm>
            <a:custGeom>
              <a:avLst/>
              <a:gdLst>
                <a:gd name="T0" fmla="*/ 56 w 58"/>
                <a:gd name="T1" fmla="*/ 2 h 59"/>
                <a:gd name="T2" fmla="*/ 52 w 58"/>
                <a:gd name="T3" fmla="*/ 0 h 59"/>
                <a:gd name="T4" fmla="*/ 47 w 58"/>
                <a:gd name="T5" fmla="*/ 1 h 59"/>
                <a:gd name="T6" fmla="*/ 40 w 58"/>
                <a:gd name="T7" fmla="*/ 9 h 59"/>
                <a:gd name="T8" fmla="*/ 30 w 58"/>
                <a:gd name="T9" fmla="*/ 24 h 59"/>
                <a:gd name="T10" fmla="*/ 22 w 58"/>
                <a:gd name="T11" fmla="*/ 36 h 59"/>
                <a:gd name="T12" fmla="*/ 20 w 58"/>
                <a:gd name="T13" fmla="*/ 40 h 59"/>
                <a:gd name="T14" fmla="*/ 19 w 58"/>
                <a:gd name="T15" fmla="*/ 37 h 59"/>
                <a:gd name="T16" fmla="*/ 17 w 58"/>
                <a:gd name="T17" fmla="*/ 32 h 59"/>
                <a:gd name="T18" fmla="*/ 15 w 58"/>
                <a:gd name="T19" fmla="*/ 23 h 59"/>
                <a:gd name="T20" fmla="*/ 13 w 58"/>
                <a:gd name="T21" fmla="*/ 15 h 59"/>
                <a:gd name="T22" fmla="*/ 13 w 58"/>
                <a:gd name="T23" fmla="*/ 9 h 59"/>
                <a:gd name="T24" fmla="*/ 7 w 58"/>
                <a:gd name="T25" fmla="*/ 1 h 59"/>
                <a:gd name="T26" fmla="*/ 0 w 58"/>
                <a:gd name="T27" fmla="*/ 9 h 59"/>
                <a:gd name="T28" fmla="*/ 8 w 58"/>
                <a:gd name="T29" fmla="*/ 40 h 59"/>
                <a:gd name="T30" fmla="*/ 12 w 58"/>
                <a:gd name="T31" fmla="*/ 54 h 59"/>
                <a:gd name="T32" fmla="*/ 19 w 58"/>
                <a:gd name="T33" fmla="*/ 59 h 59"/>
                <a:gd name="T34" fmla="*/ 27 w 58"/>
                <a:gd name="T35" fmla="*/ 50 h 59"/>
                <a:gd name="T36" fmla="*/ 42 w 58"/>
                <a:gd name="T37" fmla="*/ 25 h 59"/>
                <a:gd name="T38" fmla="*/ 54 w 58"/>
                <a:gd name="T39" fmla="*/ 12 h 59"/>
                <a:gd name="T40" fmla="*/ 58 w 58"/>
                <a:gd name="T41" fmla="*/ 6 h 59"/>
                <a:gd name="T42" fmla="*/ 56 w 58"/>
                <a:gd name="T43" fmla="*/ 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 h="59">
                  <a:moveTo>
                    <a:pt x="56" y="2"/>
                  </a:moveTo>
                  <a:cubicBezTo>
                    <a:pt x="55" y="1"/>
                    <a:pt x="54" y="0"/>
                    <a:pt x="52" y="0"/>
                  </a:cubicBezTo>
                  <a:cubicBezTo>
                    <a:pt x="50" y="0"/>
                    <a:pt x="49" y="1"/>
                    <a:pt x="47" y="1"/>
                  </a:cubicBezTo>
                  <a:cubicBezTo>
                    <a:pt x="46" y="2"/>
                    <a:pt x="43" y="5"/>
                    <a:pt x="40" y="9"/>
                  </a:cubicBezTo>
                  <a:cubicBezTo>
                    <a:pt x="37" y="13"/>
                    <a:pt x="34" y="18"/>
                    <a:pt x="30" y="24"/>
                  </a:cubicBezTo>
                  <a:cubicBezTo>
                    <a:pt x="25" y="31"/>
                    <a:pt x="23" y="35"/>
                    <a:pt x="22" y="36"/>
                  </a:cubicBezTo>
                  <a:cubicBezTo>
                    <a:pt x="21" y="39"/>
                    <a:pt x="20" y="40"/>
                    <a:pt x="20" y="40"/>
                  </a:cubicBezTo>
                  <a:cubicBezTo>
                    <a:pt x="20" y="40"/>
                    <a:pt x="20" y="39"/>
                    <a:pt x="19" y="37"/>
                  </a:cubicBezTo>
                  <a:cubicBezTo>
                    <a:pt x="19" y="35"/>
                    <a:pt x="18" y="33"/>
                    <a:pt x="17" y="32"/>
                  </a:cubicBezTo>
                  <a:cubicBezTo>
                    <a:pt x="17" y="29"/>
                    <a:pt x="16" y="26"/>
                    <a:pt x="15" y="23"/>
                  </a:cubicBezTo>
                  <a:cubicBezTo>
                    <a:pt x="14" y="19"/>
                    <a:pt x="13" y="17"/>
                    <a:pt x="13" y="15"/>
                  </a:cubicBezTo>
                  <a:cubicBezTo>
                    <a:pt x="13" y="14"/>
                    <a:pt x="13" y="12"/>
                    <a:pt x="13" y="9"/>
                  </a:cubicBezTo>
                  <a:cubicBezTo>
                    <a:pt x="13" y="3"/>
                    <a:pt x="11" y="1"/>
                    <a:pt x="7" y="1"/>
                  </a:cubicBezTo>
                  <a:cubicBezTo>
                    <a:pt x="2" y="1"/>
                    <a:pt x="0" y="4"/>
                    <a:pt x="0" y="9"/>
                  </a:cubicBezTo>
                  <a:cubicBezTo>
                    <a:pt x="0" y="15"/>
                    <a:pt x="3" y="26"/>
                    <a:pt x="8" y="40"/>
                  </a:cubicBezTo>
                  <a:cubicBezTo>
                    <a:pt x="11" y="47"/>
                    <a:pt x="12" y="52"/>
                    <a:pt x="12" y="54"/>
                  </a:cubicBezTo>
                  <a:cubicBezTo>
                    <a:pt x="14" y="57"/>
                    <a:pt x="17" y="59"/>
                    <a:pt x="19" y="59"/>
                  </a:cubicBezTo>
                  <a:cubicBezTo>
                    <a:pt x="21" y="59"/>
                    <a:pt x="24" y="56"/>
                    <a:pt x="27" y="50"/>
                  </a:cubicBezTo>
                  <a:cubicBezTo>
                    <a:pt x="33" y="40"/>
                    <a:pt x="38" y="31"/>
                    <a:pt x="42" y="25"/>
                  </a:cubicBezTo>
                  <a:cubicBezTo>
                    <a:pt x="47" y="18"/>
                    <a:pt x="51" y="14"/>
                    <a:pt x="54" y="12"/>
                  </a:cubicBezTo>
                  <a:cubicBezTo>
                    <a:pt x="56" y="10"/>
                    <a:pt x="58" y="8"/>
                    <a:pt x="58" y="6"/>
                  </a:cubicBezTo>
                  <a:cubicBezTo>
                    <a:pt x="58" y="4"/>
                    <a:pt x="57" y="3"/>
                    <a:pt x="56"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4" name="Freeform 471"/>
            <p:cNvSpPr>
              <a:spLocks noEditPoints="1"/>
            </p:cNvSpPr>
            <p:nvPr/>
          </p:nvSpPr>
          <p:spPr bwMode="auto">
            <a:xfrm>
              <a:off x="8250238" y="6397626"/>
              <a:ext cx="71438" cy="87313"/>
            </a:xfrm>
            <a:custGeom>
              <a:avLst/>
              <a:gdLst>
                <a:gd name="T0" fmla="*/ 44 w 47"/>
                <a:gd name="T1" fmla="*/ 36 h 59"/>
                <a:gd name="T2" fmla="*/ 40 w 47"/>
                <a:gd name="T3" fmla="*/ 38 h 59"/>
                <a:gd name="T4" fmla="*/ 20 w 47"/>
                <a:gd name="T5" fmla="*/ 49 h 59"/>
                <a:gd name="T6" fmla="*/ 15 w 47"/>
                <a:gd name="T7" fmla="*/ 47 h 59"/>
                <a:gd name="T8" fmla="*/ 12 w 47"/>
                <a:gd name="T9" fmla="*/ 42 h 59"/>
                <a:gd name="T10" fmla="*/ 14 w 47"/>
                <a:gd name="T11" fmla="*/ 40 h 59"/>
                <a:gd name="T12" fmla="*/ 36 w 47"/>
                <a:gd name="T13" fmla="*/ 29 h 59"/>
                <a:gd name="T14" fmla="*/ 44 w 47"/>
                <a:gd name="T15" fmla="*/ 12 h 59"/>
                <a:gd name="T16" fmla="*/ 40 w 47"/>
                <a:gd name="T17" fmla="*/ 4 h 59"/>
                <a:gd name="T18" fmla="*/ 31 w 47"/>
                <a:gd name="T19" fmla="*/ 0 h 59"/>
                <a:gd name="T20" fmla="*/ 10 w 47"/>
                <a:gd name="T21" fmla="*/ 13 h 59"/>
                <a:gd name="T22" fmla="*/ 0 w 47"/>
                <a:gd name="T23" fmla="*/ 39 h 59"/>
                <a:gd name="T24" fmla="*/ 5 w 47"/>
                <a:gd name="T25" fmla="*/ 54 h 59"/>
                <a:gd name="T26" fmla="*/ 18 w 47"/>
                <a:gd name="T27" fmla="*/ 59 h 59"/>
                <a:gd name="T28" fmla="*/ 38 w 47"/>
                <a:gd name="T29" fmla="*/ 52 h 59"/>
                <a:gd name="T30" fmla="*/ 47 w 47"/>
                <a:gd name="T31" fmla="*/ 40 h 59"/>
                <a:gd name="T32" fmla="*/ 44 w 47"/>
                <a:gd name="T33" fmla="*/ 36 h 59"/>
                <a:gd name="T34" fmla="*/ 20 w 47"/>
                <a:gd name="T35" fmla="*/ 17 h 59"/>
                <a:gd name="T36" fmla="*/ 30 w 47"/>
                <a:gd name="T37" fmla="*/ 11 h 59"/>
                <a:gd name="T38" fmla="*/ 33 w 47"/>
                <a:gd name="T39" fmla="*/ 12 h 59"/>
                <a:gd name="T40" fmla="*/ 33 w 47"/>
                <a:gd name="T41" fmla="*/ 15 h 59"/>
                <a:gd name="T42" fmla="*/ 27 w 47"/>
                <a:gd name="T43" fmla="*/ 24 h 59"/>
                <a:gd name="T44" fmla="*/ 13 w 47"/>
                <a:gd name="T45" fmla="*/ 31 h 59"/>
                <a:gd name="T46" fmla="*/ 20 w 47"/>
                <a:gd name="T47" fmla="*/ 1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59">
                  <a:moveTo>
                    <a:pt x="44" y="36"/>
                  </a:moveTo>
                  <a:cubicBezTo>
                    <a:pt x="43" y="36"/>
                    <a:pt x="42" y="37"/>
                    <a:pt x="40" y="38"/>
                  </a:cubicBezTo>
                  <a:cubicBezTo>
                    <a:pt x="34" y="45"/>
                    <a:pt x="27" y="49"/>
                    <a:pt x="20" y="49"/>
                  </a:cubicBezTo>
                  <a:cubicBezTo>
                    <a:pt x="18" y="49"/>
                    <a:pt x="16" y="48"/>
                    <a:pt x="15" y="47"/>
                  </a:cubicBezTo>
                  <a:cubicBezTo>
                    <a:pt x="13" y="45"/>
                    <a:pt x="12" y="44"/>
                    <a:pt x="12" y="42"/>
                  </a:cubicBezTo>
                  <a:cubicBezTo>
                    <a:pt x="12" y="41"/>
                    <a:pt x="13" y="40"/>
                    <a:pt x="14" y="40"/>
                  </a:cubicBezTo>
                  <a:cubicBezTo>
                    <a:pt x="23" y="38"/>
                    <a:pt x="30" y="34"/>
                    <a:pt x="36" y="29"/>
                  </a:cubicBezTo>
                  <a:cubicBezTo>
                    <a:pt x="41" y="24"/>
                    <a:pt x="44" y="18"/>
                    <a:pt x="44" y="12"/>
                  </a:cubicBezTo>
                  <a:cubicBezTo>
                    <a:pt x="44" y="9"/>
                    <a:pt x="43" y="6"/>
                    <a:pt x="40" y="4"/>
                  </a:cubicBezTo>
                  <a:cubicBezTo>
                    <a:pt x="38" y="2"/>
                    <a:pt x="35" y="0"/>
                    <a:pt x="31" y="0"/>
                  </a:cubicBezTo>
                  <a:cubicBezTo>
                    <a:pt x="24" y="0"/>
                    <a:pt x="17" y="4"/>
                    <a:pt x="10" y="13"/>
                  </a:cubicBezTo>
                  <a:cubicBezTo>
                    <a:pt x="3" y="21"/>
                    <a:pt x="0" y="30"/>
                    <a:pt x="0" y="39"/>
                  </a:cubicBezTo>
                  <a:cubicBezTo>
                    <a:pt x="0" y="46"/>
                    <a:pt x="2" y="50"/>
                    <a:pt x="5" y="54"/>
                  </a:cubicBezTo>
                  <a:cubicBezTo>
                    <a:pt x="8" y="58"/>
                    <a:pt x="13" y="59"/>
                    <a:pt x="18" y="59"/>
                  </a:cubicBezTo>
                  <a:cubicBezTo>
                    <a:pt x="26" y="59"/>
                    <a:pt x="32" y="57"/>
                    <a:pt x="38" y="52"/>
                  </a:cubicBezTo>
                  <a:cubicBezTo>
                    <a:pt x="44" y="47"/>
                    <a:pt x="47" y="43"/>
                    <a:pt x="47" y="40"/>
                  </a:cubicBezTo>
                  <a:cubicBezTo>
                    <a:pt x="47" y="37"/>
                    <a:pt x="46" y="36"/>
                    <a:pt x="44" y="36"/>
                  </a:cubicBezTo>
                  <a:close/>
                  <a:moveTo>
                    <a:pt x="20" y="17"/>
                  </a:moveTo>
                  <a:cubicBezTo>
                    <a:pt x="24" y="13"/>
                    <a:pt x="27" y="11"/>
                    <a:pt x="30" y="11"/>
                  </a:cubicBezTo>
                  <a:cubicBezTo>
                    <a:pt x="31" y="11"/>
                    <a:pt x="32" y="11"/>
                    <a:pt x="33" y="12"/>
                  </a:cubicBezTo>
                  <a:cubicBezTo>
                    <a:pt x="33" y="12"/>
                    <a:pt x="33" y="13"/>
                    <a:pt x="33" y="15"/>
                  </a:cubicBezTo>
                  <a:cubicBezTo>
                    <a:pt x="33" y="17"/>
                    <a:pt x="31" y="20"/>
                    <a:pt x="27" y="24"/>
                  </a:cubicBezTo>
                  <a:cubicBezTo>
                    <a:pt x="23" y="27"/>
                    <a:pt x="19" y="30"/>
                    <a:pt x="13" y="31"/>
                  </a:cubicBezTo>
                  <a:cubicBezTo>
                    <a:pt x="14" y="26"/>
                    <a:pt x="17" y="21"/>
                    <a:pt x="20"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5" name="Freeform 472"/>
            <p:cNvSpPr>
              <a:spLocks/>
            </p:cNvSpPr>
            <p:nvPr/>
          </p:nvSpPr>
          <p:spPr bwMode="auto">
            <a:xfrm>
              <a:off x="8324850" y="6396038"/>
              <a:ext cx="63500" cy="90488"/>
            </a:xfrm>
            <a:custGeom>
              <a:avLst/>
              <a:gdLst>
                <a:gd name="T0" fmla="*/ 22 w 42"/>
                <a:gd name="T1" fmla="*/ 14 h 61"/>
                <a:gd name="T2" fmla="*/ 32 w 42"/>
                <a:gd name="T3" fmla="*/ 11 h 61"/>
                <a:gd name="T4" fmla="*/ 34 w 42"/>
                <a:gd name="T5" fmla="*/ 12 h 61"/>
                <a:gd name="T6" fmla="*/ 36 w 42"/>
                <a:gd name="T7" fmla="*/ 12 h 61"/>
                <a:gd name="T8" fmla="*/ 40 w 42"/>
                <a:gd name="T9" fmla="*/ 11 h 61"/>
                <a:gd name="T10" fmla="*/ 42 w 42"/>
                <a:gd name="T11" fmla="*/ 7 h 61"/>
                <a:gd name="T12" fmla="*/ 33 w 42"/>
                <a:gd name="T13" fmla="*/ 0 h 61"/>
                <a:gd name="T14" fmla="*/ 14 w 42"/>
                <a:gd name="T15" fmla="*/ 7 h 61"/>
                <a:gd name="T16" fmla="*/ 4 w 42"/>
                <a:gd name="T17" fmla="*/ 22 h 61"/>
                <a:gd name="T18" fmla="*/ 7 w 42"/>
                <a:gd name="T19" fmla="*/ 30 h 61"/>
                <a:gd name="T20" fmla="*/ 21 w 42"/>
                <a:gd name="T21" fmla="*/ 39 h 61"/>
                <a:gd name="T22" fmla="*/ 29 w 42"/>
                <a:gd name="T23" fmla="*/ 45 h 61"/>
                <a:gd name="T24" fmla="*/ 22 w 42"/>
                <a:gd name="T25" fmla="*/ 49 h 61"/>
                <a:gd name="T26" fmla="*/ 12 w 42"/>
                <a:gd name="T27" fmla="*/ 50 h 61"/>
                <a:gd name="T28" fmla="*/ 9 w 42"/>
                <a:gd name="T29" fmla="*/ 50 h 61"/>
                <a:gd name="T30" fmla="*/ 6 w 42"/>
                <a:gd name="T31" fmla="*/ 49 h 61"/>
                <a:gd name="T32" fmla="*/ 1 w 42"/>
                <a:gd name="T33" fmla="*/ 51 h 61"/>
                <a:gd name="T34" fmla="*/ 0 w 42"/>
                <a:gd name="T35" fmla="*/ 55 h 61"/>
                <a:gd name="T36" fmla="*/ 9 w 42"/>
                <a:gd name="T37" fmla="*/ 61 h 61"/>
                <a:gd name="T38" fmla="*/ 31 w 42"/>
                <a:gd name="T39" fmla="*/ 56 h 61"/>
                <a:gd name="T40" fmla="*/ 41 w 42"/>
                <a:gd name="T41" fmla="*/ 44 h 61"/>
                <a:gd name="T42" fmla="*/ 38 w 42"/>
                <a:gd name="T43" fmla="*/ 37 h 61"/>
                <a:gd name="T44" fmla="*/ 27 w 42"/>
                <a:gd name="T45" fmla="*/ 29 h 61"/>
                <a:gd name="T46" fmla="*/ 19 w 42"/>
                <a:gd name="T47" fmla="*/ 25 h 61"/>
                <a:gd name="T48" fmla="*/ 17 w 42"/>
                <a:gd name="T49" fmla="*/ 21 h 61"/>
                <a:gd name="T50" fmla="*/ 22 w 42"/>
                <a:gd name="T51" fmla="*/ 1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 h="61">
                  <a:moveTo>
                    <a:pt x="22" y="14"/>
                  </a:moveTo>
                  <a:cubicBezTo>
                    <a:pt x="26" y="12"/>
                    <a:pt x="29" y="11"/>
                    <a:pt x="32" y="11"/>
                  </a:cubicBezTo>
                  <a:cubicBezTo>
                    <a:pt x="33" y="11"/>
                    <a:pt x="33" y="11"/>
                    <a:pt x="34" y="12"/>
                  </a:cubicBezTo>
                  <a:cubicBezTo>
                    <a:pt x="35" y="12"/>
                    <a:pt x="36" y="12"/>
                    <a:pt x="36" y="12"/>
                  </a:cubicBezTo>
                  <a:cubicBezTo>
                    <a:pt x="37" y="12"/>
                    <a:pt x="38" y="12"/>
                    <a:pt x="40" y="11"/>
                  </a:cubicBezTo>
                  <a:cubicBezTo>
                    <a:pt x="41" y="10"/>
                    <a:pt x="42" y="9"/>
                    <a:pt x="42" y="7"/>
                  </a:cubicBezTo>
                  <a:cubicBezTo>
                    <a:pt x="42" y="2"/>
                    <a:pt x="39" y="0"/>
                    <a:pt x="33" y="0"/>
                  </a:cubicBezTo>
                  <a:cubicBezTo>
                    <a:pt x="27" y="0"/>
                    <a:pt x="21" y="2"/>
                    <a:pt x="14" y="7"/>
                  </a:cubicBezTo>
                  <a:cubicBezTo>
                    <a:pt x="8" y="11"/>
                    <a:pt x="4" y="16"/>
                    <a:pt x="4" y="22"/>
                  </a:cubicBezTo>
                  <a:cubicBezTo>
                    <a:pt x="4" y="25"/>
                    <a:pt x="5" y="28"/>
                    <a:pt x="7" y="30"/>
                  </a:cubicBezTo>
                  <a:cubicBezTo>
                    <a:pt x="9" y="32"/>
                    <a:pt x="14" y="35"/>
                    <a:pt x="21" y="39"/>
                  </a:cubicBezTo>
                  <a:cubicBezTo>
                    <a:pt x="26" y="41"/>
                    <a:pt x="29" y="43"/>
                    <a:pt x="29" y="45"/>
                  </a:cubicBezTo>
                  <a:cubicBezTo>
                    <a:pt x="28" y="47"/>
                    <a:pt x="26" y="48"/>
                    <a:pt x="22" y="49"/>
                  </a:cubicBezTo>
                  <a:cubicBezTo>
                    <a:pt x="19" y="50"/>
                    <a:pt x="16" y="50"/>
                    <a:pt x="12" y="50"/>
                  </a:cubicBezTo>
                  <a:cubicBezTo>
                    <a:pt x="11" y="50"/>
                    <a:pt x="10" y="50"/>
                    <a:pt x="9" y="50"/>
                  </a:cubicBezTo>
                  <a:cubicBezTo>
                    <a:pt x="7" y="49"/>
                    <a:pt x="6" y="49"/>
                    <a:pt x="6" y="49"/>
                  </a:cubicBezTo>
                  <a:cubicBezTo>
                    <a:pt x="4" y="49"/>
                    <a:pt x="3" y="50"/>
                    <a:pt x="1" y="51"/>
                  </a:cubicBezTo>
                  <a:cubicBezTo>
                    <a:pt x="0" y="52"/>
                    <a:pt x="0" y="53"/>
                    <a:pt x="0" y="55"/>
                  </a:cubicBezTo>
                  <a:cubicBezTo>
                    <a:pt x="0" y="59"/>
                    <a:pt x="3" y="61"/>
                    <a:pt x="9" y="61"/>
                  </a:cubicBezTo>
                  <a:cubicBezTo>
                    <a:pt x="17" y="61"/>
                    <a:pt x="24" y="60"/>
                    <a:pt x="31" y="56"/>
                  </a:cubicBezTo>
                  <a:cubicBezTo>
                    <a:pt x="38" y="53"/>
                    <a:pt x="41" y="49"/>
                    <a:pt x="41" y="44"/>
                  </a:cubicBezTo>
                  <a:cubicBezTo>
                    <a:pt x="41" y="42"/>
                    <a:pt x="40" y="39"/>
                    <a:pt x="38" y="37"/>
                  </a:cubicBezTo>
                  <a:cubicBezTo>
                    <a:pt x="36" y="35"/>
                    <a:pt x="33" y="32"/>
                    <a:pt x="27" y="29"/>
                  </a:cubicBezTo>
                  <a:cubicBezTo>
                    <a:pt x="23" y="28"/>
                    <a:pt x="20" y="26"/>
                    <a:pt x="19" y="25"/>
                  </a:cubicBezTo>
                  <a:cubicBezTo>
                    <a:pt x="18" y="24"/>
                    <a:pt x="17" y="22"/>
                    <a:pt x="17" y="21"/>
                  </a:cubicBezTo>
                  <a:cubicBezTo>
                    <a:pt x="17" y="18"/>
                    <a:pt x="19" y="16"/>
                    <a:pt x="22"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6" name="Freeform 473"/>
            <p:cNvSpPr>
              <a:spLocks/>
            </p:cNvSpPr>
            <p:nvPr/>
          </p:nvSpPr>
          <p:spPr bwMode="auto">
            <a:xfrm>
              <a:off x="8393113" y="6373813"/>
              <a:ext cx="74613" cy="111125"/>
            </a:xfrm>
            <a:custGeom>
              <a:avLst/>
              <a:gdLst>
                <a:gd name="T0" fmla="*/ 45 w 50"/>
                <a:gd name="T1" fmla="*/ 20 h 75"/>
                <a:gd name="T2" fmla="*/ 28 w 50"/>
                <a:gd name="T3" fmla="*/ 21 h 75"/>
                <a:gd name="T4" fmla="*/ 32 w 50"/>
                <a:gd name="T5" fmla="*/ 6 h 75"/>
                <a:gd name="T6" fmla="*/ 30 w 50"/>
                <a:gd name="T7" fmla="*/ 2 h 75"/>
                <a:gd name="T8" fmla="*/ 26 w 50"/>
                <a:gd name="T9" fmla="*/ 0 h 75"/>
                <a:gd name="T10" fmla="*/ 20 w 50"/>
                <a:gd name="T11" fmla="*/ 6 h 75"/>
                <a:gd name="T12" fmla="*/ 15 w 50"/>
                <a:gd name="T13" fmla="*/ 22 h 75"/>
                <a:gd name="T14" fmla="*/ 4 w 50"/>
                <a:gd name="T15" fmla="*/ 23 h 75"/>
                <a:gd name="T16" fmla="*/ 0 w 50"/>
                <a:gd name="T17" fmla="*/ 27 h 75"/>
                <a:gd name="T18" fmla="*/ 2 w 50"/>
                <a:gd name="T19" fmla="*/ 32 h 75"/>
                <a:gd name="T20" fmla="*/ 7 w 50"/>
                <a:gd name="T21" fmla="*/ 33 h 75"/>
                <a:gd name="T22" fmla="*/ 8 w 50"/>
                <a:gd name="T23" fmla="*/ 33 h 75"/>
                <a:gd name="T24" fmla="*/ 12 w 50"/>
                <a:gd name="T25" fmla="*/ 33 h 75"/>
                <a:gd name="T26" fmla="*/ 7 w 50"/>
                <a:gd name="T27" fmla="*/ 60 h 75"/>
                <a:gd name="T28" fmla="*/ 11 w 50"/>
                <a:gd name="T29" fmla="*/ 71 h 75"/>
                <a:gd name="T30" fmla="*/ 21 w 50"/>
                <a:gd name="T31" fmla="*/ 75 h 75"/>
                <a:gd name="T32" fmla="*/ 36 w 50"/>
                <a:gd name="T33" fmla="*/ 70 h 75"/>
                <a:gd name="T34" fmla="*/ 43 w 50"/>
                <a:gd name="T35" fmla="*/ 60 h 75"/>
                <a:gd name="T36" fmla="*/ 42 w 50"/>
                <a:gd name="T37" fmla="*/ 58 h 75"/>
                <a:gd name="T38" fmla="*/ 40 w 50"/>
                <a:gd name="T39" fmla="*/ 57 h 75"/>
                <a:gd name="T40" fmla="*/ 35 w 50"/>
                <a:gd name="T41" fmla="*/ 59 h 75"/>
                <a:gd name="T42" fmla="*/ 29 w 50"/>
                <a:gd name="T43" fmla="*/ 63 h 75"/>
                <a:gd name="T44" fmla="*/ 23 w 50"/>
                <a:gd name="T45" fmla="*/ 64 h 75"/>
                <a:gd name="T46" fmla="*/ 20 w 50"/>
                <a:gd name="T47" fmla="*/ 63 h 75"/>
                <a:gd name="T48" fmla="*/ 19 w 50"/>
                <a:gd name="T49" fmla="*/ 57 h 75"/>
                <a:gd name="T50" fmla="*/ 22 w 50"/>
                <a:gd name="T51" fmla="*/ 43 h 75"/>
                <a:gd name="T52" fmla="*/ 25 w 50"/>
                <a:gd name="T53" fmla="*/ 32 h 75"/>
                <a:gd name="T54" fmla="*/ 42 w 50"/>
                <a:gd name="T55" fmla="*/ 29 h 75"/>
                <a:gd name="T56" fmla="*/ 50 w 50"/>
                <a:gd name="T57" fmla="*/ 23 h 75"/>
                <a:gd name="T58" fmla="*/ 49 w 50"/>
                <a:gd name="T59" fmla="*/ 20 h 75"/>
                <a:gd name="T60" fmla="*/ 45 w 50"/>
                <a:gd name="T61" fmla="*/ 2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0" h="75">
                  <a:moveTo>
                    <a:pt x="45" y="20"/>
                  </a:moveTo>
                  <a:cubicBezTo>
                    <a:pt x="44" y="20"/>
                    <a:pt x="38" y="20"/>
                    <a:pt x="28" y="21"/>
                  </a:cubicBezTo>
                  <a:cubicBezTo>
                    <a:pt x="30" y="11"/>
                    <a:pt x="32" y="6"/>
                    <a:pt x="32" y="6"/>
                  </a:cubicBezTo>
                  <a:cubicBezTo>
                    <a:pt x="32" y="4"/>
                    <a:pt x="31" y="3"/>
                    <a:pt x="30" y="2"/>
                  </a:cubicBezTo>
                  <a:cubicBezTo>
                    <a:pt x="29" y="1"/>
                    <a:pt x="28" y="0"/>
                    <a:pt x="26" y="0"/>
                  </a:cubicBezTo>
                  <a:cubicBezTo>
                    <a:pt x="23" y="0"/>
                    <a:pt x="21" y="2"/>
                    <a:pt x="20" y="6"/>
                  </a:cubicBezTo>
                  <a:cubicBezTo>
                    <a:pt x="18" y="13"/>
                    <a:pt x="17" y="18"/>
                    <a:pt x="15" y="22"/>
                  </a:cubicBezTo>
                  <a:cubicBezTo>
                    <a:pt x="4" y="23"/>
                    <a:pt x="4" y="23"/>
                    <a:pt x="4" y="23"/>
                  </a:cubicBezTo>
                  <a:cubicBezTo>
                    <a:pt x="1" y="23"/>
                    <a:pt x="0" y="24"/>
                    <a:pt x="0" y="27"/>
                  </a:cubicBezTo>
                  <a:cubicBezTo>
                    <a:pt x="0" y="29"/>
                    <a:pt x="0" y="31"/>
                    <a:pt x="2" y="32"/>
                  </a:cubicBezTo>
                  <a:cubicBezTo>
                    <a:pt x="4" y="33"/>
                    <a:pt x="5" y="33"/>
                    <a:pt x="7" y="33"/>
                  </a:cubicBezTo>
                  <a:cubicBezTo>
                    <a:pt x="8" y="33"/>
                    <a:pt x="8" y="33"/>
                    <a:pt x="8" y="33"/>
                  </a:cubicBezTo>
                  <a:cubicBezTo>
                    <a:pt x="9" y="33"/>
                    <a:pt x="10" y="33"/>
                    <a:pt x="12" y="33"/>
                  </a:cubicBezTo>
                  <a:cubicBezTo>
                    <a:pt x="9" y="46"/>
                    <a:pt x="7" y="55"/>
                    <a:pt x="7" y="60"/>
                  </a:cubicBezTo>
                  <a:cubicBezTo>
                    <a:pt x="7" y="65"/>
                    <a:pt x="8" y="69"/>
                    <a:pt x="11" y="71"/>
                  </a:cubicBezTo>
                  <a:cubicBezTo>
                    <a:pt x="13" y="74"/>
                    <a:pt x="16" y="75"/>
                    <a:pt x="21" y="75"/>
                  </a:cubicBezTo>
                  <a:cubicBezTo>
                    <a:pt x="26" y="75"/>
                    <a:pt x="31" y="73"/>
                    <a:pt x="36" y="70"/>
                  </a:cubicBezTo>
                  <a:cubicBezTo>
                    <a:pt x="41" y="66"/>
                    <a:pt x="43" y="62"/>
                    <a:pt x="43" y="60"/>
                  </a:cubicBezTo>
                  <a:cubicBezTo>
                    <a:pt x="43" y="59"/>
                    <a:pt x="43" y="58"/>
                    <a:pt x="42" y="58"/>
                  </a:cubicBezTo>
                  <a:cubicBezTo>
                    <a:pt x="42" y="57"/>
                    <a:pt x="41" y="57"/>
                    <a:pt x="40" y="57"/>
                  </a:cubicBezTo>
                  <a:cubicBezTo>
                    <a:pt x="39" y="57"/>
                    <a:pt x="37" y="57"/>
                    <a:pt x="35" y="59"/>
                  </a:cubicBezTo>
                  <a:cubicBezTo>
                    <a:pt x="33" y="61"/>
                    <a:pt x="30" y="63"/>
                    <a:pt x="29" y="63"/>
                  </a:cubicBezTo>
                  <a:cubicBezTo>
                    <a:pt x="27" y="64"/>
                    <a:pt x="25" y="64"/>
                    <a:pt x="23" y="64"/>
                  </a:cubicBezTo>
                  <a:cubicBezTo>
                    <a:pt x="22" y="64"/>
                    <a:pt x="21" y="64"/>
                    <a:pt x="20" y="63"/>
                  </a:cubicBezTo>
                  <a:cubicBezTo>
                    <a:pt x="20" y="62"/>
                    <a:pt x="19" y="60"/>
                    <a:pt x="19" y="57"/>
                  </a:cubicBezTo>
                  <a:cubicBezTo>
                    <a:pt x="19" y="55"/>
                    <a:pt x="20" y="51"/>
                    <a:pt x="22" y="43"/>
                  </a:cubicBezTo>
                  <a:cubicBezTo>
                    <a:pt x="23" y="36"/>
                    <a:pt x="24" y="32"/>
                    <a:pt x="25" y="32"/>
                  </a:cubicBezTo>
                  <a:cubicBezTo>
                    <a:pt x="42" y="29"/>
                    <a:pt x="42" y="29"/>
                    <a:pt x="42" y="29"/>
                  </a:cubicBezTo>
                  <a:cubicBezTo>
                    <a:pt x="47" y="28"/>
                    <a:pt x="50" y="26"/>
                    <a:pt x="50" y="23"/>
                  </a:cubicBezTo>
                  <a:cubicBezTo>
                    <a:pt x="50" y="22"/>
                    <a:pt x="49" y="21"/>
                    <a:pt x="49" y="20"/>
                  </a:cubicBezTo>
                  <a:cubicBezTo>
                    <a:pt x="48" y="20"/>
                    <a:pt x="47" y="20"/>
                    <a:pt x="45"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7" name="Freeform 474"/>
            <p:cNvSpPr>
              <a:spLocks/>
            </p:cNvSpPr>
            <p:nvPr/>
          </p:nvSpPr>
          <p:spPr bwMode="auto">
            <a:xfrm>
              <a:off x="8472488" y="6400801"/>
              <a:ext cx="141288" cy="84138"/>
            </a:xfrm>
            <a:custGeom>
              <a:avLst/>
              <a:gdLst>
                <a:gd name="T0" fmla="*/ 92 w 95"/>
                <a:gd name="T1" fmla="*/ 44 h 57"/>
                <a:gd name="T2" fmla="*/ 88 w 95"/>
                <a:gd name="T3" fmla="*/ 38 h 57"/>
                <a:gd name="T4" fmla="*/ 86 w 95"/>
                <a:gd name="T5" fmla="*/ 24 h 57"/>
                <a:gd name="T6" fmla="*/ 82 w 95"/>
                <a:gd name="T7" fmla="*/ 8 h 57"/>
                <a:gd name="T8" fmla="*/ 74 w 95"/>
                <a:gd name="T9" fmla="*/ 3 h 57"/>
                <a:gd name="T10" fmla="*/ 65 w 95"/>
                <a:gd name="T11" fmla="*/ 7 h 57"/>
                <a:gd name="T12" fmla="*/ 55 w 95"/>
                <a:gd name="T13" fmla="*/ 24 h 57"/>
                <a:gd name="T14" fmla="*/ 49 w 95"/>
                <a:gd name="T15" fmla="*/ 35 h 57"/>
                <a:gd name="T16" fmla="*/ 48 w 95"/>
                <a:gd name="T17" fmla="*/ 23 h 57"/>
                <a:gd name="T18" fmla="*/ 45 w 95"/>
                <a:gd name="T19" fmla="*/ 7 h 57"/>
                <a:gd name="T20" fmla="*/ 37 w 95"/>
                <a:gd name="T21" fmla="*/ 3 h 57"/>
                <a:gd name="T22" fmla="*/ 11 w 95"/>
                <a:gd name="T23" fmla="*/ 35 h 57"/>
                <a:gd name="T24" fmla="*/ 13 w 95"/>
                <a:gd name="T25" fmla="*/ 24 h 57"/>
                <a:gd name="T26" fmla="*/ 15 w 95"/>
                <a:gd name="T27" fmla="*/ 9 h 57"/>
                <a:gd name="T28" fmla="*/ 8 w 95"/>
                <a:gd name="T29" fmla="*/ 0 h 57"/>
                <a:gd name="T30" fmla="*/ 4 w 95"/>
                <a:gd name="T31" fmla="*/ 1 h 57"/>
                <a:gd name="T32" fmla="*/ 3 w 95"/>
                <a:gd name="T33" fmla="*/ 5 h 57"/>
                <a:gd name="T34" fmla="*/ 2 w 95"/>
                <a:gd name="T35" fmla="*/ 21 h 57"/>
                <a:gd name="T36" fmla="*/ 0 w 95"/>
                <a:gd name="T37" fmla="*/ 48 h 57"/>
                <a:gd name="T38" fmla="*/ 7 w 95"/>
                <a:gd name="T39" fmla="*/ 57 h 57"/>
                <a:gd name="T40" fmla="*/ 13 w 95"/>
                <a:gd name="T41" fmla="*/ 52 h 57"/>
                <a:gd name="T42" fmla="*/ 25 w 95"/>
                <a:gd name="T43" fmla="*/ 30 h 57"/>
                <a:gd name="T44" fmla="*/ 35 w 95"/>
                <a:gd name="T45" fmla="*/ 17 h 57"/>
                <a:gd name="T46" fmla="*/ 37 w 95"/>
                <a:gd name="T47" fmla="*/ 31 h 57"/>
                <a:gd name="T48" fmla="*/ 40 w 95"/>
                <a:gd name="T49" fmla="*/ 49 h 57"/>
                <a:gd name="T50" fmla="*/ 46 w 95"/>
                <a:gd name="T51" fmla="*/ 52 h 57"/>
                <a:gd name="T52" fmla="*/ 53 w 95"/>
                <a:gd name="T53" fmla="*/ 48 h 57"/>
                <a:gd name="T54" fmla="*/ 61 w 95"/>
                <a:gd name="T55" fmla="*/ 35 h 57"/>
                <a:gd name="T56" fmla="*/ 68 w 95"/>
                <a:gd name="T57" fmla="*/ 20 h 57"/>
                <a:gd name="T58" fmla="*/ 71 w 95"/>
                <a:gd name="T59" fmla="*/ 17 h 57"/>
                <a:gd name="T60" fmla="*/ 73 w 95"/>
                <a:gd name="T61" fmla="*/ 19 h 57"/>
                <a:gd name="T62" fmla="*/ 74 w 95"/>
                <a:gd name="T63" fmla="*/ 29 h 57"/>
                <a:gd name="T64" fmla="*/ 78 w 95"/>
                <a:gd name="T65" fmla="*/ 49 h 57"/>
                <a:gd name="T66" fmla="*/ 86 w 95"/>
                <a:gd name="T67" fmla="*/ 54 h 57"/>
                <a:gd name="T68" fmla="*/ 92 w 95"/>
                <a:gd name="T69" fmla="*/ 52 h 57"/>
                <a:gd name="T70" fmla="*/ 95 w 95"/>
                <a:gd name="T71" fmla="*/ 48 h 57"/>
                <a:gd name="T72" fmla="*/ 92 w 95"/>
                <a:gd name="T73" fmla="*/ 44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5" h="57">
                  <a:moveTo>
                    <a:pt x="92" y="44"/>
                  </a:moveTo>
                  <a:cubicBezTo>
                    <a:pt x="90" y="43"/>
                    <a:pt x="89" y="41"/>
                    <a:pt x="88" y="38"/>
                  </a:cubicBezTo>
                  <a:cubicBezTo>
                    <a:pt x="87" y="35"/>
                    <a:pt x="86" y="30"/>
                    <a:pt x="86" y="24"/>
                  </a:cubicBezTo>
                  <a:cubicBezTo>
                    <a:pt x="85" y="17"/>
                    <a:pt x="84" y="11"/>
                    <a:pt x="82" y="8"/>
                  </a:cubicBezTo>
                  <a:cubicBezTo>
                    <a:pt x="81" y="5"/>
                    <a:pt x="78" y="3"/>
                    <a:pt x="74" y="3"/>
                  </a:cubicBezTo>
                  <a:cubicBezTo>
                    <a:pt x="71" y="3"/>
                    <a:pt x="68" y="5"/>
                    <a:pt x="65" y="7"/>
                  </a:cubicBezTo>
                  <a:cubicBezTo>
                    <a:pt x="63" y="10"/>
                    <a:pt x="59" y="15"/>
                    <a:pt x="55" y="24"/>
                  </a:cubicBezTo>
                  <a:cubicBezTo>
                    <a:pt x="52" y="31"/>
                    <a:pt x="49" y="35"/>
                    <a:pt x="49" y="35"/>
                  </a:cubicBezTo>
                  <a:cubicBezTo>
                    <a:pt x="48" y="35"/>
                    <a:pt x="48" y="31"/>
                    <a:pt x="48" y="23"/>
                  </a:cubicBezTo>
                  <a:cubicBezTo>
                    <a:pt x="48" y="15"/>
                    <a:pt x="47" y="9"/>
                    <a:pt x="45" y="7"/>
                  </a:cubicBezTo>
                  <a:cubicBezTo>
                    <a:pt x="43" y="4"/>
                    <a:pt x="40" y="3"/>
                    <a:pt x="37" y="3"/>
                  </a:cubicBezTo>
                  <a:cubicBezTo>
                    <a:pt x="29" y="3"/>
                    <a:pt x="21" y="14"/>
                    <a:pt x="11" y="35"/>
                  </a:cubicBezTo>
                  <a:cubicBezTo>
                    <a:pt x="11" y="33"/>
                    <a:pt x="12" y="29"/>
                    <a:pt x="13" y="24"/>
                  </a:cubicBezTo>
                  <a:cubicBezTo>
                    <a:pt x="15" y="16"/>
                    <a:pt x="15" y="11"/>
                    <a:pt x="15" y="9"/>
                  </a:cubicBezTo>
                  <a:cubicBezTo>
                    <a:pt x="15" y="3"/>
                    <a:pt x="13" y="0"/>
                    <a:pt x="8" y="0"/>
                  </a:cubicBezTo>
                  <a:cubicBezTo>
                    <a:pt x="6" y="0"/>
                    <a:pt x="5" y="0"/>
                    <a:pt x="4" y="1"/>
                  </a:cubicBezTo>
                  <a:cubicBezTo>
                    <a:pt x="4" y="2"/>
                    <a:pt x="3" y="3"/>
                    <a:pt x="3" y="5"/>
                  </a:cubicBezTo>
                  <a:cubicBezTo>
                    <a:pt x="3" y="10"/>
                    <a:pt x="3" y="16"/>
                    <a:pt x="2" y="21"/>
                  </a:cubicBezTo>
                  <a:cubicBezTo>
                    <a:pt x="1" y="29"/>
                    <a:pt x="0" y="37"/>
                    <a:pt x="0" y="48"/>
                  </a:cubicBezTo>
                  <a:cubicBezTo>
                    <a:pt x="0" y="54"/>
                    <a:pt x="2" y="57"/>
                    <a:pt x="7" y="57"/>
                  </a:cubicBezTo>
                  <a:cubicBezTo>
                    <a:pt x="10" y="57"/>
                    <a:pt x="12" y="55"/>
                    <a:pt x="13" y="52"/>
                  </a:cubicBezTo>
                  <a:cubicBezTo>
                    <a:pt x="15" y="45"/>
                    <a:pt x="19" y="38"/>
                    <a:pt x="25" y="30"/>
                  </a:cubicBezTo>
                  <a:cubicBezTo>
                    <a:pt x="30" y="21"/>
                    <a:pt x="33" y="17"/>
                    <a:pt x="35" y="17"/>
                  </a:cubicBezTo>
                  <a:cubicBezTo>
                    <a:pt x="36" y="17"/>
                    <a:pt x="36" y="22"/>
                    <a:pt x="37" y="31"/>
                  </a:cubicBezTo>
                  <a:cubicBezTo>
                    <a:pt x="37" y="42"/>
                    <a:pt x="38" y="48"/>
                    <a:pt x="40" y="49"/>
                  </a:cubicBezTo>
                  <a:cubicBezTo>
                    <a:pt x="42" y="51"/>
                    <a:pt x="44" y="52"/>
                    <a:pt x="46" y="52"/>
                  </a:cubicBezTo>
                  <a:cubicBezTo>
                    <a:pt x="48" y="52"/>
                    <a:pt x="51" y="51"/>
                    <a:pt x="53" y="48"/>
                  </a:cubicBezTo>
                  <a:cubicBezTo>
                    <a:pt x="55" y="46"/>
                    <a:pt x="58" y="41"/>
                    <a:pt x="61" y="35"/>
                  </a:cubicBezTo>
                  <a:cubicBezTo>
                    <a:pt x="64" y="28"/>
                    <a:pt x="67" y="23"/>
                    <a:pt x="68" y="20"/>
                  </a:cubicBezTo>
                  <a:cubicBezTo>
                    <a:pt x="69" y="18"/>
                    <a:pt x="70" y="17"/>
                    <a:pt x="71" y="17"/>
                  </a:cubicBezTo>
                  <a:cubicBezTo>
                    <a:pt x="72" y="17"/>
                    <a:pt x="73" y="18"/>
                    <a:pt x="73" y="19"/>
                  </a:cubicBezTo>
                  <a:cubicBezTo>
                    <a:pt x="74" y="21"/>
                    <a:pt x="74" y="24"/>
                    <a:pt x="74" y="29"/>
                  </a:cubicBezTo>
                  <a:cubicBezTo>
                    <a:pt x="75" y="39"/>
                    <a:pt x="76" y="46"/>
                    <a:pt x="78" y="49"/>
                  </a:cubicBezTo>
                  <a:cubicBezTo>
                    <a:pt x="80" y="53"/>
                    <a:pt x="83" y="54"/>
                    <a:pt x="86" y="54"/>
                  </a:cubicBezTo>
                  <a:cubicBezTo>
                    <a:pt x="88" y="54"/>
                    <a:pt x="90" y="54"/>
                    <a:pt x="92" y="52"/>
                  </a:cubicBezTo>
                  <a:cubicBezTo>
                    <a:pt x="94" y="51"/>
                    <a:pt x="95" y="49"/>
                    <a:pt x="95" y="48"/>
                  </a:cubicBezTo>
                  <a:cubicBezTo>
                    <a:pt x="95" y="46"/>
                    <a:pt x="94" y="45"/>
                    <a:pt x="92"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8" name="Freeform 475"/>
            <p:cNvSpPr>
              <a:spLocks noEditPoints="1"/>
            </p:cNvSpPr>
            <p:nvPr/>
          </p:nvSpPr>
          <p:spPr bwMode="auto">
            <a:xfrm>
              <a:off x="8621713" y="6397626"/>
              <a:ext cx="69850" cy="87313"/>
            </a:xfrm>
            <a:custGeom>
              <a:avLst/>
              <a:gdLst>
                <a:gd name="T0" fmla="*/ 44 w 47"/>
                <a:gd name="T1" fmla="*/ 36 h 59"/>
                <a:gd name="T2" fmla="*/ 41 w 47"/>
                <a:gd name="T3" fmla="*/ 38 h 59"/>
                <a:gd name="T4" fmla="*/ 21 w 47"/>
                <a:gd name="T5" fmla="*/ 49 h 59"/>
                <a:gd name="T6" fmla="*/ 15 w 47"/>
                <a:gd name="T7" fmla="*/ 47 h 59"/>
                <a:gd name="T8" fmla="*/ 13 w 47"/>
                <a:gd name="T9" fmla="*/ 42 h 59"/>
                <a:gd name="T10" fmla="*/ 14 w 47"/>
                <a:gd name="T11" fmla="*/ 40 h 59"/>
                <a:gd name="T12" fmla="*/ 36 w 47"/>
                <a:gd name="T13" fmla="*/ 29 h 59"/>
                <a:gd name="T14" fmla="*/ 44 w 47"/>
                <a:gd name="T15" fmla="*/ 12 h 59"/>
                <a:gd name="T16" fmla="*/ 41 w 47"/>
                <a:gd name="T17" fmla="*/ 4 h 59"/>
                <a:gd name="T18" fmla="*/ 32 w 47"/>
                <a:gd name="T19" fmla="*/ 0 h 59"/>
                <a:gd name="T20" fmla="*/ 10 w 47"/>
                <a:gd name="T21" fmla="*/ 13 h 59"/>
                <a:gd name="T22" fmla="*/ 0 w 47"/>
                <a:gd name="T23" fmla="*/ 39 h 59"/>
                <a:gd name="T24" fmla="*/ 5 w 47"/>
                <a:gd name="T25" fmla="*/ 54 h 59"/>
                <a:gd name="T26" fmla="*/ 19 w 47"/>
                <a:gd name="T27" fmla="*/ 59 h 59"/>
                <a:gd name="T28" fmla="*/ 39 w 47"/>
                <a:gd name="T29" fmla="*/ 52 h 59"/>
                <a:gd name="T30" fmla="*/ 47 w 47"/>
                <a:gd name="T31" fmla="*/ 40 h 59"/>
                <a:gd name="T32" fmla="*/ 44 w 47"/>
                <a:gd name="T33" fmla="*/ 36 h 59"/>
                <a:gd name="T34" fmla="*/ 21 w 47"/>
                <a:gd name="T35" fmla="*/ 17 h 59"/>
                <a:gd name="T36" fmla="*/ 30 w 47"/>
                <a:gd name="T37" fmla="*/ 11 h 59"/>
                <a:gd name="T38" fmla="*/ 33 w 47"/>
                <a:gd name="T39" fmla="*/ 12 h 59"/>
                <a:gd name="T40" fmla="*/ 34 w 47"/>
                <a:gd name="T41" fmla="*/ 15 h 59"/>
                <a:gd name="T42" fmla="*/ 28 w 47"/>
                <a:gd name="T43" fmla="*/ 24 h 59"/>
                <a:gd name="T44" fmla="*/ 14 w 47"/>
                <a:gd name="T45" fmla="*/ 31 h 59"/>
                <a:gd name="T46" fmla="*/ 21 w 47"/>
                <a:gd name="T47" fmla="*/ 1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59">
                  <a:moveTo>
                    <a:pt x="44" y="36"/>
                  </a:moveTo>
                  <a:cubicBezTo>
                    <a:pt x="43" y="36"/>
                    <a:pt x="42" y="37"/>
                    <a:pt x="41" y="38"/>
                  </a:cubicBezTo>
                  <a:cubicBezTo>
                    <a:pt x="34" y="45"/>
                    <a:pt x="27" y="49"/>
                    <a:pt x="21" y="49"/>
                  </a:cubicBezTo>
                  <a:cubicBezTo>
                    <a:pt x="18" y="49"/>
                    <a:pt x="16" y="48"/>
                    <a:pt x="15" y="47"/>
                  </a:cubicBezTo>
                  <a:cubicBezTo>
                    <a:pt x="13" y="45"/>
                    <a:pt x="13" y="44"/>
                    <a:pt x="13" y="42"/>
                  </a:cubicBezTo>
                  <a:cubicBezTo>
                    <a:pt x="13" y="41"/>
                    <a:pt x="13" y="40"/>
                    <a:pt x="14" y="40"/>
                  </a:cubicBezTo>
                  <a:cubicBezTo>
                    <a:pt x="23" y="38"/>
                    <a:pt x="30" y="34"/>
                    <a:pt x="36" y="29"/>
                  </a:cubicBezTo>
                  <a:cubicBezTo>
                    <a:pt x="41" y="24"/>
                    <a:pt x="44" y="18"/>
                    <a:pt x="44" y="12"/>
                  </a:cubicBezTo>
                  <a:cubicBezTo>
                    <a:pt x="44" y="9"/>
                    <a:pt x="43" y="6"/>
                    <a:pt x="41" y="4"/>
                  </a:cubicBezTo>
                  <a:cubicBezTo>
                    <a:pt x="39" y="2"/>
                    <a:pt x="36" y="0"/>
                    <a:pt x="32" y="0"/>
                  </a:cubicBezTo>
                  <a:cubicBezTo>
                    <a:pt x="24" y="0"/>
                    <a:pt x="17" y="4"/>
                    <a:pt x="10" y="13"/>
                  </a:cubicBezTo>
                  <a:cubicBezTo>
                    <a:pt x="4" y="21"/>
                    <a:pt x="0" y="30"/>
                    <a:pt x="0" y="39"/>
                  </a:cubicBezTo>
                  <a:cubicBezTo>
                    <a:pt x="0" y="46"/>
                    <a:pt x="2" y="50"/>
                    <a:pt x="5" y="54"/>
                  </a:cubicBezTo>
                  <a:cubicBezTo>
                    <a:pt x="9" y="58"/>
                    <a:pt x="13" y="59"/>
                    <a:pt x="19" y="59"/>
                  </a:cubicBezTo>
                  <a:cubicBezTo>
                    <a:pt x="26" y="59"/>
                    <a:pt x="33" y="57"/>
                    <a:pt x="39" y="52"/>
                  </a:cubicBezTo>
                  <a:cubicBezTo>
                    <a:pt x="45" y="47"/>
                    <a:pt x="47" y="43"/>
                    <a:pt x="47" y="40"/>
                  </a:cubicBezTo>
                  <a:cubicBezTo>
                    <a:pt x="47" y="37"/>
                    <a:pt x="46" y="36"/>
                    <a:pt x="44" y="36"/>
                  </a:cubicBezTo>
                  <a:close/>
                  <a:moveTo>
                    <a:pt x="21" y="17"/>
                  </a:moveTo>
                  <a:cubicBezTo>
                    <a:pt x="24" y="13"/>
                    <a:pt x="28" y="11"/>
                    <a:pt x="30" y="11"/>
                  </a:cubicBezTo>
                  <a:cubicBezTo>
                    <a:pt x="31" y="11"/>
                    <a:pt x="32" y="11"/>
                    <a:pt x="33" y="12"/>
                  </a:cubicBezTo>
                  <a:cubicBezTo>
                    <a:pt x="33" y="12"/>
                    <a:pt x="34" y="13"/>
                    <a:pt x="34" y="15"/>
                  </a:cubicBezTo>
                  <a:cubicBezTo>
                    <a:pt x="34" y="17"/>
                    <a:pt x="32" y="20"/>
                    <a:pt x="28" y="24"/>
                  </a:cubicBezTo>
                  <a:cubicBezTo>
                    <a:pt x="24" y="27"/>
                    <a:pt x="19" y="30"/>
                    <a:pt x="14" y="31"/>
                  </a:cubicBezTo>
                  <a:cubicBezTo>
                    <a:pt x="15" y="26"/>
                    <a:pt x="17" y="21"/>
                    <a:pt x="21"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9" name="Freeform 476"/>
            <p:cNvSpPr>
              <a:spLocks/>
            </p:cNvSpPr>
            <p:nvPr/>
          </p:nvSpPr>
          <p:spPr bwMode="auto">
            <a:xfrm>
              <a:off x="8702675" y="6403976"/>
              <a:ext cx="95250" cy="77788"/>
            </a:xfrm>
            <a:custGeom>
              <a:avLst/>
              <a:gdLst>
                <a:gd name="T0" fmla="*/ 62 w 64"/>
                <a:gd name="T1" fmla="*/ 39 h 52"/>
                <a:gd name="T2" fmla="*/ 59 w 64"/>
                <a:gd name="T3" fmla="*/ 39 h 52"/>
                <a:gd name="T4" fmla="*/ 56 w 64"/>
                <a:gd name="T5" fmla="*/ 40 h 52"/>
                <a:gd name="T6" fmla="*/ 52 w 64"/>
                <a:gd name="T7" fmla="*/ 21 h 52"/>
                <a:gd name="T8" fmla="*/ 38 w 64"/>
                <a:gd name="T9" fmla="*/ 3 h 52"/>
                <a:gd name="T10" fmla="*/ 13 w 64"/>
                <a:gd name="T11" fmla="*/ 28 h 52"/>
                <a:gd name="T12" fmla="*/ 16 w 64"/>
                <a:gd name="T13" fmla="*/ 10 h 52"/>
                <a:gd name="T14" fmla="*/ 15 w 64"/>
                <a:gd name="T15" fmla="*/ 2 h 52"/>
                <a:gd name="T16" fmla="*/ 10 w 64"/>
                <a:gd name="T17" fmla="*/ 0 h 52"/>
                <a:gd name="T18" fmla="*/ 6 w 64"/>
                <a:gd name="T19" fmla="*/ 3 h 52"/>
                <a:gd name="T20" fmla="*/ 4 w 64"/>
                <a:gd name="T21" fmla="*/ 8 h 52"/>
                <a:gd name="T22" fmla="*/ 2 w 64"/>
                <a:gd name="T23" fmla="*/ 35 h 52"/>
                <a:gd name="T24" fmla="*/ 0 w 64"/>
                <a:gd name="T25" fmla="*/ 45 h 52"/>
                <a:gd name="T26" fmla="*/ 8 w 64"/>
                <a:gd name="T27" fmla="*/ 52 h 52"/>
                <a:gd name="T28" fmla="*/ 10 w 64"/>
                <a:gd name="T29" fmla="*/ 51 h 52"/>
                <a:gd name="T30" fmla="*/ 12 w 64"/>
                <a:gd name="T31" fmla="*/ 48 h 52"/>
                <a:gd name="T32" fmla="*/ 23 w 64"/>
                <a:gd name="T33" fmla="*/ 28 h 52"/>
                <a:gd name="T34" fmla="*/ 36 w 64"/>
                <a:gd name="T35" fmla="*/ 15 h 52"/>
                <a:gd name="T36" fmla="*/ 41 w 64"/>
                <a:gd name="T37" fmla="*/ 28 h 52"/>
                <a:gd name="T38" fmla="*/ 44 w 64"/>
                <a:gd name="T39" fmla="*/ 45 h 52"/>
                <a:gd name="T40" fmla="*/ 44 w 64"/>
                <a:gd name="T41" fmla="*/ 45 h 52"/>
                <a:gd name="T42" fmla="*/ 52 w 64"/>
                <a:gd name="T43" fmla="*/ 50 h 52"/>
                <a:gd name="T44" fmla="*/ 61 w 64"/>
                <a:gd name="T45" fmla="*/ 47 h 52"/>
                <a:gd name="T46" fmla="*/ 64 w 64"/>
                <a:gd name="T47" fmla="*/ 41 h 52"/>
                <a:gd name="T48" fmla="*/ 62 w 64"/>
                <a:gd name="T49" fmla="*/ 3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4" h="52">
                  <a:moveTo>
                    <a:pt x="62" y="39"/>
                  </a:moveTo>
                  <a:cubicBezTo>
                    <a:pt x="61" y="39"/>
                    <a:pt x="60" y="39"/>
                    <a:pt x="59" y="39"/>
                  </a:cubicBezTo>
                  <a:cubicBezTo>
                    <a:pt x="58" y="39"/>
                    <a:pt x="57" y="40"/>
                    <a:pt x="56" y="40"/>
                  </a:cubicBezTo>
                  <a:cubicBezTo>
                    <a:pt x="54" y="40"/>
                    <a:pt x="53" y="33"/>
                    <a:pt x="52" y="21"/>
                  </a:cubicBezTo>
                  <a:cubicBezTo>
                    <a:pt x="50" y="9"/>
                    <a:pt x="46" y="3"/>
                    <a:pt x="38" y="3"/>
                  </a:cubicBezTo>
                  <a:cubicBezTo>
                    <a:pt x="29" y="3"/>
                    <a:pt x="21" y="11"/>
                    <a:pt x="13" y="28"/>
                  </a:cubicBezTo>
                  <a:cubicBezTo>
                    <a:pt x="15" y="19"/>
                    <a:pt x="16" y="13"/>
                    <a:pt x="16" y="10"/>
                  </a:cubicBezTo>
                  <a:cubicBezTo>
                    <a:pt x="16" y="5"/>
                    <a:pt x="16" y="3"/>
                    <a:pt x="15" y="2"/>
                  </a:cubicBezTo>
                  <a:cubicBezTo>
                    <a:pt x="14" y="1"/>
                    <a:pt x="12" y="0"/>
                    <a:pt x="10" y="0"/>
                  </a:cubicBezTo>
                  <a:cubicBezTo>
                    <a:pt x="9" y="0"/>
                    <a:pt x="7" y="1"/>
                    <a:pt x="6" y="3"/>
                  </a:cubicBezTo>
                  <a:cubicBezTo>
                    <a:pt x="5" y="5"/>
                    <a:pt x="4" y="7"/>
                    <a:pt x="4" y="8"/>
                  </a:cubicBezTo>
                  <a:cubicBezTo>
                    <a:pt x="4" y="19"/>
                    <a:pt x="3" y="27"/>
                    <a:pt x="2" y="35"/>
                  </a:cubicBezTo>
                  <a:cubicBezTo>
                    <a:pt x="1" y="40"/>
                    <a:pt x="0" y="44"/>
                    <a:pt x="0" y="45"/>
                  </a:cubicBezTo>
                  <a:cubicBezTo>
                    <a:pt x="0" y="50"/>
                    <a:pt x="3" y="52"/>
                    <a:pt x="8" y="52"/>
                  </a:cubicBezTo>
                  <a:cubicBezTo>
                    <a:pt x="9" y="52"/>
                    <a:pt x="10" y="52"/>
                    <a:pt x="10" y="51"/>
                  </a:cubicBezTo>
                  <a:cubicBezTo>
                    <a:pt x="11" y="50"/>
                    <a:pt x="12" y="49"/>
                    <a:pt x="12" y="48"/>
                  </a:cubicBezTo>
                  <a:cubicBezTo>
                    <a:pt x="14" y="44"/>
                    <a:pt x="17" y="37"/>
                    <a:pt x="23" y="28"/>
                  </a:cubicBezTo>
                  <a:cubicBezTo>
                    <a:pt x="29" y="19"/>
                    <a:pt x="33" y="15"/>
                    <a:pt x="36" y="15"/>
                  </a:cubicBezTo>
                  <a:cubicBezTo>
                    <a:pt x="38" y="15"/>
                    <a:pt x="40" y="19"/>
                    <a:pt x="41" y="28"/>
                  </a:cubicBezTo>
                  <a:cubicBezTo>
                    <a:pt x="41" y="36"/>
                    <a:pt x="43" y="42"/>
                    <a:pt x="44" y="45"/>
                  </a:cubicBezTo>
                  <a:cubicBezTo>
                    <a:pt x="44" y="45"/>
                    <a:pt x="44" y="45"/>
                    <a:pt x="44" y="45"/>
                  </a:cubicBezTo>
                  <a:cubicBezTo>
                    <a:pt x="46" y="48"/>
                    <a:pt x="49" y="50"/>
                    <a:pt x="52" y="50"/>
                  </a:cubicBezTo>
                  <a:cubicBezTo>
                    <a:pt x="56" y="50"/>
                    <a:pt x="59" y="49"/>
                    <a:pt x="61" y="47"/>
                  </a:cubicBezTo>
                  <a:cubicBezTo>
                    <a:pt x="63" y="45"/>
                    <a:pt x="64" y="43"/>
                    <a:pt x="64" y="41"/>
                  </a:cubicBezTo>
                  <a:cubicBezTo>
                    <a:pt x="64" y="39"/>
                    <a:pt x="63" y="39"/>
                    <a:pt x="62"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0" name="Freeform 477"/>
            <p:cNvSpPr>
              <a:spLocks/>
            </p:cNvSpPr>
            <p:nvPr/>
          </p:nvSpPr>
          <p:spPr bwMode="auto">
            <a:xfrm>
              <a:off x="8801100" y="6373813"/>
              <a:ext cx="74613" cy="111125"/>
            </a:xfrm>
            <a:custGeom>
              <a:avLst/>
              <a:gdLst>
                <a:gd name="T0" fmla="*/ 45 w 50"/>
                <a:gd name="T1" fmla="*/ 20 h 75"/>
                <a:gd name="T2" fmla="*/ 28 w 50"/>
                <a:gd name="T3" fmla="*/ 21 h 75"/>
                <a:gd name="T4" fmla="*/ 32 w 50"/>
                <a:gd name="T5" fmla="*/ 6 h 75"/>
                <a:gd name="T6" fmla="*/ 30 w 50"/>
                <a:gd name="T7" fmla="*/ 2 h 75"/>
                <a:gd name="T8" fmla="*/ 26 w 50"/>
                <a:gd name="T9" fmla="*/ 0 h 75"/>
                <a:gd name="T10" fmla="*/ 20 w 50"/>
                <a:gd name="T11" fmla="*/ 6 h 75"/>
                <a:gd name="T12" fmla="*/ 15 w 50"/>
                <a:gd name="T13" fmla="*/ 22 h 75"/>
                <a:gd name="T14" fmla="*/ 4 w 50"/>
                <a:gd name="T15" fmla="*/ 23 h 75"/>
                <a:gd name="T16" fmla="*/ 0 w 50"/>
                <a:gd name="T17" fmla="*/ 27 h 75"/>
                <a:gd name="T18" fmla="*/ 2 w 50"/>
                <a:gd name="T19" fmla="*/ 32 h 75"/>
                <a:gd name="T20" fmla="*/ 7 w 50"/>
                <a:gd name="T21" fmla="*/ 33 h 75"/>
                <a:gd name="T22" fmla="*/ 8 w 50"/>
                <a:gd name="T23" fmla="*/ 33 h 75"/>
                <a:gd name="T24" fmla="*/ 12 w 50"/>
                <a:gd name="T25" fmla="*/ 33 h 75"/>
                <a:gd name="T26" fmla="*/ 7 w 50"/>
                <a:gd name="T27" fmla="*/ 60 h 75"/>
                <a:gd name="T28" fmla="*/ 11 w 50"/>
                <a:gd name="T29" fmla="*/ 71 h 75"/>
                <a:gd name="T30" fmla="*/ 21 w 50"/>
                <a:gd name="T31" fmla="*/ 75 h 75"/>
                <a:gd name="T32" fmla="*/ 36 w 50"/>
                <a:gd name="T33" fmla="*/ 70 h 75"/>
                <a:gd name="T34" fmla="*/ 43 w 50"/>
                <a:gd name="T35" fmla="*/ 60 h 75"/>
                <a:gd name="T36" fmla="*/ 42 w 50"/>
                <a:gd name="T37" fmla="*/ 58 h 75"/>
                <a:gd name="T38" fmla="*/ 40 w 50"/>
                <a:gd name="T39" fmla="*/ 57 h 75"/>
                <a:gd name="T40" fmla="*/ 35 w 50"/>
                <a:gd name="T41" fmla="*/ 59 h 75"/>
                <a:gd name="T42" fmla="*/ 29 w 50"/>
                <a:gd name="T43" fmla="*/ 63 h 75"/>
                <a:gd name="T44" fmla="*/ 23 w 50"/>
                <a:gd name="T45" fmla="*/ 64 h 75"/>
                <a:gd name="T46" fmla="*/ 20 w 50"/>
                <a:gd name="T47" fmla="*/ 63 h 75"/>
                <a:gd name="T48" fmla="*/ 19 w 50"/>
                <a:gd name="T49" fmla="*/ 57 h 75"/>
                <a:gd name="T50" fmla="*/ 22 w 50"/>
                <a:gd name="T51" fmla="*/ 43 h 75"/>
                <a:gd name="T52" fmla="*/ 25 w 50"/>
                <a:gd name="T53" fmla="*/ 32 h 75"/>
                <a:gd name="T54" fmla="*/ 42 w 50"/>
                <a:gd name="T55" fmla="*/ 29 h 75"/>
                <a:gd name="T56" fmla="*/ 50 w 50"/>
                <a:gd name="T57" fmla="*/ 23 h 75"/>
                <a:gd name="T58" fmla="*/ 49 w 50"/>
                <a:gd name="T59" fmla="*/ 20 h 75"/>
                <a:gd name="T60" fmla="*/ 45 w 50"/>
                <a:gd name="T61" fmla="*/ 2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0" h="75">
                  <a:moveTo>
                    <a:pt x="45" y="20"/>
                  </a:moveTo>
                  <a:cubicBezTo>
                    <a:pt x="44" y="20"/>
                    <a:pt x="38" y="20"/>
                    <a:pt x="28" y="21"/>
                  </a:cubicBezTo>
                  <a:cubicBezTo>
                    <a:pt x="30" y="11"/>
                    <a:pt x="32" y="6"/>
                    <a:pt x="32" y="6"/>
                  </a:cubicBezTo>
                  <a:cubicBezTo>
                    <a:pt x="32" y="4"/>
                    <a:pt x="31" y="3"/>
                    <a:pt x="30" y="2"/>
                  </a:cubicBezTo>
                  <a:cubicBezTo>
                    <a:pt x="29" y="1"/>
                    <a:pt x="28" y="0"/>
                    <a:pt x="26" y="0"/>
                  </a:cubicBezTo>
                  <a:cubicBezTo>
                    <a:pt x="23" y="0"/>
                    <a:pt x="21" y="2"/>
                    <a:pt x="20" y="6"/>
                  </a:cubicBezTo>
                  <a:cubicBezTo>
                    <a:pt x="18" y="13"/>
                    <a:pt x="17" y="18"/>
                    <a:pt x="15" y="22"/>
                  </a:cubicBezTo>
                  <a:cubicBezTo>
                    <a:pt x="4" y="23"/>
                    <a:pt x="4" y="23"/>
                    <a:pt x="4" y="23"/>
                  </a:cubicBezTo>
                  <a:cubicBezTo>
                    <a:pt x="1" y="23"/>
                    <a:pt x="0" y="24"/>
                    <a:pt x="0" y="27"/>
                  </a:cubicBezTo>
                  <a:cubicBezTo>
                    <a:pt x="0" y="29"/>
                    <a:pt x="0" y="31"/>
                    <a:pt x="2" y="32"/>
                  </a:cubicBezTo>
                  <a:cubicBezTo>
                    <a:pt x="4" y="33"/>
                    <a:pt x="5" y="33"/>
                    <a:pt x="7" y="33"/>
                  </a:cubicBezTo>
                  <a:cubicBezTo>
                    <a:pt x="8" y="33"/>
                    <a:pt x="8" y="33"/>
                    <a:pt x="8" y="33"/>
                  </a:cubicBezTo>
                  <a:cubicBezTo>
                    <a:pt x="9" y="33"/>
                    <a:pt x="10" y="33"/>
                    <a:pt x="12" y="33"/>
                  </a:cubicBezTo>
                  <a:cubicBezTo>
                    <a:pt x="9" y="46"/>
                    <a:pt x="7" y="55"/>
                    <a:pt x="7" y="60"/>
                  </a:cubicBezTo>
                  <a:cubicBezTo>
                    <a:pt x="7" y="65"/>
                    <a:pt x="8" y="69"/>
                    <a:pt x="11" y="71"/>
                  </a:cubicBezTo>
                  <a:cubicBezTo>
                    <a:pt x="13" y="74"/>
                    <a:pt x="16" y="75"/>
                    <a:pt x="21" y="75"/>
                  </a:cubicBezTo>
                  <a:cubicBezTo>
                    <a:pt x="26" y="75"/>
                    <a:pt x="31" y="73"/>
                    <a:pt x="36" y="70"/>
                  </a:cubicBezTo>
                  <a:cubicBezTo>
                    <a:pt x="41" y="66"/>
                    <a:pt x="43" y="62"/>
                    <a:pt x="43" y="60"/>
                  </a:cubicBezTo>
                  <a:cubicBezTo>
                    <a:pt x="43" y="59"/>
                    <a:pt x="43" y="58"/>
                    <a:pt x="42" y="58"/>
                  </a:cubicBezTo>
                  <a:cubicBezTo>
                    <a:pt x="42" y="57"/>
                    <a:pt x="41" y="57"/>
                    <a:pt x="40" y="57"/>
                  </a:cubicBezTo>
                  <a:cubicBezTo>
                    <a:pt x="39" y="57"/>
                    <a:pt x="37" y="57"/>
                    <a:pt x="35" y="59"/>
                  </a:cubicBezTo>
                  <a:cubicBezTo>
                    <a:pt x="33" y="61"/>
                    <a:pt x="30" y="63"/>
                    <a:pt x="29" y="63"/>
                  </a:cubicBezTo>
                  <a:cubicBezTo>
                    <a:pt x="27" y="64"/>
                    <a:pt x="25" y="64"/>
                    <a:pt x="23" y="64"/>
                  </a:cubicBezTo>
                  <a:cubicBezTo>
                    <a:pt x="22" y="64"/>
                    <a:pt x="21" y="64"/>
                    <a:pt x="20" y="63"/>
                  </a:cubicBezTo>
                  <a:cubicBezTo>
                    <a:pt x="20" y="62"/>
                    <a:pt x="19" y="60"/>
                    <a:pt x="19" y="57"/>
                  </a:cubicBezTo>
                  <a:cubicBezTo>
                    <a:pt x="19" y="55"/>
                    <a:pt x="20" y="51"/>
                    <a:pt x="22" y="43"/>
                  </a:cubicBezTo>
                  <a:cubicBezTo>
                    <a:pt x="23" y="36"/>
                    <a:pt x="24" y="32"/>
                    <a:pt x="25" y="32"/>
                  </a:cubicBezTo>
                  <a:cubicBezTo>
                    <a:pt x="42" y="29"/>
                    <a:pt x="42" y="29"/>
                    <a:pt x="42" y="29"/>
                  </a:cubicBezTo>
                  <a:cubicBezTo>
                    <a:pt x="47" y="28"/>
                    <a:pt x="50" y="26"/>
                    <a:pt x="50" y="23"/>
                  </a:cubicBezTo>
                  <a:cubicBezTo>
                    <a:pt x="50" y="22"/>
                    <a:pt x="49" y="21"/>
                    <a:pt x="49" y="20"/>
                  </a:cubicBezTo>
                  <a:cubicBezTo>
                    <a:pt x="48" y="20"/>
                    <a:pt x="47" y="20"/>
                    <a:pt x="45"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1" name="Freeform 485"/>
            <p:cNvSpPr>
              <a:spLocks/>
            </p:cNvSpPr>
            <p:nvPr/>
          </p:nvSpPr>
          <p:spPr bwMode="auto">
            <a:xfrm>
              <a:off x="9231313" y="6370638"/>
              <a:ext cx="92075" cy="120650"/>
            </a:xfrm>
            <a:custGeom>
              <a:avLst/>
              <a:gdLst>
                <a:gd name="T0" fmla="*/ 59 w 62"/>
                <a:gd name="T1" fmla="*/ 23 h 81"/>
                <a:gd name="T2" fmla="*/ 62 w 62"/>
                <a:gd name="T3" fmla="*/ 15 h 81"/>
                <a:gd name="T4" fmla="*/ 57 w 62"/>
                <a:gd name="T5" fmla="*/ 5 h 81"/>
                <a:gd name="T6" fmla="*/ 44 w 62"/>
                <a:gd name="T7" fmla="*/ 0 h 81"/>
                <a:gd name="T8" fmla="*/ 14 w 62"/>
                <a:gd name="T9" fmla="*/ 5 h 81"/>
                <a:gd name="T10" fmla="*/ 0 w 62"/>
                <a:gd name="T11" fmla="*/ 14 h 81"/>
                <a:gd name="T12" fmla="*/ 1 w 62"/>
                <a:gd name="T13" fmla="*/ 16 h 81"/>
                <a:gd name="T14" fmla="*/ 2 w 62"/>
                <a:gd name="T15" fmla="*/ 18 h 81"/>
                <a:gd name="T16" fmla="*/ 5 w 62"/>
                <a:gd name="T17" fmla="*/ 19 h 81"/>
                <a:gd name="T18" fmla="*/ 6 w 62"/>
                <a:gd name="T19" fmla="*/ 19 h 81"/>
                <a:gd name="T20" fmla="*/ 7 w 62"/>
                <a:gd name="T21" fmla="*/ 21 h 81"/>
                <a:gd name="T22" fmla="*/ 5 w 62"/>
                <a:gd name="T23" fmla="*/ 39 h 81"/>
                <a:gd name="T24" fmla="*/ 1 w 62"/>
                <a:gd name="T25" fmla="*/ 64 h 81"/>
                <a:gd name="T26" fmla="*/ 0 w 62"/>
                <a:gd name="T27" fmla="*/ 69 h 81"/>
                <a:gd name="T28" fmla="*/ 7 w 62"/>
                <a:gd name="T29" fmla="*/ 78 h 81"/>
                <a:gd name="T30" fmla="*/ 11 w 62"/>
                <a:gd name="T31" fmla="*/ 76 h 81"/>
                <a:gd name="T32" fmla="*/ 14 w 62"/>
                <a:gd name="T33" fmla="*/ 70 h 81"/>
                <a:gd name="T34" fmla="*/ 14 w 62"/>
                <a:gd name="T35" fmla="*/ 63 h 81"/>
                <a:gd name="T36" fmla="*/ 17 w 62"/>
                <a:gd name="T37" fmla="*/ 39 h 81"/>
                <a:gd name="T38" fmla="*/ 21 w 62"/>
                <a:gd name="T39" fmla="*/ 16 h 81"/>
                <a:gd name="T40" fmla="*/ 28 w 62"/>
                <a:gd name="T41" fmla="*/ 12 h 81"/>
                <a:gd name="T42" fmla="*/ 41 w 62"/>
                <a:gd name="T43" fmla="*/ 11 h 81"/>
                <a:gd name="T44" fmla="*/ 49 w 62"/>
                <a:gd name="T45" fmla="*/ 16 h 81"/>
                <a:gd name="T46" fmla="*/ 43 w 62"/>
                <a:gd name="T47" fmla="*/ 25 h 81"/>
                <a:gd name="T48" fmla="*/ 31 w 62"/>
                <a:gd name="T49" fmla="*/ 33 h 81"/>
                <a:gd name="T50" fmla="*/ 21 w 62"/>
                <a:gd name="T51" fmla="*/ 40 h 81"/>
                <a:gd name="T52" fmla="*/ 22 w 62"/>
                <a:gd name="T53" fmla="*/ 44 h 81"/>
                <a:gd name="T54" fmla="*/ 28 w 62"/>
                <a:gd name="T55" fmla="*/ 46 h 81"/>
                <a:gd name="T56" fmla="*/ 34 w 62"/>
                <a:gd name="T57" fmla="*/ 44 h 81"/>
                <a:gd name="T58" fmla="*/ 38 w 62"/>
                <a:gd name="T59" fmla="*/ 42 h 81"/>
                <a:gd name="T60" fmla="*/ 46 w 62"/>
                <a:gd name="T61" fmla="*/ 45 h 81"/>
                <a:gd name="T62" fmla="*/ 49 w 62"/>
                <a:gd name="T63" fmla="*/ 52 h 81"/>
                <a:gd name="T64" fmla="*/ 42 w 62"/>
                <a:gd name="T65" fmla="*/ 63 h 81"/>
                <a:gd name="T66" fmla="*/ 29 w 62"/>
                <a:gd name="T67" fmla="*/ 69 h 81"/>
                <a:gd name="T68" fmla="*/ 27 w 62"/>
                <a:gd name="T69" fmla="*/ 69 h 81"/>
                <a:gd name="T70" fmla="*/ 16 w 62"/>
                <a:gd name="T71" fmla="*/ 76 h 81"/>
                <a:gd name="T72" fmla="*/ 24 w 62"/>
                <a:gd name="T73" fmla="*/ 81 h 81"/>
                <a:gd name="T74" fmla="*/ 50 w 62"/>
                <a:gd name="T75" fmla="*/ 71 h 81"/>
                <a:gd name="T76" fmla="*/ 62 w 62"/>
                <a:gd name="T77" fmla="*/ 51 h 81"/>
                <a:gd name="T78" fmla="*/ 59 w 62"/>
                <a:gd name="T79" fmla="*/ 42 h 81"/>
                <a:gd name="T80" fmla="*/ 47 w 62"/>
                <a:gd name="T81" fmla="*/ 34 h 81"/>
                <a:gd name="T82" fmla="*/ 59 w 62"/>
                <a:gd name="T83" fmla="*/ 23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2" h="81">
                  <a:moveTo>
                    <a:pt x="59" y="23"/>
                  </a:moveTo>
                  <a:cubicBezTo>
                    <a:pt x="61" y="20"/>
                    <a:pt x="62" y="17"/>
                    <a:pt x="62" y="15"/>
                  </a:cubicBezTo>
                  <a:cubicBezTo>
                    <a:pt x="62" y="11"/>
                    <a:pt x="60" y="8"/>
                    <a:pt x="57" y="5"/>
                  </a:cubicBezTo>
                  <a:cubicBezTo>
                    <a:pt x="54" y="2"/>
                    <a:pt x="49" y="0"/>
                    <a:pt x="44" y="0"/>
                  </a:cubicBezTo>
                  <a:cubicBezTo>
                    <a:pt x="33" y="0"/>
                    <a:pt x="24" y="2"/>
                    <a:pt x="14" y="5"/>
                  </a:cubicBezTo>
                  <a:cubicBezTo>
                    <a:pt x="5" y="8"/>
                    <a:pt x="0" y="11"/>
                    <a:pt x="0" y="14"/>
                  </a:cubicBezTo>
                  <a:cubicBezTo>
                    <a:pt x="0" y="15"/>
                    <a:pt x="0" y="15"/>
                    <a:pt x="1" y="16"/>
                  </a:cubicBezTo>
                  <a:cubicBezTo>
                    <a:pt x="1" y="17"/>
                    <a:pt x="1" y="17"/>
                    <a:pt x="2" y="18"/>
                  </a:cubicBezTo>
                  <a:cubicBezTo>
                    <a:pt x="3" y="19"/>
                    <a:pt x="4" y="19"/>
                    <a:pt x="5" y="19"/>
                  </a:cubicBezTo>
                  <a:cubicBezTo>
                    <a:pt x="6" y="19"/>
                    <a:pt x="6" y="19"/>
                    <a:pt x="6" y="19"/>
                  </a:cubicBezTo>
                  <a:cubicBezTo>
                    <a:pt x="7" y="19"/>
                    <a:pt x="7" y="20"/>
                    <a:pt x="7" y="21"/>
                  </a:cubicBezTo>
                  <a:cubicBezTo>
                    <a:pt x="7" y="22"/>
                    <a:pt x="7" y="28"/>
                    <a:pt x="5" y="39"/>
                  </a:cubicBezTo>
                  <a:cubicBezTo>
                    <a:pt x="4" y="50"/>
                    <a:pt x="2" y="58"/>
                    <a:pt x="1" y="64"/>
                  </a:cubicBezTo>
                  <a:cubicBezTo>
                    <a:pt x="0" y="67"/>
                    <a:pt x="0" y="68"/>
                    <a:pt x="0" y="69"/>
                  </a:cubicBezTo>
                  <a:cubicBezTo>
                    <a:pt x="0" y="75"/>
                    <a:pt x="2" y="78"/>
                    <a:pt x="7" y="78"/>
                  </a:cubicBezTo>
                  <a:cubicBezTo>
                    <a:pt x="8" y="78"/>
                    <a:pt x="10" y="77"/>
                    <a:pt x="11" y="76"/>
                  </a:cubicBezTo>
                  <a:cubicBezTo>
                    <a:pt x="13" y="75"/>
                    <a:pt x="13" y="73"/>
                    <a:pt x="14" y="70"/>
                  </a:cubicBezTo>
                  <a:cubicBezTo>
                    <a:pt x="14" y="63"/>
                    <a:pt x="14" y="63"/>
                    <a:pt x="14" y="63"/>
                  </a:cubicBezTo>
                  <a:cubicBezTo>
                    <a:pt x="14" y="61"/>
                    <a:pt x="15" y="53"/>
                    <a:pt x="17" y="39"/>
                  </a:cubicBezTo>
                  <a:cubicBezTo>
                    <a:pt x="19" y="25"/>
                    <a:pt x="20" y="17"/>
                    <a:pt x="21" y="16"/>
                  </a:cubicBezTo>
                  <a:cubicBezTo>
                    <a:pt x="21" y="14"/>
                    <a:pt x="24" y="13"/>
                    <a:pt x="28" y="12"/>
                  </a:cubicBezTo>
                  <a:cubicBezTo>
                    <a:pt x="32" y="11"/>
                    <a:pt x="37" y="11"/>
                    <a:pt x="41" y="11"/>
                  </a:cubicBezTo>
                  <a:cubicBezTo>
                    <a:pt x="46" y="11"/>
                    <a:pt x="49" y="12"/>
                    <a:pt x="49" y="16"/>
                  </a:cubicBezTo>
                  <a:cubicBezTo>
                    <a:pt x="49" y="18"/>
                    <a:pt x="47" y="21"/>
                    <a:pt x="43" y="25"/>
                  </a:cubicBezTo>
                  <a:cubicBezTo>
                    <a:pt x="39" y="29"/>
                    <a:pt x="35" y="31"/>
                    <a:pt x="31" y="33"/>
                  </a:cubicBezTo>
                  <a:cubicBezTo>
                    <a:pt x="24" y="36"/>
                    <a:pt x="21" y="38"/>
                    <a:pt x="21" y="40"/>
                  </a:cubicBezTo>
                  <a:cubicBezTo>
                    <a:pt x="21" y="42"/>
                    <a:pt x="21" y="44"/>
                    <a:pt x="22" y="44"/>
                  </a:cubicBezTo>
                  <a:cubicBezTo>
                    <a:pt x="23" y="45"/>
                    <a:pt x="25" y="46"/>
                    <a:pt x="28" y="46"/>
                  </a:cubicBezTo>
                  <a:cubicBezTo>
                    <a:pt x="30" y="46"/>
                    <a:pt x="31" y="45"/>
                    <a:pt x="34" y="44"/>
                  </a:cubicBezTo>
                  <a:cubicBezTo>
                    <a:pt x="36" y="43"/>
                    <a:pt x="38" y="42"/>
                    <a:pt x="38" y="42"/>
                  </a:cubicBezTo>
                  <a:cubicBezTo>
                    <a:pt x="41" y="42"/>
                    <a:pt x="44" y="43"/>
                    <a:pt x="46" y="45"/>
                  </a:cubicBezTo>
                  <a:cubicBezTo>
                    <a:pt x="48" y="47"/>
                    <a:pt x="49" y="49"/>
                    <a:pt x="49" y="52"/>
                  </a:cubicBezTo>
                  <a:cubicBezTo>
                    <a:pt x="49" y="55"/>
                    <a:pt x="47" y="59"/>
                    <a:pt x="42" y="63"/>
                  </a:cubicBezTo>
                  <a:cubicBezTo>
                    <a:pt x="37" y="67"/>
                    <a:pt x="32" y="69"/>
                    <a:pt x="29" y="69"/>
                  </a:cubicBezTo>
                  <a:cubicBezTo>
                    <a:pt x="27" y="69"/>
                    <a:pt x="27" y="69"/>
                    <a:pt x="27" y="69"/>
                  </a:cubicBezTo>
                  <a:cubicBezTo>
                    <a:pt x="20" y="69"/>
                    <a:pt x="16" y="71"/>
                    <a:pt x="16" y="76"/>
                  </a:cubicBezTo>
                  <a:cubicBezTo>
                    <a:pt x="16" y="79"/>
                    <a:pt x="19" y="81"/>
                    <a:pt x="24" y="81"/>
                  </a:cubicBezTo>
                  <a:cubicBezTo>
                    <a:pt x="33" y="81"/>
                    <a:pt x="41" y="78"/>
                    <a:pt x="50" y="71"/>
                  </a:cubicBezTo>
                  <a:cubicBezTo>
                    <a:pt x="58" y="64"/>
                    <a:pt x="62" y="58"/>
                    <a:pt x="62" y="51"/>
                  </a:cubicBezTo>
                  <a:cubicBezTo>
                    <a:pt x="62" y="48"/>
                    <a:pt x="61" y="45"/>
                    <a:pt x="59" y="42"/>
                  </a:cubicBezTo>
                  <a:cubicBezTo>
                    <a:pt x="57" y="39"/>
                    <a:pt x="53" y="36"/>
                    <a:pt x="47" y="34"/>
                  </a:cubicBezTo>
                  <a:cubicBezTo>
                    <a:pt x="53" y="30"/>
                    <a:pt x="57" y="26"/>
                    <a:pt x="59"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2" name="Freeform 486"/>
            <p:cNvSpPr>
              <a:spLocks/>
            </p:cNvSpPr>
            <p:nvPr/>
          </p:nvSpPr>
          <p:spPr bwMode="auto">
            <a:xfrm>
              <a:off x="9339263" y="6402388"/>
              <a:ext cx="77788" cy="82550"/>
            </a:xfrm>
            <a:custGeom>
              <a:avLst/>
              <a:gdLst>
                <a:gd name="T0" fmla="*/ 51 w 52"/>
                <a:gd name="T1" fmla="*/ 48 h 55"/>
                <a:gd name="T2" fmla="*/ 46 w 52"/>
                <a:gd name="T3" fmla="*/ 32 h 55"/>
                <a:gd name="T4" fmla="*/ 49 w 52"/>
                <a:gd name="T5" fmla="*/ 12 h 55"/>
                <a:gd name="T6" fmla="*/ 50 w 52"/>
                <a:gd name="T7" fmla="*/ 9 h 55"/>
                <a:gd name="T8" fmla="*/ 45 w 52"/>
                <a:gd name="T9" fmla="*/ 3 h 55"/>
                <a:gd name="T10" fmla="*/ 40 w 52"/>
                <a:gd name="T11" fmla="*/ 6 h 55"/>
                <a:gd name="T12" fmla="*/ 36 w 52"/>
                <a:gd name="T13" fmla="*/ 17 h 55"/>
                <a:gd name="T14" fmla="*/ 26 w 52"/>
                <a:gd name="T15" fmla="*/ 34 h 55"/>
                <a:gd name="T16" fmla="*/ 14 w 52"/>
                <a:gd name="T17" fmla="*/ 43 h 55"/>
                <a:gd name="T18" fmla="*/ 11 w 52"/>
                <a:gd name="T19" fmla="*/ 36 h 55"/>
                <a:gd name="T20" fmla="*/ 13 w 52"/>
                <a:gd name="T21" fmla="*/ 27 h 55"/>
                <a:gd name="T22" fmla="*/ 16 w 52"/>
                <a:gd name="T23" fmla="*/ 16 h 55"/>
                <a:gd name="T24" fmla="*/ 19 w 52"/>
                <a:gd name="T25" fmla="*/ 5 h 55"/>
                <a:gd name="T26" fmla="*/ 17 w 52"/>
                <a:gd name="T27" fmla="*/ 2 h 55"/>
                <a:gd name="T28" fmla="*/ 12 w 52"/>
                <a:gd name="T29" fmla="*/ 0 h 55"/>
                <a:gd name="T30" fmla="*/ 6 w 52"/>
                <a:gd name="T31" fmla="*/ 4 h 55"/>
                <a:gd name="T32" fmla="*/ 3 w 52"/>
                <a:gd name="T33" fmla="*/ 19 h 55"/>
                <a:gd name="T34" fmla="*/ 0 w 52"/>
                <a:gd name="T35" fmla="*/ 37 h 55"/>
                <a:gd name="T36" fmla="*/ 4 w 52"/>
                <a:gd name="T37" fmla="*/ 50 h 55"/>
                <a:gd name="T38" fmla="*/ 12 w 52"/>
                <a:gd name="T39" fmla="*/ 54 h 55"/>
                <a:gd name="T40" fmla="*/ 25 w 52"/>
                <a:gd name="T41" fmla="*/ 49 h 55"/>
                <a:gd name="T42" fmla="*/ 36 w 52"/>
                <a:gd name="T43" fmla="*/ 35 h 55"/>
                <a:gd name="T44" fmla="*/ 38 w 52"/>
                <a:gd name="T45" fmla="*/ 50 h 55"/>
                <a:gd name="T46" fmla="*/ 45 w 52"/>
                <a:gd name="T47" fmla="*/ 55 h 55"/>
                <a:gd name="T48" fmla="*/ 49 w 52"/>
                <a:gd name="T49" fmla="*/ 54 h 55"/>
                <a:gd name="T50" fmla="*/ 52 w 52"/>
                <a:gd name="T51" fmla="*/ 50 h 55"/>
                <a:gd name="T52" fmla="*/ 51 w 52"/>
                <a:gd name="T5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2" h="55">
                  <a:moveTo>
                    <a:pt x="51" y="48"/>
                  </a:moveTo>
                  <a:cubicBezTo>
                    <a:pt x="48" y="46"/>
                    <a:pt x="46" y="41"/>
                    <a:pt x="46" y="32"/>
                  </a:cubicBezTo>
                  <a:cubicBezTo>
                    <a:pt x="46" y="25"/>
                    <a:pt x="47" y="18"/>
                    <a:pt x="49" y="12"/>
                  </a:cubicBezTo>
                  <a:cubicBezTo>
                    <a:pt x="50" y="11"/>
                    <a:pt x="50" y="9"/>
                    <a:pt x="50" y="9"/>
                  </a:cubicBezTo>
                  <a:cubicBezTo>
                    <a:pt x="50" y="5"/>
                    <a:pt x="48" y="3"/>
                    <a:pt x="45" y="3"/>
                  </a:cubicBezTo>
                  <a:cubicBezTo>
                    <a:pt x="43" y="3"/>
                    <a:pt x="41" y="4"/>
                    <a:pt x="40" y="6"/>
                  </a:cubicBezTo>
                  <a:cubicBezTo>
                    <a:pt x="39" y="8"/>
                    <a:pt x="37" y="11"/>
                    <a:pt x="36" y="17"/>
                  </a:cubicBezTo>
                  <a:cubicBezTo>
                    <a:pt x="34" y="23"/>
                    <a:pt x="31" y="29"/>
                    <a:pt x="26" y="34"/>
                  </a:cubicBezTo>
                  <a:cubicBezTo>
                    <a:pt x="21" y="40"/>
                    <a:pt x="17" y="43"/>
                    <a:pt x="14" y="43"/>
                  </a:cubicBezTo>
                  <a:cubicBezTo>
                    <a:pt x="12" y="43"/>
                    <a:pt x="11" y="40"/>
                    <a:pt x="11" y="36"/>
                  </a:cubicBezTo>
                  <a:cubicBezTo>
                    <a:pt x="11" y="35"/>
                    <a:pt x="12" y="32"/>
                    <a:pt x="13" y="27"/>
                  </a:cubicBezTo>
                  <a:cubicBezTo>
                    <a:pt x="14" y="22"/>
                    <a:pt x="15" y="18"/>
                    <a:pt x="16" y="16"/>
                  </a:cubicBezTo>
                  <a:cubicBezTo>
                    <a:pt x="18" y="11"/>
                    <a:pt x="19" y="8"/>
                    <a:pt x="19" y="5"/>
                  </a:cubicBezTo>
                  <a:cubicBezTo>
                    <a:pt x="19" y="4"/>
                    <a:pt x="18" y="3"/>
                    <a:pt x="17" y="2"/>
                  </a:cubicBezTo>
                  <a:cubicBezTo>
                    <a:pt x="16" y="0"/>
                    <a:pt x="14" y="0"/>
                    <a:pt x="12" y="0"/>
                  </a:cubicBezTo>
                  <a:cubicBezTo>
                    <a:pt x="9" y="0"/>
                    <a:pt x="7" y="1"/>
                    <a:pt x="6" y="4"/>
                  </a:cubicBezTo>
                  <a:cubicBezTo>
                    <a:pt x="6" y="7"/>
                    <a:pt x="5" y="12"/>
                    <a:pt x="3" y="19"/>
                  </a:cubicBezTo>
                  <a:cubicBezTo>
                    <a:pt x="1" y="27"/>
                    <a:pt x="0" y="33"/>
                    <a:pt x="0" y="37"/>
                  </a:cubicBezTo>
                  <a:cubicBezTo>
                    <a:pt x="0" y="43"/>
                    <a:pt x="2" y="47"/>
                    <a:pt x="4" y="50"/>
                  </a:cubicBezTo>
                  <a:cubicBezTo>
                    <a:pt x="7" y="52"/>
                    <a:pt x="10" y="54"/>
                    <a:pt x="12" y="54"/>
                  </a:cubicBezTo>
                  <a:cubicBezTo>
                    <a:pt x="17" y="54"/>
                    <a:pt x="21" y="52"/>
                    <a:pt x="25" y="49"/>
                  </a:cubicBezTo>
                  <a:cubicBezTo>
                    <a:pt x="29" y="45"/>
                    <a:pt x="33" y="40"/>
                    <a:pt x="36" y="35"/>
                  </a:cubicBezTo>
                  <a:cubicBezTo>
                    <a:pt x="36" y="41"/>
                    <a:pt x="37" y="46"/>
                    <a:pt x="38" y="50"/>
                  </a:cubicBezTo>
                  <a:cubicBezTo>
                    <a:pt x="40" y="53"/>
                    <a:pt x="42" y="55"/>
                    <a:pt x="45" y="55"/>
                  </a:cubicBezTo>
                  <a:cubicBezTo>
                    <a:pt x="46" y="55"/>
                    <a:pt x="48" y="55"/>
                    <a:pt x="49" y="54"/>
                  </a:cubicBezTo>
                  <a:cubicBezTo>
                    <a:pt x="51" y="53"/>
                    <a:pt x="52" y="51"/>
                    <a:pt x="52" y="50"/>
                  </a:cubicBezTo>
                  <a:cubicBezTo>
                    <a:pt x="52" y="49"/>
                    <a:pt x="51" y="49"/>
                    <a:pt x="51"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3" name="Freeform 487"/>
            <p:cNvSpPr>
              <a:spLocks/>
            </p:cNvSpPr>
            <p:nvPr/>
          </p:nvSpPr>
          <p:spPr bwMode="auto">
            <a:xfrm>
              <a:off x="9424988" y="6396038"/>
              <a:ext cx="63500" cy="90488"/>
            </a:xfrm>
            <a:custGeom>
              <a:avLst/>
              <a:gdLst>
                <a:gd name="T0" fmla="*/ 22 w 42"/>
                <a:gd name="T1" fmla="*/ 14 h 61"/>
                <a:gd name="T2" fmla="*/ 32 w 42"/>
                <a:gd name="T3" fmla="*/ 11 h 61"/>
                <a:gd name="T4" fmla="*/ 34 w 42"/>
                <a:gd name="T5" fmla="*/ 12 h 61"/>
                <a:gd name="T6" fmla="*/ 36 w 42"/>
                <a:gd name="T7" fmla="*/ 12 h 61"/>
                <a:gd name="T8" fmla="*/ 40 w 42"/>
                <a:gd name="T9" fmla="*/ 11 h 61"/>
                <a:gd name="T10" fmla="*/ 42 w 42"/>
                <a:gd name="T11" fmla="*/ 7 h 61"/>
                <a:gd name="T12" fmla="*/ 33 w 42"/>
                <a:gd name="T13" fmla="*/ 0 h 61"/>
                <a:gd name="T14" fmla="*/ 14 w 42"/>
                <a:gd name="T15" fmla="*/ 7 h 61"/>
                <a:gd name="T16" fmla="*/ 4 w 42"/>
                <a:gd name="T17" fmla="*/ 22 h 61"/>
                <a:gd name="T18" fmla="*/ 7 w 42"/>
                <a:gd name="T19" fmla="*/ 30 h 61"/>
                <a:gd name="T20" fmla="*/ 21 w 42"/>
                <a:gd name="T21" fmla="*/ 39 h 61"/>
                <a:gd name="T22" fmla="*/ 29 w 42"/>
                <a:gd name="T23" fmla="*/ 45 h 61"/>
                <a:gd name="T24" fmla="*/ 22 w 42"/>
                <a:gd name="T25" fmla="*/ 49 h 61"/>
                <a:gd name="T26" fmla="*/ 12 w 42"/>
                <a:gd name="T27" fmla="*/ 50 h 61"/>
                <a:gd name="T28" fmla="*/ 9 w 42"/>
                <a:gd name="T29" fmla="*/ 50 h 61"/>
                <a:gd name="T30" fmla="*/ 6 w 42"/>
                <a:gd name="T31" fmla="*/ 49 h 61"/>
                <a:gd name="T32" fmla="*/ 1 w 42"/>
                <a:gd name="T33" fmla="*/ 51 h 61"/>
                <a:gd name="T34" fmla="*/ 0 w 42"/>
                <a:gd name="T35" fmla="*/ 55 h 61"/>
                <a:gd name="T36" fmla="*/ 9 w 42"/>
                <a:gd name="T37" fmla="*/ 61 h 61"/>
                <a:gd name="T38" fmla="*/ 31 w 42"/>
                <a:gd name="T39" fmla="*/ 56 h 61"/>
                <a:gd name="T40" fmla="*/ 41 w 42"/>
                <a:gd name="T41" fmla="*/ 44 h 61"/>
                <a:gd name="T42" fmla="*/ 38 w 42"/>
                <a:gd name="T43" fmla="*/ 37 h 61"/>
                <a:gd name="T44" fmla="*/ 27 w 42"/>
                <a:gd name="T45" fmla="*/ 29 h 61"/>
                <a:gd name="T46" fmla="*/ 19 w 42"/>
                <a:gd name="T47" fmla="*/ 25 h 61"/>
                <a:gd name="T48" fmla="*/ 17 w 42"/>
                <a:gd name="T49" fmla="*/ 21 h 61"/>
                <a:gd name="T50" fmla="*/ 22 w 42"/>
                <a:gd name="T51" fmla="*/ 1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 h="61">
                  <a:moveTo>
                    <a:pt x="22" y="14"/>
                  </a:moveTo>
                  <a:cubicBezTo>
                    <a:pt x="26" y="12"/>
                    <a:pt x="29" y="11"/>
                    <a:pt x="32" y="11"/>
                  </a:cubicBezTo>
                  <a:cubicBezTo>
                    <a:pt x="33" y="11"/>
                    <a:pt x="33" y="11"/>
                    <a:pt x="34" y="12"/>
                  </a:cubicBezTo>
                  <a:cubicBezTo>
                    <a:pt x="35" y="12"/>
                    <a:pt x="36" y="12"/>
                    <a:pt x="36" y="12"/>
                  </a:cubicBezTo>
                  <a:cubicBezTo>
                    <a:pt x="37" y="12"/>
                    <a:pt x="38" y="12"/>
                    <a:pt x="40" y="11"/>
                  </a:cubicBezTo>
                  <a:cubicBezTo>
                    <a:pt x="41" y="10"/>
                    <a:pt x="42" y="9"/>
                    <a:pt x="42" y="7"/>
                  </a:cubicBezTo>
                  <a:cubicBezTo>
                    <a:pt x="42" y="2"/>
                    <a:pt x="39" y="0"/>
                    <a:pt x="33" y="0"/>
                  </a:cubicBezTo>
                  <a:cubicBezTo>
                    <a:pt x="27" y="0"/>
                    <a:pt x="21" y="2"/>
                    <a:pt x="14" y="7"/>
                  </a:cubicBezTo>
                  <a:cubicBezTo>
                    <a:pt x="8" y="11"/>
                    <a:pt x="4" y="16"/>
                    <a:pt x="4" y="22"/>
                  </a:cubicBezTo>
                  <a:cubicBezTo>
                    <a:pt x="4" y="25"/>
                    <a:pt x="5" y="28"/>
                    <a:pt x="7" y="30"/>
                  </a:cubicBezTo>
                  <a:cubicBezTo>
                    <a:pt x="9" y="32"/>
                    <a:pt x="14" y="35"/>
                    <a:pt x="21" y="39"/>
                  </a:cubicBezTo>
                  <a:cubicBezTo>
                    <a:pt x="26" y="41"/>
                    <a:pt x="29" y="43"/>
                    <a:pt x="29" y="45"/>
                  </a:cubicBezTo>
                  <a:cubicBezTo>
                    <a:pt x="28" y="47"/>
                    <a:pt x="26" y="48"/>
                    <a:pt x="22" y="49"/>
                  </a:cubicBezTo>
                  <a:cubicBezTo>
                    <a:pt x="19" y="50"/>
                    <a:pt x="16" y="50"/>
                    <a:pt x="12" y="50"/>
                  </a:cubicBezTo>
                  <a:cubicBezTo>
                    <a:pt x="11" y="50"/>
                    <a:pt x="10" y="50"/>
                    <a:pt x="9" y="50"/>
                  </a:cubicBezTo>
                  <a:cubicBezTo>
                    <a:pt x="7" y="49"/>
                    <a:pt x="6" y="49"/>
                    <a:pt x="6" y="49"/>
                  </a:cubicBezTo>
                  <a:cubicBezTo>
                    <a:pt x="4" y="49"/>
                    <a:pt x="3" y="50"/>
                    <a:pt x="1" y="51"/>
                  </a:cubicBezTo>
                  <a:cubicBezTo>
                    <a:pt x="0" y="52"/>
                    <a:pt x="0" y="53"/>
                    <a:pt x="0" y="55"/>
                  </a:cubicBezTo>
                  <a:cubicBezTo>
                    <a:pt x="0" y="59"/>
                    <a:pt x="3" y="61"/>
                    <a:pt x="9" y="61"/>
                  </a:cubicBezTo>
                  <a:cubicBezTo>
                    <a:pt x="17" y="61"/>
                    <a:pt x="24" y="60"/>
                    <a:pt x="31" y="56"/>
                  </a:cubicBezTo>
                  <a:cubicBezTo>
                    <a:pt x="38" y="53"/>
                    <a:pt x="41" y="49"/>
                    <a:pt x="41" y="44"/>
                  </a:cubicBezTo>
                  <a:cubicBezTo>
                    <a:pt x="41" y="42"/>
                    <a:pt x="40" y="39"/>
                    <a:pt x="38" y="37"/>
                  </a:cubicBezTo>
                  <a:cubicBezTo>
                    <a:pt x="36" y="35"/>
                    <a:pt x="33" y="32"/>
                    <a:pt x="27" y="29"/>
                  </a:cubicBezTo>
                  <a:cubicBezTo>
                    <a:pt x="23" y="28"/>
                    <a:pt x="20" y="26"/>
                    <a:pt x="19" y="25"/>
                  </a:cubicBezTo>
                  <a:cubicBezTo>
                    <a:pt x="18" y="24"/>
                    <a:pt x="17" y="22"/>
                    <a:pt x="17" y="21"/>
                  </a:cubicBezTo>
                  <a:cubicBezTo>
                    <a:pt x="17" y="18"/>
                    <a:pt x="19" y="16"/>
                    <a:pt x="22"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4" name="Freeform 488"/>
            <p:cNvSpPr>
              <a:spLocks/>
            </p:cNvSpPr>
            <p:nvPr/>
          </p:nvSpPr>
          <p:spPr bwMode="auto">
            <a:xfrm>
              <a:off x="9515475" y="6359525"/>
              <a:ext cx="25400" cy="23813"/>
            </a:xfrm>
            <a:custGeom>
              <a:avLst/>
              <a:gdLst>
                <a:gd name="T0" fmla="*/ 9 w 17"/>
                <a:gd name="T1" fmla="*/ 0 h 16"/>
                <a:gd name="T2" fmla="*/ 3 w 17"/>
                <a:gd name="T3" fmla="*/ 3 h 16"/>
                <a:gd name="T4" fmla="*/ 0 w 17"/>
                <a:gd name="T5" fmla="*/ 9 h 16"/>
                <a:gd name="T6" fmla="*/ 3 w 17"/>
                <a:gd name="T7" fmla="*/ 14 h 16"/>
                <a:gd name="T8" fmla="*/ 8 w 17"/>
                <a:gd name="T9" fmla="*/ 16 h 16"/>
                <a:gd name="T10" fmla="*/ 14 w 17"/>
                <a:gd name="T11" fmla="*/ 13 h 16"/>
                <a:gd name="T12" fmla="*/ 17 w 17"/>
                <a:gd name="T13" fmla="*/ 7 h 16"/>
                <a:gd name="T14" fmla="*/ 15 w 17"/>
                <a:gd name="T15" fmla="*/ 2 h 16"/>
                <a:gd name="T16" fmla="*/ 9 w 17"/>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6">
                  <a:moveTo>
                    <a:pt x="9" y="0"/>
                  </a:moveTo>
                  <a:cubicBezTo>
                    <a:pt x="7" y="0"/>
                    <a:pt x="4" y="1"/>
                    <a:pt x="3" y="3"/>
                  </a:cubicBezTo>
                  <a:cubicBezTo>
                    <a:pt x="1" y="4"/>
                    <a:pt x="0" y="6"/>
                    <a:pt x="0" y="9"/>
                  </a:cubicBezTo>
                  <a:cubicBezTo>
                    <a:pt x="0" y="10"/>
                    <a:pt x="1" y="12"/>
                    <a:pt x="3" y="14"/>
                  </a:cubicBezTo>
                  <a:cubicBezTo>
                    <a:pt x="4" y="15"/>
                    <a:pt x="6" y="16"/>
                    <a:pt x="8" y="16"/>
                  </a:cubicBezTo>
                  <a:cubicBezTo>
                    <a:pt x="10" y="16"/>
                    <a:pt x="12" y="15"/>
                    <a:pt x="14" y="13"/>
                  </a:cubicBezTo>
                  <a:cubicBezTo>
                    <a:pt x="16" y="12"/>
                    <a:pt x="17" y="10"/>
                    <a:pt x="17" y="7"/>
                  </a:cubicBezTo>
                  <a:cubicBezTo>
                    <a:pt x="17" y="5"/>
                    <a:pt x="16" y="4"/>
                    <a:pt x="15" y="2"/>
                  </a:cubicBezTo>
                  <a:cubicBezTo>
                    <a:pt x="14" y="1"/>
                    <a:pt x="12"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5" name="Freeform 489"/>
            <p:cNvSpPr>
              <a:spLocks/>
            </p:cNvSpPr>
            <p:nvPr/>
          </p:nvSpPr>
          <p:spPr bwMode="auto">
            <a:xfrm>
              <a:off x="9498013" y="6402388"/>
              <a:ext cx="28575" cy="84138"/>
            </a:xfrm>
            <a:custGeom>
              <a:avLst/>
              <a:gdLst>
                <a:gd name="T0" fmla="*/ 17 w 19"/>
                <a:gd name="T1" fmla="*/ 2 h 56"/>
                <a:gd name="T2" fmla="*/ 11 w 19"/>
                <a:gd name="T3" fmla="*/ 0 h 56"/>
                <a:gd name="T4" fmla="*/ 7 w 19"/>
                <a:gd name="T5" fmla="*/ 3 h 56"/>
                <a:gd name="T6" fmla="*/ 5 w 19"/>
                <a:gd name="T7" fmla="*/ 9 h 56"/>
                <a:gd name="T8" fmla="*/ 4 w 19"/>
                <a:gd name="T9" fmla="*/ 20 h 56"/>
                <a:gd name="T10" fmla="*/ 4 w 19"/>
                <a:gd name="T11" fmla="*/ 20 h 56"/>
                <a:gd name="T12" fmla="*/ 3 w 19"/>
                <a:gd name="T13" fmla="*/ 25 h 56"/>
                <a:gd name="T14" fmla="*/ 0 w 19"/>
                <a:gd name="T15" fmla="*/ 46 h 56"/>
                <a:gd name="T16" fmla="*/ 7 w 19"/>
                <a:gd name="T17" fmla="*/ 56 h 56"/>
                <a:gd name="T18" fmla="*/ 12 w 19"/>
                <a:gd name="T19" fmla="*/ 54 h 56"/>
                <a:gd name="T20" fmla="*/ 14 w 19"/>
                <a:gd name="T21" fmla="*/ 51 h 56"/>
                <a:gd name="T22" fmla="*/ 14 w 19"/>
                <a:gd name="T23" fmla="*/ 49 h 56"/>
                <a:gd name="T24" fmla="*/ 13 w 19"/>
                <a:gd name="T25" fmla="*/ 41 h 56"/>
                <a:gd name="T26" fmla="*/ 13 w 19"/>
                <a:gd name="T27" fmla="*/ 31 h 56"/>
                <a:gd name="T28" fmla="*/ 17 w 19"/>
                <a:gd name="T29" fmla="*/ 15 h 56"/>
                <a:gd name="T30" fmla="*/ 17 w 19"/>
                <a:gd name="T31" fmla="*/ 14 h 56"/>
                <a:gd name="T32" fmla="*/ 19 w 19"/>
                <a:gd name="T33" fmla="*/ 6 h 56"/>
                <a:gd name="T34" fmla="*/ 17 w 19"/>
                <a:gd name="T35" fmla="*/ 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56">
                  <a:moveTo>
                    <a:pt x="17" y="2"/>
                  </a:moveTo>
                  <a:cubicBezTo>
                    <a:pt x="16" y="1"/>
                    <a:pt x="14" y="0"/>
                    <a:pt x="11" y="0"/>
                  </a:cubicBezTo>
                  <a:cubicBezTo>
                    <a:pt x="10" y="0"/>
                    <a:pt x="8" y="1"/>
                    <a:pt x="7" y="3"/>
                  </a:cubicBezTo>
                  <a:cubicBezTo>
                    <a:pt x="6" y="5"/>
                    <a:pt x="5" y="7"/>
                    <a:pt x="5" y="9"/>
                  </a:cubicBezTo>
                  <a:cubicBezTo>
                    <a:pt x="5" y="10"/>
                    <a:pt x="5" y="13"/>
                    <a:pt x="4" y="20"/>
                  </a:cubicBezTo>
                  <a:cubicBezTo>
                    <a:pt x="4" y="20"/>
                    <a:pt x="4" y="20"/>
                    <a:pt x="4" y="20"/>
                  </a:cubicBezTo>
                  <a:cubicBezTo>
                    <a:pt x="3" y="21"/>
                    <a:pt x="3" y="23"/>
                    <a:pt x="3" y="25"/>
                  </a:cubicBezTo>
                  <a:cubicBezTo>
                    <a:pt x="1" y="33"/>
                    <a:pt x="0" y="40"/>
                    <a:pt x="0" y="46"/>
                  </a:cubicBezTo>
                  <a:cubicBezTo>
                    <a:pt x="0" y="52"/>
                    <a:pt x="3" y="56"/>
                    <a:pt x="7" y="56"/>
                  </a:cubicBezTo>
                  <a:cubicBezTo>
                    <a:pt x="9" y="56"/>
                    <a:pt x="10" y="55"/>
                    <a:pt x="12" y="54"/>
                  </a:cubicBezTo>
                  <a:cubicBezTo>
                    <a:pt x="13" y="52"/>
                    <a:pt x="14" y="51"/>
                    <a:pt x="14" y="51"/>
                  </a:cubicBezTo>
                  <a:cubicBezTo>
                    <a:pt x="14" y="50"/>
                    <a:pt x="14" y="50"/>
                    <a:pt x="14" y="49"/>
                  </a:cubicBezTo>
                  <a:cubicBezTo>
                    <a:pt x="13" y="46"/>
                    <a:pt x="13" y="43"/>
                    <a:pt x="13" y="41"/>
                  </a:cubicBezTo>
                  <a:cubicBezTo>
                    <a:pt x="13" y="38"/>
                    <a:pt x="13" y="35"/>
                    <a:pt x="13" y="31"/>
                  </a:cubicBezTo>
                  <a:cubicBezTo>
                    <a:pt x="14" y="27"/>
                    <a:pt x="15" y="21"/>
                    <a:pt x="17" y="15"/>
                  </a:cubicBezTo>
                  <a:cubicBezTo>
                    <a:pt x="17" y="14"/>
                    <a:pt x="17" y="14"/>
                    <a:pt x="17" y="14"/>
                  </a:cubicBezTo>
                  <a:cubicBezTo>
                    <a:pt x="18" y="10"/>
                    <a:pt x="19" y="7"/>
                    <a:pt x="19" y="6"/>
                  </a:cubicBezTo>
                  <a:cubicBezTo>
                    <a:pt x="19" y="4"/>
                    <a:pt x="18" y="3"/>
                    <a:pt x="1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6" name="Freeform 490"/>
            <p:cNvSpPr>
              <a:spLocks/>
            </p:cNvSpPr>
            <p:nvPr/>
          </p:nvSpPr>
          <p:spPr bwMode="auto">
            <a:xfrm>
              <a:off x="9540875" y="6403975"/>
              <a:ext cx="95250" cy="77788"/>
            </a:xfrm>
            <a:custGeom>
              <a:avLst/>
              <a:gdLst>
                <a:gd name="T0" fmla="*/ 62 w 64"/>
                <a:gd name="T1" fmla="*/ 39 h 52"/>
                <a:gd name="T2" fmla="*/ 59 w 64"/>
                <a:gd name="T3" fmla="*/ 39 h 52"/>
                <a:gd name="T4" fmla="*/ 56 w 64"/>
                <a:gd name="T5" fmla="*/ 40 h 52"/>
                <a:gd name="T6" fmla="*/ 51 w 64"/>
                <a:gd name="T7" fmla="*/ 21 h 52"/>
                <a:gd name="T8" fmla="*/ 38 w 64"/>
                <a:gd name="T9" fmla="*/ 3 h 52"/>
                <a:gd name="T10" fmla="*/ 13 w 64"/>
                <a:gd name="T11" fmla="*/ 28 h 52"/>
                <a:gd name="T12" fmla="*/ 16 w 64"/>
                <a:gd name="T13" fmla="*/ 10 h 52"/>
                <a:gd name="T14" fmla="*/ 15 w 64"/>
                <a:gd name="T15" fmla="*/ 2 h 52"/>
                <a:gd name="T16" fmla="*/ 10 w 64"/>
                <a:gd name="T17" fmla="*/ 0 h 52"/>
                <a:gd name="T18" fmla="*/ 6 w 64"/>
                <a:gd name="T19" fmla="*/ 3 h 52"/>
                <a:gd name="T20" fmla="*/ 4 w 64"/>
                <a:gd name="T21" fmla="*/ 8 h 52"/>
                <a:gd name="T22" fmla="*/ 2 w 64"/>
                <a:gd name="T23" fmla="*/ 35 h 52"/>
                <a:gd name="T24" fmla="*/ 0 w 64"/>
                <a:gd name="T25" fmla="*/ 45 h 52"/>
                <a:gd name="T26" fmla="*/ 8 w 64"/>
                <a:gd name="T27" fmla="*/ 52 h 52"/>
                <a:gd name="T28" fmla="*/ 10 w 64"/>
                <a:gd name="T29" fmla="*/ 51 h 52"/>
                <a:gd name="T30" fmla="*/ 12 w 64"/>
                <a:gd name="T31" fmla="*/ 48 h 52"/>
                <a:gd name="T32" fmla="*/ 23 w 64"/>
                <a:gd name="T33" fmla="*/ 28 h 52"/>
                <a:gd name="T34" fmla="*/ 36 w 64"/>
                <a:gd name="T35" fmla="*/ 15 h 52"/>
                <a:gd name="T36" fmla="*/ 40 w 64"/>
                <a:gd name="T37" fmla="*/ 28 h 52"/>
                <a:gd name="T38" fmla="*/ 44 w 64"/>
                <a:gd name="T39" fmla="*/ 45 h 52"/>
                <a:gd name="T40" fmla="*/ 44 w 64"/>
                <a:gd name="T41" fmla="*/ 45 h 52"/>
                <a:gd name="T42" fmla="*/ 52 w 64"/>
                <a:gd name="T43" fmla="*/ 50 h 52"/>
                <a:gd name="T44" fmla="*/ 61 w 64"/>
                <a:gd name="T45" fmla="*/ 47 h 52"/>
                <a:gd name="T46" fmla="*/ 64 w 64"/>
                <a:gd name="T47" fmla="*/ 41 h 52"/>
                <a:gd name="T48" fmla="*/ 62 w 64"/>
                <a:gd name="T49" fmla="*/ 3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4" h="52">
                  <a:moveTo>
                    <a:pt x="62" y="39"/>
                  </a:moveTo>
                  <a:cubicBezTo>
                    <a:pt x="61" y="39"/>
                    <a:pt x="60" y="39"/>
                    <a:pt x="59" y="39"/>
                  </a:cubicBezTo>
                  <a:cubicBezTo>
                    <a:pt x="58" y="39"/>
                    <a:pt x="57" y="40"/>
                    <a:pt x="56" y="40"/>
                  </a:cubicBezTo>
                  <a:cubicBezTo>
                    <a:pt x="54" y="40"/>
                    <a:pt x="53" y="33"/>
                    <a:pt x="51" y="21"/>
                  </a:cubicBezTo>
                  <a:cubicBezTo>
                    <a:pt x="50" y="9"/>
                    <a:pt x="46" y="3"/>
                    <a:pt x="38" y="3"/>
                  </a:cubicBezTo>
                  <a:cubicBezTo>
                    <a:pt x="29" y="3"/>
                    <a:pt x="21" y="11"/>
                    <a:pt x="13" y="28"/>
                  </a:cubicBezTo>
                  <a:cubicBezTo>
                    <a:pt x="15" y="19"/>
                    <a:pt x="16" y="13"/>
                    <a:pt x="16" y="10"/>
                  </a:cubicBezTo>
                  <a:cubicBezTo>
                    <a:pt x="16" y="5"/>
                    <a:pt x="16" y="3"/>
                    <a:pt x="15" y="2"/>
                  </a:cubicBezTo>
                  <a:cubicBezTo>
                    <a:pt x="14" y="1"/>
                    <a:pt x="12" y="0"/>
                    <a:pt x="10" y="0"/>
                  </a:cubicBezTo>
                  <a:cubicBezTo>
                    <a:pt x="9" y="0"/>
                    <a:pt x="7" y="1"/>
                    <a:pt x="6" y="3"/>
                  </a:cubicBezTo>
                  <a:cubicBezTo>
                    <a:pt x="4" y="5"/>
                    <a:pt x="4" y="7"/>
                    <a:pt x="4" y="8"/>
                  </a:cubicBezTo>
                  <a:cubicBezTo>
                    <a:pt x="4" y="19"/>
                    <a:pt x="3" y="27"/>
                    <a:pt x="2" y="35"/>
                  </a:cubicBezTo>
                  <a:cubicBezTo>
                    <a:pt x="1" y="40"/>
                    <a:pt x="0" y="44"/>
                    <a:pt x="0" y="45"/>
                  </a:cubicBezTo>
                  <a:cubicBezTo>
                    <a:pt x="0" y="50"/>
                    <a:pt x="3" y="52"/>
                    <a:pt x="8" y="52"/>
                  </a:cubicBezTo>
                  <a:cubicBezTo>
                    <a:pt x="9" y="52"/>
                    <a:pt x="10" y="52"/>
                    <a:pt x="10" y="51"/>
                  </a:cubicBezTo>
                  <a:cubicBezTo>
                    <a:pt x="11" y="50"/>
                    <a:pt x="12" y="49"/>
                    <a:pt x="12" y="48"/>
                  </a:cubicBezTo>
                  <a:cubicBezTo>
                    <a:pt x="13" y="44"/>
                    <a:pt x="17" y="37"/>
                    <a:pt x="23" y="28"/>
                  </a:cubicBezTo>
                  <a:cubicBezTo>
                    <a:pt x="29" y="19"/>
                    <a:pt x="33" y="15"/>
                    <a:pt x="36" y="15"/>
                  </a:cubicBezTo>
                  <a:cubicBezTo>
                    <a:pt x="38" y="15"/>
                    <a:pt x="40" y="19"/>
                    <a:pt x="40" y="28"/>
                  </a:cubicBezTo>
                  <a:cubicBezTo>
                    <a:pt x="41" y="36"/>
                    <a:pt x="42" y="42"/>
                    <a:pt x="44" y="45"/>
                  </a:cubicBezTo>
                  <a:cubicBezTo>
                    <a:pt x="44" y="45"/>
                    <a:pt x="44" y="45"/>
                    <a:pt x="44" y="45"/>
                  </a:cubicBezTo>
                  <a:cubicBezTo>
                    <a:pt x="46" y="48"/>
                    <a:pt x="48" y="50"/>
                    <a:pt x="52" y="50"/>
                  </a:cubicBezTo>
                  <a:cubicBezTo>
                    <a:pt x="56" y="50"/>
                    <a:pt x="58" y="49"/>
                    <a:pt x="61" y="47"/>
                  </a:cubicBezTo>
                  <a:cubicBezTo>
                    <a:pt x="63" y="45"/>
                    <a:pt x="64" y="43"/>
                    <a:pt x="64" y="41"/>
                  </a:cubicBezTo>
                  <a:cubicBezTo>
                    <a:pt x="64" y="39"/>
                    <a:pt x="63" y="39"/>
                    <a:pt x="62"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7" name="Freeform 491"/>
            <p:cNvSpPr>
              <a:spLocks noEditPoints="1"/>
            </p:cNvSpPr>
            <p:nvPr/>
          </p:nvSpPr>
          <p:spPr bwMode="auto">
            <a:xfrm>
              <a:off x="9642475" y="6397625"/>
              <a:ext cx="69850" cy="87313"/>
            </a:xfrm>
            <a:custGeom>
              <a:avLst/>
              <a:gdLst>
                <a:gd name="T0" fmla="*/ 44 w 47"/>
                <a:gd name="T1" fmla="*/ 36 h 59"/>
                <a:gd name="T2" fmla="*/ 40 w 47"/>
                <a:gd name="T3" fmla="*/ 38 h 59"/>
                <a:gd name="T4" fmla="*/ 20 w 47"/>
                <a:gd name="T5" fmla="*/ 49 h 59"/>
                <a:gd name="T6" fmla="*/ 14 w 47"/>
                <a:gd name="T7" fmla="*/ 47 h 59"/>
                <a:gd name="T8" fmla="*/ 12 w 47"/>
                <a:gd name="T9" fmla="*/ 42 h 59"/>
                <a:gd name="T10" fmla="*/ 14 w 47"/>
                <a:gd name="T11" fmla="*/ 40 h 59"/>
                <a:gd name="T12" fmla="*/ 35 w 47"/>
                <a:gd name="T13" fmla="*/ 29 h 59"/>
                <a:gd name="T14" fmla="*/ 44 w 47"/>
                <a:gd name="T15" fmla="*/ 12 h 59"/>
                <a:gd name="T16" fmla="*/ 40 w 47"/>
                <a:gd name="T17" fmla="*/ 4 h 59"/>
                <a:gd name="T18" fmla="*/ 31 w 47"/>
                <a:gd name="T19" fmla="*/ 0 h 59"/>
                <a:gd name="T20" fmla="*/ 10 w 47"/>
                <a:gd name="T21" fmla="*/ 13 h 59"/>
                <a:gd name="T22" fmla="*/ 0 w 47"/>
                <a:gd name="T23" fmla="*/ 39 h 59"/>
                <a:gd name="T24" fmla="*/ 5 w 47"/>
                <a:gd name="T25" fmla="*/ 54 h 59"/>
                <a:gd name="T26" fmla="*/ 18 w 47"/>
                <a:gd name="T27" fmla="*/ 59 h 59"/>
                <a:gd name="T28" fmla="*/ 38 w 47"/>
                <a:gd name="T29" fmla="*/ 52 h 59"/>
                <a:gd name="T30" fmla="*/ 47 w 47"/>
                <a:gd name="T31" fmla="*/ 40 h 59"/>
                <a:gd name="T32" fmla="*/ 44 w 47"/>
                <a:gd name="T33" fmla="*/ 36 h 59"/>
                <a:gd name="T34" fmla="*/ 20 w 47"/>
                <a:gd name="T35" fmla="*/ 17 h 59"/>
                <a:gd name="T36" fmla="*/ 30 w 47"/>
                <a:gd name="T37" fmla="*/ 11 h 59"/>
                <a:gd name="T38" fmla="*/ 32 w 47"/>
                <a:gd name="T39" fmla="*/ 12 h 59"/>
                <a:gd name="T40" fmla="*/ 33 w 47"/>
                <a:gd name="T41" fmla="*/ 15 h 59"/>
                <a:gd name="T42" fmla="*/ 27 w 47"/>
                <a:gd name="T43" fmla="*/ 24 h 59"/>
                <a:gd name="T44" fmla="*/ 13 w 47"/>
                <a:gd name="T45" fmla="*/ 31 h 59"/>
                <a:gd name="T46" fmla="*/ 20 w 47"/>
                <a:gd name="T47" fmla="*/ 1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59">
                  <a:moveTo>
                    <a:pt x="44" y="36"/>
                  </a:moveTo>
                  <a:cubicBezTo>
                    <a:pt x="43" y="36"/>
                    <a:pt x="42" y="37"/>
                    <a:pt x="40" y="38"/>
                  </a:cubicBezTo>
                  <a:cubicBezTo>
                    <a:pt x="34" y="45"/>
                    <a:pt x="27" y="49"/>
                    <a:pt x="20" y="49"/>
                  </a:cubicBezTo>
                  <a:cubicBezTo>
                    <a:pt x="18" y="49"/>
                    <a:pt x="16" y="48"/>
                    <a:pt x="14" y="47"/>
                  </a:cubicBezTo>
                  <a:cubicBezTo>
                    <a:pt x="13" y="45"/>
                    <a:pt x="12" y="44"/>
                    <a:pt x="12" y="42"/>
                  </a:cubicBezTo>
                  <a:cubicBezTo>
                    <a:pt x="12" y="41"/>
                    <a:pt x="13" y="40"/>
                    <a:pt x="14" y="40"/>
                  </a:cubicBezTo>
                  <a:cubicBezTo>
                    <a:pt x="23" y="38"/>
                    <a:pt x="30" y="34"/>
                    <a:pt x="35" y="29"/>
                  </a:cubicBezTo>
                  <a:cubicBezTo>
                    <a:pt x="41" y="24"/>
                    <a:pt x="44" y="18"/>
                    <a:pt x="44" y="12"/>
                  </a:cubicBezTo>
                  <a:cubicBezTo>
                    <a:pt x="44" y="9"/>
                    <a:pt x="43" y="6"/>
                    <a:pt x="40" y="4"/>
                  </a:cubicBezTo>
                  <a:cubicBezTo>
                    <a:pt x="38" y="2"/>
                    <a:pt x="35" y="0"/>
                    <a:pt x="31" y="0"/>
                  </a:cubicBezTo>
                  <a:cubicBezTo>
                    <a:pt x="24" y="0"/>
                    <a:pt x="17" y="4"/>
                    <a:pt x="10" y="13"/>
                  </a:cubicBezTo>
                  <a:cubicBezTo>
                    <a:pt x="3" y="21"/>
                    <a:pt x="0" y="30"/>
                    <a:pt x="0" y="39"/>
                  </a:cubicBezTo>
                  <a:cubicBezTo>
                    <a:pt x="0" y="46"/>
                    <a:pt x="2" y="50"/>
                    <a:pt x="5" y="54"/>
                  </a:cubicBezTo>
                  <a:cubicBezTo>
                    <a:pt x="8" y="58"/>
                    <a:pt x="13" y="59"/>
                    <a:pt x="18" y="59"/>
                  </a:cubicBezTo>
                  <a:cubicBezTo>
                    <a:pt x="26" y="59"/>
                    <a:pt x="32" y="57"/>
                    <a:pt x="38" y="52"/>
                  </a:cubicBezTo>
                  <a:cubicBezTo>
                    <a:pt x="44" y="47"/>
                    <a:pt x="47" y="43"/>
                    <a:pt x="47" y="40"/>
                  </a:cubicBezTo>
                  <a:cubicBezTo>
                    <a:pt x="47" y="37"/>
                    <a:pt x="46" y="36"/>
                    <a:pt x="44" y="36"/>
                  </a:cubicBezTo>
                  <a:close/>
                  <a:moveTo>
                    <a:pt x="20" y="17"/>
                  </a:moveTo>
                  <a:cubicBezTo>
                    <a:pt x="24" y="13"/>
                    <a:pt x="27" y="11"/>
                    <a:pt x="30" y="11"/>
                  </a:cubicBezTo>
                  <a:cubicBezTo>
                    <a:pt x="31" y="11"/>
                    <a:pt x="32" y="11"/>
                    <a:pt x="32" y="12"/>
                  </a:cubicBezTo>
                  <a:cubicBezTo>
                    <a:pt x="33" y="12"/>
                    <a:pt x="33" y="13"/>
                    <a:pt x="33" y="15"/>
                  </a:cubicBezTo>
                  <a:cubicBezTo>
                    <a:pt x="33" y="17"/>
                    <a:pt x="31" y="20"/>
                    <a:pt x="27" y="24"/>
                  </a:cubicBezTo>
                  <a:cubicBezTo>
                    <a:pt x="23" y="27"/>
                    <a:pt x="19" y="30"/>
                    <a:pt x="13" y="31"/>
                  </a:cubicBezTo>
                  <a:cubicBezTo>
                    <a:pt x="14" y="26"/>
                    <a:pt x="17" y="21"/>
                    <a:pt x="20"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8" name="Freeform 492"/>
            <p:cNvSpPr>
              <a:spLocks/>
            </p:cNvSpPr>
            <p:nvPr/>
          </p:nvSpPr>
          <p:spPr bwMode="auto">
            <a:xfrm>
              <a:off x="9715500" y="6396038"/>
              <a:ext cx="61913" cy="90488"/>
            </a:xfrm>
            <a:custGeom>
              <a:avLst/>
              <a:gdLst>
                <a:gd name="T0" fmla="*/ 23 w 42"/>
                <a:gd name="T1" fmla="*/ 14 h 61"/>
                <a:gd name="T2" fmla="*/ 33 w 42"/>
                <a:gd name="T3" fmla="*/ 11 h 61"/>
                <a:gd name="T4" fmla="*/ 35 w 42"/>
                <a:gd name="T5" fmla="*/ 12 h 61"/>
                <a:gd name="T6" fmla="*/ 37 w 42"/>
                <a:gd name="T7" fmla="*/ 12 h 61"/>
                <a:gd name="T8" fmla="*/ 41 w 42"/>
                <a:gd name="T9" fmla="*/ 11 h 61"/>
                <a:gd name="T10" fmla="*/ 42 w 42"/>
                <a:gd name="T11" fmla="*/ 7 h 61"/>
                <a:gd name="T12" fmla="*/ 34 w 42"/>
                <a:gd name="T13" fmla="*/ 0 h 61"/>
                <a:gd name="T14" fmla="*/ 15 w 42"/>
                <a:gd name="T15" fmla="*/ 7 h 61"/>
                <a:gd name="T16" fmla="*/ 5 w 42"/>
                <a:gd name="T17" fmla="*/ 22 h 61"/>
                <a:gd name="T18" fmla="*/ 8 w 42"/>
                <a:gd name="T19" fmla="*/ 30 h 61"/>
                <a:gd name="T20" fmla="*/ 21 w 42"/>
                <a:gd name="T21" fmla="*/ 39 h 61"/>
                <a:gd name="T22" fmla="*/ 30 w 42"/>
                <a:gd name="T23" fmla="*/ 45 h 61"/>
                <a:gd name="T24" fmla="*/ 23 w 42"/>
                <a:gd name="T25" fmla="*/ 49 h 61"/>
                <a:gd name="T26" fmla="*/ 13 w 42"/>
                <a:gd name="T27" fmla="*/ 50 h 61"/>
                <a:gd name="T28" fmla="*/ 10 w 42"/>
                <a:gd name="T29" fmla="*/ 50 h 61"/>
                <a:gd name="T30" fmla="*/ 7 w 42"/>
                <a:gd name="T31" fmla="*/ 49 h 61"/>
                <a:gd name="T32" fmla="*/ 2 w 42"/>
                <a:gd name="T33" fmla="*/ 51 h 61"/>
                <a:gd name="T34" fmla="*/ 0 w 42"/>
                <a:gd name="T35" fmla="*/ 55 h 61"/>
                <a:gd name="T36" fmla="*/ 10 w 42"/>
                <a:gd name="T37" fmla="*/ 61 h 61"/>
                <a:gd name="T38" fmla="*/ 32 w 42"/>
                <a:gd name="T39" fmla="*/ 56 h 61"/>
                <a:gd name="T40" fmla="*/ 42 w 42"/>
                <a:gd name="T41" fmla="*/ 44 h 61"/>
                <a:gd name="T42" fmla="*/ 39 w 42"/>
                <a:gd name="T43" fmla="*/ 37 h 61"/>
                <a:gd name="T44" fmla="*/ 28 w 42"/>
                <a:gd name="T45" fmla="*/ 29 h 61"/>
                <a:gd name="T46" fmla="*/ 20 w 42"/>
                <a:gd name="T47" fmla="*/ 25 h 61"/>
                <a:gd name="T48" fmla="*/ 18 w 42"/>
                <a:gd name="T49" fmla="*/ 21 h 61"/>
                <a:gd name="T50" fmla="*/ 23 w 42"/>
                <a:gd name="T51" fmla="*/ 1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 h="61">
                  <a:moveTo>
                    <a:pt x="23" y="14"/>
                  </a:moveTo>
                  <a:cubicBezTo>
                    <a:pt x="27" y="12"/>
                    <a:pt x="30" y="11"/>
                    <a:pt x="33" y="11"/>
                  </a:cubicBezTo>
                  <a:cubicBezTo>
                    <a:pt x="34" y="11"/>
                    <a:pt x="34" y="11"/>
                    <a:pt x="35" y="12"/>
                  </a:cubicBezTo>
                  <a:cubicBezTo>
                    <a:pt x="36" y="12"/>
                    <a:pt x="37" y="12"/>
                    <a:pt x="37" y="12"/>
                  </a:cubicBezTo>
                  <a:cubicBezTo>
                    <a:pt x="38" y="12"/>
                    <a:pt x="39" y="12"/>
                    <a:pt x="41" y="11"/>
                  </a:cubicBezTo>
                  <a:cubicBezTo>
                    <a:pt x="42" y="10"/>
                    <a:pt x="42" y="9"/>
                    <a:pt x="42" y="7"/>
                  </a:cubicBezTo>
                  <a:cubicBezTo>
                    <a:pt x="42" y="2"/>
                    <a:pt x="40" y="0"/>
                    <a:pt x="34" y="0"/>
                  </a:cubicBezTo>
                  <a:cubicBezTo>
                    <a:pt x="28" y="0"/>
                    <a:pt x="22" y="2"/>
                    <a:pt x="15" y="7"/>
                  </a:cubicBezTo>
                  <a:cubicBezTo>
                    <a:pt x="9" y="11"/>
                    <a:pt x="5" y="16"/>
                    <a:pt x="5" y="22"/>
                  </a:cubicBezTo>
                  <a:cubicBezTo>
                    <a:pt x="5" y="25"/>
                    <a:pt x="6" y="28"/>
                    <a:pt x="8" y="30"/>
                  </a:cubicBezTo>
                  <a:cubicBezTo>
                    <a:pt x="10" y="32"/>
                    <a:pt x="14" y="35"/>
                    <a:pt x="21" y="39"/>
                  </a:cubicBezTo>
                  <a:cubicBezTo>
                    <a:pt x="27" y="41"/>
                    <a:pt x="30" y="43"/>
                    <a:pt x="30" y="45"/>
                  </a:cubicBezTo>
                  <a:cubicBezTo>
                    <a:pt x="29" y="47"/>
                    <a:pt x="27" y="48"/>
                    <a:pt x="23" y="49"/>
                  </a:cubicBezTo>
                  <a:cubicBezTo>
                    <a:pt x="20" y="50"/>
                    <a:pt x="16" y="50"/>
                    <a:pt x="13" y="50"/>
                  </a:cubicBezTo>
                  <a:cubicBezTo>
                    <a:pt x="12" y="50"/>
                    <a:pt x="11" y="50"/>
                    <a:pt x="10" y="50"/>
                  </a:cubicBezTo>
                  <a:cubicBezTo>
                    <a:pt x="8" y="49"/>
                    <a:pt x="7" y="49"/>
                    <a:pt x="7" y="49"/>
                  </a:cubicBezTo>
                  <a:cubicBezTo>
                    <a:pt x="5" y="49"/>
                    <a:pt x="4" y="50"/>
                    <a:pt x="2" y="51"/>
                  </a:cubicBezTo>
                  <a:cubicBezTo>
                    <a:pt x="1" y="52"/>
                    <a:pt x="0" y="53"/>
                    <a:pt x="0" y="55"/>
                  </a:cubicBezTo>
                  <a:cubicBezTo>
                    <a:pt x="0" y="59"/>
                    <a:pt x="3" y="61"/>
                    <a:pt x="10" y="61"/>
                  </a:cubicBezTo>
                  <a:cubicBezTo>
                    <a:pt x="18" y="61"/>
                    <a:pt x="25" y="60"/>
                    <a:pt x="32" y="56"/>
                  </a:cubicBezTo>
                  <a:cubicBezTo>
                    <a:pt x="38" y="53"/>
                    <a:pt x="42" y="49"/>
                    <a:pt x="42" y="44"/>
                  </a:cubicBezTo>
                  <a:cubicBezTo>
                    <a:pt x="42" y="42"/>
                    <a:pt x="41" y="39"/>
                    <a:pt x="39" y="37"/>
                  </a:cubicBezTo>
                  <a:cubicBezTo>
                    <a:pt x="37" y="35"/>
                    <a:pt x="33" y="32"/>
                    <a:pt x="28" y="29"/>
                  </a:cubicBezTo>
                  <a:cubicBezTo>
                    <a:pt x="24" y="28"/>
                    <a:pt x="21" y="26"/>
                    <a:pt x="20" y="25"/>
                  </a:cubicBezTo>
                  <a:cubicBezTo>
                    <a:pt x="18" y="24"/>
                    <a:pt x="18" y="22"/>
                    <a:pt x="18" y="21"/>
                  </a:cubicBezTo>
                  <a:cubicBezTo>
                    <a:pt x="18" y="18"/>
                    <a:pt x="20" y="16"/>
                    <a:pt x="23"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9" name="Freeform 493"/>
            <p:cNvSpPr>
              <a:spLocks/>
            </p:cNvSpPr>
            <p:nvPr/>
          </p:nvSpPr>
          <p:spPr bwMode="auto">
            <a:xfrm>
              <a:off x="9780588" y="6396038"/>
              <a:ext cx="63500" cy="90488"/>
            </a:xfrm>
            <a:custGeom>
              <a:avLst/>
              <a:gdLst>
                <a:gd name="T0" fmla="*/ 23 w 42"/>
                <a:gd name="T1" fmla="*/ 14 h 61"/>
                <a:gd name="T2" fmla="*/ 33 w 42"/>
                <a:gd name="T3" fmla="*/ 11 h 61"/>
                <a:gd name="T4" fmla="*/ 35 w 42"/>
                <a:gd name="T5" fmla="*/ 12 h 61"/>
                <a:gd name="T6" fmla="*/ 37 w 42"/>
                <a:gd name="T7" fmla="*/ 12 h 61"/>
                <a:gd name="T8" fmla="*/ 40 w 42"/>
                <a:gd name="T9" fmla="*/ 11 h 61"/>
                <a:gd name="T10" fmla="*/ 42 w 42"/>
                <a:gd name="T11" fmla="*/ 7 h 61"/>
                <a:gd name="T12" fmla="*/ 34 w 42"/>
                <a:gd name="T13" fmla="*/ 0 h 61"/>
                <a:gd name="T14" fmla="*/ 15 w 42"/>
                <a:gd name="T15" fmla="*/ 7 h 61"/>
                <a:gd name="T16" fmla="*/ 5 w 42"/>
                <a:gd name="T17" fmla="*/ 22 h 61"/>
                <a:gd name="T18" fmla="*/ 8 w 42"/>
                <a:gd name="T19" fmla="*/ 30 h 61"/>
                <a:gd name="T20" fmla="*/ 21 w 42"/>
                <a:gd name="T21" fmla="*/ 39 h 61"/>
                <a:gd name="T22" fmla="*/ 30 w 42"/>
                <a:gd name="T23" fmla="*/ 45 h 61"/>
                <a:gd name="T24" fmla="*/ 23 w 42"/>
                <a:gd name="T25" fmla="*/ 49 h 61"/>
                <a:gd name="T26" fmla="*/ 13 w 42"/>
                <a:gd name="T27" fmla="*/ 50 h 61"/>
                <a:gd name="T28" fmla="*/ 9 w 42"/>
                <a:gd name="T29" fmla="*/ 50 h 61"/>
                <a:gd name="T30" fmla="*/ 6 w 42"/>
                <a:gd name="T31" fmla="*/ 49 h 61"/>
                <a:gd name="T32" fmla="*/ 2 w 42"/>
                <a:gd name="T33" fmla="*/ 51 h 61"/>
                <a:gd name="T34" fmla="*/ 0 w 42"/>
                <a:gd name="T35" fmla="*/ 55 h 61"/>
                <a:gd name="T36" fmla="*/ 9 w 42"/>
                <a:gd name="T37" fmla="*/ 61 h 61"/>
                <a:gd name="T38" fmla="*/ 31 w 42"/>
                <a:gd name="T39" fmla="*/ 56 h 61"/>
                <a:gd name="T40" fmla="*/ 41 w 42"/>
                <a:gd name="T41" fmla="*/ 44 h 61"/>
                <a:gd name="T42" fmla="*/ 39 w 42"/>
                <a:gd name="T43" fmla="*/ 37 h 61"/>
                <a:gd name="T44" fmla="*/ 27 w 42"/>
                <a:gd name="T45" fmla="*/ 29 h 61"/>
                <a:gd name="T46" fmla="*/ 19 w 42"/>
                <a:gd name="T47" fmla="*/ 25 h 61"/>
                <a:gd name="T48" fmla="*/ 17 w 42"/>
                <a:gd name="T49" fmla="*/ 21 h 61"/>
                <a:gd name="T50" fmla="*/ 23 w 42"/>
                <a:gd name="T51" fmla="*/ 1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 h="61">
                  <a:moveTo>
                    <a:pt x="23" y="14"/>
                  </a:moveTo>
                  <a:cubicBezTo>
                    <a:pt x="26" y="12"/>
                    <a:pt x="30" y="11"/>
                    <a:pt x="33" y="11"/>
                  </a:cubicBezTo>
                  <a:cubicBezTo>
                    <a:pt x="33" y="11"/>
                    <a:pt x="34" y="11"/>
                    <a:pt x="35" y="12"/>
                  </a:cubicBezTo>
                  <a:cubicBezTo>
                    <a:pt x="36" y="12"/>
                    <a:pt x="36" y="12"/>
                    <a:pt x="37" y="12"/>
                  </a:cubicBezTo>
                  <a:cubicBezTo>
                    <a:pt x="38" y="12"/>
                    <a:pt x="39" y="12"/>
                    <a:pt x="40" y="11"/>
                  </a:cubicBezTo>
                  <a:cubicBezTo>
                    <a:pt x="41" y="10"/>
                    <a:pt x="42" y="9"/>
                    <a:pt x="42" y="7"/>
                  </a:cubicBezTo>
                  <a:cubicBezTo>
                    <a:pt x="42" y="2"/>
                    <a:pt x="39" y="0"/>
                    <a:pt x="34" y="0"/>
                  </a:cubicBezTo>
                  <a:cubicBezTo>
                    <a:pt x="28" y="0"/>
                    <a:pt x="22" y="2"/>
                    <a:pt x="15" y="7"/>
                  </a:cubicBezTo>
                  <a:cubicBezTo>
                    <a:pt x="8" y="11"/>
                    <a:pt x="5" y="16"/>
                    <a:pt x="5" y="22"/>
                  </a:cubicBezTo>
                  <a:cubicBezTo>
                    <a:pt x="5" y="25"/>
                    <a:pt x="6" y="28"/>
                    <a:pt x="8" y="30"/>
                  </a:cubicBezTo>
                  <a:cubicBezTo>
                    <a:pt x="10" y="32"/>
                    <a:pt x="14" y="35"/>
                    <a:pt x="21" y="39"/>
                  </a:cubicBezTo>
                  <a:cubicBezTo>
                    <a:pt x="27" y="41"/>
                    <a:pt x="30" y="43"/>
                    <a:pt x="30" y="45"/>
                  </a:cubicBezTo>
                  <a:cubicBezTo>
                    <a:pt x="29" y="47"/>
                    <a:pt x="26" y="48"/>
                    <a:pt x="23" y="49"/>
                  </a:cubicBezTo>
                  <a:cubicBezTo>
                    <a:pt x="19" y="50"/>
                    <a:pt x="16" y="50"/>
                    <a:pt x="13" y="50"/>
                  </a:cubicBezTo>
                  <a:cubicBezTo>
                    <a:pt x="12" y="50"/>
                    <a:pt x="10" y="50"/>
                    <a:pt x="9" y="50"/>
                  </a:cubicBezTo>
                  <a:cubicBezTo>
                    <a:pt x="8" y="49"/>
                    <a:pt x="7" y="49"/>
                    <a:pt x="6" y="49"/>
                  </a:cubicBezTo>
                  <a:cubicBezTo>
                    <a:pt x="5" y="49"/>
                    <a:pt x="3" y="50"/>
                    <a:pt x="2" y="51"/>
                  </a:cubicBezTo>
                  <a:cubicBezTo>
                    <a:pt x="1" y="52"/>
                    <a:pt x="0" y="53"/>
                    <a:pt x="0" y="55"/>
                  </a:cubicBezTo>
                  <a:cubicBezTo>
                    <a:pt x="0" y="59"/>
                    <a:pt x="3" y="61"/>
                    <a:pt x="9" y="61"/>
                  </a:cubicBezTo>
                  <a:cubicBezTo>
                    <a:pt x="17" y="61"/>
                    <a:pt x="25" y="60"/>
                    <a:pt x="31" y="56"/>
                  </a:cubicBezTo>
                  <a:cubicBezTo>
                    <a:pt x="38" y="53"/>
                    <a:pt x="41" y="49"/>
                    <a:pt x="41" y="44"/>
                  </a:cubicBezTo>
                  <a:cubicBezTo>
                    <a:pt x="41" y="42"/>
                    <a:pt x="40" y="39"/>
                    <a:pt x="39" y="37"/>
                  </a:cubicBezTo>
                  <a:cubicBezTo>
                    <a:pt x="37" y="35"/>
                    <a:pt x="33" y="32"/>
                    <a:pt x="27" y="29"/>
                  </a:cubicBezTo>
                  <a:cubicBezTo>
                    <a:pt x="23" y="28"/>
                    <a:pt x="21" y="26"/>
                    <a:pt x="19" y="25"/>
                  </a:cubicBezTo>
                  <a:cubicBezTo>
                    <a:pt x="18" y="24"/>
                    <a:pt x="17" y="22"/>
                    <a:pt x="17" y="21"/>
                  </a:cubicBezTo>
                  <a:cubicBezTo>
                    <a:pt x="17" y="18"/>
                    <a:pt x="19" y="16"/>
                    <a:pt x="23"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0" name="Freeform 494"/>
            <p:cNvSpPr>
              <a:spLocks noEditPoints="1"/>
            </p:cNvSpPr>
            <p:nvPr/>
          </p:nvSpPr>
          <p:spPr bwMode="auto">
            <a:xfrm>
              <a:off x="9915525" y="6372225"/>
              <a:ext cx="111125" cy="114300"/>
            </a:xfrm>
            <a:custGeom>
              <a:avLst/>
              <a:gdLst>
                <a:gd name="T0" fmla="*/ 67 w 75"/>
                <a:gd name="T1" fmla="*/ 8 h 77"/>
                <a:gd name="T2" fmla="*/ 57 w 75"/>
                <a:gd name="T3" fmla="*/ 2 h 77"/>
                <a:gd name="T4" fmla="*/ 43 w 75"/>
                <a:gd name="T5" fmla="*/ 0 h 77"/>
                <a:gd name="T6" fmla="*/ 23 w 75"/>
                <a:gd name="T7" fmla="*/ 8 h 77"/>
                <a:gd name="T8" fmla="*/ 6 w 75"/>
                <a:gd name="T9" fmla="*/ 29 h 77"/>
                <a:gd name="T10" fmla="*/ 0 w 75"/>
                <a:gd name="T11" fmla="*/ 52 h 77"/>
                <a:gd name="T12" fmla="*/ 7 w 75"/>
                <a:gd name="T13" fmla="*/ 69 h 77"/>
                <a:gd name="T14" fmla="*/ 22 w 75"/>
                <a:gd name="T15" fmla="*/ 77 h 77"/>
                <a:gd name="T16" fmla="*/ 43 w 75"/>
                <a:gd name="T17" fmla="*/ 73 h 77"/>
                <a:gd name="T18" fmla="*/ 59 w 75"/>
                <a:gd name="T19" fmla="*/ 60 h 77"/>
                <a:gd name="T20" fmla="*/ 71 w 75"/>
                <a:gd name="T21" fmla="*/ 43 h 77"/>
                <a:gd name="T22" fmla="*/ 75 w 75"/>
                <a:gd name="T23" fmla="*/ 28 h 77"/>
                <a:gd name="T24" fmla="*/ 74 w 75"/>
                <a:gd name="T25" fmla="*/ 16 h 77"/>
                <a:gd name="T26" fmla="*/ 67 w 75"/>
                <a:gd name="T27" fmla="*/ 8 h 77"/>
                <a:gd name="T28" fmla="*/ 50 w 75"/>
                <a:gd name="T29" fmla="*/ 53 h 77"/>
                <a:gd name="T30" fmla="*/ 25 w 75"/>
                <a:gd name="T31" fmla="*/ 66 h 77"/>
                <a:gd name="T32" fmla="*/ 17 w 75"/>
                <a:gd name="T33" fmla="*/ 62 h 77"/>
                <a:gd name="T34" fmla="*/ 13 w 75"/>
                <a:gd name="T35" fmla="*/ 52 h 77"/>
                <a:gd name="T36" fmla="*/ 23 w 75"/>
                <a:gd name="T37" fmla="*/ 24 h 77"/>
                <a:gd name="T38" fmla="*/ 43 w 75"/>
                <a:gd name="T39" fmla="*/ 10 h 77"/>
                <a:gd name="T40" fmla="*/ 54 w 75"/>
                <a:gd name="T41" fmla="*/ 12 h 77"/>
                <a:gd name="T42" fmla="*/ 60 w 75"/>
                <a:gd name="T43" fmla="*/ 18 h 77"/>
                <a:gd name="T44" fmla="*/ 62 w 75"/>
                <a:gd name="T45" fmla="*/ 26 h 77"/>
                <a:gd name="T46" fmla="*/ 50 w 75"/>
                <a:gd name="T47" fmla="*/ 53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5" h="77">
                  <a:moveTo>
                    <a:pt x="67" y="8"/>
                  </a:moveTo>
                  <a:cubicBezTo>
                    <a:pt x="64" y="6"/>
                    <a:pt x="61" y="4"/>
                    <a:pt x="57" y="2"/>
                  </a:cubicBezTo>
                  <a:cubicBezTo>
                    <a:pt x="54" y="1"/>
                    <a:pt x="49" y="0"/>
                    <a:pt x="43" y="0"/>
                  </a:cubicBezTo>
                  <a:cubicBezTo>
                    <a:pt x="36" y="0"/>
                    <a:pt x="29" y="3"/>
                    <a:pt x="23" y="8"/>
                  </a:cubicBezTo>
                  <a:cubicBezTo>
                    <a:pt x="16" y="14"/>
                    <a:pt x="11" y="21"/>
                    <a:pt x="6" y="29"/>
                  </a:cubicBezTo>
                  <a:cubicBezTo>
                    <a:pt x="2" y="38"/>
                    <a:pt x="0" y="46"/>
                    <a:pt x="0" y="52"/>
                  </a:cubicBezTo>
                  <a:cubicBezTo>
                    <a:pt x="0" y="58"/>
                    <a:pt x="2" y="64"/>
                    <a:pt x="7" y="69"/>
                  </a:cubicBezTo>
                  <a:cubicBezTo>
                    <a:pt x="11" y="75"/>
                    <a:pt x="16" y="77"/>
                    <a:pt x="22" y="77"/>
                  </a:cubicBezTo>
                  <a:cubicBezTo>
                    <a:pt x="31" y="77"/>
                    <a:pt x="38" y="76"/>
                    <a:pt x="43" y="73"/>
                  </a:cubicBezTo>
                  <a:cubicBezTo>
                    <a:pt x="49" y="70"/>
                    <a:pt x="54" y="66"/>
                    <a:pt x="59" y="60"/>
                  </a:cubicBezTo>
                  <a:cubicBezTo>
                    <a:pt x="64" y="55"/>
                    <a:pt x="68" y="49"/>
                    <a:pt x="71" y="43"/>
                  </a:cubicBezTo>
                  <a:cubicBezTo>
                    <a:pt x="74" y="37"/>
                    <a:pt x="75" y="32"/>
                    <a:pt x="75" y="28"/>
                  </a:cubicBezTo>
                  <a:cubicBezTo>
                    <a:pt x="75" y="23"/>
                    <a:pt x="75" y="19"/>
                    <a:pt x="74" y="16"/>
                  </a:cubicBezTo>
                  <a:cubicBezTo>
                    <a:pt x="73" y="14"/>
                    <a:pt x="70" y="11"/>
                    <a:pt x="67" y="8"/>
                  </a:cubicBezTo>
                  <a:close/>
                  <a:moveTo>
                    <a:pt x="50" y="53"/>
                  </a:moveTo>
                  <a:cubicBezTo>
                    <a:pt x="42" y="62"/>
                    <a:pt x="34" y="66"/>
                    <a:pt x="25" y="66"/>
                  </a:cubicBezTo>
                  <a:cubicBezTo>
                    <a:pt x="22" y="66"/>
                    <a:pt x="19" y="65"/>
                    <a:pt x="17" y="62"/>
                  </a:cubicBezTo>
                  <a:cubicBezTo>
                    <a:pt x="14" y="59"/>
                    <a:pt x="13" y="56"/>
                    <a:pt x="13" y="52"/>
                  </a:cubicBezTo>
                  <a:cubicBezTo>
                    <a:pt x="13" y="43"/>
                    <a:pt x="16" y="34"/>
                    <a:pt x="23" y="24"/>
                  </a:cubicBezTo>
                  <a:cubicBezTo>
                    <a:pt x="30" y="15"/>
                    <a:pt x="37" y="10"/>
                    <a:pt x="43" y="10"/>
                  </a:cubicBezTo>
                  <a:cubicBezTo>
                    <a:pt x="47" y="10"/>
                    <a:pt x="50" y="11"/>
                    <a:pt x="54" y="12"/>
                  </a:cubicBezTo>
                  <a:cubicBezTo>
                    <a:pt x="57" y="14"/>
                    <a:pt x="59" y="15"/>
                    <a:pt x="60" y="18"/>
                  </a:cubicBezTo>
                  <a:cubicBezTo>
                    <a:pt x="62" y="20"/>
                    <a:pt x="62" y="22"/>
                    <a:pt x="62" y="26"/>
                  </a:cubicBezTo>
                  <a:cubicBezTo>
                    <a:pt x="62" y="36"/>
                    <a:pt x="58" y="45"/>
                    <a:pt x="50"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1" name="Freeform 495"/>
            <p:cNvSpPr>
              <a:spLocks/>
            </p:cNvSpPr>
            <p:nvPr/>
          </p:nvSpPr>
          <p:spPr bwMode="auto">
            <a:xfrm>
              <a:off x="10040938" y="6399213"/>
              <a:ext cx="125413" cy="87313"/>
            </a:xfrm>
            <a:custGeom>
              <a:avLst/>
              <a:gdLst>
                <a:gd name="T0" fmla="*/ 80 w 84"/>
                <a:gd name="T1" fmla="*/ 0 h 59"/>
                <a:gd name="T2" fmla="*/ 74 w 84"/>
                <a:gd name="T3" fmla="*/ 2 h 59"/>
                <a:gd name="T4" fmla="*/ 68 w 84"/>
                <a:gd name="T5" fmla="*/ 13 h 59"/>
                <a:gd name="T6" fmla="*/ 61 w 84"/>
                <a:gd name="T7" fmla="*/ 33 h 59"/>
                <a:gd name="T8" fmla="*/ 59 w 84"/>
                <a:gd name="T9" fmla="*/ 40 h 59"/>
                <a:gd name="T10" fmla="*/ 58 w 84"/>
                <a:gd name="T11" fmla="*/ 41 h 59"/>
                <a:gd name="T12" fmla="*/ 49 w 84"/>
                <a:gd name="T13" fmla="*/ 14 h 59"/>
                <a:gd name="T14" fmla="*/ 49 w 84"/>
                <a:gd name="T15" fmla="*/ 12 h 59"/>
                <a:gd name="T16" fmla="*/ 50 w 84"/>
                <a:gd name="T17" fmla="*/ 9 h 59"/>
                <a:gd name="T18" fmla="*/ 48 w 84"/>
                <a:gd name="T19" fmla="*/ 6 h 59"/>
                <a:gd name="T20" fmla="*/ 42 w 84"/>
                <a:gd name="T21" fmla="*/ 4 h 59"/>
                <a:gd name="T22" fmla="*/ 33 w 84"/>
                <a:gd name="T23" fmla="*/ 16 h 59"/>
                <a:gd name="T24" fmla="*/ 34 w 84"/>
                <a:gd name="T25" fmla="*/ 16 h 59"/>
                <a:gd name="T26" fmla="*/ 24 w 84"/>
                <a:gd name="T27" fmla="*/ 34 h 59"/>
                <a:gd name="T28" fmla="*/ 19 w 84"/>
                <a:gd name="T29" fmla="*/ 43 h 59"/>
                <a:gd name="T30" fmla="*/ 16 w 84"/>
                <a:gd name="T31" fmla="*/ 34 h 59"/>
                <a:gd name="T32" fmla="*/ 14 w 84"/>
                <a:gd name="T33" fmla="*/ 20 h 59"/>
                <a:gd name="T34" fmla="*/ 14 w 84"/>
                <a:gd name="T35" fmla="*/ 14 h 59"/>
                <a:gd name="T36" fmla="*/ 14 w 84"/>
                <a:gd name="T37" fmla="*/ 7 h 59"/>
                <a:gd name="T38" fmla="*/ 13 w 84"/>
                <a:gd name="T39" fmla="*/ 3 h 59"/>
                <a:gd name="T40" fmla="*/ 8 w 84"/>
                <a:gd name="T41" fmla="*/ 1 h 59"/>
                <a:gd name="T42" fmla="*/ 3 w 84"/>
                <a:gd name="T43" fmla="*/ 4 h 59"/>
                <a:gd name="T44" fmla="*/ 0 w 84"/>
                <a:gd name="T45" fmla="*/ 11 h 59"/>
                <a:gd name="T46" fmla="*/ 6 w 84"/>
                <a:gd name="T47" fmla="*/ 41 h 59"/>
                <a:gd name="T48" fmla="*/ 19 w 84"/>
                <a:gd name="T49" fmla="*/ 59 h 59"/>
                <a:gd name="T50" fmla="*/ 32 w 84"/>
                <a:gd name="T51" fmla="*/ 42 h 59"/>
                <a:gd name="T52" fmla="*/ 33 w 84"/>
                <a:gd name="T53" fmla="*/ 40 h 59"/>
                <a:gd name="T54" fmla="*/ 40 w 84"/>
                <a:gd name="T55" fmla="*/ 24 h 59"/>
                <a:gd name="T56" fmla="*/ 43 w 84"/>
                <a:gd name="T57" fmla="*/ 35 h 59"/>
                <a:gd name="T58" fmla="*/ 48 w 84"/>
                <a:gd name="T59" fmla="*/ 47 h 59"/>
                <a:gd name="T60" fmla="*/ 54 w 84"/>
                <a:gd name="T61" fmla="*/ 53 h 59"/>
                <a:gd name="T62" fmla="*/ 61 w 84"/>
                <a:gd name="T63" fmla="*/ 55 h 59"/>
                <a:gd name="T64" fmla="*/ 65 w 84"/>
                <a:gd name="T65" fmla="*/ 51 h 59"/>
                <a:gd name="T66" fmla="*/ 72 w 84"/>
                <a:gd name="T67" fmla="*/ 32 h 59"/>
                <a:gd name="T68" fmla="*/ 84 w 84"/>
                <a:gd name="T69" fmla="*/ 8 h 59"/>
                <a:gd name="T70" fmla="*/ 84 w 84"/>
                <a:gd name="T71" fmla="*/ 5 h 59"/>
                <a:gd name="T72" fmla="*/ 83 w 84"/>
                <a:gd name="T73" fmla="*/ 1 h 59"/>
                <a:gd name="T74" fmla="*/ 80 w 84"/>
                <a:gd name="T75"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4" h="59">
                  <a:moveTo>
                    <a:pt x="80" y="0"/>
                  </a:moveTo>
                  <a:cubicBezTo>
                    <a:pt x="78" y="0"/>
                    <a:pt x="76" y="1"/>
                    <a:pt x="74" y="2"/>
                  </a:cubicBezTo>
                  <a:cubicBezTo>
                    <a:pt x="72" y="3"/>
                    <a:pt x="70" y="7"/>
                    <a:pt x="68" y="13"/>
                  </a:cubicBezTo>
                  <a:cubicBezTo>
                    <a:pt x="65" y="18"/>
                    <a:pt x="63" y="25"/>
                    <a:pt x="61" y="33"/>
                  </a:cubicBezTo>
                  <a:cubicBezTo>
                    <a:pt x="60" y="37"/>
                    <a:pt x="59" y="39"/>
                    <a:pt x="59" y="40"/>
                  </a:cubicBezTo>
                  <a:cubicBezTo>
                    <a:pt x="58" y="41"/>
                    <a:pt x="58" y="41"/>
                    <a:pt x="58" y="41"/>
                  </a:cubicBezTo>
                  <a:cubicBezTo>
                    <a:pt x="52" y="33"/>
                    <a:pt x="49" y="24"/>
                    <a:pt x="49" y="14"/>
                  </a:cubicBezTo>
                  <a:cubicBezTo>
                    <a:pt x="49" y="13"/>
                    <a:pt x="49" y="13"/>
                    <a:pt x="49" y="12"/>
                  </a:cubicBezTo>
                  <a:cubicBezTo>
                    <a:pt x="50" y="11"/>
                    <a:pt x="50" y="11"/>
                    <a:pt x="50" y="9"/>
                  </a:cubicBezTo>
                  <a:cubicBezTo>
                    <a:pt x="50" y="8"/>
                    <a:pt x="49" y="7"/>
                    <a:pt x="48" y="6"/>
                  </a:cubicBezTo>
                  <a:cubicBezTo>
                    <a:pt x="46" y="5"/>
                    <a:pt x="45" y="4"/>
                    <a:pt x="42" y="4"/>
                  </a:cubicBezTo>
                  <a:cubicBezTo>
                    <a:pt x="40" y="6"/>
                    <a:pt x="37" y="10"/>
                    <a:pt x="33" y="16"/>
                  </a:cubicBezTo>
                  <a:cubicBezTo>
                    <a:pt x="34" y="16"/>
                    <a:pt x="34" y="16"/>
                    <a:pt x="34" y="16"/>
                  </a:cubicBezTo>
                  <a:cubicBezTo>
                    <a:pt x="31" y="20"/>
                    <a:pt x="28" y="26"/>
                    <a:pt x="24" y="34"/>
                  </a:cubicBezTo>
                  <a:cubicBezTo>
                    <a:pt x="21" y="40"/>
                    <a:pt x="19" y="43"/>
                    <a:pt x="19" y="43"/>
                  </a:cubicBezTo>
                  <a:cubicBezTo>
                    <a:pt x="18" y="43"/>
                    <a:pt x="17" y="40"/>
                    <a:pt x="16" y="34"/>
                  </a:cubicBezTo>
                  <a:cubicBezTo>
                    <a:pt x="14" y="28"/>
                    <a:pt x="14" y="23"/>
                    <a:pt x="14" y="20"/>
                  </a:cubicBezTo>
                  <a:cubicBezTo>
                    <a:pt x="14" y="18"/>
                    <a:pt x="14" y="16"/>
                    <a:pt x="14" y="14"/>
                  </a:cubicBezTo>
                  <a:cubicBezTo>
                    <a:pt x="14" y="7"/>
                    <a:pt x="14" y="7"/>
                    <a:pt x="14" y="7"/>
                  </a:cubicBezTo>
                  <a:cubicBezTo>
                    <a:pt x="14" y="6"/>
                    <a:pt x="14" y="5"/>
                    <a:pt x="13" y="3"/>
                  </a:cubicBezTo>
                  <a:cubicBezTo>
                    <a:pt x="11" y="2"/>
                    <a:pt x="10" y="1"/>
                    <a:pt x="8" y="1"/>
                  </a:cubicBezTo>
                  <a:cubicBezTo>
                    <a:pt x="6" y="1"/>
                    <a:pt x="4" y="2"/>
                    <a:pt x="3" y="4"/>
                  </a:cubicBezTo>
                  <a:cubicBezTo>
                    <a:pt x="1" y="6"/>
                    <a:pt x="0" y="8"/>
                    <a:pt x="0" y="11"/>
                  </a:cubicBezTo>
                  <a:cubicBezTo>
                    <a:pt x="0" y="19"/>
                    <a:pt x="2" y="29"/>
                    <a:pt x="6" y="41"/>
                  </a:cubicBezTo>
                  <a:cubicBezTo>
                    <a:pt x="10" y="53"/>
                    <a:pt x="14" y="59"/>
                    <a:pt x="19" y="59"/>
                  </a:cubicBezTo>
                  <a:cubicBezTo>
                    <a:pt x="22" y="59"/>
                    <a:pt x="26" y="53"/>
                    <a:pt x="32" y="42"/>
                  </a:cubicBezTo>
                  <a:cubicBezTo>
                    <a:pt x="32" y="42"/>
                    <a:pt x="32" y="41"/>
                    <a:pt x="33" y="40"/>
                  </a:cubicBezTo>
                  <a:cubicBezTo>
                    <a:pt x="37" y="30"/>
                    <a:pt x="40" y="25"/>
                    <a:pt x="40" y="24"/>
                  </a:cubicBezTo>
                  <a:cubicBezTo>
                    <a:pt x="40" y="26"/>
                    <a:pt x="41" y="30"/>
                    <a:pt x="43" y="35"/>
                  </a:cubicBezTo>
                  <a:cubicBezTo>
                    <a:pt x="44" y="39"/>
                    <a:pt x="46" y="43"/>
                    <a:pt x="48" y="47"/>
                  </a:cubicBezTo>
                  <a:cubicBezTo>
                    <a:pt x="50" y="50"/>
                    <a:pt x="52" y="52"/>
                    <a:pt x="54" y="53"/>
                  </a:cubicBezTo>
                  <a:cubicBezTo>
                    <a:pt x="56" y="54"/>
                    <a:pt x="58" y="55"/>
                    <a:pt x="61" y="55"/>
                  </a:cubicBezTo>
                  <a:cubicBezTo>
                    <a:pt x="62" y="55"/>
                    <a:pt x="64" y="54"/>
                    <a:pt x="65" y="51"/>
                  </a:cubicBezTo>
                  <a:cubicBezTo>
                    <a:pt x="66" y="49"/>
                    <a:pt x="69" y="42"/>
                    <a:pt x="72" y="32"/>
                  </a:cubicBezTo>
                  <a:cubicBezTo>
                    <a:pt x="75" y="22"/>
                    <a:pt x="79" y="14"/>
                    <a:pt x="84" y="8"/>
                  </a:cubicBezTo>
                  <a:cubicBezTo>
                    <a:pt x="84" y="7"/>
                    <a:pt x="84" y="6"/>
                    <a:pt x="84" y="5"/>
                  </a:cubicBezTo>
                  <a:cubicBezTo>
                    <a:pt x="84" y="3"/>
                    <a:pt x="84" y="2"/>
                    <a:pt x="83" y="1"/>
                  </a:cubicBezTo>
                  <a:cubicBezTo>
                    <a:pt x="82" y="0"/>
                    <a:pt x="81" y="0"/>
                    <a:pt x="8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2" name="Freeform 496"/>
            <p:cNvSpPr>
              <a:spLocks/>
            </p:cNvSpPr>
            <p:nvPr/>
          </p:nvSpPr>
          <p:spPr bwMode="auto">
            <a:xfrm>
              <a:off x="10174288" y="6403975"/>
              <a:ext cx="93663" cy="77788"/>
            </a:xfrm>
            <a:custGeom>
              <a:avLst/>
              <a:gdLst>
                <a:gd name="T0" fmla="*/ 61 w 63"/>
                <a:gd name="T1" fmla="*/ 39 h 52"/>
                <a:gd name="T2" fmla="*/ 58 w 63"/>
                <a:gd name="T3" fmla="*/ 39 h 52"/>
                <a:gd name="T4" fmla="*/ 56 w 63"/>
                <a:gd name="T5" fmla="*/ 40 h 52"/>
                <a:gd name="T6" fmla="*/ 51 w 63"/>
                <a:gd name="T7" fmla="*/ 21 h 52"/>
                <a:gd name="T8" fmla="*/ 37 w 63"/>
                <a:gd name="T9" fmla="*/ 3 h 52"/>
                <a:gd name="T10" fmla="*/ 13 w 63"/>
                <a:gd name="T11" fmla="*/ 28 h 52"/>
                <a:gd name="T12" fmla="*/ 16 w 63"/>
                <a:gd name="T13" fmla="*/ 10 h 52"/>
                <a:gd name="T14" fmla="*/ 14 w 63"/>
                <a:gd name="T15" fmla="*/ 2 h 52"/>
                <a:gd name="T16" fmla="*/ 10 w 63"/>
                <a:gd name="T17" fmla="*/ 0 h 52"/>
                <a:gd name="T18" fmla="*/ 5 w 63"/>
                <a:gd name="T19" fmla="*/ 3 h 52"/>
                <a:gd name="T20" fmla="*/ 3 w 63"/>
                <a:gd name="T21" fmla="*/ 8 h 52"/>
                <a:gd name="T22" fmla="*/ 1 w 63"/>
                <a:gd name="T23" fmla="*/ 35 h 52"/>
                <a:gd name="T24" fmla="*/ 0 w 63"/>
                <a:gd name="T25" fmla="*/ 45 h 52"/>
                <a:gd name="T26" fmla="*/ 7 w 63"/>
                <a:gd name="T27" fmla="*/ 52 h 52"/>
                <a:gd name="T28" fmla="*/ 10 w 63"/>
                <a:gd name="T29" fmla="*/ 51 h 52"/>
                <a:gd name="T30" fmla="*/ 12 w 63"/>
                <a:gd name="T31" fmla="*/ 48 h 52"/>
                <a:gd name="T32" fmla="*/ 22 w 63"/>
                <a:gd name="T33" fmla="*/ 28 h 52"/>
                <a:gd name="T34" fmla="*/ 35 w 63"/>
                <a:gd name="T35" fmla="*/ 15 h 52"/>
                <a:gd name="T36" fmla="*/ 40 w 63"/>
                <a:gd name="T37" fmla="*/ 28 h 52"/>
                <a:gd name="T38" fmla="*/ 43 w 63"/>
                <a:gd name="T39" fmla="*/ 45 h 52"/>
                <a:gd name="T40" fmla="*/ 43 w 63"/>
                <a:gd name="T41" fmla="*/ 45 h 52"/>
                <a:gd name="T42" fmla="*/ 52 w 63"/>
                <a:gd name="T43" fmla="*/ 50 h 52"/>
                <a:gd name="T44" fmla="*/ 60 w 63"/>
                <a:gd name="T45" fmla="*/ 47 h 52"/>
                <a:gd name="T46" fmla="*/ 63 w 63"/>
                <a:gd name="T47" fmla="*/ 41 h 52"/>
                <a:gd name="T48" fmla="*/ 61 w 63"/>
                <a:gd name="T49" fmla="*/ 3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3" h="52">
                  <a:moveTo>
                    <a:pt x="61" y="39"/>
                  </a:moveTo>
                  <a:cubicBezTo>
                    <a:pt x="60" y="39"/>
                    <a:pt x="59" y="39"/>
                    <a:pt x="58" y="39"/>
                  </a:cubicBezTo>
                  <a:cubicBezTo>
                    <a:pt x="57" y="39"/>
                    <a:pt x="56" y="40"/>
                    <a:pt x="56" y="40"/>
                  </a:cubicBezTo>
                  <a:cubicBezTo>
                    <a:pt x="54" y="40"/>
                    <a:pt x="52" y="33"/>
                    <a:pt x="51" y="21"/>
                  </a:cubicBezTo>
                  <a:cubicBezTo>
                    <a:pt x="50" y="9"/>
                    <a:pt x="45" y="3"/>
                    <a:pt x="37" y="3"/>
                  </a:cubicBezTo>
                  <a:cubicBezTo>
                    <a:pt x="28" y="3"/>
                    <a:pt x="20" y="11"/>
                    <a:pt x="13" y="28"/>
                  </a:cubicBezTo>
                  <a:cubicBezTo>
                    <a:pt x="15" y="19"/>
                    <a:pt x="16" y="13"/>
                    <a:pt x="16" y="10"/>
                  </a:cubicBezTo>
                  <a:cubicBezTo>
                    <a:pt x="16" y="5"/>
                    <a:pt x="15" y="3"/>
                    <a:pt x="14" y="2"/>
                  </a:cubicBezTo>
                  <a:cubicBezTo>
                    <a:pt x="13" y="1"/>
                    <a:pt x="12" y="0"/>
                    <a:pt x="10" y="0"/>
                  </a:cubicBezTo>
                  <a:cubicBezTo>
                    <a:pt x="8" y="0"/>
                    <a:pt x="7" y="1"/>
                    <a:pt x="5" y="3"/>
                  </a:cubicBezTo>
                  <a:cubicBezTo>
                    <a:pt x="4" y="5"/>
                    <a:pt x="3" y="7"/>
                    <a:pt x="3" y="8"/>
                  </a:cubicBezTo>
                  <a:cubicBezTo>
                    <a:pt x="3" y="19"/>
                    <a:pt x="3" y="27"/>
                    <a:pt x="1" y="35"/>
                  </a:cubicBezTo>
                  <a:cubicBezTo>
                    <a:pt x="0" y="40"/>
                    <a:pt x="0" y="44"/>
                    <a:pt x="0" y="45"/>
                  </a:cubicBezTo>
                  <a:cubicBezTo>
                    <a:pt x="0" y="50"/>
                    <a:pt x="2" y="52"/>
                    <a:pt x="7" y="52"/>
                  </a:cubicBezTo>
                  <a:cubicBezTo>
                    <a:pt x="8" y="52"/>
                    <a:pt x="9" y="52"/>
                    <a:pt x="10" y="51"/>
                  </a:cubicBezTo>
                  <a:cubicBezTo>
                    <a:pt x="11" y="50"/>
                    <a:pt x="11" y="49"/>
                    <a:pt x="12" y="48"/>
                  </a:cubicBezTo>
                  <a:cubicBezTo>
                    <a:pt x="13" y="44"/>
                    <a:pt x="17" y="37"/>
                    <a:pt x="22" y="28"/>
                  </a:cubicBezTo>
                  <a:cubicBezTo>
                    <a:pt x="28" y="19"/>
                    <a:pt x="33" y="15"/>
                    <a:pt x="35" y="15"/>
                  </a:cubicBezTo>
                  <a:cubicBezTo>
                    <a:pt x="38" y="15"/>
                    <a:pt x="39" y="19"/>
                    <a:pt x="40" y="28"/>
                  </a:cubicBezTo>
                  <a:cubicBezTo>
                    <a:pt x="41" y="36"/>
                    <a:pt x="42" y="42"/>
                    <a:pt x="43" y="45"/>
                  </a:cubicBezTo>
                  <a:cubicBezTo>
                    <a:pt x="43" y="45"/>
                    <a:pt x="43" y="45"/>
                    <a:pt x="43" y="45"/>
                  </a:cubicBezTo>
                  <a:cubicBezTo>
                    <a:pt x="45" y="48"/>
                    <a:pt x="48" y="50"/>
                    <a:pt x="52" y="50"/>
                  </a:cubicBezTo>
                  <a:cubicBezTo>
                    <a:pt x="55" y="50"/>
                    <a:pt x="58" y="49"/>
                    <a:pt x="60" y="47"/>
                  </a:cubicBezTo>
                  <a:cubicBezTo>
                    <a:pt x="62" y="45"/>
                    <a:pt x="63" y="43"/>
                    <a:pt x="63" y="41"/>
                  </a:cubicBezTo>
                  <a:cubicBezTo>
                    <a:pt x="63" y="39"/>
                    <a:pt x="63" y="39"/>
                    <a:pt x="61"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3" name="Freeform 497"/>
            <p:cNvSpPr>
              <a:spLocks noEditPoints="1"/>
            </p:cNvSpPr>
            <p:nvPr/>
          </p:nvSpPr>
          <p:spPr bwMode="auto">
            <a:xfrm>
              <a:off x="10274300" y="6397625"/>
              <a:ext cx="69850" cy="87313"/>
            </a:xfrm>
            <a:custGeom>
              <a:avLst/>
              <a:gdLst>
                <a:gd name="T0" fmla="*/ 44 w 47"/>
                <a:gd name="T1" fmla="*/ 36 h 59"/>
                <a:gd name="T2" fmla="*/ 41 w 47"/>
                <a:gd name="T3" fmla="*/ 38 h 59"/>
                <a:gd name="T4" fmla="*/ 21 w 47"/>
                <a:gd name="T5" fmla="*/ 49 h 59"/>
                <a:gd name="T6" fmla="*/ 15 w 47"/>
                <a:gd name="T7" fmla="*/ 47 h 59"/>
                <a:gd name="T8" fmla="*/ 13 w 47"/>
                <a:gd name="T9" fmla="*/ 42 h 59"/>
                <a:gd name="T10" fmla="*/ 14 w 47"/>
                <a:gd name="T11" fmla="*/ 40 h 59"/>
                <a:gd name="T12" fmla="*/ 36 w 47"/>
                <a:gd name="T13" fmla="*/ 29 h 59"/>
                <a:gd name="T14" fmla="*/ 44 w 47"/>
                <a:gd name="T15" fmla="*/ 12 h 59"/>
                <a:gd name="T16" fmla="*/ 41 w 47"/>
                <a:gd name="T17" fmla="*/ 4 h 59"/>
                <a:gd name="T18" fmla="*/ 32 w 47"/>
                <a:gd name="T19" fmla="*/ 0 h 59"/>
                <a:gd name="T20" fmla="*/ 10 w 47"/>
                <a:gd name="T21" fmla="*/ 13 h 59"/>
                <a:gd name="T22" fmla="*/ 0 w 47"/>
                <a:gd name="T23" fmla="*/ 39 h 59"/>
                <a:gd name="T24" fmla="*/ 5 w 47"/>
                <a:gd name="T25" fmla="*/ 54 h 59"/>
                <a:gd name="T26" fmla="*/ 19 w 47"/>
                <a:gd name="T27" fmla="*/ 59 h 59"/>
                <a:gd name="T28" fmla="*/ 39 w 47"/>
                <a:gd name="T29" fmla="*/ 52 h 59"/>
                <a:gd name="T30" fmla="*/ 47 w 47"/>
                <a:gd name="T31" fmla="*/ 40 h 59"/>
                <a:gd name="T32" fmla="*/ 44 w 47"/>
                <a:gd name="T33" fmla="*/ 36 h 59"/>
                <a:gd name="T34" fmla="*/ 21 w 47"/>
                <a:gd name="T35" fmla="*/ 17 h 59"/>
                <a:gd name="T36" fmla="*/ 30 w 47"/>
                <a:gd name="T37" fmla="*/ 11 h 59"/>
                <a:gd name="T38" fmla="*/ 33 w 47"/>
                <a:gd name="T39" fmla="*/ 12 h 59"/>
                <a:gd name="T40" fmla="*/ 34 w 47"/>
                <a:gd name="T41" fmla="*/ 15 h 59"/>
                <a:gd name="T42" fmla="*/ 28 w 47"/>
                <a:gd name="T43" fmla="*/ 24 h 59"/>
                <a:gd name="T44" fmla="*/ 14 w 47"/>
                <a:gd name="T45" fmla="*/ 31 h 59"/>
                <a:gd name="T46" fmla="*/ 21 w 47"/>
                <a:gd name="T47" fmla="*/ 1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59">
                  <a:moveTo>
                    <a:pt x="44" y="36"/>
                  </a:moveTo>
                  <a:cubicBezTo>
                    <a:pt x="43" y="36"/>
                    <a:pt x="42" y="37"/>
                    <a:pt x="41" y="38"/>
                  </a:cubicBezTo>
                  <a:cubicBezTo>
                    <a:pt x="34" y="45"/>
                    <a:pt x="27" y="49"/>
                    <a:pt x="21" y="49"/>
                  </a:cubicBezTo>
                  <a:cubicBezTo>
                    <a:pt x="18" y="49"/>
                    <a:pt x="16" y="48"/>
                    <a:pt x="15" y="47"/>
                  </a:cubicBezTo>
                  <a:cubicBezTo>
                    <a:pt x="13" y="45"/>
                    <a:pt x="13" y="44"/>
                    <a:pt x="13" y="42"/>
                  </a:cubicBezTo>
                  <a:cubicBezTo>
                    <a:pt x="13" y="41"/>
                    <a:pt x="13" y="40"/>
                    <a:pt x="14" y="40"/>
                  </a:cubicBezTo>
                  <a:cubicBezTo>
                    <a:pt x="23" y="38"/>
                    <a:pt x="30" y="34"/>
                    <a:pt x="36" y="29"/>
                  </a:cubicBezTo>
                  <a:cubicBezTo>
                    <a:pt x="41" y="24"/>
                    <a:pt x="44" y="18"/>
                    <a:pt x="44" y="12"/>
                  </a:cubicBezTo>
                  <a:cubicBezTo>
                    <a:pt x="44" y="9"/>
                    <a:pt x="43" y="6"/>
                    <a:pt x="41" y="4"/>
                  </a:cubicBezTo>
                  <a:cubicBezTo>
                    <a:pt x="39" y="2"/>
                    <a:pt x="36" y="0"/>
                    <a:pt x="32" y="0"/>
                  </a:cubicBezTo>
                  <a:cubicBezTo>
                    <a:pt x="24" y="0"/>
                    <a:pt x="17" y="4"/>
                    <a:pt x="10" y="13"/>
                  </a:cubicBezTo>
                  <a:cubicBezTo>
                    <a:pt x="4" y="21"/>
                    <a:pt x="0" y="30"/>
                    <a:pt x="0" y="39"/>
                  </a:cubicBezTo>
                  <a:cubicBezTo>
                    <a:pt x="0" y="46"/>
                    <a:pt x="2" y="50"/>
                    <a:pt x="5" y="54"/>
                  </a:cubicBezTo>
                  <a:cubicBezTo>
                    <a:pt x="9" y="58"/>
                    <a:pt x="13" y="59"/>
                    <a:pt x="19" y="59"/>
                  </a:cubicBezTo>
                  <a:cubicBezTo>
                    <a:pt x="26" y="59"/>
                    <a:pt x="33" y="57"/>
                    <a:pt x="39" y="52"/>
                  </a:cubicBezTo>
                  <a:cubicBezTo>
                    <a:pt x="45" y="47"/>
                    <a:pt x="47" y="43"/>
                    <a:pt x="47" y="40"/>
                  </a:cubicBezTo>
                  <a:cubicBezTo>
                    <a:pt x="47" y="37"/>
                    <a:pt x="46" y="36"/>
                    <a:pt x="44" y="36"/>
                  </a:cubicBezTo>
                  <a:close/>
                  <a:moveTo>
                    <a:pt x="21" y="17"/>
                  </a:moveTo>
                  <a:cubicBezTo>
                    <a:pt x="24" y="13"/>
                    <a:pt x="28" y="11"/>
                    <a:pt x="30" y="11"/>
                  </a:cubicBezTo>
                  <a:cubicBezTo>
                    <a:pt x="31" y="11"/>
                    <a:pt x="32" y="11"/>
                    <a:pt x="33" y="12"/>
                  </a:cubicBezTo>
                  <a:cubicBezTo>
                    <a:pt x="33" y="12"/>
                    <a:pt x="34" y="13"/>
                    <a:pt x="34" y="15"/>
                  </a:cubicBezTo>
                  <a:cubicBezTo>
                    <a:pt x="34" y="17"/>
                    <a:pt x="32" y="20"/>
                    <a:pt x="28" y="24"/>
                  </a:cubicBezTo>
                  <a:cubicBezTo>
                    <a:pt x="24" y="27"/>
                    <a:pt x="19" y="30"/>
                    <a:pt x="14" y="31"/>
                  </a:cubicBezTo>
                  <a:cubicBezTo>
                    <a:pt x="15" y="26"/>
                    <a:pt x="17" y="21"/>
                    <a:pt x="21"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4" name="Freeform 498"/>
            <p:cNvSpPr>
              <a:spLocks/>
            </p:cNvSpPr>
            <p:nvPr/>
          </p:nvSpPr>
          <p:spPr bwMode="auto">
            <a:xfrm>
              <a:off x="10360025" y="6400800"/>
              <a:ext cx="74613" cy="85725"/>
            </a:xfrm>
            <a:custGeom>
              <a:avLst/>
              <a:gdLst>
                <a:gd name="T0" fmla="*/ 38 w 50"/>
                <a:gd name="T1" fmla="*/ 0 h 57"/>
                <a:gd name="T2" fmla="*/ 24 w 50"/>
                <a:gd name="T3" fmla="*/ 8 h 57"/>
                <a:gd name="T4" fmla="*/ 11 w 50"/>
                <a:gd name="T5" fmla="*/ 27 h 57"/>
                <a:gd name="T6" fmla="*/ 10 w 50"/>
                <a:gd name="T7" fmla="*/ 29 h 57"/>
                <a:gd name="T8" fmla="*/ 12 w 50"/>
                <a:gd name="T9" fmla="*/ 21 h 57"/>
                <a:gd name="T10" fmla="*/ 13 w 50"/>
                <a:gd name="T11" fmla="*/ 15 h 57"/>
                <a:gd name="T12" fmla="*/ 15 w 50"/>
                <a:gd name="T13" fmla="*/ 5 h 57"/>
                <a:gd name="T14" fmla="*/ 14 w 50"/>
                <a:gd name="T15" fmla="*/ 2 h 57"/>
                <a:gd name="T16" fmla="*/ 10 w 50"/>
                <a:gd name="T17" fmla="*/ 0 h 57"/>
                <a:gd name="T18" fmla="*/ 5 w 50"/>
                <a:gd name="T19" fmla="*/ 2 h 57"/>
                <a:gd name="T20" fmla="*/ 2 w 50"/>
                <a:gd name="T21" fmla="*/ 5 h 57"/>
                <a:gd name="T22" fmla="*/ 1 w 50"/>
                <a:gd name="T23" fmla="*/ 12 h 57"/>
                <a:gd name="T24" fmla="*/ 1 w 50"/>
                <a:gd name="T25" fmla="*/ 16 h 57"/>
                <a:gd name="T26" fmla="*/ 0 w 50"/>
                <a:gd name="T27" fmla="*/ 30 h 57"/>
                <a:gd name="T28" fmla="*/ 0 w 50"/>
                <a:gd name="T29" fmla="*/ 40 h 57"/>
                <a:gd name="T30" fmla="*/ 1 w 50"/>
                <a:gd name="T31" fmla="*/ 53 h 57"/>
                <a:gd name="T32" fmla="*/ 6 w 50"/>
                <a:gd name="T33" fmla="*/ 57 h 57"/>
                <a:gd name="T34" fmla="*/ 11 w 50"/>
                <a:gd name="T35" fmla="*/ 55 h 57"/>
                <a:gd name="T36" fmla="*/ 14 w 50"/>
                <a:gd name="T37" fmla="*/ 49 h 57"/>
                <a:gd name="T38" fmla="*/ 24 w 50"/>
                <a:gd name="T39" fmla="*/ 23 h 57"/>
                <a:gd name="T40" fmla="*/ 37 w 50"/>
                <a:gd name="T41" fmla="*/ 11 h 57"/>
                <a:gd name="T42" fmla="*/ 40 w 50"/>
                <a:gd name="T43" fmla="*/ 13 h 57"/>
                <a:gd name="T44" fmla="*/ 46 w 50"/>
                <a:gd name="T45" fmla="*/ 15 h 57"/>
                <a:gd name="T46" fmla="*/ 49 w 50"/>
                <a:gd name="T47" fmla="*/ 14 h 57"/>
                <a:gd name="T48" fmla="*/ 50 w 50"/>
                <a:gd name="T49" fmla="*/ 9 h 57"/>
                <a:gd name="T50" fmla="*/ 47 w 50"/>
                <a:gd name="T51" fmla="*/ 3 h 57"/>
                <a:gd name="T52" fmla="*/ 38 w 50"/>
                <a:gd name="T53"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0" h="57">
                  <a:moveTo>
                    <a:pt x="38" y="0"/>
                  </a:moveTo>
                  <a:cubicBezTo>
                    <a:pt x="34" y="0"/>
                    <a:pt x="29" y="2"/>
                    <a:pt x="24" y="8"/>
                  </a:cubicBezTo>
                  <a:cubicBezTo>
                    <a:pt x="20" y="13"/>
                    <a:pt x="15" y="19"/>
                    <a:pt x="11" y="27"/>
                  </a:cubicBezTo>
                  <a:cubicBezTo>
                    <a:pt x="10" y="29"/>
                    <a:pt x="10" y="29"/>
                    <a:pt x="10" y="29"/>
                  </a:cubicBezTo>
                  <a:cubicBezTo>
                    <a:pt x="12" y="21"/>
                    <a:pt x="12" y="21"/>
                    <a:pt x="12" y="21"/>
                  </a:cubicBezTo>
                  <a:cubicBezTo>
                    <a:pt x="12" y="19"/>
                    <a:pt x="13" y="17"/>
                    <a:pt x="13" y="15"/>
                  </a:cubicBezTo>
                  <a:cubicBezTo>
                    <a:pt x="15" y="10"/>
                    <a:pt x="15" y="7"/>
                    <a:pt x="15" y="5"/>
                  </a:cubicBezTo>
                  <a:cubicBezTo>
                    <a:pt x="15" y="4"/>
                    <a:pt x="15" y="3"/>
                    <a:pt x="14" y="2"/>
                  </a:cubicBezTo>
                  <a:cubicBezTo>
                    <a:pt x="13" y="1"/>
                    <a:pt x="12" y="0"/>
                    <a:pt x="10" y="0"/>
                  </a:cubicBezTo>
                  <a:cubicBezTo>
                    <a:pt x="8" y="0"/>
                    <a:pt x="6" y="1"/>
                    <a:pt x="5" y="2"/>
                  </a:cubicBezTo>
                  <a:cubicBezTo>
                    <a:pt x="4" y="3"/>
                    <a:pt x="3" y="4"/>
                    <a:pt x="2" y="5"/>
                  </a:cubicBezTo>
                  <a:cubicBezTo>
                    <a:pt x="2" y="7"/>
                    <a:pt x="2" y="9"/>
                    <a:pt x="1" y="12"/>
                  </a:cubicBezTo>
                  <a:cubicBezTo>
                    <a:pt x="1" y="13"/>
                    <a:pt x="1" y="14"/>
                    <a:pt x="1" y="16"/>
                  </a:cubicBezTo>
                  <a:cubicBezTo>
                    <a:pt x="0" y="21"/>
                    <a:pt x="0" y="26"/>
                    <a:pt x="0" y="30"/>
                  </a:cubicBezTo>
                  <a:cubicBezTo>
                    <a:pt x="0" y="34"/>
                    <a:pt x="0" y="37"/>
                    <a:pt x="0" y="40"/>
                  </a:cubicBezTo>
                  <a:cubicBezTo>
                    <a:pt x="0" y="46"/>
                    <a:pt x="0" y="50"/>
                    <a:pt x="1" y="53"/>
                  </a:cubicBezTo>
                  <a:cubicBezTo>
                    <a:pt x="2" y="55"/>
                    <a:pt x="4" y="57"/>
                    <a:pt x="6" y="57"/>
                  </a:cubicBezTo>
                  <a:cubicBezTo>
                    <a:pt x="8" y="57"/>
                    <a:pt x="10" y="56"/>
                    <a:pt x="11" y="55"/>
                  </a:cubicBezTo>
                  <a:cubicBezTo>
                    <a:pt x="13" y="54"/>
                    <a:pt x="13" y="52"/>
                    <a:pt x="14" y="49"/>
                  </a:cubicBezTo>
                  <a:cubicBezTo>
                    <a:pt x="15" y="39"/>
                    <a:pt x="18" y="31"/>
                    <a:pt x="24" y="23"/>
                  </a:cubicBezTo>
                  <a:cubicBezTo>
                    <a:pt x="30" y="15"/>
                    <a:pt x="35" y="11"/>
                    <a:pt x="37" y="11"/>
                  </a:cubicBezTo>
                  <a:cubicBezTo>
                    <a:pt x="38" y="11"/>
                    <a:pt x="39" y="12"/>
                    <a:pt x="40" y="13"/>
                  </a:cubicBezTo>
                  <a:cubicBezTo>
                    <a:pt x="42" y="14"/>
                    <a:pt x="44" y="15"/>
                    <a:pt x="46" y="15"/>
                  </a:cubicBezTo>
                  <a:cubicBezTo>
                    <a:pt x="47" y="15"/>
                    <a:pt x="48" y="15"/>
                    <a:pt x="49" y="14"/>
                  </a:cubicBezTo>
                  <a:cubicBezTo>
                    <a:pt x="49" y="12"/>
                    <a:pt x="50" y="11"/>
                    <a:pt x="50" y="9"/>
                  </a:cubicBezTo>
                  <a:cubicBezTo>
                    <a:pt x="50" y="7"/>
                    <a:pt x="49" y="5"/>
                    <a:pt x="47" y="3"/>
                  </a:cubicBezTo>
                  <a:cubicBezTo>
                    <a:pt x="44" y="1"/>
                    <a:pt x="42" y="0"/>
                    <a:pt x="3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5" name="Freeform 507"/>
            <p:cNvSpPr>
              <a:spLocks/>
            </p:cNvSpPr>
            <p:nvPr/>
          </p:nvSpPr>
          <p:spPr bwMode="auto">
            <a:xfrm>
              <a:off x="10709275" y="6367463"/>
              <a:ext cx="98425" cy="120650"/>
            </a:xfrm>
            <a:custGeom>
              <a:avLst/>
              <a:gdLst>
                <a:gd name="T0" fmla="*/ 51 w 66"/>
                <a:gd name="T1" fmla="*/ 0 h 81"/>
                <a:gd name="T2" fmla="*/ 28 w 66"/>
                <a:gd name="T3" fmla="*/ 9 h 81"/>
                <a:gd name="T4" fmla="*/ 8 w 66"/>
                <a:gd name="T5" fmla="*/ 32 h 81"/>
                <a:gd name="T6" fmla="*/ 0 w 66"/>
                <a:gd name="T7" fmla="*/ 58 h 81"/>
                <a:gd name="T8" fmla="*/ 7 w 66"/>
                <a:gd name="T9" fmla="*/ 75 h 81"/>
                <a:gd name="T10" fmla="*/ 24 w 66"/>
                <a:gd name="T11" fmla="*/ 81 h 81"/>
                <a:gd name="T12" fmla="*/ 46 w 66"/>
                <a:gd name="T13" fmla="*/ 75 h 81"/>
                <a:gd name="T14" fmla="*/ 57 w 66"/>
                <a:gd name="T15" fmla="*/ 63 h 81"/>
                <a:gd name="T16" fmla="*/ 53 w 66"/>
                <a:gd name="T17" fmla="*/ 59 h 81"/>
                <a:gd name="T18" fmla="*/ 46 w 66"/>
                <a:gd name="T19" fmla="*/ 63 h 81"/>
                <a:gd name="T20" fmla="*/ 35 w 66"/>
                <a:gd name="T21" fmla="*/ 69 h 81"/>
                <a:gd name="T22" fmla="*/ 26 w 66"/>
                <a:gd name="T23" fmla="*/ 71 h 81"/>
                <a:gd name="T24" fmla="*/ 16 w 66"/>
                <a:gd name="T25" fmla="*/ 67 h 81"/>
                <a:gd name="T26" fmla="*/ 12 w 66"/>
                <a:gd name="T27" fmla="*/ 57 h 81"/>
                <a:gd name="T28" fmla="*/ 19 w 66"/>
                <a:gd name="T29" fmla="*/ 36 h 81"/>
                <a:gd name="T30" fmla="*/ 34 w 66"/>
                <a:gd name="T31" fmla="*/ 17 h 81"/>
                <a:gd name="T32" fmla="*/ 51 w 66"/>
                <a:gd name="T33" fmla="*/ 9 h 81"/>
                <a:gd name="T34" fmla="*/ 53 w 66"/>
                <a:gd name="T35" fmla="*/ 13 h 81"/>
                <a:gd name="T36" fmla="*/ 52 w 66"/>
                <a:gd name="T37" fmla="*/ 18 h 81"/>
                <a:gd name="T38" fmla="*/ 51 w 66"/>
                <a:gd name="T39" fmla="*/ 23 h 81"/>
                <a:gd name="T40" fmla="*/ 53 w 66"/>
                <a:gd name="T41" fmla="*/ 26 h 81"/>
                <a:gd name="T42" fmla="*/ 56 w 66"/>
                <a:gd name="T43" fmla="*/ 28 h 81"/>
                <a:gd name="T44" fmla="*/ 61 w 66"/>
                <a:gd name="T45" fmla="*/ 26 h 81"/>
                <a:gd name="T46" fmla="*/ 65 w 66"/>
                <a:gd name="T47" fmla="*/ 22 h 81"/>
                <a:gd name="T48" fmla="*/ 66 w 66"/>
                <a:gd name="T49" fmla="*/ 13 h 81"/>
                <a:gd name="T50" fmla="*/ 62 w 66"/>
                <a:gd name="T51" fmla="*/ 4 h 81"/>
                <a:gd name="T52" fmla="*/ 51 w 66"/>
                <a:gd name="T53"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6" h="81">
                  <a:moveTo>
                    <a:pt x="51" y="0"/>
                  </a:moveTo>
                  <a:cubicBezTo>
                    <a:pt x="43" y="0"/>
                    <a:pt x="36" y="3"/>
                    <a:pt x="28" y="9"/>
                  </a:cubicBezTo>
                  <a:cubicBezTo>
                    <a:pt x="20" y="15"/>
                    <a:pt x="13" y="22"/>
                    <a:pt x="8" y="32"/>
                  </a:cubicBezTo>
                  <a:cubicBezTo>
                    <a:pt x="2" y="41"/>
                    <a:pt x="0" y="50"/>
                    <a:pt x="0" y="58"/>
                  </a:cubicBezTo>
                  <a:cubicBezTo>
                    <a:pt x="0" y="66"/>
                    <a:pt x="2" y="71"/>
                    <a:pt x="7" y="75"/>
                  </a:cubicBezTo>
                  <a:cubicBezTo>
                    <a:pt x="12" y="79"/>
                    <a:pt x="18" y="81"/>
                    <a:pt x="24" y="81"/>
                  </a:cubicBezTo>
                  <a:cubicBezTo>
                    <a:pt x="31" y="81"/>
                    <a:pt x="38" y="79"/>
                    <a:pt x="46" y="75"/>
                  </a:cubicBezTo>
                  <a:cubicBezTo>
                    <a:pt x="53" y="70"/>
                    <a:pt x="57" y="66"/>
                    <a:pt x="57" y="63"/>
                  </a:cubicBezTo>
                  <a:cubicBezTo>
                    <a:pt x="57" y="61"/>
                    <a:pt x="55" y="59"/>
                    <a:pt x="53" y="59"/>
                  </a:cubicBezTo>
                  <a:cubicBezTo>
                    <a:pt x="52" y="59"/>
                    <a:pt x="49" y="61"/>
                    <a:pt x="46" y="63"/>
                  </a:cubicBezTo>
                  <a:cubicBezTo>
                    <a:pt x="43" y="65"/>
                    <a:pt x="39" y="67"/>
                    <a:pt x="35" y="69"/>
                  </a:cubicBezTo>
                  <a:cubicBezTo>
                    <a:pt x="32" y="70"/>
                    <a:pt x="28" y="71"/>
                    <a:pt x="26" y="71"/>
                  </a:cubicBezTo>
                  <a:cubicBezTo>
                    <a:pt x="21" y="71"/>
                    <a:pt x="18" y="69"/>
                    <a:pt x="16" y="67"/>
                  </a:cubicBezTo>
                  <a:cubicBezTo>
                    <a:pt x="14" y="64"/>
                    <a:pt x="12" y="61"/>
                    <a:pt x="12" y="57"/>
                  </a:cubicBezTo>
                  <a:cubicBezTo>
                    <a:pt x="12" y="51"/>
                    <a:pt x="15" y="44"/>
                    <a:pt x="19" y="36"/>
                  </a:cubicBezTo>
                  <a:cubicBezTo>
                    <a:pt x="23" y="29"/>
                    <a:pt x="28" y="22"/>
                    <a:pt x="34" y="17"/>
                  </a:cubicBezTo>
                  <a:cubicBezTo>
                    <a:pt x="40" y="12"/>
                    <a:pt x="46" y="9"/>
                    <a:pt x="51" y="9"/>
                  </a:cubicBezTo>
                  <a:cubicBezTo>
                    <a:pt x="52" y="9"/>
                    <a:pt x="53" y="11"/>
                    <a:pt x="53" y="13"/>
                  </a:cubicBezTo>
                  <a:cubicBezTo>
                    <a:pt x="53" y="14"/>
                    <a:pt x="53" y="16"/>
                    <a:pt x="52" y="18"/>
                  </a:cubicBezTo>
                  <a:cubicBezTo>
                    <a:pt x="52" y="20"/>
                    <a:pt x="51" y="22"/>
                    <a:pt x="51" y="23"/>
                  </a:cubicBezTo>
                  <a:cubicBezTo>
                    <a:pt x="51" y="24"/>
                    <a:pt x="52" y="26"/>
                    <a:pt x="53" y="26"/>
                  </a:cubicBezTo>
                  <a:cubicBezTo>
                    <a:pt x="54" y="27"/>
                    <a:pt x="55" y="28"/>
                    <a:pt x="56" y="28"/>
                  </a:cubicBezTo>
                  <a:cubicBezTo>
                    <a:pt x="57" y="28"/>
                    <a:pt x="59" y="27"/>
                    <a:pt x="61" y="26"/>
                  </a:cubicBezTo>
                  <a:cubicBezTo>
                    <a:pt x="63" y="25"/>
                    <a:pt x="64" y="23"/>
                    <a:pt x="65" y="22"/>
                  </a:cubicBezTo>
                  <a:cubicBezTo>
                    <a:pt x="65" y="20"/>
                    <a:pt x="66" y="17"/>
                    <a:pt x="66" y="13"/>
                  </a:cubicBezTo>
                  <a:cubicBezTo>
                    <a:pt x="66" y="10"/>
                    <a:pt x="64" y="7"/>
                    <a:pt x="62" y="4"/>
                  </a:cubicBezTo>
                  <a:cubicBezTo>
                    <a:pt x="59" y="1"/>
                    <a:pt x="55" y="0"/>
                    <a:pt x="5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6" name="Freeform 508"/>
            <p:cNvSpPr>
              <a:spLocks/>
            </p:cNvSpPr>
            <p:nvPr/>
          </p:nvSpPr>
          <p:spPr bwMode="auto">
            <a:xfrm>
              <a:off x="10814050" y="6402388"/>
              <a:ext cx="28575" cy="84138"/>
            </a:xfrm>
            <a:custGeom>
              <a:avLst/>
              <a:gdLst>
                <a:gd name="T0" fmla="*/ 17 w 19"/>
                <a:gd name="T1" fmla="*/ 2 h 56"/>
                <a:gd name="T2" fmla="*/ 12 w 19"/>
                <a:gd name="T3" fmla="*/ 0 h 56"/>
                <a:gd name="T4" fmla="*/ 7 w 19"/>
                <a:gd name="T5" fmla="*/ 3 h 56"/>
                <a:gd name="T6" fmla="*/ 5 w 19"/>
                <a:gd name="T7" fmla="*/ 9 h 56"/>
                <a:gd name="T8" fmla="*/ 4 w 19"/>
                <a:gd name="T9" fmla="*/ 20 h 56"/>
                <a:gd name="T10" fmla="*/ 4 w 19"/>
                <a:gd name="T11" fmla="*/ 20 h 56"/>
                <a:gd name="T12" fmla="*/ 3 w 19"/>
                <a:gd name="T13" fmla="*/ 25 h 56"/>
                <a:gd name="T14" fmla="*/ 0 w 19"/>
                <a:gd name="T15" fmla="*/ 46 h 56"/>
                <a:gd name="T16" fmla="*/ 7 w 19"/>
                <a:gd name="T17" fmla="*/ 56 h 56"/>
                <a:gd name="T18" fmla="*/ 12 w 19"/>
                <a:gd name="T19" fmla="*/ 54 h 56"/>
                <a:gd name="T20" fmla="*/ 14 w 19"/>
                <a:gd name="T21" fmla="*/ 51 h 56"/>
                <a:gd name="T22" fmla="*/ 14 w 19"/>
                <a:gd name="T23" fmla="*/ 49 h 56"/>
                <a:gd name="T24" fmla="*/ 13 w 19"/>
                <a:gd name="T25" fmla="*/ 41 h 56"/>
                <a:gd name="T26" fmla="*/ 13 w 19"/>
                <a:gd name="T27" fmla="*/ 31 h 56"/>
                <a:gd name="T28" fmla="*/ 17 w 19"/>
                <a:gd name="T29" fmla="*/ 15 h 56"/>
                <a:gd name="T30" fmla="*/ 17 w 19"/>
                <a:gd name="T31" fmla="*/ 14 h 56"/>
                <a:gd name="T32" fmla="*/ 19 w 19"/>
                <a:gd name="T33" fmla="*/ 6 h 56"/>
                <a:gd name="T34" fmla="*/ 17 w 19"/>
                <a:gd name="T35" fmla="*/ 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56">
                  <a:moveTo>
                    <a:pt x="17" y="2"/>
                  </a:moveTo>
                  <a:cubicBezTo>
                    <a:pt x="16" y="1"/>
                    <a:pt x="14" y="0"/>
                    <a:pt x="12" y="0"/>
                  </a:cubicBezTo>
                  <a:cubicBezTo>
                    <a:pt x="10" y="0"/>
                    <a:pt x="8" y="1"/>
                    <a:pt x="7" y="3"/>
                  </a:cubicBezTo>
                  <a:cubicBezTo>
                    <a:pt x="6" y="5"/>
                    <a:pt x="5" y="7"/>
                    <a:pt x="5" y="9"/>
                  </a:cubicBezTo>
                  <a:cubicBezTo>
                    <a:pt x="5" y="10"/>
                    <a:pt x="5" y="13"/>
                    <a:pt x="4" y="20"/>
                  </a:cubicBezTo>
                  <a:cubicBezTo>
                    <a:pt x="4" y="20"/>
                    <a:pt x="4" y="20"/>
                    <a:pt x="4" y="20"/>
                  </a:cubicBezTo>
                  <a:cubicBezTo>
                    <a:pt x="3" y="21"/>
                    <a:pt x="3" y="23"/>
                    <a:pt x="3" y="25"/>
                  </a:cubicBezTo>
                  <a:cubicBezTo>
                    <a:pt x="1" y="33"/>
                    <a:pt x="0" y="40"/>
                    <a:pt x="0" y="46"/>
                  </a:cubicBezTo>
                  <a:cubicBezTo>
                    <a:pt x="0" y="52"/>
                    <a:pt x="3" y="56"/>
                    <a:pt x="7" y="56"/>
                  </a:cubicBezTo>
                  <a:cubicBezTo>
                    <a:pt x="9" y="56"/>
                    <a:pt x="10" y="55"/>
                    <a:pt x="12" y="54"/>
                  </a:cubicBezTo>
                  <a:cubicBezTo>
                    <a:pt x="13" y="52"/>
                    <a:pt x="14" y="51"/>
                    <a:pt x="14" y="51"/>
                  </a:cubicBezTo>
                  <a:cubicBezTo>
                    <a:pt x="14" y="50"/>
                    <a:pt x="14" y="50"/>
                    <a:pt x="14" y="49"/>
                  </a:cubicBezTo>
                  <a:cubicBezTo>
                    <a:pt x="13" y="46"/>
                    <a:pt x="13" y="43"/>
                    <a:pt x="13" y="41"/>
                  </a:cubicBezTo>
                  <a:cubicBezTo>
                    <a:pt x="13" y="38"/>
                    <a:pt x="13" y="35"/>
                    <a:pt x="13" y="31"/>
                  </a:cubicBezTo>
                  <a:cubicBezTo>
                    <a:pt x="14" y="27"/>
                    <a:pt x="15" y="21"/>
                    <a:pt x="17" y="15"/>
                  </a:cubicBezTo>
                  <a:cubicBezTo>
                    <a:pt x="17" y="14"/>
                    <a:pt x="17" y="14"/>
                    <a:pt x="17" y="14"/>
                  </a:cubicBezTo>
                  <a:cubicBezTo>
                    <a:pt x="18" y="10"/>
                    <a:pt x="19" y="7"/>
                    <a:pt x="19" y="6"/>
                  </a:cubicBezTo>
                  <a:cubicBezTo>
                    <a:pt x="19" y="4"/>
                    <a:pt x="18" y="3"/>
                    <a:pt x="1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7" name="Freeform 509"/>
            <p:cNvSpPr>
              <a:spLocks/>
            </p:cNvSpPr>
            <p:nvPr/>
          </p:nvSpPr>
          <p:spPr bwMode="auto">
            <a:xfrm>
              <a:off x="10833100" y="6359525"/>
              <a:ext cx="23813" cy="23813"/>
            </a:xfrm>
            <a:custGeom>
              <a:avLst/>
              <a:gdLst>
                <a:gd name="T0" fmla="*/ 16 w 16"/>
                <a:gd name="T1" fmla="*/ 7 h 16"/>
                <a:gd name="T2" fmla="*/ 14 w 16"/>
                <a:gd name="T3" fmla="*/ 2 h 16"/>
                <a:gd name="T4" fmla="*/ 9 w 16"/>
                <a:gd name="T5" fmla="*/ 0 h 16"/>
                <a:gd name="T6" fmla="*/ 2 w 16"/>
                <a:gd name="T7" fmla="*/ 3 h 16"/>
                <a:gd name="T8" fmla="*/ 0 w 16"/>
                <a:gd name="T9" fmla="*/ 9 h 16"/>
                <a:gd name="T10" fmla="*/ 2 w 16"/>
                <a:gd name="T11" fmla="*/ 14 h 16"/>
                <a:gd name="T12" fmla="*/ 7 w 16"/>
                <a:gd name="T13" fmla="*/ 16 h 16"/>
                <a:gd name="T14" fmla="*/ 13 w 16"/>
                <a:gd name="T15" fmla="*/ 13 h 16"/>
                <a:gd name="T16" fmla="*/ 16 w 16"/>
                <a:gd name="T17" fmla="*/ 7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6">
                  <a:moveTo>
                    <a:pt x="16" y="7"/>
                  </a:moveTo>
                  <a:cubicBezTo>
                    <a:pt x="16" y="5"/>
                    <a:pt x="15" y="4"/>
                    <a:pt x="14" y="2"/>
                  </a:cubicBezTo>
                  <a:cubicBezTo>
                    <a:pt x="13" y="1"/>
                    <a:pt x="11" y="0"/>
                    <a:pt x="9" y="0"/>
                  </a:cubicBezTo>
                  <a:cubicBezTo>
                    <a:pt x="6" y="0"/>
                    <a:pt x="3" y="1"/>
                    <a:pt x="2" y="3"/>
                  </a:cubicBezTo>
                  <a:cubicBezTo>
                    <a:pt x="0" y="4"/>
                    <a:pt x="0" y="6"/>
                    <a:pt x="0" y="9"/>
                  </a:cubicBezTo>
                  <a:cubicBezTo>
                    <a:pt x="0" y="10"/>
                    <a:pt x="0" y="12"/>
                    <a:pt x="2" y="14"/>
                  </a:cubicBezTo>
                  <a:cubicBezTo>
                    <a:pt x="3" y="15"/>
                    <a:pt x="5" y="16"/>
                    <a:pt x="7" y="16"/>
                  </a:cubicBezTo>
                  <a:cubicBezTo>
                    <a:pt x="9" y="16"/>
                    <a:pt x="11" y="15"/>
                    <a:pt x="13" y="13"/>
                  </a:cubicBezTo>
                  <a:cubicBezTo>
                    <a:pt x="15" y="12"/>
                    <a:pt x="16" y="10"/>
                    <a:pt x="16"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8" name="Freeform 510"/>
            <p:cNvSpPr>
              <a:spLocks/>
            </p:cNvSpPr>
            <p:nvPr/>
          </p:nvSpPr>
          <p:spPr bwMode="auto">
            <a:xfrm>
              <a:off x="10852150" y="6373813"/>
              <a:ext cx="74613" cy="111125"/>
            </a:xfrm>
            <a:custGeom>
              <a:avLst/>
              <a:gdLst>
                <a:gd name="T0" fmla="*/ 46 w 50"/>
                <a:gd name="T1" fmla="*/ 20 h 75"/>
                <a:gd name="T2" fmla="*/ 28 w 50"/>
                <a:gd name="T3" fmla="*/ 21 h 75"/>
                <a:gd name="T4" fmla="*/ 33 w 50"/>
                <a:gd name="T5" fmla="*/ 6 h 75"/>
                <a:gd name="T6" fmla="*/ 31 w 50"/>
                <a:gd name="T7" fmla="*/ 2 h 75"/>
                <a:gd name="T8" fmla="*/ 27 w 50"/>
                <a:gd name="T9" fmla="*/ 0 h 75"/>
                <a:gd name="T10" fmla="*/ 20 w 50"/>
                <a:gd name="T11" fmla="*/ 6 h 75"/>
                <a:gd name="T12" fmla="*/ 16 w 50"/>
                <a:gd name="T13" fmla="*/ 22 h 75"/>
                <a:gd name="T14" fmla="*/ 5 w 50"/>
                <a:gd name="T15" fmla="*/ 23 h 75"/>
                <a:gd name="T16" fmla="*/ 0 w 50"/>
                <a:gd name="T17" fmla="*/ 27 h 75"/>
                <a:gd name="T18" fmla="*/ 3 w 50"/>
                <a:gd name="T19" fmla="*/ 32 h 75"/>
                <a:gd name="T20" fmla="*/ 7 w 50"/>
                <a:gd name="T21" fmla="*/ 33 h 75"/>
                <a:gd name="T22" fmla="*/ 8 w 50"/>
                <a:gd name="T23" fmla="*/ 33 h 75"/>
                <a:gd name="T24" fmla="*/ 13 w 50"/>
                <a:gd name="T25" fmla="*/ 33 h 75"/>
                <a:gd name="T26" fmla="*/ 8 w 50"/>
                <a:gd name="T27" fmla="*/ 60 h 75"/>
                <a:gd name="T28" fmla="*/ 11 w 50"/>
                <a:gd name="T29" fmla="*/ 71 h 75"/>
                <a:gd name="T30" fmla="*/ 22 w 50"/>
                <a:gd name="T31" fmla="*/ 75 h 75"/>
                <a:gd name="T32" fmla="*/ 37 w 50"/>
                <a:gd name="T33" fmla="*/ 70 h 75"/>
                <a:gd name="T34" fmla="*/ 44 w 50"/>
                <a:gd name="T35" fmla="*/ 60 h 75"/>
                <a:gd name="T36" fmla="*/ 43 w 50"/>
                <a:gd name="T37" fmla="*/ 58 h 75"/>
                <a:gd name="T38" fmla="*/ 41 w 50"/>
                <a:gd name="T39" fmla="*/ 57 h 75"/>
                <a:gd name="T40" fmla="*/ 36 w 50"/>
                <a:gd name="T41" fmla="*/ 59 h 75"/>
                <a:gd name="T42" fmla="*/ 29 w 50"/>
                <a:gd name="T43" fmla="*/ 63 h 75"/>
                <a:gd name="T44" fmla="*/ 24 w 50"/>
                <a:gd name="T45" fmla="*/ 64 h 75"/>
                <a:gd name="T46" fmla="*/ 21 w 50"/>
                <a:gd name="T47" fmla="*/ 63 h 75"/>
                <a:gd name="T48" fmla="*/ 20 w 50"/>
                <a:gd name="T49" fmla="*/ 57 h 75"/>
                <a:gd name="T50" fmla="*/ 22 w 50"/>
                <a:gd name="T51" fmla="*/ 43 h 75"/>
                <a:gd name="T52" fmla="*/ 25 w 50"/>
                <a:gd name="T53" fmla="*/ 32 h 75"/>
                <a:gd name="T54" fmla="*/ 43 w 50"/>
                <a:gd name="T55" fmla="*/ 29 h 75"/>
                <a:gd name="T56" fmla="*/ 50 w 50"/>
                <a:gd name="T57" fmla="*/ 23 h 75"/>
                <a:gd name="T58" fmla="*/ 49 w 50"/>
                <a:gd name="T59" fmla="*/ 20 h 75"/>
                <a:gd name="T60" fmla="*/ 46 w 50"/>
                <a:gd name="T61" fmla="*/ 2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0" h="75">
                  <a:moveTo>
                    <a:pt x="46" y="20"/>
                  </a:moveTo>
                  <a:cubicBezTo>
                    <a:pt x="45" y="20"/>
                    <a:pt x="39" y="20"/>
                    <a:pt x="28" y="21"/>
                  </a:cubicBezTo>
                  <a:cubicBezTo>
                    <a:pt x="31" y="11"/>
                    <a:pt x="33" y="6"/>
                    <a:pt x="33" y="6"/>
                  </a:cubicBezTo>
                  <a:cubicBezTo>
                    <a:pt x="33" y="4"/>
                    <a:pt x="32" y="3"/>
                    <a:pt x="31" y="2"/>
                  </a:cubicBezTo>
                  <a:cubicBezTo>
                    <a:pt x="30" y="1"/>
                    <a:pt x="29" y="0"/>
                    <a:pt x="27" y="0"/>
                  </a:cubicBezTo>
                  <a:cubicBezTo>
                    <a:pt x="23" y="0"/>
                    <a:pt x="21" y="2"/>
                    <a:pt x="20" y="6"/>
                  </a:cubicBezTo>
                  <a:cubicBezTo>
                    <a:pt x="19" y="13"/>
                    <a:pt x="17" y="18"/>
                    <a:pt x="16" y="22"/>
                  </a:cubicBezTo>
                  <a:cubicBezTo>
                    <a:pt x="5" y="23"/>
                    <a:pt x="5" y="23"/>
                    <a:pt x="5" y="23"/>
                  </a:cubicBezTo>
                  <a:cubicBezTo>
                    <a:pt x="2" y="23"/>
                    <a:pt x="0" y="24"/>
                    <a:pt x="0" y="27"/>
                  </a:cubicBezTo>
                  <a:cubicBezTo>
                    <a:pt x="0" y="29"/>
                    <a:pt x="1" y="31"/>
                    <a:pt x="3" y="32"/>
                  </a:cubicBezTo>
                  <a:cubicBezTo>
                    <a:pt x="4" y="33"/>
                    <a:pt x="6" y="33"/>
                    <a:pt x="7" y="33"/>
                  </a:cubicBezTo>
                  <a:cubicBezTo>
                    <a:pt x="8" y="33"/>
                    <a:pt x="8" y="33"/>
                    <a:pt x="8" y="33"/>
                  </a:cubicBezTo>
                  <a:cubicBezTo>
                    <a:pt x="9" y="33"/>
                    <a:pt x="11" y="33"/>
                    <a:pt x="13" y="33"/>
                  </a:cubicBezTo>
                  <a:cubicBezTo>
                    <a:pt x="10" y="46"/>
                    <a:pt x="8" y="55"/>
                    <a:pt x="8" y="60"/>
                  </a:cubicBezTo>
                  <a:cubicBezTo>
                    <a:pt x="8" y="65"/>
                    <a:pt x="9" y="69"/>
                    <a:pt x="11" y="71"/>
                  </a:cubicBezTo>
                  <a:cubicBezTo>
                    <a:pt x="14" y="74"/>
                    <a:pt x="17" y="75"/>
                    <a:pt x="22" y="75"/>
                  </a:cubicBezTo>
                  <a:cubicBezTo>
                    <a:pt x="27" y="75"/>
                    <a:pt x="32" y="73"/>
                    <a:pt x="37" y="70"/>
                  </a:cubicBezTo>
                  <a:cubicBezTo>
                    <a:pt x="41" y="66"/>
                    <a:pt x="44" y="62"/>
                    <a:pt x="44" y="60"/>
                  </a:cubicBezTo>
                  <a:cubicBezTo>
                    <a:pt x="44" y="59"/>
                    <a:pt x="43" y="58"/>
                    <a:pt x="43" y="58"/>
                  </a:cubicBezTo>
                  <a:cubicBezTo>
                    <a:pt x="42" y="57"/>
                    <a:pt x="42" y="57"/>
                    <a:pt x="41" y="57"/>
                  </a:cubicBezTo>
                  <a:cubicBezTo>
                    <a:pt x="39" y="57"/>
                    <a:pt x="38" y="57"/>
                    <a:pt x="36" y="59"/>
                  </a:cubicBezTo>
                  <a:cubicBezTo>
                    <a:pt x="33" y="61"/>
                    <a:pt x="31" y="63"/>
                    <a:pt x="29" y="63"/>
                  </a:cubicBezTo>
                  <a:cubicBezTo>
                    <a:pt x="28" y="64"/>
                    <a:pt x="26" y="64"/>
                    <a:pt x="24" y="64"/>
                  </a:cubicBezTo>
                  <a:cubicBezTo>
                    <a:pt x="23" y="64"/>
                    <a:pt x="22" y="64"/>
                    <a:pt x="21" y="63"/>
                  </a:cubicBezTo>
                  <a:cubicBezTo>
                    <a:pt x="20" y="62"/>
                    <a:pt x="20" y="60"/>
                    <a:pt x="20" y="57"/>
                  </a:cubicBezTo>
                  <a:cubicBezTo>
                    <a:pt x="20" y="55"/>
                    <a:pt x="21" y="51"/>
                    <a:pt x="22" y="43"/>
                  </a:cubicBezTo>
                  <a:cubicBezTo>
                    <a:pt x="24" y="36"/>
                    <a:pt x="25" y="32"/>
                    <a:pt x="25" y="32"/>
                  </a:cubicBezTo>
                  <a:cubicBezTo>
                    <a:pt x="43" y="29"/>
                    <a:pt x="43" y="29"/>
                    <a:pt x="43" y="29"/>
                  </a:cubicBezTo>
                  <a:cubicBezTo>
                    <a:pt x="48" y="28"/>
                    <a:pt x="50" y="26"/>
                    <a:pt x="50" y="23"/>
                  </a:cubicBezTo>
                  <a:cubicBezTo>
                    <a:pt x="50" y="22"/>
                    <a:pt x="50" y="21"/>
                    <a:pt x="49" y="20"/>
                  </a:cubicBezTo>
                  <a:cubicBezTo>
                    <a:pt x="49" y="20"/>
                    <a:pt x="48" y="20"/>
                    <a:pt x="46"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9" name="Freeform 511"/>
            <p:cNvSpPr>
              <a:spLocks/>
            </p:cNvSpPr>
            <p:nvPr/>
          </p:nvSpPr>
          <p:spPr bwMode="auto">
            <a:xfrm>
              <a:off x="10931525" y="6402388"/>
              <a:ext cx="28575" cy="84138"/>
            </a:xfrm>
            <a:custGeom>
              <a:avLst/>
              <a:gdLst>
                <a:gd name="T0" fmla="*/ 17 w 19"/>
                <a:gd name="T1" fmla="*/ 2 h 56"/>
                <a:gd name="T2" fmla="*/ 11 w 19"/>
                <a:gd name="T3" fmla="*/ 0 h 56"/>
                <a:gd name="T4" fmla="*/ 7 w 19"/>
                <a:gd name="T5" fmla="*/ 3 h 56"/>
                <a:gd name="T6" fmla="*/ 5 w 19"/>
                <a:gd name="T7" fmla="*/ 9 h 56"/>
                <a:gd name="T8" fmla="*/ 4 w 19"/>
                <a:gd name="T9" fmla="*/ 20 h 56"/>
                <a:gd name="T10" fmla="*/ 4 w 19"/>
                <a:gd name="T11" fmla="*/ 20 h 56"/>
                <a:gd name="T12" fmla="*/ 3 w 19"/>
                <a:gd name="T13" fmla="*/ 25 h 56"/>
                <a:gd name="T14" fmla="*/ 0 w 19"/>
                <a:gd name="T15" fmla="*/ 46 h 56"/>
                <a:gd name="T16" fmla="*/ 7 w 19"/>
                <a:gd name="T17" fmla="*/ 56 h 56"/>
                <a:gd name="T18" fmla="*/ 12 w 19"/>
                <a:gd name="T19" fmla="*/ 54 h 56"/>
                <a:gd name="T20" fmla="*/ 14 w 19"/>
                <a:gd name="T21" fmla="*/ 51 h 56"/>
                <a:gd name="T22" fmla="*/ 14 w 19"/>
                <a:gd name="T23" fmla="*/ 49 h 56"/>
                <a:gd name="T24" fmla="*/ 13 w 19"/>
                <a:gd name="T25" fmla="*/ 41 h 56"/>
                <a:gd name="T26" fmla="*/ 13 w 19"/>
                <a:gd name="T27" fmla="*/ 31 h 56"/>
                <a:gd name="T28" fmla="*/ 16 w 19"/>
                <a:gd name="T29" fmla="*/ 15 h 56"/>
                <a:gd name="T30" fmla="*/ 17 w 19"/>
                <a:gd name="T31" fmla="*/ 14 h 56"/>
                <a:gd name="T32" fmla="*/ 19 w 19"/>
                <a:gd name="T33" fmla="*/ 6 h 56"/>
                <a:gd name="T34" fmla="*/ 17 w 19"/>
                <a:gd name="T35" fmla="*/ 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56">
                  <a:moveTo>
                    <a:pt x="17" y="2"/>
                  </a:moveTo>
                  <a:cubicBezTo>
                    <a:pt x="15" y="1"/>
                    <a:pt x="14" y="0"/>
                    <a:pt x="11" y="0"/>
                  </a:cubicBezTo>
                  <a:cubicBezTo>
                    <a:pt x="9" y="0"/>
                    <a:pt x="8" y="1"/>
                    <a:pt x="7" y="3"/>
                  </a:cubicBezTo>
                  <a:cubicBezTo>
                    <a:pt x="6" y="5"/>
                    <a:pt x="5" y="7"/>
                    <a:pt x="5" y="9"/>
                  </a:cubicBezTo>
                  <a:cubicBezTo>
                    <a:pt x="5" y="10"/>
                    <a:pt x="5" y="13"/>
                    <a:pt x="4" y="20"/>
                  </a:cubicBezTo>
                  <a:cubicBezTo>
                    <a:pt x="4" y="20"/>
                    <a:pt x="4" y="20"/>
                    <a:pt x="4" y="20"/>
                  </a:cubicBezTo>
                  <a:cubicBezTo>
                    <a:pt x="3" y="21"/>
                    <a:pt x="3" y="23"/>
                    <a:pt x="3" y="25"/>
                  </a:cubicBezTo>
                  <a:cubicBezTo>
                    <a:pt x="1" y="33"/>
                    <a:pt x="0" y="40"/>
                    <a:pt x="0" y="46"/>
                  </a:cubicBezTo>
                  <a:cubicBezTo>
                    <a:pt x="0" y="52"/>
                    <a:pt x="2" y="56"/>
                    <a:pt x="7" y="56"/>
                  </a:cubicBezTo>
                  <a:cubicBezTo>
                    <a:pt x="9" y="56"/>
                    <a:pt x="10" y="55"/>
                    <a:pt x="12" y="54"/>
                  </a:cubicBezTo>
                  <a:cubicBezTo>
                    <a:pt x="13" y="52"/>
                    <a:pt x="14" y="51"/>
                    <a:pt x="14" y="51"/>
                  </a:cubicBezTo>
                  <a:cubicBezTo>
                    <a:pt x="14" y="50"/>
                    <a:pt x="14" y="50"/>
                    <a:pt x="14" y="49"/>
                  </a:cubicBezTo>
                  <a:cubicBezTo>
                    <a:pt x="13" y="46"/>
                    <a:pt x="13" y="43"/>
                    <a:pt x="13" y="41"/>
                  </a:cubicBezTo>
                  <a:cubicBezTo>
                    <a:pt x="13" y="38"/>
                    <a:pt x="13" y="35"/>
                    <a:pt x="13" y="31"/>
                  </a:cubicBezTo>
                  <a:cubicBezTo>
                    <a:pt x="13" y="27"/>
                    <a:pt x="15" y="21"/>
                    <a:pt x="16" y="15"/>
                  </a:cubicBezTo>
                  <a:cubicBezTo>
                    <a:pt x="17" y="14"/>
                    <a:pt x="17" y="14"/>
                    <a:pt x="17" y="14"/>
                  </a:cubicBezTo>
                  <a:cubicBezTo>
                    <a:pt x="18" y="10"/>
                    <a:pt x="19" y="7"/>
                    <a:pt x="19" y="6"/>
                  </a:cubicBezTo>
                  <a:cubicBezTo>
                    <a:pt x="19" y="4"/>
                    <a:pt x="18" y="3"/>
                    <a:pt x="1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0" name="Freeform 512"/>
            <p:cNvSpPr>
              <a:spLocks/>
            </p:cNvSpPr>
            <p:nvPr/>
          </p:nvSpPr>
          <p:spPr bwMode="auto">
            <a:xfrm>
              <a:off x="10947400" y="6359525"/>
              <a:ext cx="25400" cy="23813"/>
            </a:xfrm>
            <a:custGeom>
              <a:avLst/>
              <a:gdLst>
                <a:gd name="T0" fmla="*/ 14 w 17"/>
                <a:gd name="T1" fmla="*/ 13 h 16"/>
                <a:gd name="T2" fmla="*/ 17 w 17"/>
                <a:gd name="T3" fmla="*/ 7 h 16"/>
                <a:gd name="T4" fmla="*/ 15 w 17"/>
                <a:gd name="T5" fmla="*/ 2 h 16"/>
                <a:gd name="T6" fmla="*/ 9 w 17"/>
                <a:gd name="T7" fmla="*/ 0 h 16"/>
                <a:gd name="T8" fmla="*/ 3 w 17"/>
                <a:gd name="T9" fmla="*/ 3 h 16"/>
                <a:gd name="T10" fmla="*/ 0 w 17"/>
                <a:gd name="T11" fmla="*/ 9 h 16"/>
                <a:gd name="T12" fmla="*/ 3 w 17"/>
                <a:gd name="T13" fmla="*/ 14 h 16"/>
                <a:gd name="T14" fmla="*/ 8 w 17"/>
                <a:gd name="T15" fmla="*/ 16 h 16"/>
                <a:gd name="T16" fmla="*/ 14 w 17"/>
                <a:gd name="T17"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6">
                  <a:moveTo>
                    <a:pt x="14" y="13"/>
                  </a:moveTo>
                  <a:cubicBezTo>
                    <a:pt x="16" y="12"/>
                    <a:pt x="17" y="10"/>
                    <a:pt x="17" y="7"/>
                  </a:cubicBezTo>
                  <a:cubicBezTo>
                    <a:pt x="17" y="5"/>
                    <a:pt x="16" y="4"/>
                    <a:pt x="15" y="2"/>
                  </a:cubicBezTo>
                  <a:cubicBezTo>
                    <a:pt x="13" y="1"/>
                    <a:pt x="12" y="0"/>
                    <a:pt x="9" y="0"/>
                  </a:cubicBezTo>
                  <a:cubicBezTo>
                    <a:pt x="6" y="0"/>
                    <a:pt x="4" y="1"/>
                    <a:pt x="3" y="3"/>
                  </a:cubicBezTo>
                  <a:cubicBezTo>
                    <a:pt x="1" y="4"/>
                    <a:pt x="0" y="6"/>
                    <a:pt x="0" y="9"/>
                  </a:cubicBezTo>
                  <a:cubicBezTo>
                    <a:pt x="0" y="10"/>
                    <a:pt x="1" y="12"/>
                    <a:pt x="3" y="14"/>
                  </a:cubicBezTo>
                  <a:cubicBezTo>
                    <a:pt x="4" y="15"/>
                    <a:pt x="6" y="16"/>
                    <a:pt x="8" y="16"/>
                  </a:cubicBezTo>
                  <a:cubicBezTo>
                    <a:pt x="10" y="16"/>
                    <a:pt x="11" y="15"/>
                    <a:pt x="14"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1" name="Freeform 513"/>
            <p:cNvSpPr>
              <a:spLocks/>
            </p:cNvSpPr>
            <p:nvPr/>
          </p:nvSpPr>
          <p:spPr bwMode="auto">
            <a:xfrm>
              <a:off x="10958513" y="6402388"/>
              <a:ext cx="85725" cy="87313"/>
            </a:xfrm>
            <a:custGeom>
              <a:avLst/>
              <a:gdLst>
                <a:gd name="T0" fmla="*/ 47 w 58"/>
                <a:gd name="T1" fmla="*/ 39 h 58"/>
                <a:gd name="T2" fmla="*/ 46 w 58"/>
                <a:gd name="T3" fmla="*/ 39 h 58"/>
                <a:gd name="T4" fmla="*/ 32 w 58"/>
                <a:gd name="T5" fmla="*/ 41 h 58"/>
                <a:gd name="T6" fmla="*/ 29 w 58"/>
                <a:gd name="T7" fmla="*/ 41 h 58"/>
                <a:gd name="T8" fmla="*/ 28 w 58"/>
                <a:gd name="T9" fmla="*/ 42 h 58"/>
                <a:gd name="T10" fmla="*/ 26 w 58"/>
                <a:gd name="T11" fmla="*/ 42 h 58"/>
                <a:gd name="T12" fmla="*/ 24 w 58"/>
                <a:gd name="T13" fmla="*/ 42 h 58"/>
                <a:gd name="T14" fmla="*/ 23 w 58"/>
                <a:gd name="T15" fmla="*/ 43 h 58"/>
                <a:gd name="T16" fmla="*/ 25 w 58"/>
                <a:gd name="T17" fmla="*/ 41 h 58"/>
                <a:gd name="T18" fmla="*/ 52 w 58"/>
                <a:gd name="T19" fmla="*/ 12 h 58"/>
                <a:gd name="T20" fmla="*/ 52 w 58"/>
                <a:gd name="T21" fmla="*/ 12 h 58"/>
                <a:gd name="T22" fmla="*/ 56 w 58"/>
                <a:gd name="T23" fmla="*/ 5 h 58"/>
                <a:gd name="T24" fmla="*/ 54 w 58"/>
                <a:gd name="T25" fmla="*/ 1 h 58"/>
                <a:gd name="T26" fmla="*/ 49 w 58"/>
                <a:gd name="T27" fmla="*/ 0 h 58"/>
                <a:gd name="T28" fmla="*/ 44 w 58"/>
                <a:gd name="T29" fmla="*/ 1 h 58"/>
                <a:gd name="T30" fmla="*/ 25 w 58"/>
                <a:gd name="T31" fmla="*/ 2 h 58"/>
                <a:gd name="T32" fmla="*/ 17 w 58"/>
                <a:gd name="T33" fmla="*/ 1 h 58"/>
                <a:gd name="T34" fmla="*/ 16 w 58"/>
                <a:gd name="T35" fmla="*/ 1 h 58"/>
                <a:gd name="T36" fmla="*/ 10 w 58"/>
                <a:gd name="T37" fmla="*/ 6 h 58"/>
                <a:gd name="T38" fmla="*/ 22 w 58"/>
                <a:gd name="T39" fmla="*/ 12 h 58"/>
                <a:gd name="T40" fmla="*/ 35 w 58"/>
                <a:gd name="T41" fmla="*/ 11 h 58"/>
                <a:gd name="T42" fmla="*/ 41 w 58"/>
                <a:gd name="T43" fmla="*/ 11 h 58"/>
                <a:gd name="T44" fmla="*/ 7 w 58"/>
                <a:gd name="T45" fmla="*/ 46 h 58"/>
                <a:gd name="T46" fmla="*/ 0 w 58"/>
                <a:gd name="T47" fmla="*/ 53 h 58"/>
                <a:gd name="T48" fmla="*/ 3 w 58"/>
                <a:gd name="T49" fmla="*/ 56 h 58"/>
                <a:gd name="T50" fmla="*/ 8 w 58"/>
                <a:gd name="T51" fmla="*/ 58 h 58"/>
                <a:gd name="T52" fmla="*/ 14 w 58"/>
                <a:gd name="T53" fmla="*/ 55 h 58"/>
                <a:gd name="T54" fmla="*/ 27 w 58"/>
                <a:gd name="T55" fmla="*/ 51 h 58"/>
                <a:gd name="T56" fmla="*/ 40 w 58"/>
                <a:gd name="T57" fmla="*/ 49 h 58"/>
                <a:gd name="T58" fmla="*/ 51 w 58"/>
                <a:gd name="T59" fmla="*/ 51 h 58"/>
                <a:gd name="T60" fmla="*/ 55 w 58"/>
                <a:gd name="T61" fmla="*/ 53 h 58"/>
                <a:gd name="T62" fmla="*/ 58 w 58"/>
                <a:gd name="T63" fmla="*/ 46 h 58"/>
                <a:gd name="T64" fmla="*/ 47 w 58"/>
                <a:gd name="T65" fmla="*/ 3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8" h="58">
                  <a:moveTo>
                    <a:pt x="47" y="39"/>
                  </a:moveTo>
                  <a:cubicBezTo>
                    <a:pt x="46" y="39"/>
                    <a:pt x="46" y="39"/>
                    <a:pt x="46" y="39"/>
                  </a:cubicBezTo>
                  <a:cubicBezTo>
                    <a:pt x="43" y="39"/>
                    <a:pt x="38" y="39"/>
                    <a:pt x="32" y="41"/>
                  </a:cubicBezTo>
                  <a:cubicBezTo>
                    <a:pt x="32" y="41"/>
                    <a:pt x="31" y="41"/>
                    <a:pt x="29" y="41"/>
                  </a:cubicBezTo>
                  <a:cubicBezTo>
                    <a:pt x="29" y="41"/>
                    <a:pt x="28" y="41"/>
                    <a:pt x="28" y="42"/>
                  </a:cubicBezTo>
                  <a:cubicBezTo>
                    <a:pt x="26" y="42"/>
                    <a:pt x="26" y="42"/>
                    <a:pt x="26" y="42"/>
                  </a:cubicBezTo>
                  <a:cubicBezTo>
                    <a:pt x="25" y="42"/>
                    <a:pt x="24" y="42"/>
                    <a:pt x="24" y="42"/>
                  </a:cubicBezTo>
                  <a:cubicBezTo>
                    <a:pt x="24" y="42"/>
                    <a:pt x="23" y="43"/>
                    <a:pt x="23" y="43"/>
                  </a:cubicBezTo>
                  <a:cubicBezTo>
                    <a:pt x="23" y="42"/>
                    <a:pt x="24" y="42"/>
                    <a:pt x="25" y="41"/>
                  </a:cubicBezTo>
                  <a:cubicBezTo>
                    <a:pt x="42" y="24"/>
                    <a:pt x="51" y="14"/>
                    <a:pt x="52" y="12"/>
                  </a:cubicBezTo>
                  <a:cubicBezTo>
                    <a:pt x="52" y="12"/>
                    <a:pt x="52" y="12"/>
                    <a:pt x="52" y="12"/>
                  </a:cubicBezTo>
                  <a:cubicBezTo>
                    <a:pt x="54" y="8"/>
                    <a:pt x="56" y="6"/>
                    <a:pt x="56" y="5"/>
                  </a:cubicBezTo>
                  <a:cubicBezTo>
                    <a:pt x="56" y="4"/>
                    <a:pt x="55" y="2"/>
                    <a:pt x="54" y="1"/>
                  </a:cubicBezTo>
                  <a:cubicBezTo>
                    <a:pt x="53" y="1"/>
                    <a:pt x="51" y="0"/>
                    <a:pt x="49" y="0"/>
                  </a:cubicBezTo>
                  <a:cubicBezTo>
                    <a:pt x="48" y="0"/>
                    <a:pt x="46" y="0"/>
                    <a:pt x="44" y="1"/>
                  </a:cubicBezTo>
                  <a:cubicBezTo>
                    <a:pt x="37" y="2"/>
                    <a:pt x="31" y="2"/>
                    <a:pt x="25" y="2"/>
                  </a:cubicBezTo>
                  <a:cubicBezTo>
                    <a:pt x="22" y="2"/>
                    <a:pt x="20" y="2"/>
                    <a:pt x="17" y="1"/>
                  </a:cubicBezTo>
                  <a:cubicBezTo>
                    <a:pt x="17" y="1"/>
                    <a:pt x="16" y="1"/>
                    <a:pt x="16" y="1"/>
                  </a:cubicBezTo>
                  <a:cubicBezTo>
                    <a:pt x="12" y="1"/>
                    <a:pt x="10" y="2"/>
                    <a:pt x="10" y="6"/>
                  </a:cubicBezTo>
                  <a:cubicBezTo>
                    <a:pt x="10" y="10"/>
                    <a:pt x="14" y="12"/>
                    <a:pt x="22" y="12"/>
                  </a:cubicBezTo>
                  <a:cubicBezTo>
                    <a:pt x="25" y="12"/>
                    <a:pt x="30" y="12"/>
                    <a:pt x="35" y="11"/>
                  </a:cubicBezTo>
                  <a:cubicBezTo>
                    <a:pt x="37" y="11"/>
                    <a:pt x="39" y="11"/>
                    <a:pt x="41" y="11"/>
                  </a:cubicBezTo>
                  <a:cubicBezTo>
                    <a:pt x="40" y="12"/>
                    <a:pt x="29" y="24"/>
                    <a:pt x="7" y="46"/>
                  </a:cubicBezTo>
                  <a:cubicBezTo>
                    <a:pt x="4" y="49"/>
                    <a:pt x="2" y="51"/>
                    <a:pt x="0" y="53"/>
                  </a:cubicBezTo>
                  <a:cubicBezTo>
                    <a:pt x="1" y="54"/>
                    <a:pt x="1" y="55"/>
                    <a:pt x="3" y="56"/>
                  </a:cubicBezTo>
                  <a:cubicBezTo>
                    <a:pt x="4" y="57"/>
                    <a:pt x="6" y="58"/>
                    <a:pt x="8" y="58"/>
                  </a:cubicBezTo>
                  <a:cubicBezTo>
                    <a:pt x="10" y="58"/>
                    <a:pt x="12" y="57"/>
                    <a:pt x="14" y="55"/>
                  </a:cubicBezTo>
                  <a:cubicBezTo>
                    <a:pt x="16" y="53"/>
                    <a:pt x="21" y="52"/>
                    <a:pt x="27" y="51"/>
                  </a:cubicBezTo>
                  <a:cubicBezTo>
                    <a:pt x="33" y="50"/>
                    <a:pt x="38" y="49"/>
                    <a:pt x="40" y="49"/>
                  </a:cubicBezTo>
                  <a:cubicBezTo>
                    <a:pt x="45" y="49"/>
                    <a:pt x="49" y="50"/>
                    <a:pt x="51" y="51"/>
                  </a:cubicBezTo>
                  <a:cubicBezTo>
                    <a:pt x="52" y="52"/>
                    <a:pt x="53" y="52"/>
                    <a:pt x="55" y="53"/>
                  </a:cubicBezTo>
                  <a:cubicBezTo>
                    <a:pt x="57" y="51"/>
                    <a:pt x="58" y="48"/>
                    <a:pt x="58" y="46"/>
                  </a:cubicBezTo>
                  <a:cubicBezTo>
                    <a:pt x="58" y="41"/>
                    <a:pt x="54" y="39"/>
                    <a:pt x="47"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2" name="Freeform 514"/>
            <p:cNvSpPr>
              <a:spLocks noEditPoints="1"/>
            </p:cNvSpPr>
            <p:nvPr/>
          </p:nvSpPr>
          <p:spPr bwMode="auto">
            <a:xfrm>
              <a:off x="11049000" y="6397625"/>
              <a:ext cx="69850" cy="87313"/>
            </a:xfrm>
            <a:custGeom>
              <a:avLst/>
              <a:gdLst>
                <a:gd name="T0" fmla="*/ 44 w 47"/>
                <a:gd name="T1" fmla="*/ 36 h 59"/>
                <a:gd name="T2" fmla="*/ 41 w 47"/>
                <a:gd name="T3" fmla="*/ 38 h 59"/>
                <a:gd name="T4" fmla="*/ 20 w 47"/>
                <a:gd name="T5" fmla="*/ 49 h 59"/>
                <a:gd name="T6" fmla="*/ 15 w 47"/>
                <a:gd name="T7" fmla="*/ 47 h 59"/>
                <a:gd name="T8" fmla="*/ 13 w 47"/>
                <a:gd name="T9" fmla="*/ 42 h 59"/>
                <a:gd name="T10" fmla="*/ 14 w 47"/>
                <a:gd name="T11" fmla="*/ 40 h 59"/>
                <a:gd name="T12" fmla="*/ 36 w 47"/>
                <a:gd name="T13" fmla="*/ 29 h 59"/>
                <a:gd name="T14" fmla="*/ 44 w 47"/>
                <a:gd name="T15" fmla="*/ 12 h 59"/>
                <a:gd name="T16" fmla="*/ 41 w 47"/>
                <a:gd name="T17" fmla="*/ 4 h 59"/>
                <a:gd name="T18" fmla="*/ 32 w 47"/>
                <a:gd name="T19" fmla="*/ 0 h 59"/>
                <a:gd name="T20" fmla="*/ 10 w 47"/>
                <a:gd name="T21" fmla="*/ 13 h 59"/>
                <a:gd name="T22" fmla="*/ 0 w 47"/>
                <a:gd name="T23" fmla="*/ 39 h 59"/>
                <a:gd name="T24" fmla="*/ 5 w 47"/>
                <a:gd name="T25" fmla="*/ 54 h 59"/>
                <a:gd name="T26" fmla="*/ 19 w 47"/>
                <a:gd name="T27" fmla="*/ 59 h 59"/>
                <a:gd name="T28" fmla="*/ 38 w 47"/>
                <a:gd name="T29" fmla="*/ 52 h 59"/>
                <a:gd name="T30" fmla="*/ 47 w 47"/>
                <a:gd name="T31" fmla="*/ 40 h 59"/>
                <a:gd name="T32" fmla="*/ 44 w 47"/>
                <a:gd name="T33" fmla="*/ 36 h 59"/>
                <a:gd name="T34" fmla="*/ 21 w 47"/>
                <a:gd name="T35" fmla="*/ 17 h 59"/>
                <a:gd name="T36" fmla="*/ 30 w 47"/>
                <a:gd name="T37" fmla="*/ 11 h 59"/>
                <a:gd name="T38" fmla="*/ 33 w 47"/>
                <a:gd name="T39" fmla="*/ 12 h 59"/>
                <a:gd name="T40" fmla="*/ 34 w 47"/>
                <a:gd name="T41" fmla="*/ 15 h 59"/>
                <a:gd name="T42" fmla="*/ 28 w 47"/>
                <a:gd name="T43" fmla="*/ 24 h 59"/>
                <a:gd name="T44" fmla="*/ 13 w 47"/>
                <a:gd name="T45" fmla="*/ 31 h 59"/>
                <a:gd name="T46" fmla="*/ 21 w 47"/>
                <a:gd name="T47" fmla="*/ 1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59">
                  <a:moveTo>
                    <a:pt x="44" y="36"/>
                  </a:moveTo>
                  <a:cubicBezTo>
                    <a:pt x="43" y="36"/>
                    <a:pt x="42" y="37"/>
                    <a:pt x="41" y="38"/>
                  </a:cubicBezTo>
                  <a:cubicBezTo>
                    <a:pt x="34" y="45"/>
                    <a:pt x="27" y="49"/>
                    <a:pt x="20" y="49"/>
                  </a:cubicBezTo>
                  <a:cubicBezTo>
                    <a:pt x="18" y="49"/>
                    <a:pt x="16" y="48"/>
                    <a:pt x="15" y="47"/>
                  </a:cubicBezTo>
                  <a:cubicBezTo>
                    <a:pt x="13" y="45"/>
                    <a:pt x="13" y="44"/>
                    <a:pt x="13" y="42"/>
                  </a:cubicBezTo>
                  <a:cubicBezTo>
                    <a:pt x="13" y="41"/>
                    <a:pt x="13" y="40"/>
                    <a:pt x="14" y="40"/>
                  </a:cubicBezTo>
                  <a:cubicBezTo>
                    <a:pt x="23" y="38"/>
                    <a:pt x="30" y="34"/>
                    <a:pt x="36" y="29"/>
                  </a:cubicBezTo>
                  <a:cubicBezTo>
                    <a:pt x="41" y="24"/>
                    <a:pt x="44" y="18"/>
                    <a:pt x="44" y="12"/>
                  </a:cubicBezTo>
                  <a:cubicBezTo>
                    <a:pt x="44" y="9"/>
                    <a:pt x="43" y="6"/>
                    <a:pt x="41" y="4"/>
                  </a:cubicBezTo>
                  <a:cubicBezTo>
                    <a:pt x="38" y="2"/>
                    <a:pt x="35" y="0"/>
                    <a:pt x="32" y="0"/>
                  </a:cubicBezTo>
                  <a:cubicBezTo>
                    <a:pt x="24" y="0"/>
                    <a:pt x="17" y="4"/>
                    <a:pt x="10" y="13"/>
                  </a:cubicBezTo>
                  <a:cubicBezTo>
                    <a:pt x="4" y="21"/>
                    <a:pt x="0" y="30"/>
                    <a:pt x="0" y="39"/>
                  </a:cubicBezTo>
                  <a:cubicBezTo>
                    <a:pt x="0" y="46"/>
                    <a:pt x="2" y="50"/>
                    <a:pt x="5" y="54"/>
                  </a:cubicBezTo>
                  <a:cubicBezTo>
                    <a:pt x="8" y="58"/>
                    <a:pt x="13" y="59"/>
                    <a:pt x="19" y="59"/>
                  </a:cubicBezTo>
                  <a:cubicBezTo>
                    <a:pt x="26" y="59"/>
                    <a:pt x="33" y="57"/>
                    <a:pt x="38" y="52"/>
                  </a:cubicBezTo>
                  <a:cubicBezTo>
                    <a:pt x="44" y="47"/>
                    <a:pt x="47" y="43"/>
                    <a:pt x="47" y="40"/>
                  </a:cubicBezTo>
                  <a:cubicBezTo>
                    <a:pt x="47" y="37"/>
                    <a:pt x="46" y="36"/>
                    <a:pt x="44" y="36"/>
                  </a:cubicBezTo>
                  <a:close/>
                  <a:moveTo>
                    <a:pt x="21" y="17"/>
                  </a:moveTo>
                  <a:cubicBezTo>
                    <a:pt x="24" y="13"/>
                    <a:pt x="27" y="11"/>
                    <a:pt x="30" y="11"/>
                  </a:cubicBezTo>
                  <a:cubicBezTo>
                    <a:pt x="31" y="11"/>
                    <a:pt x="32" y="11"/>
                    <a:pt x="33" y="12"/>
                  </a:cubicBezTo>
                  <a:cubicBezTo>
                    <a:pt x="33" y="12"/>
                    <a:pt x="34" y="13"/>
                    <a:pt x="34" y="15"/>
                  </a:cubicBezTo>
                  <a:cubicBezTo>
                    <a:pt x="34" y="17"/>
                    <a:pt x="32" y="20"/>
                    <a:pt x="28" y="24"/>
                  </a:cubicBezTo>
                  <a:cubicBezTo>
                    <a:pt x="23" y="27"/>
                    <a:pt x="19" y="30"/>
                    <a:pt x="13" y="31"/>
                  </a:cubicBezTo>
                  <a:cubicBezTo>
                    <a:pt x="15" y="26"/>
                    <a:pt x="17" y="21"/>
                    <a:pt x="21"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3" name="Freeform 515"/>
            <p:cNvSpPr>
              <a:spLocks/>
            </p:cNvSpPr>
            <p:nvPr/>
          </p:nvSpPr>
          <p:spPr bwMode="auto">
            <a:xfrm>
              <a:off x="11129963" y="6403975"/>
              <a:ext cx="95250" cy="77788"/>
            </a:xfrm>
            <a:custGeom>
              <a:avLst/>
              <a:gdLst>
                <a:gd name="T0" fmla="*/ 62 w 64"/>
                <a:gd name="T1" fmla="*/ 39 h 52"/>
                <a:gd name="T2" fmla="*/ 59 w 64"/>
                <a:gd name="T3" fmla="*/ 39 h 52"/>
                <a:gd name="T4" fmla="*/ 56 w 64"/>
                <a:gd name="T5" fmla="*/ 40 h 52"/>
                <a:gd name="T6" fmla="*/ 51 w 64"/>
                <a:gd name="T7" fmla="*/ 21 h 52"/>
                <a:gd name="T8" fmla="*/ 38 w 64"/>
                <a:gd name="T9" fmla="*/ 3 h 52"/>
                <a:gd name="T10" fmla="*/ 13 w 64"/>
                <a:gd name="T11" fmla="*/ 28 h 52"/>
                <a:gd name="T12" fmla="*/ 16 w 64"/>
                <a:gd name="T13" fmla="*/ 10 h 52"/>
                <a:gd name="T14" fmla="*/ 15 w 64"/>
                <a:gd name="T15" fmla="*/ 2 h 52"/>
                <a:gd name="T16" fmla="*/ 10 w 64"/>
                <a:gd name="T17" fmla="*/ 0 h 52"/>
                <a:gd name="T18" fmla="*/ 6 w 64"/>
                <a:gd name="T19" fmla="*/ 3 h 52"/>
                <a:gd name="T20" fmla="*/ 4 w 64"/>
                <a:gd name="T21" fmla="*/ 8 h 52"/>
                <a:gd name="T22" fmla="*/ 2 w 64"/>
                <a:gd name="T23" fmla="*/ 35 h 52"/>
                <a:gd name="T24" fmla="*/ 0 w 64"/>
                <a:gd name="T25" fmla="*/ 45 h 52"/>
                <a:gd name="T26" fmla="*/ 8 w 64"/>
                <a:gd name="T27" fmla="*/ 52 h 52"/>
                <a:gd name="T28" fmla="*/ 10 w 64"/>
                <a:gd name="T29" fmla="*/ 51 h 52"/>
                <a:gd name="T30" fmla="*/ 12 w 64"/>
                <a:gd name="T31" fmla="*/ 48 h 52"/>
                <a:gd name="T32" fmla="*/ 23 w 64"/>
                <a:gd name="T33" fmla="*/ 28 h 52"/>
                <a:gd name="T34" fmla="*/ 35 w 64"/>
                <a:gd name="T35" fmla="*/ 15 h 52"/>
                <a:gd name="T36" fmla="*/ 40 w 64"/>
                <a:gd name="T37" fmla="*/ 28 h 52"/>
                <a:gd name="T38" fmla="*/ 44 w 64"/>
                <a:gd name="T39" fmla="*/ 45 h 52"/>
                <a:gd name="T40" fmla="*/ 44 w 64"/>
                <a:gd name="T41" fmla="*/ 45 h 52"/>
                <a:gd name="T42" fmla="*/ 52 w 64"/>
                <a:gd name="T43" fmla="*/ 50 h 52"/>
                <a:gd name="T44" fmla="*/ 61 w 64"/>
                <a:gd name="T45" fmla="*/ 47 h 52"/>
                <a:gd name="T46" fmla="*/ 64 w 64"/>
                <a:gd name="T47" fmla="*/ 41 h 52"/>
                <a:gd name="T48" fmla="*/ 62 w 64"/>
                <a:gd name="T49" fmla="*/ 3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4" h="52">
                  <a:moveTo>
                    <a:pt x="62" y="39"/>
                  </a:moveTo>
                  <a:cubicBezTo>
                    <a:pt x="61" y="39"/>
                    <a:pt x="60" y="39"/>
                    <a:pt x="59" y="39"/>
                  </a:cubicBezTo>
                  <a:cubicBezTo>
                    <a:pt x="58" y="39"/>
                    <a:pt x="57" y="40"/>
                    <a:pt x="56" y="40"/>
                  </a:cubicBezTo>
                  <a:cubicBezTo>
                    <a:pt x="54" y="40"/>
                    <a:pt x="53" y="33"/>
                    <a:pt x="51" y="21"/>
                  </a:cubicBezTo>
                  <a:cubicBezTo>
                    <a:pt x="50" y="9"/>
                    <a:pt x="45" y="3"/>
                    <a:pt x="38" y="3"/>
                  </a:cubicBezTo>
                  <a:cubicBezTo>
                    <a:pt x="29" y="3"/>
                    <a:pt x="21" y="11"/>
                    <a:pt x="13" y="28"/>
                  </a:cubicBezTo>
                  <a:cubicBezTo>
                    <a:pt x="15" y="19"/>
                    <a:pt x="16" y="13"/>
                    <a:pt x="16" y="10"/>
                  </a:cubicBezTo>
                  <a:cubicBezTo>
                    <a:pt x="16" y="5"/>
                    <a:pt x="16" y="3"/>
                    <a:pt x="15" y="2"/>
                  </a:cubicBezTo>
                  <a:cubicBezTo>
                    <a:pt x="14" y="1"/>
                    <a:pt x="12" y="0"/>
                    <a:pt x="10" y="0"/>
                  </a:cubicBezTo>
                  <a:cubicBezTo>
                    <a:pt x="9" y="0"/>
                    <a:pt x="7" y="1"/>
                    <a:pt x="6" y="3"/>
                  </a:cubicBezTo>
                  <a:cubicBezTo>
                    <a:pt x="4" y="5"/>
                    <a:pt x="4" y="7"/>
                    <a:pt x="4" y="8"/>
                  </a:cubicBezTo>
                  <a:cubicBezTo>
                    <a:pt x="4" y="19"/>
                    <a:pt x="3" y="27"/>
                    <a:pt x="2" y="35"/>
                  </a:cubicBezTo>
                  <a:cubicBezTo>
                    <a:pt x="1" y="40"/>
                    <a:pt x="0" y="44"/>
                    <a:pt x="0" y="45"/>
                  </a:cubicBezTo>
                  <a:cubicBezTo>
                    <a:pt x="0" y="50"/>
                    <a:pt x="3" y="52"/>
                    <a:pt x="8" y="52"/>
                  </a:cubicBezTo>
                  <a:cubicBezTo>
                    <a:pt x="9" y="52"/>
                    <a:pt x="9" y="52"/>
                    <a:pt x="10" y="51"/>
                  </a:cubicBezTo>
                  <a:cubicBezTo>
                    <a:pt x="11" y="50"/>
                    <a:pt x="12" y="49"/>
                    <a:pt x="12" y="48"/>
                  </a:cubicBezTo>
                  <a:cubicBezTo>
                    <a:pt x="13" y="44"/>
                    <a:pt x="17" y="37"/>
                    <a:pt x="23" y="28"/>
                  </a:cubicBezTo>
                  <a:cubicBezTo>
                    <a:pt x="29" y="19"/>
                    <a:pt x="33" y="15"/>
                    <a:pt x="35" y="15"/>
                  </a:cubicBezTo>
                  <a:cubicBezTo>
                    <a:pt x="38" y="15"/>
                    <a:pt x="40" y="19"/>
                    <a:pt x="40" y="28"/>
                  </a:cubicBezTo>
                  <a:cubicBezTo>
                    <a:pt x="41" y="36"/>
                    <a:pt x="42" y="42"/>
                    <a:pt x="44" y="45"/>
                  </a:cubicBezTo>
                  <a:cubicBezTo>
                    <a:pt x="44" y="45"/>
                    <a:pt x="44" y="45"/>
                    <a:pt x="44" y="45"/>
                  </a:cubicBezTo>
                  <a:cubicBezTo>
                    <a:pt x="46" y="48"/>
                    <a:pt x="48" y="50"/>
                    <a:pt x="52" y="50"/>
                  </a:cubicBezTo>
                  <a:cubicBezTo>
                    <a:pt x="56" y="50"/>
                    <a:pt x="58" y="49"/>
                    <a:pt x="61" y="47"/>
                  </a:cubicBezTo>
                  <a:cubicBezTo>
                    <a:pt x="63" y="45"/>
                    <a:pt x="64" y="43"/>
                    <a:pt x="64" y="41"/>
                  </a:cubicBezTo>
                  <a:cubicBezTo>
                    <a:pt x="64" y="39"/>
                    <a:pt x="63" y="39"/>
                    <a:pt x="62"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4" name="Freeform 516"/>
            <p:cNvSpPr>
              <a:spLocks noEditPoints="1"/>
            </p:cNvSpPr>
            <p:nvPr/>
          </p:nvSpPr>
          <p:spPr bwMode="auto">
            <a:xfrm>
              <a:off x="11293475" y="6399213"/>
              <a:ext cx="79375" cy="85725"/>
            </a:xfrm>
            <a:custGeom>
              <a:avLst/>
              <a:gdLst>
                <a:gd name="T0" fmla="*/ 51 w 53"/>
                <a:gd name="T1" fmla="*/ 49 h 58"/>
                <a:gd name="T2" fmla="*/ 49 w 53"/>
                <a:gd name="T3" fmla="*/ 48 h 58"/>
                <a:gd name="T4" fmla="*/ 47 w 53"/>
                <a:gd name="T5" fmla="*/ 44 h 58"/>
                <a:gd name="T6" fmla="*/ 47 w 53"/>
                <a:gd name="T7" fmla="*/ 35 h 58"/>
                <a:gd name="T8" fmla="*/ 49 w 53"/>
                <a:gd name="T9" fmla="*/ 19 h 58"/>
                <a:gd name="T10" fmla="*/ 50 w 53"/>
                <a:gd name="T11" fmla="*/ 11 h 58"/>
                <a:gd name="T12" fmla="*/ 44 w 53"/>
                <a:gd name="T13" fmla="*/ 7 h 58"/>
                <a:gd name="T14" fmla="*/ 36 w 53"/>
                <a:gd name="T15" fmla="*/ 0 h 58"/>
                <a:gd name="T16" fmla="*/ 12 w 53"/>
                <a:gd name="T17" fmla="*/ 15 h 58"/>
                <a:gd name="T18" fmla="*/ 0 w 53"/>
                <a:gd name="T19" fmla="*/ 44 h 58"/>
                <a:gd name="T20" fmla="*/ 3 w 53"/>
                <a:gd name="T21" fmla="*/ 53 h 58"/>
                <a:gd name="T22" fmla="*/ 11 w 53"/>
                <a:gd name="T23" fmla="*/ 57 h 58"/>
                <a:gd name="T24" fmla="*/ 37 w 53"/>
                <a:gd name="T25" fmla="*/ 39 h 58"/>
                <a:gd name="T26" fmla="*/ 45 w 53"/>
                <a:gd name="T27" fmla="*/ 58 h 58"/>
                <a:gd name="T28" fmla="*/ 51 w 53"/>
                <a:gd name="T29" fmla="*/ 56 h 58"/>
                <a:gd name="T30" fmla="*/ 53 w 53"/>
                <a:gd name="T31" fmla="*/ 52 h 58"/>
                <a:gd name="T32" fmla="*/ 51 w 53"/>
                <a:gd name="T33" fmla="*/ 49 h 58"/>
                <a:gd name="T34" fmla="*/ 29 w 53"/>
                <a:gd name="T35" fmla="*/ 35 h 58"/>
                <a:gd name="T36" fmla="*/ 14 w 53"/>
                <a:gd name="T37" fmla="*/ 46 h 58"/>
                <a:gd name="T38" fmla="*/ 12 w 53"/>
                <a:gd name="T39" fmla="*/ 42 h 58"/>
                <a:gd name="T40" fmla="*/ 20 w 53"/>
                <a:gd name="T41" fmla="*/ 22 h 58"/>
                <a:gd name="T42" fmla="*/ 34 w 53"/>
                <a:gd name="T43" fmla="*/ 11 h 58"/>
                <a:gd name="T44" fmla="*/ 36 w 53"/>
                <a:gd name="T45" fmla="*/ 13 h 58"/>
                <a:gd name="T46" fmla="*/ 37 w 53"/>
                <a:gd name="T47" fmla="*/ 17 h 58"/>
                <a:gd name="T48" fmla="*/ 29 w 53"/>
                <a:gd name="T49" fmla="*/ 3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 h="58">
                  <a:moveTo>
                    <a:pt x="51" y="49"/>
                  </a:moveTo>
                  <a:cubicBezTo>
                    <a:pt x="50" y="49"/>
                    <a:pt x="49" y="48"/>
                    <a:pt x="49" y="48"/>
                  </a:cubicBezTo>
                  <a:cubicBezTo>
                    <a:pt x="48" y="47"/>
                    <a:pt x="48" y="46"/>
                    <a:pt x="47" y="44"/>
                  </a:cubicBezTo>
                  <a:cubicBezTo>
                    <a:pt x="47" y="43"/>
                    <a:pt x="47" y="40"/>
                    <a:pt x="47" y="35"/>
                  </a:cubicBezTo>
                  <a:cubicBezTo>
                    <a:pt x="47" y="31"/>
                    <a:pt x="47" y="26"/>
                    <a:pt x="49" y="19"/>
                  </a:cubicBezTo>
                  <a:cubicBezTo>
                    <a:pt x="49" y="15"/>
                    <a:pt x="50" y="12"/>
                    <a:pt x="50" y="11"/>
                  </a:cubicBezTo>
                  <a:cubicBezTo>
                    <a:pt x="50" y="8"/>
                    <a:pt x="48" y="7"/>
                    <a:pt x="44" y="7"/>
                  </a:cubicBezTo>
                  <a:cubicBezTo>
                    <a:pt x="43" y="2"/>
                    <a:pt x="40" y="0"/>
                    <a:pt x="36" y="0"/>
                  </a:cubicBezTo>
                  <a:cubicBezTo>
                    <a:pt x="28" y="0"/>
                    <a:pt x="20" y="5"/>
                    <a:pt x="12" y="15"/>
                  </a:cubicBezTo>
                  <a:cubicBezTo>
                    <a:pt x="4" y="26"/>
                    <a:pt x="0" y="35"/>
                    <a:pt x="0" y="44"/>
                  </a:cubicBezTo>
                  <a:cubicBezTo>
                    <a:pt x="0" y="48"/>
                    <a:pt x="1" y="51"/>
                    <a:pt x="3" y="53"/>
                  </a:cubicBezTo>
                  <a:cubicBezTo>
                    <a:pt x="5" y="55"/>
                    <a:pt x="8" y="57"/>
                    <a:pt x="11" y="57"/>
                  </a:cubicBezTo>
                  <a:cubicBezTo>
                    <a:pt x="19" y="57"/>
                    <a:pt x="28" y="51"/>
                    <a:pt x="37" y="39"/>
                  </a:cubicBezTo>
                  <a:cubicBezTo>
                    <a:pt x="36" y="52"/>
                    <a:pt x="39" y="58"/>
                    <a:pt x="45" y="58"/>
                  </a:cubicBezTo>
                  <a:cubicBezTo>
                    <a:pt x="47" y="58"/>
                    <a:pt x="49" y="58"/>
                    <a:pt x="51" y="56"/>
                  </a:cubicBezTo>
                  <a:cubicBezTo>
                    <a:pt x="52" y="55"/>
                    <a:pt x="53" y="54"/>
                    <a:pt x="53" y="52"/>
                  </a:cubicBezTo>
                  <a:cubicBezTo>
                    <a:pt x="53" y="51"/>
                    <a:pt x="52" y="50"/>
                    <a:pt x="51" y="49"/>
                  </a:cubicBezTo>
                  <a:close/>
                  <a:moveTo>
                    <a:pt x="29" y="35"/>
                  </a:moveTo>
                  <a:cubicBezTo>
                    <a:pt x="23" y="42"/>
                    <a:pt x="18" y="46"/>
                    <a:pt x="14" y="46"/>
                  </a:cubicBezTo>
                  <a:cubicBezTo>
                    <a:pt x="13" y="46"/>
                    <a:pt x="12" y="44"/>
                    <a:pt x="12" y="42"/>
                  </a:cubicBezTo>
                  <a:cubicBezTo>
                    <a:pt x="12" y="36"/>
                    <a:pt x="15" y="30"/>
                    <a:pt x="20" y="22"/>
                  </a:cubicBezTo>
                  <a:cubicBezTo>
                    <a:pt x="26" y="15"/>
                    <a:pt x="30" y="11"/>
                    <a:pt x="34" y="11"/>
                  </a:cubicBezTo>
                  <a:cubicBezTo>
                    <a:pt x="35" y="11"/>
                    <a:pt x="35" y="12"/>
                    <a:pt x="36" y="13"/>
                  </a:cubicBezTo>
                  <a:cubicBezTo>
                    <a:pt x="37" y="14"/>
                    <a:pt x="37" y="15"/>
                    <a:pt x="37" y="17"/>
                  </a:cubicBezTo>
                  <a:cubicBezTo>
                    <a:pt x="37" y="22"/>
                    <a:pt x="34" y="28"/>
                    <a:pt x="29"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5" name="Freeform 517"/>
            <p:cNvSpPr>
              <a:spLocks/>
            </p:cNvSpPr>
            <p:nvPr/>
          </p:nvSpPr>
          <p:spPr bwMode="auto">
            <a:xfrm>
              <a:off x="11379200" y="6373813"/>
              <a:ext cx="74613" cy="111125"/>
            </a:xfrm>
            <a:custGeom>
              <a:avLst/>
              <a:gdLst>
                <a:gd name="T0" fmla="*/ 46 w 50"/>
                <a:gd name="T1" fmla="*/ 20 h 75"/>
                <a:gd name="T2" fmla="*/ 28 w 50"/>
                <a:gd name="T3" fmla="*/ 21 h 75"/>
                <a:gd name="T4" fmla="*/ 32 w 50"/>
                <a:gd name="T5" fmla="*/ 6 h 75"/>
                <a:gd name="T6" fmla="*/ 31 w 50"/>
                <a:gd name="T7" fmla="*/ 2 h 75"/>
                <a:gd name="T8" fmla="*/ 26 w 50"/>
                <a:gd name="T9" fmla="*/ 0 h 75"/>
                <a:gd name="T10" fmla="*/ 20 w 50"/>
                <a:gd name="T11" fmla="*/ 6 h 75"/>
                <a:gd name="T12" fmla="*/ 16 w 50"/>
                <a:gd name="T13" fmla="*/ 22 h 75"/>
                <a:gd name="T14" fmla="*/ 5 w 50"/>
                <a:gd name="T15" fmla="*/ 23 h 75"/>
                <a:gd name="T16" fmla="*/ 0 w 50"/>
                <a:gd name="T17" fmla="*/ 27 h 75"/>
                <a:gd name="T18" fmla="*/ 2 w 50"/>
                <a:gd name="T19" fmla="*/ 32 h 75"/>
                <a:gd name="T20" fmla="*/ 7 w 50"/>
                <a:gd name="T21" fmla="*/ 33 h 75"/>
                <a:gd name="T22" fmla="*/ 8 w 50"/>
                <a:gd name="T23" fmla="*/ 33 h 75"/>
                <a:gd name="T24" fmla="*/ 13 w 50"/>
                <a:gd name="T25" fmla="*/ 33 h 75"/>
                <a:gd name="T26" fmla="*/ 8 w 50"/>
                <a:gd name="T27" fmla="*/ 60 h 75"/>
                <a:gd name="T28" fmla="*/ 11 w 50"/>
                <a:gd name="T29" fmla="*/ 71 h 75"/>
                <a:gd name="T30" fmla="*/ 21 w 50"/>
                <a:gd name="T31" fmla="*/ 75 h 75"/>
                <a:gd name="T32" fmla="*/ 36 w 50"/>
                <a:gd name="T33" fmla="*/ 70 h 75"/>
                <a:gd name="T34" fmla="*/ 43 w 50"/>
                <a:gd name="T35" fmla="*/ 60 h 75"/>
                <a:gd name="T36" fmla="*/ 43 w 50"/>
                <a:gd name="T37" fmla="*/ 58 h 75"/>
                <a:gd name="T38" fmla="*/ 40 w 50"/>
                <a:gd name="T39" fmla="*/ 57 h 75"/>
                <a:gd name="T40" fmla="*/ 36 w 50"/>
                <a:gd name="T41" fmla="*/ 59 h 75"/>
                <a:gd name="T42" fmla="*/ 29 w 50"/>
                <a:gd name="T43" fmla="*/ 63 h 75"/>
                <a:gd name="T44" fmla="*/ 24 w 50"/>
                <a:gd name="T45" fmla="*/ 64 h 75"/>
                <a:gd name="T46" fmla="*/ 21 w 50"/>
                <a:gd name="T47" fmla="*/ 63 h 75"/>
                <a:gd name="T48" fmla="*/ 20 w 50"/>
                <a:gd name="T49" fmla="*/ 57 h 75"/>
                <a:gd name="T50" fmla="*/ 22 w 50"/>
                <a:gd name="T51" fmla="*/ 43 h 75"/>
                <a:gd name="T52" fmla="*/ 25 w 50"/>
                <a:gd name="T53" fmla="*/ 32 h 75"/>
                <a:gd name="T54" fmla="*/ 42 w 50"/>
                <a:gd name="T55" fmla="*/ 29 h 75"/>
                <a:gd name="T56" fmla="*/ 50 w 50"/>
                <a:gd name="T57" fmla="*/ 23 h 75"/>
                <a:gd name="T58" fmla="*/ 49 w 50"/>
                <a:gd name="T59" fmla="*/ 20 h 75"/>
                <a:gd name="T60" fmla="*/ 46 w 50"/>
                <a:gd name="T61" fmla="*/ 2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0" h="75">
                  <a:moveTo>
                    <a:pt x="46" y="20"/>
                  </a:moveTo>
                  <a:cubicBezTo>
                    <a:pt x="45" y="20"/>
                    <a:pt x="39" y="20"/>
                    <a:pt x="28" y="21"/>
                  </a:cubicBezTo>
                  <a:cubicBezTo>
                    <a:pt x="31" y="11"/>
                    <a:pt x="32" y="6"/>
                    <a:pt x="32" y="6"/>
                  </a:cubicBezTo>
                  <a:cubicBezTo>
                    <a:pt x="32" y="4"/>
                    <a:pt x="32" y="3"/>
                    <a:pt x="31" y="2"/>
                  </a:cubicBezTo>
                  <a:cubicBezTo>
                    <a:pt x="30" y="1"/>
                    <a:pt x="28" y="0"/>
                    <a:pt x="26" y="0"/>
                  </a:cubicBezTo>
                  <a:cubicBezTo>
                    <a:pt x="23" y="0"/>
                    <a:pt x="21" y="2"/>
                    <a:pt x="20" y="6"/>
                  </a:cubicBezTo>
                  <a:cubicBezTo>
                    <a:pt x="18" y="13"/>
                    <a:pt x="17" y="18"/>
                    <a:pt x="16" y="22"/>
                  </a:cubicBezTo>
                  <a:cubicBezTo>
                    <a:pt x="5" y="23"/>
                    <a:pt x="5" y="23"/>
                    <a:pt x="5" y="23"/>
                  </a:cubicBezTo>
                  <a:cubicBezTo>
                    <a:pt x="2" y="23"/>
                    <a:pt x="0" y="24"/>
                    <a:pt x="0" y="27"/>
                  </a:cubicBezTo>
                  <a:cubicBezTo>
                    <a:pt x="0" y="29"/>
                    <a:pt x="1" y="31"/>
                    <a:pt x="2" y="32"/>
                  </a:cubicBezTo>
                  <a:cubicBezTo>
                    <a:pt x="4" y="33"/>
                    <a:pt x="6" y="33"/>
                    <a:pt x="7" y="33"/>
                  </a:cubicBezTo>
                  <a:cubicBezTo>
                    <a:pt x="8" y="33"/>
                    <a:pt x="8" y="33"/>
                    <a:pt x="8" y="33"/>
                  </a:cubicBezTo>
                  <a:cubicBezTo>
                    <a:pt x="9" y="33"/>
                    <a:pt x="10" y="33"/>
                    <a:pt x="13" y="33"/>
                  </a:cubicBezTo>
                  <a:cubicBezTo>
                    <a:pt x="9" y="46"/>
                    <a:pt x="8" y="55"/>
                    <a:pt x="8" y="60"/>
                  </a:cubicBezTo>
                  <a:cubicBezTo>
                    <a:pt x="8" y="65"/>
                    <a:pt x="9" y="69"/>
                    <a:pt x="11" y="71"/>
                  </a:cubicBezTo>
                  <a:cubicBezTo>
                    <a:pt x="13" y="74"/>
                    <a:pt x="17" y="75"/>
                    <a:pt x="21" y="75"/>
                  </a:cubicBezTo>
                  <a:cubicBezTo>
                    <a:pt x="26" y="75"/>
                    <a:pt x="32" y="73"/>
                    <a:pt x="36" y="70"/>
                  </a:cubicBezTo>
                  <a:cubicBezTo>
                    <a:pt x="41" y="66"/>
                    <a:pt x="43" y="62"/>
                    <a:pt x="43" y="60"/>
                  </a:cubicBezTo>
                  <a:cubicBezTo>
                    <a:pt x="43" y="59"/>
                    <a:pt x="43" y="58"/>
                    <a:pt x="43" y="58"/>
                  </a:cubicBezTo>
                  <a:cubicBezTo>
                    <a:pt x="42" y="57"/>
                    <a:pt x="41" y="57"/>
                    <a:pt x="40" y="57"/>
                  </a:cubicBezTo>
                  <a:cubicBezTo>
                    <a:pt x="39" y="57"/>
                    <a:pt x="38" y="57"/>
                    <a:pt x="36" y="59"/>
                  </a:cubicBezTo>
                  <a:cubicBezTo>
                    <a:pt x="33" y="61"/>
                    <a:pt x="31" y="63"/>
                    <a:pt x="29" y="63"/>
                  </a:cubicBezTo>
                  <a:cubicBezTo>
                    <a:pt x="27" y="64"/>
                    <a:pt x="25" y="64"/>
                    <a:pt x="24" y="64"/>
                  </a:cubicBezTo>
                  <a:cubicBezTo>
                    <a:pt x="22" y="64"/>
                    <a:pt x="21" y="64"/>
                    <a:pt x="21" y="63"/>
                  </a:cubicBezTo>
                  <a:cubicBezTo>
                    <a:pt x="20" y="62"/>
                    <a:pt x="20" y="60"/>
                    <a:pt x="20" y="57"/>
                  </a:cubicBezTo>
                  <a:cubicBezTo>
                    <a:pt x="20" y="55"/>
                    <a:pt x="21" y="51"/>
                    <a:pt x="22" y="43"/>
                  </a:cubicBezTo>
                  <a:cubicBezTo>
                    <a:pt x="24" y="36"/>
                    <a:pt x="25" y="32"/>
                    <a:pt x="25" y="32"/>
                  </a:cubicBezTo>
                  <a:cubicBezTo>
                    <a:pt x="42" y="29"/>
                    <a:pt x="42" y="29"/>
                    <a:pt x="42" y="29"/>
                  </a:cubicBezTo>
                  <a:cubicBezTo>
                    <a:pt x="47" y="28"/>
                    <a:pt x="50" y="26"/>
                    <a:pt x="50" y="23"/>
                  </a:cubicBezTo>
                  <a:cubicBezTo>
                    <a:pt x="50" y="22"/>
                    <a:pt x="50" y="21"/>
                    <a:pt x="49" y="20"/>
                  </a:cubicBezTo>
                  <a:cubicBezTo>
                    <a:pt x="49" y="20"/>
                    <a:pt x="47" y="20"/>
                    <a:pt x="46"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6" name="Freeform 518"/>
            <p:cNvSpPr>
              <a:spLocks/>
            </p:cNvSpPr>
            <p:nvPr/>
          </p:nvSpPr>
          <p:spPr bwMode="auto">
            <a:xfrm>
              <a:off x="11525250" y="6370638"/>
              <a:ext cx="92075" cy="120650"/>
            </a:xfrm>
            <a:custGeom>
              <a:avLst/>
              <a:gdLst>
                <a:gd name="T0" fmla="*/ 59 w 62"/>
                <a:gd name="T1" fmla="*/ 23 h 81"/>
                <a:gd name="T2" fmla="*/ 62 w 62"/>
                <a:gd name="T3" fmla="*/ 15 h 81"/>
                <a:gd name="T4" fmla="*/ 57 w 62"/>
                <a:gd name="T5" fmla="*/ 5 h 81"/>
                <a:gd name="T6" fmla="*/ 43 w 62"/>
                <a:gd name="T7" fmla="*/ 0 h 81"/>
                <a:gd name="T8" fmla="*/ 14 w 62"/>
                <a:gd name="T9" fmla="*/ 5 h 81"/>
                <a:gd name="T10" fmla="*/ 0 w 62"/>
                <a:gd name="T11" fmla="*/ 14 h 81"/>
                <a:gd name="T12" fmla="*/ 0 w 62"/>
                <a:gd name="T13" fmla="*/ 16 h 81"/>
                <a:gd name="T14" fmla="*/ 2 w 62"/>
                <a:gd name="T15" fmla="*/ 18 h 81"/>
                <a:gd name="T16" fmla="*/ 4 w 62"/>
                <a:gd name="T17" fmla="*/ 19 h 81"/>
                <a:gd name="T18" fmla="*/ 6 w 62"/>
                <a:gd name="T19" fmla="*/ 19 h 81"/>
                <a:gd name="T20" fmla="*/ 7 w 62"/>
                <a:gd name="T21" fmla="*/ 21 h 81"/>
                <a:gd name="T22" fmla="*/ 5 w 62"/>
                <a:gd name="T23" fmla="*/ 39 h 81"/>
                <a:gd name="T24" fmla="*/ 0 w 62"/>
                <a:gd name="T25" fmla="*/ 64 h 81"/>
                <a:gd name="T26" fmla="*/ 0 w 62"/>
                <a:gd name="T27" fmla="*/ 69 h 81"/>
                <a:gd name="T28" fmla="*/ 6 w 62"/>
                <a:gd name="T29" fmla="*/ 78 h 81"/>
                <a:gd name="T30" fmla="*/ 11 w 62"/>
                <a:gd name="T31" fmla="*/ 76 h 81"/>
                <a:gd name="T32" fmla="*/ 13 w 62"/>
                <a:gd name="T33" fmla="*/ 70 h 81"/>
                <a:gd name="T34" fmla="*/ 14 w 62"/>
                <a:gd name="T35" fmla="*/ 63 h 81"/>
                <a:gd name="T36" fmla="*/ 17 w 62"/>
                <a:gd name="T37" fmla="*/ 39 h 81"/>
                <a:gd name="T38" fmla="*/ 20 w 62"/>
                <a:gd name="T39" fmla="*/ 16 h 81"/>
                <a:gd name="T40" fmla="*/ 28 w 62"/>
                <a:gd name="T41" fmla="*/ 12 h 81"/>
                <a:gd name="T42" fmla="*/ 41 w 62"/>
                <a:gd name="T43" fmla="*/ 11 h 81"/>
                <a:gd name="T44" fmla="*/ 48 w 62"/>
                <a:gd name="T45" fmla="*/ 16 h 81"/>
                <a:gd name="T46" fmla="*/ 42 w 62"/>
                <a:gd name="T47" fmla="*/ 25 h 81"/>
                <a:gd name="T48" fmla="*/ 31 w 62"/>
                <a:gd name="T49" fmla="*/ 33 h 81"/>
                <a:gd name="T50" fmla="*/ 20 w 62"/>
                <a:gd name="T51" fmla="*/ 40 h 81"/>
                <a:gd name="T52" fmla="*/ 22 w 62"/>
                <a:gd name="T53" fmla="*/ 44 h 81"/>
                <a:gd name="T54" fmla="*/ 28 w 62"/>
                <a:gd name="T55" fmla="*/ 46 h 81"/>
                <a:gd name="T56" fmla="*/ 33 w 62"/>
                <a:gd name="T57" fmla="*/ 44 h 81"/>
                <a:gd name="T58" fmla="*/ 37 w 62"/>
                <a:gd name="T59" fmla="*/ 42 h 81"/>
                <a:gd name="T60" fmla="*/ 46 w 62"/>
                <a:gd name="T61" fmla="*/ 45 h 81"/>
                <a:gd name="T62" fmla="*/ 49 w 62"/>
                <a:gd name="T63" fmla="*/ 52 h 81"/>
                <a:gd name="T64" fmla="*/ 41 w 62"/>
                <a:gd name="T65" fmla="*/ 63 h 81"/>
                <a:gd name="T66" fmla="*/ 29 w 62"/>
                <a:gd name="T67" fmla="*/ 69 h 81"/>
                <a:gd name="T68" fmla="*/ 26 w 62"/>
                <a:gd name="T69" fmla="*/ 69 h 81"/>
                <a:gd name="T70" fmla="*/ 16 w 62"/>
                <a:gd name="T71" fmla="*/ 76 h 81"/>
                <a:gd name="T72" fmla="*/ 23 w 62"/>
                <a:gd name="T73" fmla="*/ 81 h 81"/>
                <a:gd name="T74" fmla="*/ 49 w 62"/>
                <a:gd name="T75" fmla="*/ 71 h 81"/>
                <a:gd name="T76" fmla="*/ 62 w 62"/>
                <a:gd name="T77" fmla="*/ 51 h 81"/>
                <a:gd name="T78" fmla="*/ 59 w 62"/>
                <a:gd name="T79" fmla="*/ 42 h 81"/>
                <a:gd name="T80" fmla="*/ 47 w 62"/>
                <a:gd name="T81" fmla="*/ 34 h 81"/>
                <a:gd name="T82" fmla="*/ 59 w 62"/>
                <a:gd name="T83" fmla="*/ 23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2" h="81">
                  <a:moveTo>
                    <a:pt x="59" y="23"/>
                  </a:moveTo>
                  <a:cubicBezTo>
                    <a:pt x="61" y="20"/>
                    <a:pt x="62" y="17"/>
                    <a:pt x="62" y="15"/>
                  </a:cubicBezTo>
                  <a:cubicBezTo>
                    <a:pt x="62" y="11"/>
                    <a:pt x="60" y="8"/>
                    <a:pt x="57" y="5"/>
                  </a:cubicBezTo>
                  <a:cubicBezTo>
                    <a:pt x="53" y="2"/>
                    <a:pt x="49" y="0"/>
                    <a:pt x="43" y="0"/>
                  </a:cubicBezTo>
                  <a:cubicBezTo>
                    <a:pt x="33" y="0"/>
                    <a:pt x="23" y="2"/>
                    <a:pt x="14" y="5"/>
                  </a:cubicBezTo>
                  <a:cubicBezTo>
                    <a:pt x="5" y="8"/>
                    <a:pt x="0" y="11"/>
                    <a:pt x="0" y="14"/>
                  </a:cubicBezTo>
                  <a:cubicBezTo>
                    <a:pt x="0" y="15"/>
                    <a:pt x="0" y="15"/>
                    <a:pt x="0" y="16"/>
                  </a:cubicBezTo>
                  <a:cubicBezTo>
                    <a:pt x="1" y="17"/>
                    <a:pt x="1" y="17"/>
                    <a:pt x="2" y="18"/>
                  </a:cubicBezTo>
                  <a:cubicBezTo>
                    <a:pt x="3" y="19"/>
                    <a:pt x="3" y="19"/>
                    <a:pt x="4" y="19"/>
                  </a:cubicBezTo>
                  <a:cubicBezTo>
                    <a:pt x="6" y="19"/>
                    <a:pt x="6" y="19"/>
                    <a:pt x="6" y="19"/>
                  </a:cubicBezTo>
                  <a:cubicBezTo>
                    <a:pt x="6" y="19"/>
                    <a:pt x="7" y="20"/>
                    <a:pt x="7" y="21"/>
                  </a:cubicBezTo>
                  <a:cubicBezTo>
                    <a:pt x="7" y="22"/>
                    <a:pt x="6" y="28"/>
                    <a:pt x="5" y="39"/>
                  </a:cubicBezTo>
                  <a:cubicBezTo>
                    <a:pt x="3" y="50"/>
                    <a:pt x="2" y="58"/>
                    <a:pt x="0" y="64"/>
                  </a:cubicBezTo>
                  <a:cubicBezTo>
                    <a:pt x="0" y="67"/>
                    <a:pt x="0" y="68"/>
                    <a:pt x="0" y="69"/>
                  </a:cubicBezTo>
                  <a:cubicBezTo>
                    <a:pt x="0" y="75"/>
                    <a:pt x="2" y="78"/>
                    <a:pt x="6" y="78"/>
                  </a:cubicBezTo>
                  <a:cubicBezTo>
                    <a:pt x="8" y="78"/>
                    <a:pt x="9" y="77"/>
                    <a:pt x="11" y="76"/>
                  </a:cubicBezTo>
                  <a:cubicBezTo>
                    <a:pt x="12" y="75"/>
                    <a:pt x="13" y="73"/>
                    <a:pt x="13" y="70"/>
                  </a:cubicBezTo>
                  <a:cubicBezTo>
                    <a:pt x="14" y="63"/>
                    <a:pt x="14" y="63"/>
                    <a:pt x="14" y="63"/>
                  </a:cubicBezTo>
                  <a:cubicBezTo>
                    <a:pt x="14" y="61"/>
                    <a:pt x="15" y="53"/>
                    <a:pt x="17" y="39"/>
                  </a:cubicBezTo>
                  <a:cubicBezTo>
                    <a:pt x="19" y="25"/>
                    <a:pt x="20" y="17"/>
                    <a:pt x="20" y="16"/>
                  </a:cubicBezTo>
                  <a:cubicBezTo>
                    <a:pt x="21" y="14"/>
                    <a:pt x="23" y="13"/>
                    <a:pt x="28" y="12"/>
                  </a:cubicBezTo>
                  <a:cubicBezTo>
                    <a:pt x="32" y="11"/>
                    <a:pt x="36" y="11"/>
                    <a:pt x="41" y="11"/>
                  </a:cubicBezTo>
                  <a:cubicBezTo>
                    <a:pt x="46" y="11"/>
                    <a:pt x="48" y="12"/>
                    <a:pt x="48" y="16"/>
                  </a:cubicBezTo>
                  <a:cubicBezTo>
                    <a:pt x="48" y="18"/>
                    <a:pt x="46" y="21"/>
                    <a:pt x="42" y="25"/>
                  </a:cubicBezTo>
                  <a:cubicBezTo>
                    <a:pt x="39" y="29"/>
                    <a:pt x="35" y="31"/>
                    <a:pt x="31" y="33"/>
                  </a:cubicBezTo>
                  <a:cubicBezTo>
                    <a:pt x="24" y="36"/>
                    <a:pt x="20" y="38"/>
                    <a:pt x="20" y="40"/>
                  </a:cubicBezTo>
                  <a:cubicBezTo>
                    <a:pt x="20" y="42"/>
                    <a:pt x="21" y="44"/>
                    <a:pt x="22" y="44"/>
                  </a:cubicBezTo>
                  <a:cubicBezTo>
                    <a:pt x="23" y="45"/>
                    <a:pt x="25" y="46"/>
                    <a:pt x="28" y="46"/>
                  </a:cubicBezTo>
                  <a:cubicBezTo>
                    <a:pt x="29" y="46"/>
                    <a:pt x="31" y="45"/>
                    <a:pt x="33" y="44"/>
                  </a:cubicBezTo>
                  <a:cubicBezTo>
                    <a:pt x="36" y="43"/>
                    <a:pt x="37" y="42"/>
                    <a:pt x="37" y="42"/>
                  </a:cubicBezTo>
                  <a:cubicBezTo>
                    <a:pt x="41" y="42"/>
                    <a:pt x="44" y="43"/>
                    <a:pt x="46" y="45"/>
                  </a:cubicBezTo>
                  <a:cubicBezTo>
                    <a:pt x="48" y="47"/>
                    <a:pt x="49" y="49"/>
                    <a:pt x="49" y="52"/>
                  </a:cubicBezTo>
                  <a:cubicBezTo>
                    <a:pt x="49" y="55"/>
                    <a:pt x="46" y="59"/>
                    <a:pt x="41" y="63"/>
                  </a:cubicBezTo>
                  <a:cubicBezTo>
                    <a:pt x="36" y="67"/>
                    <a:pt x="32" y="69"/>
                    <a:pt x="29" y="69"/>
                  </a:cubicBezTo>
                  <a:cubicBezTo>
                    <a:pt x="26" y="69"/>
                    <a:pt x="26" y="69"/>
                    <a:pt x="26" y="69"/>
                  </a:cubicBezTo>
                  <a:cubicBezTo>
                    <a:pt x="19" y="69"/>
                    <a:pt x="16" y="71"/>
                    <a:pt x="16" y="76"/>
                  </a:cubicBezTo>
                  <a:cubicBezTo>
                    <a:pt x="16" y="79"/>
                    <a:pt x="18" y="81"/>
                    <a:pt x="23" y="81"/>
                  </a:cubicBezTo>
                  <a:cubicBezTo>
                    <a:pt x="32" y="81"/>
                    <a:pt x="41" y="78"/>
                    <a:pt x="49" y="71"/>
                  </a:cubicBezTo>
                  <a:cubicBezTo>
                    <a:pt x="57" y="64"/>
                    <a:pt x="62" y="58"/>
                    <a:pt x="62" y="51"/>
                  </a:cubicBezTo>
                  <a:cubicBezTo>
                    <a:pt x="62" y="48"/>
                    <a:pt x="61" y="45"/>
                    <a:pt x="59" y="42"/>
                  </a:cubicBezTo>
                  <a:cubicBezTo>
                    <a:pt x="57" y="39"/>
                    <a:pt x="53" y="36"/>
                    <a:pt x="47" y="34"/>
                  </a:cubicBezTo>
                  <a:cubicBezTo>
                    <a:pt x="52" y="30"/>
                    <a:pt x="56" y="26"/>
                    <a:pt x="59"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7" name="Freeform 519"/>
            <p:cNvSpPr>
              <a:spLocks/>
            </p:cNvSpPr>
            <p:nvPr/>
          </p:nvSpPr>
          <p:spPr bwMode="auto">
            <a:xfrm>
              <a:off x="11650663" y="6359525"/>
              <a:ext cx="23813" cy="23813"/>
            </a:xfrm>
            <a:custGeom>
              <a:avLst/>
              <a:gdLst>
                <a:gd name="T0" fmla="*/ 9 w 16"/>
                <a:gd name="T1" fmla="*/ 0 h 16"/>
                <a:gd name="T2" fmla="*/ 2 w 16"/>
                <a:gd name="T3" fmla="*/ 3 h 16"/>
                <a:gd name="T4" fmla="*/ 0 w 16"/>
                <a:gd name="T5" fmla="*/ 9 h 16"/>
                <a:gd name="T6" fmla="*/ 2 w 16"/>
                <a:gd name="T7" fmla="*/ 14 h 16"/>
                <a:gd name="T8" fmla="*/ 7 w 16"/>
                <a:gd name="T9" fmla="*/ 16 h 16"/>
                <a:gd name="T10" fmla="*/ 13 w 16"/>
                <a:gd name="T11" fmla="*/ 13 h 16"/>
                <a:gd name="T12" fmla="*/ 16 w 16"/>
                <a:gd name="T13" fmla="*/ 7 h 16"/>
                <a:gd name="T14" fmla="*/ 14 w 16"/>
                <a:gd name="T15" fmla="*/ 2 h 16"/>
                <a:gd name="T16" fmla="*/ 9 w 16"/>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6">
                  <a:moveTo>
                    <a:pt x="9" y="0"/>
                  </a:moveTo>
                  <a:cubicBezTo>
                    <a:pt x="6" y="0"/>
                    <a:pt x="4" y="1"/>
                    <a:pt x="2" y="3"/>
                  </a:cubicBezTo>
                  <a:cubicBezTo>
                    <a:pt x="1" y="4"/>
                    <a:pt x="0" y="6"/>
                    <a:pt x="0" y="9"/>
                  </a:cubicBezTo>
                  <a:cubicBezTo>
                    <a:pt x="0" y="10"/>
                    <a:pt x="1" y="12"/>
                    <a:pt x="2" y="14"/>
                  </a:cubicBezTo>
                  <a:cubicBezTo>
                    <a:pt x="4" y="15"/>
                    <a:pt x="5" y="16"/>
                    <a:pt x="7" y="16"/>
                  </a:cubicBezTo>
                  <a:cubicBezTo>
                    <a:pt x="9" y="16"/>
                    <a:pt x="11" y="15"/>
                    <a:pt x="13" y="13"/>
                  </a:cubicBezTo>
                  <a:cubicBezTo>
                    <a:pt x="15" y="12"/>
                    <a:pt x="16" y="10"/>
                    <a:pt x="16" y="7"/>
                  </a:cubicBezTo>
                  <a:cubicBezTo>
                    <a:pt x="16" y="5"/>
                    <a:pt x="16" y="4"/>
                    <a:pt x="14" y="2"/>
                  </a:cubicBezTo>
                  <a:cubicBezTo>
                    <a:pt x="13" y="1"/>
                    <a:pt x="11"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8" name="Freeform 520"/>
            <p:cNvSpPr>
              <a:spLocks/>
            </p:cNvSpPr>
            <p:nvPr/>
          </p:nvSpPr>
          <p:spPr bwMode="auto">
            <a:xfrm>
              <a:off x="11633200" y="6402388"/>
              <a:ext cx="26988" cy="84138"/>
            </a:xfrm>
            <a:custGeom>
              <a:avLst/>
              <a:gdLst>
                <a:gd name="T0" fmla="*/ 16 w 18"/>
                <a:gd name="T1" fmla="*/ 2 h 56"/>
                <a:gd name="T2" fmla="*/ 11 w 18"/>
                <a:gd name="T3" fmla="*/ 0 h 56"/>
                <a:gd name="T4" fmla="*/ 6 w 18"/>
                <a:gd name="T5" fmla="*/ 3 h 56"/>
                <a:gd name="T6" fmla="*/ 5 w 18"/>
                <a:gd name="T7" fmla="*/ 9 h 56"/>
                <a:gd name="T8" fmla="*/ 3 w 18"/>
                <a:gd name="T9" fmla="*/ 20 h 56"/>
                <a:gd name="T10" fmla="*/ 3 w 18"/>
                <a:gd name="T11" fmla="*/ 20 h 56"/>
                <a:gd name="T12" fmla="*/ 2 w 18"/>
                <a:gd name="T13" fmla="*/ 25 h 56"/>
                <a:gd name="T14" fmla="*/ 0 w 18"/>
                <a:gd name="T15" fmla="*/ 46 h 56"/>
                <a:gd name="T16" fmla="*/ 6 w 18"/>
                <a:gd name="T17" fmla="*/ 56 h 56"/>
                <a:gd name="T18" fmla="*/ 11 w 18"/>
                <a:gd name="T19" fmla="*/ 54 h 56"/>
                <a:gd name="T20" fmla="*/ 13 w 18"/>
                <a:gd name="T21" fmla="*/ 51 h 56"/>
                <a:gd name="T22" fmla="*/ 13 w 18"/>
                <a:gd name="T23" fmla="*/ 49 h 56"/>
                <a:gd name="T24" fmla="*/ 12 w 18"/>
                <a:gd name="T25" fmla="*/ 41 h 56"/>
                <a:gd name="T26" fmla="*/ 13 w 18"/>
                <a:gd name="T27" fmla="*/ 31 h 56"/>
                <a:gd name="T28" fmla="*/ 16 w 18"/>
                <a:gd name="T29" fmla="*/ 15 h 56"/>
                <a:gd name="T30" fmla="*/ 16 w 18"/>
                <a:gd name="T31" fmla="*/ 14 h 56"/>
                <a:gd name="T32" fmla="*/ 18 w 18"/>
                <a:gd name="T33" fmla="*/ 6 h 56"/>
                <a:gd name="T34" fmla="*/ 16 w 18"/>
                <a:gd name="T35" fmla="*/ 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56">
                  <a:moveTo>
                    <a:pt x="16" y="2"/>
                  </a:moveTo>
                  <a:cubicBezTo>
                    <a:pt x="15" y="1"/>
                    <a:pt x="13" y="0"/>
                    <a:pt x="11" y="0"/>
                  </a:cubicBezTo>
                  <a:cubicBezTo>
                    <a:pt x="9" y="0"/>
                    <a:pt x="7" y="1"/>
                    <a:pt x="6" y="3"/>
                  </a:cubicBezTo>
                  <a:cubicBezTo>
                    <a:pt x="5" y="5"/>
                    <a:pt x="5" y="7"/>
                    <a:pt x="5" y="9"/>
                  </a:cubicBezTo>
                  <a:cubicBezTo>
                    <a:pt x="5" y="10"/>
                    <a:pt x="4" y="13"/>
                    <a:pt x="3" y="20"/>
                  </a:cubicBezTo>
                  <a:cubicBezTo>
                    <a:pt x="3" y="20"/>
                    <a:pt x="3" y="20"/>
                    <a:pt x="3" y="20"/>
                  </a:cubicBezTo>
                  <a:cubicBezTo>
                    <a:pt x="3" y="21"/>
                    <a:pt x="2" y="23"/>
                    <a:pt x="2" y="25"/>
                  </a:cubicBezTo>
                  <a:cubicBezTo>
                    <a:pt x="0" y="33"/>
                    <a:pt x="0" y="40"/>
                    <a:pt x="0" y="46"/>
                  </a:cubicBezTo>
                  <a:cubicBezTo>
                    <a:pt x="0" y="52"/>
                    <a:pt x="2" y="56"/>
                    <a:pt x="6" y="56"/>
                  </a:cubicBezTo>
                  <a:cubicBezTo>
                    <a:pt x="8" y="56"/>
                    <a:pt x="10" y="55"/>
                    <a:pt x="11" y="54"/>
                  </a:cubicBezTo>
                  <a:cubicBezTo>
                    <a:pt x="12" y="52"/>
                    <a:pt x="13" y="51"/>
                    <a:pt x="13" y="51"/>
                  </a:cubicBezTo>
                  <a:cubicBezTo>
                    <a:pt x="13" y="50"/>
                    <a:pt x="13" y="50"/>
                    <a:pt x="13" y="49"/>
                  </a:cubicBezTo>
                  <a:cubicBezTo>
                    <a:pt x="12" y="46"/>
                    <a:pt x="12" y="43"/>
                    <a:pt x="12" y="41"/>
                  </a:cubicBezTo>
                  <a:cubicBezTo>
                    <a:pt x="12" y="38"/>
                    <a:pt x="12" y="35"/>
                    <a:pt x="13" y="31"/>
                  </a:cubicBezTo>
                  <a:cubicBezTo>
                    <a:pt x="13" y="27"/>
                    <a:pt x="14" y="21"/>
                    <a:pt x="16" y="15"/>
                  </a:cubicBezTo>
                  <a:cubicBezTo>
                    <a:pt x="16" y="14"/>
                    <a:pt x="16" y="14"/>
                    <a:pt x="16" y="14"/>
                  </a:cubicBezTo>
                  <a:cubicBezTo>
                    <a:pt x="17" y="10"/>
                    <a:pt x="18" y="7"/>
                    <a:pt x="18" y="6"/>
                  </a:cubicBezTo>
                  <a:cubicBezTo>
                    <a:pt x="18" y="4"/>
                    <a:pt x="17" y="3"/>
                    <a:pt x="16"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9" name="Freeform 521"/>
            <p:cNvSpPr>
              <a:spLocks/>
            </p:cNvSpPr>
            <p:nvPr/>
          </p:nvSpPr>
          <p:spPr bwMode="auto">
            <a:xfrm>
              <a:off x="11679238" y="6400800"/>
              <a:ext cx="74613" cy="85725"/>
            </a:xfrm>
            <a:custGeom>
              <a:avLst/>
              <a:gdLst>
                <a:gd name="T0" fmla="*/ 38 w 50"/>
                <a:gd name="T1" fmla="*/ 0 h 57"/>
                <a:gd name="T2" fmla="*/ 25 w 50"/>
                <a:gd name="T3" fmla="*/ 8 h 57"/>
                <a:gd name="T4" fmla="*/ 11 w 50"/>
                <a:gd name="T5" fmla="*/ 27 h 57"/>
                <a:gd name="T6" fmla="*/ 11 w 50"/>
                <a:gd name="T7" fmla="*/ 29 h 57"/>
                <a:gd name="T8" fmla="*/ 12 w 50"/>
                <a:gd name="T9" fmla="*/ 21 h 57"/>
                <a:gd name="T10" fmla="*/ 13 w 50"/>
                <a:gd name="T11" fmla="*/ 15 h 57"/>
                <a:gd name="T12" fmla="*/ 16 w 50"/>
                <a:gd name="T13" fmla="*/ 5 h 57"/>
                <a:gd name="T14" fmla="*/ 14 w 50"/>
                <a:gd name="T15" fmla="*/ 2 h 57"/>
                <a:gd name="T16" fmla="*/ 10 w 50"/>
                <a:gd name="T17" fmla="*/ 0 h 57"/>
                <a:gd name="T18" fmla="*/ 5 w 50"/>
                <a:gd name="T19" fmla="*/ 2 h 57"/>
                <a:gd name="T20" fmla="*/ 3 w 50"/>
                <a:gd name="T21" fmla="*/ 5 h 57"/>
                <a:gd name="T22" fmla="*/ 2 w 50"/>
                <a:gd name="T23" fmla="*/ 12 h 57"/>
                <a:gd name="T24" fmla="*/ 1 w 50"/>
                <a:gd name="T25" fmla="*/ 16 h 57"/>
                <a:gd name="T26" fmla="*/ 0 w 50"/>
                <a:gd name="T27" fmla="*/ 30 h 57"/>
                <a:gd name="T28" fmla="*/ 0 w 50"/>
                <a:gd name="T29" fmla="*/ 40 h 57"/>
                <a:gd name="T30" fmla="*/ 1 w 50"/>
                <a:gd name="T31" fmla="*/ 53 h 57"/>
                <a:gd name="T32" fmla="*/ 6 w 50"/>
                <a:gd name="T33" fmla="*/ 57 h 57"/>
                <a:gd name="T34" fmla="*/ 11 w 50"/>
                <a:gd name="T35" fmla="*/ 55 h 57"/>
                <a:gd name="T36" fmla="*/ 14 w 50"/>
                <a:gd name="T37" fmla="*/ 49 h 57"/>
                <a:gd name="T38" fmla="*/ 25 w 50"/>
                <a:gd name="T39" fmla="*/ 23 h 57"/>
                <a:gd name="T40" fmla="*/ 37 w 50"/>
                <a:gd name="T41" fmla="*/ 11 h 57"/>
                <a:gd name="T42" fmla="*/ 40 w 50"/>
                <a:gd name="T43" fmla="*/ 13 h 57"/>
                <a:gd name="T44" fmla="*/ 46 w 50"/>
                <a:gd name="T45" fmla="*/ 15 h 57"/>
                <a:gd name="T46" fmla="*/ 49 w 50"/>
                <a:gd name="T47" fmla="*/ 14 h 57"/>
                <a:gd name="T48" fmla="*/ 50 w 50"/>
                <a:gd name="T49" fmla="*/ 9 h 57"/>
                <a:gd name="T50" fmla="*/ 47 w 50"/>
                <a:gd name="T51" fmla="*/ 3 h 57"/>
                <a:gd name="T52" fmla="*/ 38 w 50"/>
                <a:gd name="T53"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0" h="57">
                  <a:moveTo>
                    <a:pt x="38" y="0"/>
                  </a:moveTo>
                  <a:cubicBezTo>
                    <a:pt x="34" y="0"/>
                    <a:pt x="29" y="2"/>
                    <a:pt x="25" y="8"/>
                  </a:cubicBezTo>
                  <a:cubicBezTo>
                    <a:pt x="20" y="13"/>
                    <a:pt x="16" y="19"/>
                    <a:pt x="11" y="27"/>
                  </a:cubicBezTo>
                  <a:cubicBezTo>
                    <a:pt x="11" y="29"/>
                    <a:pt x="11" y="29"/>
                    <a:pt x="11" y="29"/>
                  </a:cubicBezTo>
                  <a:cubicBezTo>
                    <a:pt x="12" y="21"/>
                    <a:pt x="12" y="21"/>
                    <a:pt x="12" y="21"/>
                  </a:cubicBezTo>
                  <a:cubicBezTo>
                    <a:pt x="12" y="19"/>
                    <a:pt x="13" y="17"/>
                    <a:pt x="13" y="15"/>
                  </a:cubicBezTo>
                  <a:cubicBezTo>
                    <a:pt x="15" y="10"/>
                    <a:pt x="16" y="7"/>
                    <a:pt x="16" y="5"/>
                  </a:cubicBezTo>
                  <a:cubicBezTo>
                    <a:pt x="16" y="4"/>
                    <a:pt x="15" y="3"/>
                    <a:pt x="14" y="2"/>
                  </a:cubicBezTo>
                  <a:cubicBezTo>
                    <a:pt x="13" y="1"/>
                    <a:pt x="12" y="0"/>
                    <a:pt x="10" y="0"/>
                  </a:cubicBezTo>
                  <a:cubicBezTo>
                    <a:pt x="8" y="0"/>
                    <a:pt x="7" y="1"/>
                    <a:pt x="5" y="2"/>
                  </a:cubicBezTo>
                  <a:cubicBezTo>
                    <a:pt x="4" y="3"/>
                    <a:pt x="3" y="4"/>
                    <a:pt x="3" y="5"/>
                  </a:cubicBezTo>
                  <a:cubicBezTo>
                    <a:pt x="2" y="7"/>
                    <a:pt x="2" y="9"/>
                    <a:pt x="2" y="12"/>
                  </a:cubicBezTo>
                  <a:cubicBezTo>
                    <a:pt x="1" y="13"/>
                    <a:pt x="1" y="14"/>
                    <a:pt x="1" y="16"/>
                  </a:cubicBezTo>
                  <a:cubicBezTo>
                    <a:pt x="1" y="21"/>
                    <a:pt x="0" y="26"/>
                    <a:pt x="0" y="30"/>
                  </a:cubicBezTo>
                  <a:cubicBezTo>
                    <a:pt x="0" y="34"/>
                    <a:pt x="0" y="37"/>
                    <a:pt x="0" y="40"/>
                  </a:cubicBezTo>
                  <a:cubicBezTo>
                    <a:pt x="0" y="46"/>
                    <a:pt x="0" y="50"/>
                    <a:pt x="1" y="53"/>
                  </a:cubicBezTo>
                  <a:cubicBezTo>
                    <a:pt x="2" y="55"/>
                    <a:pt x="4" y="57"/>
                    <a:pt x="6" y="57"/>
                  </a:cubicBezTo>
                  <a:cubicBezTo>
                    <a:pt x="8" y="57"/>
                    <a:pt x="10" y="56"/>
                    <a:pt x="11" y="55"/>
                  </a:cubicBezTo>
                  <a:cubicBezTo>
                    <a:pt x="13" y="54"/>
                    <a:pt x="14" y="52"/>
                    <a:pt x="14" y="49"/>
                  </a:cubicBezTo>
                  <a:cubicBezTo>
                    <a:pt x="15" y="39"/>
                    <a:pt x="19" y="31"/>
                    <a:pt x="25" y="23"/>
                  </a:cubicBezTo>
                  <a:cubicBezTo>
                    <a:pt x="30" y="15"/>
                    <a:pt x="35" y="11"/>
                    <a:pt x="37" y="11"/>
                  </a:cubicBezTo>
                  <a:cubicBezTo>
                    <a:pt x="38" y="11"/>
                    <a:pt x="39" y="12"/>
                    <a:pt x="40" y="13"/>
                  </a:cubicBezTo>
                  <a:cubicBezTo>
                    <a:pt x="42" y="14"/>
                    <a:pt x="44" y="15"/>
                    <a:pt x="46" y="15"/>
                  </a:cubicBezTo>
                  <a:cubicBezTo>
                    <a:pt x="47" y="15"/>
                    <a:pt x="48" y="15"/>
                    <a:pt x="49" y="14"/>
                  </a:cubicBezTo>
                  <a:cubicBezTo>
                    <a:pt x="50" y="12"/>
                    <a:pt x="50" y="11"/>
                    <a:pt x="50" y="9"/>
                  </a:cubicBezTo>
                  <a:cubicBezTo>
                    <a:pt x="50" y="7"/>
                    <a:pt x="49" y="5"/>
                    <a:pt x="47" y="3"/>
                  </a:cubicBezTo>
                  <a:cubicBezTo>
                    <a:pt x="45" y="1"/>
                    <a:pt x="42" y="0"/>
                    <a:pt x="3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0" name="Freeform 522"/>
            <p:cNvSpPr>
              <a:spLocks/>
            </p:cNvSpPr>
            <p:nvPr/>
          </p:nvSpPr>
          <p:spPr bwMode="auto">
            <a:xfrm>
              <a:off x="11753850" y="6373813"/>
              <a:ext cx="76200" cy="111125"/>
            </a:xfrm>
            <a:custGeom>
              <a:avLst/>
              <a:gdLst>
                <a:gd name="T0" fmla="*/ 46 w 50"/>
                <a:gd name="T1" fmla="*/ 20 h 75"/>
                <a:gd name="T2" fmla="*/ 28 w 50"/>
                <a:gd name="T3" fmla="*/ 21 h 75"/>
                <a:gd name="T4" fmla="*/ 33 w 50"/>
                <a:gd name="T5" fmla="*/ 6 h 75"/>
                <a:gd name="T6" fmla="*/ 31 w 50"/>
                <a:gd name="T7" fmla="*/ 2 h 75"/>
                <a:gd name="T8" fmla="*/ 27 w 50"/>
                <a:gd name="T9" fmla="*/ 0 h 75"/>
                <a:gd name="T10" fmla="*/ 20 w 50"/>
                <a:gd name="T11" fmla="*/ 6 h 75"/>
                <a:gd name="T12" fmla="*/ 16 w 50"/>
                <a:gd name="T13" fmla="*/ 22 h 75"/>
                <a:gd name="T14" fmla="*/ 5 w 50"/>
                <a:gd name="T15" fmla="*/ 23 h 75"/>
                <a:gd name="T16" fmla="*/ 0 w 50"/>
                <a:gd name="T17" fmla="*/ 27 h 75"/>
                <a:gd name="T18" fmla="*/ 3 w 50"/>
                <a:gd name="T19" fmla="*/ 32 h 75"/>
                <a:gd name="T20" fmla="*/ 8 w 50"/>
                <a:gd name="T21" fmla="*/ 33 h 75"/>
                <a:gd name="T22" fmla="*/ 9 w 50"/>
                <a:gd name="T23" fmla="*/ 33 h 75"/>
                <a:gd name="T24" fmla="*/ 13 w 50"/>
                <a:gd name="T25" fmla="*/ 33 h 75"/>
                <a:gd name="T26" fmla="*/ 8 w 50"/>
                <a:gd name="T27" fmla="*/ 60 h 75"/>
                <a:gd name="T28" fmla="*/ 11 w 50"/>
                <a:gd name="T29" fmla="*/ 71 h 75"/>
                <a:gd name="T30" fmla="*/ 22 w 50"/>
                <a:gd name="T31" fmla="*/ 75 h 75"/>
                <a:gd name="T32" fmla="*/ 37 w 50"/>
                <a:gd name="T33" fmla="*/ 70 h 75"/>
                <a:gd name="T34" fmla="*/ 44 w 50"/>
                <a:gd name="T35" fmla="*/ 60 h 75"/>
                <a:gd name="T36" fmla="*/ 43 w 50"/>
                <a:gd name="T37" fmla="*/ 58 h 75"/>
                <a:gd name="T38" fmla="*/ 41 w 50"/>
                <a:gd name="T39" fmla="*/ 57 h 75"/>
                <a:gd name="T40" fmla="*/ 36 w 50"/>
                <a:gd name="T41" fmla="*/ 59 h 75"/>
                <a:gd name="T42" fmla="*/ 29 w 50"/>
                <a:gd name="T43" fmla="*/ 63 h 75"/>
                <a:gd name="T44" fmla="*/ 24 w 50"/>
                <a:gd name="T45" fmla="*/ 64 h 75"/>
                <a:gd name="T46" fmla="*/ 21 w 50"/>
                <a:gd name="T47" fmla="*/ 63 h 75"/>
                <a:gd name="T48" fmla="*/ 20 w 50"/>
                <a:gd name="T49" fmla="*/ 57 h 75"/>
                <a:gd name="T50" fmla="*/ 23 w 50"/>
                <a:gd name="T51" fmla="*/ 43 h 75"/>
                <a:gd name="T52" fmla="*/ 25 w 50"/>
                <a:gd name="T53" fmla="*/ 32 h 75"/>
                <a:gd name="T54" fmla="*/ 43 w 50"/>
                <a:gd name="T55" fmla="*/ 29 h 75"/>
                <a:gd name="T56" fmla="*/ 50 w 50"/>
                <a:gd name="T57" fmla="*/ 23 h 75"/>
                <a:gd name="T58" fmla="*/ 50 w 50"/>
                <a:gd name="T59" fmla="*/ 20 h 75"/>
                <a:gd name="T60" fmla="*/ 46 w 50"/>
                <a:gd name="T61" fmla="*/ 2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0" h="75">
                  <a:moveTo>
                    <a:pt x="46" y="20"/>
                  </a:moveTo>
                  <a:cubicBezTo>
                    <a:pt x="45" y="20"/>
                    <a:pt x="39" y="20"/>
                    <a:pt x="28" y="21"/>
                  </a:cubicBezTo>
                  <a:cubicBezTo>
                    <a:pt x="31" y="11"/>
                    <a:pt x="33" y="6"/>
                    <a:pt x="33" y="6"/>
                  </a:cubicBezTo>
                  <a:cubicBezTo>
                    <a:pt x="33" y="4"/>
                    <a:pt x="32" y="3"/>
                    <a:pt x="31" y="2"/>
                  </a:cubicBezTo>
                  <a:cubicBezTo>
                    <a:pt x="30" y="1"/>
                    <a:pt x="29" y="0"/>
                    <a:pt x="27" y="0"/>
                  </a:cubicBezTo>
                  <a:cubicBezTo>
                    <a:pt x="24" y="0"/>
                    <a:pt x="21" y="2"/>
                    <a:pt x="20" y="6"/>
                  </a:cubicBezTo>
                  <a:cubicBezTo>
                    <a:pt x="19" y="13"/>
                    <a:pt x="17" y="18"/>
                    <a:pt x="16" y="22"/>
                  </a:cubicBezTo>
                  <a:cubicBezTo>
                    <a:pt x="5" y="23"/>
                    <a:pt x="5" y="23"/>
                    <a:pt x="5" y="23"/>
                  </a:cubicBezTo>
                  <a:cubicBezTo>
                    <a:pt x="2" y="23"/>
                    <a:pt x="0" y="24"/>
                    <a:pt x="0" y="27"/>
                  </a:cubicBezTo>
                  <a:cubicBezTo>
                    <a:pt x="0" y="29"/>
                    <a:pt x="1" y="31"/>
                    <a:pt x="3" y="32"/>
                  </a:cubicBezTo>
                  <a:cubicBezTo>
                    <a:pt x="4" y="33"/>
                    <a:pt x="6" y="33"/>
                    <a:pt x="8" y="33"/>
                  </a:cubicBezTo>
                  <a:cubicBezTo>
                    <a:pt x="9" y="33"/>
                    <a:pt x="9" y="33"/>
                    <a:pt x="9" y="33"/>
                  </a:cubicBezTo>
                  <a:cubicBezTo>
                    <a:pt x="9" y="33"/>
                    <a:pt x="11" y="33"/>
                    <a:pt x="13" y="33"/>
                  </a:cubicBezTo>
                  <a:cubicBezTo>
                    <a:pt x="10" y="46"/>
                    <a:pt x="8" y="55"/>
                    <a:pt x="8" y="60"/>
                  </a:cubicBezTo>
                  <a:cubicBezTo>
                    <a:pt x="8" y="65"/>
                    <a:pt x="9" y="69"/>
                    <a:pt x="11" y="71"/>
                  </a:cubicBezTo>
                  <a:cubicBezTo>
                    <a:pt x="14" y="74"/>
                    <a:pt x="17" y="75"/>
                    <a:pt x="22" y="75"/>
                  </a:cubicBezTo>
                  <a:cubicBezTo>
                    <a:pt x="27" y="75"/>
                    <a:pt x="32" y="73"/>
                    <a:pt x="37" y="70"/>
                  </a:cubicBezTo>
                  <a:cubicBezTo>
                    <a:pt x="41" y="66"/>
                    <a:pt x="44" y="62"/>
                    <a:pt x="44" y="60"/>
                  </a:cubicBezTo>
                  <a:cubicBezTo>
                    <a:pt x="44" y="59"/>
                    <a:pt x="44" y="58"/>
                    <a:pt x="43" y="58"/>
                  </a:cubicBezTo>
                  <a:cubicBezTo>
                    <a:pt x="42" y="57"/>
                    <a:pt x="42" y="57"/>
                    <a:pt x="41" y="57"/>
                  </a:cubicBezTo>
                  <a:cubicBezTo>
                    <a:pt x="39" y="57"/>
                    <a:pt x="38" y="57"/>
                    <a:pt x="36" y="59"/>
                  </a:cubicBezTo>
                  <a:cubicBezTo>
                    <a:pt x="33" y="61"/>
                    <a:pt x="31" y="63"/>
                    <a:pt x="29" y="63"/>
                  </a:cubicBezTo>
                  <a:cubicBezTo>
                    <a:pt x="28" y="64"/>
                    <a:pt x="26" y="64"/>
                    <a:pt x="24" y="64"/>
                  </a:cubicBezTo>
                  <a:cubicBezTo>
                    <a:pt x="23" y="64"/>
                    <a:pt x="22" y="64"/>
                    <a:pt x="21" y="63"/>
                  </a:cubicBezTo>
                  <a:cubicBezTo>
                    <a:pt x="21" y="62"/>
                    <a:pt x="20" y="60"/>
                    <a:pt x="20" y="57"/>
                  </a:cubicBezTo>
                  <a:cubicBezTo>
                    <a:pt x="20" y="55"/>
                    <a:pt x="21" y="51"/>
                    <a:pt x="23" y="43"/>
                  </a:cubicBezTo>
                  <a:cubicBezTo>
                    <a:pt x="24" y="36"/>
                    <a:pt x="25" y="32"/>
                    <a:pt x="25" y="32"/>
                  </a:cubicBezTo>
                  <a:cubicBezTo>
                    <a:pt x="43" y="29"/>
                    <a:pt x="43" y="29"/>
                    <a:pt x="43" y="29"/>
                  </a:cubicBezTo>
                  <a:cubicBezTo>
                    <a:pt x="48" y="28"/>
                    <a:pt x="50" y="26"/>
                    <a:pt x="50" y="23"/>
                  </a:cubicBezTo>
                  <a:cubicBezTo>
                    <a:pt x="50" y="22"/>
                    <a:pt x="50" y="21"/>
                    <a:pt x="50" y="20"/>
                  </a:cubicBezTo>
                  <a:cubicBezTo>
                    <a:pt x="49" y="20"/>
                    <a:pt x="48" y="20"/>
                    <a:pt x="46"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1" name="Freeform 523"/>
            <p:cNvSpPr>
              <a:spLocks/>
            </p:cNvSpPr>
            <p:nvPr/>
          </p:nvSpPr>
          <p:spPr bwMode="auto">
            <a:xfrm>
              <a:off x="11830050" y="6357938"/>
              <a:ext cx="88900" cy="127000"/>
            </a:xfrm>
            <a:custGeom>
              <a:avLst/>
              <a:gdLst>
                <a:gd name="T0" fmla="*/ 55 w 59"/>
                <a:gd name="T1" fmla="*/ 67 h 85"/>
                <a:gd name="T2" fmla="*/ 53 w 59"/>
                <a:gd name="T3" fmla="*/ 61 h 85"/>
                <a:gd name="T4" fmla="*/ 51 w 59"/>
                <a:gd name="T5" fmla="*/ 51 h 85"/>
                <a:gd name="T6" fmla="*/ 47 w 59"/>
                <a:gd name="T7" fmla="*/ 36 h 85"/>
                <a:gd name="T8" fmla="*/ 40 w 59"/>
                <a:gd name="T9" fmla="*/ 33 h 85"/>
                <a:gd name="T10" fmla="*/ 28 w 59"/>
                <a:gd name="T11" fmla="*/ 38 h 85"/>
                <a:gd name="T12" fmla="*/ 13 w 59"/>
                <a:gd name="T13" fmla="*/ 60 h 85"/>
                <a:gd name="T14" fmla="*/ 17 w 59"/>
                <a:gd name="T15" fmla="*/ 44 h 85"/>
                <a:gd name="T16" fmla="*/ 22 w 59"/>
                <a:gd name="T17" fmla="*/ 21 h 85"/>
                <a:gd name="T18" fmla="*/ 23 w 59"/>
                <a:gd name="T19" fmla="*/ 8 h 85"/>
                <a:gd name="T20" fmla="*/ 21 w 59"/>
                <a:gd name="T21" fmla="*/ 2 h 85"/>
                <a:gd name="T22" fmla="*/ 17 w 59"/>
                <a:gd name="T23" fmla="*/ 0 h 85"/>
                <a:gd name="T24" fmla="*/ 12 w 59"/>
                <a:gd name="T25" fmla="*/ 3 h 85"/>
                <a:gd name="T26" fmla="*/ 9 w 59"/>
                <a:gd name="T27" fmla="*/ 13 h 85"/>
                <a:gd name="T28" fmla="*/ 1 w 59"/>
                <a:gd name="T29" fmla="*/ 71 h 85"/>
                <a:gd name="T30" fmla="*/ 0 w 59"/>
                <a:gd name="T31" fmla="*/ 79 h 85"/>
                <a:gd name="T32" fmla="*/ 1 w 59"/>
                <a:gd name="T33" fmla="*/ 83 h 85"/>
                <a:gd name="T34" fmla="*/ 6 w 59"/>
                <a:gd name="T35" fmla="*/ 85 h 85"/>
                <a:gd name="T36" fmla="*/ 10 w 59"/>
                <a:gd name="T37" fmla="*/ 83 h 85"/>
                <a:gd name="T38" fmla="*/ 13 w 59"/>
                <a:gd name="T39" fmla="*/ 76 h 85"/>
                <a:gd name="T40" fmla="*/ 25 w 59"/>
                <a:gd name="T41" fmla="*/ 58 h 85"/>
                <a:gd name="T42" fmla="*/ 37 w 59"/>
                <a:gd name="T43" fmla="*/ 46 h 85"/>
                <a:gd name="T44" fmla="*/ 40 w 59"/>
                <a:gd name="T45" fmla="*/ 49 h 85"/>
                <a:gd name="T46" fmla="*/ 41 w 59"/>
                <a:gd name="T47" fmla="*/ 62 h 85"/>
                <a:gd name="T48" fmla="*/ 46 w 59"/>
                <a:gd name="T49" fmla="*/ 76 h 85"/>
                <a:gd name="T50" fmla="*/ 54 w 59"/>
                <a:gd name="T51" fmla="*/ 81 h 85"/>
                <a:gd name="T52" fmla="*/ 58 w 59"/>
                <a:gd name="T53" fmla="*/ 79 h 85"/>
                <a:gd name="T54" fmla="*/ 59 w 59"/>
                <a:gd name="T55" fmla="*/ 76 h 85"/>
                <a:gd name="T56" fmla="*/ 58 w 59"/>
                <a:gd name="T57" fmla="*/ 72 h 85"/>
                <a:gd name="T58" fmla="*/ 55 w 59"/>
                <a:gd name="T59" fmla="*/ 67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9" h="85">
                  <a:moveTo>
                    <a:pt x="55" y="67"/>
                  </a:moveTo>
                  <a:cubicBezTo>
                    <a:pt x="54" y="65"/>
                    <a:pt x="53" y="63"/>
                    <a:pt x="53" y="61"/>
                  </a:cubicBezTo>
                  <a:cubicBezTo>
                    <a:pt x="52" y="58"/>
                    <a:pt x="52" y="55"/>
                    <a:pt x="51" y="51"/>
                  </a:cubicBezTo>
                  <a:cubicBezTo>
                    <a:pt x="51" y="43"/>
                    <a:pt x="49" y="38"/>
                    <a:pt x="47" y="36"/>
                  </a:cubicBezTo>
                  <a:cubicBezTo>
                    <a:pt x="45" y="34"/>
                    <a:pt x="43" y="33"/>
                    <a:pt x="40" y="33"/>
                  </a:cubicBezTo>
                  <a:cubicBezTo>
                    <a:pt x="36" y="33"/>
                    <a:pt x="32" y="35"/>
                    <a:pt x="28" y="38"/>
                  </a:cubicBezTo>
                  <a:cubicBezTo>
                    <a:pt x="24" y="42"/>
                    <a:pt x="19" y="49"/>
                    <a:pt x="13" y="60"/>
                  </a:cubicBezTo>
                  <a:cubicBezTo>
                    <a:pt x="14" y="56"/>
                    <a:pt x="15" y="51"/>
                    <a:pt x="17" y="44"/>
                  </a:cubicBezTo>
                  <a:cubicBezTo>
                    <a:pt x="19" y="34"/>
                    <a:pt x="21" y="26"/>
                    <a:pt x="22" y="21"/>
                  </a:cubicBezTo>
                  <a:cubicBezTo>
                    <a:pt x="23" y="16"/>
                    <a:pt x="23" y="12"/>
                    <a:pt x="23" y="8"/>
                  </a:cubicBezTo>
                  <a:cubicBezTo>
                    <a:pt x="23" y="5"/>
                    <a:pt x="23" y="3"/>
                    <a:pt x="21" y="2"/>
                  </a:cubicBezTo>
                  <a:cubicBezTo>
                    <a:pt x="20" y="1"/>
                    <a:pt x="18" y="0"/>
                    <a:pt x="17" y="0"/>
                  </a:cubicBezTo>
                  <a:cubicBezTo>
                    <a:pt x="15" y="0"/>
                    <a:pt x="14" y="1"/>
                    <a:pt x="12" y="3"/>
                  </a:cubicBezTo>
                  <a:cubicBezTo>
                    <a:pt x="11" y="5"/>
                    <a:pt x="10" y="8"/>
                    <a:pt x="9" y="13"/>
                  </a:cubicBezTo>
                  <a:cubicBezTo>
                    <a:pt x="7" y="33"/>
                    <a:pt x="4" y="52"/>
                    <a:pt x="1" y="71"/>
                  </a:cubicBezTo>
                  <a:cubicBezTo>
                    <a:pt x="0" y="75"/>
                    <a:pt x="0" y="78"/>
                    <a:pt x="0" y="79"/>
                  </a:cubicBezTo>
                  <a:cubicBezTo>
                    <a:pt x="0" y="81"/>
                    <a:pt x="0" y="82"/>
                    <a:pt x="1" y="83"/>
                  </a:cubicBezTo>
                  <a:cubicBezTo>
                    <a:pt x="3" y="84"/>
                    <a:pt x="4" y="85"/>
                    <a:pt x="6" y="85"/>
                  </a:cubicBezTo>
                  <a:cubicBezTo>
                    <a:pt x="8" y="85"/>
                    <a:pt x="9" y="84"/>
                    <a:pt x="10" y="83"/>
                  </a:cubicBezTo>
                  <a:cubicBezTo>
                    <a:pt x="10" y="82"/>
                    <a:pt x="12" y="80"/>
                    <a:pt x="13" y="76"/>
                  </a:cubicBezTo>
                  <a:cubicBezTo>
                    <a:pt x="16" y="72"/>
                    <a:pt x="20" y="66"/>
                    <a:pt x="25" y="58"/>
                  </a:cubicBezTo>
                  <a:cubicBezTo>
                    <a:pt x="31" y="50"/>
                    <a:pt x="35" y="46"/>
                    <a:pt x="37" y="46"/>
                  </a:cubicBezTo>
                  <a:cubicBezTo>
                    <a:pt x="38" y="46"/>
                    <a:pt x="39" y="47"/>
                    <a:pt x="40" y="49"/>
                  </a:cubicBezTo>
                  <a:cubicBezTo>
                    <a:pt x="40" y="51"/>
                    <a:pt x="41" y="55"/>
                    <a:pt x="41" y="62"/>
                  </a:cubicBezTo>
                  <a:cubicBezTo>
                    <a:pt x="42" y="68"/>
                    <a:pt x="43" y="73"/>
                    <a:pt x="46" y="76"/>
                  </a:cubicBezTo>
                  <a:cubicBezTo>
                    <a:pt x="48" y="79"/>
                    <a:pt x="51" y="81"/>
                    <a:pt x="54" y="81"/>
                  </a:cubicBezTo>
                  <a:cubicBezTo>
                    <a:pt x="55" y="81"/>
                    <a:pt x="56" y="80"/>
                    <a:pt x="58" y="79"/>
                  </a:cubicBezTo>
                  <a:cubicBezTo>
                    <a:pt x="59" y="78"/>
                    <a:pt x="59" y="77"/>
                    <a:pt x="59" y="76"/>
                  </a:cubicBezTo>
                  <a:cubicBezTo>
                    <a:pt x="59" y="75"/>
                    <a:pt x="59" y="74"/>
                    <a:pt x="58" y="72"/>
                  </a:cubicBezTo>
                  <a:cubicBezTo>
                    <a:pt x="57" y="71"/>
                    <a:pt x="55" y="69"/>
                    <a:pt x="55"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163921828"/>
      </p:ext>
    </p:extLst>
  </p:cSld>
  <p:clrMapOvr>
    <a:masterClrMapping/>
  </p:clrMapOvr>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423863" y="1176338"/>
            <a:ext cx="1752600" cy="1458912"/>
            <a:chOff x="423863" y="1176338"/>
            <a:chExt cx="1752600" cy="1458912"/>
          </a:xfrm>
          <a:solidFill>
            <a:schemeClr val="tx1">
              <a:lumMod val="65000"/>
              <a:lumOff val="35000"/>
            </a:schemeClr>
          </a:solidFill>
        </p:grpSpPr>
        <p:sp>
          <p:nvSpPr>
            <p:cNvPr id="3" name="Freeform 5"/>
            <p:cNvSpPr>
              <a:spLocks noEditPoints="1"/>
            </p:cNvSpPr>
            <p:nvPr/>
          </p:nvSpPr>
          <p:spPr bwMode="auto">
            <a:xfrm>
              <a:off x="701675" y="1895475"/>
              <a:ext cx="554038" cy="542925"/>
            </a:xfrm>
            <a:custGeom>
              <a:avLst/>
              <a:gdLst>
                <a:gd name="T0" fmla="*/ 94 w 358"/>
                <a:gd name="T1" fmla="*/ 164 h 350"/>
                <a:gd name="T2" fmla="*/ 162 w 358"/>
                <a:gd name="T3" fmla="*/ 166 h 350"/>
                <a:gd name="T4" fmla="*/ 166 w 358"/>
                <a:gd name="T5" fmla="*/ 4 h 350"/>
                <a:gd name="T6" fmla="*/ 4 w 358"/>
                <a:gd name="T7" fmla="*/ 0 h 350"/>
                <a:gd name="T8" fmla="*/ 0 w 358"/>
                <a:gd name="T9" fmla="*/ 162 h 350"/>
                <a:gd name="T10" fmla="*/ 81 w 358"/>
                <a:gd name="T11" fmla="*/ 164 h 350"/>
                <a:gd name="T12" fmla="*/ 351 w 358"/>
                <a:gd name="T13" fmla="*/ 350 h 350"/>
                <a:gd name="T14" fmla="*/ 358 w 358"/>
                <a:gd name="T15" fmla="*/ 340 h 350"/>
                <a:gd name="T16" fmla="*/ 94 w 358"/>
                <a:gd name="T17" fmla="*/ 164 h 350"/>
                <a:gd name="T18" fmla="*/ 12 w 358"/>
                <a:gd name="T19" fmla="*/ 150 h 350"/>
                <a:gd name="T20" fmla="*/ 16 w 358"/>
                <a:gd name="T21" fmla="*/ 13 h 350"/>
                <a:gd name="T22" fmla="*/ 154 w 358"/>
                <a:gd name="T23" fmla="*/ 16 h 350"/>
                <a:gd name="T24" fmla="*/ 150 w 358"/>
                <a:gd name="T25" fmla="*/ 154 h 350"/>
                <a:gd name="T26" fmla="*/ 91 w 358"/>
                <a:gd name="T27" fmla="*/ 152 h 350"/>
                <a:gd name="T28" fmla="*/ 89 w 358"/>
                <a:gd name="T29" fmla="*/ 120 h 350"/>
                <a:gd name="T30" fmla="*/ 118 w 358"/>
                <a:gd name="T31" fmla="*/ 120 h 350"/>
                <a:gd name="T32" fmla="*/ 120 w 358"/>
                <a:gd name="T33" fmla="*/ 47 h 350"/>
                <a:gd name="T34" fmla="*/ 48 w 358"/>
                <a:gd name="T35" fmla="*/ 46 h 350"/>
                <a:gd name="T36" fmla="*/ 46 w 358"/>
                <a:gd name="T37" fmla="*/ 119 h 350"/>
                <a:gd name="T38" fmla="*/ 77 w 358"/>
                <a:gd name="T39" fmla="*/ 119 h 350"/>
                <a:gd name="T40" fmla="*/ 79 w 358"/>
                <a:gd name="T41" fmla="*/ 152 h 350"/>
                <a:gd name="T42" fmla="*/ 12 w 358"/>
                <a:gd name="T43" fmla="*/ 150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58" h="350">
                  <a:moveTo>
                    <a:pt x="94" y="164"/>
                  </a:moveTo>
                  <a:cubicBezTo>
                    <a:pt x="162" y="166"/>
                    <a:pt x="162" y="166"/>
                    <a:pt x="162" y="166"/>
                  </a:cubicBezTo>
                  <a:cubicBezTo>
                    <a:pt x="166" y="4"/>
                    <a:pt x="166" y="4"/>
                    <a:pt x="166" y="4"/>
                  </a:cubicBezTo>
                  <a:cubicBezTo>
                    <a:pt x="4" y="0"/>
                    <a:pt x="4" y="0"/>
                    <a:pt x="4" y="0"/>
                  </a:cubicBezTo>
                  <a:cubicBezTo>
                    <a:pt x="0" y="162"/>
                    <a:pt x="0" y="162"/>
                    <a:pt x="0" y="162"/>
                  </a:cubicBezTo>
                  <a:cubicBezTo>
                    <a:pt x="81" y="164"/>
                    <a:pt x="81" y="164"/>
                    <a:pt x="81" y="164"/>
                  </a:cubicBezTo>
                  <a:cubicBezTo>
                    <a:pt x="106" y="269"/>
                    <a:pt x="246" y="319"/>
                    <a:pt x="351" y="350"/>
                  </a:cubicBezTo>
                  <a:cubicBezTo>
                    <a:pt x="353" y="346"/>
                    <a:pt x="356" y="343"/>
                    <a:pt x="358" y="340"/>
                  </a:cubicBezTo>
                  <a:cubicBezTo>
                    <a:pt x="257" y="309"/>
                    <a:pt x="120" y="262"/>
                    <a:pt x="94" y="164"/>
                  </a:cubicBezTo>
                  <a:close/>
                  <a:moveTo>
                    <a:pt x="12" y="150"/>
                  </a:moveTo>
                  <a:cubicBezTo>
                    <a:pt x="16" y="13"/>
                    <a:pt x="16" y="13"/>
                    <a:pt x="16" y="13"/>
                  </a:cubicBezTo>
                  <a:cubicBezTo>
                    <a:pt x="154" y="16"/>
                    <a:pt x="154" y="16"/>
                    <a:pt x="154" y="16"/>
                  </a:cubicBezTo>
                  <a:cubicBezTo>
                    <a:pt x="150" y="154"/>
                    <a:pt x="150" y="154"/>
                    <a:pt x="150" y="154"/>
                  </a:cubicBezTo>
                  <a:cubicBezTo>
                    <a:pt x="91" y="152"/>
                    <a:pt x="91" y="152"/>
                    <a:pt x="91" y="152"/>
                  </a:cubicBezTo>
                  <a:cubicBezTo>
                    <a:pt x="89" y="142"/>
                    <a:pt x="89" y="131"/>
                    <a:pt x="89" y="120"/>
                  </a:cubicBezTo>
                  <a:cubicBezTo>
                    <a:pt x="118" y="120"/>
                    <a:pt x="118" y="120"/>
                    <a:pt x="118" y="120"/>
                  </a:cubicBezTo>
                  <a:cubicBezTo>
                    <a:pt x="120" y="47"/>
                    <a:pt x="120" y="47"/>
                    <a:pt x="120" y="47"/>
                  </a:cubicBezTo>
                  <a:cubicBezTo>
                    <a:pt x="48" y="46"/>
                    <a:pt x="48" y="46"/>
                    <a:pt x="48" y="46"/>
                  </a:cubicBezTo>
                  <a:cubicBezTo>
                    <a:pt x="46" y="119"/>
                    <a:pt x="46" y="119"/>
                    <a:pt x="46" y="119"/>
                  </a:cubicBezTo>
                  <a:cubicBezTo>
                    <a:pt x="77" y="119"/>
                    <a:pt x="77" y="119"/>
                    <a:pt x="77" y="119"/>
                  </a:cubicBezTo>
                  <a:cubicBezTo>
                    <a:pt x="77" y="131"/>
                    <a:pt x="77" y="142"/>
                    <a:pt x="79" y="152"/>
                  </a:cubicBezTo>
                  <a:lnTo>
                    <a:pt x="12" y="1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Freeform 6"/>
            <p:cNvSpPr>
              <a:spLocks/>
            </p:cNvSpPr>
            <p:nvPr/>
          </p:nvSpPr>
          <p:spPr bwMode="auto">
            <a:xfrm>
              <a:off x="423863" y="2465388"/>
              <a:ext cx="1023938" cy="133350"/>
            </a:xfrm>
            <a:custGeom>
              <a:avLst/>
              <a:gdLst>
                <a:gd name="T0" fmla="*/ 647 w 660"/>
                <a:gd name="T1" fmla="*/ 25 h 86"/>
                <a:gd name="T2" fmla="*/ 645 w 660"/>
                <a:gd name="T3" fmla="*/ 28 h 86"/>
                <a:gd name="T4" fmla="*/ 646 w 660"/>
                <a:gd name="T5" fmla="*/ 30 h 86"/>
                <a:gd name="T6" fmla="*/ 645 w 660"/>
                <a:gd name="T7" fmla="*/ 28 h 86"/>
                <a:gd name="T8" fmla="*/ 640 w 660"/>
                <a:gd name="T9" fmla="*/ 32 h 86"/>
                <a:gd name="T10" fmla="*/ 625 w 660"/>
                <a:gd name="T11" fmla="*/ 39 h 86"/>
                <a:gd name="T12" fmla="*/ 426 w 660"/>
                <a:gd name="T13" fmla="*/ 39 h 86"/>
                <a:gd name="T14" fmla="*/ 0 w 660"/>
                <a:gd name="T15" fmla="*/ 75 h 86"/>
                <a:gd name="T16" fmla="*/ 4 w 660"/>
                <a:gd name="T17" fmla="*/ 86 h 86"/>
                <a:gd name="T18" fmla="*/ 424 w 660"/>
                <a:gd name="T19" fmla="*/ 51 h 86"/>
                <a:gd name="T20" fmla="*/ 629 w 660"/>
                <a:gd name="T21" fmla="*/ 50 h 86"/>
                <a:gd name="T22" fmla="*/ 629 w 660"/>
                <a:gd name="T23" fmla="*/ 50 h 86"/>
                <a:gd name="T24" fmla="*/ 653 w 660"/>
                <a:gd name="T25" fmla="*/ 37 h 86"/>
                <a:gd name="T26" fmla="*/ 653 w 660"/>
                <a:gd name="T27" fmla="*/ 37 h 86"/>
                <a:gd name="T28" fmla="*/ 659 w 660"/>
                <a:gd name="T29" fmla="*/ 23 h 86"/>
                <a:gd name="T30" fmla="*/ 652 w 660"/>
                <a:gd name="T31" fmla="*/ 13 h 86"/>
                <a:gd name="T32" fmla="*/ 646 w 660"/>
                <a:gd name="T33" fmla="*/ 23 h 86"/>
                <a:gd name="T34" fmla="*/ 647 w 660"/>
                <a:gd name="T35" fmla="*/ 2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0" h="86">
                  <a:moveTo>
                    <a:pt x="647" y="25"/>
                  </a:moveTo>
                  <a:cubicBezTo>
                    <a:pt x="647" y="26"/>
                    <a:pt x="647" y="27"/>
                    <a:pt x="645" y="28"/>
                  </a:cubicBezTo>
                  <a:cubicBezTo>
                    <a:pt x="646" y="30"/>
                    <a:pt x="646" y="30"/>
                    <a:pt x="646" y="30"/>
                  </a:cubicBezTo>
                  <a:cubicBezTo>
                    <a:pt x="645" y="28"/>
                    <a:pt x="645" y="28"/>
                    <a:pt x="645" y="28"/>
                  </a:cubicBezTo>
                  <a:cubicBezTo>
                    <a:pt x="644" y="29"/>
                    <a:pt x="642" y="31"/>
                    <a:pt x="640" y="32"/>
                  </a:cubicBezTo>
                  <a:cubicBezTo>
                    <a:pt x="636" y="34"/>
                    <a:pt x="631" y="36"/>
                    <a:pt x="625" y="39"/>
                  </a:cubicBezTo>
                  <a:cubicBezTo>
                    <a:pt x="565" y="62"/>
                    <a:pt x="501" y="51"/>
                    <a:pt x="426" y="39"/>
                  </a:cubicBezTo>
                  <a:cubicBezTo>
                    <a:pt x="316" y="22"/>
                    <a:pt x="179" y="0"/>
                    <a:pt x="0" y="75"/>
                  </a:cubicBezTo>
                  <a:cubicBezTo>
                    <a:pt x="4" y="86"/>
                    <a:pt x="4" y="86"/>
                    <a:pt x="4" y="86"/>
                  </a:cubicBezTo>
                  <a:cubicBezTo>
                    <a:pt x="181" y="12"/>
                    <a:pt x="315" y="34"/>
                    <a:pt x="424" y="51"/>
                  </a:cubicBezTo>
                  <a:cubicBezTo>
                    <a:pt x="500" y="63"/>
                    <a:pt x="566" y="74"/>
                    <a:pt x="629" y="50"/>
                  </a:cubicBezTo>
                  <a:cubicBezTo>
                    <a:pt x="629" y="50"/>
                    <a:pt x="629" y="50"/>
                    <a:pt x="629" y="50"/>
                  </a:cubicBezTo>
                  <a:cubicBezTo>
                    <a:pt x="641" y="46"/>
                    <a:pt x="649" y="41"/>
                    <a:pt x="653" y="37"/>
                  </a:cubicBezTo>
                  <a:cubicBezTo>
                    <a:pt x="653" y="37"/>
                    <a:pt x="653" y="37"/>
                    <a:pt x="653" y="37"/>
                  </a:cubicBezTo>
                  <a:cubicBezTo>
                    <a:pt x="659" y="31"/>
                    <a:pt x="660" y="26"/>
                    <a:pt x="659" y="23"/>
                  </a:cubicBezTo>
                  <a:cubicBezTo>
                    <a:pt x="658" y="19"/>
                    <a:pt x="656" y="16"/>
                    <a:pt x="652" y="13"/>
                  </a:cubicBezTo>
                  <a:cubicBezTo>
                    <a:pt x="650" y="16"/>
                    <a:pt x="648" y="20"/>
                    <a:pt x="646" y="23"/>
                  </a:cubicBezTo>
                  <a:cubicBezTo>
                    <a:pt x="646" y="24"/>
                    <a:pt x="647" y="25"/>
                    <a:pt x="647"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 name="Freeform 7"/>
            <p:cNvSpPr>
              <a:spLocks/>
            </p:cNvSpPr>
            <p:nvPr/>
          </p:nvSpPr>
          <p:spPr bwMode="auto">
            <a:xfrm>
              <a:off x="1385888" y="2057400"/>
              <a:ext cx="104775" cy="101600"/>
            </a:xfrm>
            <a:custGeom>
              <a:avLst/>
              <a:gdLst>
                <a:gd name="T0" fmla="*/ 12 w 68"/>
                <a:gd name="T1" fmla="*/ 0 h 66"/>
                <a:gd name="T2" fmla="*/ 0 w 68"/>
                <a:gd name="T3" fmla="*/ 66 h 66"/>
                <a:gd name="T4" fmla="*/ 68 w 68"/>
                <a:gd name="T5" fmla="*/ 56 h 66"/>
                <a:gd name="T6" fmla="*/ 12 w 68"/>
                <a:gd name="T7" fmla="*/ 0 h 66"/>
              </a:gdLst>
              <a:ahLst/>
              <a:cxnLst>
                <a:cxn ang="0">
                  <a:pos x="T0" y="T1"/>
                </a:cxn>
                <a:cxn ang="0">
                  <a:pos x="T2" y="T3"/>
                </a:cxn>
                <a:cxn ang="0">
                  <a:pos x="T4" y="T5"/>
                </a:cxn>
                <a:cxn ang="0">
                  <a:pos x="T6" y="T7"/>
                </a:cxn>
              </a:cxnLst>
              <a:rect l="0" t="0" r="r" b="b"/>
              <a:pathLst>
                <a:path w="68" h="66">
                  <a:moveTo>
                    <a:pt x="12" y="0"/>
                  </a:moveTo>
                  <a:cubicBezTo>
                    <a:pt x="10" y="19"/>
                    <a:pt x="6" y="41"/>
                    <a:pt x="0" y="66"/>
                  </a:cubicBezTo>
                  <a:cubicBezTo>
                    <a:pt x="68" y="56"/>
                    <a:pt x="68" y="56"/>
                    <a:pt x="68" y="56"/>
                  </a:cubicBezTo>
                  <a:lnTo>
                    <a:pt x="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Freeform 8"/>
            <p:cNvSpPr>
              <a:spLocks/>
            </p:cNvSpPr>
            <p:nvPr/>
          </p:nvSpPr>
          <p:spPr bwMode="auto">
            <a:xfrm>
              <a:off x="1190625" y="2568575"/>
              <a:ext cx="168275" cy="66675"/>
            </a:xfrm>
            <a:custGeom>
              <a:avLst/>
              <a:gdLst>
                <a:gd name="T0" fmla="*/ 15 w 108"/>
                <a:gd name="T1" fmla="*/ 31 h 43"/>
                <a:gd name="T2" fmla="*/ 49 w 108"/>
                <a:gd name="T3" fmla="*/ 43 h 43"/>
                <a:gd name="T4" fmla="*/ 86 w 108"/>
                <a:gd name="T5" fmla="*/ 26 h 43"/>
                <a:gd name="T6" fmla="*/ 108 w 108"/>
                <a:gd name="T7" fmla="*/ 0 h 43"/>
                <a:gd name="T8" fmla="*/ 49 w 108"/>
                <a:gd name="T9" fmla="*/ 7 h 43"/>
                <a:gd name="T10" fmla="*/ 0 w 108"/>
                <a:gd name="T11" fmla="*/ 4 h 43"/>
                <a:gd name="T12" fmla="*/ 15 w 108"/>
                <a:gd name="T13" fmla="*/ 31 h 43"/>
              </a:gdLst>
              <a:ahLst/>
              <a:cxnLst>
                <a:cxn ang="0">
                  <a:pos x="T0" y="T1"/>
                </a:cxn>
                <a:cxn ang="0">
                  <a:pos x="T2" y="T3"/>
                </a:cxn>
                <a:cxn ang="0">
                  <a:pos x="T4" y="T5"/>
                </a:cxn>
                <a:cxn ang="0">
                  <a:pos x="T6" y="T7"/>
                </a:cxn>
                <a:cxn ang="0">
                  <a:pos x="T8" y="T9"/>
                </a:cxn>
                <a:cxn ang="0">
                  <a:pos x="T10" y="T11"/>
                </a:cxn>
                <a:cxn ang="0">
                  <a:pos x="T12" y="T13"/>
                </a:cxn>
              </a:cxnLst>
              <a:rect l="0" t="0" r="r" b="b"/>
              <a:pathLst>
                <a:path w="108" h="43">
                  <a:moveTo>
                    <a:pt x="15" y="31"/>
                  </a:moveTo>
                  <a:cubicBezTo>
                    <a:pt x="25" y="39"/>
                    <a:pt x="37" y="43"/>
                    <a:pt x="49" y="43"/>
                  </a:cubicBezTo>
                  <a:cubicBezTo>
                    <a:pt x="62" y="43"/>
                    <a:pt x="76" y="38"/>
                    <a:pt x="86" y="26"/>
                  </a:cubicBezTo>
                  <a:cubicBezTo>
                    <a:pt x="94" y="18"/>
                    <a:pt x="101" y="9"/>
                    <a:pt x="108" y="0"/>
                  </a:cubicBezTo>
                  <a:cubicBezTo>
                    <a:pt x="90" y="5"/>
                    <a:pt x="70" y="7"/>
                    <a:pt x="49" y="7"/>
                  </a:cubicBezTo>
                  <a:cubicBezTo>
                    <a:pt x="33" y="7"/>
                    <a:pt x="17" y="5"/>
                    <a:pt x="0" y="4"/>
                  </a:cubicBezTo>
                  <a:cubicBezTo>
                    <a:pt x="2" y="14"/>
                    <a:pt x="7" y="23"/>
                    <a:pt x="15"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9"/>
            <p:cNvSpPr>
              <a:spLocks/>
            </p:cNvSpPr>
            <p:nvPr/>
          </p:nvSpPr>
          <p:spPr bwMode="auto">
            <a:xfrm>
              <a:off x="1195388" y="2330450"/>
              <a:ext cx="300038" cy="201613"/>
            </a:xfrm>
            <a:custGeom>
              <a:avLst/>
              <a:gdLst>
                <a:gd name="T0" fmla="*/ 124 w 193"/>
                <a:gd name="T1" fmla="*/ 117 h 130"/>
                <a:gd name="T2" fmla="*/ 135 w 193"/>
                <a:gd name="T3" fmla="*/ 112 h 130"/>
                <a:gd name="T4" fmla="*/ 193 w 193"/>
                <a:gd name="T5" fmla="*/ 0 h 130"/>
                <a:gd name="T6" fmla="*/ 75 w 193"/>
                <a:gd name="T7" fmla="*/ 17 h 130"/>
                <a:gd name="T8" fmla="*/ 8 w 193"/>
                <a:gd name="T9" fmla="*/ 114 h 130"/>
                <a:gd name="T10" fmla="*/ 0 w 193"/>
                <a:gd name="T11" fmla="*/ 127 h 130"/>
                <a:gd name="T12" fmla="*/ 46 w 193"/>
                <a:gd name="T13" fmla="*/ 130 h 130"/>
                <a:gd name="T14" fmla="*/ 124 w 193"/>
                <a:gd name="T15" fmla="*/ 117 h 1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3" h="130">
                  <a:moveTo>
                    <a:pt x="124" y="117"/>
                  </a:moveTo>
                  <a:cubicBezTo>
                    <a:pt x="129" y="115"/>
                    <a:pt x="133" y="113"/>
                    <a:pt x="135" y="112"/>
                  </a:cubicBezTo>
                  <a:cubicBezTo>
                    <a:pt x="160" y="74"/>
                    <a:pt x="179" y="36"/>
                    <a:pt x="193" y="0"/>
                  </a:cubicBezTo>
                  <a:cubicBezTo>
                    <a:pt x="75" y="17"/>
                    <a:pt x="75" y="17"/>
                    <a:pt x="75" y="17"/>
                  </a:cubicBezTo>
                  <a:cubicBezTo>
                    <a:pt x="58" y="50"/>
                    <a:pt x="36" y="83"/>
                    <a:pt x="8" y="114"/>
                  </a:cubicBezTo>
                  <a:cubicBezTo>
                    <a:pt x="5" y="118"/>
                    <a:pt x="2" y="123"/>
                    <a:pt x="0" y="127"/>
                  </a:cubicBezTo>
                  <a:cubicBezTo>
                    <a:pt x="16" y="129"/>
                    <a:pt x="31" y="130"/>
                    <a:pt x="46" y="130"/>
                  </a:cubicBezTo>
                  <a:cubicBezTo>
                    <a:pt x="75" y="130"/>
                    <a:pt x="101" y="126"/>
                    <a:pt x="124" y="1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10"/>
            <p:cNvSpPr>
              <a:spLocks/>
            </p:cNvSpPr>
            <p:nvPr/>
          </p:nvSpPr>
          <p:spPr bwMode="auto">
            <a:xfrm>
              <a:off x="1187450" y="1533525"/>
              <a:ext cx="984250" cy="814388"/>
            </a:xfrm>
            <a:custGeom>
              <a:avLst/>
              <a:gdLst>
                <a:gd name="T0" fmla="*/ 118 w 634"/>
                <a:gd name="T1" fmla="*/ 299 h 525"/>
                <a:gd name="T2" fmla="*/ 129 w 634"/>
                <a:gd name="T3" fmla="*/ 316 h 525"/>
                <a:gd name="T4" fmla="*/ 215 w 634"/>
                <a:gd name="T5" fmla="*/ 401 h 525"/>
                <a:gd name="T6" fmla="*/ 46 w 634"/>
                <a:gd name="T7" fmla="*/ 426 h 525"/>
                <a:gd name="T8" fmla="*/ 4 w 634"/>
                <a:gd name="T9" fmla="*/ 483 h 525"/>
                <a:gd name="T10" fmla="*/ 54 w 634"/>
                <a:gd name="T11" fmla="*/ 525 h 525"/>
                <a:gd name="T12" fmla="*/ 61 w 634"/>
                <a:gd name="T13" fmla="*/ 525 h 525"/>
                <a:gd name="T14" fmla="*/ 328 w 634"/>
                <a:gd name="T15" fmla="*/ 485 h 525"/>
                <a:gd name="T16" fmla="*/ 368 w 634"/>
                <a:gd name="T17" fmla="*/ 451 h 525"/>
                <a:gd name="T18" fmla="*/ 356 w 634"/>
                <a:gd name="T19" fmla="*/ 400 h 525"/>
                <a:gd name="T20" fmla="*/ 245 w 634"/>
                <a:gd name="T21" fmla="*/ 289 h 525"/>
                <a:gd name="T22" fmla="*/ 291 w 634"/>
                <a:gd name="T23" fmla="*/ 189 h 525"/>
                <a:gd name="T24" fmla="*/ 303 w 634"/>
                <a:gd name="T25" fmla="*/ 169 h 525"/>
                <a:gd name="T26" fmla="*/ 254 w 634"/>
                <a:gd name="T27" fmla="*/ 99 h 525"/>
                <a:gd name="T28" fmla="*/ 264 w 634"/>
                <a:gd name="T29" fmla="*/ 41 h 525"/>
                <a:gd name="T30" fmla="*/ 288 w 634"/>
                <a:gd name="T31" fmla="*/ 34 h 525"/>
                <a:gd name="T32" fmla="*/ 322 w 634"/>
                <a:gd name="T33" fmla="*/ 52 h 525"/>
                <a:gd name="T34" fmla="*/ 350 w 634"/>
                <a:gd name="T35" fmla="*/ 92 h 525"/>
                <a:gd name="T36" fmla="*/ 352 w 634"/>
                <a:gd name="T37" fmla="*/ 84 h 525"/>
                <a:gd name="T38" fmla="*/ 588 w 634"/>
                <a:gd name="T39" fmla="*/ 157 h 525"/>
                <a:gd name="T40" fmla="*/ 598 w 634"/>
                <a:gd name="T41" fmla="*/ 158 h 525"/>
                <a:gd name="T42" fmla="*/ 628 w 634"/>
                <a:gd name="T43" fmla="*/ 135 h 525"/>
                <a:gd name="T44" fmla="*/ 607 w 634"/>
                <a:gd name="T45" fmla="*/ 95 h 525"/>
                <a:gd name="T46" fmla="*/ 500 w 634"/>
                <a:gd name="T47" fmla="*/ 62 h 525"/>
                <a:gd name="T48" fmla="*/ 425 w 634"/>
                <a:gd name="T49" fmla="*/ 97 h 525"/>
                <a:gd name="T50" fmla="*/ 389 w 634"/>
                <a:gd name="T51" fmla="*/ 90 h 525"/>
                <a:gd name="T52" fmla="*/ 334 w 634"/>
                <a:gd name="T53" fmla="*/ 38 h 525"/>
                <a:gd name="T54" fmla="*/ 326 w 634"/>
                <a:gd name="T55" fmla="*/ 9 h 525"/>
                <a:gd name="T56" fmla="*/ 309 w 634"/>
                <a:gd name="T57" fmla="*/ 4 h 525"/>
                <a:gd name="T58" fmla="*/ 297 w 634"/>
                <a:gd name="T59" fmla="*/ 2 h 525"/>
                <a:gd name="T60" fmla="*/ 213 w 634"/>
                <a:gd name="T61" fmla="*/ 42 h 525"/>
                <a:gd name="T62" fmla="*/ 151 w 634"/>
                <a:gd name="T63" fmla="*/ 133 h 525"/>
                <a:gd name="T64" fmla="*/ 112 w 634"/>
                <a:gd name="T65" fmla="*/ 240 h 525"/>
                <a:gd name="T66" fmla="*/ 118 w 634"/>
                <a:gd name="T67" fmla="*/ 299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34" h="525">
                  <a:moveTo>
                    <a:pt x="118" y="299"/>
                  </a:moveTo>
                  <a:cubicBezTo>
                    <a:pt x="121" y="305"/>
                    <a:pt x="125" y="311"/>
                    <a:pt x="129" y="316"/>
                  </a:cubicBezTo>
                  <a:cubicBezTo>
                    <a:pt x="215" y="401"/>
                    <a:pt x="215" y="401"/>
                    <a:pt x="215" y="401"/>
                  </a:cubicBezTo>
                  <a:cubicBezTo>
                    <a:pt x="46" y="426"/>
                    <a:pt x="46" y="426"/>
                    <a:pt x="46" y="426"/>
                  </a:cubicBezTo>
                  <a:cubicBezTo>
                    <a:pt x="19" y="430"/>
                    <a:pt x="0" y="455"/>
                    <a:pt x="4" y="483"/>
                  </a:cubicBezTo>
                  <a:cubicBezTo>
                    <a:pt x="8" y="508"/>
                    <a:pt x="29" y="525"/>
                    <a:pt x="54" y="525"/>
                  </a:cubicBezTo>
                  <a:cubicBezTo>
                    <a:pt x="56" y="525"/>
                    <a:pt x="59" y="525"/>
                    <a:pt x="61" y="525"/>
                  </a:cubicBezTo>
                  <a:cubicBezTo>
                    <a:pt x="328" y="485"/>
                    <a:pt x="328" y="485"/>
                    <a:pt x="328" y="485"/>
                  </a:cubicBezTo>
                  <a:cubicBezTo>
                    <a:pt x="346" y="482"/>
                    <a:pt x="362" y="469"/>
                    <a:pt x="368" y="451"/>
                  </a:cubicBezTo>
                  <a:cubicBezTo>
                    <a:pt x="374" y="433"/>
                    <a:pt x="369" y="413"/>
                    <a:pt x="356" y="400"/>
                  </a:cubicBezTo>
                  <a:cubicBezTo>
                    <a:pt x="245" y="289"/>
                    <a:pt x="245" y="289"/>
                    <a:pt x="245" y="289"/>
                  </a:cubicBezTo>
                  <a:cubicBezTo>
                    <a:pt x="255" y="255"/>
                    <a:pt x="273" y="220"/>
                    <a:pt x="291" y="189"/>
                  </a:cubicBezTo>
                  <a:cubicBezTo>
                    <a:pt x="295" y="182"/>
                    <a:pt x="299" y="175"/>
                    <a:pt x="303" y="169"/>
                  </a:cubicBezTo>
                  <a:cubicBezTo>
                    <a:pt x="254" y="99"/>
                    <a:pt x="254" y="99"/>
                    <a:pt x="254" y="99"/>
                  </a:cubicBezTo>
                  <a:cubicBezTo>
                    <a:pt x="241" y="80"/>
                    <a:pt x="246" y="54"/>
                    <a:pt x="264" y="41"/>
                  </a:cubicBezTo>
                  <a:cubicBezTo>
                    <a:pt x="271" y="37"/>
                    <a:pt x="279" y="34"/>
                    <a:pt x="288" y="34"/>
                  </a:cubicBezTo>
                  <a:cubicBezTo>
                    <a:pt x="301" y="34"/>
                    <a:pt x="314" y="41"/>
                    <a:pt x="322" y="52"/>
                  </a:cubicBezTo>
                  <a:cubicBezTo>
                    <a:pt x="350" y="92"/>
                    <a:pt x="350" y="92"/>
                    <a:pt x="350" y="92"/>
                  </a:cubicBezTo>
                  <a:cubicBezTo>
                    <a:pt x="351" y="89"/>
                    <a:pt x="351" y="86"/>
                    <a:pt x="352" y="84"/>
                  </a:cubicBezTo>
                  <a:cubicBezTo>
                    <a:pt x="588" y="157"/>
                    <a:pt x="588" y="157"/>
                    <a:pt x="588" y="157"/>
                  </a:cubicBezTo>
                  <a:cubicBezTo>
                    <a:pt x="591" y="158"/>
                    <a:pt x="595" y="158"/>
                    <a:pt x="598" y="158"/>
                  </a:cubicBezTo>
                  <a:cubicBezTo>
                    <a:pt x="611" y="158"/>
                    <a:pt x="624" y="149"/>
                    <a:pt x="628" y="135"/>
                  </a:cubicBezTo>
                  <a:cubicBezTo>
                    <a:pt x="634" y="119"/>
                    <a:pt x="624" y="101"/>
                    <a:pt x="607" y="95"/>
                  </a:cubicBezTo>
                  <a:cubicBezTo>
                    <a:pt x="500" y="62"/>
                    <a:pt x="500" y="62"/>
                    <a:pt x="500" y="62"/>
                  </a:cubicBezTo>
                  <a:cubicBezTo>
                    <a:pt x="481" y="84"/>
                    <a:pt x="454" y="97"/>
                    <a:pt x="425" y="97"/>
                  </a:cubicBezTo>
                  <a:cubicBezTo>
                    <a:pt x="413" y="97"/>
                    <a:pt x="401" y="95"/>
                    <a:pt x="389" y="90"/>
                  </a:cubicBezTo>
                  <a:cubicBezTo>
                    <a:pt x="364" y="81"/>
                    <a:pt x="345" y="62"/>
                    <a:pt x="334" y="38"/>
                  </a:cubicBezTo>
                  <a:cubicBezTo>
                    <a:pt x="330" y="28"/>
                    <a:pt x="328" y="19"/>
                    <a:pt x="326" y="9"/>
                  </a:cubicBezTo>
                  <a:cubicBezTo>
                    <a:pt x="309" y="4"/>
                    <a:pt x="309" y="4"/>
                    <a:pt x="309" y="4"/>
                  </a:cubicBezTo>
                  <a:cubicBezTo>
                    <a:pt x="305" y="2"/>
                    <a:pt x="301" y="2"/>
                    <a:pt x="297" y="2"/>
                  </a:cubicBezTo>
                  <a:cubicBezTo>
                    <a:pt x="271" y="0"/>
                    <a:pt x="239" y="11"/>
                    <a:pt x="213" y="42"/>
                  </a:cubicBezTo>
                  <a:cubicBezTo>
                    <a:pt x="186" y="74"/>
                    <a:pt x="166" y="102"/>
                    <a:pt x="151" y="133"/>
                  </a:cubicBezTo>
                  <a:cubicBezTo>
                    <a:pt x="135" y="164"/>
                    <a:pt x="123" y="197"/>
                    <a:pt x="112" y="240"/>
                  </a:cubicBezTo>
                  <a:cubicBezTo>
                    <a:pt x="107" y="266"/>
                    <a:pt x="111" y="285"/>
                    <a:pt x="118" y="2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11"/>
            <p:cNvSpPr>
              <a:spLocks/>
            </p:cNvSpPr>
            <p:nvPr/>
          </p:nvSpPr>
          <p:spPr bwMode="auto">
            <a:xfrm>
              <a:off x="1689100" y="1371600"/>
              <a:ext cx="315913" cy="317500"/>
            </a:xfrm>
            <a:custGeom>
              <a:avLst/>
              <a:gdLst>
                <a:gd name="T0" fmla="*/ 69 w 204"/>
                <a:gd name="T1" fmla="*/ 186 h 204"/>
                <a:gd name="T2" fmla="*/ 186 w 204"/>
                <a:gd name="T3" fmla="*/ 134 h 204"/>
                <a:gd name="T4" fmla="*/ 135 w 204"/>
                <a:gd name="T5" fmla="*/ 18 h 204"/>
                <a:gd name="T6" fmla="*/ 18 w 204"/>
                <a:gd name="T7" fmla="*/ 69 h 204"/>
                <a:gd name="T8" fmla="*/ 69 w 204"/>
                <a:gd name="T9" fmla="*/ 186 h 204"/>
              </a:gdLst>
              <a:ahLst/>
              <a:cxnLst>
                <a:cxn ang="0">
                  <a:pos x="T0" y="T1"/>
                </a:cxn>
                <a:cxn ang="0">
                  <a:pos x="T2" y="T3"/>
                </a:cxn>
                <a:cxn ang="0">
                  <a:pos x="T4" y="T5"/>
                </a:cxn>
                <a:cxn ang="0">
                  <a:pos x="T6" y="T7"/>
                </a:cxn>
                <a:cxn ang="0">
                  <a:pos x="T8" y="T9"/>
                </a:cxn>
              </a:cxnLst>
              <a:rect l="0" t="0" r="r" b="b"/>
              <a:pathLst>
                <a:path w="204" h="204">
                  <a:moveTo>
                    <a:pt x="69" y="186"/>
                  </a:moveTo>
                  <a:cubicBezTo>
                    <a:pt x="116" y="204"/>
                    <a:pt x="168" y="181"/>
                    <a:pt x="186" y="134"/>
                  </a:cubicBezTo>
                  <a:cubicBezTo>
                    <a:pt x="204" y="88"/>
                    <a:pt x="181" y="36"/>
                    <a:pt x="135" y="18"/>
                  </a:cubicBezTo>
                  <a:cubicBezTo>
                    <a:pt x="88" y="0"/>
                    <a:pt x="36" y="23"/>
                    <a:pt x="18" y="69"/>
                  </a:cubicBezTo>
                  <a:cubicBezTo>
                    <a:pt x="0" y="115"/>
                    <a:pt x="23" y="168"/>
                    <a:pt x="69" y="1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12"/>
            <p:cNvSpPr>
              <a:spLocks/>
            </p:cNvSpPr>
            <p:nvPr/>
          </p:nvSpPr>
          <p:spPr bwMode="auto">
            <a:xfrm>
              <a:off x="1579563" y="1593850"/>
              <a:ext cx="385763" cy="498475"/>
            </a:xfrm>
            <a:custGeom>
              <a:avLst/>
              <a:gdLst>
                <a:gd name="T0" fmla="*/ 62 w 249"/>
                <a:gd name="T1" fmla="*/ 18 h 322"/>
                <a:gd name="T2" fmla="*/ 18 w 249"/>
                <a:gd name="T3" fmla="*/ 10 h 322"/>
                <a:gd name="T4" fmla="*/ 10 w 249"/>
                <a:gd name="T5" fmla="*/ 55 h 322"/>
                <a:gd name="T6" fmla="*/ 187 w 249"/>
                <a:gd name="T7" fmla="*/ 308 h 322"/>
                <a:gd name="T8" fmla="*/ 213 w 249"/>
                <a:gd name="T9" fmla="*/ 322 h 322"/>
                <a:gd name="T10" fmla="*/ 231 w 249"/>
                <a:gd name="T11" fmla="*/ 316 h 322"/>
                <a:gd name="T12" fmla="*/ 239 w 249"/>
                <a:gd name="T13" fmla="*/ 272 h 322"/>
                <a:gd name="T14" fmla="*/ 62 w 249"/>
                <a:gd name="T15" fmla="*/ 18 h 3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9" h="322">
                  <a:moveTo>
                    <a:pt x="62" y="18"/>
                  </a:moveTo>
                  <a:cubicBezTo>
                    <a:pt x="52" y="3"/>
                    <a:pt x="32" y="0"/>
                    <a:pt x="18" y="10"/>
                  </a:cubicBezTo>
                  <a:cubicBezTo>
                    <a:pt x="3" y="20"/>
                    <a:pt x="0" y="40"/>
                    <a:pt x="10" y="55"/>
                  </a:cubicBezTo>
                  <a:cubicBezTo>
                    <a:pt x="187" y="308"/>
                    <a:pt x="187" y="308"/>
                    <a:pt x="187" y="308"/>
                  </a:cubicBezTo>
                  <a:cubicBezTo>
                    <a:pt x="193" y="317"/>
                    <a:pt x="203" y="322"/>
                    <a:pt x="213" y="322"/>
                  </a:cubicBezTo>
                  <a:cubicBezTo>
                    <a:pt x="219" y="322"/>
                    <a:pt x="226" y="320"/>
                    <a:pt x="231" y="316"/>
                  </a:cubicBezTo>
                  <a:cubicBezTo>
                    <a:pt x="246" y="306"/>
                    <a:pt x="249" y="286"/>
                    <a:pt x="239" y="272"/>
                  </a:cubicBezTo>
                  <a:lnTo>
                    <a:pt x="62"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3"/>
            <p:cNvSpPr>
              <a:spLocks/>
            </p:cNvSpPr>
            <p:nvPr/>
          </p:nvSpPr>
          <p:spPr bwMode="auto">
            <a:xfrm>
              <a:off x="1841500" y="1228725"/>
              <a:ext cx="334963" cy="306388"/>
            </a:xfrm>
            <a:custGeom>
              <a:avLst/>
              <a:gdLst>
                <a:gd name="T0" fmla="*/ 10 w 216"/>
                <a:gd name="T1" fmla="*/ 69 h 198"/>
                <a:gd name="T2" fmla="*/ 17 w 216"/>
                <a:gd name="T3" fmla="*/ 74 h 198"/>
                <a:gd name="T4" fmla="*/ 22 w 216"/>
                <a:gd name="T5" fmla="*/ 67 h 198"/>
                <a:gd name="T6" fmla="*/ 16 w 216"/>
                <a:gd name="T7" fmla="*/ 30 h 198"/>
                <a:gd name="T8" fmla="*/ 47 w 216"/>
                <a:gd name="T9" fmla="*/ 61 h 198"/>
                <a:gd name="T10" fmla="*/ 52 w 216"/>
                <a:gd name="T11" fmla="*/ 62 h 198"/>
                <a:gd name="T12" fmla="*/ 57 w 216"/>
                <a:gd name="T13" fmla="*/ 58 h 198"/>
                <a:gd name="T14" fmla="*/ 66 w 216"/>
                <a:gd name="T15" fmla="*/ 27 h 198"/>
                <a:gd name="T16" fmla="*/ 82 w 216"/>
                <a:gd name="T17" fmla="*/ 62 h 198"/>
                <a:gd name="T18" fmla="*/ 87 w 216"/>
                <a:gd name="T19" fmla="*/ 65 h 198"/>
                <a:gd name="T20" fmla="*/ 92 w 216"/>
                <a:gd name="T21" fmla="*/ 63 h 198"/>
                <a:gd name="T22" fmla="*/ 126 w 216"/>
                <a:gd name="T23" fmla="*/ 24 h 198"/>
                <a:gd name="T24" fmla="*/ 122 w 216"/>
                <a:gd name="T25" fmla="*/ 74 h 198"/>
                <a:gd name="T26" fmla="*/ 124 w 216"/>
                <a:gd name="T27" fmla="*/ 79 h 198"/>
                <a:gd name="T28" fmla="*/ 130 w 216"/>
                <a:gd name="T29" fmla="*/ 81 h 198"/>
                <a:gd name="T30" fmla="*/ 174 w 216"/>
                <a:gd name="T31" fmla="*/ 69 h 198"/>
                <a:gd name="T32" fmla="*/ 145 w 216"/>
                <a:gd name="T33" fmla="*/ 110 h 198"/>
                <a:gd name="T34" fmla="*/ 144 w 216"/>
                <a:gd name="T35" fmla="*/ 115 h 198"/>
                <a:gd name="T36" fmla="*/ 149 w 216"/>
                <a:gd name="T37" fmla="*/ 119 h 198"/>
                <a:gd name="T38" fmla="*/ 191 w 216"/>
                <a:gd name="T39" fmla="*/ 127 h 198"/>
                <a:gd name="T40" fmla="*/ 142 w 216"/>
                <a:gd name="T41" fmla="*/ 152 h 198"/>
                <a:gd name="T42" fmla="*/ 139 w 216"/>
                <a:gd name="T43" fmla="*/ 156 h 198"/>
                <a:gd name="T44" fmla="*/ 140 w 216"/>
                <a:gd name="T45" fmla="*/ 161 h 198"/>
                <a:gd name="T46" fmla="*/ 161 w 216"/>
                <a:gd name="T47" fmla="*/ 185 h 198"/>
                <a:gd name="T48" fmla="*/ 130 w 216"/>
                <a:gd name="T49" fmla="*/ 183 h 198"/>
                <a:gd name="T50" fmla="*/ 124 w 216"/>
                <a:gd name="T51" fmla="*/ 188 h 198"/>
                <a:gd name="T52" fmla="*/ 129 w 216"/>
                <a:gd name="T53" fmla="*/ 195 h 198"/>
                <a:gd name="T54" fmla="*/ 175 w 216"/>
                <a:gd name="T55" fmla="*/ 198 h 198"/>
                <a:gd name="T56" fmla="*/ 175 w 216"/>
                <a:gd name="T57" fmla="*/ 198 h 198"/>
                <a:gd name="T58" fmla="*/ 181 w 216"/>
                <a:gd name="T59" fmla="*/ 195 h 198"/>
                <a:gd name="T60" fmla="*/ 180 w 216"/>
                <a:gd name="T61" fmla="*/ 188 h 198"/>
                <a:gd name="T62" fmla="*/ 154 w 216"/>
                <a:gd name="T63" fmla="*/ 159 h 198"/>
                <a:gd name="T64" fmla="*/ 212 w 216"/>
                <a:gd name="T65" fmla="*/ 129 h 198"/>
                <a:gd name="T66" fmla="*/ 215 w 216"/>
                <a:gd name="T67" fmla="*/ 123 h 198"/>
                <a:gd name="T68" fmla="*/ 210 w 216"/>
                <a:gd name="T69" fmla="*/ 118 h 198"/>
                <a:gd name="T70" fmla="*/ 160 w 216"/>
                <a:gd name="T71" fmla="*/ 109 h 198"/>
                <a:gd name="T72" fmla="*/ 193 w 216"/>
                <a:gd name="T73" fmla="*/ 62 h 198"/>
                <a:gd name="T74" fmla="*/ 193 w 216"/>
                <a:gd name="T75" fmla="*/ 55 h 198"/>
                <a:gd name="T76" fmla="*/ 186 w 216"/>
                <a:gd name="T77" fmla="*/ 53 h 198"/>
                <a:gd name="T78" fmla="*/ 135 w 216"/>
                <a:gd name="T79" fmla="*/ 67 h 198"/>
                <a:gd name="T80" fmla="*/ 140 w 216"/>
                <a:gd name="T81" fmla="*/ 7 h 198"/>
                <a:gd name="T82" fmla="*/ 136 w 216"/>
                <a:gd name="T83" fmla="*/ 1 h 198"/>
                <a:gd name="T84" fmla="*/ 129 w 216"/>
                <a:gd name="T85" fmla="*/ 3 h 198"/>
                <a:gd name="T86" fmla="*/ 89 w 216"/>
                <a:gd name="T87" fmla="*/ 49 h 198"/>
                <a:gd name="T88" fmla="*/ 70 w 216"/>
                <a:gd name="T89" fmla="*/ 7 h 198"/>
                <a:gd name="T90" fmla="*/ 64 w 216"/>
                <a:gd name="T91" fmla="*/ 4 h 198"/>
                <a:gd name="T92" fmla="*/ 59 w 216"/>
                <a:gd name="T93" fmla="*/ 8 h 198"/>
                <a:gd name="T94" fmla="*/ 48 w 216"/>
                <a:gd name="T95" fmla="*/ 45 h 198"/>
                <a:gd name="T96" fmla="*/ 10 w 216"/>
                <a:gd name="T97" fmla="*/ 9 h 198"/>
                <a:gd name="T98" fmla="*/ 3 w 216"/>
                <a:gd name="T99" fmla="*/ 8 h 198"/>
                <a:gd name="T100" fmla="*/ 0 w 216"/>
                <a:gd name="T101" fmla="*/ 14 h 198"/>
                <a:gd name="T102" fmla="*/ 10 w 216"/>
                <a:gd name="T103" fmla="*/ 69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16" h="198">
                  <a:moveTo>
                    <a:pt x="10" y="69"/>
                  </a:moveTo>
                  <a:cubicBezTo>
                    <a:pt x="11" y="72"/>
                    <a:pt x="14" y="74"/>
                    <a:pt x="17" y="74"/>
                  </a:cubicBezTo>
                  <a:cubicBezTo>
                    <a:pt x="21" y="73"/>
                    <a:pt x="23" y="70"/>
                    <a:pt x="22" y="67"/>
                  </a:cubicBezTo>
                  <a:cubicBezTo>
                    <a:pt x="16" y="30"/>
                    <a:pt x="16" y="30"/>
                    <a:pt x="16" y="30"/>
                  </a:cubicBezTo>
                  <a:cubicBezTo>
                    <a:pt x="47" y="61"/>
                    <a:pt x="47" y="61"/>
                    <a:pt x="47" y="61"/>
                  </a:cubicBezTo>
                  <a:cubicBezTo>
                    <a:pt x="48" y="62"/>
                    <a:pt x="50" y="63"/>
                    <a:pt x="52" y="62"/>
                  </a:cubicBezTo>
                  <a:cubicBezTo>
                    <a:pt x="54" y="62"/>
                    <a:pt x="56" y="60"/>
                    <a:pt x="57" y="58"/>
                  </a:cubicBezTo>
                  <a:cubicBezTo>
                    <a:pt x="66" y="27"/>
                    <a:pt x="66" y="27"/>
                    <a:pt x="66" y="27"/>
                  </a:cubicBezTo>
                  <a:cubicBezTo>
                    <a:pt x="82" y="62"/>
                    <a:pt x="82" y="62"/>
                    <a:pt x="82" y="62"/>
                  </a:cubicBezTo>
                  <a:cubicBezTo>
                    <a:pt x="83" y="64"/>
                    <a:pt x="85" y="65"/>
                    <a:pt x="87" y="65"/>
                  </a:cubicBezTo>
                  <a:cubicBezTo>
                    <a:pt x="89" y="66"/>
                    <a:pt x="91" y="65"/>
                    <a:pt x="92" y="63"/>
                  </a:cubicBezTo>
                  <a:cubicBezTo>
                    <a:pt x="126" y="24"/>
                    <a:pt x="126" y="24"/>
                    <a:pt x="126" y="24"/>
                  </a:cubicBezTo>
                  <a:cubicBezTo>
                    <a:pt x="122" y="74"/>
                    <a:pt x="122" y="74"/>
                    <a:pt x="122" y="74"/>
                  </a:cubicBezTo>
                  <a:cubicBezTo>
                    <a:pt x="122" y="76"/>
                    <a:pt x="123" y="78"/>
                    <a:pt x="124" y="79"/>
                  </a:cubicBezTo>
                  <a:cubicBezTo>
                    <a:pt x="126" y="81"/>
                    <a:pt x="128" y="81"/>
                    <a:pt x="130" y="81"/>
                  </a:cubicBezTo>
                  <a:cubicBezTo>
                    <a:pt x="174" y="69"/>
                    <a:pt x="174" y="69"/>
                    <a:pt x="174" y="69"/>
                  </a:cubicBezTo>
                  <a:cubicBezTo>
                    <a:pt x="145" y="110"/>
                    <a:pt x="145" y="110"/>
                    <a:pt x="145" y="110"/>
                  </a:cubicBezTo>
                  <a:cubicBezTo>
                    <a:pt x="144" y="111"/>
                    <a:pt x="144" y="113"/>
                    <a:pt x="144" y="115"/>
                  </a:cubicBezTo>
                  <a:cubicBezTo>
                    <a:pt x="145" y="117"/>
                    <a:pt x="147" y="119"/>
                    <a:pt x="149" y="119"/>
                  </a:cubicBezTo>
                  <a:cubicBezTo>
                    <a:pt x="191" y="127"/>
                    <a:pt x="191" y="127"/>
                    <a:pt x="191" y="127"/>
                  </a:cubicBezTo>
                  <a:cubicBezTo>
                    <a:pt x="142" y="152"/>
                    <a:pt x="142" y="152"/>
                    <a:pt x="142" y="152"/>
                  </a:cubicBezTo>
                  <a:cubicBezTo>
                    <a:pt x="140" y="153"/>
                    <a:pt x="139" y="155"/>
                    <a:pt x="139" y="156"/>
                  </a:cubicBezTo>
                  <a:cubicBezTo>
                    <a:pt x="138" y="158"/>
                    <a:pt x="139" y="160"/>
                    <a:pt x="140" y="161"/>
                  </a:cubicBezTo>
                  <a:cubicBezTo>
                    <a:pt x="161" y="185"/>
                    <a:pt x="161" y="185"/>
                    <a:pt x="161" y="185"/>
                  </a:cubicBezTo>
                  <a:cubicBezTo>
                    <a:pt x="130" y="183"/>
                    <a:pt x="130" y="183"/>
                    <a:pt x="130" y="183"/>
                  </a:cubicBezTo>
                  <a:cubicBezTo>
                    <a:pt x="127" y="183"/>
                    <a:pt x="124" y="185"/>
                    <a:pt x="124" y="188"/>
                  </a:cubicBezTo>
                  <a:cubicBezTo>
                    <a:pt x="123" y="192"/>
                    <a:pt x="126" y="195"/>
                    <a:pt x="129" y="195"/>
                  </a:cubicBezTo>
                  <a:cubicBezTo>
                    <a:pt x="175" y="198"/>
                    <a:pt x="175" y="198"/>
                    <a:pt x="175" y="198"/>
                  </a:cubicBezTo>
                  <a:cubicBezTo>
                    <a:pt x="175" y="198"/>
                    <a:pt x="175" y="198"/>
                    <a:pt x="175" y="198"/>
                  </a:cubicBezTo>
                  <a:cubicBezTo>
                    <a:pt x="178" y="198"/>
                    <a:pt x="180" y="197"/>
                    <a:pt x="181" y="195"/>
                  </a:cubicBezTo>
                  <a:cubicBezTo>
                    <a:pt x="182" y="193"/>
                    <a:pt x="181" y="190"/>
                    <a:pt x="180" y="188"/>
                  </a:cubicBezTo>
                  <a:cubicBezTo>
                    <a:pt x="154" y="159"/>
                    <a:pt x="154" y="159"/>
                    <a:pt x="154" y="159"/>
                  </a:cubicBezTo>
                  <a:cubicBezTo>
                    <a:pt x="212" y="129"/>
                    <a:pt x="212" y="129"/>
                    <a:pt x="212" y="129"/>
                  </a:cubicBezTo>
                  <a:cubicBezTo>
                    <a:pt x="214" y="128"/>
                    <a:pt x="216" y="125"/>
                    <a:pt x="215" y="123"/>
                  </a:cubicBezTo>
                  <a:cubicBezTo>
                    <a:pt x="215" y="120"/>
                    <a:pt x="213" y="118"/>
                    <a:pt x="210" y="118"/>
                  </a:cubicBezTo>
                  <a:cubicBezTo>
                    <a:pt x="160" y="109"/>
                    <a:pt x="160" y="109"/>
                    <a:pt x="160" y="109"/>
                  </a:cubicBezTo>
                  <a:cubicBezTo>
                    <a:pt x="193" y="62"/>
                    <a:pt x="193" y="62"/>
                    <a:pt x="193" y="62"/>
                  </a:cubicBezTo>
                  <a:cubicBezTo>
                    <a:pt x="194" y="60"/>
                    <a:pt x="194" y="57"/>
                    <a:pt x="193" y="55"/>
                  </a:cubicBezTo>
                  <a:cubicBezTo>
                    <a:pt x="191" y="53"/>
                    <a:pt x="189" y="52"/>
                    <a:pt x="186" y="53"/>
                  </a:cubicBezTo>
                  <a:cubicBezTo>
                    <a:pt x="135" y="67"/>
                    <a:pt x="135" y="67"/>
                    <a:pt x="135" y="67"/>
                  </a:cubicBezTo>
                  <a:cubicBezTo>
                    <a:pt x="140" y="7"/>
                    <a:pt x="140" y="7"/>
                    <a:pt x="140" y="7"/>
                  </a:cubicBezTo>
                  <a:cubicBezTo>
                    <a:pt x="140" y="5"/>
                    <a:pt x="139" y="2"/>
                    <a:pt x="136" y="1"/>
                  </a:cubicBezTo>
                  <a:cubicBezTo>
                    <a:pt x="134" y="0"/>
                    <a:pt x="131" y="1"/>
                    <a:pt x="129" y="3"/>
                  </a:cubicBezTo>
                  <a:cubicBezTo>
                    <a:pt x="89" y="49"/>
                    <a:pt x="89" y="49"/>
                    <a:pt x="89" y="49"/>
                  </a:cubicBezTo>
                  <a:cubicBezTo>
                    <a:pt x="70" y="7"/>
                    <a:pt x="70" y="7"/>
                    <a:pt x="70" y="7"/>
                  </a:cubicBezTo>
                  <a:cubicBezTo>
                    <a:pt x="69" y="5"/>
                    <a:pt x="67" y="3"/>
                    <a:pt x="64" y="4"/>
                  </a:cubicBezTo>
                  <a:cubicBezTo>
                    <a:pt x="62" y="4"/>
                    <a:pt x="60" y="5"/>
                    <a:pt x="59" y="8"/>
                  </a:cubicBezTo>
                  <a:cubicBezTo>
                    <a:pt x="48" y="45"/>
                    <a:pt x="48" y="45"/>
                    <a:pt x="48" y="45"/>
                  </a:cubicBezTo>
                  <a:cubicBezTo>
                    <a:pt x="10" y="9"/>
                    <a:pt x="10" y="9"/>
                    <a:pt x="10" y="9"/>
                  </a:cubicBezTo>
                  <a:cubicBezTo>
                    <a:pt x="9" y="7"/>
                    <a:pt x="6" y="7"/>
                    <a:pt x="3" y="8"/>
                  </a:cubicBezTo>
                  <a:cubicBezTo>
                    <a:pt x="1" y="9"/>
                    <a:pt x="0" y="12"/>
                    <a:pt x="0" y="14"/>
                  </a:cubicBezTo>
                  <a:lnTo>
                    <a:pt x="10"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14"/>
            <p:cNvSpPr>
              <a:spLocks/>
            </p:cNvSpPr>
            <p:nvPr/>
          </p:nvSpPr>
          <p:spPr bwMode="auto">
            <a:xfrm>
              <a:off x="1547813" y="1336675"/>
              <a:ext cx="38100" cy="38100"/>
            </a:xfrm>
            <a:custGeom>
              <a:avLst/>
              <a:gdLst>
                <a:gd name="T0" fmla="*/ 9 w 24"/>
                <a:gd name="T1" fmla="*/ 25 h 25"/>
                <a:gd name="T2" fmla="*/ 17 w 24"/>
                <a:gd name="T3" fmla="*/ 22 h 25"/>
                <a:gd name="T4" fmla="*/ 23 w 24"/>
                <a:gd name="T5" fmla="*/ 13 h 25"/>
                <a:gd name="T6" fmla="*/ 24 w 24"/>
                <a:gd name="T7" fmla="*/ 8 h 25"/>
                <a:gd name="T8" fmla="*/ 19 w 24"/>
                <a:gd name="T9" fmla="*/ 3 h 25"/>
                <a:gd name="T10" fmla="*/ 12 w 24"/>
                <a:gd name="T11" fmla="*/ 0 h 25"/>
                <a:gd name="T12" fmla="*/ 4 w 24"/>
                <a:gd name="T13" fmla="*/ 5 h 25"/>
                <a:gd name="T14" fmla="*/ 0 w 24"/>
                <a:gd name="T15" fmla="*/ 14 h 25"/>
                <a:gd name="T16" fmla="*/ 9 w 24"/>
                <a:gd name="T17"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5">
                  <a:moveTo>
                    <a:pt x="9" y="25"/>
                  </a:moveTo>
                  <a:cubicBezTo>
                    <a:pt x="12" y="25"/>
                    <a:pt x="14" y="24"/>
                    <a:pt x="17" y="22"/>
                  </a:cubicBezTo>
                  <a:cubicBezTo>
                    <a:pt x="21" y="20"/>
                    <a:pt x="22" y="17"/>
                    <a:pt x="23" y="13"/>
                  </a:cubicBezTo>
                  <a:cubicBezTo>
                    <a:pt x="24" y="8"/>
                    <a:pt x="24" y="8"/>
                    <a:pt x="24" y="8"/>
                  </a:cubicBezTo>
                  <a:cubicBezTo>
                    <a:pt x="24" y="7"/>
                    <a:pt x="22" y="5"/>
                    <a:pt x="19" y="3"/>
                  </a:cubicBezTo>
                  <a:cubicBezTo>
                    <a:pt x="17" y="1"/>
                    <a:pt x="14" y="0"/>
                    <a:pt x="12" y="0"/>
                  </a:cubicBezTo>
                  <a:cubicBezTo>
                    <a:pt x="9" y="0"/>
                    <a:pt x="7" y="2"/>
                    <a:pt x="4" y="5"/>
                  </a:cubicBezTo>
                  <a:cubicBezTo>
                    <a:pt x="1" y="9"/>
                    <a:pt x="0" y="12"/>
                    <a:pt x="0" y="14"/>
                  </a:cubicBezTo>
                  <a:cubicBezTo>
                    <a:pt x="0" y="21"/>
                    <a:pt x="3" y="25"/>
                    <a:pt x="9"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5"/>
            <p:cNvSpPr>
              <a:spLocks/>
            </p:cNvSpPr>
            <p:nvPr/>
          </p:nvSpPr>
          <p:spPr bwMode="auto">
            <a:xfrm>
              <a:off x="1558925" y="1181100"/>
              <a:ext cx="47625" cy="133350"/>
            </a:xfrm>
            <a:custGeom>
              <a:avLst/>
              <a:gdLst>
                <a:gd name="T0" fmla="*/ 15 w 31"/>
                <a:gd name="T1" fmla="*/ 86 h 86"/>
                <a:gd name="T2" fmla="*/ 17 w 31"/>
                <a:gd name="T3" fmla="*/ 75 h 86"/>
                <a:gd name="T4" fmla="*/ 21 w 31"/>
                <a:gd name="T5" fmla="*/ 54 h 86"/>
                <a:gd name="T6" fmla="*/ 28 w 31"/>
                <a:gd name="T7" fmla="*/ 26 h 86"/>
                <a:gd name="T8" fmla="*/ 31 w 31"/>
                <a:gd name="T9" fmla="*/ 8 h 86"/>
                <a:gd name="T10" fmla="*/ 28 w 31"/>
                <a:gd name="T11" fmla="*/ 3 h 86"/>
                <a:gd name="T12" fmla="*/ 22 w 31"/>
                <a:gd name="T13" fmla="*/ 0 h 86"/>
                <a:gd name="T14" fmla="*/ 14 w 31"/>
                <a:gd name="T15" fmla="*/ 4 h 86"/>
                <a:gd name="T16" fmla="*/ 9 w 31"/>
                <a:gd name="T17" fmla="*/ 13 h 86"/>
                <a:gd name="T18" fmla="*/ 8 w 31"/>
                <a:gd name="T19" fmla="*/ 20 h 86"/>
                <a:gd name="T20" fmla="*/ 4 w 31"/>
                <a:gd name="T21" fmla="*/ 48 h 86"/>
                <a:gd name="T22" fmla="*/ 1 w 31"/>
                <a:gd name="T23" fmla="*/ 82 h 86"/>
                <a:gd name="T24" fmla="*/ 15 w 31"/>
                <a:gd name="T2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86">
                  <a:moveTo>
                    <a:pt x="15" y="86"/>
                  </a:moveTo>
                  <a:cubicBezTo>
                    <a:pt x="16" y="83"/>
                    <a:pt x="17" y="79"/>
                    <a:pt x="17" y="75"/>
                  </a:cubicBezTo>
                  <a:cubicBezTo>
                    <a:pt x="18" y="70"/>
                    <a:pt x="19" y="63"/>
                    <a:pt x="21" y="54"/>
                  </a:cubicBezTo>
                  <a:cubicBezTo>
                    <a:pt x="23" y="45"/>
                    <a:pt x="26" y="36"/>
                    <a:pt x="28" y="26"/>
                  </a:cubicBezTo>
                  <a:cubicBezTo>
                    <a:pt x="30" y="16"/>
                    <a:pt x="31" y="10"/>
                    <a:pt x="31" y="8"/>
                  </a:cubicBezTo>
                  <a:cubicBezTo>
                    <a:pt x="31" y="6"/>
                    <a:pt x="30" y="4"/>
                    <a:pt x="28" y="3"/>
                  </a:cubicBezTo>
                  <a:cubicBezTo>
                    <a:pt x="26" y="1"/>
                    <a:pt x="24" y="0"/>
                    <a:pt x="22" y="0"/>
                  </a:cubicBezTo>
                  <a:cubicBezTo>
                    <a:pt x="20" y="0"/>
                    <a:pt x="17" y="1"/>
                    <a:pt x="14" y="4"/>
                  </a:cubicBezTo>
                  <a:cubicBezTo>
                    <a:pt x="11" y="6"/>
                    <a:pt x="9" y="9"/>
                    <a:pt x="9" y="13"/>
                  </a:cubicBezTo>
                  <a:cubicBezTo>
                    <a:pt x="8" y="17"/>
                    <a:pt x="8" y="19"/>
                    <a:pt x="8" y="20"/>
                  </a:cubicBezTo>
                  <a:cubicBezTo>
                    <a:pt x="8" y="26"/>
                    <a:pt x="7" y="36"/>
                    <a:pt x="4" y="48"/>
                  </a:cubicBezTo>
                  <a:cubicBezTo>
                    <a:pt x="1" y="60"/>
                    <a:pt x="0" y="71"/>
                    <a:pt x="1" y="82"/>
                  </a:cubicBezTo>
                  <a:cubicBezTo>
                    <a:pt x="4" y="85"/>
                    <a:pt x="9" y="86"/>
                    <a:pt x="15" y="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6"/>
            <p:cNvSpPr>
              <a:spLocks/>
            </p:cNvSpPr>
            <p:nvPr/>
          </p:nvSpPr>
          <p:spPr bwMode="auto">
            <a:xfrm>
              <a:off x="1652588" y="1176338"/>
              <a:ext cx="109538" cy="152400"/>
            </a:xfrm>
            <a:custGeom>
              <a:avLst/>
              <a:gdLst>
                <a:gd name="T0" fmla="*/ 7 w 70"/>
                <a:gd name="T1" fmla="*/ 33 h 98"/>
                <a:gd name="T2" fmla="*/ 20 w 70"/>
                <a:gd name="T3" fmla="*/ 25 h 98"/>
                <a:gd name="T4" fmla="*/ 24 w 70"/>
                <a:gd name="T5" fmla="*/ 21 h 98"/>
                <a:gd name="T6" fmla="*/ 37 w 70"/>
                <a:gd name="T7" fmla="*/ 18 h 98"/>
                <a:gd name="T8" fmla="*/ 43 w 70"/>
                <a:gd name="T9" fmla="*/ 19 h 98"/>
                <a:gd name="T10" fmla="*/ 47 w 70"/>
                <a:gd name="T11" fmla="*/ 21 h 98"/>
                <a:gd name="T12" fmla="*/ 50 w 70"/>
                <a:gd name="T13" fmla="*/ 28 h 98"/>
                <a:gd name="T14" fmla="*/ 51 w 70"/>
                <a:gd name="T15" fmla="*/ 35 h 98"/>
                <a:gd name="T16" fmla="*/ 49 w 70"/>
                <a:gd name="T17" fmla="*/ 44 h 98"/>
                <a:gd name="T18" fmla="*/ 44 w 70"/>
                <a:gd name="T19" fmla="*/ 49 h 98"/>
                <a:gd name="T20" fmla="*/ 32 w 70"/>
                <a:gd name="T21" fmla="*/ 54 h 98"/>
                <a:gd name="T22" fmla="*/ 18 w 70"/>
                <a:gd name="T23" fmla="*/ 60 h 98"/>
                <a:gd name="T24" fmla="*/ 9 w 70"/>
                <a:gd name="T25" fmla="*/ 66 h 98"/>
                <a:gd name="T26" fmla="*/ 3 w 70"/>
                <a:gd name="T27" fmla="*/ 80 h 98"/>
                <a:gd name="T28" fmla="*/ 1 w 70"/>
                <a:gd name="T29" fmla="*/ 87 h 98"/>
                <a:gd name="T30" fmla="*/ 3 w 70"/>
                <a:gd name="T31" fmla="*/ 94 h 98"/>
                <a:gd name="T32" fmla="*/ 7 w 70"/>
                <a:gd name="T33" fmla="*/ 98 h 98"/>
                <a:gd name="T34" fmla="*/ 17 w 70"/>
                <a:gd name="T35" fmla="*/ 96 h 98"/>
                <a:gd name="T36" fmla="*/ 21 w 70"/>
                <a:gd name="T37" fmla="*/ 89 h 98"/>
                <a:gd name="T38" fmla="*/ 25 w 70"/>
                <a:gd name="T39" fmla="*/ 75 h 98"/>
                <a:gd name="T40" fmla="*/ 53 w 70"/>
                <a:gd name="T41" fmla="*/ 64 h 98"/>
                <a:gd name="T42" fmla="*/ 65 w 70"/>
                <a:gd name="T43" fmla="*/ 53 h 98"/>
                <a:gd name="T44" fmla="*/ 70 w 70"/>
                <a:gd name="T45" fmla="*/ 32 h 98"/>
                <a:gd name="T46" fmla="*/ 70 w 70"/>
                <a:gd name="T47" fmla="*/ 32 h 98"/>
                <a:gd name="T48" fmla="*/ 67 w 70"/>
                <a:gd name="T49" fmla="*/ 16 h 98"/>
                <a:gd name="T50" fmla="*/ 55 w 70"/>
                <a:gd name="T51" fmla="*/ 4 h 98"/>
                <a:gd name="T52" fmla="*/ 40 w 70"/>
                <a:gd name="T53" fmla="*/ 1 h 98"/>
                <a:gd name="T54" fmla="*/ 30 w 70"/>
                <a:gd name="T55" fmla="*/ 1 h 98"/>
                <a:gd name="T56" fmla="*/ 17 w 70"/>
                <a:gd name="T57" fmla="*/ 5 h 98"/>
                <a:gd name="T58" fmla="*/ 17 w 70"/>
                <a:gd name="T59" fmla="*/ 5 h 98"/>
                <a:gd name="T60" fmla="*/ 5 w 70"/>
                <a:gd name="T61" fmla="*/ 15 h 98"/>
                <a:gd name="T62" fmla="*/ 0 w 70"/>
                <a:gd name="T63" fmla="*/ 25 h 98"/>
                <a:gd name="T64" fmla="*/ 7 w 70"/>
                <a:gd name="T65" fmla="*/ 33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0" h="98">
                  <a:moveTo>
                    <a:pt x="7" y="33"/>
                  </a:moveTo>
                  <a:cubicBezTo>
                    <a:pt x="15" y="33"/>
                    <a:pt x="20" y="30"/>
                    <a:pt x="20" y="25"/>
                  </a:cubicBezTo>
                  <a:cubicBezTo>
                    <a:pt x="21" y="24"/>
                    <a:pt x="22" y="22"/>
                    <a:pt x="24" y="21"/>
                  </a:cubicBezTo>
                  <a:cubicBezTo>
                    <a:pt x="26" y="19"/>
                    <a:pt x="30" y="18"/>
                    <a:pt x="37" y="18"/>
                  </a:cubicBezTo>
                  <a:cubicBezTo>
                    <a:pt x="39" y="18"/>
                    <a:pt x="41" y="19"/>
                    <a:pt x="43" y="19"/>
                  </a:cubicBezTo>
                  <a:cubicBezTo>
                    <a:pt x="45" y="20"/>
                    <a:pt x="46" y="21"/>
                    <a:pt x="47" y="21"/>
                  </a:cubicBezTo>
                  <a:cubicBezTo>
                    <a:pt x="48" y="22"/>
                    <a:pt x="49" y="24"/>
                    <a:pt x="50" y="28"/>
                  </a:cubicBezTo>
                  <a:cubicBezTo>
                    <a:pt x="50" y="31"/>
                    <a:pt x="51" y="34"/>
                    <a:pt x="51" y="35"/>
                  </a:cubicBezTo>
                  <a:cubicBezTo>
                    <a:pt x="51" y="38"/>
                    <a:pt x="50" y="41"/>
                    <a:pt x="49" y="44"/>
                  </a:cubicBezTo>
                  <a:cubicBezTo>
                    <a:pt x="47" y="46"/>
                    <a:pt x="46" y="48"/>
                    <a:pt x="44" y="49"/>
                  </a:cubicBezTo>
                  <a:cubicBezTo>
                    <a:pt x="32" y="54"/>
                    <a:pt x="32" y="54"/>
                    <a:pt x="32" y="54"/>
                  </a:cubicBezTo>
                  <a:cubicBezTo>
                    <a:pt x="25" y="56"/>
                    <a:pt x="20" y="59"/>
                    <a:pt x="18" y="60"/>
                  </a:cubicBezTo>
                  <a:cubicBezTo>
                    <a:pt x="15" y="61"/>
                    <a:pt x="12" y="63"/>
                    <a:pt x="9" y="66"/>
                  </a:cubicBezTo>
                  <a:cubicBezTo>
                    <a:pt x="6" y="73"/>
                    <a:pt x="4" y="77"/>
                    <a:pt x="3" y="80"/>
                  </a:cubicBezTo>
                  <a:cubicBezTo>
                    <a:pt x="2" y="82"/>
                    <a:pt x="1" y="85"/>
                    <a:pt x="1" y="87"/>
                  </a:cubicBezTo>
                  <a:cubicBezTo>
                    <a:pt x="1" y="90"/>
                    <a:pt x="2" y="92"/>
                    <a:pt x="3" y="94"/>
                  </a:cubicBezTo>
                  <a:cubicBezTo>
                    <a:pt x="4" y="97"/>
                    <a:pt x="5" y="98"/>
                    <a:pt x="7" y="98"/>
                  </a:cubicBezTo>
                  <a:cubicBezTo>
                    <a:pt x="11" y="98"/>
                    <a:pt x="15" y="97"/>
                    <a:pt x="17" y="96"/>
                  </a:cubicBezTo>
                  <a:cubicBezTo>
                    <a:pt x="19" y="94"/>
                    <a:pt x="20" y="92"/>
                    <a:pt x="21" y="89"/>
                  </a:cubicBezTo>
                  <a:cubicBezTo>
                    <a:pt x="22" y="84"/>
                    <a:pt x="23" y="79"/>
                    <a:pt x="25" y="75"/>
                  </a:cubicBezTo>
                  <a:cubicBezTo>
                    <a:pt x="39" y="70"/>
                    <a:pt x="48" y="66"/>
                    <a:pt x="53" y="64"/>
                  </a:cubicBezTo>
                  <a:cubicBezTo>
                    <a:pt x="57" y="62"/>
                    <a:pt x="61" y="58"/>
                    <a:pt x="65" y="53"/>
                  </a:cubicBezTo>
                  <a:cubicBezTo>
                    <a:pt x="68" y="48"/>
                    <a:pt x="70" y="41"/>
                    <a:pt x="70" y="32"/>
                  </a:cubicBezTo>
                  <a:cubicBezTo>
                    <a:pt x="70" y="32"/>
                    <a:pt x="70" y="32"/>
                    <a:pt x="70" y="32"/>
                  </a:cubicBezTo>
                  <a:cubicBezTo>
                    <a:pt x="70" y="25"/>
                    <a:pt x="69" y="19"/>
                    <a:pt x="67" y="16"/>
                  </a:cubicBezTo>
                  <a:cubicBezTo>
                    <a:pt x="65" y="12"/>
                    <a:pt x="62" y="8"/>
                    <a:pt x="55" y="4"/>
                  </a:cubicBezTo>
                  <a:cubicBezTo>
                    <a:pt x="52" y="1"/>
                    <a:pt x="47" y="0"/>
                    <a:pt x="40" y="1"/>
                  </a:cubicBezTo>
                  <a:cubicBezTo>
                    <a:pt x="37" y="1"/>
                    <a:pt x="34" y="1"/>
                    <a:pt x="30" y="1"/>
                  </a:cubicBezTo>
                  <a:cubicBezTo>
                    <a:pt x="26" y="1"/>
                    <a:pt x="21" y="2"/>
                    <a:pt x="17" y="5"/>
                  </a:cubicBezTo>
                  <a:cubicBezTo>
                    <a:pt x="17" y="5"/>
                    <a:pt x="17" y="5"/>
                    <a:pt x="17" y="5"/>
                  </a:cubicBezTo>
                  <a:cubicBezTo>
                    <a:pt x="12" y="8"/>
                    <a:pt x="8" y="11"/>
                    <a:pt x="5" y="15"/>
                  </a:cubicBezTo>
                  <a:cubicBezTo>
                    <a:pt x="1" y="19"/>
                    <a:pt x="0" y="22"/>
                    <a:pt x="0" y="25"/>
                  </a:cubicBezTo>
                  <a:cubicBezTo>
                    <a:pt x="0" y="30"/>
                    <a:pt x="2" y="33"/>
                    <a:pt x="7"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7"/>
            <p:cNvSpPr>
              <a:spLocks/>
            </p:cNvSpPr>
            <p:nvPr/>
          </p:nvSpPr>
          <p:spPr bwMode="auto">
            <a:xfrm>
              <a:off x="1639888" y="1347788"/>
              <a:ext cx="44450" cy="34925"/>
            </a:xfrm>
            <a:custGeom>
              <a:avLst/>
              <a:gdLst>
                <a:gd name="T0" fmla="*/ 12 w 29"/>
                <a:gd name="T1" fmla="*/ 23 h 23"/>
                <a:gd name="T2" fmla="*/ 23 w 29"/>
                <a:gd name="T3" fmla="*/ 19 h 23"/>
                <a:gd name="T4" fmla="*/ 29 w 29"/>
                <a:gd name="T5" fmla="*/ 10 h 23"/>
                <a:gd name="T6" fmla="*/ 22 w 29"/>
                <a:gd name="T7" fmla="*/ 3 h 23"/>
                <a:gd name="T8" fmla="*/ 15 w 29"/>
                <a:gd name="T9" fmla="*/ 0 h 23"/>
                <a:gd name="T10" fmla="*/ 9 w 29"/>
                <a:gd name="T11" fmla="*/ 2 h 23"/>
                <a:gd name="T12" fmla="*/ 7 w 29"/>
                <a:gd name="T13" fmla="*/ 4 h 23"/>
                <a:gd name="T14" fmla="*/ 0 w 29"/>
                <a:gd name="T15" fmla="*/ 12 h 23"/>
                <a:gd name="T16" fmla="*/ 3 w 29"/>
                <a:gd name="T17" fmla="*/ 20 h 23"/>
                <a:gd name="T18" fmla="*/ 12 w 29"/>
                <a:gd name="T19"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23">
                  <a:moveTo>
                    <a:pt x="12" y="23"/>
                  </a:moveTo>
                  <a:cubicBezTo>
                    <a:pt x="16" y="23"/>
                    <a:pt x="19" y="22"/>
                    <a:pt x="23" y="19"/>
                  </a:cubicBezTo>
                  <a:cubicBezTo>
                    <a:pt x="27" y="17"/>
                    <a:pt x="29" y="14"/>
                    <a:pt x="29" y="10"/>
                  </a:cubicBezTo>
                  <a:cubicBezTo>
                    <a:pt x="29" y="6"/>
                    <a:pt x="27" y="4"/>
                    <a:pt x="22" y="3"/>
                  </a:cubicBezTo>
                  <a:cubicBezTo>
                    <a:pt x="19" y="1"/>
                    <a:pt x="17" y="0"/>
                    <a:pt x="15" y="0"/>
                  </a:cubicBezTo>
                  <a:cubicBezTo>
                    <a:pt x="12" y="0"/>
                    <a:pt x="10" y="1"/>
                    <a:pt x="9" y="2"/>
                  </a:cubicBezTo>
                  <a:cubicBezTo>
                    <a:pt x="8" y="3"/>
                    <a:pt x="7" y="3"/>
                    <a:pt x="7" y="4"/>
                  </a:cubicBezTo>
                  <a:cubicBezTo>
                    <a:pt x="2" y="7"/>
                    <a:pt x="0" y="10"/>
                    <a:pt x="0" y="12"/>
                  </a:cubicBezTo>
                  <a:cubicBezTo>
                    <a:pt x="0" y="15"/>
                    <a:pt x="1" y="18"/>
                    <a:pt x="3" y="20"/>
                  </a:cubicBezTo>
                  <a:cubicBezTo>
                    <a:pt x="6" y="22"/>
                    <a:pt x="9" y="23"/>
                    <a:pt x="12"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6" name="组合 15"/>
          <p:cNvGrpSpPr/>
          <p:nvPr/>
        </p:nvGrpSpPr>
        <p:grpSpPr>
          <a:xfrm>
            <a:off x="4584700" y="996950"/>
            <a:ext cx="971551" cy="2170113"/>
            <a:chOff x="4584700" y="996950"/>
            <a:chExt cx="971551" cy="2170113"/>
          </a:xfrm>
          <a:solidFill>
            <a:schemeClr val="tx1">
              <a:lumMod val="65000"/>
              <a:lumOff val="35000"/>
            </a:schemeClr>
          </a:solidFill>
        </p:grpSpPr>
        <p:sp>
          <p:nvSpPr>
            <p:cNvPr id="17" name="Freeform 18"/>
            <p:cNvSpPr>
              <a:spLocks/>
            </p:cNvSpPr>
            <p:nvPr/>
          </p:nvSpPr>
          <p:spPr bwMode="auto">
            <a:xfrm>
              <a:off x="5027613" y="2216150"/>
              <a:ext cx="334963" cy="138113"/>
            </a:xfrm>
            <a:custGeom>
              <a:avLst/>
              <a:gdLst>
                <a:gd name="T0" fmla="*/ 0 w 211"/>
                <a:gd name="T1" fmla="*/ 87 h 87"/>
                <a:gd name="T2" fmla="*/ 211 w 211"/>
                <a:gd name="T3" fmla="*/ 49 h 87"/>
                <a:gd name="T4" fmla="*/ 211 w 211"/>
                <a:gd name="T5" fmla="*/ 0 h 87"/>
                <a:gd name="T6" fmla="*/ 0 w 211"/>
                <a:gd name="T7" fmla="*/ 38 h 87"/>
                <a:gd name="T8" fmla="*/ 0 w 211"/>
                <a:gd name="T9" fmla="*/ 87 h 87"/>
              </a:gdLst>
              <a:ahLst/>
              <a:cxnLst>
                <a:cxn ang="0">
                  <a:pos x="T0" y="T1"/>
                </a:cxn>
                <a:cxn ang="0">
                  <a:pos x="T2" y="T3"/>
                </a:cxn>
                <a:cxn ang="0">
                  <a:pos x="T4" y="T5"/>
                </a:cxn>
                <a:cxn ang="0">
                  <a:pos x="T6" y="T7"/>
                </a:cxn>
                <a:cxn ang="0">
                  <a:pos x="T8" y="T9"/>
                </a:cxn>
              </a:cxnLst>
              <a:rect l="0" t="0" r="r" b="b"/>
              <a:pathLst>
                <a:path w="211" h="87">
                  <a:moveTo>
                    <a:pt x="0" y="87"/>
                  </a:moveTo>
                  <a:lnTo>
                    <a:pt x="211" y="49"/>
                  </a:lnTo>
                  <a:lnTo>
                    <a:pt x="211" y="0"/>
                  </a:lnTo>
                  <a:lnTo>
                    <a:pt x="0" y="38"/>
                  </a:lnTo>
                  <a:lnTo>
                    <a:pt x="0" y="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9"/>
            <p:cNvSpPr>
              <a:spLocks/>
            </p:cNvSpPr>
            <p:nvPr/>
          </p:nvSpPr>
          <p:spPr bwMode="auto">
            <a:xfrm>
              <a:off x="4783138" y="2319338"/>
              <a:ext cx="579438" cy="847725"/>
            </a:xfrm>
            <a:custGeom>
              <a:avLst/>
              <a:gdLst>
                <a:gd name="T0" fmla="*/ 158 w 374"/>
                <a:gd name="T1" fmla="*/ 66 h 547"/>
                <a:gd name="T2" fmla="*/ 32 w 374"/>
                <a:gd name="T3" fmla="*/ 126 h 547"/>
                <a:gd name="T4" fmla="*/ 6 w 374"/>
                <a:gd name="T5" fmla="*/ 181 h 547"/>
                <a:gd name="T6" fmla="*/ 52 w 374"/>
                <a:gd name="T7" fmla="*/ 366 h 547"/>
                <a:gd name="T8" fmla="*/ 98 w 374"/>
                <a:gd name="T9" fmla="*/ 402 h 547"/>
                <a:gd name="T10" fmla="*/ 110 w 374"/>
                <a:gd name="T11" fmla="*/ 401 h 547"/>
                <a:gd name="T12" fmla="*/ 145 w 374"/>
                <a:gd name="T13" fmla="*/ 343 h 547"/>
                <a:gd name="T14" fmla="*/ 108 w 374"/>
                <a:gd name="T15" fmla="*/ 196 h 547"/>
                <a:gd name="T16" fmla="*/ 242 w 374"/>
                <a:gd name="T17" fmla="*/ 133 h 547"/>
                <a:gd name="T18" fmla="*/ 253 w 374"/>
                <a:gd name="T19" fmla="*/ 125 h 547"/>
                <a:gd name="T20" fmla="*/ 196 w 374"/>
                <a:gd name="T21" fmla="*/ 234 h 547"/>
                <a:gd name="T22" fmla="*/ 192 w 374"/>
                <a:gd name="T23" fmla="*/ 269 h 547"/>
                <a:gd name="T24" fmla="*/ 258 w 374"/>
                <a:gd name="T25" fmla="*/ 512 h 547"/>
                <a:gd name="T26" fmla="*/ 304 w 374"/>
                <a:gd name="T27" fmla="*/ 547 h 547"/>
                <a:gd name="T28" fmla="*/ 317 w 374"/>
                <a:gd name="T29" fmla="*/ 545 h 547"/>
                <a:gd name="T30" fmla="*/ 351 w 374"/>
                <a:gd name="T31" fmla="*/ 487 h 547"/>
                <a:gd name="T32" fmla="*/ 290 w 374"/>
                <a:gd name="T33" fmla="*/ 262 h 547"/>
                <a:gd name="T34" fmla="*/ 367 w 374"/>
                <a:gd name="T35" fmla="*/ 115 h 547"/>
                <a:gd name="T36" fmla="*/ 371 w 374"/>
                <a:gd name="T37" fmla="*/ 103 h 547"/>
                <a:gd name="T38" fmla="*/ 374 w 374"/>
                <a:gd name="T39" fmla="*/ 89 h 547"/>
                <a:gd name="T40" fmla="*/ 374 w 374"/>
                <a:gd name="T41" fmla="*/ 0 h 547"/>
                <a:gd name="T42" fmla="*/ 158 w 374"/>
                <a:gd name="T43" fmla="*/ 39 h 547"/>
                <a:gd name="T44" fmla="*/ 158 w 374"/>
                <a:gd name="T45" fmla="*/ 66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74" h="547">
                  <a:moveTo>
                    <a:pt x="158" y="66"/>
                  </a:moveTo>
                  <a:cubicBezTo>
                    <a:pt x="32" y="126"/>
                    <a:pt x="32" y="126"/>
                    <a:pt x="32" y="126"/>
                  </a:cubicBezTo>
                  <a:cubicBezTo>
                    <a:pt x="11" y="136"/>
                    <a:pt x="0" y="159"/>
                    <a:pt x="6" y="181"/>
                  </a:cubicBezTo>
                  <a:cubicBezTo>
                    <a:pt x="52" y="366"/>
                    <a:pt x="52" y="366"/>
                    <a:pt x="52" y="366"/>
                  </a:cubicBezTo>
                  <a:cubicBezTo>
                    <a:pt x="57" y="388"/>
                    <a:pt x="77" y="402"/>
                    <a:pt x="98" y="402"/>
                  </a:cubicBezTo>
                  <a:cubicBezTo>
                    <a:pt x="102" y="402"/>
                    <a:pt x="106" y="402"/>
                    <a:pt x="110" y="401"/>
                  </a:cubicBezTo>
                  <a:cubicBezTo>
                    <a:pt x="136" y="395"/>
                    <a:pt x="151" y="369"/>
                    <a:pt x="145" y="343"/>
                  </a:cubicBezTo>
                  <a:cubicBezTo>
                    <a:pt x="108" y="196"/>
                    <a:pt x="108" y="196"/>
                    <a:pt x="108" y="196"/>
                  </a:cubicBezTo>
                  <a:cubicBezTo>
                    <a:pt x="242" y="133"/>
                    <a:pt x="242" y="133"/>
                    <a:pt x="242" y="133"/>
                  </a:cubicBezTo>
                  <a:cubicBezTo>
                    <a:pt x="246" y="131"/>
                    <a:pt x="250" y="128"/>
                    <a:pt x="253" y="125"/>
                  </a:cubicBezTo>
                  <a:cubicBezTo>
                    <a:pt x="196" y="234"/>
                    <a:pt x="196" y="234"/>
                    <a:pt x="196" y="234"/>
                  </a:cubicBezTo>
                  <a:cubicBezTo>
                    <a:pt x="191" y="245"/>
                    <a:pt x="189" y="257"/>
                    <a:pt x="192" y="269"/>
                  </a:cubicBezTo>
                  <a:cubicBezTo>
                    <a:pt x="258" y="512"/>
                    <a:pt x="258" y="512"/>
                    <a:pt x="258" y="512"/>
                  </a:cubicBezTo>
                  <a:cubicBezTo>
                    <a:pt x="264" y="533"/>
                    <a:pt x="283" y="547"/>
                    <a:pt x="304" y="547"/>
                  </a:cubicBezTo>
                  <a:cubicBezTo>
                    <a:pt x="308" y="547"/>
                    <a:pt x="312" y="547"/>
                    <a:pt x="317" y="545"/>
                  </a:cubicBezTo>
                  <a:cubicBezTo>
                    <a:pt x="342" y="539"/>
                    <a:pt x="357" y="512"/>
                    <a:pt x="351" y="487"/>
                  </a:cubicBezTo>
                  <a:cubicBezTo>
                    <a:pt x="290" y="262"/>
                    <a:pt x="290" y="262"/>
                    <a:pt x="290" y="262"/>
                  </a:cubicBezTo>
                  <a:cubicBezTo>
                    <a:pt x="367" y="115"/>
                    <a:pt x="367" y="115"/>
                    <a:pt x="367" y="115"/>
                  </a:cubicBezTo>
                  <a:cubicBezTo>
                    <a:pt x="369" y="111"/>
                    <a:pt x="370" y="107"/>
                    <a:pt x="371" y="103"/>
                  </a:cubicBezTo>
                  <a:cubicBezTo>
                    <a:pt x="373" y="99"/>
                    <a:pt x="374" y="94"/>
                    <a:pt x="374" y="89"/>
                  </a:cubicBezTo>
                  <a:cubicBezTo>
                    <a:pt x="374" y="0"/>
                    <a:pt x="374" y="0"/>
                    <a:pt x="374" y="0"/>
                  </a:cubicBezTo>
                  <a:cubicBezTo>
                    <a:pt x="158" y="39"/>
                    <a:pt x="158" y="39"/>
                    <a:pt x="158" y="39"/>
                  </a:cubicBezTo>
                  <a:lnTo>
                    <a:pt x="158"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20"/>
            <p:cNvSpPr>
              <a:spLocks/>
            </p:cNvSpPr>
            <p:nvPr/>
          </p:nvSpPr>
          <p:spPr bwMode="auto">
            <a:xfrm>
              <a:off x="5268913" y="1984375"/>
              <a:ext cx="287338" cy="471488"/>
            </a:xfrm>
            <a:custGeom>
              <a:avLst/>
              <a:gdLst>
                <a:gd name="T0" fmla="*/ 0 w 185"/>
                <a:gd name="T1" fmla="*/ 144 h 304"/>
                <a:gd name="T2" fmla="*/ 60 w 185"/>
                <a:gd name="T3" fmla="*/ 133 h 304"/>
                <a:gd name="T4" fmla="*/ 60 w 185"/>
                <a:gd name="T5" fmla="*/ 79 h 304"/>
                <a:gd name="T6" fmla="*/ 119 w 185"/>
                <a:gd name="T7" fmla="*/ 114 h 304"/>
                <a:gd name="T8" fmla="*/ 107 w 185"/>
                <a:gd name="T9" fmla="*/ 270 h 304"/>
                <a:gd name="T10" fmla="*/ 137 w 185"/>
                <a:gd name="T11" fmla="*/ 304 h 304"/>
                <a:gd name="T12" fmla="*/ 139 w 185"/>
                <a:gd name="T13" fmla="*/ 304 h 304"/>
                <a:gd name="T14" fmla="*/ 171 w 185"/>
                <a:gd name="T15" fmla="*/ 275 h 304"/>
                <a:gd name="T16" fmla="*/ 184 w 185"/>
                <a:gd name="T17" fmla="*/ 101 h 304"/>
                <a:gd name="T18" fmla="*/ 171 w 185"/>
                <a:gd name="T19" fmla="*/ 72 h 304"/>
                <a:gd name="T20" fmla="*/ 37 w 185"/>
                <a:gd name="T21" fmla="*/ 1 h 304"/>
                <a:gd name="T22" fmla="*/ 29 w 185"/>
                <a:gd name="T23" fmla="*/ 0 h 304"/>
                <a:gd name="T24" fmla="*/ 0 w 185"/>
                <a:gd name="T25" fmla="*/ 0 h 304"/>
                <a:gd name="T26" fmla="*/ 0 w 185"/>
                <a:gd name="T27" fmla="*/ 144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5" h="304">
                  <a:moveTo>
                    <a:pt x="0" y="144"/>
                  </a:moveTo>
                  <a:cubicBezTo>
                    <a:pt x="60" y="133"/>
                    <a:pt x="60" y="133"/>
                    <a:pt x="60" y="133"/>
                  </a:cubicBezTo>
                  <a:cubicBezTo>
                    <a:pt x="60" y="79"/>
                    <a:pt x="60" y="79"/>
                    <a:pt x="60" y="79"/>
                  </a:cubicBezTo>
                  <a:cubicBezTo>
                    <a:pt x="77" y="88"/>
                    <a:pt x="98" y="101"/>
                    <a:pt x="119" y="114"/>
                  </a:cubicBezTo>
                  <a:cubicBezTo>
                    <a:pt x="107" y="270"/>
                    <a:pt x="107" y="270"/>
                    <a:pt x="107" y="270"/>
                  </a:cubicBezTo>
                  <a:cubicBezTo>
                    <a:pt x="106" y="288"/>
                    <a:pt x="119" y="303"/>
                    <a:pt x="137" y="304"/>
                  </a:cubicBezTo>
                  <a:cubicBezTo>
                    <a:pt x="138" y="304"/>
                    <a:pt x="138" y="304"/>
                    <a:pt x="139" y="304"/>
                  </a:cubicBezTo>
                  <a:cubicBezTo>
                    <a:pt x="156" y="304"/>
                    <a:pt x="170" y="292"/>
                    <a:pt x="171" y="275"/>
                  </a:cubicBezTo>
                  <a:cubicBezTo>
                    <a:pt x="184" y="101"/>
                    <a:pt x="184" y="101"/>
                    <a:pt x="184" y="101"/>
                  </a:cubicBezTo>
                  <a:cubicBezTo>
                    <a:pt x="185" y="90"/>
                    <a:pt x="180" y="79"/>
                    <a:pt x="171" y="72"/>
                  </a:cubicBezTo>
                  <a:cubicBezTo>
                    <a:pt x="135" y="47"/>
                    <a:pt x="73" y="7"/>
                    <a:pt x="37" y="1"/>
                  </a:cubicBezTo>
                  <a:cubicBezTo>
                    <a:pt x="34" y="1"/>
                    <a:pt x="32" y="0"/>
                    <a:pt x="29" y="0"/>
                  </a:cubicBezTo>
                  <a:cubicBezTo>
                    <a:pt x="0" y="0"/>
                    <a:pt x="0" y="0"/>
                    <a:pt x="0" y="0"/>
                  </a:cubicBezTo>
                  <a:lnTo>
                    <a:pt x="0" y="1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Rectangle 21"/>
            <p:cNvSpPr>
              <a:spLocks noChangeArrowheads="1"/>
            </p:cNvSpPr>
            <p:nvPr/>
          </p:nvSpPr>
          <p:spPr bwMode="auto">
            <a:xfrm>
              <a:off x="5310188" y="996950"/>
              <a:ext cx="23813" cy="9620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22"/>
            <p:cNvSpPr>
              <a:spLocks/>
            </p:cNvSpPr>
            <p:nvPr/>
          </p:nvSpPr>
          <p:spPr bwMode="auto">
            <a:xfrm>
              <a:off x="4981575" y="1793875"/>
              <a:ext cx="279400" cy="160338"/>
            </a:xfrm>
            <a:custGeom>
              <a:avLst/>
              <a:gdLst>
                <a:gd name="T0" fmla="*/ 0 w 180"/>
                <a:gd name="T1" fmla="*/ 13 h 103"/>
                <a:gd name="T2" fmla="*/ 90 w 180"/>
                <a:gd name="T3" fmla="*/ 103 h 103"/>
                <a:gd name="T4" fmla="*/ 180 w 180"/>
                <a:gd name="T5" fmla="*/ 13 h 103"/>
                <a:gd name="T6" fmla="*/ 179 w 180"/>
                <a:gd name="T7" fmla="*/ 0 h 103"/>
                <a:gd name="T8" fmla="*/ 1 w 180"/>
                <a:gd name="T9" fmla="*/ 0 h 103"/>
                <a:gd name="T10" fmla="*/ 0 w 180"/>
                <a:gd name="T11" fmla="*/ 13 h 103"/>
              </a:gdLst>
              <a:ahLst/>
              <a:cxnLst>
                <a:cxn ang="0">
                  <a:pos x="T0" y="T1"/>
                </a:cxn>
                <a:cxn ang="0">
                  <a:pos x="T2" y="T3"/>
                </a:cxn>
                <a:cxn ang="0">
                  <a:pos x="T4" y="T5"/>
                </a:cxn>
                <a:cxn ang="0">
                  <a:pos x="T6" y="T7"/>
                </a:cxn>
                <a:cxn ang="0">
                  <a:pos x="T8" y="T9"/>
                </a:cxn>
                <a:cxn ang="0">
                  <a:pos x="T10" y="T11"/>
                </a:cxn>
              </a:cxnLst>
              <a:rect l="0" t="0" r="r" b="b"/>
              <a:pathLst>
                <a:path w="180" h="103">
                  <a:moveTo>
                    <a:pt x="0" y="13"/>
                  </a:moveTo>
                  <a:cubicBezTo>
                    <a:pt x="0" y="62"/>
                    <a:pt x="40" y="103"/>
                    <a:pt x="90" y="103"/>
                  </a:cubicBezTo>
                  <a:cubicBezTo>
                    <a:pt x="140" y="103"/>
                    <a:pt x="180" y="62"/>
                    <a:pt x="180" y="13"/>
                  </a:cubicBezTo>
                  <a:cubicBezTo>
                    <a:pt x="180" y="8"/>
                    <a:pt x="180" y="4"/>
                    <a:pt x="179" y="0"/>
                  </a:cubicBezTo>
                  <a:cubicBezTo>
                    <a:pt x="1" y="0"/>
                    <a:pt x="1" y="0"/>
                    <a:pt x="1" y="0"/>
                  </a:cubicBezTo>
                  <a:cubicBezTo>
                    <a:pt x="0" y="4"/>
                    <a:pt x="0" y="8"/>
                    <a:pt x="0"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23"/>
            <p:cNvSpPr>
              <a:spLocks/>
            </p:cNvSpPr>
            <p:nvPr/>
          </p:nvSpPr>
          <p:spPr bwMode="auto">
            <a:xfrm>
              <a:off x="4957763" y="1604963"/>
              <a:ext cx="330200" cy="176213"/>
            </a:xfrm>
            <a:custGeom>
              <a:avLst/>
              <a:gdLst>
                <a:gd name="T0" fmla="*/ 12 w 213"/>
                <a:gd name="T1" fmla="*/ 114 h 114"/>
                <a:gd name="T2" fmla="*/ 14 w 213"/>
                <a:gd name="T3" fmla="*/ 114 h 114"/>
                <a:gd name="T4" fmla="*/ 199 w 213"/>
                <a:gd name="T5" fmla="*/ 114 h 114"/>
                <a:gd name="T6" fmla="*/ 200 w 213"/>
                <a:gd name="T7" fmla="*/ 114 h 114"/>
                <a:gd name="T8" fmla="*/ 213 w 213"/>
                <a:gd name="T9" fmla="*/ 102 h 114"/>
                <a:gd name="T10" fmla="*/ 200 w 213"/>
                <a:gd name="T11" fmla="*/ 90 h 114"/>
                <a:gd name="T12" fmla="*/ 199 w 213"/>
                <a:gd name="T13" fmla="*/ 90 h 114"/>
                <a:gd name="T14" fmla="*/ 159 w 213"/>
                <a:gd name="T15" fmla="*/ 16 h 114"/>
                <a:gd name="T16" fmla="*/ 159 w 213"/>
                <a:gd name="T17" fmla="*/ 23 h 114"/>
                <a:gd name="T18" fmla="*/ 149 w 213"/>
                <a:gd name="T19" fmla="*/ 32 h 114"/>
                <a:gd name="T20" fmla="*/ 139 w 213"/>
                <a:gd name="T21" fmla="*/ 23 h 114"/>
                <a:gd name="T22" fmla="*/ 139 w 213"/>
                <a:gd name="T23" fmla="*/ 6 h 114"/>
                <a:gd name="T24" fmla="*/ 116 w 213"/>
                <a:gd name="T25" fmla="*/ 0 h 114"/>
                <a:gd name="T26" fmla="*/ 116 w 213"/>
                <a:gd name="T27" fmla="*/ 23 h 114"/>
                <a:gd name="T28" fmla="*/ 106 w 213"/>
                <a:gd name="T29" fmla="*/ 32 h 114"/>
                <a:gd name="T30" fmla="*/ 97 w 213"/>
                <a:gd name="T31" fmla="*/ 23 h 114"/>
                <a:gd name="T32" fmla="*/ 97 w 213"/>
                <a:gd name="T33" fmla="*/ 0 h 114"/>
                <a:gd name="T34" fmla="*/ 73 w 213"/>
                <a:gd name="T35" fmla="*/ 6 h 114"/>
                <a:gd name="T36" fmla="*/ 73 w 213"/>
                <a:gd name="T37" fmla="*/ 23 h 114"/>
                <a:gd name="T38" fmla="*/ 64 w 213"/>
                <a:gd name="T39" fmla="*/ 32 h 114"/>
                <a:gd name="T40" fmla="*/ 54 w 213"/>
                <a:gd name="T41" fmla="*/ 23 h 114"/>
                <a:gd name="T42" fmla="*/ 54 w 213"/>
                <a:gd name="T43" fmla="*/ 16 h 114"/>
                <a:gd name="T44" fmla="*/ 14 w 213"/>
                <a:gd name="T45" fmla="*/ 90 h 114"/>
                <a:gd name="T46" fmla="*/ 12 w 213"/>
                <a:gd name="T47" fmla="*/ 90 h 114"/>
                <a:gd name="T48" fmla="*/ 0 w 213"/>
                <a:gd name="T49" fmla="*/ 102 h 114"/>
                <a:gd name="T50" fmla="*/ 12 w 213"/>
                <a:gd name="T51"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13" h="114">
                  <a:moveTo>
                    <a:pt x="12" y="114"/>
                  </a:moveTo>
                  <a:cubicBezTo>
                    <a:pt x="14" y="114"/>
                    <a:pt x="14" y="114"/>
                    <a:pt x="14" y="114"/>
                  </a:cubicBezTo>
                  <a:cubicBezTo>
                    <a:pt x="199" y="114"/>
                    <a:pt x="199" y="114"/>
                    <a:pt x="199" y="114"/>
                  </a:cubicBezTo>
                  <a:cubicBezTo>
                    <a:pt x="200" y="114"/>
                    <a:pt x="200" y="114"/>
                    <a:pt x="200" y="114"/>
                  </a:cubicBezTo>
                  <a:cubicBezTo>
                    <a:pt x="207" y="114"/>
                    <a:pt x="213" y="108"/>
                    <a:pt x="213" y="102"/>
                  </a:cubicBezTo>
                  <a:cubicBezTo>
                    <a:pt x="213" y="95"/>
                    <a:pt x="207" y="90"/>
                    <a:pt x="200" y="90"/>
                  </a:cubicBezTo>
                  <a:cubicBezTo>
                    <a:pt x="199" y="90"/>
                    <a:pt x="199" y="90"/>
                    <a:pt x="199" y="90"/>
                  </a:cubicBezTo>
                  <a:cubicBezTo>
                    <a:pt x="198" y="59"/>
                    <a:pt x="182" y="32"/>
                    <a:pt x="159" y="16"/>
                  </a:cubicBezTo>
                  <a:cubicBezTo>
                    <a:pt x="159" y="23"/>
                    <a:pt x="159" y="23"/>
                    <a:pt x="159" y="23"/>
                  </a:cubicBezTo>
                  <a:cubicBezTo>
                    <a:pt x="159" y="28"/>
                    <a:pt x="154" y="32"/>
                    <a:pt x="149" y="32"/>
                  </a:cubicBezTo>
                  <a:cubicBezTo>
                    <a:pt x="144" y="32"/>
                    <a:pt x="139" y="28"/>
                    <a:pt x="139" y="23"/>
                  </a:cubicBezTo>
                  <a:cubicBezTo>
                    <a:pt x="139" y="6"/>
                    <a:pt x="139" y="6"/>
                    <a:pt x="139" y="6"/>
                  </a:cubicBezTo>
                  <a:cubicBezTo>
                    <a:pt x="132" y="3"/>
                    <a:pt x="124" y="1"/>
                    <a:pt x="116" y="0"/>
                  </a:cubicBezTo>
                  <a:cubicBezTo>
                    <a:pt x="116" y="23"/>
                    <a:pt x="116" y="23"/>
                    <a:pt x="116" y="23"/>
                  </a:cubicBezTo>
                  <a:cubicBezTo>
                    <a:pt x="116" y="28"/>
                    <a:pt x="112" y="32"/>
                    <a:pt x="106" y="32"/>
                  </a:cubicBezTo>
                  <a:cubicBezTo>
                    <a:pt x="101" y="32"/>
                    <a:pt x="97" y="28"/>
                    <a:pt x="97" y="23"/>
                  </a:cubicBezTo>
                  <a:cubicBezTo>
                    <a:pt x="97" y="0"/>
                    <a:pt x="97" y="0"/>
                    <a:pt x="97" y="0"/>
                  </a:cubicBezTo>
                  <a:cubicBezTo>
                    <a:pt x="89" y="1"/>
                    <a:pt x="81" y="3"/>
                    <a:pt x="73" y="6"/>
                  </a:cubicBezTo>
                  <a:cubicBezTo>
                    <a:pt x="73" y="23"/>
                    <a:pt x="73" y="23"/>
                    <a:pt x="73" y="23"/>
                  </a:cubicBezTo>
                  <a:cubicBezTo>
                    <a:pt x="73" y="28"/>
                    <a:pt x="69" y="32"/>
                    <a:pt x="64" y="32"/>
                  </a:cubicBezTo>
                  <a:cubicBezTo>
                    <a:pt x="58" y="32"/>
                    <a:pt x="54" y="28"/>
                    <a:pt x="54" y="23"/>
                  </a:cubicBezTo>
                  <a:cubicBezTo>
                    <a:pt x="54" y="16"/>
                    <a:pt x="54" y="16"/>
                    <a:pt x="54" y="16"/>
                  </a:cubicBezTo>
                  <a:cubicBezTo>
                    <a:pt x="30" y="32"/>
                    <a:pt x="15" y="59"/>
                    <a:pt x="14" y="90"/>
                  </a:cubicBezTo>
                  <a:cubicBezTo>
                    <a:pt x="12" y="90"/>
                    <a:pt x="12" y="90"/>
                    <a:pt x="12" y="90"/>
                  </a:cubicBezTo>
                  <a:cubicBezTo>
                    <a:pt x="6" y="90"/>
                    <a:pt x="0" y="95"/>
                    <a:pt x="0" y="102"/>
                  </a:cubicBezTo>
                  <a:cubicBezTo>
                    <a:pt x="0" y="108"/>
                    <a:pt x="6" y="114"/>
                    <a:pt x="12" y="1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24"/>
            <p:cNvSpPr>
              <a:spLocks/>
            </p:cNvSpPr>
            <p:nvPr/>
          </p:nvSpPr>
          <p:spPr bwMode="auto">
            <a:xfrm>
              <a:off x="4584700" y="1984375"/>
              <a:ext cx="660400" cy="455613"/>
            </a:xfrm>
            <a:custGeom>
              <a:avLst/>
              <a:gdLst>
                <a:gd name="T0" fmla="*/ 55 w 426"/>
                <a:gd name="T1" fmla="*/ 195 h 294"/>
                <a:gd name="T2" fmla="*/ 73 w 426"/>
                <a:gd name="T3" fmla="*/ 221 h 294"/>
                <a:gd name="T4" fmla="*/ 73 w 426"/>
                <a:gd name="T5" fmla="*/ 246 h 294"/>
                <a:gd name="T6" fmla="*/ 102 w 426"/>
                <a:gd name="T7" fmla="*/ 265 h 294"/>
                <a:gd name="T8" fmla="*/ 103 w 426"/>
                <a:gd name="T9" fmla="*/ 265 h 294"/>
                <a:gd name="T10" fmla="*/ 116 w 426"/>
                <a:gd name="T11" fmla="*/ 284 h 294"/>
                <a:gd name="T12" fmla="*/ 141 w 426"/>
                <a:gd name="T13" fmla="*/ 289 h 294"/>
                <a:gd name="T14" fmla="*/ 146 w 426"/>
                <a:gd name="T15" fmla="*/ 264 h 294"/>
                <a:gd name="T16" fmla="*/ 138 w 426"/>
                <a:gd name="T17" fmla="*/ 253 h 294"/>
                <a:gd name="T18" fmla="*/ 242 w 426"/>
                <a:gd name="T19" fmla="*/ 210 h 294"/>
                <a:gd name="T20" fmla="*/ 261 w 426"/>
                <a:gd name="T21" fmla="*/ 184 h 294"/>
                <a:gd name="T22" fmla="*/ 286 w 426"/>
                <a:gd name="T23" fmla="*/ 96 h 294"/>
                <a:gd name="T24" fmla="*/ 286 w 426"/>
                <a:gd name="T25" fmla="*/ 172 h 294"/>
                <a:gd name="T26" fmla="*/ 426 w 426"/>
                <a:gd name="T27" fmla="*/ 147 h 294"/>
                <a:gd name="T28" fmla="*/ 426 w 426"/>
                <a:gd name="T29" fmla="*/ 0 h 294"/>
                <a:gd name="T30" fmla="*/ 317 w 426"/>
                <a:gd name="T31" fmla="*/ 0 h 294"/>
                <a:gd name="T32" fmla="*/ 310 w 426"/>
                <a:gd name="T33" fmla="*/ 1 h 294"/>
                <a:gd name="T34" fmla="*/ 200 w 426"/>
                <a:gd name="T35" fmla="*/ 158 h 294"/>
                <a:gd name="T36" fmla="*/ 101 w 426"/>
                <a:gd name="T37" fmla="*/ 199 h 294"/>
                <a:gd name="T38" fmla="*/ 85 w 426"/>
                <a:gd name="T39" fmla="*/ 175 h 294"/>
                <a:gd name="T40" fmla="*/ 84 w 426"/>
                <a:gd name="T41" fmla="*/ 127 h 294"/>
                <a:gd name="T42" fmla="*/ 39 w 426"/>
                <a:gd name="T43" fmla="*/ 108 h 294"/>
                <a:gd name="T44" fmla="*/ 54 w 426"/>
                <a:gd name="T45" fmla="*/ 131 h 294"/>
                <a:gd name="T46" fmla="*/ 50 w 426"/>
                <a:gd name="T47" fmla="*/ 156 h 294"/>
                <a:gd name="T48" fmla="*/ 25 w 426"/>
                <a:gd name="T49" fmla="*/ 151 h 294"/>
                <a:gd name="T50" fmla="*/ 9 w 426"/>
                <a:gd name="T51" fmla="*/ 129 h 294"/>
                <a:gd name="T52" fmla="*/ 10 w 426"/>
                <a:gd name="T53" fmla="*/ 177 h 294"/>
                <a:gd name="T54" fmla="*/ 55 w 426"/>
                <a:gd name="T55" fmla="*/ 195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6" h="294">
                  <a:moveTo>
                    <a:pt x="55" y="195"/>
                  </a:moveTo>
                  <a:cubicBezTo>
                    <a:pt x="73" y="221"/>
                    <a:pt x="73" y="221"/>
                    <a:pt x="73" y="221"/>
                  </a:cubicBezTo>
                  <a:cubicBezTo>
                    <a:pt x="69" y="229"/>
                    <a:pt x="69" y="237"/>
                    <a:pt x="73" y="246"/>
                  </a:cubicBezTo>
                  <a:cubicBezTo>
                    <a:pt x="78" y="258"/>
                    <a:pt x="90" y="265"/>
                    <a:pt x="102" y="265"/>
                  </a:cubicBezTo>
                  <a:cubicBezTo>
                    <a:pt x="103" y="265"/>
                    <a:pt x="103" y="265"/>
                    <a:pt x="103" y="265"/>
                  </a:cubicBezTo>
                  <a:cubicBezTo>
                    <a:pt x="116" y="284"/>
                    <a:pt x="116" y="284"/>
                    <a:pt x="116" y="284"/>
                  </a:cubicBezTo>
                  <a:cubicBezTo>
                    <a:pt x="122" y="292"/>
                    <a:pt x="133" y="294"/>
                    <a:pt x="141" y="289"/>
                  </a:cubicBezTo>
                  <a:cubicBezTo>
                    <a:pt x="149" y="283"/>
                    <a:pt x="151" y="272"/>
                    <a:pt x="146" y="264"/>
                  </a:cubicBezTo>
                  <a:cubicBezTo>
                    <a:pt x="138" y="253"/>
                    <a:pt x="138" y="253"/>
                    <a:pt x="138" y="253"/>
                  </a:cubicBezTo>
                  <a:cubicBezTo>
                    <a:pt x="242" y="210"/>
                    <a:pt x="242" y="210"/>
                    <a:pt x="242" y="210"/>
                  </a:cubicBezTo>
                  <a:cubicBezTo>
                    <a:pt x="252" y="206"/>
                    <a:pt x="260" y="196"/>
                    <a:pt x="261" y="184"/>
                  </a:cubicBezTo>
                  <a:cubicBezTo>
                    <a:pt x="266" y="141"/>
                    <a:pt x="276" y="113"/>
                    <a:pt x="286" y="96"/>
                  </a:cubicBezTo>
                  <a:cubicBezTo>
                    <a:pt x="286" y="172"/>
                    <a:pt x="286" y="172"/>
                    <a:pt x="286" y="172"/>
                  </a:cubicBezTo>
                  <a:cubicBezTo>
                    <a:pt x="426" y="147"/>
                    <a:pt x="426" y="147"/>
                    <a:pt x="426" y="147"/>
                  </a:cubicBezTo>
                  <a:cubicBezTo>
                    <a:pt x="426" y="0"/>
                    <a:pt x="426" y="0"/>
                    <a:pt x="426" y="0"/>
                  </a:cubicBezTo>
                  <a:cubicBezTo>
                    <a:pt x="317" y="0"/>
                    <a:pt x="317" y="0"/>
                    <a:pt x="317" y="0"/>
                  </a:cubicBezTo>
                  <a:cubicBezTo>
                    <a:pt x="315" y="0"/>
                    <a:pt x="312" y="1"/>
                    <a:pt x="310" y="1"/>
                  </a:cubicBezTo>
                  <a:cubicBezTo>
                    <a:pt x="286" y="5"/>
                    <a:pt x="221" y="26"/>
                    <a:pt x="200" y="158"/>
                  </a:cubicBezTo>
                  <a:cubicBezTo>
                    <a:pt x="101" y="199"/>
                    <a:pt x="101" y="199"/>
                    <a:pt x="101" y="199"/>
                  </a:cubicBezTo>
                  <a:cubicBezTo>
                    <a:pt x="85" y="175"/>
                    <a:pt x="85" y="175"/>
                    <a:pt x="85" y="175"/>
                  </a:cubicBezTo>
                  <a:cubicBezTo>
                    <a:pt x="94" y="161"/>
                    <a:pt x="94" y="142"/>
                    <a:pt x="84" y="127"/>
                  </a:cubicBezTo>
                  <a:cubicBezTo>
                    <a:pt x="73" y="112"/>
                    <a:pt x="56" y="105"/>
                    <a:pt x="39" y="108"/>
                  </a:cubicBezTo>
                  <a:cubicBezTo>
                    <a:pt x="54" y="131"/>
                    <a:pt x="54" y="131"/>
                    <a:pt x="54" y="131"/>
                  </a:cubicBezTo>
                  <a:cubicBezTo>
                    <a:pt x="60" y="139"/>
                    <a:pt x="58" y="150"/>
                    <a:pt x="50" y="156"/>
                  </a:cubicBezTo>
                  <a:cubicBezTo>
                    <a:pt x="42" y="162"/>
                    <a:pt x="31" y="159"/>
                    <a:pt x="25" y="151"/>
                  </a:cubicBezTo>
                  <a:cubicBezTo>
                    <a:pt x="9" y="129"/>
                    <a:pt x="9" y="129"/>
                    <a:pt x="9" y="129"/>
                  </a:cubicBezTo>
                  <a:cubicBezTo>
                    <a:pt x="0" y="143"/>
                    <a:pt x="0" y="162"/>
                    <a:pt x="10" y="177"/>
                  </a:cubicBezTo>
                  <a:cubicBezTo>
                    <a:pt x="21" y="192"/>
                    <a:pt x="38" y="199"/>
                    <a:pt x="55" y="19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4" name="组合 23"/>
          <p:cNvGrpSpPr/>
          <p:nvPr/>
        </p:nvGrpSpPr>
        <p:grpSpPr>
          <a:xfrm>
            <a:off x="2441575" y="1219200"/>
            <a:ext cx="1908175" cy="1663700"/>
            <a:chOff x="2441575" y="1219200"/>
            <a:chExt cx="1908175" cy="1663700"/>
          </a:xfrm>
          <a:solidFill>
            <a:schemeClr val="tx1">
              <a:lumMod val="65000"/>
              <a:lumOff val="35000"/>
            </a:schemeClr>
          </a:solidFill>
        </p:grpSpPr>
        <p:sp>
          <p:nvSpPr>
            <p:cNvPr id="25" name="Freeform 25"/>
            <p:cNvSpPr>
              <a:spLocks/>
            </p:cNvSpPr>
            <p:nvPr/>
          </p:nvSpPr>
          <p:spPr bwMode="auto">
            <a:xfrm>
              <a:off x="3103563" y="2243138"/>
              <a:ext cx="185738" cy="312738"/>
            </a:xfrm>
            <a:custGeom>
              <a:avLst/>
              <a:gdLst>
                <a:gd name="T0" fmla="*/ 23 w 120"/>
                <a:gd name="T1" fmla="*/ 0 h 202"/>
                <a:gd name="T2" fmla="*/ 0 w 120"/>
                <a:gd name="T3" fmla="*/ 190 h 202"/>
                <a:gd name="T4" fmla="*/ 32 w 120"/>
                <a:gd name="T5" fmla="*/ 186 h 202"/>
                <a:gd name="T6" fmla="*/ 98 w 120"/>
                <a:gd name="T7" fmla="*/ 202 h 202"/>
                <a:gd name="T8" fmla="*/ 120 w 120"/>
                <a:gd name="T9" fmla="*/ 18 h 202"/>
                <a:gd name="T10" fmla="*/ 24 w 120"/>
                <a:gd name="T11" fmla="*/ 6 h 202"/>
                <a:gd name="T12" fmla="*/ 23 w 120"/>
                <a:gd name="T13" fmla="*/ 0 h 202"/>
              </a:gdLst>
              <a:ahLst/>
              <a:cxnLst>
                <a:cxn ang="0">
                  <a:pos x="T0" y="T1"/>
                </a:cxn>
                <a:cxn ang="0">
                  <a:pos x="T2" y="T3"/>
                </a:cxn>
                <a:cxn ang="0">
                  <a:pos x="T4" y="T5"/>
                </a:cxn>
                <a:cxn ang="0">
                  <a:pos x="T6" y="T7"/>
                </a:cxn>
                <a:cxn ang="0">
                  <a:pos x="T8" y="T9"/>
                </a:cxn>
                <a:cxn ang="0">
                  <a:pos x="T10" y="T11"/>
                </a:cxn>
                <a:cxn ang="0">
                  <a:pos x="T12" y="T13"/>
                </a:cxn>
              </a:cxnLst>
              <a:rect l="0" t="0" r="r" b="b"/>
              <a:pathLst>
                <a:path w="120" h="202">
                  <a:moveTo>
                    <a:pt x="23" y="0"/>
                  </a:moveTo>
                  <a:cubicBezTo>
                    <a:pt x="0" y="190"/>
                    <a:pt x="0" y="190"/>
                    <a:pt x="0" y="190"/>
                  </a:cubicBezTo>
                  <a:cubicBezTo>
                    <a:pt x="9" y="187"/>
                    <a:pt x="19" y="186"/>
                    <a:pt x="32" y="186"/>
                  </a:cubicBezTo>
                  <a:cubicBezTo>
                    <a:pt x="54" y="186"/>
                    <a:pt x="81" y="191"/>
                    <a:pt x="98" y="202"/>
                  </a:cubicBezTo>
                  <a:cubicBezTo>
                    <a:pt x="120" y="18"/>
                    <a:pt x="120" y="18"/>
                    <a:pt x="120" y="18"/>
                  </a:cubicBezTo>
                  <a:cubicBezTo>
                    <a:pt x="57" y="16"/>
                    <a:pt x="24" y="6"/>
                    <a:pt x="24" y="6"/>
                  </a:cubicBezTo>
                  <a:cubicBezTo>
                    <a:pt x="24" y="6"/>
                    <a:pt x="24" y="4"/>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26"/>
            <p:cNvSpPr>
              <a:spLocks/>
            </p:cNvSpPr>
            <p:nvPr/>
          </p:nvSpPr>
          <p:spPr bwMode="auto">
            <a:xfrm>
              <a:off x="2989263" y="1725613"/>
              <a:ext cx="193675" cy="400050"/>
            </a:xfrm>
            <a:custGeom>
              <a:avLst/>
              <a:gdLst>
                <a:gd name="T0" fmla="*/ 0 w 125"/>
                <a:gd name="T1" fmla="*/ 253 h 258"/>
                <a:gd name="T2" fmla="*/ 25 w 125"/>
                <a:gd name="T3" fmla="*/ 250 h 258"/>
                <a:gd name="T4" fmla="*/ 64 w 125"/>
                <a:gd name="T5" fmla="*/ 258 h 258"/>
                <a:gd name="T6" fmla="*/ 105 w 125"/>
                <a:gd name="T7" fmla="*/ 91 h 258"/>
                <a:gd name="T8" fmla="*/ 105 w 125"/>
                <a:gd name="T9" fmla="*/ 121 h 258"/>
                <a:gd name="T10" fmla="*/ 125 w 125"/>
                <a:gd name="T11" fmla="*/ 0 h 258"/>
                <a:gd name="T12" fmla="*/ 81 w 125"/>
                <a:gd name="T13" fmla="*/ 20 h 258"/>
                <a:gd name="T14" fmla="*/ 0 w 125"/>
                <a:gd name="T15" fmla="*/ 253 h 2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5" h="258">
                  <a:moveTo>
                    <a:pt x="0" y="253"/>
                  </a:moveTo>
                  <a:cubicBezTo>
                    <a:pt x="7" y="251"/>
                    <a:pt x="15" y="250"/>
                    <a:pt x="25" y="250"/>
                  </a:cubicBezTo>
                  <a:cubicBezTo>
                    <a:pt x="37" y="250"/>
                    <a:pt x="53" y="252"/>
                    <a:pt x="64" y="258"/>
                  </a:cubicBezTo>
                  <a:cubicBezTo>
                    <a:pt x="72" y="165"/>
                    <a:pt x="90" y="116"/>
                    <a:pt x="105" y="91"/>
                  </a:cubicBezTo>
                  <a:cubicBezTo>
                    <a:pt x="105" y="121"/>
                    <a:pt x="105" y="121"/>
                    <a:pt x="105" y="121"/>
                  </a:cubicBezTo>
                  <a:cubicBezTo>
                    <a:pt x="116" y="80"/>
                    <a:pt x="122" y="25"/>
                    <a:pt x="125" y="0"/>
                  </a:cubicBezTo>
                  <a:cubicBezTo>
                    <a:pt x="114" y="1"/>
                    <a:pt x="98" y="6"/>
                    <a:pt x="81" y="20"/>
                  </a:cubicBezTo>
                  <a:cubicBezTo>
                    <a:pt x="38" y="56"/>
                    <a:pt x="11" y="135"/>
                    <a:pt x="0" y="2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27"/>
            <p:cNvSpPr>
              <a:spLocks/>
            </p:cNvSpPr>
            <p:nvPr/>
          </p:nvSpPr>
          <p:spPr bwMode="auto">
            <a:xfrm>
              <a:off x="2970213" y="2114550"/>
              <a:ext cx="130175" cy="215900"/>
            </a:xfrm>
            <a:custGeom>
              <a:avLst/>
              <a:gdLst>
                <a:gd name="T0" fmla="*/ 3 w 84"/>
                <a:gd name="T1" fmla="*/ 22 h 139"/>
                <a:gd name="T2" fmla="*/ 0 w 84"/>
                <a:gd name="T3" fmla="*/ 98 h 139"/>
                <a:gd name="T4" fmla="*/ 39 w 84"/>
                <a:gd name="T5" fmla="*/ 139 h 139"/>
                <a:gd name="T6" fmla="*/ 40 w 84"/>
                <a:gd name="T7" fmla="*/ 139 h 139"/>
                <a:gd name="T8" fmla="*/ 60 w 84"/>
                <a:gd name="T9" fmla="*/ 134 h 139"/>
                <a:gd name="T10" fmla="*/ 53 w 84"/>
                <a:gd name="T11" fmla="*/ 78 h 139"/>
                <a:gd name="T12" fmla="*/ 62 w 84"/>
                <a:gd name="T13" fmla="*/ 79 h 139"/>
                <a:gd name="T14" fmla="*/ 67 w 84"/>
                <a:gd name="T15" fmla="*/ 128 h 139"/>
                <a:gd name="T16" fmla="*/ 80 w 84"/>
                <a:gd name="T17" fmla="*/ 99 h 139"/>
                <a:gd name="T18" fmla="*/ 83 w 84"/>
                <a:gd name="T19" fmla="*/ 28 h 139"/>
                <a:gd name="T20" fmla="*/ 3 w 84"/>
                <a:gd name="T21" fmla="*/ 2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4" h="139">
                  <a:moveTo>
                    <a:pt x="3" y="22"/>
                  </a:moveTo>
                  <a:cubicBezTo>
                    <a:pt x="1" y="46"/>
                    <a:pt x="0" y="72"/>
                    <a:pt x="0" y="98"/>
                  </a:cubicBezTo>
                  <a:cubicBezTo>
                    <a:pt x="0" y="120"/>
                    <a:pt x="17" y="139"/>
                    <a:pt x="39" y="139"/>
                  </a:cubicBezTo>
                  <a:cubicBezTo>
                    <a:pt x="40" y="139"/>
                    <a:pt x="40" y="139"/>
                    <a:pt x="40" y="139"/>
                  </a:cubicBezTo>
                  <a:cubicBezTo>
                    <a:pt x="47" y="139"/>
                    <a:pt x="54" y="137"/>
                    <a:pt x="60" y="134"/>
                  </a:cubicBezTo>
                  <a:cubicBezTo>
                    <a:pt x="49" y="107"/>
                    <a:pt x="53" y="79"/>
                    <a:pt x="53" y="78"/>
                  </a:cubicBezTo>
                  <a:cubicBezTo>
                    <a:pt x="62" y="79"/>
                    <a:pt x="62" y="79"/>
                    <a:pt x="62" y="79"/>
                  </a:cubicBezTo>
                  <a:cubicBezTo>
                    <a:pt x="62" y="79"/>
                    <a:pt x="58" y="104"/>
                    <a:pt x="67" y="128"/>
                  </a:cubicBezTo>
                  <a:cubicBezTo>
                    <a:pt x="75" y="121"/>
                    <a:pt x="80" y="111"/>
                    <a:pt x="80" y="99"/>
                  </a:cubicBezTo>
                  <a:cubicBezTo>
                    <a:pt x="80" y="74"/>
                    <a:pt x="81" y="50"/>
                    <a:pt x="83" y="28"/>
                  </a:cubicBezTo>
                  <a:cubicBezTo>
                    <a:pt x="84" y="6"/>
                    <a:pt x="4" y="0"/>
                    <a:pt x="3"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28"/>
            <p:cNvSpPr>
              <a:spLocks/>
            </p:cNvSpPr>
            <p:nvPr/>
          </p:nvSpPr>
          <p:spPr bwMode="auto">
            <a:xfrm>
              <a:off x="3055938" y="2524125"/>
              <a:ext cx="211138" cy="358775"/>
            </a:xfrm>
            <a:custGeom>
              <a:avLst/>
              <a:gdLst>
                <a:gd name="T0" fmla="*/ 21 w 136"/>
                <a:gd name="T1" fmla="*/ 31 h 231"/>
                <a:gd name="T2" fmla="*/ 4 w 136"/>
                <a:gd name="T3" fmla="*/ 169 h 231"/>
                <a:gd name="T4" fmla="*/ 53 w 136"/>
                <a:gd name="T5" fmla="*/ 231 h 231"/>
                <a:gd name="T6" fmla="*/ 60 w 136"/>
                <a:gd name="T7" fmla="*/ 231 h 231"/>
                <a:gd name="T8" fmla="*/ 115 w 136"/>
                <a:gd name="T9" fmla="*/ 182 h 231"/>
                <a:gd name="T10" fmla="*/ 132 w 136"/>
                <a:gd name="T11" fmla="*/ 45 h 231"/>
                <a:gd name="T12" fmla="*/ 21 w 136"/>
                <a:gd name="T13" fmla="*/ 31 h 231"/>
              </a:gdLst>
              <a:ahLst/>
              <a:cxnLst>
                <a:cxn ang="0">
                  <a:pos x="T0" y="T1"/>
                </a:cxn>
                <a:cxn ang="0">
                  <a:pos x="T2" y="T3"/>
                </a:cxn>
                <a:cxn ang="0">
                  <a:pos x="T4" y="T5"/>
                </a:cxn>
                <a:cxn ang="0">
                  <a:pos x="T6" y="T7"/>
                </a:cxn>
                <a:cxn ang="0">
                  <a:pos x="T8" y="T9"/>
                </a:cxn>
                <a:cxn ang="0">
                  <a:pos x="T10" y="T11"/>
                </a:cxn>
                <a:cxn ang="0">
                  <a:pos x="T12" y="T13"/>
                </a:cxn>
              </a:cxnLst>
              <a:rect l="0" t="0" r="r" b="b"/>
              <a:pathLst>
                <a:path w="136" h="231">
                  <a:moveTo>
                    <a:pt x="21" y="31"/>
                  </a:moveTo>
                  <a:cubicBezTo>
                    <a:pt x="4" y="169"/>
                    <a:pt x="4" y="169"/>
                    <a:pt x="4" y="169"/>
                  </a:cubicBezTo>
                  <a:cubicBezTo>
                    <a:pt x="0" y="199"/>
                    <a:pt x="22" y="227"/>
                    <a:pt x="53" y="231"/>
                  </a:cubicBezTo>
                  <a:cubicBezTo>
                    <a:pt x="55" y="231"/>
                    <a:pt x="57" y="231"/>
                    <a:pt x="60" y="231"/>
                  </a:cubicBezTo>
                  <a:cubicBezTo>
                    <a:pt x="88" y="231"/>
                    <a:pt x="112" y="211"/>
                    <a:pt x="115" y="182"/>
                  </a:cubicBezTo>
                  <a:cubicBezTo>
                    <a:pt x="132" y="45"/>
                    <a:pt x="132" y="45"/>
                    <a:pt x="132" y="45"/>
                  </a:cubicBezTo>
                  <a:cubicBezTo>
                    <a:pt x="136" y="14"/>
                    <a:pt x="24" y="0"/>
                    <a:pt x="21"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29"/>
            <p:cNvSpPr>
              <a:spLocks/>
            </p:cNvSpPr>
            <p:nvPr/>
          </p:nvSpPr>
          <p:spPr bwMode="auto">
            <a:xfrm>
              <a:off x="3348038" y="2254250"/>
              <a:ext cx="185738" cy="301625"/>
            </a:xfrm>
            <a:custGeom>
              <a:avLst/>
              <a:gdLst>
                <a:gd name="T0" fmla="*/ 23 w 120"/>
                <a:gd name="T1" fmla="*/ 195 h 195"/>
                <a:gd name="T2" fmla="*/ 89 w 120"/>
                <a:gd name="T3" fmla="*/ 179 h 195"/>
                <a:gd name="T4" fmla="*/ 120 w 120"/>
                <a:gd name="T5" fmla="*/ 183 h 195"/>
                <a:gd name="T6" fmla="*/ 98 w 120"/>
                <a:gd name="T7" fmla="*/ 0 h 195"/>
                <a:gd name="T8" fmla="*/ 0 w 120"/>
                <a:gd name="T9" fmla="*/ 11 h 195"/>
                <a:gd name="T10" fmla="*/ 23 w 120"/>
                <a:gd name="T11" fmla="*/ 195 h 195"/>
              </a:gdLst>
              <a:ahLst/>
              <a:cxnLst>
                <a:cxn ang="0">
                  <a:pos x="T0" y="T1"/>
                </a:cxn>
                <a:cxn ang="0">
                  <a:pos x="T2" y="T3"/>
                </a:cxn>
                <a:cxn ang="0">
                  <a:pos x="T4" y="T5"/>
                </a:cxn>
                <a:cxn ang="0">
                  <a:pos x="T6" y="T7"/>
                </a:cxn>
                <a:cxn ang="0">
                  <a:pos x="T8" y="T9"/>
                </a:cxn>
                <a:cxn ang="0">
                  <a:pos x="T10" y="T11"/>
                </a:cxn>
              </a:cxnLst>
              <a:rect l="0" t="0" r="r" b="b"/>
              <a:pathLst>
                <a:path w="120" h="195">
                  <a:moveTo>
                    <a:pt x="23" y="195"/>
                  </a:moveTo>
                  <a:cubicBezTo>
                    <a:pt x="39" y="184"/>
                    <a:pt x="67" y="179"/>
                    <a:pt x="89" y="179"/>
                  </a:cubicBezTo>
                  <a:cubicBezTo>
                    <a:pt x="102" y="179"/>
                    <a:pt x="112" y="180"/>
                    <a:pt x="120" y="183"/>
                  </a:cubicBezTo>
                  <a:cubicBezTo>
                    <a:pt x="98" y="0"/>
                    <a:pt x="98" y="0"/>
                    <a:pt x="98" y="0"/>
                  </a:cubicBezTo>
                  <a:cubicBezTo>
                    <a:pt x="88" y="3"/>
                    <a:pt x="55" y="10"/>
                    <a:pt x="0" y="11"/>
                  </a:cubicBezTo>
                  <a:lnTo>
                    <a:pt x="23" y="1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30"/>
            <p:cNvSpPr>
              <a:spLocks/>
            </p:cNvSpPr>
            <p:nvPr/>
          </p:nvSpPr>
          <p:spPr bwMode="auto">
            <a:xfrm>
              <a:off x="3536950" y="2114550"/>
              <a:ext cx="131763" cy="215900"/>
            </a:xfrm>
            <a:custGeom>
              <a:avLst/>
              <a:gdLst>
                <a:gd name="T0" fmla="*/ 2 w 85"/>
                <a:gd name="T1" fmla="*/ 28 h 139"/>
                <a:gd name="T2" fmla="*/ 5 w 85"/>
                <a:gd name="T3" fmla="*/ 99 h 139"/>
                <a:gd name="T4" fmla="*/ 17 w 85"/>
                <a:gd name="T5" fmla="*/ 128 h 139"/>
                <a:gd name="T6" fmla="*/ 23 w 85"/>
                <a:gd name="T7" fmla="*/ 79 h 139"/>
                <a:gd name="T8" fmla="*/ 32 w 85"/>
                <a:gd name="T9" fmla="*/ 78 h 139"/>
                <a:gd name="T10" fmla="*/ 25 w 85"/>
                <a:gd name="T11" fmla="*/ 134 h 139"/>
                <a:gd name="T12" fmla="*/ 45 w 85"/>
                <a:gd name="T13" fmla="*/ 139 h 139"/>
                <a:gd name="T14" fmla="*/ 45 w 85"/>
                <a:gd name="T15" fmla="*/ 139 h 139"/>
                <a:gd name="T16" fmla="*/ 85 w 85"/>
                <a:gd name="T17" fmla="*/ 98 h 139"/>
                <a:gd name="T18" fmla="*/ 82 w 85"/>
                <a:gd name="T19" fmla="*/ 22 h 139"/>
                <a:gd name="T20" fmla="*/ 2 w 85"/>
                <a:gd name="T21" fmla="*/ 28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5" h="139">
                  <a:moveTo>
                    <a:pt x="2" y="28"/>
                  </a:moveTo>
                  <a:cubicBezTo>
                    <a:pt x="3" y="50"/>
                    <a:pt x="4" y="74"/>
                    <a:pt x="5" y="99"/>
                  </a:cubicBezTo>
                  <a:cubicBezTo>
                    <a:pt x="5" y="111"/>
                    <a:pt x="10" y="121"/>
                    <a:pt x="17" y="128"/>
                  </a:cubicBezTo>
                  <a:cubicBezTo>
                    <a:pt x="26" y="104"/>
                    <a:pt x="23" y="79"/>
                    <a:pt x="23" y="79"/>
                  </a:cubicBezTo>
                  <a:cubicBezTo>
                    <a:pt x="32" y="78"/>
                    <a:pt x="32" y="78"/>
                    <a:pt x="32" y="78"/>
                  </a:cubicBezTo>
                  <a:cubicBezTo>
                    <a:pt x="32" y="79"/>
                    <a:pt x="36" y="107"/>
                    <a:pt x="25" y="134"/>
                  </a:cubicBezTo>
                  <a:cubicBezTo>
                    <a:pt x="31" y="137"/>
                    <a:pt x="38" y="139"/>
                    <a:pt x="45" y="139"/>
                  </a:cubicBezTo>
                  <a:cubicBezTo>
                    <a:pt x="45" y="139"/>
                    <a:pt x="45" y="139"/>
                    <a:pt x="45" y="139"/>
                  </a:cubicBezTo>
                  <a:cubicBezTo>
                    <a:pt x="67" y="139"/>
                    <a:pt x="85" y="120"/>
                    <a:pt x="85" y="98"/>
                  </a:cubicBezTo>
                  <a:cubicBezTo>
                    <a:pt x="84" y="72"/>
                    <a:pt x="83" y="46"/>
                    <a:pt x="82" y="22"/>
                  </a:cubicBezTo>
                  <a:cubicBezTo>
                    <a:pt x="80" y="0"/>
                    <a:pt x="0" y="6"/>
                    <a:pt x="2"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31"/>
            <p:cNvSpPr>
              <a:spLocks/>
            </p:cNvSpPr>
            <p:nvPr/>
          </p:nvSpPr>
          <p:spPr bwMode="auto">
            <a:xfrm>
              <a:off x="3371850" y="2524125"/>
              <a:ext cx="209550" cy="358775"/>
            </a:xfrm>
            <a:custGeom>
              <a:avLst/>
              <a:gdLst>
                <a:gd name="T0" fmla="*/ 4 w 135"/>
                <a:gd name="T1" fmla="*/ 45 h 231"/>
                <a:gd name="T2" fmla="*/ 20 w 135"/>
                <a:gd name="T3" fmla="*/ 182 h 231"/>
                <a:gd name="T4" fmla="*/ 76 w 135"/>
                <a:gd name="T5" fmla="*/ 231 h 231"/>
                <a:gd name="T6" fmla="*/ 83 w 135"/>
                <a:gd name="T7" fmla="*/ 231 h 231"/>
                <a:gd name="T8" fmla="*/ 132 w 135"/>
                <a:gd name="T9" fmla="*/ 169 h 231"/>
                <a:gd name="T10" fmla="*/ 115 w 135"/>
                <a:gd name="T11" fmla="*/ 31 h 231"/>
                <a:gd name="T12" fmla="*/ 4 w 135"/>
                <a:gd name="T13" fmla="*/ 45 h 231"/>
              </a:gdLst>
              <a:ahLst/>
              <a:cxnLst>
                <a:cxn ang="0">
                  <a:pos x="T0" y="T1"/>
                </a:cxn>
                <a:cxn ang="0">
                  <a:pos x="T2" y="T3"/>
                </a:cxn>
                <a:cxn ang="0">
                  <a:pos x="T4" y="T5"/>
                </a:cxn>
                <a:cxn ang="0">
                  <a:pos x="T6" y="T7"/>
                </a:cxn>
                <a:cxn ang="0">
                  <a:pos x="T8" y="T9"/>
                </a:cxn>
                <a:cxn ang="0">
                  <a:pos x="T10" y="T11"/>
                </a:cxn>
                <a:cxn ang="0">
                  <a:pos x="T12" y="T13"/>
                </a:cxn>
              </a:cxnLst>
              <a:rect l="0" t="0" r="r" b="b"/>
              <a:pathLst>
                <a:path w="135" h="231">
                  <a:moveTo>
                    <a:pt x="4" y="45"/>
                  </a:moveTo>
                  <a:cubicBezTo>
                    <a:pt x="20" y="182"/>
                    <a:pt x="20" y="182"/>
                    <a:pt x="20" y="182"/>
                  </a:cubicBezTo>
                  <a:cubicBezTo>
                    <a:pt x="24" y="211"/>
                    <a:pt x="48" y="231"/>
                    <a:pt x="76" y="231"/>
                  </a:cubicBezTo>
                  <a:cubicBezTo>
                    <a:pt x="78" y="231"/>
                    <a:pt x="80" y="231"/>
                    <a:pt x="83" y="231"/>
                  </a:cubicBezTo>
                  <a:cubicBezTo>
                    <a:pt x="113" y="227"/>
                    <a:pt x="135" y="199"/>
                    <a:pt x="132" y="169"/>
                  </a:cubicBezTo>
                  <a:cubicBezTo>
                    <a:pt x="115" y="31"/>
                    <a:pt x="115" y="31"/>
                    <a:pt x="115" y="31"/>
                  </a:cubicBezTo>
                  <a:cubicBezTo>
                    <a:pt x="111" y="0"/>
                    <a:pt x="0" y="14"/>
                    <a:pt x="4"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32"/>
            <p:cNvSpPr>
              <a:spLocks/>
            </p:cNvSpPr>
            <p:nvPr/>
          </p:nvSpPr>
          <p:spPr bwMode="auto">
            <a:xfrm>
              <a:off x="3462338" y="1725613"/>
              <a:ext cx="187325" cy="400050"/>
            </a:xfrm>
            <a:custGeom>
              <a:avLst/>
              <a:gdLst>
                <a:gd name="T0" fmla="*/ 15 w 120"/>
                <a:gd name="T1" fmla="*/ 103 h 258"/>
                <a:gd name="T2" fmla="*/ 15 w 120"/>
                <a:gd name="T3" fmla="*/ 91 h 258"/>
                <a:gd name="T4" fmla="*/ 56 w 120"/>
                <a:gd name="T5" fmla="*/ 258 h 258"/>
                <a:gd name="T6" fmla="*/ 96 w 120"/>
                <a:gd name="T7" fmla="*/ 250 h 258"/>
                <a:gd name="T8" fmla="*/ 120 w 120"/>
                <a:gd name="T9" fmla="*/ 253 h 258"/>
                <a:gd name="T10" fmla="*/ 39 w 120"/>
                <a:gd name="T11" fmla="*/ 20 h 258"/>
                <a:gd name="T12" fmla="*/ 0 w 120"/>
                <a:gd name="T13" fmla="*/ 0 h 258"/>
                <a:gd name="T14" fmla="*/ 15 w 120"/>
                <a:gd name="T15" fmla="*/ 103 h 2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258">
                  <a:moveTo>
                    <a:pt x="15" y="103"/>
                  </a:moveTo>
                  <a:cubicBezTo>
                    <a:pt x="15" y="91"/>
                    <a:pt x="15" y="91"/>
                    <a:pt x="15" y="91"/>
                  </a:cubicBezTo>
                  <a:cubicBezTo>
                    <a:pt x="31" y="116"/>
                    <a:pt x="48" y="165"/>
                    <a:pt x="56" y="258"/>
                  </a:cubicBezTo>
                  <a:cubicBezTo>
                    <a:pt x="68" y="252"/>
                    <a:pt x="84" y="250"/>
                    <a:pt x="96" y="250"/>
                  </a:cubicBezTo>
                  <a:cubicBezTo>
                    <a:pt x="105" y="250"/>
                    <a:pt x="114" y="251"/>
                    <a:pt x="120" y="253"/>
                  </a:cubicBezTo>
                  <a:cubicBezTo>
                    <a:pt x="110" y="135"/>
                    <a:pt x="83" y="56"/>
                    <a:pt x="39" y="20"/>
                  </a:cubicBezTo>
                  <a:cubicBezTo>
                    <a:pt x="25" y="8"/>
                    <a:pt x="11" y="2"/>
                    <a:pt x="0" y="0"/>
                  </a:cubicBezTo>
                  <a:cubicBezTo>
                    <a:pt x="2" y="22"/>
                    <a:pt x="8" y="65"/>
                    <a:pt x="15"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33"/>
            <p:cNvSpPr>
              <a:spLocks noEditPoints="1"/>
            </p:cNvSpPr>
            <p:nvPr/>
          </p:nvSpPr>
          <p:spPr bwMode="auto">
            <a:xfrm>
              <a:off x="3179763" y="1530350"/>
              <a:ext cx="277813" cy="158750"/>
            </a:xfrm>
            <a:custGeom>
              <a:avLst/>
              <a:gdLst>
                <a:gd name="T0" fmla="*/ 0 w 180"/>
                <a:gd name="T1" fmla="*/ 12 h 102"/>
                <a:gd name="T2" fmla="*/ 90 w 180"/>
                <a:gd name="T3" fmla="*/ 102 h 102"/>
                <a:gd name="T4" fmla="*/ 180 w 180"/>
                <a:gd name="T5" fmla="*/ 12 h 102"/>
                <a:gd name="T6" fmla="*/ 179 w 180"/>
                <a:gd name="T7" fmla="*/ 0 h 102"/>
                <a:gd name="T8" fmla="*/ 1 w 180"/>
                <a:gd name="T9" fmla="*/ 0 h 102"/>
                <a:gd name="T10" fmla="*/ 0 w 180"/>
                <a:gd name="T11" fmla="*/ 12 h 102"/>
                <a:gd name="T12" fmla="*/ 90 w 180"/>
                <a:gd name="T13" fmla="*/ 12 h 102"/>
                <a:gd name="T14" fmla="*/ 164 w 180"/>
                <a:gd name="T15" fmla="*/ 12 h 102"/>
                <a:gd name="T16" fmla="*/ 155 w 180"/>
                <a:gd name="T17" fmla="*/ 49 h 102"/>
                <a:gd name="T18" fmla="*/ 116 w 180"/>
                <a:gd name="T19" fmla="*/ 65 h 102"/>
                <a:gd name="T20" fmla="*/ 90 w 180"/>
                <a:gd name="T21" fmla="*/ 34 h 102"/>
                <a:gd name="T22" fmla="*/ 90 w 180"/>
                <a:gd name="T23" fmla="*/ 34 h 102"/>
                <a:gd name="T24" fmla="*/ 64 w 180"/>
                <a:gd name="T25" fmla="*/ 65 h 102"/>
                <a:gd name="T26" fmla="*/ 37 w 180"/>
                <a:gd name="T27" fmla="*/ 55 h 102"/>
                <a:gd name="T28" fmla="*/ 80 w 180"/>
                <a:gd name="T29" fmla="*/ 12 h 102"/>
                <a:gd name="T30" fmla="*/ 90 w 180"/>
                <a:gd name="T31" fmla="*/ 12 h 102"/>
                <a:gd name="T32" fmla="*/ 76 w 180"/>
                <a:gd name="T33" fmla="*/ 12 h 102"/>
                <a:gd name="T34" fmla="*/ 34 w 180"/>
                <a:gd name="T35" fmla="*/ 54 h 102"/>
                <a:gd name="T36" fmla="*/ 26 w 180"/>
                <a:gd name="T37" fmla="*/ 49 h 102"/>
                <a:gd name="T38" fmla="*/ 17 w 180"/>
                <a:gd name="T39" fmla="*/ 12 h 102"/>
                <a:gd name="T40" fmla="*/ 76 w 180"/>
                <a:gd name="T41" fmla="*/ 1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0" h="102">
                  <a:moveTo>
                    <a:pt x="0" y="12"/>
                  </a:moveTo>
                  <a:cubicBezTo>
                    <a:pt x="0" y="62"/>
                    <a:pt x="41" y="102"/>
                    <a:pt x="90" y="102"/>
                  </a:cubicBezTo>
                  <a:cubicBezTo>
                    <a:pt x="140" y="102"/>
                    <a:pt x="180" y="62"/>
                    <a:pt x="180" y="12"/>
                  </a:cubicBezTo>
                  <a:cubicBezTo>
                    <a:pt x="180" y="8"/>
                    <a:pt x="180" y="4"/>
                    <a:pt x="179" y="0"/>
                  </a:cubicBezTo>
                  <a:cubicBezTo>
                    <a:pt x="1" y="0"/>
                    <a:pt x="1" y="0"/>
                    <a:pt x="1" y="0"/>
                  </a:cubicBezTo>
                  <a:cubicBezTo>
                    <a:pt x="1" y="4"/>
                    <a:pt x="0" y="8"/>
                    <a:pt x="0" y="12"/>
                  </a:cubicBezTo>
                  <a:close/>
                  <a:moveTo>
                    <a:pt x="90" y="12"/>
                  </a:moveTo>
                  <a:cubicBezTo>
                    <a:pt x="164" y="12"/>
                    <a:pt x="164" y="12"/>
                    <a:pt x="164" y="12"/>
                  </a:cubicBezTo>
                  <a:cubicBezTo>
                    <a:pt x="164" y="12"/>
                    <a:pt x="164" y="42"/>
                    <a:pt x="155" y="49"/>
                  </a:cubicBezTo>
                  <a:cubicBezTo>
                    <a:pt x="145" y="56"/>
                    <a:pt x="122" y="66"/>
                    <a:pt x="116" y="65"/>
                  </a:cubicBezTo>
                  <a:cubicBezTo>
                    <a:pt x="111" y="64"/>
                    <a:pt x="98" y="34"/>
                    <a:pt x="90" y="34"/>
                  </a:cubicBezTo>
                  <a:cubicBezTo>
                    <a:pt x="90" y="34"/>
                    <a:pt x="90" y="34"/>
                    <a:pt x="90" y="34"/>
                  </a:cubicBezTo>
                  <a:cubicBezTo>
                    <a:pt x="83" y="34"/>
                    <a:pt x="70" y="64"/>
                    <a:pt x="64" y="65"/>
                  </a:cubicBezTo>
                  <a:cubicBezTo>
                    <a:pt x="60" y="65"/>
                    <a:pt x="47" y="60"/>
                    <a:pt x="37" y="55"/>
                  </a:cubicBezTo>
                  <a:cubicBezTo>
                    <a:pt x="80" y="12"/>
                    <a:pt x="80" y="12"/>
                    <a:pt x="80" y="12"/>
                  </a:cubicBezTo>
                  <a:cubicBezTo>
                    <a:pt x="90" y="12"/>
                    <a:pt x="90" y="12"/>
                    <a:pt x="90" y="12"/>
                  </a:cubicBezTo>
                  <a:close/>
                  <a:moveTo>
                    <a:pt x="76" y="12"/>
                  </a:moveTo>
                  <a:cubicBezTo>
                    <a:pt x="34" y="54"/>
                    <a:pt x="34" y="54"/>
                    <a:pt x="34" y="54"/>
                  </a:cubicBezTo>
                  <a:cubicBezTo>
                    <a:pt x="31" y="52"/>
                    <a:pt x="28" y="50"/>
                    <a:pt x="26" y="49"/>
                  </a:cubicBezTo>
                  <a:cubicBezTo>
                    <a:pt x="16" y="42"/>
                    <a:pt x="17" y="12"/>
                    <a:pt x="17" y="12"/>
                  </a:cubicBezTo>
                  <a:lnTo>
                    <a:pt x="76"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34"/>
            <p:cNvSpPr>
              <a:spLocks/>
            </p:cNvSpPr>
            <p:nvPr/>
          </p:nvSpPr>
          <p:spPr bwMode="auto">
            <a:xfrm>
              <a:off x="3155950" y="1341438"/>
              <a:ext cx="330200" cy="174625"/>
            </a:xfrm>
            <a:custGeom>
              <a:avLst/>
              <a:gdLst>
                <a:gd name="T0" fmla="*/ 13 w 213"/>
                <a:gd name="T1" fmla="*/ 113 h 113"/>
                <a:gd name="T2" fmla="*/ 14 w 213"/>
                <a:gd name="T3" fmla="*/ 113 h 113"/>
                <a:gd name="T4" fmla="*/ 199 w 213"/>
                <a:gd name="T5" fmla="*/ 113 h 113"/>
                <a:gd name="T6" fmla="*/ 201 w 213"/>
                <a:gd name="T7" fmla="*/ 113 h 113"/>
                <a:gd name="T8" fmla="*/ 213 w 213"/>
                <a:gd name="T9" fmla="*/ 101 h 113"/>
                <a:gd name="T10" fmla="*/ 201 w 213"/>
                <a:gd name="T11" fmla="*/ 89 h 113"/>
                <a:gd name="T12" fmla="*/ 199 w 213"/>
                <a:gd name="T13" fmla="*/ 89 h 113"/>
                <a:gd name="T14" fmla="*/ 159 w 213"/>
                <a:gd name="T15" fmla="*/ 15 h 113"/>
                <a:gd name="T16" fmla="*/ 159 w 213"/>
                <a:gd name="T17" fmla="*/ 23 h 113"/>
                <a:gd name="T18" fmla="*/ 149 w 213"/>
                <a:gd name="T19" fmla="*/ 32 h 113"/>
                <a:gd name="T20" fmla="*/ 140 w 213"/>
                <a:gd name="T21" fmla="*/ 23 h 113"/>
                <a:gd name="T22" fmla="*/ 140 w 213"/>
                <a:gd name="T23" fmla="*/ 5 h 113"/>
                <a:gd name="T24" fmla="*/ 116 w 213"/>
                <a:gd name="T25" fmla="*/ 0 h 113"/>
                <a:gd name="T26" fmla="*/ 116 w 213"/>
                <a:gd name="T27" fmla="*/ 23 h 113"/>
                <a:gd name="T28" fmla="*/ 107 w 213"/>
                <a:gd name="T29" fmla="*/ 32 h 113"/>
                <a:gd name="T30" fmla="*/ 97 w 213"/>
                <a:gd name="T31" fmla="*/ 23 h 113"/>
                <a:gd name="T32" fmla="*/ 97 w 213"/>
                <a:gd name="T33" fmla="*/ 0 h 113"/>
                <a:gd name="T34" fmla="*/ 74 w 213"/>
                <a:gd name="T35" fmla="*/ 5 h 113"/>
                <a:gd name="T36" fmla="*/ 74 w 213"/>
                <a:gd name="T37" fmla="*/ 23 h 113"/>
                <a:gd name="T38" fmla="*/ 64 w 213"/>
                <a:gd name="T39" fmla="*/ 32 h 113"/>
                <a:gd name="T40" fmla="*/ 55 w 213"/>
                <a:gd name="T41" fmla="*/ 23 h 113"/>
                <a:gd name="T42" fmla="*/ 55 w 213"/>
                <a:gd name="T43" fmla="*/ 15 h 113"/>
                <a:gd name="T44" fmla="*/ 14 w 213"/>
                <a:gd name="T45" fmla="*/ 89 h 113"/>
                <a:gd name="T46" fmla="*/ 13 w 213"/>
                <a:gd name="T47" fmla="*/ 89 h 113"/>
                <a:gd name="T48" fmla="*/ 0 w 213"/>
                <a:gd name="T49" fmla="*/ 101 h 113"/>
                <a:gd name="T50" fmla="*/ 13 w 213"/>
                <a:gd name="T51"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13" h="113">
                  <a:moveTo>
                    <a:pt x="13" y="113"/>
                  </a:moveTo>
                  <a:cubicBezTo>
                    <a:pt x="14" y="113"/>
                    <a:pt x="14" y="113"/>
                    <a:pt x="14" y="113"/>
                  </a:cubicBezTo>
                  <a:cubicBezTo>
                    <a:pt x="199" y="113"/>
                    <a:pt x="199" y="113"/>
                    <a:pt x="199" y="113"/>
                  </a:cubicBezTo>
                  <a:cubicBezTo>
                    <a:pt x="201" y="113"/>
                    <a:pt x="201" y="113"/>
                    <a:pt x="201" y="113"/>
                  </a:cubicBezTo>
                  <a:cubicBezTo>
                    <a:pt x="207" y="113"/>
                    <a:pt x="213" y="108"/>
                    <a:pt x="213" y="101"/>
                  </a:cubicBezTo>
                  <a:cubicBezTo>
                    <a:pt x="213" y="95"/>
                    <a:pt x="207" y="89"/>
                    <a:pt x="201" y="89"/>
                  </a:cubicBezTo>
                  <a:cubicBezTo>
                    <a:pt x="199" y="89"/>
                    <a:pt x="199" y="89"/>
                    <a:pt x="199" y="89"/>
                  </a:cubicBezTo>
                  <a:cubicBezTo>
                    <a:pt x="198" y="58"/>
                    <a:pt x="183" y="31"/>
                    <a:pt x="159" y="15"/>
                  </a:cubicBezTo>
                  <a:cubicBezTo>
                    <a:pt x="159" y="23"/>
                    <a:pt x="159" y="23"/>
                    <a:pt x="159" y="23"/>
                  </a:cubicBezTo>
                  <a:cubicBezTo>
                    <a:pt x="159" y="28"/>
                    <a:pt x="155" y="32"/>
                    <a:pt x="149" y="32"/>
                  </a:cubicBezTo>
                  <a:cubicBezTo>
                    <a:pt x="144" y="32"/>
                    <a:pt x="140" y="28"/>
                    <a:pt x="140" y="23"/>
                  </a:cubicBezTo>
                  <a:cubicBezTo>
                    <a:pt x="140" y="5"/>
                    <a:pt x="140" y="5"/>
                    <a:pt x="140" y="5"/>
                  </a:cubicBezTo>
                  <a:cubicBezTo>
                    <a:pt x="132" y="2"/>
                    <a:pt x="124" y="0"/>
                    <a:pt x="116" y="0"/>
                  </a:cubicBezTo>
                  <a:cubicBezTo>
                    <a:pt x="116" y="23"/>
                    <a:pt x="116" y="23"/>
                    <a:pt x="116" y="23"/>
                  </a:cubicBezTo>
                  <a:cubicBezTo>
                    <a:pt x="116" y="28"/>
                    <a:pt x="112" y="32"/>
                    <a:pt x="107" y="32"/>
                  </a:cubicBezTo>
                  <a:cubicBezTo>
                    <a:pt x="101" y="32"/>
                    <a:pt x="97" y="28"/>
                    <a:pt x="97" y="23"/>
                  </a:cubicBezTo>
                  <a:cubicBezTo>
                    <a:pt x="97" y="0"/>
                    <a:pt x="97" y="0"/>
                    <a:pt x="97" y="0"/>
                  </a:cubicBezTo>
                  <a:cubicBezTo>
                    <a:pt x="89" y="0"/>
                    <a:pt x="81" y="2"/>
                    <a:pt x="74" y="5"/>
                  </a:cubicBezTo>
                  <a:cubicBezTo>
                    <a:pt x="74" y="23"/>
                    <a:pt x="74" y="23"/>
                    <a:pt x="74" y="23"/>
                  </a:cubicBezTo>
                  <a:cubicBezTo>
                    <a:pt x="74" y="28"/>
                    <a:pt x="69" y="32"/>
                    <a:pt x="64" y="32"/>
                  </a:cubicBezTo>
                  <a:cubicBezTo>
                    <a:pt x="59" y="32"/>
                    <a:pt x="55" y="28"/>
                    <a:pt x="55" y="23"/>
                  </a:cubicBezTo>
                  <a:cubicBezTo>
                    <a:pt x="55" y="15"/>
                    <a:pt x="55" y="15"/>
                    <a:pt x="55" y="15"/>
                  </a:cubicBezTo>
                  <a:cubicBezTo>
                    <a:pt x="31" y="31"/>
                    <a:pt x="15" y="58"/>
                    <a:pt x="14" y="89"/>
                  </a:cubicBezTo>
                  <a:cubicBezTo>
                    <a:pt x="13" y="89"/>
                    <a:pt x="13" y="89"/>
                    <a:pt x="13" y="89"/>
                  </a:cubicBezTo>
                  <a:cubicBezTo>
                    <a:pt x="6" y="89"/>
                    <a:pt x="0" y="95"/>
                    <a:pt x="0" y="101"/>
                  </a:cubicBezTo>
                  <a:cubicBezTo>
                    <a:pt x="0" y="108"/>
                    <a:pt x="6" y="113"/>
                    <a:pt x="13" y="1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35"/>
            <p:cNvSpPr>
              <a:spLocks/>
            </p:cNvSpPr>
            <p:nvPr/>
          </p:nvSpPr>
          <p:spPr bwMode="auto">
            <a:xfrm>
              <a:off x="3133725" y="1724025"/>
              <a:ext cx="377825" cy="563563"/>
            </a:xfrm>
            <a:custGeom>
              <a:avLst/>
              <a:gdLst>
                <a:gd name="T0" fmla="*/ 115 w 243"/>
                <a:gd name="T1" fmla="*/ 192 h 363"/>
                <a:gd name="T2" fmla="*/ 3 w 243"/>
                <a:gd name="T3" fmla="*/ 186 h 363"/>
                <a:gd name="T4" fmla="*/ 0 w 243"/>
                <a:gd name="T5" fmla="*/ 226 h 363"/>
                <a:gd name="T6" fmla="*/ 115 w 243"/>
                <a:gd name="T7" fmla="*/ 232 h 363"/>
                <a:gd name="T8" fmla="*/ 115 w 243"/>
                <a:gd name="T9" fmla="*/ 271 h 363"/>
                <a:gd name="T10" fmla="*/ 3 w 243"/>
                <a:gd name="T11" fmla="*/ 265 h 363"/>
                <a:gd name="T12" fmla="*/ 1 w 243"/>
                <a:gd name="T13" fmla="*/ 290 h 363"/>
                <a:gd name="T14" fmla="*/ 0 w 243"/>
                <a:gd name="T15" fmla="*/ 305 h 363"/>
                <a:gd name="T16" fmla="*/ 2 w 243"/>
                <a:gd name="T17" fmla="*/ 305 h 363"/>
                <a:gd name="T18" fmla="*/ 115 w 243"/>
                <a:gd name="T19" fmla="*/ 311 h 363"/>
                <a:gd name="T20" fmla="*/ 115 w 243"/>
                <a:gd name="T21" fmla="*/ 353 h 363"/>
                <a:gd name="T22" fmla="*/ 115 w 243"/>
                <a:gd name="T23" fmla="*/ 363 h 363"/>
                <a:gd name="T24" fmla="*/ 127 w 243"/>
                <a:gd name="T25" fmla="*/ 363 h 363"/>
                <a:gd name="T26" fmla="*/ 127 w 243"/>
                <a:gd name="T27" fmla="*/ 353 h 363"/>
                <a:gd name="T28" fmla="*/ 127 w 243"/>
                <a:gd name="T29" fmla="*/ 311 h 363"/>
                <a:gd name="T30" fmla="*/ 241 w 243"/>
                <a:gd name="T31" fmla="*/ 305 h 363"/>
                <a:gd name="T32" fmla="*/ 243 w 243"/>
                <a:gd name="T33" fmla="*/ 305 h 363"/>
                <a:gd name="T34" fmla="*/ 242 w 243"/>
                <a:gd name="T35" fmla="*/ 290 h 363"/>
                <a:gd name="T36" fmla="*/ 240 w 243"/>
                <a:gd name="T37" fmla="*/ 265 h 363"/>
                <a:gd name="T38" fmla="*/ 127 w 243"/>
                <a:gd name="T39" fmla="*/ 271 h 363"/>
                <a:gd name="T40" fmla="*/ 127 w 243"/>
                <a:gd name="T41" fmla="*/ 232 h 363"/>
                <a:gd name="T42" fmla="*/ 243 w 243"/>
                <a:gd name="T43" fmla="*/ 226 h 363"/>
                <a:gd name="T44" fmla="*/ 240 w 243"/>
                <a:gd name="T45" fmla="*/ 186 h 363"/>
                <a:gd name="T46" fmla="*/ 127 w 243"/>
                <a:gd name="T47" fmla="*/ 192 h 363"/>
                <a:gd name="T48" fmla="*/ 127 w 243"/>
                <a:gd name="T49" fmla="*/ 101 h 363"/>
                <a:gd name="T50" fmla="*/ 163 w 243"/>
                <a:gd name="T51" fmla="*/ 0 h 363"/>
                <a:gd name="T52" fmla="*/ 79 w 243"/>
                <a:gd name="T53" fmla="*/ 0 h 363"/>
                <a:gd name="T54" fmla="*/ 115 w 243"/>
                <a:gd name="T55" fmla="*/ 101 h 363"/>
                <a:gd name="T56" fmla="*/ 115 w 243"/>
                <a:gd name="T57" fmla="*/ 19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3" h="363">
                  <a:moveTo>
                    <a:pt x="115" y="192"/>
                  </a:moveTo>
                  <a:cubicBezTo>
                    <a:pt x="67" y="192"/>
                    <a:pt x="4" y="186"/>
                    <a:pt x="3" y="186"/>
                  </a:cubicBezTo>
                  <a:cubicBezTo>
                    <a:pt x="0" y="226"/>
                    <a:pt x="0" y="226"/>
                    <a:pt x="0" y="226"/>
                  </a:cubicBezTo>
                  <a:cubicBezTo>
                    <a:pt x="2" y="227"/>
                    <a:pt x="65" y="232"/>
                    <a:pt x="115" y="232"/>
                  </a:cubicBezTo>
                  <a:cubicBezTo>
                    <a:pt x="115" y="271"/>
                    <a:pt x="115" y="271"/>
                    <a:pt x="115" y="271"/>
                  </a:cubicBezTo>
                  <a:cubicBezTo>
                    <a:pt x="67" y="271"/>
                    <a:pt x="4" y="265"/>
                    <a:pt x="3" y="265"/>
                  </a:cubicBezTo>
                  <a:cubicBezTo>
                    <a:pt x="1" y="290"/>
                    <a:pt x="1" y="290"/>
                    <a:pt x="1" y="290"/>
                  </a:cubicBezTo>
                  <a:cubicBezTo>
                    <a:pt x="0" y="305"/>
                    <a:pt x="0" y="305"/>
                    <a:pt x="0" y="305"/>
                  </a:cubicBezTo>
                  <a:cubicBezTo>
                    <a:pt x="0" y="305"/>
                    <a:pt x="1" y="305"/>
                    <a:pt x="2" y="305"/>
                  </a:cubicBezTo>
                  <a:cubicBezTo>
                    <a:pt x="13" y="306"/>
                    <a:pt x="69" y="311"/>
                    <a:pt x="115" y="311"/>
                  </a:cubicBezTo>
                  <a:cubicBezTo>
                    <a:pt x="115" y="353"/>
                    <a:pt x="115" y="353"/>
                    <a:pt x="115" y="353"/>
                  </a:cubicBezTo>
                  <a:cubicBezTo>
                    <a:pt x="115" y="363"/>
                    <a:pt x="115" y="363"/>
                    <a:pt x="115" y="363"/>
                  </a:cubicBezTo>
                  <a:cubicBezTo>
                    <a:pt x="127" y="363"/>
                    <a:pt x="127" y="363"/>
                    <a:pt x="127" y="363"/>
                  </a:cubicBezTo>
                  <a:cubicBezTo>
                    <a:pt x="127" y="353"/>
                    <a:pt x="127" y="353"/>
                    <a:pt x="127" y="353"/>
                  </a:cubicBezTo>
                  <a:cubicBezTo>
                    <a:pt x="127" y="311"/>
                    <a:pt x="127" y="311"/>
                    <a:pt x="127" y="311"/>
                  </a:cubicBezTo>
                  <a:cubicBezTo>
                    <a:pt x="173" y="311"/>
                    <a:pt x="230" y="306"/>
                    <a:pt x="241" y="305"/>
                  </a:cubicBezTo>
                  <a:cubicBezTo>
                    <a:pt x="242" y="305"/>
                    <a:pt x="243" y="305"/>
                    <a:pt x="243" y="305"/>
                  </a:cubicBezTo>
                  <a:cubicBezTo>
                    <a:pt x="242" y="290"/>
                    <a:pt x="242" y="290"/>
                    <a:pt x="242" y="290"/>
                  </a:cubicBezTo>
                  <a:cubicBezTo>
                    <a:pt x="240" y="265"/>
                    <a:pt x="240" y="265"/>
                    <a:pt x="240" y="265"/>
                  </a:cubicBezTo>
                  <a:cubicBezTo>
                    <a:pt x="239" y="265"/>
                    <a:pt x="176" y="271"/>
                    <a:pt x="127" y="271"/>
                  </a:cubicBezTo>
                  <a:cubicBezTo>
                    <a:pt x="127" y="232"/>
                    <a:pt x="127" y="232"/>
                    <a:pt x="127" y="232"/>
                  </a:cubicBezTo>
                  <a:cubicBezTo>
                    <a:pt x="178" y="232"/>
                    <a:pt x="240" y="227"/>
                    <a:pt x="243" y="226"/>
                  </a:cubicBezTo>
                  <a:cubicBezTo>
                    <a:pt x="240" y="186"/>
                    <a:pt x="240" y="186"/>
                    <a:pt x="240" y="186"/>
                  </a:cubicBezTo>
                  <a:cubicBezTo>
                    <a:pt x="239" y="186"/>
                    <a:pt x="176" y="192"/>
                    <a:pt x="127" y="192"/>
                  </a:cubicBezTo>
                  <a:cubicBezTo>
                    <a:pt x="127" y="101"/>
                    <a:pt x="127" y="101"/>
                    <a:pt x="127" y="101"/>
                  </a:cubicBezTo>
                  <a:cubicBezTo>
                    <a:pt x="163" y="0"/>
                    <a:pt x="163" y="0"/>
                    <a:pt x="163" y="0"/>
                  </a:cubicBezTo>
                  <a:cubicBezTo>
                    <a:pt x="79" y="0"/>
                    <a:pt x="79" y="0"/>
                    <a:pt x="79" y="0"/>
                  </a:cubicBezTo>
                  <a:cubicBezTo>
                    <a:pt x="115" y="101"/>
                    <a:pt x="115" y="101"/>
                    <a:pt x="115" y="101"/>
                  </a:cubicBezTo>
                  <a:lnTo>
                    <a:pt x="115" y="1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36"/>
            <p:cNvSpPr>
              <a:spLocks/>
            </p:cNvSpPr>
            <p:nvPr/>
          </p:nvSpPr>
          <p:spPr bwMode="auto">
            <a:xfrm>
              <a:off x="3527425" y="1282700"/>
              <a:ext cx="233363" cy="114300"/>
            </a:xfrm>
            <a:custGeom>
              <a:avLst/>
              <a:gdLst>
                <a:gd name="T0" fmla="*/ 147 w 147"/>
                <a:gd name="T1" fmla="*/ 8 h 72"/>
                <a:gd name="T2" fmla="*/ 144 w 147"/>
                <a:gd name="T3" fmla="*/ 0 h 72"/>
                <a:gd name="T4" fmla="*/ 0 w 147"/>
                <a:gd name="T5" fmla="*/ 65 h 72"/>
                <a:gd name="T6" fmla="*/ 4 w 147"/>
                <a:gd name="T7" fmla="*/ 72 h 72"/>
                <a:gd name="T8" fmla="*/ 147 w 147"/>
                <a:gd name="T9" fmla="*/ 8 h 72"/>
              </a:gdLst>
              <a:ahLst/>
              <a:cxnLst>
                <a:cxn ang="0">
                  <a:pos x="T0" y="T1"/>
                </a:cxn>
                <a:cxn ang="0">
                  <a:pos x="T2" y="T3"/>
                </a:cxn>
                <a:cxn ang="0">
                  <a:pos x="T4" y="T5"/>
                </a:cxn>
                <a:cxn ang="0">
                  <a:pos x="T6" y="T7"/>
                </a:cxn>
                <a:cxn ang="0">
                  <a:pos x="T8" y="T9"/>
                </a:cxn>
              </a:cxnLst>
              <a:rect l="0" t="0" r="r" b="b"/>
              <a:pathLst>
                <a:path w="147" h="72">
                  <a:moveTo>
                    <a:pt x="147" y="8"/>
                  </a:moveTo>
                  <a:lnTo>
                    <a:pt x="144" y="0"/>
                  </a:lnTo>
                  <a:lnTo>
                    <a:pt x="0" y="65"/>
                  </a:lnTo>
                  <a:lnTo>
                    <a:pt x="4" y="72"/>
                  </a:lnTo>
                  <a:lnTo>
                    <a:pt x="147"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37"/>
            <p:cNvSpPr>
              <a:spLocks/>
            </p:cNvSpPr>
            <p:nvPr/>
          </p:nvSpPr>
          <p:spPr bwMode="auto">
            <a:xfrm>
              <a:off x="3822700" y="1236663"/>
              <a:ext cx="71438" cy="74613"/>
            </a:xfrm>
            <a:custGeom>
              <a:avLst/>
              <a:gdLst>
                <a:gd name="T0" fmla="*/ 17 w 46"/>
                <a:gd name="T1" fmla="*/ 42 h 48"/>
                <a:gd name="T2" fmla="*/ 13 w 46"/>
                <a:gd name="T3" fmla="*/ 42 h 48"/>
                <a:gd name="T4" fmla="*/ 13 w 46"/>
                <a:gd name="T5" fmla="*/ 27 h 48"/>
                <a:gd name="T6" fmla="*/ 33 w 46"/>
                <a:gd name="T7" fmla="*/ 27 h 48"/>
                <a:gd name="T8" fmla="*/ 33 w 46"/>
                <a:gd name="T9" fmla="*/ 40 h 48"/>
                <a:gd name="T10" fmla="*/ 32 w 46"/>
                <a:gd name="T11" fmla="*/ 42 h 48"/>
                <a:gd name="T12" fmla="*/ 29 w 46"/>
                <a:gd name="T13" fmla="*/ 42 h 48"/>
                <a:gd name="T14" fmla="*/ 29 w 46"/>
                <a:gd name="T15" fmla="*/ 48 h 48"/>
                <a:gd name="T16" fmla="*/ 46 w 46"/>
                <a:gd name="T17" fmla="*/ 48 h 48"/>
                <a:gd name="T18" fmla="*/ 46 w 46"/>
                <a:gd name="T19" fmla="*/ 42 h 48"/>
                <a:gd name="T20" fmla="*/ 42 w 46"/>
                <a:gd name="T21" fmla="*/ 42 h 48"/>
                <a:gd name="T22" fmla="*/ 42 w 46"/>
                <a:gd name="T23" fmla="*/ 8 h 48"/>
                <a:gd name="T24" fmla="*/ 44 w 46"/>
                <a:gd name="T25" fmla="*/ 6 h 48"/>
                <a:gd name="T26" fmla="*/ 46 w 46"/>
                <a:gd name="T27" fmla="*/ 6 h 48"/>
                <a:gd name="T28" fmla="*/ 46 w 46"/>
                <a:gd name="T29" fmla="*/ 0 h 48"/>
                <a:gd name="T30" fmla="*/ 30 w 46"/>
                <a:gd name="T31" fmla="*/ 0 h 48"/>
                <a:gd name="T32" fmla="*/ 30 w 46"/>
                <a:gd name="T33" fmla="*/ 6 h 48"/>
                <a:gd name="T34" fmla="*/ 33 w 46"/>
                <a:gd name="T35" fmla="*/ 6 h 48"/>
                <a:gd name="T36" fmla="*/ 33 w 46"/>
                <a:gd name="T37" fmla="*/ 20 h 48"/>
                <a:gd name="T38" fmla="*/ 13 w 46"/>
                <a:gd name="T39" fmla="*/ 20 h 48"/>
                <a:gd name="T40" fmla="*/ 13 w 46"/>
                <a:gd name="T41" fmla="*/ 8 h 48"/>
                <a:gd name="T42" fmla="*/ 15 w 46"/>
                <a:gd name="T43" fmla="*/ 6 h 48"/>
                <a:gd name="T44" fmla="*/ 17 w 46"/>
                <a:gd name="T45" fmla="*/ 6 h 48"/>
                <a:gd name="T46" fmla="*/ 17 w 46"/>
                <a:gd name="T47" fmla="*/ 0 h 48"/>
                <a:gd name="T48" fmla="*/ 1 w 46"/>
                <a:gd name="T49" fmla="*/ 0 h 48"/>
                <a:gd name="T50" fmla="*/ 1 w 46"/>
                <a:gd name="T51" fmla="*/ 6 h 48"/>
                <a:gd name="T52" fmla="*/ 4 w 46"/>
                <a:gd name="T53" fmla="*/ 6 h 48"/>
                <a:gd name="T54" fmla="*/ 4 w 46"/>
                <a:gd name="T55" fmla="*/ 40 h 48"/>
                <a:gd name="T56" fmla="*/ 2 w 46"/>
                <a:gd name="T57" fmla="*/ 42 h 48"/>
                <a:gd name="T58" fmla="*/ 0 w 46"/>
                <a:gd name="T59" fmla="*/ 42 h 48"/>
                <a:gd name="T60" fmla="*/ 0 w 46"/>
                <a:gd name="T61" fmla="*/ 48 h 48"/>
                <a:gd name="T62" fmla="*/ 17 w 46"/>
                <a:gd name="T63" fmla="*/ 48 h 48"/>
                <a:gd name="T64" fmla="*/ 17 w 46"/>
                <a:gd name="T65" fmla="*/ 4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6" h="48">
                  <a:moveTo>
                    <a:pt x="17" y="42"/>
                  </a:moveTo>
                  <a:cubicBezTo>
                    <a:pt x="13" y="42"/>
                    <a:pt x="13" y="42"/>
                    <a:pt x="13" y="42"/>
                  </a:cubicBezTo>
                  <a:cubicBezTo>
                    <a:pt x="13" y="27"/>
                    <a:pt x="13" y="27"/>
                    <a:pt x="13" y="27"/>
                  </a:cubicBezTo>
                  <a:cubicBezTo>
                    <a:pt x="33" y="27"/>
                    <a:pt x="33" y="27"/>
                    <a:pt x="33" y="27"/>
                  </a:cubicBezTo>
                  <a:cubicBezTo>
                    <a:pt x="33" y="40"/>
                    <a:pt x="33" y="40"/>
                    <a:pt x="33" y="40"/>
                  </a:cubicBezTo>
                  <a:cubicBezTo>
                    <a:pt x="33" y="41"/>
                    <a:pt x="33" y="42"/>
                    <a:pt x="32" y="42"/>
                  </a:cubicBezTo>
                  <a:cubicBezTo>
                    <a:pt x="29" y="42"/>
                    <a:pt x="29" y="42"/>
                    <a:pt x="29" y="42"/>
                  </a:cubicBezTo>
                  <a:cubicBezTo>
                    <a:pt x="29" y="48"/>
                    <a:pt x="29" y="48"/>
                    <a:pt x="29" y="48"/>
                  </a:cubicBezTo>
                  <a:cubicBezTo>
                    <a:pt x="46" y="48"/>
                    <a:pt x="46" y="48"/>
                    <a:pt x="46" y="48"/>
                  </a:cubicBezTo>
                  <a:cubicBezTo>
                    <a:pt x="46" y="42"/>
                    <a:pt x="46" y="42"/>
                    <a:pt x="46" y="42"/>
                  </a:cubicBezTo>
                  <a:cubicBezTo>
                    <a:pt x="42" y="42"/>
                    <a:pt x="42" y="42"/>
                    <a:pt x="42" y="42"/>
                  </a:cubicBezTo>
                  <a:cubicBezTo>
                    <a:pt x="42" y="8"/>
                    <a:pt x="42" y="8"/>
                    <a:pt x="42" y="8"/>
                  </a:cubicBezTo>
                  <a:cubicBezTo>
                    <a:pt x="42" y="7"/>
                    <a:pt x="43" y="6"/>
                    <a:pt x="44" y="6"/>
                  </a:cubicBezTo>
                  <a:cubicBezTo>
                    <a:pt x="46" y="6"/>
                    <a:pt x="46" y="6"/>
                    <a:pt x="46" y="6"/>
                  </a:cubicBezTo>
                  <a:cubicBezTo>
                    <a:pt x="46" y="0"/>
                    <a:pt x="46" y="0"/>
                    <a:pt x="46" y="0"/>
                  </a:cubicBezTo>
                  <a:cubicBezTo>
                    <a:pt x="30" y="0"/>
                    <a:pt x="30" y="0"/>
                    <a:pt x="30" y="0"/>
                  </a:cubicBezTo>
                  <a:cubicBezTo>
                    <a:pt x="30" y="6"/>
                    <a:pt x="30" y="6"/>
                    <a:pt x="30" y="6"/>
                  </a:cubicBezTo>
                  <a:cubicBezTo>
                    <a:pt x="33" y="6"/>
                    <a:pt x="33" y="6"/>
                    <a:pt x="33" y="6"/>
                  </a:cubicBezTo>
                  <a:cubicBezTo>
                    <a:pt x="33" y="20"/>
                    <a:pt x="33" y="20"/>
                    <a:pt x="33" y="20"/>
                  </a:cubicBezTo>
                  <a:cubicBezTo>
                    <a:pt x="13" y="20"/>
                    <a:pt x="13" y="20"/>
                    <a:pt x="13" y="20"/>
                  </a:cubicBezTo>
                  <a:cubicBezTo>
                    <a:pt x="13" y="8"/>
                    <a:pt x="13" y="8"/>
                    <a:pt x="13" y="8"/>
                  </a:cubicBezTo>
                  <a:cubicBezTo>
                    <a:pt x="13" y="7"/>
                    <a:pt x="14" y="6"/>
                    <a:pt x="15" y="6"/>
                  </a:cubicBezTo>
                  <a:cubicBezTo>
                    <a:pt x="17" y="6"/>
                    <a:pt x="17" y="6"/>
                    <a:pt x="17" y="6"/>
                  </a:cubicBezTo>
                  <a:cubicBezTo>
                    <a:pt x="17" y="0"/>
                    <a:pt x="17" y="0"/>
                    <a:pt x="17" y="0"/>
                  </a:cubicBezTo>
                  <a:cubicBezTo>
                    <a:pt x="1" y="0"/>
                    <a:pt x="1" y="0"/>
                    <a:pt x="1" y="0"/>
                  </a:cubicBezTo>
                  <a:cubicBezTo>
                    <a:pt x="1" y="6"/>
                    <a:pt x="1" y="6"/>
                    <a:pt x="1" y="6"/>
                  </a:cubicBezTo>
                  <a:cubicBezTo>
                    <a:pt x="4" y="6"/>
                    <a:pt x="4" y="6"/>
                    <a:pt x="4" y="6"/>
                  </a:cubicBezTo>
                  <a:cubicBezTo>
                    <a:pt x="4" y="40"/>
                    <a:pt x="4" y="40"/>
                    <a:pt x="4" y="40"/>
                  </a:cubicBezTo>
                  <a:cubicBezTo>
                    <a:pt x="4" y="41"/>
                    <a:pt x="4" y="42"/>
                    <a:pt x="2" y="42"/>
                  </a:cubicBezTo>
                  <a:cubicBezTo>
                    <a:pt x="0" y="42"/>
                    <a:pt x="0" y="42"/>
                    <a:pt x="0" y="42"/>
                  </a:cubicBezTo>
                  <a:cubicBezTo>
                    <a:pt x="0" y="48"/>
                    <a:pt x="0" y="48"/>
                    <a:pt x="0" y="48"/>
                  </a:cubicBezTo>
                  <a:cubicBezTo>
                    <a:pt x="17" y="48"/>
                    <a:pt x="17" y="48"/>
                    <a:pt x="17" y="48"/>
                  </a:cubicBezTo>
                  <a:lnTo>
                    <a:pt x="17"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38"/>
            <p:cNvSpPr>
              <a:spLocks noEditPoints="1"/>
            </p:cNvSpPr>
            <p:nvPr/>
          </p:nvSpPr>
          <p:spPr bwMode="auto">
            <a:xfrm>
              <a:off x="3903663" y="1254125"/>
              <a:ext cx="44450" cy="58738"/>
            </a:xfrm>
            <a:custGeom>
              <a:avLst/>
              <a:gdLst>
                <a:gd name="T0" fmla="*/ 16 w 29"/>
                <a:gd name="T1" fmla="*/ 38 h 38"/>
                <a:gd name="T2" fmla="*/ 28 w 29"/>
                <a:gd name="T3" fmla="*/ 34 h 38"/>
                <a:gd name="T4" fmla="*/ 26 w 29"/>
                <a:gd name="T5" fmla="*/ 28 h 38"/>
                <a:gd name="T6" fmla="*/ 17 w 29"/>
                <a:gd name="T7" fmla="*/ 31 h 38"/>
                <a:gd name="T8" fmla="*/ 8 w 29"/>
                <a:gd name="T9" fmla="*/ 22 h 38"/>
                <a:gd name="T10" fmla="*/ 29 w 29"/>
                <a:gd name="T11" fmla="*/ 10 h 38"/>
                <a:gd name="T12" fmla="*/ 17 w 29"/>
                <a:gd name="T13" fmla="*/ 0 h 38"/>
                <a:gd name="T14" fmla="*/ 0 w 29"/>
                <a:gd name="T15" fmla="*/ 20 h 38"/>
                <a:gd name="T16" fmla="*/ 16 w 29"/>
                <a:gd name="T17" fmla="*/ 38 h 38"/>
                <a:gd name="T18" fmla="*/ 17 w 29"/>
                <a:gd name="T19" fmla="*/ 6 h 38"/>
                <a:gd name="T20" fmla="*/ 21 w 29"/>
                <a:gd name="T21" fmla="*/ 10 h 38"/>
                <a:gd name="T22" fmla="*/ 11 w 29"/>
                <a:gd name="T23" fmla="*/ 16 h 38"/>
                <a:gd name="T24" fmla="*/ 8 w 29"/>
                <a:gd name="T25" fmla="*/ 16 h 38"/>
                <a:gd name="T26" fmla="*/ 17 w 29"/>
                <a:gd name="T27" fmla="*/ 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 h="38">
                  <a:moveTo>
                    <a:pt x="16" y="38"/>
                  </a:moveTo>
                  <a:cubicBezTo>
                    <a:pt x="22" y="38"/>
                    <a:pt x="27" y="35"/>
                    <a:pt x="28" y="34"/>
                  </a:cubicBezTo>
                  <a:cubicBezTo>
                    <a:pt x="26" y="28"/>
                    <a:pt x="26" y="28"/>
                    <a:pt x="26" y="28"/>
                  </a:cubicBezTo>
                  <a:cubicBezTo>
                    <a:pt x="24" y="29"/>
                    <a:pt x="21" y="31"/>
                    <a:pt x="17" y="31"/>
                  </a:cubicBezTo>
                  <a:cubicBezTo>
                    <a:pt x="11" y="31"/>
                    <a:pt x="8" y="27"/>
                    <a:pt x="8" y="22"/>
                  </a:cubicBezTo>
                  <a:cubicBezTo>
                    <a:pt x="20" y="23"/>
                    <a:pt x="29" y="20"/>
                    <a:pt x="29" y="10"/>
                  </a:cubicBezTo>
                  <a:cubicBezTo>
                    <a:pt x="29" y="3"/>
                    <a:pt x="24" y="0"/>
                    <a:pt x="17" y="0"/>
                  </a:cubicBezTo>
                  <a:cubicBezTo>
                    <a:pt x="6" y="0"/>
                    <a:pt x="0" y="9"/>
                    <a:pt x="0" y="20"/>
                  </a:cubicBezTo>
                  <a:cubicBezTo>
                    <a:pt x="0" y="30"/>
                    <a:pt x="4" y="38"/>
                    <a:pt x="16" y="38"/>
                  </a:cubicBezTo>
                  <a:close/>
                  <a:moveTo>
                    <a:pt x="17" y="6"/>
                  </a:moveTo>
                  <a:cubicBezTo>
                    <a:pt x="19" y="6"/>
                    <a:pt x="21" y="7"/>
                    <a:pt x="21" y="10"/>
                  </a:cubicBezTo>
                  <a:cubicBezTo>
                    <a:pt x="21" y="15"/>
                    <a:pt x="17" y="16"/>
                    <a:pt x="11" y="16"/>
                  </a:cubicBezTo>
                  <a:cubicBezTo>
                    <a:pt x="10" y="16"/>
                    <a:pt x="9" y="16"/>
                    <a:pt x="8" y="16"/>
                  </a:cubicBezTo>
                  <a:cubicBezTo>
                    <a:pt x="9" y="12"/>
                    <a:pt x="11" y="6"/>
                    <a:pt x="17"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39"/>
            <p:cNvSpPr>
              <a:spLocks/>
            </p:cNvSpPr>
            <p:nvPr/>
          </p:nvSpPr>
          <p:spPr bwMode="auto">
            <a:xfrm>
              <a:off x="3954463" y="1231900"/>
              <a:ext cx="25400" cy="79375"/>
            </a:xfrm>
            <a:custGeom>
              <a:avLst/>
              <a:gdLst>
                <a:gd name="T0" fmla="*/ 4 w 16"/>
                <a:gd name="T1" fmla="*/ 8 h 51"/>
                <a:gd name="T2" fmla="*/ 4 w 16"/>
                <a:gd name="T3" fmla="*/ 43 h 51"/>
                <a:gd name="T4" fmla="*/ 2 w 16"/>
                <a:gd name="T5" fmla="*/ 45 h 51"/>
                <a:gd name="T6" fmla="*/ 0 w 16"/>
                <a:gd name="T7" fmla="*/ 45 h 51"/>
                <a:gd name="T8" fmla="*/ 0 w 16"/>
                <a:gd name="T9" fmla="*/ 51 h 51"/>
                <a:gd name="T10" fmla="*/ 16 w 16"/>
                <a:gd name="T11" fmla="*/ 51 h 51"/>
                <a:gd name="T12" fmla="*/ 16 w 16"/>
                <a:gd name="T13" fmla="*/ 45 h 51"/>
                <a:gd name="T14" fmla="*/ 12 w 16"/>
                <a:gd name="T15" fmla="*/ 45 h 51"/>
                <a:gd name="T16" fmla="*/ 12 w 16"/>
                <a:gd name="T17" fmla="*/ 0 h 51"/>
                <a:gd name="T18" fmla="*/ 0 w 16"/>
                <a:gd name="T19" fmla="*/ 0 h 51"/>
                <a:gd name="T20" fmla="*/ 0 w 16"/>
                <a:gd name="T21" fmla="*/ 5 h 51"/>
                <a:gd name="T22" fmla="*/ 2 w 16"/>
                <a:gd name="T23" fmla="*/ 6 h 51"/>
                <a:gd name="T24" fmla="*/ 4 w 16"/>
                <a:gd name="T25" fmla="*/ 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51">
                  <a:moveTo>
                    <a:pt x="4" y="8"/>
                  </a:moveTo>
                  <a:cubicBezTo>
                    <a:pt x="4" y="43"/>
                    <a:pt x="4" y="43"/>
                    <a:pt x="4" y="43"/>
                  </a:cubicBezTo>
                  <a:cubicBezTo>
                    <a:pt x="4" y="45"/>
                    <a:pt x="4" y="45"/>
                    <a:pt x="2" y="45"/>
                  </a:cubicBezTo>
                  <a:cubicBezTo>
                    <a:pt x="0" y="45"/>
                    <a:pt x="0" y="45"/>
                    <a:pt x="0" y="45"/>
                  </a:cubicBezTo>
                  <a:cubicBezTo>
                    <a:pt x="0" y="51"/>
                    <a:pt x="0" y="51"/>
                    <a:pt x="0" y="51"/>
                  </a:cubicBezTo>
                  <a:cubicBezTo>
                    <a:pt x="16" y="51"/>
                    <a:pt x="16" y="51"/>
                    <a:pt x="16" y="51"/>
                  </a:cubicBezTo>
                  <a:cubicBezTo>
                    <a:pt x="16" y="45"/>
                    <a:pt x="16" y="45"/>
                    <a:pt x="16" y="45"/>
                  </a:cubicBezTo>
                  <a:cubicBezTo>
                    <a:pt x="12" y="45"/>
                    <a:pt x="12" y="45"/>
                    <a:pt x="12" y="45"/>
                  </a:cubicBezTo>
                  <a:cubicBezTo>
                    <a:pt x="12" y="0"/>
                    <a:pt x="12" y="0"/>
                    <a:pt x="12" y="0"/>
                  </a:cubicBezTo>
                  <a:cubicBezTo>
                    <a:pt x="0" y="0"/>
                    <a:pt x="0" y="0"/>
                    <a:pt x="0" y="0"/>
                  </a:cubicBezTo>
                  <a:cubicBezTo>
                    <a:pt x="0" y="5"/>
                    <a:pt x="0" y="5"/>
                    <a:pt x="0" y="5"/>
                  </a:cubicBezTo>
                  <a:cubicBezTo>
                    <a:pt x="2" y="6"/>
                    <a:pt x="2" y="6"/>
                    <a:pt x="2" y="6"/>
                  </a:cubicBezTo>
                  <a:cubicBezTo>
                    <a:pt x="4" y="6"/>
                    <a:pt x="4" y="6"/>
                    <a:pt x="4"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40"/>
            <p:cNvSpPr>
              <a:spLocks/>
            </p:cNvSpPr>
            <p:nvPr/>
          </p:nvSpPr>
          <p:spPr bwMode="auto">
            <a:xfrm>
              <a:off x="3986213" y="1254125"/>
              <a:ext cx="87313" cy="57150"/>
            </a:xfrm>
            <a:custGeom>
              <a:avLst/>
              <a:gdLst>
                <a:gd name="T0" fmla="*/ 4 w 57"/>
                <a:gd name="T1" fmla="*/ 9 h 37"/>
                <a:gd name="T2" fmla="*/ 4 w 57"/>
                <a:gd name="T3" fmla="*/ 29 h 37"/>
                <a:gd name="T4" fmla="*/ 2 w 57"/>
                <a:gd name="T5" fmla="*/ 31 h 37"/>
                <a:gd name="T6" fmla="*/ 0 w 57"/>
                <a:gd name="T7" fmla="*/ 31 h 37"/>
                <a:gd name="T8" fmla="*/ 0 w 57"/>
                <a:gd name="T9" fmla="*/ 37 h 37"/>
                <a:gd name="T10" fmla="*/ 16 w 57"/>
                <a:gd name="T11" fmla="*/ 37 h 37"/>
                <a:gd name="T12" fmla="*/ 16 w 57"/>
                <a:gd name="T13" fmla="*/ 31 h 37"/>
                <a:gd name="T14" fmla="*/ 12 w 57"/>
                <a:gd name="T15" fmla="*/ 31 h 37"/>
                <a:gd name="T16" fmla="*/ 12 w 57"/>
                <a:gd name="T17" fmla="*/ 14 h 37"/>
                <a:gd name="T18" fmla="*/ 19 w 57"/>
                <a:gd name="T19" fmla="*/ 7 h 37"/>
                <a:gd name="T20" fmla="*/ 25 w 57"/>
                <a:gd name="T21" fmla="*/ 14 h 37"/>
                <a:gd name="T22" fmla="*/ 25 w 57"/>
                <a:gd name="T23" fmla="*/ 29 h 37"/>
                <a:gd name="T24" fmla="*/ 23 w 57"/>
                <a:gd name="T25" fmla="*/ 31 h 37"/>
                <a:gd name="T26" fmla="*/ 21 w 57"/>
                <a:gd name="T27" fmla="*/ 32 h 37"/>
                <a:gd name="T28" fmla="*/ 21 w 57"/>
                <a:gd name="T29" fmla="*/ 37 h 37"/>
                <a:gd name="T30" fmla="*/ 36 w 57"/>
                <a:gd name="T31" fmla="*/ 37 h 37"/>
                <a:gd name="T32" fmla="*/ 36 w 57"/>
                <a:gd name="T33" fmla="*/ 31 h 37"/>
                <a:gd name="T34" fmla="*/ 33 w 57"/>
                <a:gd name="T35" fmla="*/ 31 h 37"/>
                <a:gd name="T36" fmla="*/ 33 w 57"/>
                <a:gd name="T37" fmla="*/ 14 h 37"/>
                <a:gd name="T38" fmla="*/ 39 w 57"/>
                <a:gd name="T39" fmla="*/ 7 h 37"/>
                <a:gd name="T40" fmla="*/ 45 w 57"/>
                <a:gd name="T41" fmla="*/ 14 h 37"/>
                <a:gd name="T42" fmla="*/ 45 w 57"/>
                <a:gd name="T43" fmla="*/ 29 h 37"/>
                <a:gd name="T44" fmla="*/ 43 w 57"/>
                <a:gd name="T45" fmla="*/ 31 h 37"/>
                <a:gd name="T46" fmla="*/ 41 w 57"/>
                <a:gd name="T47" fmla="*/ 32 h 37"/>
                <a:gd name="T48" fmla="*/ 41 w 57"/>
                <a:gd name="T49" fmla="*/ 37 h 37"/>
                <a:gd name="T50" fmla="*/ 57 w 57"/>
                <a:gd name="T51" fmla="*/ 37 h 37"/>
                <a:gd name="T52" fmla="*/ 57 w 57"/>
                <a:gd name="T53" fmla="*/ 31 h 37"/>
                <a:gd name="T54" fmla="*/ 53 w 57"/>
                <a:gd name="T55" fmla="*/ 31 h 37"/>
                <a:gd name="T56" fmla="*/ 53 w 57"/>
                <a:gd name="T57" fmla="*/ 12 h 37"/>
                <a:gd name="T58" fmla="*/ 43 w 57"/>
                <a:gd name="T59" fmla="*/ 0 h 37"/>
                <a:gd name="T60" fmla="*/ 32 w 57"/>
                <a:gd name="T61" fmla="*/ 6 h 37"/>
                <a:gd name="T62" fmla="*/ 22 w 57"/>
                <a:gd name="T63" fmla="*/ 0 h 37"/>
                <a:gd name="T64" fmla="*/ 12 w 57"/>
                <a:gd name="T65" fmla="*/ 6 h 37"/>
                <a:gd name="T66" fmla="*/ 12 w 57"/>
                <a:gd name="T67" fmla="*/ 6 h 37"/>
                <a:gd name="T68" fmla="*/ 12 w 57"/>
                <a:gd name="T69" fmla="*/ 1 h 37"/>
                <a:gd name="T70" fmla="*/ 0 w 57"/>
                <a:gd name="T71" fmla="*/ 1 h 37"/>
                <a:gd name="T72" fmla="*/ 0 w 57"/>
                <a:gd name="T73" fmla="*/ 6 h 37"/>
                <a:gd name="T74" fmla="*/ 2 w 57"/>
                <a:gd name="T75" fmla="*/ 6 h 37"/>
                <a:gd name="T76" fmla="*/ 4 w 57"/>
                <a:gd name="T77" fmla="*/ 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7" h="37">
                  <a:moveTo>
                    <a:pt x="4" y="9"/>
                  </a:moveTo>
                  <a:cubicBezTo>
                    <a:pt x="4" y="29"/>
                    <a:pt x="4" y="29"/>
                    <a:pt x="4" y="29"/>
                  </a:cubicBezTo>
                  <a:cubicBezTo>
                    <a:pt x="4" y="31"/>
                    <a:pt x="4" y="31"/>
                    <a:pt x="2" y="31"/>
                  </a:cubicBezTo>
                  <a:cubicBezTo>
                    <a:pt x="0" y="31"/>
                    <a:pt x="0" y="31"/>
                    <a:pt x="0" y="31"/>
                  </a:cubicBezTo>
                  <a:cubicBezTo>
                    <a:pt x="0" y="37"/>
                    <a:pt x="0" y="37"/>
                    <a:pt x="0" y="37"/>
                  </a:cubicBezTo>
                  <a:cubicBezTo>
                    <a:pt x="16" y="37"/>
                    <a:pt x="16" y="37"/>
                    <a:pt x="16" y="37"/>
                  </a:cubicBezTo>
                  <a:cubicBezTo>
                    <a:pt x="16" y="31"/>
                    <a:pt x="16" y="31"/>
                    <a:pt x="16" y="31"/>
                  </a:cubicBezTo>
                  <a:cubicBezTo>
                    <a:pt x="12" y="31"/>
                    <a:pt x="12" y="31"/>
                    <a:pt x="12" y="31"/>
                  </a:cubicBezTo>
                  <a:cubicBezTo>
                    <a:pt x="12" y="14"/>
                    <a:pt x="12" y="14"/>
                    <a:pt x="12" y="14"/>
                  </a:cubicBezTo>
                  <a:cubicBezTo>
                    <a:pt x="12" y="10"/>
                    <a:pt x="15" y="7"/>
                    <a:pt x="19" y="7"/>
                  </a:cubicBezTo>
                  <a:cubicBezTo>
                    <a:pt x="24" y="7"/>
                    <a:pt x="25" y="10"/>
                    <a:pt x="25" y="14"/>
                  </a:cubicBezTo>
                  <a:cubicBezTo>
                    <a:pt x="25" y="29"/>
                    <a:pt x="25" y="29"/>
                    <a:pt x="25" y="29"/>
                  </a:cubicBezTo>
                  <a:cubicBezTo>
                    <a:pt x="25" y="31"/>
                    <a:pt x="24" y="31"/>
                    <a:pt x="23" y="31"/>
                  </a:cubicBezTo>
                  <a:cubicBezTo>
                    <a:pt x="21" y="32"/>
                    <a:pt x="21" y="32"/>
                    <a:pt x="21" y="32"/>
                  </a:cubicBezTo>
                  <a:cubicBezTo>
                    <a:pt x="21" y="37"/>
                    <a:pt x="21" y="37"/>
                    <a:pt x="21" y="37"/>
                  </a:cubicBezTo>
                  <a:cubicBezTo>
                    <a:pt x="36" y="37"/>
                    <a:pt x="36" y="37"/>
                    <a:pt x="36" y="37"/>
                  </a:cubicBezTo>
                  <a:cubicBezTo>
                    <a:pt x="36" y="31"/>
                    <a:pt x="36" y="31"/>
                    <a:pt x="36" y="31"/>
                  </a:cubicBezTo>
                  <a:cubicBezTo>
                    <a:pt x="33" y="31"/>
                    <a:pt x="33" y="31"/>
                    <a:pt x="33" y="31"/>
                  </a:cubicBezTo>
                  <a:cubicBezTo>
                    <a:pt x="33" y="14"/>
                    <a:pt x="33" y="14"/>
                    <a:pt x="33" y="14"/>
                  </a:cubicBezTo>
                  <a:cubicBezTo>
                    <a:pt x="33" y="10"/>
                    <a:pt x="36" y="7"/>
                    <a:pt x="39" y="7"/>
                  </a:cubicBezTo>
                  <a:cubicBezTo>
                    <a:pt x="44" y="7"/>
                    <a:pt x="45" y="10"/>
                    <a:pt x="45" y="14"/>
                  </a:cubicBezTo>
                  <a:cubicBezTo>
                    <a:pt x="45" y="29"/>
                    <a:pt x="45" y="29"/>
                    <a:pt x="45" y="29"/>
                  </a:cubicBezTo>
                  <a:cubicBezTo>
                    <a:pt x="45" y="31"/>
                    <a:pt x="45" y="31"/>
                    <a:pt x="43" y="31"/>
                  </a:cubicBezTo>
                  <a:cubicBezTo>
                    <a:pt x="41" y="32"/>
                    <a:pt x="41" y="32"/>
                    <a:pt x="41" y="32"/>
                  </a:cubicBezTo>
                  <a:cubicBezTo>
                    <a:pt x="41" y="37"/>
                    <a:pt x="41" y="37"/>
                    <a:pt x="41" y="37"/>
                  </a:cubicBezTo>
                  <a:cubicBezTo>
                    <a:pt x="57" y="37"/>
                    <a:pt x="57" y="37"/>
                    <a:pt x="57" y="37"/>
                  </a:cubicBezTo>
                  <a:cubicBezTo>
                    <a:pt x="57" y="31"/>
                    <a:pt x="57" y="31"/>
                    <a:pt x="57" y="31"/>
                  </a:cubicBezTo>
                  <a:cubicBezTo>
                    <a:pt x="53" y="31"/>
                    <a:pt x="53" y="31"/>
                    <a:pt x="53" y="31"/>
                  </a:cubicBezTo>
                  <a:cubicBezTo>
                    <a:pt x="53" y="12"/>
                    <a:pt x="53" y="12"/>
                    <a:pt x="53" y="12"/>
                  </a:cubicBezTo>
                  <a:cubicBezTo>
                    <a:pt x="53" y="4"/>
                    <a:pt x="50" y="0"/>
                    <a:pt x="43" y="0"/>
                  </a:cubicBezTo>
                  <a:cubicBezTo>
                    <a:pt x="38" y="0"/>
                    <a:pt x="34" y="2"/>
                    <a:pt x="32" y="6"/>
                  </a:cubicBezTo>
                  <a:cubicBezTo>
                    <a:pt x="30" y="2"/>
                    <a:pt x="26" y="0"/>
                    <a:pt x="22" y="0"/>
                  </a:cubicBezTo>
                  <a:cubicBezTo>
                    <a:pt x="17" y="0"/>
                    <a:pt x="14" y="2"/>
                    <a:pt x="12" y="6"/>
                  </a:cubicBezTo>
                  <a:cubicBezTo>
                    <a:pt x="12" y="6"/>
                    <a:pt x="12" y="6"/>
                    <a:pt x="12" y="6"/>
                  </a:cubicBezTo>
                  <a:cubicBezTo>
                    <a:pt x="12" y="1"/>
                    <a:pt x="12" y="1"/>
                    <a:pt x="12" y="1"/>
                  </a:cubicBezTo>
                  <a:cubicBezTo>
                    <a:pt x="0" y="1"/>
                    <a:pt x="0" y="1"/>
                    <a:pt x="0" y="1"/>
                  </a:cubicBezTo>
                  <a:cubicBezTo>
                    <a:pt x="0" y="6"/>
                    <a:pt x="0" y="6"/>
                    <a:pt x="0" y="6"/>
                  </a:cubicBezTo>
                  <a:cubicBezTo>
                    <a:pt x="2" y="6"/>
                    <a:pt x="2" y="6"/>
                    <a:pt x="2" y="6"/>
                  </a:cubicBezTo>
                  <a:cubicBezTo>
                    <a:pt x="4" y="7"/>
                    <a:pt x="4" y="7"/>
                    <a:pt x="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41"/>
            <p:cNvSpPr>
              <a:spLocks noEditPoints="1"/>
            </p:cNvSpPr>
            <p:nvPr/>
          </p:nvSpPr>
          <p:spPr bwMode="auto">
            <a:xfrm>
              <a:off x="4081463" y="1254125"/>
              <a:ext cx="44450" cy="58738"/>
            </a:xfrm>
            <a:custGeom>
              <a:avLst/>
              <a:gdLst>
                <a:gd name="T0" fmla="*/ 16 w 29"/>
                <a:gd name="T1" fmla="*/ 38 h 38"/>
                <a:gd name="T2" fmla="*/ 28 w 29"/>
                <a:gd name="T3" fmla="*/ 34 h 38"/>
                <a:gd name="T4" fmla="*/ 26 w 29"/>
                <a:gd name="T5" fmla="*/ 28 h 38"/>
                <a:gd name="T6" fmla="*/ 17 w 29"/>
                <a:gd name="T7" fmla="*/ 31 h 38"/>
                <a:gd name="T8" fmla="*/ 8 w 29"/>
                <a:gd name="T9" fmla="*/ 22 h 38"/>
                <a:gd name="T10" fmla="*/ 29 w 29"/>
                <a:gd name="T11" fmla="*/ 10 h 38"/>
                <a:gd name="T12" fmla="*/ 17 w 29"/>
                <a:gd name="T13" fmla="*/ 0 h 38"/>
                <a:gd name="T14" fmla="*/ 0 w 29"/>
                <a:gd name="T15" fmla="*/ 20 h 38"/>
                <a:gd name="T16" fmla="*/ 16 w 29"/>
                <a:gd name="T17" fmla="*/ 38 h 38"/>
                <a:gd name="T18" fmla="*/ 17 w 29"/>
                <a:gd name="T19" fmla="*/ 6 h 38"/>
                <a:gd name="T20" fmla="*/ 21 w 29"/>
                <a:gd name="T21" fmla="*/ 10 h 38"/>
                <a:gd name="T22" fmla="*/ 11 w 29"/>
                <a:gd name="T23" fmla="*/ 16 h 38"/>
                <a:gd name="T24" fmla="*/ 8 w 29"/>
                <a:gd name="T25" fmla="*/ 16 h 38"/>
                <a:gd name="T26" fmla="*/ 17 w 29"/>
                <a:gd name="T27" fmla="*/ 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 h="38">
                  <a:moveTo>
                    <a:pt x="16" y="38"/>
                  </a:moveTo>
                  <a:cubicBezTo>
                    <a:pt x="22" y="38"/>
                    <a:pt x="27" y="35"/>
                    <a:pt x="28" y="34"/>
                  </a:cubicBezTo>
                  <a:cubicBezTo>
                    <a:pt x="26" y="28"/>
                    <a:pt x="26" y="28"/>
                    <a:pt x="26" y="28"/>
                  </a:cubicBezTo>
                  <a:cubicBezTo>
                    <a:pt x="24" y="29"/>
                    <a:pt x="21" y="31"/>
                    <a:pt x="17" y="31"/>
                  </a:cubicBezTo>
                  <a:cubicBezTo>
                    <a:pt x="11" y="31"/>
                    <a:pt x="8" y="27"/>
                    <a:pt x="8" y="22"/>
                  </a:cubicBezTo>
                  <a:cubicBezTo>
                    <a:pt x="20" y="23"/>
                    <a:pt x="29" y="20"/>
                    <a:pt x="29" y="10"/>
                  </a:cubicBezTo>
                  <a:cubicBezTo>
                    <a:pt x="29" y="3"/>
                    <a:pt x="24" y="0"/>
                    <a:pt x="17" y="0"/>
                  </a:cubicBezTo>
                  <a:cubicBezTo>
                    <a:pt x="6" y="0"/>
                    <a:pt x="0" y="9"/>
                    <a:pt x="0" y="20"/>
                  </a:cubicBezTo>
                  <a:cubicBezTo>
                    <a:pt x="0" y="30"/>
                    <a:pt x="4" y="38"/>
                    <a:pt x="16" y="38"/>
                  </a:cubicBezTo>
                  <a:close/>
                  <a:moveTo>
                    <a:pt x="17" y="6"/>
                  </a:moveTo>
                  <a:cubicBezTo>
                    <a:pt x="19" y="6"/>
                    <a:pt x="21" y="7"/>
                    <a:pt x="21" y="10"/>
                  </a:cubicBezTo>
                  <a:cubicBezTo>
                    <a:pt x="21" y="15"/>
                    <a:pt x="17" y="16"/>
                    <a:pt x="11" y="16"/>
                  </a:cubicBezTo>
                  <a:cubicBezTo>
                    <a:pt x="10" y="16"/>
                    <a:pt x="9" y="16"/>
                    <a:pt x="8" y="16"/>
                  </a:cubicBezTo>
                  <a:cubicBezTo>
                    <a:pt x="9" y="12"/>
                    <a:pt x="11" y="6"/>
                    <a:pt x="17"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42"/>
            <p:cNvSpPr>
              <a:spLocks/>
            </p:cNvSpPr>
            <p:nvPr/>
          </p:nvSpPr>
          <p:spPr bwMode="auto">
            <a:xfrm>
              <a:off x="4130675" y="1243013"/>
              <a:ext cx="39688" cy="69850"/>
            </a:xfrm>
            <a:custGeom>
              <a:avLst/>
              <a:gdLst>
                <a:gd name="T0" fmla="*/ 5 w 25"/>
                <a:gd name="T1" fmla="*/ 33 h 45"/>
                <a:gd name="T2" fmla="*/ 16 w 25"/>
                <a:gd name="T3" fmla="*/ 45 h 45"/>
                <a:gd name="T4" fmla="*/ 25 w 25"/>
                <a:gd name="T5" fmla="*/ 42 h 45"/>
                <a:gd name="T6" fmla="*/ 23 w 25"/>
                <a:gd name="T7" fmla="*/ 37 h 45"/>
                <a:gd name="T8" fmla="*/ 18 w 25"/>
                <a:gd name="T9" fmla="*/ 38 h 45"/>
                <a:gd name="T10" fmla="*/ 13 w 25"/>
                <a:gd name="T11" fmla="*/ 32 h 45"/>
                <a:gd name="T12" fmla="*/ 13 w 25"/>
                <a:gd name="T13" fmla="*/ 14 h 45"/>
                <a:gd name="T14" fmla="*/ 22 w 25"/>
                <a:gd name="T15" fmla="*/ 14 h 45"/>
                <a:gd name="T16" fmla="*/ 23 w 25"/>
                <a:gd name="T17" fmla="*/ 8 h 45"/>
                <a:gd name="T18" fmla="*/ 13 w 25"/>
                <a:gd name="T19" fmla="*/ 8 h 45"/>
                <a:gd name="T20" fmla="*/ 13 w 25"/>
                <a:gd name="T21" fmla="*/ 0 h 45"/>
                <a:gd name="T22" fmla="*/ 9 w 25"/>
                <a:gd name="T23" fmla="*/ 0 h 45"/>
                <a:gd name="T24" fmla="*/ 1 w 25"/>
                <a:gd name="T25" fmla="*/ 9 h 45"/>
                <a:gd name="T26" fmla="*/ 0 w 25"/>
                <a:gd name="T27" fmla="*/ 14 h 45"/>
                <a:gd name="T28" fmla="*/ 5 w 25"/>
                <a:gd name="T29" fmla="*/ 14 h 45"/>
                <a:gd name="T30" fmla="*/ 5 w 25"/>
                <a:gd name="T31"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5" h="45">
                  <a:moveTo>
                    <a:pt x="5" y="33"/>
                  </a:moveTo>
                  <a:cubicBezTo>
                    <a:pt x="5" y="38"/>
                    <a:pt x="5" y="45"/>
                    <a:pt x="16" y="45"/>
                  </a:cubicBezTo>
                  <a:cubicBezTo>
                    <a:pt x="19" y="45"/>
                    <a:pt x="23" y="44"/>
                    <a:pt x="25" y="42"/>
                  </a:cubicBezTo>
                  <a:cubicBezTo>
                    <a:pt x="23" y="37"/>
                    <a:pt x="23" y="37"/>
                    <a:pt x="23" y="37"/>
                  </a:cubicBezTo>
                  <a:cubicBezTo>
                    <a:pt x="22" y="37"/>
                    <a:pt x="20" y="38"/>
                    <a:pt x="18" y="38"/>
                  </a:cubicBezTo>
                  <a:cubicBezTo>
                    <a:pt x="15" y="38"/>
                    <a:pt x="13" y="37"/>
                    <a:pt x="13" y="32"/>
                  </a:cubicBezTo>
                  <a:cubicBezTo>
                    <a:pt x="13" y="14"/>
                    <a:pt x="13" y="14"/>
                    <a:pt x="13" y="14"/>
                  </a:cubicBezTo>
                  <a:cubicBezTo>
                    <a:pt x="22" y="14"/>
                    <a:pt x="22" y="14"/>
                    <a:pt x="22" y="14"/>
                  </a:cubicBezTo>
                  <a:cubicBezTo>
                    <a:pt x="23" y="8"/>
                    <a:pt x="23" y="8"/>
                    <a:pt x="23" y="8"/>
                  </a:cubicBezTo>
                  <a:cubicBezTo>
                    <a:pt x="13" y="8"/>
                    <a:pt x="13" y="8"/>
                    <a:pt x="13" y="8"/>
                  </a:cubicBezTo>
                  <a:cubicBezTo>
                    <a:pt x="13" y="0"/>
                    <a:pt x="13" y="0"/>
                    <a:pt x="13" y="0"/>
                  </a:cubicBezTo>
                  <a:cubicBezTo>
                    <a:pt x="9" y="0"/>
                    <a:pt x="9" y="0"/>
                    <a:pt x="9" y="0"/>
                  </a:cubicBezTo>
                  <a:cubicBezTo>
                    <a:pt x="8" y="4"/>
                    <a:pt x="6" y="8"/>
                    <a:pt x="1" y="9"/>
                  </a:cubicBezTo>
                  <a:cubicBezTo>
                    <a:pt x="0" y="14"/>
                    <a:pt x="0" y="14"/>
                    <a:pt x="0" y="14"/>
                  </a:cubicBezTo>
                  <a:cubicBezTo>
                    <a:pt x="5" y="14"/>
                    <a:pt x="5" y="14"/>
                    <a:pt x="5" y="14"/>
                  </a:cubicBezTo>
                  <a:lnTo>
                    <a:pt x="5"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43"/>
            <p:cNvSpPr>
              <a:spLocks/>
            </p:cNvSpPr>
            <p:nvPr/>
          </p:nvSpPr>
          <p:spPr bwMode="auto">
            <a:xfrm>
              <a:off x="2786063" y="1925638"/>
              <a:ext cx="190500" cy="46038"/>
            </a:xfrm>
            <a:custGeom>
              <a:avLst/>
              <a:gdLst>
                <a:gd name="T0" fmla="*/ 120 w 120"/>
                <a:gd name="T1" fmla="*/ 8 h 29"/>
                <a:gd name="T2" fmla="*/ 119 w 120"/>
                <a:gd name="T3" fmla="*/ 0 h 29"/>
                <a:gd name="T4" fmla="*/ 0 w 120"/>
                <a:gd name="T5" fmla="*/ 21 h 29"/>
                <a:gd name="T6" fmla="*/ 1 w 120"/>
                <a:gd name="T7" fmla="*/ 29 h 29"/>
                <a:gd name="T8" fmla="*/ 120 w 120"/>
                <a:gd name="T9" fmla="*/ 8 h 29"/>
              </a:gdLst>
              <a:ahLst/>
              <a:cxnLst>
                <a:cxn ang="0">
                  <a:pos x="T0" y="T1"/>
                </a:cxn>
                <a:cxn ang="0">
                  <a:pos x="T2" y="T3"/>
                </a:cxn>
                <a:cxn ang="0">
                  <a:pos x="T4" y="T5"/>
                </a:cxn>
                <a:cxn ang="0">
                  <a:pos x="T6" y="T7"/>
                </a:cxn>
                <a:cxn ang="0">
                  <a:pos x="T8" y="T9"/>
                </a:cxn>
              </a:cxnLst>
              <a:rect l="0" t="0" r="r" b="b"/>
              <a:pathLst>
                <a:path w="120" h="29">
                  <a:moveTo>
                    <a:pt x="120" y="8"/>
                  </a:moveTo>
                  <a:lnTo>
                    <a:pt x="119" y="0"/>
                  </a:lnTo>
                  <a:lnTo>
                    <a:pt x="0" y="21"/>
                  </a:lnTo>
                  <a:lnTo>
                    <a:pt x="1" y="29"/>
                  </a:lnTo>
                  <a:lnTo>
                    <a:pt x="120"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44"/>
            <p:cNvSpPr>
              <a:spLocks/>
            </p:cNvSpPr>
            <p:nvPr/>
          </p:nvSpPr>
          <p:spPr bwMode="auto">
            <a:xfrm>
              <a:off x="3622675" y="2619375"/>
              <a:ext cx="160338" cy="47625"/>
            </a:xfrm>
            <a:custGeom>
              <a:avLst/>
              <a:gdLst>
                <a:gd name="T0" fmla="*/ 1 w 101"/>
                <a:gd name="T1" fmla="*/ 30 h 30"/>
                <a:gd name="T2" fmla="*/ 101 w 101"/>
                <a:gd name="T3" fmla="*/ 8 h 30"/>
                <a:gd name="T4" fmla="*/ 100 w 101"/>
                <a:gd name="T5" fmla="*/ 0 h 30"/>
                <a:gd name="T6" fmla="*/ 0 w 101"/>
                <a:gd name="T7" fmla="*/ 22 h 30"/>
                <a:gd name="T8" fmla="*/ 1 w 101"/>
                <a:gd name="T9" fmla="*/ 30 h 30"/>
              </a:gdLst>
              <a:ahLst/>
              <a:cxnLst>
                <a:cxn ang="0">
                  <a:pos x="T0" y="T1"/>
                </a:cxn>
                <a:cxn ang="0">
                  <a:pos x="T2" y="T3"/>
                </a:cxn>
                <a:cxn ang="0">
                  <a:pos x="T4" y="T5"/>
                </a:cxn>
                <a:cxn ang="0">
                  <a:pos x="T6" y="T7"/>
                </a:cxn>
                <a:cxn ang="0">
                  <a:pos x="T8" y="T9"/>
                </a:cxn>
              </a:cxnLst>
              <a:rect l="0" t="0" r="r" b="b"/>
              <a:pathLst>
                <a:path w="101" h="30">
                  <a:moveTo>
                    <a:pt x="1" y="30"/>
                  </a:moveTo>
                  <a:lnTo>
                    <a:pt x="101" y="8"/>
                  </a:lnTo>
                  <a:lnTo>
                    <a:pt x="100" y="0"/>
                  </a:lnTo>
                  <a:lnTo>
                    <a:pt x="0" y="22"/>
                  </a:lnTo>
                  <a:lnTo>
                    <a:pt x="1"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45"/>
            <p:cNvSpPr>
              <a:spLocks/>
            </p:cNvSpPr>
            <p:nvPr/>
          </p:nvSpPr>
          <p:spPr bwMode="auto">
            <a:xfrm>
              <a:off x="2443163" y="1858963"/>
              <a:ext cx="47625" cy="76200"/>
            </a:xfrm>
            <a:custGeom>
              <a:avLst/>
              <a:gdLst>
                <a:gd name="T0" fmla="*/ 31 w 31"/>
                <a:gd name="T1" fmla="*/ 34 h 49"/>
                <a:gd name="T2" fmla="*/ 18 w 31"/>
                <a:gd name="T3" fmla="*/ 20 h 49"/>
                <a:gd name="T4" fmla="*/ 9 w 31"/>
                <a:gd name="T5" fmla="*/ 13 h 49"/>
                <a:gd name="T6" fmla="*/ 16 w 31"/>
                <a:gd name="T7" fmla="*/ 7 h 49"/>
                <a:gd name="T8" fmla="*/ 21 w 31"/>
                <a:gd name="T9" fmla="*/ 7 h 49"/>
                <a:gd name="T10" fmla="*/ 23 w 31"/>
                <a:gd name="T11" fmla="*/ 10 h 49"/>
                <a:gd name="T12" fmla="*/ 23 w 31"/>
                <a:gd name="T13" fmla="*/ 14 h 49"/>
                <a:gd name="T14" fmla="*/ 30 w 31"/>
                <a:gd name="T15" fmla="*/ 14 h 49"/>
                <a:gd name="T16" fmla="*/ 30 w 31"/>
                <a:gd name="T17" fmla="*/ 3 h 49"/>
                <a:gd name="T18" fmla="*/ 16 w 31"/>
                <a:gd name="T19" fmla="*/ 0 h 49"/>
                <a:gd name="T20" fmla="*/ 0 w 31"/>
                <a:gd name="T21" fmla="*/ 14 h 49"/>
                <a:gd name="T22" fmla="*/ 13 w 31"/>
                <a:gd name="T23" fmla="*/ 27 h 49"/>
                <a:gd name="T24" fmla="*/ 22 w 31"/>
                <a:gd name="T25" fmla="*/ 35 h 49"/>
                <a:gd name="T26" fmla="*/ 13 w 31"/>
                <a:gd name="T27" fmla="*/ 42 h 49"/>
                <a:gd name="T28" fmla="*/ 8 w 31"/>
                <a:gd name="T29" fmla="*/ 41 h 49"/>
                <a:gd name="T30" fmla="*/ 7 w 31"/>
                <a:gd name="T31" fmla="*/ 39 h 49"/>
                <a:gd name="T32" fmla="*/ 7 w 31"/>
                <a:gd name="T33" fmla="*/ 34 h 49"/>
                <a:gd name="T34" fmla="*/ 0 w 31"/>
                <a:gd name="T35" fmla="*/ 35 h 49"/>
                <a:gd name="T36" fmla="*/ 0 w 31"/>
                <a:gd name="T37" fmla="*/ 46 h 49"/>
                <a:gd name="T38" fmla="*/ 14 w 31"/>
                <a:gd name="T39" fmla="*/ 49 h 49"/>
                <a:gd name="T40" fmla="*/ 31 w 31"/>
                <a:gd name="T41" fmla="*/ 3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1" h="49">
                  <a:moveTo>
                    <a:pt x="31" y="34"/>
                  </a:moveTo>
                  <a:cubicBezTo>
                    <a:pt x="31" y="25"/>
                    <a:pt x="25" y="22"/>
                    <a:pt x="18" y="20"/>
                  </a:cubicBezTo>
                  <a:cubicBezTo>
                    <a:pt x="13" y="19"/>
                    <a:pt x="9" y="17"/>
                    <a:pt x="9" y="13"/>
                  </a:cubicBezTo>
                  <a:cubicBezTo>
                    <a:pt x="9" y="8"/>
                    <a:pt x="13" y="7"/>
                    <a:pt x="16" y="7"/>
                  </a:cubicBezTo>
                  <a:cubicBezTo>
                    <a:pt x="18" y="7"/>
                    <a:pt x="20" y="7"/>
                    <a:pt x="21" y="7"/>
                  </a:cubicBezTo>
                  <a:cubicBezTo>
                    <a:pt x="23" y="8"/>
                    <a:pt x="23" y="8"/>
                    <a:pt x="23" y="10"/>
                  </a:cubicBezTo>
                  <a:cubicBezTo>
                    <a:pt x="23" y="14"/>
                    <a:pt x="23" y="14"/>
                    <a:pt x="23" y="14"/>
                  </a:cubicBezTo>
                  <a:cubicBezTo>
                    <a:pt x="30" y="14"/>
                    <a:pt x="30" y="14"/>
                    <a:pt x="30" y="14"/>
                  </a:cubicBezTo>
                  <a:cubicBezTo>
                    <a:pt x="30" y="3"/>
                    <a:pt x="30" y="3"/>
                    <a:pt x="30" y="3"/>
                  </a:cubicBezTo>
                  <a:cubicBezTo>
                    <a:pt x="26" y="1"/>
                    <a:pt x="21" y="0"/>
                    <a:pt x="16" y="0"/>
                  </a:cubicBezTo>
                  <a:cubicBezTo>
                    <a:pt x="6" y="0"/>
                    <a:pt x="0" y="5"/>
                    <a:pt x="0" y="14"/>
                  </a:cubicBezTo>
                  <a:cubicBezTo>
                    <a:pt x="0" y="23"/>
                    <a:pt x="7" y="26"/>
                    <a:pt x="13" y="27"/>
                  </a:cubicBezTo>
                  <a:cubicBezTo>
                    <a:pt x="18" y="29"/>
                    <a:pt x="22" y="30"/>
                    <a:pt x="22" y="35"/>
                  </a:cubicBezTo>
                  <a:cubicBezTo>
                    <a:pt x="22" y="40"/>
                    <a:pt x="18" y="42"/>
                    <a:pt x="13" y="42"/>
                  </a:cubicBezTo>
                  <a:cubicBezTo>
                    <a:pt x="11" y="42"/>
                    <a:pt x="9" y="42"/>
                    <a:pt x="8" y="41"/>
                  </a:cubicBezTo>
                  <a:cubicBezTo>
                    <a:pt x="7" y="41"/>
                    <a:pt x="7" y="40"/>
                    <a:pt x="7" y="39"/>
                  </a:cubicBezTo>
                  <a:cubicBezTo>
                    <a:pt x="7" y="34"/>
                    <a:pt x="7" y="34"/>
                    <a:pt x="7" y="34"/>
                  </a:cubicBezTo>
                  <a:cubicBezTo>
                    <a:pt x="0" y="35"/>
                    <a:pt x="0" y="35"/>
                    <a:pt x="0" y="35"/>
                  </a:cubicBezTo>
                  <a:cubicBezTo>
                    <a:pt x="0" y="46"/>
                    <a:pt x="0" y="46"/>
                    <a:pt x="0" y="46"/>
                  </a:cubicBezTo>
                  <a:cubicBezTo>
                    <a:pt x="3" y="48"/>
                    <a:pt x="9" y="49"/>
                    <a:pt x="14" y="49"/>
                  </a:cubicBezTo>
                  <a:cubicBezTo>
                    <a:pt x="25" y="49"/>
                    <a:pt x="31" y="43"/>
                    <a:pt x="31"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46"/>
            <p:cNvSpPr>
              <a:spLocks noEditPoints="1"/>
            </p:cNvSpPr>
            <p:nvPr/>
          </p:nvSpPr>
          <p:spPr bwMode="auto">
            <a:xfrm>
              <a:off x="2498725" y="1876425"/>
              <a:ext cx="53975" cy="58738"/>
            </a:xfrm>
            <a:custGeom>
              <a:avLst/>
              <a:gdLst>
                <a:gd name="T0" fmla="*/ 15 w 35"/>
                <a:gd name="T1" fmla="*/ 38 h 38"/>
                <a:gd name="T2" fmla="*/ 24 w 35"/>
                <a:gd name="T3" fmla="*/ 33 h 38"/>
                <a:gd name="T4" fmla="*/ 25 w 35"/>
                <a:gd name="T5" fmla="*/ 33 h 38"/>
                <a:gd name="T6" fmla="*/ 25 w 35"/>
                <a:gd name="T7" fmla="*/ 37 h 38"/>
                <a:gd name="T8" fmla="*/ 35 w 35"/>
                <a:gd name="T9" fmla="*/ 37 h 38"/>
                <a:gd name="T10" fmla="*/ 35 w 35"/>
                <a:gd name="T11" fmla="*/ 32 h 38"/>
                <a:gd name="T12" fmla="*/ 33 w 35"/>
                <a:gd name="T13" fmla="*/ 32 h 38"/>
                <a:gd name="T14" fmla="*/ 32 w 35"/>
                <a:gd name="T15" fmla="*/ 30 h 38"/>
                <a:gd name="T16" fmla="*/ 32 w 35"/>
                <a:gd name="T17" fmla="*/ 3 h 38"/>
                <a:gd name="T18" fmla="*/ 19 w 35"/>
                <a:gd name="T19" fmla="*/ 0 h 38"/>
                <a:gd name="T20" fmla="*/ 0 w 35"/>
                <a:gd name="T21" fmla="*/ 21 h 38"/>
                <a:gd name="T22" fmla="*/ 15 w 35"/>
                <a:gd name="T23" fmla="*/ 38 h 38"/>
                <a:gd name="T24" fmla="*/ 18 w 35"/>
                <a:gd name="T25" fmla="*/ 7 h 38"/>
                <a:gd name="T26" fmla="*/ 23 w 35"/>
                <a:gd name="T27" fmla="*/ 8 h 38"/>
                <a:gd name="T28" fmla="*/ 23 w 35"/>
                <a:gd name="T29" fmla="*/ 25 h 38"/>
                <a:gd name="T30" fmla="*/ 16 w 35"/>
                <a:gd name="T31" fmla="*/ 31 h 38"/>
                <a:gd name="T32" fmla="*/ 9 w 35"/>
                <a:gd name="T33" fmla="*/ 20 h 38"/>
                <a:gd name="T34" fmla="*/ 18 w 35"/>
                <a:gd name="T35" fmla="*/ 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38">
                  <a:moveTo>
                    <a:pt x="15" y="38"/>
                  </a:moveTo>
                  <a:cubicBezTo>
                    <a:pt x="20" y="38"/>
                    <a:pt x="23" y="36"/>
                    <a:pt x="24" y="33"/>
                  </a:cubicBezTo>
                  <a:cubicBezTo>
                    <a:pt x="25" y="33"/>
                    <a:pt x="25" y="33"/>
                    <a:pt x="25" y="33"/>
                  </a:cubicBezTo>
                  <a:cubicBezTo>
                    <a:pt x="25" y="37"/>
                    <a:pt x="25" y="37"/>
                    <a:pt x="25" y="37"/>
                  </a:cubicBezTo>
                  <a:cubicBezTo>
                    <a:pt x="35" y="37"/>
                    <a:pt x="35" y="37"/>
                    <a:pt x="35" y="37"/>
                  </a:cubicBezTo>
                  <a:cubicBezTo>
                    <a:pt x="35" y="32"/>
                    <a:pt x="35" y="32"/>
                    <a:pt x="35" y="32"/>
                  </a:cubicBezTo>
                  <a:cubicBezTo>
                    <a:pt x="33" y="32"/>
                    <a:pt x="33" y="32"/>
                    <a:pt x="33" y="32"/>
                  </a:cubicBezTo>
                  <a:cubicBezTo>
                    <a:pt x="32" y="32"/>
                    <a:pt x="32" y="31"/>
                    <a:pt x="32" y="30"/>
                  </a:cubicBezTo>
                  <a:cubicBezTo>
                    <a:pt x="32" y="3"/>
                    <a:pt x="32" y="3"/>
                    <a:pt x="32" y="3"/>
                  </a:cubicBezTo>
                  <a:cubicBezTo>
                    <a:pt x="27" y="1"/>
                    <a:pt x="21" y="0"/>
                    <a:pt x="19" y="0"/>
                  </a:cubicBezTo>
                  <a:cubicBezTo>
                    <a:pt x="7" y="0"/>
                    <a:pt x="0" y="8"/>
                    <a:pt x="0" y="21"/>
                  </a:cubicBezTo>
                  <a:cubicBezTo>
                    <a:pt x="0" y="31"/>
                    <a:pt x="4" y="38"/>
                    <a:pt x="15" y="38"/>
                  </a:cubicBezTo>
                  <a:close/>
                  <a:moveTo>
                    <a:pt x="18" y="7"/>
                  </a:moveTo>
                  <a:cubicBezTo>
                    <a:pt x="20" y="7"/>
                    <a:pt x="22" y="7"/>
                    <a:pt x="23" y="8"/>
                  </a:cubicBezTo>
                  <a:cubicBezTo>
                    <a:pt x="23" y="25"/>
                    <a:pt x="23" y="25"/>
                    <a:pt x="23" y="25"/>
                  </a:cubicBezTo>
                  <a:cubicBezTo>
                    <a:pt x="23" y="28"/>
                    <a:pt x="21" y="31"/>
                    <a:pt x="16" y="31"/>
                  </a:cubicBezTo>
                  <a:cubicBezTo>
                    <a:pt x="10" y="31"/>
                    <a:pt x="9" y="26"/>
                    <a:pt x="9" y="20"/>
                  </a:cubicBezTo>
                  <a:cubicBezTo>
                    <a:pt x="9" y="13"/>
                    <a:pt x="11" y="7"/>
                    <a:pt x="18"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47"/>
            <p:cNvSpPr>
              <a:spLocks/>
            </p:cNvSpPr>
            <p:nvPr/>
          </p:nvSpPr>
          <p:spPr bwMode="auto">
            <a:xfrm>
              <a:off x="2559050" y="1854200"/>
              <a:ext cx="41275" cy="79375"/>
            </a:xfrm>
            <a:custGeom>
              <a:avLst/>
              <a:gdLst>
                <a:gd name="T0" fmla="*/ 5 w 27"/>
                <a:gd name="T1" fmla="*/ 12 h 51"/>
                <a:gd name="T2" fmla="*/ 5 w 27"/>
                <a:gd name="T3" fmla="*/ 15 h 51"/>
                <a:gd name="T4" fmla="*/ 0 w 27"/>
                <a:gd name="T5" fmla="*/ 15 h 51"/>
                <a:gd name="T6" fmla="*/ 0 w 27"/>
                <a:gd name="T7" fmla="*/ 21 h 51"/>
                <a:gd name="T8" fmla="*/ 5 w 27"/>
                <a:gd name="T9" fmla="*/ 21 h 51"/>
                <a:gd name="T10" fmla="*/ 5 w 27"/>
                <a:gd name="T11" fmla="*/ 43 h 51"/>
                <a:gd name="T12" fmla="*/ 3 w 27"/>
                <a:gd name="T13" fmla="*/ 46 h 51"/>
                <a:gd name="T14" fmla="*/ 1 w 27"/>
                <a:gd name="T15" fmla="*/ 46 h 51"/>
                <a:gd name="T16" fmla="*/ 1 w 27"/>
                <a:gd name="T17" fmla="*/ 51 h 51"/>
                <a:gd name="T18" fmla="*/ 19 w 27"/>
                <a:gd name="T19" fmla="*/ 51 h 51"/>
                <a:gd name="T20" fmla="*/ 19 w 27"/>
                <a:gd name="T21" fmla="*/ 46 h 51"/>
                <a:gd name="T22" fmla="*/ 13 w 27"/>
                <a:gd name="T23" fmla="*/ 45 h 51"/>
                <a:gd name="T24" fmla="*/ 13 w 27"/>
                <a:gd name="T25" fmla="*/ 21 h 51"/>
                <a:gd name="T26" fmla="*/ 23 w 27"/>
                <a:gd name="T27" fmla="*/ 21 h 51"/>
                <a:gd name="T28" fmla="*/ 23 w 27"/>
                <a:gd name="T29" fmla="*/ 15 h 51"/>
                <a:gd name="T30" fmla="*/ 13 w 27"/>
                <a:gd name="T31" fmla="*/ 15 h 51"/>
                <a:gd name="T32" fmla="*/ 13 w 27"/>
                <a:gd name="T33" fmla="*/ 12 h 51"/>
                <a:gd name="T34" fmla="*/ 18 w 27"/>
                <a:gd name="T35" fmla="*/ 6 h 51"/>
                <a:gd name="T36" fmla="*/ 25 w 27"/>
                <a:gd name="T37" fmla="*/ 8 h 51"/>
                <a:gd name="T38" fmla="*/ 27 w 27"/>
                <a:gd name="T39" fmla="*/ 2 h 51"/>
                <a:gd name="T40" fmla="*/ 17 w 27"/>
                <a:gd name="T41" fmla="*/ 0 h 51"/>
                <a:gd name="T42" fmla="*/ 5 w 27"/>
                <a:gd name="T43" fmla="*/ 1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 h="51">
                  <a:moveTo>
                    <a:pt x="5" y="12"/>
                  </a:moveTo>
                  <a:cubicBezTo>
                    <a:pt x="5" y="15"/>
                    <a:pt x="5" y="15"/>
                    <a:pt x="5" y="15"/>
                  </a:cubicBezTo>
                  <a:cubicBezTo>
                    <a:pt x="0" y="15"/>
                    <a:pt x="0" y="15"/>
                    <a:pt x="0" y="15"/>
                  </a:cubicBezTo>
                  <a:cubicBezTo>
                    <a:pt x="0" y="21"/>
                    <a:pt x="0" y="21"/>
                    <a:pt x="0" y="21"/>
                  </a:cubicBezTo>
                  <a:cubicBezTo>
                    <a:pt x="5" y="21"/>
                    <a:pt x="5" y="21"/>
                    <a:pt x="5" y="21"/>
                  </a:cubicBezTo>
                  <a:cubicBezTo>
                    <a:pt x="5" y="43"/>
                    <a:pt x="5" y="43"/>
                    <a:pt x="5" y="43"/>
                  </a:cubicBezTo>
                  <a:cubicBezTo>
                    <a:pt x="5" y="45"/>
                    <a:pt x="5" y="45"/>
                    <a:pt x="3" y="46"/>
                  </a:cubicBezTo>
                  <a:cubicBezTo>
                    <a:pt x="1" y="46"/>
                    <a:pt x="1" y="46"/>
                    <a:pt x="1" y="46"/>
                  </a:cubicBezTo>
                  <a:cubicBezTo>
                    <a:pt x="1" y="51"/>
                    <a:pt x="1" y="51"/>
                    <a:pt x="1" y="51"/>
                  </a:cubicBezTo>
                  <a:cubicBezTo>
                    <a:pt x="19" y="51"/>
                    <a:pt x="19" y="51"/>
                    <a:pt x="19" y="51"/>
                  </a:cubicBezTo>
                  <a:cubicBezTo>
                    <a:pt x="19" y="46"/>
                    <a:pt x="19" y="46"/>
                    <a:pt x="19" y="46"/>
                  </a:cubicBezTo>
                  <a:cubicBezTo>
                    <a:pt x="13" y="45"/>
                    <a:pt x="13" y="45"/>
                    <a:pt x="13" y="45"/>
                  </a:cubicBezTo>
                  <a:cubicBezTo>
                    <a:pt x="13" y="21"/>
                    <a:pt x="13" y="21"/>
                    <a:pt x="13" y="21"/>
                  </a:cubicBezTo>
                  <a:cubicBezTo>
                    <a:pt x="23" y="21"/>
                    <a:pt x="23" y="21"/>
                    <a:pt x="23" y="21"/>
                  </a:cubicBezTo>
                  <a:cubicBezTo>
                    <a:pt x="23" y="15"/>
                    <a:pt x="23" y="15"/>
                    <a:pt x="23" y="15"/>
                  </a:cubicBezTo>
                  <a:cubicBezTo>
                    <a:pt x="13" y="15"/>
                    <a:pt x="13" y="15"/>
                    <a:pt x="13" y="15"/>
                  </a:cubicBezTo>
                  <a:cubicBezTo>
                    <a:pt x="13" y="12"/>
                    <a:pt x="13" y="12"/>
                    <a:pt x="13" y="12"/>
                  </a:cubicBezTo>
                  <a:cubicBezTo>
                    <a:pt x="13" y="8"/>
                    <a:pt x="15" y="6"/>
                    <a:pt x="18" y="6"/>
                  </a:cubicBezTo>
                  <a:cubicBezTo>
                    <a:pt x="20" y="6"/>
                    <a:pt x="23" y="7"/>
                    <a:pt x="25" y="8"/>
                  </a:cubicBezTo>
                  <a:cubicBezTo>
                    <a:pt x="27" y="2"/>
                    <a:pt x="27" y="2"/>
                    <a:pt x="27" y="2"/>
                  </a:cubicBezTo>
                  <a:cubicBezTo>
                    <a:pt x="24" y="1"/>
                    <a:pt x="20" y="0"/>
                    <a:pt x="17" y="0"/>
                  </a:cubicBezTo>
                  <a:cubicBezTo>
                    <a:pt x="8" y="0"/>
                    <a:pt x="5" y="6"/>
                    <a:pt x="5"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48"/>
            <p:cNvSpPr>
              <a:spLocks noEditPoints="1"/>
            </p:cNvSpPr>
            <p:nvPr/>
          </p:nvSpPr>
          <p:spPr bwMode="auto">
            <a:xfrm>
              <a:off x="2598738" y="1876425"/>
              <a:ext cx="46038" cy="58738"/>
            </a:xfrm>
            <a:custGeom>
              <a:avLst/>
              <a:gdLst>
                <a:gd name="T0" fmla="*/ 16 w 29"/>
                <a:gd name="T1" fmla="*/ 38 h 38"/>
                <a:gd name="T2" fmla="*/ 28 w 29"/>
                <a:gd name="T3" fmla="*/ 34 h 38"/>
                <a:gd name="T4" fmla="*/ 26 w 29"/>
                <a:gd name="T5" fmla="*/ 28 h 38"/>
                <a:gd name="T6" fmla="*/ 17 w 29"/>
                <a:gd name="T7" fmla="*/ 31 h 38"/>
                <a:gd name="T8" fmla="*/ 8 w 29"/>
                <a:gd name="T9" fmla="*/ 22 h 38"/>
                <a:gd name="T10" fmla="*/ 29 w 29"/>
                <a:gd name="T11" fmla="*/ 10 h 38"/>
                <a:gd name="T12" fmla="*/ 17 w 29"/>
                <a:gd name="T13" fmla="*/ 0 h 38"/>
                <a:gd name="T14" fmla="*/ 0 w 29"/>
                <a:gd name="T15" fmla="*/ 20 h 38"/>
                <a:gd name="T16" fmla="*/ 16 w 29"/>
                <a:gd name="T17" fmla="*/ 38 h 38"/>
                <a:gd name="T18" fmla="*/ 17 w 29"/>
                <a:gd name="T19" fmla="*/ 7 h 38"/>
                <a:gd name="T20" fmla="*/ 21 w 29"/>
                <a:gd name="T21" fmla="*/ 11 h 38"/>
                <a:gd name="T22" fmla="*/ 11 w 29"/>
                <a:gd name="T23" fmla="*/ 17 h 38"/>
                <a:gd name="T24" fmla="*/ 8 w 29"/>
                <a:gd name="T25" fmla="*/ 16 h 38"/>
                <a:gd name="T26" fmla="*/ 17 w 29"/>
                <a:gd name="T27" fmla="*/ 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 h="38">
                  <a:moveTo>
                    <a:pt x="16" y="38"/>
                  </a:moveTo>
                  <a:cubicBezTo>
                    <a:pt x="23" y="38"/>
                    <a:pt x="27" y="35"/>
                    <a:pt x="28" y="34"/>
                  </a:cubicBezTo>
                  <a:cubicBezTo>
                    <a:pt x="26" y="28"/>
                    <a:pt x="26" y="28"/>
                    <a:pt x="26" y="28"/>
                  </a:cubicBezTo>
                  <a:cubicBezTo>
                    <a:pt x="24" y="30"/>
                    <a:pt x="21" y="31"/>
                    <a:pt x="17" y="31"/>
                  </a:cubicBezTo>
                  <a:cubicBezTo>
                    <a:pt x="11" y="31"/>
                    <a:pt x="9" y="27"/>
                    <a:pt x="8" y="22"/>
                  </a:cubicBezTo>
                  <a:cubicBezTo>
                    <a:pt x="20" y="23"/>
                    <a:pt x="29" y="20"/>
                    <a:pt x="29" y="10"/>
                  </a:cubicBezTo>
                  <a:cubicBezTo>
                    <a:pt x="29" y="4"/>
                    <a:pt x="24" y="0"/>
                    <a:pt x="17" y="0"/>
                  </a:cubicBezTo>
                  <a:cubicBezTo>
                    <a:pt x="6" y="0"/>
                    <a:pt x="0" y="9"/>
                    <a:pt x="0" y="20"/>
                  </a:cubicBezTo>
                  <a:cubicBezTo>
                    <a:pt x="0" y="30"/>
                    <a:pt x="4" y="38"/>
                    <a:pt x="16" y="38"/>
                  </a:cubicBezTo>
                  <a:close/>
                  <a:moveTo>
                    <a:pt x="17" y="7"/>
                  </a:moveTo>
                  <a:cubicBezTo>
                    <a:pt x="19" y="7"/>
                    <a:pt x="21" y="8"/>
                    <a:pt x="21" y="11"/>
                  </a:cubicBezTo>
                  <a:cubicBezTo>
                    <a:pt x="21" y="15"/>
                    <a:pt x="17" y="17"/>
                    <a:pt x="11" y="17"/>
                  </a:cubicBezTo>
                  <a:cubicBezTo>
                    <a:pt x="10" y="17"/>
                    <a:pt x="9" y="17"/>
                    <a:pt x="8" y="16"/>
                  </a:cubicBezTo>
                  <a:cubicBezTo>
                    <a:pt x="9" y="12"/>
                    <a:pt x="11" y="7"/>
                    <a:pt x="17"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49"/>
            <p:cNvSpPr>
              <a:spLocks/>
            </p:cNvSpPr>
            <p:nvPr/>
          </p:nvSpPr>
          <p:spPr bwMode="auto">
            <a:xfrm>
              <a:off x="2649538" y="1865313"/>
              <a:ext cx="38100" cy="69850"/>
            </a:xfrm>
            <a:custGeom>
              <a:avLst/>
              <a:gdLst>
                <a:gd name="T0" fmla="*/ 16 w 25"/>
                <a:gd name="T1" fmla="*/ 45 h 45"/>
                <a:gd name="T2" fmla="*/ 25 w 25"/>
                <a:gd name="T3" fmla="*/ 43 h 45"/>
                <a:gd name="T4" fmla="*/ 23 w 25"/>
                <a:gd name="T5" fmla="*/ 37 h 45"/>
                <a:gd name="T6" fmla="*/ 18 w 25"/>
                <a:gd name="T7" fmla="*/ 38 h 45"/>
                <a:gd name="T8" fmla="*/ 14 w 25"/>
                <a:gd name="T9" fmla="*/ 33 h 45"/>
                <a:gd name="T10" fmla="*/ 14 w 25"/>
                <a:gd name="T11" fmla="*/ 14 h 45"/>
                <a:gd name="T12" fmla="*/ 22 w 25"/>
                <a:gd name="T13" fmla="*/ 14 h 45"/>
                <a:gd name="T14" fmla="*/ 23 w 25"/>
                <a:gd name="T15" fmla="*/ 8 h 45"/>
                <a:gd name="T16" fmla="*/ 14 w 25"/>
                <a:gd name="T17" fmla="*/ 8 h 45"/>
                <a:gd name="T18" fmla="*/ 14 w 25"/>
                <a:gd name="T19" fmla="*/ 0 h 45"/>
                <a:gd name="T20" fmla="*/ 9 w 25"/>
                <a:gd name="T21" fmla="*/ 0 h 45"/>
                <a:gd name="T22" fmla="*/ 1 w 25"/>
                <a:gd name="T23" fmla="*/ 9 h 45"/>
                <a:gd name="T24" fmla="*/ 0 w 25"/>
                <a:gd name="T25" fmla="*/ 14 h 45"/>
                <a:gd name="T26" fmla="*/ 5 w 25"/>
                <a:gd name="T27" fmla="*/ 14 h 45"/>
                <a:gd name="T28" fmla="*/ 5 w 25"/>
                <a:gd name="T29" fmla="*/ 33 h 45"/>
                <a:gd name="T30" fmla="*/ 16 w 25"/>
                <a:gd name="T31"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5" h="45">
                  <a:moveTo>
                    <a:pt x="16" y="45"/>
                  </a:moveTo>
                  <a:cubicBezTo>
                    <a:pt x="19" y="45"/>
                    <a:pt x="23" y="44"/>
                    <a:pt x="25" y="43"/>
                  </a:cubicBezTo>
                  <a:cubicBezTo>
                    <a:pt x="23" y="37"/>
                    <a:pt x="23" y="37"/>
                    <a:pt x="23" y="37"/>
                  </a:cubicBezTo>
                  <a:cubicBezTo>
                    <a:pt x="22" y="37"/>
                    <a:pt x="20" y="38"/>
                    <a:pt x="18" y="38"/>
                  </a:cubicBezTo>
                  <a:cubicBezTo>
                    <a:pt x="15" y="38"/>
                    <a:pt x="14" y="37"/>
                    <a:pt x="14" y="33"/>
                  </a:cubicBezTo>
                  <a:cubicBezTo>
                    <a:pt x="14" y="14"/>
                    <a:pt x="14" y="14"/>
                    <a:pt x="14" y="14"/>
                  </a:cubicBezTo>
                  <a:cubicBezTo>
                    <a:pt x="22" y="14"/>
                    <a:pt x="22" y="14"/>
                    <a:pt x="22" y="14"/>
                  </a:cubicBezTo>
                  <a:cubicBezTo>
                    <a:pt x="23" y="8"/>
                    <a:pt x="23" y="8"/>
                    <a:pt x="23" y="8"/>
                  </a:cubicBezTo>
                  <a:cubicBezTo>
                    <a:pt x="14" y="8"/>
                    <a:pt x="14" y="8"/>
                    <a:pt x="14" y="8"/>
                  </a:cubicBezTo>
                  <a:cubicBezTo>
                    <a:pt x="14" y="0"/>
                    <a:pt x="14" y="0"/>
                    <a:pt x="14" y="0"/>
                  </a:cubicBezTo>
                  <a:cubicBezTo>
                    <a:pt x="9" y="0"/>
                    <a:pt x="9" y="0"/>
                    <a:pt x="9" y="0"/>
                  </a:cubicBezTo>
                  <a:cubicBezTo>
                    <a:pt x="8" y="4"/>
                    <a:pt x="6" y="8"/>
                    <a:pt x="1" y="9"/>
                  </a:cubicBezTo>
                  <a:cubicBezTo>
                    <a:pt x="0" y="14"/>
                    <a:pt x="0" y="14"/>
                    <a:pt x="0" y="14"/>
                  </a:cubicBezTo>
                  <a:cubicBezTo>
                    <a:pt x="5" y="14"/>
                    <a:pt x="5" y="14"/>
                    <a:pt x="5" y="14"/>
                  </a:cubicBezTo>
                  <a:cubicBezTo>
                    <a:pt x="5" y="33"/>
                    <a:pt x="5" y="33"/>
                    <a:pt x="5" y="33"/>
                  </a:cubicBezTo>
                  <a:cubicBezTo>
                    <a:pt x="5" y="39"/>
                    <a:pt x="6" y="45"/>
                    <a:pt x="1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50"/>
            <p:cNvSpPr>
              <a:spLocks/>
            </p:cNvSpPr>
            <p:nvPr/>
          </p:nvSpPr>
          <p:spPr bwMode="auto">
            <a:xfrm>
              <a:off x="2686050" y="1878013"/>
              <a:ext cx="58738" cy="79375"/>
            </a:xfrm>
            <a:custGeom>
              <a:avLst/>
              <a:gdLst>
                <a:gd name="T0" fmla="*/ 9 w 38"/>
                <a:gd name="T1" fmla="*/ 44 h 51"/>
                <a:gd name="T2" fmla="*/ 2 w 38"/>
                <a:gd name="T3" fmla="*/ 43 h 51"/>
                <a:gd name="T4" fmla="*/ 0 w 38"/>
                <a:gd name="T5" fmla="*/ 49 h 51"/>
                <a:gd name="T6" fmla="*/ 9 w 38"/>
                <a:gd name="T7" fmla="*/ 51 h 51"/>
                <a:gd name="T8" fmla="*/ 24 w 38"/>
                <a:gd name="T9" fmla="*/ 36 h 51"/>
                <a:gd name="T10" fmla="*/ 34 w 38"/>
                <a:gd name="T11" fmla="*/ 8 h 51"/>
                <a:gd name="T12" fmla="*/ 37 w 38"/>
                <a:gd name="T13" fmla="*/ 6 h 51"/>
                <a:gd name="T14" fmla="*/ 38 w 38"/>
                <a:gd name="T15" fmla="*/ 5 h 51"/>
                <a:gd name="T16" fmla="*/ 38 w 38"/>
                <a:gd name="T17" fmla="*/ 0 h 51"/>
                <a:gd name="T18" fmla="*/ 24 w 38"/>
                <a:gd name="T19" fmla="*/ 0 h 51"/>
                <a:gd name="T20" fmla="*/ 24 w 38"/>
                <a:gd name="T21" fmla="*/ 6 h 51"/>
                <a:gd name="T22" fmla="*/ 27 w 38"/>
                <a:gd name="T23" fmla="*/ 6 h 51"/>
                <a:gd name="T24" fmla="*/ 20 w 38"/>
                <a:gd name="T25" fmla="*/ 27 h 51"/>
                <a:gd name="T26" fmla="*/ 20 w 38"/>
                <a:gd name="T27" fmla="*/ 27 h 51"/>
                <a:gd name="T28" fmla="*/ 14 w 38"/>
                <a:gd name="T29" fmla="*/ 8 h 51"/>
                <a:gd name="T30" fmla="*/ 15 w 38"/>
                <a:gd name="T31" fmla="*/ 6 h 51"/>
                <a:gd name="T32" fmla="*/ 17 w 38"/>
                <a:gd name="T33" fmla="*/ 6 h 51"/>
                <a:gd name="T34" fmla="*/ 17 w 38"/>
                <a:gd name="T35" fmla="*/ 0 h 51"/>
                <a:gd name="T36" fmla="*/ 2 w 38"/>
                <a:gd name="T37" fmla="*/ 0 h 51"/>
                <a:gd name="T38" fmla="*/ 2 w 38"/>
                <a:gd name="T39" fmla="*/ 5 h 51"/>
                <a:gd name="T40" fmla="*/ 5 w 38"/>
                <a:gd name="T41" fmla="*/ 6 h 51"/>
                <a:gd name="T42" fmla="*/ 16 w 38"/>
                <a:gd name="T43" fmla="*/ 36 h 51"/>
                <a:gd name="T44" fmla="*/ 14 w 38"/>
                <a:gd name="T45" fmla="*/ 39 h 51"/>
                <a:gd name="T46" fmla="*/ 9 w 38"/>
                <a:gd name="T47"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8" h="51">
                  <a:moveTo>
                    <a:pt x="9" y="44"/>
                  </a:moveTo>
                  <a:cubicBezTo>
                    <a:pt x="6" y="44"/>
                    <a:pt x="4" y="44"/>
                    <a:pt x="2" y="43"/>
                  </a:cubicBezTo>
                  <a:cubicBezTo>
                    <a:pt x="0" y="49"/>
                    <a:pt x="0" y="49"/>
                    <a:pt x="0" y="49"/>
                  </a:cubicBezTo>
                  <a:cubicBezTo>
                    <a:pt x="2" y="50"/>
                    <a:pt x="6" y="51"/>
                    <a:pt x="9" y="51"/>
                  </a:cubicBezTo>
                  <a:cubicBezTo>
                    <a:pt x="18" y="51"/>
                    <a:pt x="21" y="45"/>
                    <a:pt x="24" y="36"/>
                  </a:cubicBezTo>
                  <a:cubicBezTo>
                    <a:pt x="34" y="8"/>
                    <a:pt x="34" y="8"/>
                    <a:pt x="34" y="8"/>
                  </a:cubicBezTo>
                  <a:cubicBezTo>
                    <a:pt x="35" y="6"/>
                    <a:pt x="35" y="6"/>
                    <a:pt x="37" y="6"/>
                  </a:cubicBezTo>
                  <a:cubicBezTo>
                    <a:pt x="38" y="5"/>
                    <a:pt x="38" y="5"/>
                    <a:pt x="38" y="5"/>
                  </a:cubicBezTo>
                  <a:cubicBezTo>
                    <a:pt x="38" y="0"/>
                    <a:pt x="38" y="0"/>
                    <a:pt x="38" y="0"/>
                  </a:cubicBezTo>
                  <a:cubicBezTo>
                    <a:pt x="24" y="0"/>
                    <a:pt x="24" y="0"/>
                    <a:pt x="24" y="0"/>
                  </a:cubicBezTo>
                  <a:cubicBezTo>
                    <a:pt x="24" y="6"/>
                    <a:pt x="24" y="6"/>
                    <a:pt x="24" y="6"/>
                  </a:cubicBezTo>
                  <a:cubicBezTo>
                    <a:pt x="27" y="6"/>
                    <a:pt x="27" y="6"/>
                    <a:pt x="27" y="6"/>
                  </a:cubicBezTo>
                  <a:cubicBezTo>
                    <a:pt x="20" y="27"/>
                    <a:pt x="20" y="27"/>
                    <a:pt x="20" y="27"/>
                  </a:cubicBezTo>
                  <a:cubicBezTo>
                    <a:pt x="20" y="27"/>
                    <a:pt x="20" y="27"/>
                    <a:pt x="20" y="27"/>
                  </a:cubicBezTo>
                  <a:cubicBezTo>
                    <a:pt x="14" y="8"/>
                    <a:pt x="14" y="8"/>
                    <a:pt x="14" y="8"/>
                  </a:cubicBezTo>
                  <a:cubicBezTo>
                    <a:pt x="14" y="7"/>
                    <a:pt x="14" y="6"/>
                    <a:pt x="15" y="6"/>
                  </a:cubicBezTo>
                  <a:cubicBezTo>
                    <a:pt x="17" y="6"/>
                    <a:pt x="17" y="6"/>
                    <a:pt x="17" y="6"/>
                  </a:cubicBezTo>
                  <a:cubicBezTo>
                    <a:pt x="17" y="0"/>
                    <a:pt x="17" y="0"/>
                    <a:pt x="17" y="0"/>
                  </a:cubicBezTo>
                  <a:cubicBezTo>
                    <a:pt x="2" y="0"/>
                    <a:pt x="2" y="0"/>
                    <a:pt x="2" y="0"/>
                  </a:cubicBezTo>
                  <a:cubicBezTo>
                    <a:pt x="2" y="5"/>
                    <a:pt x="2" y="5"/>
                    <a:pt x="2" y="5"/>
                  </a:cubicBezTo>
                  <a:cubicBezTo>
                    <a:pt x="5" y="6"/>
                    <a:pt x="5" y="6"/>
                    <a:pt x="5" y="6"/>
                  </a:cubicBezTo>
                  <a:cubicBezTo>
                    <a:pt x="16" y="36"/>
                    <a:pt x="16" y="36"/>
                    <a:pt x="16" y="36"/>
                  </a:cubicBezTo>
                  <a:cubicBezTo>
                    <a:pt x="14" y="39"/>
                    <a:pt x="14" y="39"/>
                    <a:pt x="14" y="39"/>
                  </a:cubicBezTo>
                  <a:cubicBezTo>
                    <a:pt x="13" y="43"/>
                    <a:pt x="11" y="44"/>
                    <a:pt x="9"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51"/>
            <p:cNvSpPr>
              <a:spLocks/>
            </p:cNvSpPr>
            <p:nvPr/>
          </p:nvSpPr>
          <p:spPr bwMode="auto">
            <a:xfrm>
              <a:off x="2441575" y="1992313"/>
              <a:ext cx="46038" cy="74613"/>
            </a:xfrm>
            <a:custGeom>
              <a:avLst/>
              <a:gdLst>
                <a:gd name="T0" fmla="*/ 25 w 30"/>
                <a:gd name="T1" fmla="*/ 38 h 48"/>
                <a:gd name="T2" fmla="*/ 26 w 30"/>
                <a:gd name="T3" fmla="*/ 30 h 48"/>
                <a:gd name="T4" fmla="*/ 26 w 30"/>
                <a:gd name="T5" fmla="*/ 7 h 48"/>
                <a:gd name="T6" fmla="*/ 27 w 30"/>
                <a:gd name="T7" fmla="*/ 5 h 48"/>
                <a:gd name="T8" fmla="*/ 30 w 30"/>
                <a:gd name="T9" fmla="*/ 5 h 48"/>
                <a:gd name="T10" fmla="*/ 30 w 30"/>
                <a:gd name="T11" fmla="*/ 0 h 48"/>
                <a:gd name="T12" fmla="*/ 13 w 30"/>
                <a:gd name="T13" fmla="*/ 0 h 48"/>
                <a:gd name="T14" fmla="*/ 13 w 30"/>
                <a:gd name="T15" fmla="*/ 5 h 48"/>
                <a:gd name="T16" fmla="*/ 17 w 30"/>
                <a:gd name="T17" fmla="*/ 6 h 48"/>
                <a:gd name="T18" fmla="*/ 17 w 30"/>
                <a:gd name="T19" fmla="*/ 35 h 48"/>
                <a:gd name="T20" fmla="*/ 11 w 30"/>
                <a:gd name="T21" fmla="*/ 41 h 48"/>
                <a:gd name="T22" fmla="*/ 8 w 30"/>
                <a:gd name="T23" fmla="*/ 41 h 48"/>
                <a:gd name="T24" fmla="*/ 6 w 30"/>
                <a:gd name="T25" fmla="*/ 39 h 48"/>
                <a:gd name="T26" fmla="*/ 6 w 30"/>
                <a:gd name="T27" fmla="*/ 33 h 48"/>
                <a:gd name="T28" fmla="*/ 0 w 30"/>
                <a:gd name="T29" fmla="*/ 34 h 48"/>
                <a:gd name="T30" fmla="*/ 0 w 30"/>
                <a:gd name="T31" fmla="*/ 45 h 48"/>
                <a:gd name="T32" fmla="*/ 12 w 30"/>
                <a:gd name="T33" fmla="*/ 48 h 48"/>
                <a:gd name="T34" fmla="*/ 25 w 30"/>
                <a:gd name="T35" fmla="*/ 3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 h="48">
                  <a:moveTo>
                    <a:pt x="25" y="38"/>
                  </a:moveTo>
                  <a:cubicBezTo>
                    <a:pt x="26" y="35"/>
                    <a:pt x="26" y="32"/>
                    <a:pt x="26" y="30"/>
                  </a:cubicBezTo>
                  <a:cubicBezTo>
                    <a:pt x="26" y="7"/>
                    <a:pt x="26" y="7"/>
                    <a:pt x="26" y="7"/>
                  </a:cubicBezTo>
                  <a:cubicBezTo>
                    <a:pt x="26" y="6"/>
                    <a:pt x="26" y="6"/>
                    <a:pt x="27" y="5"/>
                  </a:cubicBezTo>
                  <a:cubicBezTo>
                    <a:pt x="30" y="5"/>
                    <a:pt x="30" y="5"/>
                    <a:pt x="30" y="5"/>
                  </a:cubicBezTo>
                  <a:cubicBezTo>
                    <a:pt x="30" y="0"/>
                    <a:pt x="30" y="0"/>
                    <a:pt x="30" y="0"/>
                  </a:cubicBezTo>
                  <a:cubicBezTo>
                    <a:pt x="13" y="0"/>
                    <a:pt x="13" y="0"/>
                    <a:pt x="13" y="0"/>
                  </a:cubicBezTo>
                  <a:cubicBezTo>
                    <a:pt x="13" y="5"/>
                    <a:pt x="13" y="5"/>
                    <a:pt x="13" y="5"/>
                  </a:cubicBezTo>
                  <a:cubicBezTo>
                    <a:pt x="17" y="6"/>
                    <a:pt x="17" y="6"/>
                    <a:pt x="17" y="6"/>
                  </a:cubicBezTo>
                  <a:cubicBezTo>
                    <a:pt x="17" y="35"/>
                    <a:pt x="17" y="35"/>
                    <a:pt x="17" y="35"/>
                  </a:cubicBezTo>
                  <a:cubicBezTo>
                    <a:pt x="17" y="38"/>
                    <a:pt x="16" y="41"/>
                    <a:pt x="11" y="41"/>
                  </a:cubicBezTo>
                  <a:cubicBezTo>
                    <a:pt x="11" y="41"/>
                    <a:pt x="9" y="41"/>
                    <a:pt x="8" y="41"/>
                  </a:cubicBezTo>
                  <a:cubicBezTo>
                    <a:pt x="7" y="40"/>
                    <a:pt x="6" y="40"/>
                    <a:pt x="6" y="39"/>
                  </a:cubicBezTo>
                  <a:cubicBezTo>
                    <a:pt x="6" y="33"/>
                    <a:pt x="6" y="33"/>
                    <a:pt x="6" y="33"/>
                  </a:cubicBezTo>
                  <a:cubicBezTo>
                    <a:pt x="0" y="34"/>
                    <a:pt x="0" y="34"/>
                    <a:pt x="0" y="34"/>
                  </a:cubicBezTo>
                  <a:cubicBezTo>
                    <a:pt x="0" y="45"/>
                    <a:pt x="0" y="45"/>
                    <a:pt x="0" y="45"/>
                  </a:cubicBezTo>
                  <a:cubicBezTo>
                    <a:pt x="2" y="47"/>
                    <a:pt x="7" y="48"/>
                    <a:pt x="12" y="48"/>
                  </a:cubicBezTo>
                  <a:cubicBezTo>
                    <a:pt x="21" y="48"/>
                    <a:pt x="24" y="44"/>
                    <a:pt x="25"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52"/>
            <p:cNvSpPr>
              <a:spLocks noEditPoints="1"/>
            </p:cNvSpPr>
            <p:nvPr/>
          </p:nvSpPr>
          <p:spPr bwMode="auto">
            <a:xfrm>
              <a:off x="2493963" y="2008188"/>
              <a:ext cx="53975" cy="58738"/>
            </a:xfrm>
            <a:custGeom>
              <a:avLst/>
              <a:gdLst>
                <a:gd name="T0" fmla="*/ 14 w 35"/>
                <a:gd name="T1" fmla="*/ 38 h 38"/>
                <a:gd name="T2" fmla="*/ 24 w 35"/>
                <a:gd name="T3" fmla="*/ 33 h 38"/>
                <a:gd name="T4" fmla="*/ 24 w 35"/>
                <a:gd name="T5" fmla="*/ 33 h 38"/>
                <a:gd name="T6" fmla="*/ 24 w 35"/>
                <a:gd name="T7" fmla="*/ 37 h 38"/>
                <a:gd name="T8" fmla="*/ 35 w 35"/>
                <a:gd name="T9" fmla="*/ 37 h 38"/>
                <a:gd name="T10" fmla="*/ 35 w 35"/>
                <a:gd name="T11" fmla="*/ 32 h 38"/>
                <a:gd name="T12" fmla="*/ 33 w 35"/>
                <a:gd name="T13" fmla="*/ 32 h 38"/>
                <a:gd name="T14" fmla="*/ 31 w 35"/>
                <a:gd name="T15" fmla="*/ 30 h 38"/>
                <a:gd name="T16" fmla="*/ 31 w 35"/>
                <a:gd name="T17" fmla="*/ 3 h 38"/>
                <a:gd name="T18" fmla="*/ 19 w 35"/>
                <a:gd name="T19" fmla="*/ 0 h 38"/>
                <a:gd name="T20" fmla="*/ 0 w 35"/>
                <a:gd name="T21" fmla="*/ 21 h 38"/>
                <a:gd name="T22" fmla="*/ 14 w 35"/>
                <a:gd name="T23" fmla="*/ 38 h 38"/>
                <a:gd name="T24" fmla="*/ 18 w 35"/>
                <a:gd name="T25" fmla="*/ 7 h 38"/>
                <a:gd name="T26" fmla="*/ 23 w 35"/>
                <a:gd name="T27" fmla="*/ 8 h 38"/>
                <a:gd name="T28" fmla="*/ 23 w 35"/>
                <a:gd name="T29" fmla="*/ 25 h 38"/>
                <a:gd name="T30" fmla="*/ 16 w 35"/>
                <a:gd name="T31" fmla="*/ 32 h 38"/>
                <a:gd name="T32" fmla="*/ 9 w 35"/>
                <a:gd name="T33" fmla="*/ 20 h 38"/>
                <a:gd name="T34" fmla="*/ 18 w 35"/>
                <a:gd name="T35" fmla="*/ 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38">
                  <a:moveTo>
                    <a:pt x="14" y="38"/>
                  </a:moveTo>
                  <a:cubicBezTo>
                    <a:pt x="19" y="38"/>
                    <a:pt x="22" y="36"/>
                    <a:pt x="24" y="33"/>
                  </a:cubicBezTo>
                  <a:cubicBezTo>
                    <a:pt x="24" y="33"/>
                    <a:pt x="24" y="33"/>
                    <a:pt x="24" y="33"/>
                  </a:cubicBezTo>
                  <a:cubicBezTo>
                    <a:pt x="24" y="37"/>
                    <a:pt x="24" y="37"/>
                    <a:pt x="24" y="37"/>
                  </a:cubicBezTo>
                  <a:cubicBezTo>
                    <a:pt x="35" y="37"/>
                    <a:pt x="35" y="37"/>
                    <a:pt x="35" y="37"/>
                  </a:cubicBezTo>
                  <a:cubicBezTo>
                    <a:pt x="35" y="32"/>
                    <a:pt x="35" y="32"/>
                    <a:pt x="35" y="32"/>
                  </a:cubicBezTo>
                  <a:cubicBezTo>
                    <a:pt x="33" y="32"/>
                    <a:pt x="33" y="32"/>
                    <a:pt x="33" y="32"/>
                  </a:cubicBezTo>
                  <a:cubicBezTo>
                    <a:pt x="32" y="32"/>
                    <a:pt x="31" y="31"/>
                    <a:pt x="31" y="30"/>
                  </a:cubicBezTo>
                  <a:cubicBezTo>
                    <a:pt x="31" y="3"/>
                    <a:pt x="31" y="3"/>
                    <a:pt x="31" y="3"/>
                  </a:cubicBezTo>
                  <a:cubicBezTo>
                    <a:pt x="26" y="1"/>
                    <a:pt x="21" y="0"/>
                    <a:pt x="19" y="0"/>
                  </a:cubicBezTo>
                  <a:cubicBezTo>
                    <a:pt x="6" y="0"/>
                    <a:pt x="0" y="8"/>
                    <a:pt x="0" y="21"/>
                  </a:cubicBezTo>
                  <a:cubicBezTo>
                    <a:pt x="0" y="31"/>
                    <a:pt x="4" y="38"/>
                    <a:pt x="14" y="38"/>
                  </a:cubicBezTo>
                  <a:close/>
                  <a:moveTo>
                    <a:pt x="18" y="7"/>
                  </a:moveTo>
                  <a:cubicBezTo>
                    <a:pt x="20" y="7"/>
                    <a:pt x="22" y="7"/>
                    <a:pt x="23" y="8"/>
                  </a:cubicBezTo>
                  <a:cubicBezTo>
                    <a:pt x="23" y="25"/>
                    <a:pt x="23" y="25"/>
                    <a:pt x="23" y="25"/>
                  </a:cubicBezTo>
                  <a:cubicBezTo>
                    <a:pt x="23" y="28"/>
                    <a:pt x="21" y="32"/>
                    <a:pt x="16" y="32"/>
                  </a:cubicBezTo>
                  <a:cubicBezTo>
                    <a:pt x="10" y="32"/>
                    <a:pt x="9" y="26"/>
                    <a:pt x="9" y="20"/>
                  </a:cubicBezTo>
                  <a:cubicBezTo>
                    <a:pt x="9" y="13"/>
                    <a:pt x="11" y="7"/>
                    <a:pt x="18"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53"/>
            <p:cNvSpPr>
              <a:spLocks/>
            </p:cNvSpPr>
            <p:nvPr/>
          </p:nvSpPr>
          <p:spPr bwMode="auto">
            <a:xfrm>
              <a:off x="2555875" y="2008188"/>
              <a:ext cx="44450" cy="58738"/>
            </a:xfrm>
            <a:custGeom>
              <a:avLst/>
              <a:gdLst>
                <a:gd name="T0" fmla="*/ 16 w 29"/>
                <a:gd name="T1" fmla="*/ 38 h 38"/>
                <a:gd name="T2" fmla="*/ 29 w 29"/>
                <a:gd name="T3" fmla="*/ 34 h 38"/>
                <a:gd name="T4" fmla="*/ 26 w 29"/>
                <a:gd name="T5" fmla="*/ 28 h 38"/>
                <a:gd name="T6" fmla="*/ 17 w 29"/>
                <a:gd name="T7" fmla="*/ 31 h 38"/>
                <a:gd name="T8" fmla="*/ 8 w 29"/>
                <a:gd name="T9" fmla="*/ 19 h 38"/>
                <a:gd name="T10" fmla="*/ 17 w 29"/>
                <a:gd name="T11" fmla="*/ 7 h 38"/>
                <a:gd name="T12" fmla="*/ 20 w 29"/>
                <a:gd name="T13" fmla="*/ 7 h 38"/>
                <a:gd name="T14" fmla="*/ 21 w 29"/>
                <a:gd name="T15" fmla="*/ 9 h 38"/>
                <a:gd name="T16" fmla="*/ 21 w 29"/>
                <a:gd name="T17" fmla="*/ 14 h 38"/>
                <a:gd name="T18" fmla="*/ 28 w 29"/>
                <a:gd name="T19" fmla="*/ 13 h 38"/>
                <a:gd name="T20" fmla="*/ 28 w 29"/>
                <a:gd name="T21" fmla="*/ 3 h 38"/>
                <a:gd name="T22" fmla="*/ 17 w 29"/>
                <a:gd name="T23" fmla="*/ 0 h 38"/>
                <a:gd name="T24" fmla="*/ 0 w 29"/>
                <a:gd name="T25" fmla="*/ 19 h 38"/>
                <a:gd name="T26" fmla="*/ 16 w 29"/>
                <a:gd name="T27"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 h="38">
                  <a:moveTo>
                    <a:pt x="16" y="38"/>
                  </a:moveTo>
                  <a:cubicBezTo>
                    <a:pt x="22" y="38"/>
                    <a:pt x="26" y="36"/>
                    <a:pt x="29" y="34"/>
                  </a:cubicBezTo>
                  <a:cubicBezTo>
                    <a:pt x="26" y="28"/>
                    <a:pt x="26" y="28"/>
                    <a:pt x="26" y="28"/>
                  </a:cubicBezTo>
                  <a:cubicBezTo>
                    <a:pt x="23" y="30"/>
                    <a:pt x="20" y="31"/>
                    <a:pt x="17" y="31"/>
                  </a:cubicBezTo>
                  <a:cubicBezTo>
                    <a:pt x="11" y="31"/>
                    <a:pt x="8" y="26"/>
                    <a:pt x="8" y="19"/>
                  </a:cubicBezTo>
                  <a:cubicBezTo>
                    <a:pt x="8" y="11"/>
                    <a:pt x="12" y="7"/>
                    <a:pt x="17" y="7"/>
                  </a:cubicBezTo>
                  <a:cubicBezTo>
                    <a:pt x="18" y="7"/>
                    <a:pt x="19" y="7"/>
                    <a:pt x="20" y="7"/>
                  </a:cubicBezTo>
                  <a:cubicBezTo>
                    <a:pt x="21" y="8"/>
                    <a:pt x="21" y="8"/>
                    <a:pt x="21" y="9"/>
                  </a:cubicBezTo>
                  <a:cubicBezTo>
                    <a:pt x="21" y="14"/>
                    <a:pt x="21" y="14"/>
                    <a:pt x="21" y="14"/>
                  </a:cubicBezTo>
                  <a:cubicBezTo>
                    <a:pt x="28" y="13"/>
                    <a:pt x="28" y="13"/>
                    <a:pt x="28" y="13"/>
                  </a:cubicBezTo>
                  <a:cubicBezTo>
                    <a:pt x="28" y="3"/>
                    <a:pt x="28" y="3"/>
                    <a:pt x="28" y="3"/>
                  </a:cubicBezTo>
                  <a:cubicBezTo>
                    <a:pt x="25" y="1"/>
                    <a:pt x="21" y="0"/>
                    <a:pt x="17" y="0"/>
                  </a:cubicBezTo>
                  <a:cubicBezTo>
                    <a:pt x="9" y="0"/>
                    <a:pt x="0" y="5"/>
                    <a:pt x="0" y="19"/>
                  </a:cubicBezTo>
                  <a:cubicBezTo>
                    <a:pt x="0" y="32"/>
                    <a:pt x="6" y="38"/>
                    <a:pt x="16"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54"/>
            <p:cNvSpPr>
              <a:spLocks/>
            </p:cNvSpPr>
            <p:nvPr/>
          </p:nvSpPr>
          <p:spPr bwMode="auto">
            <a:xfrm>
              <a:off x="2606675" y="1985963"/>
              <a:ext cx="53975" cy="79375"/>
            </a:xfrm>
            <a:custGeom>
              <a:avLst/>
              <a:gdLst>
                <a:gd name="T0" fmla="*/ 17 w 35"/>
                <a:gd name="T1" fmla="*/ 35 h 51"/>
                <a:gd name="T2" fmla="*/ 24 w 35"/>
                <a:gd name="T3" fmla="*/ 51 h 51"/>
                <a:gd name="T4" fmla="*/ 35 w 35"/>
                <a:gd name="T5" fmla="*/ 51 h 51"/>
                <a:gd name="T6" fmla="*/ 35 w 35"/>
                <a:gd name="T7" fmla="*/ 46 h 51"/>
                <a:gd name="T8" fmla="*/ 31 w 35"/>
                <a:gd name="T9" fmla="*/ 45 h 51"/>
                <a:gd name="T10" fmla="*/ 24 w 35"/>
                <a:gd name="T11" fmla="*/ 31 h 51"/>
                <a:gd name="T12" fmla="*/ 30 w 35"/>
                <a:gd name="T13" fmla="*/ 21 h 51"/>
                <a:gd name="T14" fmla="*/ 33 w 35"/>
                <a:gd name="T15" fmla="*/ 21 h 51"/>
                <a:gd name="T16" fmla="*/ 33 w 35"/>
                <a:gd name="T17" fmla="*/ 15 h 51"/>
                <a:gd name="T18" fmla="*/ 19 w 35"/>
                <a:gd name="T19" fmla="*/ 15 h 51"/>
                <a:gd name="T20" fmla="*/ 19 w 35"/>
                <a:gd name="T21" fmla="*/ 20 h 51"/>
                <a:gd name="T22" fmla="*/ 21 w 35"/>
                <a:gd name="T23" fmla="*/ 21 h 51"/>
                <a:gd name="T24" fmla="*/ 22 w 35"/>
                <a:gd name="T25" fmla="*/ 22 h 51"/>
                <a:gd name="T26" fmla="*/ 12 w 35"/>
                <a:gd name="T27" fmla="*/ 31 h 51"/>
                <a:gd name="T28" fmla="*/ 12 w 35"/>
                <a:gd name="T29" fmla="*/ 0 h 51"/>
                <a:gd name="T30" fmla="*/ 0 w 35"/>
                <a:gd name="T31" fmla="*/ 0 h 51"/>
                <a:gd name="T32" fmla="*/ 0 w 35"/>
                <a:gd name="T33" fmla="*/ 6 h 51"/>
                <a:gd name="T34" fmla="*/ 2 w 35"/>
                <a:gd name="T35" fmla="*/ 6 h 51"/>
                <a:gd name="T36" fmla="*/ 4 w 35"/>
                <a:gd name="T37" fmla="*/ 8 h 51"/>
                <a:gd name="T38" fmla="*/ 4 w 35"/>
                <a:gd name="T39" fmla="*/ 44 h 51"/>
                <a:gd name="T40" fmla="*/ 2 w 35"/>
                <a:gd name="T41" fmla="*/ 46 h 51"/>
                <a:gd name="T42" fmla="*/ 0 w 35"/>
                <a:gd name="T43" fmla="*/ 46 h 51"/>
                <a:gd name="T44" fmla="*/ 0 w 35"/>
                <a:gd name="T45" fmla="*/ 51 h 51"/>
                <a:gd name="T46" fmla="*/ 15 w 35"/>
                <a:gd name="T47" fmla="*/ 51 h 51"/>
                <a:gd name="T48" fmla="*/ 15 w 35"/>
                <a:gd name="T49" fmla="*/ 46 h 51"/>
                <a:gd name="T50" fmla="*/ 12 w 35"/>
                <a:gd name="T51" fmla="*/ 45 h 51"/>
                <a:gd name="T52" fmla="*/ 12 w 35"/>
                <a:gd name="T53" fmla="*/ 36 h 51"/>
                <a:gd name="T54" fmla="*/ 17 w 35"/>
                <a:gd name="T55" fmla="*/ 3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 h="51">
                  <a:moveTo>
                    <a:pt x="17" y="35"/>
                  </a:moveTo>
                  <a:cubicBezTo>
                    <a:pt x="24" y="51"/>
                    <a:pt x="24" y="51"/>
                    <a:pt x="24" y="51"/>
                  </a:cubicBezTo>
                  <a:cubicBezTo>
                    <a:pt x="35" y="51"/>
                    <a:pt x="35" y="51"/>
                    <a:pt x="35" y="51"/>
                  </a:cubicBezTo>
                  <a:cubicBezTo>
                    <a:pt x="35" y="46"/>
                    <a:pt x="35" y="46"/>
                    <a:pt x="35" y="46"/>
                  </a:cubicBezTo>
                  <a:cubicBezTo>
                    <a:pt x="31" y="45"/>
                    <a:pt x="31" y="45"/>
                    <a:pt x="31" y="45"/>
                  </a:cubicBezTo>
                  <a:cubicBezTo>
                    <a:pt x="24" y="31"/>
                    <a:pt x="24" y="31"/>
                    <a:pt x="24" y="31"/>
                  </a:cubicBezTo>
                  <a:cubicBezTo>
                    <a:pt x="27" y="29"/>
                    <a:pt x="30" y="25"/>
                    <a:pt x="30" y="21"/>
                  </a:cubicBezTo>
                  <a:cubicBezTo>
                    <a:pt x="33" y="21"/>
                    <a:pt x="33" y="21"/>
                    <a:pt x="33" y="21"/>
                  </a:cubicBezTo>
                  <a:cubicBezTo>
                    <a:pt x="33" y="15"/>
                    <a:pt x="33" y="15"/>
                    <a:pt x="33" y="15"/>
                  </a:cubicBezTo>
                  <a:cubicBezTo>
                    <a:pt x="19" y="15"/>
                    <a:pt x="19" y="15"/>
                    <a:pt x="19" y="15"/>
                  </a:cubicBezTo>
                  <a:cubicBezTo>
                    <a:pt x="19" y="20"/>
                    <a:pt x="19" y="20"/>
                    <a:pt x="19" y="20"/>
                  </a:cubicBezTo>
                  <a:cubicBezTo>
                    <a:pt x="21" y="21"/>
                    <a:pt x="21" y="21"/>
                    <a:pt x="21" y="21"/>
                  </a:cubicBezTo>
                  <a:cubicBezTo>
                    <a:pt x="22" y="21"/>
                    <a:pt x="22" y="21"/>
                    <a:pt x="22" y="22"/>
                  </a:cubicBezTo>
                  <a:cubicBezTo>
                    <a:pt x="22" y="26"/>
                    <a:pt x="17" y="30"/>
                    <a:pt x="12" y="31"/>
                  </a:cubicBezTo>
                  <a:cubicBezTo>
                    <a:pt x="12" y="0"/>
                    <a:pt x="12" y="0"/>
                    <a:pt x="12" y="0"/>
                  </a:cubicBezTo>
                  <a:cubicBezTo>
                    <a:pt x="0" y="0"/>
                    <a:pt x="0" y="0"/>
                    <a:pt x="0" y="0"/>
                  </a:cubicBezTo>
                  <a:cubicBezTo>
                    <a:pt x="0" y="6"/>
                    <a:pt x="0" y="6"/>
                    <a:pt x="0" y="6"/>
                  </a:cubicBezTo>
                  <a:cubicBezTo>
                    <a:pt x="2" y="6"/>
                    <a:pt x="2" y="6"/>
                    <a:pt x="2" y="6"/>
                  </a:cubicBezTo>
                  <a:cubicBezTo>
                    <a:pt x="3" y="6"/>
                    <a:pt x="4" y="6"/>
                    <a:pt x="4" y="8"/>
                  </a:cubicBezTo>
                  <a:cubicBezTo>
                    <a:pt x="4" y="44"/>
                    <a:pt x="4" y="44"/>
                    <a:pt x="4" y="44"/>
                  </a:cubicBezTo>
                  <a:cubicBezTo>
                    <a:pt x="4" y="45"/>
                    <a:pt x="3" y="46"/>
                    <a:pt x="2" y="46"/>
                  </a:cubicBezTo>
                  <a:cubicBezTo>
                    <a:pt x="0" y="46"/>
                    <a:pt x="0" y="46"/>
                    <a:pt x="0" y="46"/>
                  </a:cubicBezTo>
                  <a:cubicBezTo>
                    <a:pt x="0" y="51"/>
                    <a:pt x="0" y="51"/>
                    <a:pt x="0" y="51"/>
                  </a:cubicBezTo>
                  <a:cubicBezTo>
                    <a:pt x="15" y="51"/>
                    <a:pt x="15" y="51"/>
                    <a:pt x="15" y="51"/>
                  </a:cubicBezTo>
                  <a:cubicBezTo>
                    <a:pt x="15" y="46"/>
                    <a:pt x="15" y="46"/>
                    <a:pt x="15" y="46"/>
                  </a:cubicBezTo>
                  <a:cubicBezTo>
                    <a:pt x="12" y="45"/>
                    <a:pt x="12" y="45"/>
                    <a:pt x="12" y="45"/>
                  </a:cubicBezTo>
                  <a:cubicBezTo>
                    <a:pt x="12" y="36"/>
                    <a:pt x="12" y="36"/>
                    <a:pt x="12" y="36"/>
                  </a:cubicBezTo>
                  <a:cubicBezTo>
                    <a:pt x="14" y="36"/>
                    <a:pt x="15" y="36"/>
                    <a:pt x="17"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55"/>
            <p:cNvSpPr>
              <a:spLocks noEditPoints="1"/>
            </p:cNvSpPr>
            <p:nvPr/>
          </p:nvSpPr>
          <p:spPr bwMode="auto">
            <a:xfrm>
              <a:off x="2663825" y="2008188"/>
              <a:ext cx="46038" cy="58738"/>
            </a:xfrm>
            <a:custGeom>
              <a:avLst/>
              <a:gdLst>
                <a:gd name="T0" fmla="*/ 17 w 29"/>
                <a:gd name="T1" fmla="*/ 38 h 38"/>
                <a:gd name="T2" fmla="*/ 29 w 29"/>
                <a:gd name="T3" fmla="*/ 34 h 38"/>
                <a:gd name="T4" fmla="*/ 27 w 29"/>
                <a:gd name="T5" fmla="*/ 28 h 38"/>
                <a:gd name="T6" fmla="*/ 18 w 29"/>
                <a:gd name="T7" fmla="*/ 31 h 38"/>
                <a:gd name="T8" fmla="*/ 9 w 29"/>
                <a:gd name="T9" fmla="*/ 23 h 38"/>
                <a:gd name="T10" fmla="*/ 29 w 29"/>
                <a:gd name="T11" fmla="*/ 10 h 38"/>
                <a:gd name="T12" fmla="*/ 18 w 29"/>
                <a:gd name="T13" fmla="*/ 0 h 38"/>
                <a:gd name="T14" fmla="*/ 0 w 29"/>
                <a:gd name="T15" fmla="*/ 20 h 38"/>
                <a:gd name="T16" fmla="*/ 17 w 29"/>
                <a:gd name="T17" fmla="*/ 38 h 38"/>
                <a:gd name="T18" fmla="*/ 18 w 29"/>
                <a:gd name="T19" fmla="*/ 7 h 38"/>
                <a:gd name="T20" fmla="*/ 22 w 29"/>
                <a:gd name="T21" fmla="*/ 11 h 38"/>
                <a:gd name="T22" fmla="*/ 12 w 29"/>
                <a:gd name="T23" fmla="*/ 17 h 38"/>
                <a:gd name="T24" fmla="*/ 9 w 29"/>
                <a:gd name="T25" fmla="*/ 16 h 38"/>
                <a:gd name="T26" fmla="*/ 18 w 29"/>
                <a:gd name="T27" fmla="*/ 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 h="38">
                  <a:moveTo>
                    <a:pt x="17" y="38"/>
                  </a:moveTo>
                  <a:cubicBezTo>
                    <a:pt x="23" y="38"/>
                    <a:pt x="28" y="35"/>
                    <a:pt x="29" y="34"/>
                  </a:cubicBezTo>
                  <a:cubicBezTo>
                    <a:pt x="27" y="28"/>
                    <a:pt x="27" y="28"/>
                    <a:pt x="27" y="28"/>
                  </a:cubicBezTo>
                  <a:cubicBezTo>
                    <a:pt x="25" y="30"/>
                    <a:pt x="22" y="31"/>
                    <a:pt x="18" y="31"/>
                  </a:cubicBezTo>
                  <a:cubicBezTo>
                    <a:pt x="12" y="31"/>
                    <a:pt x="9" y="27"/>
                    <a:pt x="9" y="23"/>
                  </a:cubicBezTo>
                  <a:cubicBezTo>
                    <a:pt x="21" y="23"/>
                    <a:pt x="29" y="20"/>
                    <a:pt x="29" y="10"/>
                  </a:cubicBezTo>
                  <a:cubicBezTo>
                    <a:pt x="29" y="4"/>
                    <a:pt x="25" y="0"/>
                    <a:pt x="18" y="0"/>
                  </a:cubicBezTo>
                  <a:cubicBezTo>
                    <a:pt x="7" y="0"/>
                    <a:pt x="0" y="9"/>
                    <a:pt x="0" y="20"/>
                  </a:cubicBezTo>
                  <a:cubicBezTo>
                    <a:pt x="0" y="30"/>
                    <a:pt x="5" y="38"/>
                    <a:pt x="17" y="38"/>
                  </a:cubicBezTo>
                  <a:close/>
                  <a:moveTo>
                    <a:pt x="18" y="7"/>
                  </a:moveTo>
                  <a:cubicBezTo>
                    <a:pt x="20" y="7"/>
                    <a:pt x="22" y="8"/>
                    <a:pt x="22" y="11"/>
                  </a:cubicBezTo>
                  <a:cubicBezTo>
                    <a:pt x="22" y="15"/>
                    <a:pt x="18" y="17"/>
                    <a:pt x="12" y="17"/>
                  </a:cubicBezTo>
                  <a:cubicBezTo>
                    <a:pt x="11" y="17"/>
                    <a:pt x="10" y="17"/>
                    <a:pt x="9" y="16"/>
                  </a:cubicBezTo>
                  <a:cubicBezTo>
                    <a:pt x="9" y="12"/>
                    <a:pt x="12" y="7"/>
                    <a:pt x="18"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56"/>
            <p:cNvSpPr>
              <a:spLocks/>
            </p:cNvSpPr>
            <p:nvPr/>
          </p:nvSpPr>
          <p:spPr bwMode="auto">
            <a:xfrm>
              <a:off x="2716213" y="1997075"/>
              <a:ext cx="36513" cy="69850"/>
            </a:xfrm>
            <a:custGeom>
              <a:avLst/>
              <a:gdLst>
                <a:gd name="T0" fmla="*/ 23 w 24"/>
                <a:gd name="T1" fmla="*/ 37 h 45"/>
                <a:gd name="T2" fmla="*/ 18 w 24"/>
                <a:gd name="T3" fmla="*/ 38 h 45"/>
                <a:gd name="T4" fmla="*/ 13 w 24"/>
                <a:gd name="T5" fmla="*/ 33 h 45"/>
                <a:gd name="T6" fmla="*/ 13 w 24"/>
                <a:gd name="T7" fmla="*/ 14 h 45"/>
                <a:gd name="T8" fmla="*/ 22 w 24"/>
                <a:gd name="T9" fmla="*/ 14 h 45"/>
                <a:gd name="T10" fmla="*/ 22 w 24"/>
                <a:gd name="T11" fmla="*/ 8 h 45"/>
                <a:gd name="T12" fmla="*/ 13 w 24"/>
                <a:gd name="T13" fmla="*/ 8 h 45"/>
                <a:gd name="T14" fmla="*/ 13 w 24"/>
                <a:gd name="T15" fmla="*/ 0 h 45"/>
                <a:gd name="T16" fmla="*/ 9 w 24"/>
                <a:gd name="T17" fmla="*/ 0 h 45"/>
                <a:gd name="T18" fmla="*/ 1 w 24"/>
                <a:gd name="T19" fmla="*/ 9 h 45"/>
                <a:gd name="T20" fmla="*/ 0 w 24"/>
                <a:gd name="T21" fmla="*/ 14 h 45"/>
                <a:gd name="T22" fmla="*/ 5 w 24"/>
                <a:gd name="T23" fmla="*/ 14 h 45"/>
                <a:gd name="T24" fmla="*/ 5 w 24"/>
                <a:gd name="T25" fmla="*/ 33 h 45"/>
                <a:gd name="T26" fmla="*/ 16 w 24"/>
                <a:gd name="T27" fmla="*/ 45 h 45"/>
                <a:gd name="T28" fmla="*/ 24 w 24"/>
                <a:gd name="T29" fmla="*/ 43 h 45"/>
                <a:gd name="T30" fmla="*/ 23 w 24"/>
                <a:gd name="T31" fmla="*/ 3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 h="45">
                  <a:moveTo>
                    <a:pt x="23" y="37"/>
                  </a:moveTo>
                  <a:cubicBezTo>
                    <a:pt x="22" y="38"/>
                    <a:pt x="20" y="38"/>
                    <a:pt x="18" y="38"/>
                  </a:cubicBezTo>
                  <a:cubicBezTo>
                    <a:pt x="15" y="38"/>
                    <a:pt x="13" y="37"/>
                    <a:pt x="13" y="33"/>
                  </a:cubicBezTo>
                  <a:cubicBezTo>
                    <a:pt x="13" y="14"/>
                    <a:pt x="13" y="14"/>
                    <a:pt x="13" y="14"/>
                  </a:cubicBezTo>
                  <a:cubicBezTo>
                    <a:pt x="22" y="14"/>
                    <a:pt x="22" y="14"/>
                    <a:pt x="22" y="14"/>
                  </a:cubicBezTo>
                  <a:cubicBezTo>
                    <a:pt x="22" y="8"/>
                    <a:pt x="22" y="8"/>
                    <a:pt x="22" y="8"/>
                  </a:cubicBezTo>
                  <a:cubicBezTo>
                    <a:pt x="13" y="8"/>
                    <a:pt x="13" y="8"/>
                    <a:pt x="13" y="8"/>
                  </a:cubicBezTo>
                  <a:cubicBezTo>
                    <a:pt x="13" y="0"/>
                    <a:pt x="13" y="0"/>
                    <a:pt x="13" y="0"/>
                  </a:cubicBezTo>
                  <a:cubicBezTo>
                    <a:pt x="9" y="0"/>
                    <a:pt x="9" y="0"/>
                    <a:pt x="9" y="0"/>
                  </a:cubicBezTo>
                  <a:cubicBezTo>
                    <a:pt x="7" y="4"/>
                    <a:pt x="6" y="8"/>
                    <a:pt x="1" y="9"/>
                  </a:cubicBezTo>
                  <a:cubicBezTo>
                    <a:pt x="0" y="14"/>
                    <a:pt x="0" y="14"/>
                    <a:pt x="0" y="14"/>
                  </a:cubicBezTo>
                  <a:cubicBezTo>
                    <a:pt x="5" y="14"/>
                    <a:pt x="5" y="14"/>
                    <a:pt x="5" y="14"/>
                  </a:cubicBezTo>
                  <a:cubicBezTo>
                    <a:pt x="5" y="33"/>
                    <a:pt x="5" y="33"/>
                    <a:pt x="5" y="33"/>
                  </a:cubicBezTo>
                  <a:cubicBezTo>
                    <a:pt x="5" y="39"/>
                    <a:pt x="5" y="45"/>
                    <a:pt x="16" y="45"/>
                  </a:cubicBezTo>
                  <a:cubicBezTo>
                    <a:pt x="19" y="45"/>
                    <a:pt x="22" y="44"/>
                    <a:pt x="24" y="43"/>
                  </a:cubicBezTo>
                  <a:lnTo>
                    <a:pt x="23"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57"/>
            <p:cNvSpPr>
              <a:spLocks noEditPoints="1"/>
            </p:cNvSpPr>
            <p:nvPr/>
          </p:nvSpPr>
          <p:spPr bwMode="auto">
            <a:xfrm>
              <a:off x="2527300" y="1223963"/>
              <a:ext cx="58738" cy="71438"/>
            </a:xfrm>
            <a:custGeom>
              <a:avLst/>
              <a:gdLst>
                <a:gd name="T0" fmla="*/ 19 w 37"/>
                <a:gd name="T1" fmla="*/ 42 h 47"/>
                <a:gd name="T2" fmla="*/ 13 w 37"/>
                <a:gd name="T3" fmla="*/ 41 h 47"/>
                <a:gd name="T4" fmla="*/ 13 w 37"/>
                <a:gd name="T5" fmla="*/ 31 h 47"/>
                <a:gd name="T6" fmla="*/ 19 w 37"/>
                <a:gd name="T7" fmla="*/ 31 h 47"/>
                <a:gd name="T8" fmla="*/ 37 w 37"/>
                <a:gd name="T9" fmla="*/ 15 h 47"/>
                <a:gd name="T10" fmla="*/ 20 w 37"/>
                <a:gd name="T11" fmla="*/ 0 h 47"/>
                <a:gd name="T12" fmla="*/ 0 w 37"/>
                <a:gd name="T13" fmla="*/ 0 h 47"/>
                <a:gd name="T14" fmla="*/ 0 w 37"/>
                <a:gd name="T15" fmla="*/ 6 h 47"/>
                <a:gd name="T16" fmla="*/ 4 w 37"/>
                <a:gd name="T17" fmla="*/ 6 h 47"/>
                <a:gd name="T18" fmla="*/ 4 w 37"/>
                <a:gd name="T19" fmla="*/ 40 h 47"/>
                <a:gd name="T20" fmla="*/ 2 w 37"/>
                <a:gd name="T21" fmla="*/ 42 h 47"/>
                <a:gd name="T22" fmla="*/ 0 w 37"/>
                <a:gd name="T23" fmla="*/ 42 h 47"/>
                <a:gd name="T24" fmla="*/ 0 w 37"/>
                <a:gd name="T25" fmla="*/ 47 h 47"/>
                <a:gd name="T26" fmla="*/ 19 w 37"/>
                <a:gd name="T27" fmla="*/ 47 h 47"/>
                <a:gd name="T28" fmla="*/ 19 w 37"/>
                <a:gd name="T29" fmla="*/ 42 h 47"/>
                <a:gd name="T30" fmla="*/ 13 w 37"/>
                <a:gd name="T31" fmla="*/ 6 h 47"/>
                <a:gd name="T32" fmla="*/ 17 w 37"/>
                <a:gd name="T33" fmla="*/ 6 h 47"/>
                <a:gd name="T34" fmla="*/ 28 w 37"/>
                <a:gd name="T35" fmla="*/ 15 h 47"/>
                <a:gd name="T36" fmla="*/ 18 w 37"/>
                <a:gd name="T37" fmla="*/ 24 h 47"/>
                <a:gd name="T38" fmla="*/ 13 w 37"/>
                <a:gd name="T39" fmla="*/ 24 h 47"/>
                <a:gd name="T40" fmla="*/ 13 w 37"/>
                <a:gd name="T41" fmla="*/ 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7" h="47">
                  <a:moveTo>
                    <a:pt x="19" y="42"/>
                  </a:moveTo>
                  <a:cubicBezTo>
                    <a:pt x="13" y="41"/>
                    <a:pt x="13" y="41"/>
                    <a:pt x="13" y="41"/>
                  </a:cubicBezTo>
                  <a:cubicBezTo>
                    <a:pt x="13" y="31"/>
                    <a:pt x="13" y="31"/>
                    <a:pt x="13" y="31"/>
                  </a:cubicBezTo>
                  <a:cubicBezTo>
                    <a:pt x="19" y="31"/>
                    <a:pt x="19" y="31"/>
                    <a:pt x="19" y="31"/>
                  </a:cubicBezTo>
                  <a:cubicBezTo>
                    <a:pt x="30" y="31"/>
                    <a:pt x="37" y="25"/>
                    <a:pt x="37" y="15"/>
                  </a:cubicBezTo>
                  <a:cubicBezTo>
                    <a:pt x="37" y="5"/>
                    <a:pt x="31" y="0"/>
                    <a:pt x="20" y="0"/>
                  </a:cubicBezTo>
                  <a:cubicBezTo>
                    <a:pt x="0" y="0"/>
                    <a:pt x="0" y="0"/>
                    <a:pt x="0" y="0"/>
                  </a:cubicBezTo>
                  <a:cubicBezTo>
                    <a:pt x="0" y="6"/>
                    <a:pt x="0" y="6"/>
                    <a:pt x="0" y="6"/>
                  </a:cubicBezTo>
                  <a:cubicBezTo>
                    <a:pt x="4" y="6"/>
                    <a:pt x="4" y="6"/>
                    <a:pt x="4" y="6"/>
                  </a:cubicBezTo>
                  <a:cubicBezTo>
                    <a:pt x="4" y="40"/>
                    <a:pt x="4" y="40"/>
                    <a:pt x="4" y="40"/>
                  </a:cubicBezTo>
                  <a:cubicBezTo>
                    <a:pt x="4" y="41"/>
                    <a:pt x="4" y="42"/>
                    <a:pt x="2" y="42"/>
                  </a:cubicBezTo>
                  <a:cubicBezTo>
                    <a:pt x="0" y="42"/>
                    <a:pt x="0" y="42"/>
                    <a:pt x="0" y="42"/>
                  </a:cubicBezTo>
                  <a:cubicBezTo>
                    <a:pt x="0" y="47"/>
                    <a:pt x="0" y="47"/>
                    <a:pt x="0" y="47"/>
                  </a:cubicBezTo>
                  <a:cubicBezTo>
                    <a:pt x="19" y="47"/>
                    <a:pt x="19" y="47"/>
                    <a:pt x="19" y="47"/>
                  </a:cubicBezTo>
                  <a:lnTo>
                    <a:pt x="19" y="42"/>
                  </a:lnTo>
                  <a:close/>
                  <a:moveTo>
                    <a:pt x="13" y="6"/>
                  </a:moveTo>
                  <a:cubicBezTo>
                    <a:pt x="17" y="6"/>
                    <a:pt x="17" y="6"/>
                    <a:pt x="17" y="6"/>
                  </a:cubicBezTo>
                  <a:cubicBezTo>
                    <a:pt x="24" y="6"/>
                    <a:pt x="28" y="8"/>
                    <a:pt x="28" y="15"/>
                  </a:cubicBezTo>
                  <a:cubicBezTo>
                    <a:pt x="28" y="22"/>
                    <a:pt x="24" y="24"/>
                    <a:pt x="18" y="24"/>
                  </a:cubicBezTo>
                  <a:cubicBezTo>
                    <a:pt x="13" y="24"/>
                    <a:pt x="13" y="24"/>
                    <a:pt x="13" y="24"/>
                  </a:cubicBezTo>
                  <a:lnTo>
                    <a:pt x="13"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58"/>
            <p:cNvSpPr>
              <a:spLocks/>
            </p:cNvSpPr>
            <p:nvPr/>
          </p:nvSpPr>
          <p:spPr bwMode="auto">
            <a:xfrm>
              <a:off x="2590800" y="1239838"/>
              <a:ext cx="46038" cy="55563"/>
            </a:xfrm>
            <a:custGeom>
              <a:avLst/>
              <a:gdLst>
                <a:gd name="T0" fmla="*/ 4 w 29"/>
                <a:gd name="T1" fmla="*/ 8 h 36"/>
                <a:gd name="T2" fmla="*/ 4 w 29"/>
                <a:gd name="T3" fmla="*/ 29 h 36"/>
                <a:gd name="T4" fmla="*/ 3 w 29"/>
                <a:gd name="T5" fmla="*/ 31 h 36"/>
                <a:gd name="T6" fmla="*/ 0 w 29"/>
                <a:gd name="T7" fmla="*/ 31 h 36"/>
                <a:gd name="T8" fmla="*/ 0 w 29"/>
                <a:gd name="T9" fmla="*/ 36 h 36"/>
                <a:gd name="T10" fmla="*/ 18 w 29"/>
                <a:gd name="T11" fmla="*/ 36 h 36"/>
                <a:gd name="T12" fmla="*/ 18 w 29"/>
                <a:gd name="T13" fmla="*/ 31 h 36"/>
                <a:gd name="T14" fmla="*/ 13 w 29"/>
                <a:gd name="T15" fmla="*/ 31 h 36"/>
                <a:gd name="T16" fmla="*/ 13 w 29"/>
                <a:gd name="T17" fmla="*/ 14 h 36"/>
                <a:gd name="T18" fmla="*/ 19 w 29"/>
                <a:gd name="T19" fmla="*/ 7 h 36"/>
                <a:gd name="T20" fmla="*/ 21 w 29"/>
                <a:gd name="T21" fmla="*/ 7 h 36"/>
                <a:gd name="T22" fmla="*/ 21 w 29"/>
                <a:gd name="T23" fmla="*/ 9 h 36"/>
                <a:gd name="T24" fmla="*/ 21 w 29"/>
                <a:gd name="T25" fmla="*/ 13 h 36"/>
                <a:gd name="T26" fmla="*/ 29 w 29"/>
                <a:gd name="T27" fmla="*/ 13 h 36"/>
                <a:gd name="T28" fmla="*/ 29 w 29"/>
                <a:gd name="T29" fmla="*/ 1 h 36"/>
                <a:gd name="T30" fmla="*/ 22 w 29"/>
                <a:gd name="T31" fmla="*/ 0 h 36"/>
                <a:gd name="T32" fmla="*/ 12 w 29"/>
                <a:gd name="T33" fmla="*/ 6 h 36"/>
                <a:gd name="T34" fmla="*/ 12 w 29"/>
                <a:gd name="T35" fmla="*/ 6 h 36"/>
                <a:gd name="T36" fmla="*/ 12 w 29"/>
                <a:gd name="T37" fmla="*/ 1 h 36"/>
                <a:gd name="T38" fmla="*/ 0 w 29"/>
                <a:gd name="T39" fmla="*/ 1 h 36"/>
                <a:gd name="T40" fmla="*/ 0 w 29"/>
                <a:gd name="T41" fmla="*/ 6 h 36"/>
                <a:gd name="T42" fmla="*/ 3 w 29"/>
                <a:gd name="T43" fmla="*/ 6 h 36"/>
                <a:gd name="T44" fmla="*/ 4 w 29"/>
                <a:gd name="T45" fmla="*/ 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9" h="36">
                  <a:moveTo>
                    <a:pt x="4" y="8"/>
                  </a:moveTo>
                  <a:cubicBezTo>
                    <a:pt x="4" y="29"/>
                    <a:pt x="4" y="29"/>
                    <a:pt x="4" y="29"/>
                  </a:cubicBezTo>
                  <a:cubicBezTo>
                    <a:pt x="4" y="30"/>
                    <a:pt x="4" y="31"/>
                    <a:pt x="3" y="31"/>
                  </a:cubicBezTo>
                  <a:cubicBezTo>
                    <a:pt x="0" y="31"/>
                    <a:pt x="0" y="31"/>
                    <a:pt x="0" y="31"/>
                  </a:cubicBezTo>
                  <a:cubicBezTo>
                    <a:pt x="0" y="36"/>
                    <a:pt x="0" y="36"/>
                    <a:pt x="0" y="36"/>
                  </a:cubicBezTo>
                  <a:cubicBezTo>
                    <a:pt x="18" y="36"/>
                    <a:pt x="18" y="36"/>
                    <a:pt x="18" y="36"/>
                  </a:cubicBezTo>
                  <a:cubicBezTo>
                    <a:pt x="18" y="31"/>
                    <a:pt x="18" y="31"/>
                    <a:pt x="18" y="31"/>
                  </a:cubicBezTo>
                  <a:cubicBezTo>
                    <a:pt x="13" y="31"/>
                    <a:pt x="13" y="31"/>
                    <a:pt x="13" y="31"/>
                  </a:cubicBezTo>
                  <a:cubicBezTo>
                    <a:pt x="13" y="14"/>
                    <a:pt x="13" y="14"/>
                    <a:pt x="13" y="14"/>
                  </a:cubicBezTo>
                  <a:cubicBezTo>
                    <a:pt x="13" y="10"/>
                    <a:pt x="15" y="7"/>
                    <a:pt x="19" y="7"/>
                  </a:cubicBezTo>
                  <a:cubicBezTo>
                    <a:pt x="20" y="7"/>
                    <a:pt x="20" y="7"/>
                    <a:pt x="21" y="7"/>
                  </a:cubicBezTo>
                  <a:cubicBezTo>
                    <a:pt x="21" y="7"/>
                    <a:pt x="21" y="8"/>
                    <a:pt x="21" y="9"/>
                  </a:cubicBezTo>
                  <a:cubicBezTo>
                    <a:pt x="21" y="13"/>
                    <a:pt x="21" y="13"/>
                    <a:pt x="21" y="13"/>
                  </a:cubicBezTo>
                  <a:cubicBezTo>
                    <a:pt x="29" y="13"/>
                    <a:pt x="29" y="13"/>
                    <a:pt x="29" y="13"/>
                  </a:cubicBezTo>
                  <a:cubicBezTo>
                    <a:pt x="29" y="1"/>
                    <a:pt x="29" y="1"/>
                    <a:pt x="29" y="1"/>
                  </a:cubicBezTo>
                  <a:cubicBezTo>
                    <a:pt x="27" y="0"/>
                    <a:pt x="24" y="0"/>
                    <a:pt x="22" y="0"/>
                  </a:cubicBezTo>
                  <a:cubicBezTo>
                    <a:pt x="16" y="0"/>
                    <a:pt x="13" y="3"/>
                    <a:pt x="12" y="6"/>
                  </a:cubicBezTo>
                  <a:cubicBezTo>
                    <a:pt x="12" y="6"/>
                    <a:pt x="12" y="6"/>
                    <a:pt x="12" y="6"/>
                  </a:cubicBezTo>
                  <a:cubicBezTo>
                    <a:pt x="12" y="1"/>
                    <a:pt x="12" y="1"/>
                    <a:pt x="12" y="1"/>
                  </a:cubicBezTo>
                  <a:cubicBezTo>
                    <a:pt x="0" y="1"/>
                    <a:pt x="0" y="1"/>
                    <a:pt x="0" y="1"/>
                  </a:cubicBezTo>
                  <a:cubicBezTo>
                    <a:pt x="0" y="6"/>
                    <a:pt x="0" y="6"/>
                    <a:pt x="0" y="6"/>
                  </a:cubicBezTo>
                  <a:cubicBezTo>
                    <a:pt x="3" y="6"/>
                    <a:pt x="3" y="6"/>
                    <a:pt x="3" y="6"/>
                  </a:cubicBezTo>
                  <a:cubicBezTo>
                    <a:pt x="4" y="6"/>
                    <a:pt x="4" y="7"/>
                    <a:pt x="4"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59"/>
            <p:cNvSpPr>
              <a:spLocks noEditPoints="1"/>
            </p:cNvSpPr>
            <p:nvPr/>
          </p:nvSpPr>
          <p:spPr bwMode="auto">
            <a:xfrm>
              <a:off x="2643188" y="1239838"/>
              <a:ext cx="49213" cy="57150"/>
            </a:xfrm>
            <a:custGeom>
              <a:avLst/>
              <a:gdLst>
                <a:gd name="T0" fmla="*/ 15 w 32"/>
                <a:gd name="T1" fmla="*/ 37 h 37"/>
                <a:gd name="T2" fmla="*/ 32 w 32"/>
                <a:gd name="T3" fmla="*/ 17 h 37"/>
                <a:gd name="T4" fmla="*/ 16 w 32"/>
                <a:gd name="T5" fmla="*/ 0 h 37"/>
                <a:gd name="T6" fmla="*/ 0 w 32"/>
                <a:gd name="T7" fmla="*/ 18 h 37"/>
                <a:gd name="T8" fmla="*/ 15 w 32"/>
                <a:gd name="T9" fmla="*/ 37 h 37"/>
                <a:gd name="T10" fmla="*/ 16 w 32"/>
                <a:gd name="T11" fmla="*/ 6 h 37"/>
                <a:gd name="T12" fmla="*/ 23 w 32"/>
                <a:gd name="T13" fmla="*/ 19 h 37"/>
                <a:gd name="T14" fmla="*/ 16 w 32"/>
                <a:gd name="T15" fmla="*/ 31 h 37"/>
                <a:gd name="T16" fmla="*/ 8 w 32"/>
                <a:gd name="T17" fmla="*/ 17 h 37"/>
                <a:gd name="T18" fmla="*/ 16 w 32"/>
                <a:gd name="T19" fmla="*/ 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37">
                  <a:moveTo>
                    <a:pt x="15" y="37"/>
                  </a:moveTo>
                  <a:cubicBezTo>
                    <a:pt x="25" y="37"/>
                    <a:pt x="32" y="31"/>
                    <a:pt x="32" y="17"/>
                  </a:cubicBezTo>
                  <a:cubicBezTo>
                    <a:pt x="32" y="1"/>
                    <a:pt x="22" y="0"/>
                    <a:pt x="16" y="0"/>
                  </a:cubicBezTo>
                  <a:cubicBezTo>
                    <a:pt x="9" y="0"/>
                    <a:pt x="0" y="3"/>
                    <a:pt x="0" y="18"/>
                  </a:cubicBezTo>
                  <a:cubicBezTo>
                    <a:pt x="0" y="31"/>
                    <a:pt x="5" y="37"/>
                    <a:pt x="15" y="37"/>
                  </a:cubicBezTo>
                  <a:close/>
                  <a:moveTo>
                    <a:pt x="16" y="6"/>
                  </a:moveTo>
                  <a:cubicBezTo>
                    <a:pt x="21" y="6"/>
                    <a:pt x="23" y="11"/>
                    <a:pt x="23" y="19"/>
                  </a:cubicBezTo>
                  <a:cubicBezTo>
                    <a:pt x="23" y="26"/>
                    <a:pt x="21" y="31"/>
                    <a:pt x="16" y="31"/>
                  </a:cubicBezTo>
                  <a:cubicBezTo>
                    <a:pt x="9" y="31"/>
                    <a:pt x="8" y="24"/>
                    <a:pt x="8" y="17"/>
                  </a:cubicBezTo>
                  <a:cubicBezTo>
                    <a:pt x="8" y="11"/>
                    <a:pt x="10" y="6"/>
                    <a:pt x="16"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60"/>
            <p:cNvSpPr>
              <a:spLocks/>
            </p:cNvSpPr>
            <p:nvPr/>
          </p:nvSpPr>
          <p:spPr bwMode="auto">
            <a:xfrm>
              <a:off x="2698750" y="1228725"/>
              <a:ext cx="36513" cy="68263"/>
            </a:xfrm>
            <a:custGeom>
              <a:avLst/>
              <a:gdLst>
                <a:gd name="T0" fmla="*/ 4 w 24"/>
                <a:gd name="T1" fmla="*/ 33 h 45"/>
                <a:gd name="T2" fmla="*/ 15 w 24"/>
                <a:gd name="T3" fmla="*/ 45 h 45"/>
                <a:gd name="T4" fmla="*/ 24 w 24"/>
                <a:gd name="T5" fmla="*/ 43 h 45"/>
                <a:gd name="T6" fmla="*/ 22 w 24"/>
                <a:gd name="T7" fmla="*/ 37 h 45"/>
                <a:gd name="T8" fmla="*/ 17 w 24"/>
                <a:gd name="T9" fmla="*/ 39 h 45"/>
                <a:gd name="T10" fmla="*/ 13 w 24"/>
                <a:gd name="T11" fmla="*/ 33 h 45"/>
                <a:gd name="T12" fmla="*/ 13 w 24"/>
                <a:gd name="T13" fmla="*/ 15 h 45"/>
                <a:gd name="T14" fmla="*/ 22 w 24"/>
                <a:gd name="T15" fmla="*/ 15 h 45"/>
                <a:gd name="T16" fmla="*/ 22 w 24"/>
                <a:gd name="T17" fmla="*/ 9 h 45"/>
                <a:gd name="T18" fmla="*/ 13 w 24"/>
                <a:gd name="T19" fmla="*/ 9 h 45"/>
                <a:gd name="T20" fmla="*/ 13 w 24"/>
                <a:gd name="T21" fmla="*/ 0 h 45"/>
                <a:gd name="T22" fmla="*/ 8 w 24"/>
                <a:gd name="T23" fmla="*/ 0 h 45"/>
                <a:gd name="T24" fmla="*/ 0 w 24"/>
                <a:gd name="T25" fmla="*/ 9 h 45"/>
                <a:gd name="T26" fmla="*/ 0 w 24"/>
                <a:gd name="T27" fmla="*/ 15 h 45"/>
                <a:gd name="T28" fmla="*/ 4 w 24"/>
                <a:gd name="T29" fmla="*/ 15 h 45"/>
                <a:gd name="T30" fmla="*/ 4 w 24"/>
                <a:gd name="T31"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 h="45">
                  <a:moveTo>
                    <a:pt x="4" y="33"/>
                  </a:moveTo>
                  <a:cubicBezTo>
                    <a:pt x="4" y="39"/>
                    <a:pt x="5" y="45"/>
                    <a:pt x="15" y="45"/>
                  </a:cubicBezTo>
                  <a:cubicBezTo>
                    <a:pt x="19" y="45"/>
                    <a:pt x="22" y="44"/>
                    <a:pt x="24" y="43"/>
                  </a:cubicBezTo>
                  <a:cubicBezTo>
                    <a:pt x="22" y="37"/>
                    <a:pt x="22" y="37"/>
                    <a:pt x="22" y="37"/>
                  </a:cubicBezTo>
                  <a:cubicBezTo>
                    <a:pt x="21" y="38"/>
                    <a:pt x="19" y="39"/>
                    <a:pt x="17" y="39"/>
                  </a:cubicBezTo>
                  <a:cubicBezTo>
                    <a:pt x="14" y="39"/>
                    <a:pt x="13" y="37"/>
                    <a:pt x="13" y="33"/>
                  </a:cubicBezTo>
                  <a:cubicBezTo>
                    <a:pt x="13" y="15"/>
                    <a:pt x="13" y="15"/>
                    <a:pt x="13" y="15"/>
                  </a:cubicBezTo>
                  <a:cubicBezTo>
                    <a:pt x="22" y="15"/>
                    <a:pt x="22" y="15"/>
                    <a:pt x="22" y="15"/>
                  </a:cubicBezTo>
                  <a:cubicBezTo>
                    <a:pt x="22" y="9"/>
                    <a:pt x="22" y="9"/>
                    <a:pt x="22" y="9"/>
                  </a:cubicBezTo>
                  <a:cubicBezTo>
                    <a:pt x="13" y="9"/>
                    <a:pt x="13" y="9"/>
                    <a:pt x="13" y="9"/>
                  </a:cubicBezTo>
                  <a:cubicBezTo>
                    <a:pt x="13" y="0"/>
                    <a:pt x="13" y="0"/>
                    <a:pt x="13" y="0"/>
                  </a:cubicBezTo>
                  <a:cubicBezTo>
                    <a:pt x="8" y="0"/>
                    <a:pt x="8" y="0"/>
                    <a:pt x="8" y="0"/>
                  </a:cubicBezTo>
                  <a:cubicBezTo>
                    <a:pt x="7" y="5"/>
                    <a:pt x="5" y="8"/>
                    <a:pt x="0" y="9"/>
                  </a:cubicBezTo>
                  <a:cubicBezTo>
                    <a:pt x="0" y="15"/>
                    <a:pt x="0" y="15"/>
                    <a:pt x="0" y="15"/>
                  </a:cubicBezTo>
                  <a:cubicBezTo>
                    <a:pt x="4" y="15"/>
                    <a:pt x="4" y="15"/>
                    <a:pt x="4" y="15"/>
                  </a:cubicBezTo>
                  <a:lnTo>
                    <a:pt x="4"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61"/>
            <p:cNvSpPr>
              <a:spLocks noEditPoints="1"/>
            </p:cNvSpPr>
            <p:nvPr/>
          </p:nvSpPr>
          <p:spPr bwMode="auto">
            <a:xfrm>
              <a:off x="2738438" y="1239838"/>
              <a:ext cx="46038" cy="57150"/>
            </a:xfrm>
            <a:custGeom>
              <a:avLst/>
              <a:gdLst>
                <a:gd name="T0" fmla="*/ 17 w 29"/>
                <a:gd name="T1" fmla="*/ 37 h 37"/>
                <a:gd name="T2" fmla="*/ 29 w 29"/>
                <a:gd name="T3" fmla="*/ 34 h 37"/>
                <a:gd name="T4" fmla="*/ 27 w 29"/>
                <a:gd name="T5" fmla="*/ 28 h 37"/>
                <a:gd name="T6" fmla="*/ 18 w 29"/>
                <a:gd name="T7" fmla="*/ 31 h 37"/>
                <a:gd name="T8" fmla="*/ 9 w 29"/>
                <a:gd name="T9" fmla="*/ 22 h 37"/>
                <a:gd name="T10" fmla="*/ 29 w 29"/>
                <a:gd name="T11" fmla="*/ 10 h 37"/>
                <a:gd name="T12" fmla="*/ 18 w 29"/>
                <a:gd name="T13" fmla="*/ 0 h 37"/>
                <a:gd name="T14" fmla="*/ 0 w 29"/>
                <a:gd name="T15" fmla="*/ 19 h 37"/>
                <a:gd name="T16" fmla="*/ 17 w 29"/>
                <a:gd name="T17" fmla="*/ 37 h 37"/>
                <a:gd name="T18" fmla="*/ 17 w 29"/>
                <a:gd name="T19" fmla="*/ 6 h 37"/>
                <a:gd name="T20" fmla="*/ 22 w 29"/>
                <a:gd name="T21" fmla="*/ 10 h 37"/>
                <a:gd name="T22" fmla="*/ 12 w 29"/>
                <a:gd name="T23" fmla="*/ 16 h 37"/>
                <a:gd name="T24" fmla="*/ 9 w 29"/>
                <a:gd name="T25" fmla="*/ 16 h 37"/>
                <a:gd name="T26" fmla="*/ 17 w 29"/>
                <a:gd name="T27" fmla="*/ 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 h="37">
                  <a:moveTo>
                    <a:pt x="17" y="37"/>
                  </a:moveTo>
                  <a:cubicBezTo>
                    <a:pt x="23" y="37"/>
                    <a:pt x="28" y="34"/>
                    <a:pt x="29" y="34"/>
                  </a:cubicBezTo>
                  <a:cubicBezTo>
                    <a:pt x="27" y="28"/>
                    <a:pt x="27" y="28"/>
                    <a:pt x="27" y="28"/>
                  </a:cubicBezTo>
                  <a:cubicBezTo>
                    <a:pt x="25" y="29"/>
                    <a:pt x="22" y="31"/>
                    <a:pt x="18" y="31"/>
                  </a:cubicBezTo>
                  <a:cubicBezTo>
                    <a:pt x="11" y="31"/>
                    <a:pt x="9" y="27"/>
                    <a:pt x="9" y="22"/>
                  </a:cubicBezTo>
                  <a:cubicBezTo>
                    <a:pt x="21" y="22"/>
                    <a:pt x="29" y="20"/>
                    <a:pt x="29" y="10"/>
                  </a:cubicBezTo>
                  <a:cubicBezTo>
                    <a:pt x="29" y="3"/>
                    <a:pt x="25" y="0"/>
                    <a:pt x="18" y="0"/>
                  </a:cubicBezTo>
                  <a:cubicBezTo>
                    <a:pt x="6" y="0"/>
                    <a:pt x="0" y="8"/>
                    <a:pt x="0" y="19"/>
                  </a:cubicBezTo>
                  <a:cubicBezTo>
                    <a:pt x="0" y="29"/>
                    <a:pt x="5" y="37"/>
                    <a:pt x="17" y="37"/>
                  </a:cubicBezTo>
                  <a:close/>
                  <a:moveTo>
                    <a:pt x="17" y="6"/>
                  </a:moveTo>
                  <a:cubicBezTo>
                    <a:pt x="20" y="6"/>
                    <a:pt x="22" y="7"/>
                    <a:pt x="22" y="10"/>
                  </a:cubicBezTo>
                  <a:cubicBezTo>
                    <a:pt x="22" y="14"/>
                    <a:pt x="18" y="16"/>
                    <a:pt x="12" y="16"/>
                  </a:cubicBezTo>
                  <a:cubicBezTo>
                    <a:pt x="11" y="16"/>
                    <a:pt x="10" y="16"/>
                    <a:pt x="9" y="16"/>
                  </a:cubicBezTo>
                  <a:cubicBezTo>
                    <a:pt x="9" y="11"/>
                    <a:pt x="12" y="6"/>
                    <a:pt x="17"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62"/>
            <p:cNvSpPr>
              <a:spLocks/>
            </p:cNvSpPr>
            <p:nvPr/>
          </p:nvSpPr>
          <p:spPr bwMode="auto">
            <a:xfrm>
              <a:off x="2790825" y="1239838"/>
              <a:ext cx="46038" cy="57150"/>
            </a:xfrm>
            <a:custGeom>
              <a:avLst/>
              <a:gdLst>
                <a:gd name="T0" fmla="*/ 16 w 29"/>
                <a:gd name="T1" fmla="*/ 37 h 37"/>
                <a:gd name="T2" fmla="*/ 29 w 29"/>
                <a:gd name="T3" fmla="*/ 33 h 37"/>
                <a:gd name="T4" fmla="*/ 26 w 29"/>
                <a:gd name="T5" fmla="*/ 27 h 37"/>
                <a:gd name="T6" fmla="*/ 17 w 29"/>
                <a:gd name="T7" fmla="*/ 30 h 37"/>
                <a:gd name="T8" fmla="*/ 8 w 29"/>
                <a:gd name="T9" fmla="*/ 18 h 37"/>
                <a:gd name="T10" fmla="*/ 17 w 29"/>
                <a:gd name="T11" fmla="*/ 6 h 37"/>
                <a:gd name="T12" fmla="*/ 20 w 29"/>
                <a:gd name="T13" fmla="*/ 7 h 37"/>
                <a:gd name="T14" fmla="*/ 21 w 29"/>
                <a:gd name="T15" fmla="*/ 9 h 37"/>
                <a:gd name="T16" fmla="*/ 21 w 29"/>
                <a:gd name="T17" fmla="*/ 13 h 37"/>
                <a:gd name="T18" fmla="*/ 28 w 29"/>
                <a:gd name="T19" fmla="*/ 12 h 37"/>
                <a:gd name="T20" fmla="*/ 28 w 29"/>
                <a:gd name="T21" fmla="*/ 2 h 37"/>
                <a:gd name="T22" fmla="*/ 17 w 29"/>
                <a:gd name="T23" fmla="*/ 0 h 37"/>
                <a:gd name="T24" fmla="*/ 0 w 29"/>
                <a:gd name="T25" fmla="*/ 19 h 37"/>
                <a:gd name="T26" fmla="*/ 16 w 29"/>
                <a:gd name="T27"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 h="37">
                  <a:moveTo>
                    <a:pt x="16" y="37"/>
                  </a:moveTo>
                  <a:cubicBezTo>
                    <a:pt x="22" y="37"/>
                    <a:pt x="26" y="35"/>
                    <a:pt x="29" y="33"/>
                  </a:cubicBezTo>
                  <a:cubicBezTo>
                    <a:pt x="26" y="27"/>
                    <a:pt x="26" y="27"/>
                    <a:pt x="26" y="27"/>
                  </a:cubicBezTo>
                  <a:cubicBezTo>
                    <a:pt x="23" y="29"/>
                    <a:pt x="20" y="30"/>
                    <a:pt x="17" y="30"/>
                  </a:cubicBezTo>
                  <a:cubicBezTo>
                    <a:pt x="11" y="30"/>
                    <a:pt x="8" y="25"/>
                    <a:pt x="8" y="18"/>
                  </a:cubicBezTo>
                  <a:cubicBezTo>
                    <a:pt x="8" y="10"/>
                    <a:pt x="12" y="6"/>
                    <a:pt x="17" y="6"/>
                  </a:cubicBezTo>
                  <a:cubicBezTo>
                    <a:pt x="18" y="6"/>
                    <a:pt x="19" y="6"/>
                    <a:pt x="20" y="7"/>
                  </a:cubicBezTo>
                  <a:cubicBezTo>
                    <a:pt x="21" y="7"/>
                    <a:pt x="21" y="8"/>
                    <a:pt x="21" y="9"/>
                  </a:cubicBezTo>
                  <a:cubicBezTo>
                    <a:pt x="21" y="13"/>
                    <a:pt x="21" y="13"/>
                    <a:pt x="21" y="13"/>
                  </a:cubicBezTo>
                  <a:cubicBezTo>
                    <a:pt x="28" y="12"/>
                    <a:pt x="28" y="12"/>
                    <a:pt x="28" y="12"/>
                  </a:cubicBezTo>
                  <a:cubicBezTo>
                    <a:pt x="28" y="2"/>
                    <a:pt x="28" y="2"/>
                    <a:pt x="28" y="2"/>
                  </a:cubicBezTo>
                  <a:cubicBezTo>
                    <a:pt x="25" y="1"/>
                    <a:pt x="21" y="0"/>
                    <a:pt x="17" y="0"/>
                  </a:cubicBezTo>
                  <a:cubicBezTo>
                    <a:pt x="9" y="0"/>
                    <a:pt x="0" y="4"/>
                    <a:pt x="0" y="19"/>
                  </a:cubicBezTo>
                  <a:cubicBezTo>
                    <a:pt x="0" y="31"/>
                    <a:pt x="6" y="37"/>
                    <a:pt x="16"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63"/>
            <p:cNvSpPr>
              <a:spLocks/>
            </p:cNvSpPr>
            <p:nvPr/>
          </p:nvSpPr>
          <p:spPr bwMode="auto">
            <a:xfrm>
              <a:off x="2841625" y="1228725"/>
              <a:ext cx="36513" cy="68263"/>
            </a:xfrm>
            <a:custGeom>
              <a:avLst/>
              <a:gdLst>
                <a:gd name="T0" fmla="*/ 5 w 24"/>
                <a:gd name="T1" fmla="*/ 33 h 45"/>
                <a:gd name="T2" fmla="*/ 16 w 24"/>
                <a:gd name="T3" fmla="*/ 45 h 45"/>
                <a:gd name="T4" fmla="*/ 24 w 24"/>
                <a:gd name="T5" fmla="*/ 43 h 45"/>
                <a:gd name="T6" fmla="*/ 23 w 24"/>
                <a:gd name="T7" fmla="*/ 37 h 45"/>
                <a:gd name="T8" fmla="*/ 18 w 24"/>
                <a:gd name="T9" fmla="*/ 39 h 45"/>
                <a:gd name="T10" fmla="*/ 13 w 24"/>
                <a:gd name="T11" fmla="*/ 33 h 45"/>
                <a:gd name="T12" fmla="*/ 13 w 24"/>
                <a:gd name="T13" fmla="*/ 15 h 45"/>
                <a:gd name="T14" fmla="*/ 22 w 24"/>
                <a:gd name="T15" fmla="*/ 15 h 45"/>
                <a:gd name="T16" fmla="*/ 22 w 24"/>
                <a:gd name="T17" fmla="*/ 9 h 45"/>
                <a:gd name="T18" fmla="*/ 13 w 24"/>
                <a:gd name="T19" fmla="*/ 9 h 45"/>
                <a:gd name="T20" fmla="*/ 13 w 24"/>
                <a:gd name="T21" fmla="*/ 0 h 45"/>
                <a:gd name="T22" fmla="*/ 8 w 24"/>
                <a:gd name="T23" fmla="*/ 0 h 45"/>
                <a:gd name="T24" fmla="*/ 0 w 24"/>
                <a:gd name="T25" fmla="*/ 9 h 45"/>
                <a:gd name="T26" fmla="*/ 0 w 24"/>
                <a:gd name="T27" fmla="*/ 15 h 45"/>
                <a:gd name="T28" fmla="*/ 5 w 24"/>
                <a:gd name="T29" fmla="*/ 15 h 45"/>
                <a:gd name="T30" fmla="*/ 5 w 24"/>
                <a:gd name="T31"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 h="45">
                  <a:moveTo>
                    <a:pt x="5" y="33"/>
                  </a:moveTo>
                  <a:cubicBezTo>
                    <a:pt x="5" y="39"/>
                    <a:pt x="5" y="45"/>
                    <a:pt x="16" y="45"/>
                  </a:cubicBezTo>
                  <a:cubicBezTo>
                    <a:pt x="19" y="45"/>
                    <a:pt x="22" y="44"/>
                    <a:pt x="24" y="43"/>
                  </a:cubicBezTo>
                  <a:cubicBezTo>
                    <a:pt x="23" y="37"/>
                    <a:pt x="23" y="37"/>
                    <a:pt x="23" y="37"/>
                  </a:cubicBezTo>
                  <a:cubicBezTo>
                    <a:pt x="21" y="38"/>
                    <a:pt x="20" y="39"/>
                    <a:pt x="18" y="39"/>
                  </a:cubicBezTo>
                  <a:cubicBezTo>
                    <a:pt x="15" y="39"/>
                    <a:pt x="13" y="37"/>
                    <a:pt x="13" y="33"/>
                  </a:cubicBezTo>
                  <a:cubicBezTo>
                    <a:pt x="13" y="15"/>
                    <a:pt x="13" y="15"/>
                    <a:pt x="13" y="15"/>
                  </a:cubicBezTo>
                  <a:cubicBezTo>
                    <a:pt x="22" y="15"/>
                    <a:pt x="22" y="15"/>
                    <a:pt x="22" y="15"/>
                  </a:cubicBezTo>
                  <a:cubicBezTo>
                    <a:pt x="22" y="9"/>
                    <a:pt x="22" y="9"/>
                    <a:pt x="22" y="9"/>
                  </a:cubicBezTo>
                  <a:cubicBezTo>
                    <a:pt x="13" y="9"/>
                    <a:pt x="13" y="9"/>
                    <a:pt x="13" y="9"/>
                  </a:cubicBezTo>
                  <a:cubicBezTo>
                    <a:pt x="13" y="0"/>
                    <a:pt x="13" y="0"/>
                    <a:pt x="13" y="0"/>
                  </a:cubicBezTo>
                  <a:cubicBezTo>
                    <a:pt x="8" y="0"/>
                    <a:pt x="8" y="0"/>
                    <a:pt x="8" y="0"/>
                  </a:cubicBezTo>
                  <a:cubicBezTo>
                    <a:pt x="7" y="5"/>
                    <a:pt x="5" y="8"/>
                    <a:pt x="0" y="9"/>
                  </a:cubicBezTo>
                  <a:cubicBezTo>
                    <a:pt x="0" y="15"/>
                    <a:pt x="0" y="15"/>
                    <a:pt x="0" y="15"/>
                  </a:cubicBezTo>
                  <a:cubicBezTo>
                    <a:pt x="5" y="15"/>
                    <a:pt x="5" y="15"/>
                    <a:pt x="5" y="15"/>
                  </a:cubicBezTo>
                  <a:lnTo>
                    <a:pt x="5"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64"/>
            <p:cNvSpPr>
              <a:spLocks/>
            </p:cNvSpPr>
            <p:nvPr/>
          </p:nvSpPr>
          <p:spPr bwMode="auto">
            <a:xfrm>
              <a:off x="2884488" y="1241425"/>
              <a:ext cx="25400" cy="53975"/>
            </a:xfrm>
            <a:custGeom>
              <a:avLst/>
              <a:gdLst>
                <a:gd name="T0" fmla="*/ 4 w 16"/>
                <a:gd name="T1" fmla="*/ 7 h 35"/>
                <a:gd name="T2" fmla="*/ 4 w 16"/>
                <a:gd name="T3" fmla="*/ 28 h 35"/>
                <a:gd name="T4" fmla="*/ 2 w 16"/>
                <a:gd name="T5" fmla="*/ 30 h 35"/>
                <a:gd name="T6" fmla="*/ 0 w 16"/>
                <a:gd name="T7" fmla="*/ 30 h 35"/>
                <a:gd name="T8" fmla="*/ 0 w 16"/>
                <a:gd name="T9" fmla="*/ 35 h 35"/>
                <a:gd name="T10" fmla="*/ 16 w 16"/>
                <a:gd name="T11" fmla="*/ 35 h 35"/>
                <a:gd name="T12" fmla="*/ 16 w 16"/>
                <a:gd name="T13" fmla="*/ 30 h 35"/>
                <a:gd name="T14" fmla="*/ 12 w 16"/>
                <a:gd name="T15" fmla="*/ 30 h 35"/>
                <a:gd name="T16" fmla="*/ 12 w 16"/>
                <a:gd name="T17" fmla="*/ 0 h 35"/>
                <a:gd name="T18" fmla="*/ 0 w 16"/>
                <a:gd name="T19" fmla="*/ 0 h 35"/>
                <a:gd name="T20" fmla="*/ 0 w 16"/>
                <a:gd name="T21" fmla="*/ 5 h 35"/>
                <a:gd name="T22" fmla="*/ 2 w 16"/>
                <a:gd name="T23" fmla="*/ 5 h 35"/>
                <a:gd name="T24" fmla="*/ 4 w 16"/>
                <a:gd name="T25" fmla="*/ 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35">
                  <a:moveTo>
                    <a:pt x="4" y="7"/>
                  </a:moveTo>
                  <a:cubicBezTo>
                    <a:pt x="4" y="28"/>
                    <a:pt x="4" y="28"/>
                    <a:pt x="4" y="28"/>
                  </a:cubicBezTo>
                  <a:cubicBezTo>
                    <a:pt x="4" y="29"/>
                    <a:pt x="4" y="30"/>
                    <a:pt x="2" y="30"/>
                  </a:cubicBezTo>
                  <a:cubicBezTo>
                    <a:pt x="0" y="30"/>
                    <a:pt x="0" y="30"/>
                    <a:pt x="0" y="30"/>
                  </a:cubicBezTo>
                  <a:cubicBezTo>
                    <a:pt x="0" y="35"/>
                    <a:pt x="0" y="35"/>
                    <a:pt x="0" y="35"/>
                  </a:cubicBezTo>
                  <a:cubicBezTo>
                    <a:pt x="16" y="35"/>
                    <a:pt x="16" y="35"/>
                    <a:pt x="16" y="35"/>
                  </a:cubicBezTo>
                  <a:cubicBezTo>
                    <a:pt x="16" y="30"/>
                    <a:pt x="16" y="30"/>
                    <a:pt x="16" y="30"/>
                  </a:cubicBezTo>
                  <a:cubicBezTo>
                    <a:pt x="12" y="30"/>
                    <a:pt x="12" y="30"/>
                    <a:pt x="12" y="30"/>
                  </a:cubicBezTo>
                  <a:cubicBezTo>
                    <a:pt x="12" y="0"/>
                    <a:pt x="12" y="0"/>
                    <a:pt x="12" y="0"/>
                  </a:cubicBezTo>
                  <a:cubicBezTo>
                    <a:pt x="0" y="0"/>
                    <a:pt x="0" y="0"/>
                    <a:pt x="0" y="0"/>
                  </a:cubicBezTo>
                  <a:cubicBezTo>
                    <a:pt x="0" y="5"/>
                    <a:pt x="0" y="5"/>
                    <a:pt x="0" y="5"/>
                  </a:cubicBezTo>
                  <a:cubicBezTo>
                    <a:pt x="2" y="5"/>
                    <a:pt x="2" y="5"/>
                    <a:pt x="2" y="5"/>
                  </a:cubicBezTo>
                  <a:cubicBezTo>
                    <a:pt x="3" y="5"/>
                    <a:pt x="4" y="6"/>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Oval 65"/>
            <p:cNvSpPr>
              <a:spLocks noChangeArrowheads="1"/>
            </p:cNvSpPr>
            <p:nvPr/>
          </p:nvSpPr>
          <p:spPr bwMode="auto">
            <a:xfrm>
              <a:off x="2889250" y="1219200"/>
              <a:ext cx="15875" cy="127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66"/>
            <p:cNvSpPr>
              <a:spLocks/>
            </p:cNvSpPr>
            <p:nvPr/>
          </p:nvSpPr>
          <p:spPr bwMode="auto">
            <a:xfrm>
              <a:off x="2914650" y="1241425"/>
              <a:ext cx="57150" cy="53975"/>
            </a:xfrm>
            <a:custGeom>
              <a:avLst/>
              <a:gdLst>
                <a:gd name="T0" fmla="*/ 13 w 37"/>
                <a:gd name="T1" fmla="*/ 35 h 35"/>
                <a:gd name="T2" fmla="*/ 23 w 37"/>
                <a:gd name="T3" fmla="*/ 35 h 35"/>
                <a:gd name="T4" fmla="*/ 33 w 37"/>
                <a:gd name="T5" fmla="*/ 7 h 35"/>
                <a:gd name="T6" fmla="*/ 35 w 37"/>
                <a:gd name="T7" fmla="*/ 5 h 35"/>
                <a:gd name="T8" fmla="*/ 37 w 37"/>
                <a:gd name="T9" fmla="*/ 5 h 35"/>
                <a:gd name="T10" fmla="*/ 37 w 37"/>
                <a:gd name="T11" fmla="*/ 0 h 35"/>
                <a:gd name="T12" fmla="*/ 23 w 37"/>
                <a:gd name="T13" fmla="*/ 0 h 35"/>
                <a:gd name="T14" fmla="*/ 23 w 37"/>
                <a:gd name="T15" fmla="*/ 5 h 35"/>
                <a:gd name="T16" fmla="*/ 26 w 37"/>
                <a:gd name="T17" fmla="*/ 5 h 35"/>
                <a:gd name="T18" fmla="*/ 19 w 37"/>
                <a:gd name="T19" fmla="*/ 27 h 35"/>
                <a:gd name="T20" fmla="*/ 19 w 37"/>
                <a:gd name="T21" fmla="*/ 27 h 35"/>
                <a:gd name="T22" fmla="*/ 12 w 37"/>
                <a:gd name="T23" fmla="*/ 7 h 35"/>
                <a:gd name="T24" fmla="*/ 13 w 37"/>
                <a:gd name="T25" fmla="*/ 5 h 35"/>
                <a:gd name="T26" fmla="*/ 16 w 37"/>
                <a:gd name="T27" fmla="*/ 5 h 35"/>
                <a:gd name="T28" fmla="*/ 16 w 37"/>
                <a:gd name="T29" fmla="*/ 0 h 35"/>
                <a:gd name="T30" fmla="*/ 0 w 37"/>
                <a:gd name="T31" fmla="*/ 0 h 35"/>
                <a:gd name="T32" fmla="*/ 0 w 37"/>
                <a:gd name="T33" fmla="*/ 5 h 35"/>
                <a:gd name="T34" fmla="*/ 3 w 37"/>
                <a:gd name="T35" fmla="*/ 5 h 35"/>
                <a:gd name="T36" fmla="*/ 13 w 37"/>
                <a:gd name="T37"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35">
                  <a:moveTo>
                    <a:pt x="13" y="35"/>
                  </a:moveTo>
                  <a:cubicBezTo>
                    <a:pt x="23" y="35"/>
                    <a:pt x="23" y="35"/>
                    <a:pt x="23" y="35"/>
                  </a:cubicBezTo>
                  <a:cubicBezTo>
                    <a:pt x="33" y="7"/>
                    <a:pt x="33" y="7"/>
                    <a:pt x="33" y="7"/>
                  </a:cubicBezTo>
                  <a:cubicBezTo>
                    <a:pt x="34" y="5"/>
                    <a:pt x="34" y="5"/>
                    <a:pt x="35" y="5"/>
                  </a:cubicBezTo>
                  <a:cubicBezTo>
                    <a:pt x="37" y="5"/>
                    <a:pt x="37" y="5"/>
                    <a:pt x="37" y="5"/>
                  </a:cubicBezTo>
                  <a:cubicBezTo>
                    <a:pt x="37" y="0"/>
                    <a:pt x="37" y="0"/>
                    <a:pt x="37" y="0"/>
                  </a:cubicBezTo>
                  <a:cubicBezTo>
                    <a:pt x="23" y="0"/>
                    <a:pt x="23" y="0"/>
                    <a:pt x="23" y="0"/>
                  </a:cubicBezTo>
                  <a:cubicBezTo>
                    <a:pt x="23" y="5"/>
                    <a:pt x="23" y="5"/>
                    <a:pt x="23" y="5"/>
                  </a:cubicBezTo>
                  <a:cubicBezTo>
                    <a:pt x="26" y="5"/>
                    <a:pt x="26" y="5"/>
                    <a:pt x="26" y="5"/>
                  </a:cubicBezTo>
                  <a:cubicBezTo>
                    <a:pt x="19" y="27"/>
                    <a:pt x="19" y="27"/>
                    <a:pt x="19" y="27"/>
                  </a:cubicBezTo>
                  <a:cubicBezTo>
                    <a:pt x="19" y="27"/>
                    <a:pt x="19" y="27"/>
                    <a:pt x="19" y="27"/>
                  </a:cubicBezTo>
                  <a:cubicBezTo>
                    <a:pt x="12" y="7"/>
                    <a:pt x="12" y="7"/>
                    <a:pt x="12" y="7"/>
                  </a:cubicBezTo>
                  <a:cubicBezTo>
                    <a:pt x="12" y="6"/>
                    <a:pt x="12" y="5"/>
                    <a:pt x="13" y="5"/>
                  </a:cubicBezTo>
                  <a:cubicBezTo>
                    <a:pt x="16" y="5"/>
                    <a:pt x="16" y="5"/>
                    <a:pt x="16" y="5"/>
                  </a:cubicBezTo>
                  <a:cubicBezTo>
                    <a:pt x="16" y="0"/>
                    <a:pt x="16" y="0"/>
                    <a:pt x="16" y="0"/>
                  </a:cubicBezTo>
                  <a:cubicBezTo>
                    <a:pt x="0" y="0"/>
                    <a:pt x="0" y="0"/>
                    <a:pt x="0" y="0"/>
                  </a:cubicBezTo>
                  <a:cubicBezTo>
                    <a:pt x="0" y="5"/>
                    <a:pt x="0" y="5"/>
                    <a:pt x="0" y="5"/>
                  </a:cubicBezTo>
                  <a:cubicBezTo>
                    <a:pt x="3" y="5"/>
                    <a:pt x="3" y="5"/>
                    <a:pt x="3" y="5"/>
                  </a:cubicBezTo>
                  <a:lnTo>
                    <a:pt x="13"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67"/>
            <p:cNvSpPr>
              <a:spLocks noEditPoints="1"/>
            </p:cNvSpPr>
            <p:nvPr/>
          </p:nvSpPr>
          <p:spPr bwMode="auto">
            <a:xfrm>
              <a:off x="2974975" y="1239838"/>
              <a:ext cx="44450" cy="57150"/>
            </a:xfrm>
            <a:custGeom>
              <a:avLst/>
              <a:gdLst>
                <a:gd name="T0" fmla="*/ 17 w 29"/>
                <a:gd name="T1" fmla="*/ 37 h 37"/>
                <a:gd name="T2" fmla="*/ 29 w 29"/>
                <a:gd name="T3" fmla="*/ 34 h 37"/>
                <a:gd name="T4" fmla="*/ 26 w 29"/>
                <a:gd name="T5" fmla="*/ 28 h 37"/>
                <a:gd name="T6" fmla="*/ 18 w 29"/>
                <a:gd name="T7" fmla="*/ 31 h 37"/>
                <a:gd name="T8" fmla="*/ 9 w 29"/>
                <a:gd name="T9" fmla="*/ 22 h 37"/>
                <a:gd name="T10" fmla="*/ 29 w 29"/>
                <a:gd name="T11" fmla="*/ 10 h 37"/>
                <a:gd name="T12" fmla="*/ 18 w 29"/>
                <a:gd name="T13" fmla="*/ 0 h 37"/>
                <a:gd name="T14" fmla="*/ 0 w 29"/>
                <a:gd name="T15" fmla="*/ 19 h 37"/>
                <a:gd name="T16" fmla="*/ 17 w 29"/>
                <a:gd name="T17" fmla="*/ 37 h 37"/>
                <a:gd name="T18" fmla="*/ 17 w 29"/>
                <a:gd name="T19" fmla="*/ 6 h 37"/>
                <a:gd name="T20" fmla="*/ 22 w 29"/>
                <a:gd name="T21" fmla="*/ 10 h 37"/>
                <a:gd name="T22" fmla="*/ 11 w 29"/>
                <a:gd name="T23" fmla="*/ 16 h 37"/>
                <a:gd name="T24" fmla="*/ 9 w 29"/>
                <a:gd name="T25" fmla="*/ 16 h 37"/>
                <a:gd name="T26" fmla="*/ 17 w 29"/>
                <a:gd name="T27" fmla="*/ 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 h="37">
                  <a:moveTo>
                    <a:pt x="17" y="37"/>
                  </a:moveTo>
                  <a:cubicBezTo>
                    <a:pt x="23" y="37"/>
                    <a:pt x="28" y="34"/>
                    <a:pt x="29" y="34"/>
                  </a:cubicBezTo>
                  <a:cubicBezTo>
                    <a:pt x="26" y="28"/>
                    <a:pt x="26" y="28"/>
                    <a:pt x="26" y="28"/>
                  </a:cubicBezTo>
                  <a:cubicBezTo>
                    <a:pt x="25" y="29"/>
                    <a:pt x="22" y="31"/>
                    <a:pt x="18" y="31"/>
                  </a:cubicBezTo>
                  <a:cubicBezTo>
                    <a:pt x="11" y="31"/>
                    <a:pt x="9" y="27"/>
                    <a:pt x="9" y="22"/>
                  </a:cubicBezTo>
                  <a:cubicBezTo>
                    <a:pt x="21" y="22"/>
                    <a:pt x="29" y="20"/>
                    <a:pt x="29" y="10"/>
                  </a:cubicBezTo>
                  <a:cubicBezTo>
                    <a:pt x="29" y="3"/>
                    <a:pt x="25" y="0"/>
                    <a:pt x="18" y="0"/>
                  </a:cubicBezTo>
                  <a:cubicBezTo>
                    <a:pt x="6" y="0"/>
                    <a:pt x="0" y="8"/>
                    <a:pt x="0" y="19"/>
                  </a:cubicBezTo>
                  <a:cubicBezTo>
                    <a:pt x="0" y="29"/>
                    <a:pt x="5" y="37"/>
                    <a:pt x="17" y="37"/>
                  </a:cubicBezTo>
                  <a:close/>
                  <a:moveTo>
                    <a:pt x="17" y="6"/>
                  </a:moveTo>
                  <a:cubicBezTo>
                    <a:pt x="20" y="6"/>
                    <a:pt x="22" y="7"/>
                    <a:pt x="22" y="10"/>
                  </a:cubicBezTo>
                  <a:cubicBezTo>
                    <a:pt x="22" y="14"/>
                    <a:pt x="18" y="16"/>
                    <a:pt x="11" y="16"/>
                  </a:cubicBezTo>
                  <a:cubicBezTo>
                    <a:pt x="11" y="16"/>
                    <a:pt x="10" y="16"/>
                    <a:pt x="9" y="16"/>
                  </a:cubicBezTo>
                  <a:cubicBezTo>
                    <a:pt x="9" y="11"/>
                    <a:pt x="12" y="6"/>
                    <a:pt x="17"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68"/>
            <p:cNvSpPr>
              <a:spLocks/>
            </p:cNvSpPr>
            <p:nvPr/>
          </p:nvSpPr>
          <p:spPr bwMode="auto">
            <a:xfrm>
              <a:off x="2527300" y="1354138"/>
              <a:ext cx="63500" cy="74613"/>
            </a:xfrm>
            <a:custGeom>
              <a:avLst/>
              <a:gdLst>
                <a:gd name="T0" fmla="*/ 38 w 41"/>
                <a:gd name="T1" fmla="*/ 14 h 49"/>
                <a:gd name="T2" fmla="*/ 38 w 41"/>
                <a:gd name="T3" fmla="*/ 3 h 49"/>
                <a:gd name="T4" fmla="*/ 23 w 41"/>
                <a:gd name="T5" fmla="*/ 0 h 49"/>
                <a:gd name="T6" fmla="*/ 0 w 41"/>
                <a:gd name="T7" fmla="*/ 25 h 49"/>
                <a:gd name="T8" fmla="*/ 22 w 41"/>
                <a:gd name="T9" fmla="*/ 49 h 49"/>
                <a:gd name="T10" fmla="*/ 38 w 41"/>
                <a:gd name="T11" fmla="*/ 45 h 49"/>
                <a:gd name="T12" fmla="*/ 38 w 41"/>
                <a:gd name="T13" fmla="*/ 31 h 49"/>
                <a:gd name="T14" fmla="*/ 39 w 41"/>
                <a:gd name="T15" fmla="*/ 29 h 49"/>
                <a:gd name="T16" fmla="*/ 41 w 41"/>
                <a:gd name="T17" fmla="*/ 29 h 49"/>
                <a:gd name="T18" fmla="*/ 41 w 41"/>
                <a:gd name="T19" fmla="*/ 24 h 49"/>
                <a:gd name="T20" fmla="*/ 25 w 41"/>
                <a:gd name="T21" fmla="*/ 24 h 49"/>
                <a:gd name="T22" fmla="*/ 25 w 41"/>
                <a:gd name="T23" fmla="*/ 29 h 49"/>
                <a:gd name="T24" fmla="*/ 30 w 41"/>
                <a:gd name="T25" fmla="*/ 29 h 49"/>
                <a:gd name="T26" fmla="*/ 30 w 41"/>
                <a:gd name="T27" fmla="*/ 41 h 49"/>
                <a:gd name="T28" fmla="*/ 22 w 41"/>
                <a:gd name="T29" fmla="*/ 42 h 49"/>
                <a:gd name="T30" fmla="*/ 9 w 41"/>
                <a:gd name="T31" fmla="*/ 24 h 49"/>
                <a:gd name="T32" fmla="*/ 24 w 41"/>
                <a:gd name="T33" fmla="*/ 7 h 49"/>
                <a:gd name="T34" fmla="*/ 29 w 41"/>
                <a:gd name="T35" fmla="*/ 8 h 49"/>
                <a:gd name="T36" fmla="*/ 31 w 41"/>
                <a:gd name="T37" fmla="*/ 10 h 49"/>
                <a:gd name="T38" fmla="*/ 31 w 41"/>
                <a:gd name="T39" fmla="*/ 15 h 49"/>
                <a:gd name="T40" fmla="*/ 38 w 41"/>
                <a:gd name="T41" fmla="*/ 1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 h="49">
                  <a:moveTo>
                    <a:pt x="38" y="14"/>
                  </a:moveTo>
                  <a:cubicBezTo>
                    <a:pt x="38" y="3"/>
                    <a:pt x="38" y="3"/>
                    <a:pt x="38" y="3"/>
                  </a:cubicBezTo>
                  <a:cubicBezTo>
                    <a:pt x="34" y="2"/>
                    <a:pt x="29" y="0"/>
                    <a:pt x="23" y="0"/>
                  </a:cubicBezTo>
                  <a:cubicBezTo>
                    <a:pt x="11" y="0"/>
                    <a:pt x="0" y="7"/>
                    <a:pt x="0" y="25"/>
                  </a:cubicBezTo>
                  <a:cubicBezTo>
                    <a:pt x="0" y="41"/>
                    <a:pt x="8" y="49"/>
                    <a:pt x="22" y="49"/>
                  </a:cubicBezTo>
                  <a:cubicBezTo>
                    <a:pt x="28" y="49"/>
                    <a:pt x="34" y="48"/>
                    <a:pt x="38" y="45"/>
                  </a:cubicBezTo>
                  <a:cubicBezTo>
                    <a:pt x="38" y="31"/>
                    <a:pt x="38" y="31"/>
                    <a:pt x="38" y="31"/>
                  </a:cubicBezTo>
                  <a:cubicBezTo>
                    <a:pt x="38" y="30"/>
                    <a:pt x="38" y="29"/>
                    <a:pt x="39" y="29"/>
                  </a:cubicBezTo>
                  <a:cubicBezTo>
                    <a:pt x="41" y="29"/>
                    <a:pt x="41" y="29"/>
                    <a:pt x="41" y="29"/>
                  </a:cubicBezTo>
                  <a:cubicBezTo>
                    <a:pt x="41" y="24"/>
                    <a:pt x="41" y="24"/>
                    <a:pt x="41" y="24"/>
                  </a:cubicBezTo>
                  <a:cubicBezTo>
                    <a:pt x="25" y="24"/>
                    <a:pt x="25" y="24"/>
                    <a:pt x="25" y="24"/>
                  </a:cubicBezTo>
                  <a:cubicBezTo>
                    <a:pt x="25" y="29"/>
                    <a:pt x="25" y="29"/>
                    <a:pt x="25" y="29"/>
                  </a:cubicBezTo>
                  <a:cubicBezTo>
                    <a:pt x="30" y="29"/>
                    <a:pt x="30" y="29"/>
                    <a:pt x="30" y="29"/>
                  </a:cubicBezTo>
                  <a:cubicBezTo>
                    <a:pt x="30" y="41"/>
                    <a:pt x="30" y="41"/>
                    <a:pt x="30" y="41"/>
                  </a:cubicBezTo>
                  <a:cubicBezTo>
                    <a:pt x="28" y="42"/>
                    <a:pt x="25" y="42"/>
                    <a:pt x="22" y="42"/>
                  </a:cubicBezTo>
                  <a:cubicBezTo>
                    <a:pt x="13" y="42"/>
                    <a:pt x="9" y="36"/>
                    <a:pt x="9" y="24"/>
                  </a:cubicBezTo>
                  <a:cubicBezTo>
                    <a:pt x="9" y="14"/>
                    <a:pt x="14" y="7"/>
                    <a:pt x="24" y="7"/>
                  </a:cubicBezTo>
                  <a:cubicBezTo>
                    <a:pt x="26" y="7"/>
                    <a:pt x="28" y="8"/>
                    <a:pt x="29" y="8"/>
                  </a:cubicBezTo>
                  <a:cubicBezTo>
                    <a:pt x="30" y="8"/>
                    <a:pt x="31" y="9"/>
                    <a:pt x="31" y="10"/>
                  </a:cubicBezTo>
                  <a:cubicBezTo>
                    <a:pt x="31" y="15"/>
                    <a:pt x="31" y="15"/>
                    <a:pt x="31" y="15"/>
                  </a:cubicBezTo>
                  <a:lnTo>
                    <a:pt x="38"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69"/>
            <p:cNvSpPr>
              <a:spLocks/>
            </p:cNvSpPr>
            <p:nvPr/>
          </p:nvSpPr>
          <p:spPr bwMode="auto">
            <a:xfrm>
              <a:off x="2598738" y="1350963"/>
              <a:ext cx="25400" cy="76200"/>
            </a:xfrm>
            <a:custGeom>
              <a:avLst/>
              <a:gdLst>
                <a:gd name="T0" fmla="*/ 0 w 16"/>
                <a:gd name="T1" fmla="*/ 0 h 50"/>
                <a:gd name="T2" fmla="*/ 0 w 16"/>
                <a:gd name="T3" fmla="*/ 5 h 50"/>
                <a:gd name="T4" fmla="*/ 2 w 16"/>
                <a:gd name="T5" fmla="*/ 5 h 50"/>
                <a:gd name="T6" fmla="*/ 4 w 16"/>
                <a:gd name="T7" fmla="*/ 7 h 50"/>
                <a:gd name="T8" fmla="*/ 4 w 16"/>
                <a:gd name="T9" fmla="*/ 43 h 50"/>
                <a:gd name="T10" fmla="*/ 2 w 16"/>
                <a:gd name="T11" fmla="*/ 45 h 50"/>
                <a:gd name="T12" fmla="*/ 0 w 16"/>
                <a:gd name="T13" fmla="*/ 45 h 50"/>
                <a:gd name="T14" fmla="*/ 0 w 16"/>
                <a:gd name="T15" fmla="*/ 50 h 50"/>
                <a:gd name="T16" fmla="*/ 16 w 16"/>
                <a:gd name="T17" fmla="*/ 50 h 50"/>
                <a:gd name="T18" fmla="*/ 16 w 16"/>
                <a:gd name="T19" fmla="*/ 45 h 50"/>
                <a:gd name="T20" fmla="*/ 12 w 16"/>
                <a:gd name="T21" fmla="*/ 45 h 50"/>
                <a:gd name="T22" fmla="*/ 12 w 16"/>
                <a:gd name="T23" fmla="*/ 0 h 50"/>
                <a:gd name="T24" fmla="*/ 0 w 16"/>
                <a:gd name="T25"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50">
                  <a:moveTo>
                    <a:pt x="0" y="0"/>
                  </a:moveTo>
                  <a:cubicBezTo>
                    <a:pt x="0" y="5"/>
                    <a:pt x="0" y="5"/>
                    <a:pt x="0" y="5"/>
                  </a:cubicBezTo>
                  <a:cubicBezTo>
                    <a:pt x="2" y="5"/>
                    <a:pt x="2" y="5"/>
                    <a:pt x="2" y="5"/>
                  </a:cubicBezTo>
                  <a:cubicBezTo>
                    <a:pt x="3" y="5"/>
                    <a:pt x="4" y="6"/>
                    <a:pt x="4" y="7"/>
                  </a:cubicBezTo>
                  <a:cubicBezTo>
                    <a:pt x="4" y="43"/>
                    <a:pt x="4" y="43"/>
                    <a:pt x="4" y="43"/>
                  </a:cubicBezTo>
                  <a:cubicBezTo>
                    <a:pt x="4" y="44"/>
                    <a:pt x="3" y="45"/>
                    <a:pt x="2" y="45"/>
                  </a:cubicBezTo>
                  <a:cubicBezTo>
                    <a:pt x="0" y="45"/>
                    <a:pt x="0" y="45"/>
                    <a:pt x="0" y="45"/>
                  </a:cubicBezTo>
                  <a:cubicBezTo>
                    <a:pt x="0" y="50"/>
                    <a:pt x="0" y="50"/>
                    <a:pt x="0" y="50"/>
                  </a:cubicBezTo>
                  <a:cubicBezTo>
                    <a:pt x="16" y="50"/>
                    <a:pt x="16" y="50"/>
                    <a:pt x="16" y="50"/>
                  </a:cubicBezTo>
                  <a:cubicBezTo>
                    <a:pt x="16" y="45"/>
                    <a:pt x="16" y="45"/>
                    <a:pt x="16" y="45"/>
                  </a:cubicBezTo>
                  <a:cubicBezTo>
                    <a:pt x="12" y="45"/>
                    <a:pt x="12" y="45"/>
                    <a:pt x="12" y="45"/>
                  </a:cubicBezTo>
                  <a:cubicBezTo>
                    <a:pt x="12" y="0"/>
                    <a:pt x="12" y="0"/>
                    <a:pt x="12"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70"/>
            <p:cNvSpPr>
              <a:spLocks noEditPoints="1"/>
            </p:cNvSpPr>
            <p:nvPr/>
          </p:nvSpPr>
          <p:spPr bwMode="auto">
            <a:xfrm>
              <a:off x="2630488" y="1371600"/>
              <a:ext cx="53975" cy="57150"/>
            </a:xfrm>
            <a:custGeom>
              <a:avLst/>
              <a:gdLst>
                <a:gd name="T0" fmla="*/ 14 w 35"/>
                <a:gd name="T1" fmla="*/ 37 h 37"/>
                <a:gd name="T2" fmla="*/ 24 w 35"/>
                <a:gd name="T3" fmla="*/ 32 h 37"/>
                <a:gd name="T4" fmla="*/ 24 w 35"/>
                <a:gd name="T5" fmla="*/ 33 h 37"/>
                <a:gd name="T6" fmla="*/ 25 w 35"/>
                <a:gd name="T7" fmla="*/ 36 h 37"/>
                <a:gd name="T8" fmla="*/ 35 w 35"/>
                <a:gd name="T9" fmla="*/ 36 h 37"/>
                <a:gd name="T10" fmla="*/ 35 w 35"/>
                <a:gd name="T11" fmla="*/ 31 h 37"/>
                <a:gd name="T12" fmla="*/ 33 w 35"/>
                <a:gd name="T13" fmla="*/ 31 h 37"/>
                <a:gd name="T14" fmla="*/ 31 w 35"/>
                <a:gd name="T15" fmla="*/ 29 h 37"/>
                <a:gd name="T16" fmla="*/ 31 w 35"/>
                <a:gd name="T17" fmla="*/ 2 h 37"/>
                <a:gd name="T18" fmla="*/ 19 w 35"/>
                <a:gd name="T19" fmla="*/ 0 h 37"/>
                <a:gd name="T20" fmla="*/ 0 w 35"/>
                <a:gd name="T21" fmla="*/ 20 h 37"/>
                <a:gd name="T22" fmla="*/ 14 w 35"/>
                <a:gd name="T23" fmla="*/ 37 h 37"/>
                <a:gd name="T24" fmla="*/ 18 w 35"/>
                <a:gd name="T25" fmla="*/ 6 h 37"/>
                <a:gd name="T26" fmla="*/ 23 w 35"/>
                <a:gd name="T27" fmla="*/ 7 h 37"/>
                <a:gd name="T28" fmla="*/ 23 w 35"/>
                <a:gd name="T29" fmla="*/ 24 h 37"/>
                <a:gd name="T30" fmla="*/ 16 w 35"/>
                <a:gd name="T31" fmla="*/ 31 h 37"/>
                <a:gd name="T32" fmla="*/ 9 w 35"/>
                <a:gd name="T33" fmla="*/ 20 h 37"/>
                <a:gd name="T34" fmla="*/ 18 w 35"/>
                <a:gd name="T35" fmla="*/ 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37">
                  <a:moveTo>
                    <a:pt x="14" y="37"/>
                  </a:moveTo>
                  <a:cubicBezTo>
                    <a:pt x="19" y="37"/>
                    <a:pt x="22" y="35"/>
                    <a:pt x="24" y="32"/>
                  </a:cubicBezTo>
                  <a:cubicBezTo>
                    <a:pt x="24" y="33"/>
                    <a:pt x="24" y="33"/>
                    <a:pt x="24" y="33"/>
                  </a:cubicBezTo>
                  <a:cubicBezTo>
                    <a:pt x="25" y="36"/>
                    <a:pt x="25" y="36"/>
                    <a:pt x="25" y="36"/>
                  </a:cubicBezTo>
                  <a:cubicBezTo>
                    <a:pt x="35" y="36"/>
                    <a:pt x="35" y="36"/>
                    <a:pt x="35" y="36"/>
                  </a:cubicBezTo>
                  <a:cubicBezTo>
                    <a:pt x="35" y="31"/>
                    <a:pt x="35" y="31"/>
                    <a:pt x="35" y="31"/>
                  </a:cubicBezTo>
                  <a:cubicBezTo>
                    <a:pt x="33" y="31"/>
                    <a:pt x="33" y="31"/>
                    <a:pt x="33" y="31"/>
                  </a:cubicBezTo>
                  <a:cubicBezTo>
                    <a:pt x="32" y="31"/>
                    <a:pt x="31" y="30"/>
                    <a:pt x="31" y="29"/>
                  </a:cubicBezTo>
                  <a:cubicBezTo>
                    <a:pt x="31" y="2"/>
                    <a:pt x="31" y="2"/>
                    <a:pt x="31" y="2"/>
                  </a:cubicBezTo>
                  <a:cubicBezTo>
                    <a:pt x="26" y="0"/>
                    <a:pt x="21" y="0"/>
                    <a:pt x="19" y="0"/>
                  </a:cubicBezTo>
                  <a:cubicBezTo>
                    <a:pt x="6" y="0"/>
                    <a:pt x="0" y="8"/>
                    <a:pt x="0" y="20"/>
                  </a:cubicBezTo>
                  <a:cubicBezTo>
                    <a:pt x="0" y="30"/>
                    <a:pt x="4" y="37"/>
                    <a:pt x="14" y="37"/>
                  </a:cubicBezTo>
                  <a:close/>
                  <a:moveTo>
                    <a:pt x="18" y="6"/>
                  </a:moveTo>
                  <a:cubicBezTo>
                    <a:pt x="20" y="6"/>
                    <a:pt x="22" y="7"/>
                    <a:pt x="23" y="7"/>
                  </a:cubicBezTo>
                  <a:cubicBezTo>
                    <a:pt x="23" y="24"/>
                    <a:pt x="23" y="24"/>
                    <a:pt x="23" y="24"/>
                  </a:cubicBezTo>
                  <a:cubicBezTo>
                    <a:pt x="23" y="28"/>
                    <a:pt x="21" y="31"/>
                    <a:pt x="16" y="31"/>
                  </a:cubicBezTo>
                  <a:cubicBezTo>
                    <a:pt x="10" y="31"/>
                    <a:pt x="9" y="25"/>
                    <a:pt x="9" y="20"/>
                  </a:cubicBezTo>
                  <a:cubicBezTo>
                    <a:pt x="9" y="12"/>
                    <a:pt x="11" y="6"/>
                    <a:pt x="18"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71"/>
            <p:cNvSpPr>
              <a:spLocks/>
            </p:cNvSpPr>
            <p:nvPr/>
          </p:nvSpPr>
          <p:spPr bwMode="auto">
            <a:xfrm>
              <a:off x="2692400" y="1371600"/>
              <a:ext cx="39688" cy="57150"/>
            </a:xfrm>
            <a:custGeom>
              <a:avLst/>
              <a:gdLst>
                <a:gd name="T0" fmla="*/ 26 w 26"/>
                <a:gd name="T1" fmla="*/ 26 h 37"/>
                <a:gd name="T2" fmla="*/ 16 w 26"/>
                <a:gd name="T3" fmla="*/ 15 h 37"/>
                <a:gd name="T4" fmla="*/ 9 w 26"/>
                <a:gd name="T5" fmla="*/ 10 h 37"/>
                <a:gd name="T6" fmla="*/ 14 w 26"/>
                <a:gd name="T7" fmla="*/ 6 h 37"/>
                <a:gd name="T8" fmla="*/ 18 w 26"/>
                <a:gd name="T9" fmla="*/ 6 h 37"/>
                <a:gd name="T10" fmla="*/ 19 w 26"/>
                <a:gd name="T11" fmla="*/ 8 h 37"/>
                <a:gd name="T12" fmla="*/ 19 w 26"/>
                <a:gd name="T13" fmla="*/ 11 h 37"/>
                <a:gd name="T14" fmla="*/ 25 w 26"/>
                <a:gd name="T15" fmla="*/ 11 h 37"/>
                <a:gd name="T16" fmla="*/ 25 w 26"/>
                <a:gd name="T17" fmla="*/ 2 h 37"/>
                <a:gd name="T18" fmla="*/ 15 w 26"/>
                <a:gd name="T19" fmla="*/ 0 h 37"/>
                <a:gd name="T20" fmla="*/ 0 w 26"/>
                <a:gd name="T21" fmla="*/ 11 h 37"/>
                <a:gd name="T22" fmla="*/ 11 w 26"/>
                <a:gd name="T23" fmla="*/ 21 h 37"/>
                <a:gd name="T24" fmla="*/ 18 w 26"/>
                <a:gd name="T25" fmla="*/ 27 h 37"/>
                <a:gd name="T26" fmla="*/ 12 w 26"/>
                <a:gd name="T27" fmla="*/ 31 h 37"/>
                <a:gd name="T28" fmla="*/ 8 w 26"/>
                <a:gd name="T29" fmla="*/ 31 h 37"/>
                <a:gd name="T30" fmla="*/ 6 w 26"/>
                <a:gd name="T31" fmla="*/ 29 h 37"/>
                <a:gd name="T32" fmla="*/ 6 w 26"/>
                <a:gd name="T33" fmla="*/ 25 h 37"/>
                <a:gd name="T34" fmla="*/ 0 w 26"/>
                <a:gd name="T35" fmla="*/ 26 h 37"/>
                <a:gd name="T36" fmla="*/ 0 w 26"/>
                <a:gd name="T37" fmla="*/ 35 h 37"/>
                <a:gd name="T38" fmla="*/ 12 w 26"/>
                <a:gd name="T39" fmla="*/ 37 h 37"/>
                <a:gd name="T40" fmla="*/ 26 w 26"/>
                <a:gd name="T41" fmla="*/ 2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 h="37">
                  <a:moveTo>
                    <a:pt x="26" y="26"/>
                  </a:moveTo>
                  <a:cubicBezTo>
                    <a:pt x="26" y="18"/>
                    <a:pt x="21" y="17"/>
                    <a:pt x="16" y="15"/>
                  </a:cubicBezTo>
                  <a:cubicBezTo>
                    <a:pt x="12" y="14"/>
                    <a:pt x="9" y="13"/>
                    <a:pt x="9" y="10"/>
                  </a:cubicBezTo>
                  <a:cubicBezTo>
                    <a:pt x="9" y="7"/>
                    <a:pt x="11" y="6"/>
                    <a:pt x="14" y="6"/>
                  </a:cubicBezTo>
                  <a:cubicBezTo>
                    <a:pt x="15" y="6"/>
                    <a:pt x="17" y="6"/>
                    <a:pt x="18" y="6"/>
                  </a:cubicBezTo>
                  <a:cubicBezTo>
                    <a:pt x="19" y="6"/>
                    <a:pt x="19" y="7"/>
                    <a:pt x="19" y="8"/>
                  </a:cubicBezTo>
                  <a:cubicBezTo>
                    <a:pt x="19" y="11"/>
                    <a:pt x="19" y="11"/>
                    <a:pt x="19" y="11"/>
                  </a:cubicBezTo>
                  <a:cubicBezTo>
                    <a:pt x="25" y="11"/>
                    <a:pt x="25" y="11"/>
                    <a:pt x="25" y="11"/>
                  </a:cubicBezTo>
                  <a:cubicBezTo>
                    <a:pt x="25" y="2"/>
                    <a:pt x="25" y="2"/>
                    <a:pt x="25" y="2"/>
                  </a:cubicBezTo>
                  <a:cubicBezTo>
                    <a:pt x="23" y="1"/>
                    <a:pt x="18" y="0"/>
                    <a:pt x="15" y="0"/>
                  </a:cubicBezTo>
                  <a:cubicBezTo>
                    <a:pt x="7" y="0"/>
                    <a:pt x="0" y="3"/>
                    <a:pt x="0" y="11"/>
                  </a:cubicBezTo>
                  <a:cubicBezTo>
                    <a:pt x="0" y="18"/>
                    <a:pt x="6" y="20"/>
                    <a:pt x="11" y="21"/>
                  </a:cubicBezTo>
                  <a:cubicBezTo>
                    <a:pt x="15" y="22"/>
                    <a:pt x="18" y="23"/>
                    <a:pt x="18" y="27"/>
                  </a:cubicBezTo>
                  <a:cubicBezTo>
                    <a:pt x="18" y="30"/>
                    <a:pt x="15" y="31"/>
                    <a:pt x="12" y="31"/>
                  </a:cubicBezTo>
                  <a:cubicBezTo>
                    <a:pt x="10" y="31"/>
                    <a:pt x="9" y="31"/>
                    <a:pt x="8" y="31"/>
                  </a:cubicBezTo>
                  <a:cubicBezTo>
                    <a:pt x="7" y="30"/>
                    <a:pt x="6" y="30"/>
                    <a:pt x="6" y="29"/>
                  </a:cubicBezTo>
                  <a:cubicBezTo>
                    <a:pt x="6" y="25"/>
                    <a:pt x="6" y="25"/>
                    <a:pt x="6" y="25"/>
                  </a:cubicBezTo>
                  <a:cubicBezTo>
                    <a:pt x="0" y="26"/>
                    <a:pt x="0" y="26"/>
                    <a:pt x="0" y="26"/>
                  </a:cubicBezTo>
                  <a:cubicBezTo>
                    <a:pt x="0" y="35"/>
                    <a:pt x="0" y="35"/>
                    <a:pt x="0" y="35"/>
                  </a:cubicBezTo>
                  <a:cubicBezTo>
                    <a:pt x="2" y="36"/>
                    <a:pt x="8" y="37"/>
                    <a:pt x="12" y="37"/>
                  </a:cubicBezTo>
                  <a:cubicBezTo>
                    <a:pt x="21" y="37"/>
                    <a:pt x="26" y="33"/>
                    <a:pt x="26"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72"/>
            <p:cNvSpPr>
              <a:spLocks/>
            </p:cNvSpPr>
            <p:nvPr/>
          </p:nvSpPr>
          <p:spPr bwMode="auto">
            <a:xfrm>
              <a:off x="2741613" y="1371600"/>
              <a:ext cx="41275" cy="57150"/>
            </a:xfrm>
            <a:custGeom>
              <a:avLst/>
              <a:gdLst>
                <a:gd name="T0" fmla="*/ 26 w 26"/>
                <a:gd name="T1" fmla="*/ 26 h 37"/>
                <a:gd name="T2" fmla="*/ 15 w 26"/>
                <a:gd name="T3" fmla="*/ 15 h 37"/>
                <a:gd name="T4" fmla="*/ 8 w 26"/>
                <a:gd name="T5" fmla="*/ 10 h 37"/>
                <a:gd name="T6" fmla="*/ 14 w 26"/>
                <a:gd name="T7" fmla="*/ 6 h 37"/>
                <a:gd name="T8" fmla="*/ 18 w 26"/>
                <a:gd name="T9" fmla="*/ 6 h 37"/>
                <a:gd name="T10" fmla="*/ 19 w 26"/>
                <a:gd name="T11" fmla="*/ 8 h 37"/>
                <a:gd name="T12" fmla="*/ 19 w 26"/>
                <a:gd name="T13" fmla="*/ 11 h 37"/>
                <a:gd name="T14" fmla="*/ 25 w 26"/>
                <a:gd name="T15" fmla="*/ 11 h 37"/>
                <a:gd name="T16" fmla="*/ 25 w 26"/>
                <a:gd name="T17" fmla="*/ 2 h 37"/>
                <a:gd name="T18" fmla="*/ 14 w 26"/>
                <a:gd name="T19" fmla="*/ 0 h 37"/>
                <a:gd name="T20" fmla="*/ 0 w 26"/>
                <a:gd name="T21" fmla="*/ 11 h 37"/>
                <a:gd name="T22" fmla="*/ 11 w 26"/>
                <a:gd name="T23" fmla="*/ 21 h 37"/>
                <a:gd name="T24" fmla="*/ 17 w 26"/>
                <a:gd name="T25" fmla="*/ 27 h 37"/>
                <a:gd name="T26" fmla="*/ 11 w 26"/>
                <a:gd name="T27" fmla="*/ 31 h 37"/>
                <a:gd name="T28" fmla="*/ 7 w 26"/>
                <a:gd name="T29" fmla="*/ 31 h 37"/>
                <a:gd name="T30" fmla="*/ 6 w 26"/>
                <a:gd name="T31" fmla="*/ 29 h 37"/>
                <a:gd name="T32" fmla="*/ 6 w 26"/>
                <a:gd name="T33" fmla="*/ 25 h 37"/>
                <a:gd name="T34" fmla="*/ 0 w 26"/>
                <a:gd name="T35" fmla="*/ 26 h 37"/>
                <a:gd name="T36" fmla="*/ 0 w 26"/>
                <a:gd name="T37" fmla="*/ 35 h 37"/>
                <a:gd name="T38" fmla="*/ 12 w 26"/>
                <a:gd name="T39" fmla="*/ 37 h 37"/>
                <a:gd name="T40" fmla="*/ 26 w 26"/>
                <a:gd name="T41" fmla="*/ 2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 h="37">
                  <a:moveTo>
                    <a:pt x="26" y="26"/>
                  </a:moveTo>
                  <a:cubicBezTo>
                    <a:pt x="26" y="18"/>
                    <a:pt x="20" y="17"/>
                    <a:pt x="15" y="15"/>
                  </a:cubicBezTo>
                  <a:cubicBezTo>
                    <a:pt x="11" y="14"/>
                    <a:pt x="8" y="13"/>
                    <a:pt x="8" y="10"/>
                  </a:cubicBezTo>
                  <a:cubicBezTo>
                    <a:pt x="8" y="7"/>
                    <a:pt x="11" y="6"/>
                    <a:pt x="14" y="6"/>
                  </a:cubicBezTo>
                  <a:cubicBezTo>
                    <a:pt x="15" y="6"/>
                    <a:pt x="17" y="6"/>
                    <a:pt x="18" y="6"/>
                  </a:cubicBezTo>
                  <a:cubicBezTo>
                    <a:pt x="18" y="6"/>
                    <a:pt x="19" y="7"/>
                    <a:pt x="19" y="8"/>
                  </a:cubicBezTo>
                  <a:cubicBezTo>
                    <a:pt x="19" y="11"/>
                    <a:pt x="19" y="11"/>
                    <a:pt x="19" y="11"/>
                  </a:cubicBezTo>
                  <a:cubicBezTo>
                    <a:pt x="25" y="11"/>
                    <a:pt x="25" y="11"/>
                    <a:pt x="25" y="11"/>
                  </a:cubicBezTo>
                  <a:cubicBezTo>
                    <a:pt x="25" y="2"/>
                    <a:pt x="25" y="2"/>
                    <a:pt x="25" y="2"/>
                  </a:cubicBezTo>
                  <a:cubicBezTo>
                    <a:pt x="22" y="1"/>
                    <a:pt x="18" y="0"/>
                    <a:pt x="14" y="0"/>
                  </a:cubicBezTo>
                  <a:cubicBezTo>
                    <a:pt x="6" y="0"/>
                    <a:pt x="0" y="3"/>
                    <a:pt x="0" y="11"/>
                  </a:cubicBezTo>
                  <a:cubicBezTo>
                    <a:pt x="0" y="18"/>
                    <a:pt x="5" y="20"/>
                    <a:pt x="11" y="21"/>
                  </a:cubicBezTo>
                  <a:cubicBezTo>
                    <a:pt x="15" y="22"/>
                    <a:pt x="17" y="23"/>
                    <a:pt x="17" y="27"/>
                  </a:cubicBezTo>
                  <a:cubicBezTo>
                    <a:pt x="17" y="30"/>
                    <a:pt x="15" y="31"/>
                    <a:pt x="11" y="31"/>
                  </a:cubicBezTo>
                  <a:cubicBezTo>
                    <a:pt x="10" y="31"/>
                    <a:pt x="8" y="31"/>
                    <a:pt x="7" y="31"/>
                  </a:cubicBezTo>
                  <a:cubicBezTo>
                    <a:pt x="6" y="30"/>
                    <a:pt x="6" y="30"/>
                    <a:pt x="6" y="29"/>
                  </a:cubicBezTo>
                  <a:cubicBezTo>
                    <a:pt x="6" y="25"/>
                    <a:pt x="6" y="25"/>
                    <a:pt x="6" y="25"/>
                  </a:cubicBezTo>
                  <a:cubicBezTo>
                    <a:pt x="0" y="26"/>
                    <a:pt x="0" y="26"/>
                    <a:pt x="0" y="26"/>
                  </a:cubicBezTo>
                  <a:cubicBezTo>
                    <a:pt x="0" y="35"/>
                    <a:pt x="0" y="35"/>
                    <a:pt x="0" y="35"/>
                  </a:cubicBezTo>
                  <a:cubicBezTo>
                    <a:pt x="2" y="36"/>
                    <a:pt x="7" y="37"/>
                    <a:pt x="12" y="37"/>
                  </a:cubicBezTo>
                  <a:cubicBezTo>
                    <a:pt x="20" y="37"/>
                    <a:pt x="26" y="33"/>
                    <a:pt x="26"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73"/>
            <p:cNvSpPr>
              <a:spLocks noEditPoints="1"/>
            </p:cNvSpPr>
            <p:nvPr/>
          </p:nvSpPr>
          <p:spPr bwMode="auto">
            <a:xfrm>
              <a:off x="2789238" y="1371600"/>
              <a:ext cx="46038" cy="57150"/>
            </a:xfrm>
            <a:custGeom>
              <a:avLst/>
              <a:gdLst>
                <a:gd name="T0" fmla="*/ 16 w 29"/>
                <a:gd name="T1" fmla="*/ 37 h 37"/>
                <a:gd name="T2" fmla="*/ 28 w 29"/>
                <a:gd name="T3" fmla="*/ 34 h 37"/>
                <a:gd name="T4" fmla="*/ 26 w 29"/>
                <a:gd name="T5" fmla="*/ 28 h 37"/>
                <a:gd name="T6" fmla="*/ 17 w 29"/>
                <a:gd name="T7" fmla="*/ 31 h 37"/>
                <a:gd name="T8" fmla="*/ 8 w 29"/>
                <a:gd name="T9" fmla="*/ 22 h 37"/>
                <a:gd name="T10" fmla="*/ 29 w 29"/>
                <a:gd name="T11" fmla="*/ 10 h 37"/>
                <a:gd name="T12" fmla="*/ 17 w 29"/>
                <a:gd name="T13" fmla="*/ 0 h 37"/>
                <a:gd name="T14" fmla="*/ 0 w 29"/>
                <a:gd name="T15" fmla="*/ 19 h 37"/>
                <a:gd name="T16" fmla="*/ 16 w 29"/>
                <a:gd name="T17" fmla="*/ 37 h 37"/>
                <a:gd name="T18" fmla="*/ 17 w 29"/>
                <a:gd name="T19" fmla="*/ 6 h 37"/>
                <a:gd name="T20" fmla="*/ 21 w 29"/>
                <a:gd name="T21" fmla="*/ 10 h 37"/>
                <a:gd name="T22" fmla="*/ 11 w 29"/>
                <a:gd name="T23" fmla="*/ 16 h 37"/>
                <a:gd name="T24" fmla="*/ 8 w 29"/>
                <a:gd name="T25" fmla="*/ 16 h 37"/>
                <a:gd name="T26" fmla="*/ 17 w 29"/>
                <a:gd name="T27" fmla="*/ 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 h="37">
                  <a:moveTo>
                    <a:pt x="16" y="37"/>
                  </a:moveTo>
                  <a:cubicBezTo>
                    <a:pt x="22" y="37"/>
                    <a:pt x="27" y="35"/>
                    <a:pt x="28" y="34"/>
                  </a:cubicBezTo>
                  <a:cubicBezTo>
                    <a:pt x="26" y="28"/>
                    <a:pt x="26" y="28"/>
                    <a:pt x="26" y="28"/>
                  </a:cubicBezTo>
                  <a:cubicBezTo>
                    <a:pt x="24" y="29"/>
                    <a:pt x="21" y="31"/>
                    <a:pt x="17" y="31"/>
                  </a:cubicBezTo>
                  <a:cubicBezTo>
                    <a:pt x="11" y="31"/>
                    <a:pt x="8" y="27"/>
                    <a:pt x="8" y="22"/>
                  </a:cubicBezTo>
                  <a:cubicBezTo>
                    <a:pt x="20" y="22"/>
                    <a:pt x="29" y="20"/>
                    <a:pt x="29" y="10"/>
                  </a:cubicBezTo>
                  <a:cubicBezTo>
                    <a:pt x="29" y="3"/>
                    <a:pt x="24" y="0"/>
                    <a:pt x="17" y="0"/>
                  </a:cubicBezTo>
                  <a:cubicBezTo>
                    <a:pt x="6" y="0"/>
                    <a:pt x="0" y="8"/>
                    <a:pt x="0" y="19"/>
                  </a:cubicBezTo>
                  <a:cubicBezTo>
                    <a:pt x="0" y="29"/>
                    <a:pt x="4" y="37"/>
                    <a:pt x="16" y="37"/>
                  </a:cubicBezTo>
                  <a:close/>
                  <a:moveTo>
                    <a:pt x="17" y="6"/>
                  </a:moveTo>
                  <a:cubicBezTo>
                    <a:pt x="19" y="6"/>
                    <a:pt x="21" y="7"/>
                    <a:pt x="21" y="10"/>
                  </a:cubicBezTo>
                  <a:cubicBezTo>
                    <a:pt x="21" y="14"/>
                    <a:pt x="17" y="16"/>
                    <a:pt x="11" y="16"/>
                  </a:cubicBezTo>
                  <a:cubicBezTo>
                    <a:pt x="10" y="16"/>
                    <a:pt x="9" y="16"/>
                    <a:pt x="8" y="16"/>
                  </a:cubicBezTo>
                  <a:cubicBezTo>
                    <a:pt x="9" y="11"/>
                    <a:pt x="11" y="6"/>
                    <a:pt x="17"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74"/>
            <p:cNvSpPr>
              <a:spLocks/>
            </p:cNvSpPr>
            <p:nvPr/>
          </p:nvSpPr>
          <p:spPr bwMode="auto">
            <a:xfrm>
              <a:off x="2843213" y="1371600"/>
              <a:ext cx="39688" cy="57150"/>
            </a:xfrm>
            <a:custGeom>
              <a:avLst/>
              <a:gdLst>
                <a:gd name="T0" fmla="*/ 25 w 26"/>
                <a:gd name="T1" fmla="*/ 11 h 37"/>
                <a:gd name="T2" fmla="*/ 25 w 26"/>
                <a:gd name="T3" fmla="*/ 2 h 37"/>
                <a:gd name="T4" fmla="*/ 15 w 26"/>
                <a:gd name="T5" fmla="*/ 0 h 37"/>
                <a:gd name="T6" fmla="*/ 0 w 26"/>
                <a:gd name="T7" fmla="*/ 11 h 37"/>
                <a:gd name="T8" fmla="*/ 11 w 26"/>
                <a:gd name="T9" fmla="*/ 21 h 37"/>
                <a:gd name="T10" fmla="*/ 18 w 26"/>
                <a:gd name="T11" fmla="*/ 27 h 37"/>
                <a:gd name="T12" fmla="*/ 12 w 26"/>
                <a:gd name="T13" fmla="*/ 31 h 37"/>
                <a:gd name="T14" fmla="*/ 8 w 26"/>
                <a:gd name="T15" fmla="*/ 31 h 37"/>
                <a:gd name="T16" fmla="*/ 6 w 26"/>
                <a:gd name="T17" fmla="*/ 29 h 37"/>
                <a:gd name="T18" fmla="*/ 6 w 26"/>
                <a:gd name="T19" fmla="*/ 25 h 37"/>
                <a:gd name="T20" fmla="*/ 0 w 26"/>
                <a:gd name="T21" fmla="*/ 26 h 37"/>
                <a:gd name="T22" fmla="*/ 0 w 26"/>
                <a:gd name="T23" fmla="*/ 35 h 37"/>
                <a:gd name="T24" fmla="*/ 12 w 26"/>
                <a:gd name="T25" fmla="*/ 37 h 37"/>
                <a:gd name="T26" fmla="*/ 26 w 26"/>
                <a:gd name="T27" fmla="*/ 26 h 37"/>
                <a:gd name="T28" fmla="*/ 16 w 26"/>
                <a:gd name="T29" fmla="*/ 15 h 37"/>
                <a:gd name="T30" fmla="*/ 9 w 26"/>
                <a:gd name="T31" fmla="*/ 10 h 37"/>
                <a:gd name="T32" fmla="*/ 14 w 26"/>
                <a:gd name="T33" fmla="*/ 6 h 37"/>
                <a:gd name="T34" fmla="*/ 18 w 26"/>
                <a:gd name="T35" fmla="*/ 6 h 37"/>
                <a:gd name="T36" fmla="*/ 19 w 26"/>
                <a:gd name="T37" fmla="*/ 8 h 37"/>
                <a:gd name="T38" fmla="*/ 19 w 26"/>
                <a:gd name="T39" fmla="*/ 11 h 37"/>
                <a:gd name="T40" fmla="*/ 25 w 26"/>
                <a:gd name="T41" fmla="*/ 1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 h="37">
                  <a:moveTo>
                    <a:pt x="25" y="11"/>
                  </a:moveTo>
                  <a:cubicBezTo>
                    <a:pt x="25" y="2"/>
                    <a:pt x="25" y="2"/>
                    <a:pt x="25" y="2"/>
                  </a:cubicBezTo>
                  <a:cubicBezTo>
                    <a:pt x="23" y="1"/>
                    <a:pt x="18" y="0"/>
                    <a:pt x="15" y="0"/>
                  </a:cubicBezTo>
                  <a:cubicBezTo>
                    <a:pt x="7" y="0"/>
                    <a:pt x="0" y="3"/>
                    <a:pt x="0" y="11"/>
                  </a:cubicBezTo>
                  <a:cubicBezTo>
                    <a:pt x="0" y="18"/>
                    <a:pt x="6" y="20"/>
                    <a:pt x="11" y="21"/>
                  </a:cubicBezTo>
                  <a:cubicBezTo>
                    <a:pt x="15" y="22"/>
                    <a:pt x="18" y="23"/>
                    <a:pt x="18" y="27"/>
                  </a:cubicBezTo>
                  <a:cubicBezTo>
                    <a:pt x="18" y="30"/>
                    <a:pt x="15" y="31"/>
                    <a:pt x="12" y="31"/>
                  </a:cubicBezTo>
                  <a:cubicBezTo>
                    <a:pt x="10" y="31"/>
                    <a:pt x="9" y="31"/>
                    <a:pt x="8" y="31"/>
                  </a:cubicBezTo>
                  <a:cubicBezTo>
                    <a:pt x="7" y="30"/>
                    <a:pt x="6" y="30"/>
                    <a:pt x="6" y="29"/>
                  </a:cubicBezTo>
                  <a:cubicBezTo>
                    <a:pt x="6" y="25"/>
                    <a:pt x="6" y="25"/>
                    <a:pt x="6" y="25"/>
                  </a:cubicBezTo>
                  <a:cubicBezTo>
                    <a:pt x="0" y="26"/>
                    <a:pt x="0" y="26"/>
                    <a:pt x="0" y="26"/>
                  </a:cubicBezTo>
                  <a:cubicBezTo>
                    <a:pt x="0" y="35"/>
                    <a:pt x="0" y="35"/>
                    <a:pt x="0" y="35"/>
                  </a:cubicBezTo>
                  <a:cubicBezTo>
                    <a:pt x="2" y="36"/>
                    <a:pt x="8" y="37"/>
                    <a:pt x="12" y="37"/>
                  </a:cubicBezTo>
                  <a:cubicBezTo>
                    <a:pt x="21" y="37"/>
                    <a:pt x="26" y="33"/>
                    <a:pt x="26" y="26"/>
                  </a:cubicBezTo>
                  <a:cubicBezTo>
                    <a:pt x="26" y="18"/>
                    <a:pt x="21" y="17"/>
                    <a:pt x="16" y="15"/>
                  </a:cubicBezTo>
                  <a:cubicBezTo>
                    <a:pt x="12" y="14"/>
                    <a:pt x="9" y="13"/>
                    <a:pt x="9" y="10"/>
                  </a:cubicBezTo>
                  <a:cubicBezTo>
                    <a:pt x="9" y="7"/>
                    <a:pt x="11" y="6"/>
                    <a:pt x="14" y="6"/>
                  </a:cubicBezTo>
                  <a:cubicBezTo>
                    <a:pt x="15" y="6"/>
                    <a:pt x="17" y="6"/>
                    <a:pt x="18" y="6"/>
                  </a:cubicBezTo>
                  <a:cubicBezTo>
                    <a:pt x="19" y="6"/>
                    <a:pt x="19" y="7"/>
                    <a:pt x="19" y="8"/>
                  </a:cubicBezTo>
                  <a:cubicBezTo>
                    <a:pt x="19" y="11"/>
                    <a:pt x="19" y="11"/>
                    <a:pt x="19" y="11"/>
                  </a:cubicBezTo>
                  <a:lnTo>
                    <a:pt x="25"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75"/>
            <p:cNvSpPr>
              <a:spLocks/>
            </p:cNvSpPr>
            <p:nvPr/>
          </p:nvSpPr>
          <p:spPr bwMode="auto">
            <a:xfrm>
              <a:off x="3846513" y="1570038"/>
              <a:ext cx="71438" cy="73025"/>
            </a:xfrm>
            <a:custGeom>
              <a:avLst/>
              <a:gdLst>
                <a:gd name="T0" fmla="*/ 2 w 46"/>
                <a:gd name="T1" fmla="*/ 42 h 47"/>
                <a:gd name="T2" fmla="*/ 0 w 46"/>
                <a:gd name="T3" fmla="*/ 42 h 47"/>
                <a:gd name="T4" fmla="*/ 0 w 46"/>
                <a:gd name="T5" fmla="*/ 47 h 47"/>
                <a:gd name="T6" fmla="*/ 16 w 46"/>
                <a:gd name="T7" fmla="*/ 47 h 47"/>
                <a:gd name="T8" fmla="*/ 16 w 46"/>
                <a:gd name="T9" fmla="*/ 42 h 47"/>
                <a:gd name="T10" fmla="*/ 13 w 46"/>
                <a:gd name="T11" fmla="*/ 41 h 47"/>
                <a:gd name="T12" fmla="*/ 13 w 46"/>
                <a:gd name="T13" fmla="*/ 26 h 47"/>
                <a:gd name="T14" fmla="*/ 33 w 46"/>
                <a:gd name="T15" fmla="*/ 26 h 47"/>
                <a:gd name="T16" fmla="*/ 33 w 46"/>
                <a:gd name="T17" fmla="*/ 39 h 47"/>
                <a:gd name="T18" fmla="*/ 31 w 46"/>
                <a:gd name="T19" fmla="*/ 42 h 47"/>
                <a:gd name="T20" fmla="*/ 29 w 46"/>
                <a:gd name="T21" fmla="*/ 42 h 47"/>
                <a:gd name="T22" fmla="*/ 29 w 46"/>
                <a:gd name="T23" fmla="*/ 47 h 47"/>
                <a:gd name="T24" fmla="*/ 45 w 46"/>
                <a:gd name="T25" fmla="*/ 47 h 47"/>
                <a:gd name="T26" fmla="*/ 45 w 46"/>
                <a:gd name="T27" fmla="*/ 42 h 47"/>
                <a:gd name="T28" fmla="*/ 42 w 46"/>
                <a:gd name="T29" fmla="*/ 41 h 47"/>
                <a:gd name="T30" fmla="*/ 42 w 46"/>
                <a:gd name="T31" fmla="*/ 8 h 47"/>
                <a:gd name="T32" fmla="*/ 43 w 46"/>
                <a:gd name="T33" fmla="*/ 6 h 47"/>
                <a:gd name="T34" fmla="*/ 46 w 46"/>
                <a:gd name="T35" fmla="*/ 6 h 47"/>
                <a:gd name="T36" fmla="*/ 46 w 46"/>
                <a:gd name="T37" fmla="*/ 0 h 47"/>
                <a:gd name="T38" fmla="*/ 29 w 46"/>
                <a:gd name="T39" fmla="*/ 0 h 47"/>
                <a:gd name="T40" fmla="*/ 29 w 46"/>
                <a:gd name="T41" fmla="*/ 6 h 47"/>
                <a:gd name="T42" fmla="*/ 33 w 46"/>
                <a:gd name="T43" fmla="*/ 6 h 47"/>
                <a:gd name="T44" fmla="*/ 33 w 46"/>
                <a:gd name="T45" fmla="*/ 20 h 47"/>
                <a:gd name="T46" fmla="*/ 13 w 46"/>
                <a:gd name="T47" fmla="*/ 20 h 47"/>
                <a:gd name="T48" fmla="*/ 13 w 46"/>
                <a:gd name="T49" fmla="*/ 8 h 47"/>
                <a:gd name="T50" fmla="*/ 14 w 46"/>
                <a:gd name="T51" fmla="*/ 6 h 47"/>
                <a:gd name="T52" fmla="*/ 17 w 46"/>
                <a:gd name="T53" fmla="*/ 6 h 47"/>
                <a:gd name="T54" fmla="*/ 17 w 46"/>
                <a:gd name="T55" fmla="*/ 0 h 47"/>
                <a:gd name="T56" fmla="*/ 0 w 46"/>
                <a:gd name="T57" fmla="*/ 0 h 47"/>
                <a:gd name="T58" fmla="*/ 0 w 46"/>
                <a:gd name="T59" fmla="*/ 6 h 47"/>
                <a:gd name="T60" fmla="*/ 4 w 46"/>
                <a:gd name="T61" fmla="*/ 6 h 47"/>
                <a:gd name="T62" fmla="*/ 4 w 46"/>
                <a:gd name="T63" fmla="*/ 39 h 47"/>
                <a:gd name="T64" fmla="*/ 2 w 46"/>
                <a:gd name="T65"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6" h="47">
                  <a:moveTo>
                    <a:pt x="2" y="42"/>
                  </a:moveTo>
                  <a:cubicBezTo>
                    <a:pt x="0" y="42"/>
                    <a:pt x="0" y="42"/>
                    <a:pt x="0" y="42"/>
                  </a:cubicBezTo>
                  <a:cubicBezTo>
                    <a:pt x="0" y="47"/>
                    <a:pt x="0" y="47"/>
                    <a:pt x="0" y="47"/>
                  </a:cubicBezTo>
                  <a:cubicBezTo>
                    <a:pt x="16" y="47"/>
                    <a:pt x="16" y="47"/>
                    <a:pt x="16" y="47"/>
                  </a:cubicBezTo>
                  <a:cubicBezTo>
                    <a:pt x="16" y="42"/>
                    <a:pt x="16" y="42"/>
                    <a:pt x="16" y="42"/>
                  </a:cubicBezTo>
                  <a:cubicBezTo>
                    <a:pt x="13" y="41"/>
                    <a:pt x="13" y="41"/>
                    <a:pt x="13" y="41"/>
                  </a:cubicBezTo>
                  <a:cubicBezTo>
                    <a:pt x="13" y="26"/>
                    <a:pt x="13" y="26"/>
                    <a:pt x="13" y="26"/>
                  </a:cubicBezTo>
                  <a:cubicBezTo>
                    <a:pt x="33" y="26"/>
                    <a:pt x="33" y="26"/>
                    <a:pt x="33" y="26"/>
                  </a:cubicBezTo>
                  <a:cubicBezTo>
                    <a:pt x="33" y="39"/>
                    <a:pt x="33" y="39"/>
                    <a:pt x="33" y="39"/>
                  </a:cubicBezTo>
                  <a:cubicBezTo>
                    <a:pt x="33" y="41"/>
                    <a:pt x="33" y="41"/>
                    <a:pt x="31" y="42"/>
                  </a:cubicBezTo>
                  <a:cubicBezTo>
                    <a:pt x="29" y="42"/>
                    <a:pt x="29" y="42"/>
                    <a:pt x="29" y="42"/>
                  </a:cubicBezTo>
                  <a:cubicBezTo>
                    <a:pt x="29" y="47"/>
                    <a:pt x="29" y="47"/>
                    <a:pt x="29" y="47"/>
                  </a:cubicBezTo>
                  <a:cubicBezTo>
                    <a:pt x="45" y="47"/>
                    <a:pt x="45" y="47"/>
                    <a:pt x="45" y="47"/>
                  </a:cubicBezTo>
                  <a:cubicBezTo>
                    <a:pt x="45" y="42"/>
                    <a:pt x="45" y="42"/>
                    <a:pt x="45" y="42"/>
                  </a:cubicBezTo>
                  <a:cubicBezTo>
                    <a:pt x="42" y="41"/>
                    <a:pt x="42" y="41"/>
                    <a:pt x="42" y="41"/>
                  </a:cubicBezTo>
                  <a:cubicBezTo>
                    <a:pt x="42" y="8"/>
                    <a:pt x="42" y="8"/>
                    <a:pt x="42" y="8"/>
                  </a:cubicBezTo>
                  <a:cubicBezTo>
                    <a:pt x="42" y="6"/>
                    <a:pt x="42" y="6"/>
                    <a:pt x="43" y="6"/>
                  </a:cubicBezTo>
                  <a:cubicBezTo>
                    <a:pt x="46" y="6"/>
                    <a:pt x="46" y="6"/>
                    <a:pt x="46" y="6"/>
                  </a:cubicBezTo>
                  <a:cubicBezTo>
                    <a:pt x="46" y="0"/>
                    <a:pt x="46" y="0"/>
                    <a:pt x="46" y="0"/>
                  </a:cubicBezTo>
                  <a:cubicBezTo>
                    <a:pt x="29" y="0"/>
                    <a:pt x="29" y="0"/>
                    <a:pt x="29" y="0"/>
                  </a:cubicBezTo>
                  <a:cubicBezTo>
                    <a:pt x="29" y="6"/>
                    <a:pt x="29" y="6"/>
                    <a:pt x="29" y="6"/>
                  </a:cubicBezTo>
                  <a:cubicBezTo>
                    <a:pt x="33" y="6"/>
                    <a:pt x="33" y="6"/>
                    <a:pt x="33" y="6"/>
                  </a:cubicBezTo>
                  <a:cubicBezTo>
                    <a:pt x="33" y="20"/>
                    <a:pt x="33" y="20"/>
                    <a:pt x="33" y="20"/>
                  </a:cubicBezTo>
                  <a:cubicBezTo>
                    <a:pt x="13" y="20"/>
                    <a:pt x="13" y="20"/>
                    <a:pt x="13" y="20"/>
                  </a:cubicBezTo>
                  <a:cubicBezTo>
                    <a:pt x="13" y="8"/>
                    <a:pt x="13" y="8"/>
                    <a:pt x="13" y="8"/>
                  </a:cubicBezTo>
                  <a:cubicBezTo>
                    <a:pt x="13" y="6"/>
                    <a:pt x="13" y="6"/>
                    <a:pt x="14" y="6"/>
                  </a:cubicBezTo>
                  <a:cubicBezTo>
                    <a:pt x="17" y="6"/>
                    <a:pt x="17" y="6"/>
                    <a:pt x="17" y="6"/>
                  </a:cubicBezTo>
                  <a:cubicBezTo>
                    <a:pt x="17" y="0"/>
                    <a:pt x="17" y="0"/>
                    <a:pt x="17" y="0"/>
                  </a:cubicBezTo>
                  <a:cubicBezTo>
                    <a:pt x="0" y="0"/>
                    <a:pt x="0" y="0"/>
                    <a:pt x="0" y="0"/>
                  </a:cubicBezTo>
                  <a:cubicBezTo>
                    <a:pt x="0" y="6"/>
                    <a:pt x="0" y="6"/>
                    <a:pt x="0" y="6"/>
                  </a:cubicBezTo>
                  <a:cubicBezTo>
                    <a:pt x="4" y="6"/>
                    <a:pt x="4" y="6"/>
                    <a:pt x="4" y="6"/>
                  </a:cubicBezTo>
                  <a:cubicBezTo>
                    <a:pt x="4" y="39"/>
                    <a:pt x="4" y="39"/>
                    <a:pt x="4" y="39"/>
                  </a:cubicBezTo>
                  <a:cubicBezTo>
                    <a:pt x="4" y="41"/>
                    <a:pt x="4" y="41"/>
                    <a:pt x="2"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76"/>
            <p:cNvSpPr>
              <a:spLocks noEditPoints="1"/>
            </p:cNvSpPr>
            <p:nvPr/>
          </p:nvSpPr>
          <p:spPr bwMode="auto">
            <a:xfrm>
              <a:off x="3924300" y="1587500"/>
              <a:ext cx="46038" cy="57150"/>
            </a:xfrm>
            <a:custGeom>
              <a:avLst/>
              <a:gdLst>
                <a:gd name="T0" fmla="*/ 0 w 29"/>
                <a:gd name="T1" fmla="*/ 19 h 37"/>
                <a:gd name="T2" fmla="*/ 17 w 29"/>
                <a:gd name="T3" fmla="*/ 37 h 37"/>
                <a:gd name="T4" fmla="*/ 29 w 29"/>
                <a:gd name="T5" fmla="*/ 34 h 37"/>
                <a:gd name="T6" fmla="*/ 26 w 29"/>
                <a:gd name="T7" fmla="*/ 28 h 37"/>
                <a:gd name="T8" fmla="*/ 18 w 29"/>
                <a:gd name="T9" fmla="*/ 31 h 37"/>
                <a:gd name="T10" fmla="*/ 9 w 29"/>
                <a:gd name="T11" fmla="*/ 22 h 37"/>
                <a:gd name="T12" fmla="*/ 29 w 29"/>
                <a:gd name="T13" fmla="*/ 10 h 37"/>
                <a:gd name="T14" fmla="*/ 18 w 29"/>
                <a:gd name="T15" fmla="*/ 0 h 37"/>
                <a:gd name="T16" fmla="*/ 0 w 29"/>
                <a:gd name="T17" fmla="*/ 19 h 37"/>
                <a:gd name="T18" fmla="*/ 17 w 29"/>
                <a:gd name="T19" fmla="*/ 6 h 37"/>
                <a:gd name="T20" fmla="*/ 22 w 29"/>
                <a:gd name="T21" fmla="*/ 10 h 37"/>
                <a:gd name="T22" fmla="*/ 12 w 29"/>
                <a:gd name="T23" fmla="*/ 16 h 37"/>
                <a:gd name="T24" fmla="*/ 9 w 29"/>
                <a:gd name="T25" fmla="*/ 16 h 37"/>
                <a:gd name="T26" fmla="*/ 17 w 29"/>
                <a:gd name="T27" fmla="*/ 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 h="37">
                  <a:moveTo>
                    <a:pt x="0" y="19"/>
                  </a:moveTo>
                  <a:cubicBezTo>
                    <a:pt x="0" y="29"/>
                    <a:pt x="5" y="37"/>
                    <a:pt x="17" y="37"/>
                  </a:cubicBezTo>
                  <a:cubicBezTo>
                    <a:pt x="23" y="37"/>
                    <a:pt x="28" y="34"/>
                    <a:pt x="29" y="34"/>
                  </a:cubicBezTo>
                  <a:cubicBezTo>
                    <a:pt x="26" y="28"/>
                    <a:pt x="26" y="28"/>
                    <a:pt x="26" y="28"/>
                  </a:cubicBezTo>
                  <a:cubicBezTo>
                    <a:pt x="25" y="29"/>
                    <a:pt x="22" y="31"/>
                    <a:pt x="18" y="31"/>
                  </a:cubicBezTo>
                  <a:cubicBezTo>
                    <a:pt x="11" y="31"/>
                    <a:pt x="9" y="27"/>
                    <a:pt x="9" y="22"/>
                  </a:cubicBezTo>
                  <a:cubicBezTo>
                    <a:pt x="21" y="22"/>
                    <a:pt x="29" y="20"/>
                    <a:pt x="29" y="10"/>
                  </a:cubicBezTo>
                  <a:cubicBezTo>
                    <a:pt x="29" y="3"/>
                    <a:pt x="25" y="0"/>
                    <a:pt x="18" y="0"/>
                  </a:cubicBezTo>
                  <a:cubicBezTo>
                    <a:pt x="6" y="0"/>
                    <a:pt x="0" y="8"/>
                    <a:pt x="0" y="19"/>
                  </a:cubicBezTo>
                  <a:close/>
                  <a:moveTo>
                    <a:pt x="17" y="6"/>
                  </a:moveTo>
                  <a:cubicBezTo>
                    <a:pt x="20" y="6"/>
                    <a:pt x="22" y="7"/>
                    <a:pt x="22" y="10"/>
                  </a:cubicBezTo>
                  <a:cubicBezTo>
                    <a:pt x="22" y="14"/>
                    <a:pt x="18" y="16"/>
                    <a:pt x="12" y="16"/>
                  </a:cubicBezTo>
                  <a:cubicBezTo>
                    <a:pt x="11" y="16"/>
                    <a:pt x="10" y="16"/>
                    <a:pt x="9" y="16"/>
                  </a:cubicBezTo>
                  <a:cubicBezTo>
                    <a:pt x="9" y="11"/>
                    <a:pt x="12" y="6"/>
                    <a:pt x="17"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77"/>
            <p:cNvSpPr>
              <a:spLocks noEditPoints="1"/>
            </p:cNvSpPr>
            <p:nvPr/>
          </p:nvSpPr>
          <p:spPr bwMode="auto">
            <a:xfrm>
              <a:off x="3978275" y="1587500"/>
              <a:ext cx="53975" cy="57150"/>
            </a:xfrm>
            <a:custGeom>
              <a:avLst/>
              <a:gdLst>
                <a:gd name="T0" fmla="*/ 14 w 35"/>
                <a:gd name="T1" fmla="*/ 37 h 37"/>
                <a:gd name="T2" fmla="*/ 24 w 35"/>
                <a:gd name="T3" fmla="*/ 32 h 37"/>
                <a:gd name="T4" fmla="*/ 24 w 35"/>
                <a:gd name="T5" fmla="*/ 33 h 37"/>
                <a:gd name="T6" fmla="*/ 25 w 35"/>
                <a:gd name="T7" fmla="*/ 36 h 37"/>
                <a:gd name="T8" fmla="*/ 35 w 35"/>
                <a:gd name="T9" fmla="*/ 36 h 37"/>
                <a:gd name="T10" fmla="*/ 35 w 35"/>
                <a:gd name="T11" fmla="*/ 31 h 37"/>
                <a:gd name="T12" fmla="*/ 33 w 35"/>
                <a:gd name="T13" fmla="*/ 31 h 37"/>
                <a:gd name="T14" fmla="*/ 32 w 35"/>
                <a:gd name="T15" fmla="*/ 29 h 37"/>
                <a:gd name="T16" fmla="*/ 32 w 35"/>
                <a:gd name="T17" fmla="*/ 2 h 37"/>
                <a:gd name="T18" fmla="*/ 19 w 35"/>
                <a:gd name="T19" fmla="*/ 0 h 37"/>
                <a:gd name="T20" fmla="*/ 0 w 35"/>
                <a:gd name="T21" fmla="*/ 20 h 37"/>
                <a:gd name="T22" fmla="*/ 14 w 35"/>
                <a:gd name="T23" fmla="*/ 37 h 37"/>
                <a:gd name="T24" fmla="*/ 18 w 35"/>
                <a:gd name="T25" fmla="*/ 6 h 37"/>
                <a:gd name="T26" fmla="*/ 23 w 35"/>
                <a:gd name="T27" fmla="*/ 7 h 37"/>
                <a:gd name="T28" fmla="*/ 23 w 35"/>
                <a:gd name="T29" fmla="*/ 24 h 37"/>
                <a:gd name="T30" fmla="*/ 16 w 35"/>
                <a:gd name="T31" fmla="*/ 31 h 37"/>
                <a:gd name="T32" fmla="*/ 9 w 35"/>
                <a:gd name="T33" fmla="*/ 20 h 37"/>
                <a:gd name="T34" fmla="*/ 18 w 35"/>
                <a:gd name="T35" fmla="*/ 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37">
                  <a:moveTo>
                    <a:pt x="14" y="37"/>
                  </a:moveTo>
                  <a:cubicBezTo>
                    <a:pt x="19" y="37"/>
                    <a:pt x="22" y="35"/>
                    <a:pt x="24" y="32"/>
                  </a:cubicBezTo>
                  <a:cubicBezTo>
                    <a:pt x="24" y="33"/>
                    <a:pt x="24" y="33"/>
                    <a:pt x="24" y="33"/>
                  </a:cubicBezTo>
                  <a:cubicBezTo>
                    <a:pt x="25" y="36"/>
                    <a:pt x="25" y="36"/>
                    <a:pt x="25" y="36"/>
                  </a:cubicBezTo>
                  <a:cubicBezTo>
                    <a:pt x="35" y="36"/>
                    <a:pt x="35" y="36"/>
                    <a:pt x="35" y="36"/>
                  </a:cubicBezTo>
                  <a:cubicBezTo>
                    <a:pt x="35" y="31"/>
                    <a:pt x="35" y="31"/>
                    <a:pt x="35" y="31"/>
                  </a:cubicBezTo>
                  <a:cubicBezTo>
                    <a:pt x="33" y="31"/>
                    <a:pt x="33" y="31"/>
                    <a:pt x="33" y="31"/>
                  </a:cubicBezTo>
                  <a:cubicBezTo>
                    <a:pt x="32" y="31"/>
                    <a:pt x="32" y="30"/>
                    <a:pt x="32" y="29"/>
                  </a:cubicBezTo>
                  <a:cubicBezTo>
                    <a:pt x="32" y="2"/>
                    <a:pt x="32" y="2"/>
                    <a:pt x="32" y="2"/>
                  </a:cubicBezTo>
                  <a:cubicBezTo>
                    <a:pt x="26" y="0"/>
                    <a:pt x="21" y="0"/>
                    <a:pt x="19" y="0"/>
                  </a:cubicBezTo>
                  <a:cubicBezTo>
                    <a:pt x="6" y="0"/>
                    <a:pt x="0" y="7"/>
                    <a:pt x="0" y="20"/>
                  </a:cubicBezTo>
                  <a:cubicBezTo>
                    <a:pt x="0" y="30"/>
                    <a:pt x="4" y="37"/>
                    <a:pt x="14" y="37"/>
                  </a:cubicBezTo>
                  <a:close/>
                  <a:moveTo>
                    <a:pt x="18" y="6"/>
                  </a:moveTo>
                  <a:cubicBezTo>
                    <a:pt x="20" y="6"/>
                    <a:pt x="22" y="6"/>
                    <a:pt x="23" y="7"/>
                  </a:cubicBezTo>
                  <a:cubicBezTo>
                    <a:pt x="23" y="24"/>
                    <a:pt x="23" y="24"/>
                    <a:pt x="23" y="24"/>
                  </a:cubicBezTo>
                  <a:cubicBezTo>
                    <a:pt x="23" y="28"/>
                    <a:pt x="21" y="31"/>
                    <a:pt x="16" y="31"/>
                  </a:cubicBezTo>
                  <a:cubicBezTo>
                    <a:pt x="10" y="31"/>
                    <a:pt x="9" y="25"/>
                    <a:pt x="9" y="20"/>
                  </a:cubicBezTo>
                  <a:cubicBezTo>
                    <a:pt x="9" y="12"/>
                    <a:pt x="11" y="6"/>
                    <a:pt x="18"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78"/>
            <p:cNvSpPr>
              <a:spLocks/>
            </p:cNvSpPr>
            <p:nvPr/>
          </p:nvSpPr>
          <p:spPr bwMode="auto">
            <a:xfrm>
              <a:off x="4038600" y="1587500"/>
              <a:ext cx="44450" cy="55563"/>
            </a:xfrm>
            <a:custGeom>
              <a:avLst/>
              <a:gdLst>
                <a:gd name="T0" fmla="*/ 0 w 29"/>
                <a:gd name="T1" fmla="*/ 1 h 36"/>
                <a:gd name="T2" fmla="*/ 0 w 29"/>
                <a:gd name="T3" fmla="*/ 6 h 36"/>
                <a:gd name="T4" fmla="*/ 3 w 29"/>
                <a:gd name="T5" fmla="*/ 6 h 36"/>
                <a:gd name="T6" fmla="*/ 4 w 29"/>
                <a:gd name="T7" fmla="*/ 8 h 36"/>
                <a:gd name="T8" fmla="*/ 4 w 29"/>
                <a:gd name="T9" fmla="*/ 29 h 36"/>
                <a:gd name="T10" fmla="*/ 3 w 29"/>
                <a:gd name="T11" fmla="*/ 31 h 36"/>
                <a:gd name="T12" fmla="*/ 1 w 29"/>
                <a:gd name="T13" fmla="*/ 31 h 36"/>
                <a:gd name="T14" fmla="*/ 1 w 29"/>
                <a:gd name="T15" fmla="*/ 36 h 36"/>
                <a:gd name="T16" fmla="*/ 18 w 29"/>
                <a:gd name="T17" fmla="*/ 36 h 36"/>
                <a:gd name="T18" fmla="*/ 18 w 29"/>
                <a:gd name="T19" fmla="*/ 31 h 36"/>
                <a:gd name="T20" fmla="*/ 13 w 29"/>
                <a:gd name="T21" fmla="*/ 31 h 36"/>
                <a:gd name="T22" fmla="*/ 13 w 29"/>
                <a:gd name="T23" fmla="*/ 14 h 36"/>
                <a:gd name="T24" fmla="*/ 19 w 29"/>
                <a:gd name="T25" fmla="*/ 7 h 36"/>
                <a:gd name="T26" fmla="*/ 21 w 29"/>
                <a:gd name="T27" fmla="*/ 7 h 36"/>
                <a:gd name="T28" fmla="*/ 22 w 29"/>
                <a:gd name="T29" fmla="*/ 9 h 36"/>
                <a:gd name="T30" fmla="*/ 22 w 29"/>
                <a:gd name="T31" fmla="*/ 13 h 36"/>
                <a:gd name="T32" fmla="*/ 29 w 29"/>
                <a:gd name="T33" fmla="*/ 13 h 36"/>
                <a:gd name="T34" fmla="*/ 29 w 29"/>
                <a:gd name="T35" fmla="*/ 1 h 36"/>
                <a:gd name="T36" fmla="*/ 22 w 29"/>
                <a:gd name="T37" fmla="*/ 0 h 36"/>
                <a:gd name="T38" fmla="*/ 12 w 29"/>
                <a:gd name="T39" fmla="*/ 6 h 36"/>
                <a:gd name="T40" fmla="*/ 12 w 29"/>
                <a:gd name="T41" fmla="*/ 6 h 36"/>
                <a:gd name="T42" fmla="*/ 12 w 29"/>
                <a:gd name="T43" fmla="*/ 1 h 36"/>
                <a:gd name="T44" fmla="*/ 0 w 29"/>
                <a:gd name="T45"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9" h="36">
                  <a:moveTo>
                    <a:pt x="0" y="1"/>
                  </a:moveTo>
                  <a:cubicBezTo>
                    <a:pt x="0" y="6"/>
                    <a:pt x="0" y="6"/>
                    <a:pt x="0" y="6"/>
                  </a:cubicBezTo>
                  <a:cubicBezTo>
                    <a:pt x="3" y="6"/>
                    <a:pt x="3" y="6"/>
                    <a:pt x="3" y="6"/>
                  </a:cubicBezTo>
                  <a:cubicBezTo>
                    <a:pt x="4" y="6"/>
                    <a:pt x="4" y="7"/>
                    <a:pt x="4" y="8"/>
                  </a:cubicBezTo>
                  <a:cubicBezTo>
                    <a:pt x="4" y="29"/>
                    <a:pt x="4" y="29"/>
                    <a:pt x="4" y="29"/>
                  </a:cubicBezTo>
                  <a:cubicBezTo>
                    <a:pt x="4" y="30"/>
                    <a:pt x="4" y="31"/>
                    <a:pt x="3" y="31"/>
                  </a:cubicBezTo>
                  <a:cubicBezTo>
                    <a:pt x="1" y="31"/>
                    <a:pt x="1" y="31"/>
                    <a:pt x="1" y="31"/>
                  </a:cubicBezTo>
                  <a:cubicBezTo>
                    <a:pt x="1" y="36"/>
                    <a:pt x="1" y="36"/>
                    <a:pt x="1" y="36"/>
                  </a:cubicBezTo>
                  <a:cubicBezTo>
                    <a:pt x="18" y="36"/>
                    <a:pt x="18" y="36"/>
                    <a:pt x="18" y="36"/>
                  </a:cubicBezTo>
                  <a:cubicBezTo>
                    <a:pt x="18" y="31"/>
                    <a:pt x="18" y="31"/>
                    <a:pt x="18" y="31"/>
                  </a:cubicBezTo>
                  <a:cubicBezTo>
                    <a:pt x="13" y="31"/>
                    <a:pt x="13" y="31"/>
                    <a:pt x="13" y="31"/>
                  </a:cubicBezTo>
                  <a:cubicBezTo>
                    <a:pt x="13" y="14"/>
                    <a:pt x="13" y="14"/>
                    <a:pt x="13" y="14"/>
                  </a:cubicBezTo>
                  <a:cubicBezTo>
                    <a:pt x="13" y="10"/>
                    <a:pt x="15" y="7"/>
                    <a:pt x="19" y="7"/>
                  </a:cubicBezTo>
                  <a:cubicBezTo>
                    <a:pt x="20" y="7"/>
                    <a:pt x="20" y="7"/>
                    <a:pt x="21" y="7"/>
                  </a:cubicBezTo>
                  <a:cubicBezTo>
                    <a:pt x="22" y="7"/>
                    <a:pt x="22" y="8"/>
                    <a:pt x="22" y="9"/>
                  </a:cubicBezTo>
                  <a:cubicBezTo>
                    <a:pt x="22" y="13"/>
                    <a:pt x="22" y="13"/>
                    <a:pt x="22" y="13"/>
                  </a:cubicBezTo>
                  <a:cubicBezTo>
                    <a:pt x="29" y="13"/>
                    <a:pt x="29" y="13"/>
                    <a:pt x="29" y="13"/>
                  </a:cubicBezTo>
                  <a:cubicBezTo>
                    <a:pt x="29" y="1"/>
                    <a:pt x="29" y="1"/>
                    <a:pt x="29" y="1"/>
                  </a:cubicBezTo>
                  <a:cubicBezTo>
                    <a:pt x="27" y="0"/>
                    <a:pt x="24" y="0"/>
                    <a:pt x="22" y="0"/>
                  </a:cubicBezTo>
                  <a:cubicBezTo>
                    <a:pt x="16" y="0"/>
                    <a:pt x="13" y="3"/>
                    <a:pt x="12" y="6"/>
                  </a:cubicBezTo>
                  <a:cubicBezTo>
                    <a:pt x="12" y="6"/>
                    <a:pt x="12" y="6"/>
                    <a:pt x="12" y="6"/>
                  </a:cubicBezTo>
                  <a:cubicBezTo>
                    <a:pt x="12" y="1"/>
                    <a:pt x="12" y="1"/>
                    <a:pt x="12" y="1"/>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Oval 79"/>
            <p:cNvSpPr>
              <a:spLocks noChangeArrowheads="1"/>
            </p:cNvSpPr>
            <p:nvPr/>
          </p:nvSpPr>
          <p:spPr bwMode="auto">
            <a:xfrm>
              <a:off x="4094163" y="1565275"/>
              <a:ext cx="15875" cy="142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80"/>
            <p:cNvSpPr>
              <a:spLocks/>
            </p:cNvSpPr>
            <p:nvPr/>
          </p:nvSpPr>
          <p:spPr bwMode="auto">
            <a:xfrm>
              <a:off x="4089400" y="1589088"/>
              <a:ext cx="25400" cy="53975"/>
            </a:xfrm>
            <a:custGeom>
              <a:avLst/>
              <a:gdLst>
                <a:gd name="T0" fmla="*/ 0 w 16"/>
                <a:gd name="T1" fmla="*/ 5 h 35"/>
                <a:gd name="T2" fmla="*/ 2 w 16"/>
                <a:gd name="T3" fmla="*/ 5 h 35"/>
                <a:gd name="T4" fmla="*/ 4 w 16"/>
                <a:gd name="T5" fmla="*/ 7 h 35"/>
                <a:gd name="T6" fmla="*/ 4 w 16"/>
                <a:gd name="T7" fmla="*/ 28 h 35"/>
                <a:gd name="T8" fmla="*/ 2 w 16"/>
                <a:gd name="T9" fmla="*/ 30 h 35"/>
                <a:gd name="T10" fmla="*/ 0 w 16"/>
                <a:gd name="T11" fmla="*/ 30 h 35"/>
                <a:gd name="T12" fmla="*/ 0 w 16"/>
                <a:gd name="T13" fmla="*/ 35 h 35"/>
                <a:gd name="T14" fmla="*/ 16 w 16"/>
                <a:gd name="T15" fmla="*/ 35 h 35"/>
                <a:gd name="T16" fmla="*/ 16 w 16"/>
                <a:gd name="T17" fmla="*/ 30 h 35"/>
                <a:gd name="T18" fmla="*/ 12 w 16"/>
                <a:gd name="T19" fmla="*/ 30 h 35"/>
                <a:gd name="T20" fmla="*/ 12 w 16"/>
                <a:gd name="T21" fmla="*/ 0 h 35"/>
                <a:gd name="T22" fmla="*/ 0 w 16"/>
                <a:gd name="T23" fmla="*/ 0 h 35"/>
                <a:gd name="T24" fmla="*/ 0 w 16"/>
                <a:gd name="T25" fmla="*/ 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35">
                  <a:moveTo>
                    <a:pt x="0" y="5"/>
                  </a:moveTo>
                  <a:cubicBezTo>
                    <a:pt x="2" y="5"/>
                    <a:pt x="2" y="5"/>
                    <a:pt x="2" y="5"/>
                  </a:cubicBezTo>
                  <a:cubicBezTo>
                    <a:pt x="4" y="5"/>
                    <a:pt x="4" y="6"/>
                    <a:pt x="4" y="7"/>
                  </a:cubicBezTo>
                  <a:cubicBezTo>
                    <a:pt x="4" y="28"/>
                    <a:pt x="4" y="28"/>
                    <a:pt x="4" y="28"/>
                  </a:cubicBezTo>
                  <a:cubicBezTo>
                    <a:pt x="4" y="29"/>
                    <a:pt x="4" y="30"/>
                    <a:pt x="2" y="30"/>
                  </a:cubicBezTo>
                  <a:cubicBezTo>
                    <a:pt x="0" y="30"/>
                    <a:pt x="0" y="30"/>
                    <a:pt x="0" y="30"/>
                  </a:cubicBezTo>
                  <a:cubicBezTo>
                    <a:pt x="0" y="35"/>
                    <a:pt x="0" y="35"/>
                    <a:pt x="0" y="35"/>
                  </a:cubicBezTo>
                  <a:cubicBezTo>
                    <a:pt x="16" y="35"/>
                    <a:pt x="16" y="35"/>
                    <a:pt x="16" y="35"/>
                  </a:cubicBezTo>
                  <a:cubicBezTo>
                    <a:pt x="16" y="30"/>
                    <a:pt x="16" y="30"/>
                    <a:pt x="16" y="30"/>
                  </a:cubicBezTo>
                  <a:cubicBezTo>
                    <a:pt x="12" y="30"/>
                    <a:pt x="12" y="30"/>
                    <a:pt x="12" y="30"/>
                  </a:cubicBezTo>
                  <a:cubicBezTo>
                    <a:pt x="12" y="0"/>
                    <a:pt x="12" y="0"/>
                    <a:pt x="12" y="0"/>
                  </a:cubicBezTo>
                  <a:cubicBezTo>
                    <a:pt x="0" y="0"/>
                    <a:pt x="0" y="0"/>
                    <a:pt x="0" y="0"/>
                  </a:cubicBez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81"/>
            <p:cNvSpPr>
              <a:spLocks/>
            </p:cNvSpPr>
            <p:nvPr/>
          </p:nvSpPr>
          <p:spPr bwMode="auto">
            <a:xfrm>
              <a:off x="4121150" y="1587500"/>
              <a:ext cx="58738" cy="55563"/>
            </a:xfrm>
            <a:custGeom>
              <a:avLst/>
              <a:gdLst>
                <a:gd name="T0" fmla="*/ 23 w 38"/>
                <a:gd name="T1" fmla="*/ 0 h 36"/>
                <a:gd name="T2" fmla="*/ 12 w 38"/>
                <a:gd name="T3" fmla="*/ 5 h 36"/>
                <a:gd name="T4" fmla="*/ 12 w 38"/>
                <a:gd name="T5" fmla="*/ 5 h 36"/>
                <a:gd name="T6" fmla="*/ 12 w 38"/>
                <a:gd name="T7" fmla="*/ 1 h 36"/>
                <a:gd name="T8" fmla="*/ 0 w 38"/>
                <a:gd name="T9" fmla="*/ 1 h 36"/>
                <a:gd name="T10" fmla="*/ 0 w 38"/>
                <a:gd name="T11" fmla="*/ 6 h 36"/>
                <a:gd name="T12" fmla="*/ 3 w 38"/>
                <a:gd name="T13" fmla="*/ 6 h 36"/>
                <a:gd name="T14" fmla="*/ 4 w 38"/>
                <a:gd name="T15" fmla="*/ 8 h 36"/>
                <a:gd name="T16" fmla="*/ 4 w 38"/>
                <a:gd name="T17" fmla="*/ 29 h 36"/>
                <a:gd name="T18" fmla="*/ 3 w 38"/>
                <a:gd name="T19" fmla="*/ 31 h 36"/>
                <a:gd name="T20" fmla="*/ 0 w 38"/>
                <a:gd name="T21" fmla="*/ 31 h 36"/>
                <a:gd name="T22" fmla="*/ 0 w 38"/>
                <a:gd name="T23" fmla="*/ 36 h 36"/>
                <a:gd name="T24" fmla="*/ 16 w 38"/>
                <a:gd name="T25" fmla="*/ 36 h 36"/>
                <a:gd name="T26" fmla="*/ 16 w 38"/>
                <a:gd name="T27" fmla="*/ 31 h 36"/>
                <a:gd name="T28" fmla="*/ 13 w 38"/>
                <a:gd name="T29" fmla="*/ 31 h 36"/>
                <a:gd name="T30" fmla="*/ 13 w 38"/>
                <a:gd name="T31" fmla="*/ 14 h 36"/>
                <a:gd name="T32" fmla="*/ 20 w 38"/>
                <a:gd name="T33" fmla="*/ 7 h 36"/>
                <a:gd name="T34" fmla="*/ 26 w 38"/>
                <a:gd name="T35" fmla="*/ 14 h 36"/>
                <a:gd name="T36" fmla="*/ 26 w 38"/>
                <a:gd name="T37" fmla="*/ 29 h 36"/>
                <a:gd name="T38" fmla="*/ 24 w 38"/>
                <a:gd name="T39" fmla="*/ 31 h 36"/>
                <a:gd name="T40" fmla="*/ 22 w 38"/>
                <a:gd name="T41" fmla="*/ 31 h 36"/>
                <a:gd name="T42" fmla="*/ 22 w 38"/>
                <a:gd name="T43" fmla="*/ 36 h 36"/>
                <a:gd name="T44" fmla="*/ 38 w 38"/>
                <a:gd name="T45" fmla="*/ 36 h 36"/>
                <a:gd name="T46" fmla="*/ 38 w 38"/>
                <a:gd name="T47" fmla="*/ 31 h 36"/>
                <a:gd name="T48" fmla="*/ 34 w 38"/>
                <a:gd name="T49" fmla="*/ 31 h 36"/>
                <a:gd name="T50" fmla="*/ 34 w 38"/>
                <a:gd name="T51" fmla="*/ 12 h 36"/>
                <a:gd name="T52" fmla="*/ 23 w 38"/>
                <a:gd name="T53"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 h="36">
                  <a:moveTo>
                    <a:pt x="23" y="0"/>
                  </a:moveTo>
                  <a:cubicBezTo>
                    <a:pt x="18" y="0"/>
                    <a:pt x="14" y="2"/>
                    <a:pt x="12" y="5"/>
                  </a:cubicBezTo>
                  <a:cubicBezTo>
                    <a:pt x="12" y="5"/>
                    <a:pt x="12" y="5"/>
                    <a:pt x="12" y="5"/>
                  </a:cubicBezTo>
                  <a:cubicBezTo>
                    <a:pt x="12" y="1"/>
                    <a:pt x="12" y="1"/>
                    <a:pt x="12" y="1"/>
                  </a:cubicBezTo>
                  <a:cubicBezTo>
                    <a:pt x="0" y="1"/>
                    <a:pt x="0" y="1"/>
                    <a:pt x="0" y="1"/>
                  </a:cubicBezTo>
                  <a:cubicBezTo>
                    <a:pt x="0" y="6"/>
                    <a:pt x="0" y="6"/>
                    <a:pt x="0" y="6"/>
                  </a:cubicBezTo>
                  <a:cubicBezTo>
                    <a:pt x="3" y="6"/>
                    <a:pt x="3" y="6"/>
                    <a:pt x="3" y="6"/>
                  </a:cubicBezTo>
                  <a:cubicBezTo>
                    <a:pt x="4" y="6"/>
                    <a:pt x="4" y="7"/>
                    <a:pt x="4" y="8"/>
                  </a:cubicBezTo>
                  <a:cubicBezTo>
                    <a:pt x="4" y="29"/>
                    <a:pt x="4" y="29"/>
                    <a:pt x="4" y="29"/>
                  </a:cubicBezTo>
                  <a:cubicBezTo>
                    <a:pt x="4" y="30"/>
                    <a:pt x="4" y="31"/>
                    <a:pt x="3" y="31"/>
                  </a:cubicBezTo>
                  <a:cubicBezTo>
                    <a:pt x="0" y="31"/>
                    <a:pt x="0" y="31"/>
                    <a:pt x="0" y="31"/>
                  </a:cubicBezTo>
                  <a:cubicBezTo>
                    <a:pt x="0" y="36"/>
                    <a:pt x="0" y="36"/>
                    <a:pt x="0" y="36"/>
                  </a:cubicBezTo>
                  <a:cubicBezTo>
                    <a:pt x="16" y="36"/>
                    <a:pt x="16" y="36"/>
                    <a:pt x="16" y="36"/>
                  </a:cubicBezTo>
                  <a:cubicBezTo>
                    <a:pt x="16" y="31"/>
                    <a:pt x="16" y="31"/>
                    <a:pt x="16" y="31"/>
                  </a:cubicBezTo>
                  <a:cubicBezTo>
                    <a:pt x="13" y="31"/>
                    <a:pt x="13" y="31"/>
                    <a:pt x="13" y="31"/>
                  </a:cubicBezTo>
                  <a:cubicBezTo>
                    <a:pt x="13" y="14"/>
                    <a:pt x="13" y="14"/>
                    <a:pt x="13" y="14"/>
                  </a:cubicBezTo>
                  <a:cubicBezTo>
                    <a:pt x="13" y="10"/>
                    <a:pt x="15" y="7"/>
                    <a:pt x="20" y="7"/>
                  </a:cubicBezTo>
                  <a:cubicBezTo>
                    <a:pt x="25" y="7"/>
                    <a:pt x="26" y="9"/>
                    <a:pt x="26" y="14"/>
                  </a:cubicBezTo>
                  <a:cubicBezTo>
                    <a:pt x="26" y="29"/>
                    <a:pt x="26" y="29"/>
                    <a:pt x="26" y="29"/>
                  </a:cubicBezTo>
                  <a:cubicBezTo>
                    <a:pt x="26" y="30"/>
                    <a:pt x="25" y="31"/>
                    <a:pt x="24" y="31"/>
                  </a:cubicBezTo>
                  <a:cubicBezTo>
                    <a:pt x="22" y="31"/>
                    <a:pt x="22" y="31"/>
                    <a:pt x="22" y="31"/>
                  </a:cubicBezTo>
                  <a:cubicBezTo>
                    <a:pt x="22" y="36"/>
                    <a:pt x="22" y="36"/>
                    <a:pt x="22" y="36"/>
                  </a:cubicBezTo>
                  <a:cubicBezTo>
                    <a:pt x="38" y="36"/>
                    <a:pt x="38" y="36"/>
                    <a:pt x="38" y="36"/>
                  </a:cubicBezTo>
                  <a:cubicBezTo>
                    <a:pt x="38" y="31"/>
                    <a:pt x="38" y="31"/>
                    <a:pt x="38" y="31"/>
                  </a:cubicBezTo>
                  <a:cubicBezTo>
                    <a:pt x="34" y="31"/>
                    <a:pt x="34" y="31"/>
                    <a:pt x="34" y="31"/>
                  </a:cubicBezTo>
                  <a:cubicBezTo>
                    <a:pt x="34" y="12"/>
                    <a:pt x="34" y="12"/>
                    <a:pt x="34" y="12"/>
                  </a:cubicBezTo>
                  <a:cubicBezTo>
                    <a:pt x="34" y="4"/>
                    <a:pt x="30" y="0"/>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82"/>
            <p:cNvSpPr>
              <a:spLocks noEditPoints="1"/>
            </p:cNvSpPr>
            <p:nvPr/>
          </p:nvSpPr>
          <p:spPr bwMode="auto">
            <a:xfrm>
              <a:off x="4186238" y="1587500"/>
              <a:ext cx="47625" cy="79375"/>
            </a:xfrm>
            <a:custGeom>
              <a:avLst/>
              <a:gdLst>
                <a:gd name="T0" fmla="*/ 14 w 31"/>
                <a:gd name="T1" fmla="*/ 35 h 51"/>
                <a:gd name="T2" fmla="*/ 23 w 31"/>
                <a:gd name="T3" fmla="*/ 31 h 51"/>
                <a:gd name="T4" fmla="*/ 23 w 31"/>
                <a:gd name="T5" fmla="*/ 34 h 51"/>
                <a:gd name="T6" fmla="*/ 15 w 31"/>
                <a:gd name="T7" fmla="*/ 45 h 51"/>
                <a:gd name="T8" fmla="*/ 10 w 31"/>
                <a:gd name="T9" fmla="*/ 45 h 51"/>
                <a:gd name="T10" fmla="*/ 9 w 31"/>
                <a:gd name="T11" fmla="*/ 42 h 51"/>
                <a:gd name="T12" fmla="*/ 9 w 31"/>
                <a:gd name="T13" fmla="*/ 39 h 51"/>
                <a:gd name="T14" fmla="*/ 2 w 31"/>
                <a:gd name="T15" fmla="*/ 39 h 51"/>
                <a:gd name="T16" fmla="*/ 2 w 31"/>
                <a:gd name="T17" fmla="*/ 49 h 51"/>
                <a:gd name="T18" fmla="*/ 15 w 31"/>
                <a:gd name="T19" fmla="*/ 51 h 51"/>
                <a:gd name="T20" fmla="*/ 31 w 31"/>
                <a:gd name="T21" fmla="*/ 33 h 51"/>
                <a:gd name="T22" fmla="*/ 31 w 31"/>
                <a:gd name="T23" fmla="*/ 2 h 51"/>
                <a:gd name="T24" fmla="*/ 18 w 31"/>
                <a:gd name="T25" fmla="*/ 0 h 51"/>
                <a:gd name="T26" fmla="*/ 0 w 31"/>
                <a:gd name="T27" fmla="*/ 18 h 51"/>
                <a:gd name="T28" fmla="*/ 14 w 31"/>
                <a:gd name="T29" fmla="*/ 35 h 51"/>
                <a:gd name="T30" fmla="*/ 17 w 31"/>
                <a:gd name="T31" fmla="*/ 6 h 51"/>
                <a:gd name="T32" fmla="*/ 23 w 31"/>
                <a:gd name="T33" fmla="*/ 7 h 51"/>
                <a:gd name="T34" fmla="*/ 23 w 31"/>
                <a:gd name="T35" fmla="*/ 22 h 51"/>
                <a:gd name="T36" fmla="*/ 16 w 31"/>
                <a:gd name="T37" fmla="*/ 29 h 51"/>
                <a:gd name="T38" fmla="*/ 9 w 31"/>
                <a:gd name="T39" fmla="*/ 18 h 51"/>
                <a:gd name="T40" fmla="*/ 17 w 31"/>
                <a:gd name="T41" fmla="*/ 6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1" h="51">
                  <a:moveTo>
                    <a:pt x="14" y="35"/>
                  </a:moveTo>
                  <a:cubicBezTo>
                    <a:pt x="18" y="35"/>
                    <a:pt x="21" y="34"/>
                    <a:pt x="23" y="31"/>
                  </a:cubicBezTo>
                  <a:cubicBezTo>
                    <a:pt x="23" y="34"/>
                    <a:pt x="23" y="34"/>
                    <a:pt x="23" y="34"/>
                  </a:cubicBezTo>
                  <a:cubicBezTo>
                    <a:pt x="23" y="42"/>
                    <a:pt x="21" y="45"/>
                    <a:pt x="15" y="45"/>
                  </a:cubicBezTo>
                  <a:cubicBezTo>
                    <a:pt x="13" y="45"/>
                    <a:pt x="12" y="45"/>
                    <a:pt x="10" y="45"/>
                  </a:cubicBezTo>
                  <a:cubicBezTo>
                    <a:pt x="9" y="44"/>
                    <a:pt x="9" y="44"/>
                    <a:pt x="9" y="42"/>
                  </a:cubicBezTo>
                  <a:cubicBezTo>
                    <a:pt x="9" y="39"/>
                    <a:pt x="9" y="39"/>
                    <a:pt x="9" y="39"/>
                  </a:cubicBezTo>
                  <a:cubicBezTo>
                    <a:pt x="2" y="39"/>
                    <a:pt x="2" y="39"/>
                    <a:pt x="2" y="39"/>
                  </a:cubicBezTo>
                  <a:cubicBezTo>
                    <a:pt x="2" y="49"/>
                    <a:pt x="2" y="49"/>
                    <a:pt x="2" y="49"/>
                  </a:cubicBezTo>
                  <a:cubicBezTo>
                    <a:pt x="5" y="51"/>
                    <a:pt x="11" y="51"/>
                    <a:pt x="15" y="51"/>
                  </a:cubicBezTo>
                  <a:cubicBezTo>
                    <a:pt x="30" y="51"/>
                    <a:pt x="31" y="41"/>
                    <a:pt x="31" y="33"/>
                  </a:cubicBezTo>
                  <a:cubicBezTo>
                    <a:pt x="31" y="2"/>
                    <a:pt x="31" y="2"/>
                    <a:pt x="31" y="2"/>
                  </a:cubicBezTo>
                  <a:cubicBezTo>
                    <a:pt x="27" y="0"/>
                    <a:pt x="21" y="0"/>
                    <a:pt x="18" y="0"/>
                  </a:cubicBezTo>
                  <a:cubicBezTo>
                    <a:pt x="7" y="0"/>
                    <a:pt x="0" y="6"/>
                    <a:pt x="0" y="18"/>
                  </a:cubicBezTo>
                  <a:cubicBezTo>
                    <a:pt x="0" y="29"/>
                    <a:pt x="5" y="35"/>
                    <a:pt x="14" y="35"/>
                  </a:cubicBezTo>
                  <a:close/>
                  <a:moveTo>
                    <a:pt x="17" y="6"/>
                  </a:moveTo>
                  <a:cubicBezTo>
                    <a:pt x="19" y="6"/>
                    <a:pt x="21" y="6"/>
                    <a:pt x="23" y="7"/>
                  </a:cubicBezTo>
                  <a:cubicBezTo>
                    <a:pt x="23" y="22"/>
                    <a:pt x="23" y="22"/>
                    <a:pt x="23" y="22"/>
                  </a:cubicBezTo>
                  <a:cubicBezTo>
                    <a:pt x="23" y="26"/>
                    <a:pt x="20" y="29"/>
                    <a:pt x="16" y="29"/>
                  </a:cubicBezTo>
                  <a:cubicBezTo>
                    <a:pt x="9" y="29"/>
                    <a:pt x="9" y="23"/>
                    <a:pt x="9" y="18"/>
                  </a:cubicBezTo>
                  <a:cubicBezTo>
                    <a:pt x="9" y="10"/>
                    <a:pt x="12" y="6"/>
                    <a:pt x="17"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83"/>
            <p:cNvSpPr>
              <a:spLocks noEditPoints="1"/>
            </p:cNvSpPr>
            <p:nvPr/>
          </p:nvSpPr>
          <p:spPr bwMode="auto">
            <a:xfrm>
              <a:off x="3846513" y="1701800"/>
              <a:ext cx="57150" cy="73025"/>
            </a:xfrm>
            <a:custGeom>
              <a:avLst/>
              <a:gdLst>
                <a:gd name="T0" fmla="*/ 2 w 37"/>
                <a:gd name="T1" fmla="*/ 42 h 47"/>
                <a:gd name="T2" fmla="*/ 0 w 37"/>
                <a:gd name="T3" fmla="*/ 42 h 47"/>
                <a:gd name="T4" fmla="*/ 0 w 37"/>
                <a:gd name="T5" fmla="*/ 47 h 47"/>
                <a:gd name="T6" fmla="*/ 19 w 37"/>
                <a:gd name="T7" fmla="*/ 47 h 47"/>
                <a:gd name="T8" fmla="*/ 19 w 37"/>
                <a:gd name="T9" fmla="*/ 42 h 47"/>
                <a:gd name="T10" fmla="*/ 13 w 37"/>
                <a:gd name="T11" fmla="*/ 41 h 47"/>
                <a:gd name="T12" fmla="*/ 13 w 37"/>
                <a:gd name="T13" fmla="*/ 31 h 47"/>
                <a:gd name="T14" fmla="*/ 19 w 37"/>
                <a:gd name="T15" fmla="*/ 31 h 47"/>
                <a:gd name="T16" fmla="*/ 37 w 37"/>
                <a:gd name="T17" fmla="*/ 15 h 47"/>
                <a:gd name="T18" fmla="*/ 20 w 37"/>
                <a:gd name="T19" fmla="*/ 0 h 47"/>
                <a:gd name="T20" fmla="*/ 0 w 37"/>
                <a:gd name="T21" fmla="*/ 0 h 47"/>
                <a:gd name="T22" fmla="*/ 0 w 37"/>
                <a:gd name="T23" fmla="*/ 6 h 47"/>
                <a:gd name="T24" fmla="*/ 4 w 37"/>
                <a:gd name="T25" fmla="*/ 6 h 47"/>
                <a:gd name="T26" fmla="*/ 4 w 37"/>
                <a:gd name="T27" fmla="*/ 40 h 47"/>
                <a:gd name="T28" fmla="*/ 2 w 37"/>
                <a:gd name="T29" fmla="*/ 42 h 47"/>
                <a:gd name="T30" fmla="*/ 13 w 37"/>
                <a:gd name="T31" fmla="*/ 6 h 47"/>
                <a:gd name="T32" fmla="*/ 17 w 37"/>
                <a:gd name="T33" fmla="*/ 6 h 47"/>
                <a:gd name="T34" fmla="*/ 28 w 37"/>
                <a:gd name="T35" fmla="*/ 15 h 47"/>
                <a:gd name="T36" fmla="*/ 18 w 37"/>
                <a:gd name="T37" fmla="*/ 24 h 47"/>
                <a:gd name="T38" fmla="*/ 13 w 37"/>
                <a:gd name="T39" fmla="*/ 24 h 47"/>
                <a:gd name="T40" fmla="*/ 13 w 37"/>
                <a:gd name="T41" fmla="*/ 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7" h="47">
                  <a:moveTo>
                    <a:pt x="2" y="42"/>
                  </a:moveTo>
                  <a:cubicBezTo>
                    <a:pt x="0" y="42"/>
                    <a:pt x="0" y="42"/>
                    <a:pt x="0" y="42"/>
                  </a:cubicBezTo>
                  <a:cubicBezTo>
                    <a:pt x="0" y="47"/>
                    <a:pt x="0" y="47"/>
                    <a:pt x="0" y="47"/>
                  </a:cubicBezTo>
                  <a:cubicBezTo>
                    <a:pt x="19" y="47"/>
                    <a:pt x="19" y="47"/>
                    <a:pt x="19" y="47"/>
                  </a:cubicBezTo>
                  <a:cubicBezTo>
                    <a:pt x="19" y="42"/>
                    <a:pt x="19" y="42"/>
                    <a:pt x="19" y="42"/>
                  </a:cubicBezTo>
                  <a:cubicBezTo>
                    <a:pt x="13" y="41"/>
                    <a:pt x="13" y="41"/>
                    <a:pt x="13" y="41"/>
                  </a:cubicBezTo>
                  <a:cubicBezTo>
                    <a:pt x="13" y="31"/>
                    <a:pt x="13" y="31"/>
                    <a:pt x="13" y="31"/>
                  </a:cubicBezTo>
                  <a:cubicBezTo>
                    <a:pt x="19" y="31"/>
                    <a:pt x="19" y="31"/>
                    <a:pt x="19" y="31"/>
                  </a:cubicBezTo>
                  <a:cubicBezTo>
                    <a:pt x="30" y="31"/>
                    <a:pt x="37" y="25"/>
                    <a:pt x="37" y="15"/>
                  </a:cubicBezTo>
                  <a:cubicBezTo>
                    <a:pt x="37" y="5"/>
                    <a:pt x="31" y="0"/>
                    <a:pt x="20" y="0"/>
                  </a:cubicBezTo>
                  <a:cubicBezTo>
                    <a:pt x="0" y="0"/>
                    <a:pt x="0" y="0"/>
                    <a:pt x="0" y="0"/>
                  </a:cubicBezTo>
                  <a:cubicBezTo>
                    <a:pt x="0" y="6"/>
                    <a:pt x="0" y="6"/>
                    <a:pt x="0" y="6"/>
                  </a:cubicBezTo>
                  <a:cubicBezTo>
                    <a:pt x="4" y="6"/>
                    <a:pt x="4" y="6"/>
                    <a:pt x="4" y="6"/>
                  </a:cubicBezTo>
                  <a:cubicBezTo>
                    <a:pt x="4" y="40"/>
                    <a:pt x="4" y="40"/>
                    <a:pt x="4" y="40"/>
                  </a:cubicBezTo>
                  <a:cubicBezTo>
                    <a:pt x="4" y="41"/>
                    <a:pt x="4" y="42"/>
                    <a:pt x="2" y="42"/>
                  </a:cubicBezTo>
                  <a:close/>
                  <a:moveTo>
                    <a:pt x="13" y="6"/>
                  </a:moveTo>
                  <a:cubicBezTo>
                    <a:pt x="17" y="6"/>
                    <a:pt x="17" y="6"/>
                    <a:pt x="17" y="6"/>
                  </a:cubicBezTo>
                  <a:cubicBezTo>
                    <a:pt x="24" y="6"/>
                    <a:pt x="28" y="8"/>
                    <a:pt x="28" y="15"/>
                  </a:cubicBezTo>
                  <a:cubicBezTo>
                    <a:pt x="28" y="22"/>
                    <a:pt x="24" y="24"/>
                    <a:pt x="18" y="24"/>
                  </a:cubicBezTo>
                  <a:cubicBezTo>
                    <a:pt x="13" y="24"/>
                    <a:pt x="13" y="24"/>
                    <a:pt x="13" y="24"/>
                  </a:cubicBezTo>
                  <a:lnTo>
                    <a:pt x="13"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84"/>
            <p:cNvSpPr>
              <a:spLocks/>
            </p:cNvSpPr>
            <p:nvPr/>
          </p:nvSpPr>
          <p:spPr bwMode="auto">
            <a:xfrm>
              <a:off x="3910013" y="1719263"/>
              <a:ext cx="44450" cy="55563"/>
            </a:xfrm>
            <a:custGeom>
              <a:avLst/>
              <a:gdLst>
                <a:gd name="T0" fmla="*/ 0 w 29"/>
                <a:gd name="T1" fmla="*/ 1 h 36"/>
                <a:gd name="T2" fmla="*/ 0 w 29"/>
                <a:gd name="T3" fmla="*/ 6 h 36"/>
                <a:gd name="T4" fmla="*/ 3 w 29"/>
                <a:gd name="T5" fmla="*/ 6 h 36"/>
                <a:gd name="T6" fmla="*/ 4 w 29"/>
                <a:gd name="T7" fmla="*/ 8 h 36"/>
                <a:gd name="T8" fmla="*/ 4 w 29"/>
                <a:gd name="T9" fmla="*/ 29 h 36"/>
                <a:gd name="T10" fmla="*/ 3 w 29"/>
                <a:gd name="T11" fmla="*/ 31 h 36"/>
                <a:gd name="T12" fmla="*/ 0 w 29"/>
                <a:gd name="T13" fmla="*/ 31 h 36"/>
                <a:gd name="T14" fmla="*/ 0 w 29"/>
                <a:gd name="T15" fmla="*/ 36 h 36"/>
                <a:gd name="T16" fmla="*/ 18 w 29"/>
                <a:gd name="T17" fmla="*/ 36 h 36"/>
                <a:gd name="T18" fmla="*/ 18 w 29"/>
                <a:gd name="T19" fmla="*/ 31 h 36"/>
                <a:gd name="T20" fmla="*/ 13 w 29"/>
                <a:gd name="T21" fmla="*/ 31 h 36"/>
                <a:gd name="T22" fmla="*/ 13 w 29"/>
                <a:gd name="T23" fmla="*/ 14 h 36"/>
                <a:gd name="T24" fmla="*/ 19 w 29"/>
                <a:gd name="T25" fmla="*/ 7 h 36"/>
                <a:gd name="T26" fmla="*/ 21 w 29"/>
                <a:gd name="T27" fmla="*/ 7 h 36"/>
                <a:gd name="T28" fmla="*/ 21 w 29"/>
                <a:gd name="T29" fmla="*/ 9 h 36"/>
                <a:gd name="T30" fmla="*/ 21 w 29"/>
                <a:gd name="T31" fmla="*/ 13 h 36"/>
                <a:gd name="T32" fmla="*/ 29 w 29"/>
                <a:gd name="T33" fmla="*/ 13 h 36"/>
                <a:gd name="T34" fmla="*/ 29 w 29"/>
                <a:gd name="T35" fmla="*/ 1 h 36"/>
                <a:gd name="T36" fmla="*/ 22 w 29"/>
                <a:gd name="T37" fmla="*/ 0 h 36"/>
                <a:gd name="T38" fmla="*/ 12 w 29"/>
                <a:gd name="T39" fmla="*/ 6 h 36"/>
                <a:gd name="T40" fmla="*/ 12 w 29"/>
                <a:gd name="T41" fmla="*/ 6 h 36"/>
                <a:gd name="T42" fmla="*/ 12 w 29"/>
                <a:gd name="T43" fmla="*/ 1 h 36"/>
                <a:gd name="T44" fmla="*/ 0 w 29"/>
                <a:gd name="T45"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9" h="36">
                  <a:moveTo>
                    <a:pt x="0" y="1"/>
                  </a:moveTo>
                  <a:cubicBezTo>
                    <a:pt x="0" y="6"/>
                    <a:pt x="0" y="6"/>
                    <a:pt x="0" y="6"/>
                  </a:cubicBezTo>
                  <a:cubicBezTo>
                    <a:pt x="3" y="6"/>
                    <a:pt x="3" y="6"/>
                    <a:pt x="3" y="6"/>
                  </a:cubicBezTo>
                  <a:cubicBezTo>
                    <a:pt x="4" y="6"/>
                    <a:pt x="4" y="7"/>
                    <a:pt x="4" y="8"/>
                  </a:cubicBezTo>
                  <a:cubicBezTo>
                    <a:pt x="4" y="29"/>
                    <a:pt x="4" y="29"/>
                    <a:pt x="4" y="29"/>
                  </a:cubicBezTo>
                  <a:cubicBezTo>
                    <a:pt x="4" y="30"/>
                    <a:pt x="4" y="31"/>
                    <a:pt x="3" y="31"/>
                  </a:cubicBezTo>
                  <a:cubicBezTo>
                    <a:pt x="0" y="31"/>
                    <a:pt x="0" y="31"/>
                    <a:pt x="0" y="31"/>
                  </a:cubicBezTo>
                  <a:cubicBezTo>
                    <a:pt x="0" y="36"/>
                    <a:pt x="0" y="36"/>
                    <a:pt x="0" y="36"/>
                  </a:cubicBezTo>
                  <a:cubicBezTo>
                    <a:pt x="18" y="36"/>
                    <a:pt x="18" y="36"/>
                    <a:pt x="18" y="36"/>
                  </a:cubicBezTo>
                  <a:cubicBezTo>
                    <a:pt x="18" y="31"/>
                    <a:pt x="18" y="31"/>
                    <a:pt x="18" y="31"/>
                  </a:cubicBezTo>
                  <a:cubicBezTo>
                    <a:pt x="13" y="31"/>
                    <a:pt x="13" y="31"/>
                    <a:pt x="13" y="31"/>
                  </a:cubicBezTo>
                  <a:cubicBezTo>
                    <a:pt x="13" y="14"/>
                    <a:pt x="13" y="14"/>
                    <a:pt x="13" y="14"/>
                  </a:cubicBezTo>
                  <a:cubicBezTo>
                    <a:pt x="13" y="10"/>
                    <a:pt x="15" y="7"/>
                    <a:pt x="19" y="7"/>
                  </a:cubicBezTo>
                  <a:cubicBezTo>
                    <a:pt x="20" y="7"/>
                    <a:pt x="20" y="7"/>
                    <a:pt x="21" y="7"/>
                  </a:cubicBezTo>
                  <a:cubicBezTo>
                    <a:pt x="21" y="7"/>
                    <a:pt x="21" y="8"/>
                    <a:pt x="21" y="9"/>
                  </a:cubicBezTo>
                  <a:cubicBezTo>
                    <a:pt x="21" y="13"/>
                    <a:pt x="21" y="13"/>
                    <a:pt x="21" y="13"/>
                  </a:cubicBezTo>
                  <a:cubicBezTo>
                    <a:pt x="29" y="13"/>
                    <a:pt x="29" y="13"/>
                    <a:pt x="29" y="13"/>
                  </a:cubicBezTo>
                  <a:cubicBezTo>
                    <a:pt x="29" y="1"/>
                    <a:pt x="29" y="1"/>
                    <a:pt x="29" y="1"/>
                  </a:cubicBezTo>
                  <a:cubicBezTo>
                    <a:pt x="27" y="0"/>
                    <a:pt x="24" y="0"/>
                    <a:pt x="22" y="0"/>
                  </a:cubicBezTo>
                  <a:cubicBezTo>
                    <a:pt x="16" y="0"/>
                    <a:pt x="13" y="3"/>
                    <a:pt x="12" y="6"/>
                  </a:cubicBezTo>
                  <a:cubicBezTo>
                    <a:pt x="12" y="6"/>
                    <a:pt x="12" y="6"/>
                    <a:pt x="12" y="6"/>
                  </a:cubicBezTo>
                  <a:cubicBezTo>
                    <a:pt x="12" y="1"/>
                    <a:pt x="12" y="1"/>
                    <a:pt x="12" y="1"/>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85"/>
            <p:cNvSpPr>
              <a:spLocks noEditPoints="1"/>
            </p:cNvSpPr>
            <p:nvPr/>
          </p:nvSpPr>
          <p:spPr bwMode="auto">
            <a:xfrm>
              <a:off x="3960813" y="1719263"/>
              <a:ext cx="49213" cy="57150"/>
            </a:xfrm>
            <a:custGeom>
              <a:avLst/>
              <a:gdLst>
                <a:gd name="T0" fmla="*/ 16 w 32"/>
                <a:gd name="T1" fmla="*/ 0 h 37"/>
                <a:gd name="T2" fmla="*/ 0 w 32"/>
                <a:gd name="T3" fmla="*/ 18 h 37"/>
                <a:gd name="T4" fmla="*/ 15 w 32"/>
                <a:gd name="T5" fmla="*/ 37 h 37"/>
                <a:gd name="T6" fmla="*/ 32 w 32"/>
                <a:gd name="T7" fmla="*/ 18 h 37"/>
                <a:gd name="T8" fmla="*/ 16 w 32"/>
                <a:gd name="T9" fmla="*/ 0 h 37"/>
                <a:gd name="T10" fmla="*/ 16 w 32"/>
                <a:gd name="T11" fmla="*/ 31 h 37"/>
                <a:gd name="T12" fmla="*/ 8 w 32"/>
                <a:gd name="T13" fmla="*/ 17 h 37"/>
                <a:gd name="T14" fmla="*/ 16 w 32"/>
                <a:gd name="T15" fmla="*/ 6 h 37"/>
                <a:gd name="T16" fmla="*/ 23 w 32"/>
                <a:gd name="T17" fmla="*/ 19 h 37"/>
                <a:gd name="T18" fmla="*/ 16 w 32"/>
                <a:gd name="T19" fmla="*/ 3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37">
                  <a:moveTo>
                    <a:pt x="16" y="0"/>
                  </a:moveTo>
                  <a:cubicBezTo>
                    <a:pt x="9" y="0"/>
                    <a:pt x="0" y="3"/>
                    <a:pt x="0" y="18"/>
                  </a:cubicBezTo>
                  <a:cubicBezTo>
                    <a:pt x="0" y="31"/>
                    <a:pt x="5" y="37"/>
                    <a:pt x="15" y="37"/>
                  </a:cubicBezTo>
                  <a:cubicBezTo>
                    <a:pt x="25" y="37"/>
                    <a:pt x="32" y="31"/>
                    <a:pt x="32" y="18"/>
                  </a:cubicBezTo>
                  <a:cubicBezTo>
                    <a:pt x="32" y="1"/>
                    <a:pt x="22" y="0"/>
                    <a:pt x="16" y="0"/>
                  </a:cubicBezTo>
                  <a:close/>
                  <a:moveTo>
                    <a:pt x="16" y="31"/>
                  </a:moveTo>
                  <a:cubicBezTo>
                    <a:pt x="9" y="31"/>
                    <a:pt x="8" y="24"/>
                    <a:pt x="8" y="17"/>
                  </a:cubicBezTo>
                  <a:cubicBezTo>
                    <a:pt x="8" y="11"/>
                    <a:pt x="10" y="6"/>
                    <a:pt x="16" y="6"/>
                  </a:cubicBezTo>
                  <a:cubicBezTo>
                    <a:pt x="21" y="6"/>
                    <a:pt x="23" y="11"/>
                    <a:pt x="23" y="19"/>
                  </a:cubicBezTo>
                  <a:cubicBezTo>
                    <a:pt x="23" y="26"/>
                    <a:pt x="21" y="31"/>
                    <a:pt x="16"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86"/>
            <p:cNvSpPr>
              <a:spLocks/>
            </p:cNvSpPr>
            <p:nvPr/>
          </p:nvSpPr>
          <p:spPr bwMode="auto">
            <a:xfrm>
              <a:off x="4016375" y="1708150"/>
              <a:ext cx="38100" cy="68263"/>
            </a:xfrm>
            <a:custGeom>
              <a:avLst/>
              <a:gdLst>
                <a:gd name="T0" fmla="*/ 8 w 24"/>
                <a:gd name="T1" fmla="*/ 0 h 44"/>
                <a:gd name="T2" fmla="*/ 0 w 24"/>
                <a:gd name="T3" fmla="*/ 8 h 44"/>
                <a:gd name="T4" fmla="*/ 0 w 24"/>
                <a:gd name="T5" fmla="*/ 14 h 44"/>
                <a:gd name="T6" fmla="*/ 4 w 24"/>
                <a:gd name="T7" fmla="*/ 14 h 44"/>
                <a:gd name="T8" fmla="*/ 4 w 24"/>
                <a:gd name="T9" fmla="*/ 32 h 44"/>
                <a:gd name="T10" fmla="*/ 15 w 24"/>
                <a:gd name="T11" fmla="*/ 44 h 44"/>
                <a:gd name="T12" fmla="*/ 24 w 24"/>
                <a:gd name="T13" fmla="*/ 42 h 44"/>
                <a:gd name="T14" fmla="*/ 22 w 24"/>
                <a:gd name="T15" fmla="*/ 36 h 44"/>
                <a:gd name="T16" fmla="*/ 17 w 24"/>
                <a:gd name="T17" fmla="*/ 38 h 44"/>
                <a:gd name="T18" fmla="*/ 13 w 24"/>
                <a:gd name="T19" fmla="*/ 32 h 44"/>
                <a:gd name="T20" fmla="*/ 13 w 24"/>
                <a:gd name="T21" fmla="*/ 14 h 44"/>
                <a:gd name="T22" fmla="*/ 22 w 24"/>
                <a:gd name="T23" fmla="*/ 14 h 44"/>
                <a:gd name="T24" fmla="*/ 22 w 24"/>
                <a:gd name="T25" fmla="*/ 8 h 44"/>
                <a:gd name="T26" fmla="*/ 13 w 24"/>
                <a:gd name="T27" fmla="*/ 8 h 44"/>
                <a:gd name="T28" fmla="*/ 13 w 24"/>
                <a:gd name="T29" fmla="*/ 0 h 44"/>
                <a:gd name="T30" fmla="*/ 8 w 24"/>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 h="44">
                  <a:moveTo>
                    <a:pt x="8" y="0"/>
                  </a:moveTo>
                  <a:cubicBezTo>
                    <a:pt x="7" y="4"/>
                    <a:pt x="5" y="7"/>
                    <a:pt x="0" y="8"/>
                  </a:cubicBezTo>
                  <a:cubicBezTo>
                    <a:pt x="0" y="14"/>
                    <a:pt x="0" y="14"/>
                    <a:pt x="0" y="14"/>
                  </a:cubicBezTo>
                  <a:cubicBezTo>
                    <a:pt x="4" y="14"/>
                    <a:pt x="4" y="14"/>
                    <a:pt x="4" y="14"/>
                  </a:cubicBezTo>
                  <a:cubicBezTo>
                    <a:pt x="4" y="32"/>
                    <a:pt x="4" y="32"/>
                    <a:pt x="4" y="32"/>
                  </a:cubicBezTo>
                  <a:cubicBezTo>
                    <a:pt x="4" y="38"/>
                    <a:pt x="5" y="44"/>
                    <a:pt x="15" y="44"/>
                  </a:cubicBezTo>
                  <a:cubicBezTo>
                    <a:pt x="19" y="44"/>
                    <a:pt x="22" y="43"/>
                    <a:pt x="24" y="42"/>
                  </a:cubicBezTo>
                  <a:cubicBezTo>
                    <a:pt x="22" y="36"/>
                    <a:pt x="22" y="36"/>
                    <a:pt x="22" y="36"/>
                  </a:cubicBezTo>
                  <a:cubicBezTo>
                    <a:pt x="21" y="37"/>
                    <a:pt x="19" y="38"/>
                    <a:pt x="17" y="38"/>
                  </a:cubicBezTo>
                  <a:cubicBezTo>
                    <a:pt x="14" y="38"/>
                    <a:pt x="13" y="36"/>
                    <a:pt x="13" y="32"/>
                  </a:cubicBezTo>
                  <a:cubicBezTo>
                    <a:pt x="13" y="14"/>
                    <a:pt x="13" y="14"/>
                    <a:pt x="13" y="14"/>
                  </a:cubicBezTo>
                  <a:cubicBezTo>
                    <a:pt x="22" y="14"/>
                    <a:pt x="22" y="14"/>
                    <a:pt x="22" y="14"/>
                  </a:cubicBezTo>
                  <a:cubicBezTo>
                    <a:pt x="22" y="8"/>
                    <a:pt x="22" y="8"/>
                    <a:pt x="22" y="8"/>
                  </a:cubicBezTo>
                  <a:cubicBezTo>
                    <a:pt x="13" y="8"/>
                    <a:pt x="13" y="8"/>
                    <a:pt x="13" y="8"/>
                  </a:cubicBezTo>
                  <a:cubicBezTo>
                    <a:pt x="13" y="0"/>
                    <a:pt x="13" y="0"/>
                    <a:pt x="13" y="0"/>
                  </a:cubicBezTo>
                  <a:lnTo>
                    <a:pt x="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87"/>
            <p:cNvSpPr>
              <a:spLocks noEditPoints="1"/>
            </p:cNvSpPr>
            <p:nvPr/>
          </p:nvSpPr>
          <p:spPr bwMode="auto">
            <a:xfrm>
              <a:off x="4057650" y="1719263"/>
              <a:ext cx="44450" cy="57150"/>
            </a:xfrm>
            <a:custGeom>
              <a:avLst/>
              <a:gdLst>
                <a:gd name="T0" fmla="*/ 0 w 29"/>
                <a:gd name="T1" fmla="*/ 19 h 37"/>
                <a:gd name="T2" fmla="*/ 17 w 29"/>
                <a:gd name="T3" fmla="*/ 37 h 37"/>
                <a:gd name="T4" fmla="*/ 29 w 29"/>
                <a:gd name="T5" fmla="*/ 34 h 37"/>
                <a:gd name="T6" fmla="*/ 27 w 29"/>
                <a:gd name="T7" fmla="*/ 28 h 37"/>
                <a:gd name="T8" fmla="*/ 18 w 29"/>
                <a:gd name="T9" fmla="*/ 31 h 37"/>
                <a:gd name="T10" fmla="*/ 9 w 29"/>
                <a:gd name="T11" fmla="*/ 22 h 37"/>
                <a:gd name="T12" fmla="*/ 29 w 29"/>
                <a:gd name="T13" fmla="*/ 10 h 37"/>
                <a:gd name="T14" fmla="*/ 18 w 29"/>
                <a:gd name="T15" fmla="*/ 0 h 37"/>
                <a:gd name="T16" fmla="*/ 0 w 29"/>
                <a:gd name="T17" fmla="*/ 19 h 37"/>
                <a:gd name="T18" fmla="*/ 22 w 29"/>
                <a:gd name="T19" fmla="*/ 10 h 37"/>
                <a:gd name="T20" fmla="*/ 12 w 29"/>
                <a:gd name="T21" fmla="*/ 16 h 37"/>
                <a:gd name="T22" fmla="*/ 9 w 29"/>
                <a:gd name="T23" fmla="*/ 16 h 37"/>
                <a:gd name="T24" fmla="*/ 17 w 29"/>
                <a:gd name="T25" fmla="*/ 6 h 37"/>
                <a:gd name="T26" fmla="*/ 22 w 29"/>
                <a:gd name="T27" fmla="*/ 1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 h="37">
                  <a:moveTo>
                    <a:pt x="0" y="19"/>
                  </a:moveTo>
                  <a:cubicBezTo>
                    <a:pt x="0" y="29"/>
                    <a:pt x="5" y="37"/>
                    <a:pt x="17" y="37"/>
                  </a:cubicBezTo>
                  <a:cubicBezTo>
                    <a:pt x="23" y="37"/>
                    <a:pt x="28" y="35"/>
                    <a:pt x="29" y="34"/>
                  </a:cubicBezTo>
                  <a:cubicBezTo>
                    <a:pt x="27" y="28"/>
                    <a:pt x="27" y="28"/>
                    <a:pt x="27" y="28"/>
                  </a:cubicBezTo>
                  <a:cubicBezTo>
                    <a:pt x="25" y="29"/>
                    <a:pt x="22" y="31"/>
                    <a:pt x="18" y="31"/>
                  </a:cubicBezTo>
                  <a:cubicBezTo>
                    <a:pt x="11" y="31"/>
                    <a:pt x="9" y="27"/>
                    <a:pt x="9" y="22"/>
                  </a:cubicBezTo>
                  <a:cubicBezTo>
                    <a:pt x="21" y="22"/>
                    <a:pt x="29" y="20"/>
                    <a:pt x="29" y="10"/>
                  </a:cubicBezTo>
                  <a:cubicBezTo>
                    <a:pt x="29" y="3"/>
                    <a:pt x="25" y="0"/>
                    <a:pt x="18" y="0"/>
                  </a:cubicBezTo>
                  <a:cubicBezTo>
                    <a:pt x="6" y="0"/>
                    <a:pt x="0" y="8"/>
                    <a:pt x="0" y="19"/>
                  </a:cubicBezTo>
                  <a:close/>
                  <a:moveTo>
                    <a:pt x="22" y="10"/>
                  </a:moveTo>
                  <a:cubicBezTo>
                    <a:pt x="22" y="14"/>
                    <a:pt x="18" y="16"/>
                    <a:pt x="12" y="16"/>
                  </a:cubicBezTo>
                  <a:cubicBezTo>
                    <a:pt x="11" y="16"/>
                    <a:pt x="10" y="16"/>
                    <a:pt x="9" y="16"/>
                  </a:cubicBezTo>
                  <a:cubicBezTo>
                    <a:pt x="9" y="11"/>
                    <a:pt x="12" y="6"/>
                    <a:pt x="17" y="6"/>
                  </a:cubicBezTo>
                  <a:cubicBezTo>
                    <a:pt x="20" y="6"/>
                    <a:pt x="22" y="7"/>
                    <a:pt x="22"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88"/>
            <p:cNvSpPr>
              <a:spLocks/>
            </p:cNvSpPr>
            <p:nvPr/>
          </p:nvSpPr>
          <p:spPr bwMode="auto">
            <a:xfrm>
              <a:off x="4110038" y="1719263"/>
              <a:ext cx="44450" cy="57150"/>
            </a:xfrm>
            <a:custGeom>
              <a:avLst/>
              <a:gdLst>
                <a:gd name="T0" fmla="*/ 28 w 29"/>
                <a:gd name="T1" fmla="*/ 12 h 37"/>
                <a:gd name="T2" fmla="*/ 28 w 29"/>
                <a:gd name="T3" fmla="*/ 2 h 37"/>
                <a:gd name="T4" fmla="*/ 17 w 29"/>
                <a:gd name="T5" fmla="*/ 0 h 37"/>
                <a:gd name="T6" fmla="*/ 0 w 29"/>
                <a:gd name="T7" fmla="*/ 19 h 37"/>
                <a:gd name="T8" fmla="*/ 16 w 29"/>
                <a:gd name="T9" fmla="*/ 37 h 37"/>
                <a:gd name="T10" fmla="*/ 29 w 29"/>
                <a:gd name="T11" fmla="*/ 33 h 37"/>
                <a:gd name="T12" fmla="*/ 26 w 29"/>
                <a:gd name="T13" fmla="*/ 27 h 37"/>
                <a:gd name="T14" fmla="*/ 17 w 29"/>
                <a:gd name="T15" fmla="*/ 30 h 37"/>
                <a:gd name="T16" fmla="*/ 8 w 29"/>
                <a:gd name="T17" fmla="*/ 18 h 37"/>
                <a:gd name="T18" fmla="*/ 17 w 29"/>
                <a:gd name="T19" fmla="*/ 6 h 37"/>
                <a:gd name="T20" fmla="*/ 20 w 29"/>
                <a:gd name="T21" fmla="*/ 7 h 37"/>
                <a:gd name="T22" fmla="*/ 21 w 29"/>
                <a:gd name="T23" fmla="*/ 9 h 37"/>
                <a:gd name="T24" fmla="*/ 21 w 29"/>
                <a:gd name="T25" fmla="*/ 13 h 37"/>
                <a:gd name="T26" fmla="*/ 28 w 29"/>
                <a:gd name="T27" fmla="*/ 1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 h="37">
                  <a:moveTo>
                    <a:pt x="28" y="12"/>
                  </a:moveTo>
                  <a:cubicBezTo>
                    <a:pt x="28" y="2"/>
                    <a:pt x="28" y="2"/>
                    <a:pt x="28" y="2"/>
                  </a:cubicBezTo>
                  <a:cubicBezTo>
                    <a:pt x="25" y="1"/>
                    <a:pt x="21" y="0"/>
                    <a:pt x="17" y="0"/>
                  </a:cubicBezTo>
                  <a:cubicBezTo>
                    <a:pt x="9" y="0"/>
                    <a:pt x="0" y="4"/>
                    <a:pt x="0" y="19"/>
                  </a:cubicBezTo>
                  <a:cubicBezTo>
                    <a:pt x="0" y="31"/>
                    <a:pt x="6" y="37"/>
                    <a:pt x="16" y="37"/>
                  </a:cubicBezTo>
                  <a:cubicBezTo>
                    <a:pt x="22" y="37"/>
                    <a:pt x="26" y="35"/>
                    <a:pt x="29" y="33"/>
                  </a:cubicBezTo>
                  <a:cubicBezTo>
                    <a:pt x="26" y="27"/>
                    <a:pt x="26" y="27"/>
                    <a:pt x="26" y="27"/>
                  </a:cubicBezTo>
                  <a:cubicBezTo>
                    <a:pt x="23" y="29"/>
                    <a:pt x="20" y="30"/>
                    <a:pt x="17" y="30"/>
                  </a:cubicBezTo>
                  <a:cubicBezTo>
                    <a:pt x="11" y="30"/>
                    <a:pt x="8" y="25"/>
                    <a:pt x="8" y="18"/>
                  </a:cubicBezTo>
                  <a:cubicBezTo>
                    <a:pt x="8" y="10"/>
                    <a:pt x="12" y="6"/>
                    <a:pt x="17" y="6"/>
                  </a:cubicBezTo>
                  <a:cubicBezTo>
                    <a:pt x="18" y="6"/>
                    <a:pt x="19" y="6"/>
                    <a:pt x="20" y="7"/>
                  </a:cubicBezTo>
                  <a:cubicBezTo>
                    <a:pt x="21" y="7"/>
                    <a:pt x="21" y="8"/>
                    <a:pt x="21" y="9"/>
                  </a:cubicBezTo>
                  <a:cubicBezTo>
                    <a:pt x="21" y="13"/>
                    <a:pt x="21" y="13"/>
                    <a:pt x="21" y="13"/>
                  </a:cubicBezTo>
                  <a:lnTo>
                    <a:pt x="2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89"/>
            <p:cNvSpPr>
              <a:spLocks/>
            </p:cNvSpPr>
            <p:nvPr/>
          </p:nvSpPr>
          <p:spPr bwMode="auto">
            <a:xfrm>
              <a:off x="4159250" y="1708150"/>
              <a:ext cx="36513" cy="68263"/>
            </a:xfrm>
            <a:custGeom>
              <a:avLst/>
              <a:gdLst>
                <a:gd name="T0" fmla="*/ 8 w 24"/>
                <a:gd name="T1" fmla="*/ 0 h 44"/>
                <a:gd name="T2" fmla="*/ 0 w 24"/>
                <a:gd name="T3" fmla="*/ 8 h 44"/>
                <a:gd name="T4" fmla="*/ 0 w 24"/>
                <a:gd name="T5" fmla="*/ 14 h 44"/>
                <a:gd name="T6" fmla="*/ 5 w 24"/>
                <a:gd name="T7" fmla="*/ 14 h 44"/>
                <a:gd name="T8" fmla="*/ 5 w 24"/>
                <a:gd name="T9" fmla="*/ 32 h 44"/>
                <a:gd name="T10" fmla="*/ 16 w 24"/>
                <a:gd name="T11" fmla="*/ 44 h 44"/>
                <a:gd name="T12" fmla="*/ 24 w 24"/>
                <a:gd name="T13" fmla="*/ 42 h 44"/>
                <a:gd name="T14" fmla="*/ 23 w 24"/>
                <a:gd name="T15" fmla="*/ 36 h 44"/>
                <a:gd name="T16" fmla="*/ 18 w 24"/>
                <a:gd name="T17" fmla="*/ 38 h 44"/>
                <a:gd name="T18" fmla="*/ 13 w 24"/>
                <a:gd name="T19" fmla="*/ 32 h 44"/>
                <a:gd name="T20" fmla="*/ 13 w 24"/>
                <a:gd name="T21" fmla="*/ 14 h 44"/>
                <a:gd name="T22" fmla="*/ 22 w 24"/>
                <a:gd name="T23" fmla="*/ 14 h 44"/>
                <a:gd name="T24" fmla="*/ 22 w 24"/>
                <a:gd name="T25" fmla="*/ 8 h 44"/>
                <a:gd name="T26" fmla="*/ 13 w 24"/>
                <a:gd name="T27" fmla="*/ 8 h 44"/>
                <a:gd name="T28" fmla="*/ 13 w 24"/>
                <a:gd name="T29" fmla="*/ 0 h 44"/>
                <a:gd name="T30" fmla="*/ 8 w 24"/>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 h="44">
                  <a:moveTo>
                    <a:pt x="8" y="0"/>
                  </a:moveTo>
                  <a:cubicBezTo>
                    <a:pt x="7" y="4"/>
                    <a:pt x="5" y="7"/>
                    <a:pt x="0" y="8"/>
                  </a:cubicBezTo>
                  <a:cubicBezTo>
                    <a:pt x="0" y="14"/>
                    <a:pt x="0" y="14"/>
                    <a:pt x="0" y="14"/>
                  </a:cubicBezTo>
                  <a:cubicBezTo>
                    <a:pt x="5" y="14"/>
                    <a:pt x="5" y="14"/>
                    <a:pt x="5" y="14"/>
                  </a:cubicBezTo>
                  <a:cubicBezTo>
                    <a:pt x="5" y="32"/>
                    <a:pt x="5" y="32"/>
                    <a:pt x="5" y="32"/>
                  </a:cubicBezTo>
                  <a:cubicBezTo>
                    <a:pt x="5" y="38"/>
                    <a:pt x="5" y="44"/>
                    <a:pt x="16" y="44"/>
                  </a:cubicBezTo>
                  <a:cubicBezTo>
                    <a:pt x="19" y="44"/>
                    <a:pt x="22" y="43"/>
                    <a:pt x="24" y="42"/>
                  </a:cubicBezTo>
                  <a:cubicBezTo>
                    <a:pt x="23" y="36"/>
                    <a:pt x="23" y="36"/>
                    <a:pt x="23" y="36"/>
                  </a:cubicBezTo>
                  <a:cubicBezTo>
                    <a:pt x="21" y="37"/>
                    <a:pt x="20" y="38"/>
                    <a:pt x="18" y="38"/>
                  </a:cubicBezTo>
                  <a:cubicBezTo>
                    <a:pt x="15" y="38"/>
                    <a:pt x="13" y="36"/>
                    <a:pt x="13" y="32"/>
                  </a:cubicBezTo>
                  <a:cubicBezTo>
                    <a:pt x="13" y="14"/>
                    <a:pt x="13" y="14"/>
                    <a:pt x="13" y="14"/>
                  </a:cubicBezTo>
                  <a:cubicBezTo>
                    <a:pt x="22" y="14"/>
                    <a:pt x="22" y="14"/>
                    <a:pt x="22" y="14"/>
                  </a:cubicBezTo>
                  <a:cubicBezTo>
                    <a:pt x="22" y="8"/>
                    <a:pt x="22" y="8"/>
                    <a:pt x="22" y="8"/>
                  </a:cubicBezTo>
                  <a:cubicBezTo>
                    <a:pt x="13" y="8"/>
                    <a:pt x="13" y="8"/>
                    <a:pt x="13" y="8"/>
                  </a:cubicBezTo>
                  <a:cubicBezTo>
                    <a:pt x="13" y="0"/>
                    <a:pt x="13" y="0"/>
                    <a:pt x="13" y="0"/>
                  </a:cubicBezTo>
                  <a:lnTo>
                    <a:pt x="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90"/>
            <p:cNvSpPr>
              <a:spLocks/>
            </p:cNvSpPr>
            <p:nvPr/>
          </p:nvSpPr>
          <p:spPr bwMode="auto">
            <a:xfrm>
              <a:off x="4202113" y="1720850"/>
              <a:ext cx="25400" cy="53975"/>
            </a:xfrm>
            <a:custGeom>
              <a:avLst/>
              <a:gdLst>
                <a:gd name="T0" fmla="*/ 0 w 16"/>
                <a:gd name="T1" fmla="*/ 5 h 35"/>
                <a:gd name="T2" fmla="*/ 2 w 16"/>
                <a:gd name="T3" fmla="*/ 5 h 35"/>
                <a:gd name="T4" fmla="*/ 4 w 16"/>
                <a:gd name="T5" fmla="*/ 7 h 35"/>
                <a:gd name="T6" fmla="*/ 4 w 16"/>
                <a:gd name="T7" fmla="*/ 28 h 35"/>
                <a:gd name="T8" fmla="*/ 2 w 16"/>
                <a:gd name="T9" fmla="*/ 30 h 35"/>
                <a:gd name="T10" fmla="*/ 0 w 16"/>
                <a:gd name="T11" fmla="*/ 30 h 35"/>
                <a:gd name="T12" fmla="*/ 0 w 16"/>
                <a:gd name="T13" fmla="*/ 35 h 35"/>
                <a:gd name="T14" fmla="*/ 16 w 16"/>
                <a:gd name="T15" fmla="*/ 35 h 35"/>
                <a:gd name="T16" fmla="*/ 16 w 16"/>
                <a:gd name="T17" fmla="*/ 30 h 35"/>
                <a:gd name="T18" fmla="*/ 12 w 16"/>
                <a:gd name="T19" fmla="*/ 30 h 35"/>
                <a:gd name="T20" fmla="*/ 12 w 16"/>
                <a:gd name="T21" fmla="*/ 0 h 35"/>
                <a:gd name="T22" fmla="*/ 0 w 16"/>
                <a:gd name="T23" fmla="*/ 0 h 35"/>
                <a:gd name="T24" fmla="*/ 0 w 16"/>
                <a:gd name="T25" fmla="*/ 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35">
                  <a:moveTo>
                    <a:pt x="0" y="5"/>
                  </a:moveTo>
                  <a:cubicBezTo>
                    <a:pt x="2" y="5"/>
                    <a:pt x="2" y="5"/>
                    <a:pt x="2" y="5"/>
                  </a:cubicBezTo>
                  <a:cubicBezTo>
                    <a:pt x="3" y="5"/>
                    <a:pt x="4" y="6"/>
                    <a:pt x="4" y="7"/>
                  </a:cubicBezTo>
                  <a:cubicBezTo>
                    <a:pt x="4" y="28"/>
                    <a:pt x="4" y="28"/>
                    <a:pt x="4" y="28"/>
                  </a:cubicBezTo>
                  <a:cubicBezTo>
                    <a:pt x="4" y="29"/>
                    <a:pt x="4" y="30"/>
                    <a:pt x="2" y="30"/>
                  </a:cubicBezTo>
                  <a:cubicBezTo>
                    <a:pt x="0" y="30"/>
                    <a:pt x="0" y="30"/>
                    <a:pt x="0" y="30"/>
                  </a:cubicBezTo>
                  <a:cubicBezTo>
                    <a:pt x="0" y="35"/>
                    <a:pt x="0" y="35"/>
                    <a:pt x="0" y="35"/>
                  </a:cubicBezTo>
                  <a:cubicBezTo>
                    <a:pt x="16" y="35"/>
                    <a:pt x="16" y="35"/>
                    <a:pt x="16" y="35"/>
                  </a:cubicBezTo>
                  <a:cubicBezTo>
                    <a:pt x="16" y="30"/>
                    <a:pt x="16" y="30"/>
                    <a:pt x="16" y="30"/>
                  </a:cubicBezTo>
                  <a:cubicBezTo>
                    <a:pt x="12" y="30"/>
                    <a:pt x="12" y="30"/>
                    <a:pt x="12" y="30"/>
                  </a:cubicBezTo>
                  <a:cubicBezTo>
                    <a:pt x="12" y="0"/>
                    <a:pt x="12" y="0"/>
                    <a:pt x="12" y="0"/>
                  </a:cubicBezTo>
                  <a:cubicBezTo>
                    <a:pt x="0" y="0"/>
                    <a:pt x="0" y="0"/>
                    <a:pt x="0" y="0"/>
                  </a:cubicBez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Oval 91"/>
            <p:cNvSpPr>
              <a:spLocks noChangeArrowheads="1"/>
            </p:cNvSpPr>
            <p:nvPr/>
          </p:nvSpPr>
          <p:spPr bwMode="auto">
            <a:xfrm>
              <a:off x="4206875" y="1697038"/>
              <a:ext cx="15875" cy="142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92"/>
            <p:cNvSpPr>
              <a:spLocks noEditPoints="1"/>
            </p:cNvSpPr>
            <p:nvPr/>
          </p:nvSpPr>
          <p:spPr bwMode="auto">
            <a:xfrm>
              <a:off x="4235450" y="1719263"/>
              <a:ext cx="49213" cy="57150"/>
            </a:xfrm>
            <a:custGeom>
              <a:avLst/>
              <a:gdLst>
                <a:gd name="T0" fmla="*/ 15 w 32"/>
                <a:gd name="T1" fmla="*/ 37 h 37"/>
                <a:gd name="T2" fmla="*/ 32 w 32"/>
                <a:gd name="T3" fmla="*/ 18 h 37"/>
                <a:gd name="T4" fmla="*/ 16 w 32"/>
                <a:gd name="T5" fmla="*/ 0 h 37"/>
                <a:gd name="T6" fmla="*/ 0 w 32"/>
                <a:gd name="T7" fmla="*/ 18 h 37"/>
                <a:gd name="T8" fmla="*/ 15 w 32"/>
                <a:gd name="T9" fmla="*/ 37 h 37"/>
                <a:gd name="T10" fmla="*/ 16 w 32"/>
                <a:gd name="T11" fmla="*/ 6 h 37"/>
                <a:gd name="T12" fmla="*/ 23 w 32"/>
                <a:gd name="T13" fmla="*/ 19 h 37"/>
                <a:gd name="T14" fmla="*/ 16 w 32"/>
                <a:gd name="T15" fmla="*/ 31 h 37"/>
                <a:gd name="T16" fmla="*/ 8 w 32"/>
                <a:gd name="T17" fmla="*/ 17 h 37"/>
                <a:gd name="T18" fmla="*/ 16 w 32"/>
                <a:gd name="T19" fmla="*/ 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37">
                  <a:moveTo>
                    <a:pt x="15" y="37"/>
                  </a:moveTo>
                  <a:cubicBezTo>
                    <a:pt x="25" y="37"/>
                    <a:pt x="32" y="31"/>
                    <a:pt x="32" y="18"/>
                  </a:cubicBezTo>
                  <a:cubicBezTo>
                    <a:pt x="32" y="1"/>
                    <a:pt x="22" y="0"/>
                    <a:pt x="16" y="0"/>
                  </a:cubicBezTo>
                  <a:cubicBezTo>
                    <a:pt x="9" y="0"/>
                    <a:pt x="0" y="3"/>
                    <a:pt x="0" y="18"/>
                  </a:cubicBezTo>
                  <a:cubicBezTo>
                    <a:pt x="0" y="31"/>
                    <a:pt x="5" y="37"/>
                    <a:pt x="15" y="37"/>
                  </a:cubicBezTo>
                  <a:close/>
                  <a:moveTo>
                    <a:pt x="16" y="6"/>
                  </a:moveTo>
                  <a:cubicBezTo>
                    <a:pt x="21" y="6"/>
                    <a:pt x="23" y="11"/>
                    <a:pt x="23" y="19"/>
                  </a:cubicBezTo>
                  <a:cubicBezTo>
                    <a:pt x="23" y="26"/>
                    <a:pt x="21" y="31"/>
                    <a:pt x="16" y="31"/>
                  </a:cubicBezTo>
                  <a:cubicBezTo>
                    <a:pt x="9" y="31"/>
                    <a:pt x="8" y="24"/>
                    <a:pt x="8" y="17"/>
                  </a:cubicBezTo>
                  <a:cubicBezTo>
                    <a:pt x="8" y="11"/>
                    <a:pt x="11" y="6"/>
                    <a:pt x="16"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93"/>
            <p:cNvSpPr>
              <a:spLocks/>
            </p:cNvSpPr>
            <p:nvPr/>
          </p:nvSpPr>
          <p:spPr bwMode="auto">
            <a:xfrm>
              <a:off x="4292600" y="1719263"/>
              <a:ext cx="57150" cy="55563"/>
            </a:xfrm>
            <a:custGeom>
              <a:avLst/>
              <a:gdLst>
                <a:gd name="T0" fmla="*/ 4 w 37"/>
                <a:gd name="T1" fmla="*/ 8 h 36"/>
                <a:gd name="T2" fmla="*/ 4 w 37"/>
                <a:gd name="T3" fmla="*/ 29 h 36"/>
                <a:gd name="T4" fmla="*/ 2 w 37"/>
                <a:gd name="T5" fmla="*/ 31 h 36"/>
                <a:gd name="T6" fmla="*/ 0 w 37"/>
                <a:gd name="T7" fmla="*/ 31 h 36"/>
                <a:gd name="T8" fmla="*/ 0 w 37"/>
                <a:gd name="T9" fmla="*/ 36 h 36"/>
                <a:gd name="T10" fmla="*/ 15 w 37"/>
                <a:gd name="T11" fmla="*/ 36 h 36"/>
                <a:gd name="T12" fmla="*/ 15 w 37"/>
                <a:gd name="T13" fmla="*/ 31 h 36"/>
                <a:gd name="T14" fmla="*/ 12 w 37"/>
                <a:gd name="T15" fmla="*/ 31 h 36"/>
                <a:gd name="T16" fmla="*/ 12 w 37"/>
                <a:gd name="T17" fmla="*/ 14 h 36"/>
                <a:gd name="T18" fmla="*/ 19 w 37"/>
                <a:gd name="T19" fmla="*/ 7 h 36"/>
                <a:gd name="T20" fmla="*/ 25 w 37"/>
                <a:gd name="T21" fmla="*/ 14 h 36"/>
                <a:gd name="T22" fmla="*/ 25 w 37"/>
                <a:gd name="T23" fmla="*/ 29 h 36"/>
                <a:gd name="T24" fmla="*/ 23 w 37"/>
                <a:gd name="T25" fmla="*/ 31 h 36"/>
                <a:gd name="T26" fmla="*/ 21 w 37"/>
                <a:gd name="T27" fmla="*/ 31 h 36"/>
                <a:gd name="T28" fmla="*/ 21 w 37"/>
                <a:gd name="T29" fmla="*/ 36 h 36"/>
                <a:gd name="T30" fmla="*/ 37 w 37"/>
                <a:gd name="T31" fmla="*/ 36 h 36"/>
                <a:gd name="T32" fmla="*/ 37 w 37"/>
                <a:gd name="T33" fmla="*/ 31 h 36"/>
                <a:gd name="T34" fmla="*/ 33 w 37"/>
                <a:gd name="T35" fmla="*/ 31 h 36"/>
                <a:gd name="T36" fmla="*/ 33 w 37"/>
                <a:gd name="T37" fmla="*/ 12 h 36"/>
                <a:gd name="T38" fmla="*/ 22 w 37"/>
                <a:gd name="T39" fmla="*/ 0 h 36"/>
                <a:gd name="T40" fmla="*/ 12 w 37"/>
                <a:gd name="T41" fmla="*/ 5 h 36"/>
                <a:gd name="T42" fmla="*/ 11 w 37"/>
                <a:gd name="T43" fmla="*/ 5 h 36"/>
                <a:gd name="T44" fmla="*/ 11 w 37"/>
                <a:gd name="T45" fmla="*/ 1 h 36"/>
                <a:gd name="T46" fmla="*/ 0 w 37"/>
                <a:gd name="T47" fmla="*/ 1 h 36"/>
                <a:gd name="T48" fmla="*/ 0 w 37"/>
                <a:gd name="T49" fmla="*/ 6 h 36"/>
                <a:gd name="T50" fmla="*/ 2 w 37"/>
                <a:gd name="T51" fmla="*/ 6 h 36"/>
                <a:gd name="T52" fmla="*/ 4 w 37"/>
                <a:gd name="T53" fmla="*/ 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7" h="36">
                  <a:moveTo>
                    <a:pt x="4" y="8"/>
                  </a:moveTo>
                  <a:cubicBezTo>
                    <a:pt x="4" y="29"/>
                    <a:pt x="4" y="29"/>
                    <a:pt x="4" y="29"/>
                  </a:cubicBezTo>
                  <a:cubicBezTo>
                    <a:pt x="4" y="30"/>
                    <a:pt x="3" y="31"/>
                    <a:pt x="2" y="31"/>
                  </a:cubicBezTo>
                  <a:cubicBezTo>
                    <a:pt x="0" y="31"/>
                    <a:pt x="0" y="31"/>
                    <a:pt x="0" y="31"/>
                  </a:cubicBezTo>
                  <a:cubicBezTo>
                    <a:pt x="0" y="36"/>
                    <a:pt x="0" y="36"/>
                    <a:pt x="0" y="36"/>
                  </a:cubicBezTo>
                  <a:cubicBezTo>
                    <a:pt x="15" y="36"/>
                    <a:pt x="15" y="36"/>
                    <a:pt x="15" y="36"/>
                  </a:cubicBezTo>
                  <a:cubicBezTo>
                    <a:pt x="15" y="31"/>
                    <a:pt x="15" y="31"/>
                    <a:pt x="15" y="31"/>
                  </a:cubicBezTo>
                  <a:cubicBezTo>
                    <a:pt x="12" y="31"/>
                    <a:pt x="12" y="31"/>
                    <a:pt x="12" y="31"/>
                  </a:cubicBezTo>
                  <a:cubicBezTo>
                    <a:pt x="12" y="14"/>
                    <a:pt x="12" y="14"/>
                    <a:pt x="12" y="14"/>
                  </a:cubicBezTo>
                  <a:cubicBezTo>
                    <a:pt x="12" y="10"/>
                    <a:pt x="15" y="7"/>
                    <a:pt x="19" y="7"/>
                  </a:cubicBezTo>
                  <a:cubicBezTo>
                    <a:pt x="24" y="7"/>
                    <a:pt x="25" y="9"/>
                    <a:pt x="25" y="14"/>
                  </a:cubicBezTo>
                  <a:cubicBezTo>
                    <a:pt x="25" y="29"/>
                    <a:pt x="25" y="29"/>
                    <a:pt x="25" y="29"/>
                  </a:cubicBezTo>
                  <a:cubicBezTo>
                    <a:pt x="25" y="30"/>
                    <a:pt x="25" y="31"/>
                    <a:pt x="23" y="31"/>
                  </a:cubicBezTo>
                  <a:cubicBezTo>
                    <a:pt x="21" y="31"/>
                    <a:pt x="21" y="31"/>
                    <a:pt x="21" y="31"/>
                  </a:cubicBezTo>
                  <a:cubicBezTo>
                    <a:pt x="21" y="36"/>
                    <a:pt x="21" y="36"/>
                    <a:pt x="21" y="36"/>
                  </a:cubicBezTo>
                  <a:cubicBezTo>
                    <a:pt x="37" y="36"/>
                    <a:pt x="37" y="36"/>
                    <a:pt x="37" y="36"/>
                  </a:cubicBezTo>
                  <a:cubicBezTo>
                    <a:pt x="37" y="31"/>
                    <a:pt x="37" y="31"/>
                    <a:pt x="37" y="31"/>
                  </a:cubicBezTo>
                  <a:cubicBezTo>
                    <a:pt x="33" y="31"/>
                    <a:pt x="33" y="31"/>
                    <a:pt x="33" y="31"/>
                  </a:cubicBezTo>
                  <a:cubicBezTo>
                    <a:pt x="33" y="12"/>
                    <a:pt x="33" y="12"/>
                    <a:pt x="33" y="12"/>
                  </a:cubicBezTo>
                  <a:cubicBezTo>
                    <a:pt x="33" y="4"/>
                    <a:pt x="30" y="0"/>
                    <a:pt x="22" y="0"/>
                  </a:cubicBezTo>
                  <a:cubicBezTo>
                    <a:pt x="17" y="0"/>
                    <a:pt x="14" y="2"/>
                    <a:pt x="12" y="5"/>
                  </a:cubicBezTo>
                  <a:cubicBezTo>
                    <a:pt x="11" y="5"/>
                    <a:pt x="11" y="5"/>
                    <a:pt x="11" y="5"/>
                  </a:cubicBezTo>
                  <a:cubicBezTo>
                    <a:pt x="11" y="1"/>
                    <a:pt x="11" y="1"/>
                    <a:pt x="11" y="1"/>
                  </a:cubicBezTo>
                  <a:cubicBezTo>
                    <a:pt x="0" y="1"/>
                    <a:pt x="0" y="1"/>
                    <a:pt x="0" y="1"/>
                  </a:cubicBezTo>
                  <a:cubicBezTo>
                    <a:pt x="0" y="6"/>
                    <a:pt x="0" y="6"/>
                    <a:pt x="0" y="6"/>
                  </a:cubicBezTo>
                  <a:cubicBezTo>
                    <a:pt x="2" y="6"/>
                    <a:pt x="2" y="6"/>
                    <a:pt x="2" y="6"/>
                  </a:cubicBezTo>
                  <a:cubicBezTo>
                    <a:pt x="3" y="6"/>
                    <a:pt x="4" y="7"/>
                    <a:pt x="4"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94"/>
            <p:cNvSpPr>
              <a:spLocks/>
            </p:cNvSpPr>
            <p:nvPr/>
          </p:nvSpPr>
          <p:spPr bwMode="auto">
            <a:xfrm>
              <a:off x="3698875" y="2132013"/>
              <a:ext cx="144463" cy="47625"/>
            </a:xfrm>
            <a:custGeom>
              <a:avLst/>
              <a:gdLst>
                <a:gd name="T0" fmla="*/ 0 w 91"/>
                <a:gd name="T1" fmla="*/ 22 h 30"/>
                <a:gd name="T2" fmla="*/ 2 w 91"/>
                <a:gd name="T3" fmla="*/ 30 h 30"/>
                <a:gd name="T4" fmla="*/ 91 w 91"/>
                <a:gd name="T5" fmla="*/ 8 h 30"/>
                <a:gd name="T6" fmla="*/ 89 w 91"/>
                <a:gd name="T7" fmla="*/ 0 h 30"/>
                <a:gd name="T8" fmla="*/ 0 w 91"/>
                <a:gd name="T9" fmla="*/ 22 h 30"/>
              </a:gdLst>
              <a:ahLst/>
              <a:cxnLst>
                <a:cxn ang="0">
                  <a:pos x="T0" y="T1"/>
                </a:cxn>
                <a:cxn ang="0">
                  <a:pos x="T2" y="T3"/>
                </a:cxn>
                <a:cxn ang="0">
                  <a:pos x="T4" y="T5"/>
                </a:cxn>
                <a:cxn ang="0">
                  <a:pos x="T6" y="T7"/>
                </a:cxn>
                <a:cxn ang="0">
                  <a:pos x="T8" y="T9"/>
                </a:cxn>
              </a:cxnLst>
              <a:rect l="0" t="0" r="r" b="b"/>
              <a:pathLst>
                <a:path w="91" h="30">
                  <a:moveTo>
                    <a:pt x="0" y="22"/>
                  </a:moveTo>
                  <a:lnTo>
                    <a:pt x="2" y="30"/>
                  </a:lnTo>
                  <a:lnTo>
                    <a:pt x="91" y="8"/>
                  </a:lnTo>
                  <a:lnTo>
                    <a:pt x="89" y="0"/>
                  </a:lnTo>
                  <a:lnTo>
                    <a:pt x="0"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95"/>
            <p:cNvSpPr>
              <a:spLocks/>
            </p:cNvSpPr>
            <p:nvPr/>
          </p:nvSpPr>
          <p:spPr bwMode="auto">
            <a:xfrm>
              <a:off x="3895725" y="2081213"/>
              <a:ext cx="63500" cy="74613"/>
            </a:xfrm>
            <a:custGeom>
              <a:avLst/>
              <a:gdLst>
                <a:gd name="T0" fmla="*/ 24 w 41"/>
                <a:gd name="T1" fmla="*/ 29 h 49"/>
                <a:gd name="T2" fmla="*/ 29 w 41"/>
                <a:gd name="T3" fmla="*/ 29 h 49"/>
                <a:gd name="T4" fmla="*/ 29 w 41"/>
                <a:gd name="T5" fmla="*/ 41 h 49"/>
                <a:gd name="T6" fmla="*/ 21 w 41"/>
                <a:gd name="T7" fmla="*/ 42 h 49"/>
                <a:gd name="T8" fmla="*/ 9 w 41"/>
                <a:gd name="T9" fmla="*/ 24 h 49"/>
                <a:gd name="T10" fmla="*/ 23 w 41"/>
                <a:gd name="T11" fmla="*/ 7 h 49"/>
                <a:gd name="T12" fmla="*/ 29 w 41"/>
                <a:gd name="T13" fmla="*/ 8 h 49"/>
                <a:gd name="T14" fmla="*/ 30 w 41"/>
                <a:gd name="T15" fmla="*/ 10 h 49"/>
                <a:gd name="T16" fmla="*/ 30 w 41"/>
                <a:gd name="T17" fmla="*/ 15 h 49"/>
                <a:gd name="T18" fmla="*/ 37 w 41"/>
                <a:gd name="T19" fmla="*/ 14 h 49"/>
                <a:gd name="T20" fmla="*/ 37 w 41"/>
                <a:gd name="T21" fmla="*/ 3 h 49"/>
                <a:gd name="T22" fmla="*/ 23 w 41"/>
                <a:gd name="T23" fmla="*/ 0 h 49"/>
                <a:gd name="T24" fmla="*/ 0 w 41"/>
                <a:gd name="T25" fmla="*/ 25 h 49"/>
                <a:gd name="T26" fmla="*/ 21 w 41"/>
                <a:gd name="T27" fmla="*/ 49 h 49"/>
                <a:gd name="T28" fmla="*/ 37 w 41"/>
                <a:gd name="T29" fmla="*/ 45 h 49"/>
                <a:gd name="T30" fmla="*/ 37 w 41"/>
                <a:gd name="T31" fmla="*/ 31 h 49"/>
                <a:gd name="T32" fmla="*/ 39 w 41"/>
                <a:gd name="T33" fmla="*/ 29 h 49"/>
                <a:gd name="T34" fmla="*/ 41 w 41"/>
                <a:gd name="T35" fmla="*/ 29 h 49"/>
                <a:gd name="T36" fmla="*/ 41 w 41"/>
                <a:gd name="T37" fmla="*/ 24 h 49"/>
                <a:gd name="T38" fmla="*/ 24 w 41"/>
                <a:gd name="T39" fmla="*/ 24 h 49"/>
                <a:gd name="T40" fmla="*/ 24 w 41"/>
                <a:gd name="T41" fmla="*/ 2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 h="49">
                  <a:moveTo>
                    <a:pt x="24" y="29"/>
                  </a:moveTo>
                  <a:cubicBezTo>
                    <a:pt x="29" y="29"/>
                    <a:pt x="29" y="29"/>
                    <a:pt x="29" y="29"/>
                  </a:cubicBezTo>
                  <a:cubicBezTo>
                    <a:pt x="29" y="41"/>
                    <a:pt x="29" y="41"/>
                    <a:pt x="29" y="41"/>
                  </a:cubicBezTo>
                  <a:cubicBezTo>
                    <a:pt x="27" y="42"/>
                    <a:pt x="24" y="42"/>
                    <a:pt x="21" y="42"/>
                  </a:cubicBezTo>
                  <a:cubicBezTo>
                    <a:pt x="12" y="42"/>
                    <a:pt x="9" y="36"/>
                    <a:pt x="9" y="24"/>
                  </a:cubicBezTo>
                  <a:cubicBezTo>
                    <a:pt x="9" y="14"/>
                    <a:pt x="13" y="7"/>
                    <a:pt x="23" y="7"/>
                  </a:cubicBezTo>
                  <a:cubicBezTo>
                    <a:pt x="25" y="7"/>
                    <a:pt x="27" y="8"/>
                    <a:pt x="29" y="8"/>
                  </a:cubicBezTo>
                  <a:cubicBezTo>
                    <a:pt x="30" y="8"/>
                    <a:pt x="30" y="9"/>
                    <a:pt x="30" y="10"/>
                  </a:cubicBezTo>
                  <a:cubicBezTo>
                    <a:pt x="30" y="15"/>
                    <a:pt x="30" y="15"/>
                    <a:pt x="30" y="15"/>
                  </a:cubicBezTo>
                  <a:cubicBezTo>
                    <a:pt x="37" y="14"/>
                    <a:pt x="37" y="14"/>
                    <a:pt x="37" y="14"/>
                  </a:cubicBezTo>
                  <a:cubicBezTo>
                    <a:pt x="37" y="3"/>
                    <a:pt x="37" y="3"/>
                    <a:pt x="37" y="3"/>
                  </a:cubicBezTo>
                  <a:cubicBezTo>
                    <a:pt x="34" y="2"/>
                    <a:pt x="28" y="0"/>
                    <a:pt x="23" y="0"/>
                  </a:cubicBezTo>
                  <a:cubicBezTo>
                    <a:pt x="10" y="0"/>
                    <a:pt x="0" y="7"/>
                    <a:pt x="0" y="25"/>
                  </a:cubicBezTo>
                  <a:cubicBezTo>
                    <a:pt x="0" y="41"/>
                    <a:pt x="7" y="49"/>
                    <a:pt x="21" y="49"/>
                  </a:cubicBezTo>
                  <a:cubicBezTo>
                    <a:pt x="27" y="49"/>
                    <a:pt x="33" y="47"/>
                    <a:pt x="37" y="45"/>
                  </a:cubicBezTo>
                  <a:cubicBezTo>
                    <a:pt x="37" y="31"/>
                    <a:pt x="37" y="31"/>
                    <a:pt x="37" y="31"/>
                  </a:cubicBezTo>
                  <a:cubicBezTo>
                    <a:pt x="37" y="30"/>
                    <a:pt x="38" y="29"/>
                    <a:pt x="39" y="29"/>
                  </a:cubicBezTo>
                  <a:cubicBezTo>
                    <a:pt x="41" y="29"/>
                    <a:pt x="41" y="29"/>
                    <a:pt x="41" y="29"/>
                  </a:cubicBezTo>
                  <a:cubicBezTo>
                    <a:pt x="41" y="24"/>
                    <a:pt x="41" y="24"/>
                    <a:pt x="41" y="24"/>
                  </a:cubicBezTo>
                  <a:cubicBezTo>
                    <a:pt x="24" y="24"/>
                    <a:pt x="24" y="24"/>
                    <a:pt x="24" y="24"/>
                  </a:cubicBezTo>
                  <a:lnTo>
                    <a:pt x="24" y="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96"/>
            <p:cNvSpPr>
              <a:spLocks/>
            </p:cNvSpPr>
            <p:nvPr/>
          </p:nvSpPr>
          <p:spPr bwMode="auto">
            <a:xfrm>
              <a:off x="3965575" y="2078038"/>
              <a:ext cx="25400" cy="77788"/>
            </a:xfrm>
            <a:custGeom>
              <a:avLst/>
              <a:gdLst>
                <a:gd name="T0" fmla="*/ 2 w 16"/>
                <a:gd name="T1" fmla="*/ 45 h 50"/>
                <a:gd name="T2" fmla="*/ 0 w 16"/>
                <a:gd name="T3" fmla="*/ 45 h 50"/>
                <a:gd name="T4" fmla="*/ 0 w 16"/>
                <a:gd name="T5" fmla="*/ 50 h 50"/>
                <a:gd name="T6" fmla="*/ 16 w 16"/>
                <a:gd name="T7" fmla="*/ 50 h 50"/>
                <a:gd name="T8" fmla="*/ 16 w 16"/>
                <a:gd name="T9" fmla="*/ 45 h 50"/>
                <a:gd name="T10" fmla="*/ 12 w 16"/>
                <a:gd name="T11" fmla="*/ 45 h 50"/>
                <a:gd name="T12" fmla="*/ 12 w 16"/>
                <a:gd name="T13" fmla="*/ 0 h 50"/>
                <a:gd name="T14" fmla="*/ 0 w 16"/>
                <a:gd name="T15" fmla="*/ 0 h 50"/>
                <a:gd name="T16" fmla="*/ 0 w 16"/>
                <a:gd name="T17" fmla="*/ 5 h 50"/>
                <a:gd name="T18" fmla="*/ 2 w 16"/>
                <a:gd name="T19" fmla="*/ 5 h 50"/>
                <a:gd name="T20" fmla="*/ 4 w 16"/>
                <a:gd name="T21" fmla="*/ 7 h 50"/>
                <a:gd name="T22" fmla="*/ 4 w 16"/>
                <a:gd name="T23" fmla="*/ 43 h 50"/>
                <a:gd name="T24" fmla="*/ 2 w 16"/>
                <a:gd name="T25" fmla="*/ 4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50">
                  <a:moveTo>
                    <a:pt x="2" y="45"/>
                  </a:moveTo>
                  <a:cubicBezTo>
                    <a:pt x="0" y="45"/>
                    <a:pt x="0" y="45"/>
                    <a:pt x="0" y="45"/>
                  </a:cubicBezTo>
                  <a:cubicBezTo>
                    <a:pt x="0" y="50"/>
                    <a:pt x="0" y="50"/>
                    <a:pt x="0" y="50"/>
                  </a:cubicBezTo>
                  <a:cubicBezTo>
                    <a:pt x="16" y="50"/>
                    <a:pt x="16" y="50"/>
                    <a:pt x="16" y="50"/>
                  </a:cubicBezTo>
                  <a:cubicBezTo>
                    <a:pt x="16" y="45"/>
                    <a:pt x="16" y="45"/>
                    <a:pt x="16" y="45"/>
                  </a:cubicBezTo>
                  <a:cubicBezTo>
                    <a:pt x="12" y="45"/>
                    <a:pt x="12" y="45"/>
                    <a:pt x="12" y="45"/>
                  </a:cubicBezTo>
                  <a:cubicBezTo>
                    <a:pt x="12" y="0"/>
                    <a:pt x="12" y="0"/>
                    <a:pt x="12" y="0"/>
                  </a:cubicBezTo>
                  <a:cubicBezTo>
                    <a:pt x="0" y="0"/>
                    <a:pt x="0" y="0"/>
                    <a:pt x="0" y="0"/>
                  </a:cubicBezTo>
                  <a:cubicBezTo>
                    <a:pt x="0" y="5"/>
                    <a:pt x="0" y="5"/>
                    <a:pt x="0" y="5"/>
                  </a:cubicBezTo>
                  <a:cubicBezTo>
                    <a:pt x="2" y="5"/>
                    <a:pt x="2" y="5"/>
                    <a:pt x="2" y="5"/>
                  </a:cubicBezTo>
                  <a:cubicBezTo>
                    <a:pt x="4" y="5"/>
                    <a:pt x="4" y="6"/>
                    <a:pt x="4" y="7"/>
                  </a:cubicBezTo>
                  <a:cubicBezTo>
                    <a:pt x="4" y="43"/>
                    <a:pt x="4" y="43"/>
                    <a:pt x="4" y="43"/>
                  </a:cubicBezTo>
                  <a:cubicBezTo>
                    <a:pt x="4" y="44"/>
                    <a:pt x="4" y="45"/>
                    <a:pt x="2"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97"/>
            <p:cNvSpPr>
              <a:spLocks noEditPoints="1"/>
            </p:cNvSpPr>
            <p:nvPr/>
          </p:nvSpPr>
          <p:spPr bwMode="auto">
            <a:xfrm>
              <a:off x="3997325" y="2098675"/>
              <a:ext cx="50800" cy="57150"/>
            </a:xfrm>
            <a:custGeom>
              <a:avLst/>
              <a:gdLst>
                <a:gd name="T0" fmla="*/ 0 w 32"/>
                <a:gd name="T1" fmla="*/ 18 h 37"/>
                <a:gd name="T2" fmla="*/ 15 w 32"/>
                <a:gd name="T3" fmla="*/ 37 h 37"/>
                <a:gd name="T4" fmla="*/ 32 w 32"/>
                <a:gd name="T5" fmla="*/ 17 h 37"/>
                <a:gd name="T6" fmla="*/ 16 w 32"/>
                <a:gd name="T7" fmla="*/ 0 h 37"/>
                <a:gd name="T8" fmla="*/ 0 w 32"/>
                <a:gd name="T9" fmla="*/ 18 h 37"/>
                <a:gd name="T10" fmla="*/ 16 w 32"/>
                <a:gd name="T11" fmla="*/ 6 h 37"/>
                <a:gd name="T12" fmla="*/ 23 w 32"/>
                <a:gd name="T13" fmla="*/ 19 h 37"/>
                <a:gd name="T14" fmla="*/ 16 w 32"/>
                <a:gd name="T15" fmla="*/ 31 h 37"/>
                <a:gd name="T16" fmla="*/ 8 w 32"/>
                <a:gd name="T17" fmla="*/ 17 h 37"/>
                <a:gd name="T18" fmla="*/ 16 w 32"/>
                <a:gd name="T19" fmla="*/ 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37">
                  <a:moveTo>
                    <a:pt x="0" y="18"/>
                  </a:moveTo>
                  <a:cubicBezTo>
                    <a:pt x="0" y="31"/>
                    <a:pt x="5" y="37"/>
                    <a:pt x="15" y="37"/>
                  </a:cubicBezTo>
                  <a:cubicBezTo>
                    <a:pt x="25" y="37"/>
                    <a:pt x="32" y="31"/>
                    <a:pt x="32" y="17"/>
                  </a:cubicBezTo>
                  <a:cubicBezTo>
                    <a:pt x="32" y="1"/>
                    <a:pt x="22" y="0"/>
                    <a:pt x="16" y="0"/>
                  </a:cubicBezTo>
                  <a:cubicBezTo>
                    <a:pt x="9" y="0"/>
                    <a:pt x="0" y="3"/>
                    <a:pt x="0" y="18"/>
                  </a:cubicBezTo>
                  <a:close/>
                  <a:moveTo>
                    <a:pt x="16" y="6"/>
                  </a:moveTo>
                  <a:cubicBezTo>
                    <a:pt x="21" y="6"/>
                    <a:pt x="23" y="11"/>
                    <a:pt x="23" y="19"/>
                  </a:cubicBezTo>
                  <a:cubicBezTo>
                    <a:pt x="23" y="26"/>
                    <a:pt x="21" y="31"/>
                    <a:pt x="16" y="31"/>
                  </a:cubicBezTo>
                  <a:cubicBezTo>
                    <a:pt x="9" y="31"/>
                    <a:pt x="8" y="24"/>
                    <a:pt x="8" y="17"/>
                  </a:cubicBezTo>
                  <a:cubicBezTo>
                    <a:pt x="8" y="11"/>
                    <a:pt x="10" y="6"/>
                    <a:pt x="16"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98"/>
            <p:cNvSpPr>
              <a:spLocks/>
            </p:cNvSpPr>
            <p:nvPr/>
          </p:nvSpPr>
          <p:spPr bwMode="auto">
            <a:xfrm>
              <a:off x="4052888" y="2100263"/>
              <a:ext cx="57150" cy="55563"/>
            </a:xfrm>
            <a:custGeom>
              <a:avLst/>
              <a:gdLst>
                <a:gd name="T0" fmla="*/ 33 w 37"/>
                <a:gd name="T1" fmla="*/ 7 h 35"/>
                <a:gd name="T2" fmla="*/ 36 w 37"/>
                <a:gd name="T3" fmla="*/ 5 h 35"/>
                <a:gd name="T4" fmla="*/ 37 w 37"/>
                <a:gd name="T5" fmla="*/ 5 h 35"/>
                <a:gd name="T6" fmla="*/ 37 w 37"/>
                <a:gd name="T7" fmla="*/ 0 h 35"/>
                <a:gd name="T8" fmla="*/ 23 w 37"/>
                <a:gd name="T9" fmla="*/ 0 h 35"/>
                <a:gd name="T10" fmla="*/ 23 w 37"/>
                <a:gd name="T11" fmla="*/ 5 h 35"/>
                <a:gd name="T12" fmla="*/ 26 w 37"/>
                <a:gd name="T13" fmla="*/ 5 h 35"/>
                <a:gd name="T14" fmla="*/ 19 w 37"/>
                <a:gd name="T15" fmla="*/ 27 h 35"/>
                <a:gd name="T16" fmla="*/ 19 w 37"/>
                <a:gd name="T17" fmla="*/ 27 h 35"/>
                <a:gd name="T18" fmla="*/ 13 w 37"/>
                <a:gd name="T19" fmla="*/ 7 h 35"/>
                <a:gd name="T20" fmla="*/ 14 w 37"/>
                <a:gd name="T21" fmla="*/ 5 h 35"/>
                <a:gd name="T22" fmla="*/ 16 w 37"/>
                <a:gd name="T23" fmla="*/ 5 h 35"/>
                <a:gd name="T24" fmla="*/ 16 w 37"/>
                <a:gd name="T25" fmla="*/ 0 h 35"/>
                <a:gd name="T26" fmla="*/ 0 w 37"/>
                <a:gd name="T27" fmla="*/ 0 h 35"/>
                <a:gd name="T28" fmla="*/ 0 w 37"/>
                <a:gd name="T29" fmla="*/ 5 h 35"/>
                <a:gd name="T30" fmla="*/ 3 w 37"/>
                <a:gd name="T31" fmla="*/ 5 h 35"/>
                <a:gd name="T32" fmla="*/ 14 w 37"/>
                <a:gd name="T33" fmla="*/ 35 h 35"/>
                <a:gd name="T34" fmla="*/ 23 w 37"/>
                <a:gd name="T35" fmla="*/ 35 h 35"/>
                <a:gd name="T36" fmla="*/ 33 w 37"/>
                <a:gd name="T37" fmla="*/ 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35">
                  <a:moveTo>
                    <a:pt x="33" y="7"/>
                  </a:moveTo>
                  <a:cubicBezTo>
                    <a:pt x="34" y="5"/>
                    <a:pt x="34" y="5"/>
                    <a:pt x="36" y="5"/>
                  </a:cubicBezTo>
                  <a:cubicBezTo>
                    <a:pt x="37" y="5"/>
                    <a:pt x="37" y="5"/>
                    <a:pt x="37" y="5"/>
                  </a:cubicBezTo>
                  <a:cubicBezTo>
                    <a:pt x="37" y="0"/>
                    <a:pt x="37" y="0"/>
                    <a:pt x="37" y="0"/>
                  </a:cubicBezTo>
                  <a:cubicBezTo>
                    <a:pt x="23" y="0"/>
                    <a:pt x="23" y="0"/>
                    <a:pt x="23" y="0"/>
                  </a:cubicBezTo>
                  <a:cubicBezTo>
                    <a:pt x="23" y="5"/>
                    <a:pt x="23" y="5"/>
                    <a:pt x="23" y="5"/>
                  </a:cubicBezTo>
                  <a:cubicBezTo>
                    <a:pt x="26" y="5"/>
                    <a:pt x="26" y="5"/>
                    <a:pt x="26" y="5"/>
                  </a:cubicBezTo>
                  <a:cubicBezTo>
                    <a:pt x="19" y="27"/>
                    <a:pt x="19" y="27"/>
                    <a:pt x="19" y="27"/>
                  </a:cubicBezTo>
                  <a:cubicBezTo>
                    <a:pt x="19" y="27"/>
                    <a:pt x="19" y="27"/>
                    <a:pt x="19" y="27"/>
                  </a:cubicBezTo>
                  <a:cubicBezTo>
                    <a:pt x="13" y="7"/>
                    <a:pt x="13" y="7"/>
                    <a:pt x="13" y="7"/>
                  </a:cubicBezTo>
                  <a:cubicBezTo>
                    <a:pt x="12" y="6"/>
                    <a:pt x="12" y="5"/>
                    <a:pt x="14" y="5"/>
                  </a:cubicBezTo>
                  <a:cubicBezTo>
                    <a:pt x="16" y="5"/>
                    <a:pt x="16" y="5"/>
                    <a:pt x="16" y="5"/>
                  </a:cubicBezTo>
                  <a:cubicBezTo>
                    <a:pt x="16" y="0"/>
                    <a:pt x="16" y="0"/>
                    <a:pt x="16" y="0"/>
                  </a:cubicBezTo>
                  <a:cubicBezTo>
                    <a:pt x="0" y="0"/>
                    <a:pt x="0" y="0"/>
                    <a:pt x="0" y="0"/>
                  </a:cubicBezTo>
                  <a:cubicBezTo>
                    <a:pt x="0" y="5"/>
                    <a:pt x="0" y="5"/>
                    <a:pt x="0" y="5"/>
                  </a:cubicBezTo>
                  <a:cubicBezTo>
                    <a:pt x="3" y="5"/>
                    <a:pt x="3" y="5"/>
                    <a:pt x="3" y="5"/>
                  </a:cubicBezTo>
                  <a:cubicBezTo>
                    <a:pt x="14" y="35"/>
                    <a:pt x="14" y="35"/>
                    <a:pt x="14" y="35"/>
                  </a:cubicBezTo>
                  <a:cubicBezTo>
                    <a:pt x="23" y="35"/>
                    <a:pt x="23" y="35"/>
                    <a:pt x="23" y="35"/>
                  </a:cubicBezTo>
                  <a:lnTo>
                    <a:pt x="33"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99"/>
            <p:cNvSpPr>
              <a:spLocks noEditPoints="1"/>
            </p:cNvSpPr>
            <p:nvPr/>
          </p:nvSpPr>
          <p:spPr bwMode="auto">
            <a:xfrm>
              <a:off x="4113213" y="2098675"/>
              <a:ext cx="44450" cy="57150"/>
            </a:xfrm>
            <a:custGeom>
              <a:avLst/>
              <a:gdLst>
                <a:gd name="T0" fmla="*/ 29 w 29"/>
                <a:gd name="T1" fmla="*/ 10 h 37"/>
                <a:gd name="T2" fmla="*/ 18 w 29"/>
                <a:gd name="T3" fmla="*/ 0 h 37"/>
                <a:gd name="T4" fmla="*/ 0 w 29"/>
                <a:gd name="T5" fmla="*/ 19 h 37"/>
                <a:gd name="T6" fmla="*/ 17 w 29"/>
                <a:gd name="T7" fmla="*/ 37 h 37"/>
                <a:gd name="T8" fmla="*/ 29 w 29"/>
                <a:gd name="T9" fmla="*/ 34 h 37"/>
                <a:gd name="T10" fmla="*/ 27 w 29"/>
                <a:gd name="T11" fmla="*/ 28 h 37"/>
                <a:gd name="T12" fmla="*/ 18 w 29"/>
                <a:gd name="T13" fmla="*/ 31 h 37"/>
                <a:gd name="T14" fmla="*/ 9 w 29"/>
                <a:gd name="T15" fmla="*/ 22 h 37"/>
                <a:gd name="T16" fmla="*/ 29 w 29"/>
                <a:gd name="T17" fmla="*/ 10 h 37"/>
                <a:gd name="T18" fmla="*/ 9 w 29"/>
                <a:gd name="T19" fmla="*/ 16 h 37"/>
                <a:gd name="T20" fmla="*/ 17 w 29"/>
                <a:gd name="T21" fmla="*/ 6 h 37"/>
                <a:gd name="T22" fmla="*/ 22 w 29"/>
                <a:gd name="T23" fmla="*/ 10 h 37"/>
                <a:gd name="T24" fmla="*/ 12 w 29"/>
                <a:gd name="T25" fmla="*/ 16 h 37"/>
                <a:gd name="T26" fmla="*/ 9 w 29"/>
                <a:gd name="T27" fmla="*/ 1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 h="37">
                  <a:moveTo>
                    <a:pt x="29" y="10"/>
                  </a:moveTo>
                  <a:cubicBezTo>
                    <a:pt x="29" y="3"/>
                    <a:pt x="25" y="0"/>
                    <a:pt x="18" y="0"/>
                  </a:cubicBezTo>
                  <a:cubicBezTo>
                    <a:pt x="6" y="0"/>
                    <a:pt x="0" y="8"/>
                    <a:pt x="0" y="19"/>
                  </a:cubicBezTo>
                  <a:cubicBezTo>
                    <a:pt x="0" y="29"/>
                    <a:pt x="5" y="37"/>
                    <a:pt x="17" y="37"/>
                  </a:cubicBezTo>
                  <a:cubicBezTo>
                    <a:pt x="23" y="37"/>
                    <a:pt x="28" y="34"/>
                    <a:pt x="29" y="34"/>
                  </a:cubicBezTo>
                  <a:cubicBezTo>
                    <a:pt x="27" y="28"/>
                    <a:pt x="27" y="28"/>
                    <a:pt x="27" y="28"/>
                  </a:cubicBezTo>
                  <a:cubicBezTo>
                    <a:pt x="25" y="29"/>
                    <a:pt x="22" y="31"/>
                    <a:pt x="18" y="31"/>
                  </a:cubicBezTo>
                  <a:cubicBezTo>
                    <a:pt x="12" y="31"/>
                    <a:pt x="9" y="27"/>
                    <a:pt x="9" y="22"/>
                  </a:cubicBezTo>
                  <a:cubicBezTo>
                    <a:pt x="21" y="22"/>
                    <a:pt x="29" y="20"/>
                    <a:pt x="29" y="10"/>
                  </a:cubicBezTo>
                  <a:close/>
                  <a:moveTo>
                    <a:pt x="9" y="16"/>
                  </a:moveTo>
                  <a:cubicBezTo>
                    <a:pt x="9" y="11"/>
                    <a:pt x="12" y="6"/>
                    <a:pt x="17" y="6"/>
                  </a:cubicBezTo>
                  <a:cubicBezTo>
                    <a:pt x="20" y="6"/>
                    <a:pt x="22" y="7"/>
                    <a:pt x="22" y="10"/>
                  </a:cubicBezTo>
                  <a:cubicBezTo>
                    <a:pt x="22" y="14"/>
                    <a:pt x="18" y="16"/>
                    <a:pt x="12" y="16"/>
                  </a:cubicBezTo>
                  <a:cubicBezTo>
                    <a:pt x="11" y="16"/>
                    <a:pt x="10" y="16"/>
                    <a:pt x="9"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100"/>
            <p:cNvSpPr>
              <a:spLocks/>
            </p:cNvSpPr>
            <p:nvPr/>
          </p:nvSpPr>
          <p:spPr bwMode="auto">
            <a:xfrm>
              <a:off x="4167188" y="2098675"/>
              <a:ext cx="39688" cy="57150"/>
            </a:xfrm>
            <a:custGeom>
              <a:avLst/>
              <a:gdLst>
                <a:gd name="T0" fmla="*/ 0 w 26"/>
                <a:gd name="T1" fmla="*/ 26 h 37"/>
                <a:gd name="T2" fmla="*/ 0 w 26"/>
                <a:gd name="T3" fmla="*/ 35 h 37"/>
                <a:gd name="T4" fmla="*/ 12 w 26"/>
                <a:gd name="T5" fmla="*/ 37 h 37"/>
                <a:gd name="T6" fmla="*/ 26 w 26"/>
                <a:gd name="T7" fmla="*/ 26 h 37"/>
                <a:gd name="T8" fmla="*/ 15 w 26"/>
                <a:gd name="T9" fmla="*/ 15 h 37"/>
                <a:gd name="T10" fmla="*/ 8 w 26"/>
                <a:gd name="T11" fmla="*/ 10 h 37"/>
                <a:gd name="T12" fmla="*/ 14 w 26"/>
                <a:gd name="T13" fmla="*/ 6 h 37"/>
                <a:gd name="T14" fmla="*/ 18 w 26"/>
                <a:gd name="T15" fmla="*/ 6 h 37"/>
                <a:gd name="T16" fmla="*/ 19 w 26"/>
                <a:gd name="T17" fmla="*/ 8 h 37"/>
                <a:gd name="T18" fmla="*/ 19 w 26"/>
                <a:gd name="T19" fmla="*/ 11 h 37"/>
                <a:gd name="T20" fmla="*/ 25 w 26"/>
                <a:gd name="T21" fmla="*/ 11 h 37"/>
                <a:gd name="T22" fmla="*/ 25 w 26"/>
                <a:gd name="T23" fmla="*/ 2 h 37"/>
                <a:gd name="T24" fmla="*/ 14 w 26"/>
                <a:gd name="T25" fmla="*/ 0 h 37"/>
                <a:gd name="T26" fmla="*/ 0 w 26"/>
                <a:gd name="T27" fmla="*/ 11 h 37"/>
                <a:gd name="T28" fmla="*/ 11 w 26"/>
                <a:gd name="T29" fmla="*/ 21 h 37"/>
                <a:gd name="T30" fmla="*/ 18 w 26"/>
                <a:gd name="T31" fmla="*/ 26 h 37"/>
                <a:gd name="T32" fmla="*/ 12 w 26"/>
                <a:gd name="T33" fmla="*/ 31 h 37"/>
                <a:gd name="T34" fmla="*/ 7 w 26"/>
                <a:gd name="T35" fmla="*/ 31 h 37"/>
                <a:gd name="T36" fmla="*/ 6 w 26"/>
                <a:gd name="T37" fmla="*/ 29 h 37"/>
                <a:gd name="T38" fmla="*/ 6 w 26"/>
                <a:gd name="T39" fmla="*/ 25 h 37"/>
                <a:gd name="T40" fmla="*/ 0 w 26"/>
                <a:gd name="T41" fmla="*/ 2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 h="37">
                  <a:moveTo>
                    <a:pt x="0" y="26"/>
                  </a:moveTo>
                  <a:cubicBezTo>
                    <a:pt x="0" y="35"/>
                    <a:pt x="0" y="35"/>
                    <a:pt x="0" y="35"/>
                  </a:cubicBezTo>
                  <a:cubicBezTo>
                    <a:pt x="2" y="36"/>
                    <a:pt x="7" y="37"/>
                    <a:pt x="12" y="37"/>
                  </a:cubicBezTo>
                  <a:cubicBezTo>
                    <a:pt x="21" y="37"/>
                    <a:pt x="26" y="33"/>
                    <a:pt x="26" y="26"/>
                  </a:cubicBezTo>
                  <a:cubicBezTo>
                    <a:pt x="26" y="18"/>
                    <a:pt x="21" y="17"/>
                    <a:pt x="15" y="15"/>
                  </a:cubicBezTo>
                  <a:cubicBezTo>
                    <a:pt x="12" y="14"/>
                    <a:pt x="8" y="13"/>
                    <a:pt x="8" y="10"/>
                  </a:cubicBezTo>
                  <a:cubicBezTo>
                    <a:pt x="8" y="7"/>
                    <a:pt x="11" y="6"/>
                    <a:pt x="14" y="6"/>
                  </a:cubicBezTo>
                  <a:cubicBezTo>
                    <a:pt x="15" y="6"/>
                    <a:pt x="17" y="6"/>
                    <a:pt x="18" y="6"/>
                  </a:cubicBezTo>
                  <a:cubicBezTo>
                    <a:pt x="19" y="6"/>
                    <a:pt x="19" y="7"/>
                    <a:pt x="19" y="8"/>
                  </a:cubicBezTo>
                  <a:cubicBezTo>
                    <a:pt x="19" y="11"/>
                    <a:pt x="19" y="11"/>
                    <a:pt x="19" y="11"/>
                  </a:cubicBezTo>
                  <a:cubicBezTo>
                    <a:pt x="25" y="11"/>
                    <a:pt x="25" y="11"/>
                    <a:pt x="25" y="11"/>
                  </a:cubicBezTo>
                  <a:cubicBezTo>
                    <a:pt x="25" y="2"/>
                    <a:pt x="25" y="2"/>
                    <a:pt x="25" y="2"/>
                  </a:cubicBezTo>
                  <a:cubicBezTo>
                    <a:pt x="22" y="0"/>
                    <a:pt x="18" y="0"/>
                    <a:pt x="14" y="0"/>
                  </a:cubicBezTo>
                  <a:cubicBezTo>
                    <a:pt x="6" y="0"/>
                    <a:pt x="0" y="3"/>
                    <a:pt x="0" y="11"/>
                  </a:cubicBezTo>
                  <a:cubicBezTo>
                    <a:pt x="0" y="18"/>
                    <a:pt x="5" y="20"/>
                    <a:pt x="11" y="21"/>
                  </a:cubicBezTo>
                  <a:cubicBezTo>
                    <a:pt x="15" y="22"/>
                    <a:pt x="18" y="23"/>
                    <a:pt x="18" y="26"/>
                  </a:cubicBezTo>
                  <a:cubicBezTo>
                    <a:pt x="18" y="30"/>
                    <a:pt x="15" y="31"/>
                    <a:pt x="12" y="31"/>
                  </a:cubicBezTo>
                  <a:cubicBezTo>
                    <a:pt x="10" y="31"/>
                    <a:pt x="8" y="31"/>
                    <a:pt x="7" y="31"/>
                  </a:cubicBezTo>
                  <a:cubicBezTo>
                    <a:pt x="6" y="30"/>
                    <a:pt x="6" y="30"/>
                    <a:pt x="6" y="29"/>
                  </a:cubicBezTo>
                  <a:cubicBezTo>
                    <a:pt x="6" y="25"/>
                    <a:pt x="6" y="25"/>
                    <a:pt x="6" y="25"/>
                  </a:cubicBezTo>
                  <a:lnTo>
                    <a:pt x="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101"/>
            <p:cNvSpPr>
              <a:spLocks noEditPoints="1"/>
            </p:cNvSpPr>
            <p:nvPr/>
          </p:nvSpPr>
          <p:spPr bwMode="auto">
            <a:xfrm>
              <a:off x="3859213" y="2584450"/>
              <a:ext cx="58738" cy="73025"/>
            </a:xfrm>
            <a:custGeom>
              <a:avLst/>
              <a:gdLst>
                <a:gd name="T0" fmla="*/ 2 w 37"/>
                <a:gd name="T1" fmla="*/ 42 h 47"/>
                <a:gd name="T2" fmla="*/ 0 w 37"/>
                <a:gd name="T3" fmla="*/ 42 h 47"/>
                <a:gd name="T4" fmla="*/ 0 w 37"/>
                <a:gd name="T5" fmla="*/ 47 h 47"/>
                <a:gd name="T6" fmla="*/ 19 w 37"/>
                <a:gd name="T7" fmla="*/ 47 h 47"/>
                <a:gd name="T8" fmla="*/ 37 w 37"/>
                <a:gd name="T9" fmla="*/ 33 h 47"/>
                <a:gd name="T10" fmla="*/ 28 w 37"/>
                <a:gd name="T11" fmla="*/ 22 h 47"/>
                <a:gd name="T12" fmla="*/ 35 w 37"/>
                <a:gd name="T13" fmla="*/ 11 h 47"/>
                <a:gd name="T14" fmla="*/ 20 w 37"/>
                <a:gd name="T15" fmla="*/ 0 h 47"/>
                <a:gd name="T16" fmla="*/ 0 w 37"/>
                <a:gd name="T17" fmla="*/ 0 h 47"/>
                <a:gd name="T18" fmla="*/ 0 w 37"/>
                <a:gd name="T19" fmla="*/ 6 h 47"/>
                <a:gd name="T20" fmla="*/ 4 w 37"/>
                <a:gd name="T21" fmla="*/ 6 h 47"/>
                <a:gd name="T22" fmla="*/ 4 w 37"/>
                <a:gd name="T23" fmla="*/ 40 h 47"/>
                <a:gd name="T24" fmla="*/ 2 w 37"/>
                <a:gd name="T25" fmla="*/ 42 h 47"/>
                <a:gd name="T26" fmla="*/ 12 w 37"/>
                <a:gd name="T27" fmla="*/ 6 h 47"/>
                <a:gd name="T28" fmla="*/ 18 w 37"/>
                <a:gd name="T29" fmla="*/ 6 h 47"/>
                <a:gd name="T30" fmla="*/ 26 w 37"/>
                <a:gd name="T31" fmla="*/ 12 h 47"/>
                <a:gd name="T32" fmla="*/ 17 w 37"/>
                <a:gd name="T33" fmla="*/ 20 h 47"/>
                <a:gd name="T34" fmla="*/ 12 w 37"/>
                <a:gd name="T35" fmla="*/ 20 h 47"/>
                <a:gd name="T36" fmla="*/ 12 w 37"/>
                <a:gd name="T37" fmla="*/ 6 h 47"/>
                <a:gd name="T38" fmla="*/ 12 w 37"/>
                <a:gd name="T39" fmla="*/ 26 h 47"/>
                <a:gd name="T40" fmla="*/ 19 w 37"/>
                <a:gd name="T41" fmla="*/ 26 h 47"/>
                <a:gd name="T42" fmla="*/ 28 w 37"/>
                <a:gd name="T43" fmla="*/ 33 h 47"/>
                <a:gd name="T44" fmla="*/ 19 w 37"/>
                <a:gd name="T45" fmla="*/ 41 h 47"/>
                <a:gd name="T46" fmla="*/ 12 w 37"/>
                <a:gd name="T47" fmla="*/ 41 h 47"/>
                <a:gd name="T48" fmla="*/ 12 w 37"/>
                <a:gd name="T49" fmla="*/ 2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 h="47">
                  <a:moveTo>
                    <a:pt x="2" y="42"/>
                  </a:moveTo>
                  <a:cubicBezTo>
                    <a:pt x="0" y="42"/>
                    <a:pt x="0" y="42"/>
                    <a:pt x="0" y="42"/>
                  </a:cubicBezTo>
                  <a:cubicBezTo>
                    <a:pt x="0" y="47"/>
                    <a:pt x="0" y="47"/>
                    <a:pt x="0" y="47"/>
                  </a:cubicBezTo>
                  <a:cubicBezTo>
                    <a:pt x="19" y="47"/>
                    <a:pt x="19" y="47"/>
                    <a:pt x="19" y="47"/>
                  </a:cubicBezTo>
                  <a:cubicBezTo>
                    <a:pt x="31" y="47"/>
                    <a:pt x="37" y="42"/>
                    <a:pt x="37" y="33"/>
                  </a:cubicBezTo>
                  <a:cubicBezTo>
                    <a:pt x="37" y="27"/>
                    <a:pt x="33" y="23"/>
                    <a:pt x="28" y="22"/>
                  </a:cubicBezTo>
                  <a:cubicBezTo>
                    <a:pt x="32" y="20"/>
                    <a:pt x="35" y="17"/>
                    <a:pt x="35" y="11"/>
                  </a:cubicBezTo>
                  <a:cubicBezTo>
                    <a:pt x="35" y="3"/>
                    <a:pt x="28" y="0"/>
                    <a:pt x="20" y="0"/>
                  </a:cubicBezTo>
                  <a:cubicBezTo>
                    <a:pt x="0" y="0"/>
                    <a:pt x="0" y="0"/>
                    <a:pt x="0" y="0"/>
                  </a:cubicBezTo>
                  <a:cubicBezTo>
                    <a:pt x="0" y="6"/>
                    <a:pt x="0" y="6"/>
                    <a:pt x="0" y="6"/>
                  </a:cubicBezTo>
                  <a:cubicBezTo>
                    <a:pt x="4" y="6"/>
                    <a:pt x="4" y="6"/>
                    <a:pt x="4" y="6"/>
                  </a:cubicBezTo>
                  <a:cubicBezTo>
                    <a:pt x="4" y="40"/>
                    <a:pt x="4" y="40"/>
                    <a:pt x="4" y="40"/>
                  </a:cubicBezTo>
                  <a:cubicBezTo>
                    <a:pt x="4" y="41"/>
                    <a:pt x="3" y="42"/>
                    <a:pt x="2" y="42"/>
                  </a:cubicBezTo>
                  <a:close/>
                  <a:moveTo>
                    <a:pt x="12" y="6"/>
                  </a:moveTo>
                  <a:cubicBezTo>
                    <a:pt x="18" y="6"/>
                    <a:pt x="18" y="6"/>
                    <a:pt x="18" y="6"/>
                  </a:cubicBezTo>
                  <a:cubicBezTo>
                    <a:pt x="23" y="6"/>
                    <a:pt x="26" y="8"/>
                    <a:pt x="26" y="12"/>
                  </a:cubicBezTo>
                  <a:cubicBezTo>
                    <a:pt x="26" y="17"/>
                    <a:pt x="24" y="20"/>
                    <a:pt x="17" y="20"/>
                  </a:cubicBezTo>
                  <a:cubicBezTo>
                    <a:pt x="12" y="20"/>
                    <a:pt x="12" y="20"/>
                    <a:pt x="12" y="20"/>
                  </a:cubicBezTo>
                  <a:lnTo>
                    <a:pt x="12" y="6"/>
                  </a:lnTo>
                  <a:close/>
                  <a:moveTo>
                    <a:pt x="12" y="26"/>
                  </a:moveTo>
                  <a:cubicBezTo>
                    <a:pt x="19" y="26"/>
                    <a:pt x="19" y="26"/>
                    <a:pt x="19" y="26"/>
                  </a:cubicBezTo>
                  <a:cubicBezTo>
                    <a:pt x="25" y="26"/>
                    <a:pt x="28" y="28"/>
                    <a:pt x="28" y="33"/>
                  </a:cubicBezTo>
                  <a:cubicBezTo>
                    <a:pt x="28" y="38"/>
                    <a:pt x="26" y="41"/>
                    <a:pt x="19" y="41"/>
                  </a:cubicBezTo>
                  <a:cubicBezTo>
                    <a:pt x="12" y="41"/>
                    <a:pt x="12" y="41"/>
                    <a:pt x="12" y="41"/>
                  </a:cubicBezTo>
                  <a:lnTo>
                    <a:pt x="12"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102"/>
            <p:cNvSpPr>
              <a:spLocks noEditPoints="1"/>
            </p:cNvSpPr>
            <p:nvPr/>
          </p:nvSpPr>
          <p:spPr bwMode="auto">
            <a:xfrm>
              <a:off x="3925888" y="2601913"/>
              <a:ext cx="50800" cy="57150"/>
            </a:xfrm>
            <a:custGeom>
              <a:avLst/>
              <a:gdLst>
                <a:gd name="T0" fmla="*/ 0 w 32"/>
                <a:gd name="T1" fmla="*/ 18 h 37"/>
                <a:gd name="T2" fmla="*/ 15 w 32"/>
                <a:gd name="T3" fmla="*/ 37 h 37"/>
                <a:gd name="T4" fmla="*/ 32 w 32"/>
                <a:gd name="T5" fmla="*/ 17 h 37"/>
                <a:gd name="T6" fmla="*/ 16 w 32"/>
                <a:gd name="T7" fmla="*/ 0 h 37"/>
                <a:gd name="T8" fmla="*/ 0 w 32"/>
                <a:gd name="T9" fmla="*/ 18 h 37"/>
                <a:gd name="T10" fmla="*/ 23 w 32"/>
                <a:gd name="T11" fmla="*/ 19 h 37"/>
                <a:gd name="T12" fmla="*/ 16 w 32"/>
                <a:gd name="T13" fmla="*/ 31 h 37"/>
                <a:gd name="T14" fmla="*/ 8 w 32"/>
                <a:gd name="T15" fmla="*/ 17 h 37"/>
                <a:gd name="T16" fmla="*/ 16 w 32"/>
                <a:gd name="T17" fmla="*/ 6 h 37"/>
                <a:gd name="T18" fmla="*/ 23 w 32"/>
                <a:gd name="T19" fmla="*/ 1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37">
                  <a:moveTo>
                    <a:pt x="0" y="18"/>
                  </a:moveTo>
                  <a:cubicBezTo>
                    <a:pt x="0" y="31"/>
                    <a:pt x="6" y="37"/>
                    <a:pt x="15" y="37"/>
                  </a:cubicBezTo>
                  <a:cubicBezTo>
                    <a:pt x="25" y="37"/>
                    <a:pt x="32" y="31"/>
                    <a:pt x="32" y="17"/>
                  </a:cubicBezTo>
                  <a:cubicBezTo>
                    <a:pt x="32" y="1"/>
                    <a:pt x="22" y="0"/>
                    <a:pt x="16" y="0"/>
                  </a:cubicBezTo>
                  <a:cubicBezTo>
                    <a:pt x="9" y="0"/>
                    <a:pt x="0" y="3"/>
                    <a:pt x="0" y="18"/>
                  </a:cubicBezTo>
                  <a:close/>
                  <a:moveTo>
                    <a:pt x="23" y="19"/>
                  </a:moveTo>
                  <a:cubicBezTo>
                    <a:pt x="23" y="26"/>
                    <a:pt x="21" y="31"/>
                    <a:pt x="16" y="31"/>
                  </a:cubicBezTo>
                  <a:cubicBezTo>
                    <a:pt x="9" y="31"/>
                    <a:pt x="8" y="24"/>
                    <a:pt x="8" y="17"/>
                  </a:cubicBezTo>
                  <a:cubicBezTo>
                    <a:pt x="8" y="11"/>
                    <a:pt x="11" y="6"/>
                    <a:pt x="16" y="6"/>
                  </a:cubicBezTo>
                  <a:cubicBezTo>
                    <a:pt x="21" y="6"/>
                    <a:pt x="23" y="11"/>
                    <a:pt x="23"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103"/>
            <p:cNvSpPr>
              <a:spLocks noEditPoints="1"/>
            </p:cNvSpPr>
            <p:nvPr/>
          </p:nvSpPr>
          <p:spPr bwMode="auto">
            <a:xfrm>
              <a:off x="3984625" y="2601913"/>
              <a:ext cx="50800" cy="57150"/>
            </a:xfrm>
            <a:custGeom>
              <a:avLst/>
              <a:gdLst>
                <a:gd name="T0" fmla="*/ 16 w 33"/>
                <a:gd name="T1" fmla="*/ 37 h 37"/>
                <a:gd name="T2" fmla="*/ 33 w 33"/>
                <a:gd name="T3" fmla="*/ 17 h 37"/>
                <a:gd name="T4" fmla="*/ 17 w 33"/>
                <a:gd name="T5" fmla="*/ 0 h 37"/>
                <a:gd name="T6" fmla="*/ 0 w 33"/>
                <a:gd name="T7" fmla="*/ 18 h 37"/>
                <a:gd name="T8" fmla="*/ 16 w 33"/>
                <a:gd name="T9" fmla="*/ 37 h 37"/>
                <a:gd name="T10" fmla="*/ 16 w 33"/>
                <a:gd name="T11" fmla="*/ 6 h 37"/>
                <a:gd name="T12" fmla="*/ 24 w 33"/>
                <a:gd name="T13" fmla="*/ 19 h 37"/>
                <a:gd name="T14" fmla="*/ 16 w 33"/>
                <a:gd name="T15" fmla="*/ 31 h 37"/>
                <a:gd name="T16" fmla="*/ 9 w 33"/>
                <a:gd name="T17" fmla="*/ 17 h 37"/>
                <a:gd name="T18" fmla="*/ 16 w 33"/>
                <a:gd name="T19" fmla="*/ 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37">
                  <a:moveTo>
                    <a:pt x="16" y="37"/>
                  </a:moveTo>
                  <a:cubicBezTo>
                    <a:pt x="26" y="37"/>
                    <a:pt x="33" y="31"/>
                    <a:pt x="33" y="17"/>
                  </a:cubicBezTo>
                  <a:cubicBezTo>
                    <a:pt x="33" y="1"/>
                    <a:pt x="22" y="0"/>
                    <a:pt x="17" y="0"/>
                  </a:cubicBezTo>
                  <a:cubicBezTo>
                    <a:pt x="10" y="0"/>
                    <a:pt x="0" y="3"/>
                    <a:pt x="0" y="18"/>
                  </a:cubicBezTo>
                  <a:cubicBezTo>
                    <a:pt x="0" y="31"/>
                    <a:pt x="6" y="37"/>
                    <a:pt x="16" y="37"/>
                  </a:cubicBezTo>
                  <a:close/>
                  <a:moveTo>
                    <a:pt x="16" y="6"/>
                  </a:moveTo>
                  <a:cubicBezTo>
                    <a:pt x="22" y="6"/>
                    <a:pt x="24" y="11"/>
                    <a:pt x="24" y="19"/>
                  </a:cubicBezTo>
                  <a:cubicBezTo>
                    <a:pt x="24" y="26"/>
                    <a:pt x="22" y="31"/>
                    <a:pt x="16" y="31"/>
                  </a:cubicBezTo>
                  <a:cubicBezTo>
                    <a:pt x="10" y="31"/>
                    <a:pt x="9" y="24"/>
                    <a:pt x="9" y="17"/>
                  </a:cubicBezTo>
                  <a:cubicBezTo>
                    <a:pt x="9" y="11"/>
                    <a:pt x="11" y="6"/>
                    <a:pt x="16"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104"/>
            <p:cNvSpPr>
              <a:spLocks/>
            </p:cNvSpPr>
            <p:nvPr/>
          </p:nvSpPr>
          <p:spPr bwMode="auto">
            <a:xfrm>
              <a:off x="4040188" y="2589213"/>
              <a:ext cx="38100" cy="69850"/>
            </a:xfrm>
            <a:custGeom>
              <a:avLst/>
              <a:gdLst>
                <a:gd name="T0" fmla="*/ 16 w 25"/>
                <a:gd name="T1" fmla="*/ 45 h 45"/>
                <a:gd name="T2" fmla="*/ 25 w 25"/>
                <a:gd name="T3" fmla="*/ 43 h 45"/>
                <a:gd name="T4" fmla="*/ 23 w 25"/>
                <a:gd name="T5" fmla="*/ 37 h 45"/>
                <a:gd name="T6" fmla="*/ 18 w 25"/>
                <a:gd name="T7" fmla="*/ 39 h 45"/>
                <a:gd name="T8" fmla="*/ 13 w 25"/>
                <a:gd name="T9" fmla="*/ 33 h 45"/>
                <a:gd name="T10" fmla="*/ 13 w 25"/>
                <a:gd name="T11" fmla="*/ 15 h 45"/>
                <a:gd name="T12" fmla="*/ 22 w 25"/>
                <a:gd name="T13" fmla="*/ 15 h 45"/>
                <a:gd name="T14" fmla="*/ 23 w 25"/>
                <a:gd name="T15" fmla="*/ 9 h 45"/>
                <a:gd name="T16" fmla="*/ 13 w 25"/>
                <a:gd name="T17" fmla="*/ 9 h 45"/>
                <a:gd name="T18" fmla="*/ 13 w 25"/>
                <a:gd name="T19" fmla="*/ 0 h 45"/>
                <a:gd name="T20" fmla="*/ 9 w 25"/>
                <a:gd name="T21" fmla="*/ 0 h 45"/>
                <a:gd name="T22" fmla="*/ 1 w 25"/>
                <a:gd name="T23" fmla="*/ 9 h 45"/>
                <a:gd name="T24" fmla="*/ 0 w 25"/>
                <a:gd name="T25" fmla="*/ 15 h 45"/>
                <a:gd name="T26" fmla="*/ 5 w 25"/>
                <a:gd name="T27" fmla="*/ 15 h 45"/>
                <a:gd name="T28" fmla="*/ 5 w 25"/>
                <a:gd name="T29" fmla="*/ 33 h 45"/>
                <a:gd name="T30" fmla="*/ 16 w 25"/>
                <a:gd name="T31"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5" h="45">
                  <a:moveTo>
                    <a:pt x="16" y="45"/>
                  </a:moveTo>
                  <a:cubicBezTo>
                    <a:pt x="19" y="45"/>
                    <a:pt x="23" y="44"/>
                    <a:pt x="25" y="43"/>
                  </a:cubicBezTo>
                  <a:cubicBezTo>
                    <a:pt x="23" y="37"/>
                    <a:pt x="23" y="37"/>
                    <a:pt x="23" y="37"/>
                  </a:cubicBezTo>
                  <a:cubicBezTo>
                    <a:pt x="22" y="38"/>
                    <a:pt x="20" y="39"/>
                    <a:pt x="18" y="39"/>
                  </a:cubicBezTo>
                  <a:cubicBezTo>
                    <a:pt x="15" y="39"/>
                    <a:pt x="13" y="37"/>
                    <a:pt x="13" y="33"/>
                  </a:cubicBezTo>
                  <a:cubicBezTo>
                    <a:pt x="13" y="15"/>
                    <a:pt x="13" y="15"/>
                    <a:pt x="13" y="15"/>
                  </a:cubicBezTo>
                  <a:cubicBezTo>
                    <a:pt x="22" y="15"/>
                    <a:pt x="22" y="15"/>
                    <a:pt x="22" y="15"/>
                  </a:cubicBezTo>
                  <a:cubicBezTo>
                    <a:pt x="23" y="9"/>
                    <a:pt x="23" y="9"/>
                    <a:pt x="23" y="9"/>
                  </a:cubicBezTo>
                  <a:cubicBezTo>
                    <a:pt x="13" y="9"/>
                    <a:pt x="13" y="9"/>
                    <a:pt x="13" y="9"/>
                  </a:cubicBezTo>
                  <a:cubicBezTo>
                    <a:pt x="13" y="0"/>
                    <a:pt x="13" y="0"/>
                    <a:pt x="13" y="0"/>
                  </a:cubicBezTo>
                  <a:cubicBezTo>
                    <a:pt x="9" y="0"/>
                    <a:pt x="9" y="0"/>
                    <a:pt x="9" y="0"/>
                  </a:cubicBezTo>
                  <a:cubicBezTo>
                    <a:pt x="8" y="5"/>
                    <a:pt x="6" y="8"/>
                    <a:pt x="1" y="9"/>
                  </a:cubicBezTo>
                  <a:cubicBezTo>
                    <a:pt x="0" y="15"/>
                    <a:pt x="0" y="15"/>
                    <a:pt x="0" y="15"/>
                  </a:cubicBezTo>
                  <a:cubicBezTo>
                    <a:pt x="5" y="15"/>
                    <a:pt x="5" y="15"/>
                    <a:pt x="5" y="15"/>
                  </a:cubicBezTo>
                  <a:cubicBezTo>
                    <a:pt x="5" y="33"/>
                    <a:pt x="5" y="33"/>
                    <a:pt x="5" y="33"/>
                  </a:cubicBezTo>
                  <a:cubicBezTo>
                    <a:pt x="5" y="39"/>
                    <a:pt x="5" y="45"/>
                    <a:pt x="1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105"/>
            <p:cNvSpPr>
              <a:spLocks/>
            </p:cNvSpPr>
            <p:nvPr/>
          </p:nvSpPr>
          <p:spPr bwMode="auto">
            <a:xfrm>
              <a:off x="4084638" y="2601913"/>
              <a:ext cx="39688" cy="57150"/>
            </a:xfrm>
            <a:custGeom>
              <a:avLst/>
              <a:gdLst>
                <a:gd name="T0" fmla="*/ 26 w 26"/>
                <a:gd name="T1" fmla="*/ 26 h 37"/>
                <a:gd name="T2" fmla="*/ 15 w 26"/>
                <a:gd name="T3" fmla="*/ 15 h 37"/>
                <a:gd name="T4" fmla="*/ 8 w 26"/>
                <a:gd name="T5" fmla="*/ 10 h 37"/>
                <a:gd name="T6" fmla="*/ 14 w 26"/>
                <a:gd name="T7" fmla="*/ 6 h 37"/>
                <a:gd name="T8" fmla="*/ 18 w 26"/>
                <a:gd name="T9" fmla="*/ 6 h 37"/>
                <a:gd name="T10" fmla="*/ 19 w 26"/>
                <a:gd name="T11" fmla="*/ 8 h 37"/>
                <a:gd name="T12" fmla="*/ 19 w 26"/>
                <a:gd name="T13" fmla="*/ 11 h 37"/>
                <a:gd name="T14" fmla="*/ 25 w 26"/>
                <a:gd name="T15" fmla="*/ 11 h 37"/>
                <a:gd name="T16" fmla="*/ 25 w 26"/>
                <a:gd name="T17" fmla="*/ 2 h 37"/>
                <a:gd name="T18" fmla="*/ 14 w 26"/>
                <a:gd name="T19" fmla="*/ 0 h 37"/>
                <a:gd name="T20" fmla="*/ 0 w 26"/>
                <a:gd name="T21" fmla="*/ 11 h 37"/>
                <a:gd name="T22" fmla="*/ 11 w 26"/>
                <a:gd name="T23" fmla="*/ 21 h 37"/>
                <a:gd name="T24" fmla="*/ 18 w 26"/>
                <a:gd name="T25" fmla="*/ 26 h 37"/>
                <a:gd name="T26" fmla="*/ 12 w 26"/>
                <a:gd name="T27" fmla="*/ 31 h 37"/>
                <a:gd name="T28" fmla="*/ 7 w 26"/>
                <a:gd name="T29" fmla="*/ 31 h 37"/>
                <a:gd name="T30" fmla="*/ 6 w 26"/>
                <a:gd name="T31" fmla="*/ 29 h 37"/>
                <a:gd name="T32" fmla="*/ 6 w 26"/>
                <a:gd name="T33" fmla="*/ 25 h 37"/>
                <a:gd name="T34" fmla="*/ 0 w 26"/>
                <a:gd name="T35" fmla="*/ 26 h 37"/>
                <a:gd name="T36" fmla="*/ 0 w 26"/>
                <a:gd name="T37" fmla="*/ 35 h 37"/>
                <a:gd name="T38" fmla="*/ 12 w 26"/>
                <a:gd name="T39" fmla="*/ 37 h 37"/>
                <a:gd name="T40" fmla="*/ 26 w 26"/>
                <a:gd name="T41" fmla="*/ 2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 h="37">
                  <a:moveTo>
                    <a:pt x="26" y="26"/>
                  </a:moveTo>
                  <a:cubicBezTo>
                    <a:pt x="26" y="18"/>
                    <a:pt x="21" y="17"/>
                    <a:pt x="15" y="15"/>
                  </a:cubicBezTo>
                  <a:cubicBezTo>
                    <a:pt x="12" y="14"/>
                    <a:pt x="8" y="13"/>
                    <a:pt x="8" y="10"/>
                  </a:cubicBezTo>
                  <a:cubicBezTo>
                    <a:pt x="8" y="7"/>
                    <a:pt x="11" y="6"/>
                    <a:pt x="14" y="6"/>
                  </a:cubicBezTo>
                  <a:cubicBezTo>
                    <a:pt x="15" y="6"/>
                    <a:pt x="17" y="6"/>
                    <a:pt x="18" y="6"/>
                  </a:cubicBezTo>
                  <a:cubicBezTo>
                    <a:pt x="19" y="6"/>
                    <a:pt x="19" y="7"/>
                    <a:pt x="19" y="8"/>
                  </a:cubicBezTo>
                  <a:cubicBezTo>
                    <a:pt x="19" y="11"/>
                    <a:pt x="19" y="11"/>
                    <a:pt x="19" y="11"/>
                  </a:cubicBezTo>
                  <a:cubicBezTo>
                    <a:pt x="25" y="11"/>
                    <a:pt x="25" y="11"/>
                    <a:pt x="25" y="11"/>
                  </a:cubicBezTo>
                  <a:cubicBezTo>
                    <a:pt x="25" y="2"/>
                    <a:pt x="25" y="2"/>
                    <a:pt x="25" y="2"/>
                  </a:cubicBezTo>
                  <a:cubicBezTo>
                    <a:pt x="22" y="0"/>
                    <a:pt x="18" y="0"/>
                    <a:pt x="14" y="0"/>
                  </a:cubicBezTo>
                  <a:cubicBezTo>
                    <a:pt x="6" y="0"/>
                    <a:pt x="0" y="3"/>
                    <a:pt x="0" y="11"/>
                  </a:cubicBezTo>
                  <a:cubicBezTo>
                    <a:pt x="0" y="18"/>
                    <a:pt x="6" y="20"/>
                    <a:pt x="11" y="21"/>
                  </a:cubicBezTo>
                  <a:cubicBezTo>
                    <a:pt x="15" y="22"/>
                    <a:pt x="18" y="23"/>
                    <a:pt x="18" y="26"/>
                  </a:cubicBezTo>
                  <a:cubicBezTo>
                    <a:pt x="18" y="30"/>
                    <a:pt x="15" y="31"/>
                    <a:pt x="12" y="31"/>
                  </a:cubicBezTo>
                  <a:cubicBezTo>
                    <a:pt x="10" y="31"/>
                    <a:pt x="8" y="31"/>
                    <a:pt x="7" y="31"/>
                  </a:cubicBezTo>
                  <a:cubicBezTo>
                    <a:pt x="7" y="30"/>
                    <a:pt x="6" y="30"/>
                    <a:pt x="6" y="29"/>
                  </a:cubicBezTo>
                  <a:cubicBezTo>
                    <a:pt x="6" y="25"/>
                    <a:pt x="6" y="25"/>
                    <a:pt x="6" y="25"/>
                  </a:cubicBezTo>
                  <a:cubicBezTo>
                    <a:pt x="0" y="26"/>
                    <a:pt x="0" y="26"/>
                    <a:pt x="0" y="26"/>
                  </a:cubicBezTo>
                  <a:cubicBezTo>
                    <a:pt x="0" y="35"/>
                    <a:pt x="0" y="35"/>
                    <a:pt x="0" y="35"/>
                  </a:cubicBezTo>
                  <a:cubicBezTo>
                    <a:pt x="2" y="36"/>
                    <a:pt x="7" y="37"/>
                    <a:pt x="12" y="37"/>
                  </a:cubicBezTo>
                  <a:cubicBezTo>
                    <a:pt x="21" y="37"/>
                    <a:pt x="26" y="33"/>
                    <a:pt x="26"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106"/>
            <p:cNvSpPr>
              <a:spLocks/>
            </p:cNvSpPr>
            <p:nvPr/>
          </p:nvSpPr>
          <p:spPr bwMode="auto">
            <a:xfrm>
              <a:off x="3235325" y="1550988"/>
              <a:ext cx="49213" cy="49213"/>
            </a:xfrm>
            <a:custGeom>
              <a:avLst/>
              <a:gdLst>
                <a:gd name="T0" fmla="*/ 31 w 31"/>
                <a:gd name="T1" fmla="*/ 2 h 31"/>
                <a:gd name="T2" fmla="*/ 29 w 31"/>
                <a:gd name="T3" fmla="*/ 0 h 31"/>
                <a:gd name="T4" fmla="*/ 0 w 31"/>
                <a:gd name="T5" fmla="*/ 29 h 31"/>
                <a:gd name="T6" fmla="*/ 2 w 31"/>
                <a:gd name="T7" fmla="*/ 31 h 31"/>
                <a:gd name="T8" fmla="*/ 31 w 31"/>
                <a:gd name="T9" fmla="*/ 2 h 31"/>
              </a:gdLst>
              <a:ahLst/>
              <a:cxnLst>
                <a:cxn ang="0">
                  <a:pos x="T0" y="T1"/>
                </a:cxn>
                <a:cxn ang="0">
                  <a:pos x="T2" y="T3"/>
                </a:cxn>
                <a:cxn ang="0">
                  <a:pos x="T4" y="T5"/>
                </a:cxn>
                <a:cxn ang="0">
                  <a:pos x="T6" y="T7"/>
                </a:cxn>
                <a:cxn ang="0">
                  <a:pos x="T8" y="T9"/>
                </a:cxn>
              </a:cxnLst>
              <a:rect l="0" t="0" r="r" b="b"/>
              <a:pathLst>
                <a:path w="31" h="31">
                  <a:moveTo>
                    <a:pt x="31" y="2"/>
                  </a:moveTo>
                  <a:lnTo>
                    <a:pt x="29" y="0"/>
                  </a:lnTo>
                  <a:lnTo>
                    <a:pt x="0" y="29"/>
                  </a:lnTo>
                  <a:lnTo>
                    <a:pt x="2" y="31"/>
                  </a:lnTo>
                  <a:lnTo>
                    <a:pt x="31"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107"/>
            <p:cNvSpPr>
              <a:spLocks/>
            </p:cNvSpPr>
            <p:nvPr/>
          </p:nvSpPr>
          <p:spPr bwMode="auto">
            <a:xfrm>
              <a:off x="3249613" y="1563688"/>
              <a:ext cx="47625" cy="49213"/>
            </a:xfrm>
            <a:custGeom>
              <a:avLst/>
              <a:gdLst>
                <a:gd name="T0" fmla="*/ 0 w 30"/>
                <a:gd name="T1" fmla="*/ 29 h 31"/>
                <a:gd name="T2" fmla="*/ 2 w 30"/>
                <a:gd name="T3" fmla="*/ 31 h 31"/>
                <a:gd name="T4" fmla="*/ 30 w 30"/>
                <a:gd name="T5" fmla="*/ 2 h 31"/>
                <a:gd name="T6" fmla="*/ 28 w 30"/>
                <a:gd name="T7" fmla="*/ 0 h 31"/>
                <a:gd name="T8" fmla="*/ 0 w 30"/>
                <a:gd name="T9" fmla="*/ 29 h 31"/>
              </a:gdLst>
              <a:ahLst/>
              <a:cxnLst>
                <a:cxn ang="0">
                  <a:pos x="T0" y="T1"/>
                </a:cxn>
                <a:cxn ang="0">
                  <a:pos x="T2" y="T3"/>
                </a:cxn>
                <a:cxn ang="0">
                  <a:pos x="T4" y="T5"/>
                </a:cxn>
                <a:cxn ang="0">
                  <a:pos x="T6" y="T7"/>
                </a:cxn>
                <a:cxn ang="0">
                  <a:pos x="T8" y="T9"/>
                </a:cxn>
              </a:cxnLst>
              <a:rect l="0" t="0" r="r" b="b"/>
              <a:pathLst>
                <a:path w="30" h="31">
                  <a:moveTo>
                    <a:pt x="0" y="29"/>
                  </a:moveTo>
                  <a:lnTo>
                    <a:pt x="2" y="31"/>
                  </a:lnTo>
                  <a:lnTo>
                    <a:pt x="30" y="2"/>
                  </a:lnTo>
                  <a:lnTo>
                    <a:pt x="28" y="0"/>
                  </a:lnTo>
                  <a:lnTo>
                    <a:pt x="0" y="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108"/>
            <p:cNvSpPr>
              <a:spLocks/>
            </p:cNvSpPr>
            <p:nvPr/>
          </p:nvSpPr>
          <p:spPr bwMode="auto">
            <a:xfrm>
              <a:off x="2932113" y="1384300"/>
              <a:ext cx="174625" cy="130175"/>
            </a:xfrm>
            <a:custGeom>
              <a:avLst/>
              <a:gdLst>
                <a:gd name="T0" fmla="*/ 0 w 110"/>
                <a:gd name="T1" fmla="*/ 7 h 82"/>
                <a:gd name="T2" fmla="*/ 106 w 110"/>
                <a:gd name="T3" fmla="*/ 82 h 82"/>
                <a:gd name="T4" fmla="*/ 110 w 110"/>
                <a:gd name="T5" fmla="*/ 75 h 82"/>
                <a:gd name="T6" fmla="*/ 4 w 110"/>
                <a:gd name="T7" fmla="*/ 0 h 82"/>
                <a:gd name="T8" fmla="*/ 0 w 110"/>
                <a:gd name="T9" fmla="*/ 7 h 82"/>
              </a:gdLst>
              <a:ahLst/>
              <a:cxnLst>
                <a:cxn ang="0">
                  <a:pos x="T0" y="T1"/>
                </a:cxn>
                <a:cxn ang="0">
                  <a:pos x="T2" y="T3"/>
                </a:cxn>
                <a:cxn ang="0">
                  <a:pos x="T4" y="T5"/>
                </a:cxn>
                <a:cxn ang="0">
                  <a:pos x="T6" y="T7"/>
                </a:cxn>
                <a:cxn ang="0">
                  <a:pos x="T8" y="T9"/>
                </a:cxn>
              </a:cxnLst>
              <a:rect l="0" t="0" r="r" b="b"/>
              <a:pathLst>
                <a:path w="110" h="82">
                  <a:moveTo>
                    <a:pt x="0" y="7"/>
                  </a:moveTo>
                  <a:lnTo>
                    <a:pt x="106" y="82"/>
                  </a:lnTo>
                  <a:lnTo>
                    <a:pt x="110" y="75"/>
                  </a:lnTo>
                  <a:lnTo>
                    <a:pt x="4" y="0"/>
                  </a:lnTo>
                  <a:lnTo>
                    <a:pt x="0"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109"/>
            <p:cNvSpPr>
              <a:spLocks/>
            </p:cNvSpPr>
            <p:nvPr/>
          </p:nvSpPr>
          <p:spPr bwMode="auto">
            <a:xfrm>
              <a:off x="3124200" y="1531938"/>
              <a:ext cx="49213" cy="87313"/>
            </a:xfrm>
            <a:custGeom>
              <a:avLst/>
              <a:gdLst>
                <a:gd name="T0" fmla="*/ 6 w 31"/>
                <a:gd name="T1" fmla="*/ 49 h 56"/>
                <a:gd name="T2" fmla="*/ 15 w 31"/>
                <a:gd name="T3" fmla="*/ 55 h 56"/>
                <a:gd name="T4" fmla="*/ 31 w 31"/>
                <a:gd name="T5" fmla="*/ 53 h 56"/>
                <a:gd name="T6" fmla="*/ 24 w 31"/>
                <a:gd name="T7" fmla="*/ 0 h 56"/>
                <a:gd name="T8" fmla="*/ 8 w 31"/>
                <a:gd name="T9" fmla="*/ 3 h 56"/>
                <a:gd name="T10" fmla="*/ 1 w 31"/>
                <a:gd name="T11" fmla="*/ 12 h 56"/>
                <a:gd name="T12" fmla="*/ 6 w 31"/>
                <a:gd name="T13" fmla="*/ 49 h 56"/>
              </a:gdLst>
              <a:ahLst/>
              <a:cxnLst>
                <a:cxn ang="0">
                  <a:pos x="T0" y="T1"/>
                </a:cxn>
                <a:cxn ang="0">
                  <a:pos x="T2" y="T3"/>
                </a:cxn>
                <a:cxn ang="0">
                  <a:pos x="T4" y="T5"/>
                </a:cxn>
                <a:cxn ang="0">
                  <a:pos x="T6" y="T7"/>
                </a:cxn>
                <a:cxn ang="0">
                  <a:pos x="T8" y="T9"/>
                </a:cxn>
                <a:cxn ang="0">
                  <a:pos x="T10" y="T11"/>
                </a:cxn>
                <a:cxn ang="0">
                  <a:pos x="T12" y="T13"/>
                </a:cxn>
              </a:cxnLst>
              <a:rect l="0" t="0" r="r" b="b"/>
              <a:pathLst>
                <a:path w="31" h="56">
                  <a:moveTo>
                    <a:pt x="6" y="49"/>
                  </a:moveTo>
                  <a:cubicBezTo>
                    <a:pt x="6" y="53"/>
                    <a:pt x="10" y="56"/>
                    <a:pt x="15" y="55"/>
                  </a:cubicBezTo>
                  <a:cubicBezTo>
                    <a:pt x="31" y="53"/>
                    <a:pt x="31" y="53"/>
                    <a:pt x="31" y="53"/>
                  </a:cubicBezTo>
                  <a:cubicBezTo>
                    <a:pt x="24" y="0"/>
                    <a:pt x="24" y="0"/>
                    <a:pt x="24" y="0"/>
                  </a:cubicBezTo>
                  <a:cubicBezTo>
                    <a:pt x="8" y="3"/>
                    <a:pt x="8" y="3"/>
                    <a:pt x="8" y="3"/>
                  </a:cubicBezTo>
                  <a:cubicBezTo>
                    <a:pt x="3" y="3"/>
                    <a:pt x="0" y="7"/>
                    <a:pt x="1" y="12"/>
                  </a:cubicBezTo>
                  <a:lnTo>
                    <a:pt x="6"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110"/>
            <p:cNvSpPr>
              <a:spLocks/>
            </p:cNvSpPr>
            <p:nvPr/>
          </p:nvSpPr>
          <p:spPr bwMode="auto">
            <a:xfrm>
              <a:off x="3463925" y="1531938"/>
              <a:ext cx="49213" cy="87313"/>
            </a:xfrm>
            <a:custGeom>
              <a:avLst/>
              <a:gdLst>
                <a:gd name="T0" fmla="*/ 0 w 31"/>
                <a:gd name="T1" fmla="*/ 53 h 56"/>
                <a:gd name="T2" fmla="*/ 17 w 31"/>
                <a:gd name="T3" fmla="*/ 55 h 56"/>
                <a:gd name="T4" fmla="*/ 26 w 31"/>
                <a:gd name="T5" fmla="*/ 49 h 56"/>
                <a:gd name="T6" fmla="*/ 31 w 31"/>
                <a:gd name="T7" fmla="*/ 12 h 56"/>
                <a:gd name="T8" fmla="*/ 24 w 31"/>
                <a:gd name="T9" fmla="*/ 3 h 56"/>
                <a:gd name="T10" fmla="*/ 7 w 31"/>
                <a:gd name="T11" fmla="*/ 0 h 56"/>
                <a:gd name="T12" fmla="*/ 0 w 31"/>
                <a:gd name="T13" fmla="*/ 53 h 56"/>
              </a:gdLst>
              <a:ahLst/>
              <a:cxnLst>
                <a:cxn ang="0">
                  <a:pos x="T0" y="T1"/>
                </a:cxn>
                <a:cxn ang="0">
                  <a:pos x="T2" y="T3"/>
                </a:cxn>
                <a:cxn ang="0">
                  <a:pos x="T4" y="T5"/>
                </a:cxn>
                <a:cxn ang="0">
                  <a:pos x="T6" y="T7"/>
                </a:cxn>
                <a:cxn ang="0">
                  <a:pos x="T8" y="T9"/>
                </a:cxn>
                <a:cxn ang="0">
                  <a:pos x="T10" y="T11"/>
                </a:cxn>
                <a:cxn ang="0">
                  <a:pos x="T12" y="T13"/>
                </a:cxn>
              </a:cxnLst>
              <a:rect l="0" t="0" r="r" b="b"/>
              <a:pathLst>
                <a:path w="31" h="56">
                  <a:moveTo>
                    <a:pt x="0" y="53"/>
                  </a:moveTo>
                  <a:cubicBezTo>
                    <a:pt x="17" y="55"/>
                    <a:pt x="17" y="55"/>
                    <a:pt x="17" y="55"/>
                  </a:cubicBezTo>
                  <a:cubicBezTo>
                    <a:pt x="21" y="56"/>
                    <a:pt x="25" y="53"/>
                    <a:pt x="26" y="49"/>
                  </a:cubicBezTo>
                  <a:cubicBezTo>
                    <a:pt x="31" y="12"/>
                    <a:pt x="31" y="12"/>
                    <a:pt x="31" y="12"/>
                  </a:cubicBezTo>
                  <a:cubicBezTo>
                    <a:pt x="31" y="7"/>
                    <a:pt x="28" y="3"/>
                    <a:pt x="24" y="3"/>
                  </a:cubicBezTo>
                  <a:cubicBezTo>
                    <a:pt x="7" y="0"/>
                    <a:pt x="7" y="0"/>
                    <a:pt x="7" y="0"/>
                  </a:cubicBezTo>
                  <a:lnTo>
                    <a:pt x="0" y="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111"/>
            <p:cNvSpPr>
              <a:spLocks/>
            </p:cNvSpPr>
            <p:nvPr/>
          </p:nvSpPr>
          <p:spPr bwMode="auto">
            <a:xfrm>
              <a:off x="3532188" y="1579563"/>
              <a:ext cx="242888" cy="98425"/>
            </a:xfrm>
            <a:custGeom>
              <a:avLst/>
              <a:gdLst>
                <a:gd name="T0" fmla="*/ 0 w 153"/>
                <a:gd name="T1" fmla="*/ 7 h 62"/>
                <a:gd name="T2" fmla="*/ 151 w 153"/>
                <a:gd name="T3" fmla="*/ 62 h 62"/>
                <a:gd name="T4" fmla="*/ 153 w 153"/>
                <a:gd name="T5" fmla="*/ 55 h 62"/>
                <a:gd name="T6" fmla="*/ 2 w 153"/>
                <a:gd name="T7" fmla="*/ 0 h 62"/>
                <a:gd name="T8" fmla="*/ 0 w 153"/>
                <a:gd name="T9" fmla="*/ 7 h 62"/>
              </a:gdLst>
              <a:ahLst/>
              <a:cxnLst>
                <a:cxn ang="0">
                  <a:pos x="T0" y="T1"/>
                </a:cxn>
                <a:cxn ang="0">
                  <a:pos x="T2" y="T3"/>
                </a:cxn>
                <a:cxn ang="0">
                  <a:pos x="T4" y="T5"/>
                </a:cxn>
                <a:cxn ang="0">
                  <a:pos x="T6" y="T7"/>
                </a:cxn>
                <a:cxn ang="0">
                  <a:pos x="T8" y="T9"/>
                </a:cxn>
              </a:cxnLst>
              <a:rect l="0" t="0" r="r" b="b"/>
              <a:pathLst>
                <a:path w="153" h="62">
                  <a:moveTo>
                    <a:pt x="0" y="7"/>
                  </a:moveTo>
                  <a:lnTo>
                    <a:pt x="151" y="62"/>
                  </a:lnTo>
                  <a:lnTo>
                    <a:pt x="153" y="55"/>
                  </a:lnTo>
                  <a:lnTo>
                    <a:pt x="2" y="0"/>
                  </a:lnTo>
                  <a:lnTo>
                    <a:pt x="0"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12" name="组合 111"/>
          <p:cNvGrpSpPr/>
          <p:nvPr/>
        </p:nvGrpSpPr>
        <p:grpSpPr>
          <a:xfrm>
            <a:off x="5011738" y="5026025"/>
            <a:ext cx="628650" cy="1463675"/>
            <a:chOff x="5011738" y="5026025"/>
            <a:chExt cx="628650" cy="1463675"/>
          </a:xfrm>
          <a:solidFill>
            <a:schemeClr val="tx1">
              <a:lumMod val="65000"/>
              <a:lumOff val="35000"/>
            </a:schemeClr>
          </a:solidFill>
        </p:grpSpPr>
        <p:sp>
          <p:nvSpPr>
            <p:cNvPr id="113" name="Freeform 112"/>
            <p:cNvSpPr>
              <a:spLocks/>
            </p:cNvSpPr>
            <p:nvPr/>
          </p:nvSpPr>
          <p:spPr bwMode="auto">
            <a:xfrm>
              <a:off x="5192713" y="6161088"/>
              <a:ext cx="152400" cy="82550"/>
            </a:xfrm>
            <a:custGeom>
              <a:avLst/>
              <a:gdLst>
                <a:gd name="T0" fmla="*/ 0 w 99"/>
                <a:gd name="T1" fmla="*/ 21 h 53"/>
                <a:gd name="T2" fmla="*/ 0 w 99"/>
                <a:gd name="T3" fmla="*/ 38 h 53"/>
                <a:gd name="T4" fmla="*/ 99 w 99"/>
                <a:gd name="T5" fmla="*/ 49 h 53"/>
                <a:gd name="T6" fmla="*/ 99 w 99"/>
                <a:gd name="T7" fmla="*/ 0 h 53"/>
                <a:gd name="T8" fmla="*/ 6 w 99"/>
                <a:gd name="T9" fmla="*/ 21 h 53"/>
                <a:gd name="T10" fmla="*/ 0 w 99"/>
                <a:gd name="T11" fmla="*/ 21 h 53"/>
              </a:gdLst>
              <a:ahLst/>
              <a:cxnLst>
                <a:cxn ang="0">
                  <a:pos x="T0" y="T1"/>
                </a:cxn>
                <a:cxn ang="0">
                  <a:pos x="T2" y="T3"/>
                </a:cxn>
                <a:cxn ang="0">
                  <a:pos x="T4" y="T5"/>
                </a:cxn>
                <a:cxn ang="0">
                  <a:pos x="T6" y="T7"/>
                </a:cxn>
                <a:cxn ang="0">
                  <a:pos x="T8" y="T9"/>
                </a:cxn>
                <a:cxn ang="0">
                  <a:pos x="T10" y="T11"/>
                </a:cxn>
              </a:cxnLst>
              <a:rect l="0" t="0" r="r" b="b"/>
              <a:pathLst>
                <a:path w="99" h="53">
                  <a:moveTo>
                    <a:pt x="0" y="21"/>
                  </a:moveTo>
                  <a:cubicBezTo>
                    <a:pt x="0" y="38"/>
                    <a:pt x="0" y="38"/>
                    <a:pt x="0" y="38"/>
                  </a:cubicBezTo>
                  <a:cubicBezTo>
                    <a:pt x="8" y="41"/>
                    <a:pt x="42" y="53"/>
                    <a:pt x="99" y="49"/>
                  </a:cubicBezTo>
                  <a:cubicBezTo>
                    <a:pt x="99" y="0"/>
                    <a:pt x="99" y="0"/>
                    <a:pt x="99" y="0"/>
                  </a:cubicBezTo>
                  <a:cubicBezTo>
                    <a:pt x="67" y="19"/>
                    <a:pt x="26" y="21"/>
                    <a:pt x="6" y="21"/>
                  </a:cubicBezTo>
                  <a:cubicBezTo>
                    <a:pt x="4" y="21"/>
                    <a:pt x="2" y="21"/>
                    <a:pt x="0"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113"/>
            <p:cNvSpPr>
              <a:spLocks/>
            </p:cNvSpPr>
            <p:nvPr/>
          </p:nvSpPr>
          <p:spPr bwMode="auto">
            <a:xfrm>
              <a:off x="5192713" y="6253163"/>
              <a:ext cx="152400" cy="93663"/>
            </a:xfrm>
            <a:custGeom>
              <a:avLst/>
              <a:gdLst>
                <a:gd name="T0" fmla="*/ 0 w 99"/>
                <a:gd name="T1" fmla="*/ 0 h 61"/>
                <a:gd name="T2" fmla="*/ 0 w 99"/>
                <a:gd name="T3" fmla="*/ 11 h 61"/>
                <a:gd name="T4" fmla="*/ 50 w 99"/>
                <a:gd name="T5" fmla="*/ 61 h 61"/>
                <a:gd name="T6" fmla="*/ 99 w 99"/>
                <a:gd name="T7" fmla="*/ 11 h 61"/>
                <a:gd name="T8" fmla="*/ 99 w 99"/>
                <a:gd name="T9" fmla="*/ 10 h 61"/>
                <a:gd name="T10" fmla="*/ 76 w 99"/>
                <a:gd name="T11" fmla="*/ 11 h 61"/>
                <a:gd name="T12" fmla="*/ 0 w 99"/>
                <a:gd name="T13" fmla="*/ 0 h 61"/>
              </a:gdLst>
              <a:ahLst/>
              <a:cxnLst>
                <a:cxn ang="0">
                  <a:pos x="T0" y="T1"/>
                </a:cxn>
                <a:cxn ang="0">
                  <a:pos x="T2" y="T3"/>
                </a:cxn>
                <a:cxn ang="0">
                  <a:pos x="T4" y="T5"/>
                </a:cxn>
                <a:cxn ang="0">
                  <a:pos x="T6" y="T7"/>
                </a:cxn>
                <a:cxn ang="0">
                  <a:pos x="T8" y="T9"/>
                </a:cxn>
                <a:cxn ang="0">
                  <a:pos x="T10" y="T11"/>
                </a:cxn>
                <a:cxn ang="0">
                  <a:pos x="T12" y="T13"/>
                </a:cxn>
              </a:cxnLst>
              <a:rect l="0" t="0" r="r" b="b"/>
              <a:pathLst>
                <a:path w="99" h="61">
                  <a:moveTo>
                    <a:pt x="0" y="0"/>
                  </a:moveTo>
                  <a:cubicBezTo>
                    <a:pt x="0" y="11"/>
                    <a:pt x="0" y="11"/>
                    <a:pt x="0" y="11"/>
                  </a:cubicBezTo>
                  <a:cubicBezTo>
                    <a:pt x="0" y="39"/>
                    <a:pt x="22" y="61"/>
                    <a:pt x="50" y="61"/>
                  </a:cubicBezTo>
                  <a:cubicBezTo>
                    <a:pt x="77" y="61"/>
                    <a:pt x="99" y="39"/>
                    <a:pt x="99" y="11"/>
                  </a:cubicBezTo>
                  <a:cubicBezTo>
                    <a:pt x="99" y="10"/>
                    <a:pt x="99" y="10"/>
                    <a:pt x="99" y="10"/>
                  </a:cubicBezTo>
                  <a:cubicBezTo>
                    <a:pt x="91" y="10"/>
                    <a:pt x="83" y="11"/>
                    <a:pt x="76" y="11"/>
                  </a:cubicBezTo>
                  <a:cubicBezTo>
                    <a:pt x="39" y="11"/>
                    <a:pt x="13"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114"/>
            <p:cNvSpPr>
              <a:spLocks/>
            </p:cNvSpPr>
            <p:nvPr/>
          </p:nvSpPr>
          <p:spPr bwMode="auto">
            <a:xfrm>
              <a:off x="5192713" y="6080125"/>
              <a:ext cx="152400" cy="84138"/>
            </a:xfrm>
            <a:custGeom>
              <a:avLst/>
              <a:gdLst>
                <a:gd name="T0" fmla="*/ 0 w 99"/>
                <a:gd name="T1" fmla="*/ 0 h 54"/>
                <a:gd name="T2" fmla="*/ 0 w 99"/>
                <a:gd name="T3" fmla="*/ 53 h 54"/>
                <a:gd name="T4" fmla="*/ 99 w 99"/>
                <a:gd name="T5" fmla="*/ 28 h 54"/>
                <a:gd name="T6" fmla="*/ 99 w 99"/>
                <a:gd name="T7" fmla="*/ 20 h 54"/>
                <a:gd name="T8" fmla="*/ 95 w 99"/>
                <a:gd name="T9" fmla="*/ 20 h 54"/>
                <a:gd name="T10" fmla="*/ 0 w 99"/>
                <a:gd name="T11" fmla="*/ 0 h 54"/>
              </a:gdLst>
              <a:ahLst/>
              <a:cxnLst>
                <a:cxn ang="0">
                  <a:pos x="T0" y="T1"/>
                </a:cxn>
                <a:cxn ang="0">
                  <a:pos x="T2" y="T3"/>
                </a:cxn>
                <a:cxn ang="0">
                  <a:pos x="T4" y="T5"/>
                </a:cxn>
                <a:cxn ang="0">
                  <a:pos x="T6" y="T7"/>
                </a:cxn>
                <a:cxn ang="0">
                  <a:pos x="T8" y="T9"/>
                </a:cxn>
                <a:cxn ang="0">
                  <a:pos x="T10" y="T11"/>
                </a:cxn>
              </a:cxnLst>
              <a:rect l="0" t="0" r="r" b="b"/>
              <a:pathLst>
                <a:path w="99" h="54">
                  <a:moveTo>
                    <a:pt x="0" y="0"/>
                  </a:moveTo>
                  <a:cubicBezTo>
                    <a:pt x="0" y="53"/>
                    <a:pt x="0" y="53"/>
                    <a:pt x="0" y="53"/>
                  </a:cubicBezTo>
                  <a:cubicBezTo>
                    <a:pt x="16" y="54"/>
                    <a:pt x="68" y="53"/>
                    <a:pt x="99" y="28"/>
                  </a:cubicBezTo>
                  <a:cubicBezTo>
                    <a:pt x="99" y="20"/>
                    <a:pt x="99" y="20"/>
                    <a:pt x="99" y="20"/>
                  </a:cubicBezTo>
                  <a:cubicBezTo>
                    <a:pt x="98" y="20"/>
                    <a:pt x="96" y="20"/>
                    <a:pt x="95" y="20"/>
                  </a:cubicBezTo>
                  <a:cubicBezTo>
                    <a:pt x="50" y="20"/>
                    <a:pt x="16" y="7"/>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115"/>
            <p:cNvSpPr>
              <a:spLocks/>
            </p:cNvSpPr>
            <p:nvPr/>
          </p:nvSpPr>
          <p:spPr bwMode="auto">
            <a:xfrm>
              <a:off x="5011738" y="5305425"/>
              <a:ext cx="515938" cy="1184275"/>
            </a:xfrm>
            <a:custGeom>
              <a:avLst/>
              <a:gdLst>
                <a:gd name="T0" fmla="*/ 236 w 333"/>
                <a:gd name="T1" fmla="*/ 265 h 764"/>
                <a:gd name="T2" fmla="*/ 183 w 333"/>
                <a:gd name="T3" fmla="*/ 263 h 764"/>
                <a:gd name="T4" fmla="*/ 144 w 333"/>
                <a:gd name="T5" fmla="*/ 220 h 764"/>
                <a:gd name="T6" fmla="*/ 185 w 333"/>
                <a:gd name="T7" fmla="*/ 181 h 764"/>
                <a:gd name="T8" fmla="*/ 188 w 333"/>
                <a:gd name="T9" fmla="*/ 181 h 764"/>
                <a:gd name="T10" fmla="*/ 221 w 333"/>
                <a:gd name="T11" fmla="*/ 182 h 764"/>
                <a:gd name="T12" fmla="*/ 285 w 333"/>
                <a:gd name="T13" fmla="*/ 0 h 764"/>
                <a:gd name="T14" fmla="*/ 266 w 333"/>
                <a:gd name="T15" fmla="*/ 0 h 764"/>
                <a:gd name="T16" fmla="*/ 224 w 333"/>
                <a:gd name="T17" fmla="*/ 9 h 764"/>
                <a:gd name="T18" fmla="*/ 183 w 333"/>
                <a:gd name="T19" fmla="*/ 0 h 764"/>
                <a:gd name="T20" fmla="*/ 147 w 333"/>
                <a:gd name="T21" fmla="*/ 0 h 764"/>
                <a:gd name="T22" fmla="*/ 139 w 333"/>
                <a:gd name="T23" fmla="*/ 1 h 764"/>
                <a:gd name="T24" fmla="*/ 71 w 333"/>
                <a:gd name="T25" fmla="*/ 42 h 764"/>
                <a:gd name="T26" fmla="*/ 19 w 333"/>
                <a:gd name="T27" fmla="*/ 385 h 764"/>
                <a:gd name="T28" fmla="*/ 50 w 333"/>
                <a:gd name="T29" fmla="*/ 413 h 764"/>
                <a:gd name="T30" fmla="*/ 54 w 333"/>
                <a:gd name="T31" fmla="*/ 413 h 764"/>
                <a:gd name="T32" fmla="*/ 70 w 333"/>
                <a:gd name="T33" fmla="*/ 407 h 764"/>
                <a:gd name="T34" fmla="*/ 63 w 333"/>
                <a:gd name="T35" fmla="*/ 599 h 764"/>
                <a:gd name="T36" fmla="*/ 69 w 333"/>
                <a:gd name="T37" fmla="*/ 606 h 764"/>
                <a:gd name="T38" fmla="*/ 64 w 333"/>
                <a:gd name="T39" fmla="*/ 759 h 764"/>
                <a:gd name="T40" fmla="*/ 68 w 333"/>
                <a:gd name="T41" fmla="*/ 764 h 764"/>
                <a:gd name="T42" fmla="*/ 73 w 333"/>
                <a:gd name="T43" fmla="*/ 764 h 764"/>
                <a:gd name="T44" fmla="*/ 77 w 333"/>
                <a:gd name="T45" fmla="*/ 760 h 764"/>
                <a:gd name="T46" fmla="*/ 82 w 333"/>
                <a:gd name="T47" fmla="*/ 607 h 764"/>
                <a:gd name="T48" fmla="*/ 88 w 333"/>
                <a:gd name="T49" fmla="*/ 599 h 764"/>
                <a:gd name="T50" fmla="*/ 104 w 333"/>
                <a:gd name="T51" fmla="*/ 146 h 764"/>
                <a:gd name="T52" fmla="*/ 96 w 333"/>
                <a:gd name="T53" fmla="*/ 138 h 764"/>
                <a:gd name="T54" fmla="*/ 92 w 333"/>
                <a:gd name="T55" fmla="*/ 138 h 764"/>
                <a:gd name="T56" fmla="*/ 116 w 333"/>
                <a:gd name="T57" fmla="*/ 88 h 764"/>
                <a:gd name="T58" fmla="*/ 116 w 333"/>
                <a:gd name="T59" fmla="*/ 228 h 764"/>
                <a:gd name="T60" fmla="*/ 116 w 333"/>
                <a:gd name="T61" fmla="*/ 304 h 764"/>
                <a:gd name="T62" fmla="*/ 116 w 333"/>
                <a:gd name="T63" fmla="*/ 478 h 764"/>
                <a:gd name="T64" fmla="*/ 116 w 333"/>
                <a:gd name="T65" fmla="*/ 478 h 764"/>
                <a:gd name="T66" fmla="*/ 215 w 333"/>
                <a:gd name="T67" fmla="*/ 500 h 764"/>
                <a:gd name="T68" fmla="*/ 215 w 333"/>
                <a:gd name="T69" fmla="*/ 335 h 764"/>
                <a:gd name="T70" fmla="*/ 234 w 333"/>
                <a:gd name="T71" fmla="*/ 335 h 764"/>
                <a:gd name="T72" fmla="*/ 234 w 333"/>
                <a:gd name="T73" fmla="*/ 696 h 764"/>
                <a:gd name="T74" fmla="*/ 283 w 333"/>
                <a:gd name="T75" fmla="*/ 746 h 764"/>
                <a:gd name="T76" fmla="*/ 333 w 333"/>
                <a:gd name="T77" fmla="*/ 696 h 764"/>
                <a:gd name="T78" fmla="*/ 333 w 333"/>
                <a:gd name="T79" fmla="*/ 304 h 764"/>
                <a:gd name="T80" fmla="*/ 333 w 333"/>
                <a:gd name="T81" fmla="*/ 258 h 764"/>
                <a:gd name="T82" fmla="*/ 268 w 333"/>
                <a:gd name="T83" fmla="*/ 264 h 764"/>
                <a:gd name="T84" fmla="*/ 236 w 333"/>
                <a:gd name="T85" fmla="*/ 265 h 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33" h="764">
                  <a:moveTo>
                    <a:pt x="236" y="265"/>
                  </a:moveTo>
                  <a:cubicBezTo>
                    <a:pt x="206" y="265"/>
                    <a:pt x="183" y="264"/>
                    <a:pt x="183" y="263"/>
                  </a:cubicBezTo>
                  <a:cubicBezTo>
                    <a:pt x="160" y="262"/>
                    <a:pt x="143" y="243"/>
                    <a:pt x="144" y="220"/>
                  </a:cubicBezTo>
                  <a:cubicBezTo>
                    <a:pt x="145" y="198"/>
                    <a:pt x="163" y="181"/>
                    <a:pt x="185" y="181"/>
                  </a:cubicBezTo>
                  <a:cubicBezTo>
                    <a:pt x="186" y="181"/>
                    <a:pt x="187" y="181"/>
                    <a:pt x="188" y="181"/>
                  </a:cubicBezTo>
                  <a:cubicBezTo>
                    <a:pt x="199" y="182"/>
                    <a:pt x="210" y="182"/>
                    <a:pt x="221" y="182"/>
                  </a:cubicBezTo>
                  <a:cubicBezTo>
                    <a:pt x="251" y="130"/>
                    <a:pt x="284" y="59"/>
                    <a:pt x="285" y="0"/>
                  </a:cubicBezTo>
                  <a:cubicBezTo>
                    <a:pt x="266" y="0"/>
                    <a:pt x="266" y="0"/>
                    <a:pt x="266" y="0"/>
                  </a:cubicBezTo>
                  <a:cubicBezTo>
                    <a:pt x="253" y="5"/>
                    <a:pt x="239" y="9"/>
                    <a:pt x="224" y="9"/>
                  </a:cubicBezTo>
                  <a:cubicBezTo>
                    <a:pt x="210" y="9"/>
                    <a:pt x="196" y="5"/>
                    <a:pt x="183" y="0"/>
                  </a:cubicBezTo>
                  <a:cubicBezTo>
                    <a:pt x="147" y="0"/>
                    <a:pt x="147" y="0"/>
                    <a:pt x="147" y="0"/>
                  </a:cubicBezTo>
                  <a:cubicBezTo>
                    <a:pt x="144" y="0"/>
                    <a:pt x="142" y="0"/>
                    <a:pt x="139" y="1"/>
                  </a:cubicBezTo>
                  <a:cubicBezTo>
                    <a:pt x="125" y="3"/>
                    <a:pt x="97" y="12"/>
                    <a:pt x="71" y="42"/>
                  </a:cubicBezTo>
                  <a:cubicBezTo>
                    <a:pt x="18" y="104"/>
                    <a:pt x="0" y="220"/>
                    <a:pt x="19" y="385"/>
                  </a:cubicBezTo>
                  <a:cubicBezTo>
                    <a:pt x="20" y="401"/>
                    <a:pt x="34" y="413"/>
                    <a:pt x="50" y="413"/>
                  </a:cubicBezTo>
                  <a:cubicBezTo>
                    <a:pt x="52" y="413"/>
                    <a:pt x="53" y="413"/>
                    <a:pt x="54" y="413"/>
                  </a:cubicBezTo>
                  <a:cubicBezTo>
                    <a:pt x="60" y="412"/>
                    <a:pt x="65" y="410"/>
                    <a:pt x="70" y="407"/>
                  </a:cubicBezTo>
                  <a:cubicBezTo>
                    <a:pt x="63" y="599"/>
                    <a:pt x="63" y="599"/>
                    <a:pt x="63" y="599"/>
                  </a:cubicBezTo>
                  <a:cubicBezTo>
                    <a:pt x="63" y="602"/>
                    <a:pt x="66" y="605"/>
                    <a:pt x="69" y="606"/>
                  </a:cubicBezTo>
                  <a:cubicBezTo>
                    <a:pt x="64" y="759"/>
                    <a:pt x="64" y="759"/>
                    <a:pt x="64" y="759"/>
                  </a:cubicBezTo>
                  <a:cubicBezTo>
                    <a:pt x="64" y="762"/>
                    <a:pt x="66" y="764"/>
                    <a:pt x="68" y="764"/>
                  </a:cubicBezTo>
                  <a:cubicBezTo>
                    <a:pt x="73" y="764"/>
                    <a:pt x="73" y="764"/>
                    <a:pt x="73" y="764"/>
                  </a:cubicBezTo>
                  <a:cubicBezTo>
                    <a:pt x="75" y="764"/>
                    <a:pt x="77" y="762"/>
                    <a:pt x="77" y="760"/>
                  </a:cubicBezTo>
                  <a:cubicBezTo>
                    <a:pt x="82" y="607"/>
                    <a:pt x="82" y="607"/>
                    <a:pt x="82" y="607"/>
                  </a:cubicBezTo>
                  <a:cubicBezTo>
                    <a:pt x="86" y="606"/>
                    <a:pt x="88" y="603"/>
                    <a:pt x="88" y="599"/>
                  </a:cubicBezTo>
                  <a:cubicBezTo>
                    <a:pt x="104" y="146"/>
                    <a:pt x="104" y="146"/>
                    <a:pt x="104" y="146"/>
                  </a:cubicBezTo>
                  <a:cubicBezTo>
                    <a:pt x="104" y="142"/>
                    <a:pt x="100" y="138"/>
                    <a:pt x="96" y="138"/>
                  </a:cubicBezTo>
                  <a:cubicBezTo>
                    <a:pt x="92" y="138"/>
                    <a:pt x="92" y="138"/>
                    <a:pt x="92" y="138"/>
                  </a:cubicBezTo>
                  <a:cubicBezTo>
                    <a:pt x="99" y="115"/>
                    <a:pt x="108" y="99"/>
                    <a:pt x="116" y="88"/>
                  </a:cubicBezTo>
                  <a:cubicBezTo>
                    <a:pt x="116" y="228"/>
                    <a:pt x="116" y="228"/>
                    <a:pt x="116" y="228"/>
                  </a:cubicBezTo>
                  <a:cubicBezTo>
                    <a:pt x="116" y="304"/>
                    <a:pt x="116" y="304"/>
                    <a:pt x="116" y="304"/>
                  </a:cubicBezTo>
                  <a:cubicBezTo>
                    <a:pt x="116" y="478"/>
                    <a:pt x="116" y="478"/>
                    <a:pt x="116" y="478"/>
                  </a:cubicBezTo>
                  <a:cubicBezTo>
                    <a:pt x="116" y="478"/>
                    <a:pt x="116" y="478"/>
                    <a:pt x="116" y="478"/>
                  </a:cubicBezTo>
                  <a:cubicBezTo>
                    <a:pt x="117" y="478"/>
                    <a:pt x="157" y="501"/>
                    <a:pt x="215" y="500"/>
                  </a:cubicBezTo>
                  <a:cubicBezTo>
                    <a:pt x="215" y="335"/>
                    <a:pt x="215" y="335"/>
                    <a:pt x="215" y="335"/>
                  </a:cubicBezTo>
                  <a:cubicBezTo>
                    <a:pt x="234" y="335"/>
                    <a:pt x="234" y="335"/>
                    <a:pt x="234" y="335"/>
                  </a:cubicBezTo>
                  <a:cubicBezTo>
                    <a:pt x="234" y="696"/>
                    <a:pt x="234" y="696"/>
                    <a:pt x="234" y="696"/>
                  </a:cubicBezTo>
                  <a:cubicBezTo>
                    <a:pt x="234" y="723"/>
                    <a:pt x="256" y="746"/>
                    <a:pt x="283" y="746"/>
                  </a:cubicBezTo>
                  <a:cubicBezTo>
                    <a:pt x="310" y="746"/>
                    <a:pt x="333" y="723"/>
                    <a:pt x="333" y="696"/>
                  </a:cubicBezTo>
                  <a:cubicBezTo>
                    <a:pt x="333" y="304"/>
                    <a:pt x="333" y="304"/>
                    <a:pt x="333" y="304"/>
                  </a:cubicBezTo>
                  <a:cubicBezTo>
                    <a:pt x="333" y="258"/>
                    <a:pt x="333" y="258"/>
                    <a:pt x="333" y="258"/>
                  </a:cubicBezTo>
                  <a:cubicBezTo>
                    <a:pt x="316" y="261"/>
                    <a:pt x="295" y="263"/>
                    <a:pt x="268" y="264"/>
                  </a:cubicBezTo>
                  <a:cubicBezTo>
                    <a:pt x="257" y="265"/>
                    <a:pt x="247" y="265"/>
                    <a:pt x="236" y="2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116"/>
            <p:cNvSpPr>
              <a:spLocks/>
            </p:cNvSpPr>
            <p:nvPr/>
          </p:nvSpPr>
          <p:spPr bwMode="auto">
            <a:xfrm>
              <a:off x="5465763" y="5305425"/>
              <a:ext cx="174625" cy="381000"/>
            </a:xfrm>
            <a:custGeom>
              <a:avLst/>
              <a:gdLst>
                <a:gd name="T0" fmla="*/ 54 w 112"/>
                <a:gd name="T1" fmla="*/ 246 h 246"/>
                <a:gd name="T2" fmla="*/ 98 w 112"/>
                <a:gd name="T3" fmla="*/ 224 h 246"/>
                <a:gd name="T4" fmla="*/ 110 w 112"/>
                <a:gd name="T5" fmla="*/ 188 h 246"/>
                <a:gd name="T6" fmla="*/ 87 w 112"/>
                <a:gd name="T7" fmla="*/ 77 h 246"/>
                <a:gd name="T8" fmla="*/ 46 w 112"/>
                <a:gd name="T9" fmla="*/ 14 h 246"/>
                <a:gd name="T10" fmla="*/ 13 w 112"/>
                <a:gd name="T11" fmla="*/ 0 h 246"/>
                <a:gd name="T12" fmla="*/ 9 w 112"/>
                <a:gd name="T13" fmla="*/ 0 h 246"/>
                <a:gd name="T14" fmla="*/ 0 w 112"/>
                <a:gd name="T15" fmla="*/ 0 h 246"/>
                <a:gd name="T16" fmla="*/ 54 w 112"/>
                <a:gd name="T17" fmla="*/ 246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2" h="246">
                  <a:moveTo>
                    <a:pt x="54" y="246"/>
                  </a:moveTo>
                  <a:cubicBezTo>
                    <a:pt x="79" y="240"/>
                    <a:pt x="90" y="232"/>
                    <a:pt x="98" y="224"/>
                  </a:cubicBezTo>
                  <a:cubicBezTo>
                    <a:pt x="107" y="214"/>
                    <a:pt x="112" y="201"/>
                    <a:pt x="110" y="188"/>
                  </a:cubicBezTo>
                  <a:cubicBezTo>
                    <a:pt x="105" y="143"/>
                    <a:pt x="98" y="106"/>
                    <a:pt x="87" y="77"/>
                  </a:cubicBezTo>
                  <a:cubicBezTo>
                    <a:pt x="76" y="48"/>
                    <a:pt x="63" y="27"/>
                    <a:pt x="46" y="14"/>
                  </a:cubicBezTo>
                  <a:cubicBezTo>
                    <a:pt x="33" y="4"/>
                    <a:pt x="21" y="1"/>
                    <a:pt x="13" y="0"/>
                  </a:cubicBezTo>
                  <a:cubicBezTo>
                    <a:pt x="12" y="0"/>
                    <a:pt x="10" y="0"/>
                    <a:pt x="9" y="0"/>
                  </a:cubicBezTo>
                  <a:cubicBezTo>
                    <a:pt x="0" y="0"/>
                    <a:pt x="0" y="0"/>
                    <a:pt x="0" y="0"/>
                  </a:cubicBezTo>
                  <a:cubicBezTo>
                    <a:pt x="32" y="76"/>
                    <a:pt x="63" y="176"/>
                    <a:pt x="54" y="2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117"/>
            <p:cNvSpPr>
              <a:spLocks/>
            </p:cNvSpPr>
            <p:nvPr/>
          </p:nvSpPr>
          <p:spPr bwMode="auto">
            <a:xfrm>
              <a:off x="5249863" y="5597525"/>
              <a:ext cx="96838" cy="100013"/>
            </a:xfrm>
            <a:custGeom>
              <a:avLst/>
              <a:gdLst>
                <a:gd name="T0" fmla="*/ 63 w 63"/>
                <a:gd name="T1" fmla="*/ 3 h 64"/>
                <a:gd name="T2" fmla="*/ 34 w 63"/>
                <a:gd name="T3" fmla="*/ 1 h 64"/>
                <a:gd name="T4" fmla="*/ 0 w 63"/>
                <a:gd name="T5" fmla="*/ 32 h 64"/>
                <a:gd name="T6" fmla="*/ 24 w 63"/>
                <a:gd name="T7" fmla="*/ 64 h 64"/>
                <a:gd name="T8" fmla="*/ 63 w 63"/>
                <a:gd name="T9" fmla="*/ 3 h 64"/>
              </a:gdLst>
              <a:ahLst/>
              <a:cxnLst>
                <a:cxn ang="0">
                  <a:pos x="T0" y="T1"/>
                </a:cxn>
                <a:cxn ang="0">
                  <a:pos x="T2" y="T3"/>
                </a:cxn>
                <a:cxn ang="0">
                  <a:pos x="T4" y="T5"/>
                </a:cxn>
                <a:cxn ang="0">
                  <a:pos x="T6" y="T7"/>
                </a:cxn>
                <a:cxn ang="0">
                  <a:pos x="T8" y="T9"/>
                </a:cxn>
              </a:cxnLst>
              <a:rect l="0" t="0" r="r" b="b"/>
              <a:pathLst>
                <a:path w="63" h="64">
                  <a:moveTo>
                    <a:pt x="63" y="3"/>
                  </a:moveTo>
                  <a:cubicBezTo>
                    <a:pt x="53" y="2"/>
                    <a:pt x="44" y="2"/>
                    <a:pt x="34" y="1"/>
                  </a:cubicBezTo>
                  <a:cubicBezTo>
                    <a:pt x="17" y="0"/>
                    <a:pt x="1" y="14"/>
                    <a:pt x="0" y="32"/>
                  </a:cubicBezTo>
                  <a:cubicBezTo>
                    <a:pt x="0" y="47"/>
                    <a:pt x="10" y="60"/>
                    <a:pt x="24" y="64"/>
                  </a:cubicBezTo>
                  <a:cubicBezTo>
                    <a:pt x="31" y="54"/>
                    <a:pt x="46" y="31"/>
                    <a:pt x="6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Oval 118"/>
            <p:cNvSpPr>
              <a:spLocks noChangeArrowheads="1"/>
            </p:cNvSpPr>
            <p:nvPr/>
          </p:nvSpPr>
          <p:spPr bwMode="auto">
            <a:xfrm>
              <a:off x="5219700" y="5026025"/>
              <a:ext cx="279400" cy="2794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20" name="组合 119"/>
          <p:cNvGrpSpPr/>
          <p:nvPr/>
        </p:nvGrpSpPr>
        <p:grpSpPr>
          <a:xfrm>
            <a:off x="2595563" y="4953000"/>
            <a:ext cx="1993900" cy="1531938"/>
            <a:chOff x="2595563" y="4953000"/>
            <a:chExt cx="1993900" cy="1531938"/>
          </a:xfrm>
          <a:solidFill>
            <a:schemeClr val="tx1">
              <a:lumMod val="65000"/>
              <a:lumOff val="35000"/>
            </a:schemeClr>
          </a:solidFill>
        </p:grpSpPr>
        <p:sp>
          <p:nvSpPr>
            <p:cNvPr id="121" name="Freeform 119"/>
            <p:cNvSpPr>
              <a:spLocks/>
            </p:cNvSpPr>
            <p:nvPr/>
          </p:nvSpPr>
          <p:spPr bwMode="auto">
            <a:xfrm>
              <a:off x="2603500" y="5232400"/>
              <a:ext cx="511175" cy="663575"/>
            </a:xfrm>
            <a:custGeom>
              <a:avLst/>
              <a:gdLst>
                <a:gd name="T0" fmla="*/ 72 w 329"/>
                <a:gd name="T1" fmla="*/ 12 h 428"/>
                <a:gd name="T2" fmla="*/ 21 w 329"/>
                <a:gd name="T3" fmla="*/ 46 h 428"/>
                <a:gd name="T4" fmla="*/ 15 w 329"/>
                <a:gd name="T5" fmla="*/ 110 h 428"/>
                <a:gd name="T6" fmla="*/ 201 w 329"/>
                <a:gd name="T7" fmla="*/ 395 h 428"/>
                <a:gd name="T8" fmla="*/ 262 w 329"/>
                <a:gd name="T9" fmla="*/ 416 h 428"/>
                <a:gd name="T10" fmla="*/ 314 w 329"/>
                <a:gd name="T11" fmla="*/ 382 h 428"/>
                <a:gd name="T12" fmla="*/ 329 w 329"/>
                <a:gd name="T13" fmla="*/ 356 h 428"/>
                <a:gd name="T14" fmla="*/ 265 w 329"/>
                <a:gd name="T15" fmla="*/ 307 h 428"/>
                <a:gd name="T16" fmla="*/ 231 w 329"/>
                <a:gd name="T17" fmla="*/ 183 h 428"/>
                <a:gd name="T18" fmla="*/ 205 w 329"/>
                <a:gd name="T19" fmla="*/ 142 h 428"/>
                <a:gd name="T20" fmla="*/ 154 w 329"/>
                <a:gd name="T21" fmla="*/ 89 h 428"/>
                <a:gd name="T22" fmla="*/ 146 w 329"/>
                <a:gd name="T23" fmla="*/ 53 h 428"/>
                <a:gd name="T24" fmla="*/ 134 w 329"/>
                <a:gd name="T25" fmla="*/ 33 h 428"/>
                <a:gd name="T26" fmla="*/ 72 w 329"/>
                <a:gd name="T27" fmla="*/ 12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9" h="428">
                  <a:moveTo>
                    <a:pt x="72" y="12"/>
                  </a:moveTo>
                  <a:cubicBezTo>
                    <a:pt x="21" y="46"/>
                    <a:pt x="21" y="46"/>
                    <a:pt x="21" y="46"/>
                  </a:cubicBezTo>
                  <a:cubicBezTo>
                    <a:pt x="2" y="58"/>
                    <a:pt x="0" y="87"/>
                    <a:pt x="15" y="110"/>
                  </a:cubicBezTo>
                  <a:cubicBezTo>
                    <a:pt x="201" y="395"/>
                    <a:pt x="201" y="395"/>
                    <a:pt x="201" y="395"/>
                  </a:cubicBezTo>
                  <a:cubicBezTo>
                    <a:pt x="216" y="419"/>
                    <a:pt x="244" y="428"/>
                    <a:pt x="262" y="416"/>
                  </a:cubicBezTo>
                  <a:cubicBezTo>
                    <a:pt x="314" y="382"/>
                    <a:pt x="314" y="382"/>
                    <a:pt x="314" y="382"/>
                  </a:cubicBezTo>
                  <a:cubicBezTo>
                    <a:pt x="323" y="377"/>
                    <a:pt x="328" y="367"/>
                    <a:pt x="329" y="356"/>
                  </a:cubicBezTo>
                  <a:cubicBezTo>
                    <a:pt x="308" y="343"/>
                    <a:pt x="288" y="327"/>
                    <a:pt x="265" y="307"/>
                  </a:cubicBezTo>
                  <a:cubicBezTo>
                    <a:pt x="222" y="269"/>
                    <a:pt x="216" y="218"/>
                    <a:pt x="231" y="183"/>
                  </a:cubicBezTo>
                  <a:cubicBezTo>
                    <a:pt x="205" y="142"/>
                    <a:pt x="205" y="142"/>
                    <a:pt x="205" y="142"/>
                  </a:cubicBezTo>
                  <a:cubicBezTo>
                    <a:pt x="182" y="132"/>
                    <a:pt x="164" y="113"/>
                    <a:pt x="154" y="89"/>
                  </a:cubicBezTo>
                  <a:cubicBezTo>
                    <a:pt x="149" y="77"/>
                    <a:pt x="147" y="65"/>
                    <a:pt x="146" y="53"/>
                  </a:cubicBezTo>
                  <a:cubicBezTo>
                    <a:pt x="134" y="33"/>
                    <a:pt x="134" y="33"/>
                    <a:pt x="134" y="33"/>
                  </a:cubicBezTo>
                  <a:cubicBezTo>
                    <a:pt x="118" y="10"/>
                    <a:pt x="91" y="0"/>
                    <a:pt x="7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120"/>
            <p:cNvSpPr>
              <a:spLocks noEditPoints="1"/>
            </p:cNvSpPr>
            <p:nvPr/>
          </p:nvSpPr>
          <p:spPr bwMode="auto">
            <a:xfrm>
              <a:off x="2955925" y="5035550"/>
              <a:ext cx="1195388" cy="830263"/>
            </a:xfrm>
            <a:custGeom>
              <a:avLst/>
              <a:gdLst>
                <a:gd name="T0" fmla="*/ 115 w 771"/>
                <a:gd name="T1" fmla="*/ 382 h 536"/>
                <a:gd name="T2" fmla="*/ 95 w 771"/>
                <a:gd name="T3" fmla="*/ 387 h 536"/>
                <a:gd name="T4" fmla="*/ 59 w 771"/>
                <a:gd name="T5" fmla="*/ 365 h 536"/>
                <a:gd name="T6" fmla="*/ 56 w 771"/>
                <a:gd name="T7" fmla="*/ 334 h 536"/>
                <a:gd name="T8" fmla="*/ 76 w 771"/>
                <a:gd name="T9" fmla="*/ 310 h 536"/>
                <a:gd name="T10" fmla="*/ 107 w 771"/>
                <a:gd name="T11" fmla="*/ 293 h 536"/>
                <a:gd name="T12" fmla="*/ 22 w 771"/>
                <a:gd name="T13" fmla="*/ 303 h 536"/>
                <a:gd name="T14" fmla="*/ 46 w 771"/>
                <a:gd name="T15" fmla="*/ 425 h 536"/>
                <a:gd name="T16" fmla="*/ 226 w 771"/>
                <a:gd name="T17" fmla="*/ 526 h 536"/>
                <a:gd name="T18" fmla="*/ 243 w 771"/>
                <a:gd name="T19" fmla="*/ 531 h 536"/>
                <a:gd name="T20" fmla="*/ 301 w 771"/>
                <a:gd name="T21" fmla="*/ 526 h 536"/>
                <a:gd name="T22" fmla="*/ 302 w 771"/>
                <a:gd name="T23" fmla="*/ 526 h 536"/>
                <a:gd name="T24" fmla="*/ 504 w 771"/>
                <a:gd name="T25" fmla="*/ 464 h 536"/>
                <a:gd name="T26" fmla="*/ 698 w 771"/>
                <a:gd name="T27" fmla="*/ 533 h 536"/>
                <a:gd name="T28" fmla="*/ 715 w 771"/>
                <a:gd name="T29" fmla="*/ 536 h 536"/>
                <a:gd name="T30" fmla="*/ 762 w 771"/>
                <a:gd name="T31" fmla="*/ 502 h 536"/>
                <a:gd name="T32" fmla="*/ 732 w 771"/>
                <a:gd name="T33" fmla="*/ 439 h 536"/>
                <a:gd name="T34" fmla="*/ 523 w 771"/>
                <a:gd name="T35" fmla="*/ 364 h 536"/>
                <a:gd name="T36" fmla="*/ 491 w 771"/>
                <a:gd name="T37" fmla="*/ 363 h 536"/>
                <a:gd name="T38" fmla="*/ 490 w 771"/>
                <a:gd name="T39" fmla="*/ 364 h 536"/>
                <a:gd name="T40" fmla="*/ 530 w 771"/>
                <a:gd name="T41" fmla="*/ 329 h 536"/>
                <a:gd name="T42" fmla="*/ 549 w 771"/>
                <a:gd name="T43" fmla="*/ 338 h 536"/>
                <a:gd name="T44" fmla="*/ 633 w 771"/>
                <a:gd name="T45" fmla="*/ 338 h 536"/>
                <a:gd name="T46" fmla="*/ 641 w 771"/>
                <a:gd name="T47" fmla="*/ 342 h 536"/>
                <a:gd name="T48" fmla="*/ 642 w 771"/>
                <a:gd name="T49" fmla="*/ 342 h 536"/>
                <a:gd name="T50" fmla="*/ 648 w 771"/>
                <a:gd name="T51" fmla="*/ 338 h 536"/>
                <a:gd name="T52" fmla="*/ 692 w 771"/>
                <a:gd name="T53" fmla="*/ 338 h 536"/>
                <a:gd name="T54" fmla="*/ 754 w 771"/>
                <a:gd name="T55" fmla="*/ 276 h 536"/>
                <a:gd name="T56" fmla="*/ 692 w 771"/>
                <a:gd name="T57" fmla="*/ 214 h 536"/>
                <a:gd name="T58" fmla="*/ 647 w 771"/>
                <a:gd name="T59" fmla="*/ 214 h 536"/>
                <a:gd name="T60" fmla="*/ 647 w 771"/>
                <a:gd name="T61" fmla="*/ 213 h 536"/>
                <a:gd name="T62" fmla="*/ 643 w 771"/>
                <a:gd name="T63" fmla="*/ 210 h 536"/>
                <a:gd name="T64" fmla="*/ 643 w 771"/>
                <a:gd name="T65" fmla="*/ 0 h 536"/>
                <a:gd name="T66" fmla="*/ 633 w 771"/>
                <a:gd name="T67" fmla="*/ 0 h 536"/>
                <a:gd name="T68" fmla="*/ 633 w 771"/>
                <a:gd name="T69" fmla="*/ 213 h 536"/>
                <a:gd name="T70" fmla="*/ 632 w 771"/>
                <a:gd name="T71" fmla="*/ 214 h 536"/>
                <a:gd name="T72" fmla="*/ 549 w 771"/>
                <a:gd name="T73" fmla="*/ 214 h 536"/>
                <a:gd name="T74" fmla="*/ 528 w 771"/>
                <a:gd name="T75" fmla="*/ 226 h 536"/>
                <a:gd name="T76" fmla="*/ 514 w 771"/>
                <a:gd name="T77" fmla="*/ 226 h 536"/>
                <a:gd name="T78" fmla="*/ 482 w 771"/>
                <a:gd name="T79" fmla="*/ 238 h 536"/>
                <a:gd name="T80" fmla="*/ 295 w 771"/>
                <a:gd name="T81" fmla="*/ 399 h 536"/>
                <a:gd name="T82" fmla="*/ 263 w 771"/>
                <a:gd name="T83" fmla="*/ 387 h 536"/>
                <a:gd name="T84" fmla="*/ 186 w 771"/>
                <a:gd name="T85" fmla="*/ 344 h 536"/>
                <a:gd name="T86" fmla="*/ 115 w 771"/>
                <a:gd name="T87" fmla="*/ 382 h 536"/>
                <a:gd name="T88" fmla="*/ 742 w 771"/>
                <a:gd name="T89" fmla="*/ 276 h 536"/>
                <a:gd name="T90" fmla="*/ 692 w 771"/>
                <a:gd name="T91" fmla="*/ 326 h 536"/>
                <a:gd name="T92" fmla="*/ 638 w 771"/>
                <a:gd name="T93" fmla="*/ 326 h 536"/>
                <a:gd name="T94" fmla="*/ 629 w 771"/>
                <a:gd name="T95" fmla="*/ 287 h 536"/>
                <a:gd name="T96" fmla="*/ 638 w 771"/>
                <a:gd name="T97" fmla="*/ 226 h 536"/>
                <a:gd name="T98" fmla="*/ 692 w 771"/>
                <a:gd name="T99" fmla="*/ 226 h 536"/>
                <a:gd name="T100" fmla="*/ 742 w 771"/>
                <a:gd name="T101" fmla="*/ 276 h 536"/>
                <a:gd name="T102" fmla="*/ 617 w 771"/>
                <a:gd name="T103" fmla="*/ 287 h 536"/>
                <a:gd name="T104" fmla="*/ 624 w 771"/>
                <a:gd name="T105" fmla="*/ 326 h 536"/>
                <a:gd name="T106" fmla="*/ 549 w 771"/>
                <a:gd name="T107" fmla="*/ 326 h 536"/>
                <a:gd name="T108" fmla="*/ 549 w 771"/>
                <a:gd name="T109" fmla="*/ 226 h 536"/>
                <a:gd name="T110" fmla="*/ 625 w 771"/>
                <a:gd name="T111" fmla="*/ 226 h 536"/>
                <a:gd name="T112" fmla="*/ 617 w 771"/>
                <a:gd name="T113" fmla="*/ 287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1" h="536">
                  <a:moveTo>
                    <a:pt x="115" y="382"/>
                  </a:moveTo>
                  <a:cubicBezTo>
                    <a:pt x="109" y="386"/>
                    <a:pt x="102" y="387"/>
                    <a:pt x="95" y="387"/>
                  </a:cubicBezTo>
                  <a:cubicBezTo>
                    <a:pt x="80" y="387"/>
                    <a:pt x="66" y="379"/>
                    <a:pt x="59" y="365"/>
                  </a:cubicBezTo>
                  <a:cubicBezTo>
                    <a:pt x="54" y="356"/>
                    <a:pt x="53" y="345"/>
                    <a:pt x="56" y="334"/>
                  </a:cubicBezTo>
                  <a:cubicBezTo>
                    <a:pt x="59" y="324"/>
                    <a:pt x="66" y="315"/>
                    <a:pt x="76" y="310"/>
                  </a:cubicBezTo>
                  <a:cubicBezTo>
                    <a:pt x="107" y="293"/>
                    <a:pt x="107" y="293"/>
                    <a:pt x="107" y="293"/>
                  </a:cubicBezTo>
                  <a:cubicBezTo>
                    <a:pt x="76" y="279"/>
                    <a:pt x="39" y="280"/>
                    <a:pt x="22" y="303"/>
                  </a:cubicBezTo>
                  <a:cubicBezTo>
                    <a:pt x="1" y="331"/>
                    <a:pt x="0" y="384"/>
                    <a:pt x="46" y="425"/>
                  </a:cubicBezTo>
                  <a:cubicBezTo>
                    <a:pt x="106" y="477"/>
                    <a:pt x="151" y="503"/>
                    <a:pt x="226" y="526"/>
                  </a:cubicBezTo>
                  <a:cubicBezTo>
                    <a:pt x="232" y="527"/>
                    <a:pt x="237" y="529"/>
                    <a:pt x="243" y="531"/>
                  </a:cubicBezTo>
                  <a:cubicBezTo>
                    <a:pt x="268" y="536"/>
                    <a:pt x="287" y="533"/>
                    <a:pt x="301" y="526"/>
                  </a:cubicBezTo>
                  <a:cubicBezTo>
                    <a:pt x="301" y="526"/>
                    <a:pt x="302" y="526"/>
                    <a:pt x="302" y="526"/>
                  </a:cubicBezTo>
                  <a:cubicBezTo>
                    <a:pt x="504" y="464"/>
                    <a:pt x="504" y="464"/>
                    <a:pt x="504" y="464"/>
                  </a:cubicBezTo>
                  <a:cubicBezTo>
                    <a:pt x="698" y="533"/>
                    <a:pt x="698" y="533"/>
                    <a:pt x="698" y="533"/>
                  </a:cubicBezTo>
                  <a:cubicBezTo>
                    <a:pt x="704" y="535"/>
                    <a:pt x="709" y="536"/>
                    <a:pt x="715" y="536"/>
                  </a:cubicBezTo>
                  <a:cubicBezTo>
                    <a:pt x="736" y="536"/>
                    <a:pt x="755" y="523"/>
                    <a:pt x="762" y="502"/>
                  </a:cubicBezTo>
                  <a:cubicBezTo>
                    <a:pt x="771" y="476"/>
                    <a:pt x="758" y="448"/>
                    <a:pt x="732" y="439"/>
                  </a:cubicBezTo>
                  <a:cubicBezTo>
                    <a:pt x="523" y="364"/>
                    <a:pt x="523" y="364"/>
                    <a:pt x="523" y="364"/>
                  </a:cubicBezTo>
                  <a:cubicBezTo>
                    <a:pt x="512" y="360"/>
                    <a:pt x="501" y="360"/>
                    <a:pt x="491" y="363"/>
                  </a:cubicBezTo>
                  <a:cubicBezTo>
                    <a:pt x="490" y="364"/>
                    <a:pt x="490" y="364"/>
                    <a:pt x="490" y="364"/>
                  </a:cubicBezTo>
                  <a:cubicBezTo>
                    <a:pt x="530" y="329"/>
                    <a:pt x="530" y="329"/>
                    <a:pt x="530" y="329"/>
                  </a:cubicBezTo>
                  <a:cubicBezTo>
                    <a:pt x="535" y="335"/>
                    <a:pt x="542" y="338"/>
                    <a:pt x="549" y="338"/>
                  </a:cubicBezTo>
                  <a:cubicBezTo>
                    <a:pt x="633" y="338"/>
                    <a:pt x="633" y="338"/>
                    <a:pt x="633" y="338"/>
                  </a:cubicBezTo>
                  <a:cubicBezTo>
                    <a:pt x="635" y="340"/>
                    <a:pt x="638" y="341"/>
                    <a:pt x="641" y="342"/>
                  </a:cubicBezTo>
                  <a:cubicBezTo>
                    <a:pt x="641" y="342"/>
                    <a:pt x="642" y="342"/>
                    <a:pt x="642" y="342"/>
                  </a:cubicBezTo>
                  <a:cubicBezTo>
                    <a:pt x="645" y="342"/>
                    <a:pt x="647" y="341"/>
                    <a:pt x="648" y="338"/>
                  </a:cubicBezTo>
                  <a:cubicBezTo>
                    <a:pt x="692" y="338"/>
                    <a:pt x="692" y="338"/>
                    <a:pt x="692" y="338"/>
                  </a:cubicBezTo>
                  <a:cubicBezTo>
                    <a:pt x="727" y="338"/>
                    <a:pt x="754" y="311"/>
                    <a:pt x="754" y="276"/>
                  </a:cubicBezTo>
                  <a:cubicBezTo>
                    <a:pt x="754" y="242"/>
                    <a:pt x="727" y="214"/>
                    <a:pt x="692" y="214"/>
                  </a:cubicBezTo>
                  <a:cubicBezTo>
                    <a:pt x="647" y="214"/>
                    <a:pt x="647" y="214"/>
                    <a:pt x="647" y="214"/>
                  </a:cubicBezTo>
                  <a:cubicBezTo>
                    <a:pt x="647" y="214"/>
                    <a:pt x="647" y="214"/>
                    <a:pt x="647" y="213"/>
                  </a:cubicBezTo>
                  <a:cubicBezTo>
                    <a:pt x="646" y="211"/>
                    <a:pt x="645" y="210"/>
                    <a:pt x="643" y="210"/>
                  </a:cubicBezTo>
                  <a:cubicBezTo>
                    <a:pt x="643" y="0"/>
                    <a:pt x="643" y="0"/>
                    <a:pt x="643" y="0"/>
                  </a:cubicBezTo>
                  <a:cubicBezTo>
                    <a:pt x="633" y="0"/>
                    <a:pt x="633" y="0"/>
                    <a:pt x="633" y="0"/>
                  </a:cubicBezTo>
                  <a:cubicBezTo>
                    <a:pt x="633" y="213"/>
                    <a:pt x="633" y="213"/>
                    <a:pt x="633" y="213"/>
                  </a:cubicBezTo>
                  <a:cubicBezTo>
                    <a:pt x="633" y="213"/>
                    <a:pt x="633" y="214"/>
                    <a:pt x="632" y="214"/>
                  </a:cubicBezTo>
                  <a:cubicBezTo>
                    <a:pt x="549" y="214"/>
                    <a:pt x="549" y="214"/>
                    <a:pt x="549" y="214"/>
                  </a:cubicBezTo>
                  <a:cubicBezTo>
                    <a:pt x="544" y="214"/>
                    <a:pt x="536" y="216"/>
                    <a:pt x="528" y="226"/>
                  </a:cubicBezTo>
                  <a:cubicBezTo>
                    <a:pt x="514" y="226"/>
                    <a:pt x="514" y="226"/>
                    <a:pt x="514" y="226"/>
                  </a:cubicBezTo>
                  <a:cubicBezTo>
                    <a:pt x="502" y="226"/>
                    <a:pt x="491" y="231"/>
                    <a:pt x="482" y="238"/>
                  </a:cubicBezTo>
                  <a:cubicBezTo>
                    <a:pt x="295" y="399"/>
                    <a:pt x="295" y="399"/>
                    <a:pt x="295" y="399"/>
                  </a:cubicBezTo>
                  <a:cubicBezTo>
                    <a:pt x="285" y="395"/>
                    <a:pt x="274" y="391"/>
                    <a:pt x="263" y="387"/>
                  </a:cubicBezTo>
                  <a:cubicBezTo>
                    <a:pt x="236" y="375"/>
                    <a:pt x="210" y="360"/>
                    <a:pt x="186" y="344"/>
                  </a:cubicBezTo>
                  <a:lnTo>
                    <a:pt x="115" y="382"/>
                  </a:lnTo>
                  <a:close/>
                  <a:moveTo>
                    <a:pt x="742" y="276"/>
                  </a:moveTo>
                  <a:cubicBezTo>
                    <a:pt x="742" y="304"/>
                    <a:pt x="720" y="326"/>
                    <a:pt x="692" y="326"/>
                  </a:cubicBezTo>
                  <a:cubicBezTo>
                    <a:pt x="638" y="326"/>
                    <a:pt x="638" y="326"/>
                    <a:pt x="638" y="326"/>
                  </a:cubicBezTo>
                  <a:cubicBezTo>
                    <a:pt x="633" y="320"/>
                    <a:pt x="629" y="305"/>
                    <a:pt x="629" y="287"/>
                  </a:cubicBezTo>
                  <a:cubicBezTo>
                    <a:pt x="628" y="260"/>
                    <a:pt x="633" y="237"/>
                    <a:pt x="638" y="226"/>
                  </a:cubicBezTo>
                  <a:cubicBezTo>
                    <a:pt x="692" y="226"/>
                    <a:pt x="692" y="226"/>
                    <a:pt x="692" y="226"/>
                  </a:cubicBezTo>
                  <a:cubicBezTo>
                    <a:pt x="720" y="226"/>
                    <a:pt x="742" y="249"/>
                    <a:pt x="742" y="276"/>
                  </a:cubicBezTo>
                  <a:close/>
                  <a:moveTo>
                    <a:pt x="617" y="287"/>
                  </a:moveTo>
                  <a:cubicBezTo>
                    <a:pt x="617" y="299"/>
                    <a:pt x="619" y="314"/>
                    <a:pt x="624" y="326"/>
                  </a:cubicBezTo>
                  <a:cubicBezTo>
                    <a:pt x="549" y="326"/>
                    <a:pt x="549" y="326"/>
                    <a:pt x="549" y="326"/>
                  </a:cubicBezTo>
                  <a:cubicBezTo>
                    <a:pt x="522" y="326"/>
                    <a:pt x="522" y="226"/>
                    <a:pt x="549" y="226"/>
                  </a:cubicBezTo>
                  <a:cubicBezTo>
                    <a:pt x="625" y="226"/>
                    <a:pt x="625" y="226"/>
                    <a:pt x="625" y="226"/>
                  </a:cubicBezTo>
                  <a:cubicBezTo>
                    <a:pt x="619" y="243"/>
                    <a:pt x="616" y="268"/>
                    <a:pt x="617" y="2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21"/>
            <p:cNvSpPr>
              <a:spLocks/>
            </p:cNvSpPr>
            <p:nvPr/>
          </p:nvSpPr>
          <p:spPr bwMode="auto">
            <a:xfrm>
              <a:off x="2692400" y="5902325"/>
              <a:ext cx="1681163" cy="250825"/>
            </a:xfrm>
            <a:custGeom>
              <a:avLst/>
              <a:gdLst>
                <a:gd name="T0" fmla="*/ 1068 w 1084"/>
                <a:gd name="T1" fmla="*/ 0 h 162"/>
                <a:gd name="T2" fmla="*/ 16 w 1084"/>
                <a:gd name="T3" fmla="*/ 0 h 162"/>
                <a:gd name="T4" fmla="*/ 0 w 1084"/>
                <a:gd name="T5" fmla="*/ 16 h 162"/>
                <a:gd name="T6" fmla="*/ 0 w 1084"/>
                <a:gd name="T7" fmla="*/ 146 h 162"/>
                <a:gd name="T8" fmla="*/ 16 w 1084"/>
                <a:gd name="T9" fmla="*/ 162 h 162"/>
                <a:gd name="T10" fmla="*/ 1068 w 1084"/>
                <a:gd name="T11" fmla="*/ 162 h 162"/>
                <a:gd name="T12" fmla="*/ 1084 w 1084"/>
                <a:gd name="T13" fmla="*/ 146 h 162"/>
                <a:gd name="T14" fmla="*/ 1084 w 1084"/>
                <a:gd name="T15" fmla="*/ 16 h 162"/>
                <a:gd name="T16" fmla="*/ 1068 w 1084"/>
                <a:gd name="T17"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4" h="162">
                  <a:moveTo>
                    <a:pt x="1068" y="0"/>
                  </a:moveTo>
                  <a:cubicBezTo>
                    <a:pt x="16" y="0"/>
                    <a:pt x="16" y="0"/>
                    <a:pt x="16" y="0"/>
                  </a:cubicBezTo>
                  <a:cubicBezTo>
                    <a:pt x="7" y="0"/>
                    <a:pt x="0" y="7"/>
                    <a:pt x="0" y="16"/>
                  </a:cubicBezTo>
                  <a:cubicBezTo>
                    <a:pt x="0" y="146"/>
                    <a:pt x="0" y="146"/>
                    <a:pt x="0" y="146"/>
                  </a:cubicBezTo>
                  <a:cubicBezTo>
                    <a:pt x="0" y="155"/>
                    <a:pt x="7" y="162"/>
                    <a:pt x="16" y="162"/>
                  </a:cubicBezTo>
                  <a:cubicBezTo>
                    <a:pt x="1068" y="162"/>
                    <a:pt x="1068" y="162"/>
                    <a:pt x="1068" y="162"/>
                  </a:cubicBezTo>
                  <a:cubicBezTo>
                    <a:pt x="1077" y="162"/>
                    <a:pt x="1084" y="155"/>
                    <a:pt x="1084" y="146"/>
                  </a:cubicBezTo>
                  <a:cubicBezTo>
                    <a:pt x="1084" y="16"/>
                    <a:pt x="1084" y="16"/>
                    <a:pt x="1084" y="16"/>
                  </a:cubicBezTo>
                  <a:cubicBezTo>
                    <a:pt x="1084" y="7"/>
                    <a:pt x="1077" y="0"/>
                    <a:pt x="106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122"/>
            <p:cNvSpPr>
              <a:spLocks noEditPoints="1"/>
            </p:cNvSpPr>
            <p:nvPr/>
          </p:nvSpPr>
          <p:spPr bwMode="auto">
            <a:xfrm>
              <a:off x="2595563" y="5486400"/>
              <a:ext cx="193675" cy="998538"/>
            </a:xfrm>
            <a:custGeom>
              <a:avLst/>
              <a:gdLst>
                <a:gd name="T0" fmla="*/ 62 w 125"/>
                <a:gd name="T1" fmla="*/ 519 h 644"/>
                <a:gd name="T2" fmla="*/ 46 w 125"/>
                <a:gd name="T3" fmla="*/ 521 h 644"/>
                <a:gd name="T4" fmla="*/ 46 w 125"/>
                <a:gd name="T5" fmla="*/ 16 h 644"/>
                <a:gd name="T6" fmla="*/ 30 w 125"/>
                <a:gd name="T7" fmla="*/ 0 h 644"/>
                <a:gd name="T8" fmla="*/ 22 w 125"/>
                <a:gd name="T9" fmla="*/ 0 h 644"/>
                <a:gd name="T10" fmla="*/ 6 w 125"/>
                <a:gd name="T11" fmla="*/ 16 h 644"/>
                <a:gd name="T12" fmla="*/ 6 w 125"/>
                <a:gd name="T13" fmla="*/ 554 h 644"/>
                <a:gd name="T14" fmla="*/ 0 w 125"/>
                <a:gd name="T15" fmla="*/ 581 h 644"/>
                <a:gd name="T16" fmla="*/ 62 w 125"/>
                <a:gd name="T17" fmla="*/ 644 h 644"/>
                <a:gd name="T18" fmla="*/ 125 w 125"/>
                <a:gd name="T19" fmla="*/ 581 h 644"/>
                <a:gd name="T20" fmla="*/ 62 w 125"/>
                <a:gd name="T21" fmla="*/ 519 h 644"/>
                <a:gd name="T22" fmla="*/ 62 w 125"/>
                <a:gd name="T23" fmla="*/ 611 h 644"/>
                <a:gd name="T24" fmla="*/ 32 w 125"/>
                <a:gd name="T25" fmla="*/ 581 h 644"/>
                <a:gd name="T26" fmla="*/ 62 w 125"/>
                <a:gd name="T27" fmla="*/ 551 h 644"/>
                <a:gd name="T28" fmla="*/ 92 w 125"/>
                <a:gd name="T29" fmla="*/ 581 h 644"/>
                <a:gd name="T30" fmla="*/ 62 w 125"/>
                <a:gd name="T31" fmla="*/ 611 h 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5" h="644">
                  <a:moveTo>
                    <a:pt x="62" y="519"/>
                  </a:moveTo>
                  <a:cubicBezTo>
                    <a:pt x="57" y="519"/>
                    <a:pt x="51" y="519"/>
                    <a:pt x="46" y="521"/>
                  </a:cubicBezTo>
                  <a:cubicBezTo>
                    <a:pt x="46" y="16"/>
                    <a:pt x="46" y="16"/>
                    <a:pt x="46" y="16"/>
                  </a:cubicBezTo>
                  <a:cubicBezTo>
                    <a:pt x="46" y="7"/>
                    <a:pt x="39" y="0"/>
                    <a:pt x="30" y="0"/>
                  </a:cubicBezTo>
                  <a:cubicBezTo>
                    <a:pt x="22" y="0"/>
                    <a:pt x="22" y="0"/>
                    <a:pt x="22" y="0"/>
                  </a:cubicBezTo>
                  <a:cubicBezTo>
                    <a:pt x="13" y="0"/>
                    <a:pt x="6" y="7"/>
                    <a:pt x="6" y="16"/>
                  </a:cubicBezTo>
                  <a:cubicBezTo>
                    <a:pt x="6" y="554"/>
                    <a:pt x="6" y="554"/>
                    <a:pt x="6" y="554"/>
                  </a:cubicBezTo>
                  <a:cubicBezTo>
                    <a:pt x="2" y="562"/>
                    <a:pt x="0" y="572"/>
                    <a:pt x="0" y="581"/>
                  </a:cubicBezTo>
                  <a:cubicBezTo>
                    <a:pt x="0" y="616"/>
                    <a:pt x="28" y="644"/>
                    <a:pt x="62" y="644"/>
                  </a:cubicBezTo>
                  <a:cubicBezTo>
                    <a:pt x="97" y="644"/>
                    <a:pt x="125" y="616"/>
                    <a:pt x="125" y="581"/>
                  </a:cubicBezTo>
                  <a:cubicBezTo>
                    <a:pt x="125" y="547"/>
                    <a:pt x="97" y="519"/>
                    <a:pt x="62" y="519"/>
                  </a:cubicBezTo>
                  <a:close/>
                  <a:moveTo>
                    <a:pt x="62" y="611"/>
                  </a:moveTo>
                  <a:cubicBezTo>
                    <a:pt x="46" y="611"/>
                    <a:pt x="32" y="598"/>
                    <a:pt x="32" y="581"/>
                  </a:cubicBezTo>
                  <a:cubicBezTo>
                    <a:pt x="32" y="565"/>
                    <a:pt x="46" y="551"/>
                    <a:pt x="62" y="551"/>
                  </a:cubicBezTo>
                  <a:cubicBezTo>
                    <a:pt x="79" y="551"/>
                    <a:pt x="92" y="565"/>
                    <a:pt x="92" y="581"/>
                  </a:cubicBezTo>
                  <a:cubicBezTo>
                    <a:pt x="92" y="598"/>
                    <a:pt x="79" y="611"/>
                    <a:pt x="62" y="6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123"/>
            <p:cNvSpPr>
              <a:spLocks noEditPoints="1"/>
            </p:cNvSpPr>
            <p:nvPr/>
          </p:nvSpPr>
          <p:spPr bwMode="auto">
            <a:xfrm>
              <a:off x="4394200" y="5616575"/>
              <a:ext cx="195263" cy="868363"/>
            </a:xfrm>
            <a:custGeom>
              <a:avLst/>
              <a:gdLst>
                <a:gd name="T0" fmla="*/ 62 w 125"/>
                <a:gd name="T1" fmla="*/ 435 h 560"/>
                <a:gd name="T2" fmla="*/ 54 w 125"/>
                <a:gd name="T3" fmla="*/ 435 h 560"/>
                <a:gd name="T4" fmla="*/ 54 w 125"/>
                <a:gd name="T5" fmla="*/ 16 h 560"/>
                <a:gd name="T6" fmla="*/ 38 w 125"/>
                <a:gd name="T7" fmla="*/ 0 h 560"/>
                <a:gd name="T8" fmla="*/ 30 w 125"/>
                <a:gd name="T9" fmla="*/ 0 h 560"/>
                <a:gd name="T10" fmla="*/ 14 w 125"/>
                <a:gd name="T11" fmla="*/ 16 h 560"/>
                <a:gd name="T12" fmla="*/ 14 w 125"/>
                <a:gd name="T13" fmla="*/ 457 h 560"/>
                <a:gd name="T14" fmla="*/ 0 w 125"/>
                <a:gd name="T15" fmla="*/ 497 h 560"/>
                <a:gd name="T16" fmla="*/ 62 w 125"/>
                <a:gd name="T17" fmla="*/ 560 h 560"/>
                <a:gd name="T18" fmla="*/ 125 w 125"/>
                <a:gd name="T19" fmla="*/ 497 h 560"/>
                <a:gd name="T20" fmla="*/ 62 w 125"/>
                <a:gd name="T21" fmla="*/ 435 h 560"/>
                <a:gd name="T22" fmla="*/ 62 w 125"/>
                <a:gd name="T23" fmla="*/ 527 h 560"/>
                <a:gd name="T24" fmla="*/ 32 w 125"/>
                <a:gd name="T25" fmla="*/ 497 h 560"/>
                <a:gd name="T26" fmla="*/ 62 w 125"/>
                <a:gd name="T27" fmla="*/ 467 h 560"/>
                <a:gd name="T28" fmla="*/ 92 w 125"/>
                <a:gd name="T29" fmla="*/ 497 h 560"/>
                <a:gd name="T30" fmla="*/ 62 w 125"/>
                <a:gd name="T31" fmla="*/ 527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5" h="560">
                  <a:moveTo>
                    <a:pt x="62" y="435"/>
                  </a:moveTo>
                  <a:cubicBezTo>
                    <a:pt x="59" y="435"/>
                    <a:pt x="57" y="435"/>
                    <a:pt x="54" y="435"/>
                  </a:cubicBezTo>
                  <a:cubicBezTo>
                    <a:pt x="54" y="16"/>
                    <a:pt x="54" y="16"/>
                    <a:pt x="54" y="16"/>
                  </a:cubicBezTo>
                  <a:cubicBezTo>
                    <a:pt x="54" y="7"/>
                    <a:pt x="47" y="0"/>
                    <a:pt x="38" y="0"/>
                  </a:cubicBezTo>
                  <a:cubicBezTo>
                    <a:pt x="30" y="0"/>
                    <a:pt x="30" y="0"/>
                    <a:pt x="30" y="0"/>
                  </a:cubicBezTo>
                  <a:cubicBezTo>
                    <a:pt x="21" y="0"/>
                    <a:pt x="14" y="7"/>
                    <a:pt x="14" y="16"/>
                  </a:cubicBezTo>
                  <a:cubicBezTo>
                    <a:pt x="14" y="457"/>
                    <a:pt x="14" y="457"/>
                    <a:pt x="14" y="457"/>
                  </a:cubicBezTo>
                  <a:cubicBezTo>
                    <a:pt x="5" y="468"/>
                    <a:pt x="0" y="482"/>
                    <a:pt x="0" y="497"/>
                  </a:cubicBezTo>
                  <a:cubicBezTo>
                    <a:pt x="0" y="532"/>
                    <a:pt x="28" y="560"/>
                    <a:pt x="62" y="560"/>
                  </a:cubicBezTo>
                  <a:cubicBezTo>
                    <a:pt x="97" y="560"/>
                    <a:pt x="125" y="532"/>
                    <a:pt x="125" y="497"/>
                  </a:cubicBezTo>
                  <a:cubicBezTo>
                    <a:pt x="125" y="463"/>
                    <a:pt x="97" y="435"/>
                    <a:pt x="62" y="435"/>
                  </a:cubicBezTo>
                  <a:close/>
                  <a:moveTo>
                    <a:pt x="62" y="527"/>
                  </a:moveTo>
                  <a:cubicBezTo>
                    <a:pt x="46" y="527"/>
                    <a:pt x="32" y="514"/>
                    <a:pt x="32" y="497"/>
                  </a:cubicBezTo>
                  <a:cubicBezTo>
                    <a:pt x="32" y="481"/>
                    <a:pt x="46" y="467"/>
                    <a:pt x="62" y="467"/>
                  </a:cubicBezTo>
                  <a:cubicBezTo>
                    <a:pt x="79" y="467"/>
                    <a:pt x="92" y="481"/>
                    <a:pt x="92" y="497"/>
                  </a:cubicBezTo>
                  <a:cubicBezTo>
                    <a:pt x="92" y="514"/>
                    <a:pt x="79" y="527"/>
                    <a:pt x="62" y="5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124"/>
            <p:cNvSpPr>
              <a:spLocks noEditPoints="1"/>
            </p:cNvSpPr>
            <p:nvPr/>
          </p:nvSpPr>
          <p:spPr bwMode="auto">
            <a:xfrm>
              <a:off x="3048000" y="4953000"/>
              <a:ext cx="552450" cy="668338"/>
            </a:xfrm>
            <a:custGeom>
              <a:avLst/>
              <a:gdLst>
                <a:gd name="T0" fmla="*/ 21 w 357"/>
                <a:gd name="T1" fmla="*/ 371 h 431"/>
                <a:gd name="T2" fmla="*/ 8 w 357"/>
                <a:gd name="T3" fmla="*/ 414 h 431"/>
                <a:gd name="T4" fmla="*/ 36 w 357"/>
                <a:gd name="T5" fmla="*/ 431 h 431"/>
                <a:gd name="T6" fmla="*/ 51 w 357"/>
                <a:gd name="T7" fmla="*/ 427 h 431"/>
                <a:gd name="T8" fmla="*/ 150 w 357"/>
                <a:gd name="T9" fmla="*/ 375 h 431"/>
                <a:gd name="T10" fmla="*/ 159 w 357"/>
                <a:gd name="T11" fmla="*/ 378 h 431"/>
                <a:gd name="T12" fmla="*/ 165 w 357"/>
                <a:gd name="T13" fmla="*/ 377 h 431"/>
                <a:gd name="T14" fmla="*/ 179 w 357"/>
                <a:gd name="T15" fmla="*/ 372 h 431"/>
                <a:gd name="T16" fmla="*/ 238 w 357"/>
                <a:gd name="T17" fmla="*/ 341 h 431"/>
                <a:gd name="T18" fmla="*/ 244 w 357"/>
                <a:gd name="T19" fmla="*/ 342 h 431"/>
                <a:gd name="T20" fmla="*/ 249 w 357"/>
                <a:gd name="T21" fmla="*/ 341 h 431"/>
                <a:gd name="T22" fmla="*/ 252 w 357"/>
                <a:gd name="T23" fmla="*/ 334 h 431"/>
                <a:gd name="T24" fmla="*/ 308 w 357"/>
                <a:gd name="T25" fmla="*/ 304 h 431"/>
                <a:gd name="T26" fmla="*/ 315 w 357"/>
                <a:gd name="T27" fmla="*/ 296 h 431"/>
                <a:gd name="T28" fmla="*/ 319 w 357"/>
                <a:gd name="T29" fmla="*/ 284 h 431"/>
                <a:gd name="T30" fmla="*/ 335 w 357"/>
                <a:gd name="T31" fmla="*/ 275 h 431"/>
                <a:gd name="T32" fmla="*/ 349 w 357"/>
                <a:gd name="T33" fmla="*/ 232 h 431"/>
                <a:gd name="T34" fmla="*/ 305 w 357"/>
                <a:gd name="T35" fmla="*/ 219 h 431"/>
                <a:gd name="T36" fmla="*/ 288 w 357"/>
                <a:gd name="T37" fmla="*/ 228 h 431"/>
                <a:gd name="T38" fmla="*/ 276 w 357"/>
                <a:gd name="T39" fmla="*/ 224 h 431"/>
                <a:gd name="T40" fmla="*/ 276 w 357"/>
                <a:gd name="T41" fmla="*/ 224 h 431"/>
                <a:gd name="T42" fmla="*/ 266 w 357"/>
                <a:gd name="T43" fmla="*/ 226 h 431"/>
                <a:gd name="T44" fmla="*/ 217 w 357"/>
                <a:gd name="T45" fmla="*/ 253 h 431"/>
                <a:gd name="T46" fmla="*/ 217 w 357"/>
                <a:gd name="T47" fmla="*/ 252 h 431"/>
                <a:gd name="T48" fmla="*/ 211 w 357"/>
                <a:gd name="T49" fmla="*/ 248 h 431"/>
                <a:gd name="T50" fmla="*/ 211 w 357"/>
                <a:gd name="T51" fmla="*/ 0 h 431"/>
                <a:gd name="T52" fmla="*/ 201 w 357"/>
                <a:gd name="T53" fmla="*/ 0 h 431"/>
                <a:gd name="T54" fmla="*/ 201 w 357"/>
                <a:gd name="T55" fmla="*/ 254 h 431"/>
                <a:gd name="T56" fmla="*/ 196 w 357"/>
                <a:gd name="T57" fmla="*/ 264 h 431"/>
                <a:gd name="T58" fmla="*/ 138 w 357"/>
                <a:gd name="T59" fmla="*/ 295 h 431"/>
                <a:gd name="T60" fmla="*/ 130 w 357"/>
                <a:gd name="T61" fmla="*/ 302 h 431"/>
                <a:gd name="T62" fmla="*/ 126 w 357"/>
                <a:gd name="T63" fmla="*/ 315 h 431"/>
                <a:gd name="T64" fmla="*/ 21 w 357"/>
                <a:gd name="T65" fmla="*/ 371 h 431"/>
                <a:gd name="T66" fmla="*/ 302 w 357"/>
                <a:gd name="T67" fmla="*/ 293 h 431"/>
                <a:gd name="T68" fmla="*/ 238 w 357"/>
                <a:gd name="T69" fmla="*/ 327 h 431"/>
                <a:gd name="T70" fmla="*/ 208 w 357"/>
                <a:gd name="T71" fmla="*/ 279 h 431"/>
                <a:gd name="T72" fmla="*/ 207 w 357"/>
                <a:gd name="T73" fmla="*/ 271 h 431"/>
                <a:gd name="T74" fmla="*/ 272 w 357"/>
                <a:gd name="T75" fmla="*/ 237 h 431"/>
                <a:gd name="T76" fmla="*/ 302 w 357"/>
                <a:gd name="T77" fmla="*/ 293 h 431"/>
                <a:gd name="T78" fmla="*/ 196 w 357"/>
                <a:gd name="T79" fmla="*/ 278 h 431"/>
                <a:gd name="T80" fmla="*/ 227 w 357"/>
                <a:gd name="T81" fmla="*/ 333 h 431"/>
                <a:gd name="T82" fmla="*/ 174 w 357"/>
                <a:gd name="T83" fmla="*/ 362 h 431"/>
                <a:gd name="T84" fmla="*/ 159 w 357"/>
                <a:gd name="T85" fmla="*/ 366 h 431"/>
                <a:gd name="T86" fmla="*/ 144 w 357"/>
                <a:gd name="T87" fmla="*/ 305 h 431"/>
                <a:gd name="T88" fmla="*/ 196 w 357"/>
                <a:gd name="T89" fmla="*/ 278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57" h="431">
                  <a:moveTo>
                    <a:pt x="21" y="371"/>
                  </a:moveTo>
                  <a:cubicBezTo>
                    <a:pt x="6" y="379"/>
                    <a:pt x="0" y="399"/>
                    <a:pt x="8" y="414"/>
                  </a:cubicBezTo>
                  <a:cubicBezTo>
                    <a:pt x="14" y="425"/>
                    <a:pt x="25" y="431"/>
                    <a:pt x="36" y="431"/>
                  </a:cubicBezTo>
                  <a:cubicBezTo>
                    <a:pt x="42" y="431"/>
                    <a:pt x="47" y="430"/>
                    <a:pt x="51" y="427"/>
                  </a:cubicBezTo>
                  <a:cubicBezTo>
                    <a:pt x="150" y="375"/>
                    <a:pt x="150" y="375"/>
                    <a:pt x="150" y="375"/>
                  </a:cubicBezTo>
                  <a:cubicBezTo>
                    <a:pt x="152" y="376"/>
                    <a:pt x="155" y="378"/>
                    <a:pt x="159" y="378"/>
                  </a:cubicBezTo>
                  <a:cubicBezTo>
                    <a:pt x="161" y="378"/>
                    <a:pt x="163" y="377"/>
                    <a:pt x="165" y="377"/>
                  </a:cubicBezTo>
                  <a:cubicBezTo>
                    <a:pt x="170" y="376"/>
                    <a:pt x="175" y="375"/>
                    <a:pt x="179" y="372"/>
                  </a:cubicBezTo>
                  <a:cubicBezTo>
                    <a:pt x="238" y="341"/>
                    <a:pt x="238" y="341"/>
                    <a:pt x="238" y="341"/>
                  </a:cubicBezTo>
                  <a:cubicBezTo>
                    <a:pt x="240" y="342"/>
                    <a:pt x="242" y="342"/>
                    <a:pt x="244" y="342"/>
                  </a:cubicBezTo>
                  <a:cubicBezTo>
                    <a:pt x="246" y="342"/>
                    <a:pt x="247" y="342"/>
                    <a:pt x="249" y="341"/>
                  </a:cubicBezTo>
                  <a:cubicBezTo>
                    <a:pt x="251" y="340"/>
                    <a:pt x="253" y="337"/>
                    <a:pt x="252" y="334"/>
                  </a:cubicBezTo>
                  <a:cubicBezTo>
                    <a:pt x="308" y="304"/>
                    <a:pt x="308" y="304"/>
                    <a:pt x="308" y="304"/>
                  </a:cubicBezTo>
                  <a:cubicBezTo>
                    <a:pt x="310" y="302"/>
                    <a:pt x="313" y="300"/>
                    <a:pt x="315" y="296"/>
                  </a:cubicBezTo>
                  <a:cubicBezTo>
                    <a:pt x="317" y="293"/>
                    <a:pt x="318" y="290"/>
                    <a:pt x="319" y="284"/>
                  </a:cubicBezTo>
                  <a:cubicBezTo>
                    <a:pt x="335" y="275"/>
                    <a:pt x="335" y="275"/>
                    <a:pt x="335" y="275"/>
                  </a:cubicBezTo>
                  <a:cubicBezTo>
                    <a:pt x="351" y="267"/>
                    <a:pt x="357" y="248"/>
                    <a:pt x="349" y="232"/>
                  </a:cubicBezTo>
                  <a:cubicBezTo>
                    <a:pt x="340" y="216"/>
                    <a:pt x="321" y="210"/>
                    <a:pt x="305" y="219"/>
                  </a:cubicBezTo>
                  <a:cubicBezTo>
                    <a:pt x="288" y="228"/>
                    <a:pt x="288" y="228"/>
                    <a:pt x="288" y="228"/>
                  </a:cubicBezTo>
                  <a:cubicBezTo>
                    <a:pt x="285" y="225"/>
                    <a:pt x="281" y="224"/>
                    <a:pt x="276" y="224"/>
                  </a:cubicBezTo>
                  <a:cubicBezTo>
                    <a:pt x="276" y="224"/>
                    <a:pt x="276" y="224"/>
                    <a:pt x="276" y="224"/>
                  </a:cubicBezTo>
                  <a:cubicBezTo>
                    <a:pt x="272" y="224"/>
                    <a:pt x="269" y="224"/>
                    <a:pt x="266" y="226"/>
                  </a:cubicBezTo>
                  <a:cubicBezTo>
                    <a:pt x="217" y="253"/>
                    <a:pt x="217" y="253"/>
                    <a:pt x="217" y="253"/>
                  </a:cubicBezTo>
                  <a:cubicBezTo>
                    <a:pt x="217" y="252"/>
                    <a:pt x="217" y="252"/>
                    <a:pt x="217" y="252"/>
                  </a:cubicBezTo>
                  <a:cubicBezTo>
                    <a:pt x="216" y="249"/>
                    <a:pt x="213" y="248"/>
                    <a:pt x="211" y="248"/>
                  </a:cubicBezTo>
                  <a:cubicBezTo>
                    <a:pt x="211" y="0"/>
                    <a:pt x="211" y="0"/>
                    <a:pt x="211" y="0"/>
                  </a:cubicBezTo>
                  <a:cubicBezTo>
                    <a:pt x="201" y="0"/>
                    <a:pt x="201" y="0"/>
                    <a:pt x="201" y="0"/>
                  </a:cubicBezTo>
                  <a:cubicBezTo>
                    <a:pt x="201" y="254"/>
                    <a:pt x="201" y="254"/>
                    <a:pt x="201" y="254"/>
                  </a:cubicBezTo>
                  <a:cubicBezTo>
                    <a:pt x="199" y="257"/>
                    <a:pt x="197" y="260"/>
                    <a:pt x="196" y="264"/>
                  </a:cubicBezTo>
                  <a:cubicBezTo>
                    <a:pt x="138" y="295"/>
                    <a:pt x="138" y="295"/>
                    <a:pt x="138" y="295"/>
                  </a:cubicBezTo>
                  <a:cubicBezTo>
                    <a:pt x="135" y="296"/>
                    <a:pt x="132" y="298"/>
                    <a:pt x="130" y="302"/>
                  </a:cubicBezTo>
                  <a:cubicBezTo>
                    <a:pt x="128" y="305"/>
                    <a:pt x="127" y="309"/>
                    <a:pt x="126" y="315"/>
                  </a:cubicBezTo>
                  <a:lnTo>
                    <a:pt x="21" y="371"/>
                  </a:lnTo>
                  <a:close/>
                  <a:moveTo>
                    <a:pt x="302" y="293"/>
                  </a:moveTo>
                  <a:cubicBezTo>
                    <a:pt x="238" y="327"/>
                    <a:pt x="238" y="327"/>
                    <a:pt x="238" y="327"/>
                  </a:cubicBezTo>
                  <a:cubicBezTo>
                    <a:pt x="229" y="320"/>
                    <a:pt x="212" y="299"/>
                    <a:pt x="208" y="279"/>
                  </a:cubicBezTo>
                  <a:cubicBezTo>
                    <a:pt x="207" y="276"/>
                    <a:pt x="207" y="274"/>
                    <a:pt x="207" y="271"/>
                  </a:cubicBezTo>
                  <a:cubicBezTo>
                    <a:pt x="272" y="237"/>
                    <a:pt x="272" y="237"/>
                    <a:pt x="272" y="237"/>
                  </a:cubicBezTo>
                  <a:cubicBezTo>
                    <a:pt x="288" y="228"/>
                    <a:pt x="318" y="285"/>
                    <a:pt x="302" y="293"/>
                  </a:cubicBezTo>
                  <a:close/>
                  <a:moveTo>
                    <a:pt x="196" y="278"/>
                  </a:moveTo>
                  <a:cubicBezTo>
                    <a:pt x="199" y="297"/>
                    <a:pt x="214" y="321"/>
                    <a:pt x="227" y="333"/>
                  </a:cubicBezTo>
                  <a:cubicBezTo>
                    <a:pt x="174" y="362"/>
                    <a:pt x="174" y="362"/>
                    <a:pt x="174" y="362"/>
                  </a:cubicBezTo>
                  <a:cubicBezTo>
                    <a:pt x="169" y="364"/>
                    <a:pt x="164" y="366"/>
                    <a:pt x="159" y="366"/>
                  </a:cubicBezTo>
                  <a:cubicBezTo>
                    <a:pt x="147" y="366"/>
                    <a:pt x="128" y="314"/>
                    <a:pt x="144" y="305"/>
                  </a:cubicBezTo>
                  <a:lnTo>
                    <a:pt x="196" y="27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125"/>
            <p:cNvSpPr>
              <a:spLocks/>
            </p:cNvSpPr>
            <p:nvPr/>
          </p:nvSpPr>
          <p:spPr bwMode="auto">
            <a:xfrm>
              <a:off x="2854325" y="5162550"/>
              <a:ext cx="212725" cy="112713"/>
            </a:xfrm>
            <a:custGeom>
              <a:avLst/>
              <a:gdLst>
                <a:gd name="T0" fmla="*/ 138 w 138"/>
                <a:gd name="T1" fmla="*/ 21 h 73"/>
                <a:gd name="T2" fmla="*/ 53 w 138"/>
                <a:gd name="T3" fmla="*/ 12 h 73"/>
                <a:gd name="T4" fmla="*/ 0 w 138"/>
                <a:gd name="T5" fmla="*/ 73 h 73"/>
                <a:gd name="T6" fmla="*/ 138 w 138"/>
                <a:gd name="T7" fmla="*/ 21 h 73"/>
              </a:gdLst>
              <a:ahLst/>
              <a:cxnLst>
                <a:cxn ang="0">
                  <a:pos x="T0" y="T1"/>
                </a:cxn>
                <a:cxn ang="0">
                  <a:pos x="T2" y="T3"/>
                </a:cxn>
                <a:cxn ang="0">
                  <a:pos x="T4" y="T5"/>
                </a:cxn>
                <a:cxn ang="0">
                  <a:pos x="T6" y="T7"/>
                </a:cxn>
              </a:cxnLst>
              <a:rect l="0" t="0" r="r" b="b"/>
              <a:pathLst>
                <a:path w="138" h="73">
                  <a:moveTo>
                    <a:pt x="138" y="21"/>
                  </a:moveTo>
                  <a:cubicBezTo>
                    <a:pt x="114" y="4"/>
                    <a:pt x="82" y="0"/>
                    <a:pt x="53" y="12"/>
                  </a:cubicBezTo>
                  <a:cubicBezTo>
                    <a:pt x="26" y="23"/>
                    <a:pt x="7" y="46"/>
                    <a:pt x="0" y="73"/>
                  </a:cubicBezTo>
                  <a:cubicBezTo>
                    <a:pt x="61" y="72"/>
                    <a:pt x="117" y="36"/>
                    <a:pt x="138"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126"/>
            <p:cNvSpPr>
              <a:spLocks/>
            </p:cNvSpPr>
            <p:nvPr/>
          </p:nvSpPr>
          <p:spPr bwMode="auto">
            <a:xfrm>
              <a:off x="2849563" y="5214938"/>
              <a:ext cx="296863" cy="252413"/>
            </a:xfrm>
            <a:custGeom>
              <a:avLst/>
              <a:gdLst>
                <a:gd name="T0" fmla="*/ 125 w 192"/>
                <a:gd name="T1" fmla="*/ 144 h 163"/>
                <a:gd name="T2" fmla="*/ 173 w 192"/>
                <a:gd name="T3" fmla="*/ 27 h 163"/>
                <a:gd name="T4" fmla="*/ 157 w 192"/>
                <a:gd name="T5" fmla="*/ 0 h 163"/>
                <a:gd name="T6" fmla="*/ 2 w 192"/>
                <a:gd name="T7" fmla="*/ 59 h 163"/>
                <a:gd name="T8" fmla="*/ 0 w 192"/>
                <a:gd name="T9" fmla="*/ 59 h 163"/>
                <a:gd name="T10" fmla="*/ 7 w 192"/>
                <a:gd name="T11" fmla="*/ 96 h 163"/>
                <a:gd name="T12" fmla="*/ 125 w 192"/>
                <a:gd name="T13" fmla="*/ 144 h 163"/>
              </a:gdLst>
              <a:ahLst/>
              <a:cxnLst>
                <a:cxn ang="0">
                  <a:pos x="T0" y="T1"/>
                </a:cxn>
                <a:cxn ang="0">
                  <a:pos x="T2" y="T3"/>
                </a:cxn>
                <a:cxn ang="0">
                  <a:pos x="T4" y="T5"/>
                </a:cxn>
                <a:cxn ang="0">
                  <a:pos x="T6" y="T7"/>
                </a:cxn>
                <a:cxn ang="0">
                  <a:pos x="T8" y="T9"/>
                </a:cxn>
                <a:cxn ang="0">
                  <a:pos x="T10" y="T11"/>
                </a:cxn>
                <a:cxn ang="0">
                  <a:pos x="T12" y="T13"/>
                </a:cxn>
              </a:cxnLst>
              <a:rect l="0" t="0" r="r" b="b"/>
              <a:pathLst>
                <a:path w="192" h="163">
                  <a:moveTo>
                    <a:pt x="125" y="144"/>
                  </a:moveTo>
                  <a:cubicBezTo>
                    <a:pt x="171" y="125"/>
                    <a:pt x="192" y="73"/>
                    <a:pt x="173" y="27"/>
                  </a:cubicBezTo>
                  <a:cubicBezTo>
                    <a:pt x="169" y="17"/>
                    <a:pt x="164" y="8"/>
                    <a:pt x="157" y="0"/>
                  </a:cubicBezTo>
                  <a:cubicBezTo>
                    <a:pt x="137" y="15"/>
                    <a:pt x="73" y="59"/>
                    <a:pt x="2" y="59"/>
                  </a:cubicBezTo>
                  <a:cubicBezTo>
                    <a:pt x="1" y="59"/>
                    <a:pt x="1" y="59"/>
                    <a:pt x="0" y="59"/>
                  </a:cubicBezTo>
                  <a:cubicBezTo>
                    <a:pt x="0" y="71"/>
                    <a:pt x="2" y="84"/>
                    <a:pt x="7" y="96"/>
                  </a:cubicBezTo>
                  <a:cubicBezTo>
                    <a:pt x="26" y="142"/>
                    <a:pt x="79" y="163"/>
                    <a:pt x="125"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29" name="组合 128"/>
          <p:cNvGrpSpPr/>
          <p:nvPr/>
        </p:nvGrpSpPr>
        <p:grpSpPr>
          <a:xfrm>
            <a:off x="277812" y="2933700"/>
            <a:ext cx="2495550" cy="1501775"/>
            <a:chOff x="277812" y="2933700"/>
            <a:chExt cx="2495550" cy="1501775"/>
          </a:xfrm>
          <a:solidFill>
            <a:schemeClr val="tx1">
              <a:lumMod val="65000"/>
              <a:lumOff val="35000"/>
            </a:schemeClr>
          </a:solidFill>
        </p:grpSpPr>
        <p:sp>
          <p:nvSpPr>
            <p:cNvPr id="130" name="Freeform 127"/>
            <p:cNvSpPr>
              <a:spLocks noEditPoints="1"/>
            </p:cNvSpPr>
            <p:nvPr/>
          </p:nvSpPr>
          <p:spPr bwMode="auto">
            <a:xfrm>
              <a:off x="1227138" y="3262313"/>
              <a:ext cx="312738" cy="311150"/>
            </a:xfrm>
            <a:custGeom>
              <a:avLst/>
              <a:gdLst>
                <a:gd name="T0" fmla="*/ 159 w 202"/>
                <a:gd name="T1" fmla="*/ 169 h 201"/>
                <a:gd name="T2" fmla="*/ 170 w 202"/>
                <a:gd name="T3" fmla="*/ 42 h 201"/>
                <a:gd name="T4" fmla="*/ 43 w 202"/>
                <a:gd name="T5" fmla="*/ 32 h 201"/>
                <a:gd name="T6" fmla="*/ 33 w 202"/>
                <a:gd name="T7" fmla="*/ 159 h 201"/>
                <a:gd name="T8" fmla="*/ 159 w 202"/>
                <a:gd name="T9" fmla="*/ 169 h 201"/>
                <a:gd name="T10" fmla="*/ 39 w 202"/>
                <a:gd name="T11" fmla="*/ 134 h 201"/>
                <a:gd name="T12" fmla="*/ 96 w 202"/>
                <a:gd name="T13" fmla="*/ 120 h 201"/>
                <a:gd name="T14" fmla="*/ 136 w 202"/>
                <a:gd name="T15" fmla="*/ 163 h 201"/>
                <a:gd name="T16" fmla="*/ 88 w 202"/>
                <a:gd name="T17" fmla="*/ 149 h 201"/>
                <a:gd name="T18" fmla="*/ 39 w 202"/>
                <a:gd name="T19" fmla="*/ 134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2" h="201">
                  <a:moveTo>
                    <a:pt x="159" y="169"/>
                  </a:moveTo>
                  <a:cubicBezTo>
                    <a:pt x="197" y="137"/>
                    <a:pt x="202" y="80"/>
                    <a:pt x="170" y="42"/>
                  </a:cubicBezTo>
                  <a:cubicBezTo>
                    <a:pt x="138" y="4"/>
                    <a:pt x="81" y="0"/>
                    <a:pt x="43" y="32"/>
                  </a:cubicBezTo>
                  <a:cubicBezTo>
                    <a:pt x="5" y="64"/>
                    <a:pt x="0" y="121"/>
                    <a:pt x="33" y="159"/>
                  </a:cubicBezTo>
                  <a:cubicBezTo>
                    <a:pt x="65" y="197"/>
                    <a:pt x="121" y="201"/>
                    <a:pt x="159" y="169"/>
                  </a:cubicBezTo>
                  <a:close/>
                  <a:moveTo>
                    <a:pt x="39" y="134"/>
                  </a:moveTo>
                  <a:cubicBezTo>
                    <a:pt x="44" y="119"/>
                    <a:pt x="69" y="113"/>
                    <a:pt x="96" y="120"/>
                  </a:cubicBezTo>
                  <a:cubicBezTo>
                    <a:pt x="123" y="128"/>
                    <a:pt x="141" y="147"/>
                    <a:pt x="136" y="163"/>
                  </a:cubicBezTo>
                  <a:cubicBezTo>
                    <a:pt x="132" y="178"/>
                    <a:pt x="114" y="156"/>
                    <a:pt x="88" y="149"/>
                  </a:cubicBezTo>
                  <a:cubicBezTo>
                    <a:pt x="61" y="141"/>
                    <a:pt x="34" y="150"/>
                    <a:pt x="39" y="1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128"/>
            <p:cNvSpPr>
              <a:spLocks/>
            </p:cNvSpPr>
            <p:nvPr/>
          </p:nvSpPr>
          <p:spPr bwMode="auto">
            <a:xfrm>
              <a:off x="1566863" y="3249613"/>
              <a:ext cx="225425" cy="317500"/>
            </a:xfrm>
            <a:custGeom>
              <a:avLst/>
              <a:gdLst>
                <a:gd name="T0" fmla="*/ 143 w 146"/>
                <a:gd name="T1" fmla="*/ 81 h 205"/>
                <a:gd name="T2" fmla="*/ 87 w 146"/>
                <a:gd name="T3" fmla="*/ 19 h 205"/>
                <a:gd name="T4" fmla="*/ 87 w 146"/>
                <a:gd name="T5" fmla="*/ 17 h 205"/>
                <a:gd name="T6" fmla="*/ 80 w 146"/>
                <a:gd name="T7" fmla="*/ 2 h 205"/>
                <a:gd name="T8" fmla="*/ 64 w 146"/>
                <a:gd name="T9" fmla="*/ 9 h 205"/>
                <a:gd name="T10" fmla="*/ 64 w 146"/>
                <a:gd name="T11" fmla="*/ 11 h 205"/>
                <a:gd name="T12" fmla="*/ 3 w 146"/>
                <a:gd name="T13" fmla="*/ 186 h 205"/>
                <a:gd name="T14" fmla="*/ 2 w 146"/>
                <a:gd name="T15" fmla="*/ 187 h 205"/>
                <a:gd name="T16" fmla="*/ 10 w 146"/>
                <a:gd name="T17" fmla="*/ 202 h 205"/>
                <a:gd name="T18" fmla="*/ 25 w 146"/>
                <a:gd name="T19" fmla="*/ 195 h 205"/>
                <a:gd name="T20" fmla="*/ 25 w 146"/>
                <a:gd name="T21" fmla="*/ 193 h 205"/>
                <a:gd name="T22" fmla="*/ 109 w 146"/>
                <a:gd name="T23" fmla="*/ 180 h 205"/>
                <a:gd name="T24" fmla="*/ 102 w 146"/>
                <a:gd name="T25" fmla="*/ 177 h 205"/>
                <a:gd name="T26" fmla="*/ 96 w 146"/>
                <a:gd name="T27" fmla="*/ 165 h 205"/>
                <a:gd name="T28" fmla="*/ 108 w 146"/>
                <a:gd name="T29" fmla="*/ 159 h 205"/>
                <a:gd name="T30" fmla="*/ 124 w 146"/>
                <a:gd name="T31" fmla="*/ 165 h 205"/>
                <a:gd name="T32" fmla="*/ 137 w 146"/>
                <a:gd name="T33" fmla="*/ 145 h 205"/>
                <a:gd name="T34" fmla="*/ 116 w 146"/>
                <a:gd name="T35" fmla="*/ 137 h 205"/>
                <a:gd name="T36" fmla="*/ 110 w 146"/>
                <a:gd name="T37" fmla="*/ 125 h 205"/>
                <a:gd name="T38" fmla="*/ 122 w 146"/>
                <a:gd name="T39" fmla="*/ 119 h 205"/>
                <a:gd name="T40" fmla="*/ 144 w 146"/>
                <a:gd name="T41" fmla="*/ 127 h 205"/>
                <a:gd name="T42" fmla="*/ 146 w 146"/>
                <a:gd name="T43" fmla="*/ 103 h 205"/>
                <a:gd name="T44" fmla="*/ 130 w 146"/>
                <a:gd name="T45" fmla="*/ 97 h 205"/>
                <a:gd name="T46" fmla="*/ 124 w 146"/>
                <a:gd name="T47" fmla="*/ 85 h 205"/>
                <a:gd name="T48" fmla="*/ 136 w 146"/>
                <a:gd name="T49" fmla="*/ 79 h 205"/>
                <a:gd name="T50" fmla="*/ 143 w 146"/>
                <a:gd name="T51" fmla="*/ 81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6" h="205">
                  <a:moveTo>
                    <a:pt x="143" y="81"/>
                  </a:moveTo>
                  <a:cubicBezTo>
                    <a:pt x="136" y="54"/>
                    <a:pt x="115" y="30"/>
                    <a:pt x="87" y="19"/>
                  </a:cubicBezTo>
                  <a:cubicBezTo>
                    <a:pt x="87" y="17"/>
                    <a:pt x="87" y="17"/>
                    <a:pt x="87" y="17"/>
                  </a:cubicBezTo>
                  <a:cubicBezTo>
                    <a:pt x="89" y="11"/>
                    <a:pt x="86" y="4"/>
                    <a:pt x="80" y="2"/>
                  </a:cubicBezTo>
                  <a:cubicBezTo>
                    <a:pt x="73" y="0"/>
                    <a:pt x="67" y="3"/>
                    <a:pt x="64" y="9"/>
                  </a:cubicBezTo>
                  <a:cubicBezTo>
                    <a:pt x="64" y="11"/>
                    <a:pt x="64" y="11"/>
                    <a:pt x="64" y="11"/>
                  </a:cubicBezTo>
                  <a:cubicBezTo>
                    <a:pt x="3" y="186"/>
                    <a:pt x="3" y="186"/>
                    <a:pt x="3" y="186"/>
                  </a:cubicBezTo>
                  <a:cubicBezTo>
                    <a:pt x="2" y="187"/>
                    <a:pt x="2" y="187"/>
                    <a:pt x="2" y="187"/>
                  </a:cubicBezTo>
                  <a:cubicBezTo>
                    <a:pt x="0" y="193"/>
                    <a:pt x="3" y="200"/>
                    <a:pt x="10" y="202"/>
                  </a:cubicBezTo>
                  <a:cubicBezTo>
                    <a:pt x="16" y="205"/>
                    <a:pt x="23" y="201"/>
                    <a:pt x="25" y="195"/>
                  </a:cubicBezTo>
                  <a:cubicBezTo>
                    <a:pt x="25" y="193"/>
                    <a:pt x="25" y="193"/>
                    <a:pt x="25" y="193"/>
                  </a:cubicBezTo>
                  <a:cubicBezTo>
                    <a:pt x="55" y="203"/>
                    <a:pt x="85" y="197"/>
                    <a:pt x="109" y="180"/>
                  </a:cubicBezTo>
                  <a:cubicBezTo>
                    <a:pt x="102" y="177"/>
                    <a:pt x="102" y="177"/>
                    <a:pt x="102" y="177"/>
                  </a:cubicBezTo>
                  <a:cubicBezTo>
                    <a:pt x="97" y="176"/>
                    <a:pt x="94" y="170"/>
                    <a:pt x="96" y="165"/>
                  </a:cubicBezTo>
                  <a:cubicBezTo>
                    <a:pt x="98" y="160"/>
                    <a:pt x="103" y="158"/>
                    <a:pt x="108" y="159"/>
                  </a:cubicBezTo>
                  <a:cubicBezTo>
                    <a:pt x="124" y="165"/>
                    <a:pt x="124" y="165"/>
                    <a:pt x="124" y="165"/>
                  </a:cubicBezTo>
                  <a:cubicBezTo>
                    <a:pt x="130" y="159"/>
                    <a:pt x="134" y="152"/>
                    <a:pt x="137" y="145"/>
                  </a:cubicBezTo>
                  <a:cubicBezTo>
                    <a:pt x="116" y="137"/>
                    <a:pt x="116" y="137"/>
                    <a:pt x="116" y="137"/>
                  </a:cubicBezTo>
                  <a:cubicBezTo>
                    <a:pt x="111" y="135"/>
                    <a:pt x="108" y="130"/>
                    <a:pt x="110" y="125"/>
                  </a:cubicBezTo>
                  <a:cubicBezTo>
                    <a:pt x="112" y="120"/>
                    <a:pt x="117" y="117"/>
                    <a:pt x="122" y="119"/>
                  </a:cubicBezTo>
                  <a:cubicBezTo>
                    <a:pt x="144" y="127"/>
                    <a:pt x="144" y="127"/>
                    <a:pt x="144" y="127"/>
                  </a:cubicBezTo>
                  <a:cubicBezTo>
                    <a:pt x="146" y="119"/>
                    <a:pt x="146" y="111"/>
                    <a:pt x="146" y="103"/>
                  </a:cubicBezTo>
                  <a:cubicBezTo>
                    <a:pt x="130" y="97"/>
                    <a:pt x="130" y="97"/>
                    <a:pt x="130" y="97"/>
                  </a:cubicBezTo>
                  <a:cubicBezTo>
                    <a:pt x="125" y="95"/>
                    <a:pt x="122" y="90"/>
                    <a:pt x="124" y="85"/>
                  </a:cubicBezTo>
                  <a:cubicBezTo>
                    <a:pt x="126" y="80"/>
                    <a:pt x="131" y="77"/>
                    <a:pt x="136" y="79"/>
                  </a:cubicBezTo>
                  <a:lnTo>
                    <a:pt x="143" y="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129"/>
            <p:cNvSpPr>
              <a:spLocks noEditPoints="1"/>
            </p:cNvSpPr>
            <p:nvPr/>
          </p:nvSpPr>
          <p:spPr bwMode="auto">
            <a:xfrm>
              <a:off x="277812" y="2933700"/>
              <a:ext cx="2495550" cy="1501775"/>
            </a:xfrm>
            <a:custGeom>
              <a:avLst/>
              <a:gdLst>
                <a:gd name="T0" fmla="*/ 395 w 1609"/>
                <a:gd name="T1" fmla="*/ 630 h 969"/>
                <a:gd name="T2" fmla="*/ 555 w 1609"/>
                <a:gd name="T3" fmla="*/ 953 h 969"/>
                <a:gd name="T4" fmla="*/ 628 w 1609"/>
                <a:gd name="T5" fmla="*/ 888 h 969"/>
                <a:gd name="T6" fmla="*/ 648 w 1609"/>
                <a:gd name="T7" fmla="*/ 509 h 969"/>
                <a:gd name="T8" fmla="*/ 743 w 1609"/>
                <a:gd name="T9" fmla="*/ 960 h 969"/>
                <a:gd name="T10" fmla="*/ 1508 w 1609"/>
                <a:gd name="T11" fmla="*/ 668 h 969"/>
                <a:gd name="T12" fmla="*/ 1537 w 1609"/>
                <a:gd name="T13" fmla="*/ 652 h 969"/>
                <a:gd name="T14" fmla="*/ 1496 w 1609"/>
                <a:gd name="T15" fmla="*/ 608 h 969"/>
                <a:gd name="T16" fmla="*/ 1480 w 1609"/>
                <a:gd name="T17" fmla="*/ 581 h 969"/>
                <a:gd name="T18" fmla="*/ 1463 w 1609"/>
                <a:gd name="T19" fmla="*/ 524 h 969"/>
                <a:gd name="T20" fmla="*/ 1437 w 1609"/>
                <a:gd name="T21" fmla="*/ 509 h 969"/>
                <a:gd name="T22" fmla="*/ 1379 w 1609"/>
                <a:gd name="T23" fmla="*/ 523 h 969"/>
                <a:gd name="T24" fmla="*/ 1348 w 1609"/>
                <a:gd name="T25" fmla="*/ 523 h 969"/>
                <a:gd name="T26" fmla="*/ 1289 w 1609"/>
                <a:gd name="T27" fmla="*/ 509 h 969"/>
                <a:gd name="T28" fmla="*/ 1264 w 1609"/>
                <a:gd name="T29" fmla="*/ 524 h 969"/>
                <a:gd name="T30" fmla="*/ 1247 w 1609"/>
                <a:gd name="T31" fmla="*/ 581 h 969"/>
                <a:gd name="T32" fmla="*/ 1231 w 1609"/>
                <a:gd name="T33" fmla="*/ 608 h 969"/>
                <a:gd name="T34" fmla="*/ 1190 w 1609"/>
                <a:gd name="T35" fmla="*/ 652 h 969"/>
                <a:gd name="T36" fmla="*/ 1219 w 1609"/>
                <a:gd name="T37" fmla="*/ 668 h 969"/>
                <a:gd name="T38" fmla="*/ 1149 w 1609"/>
                <a:gd name="T39" fmla="*/ 657 h 969"/>
                <a:gd name="T40" fmla="*/ 1143 w 1609"/>
                <a:gd name="T41" fmla="*/ 626 h 969"/>
                <a:gd name="T42" fmla="*/ 1146 w 1609"/>
                <a:gd name="T43" fmla="*/ 566 h 969"/>
                <a:gd name="T44" fmla="*/ 1128 w 1609"/>
                <a:gd name="T45" fmla="*/ 544 h 969"/>
                <a:gd name="T46" fmla="*/ 1068 w 1609"/>
                <a:gd name="T47" fmla="*/ 537 h 969"/>
                <a:gd name="T48" fmla="*/ 1039 w 1609"/>
                <a:gd name="T49" fmla="*/ 526 h 969"/>
                <a:gd name="T50" fmla="*/ 988 w 1609"/>
                <a:gd name="T51" fmla="*/ 493 h 969"/>
                <a:gd name="T52" fmla="*/ 960 w 1609"/>
                <a:gd name="T53" fmla="*/ 498 h 969"/>
                <a:gd name="T54" fmla="*/ 924 w 1609"/>
                <a:gd name="T55" fmla="*/ 546 h 969"/>
                <a:gd name="T56" fmla="*/ 900 w 1609"/>
                <a:gd name="T57" fmla="*/ 566 h 969"/>
                <a:gd name="T58" fmla="*/ 847 w 1609"/>
                <a:gd name="T59" fmla="*/ 594 h 969"/>
                <a:gd name="T60" fmla="*/ 837 w 1609"/>
                <a:gd name="T61" fmla="*/ 621 h 969"/>
                <a:gd name="T62" fmla="*/ 677 w 1609"/>
                <a:gd name="T63" fmla="*/ 444 h 969"/>
                <a:gd name="T64" fmla="*/ 488 w 1609"/>
                <a:gd name="T65" fmla="*/ 216 h 969"/>
                <a:gd name="T66" fmla="*/ 457 w 1609"/>
                <a:gd name="T67" fmla="*/ 29 h 969"/>
                <a:gd name="T68" fmla="*/ 509 w 1609"/>
                <a:gd name="T69" fmla="*/ 344 h 969"/>
                <a:gd name="T70" fmla="*/ 308 w 1609"/>
                <a:gd name="T71" fmla="*/ 528 h 969"/>
                <a:gd name="T72" fmla="*/ 3 w 1609"/>
                <a:gd name="T73" fmla="*/ 742 h 969"/>
                <a:gd name="T74" fmla="*/ 321 w 1609"/>
                <a:gd name="T75" fmla="*/ 752 h 969"/>
                <a:gd name="T76" fmla="*/ 1363 w 1609"/>
                <a:gd name="T77" fmla="*/ 563 h 969"/>
                <a:gd name="T78" fmla="*/ 1398 w 1609"/>
                <a:gd name="T79" fmla="*/ 668 h 969"/>
                <a:gd name="T80" fmla="*/ 1329 w 1609"/>
                <a:gd name="T81" fmla="*/ 666 h 969"/>
                <a:gd name="T82" fmla="*/ 1260 w 1609"/>
                <a:gd name="T83" fmla="*/ 666 h 969"/>
                <a:gd name="T84" fmla="*/ 1107 w 1609"/>
                <a:gd name="T85" fmla="*/ 668 h 969"/>
                <a:gd name="T86" fmla="*/ 1004 w 1609"/>
                <a:gd name="T87" fmla="*/ 632 h 969"/>
                <a:gd name="T88" fmla="*/ 901 w 1609"/>
                <a:gd name="T89" fmla="*/ 668 h 9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09" h="969">
                  <a:moveTo>
                    <a:pt x="362" y="715"/>
                  </a:moveTo>
                  <a:cubicBezTo>
                    <a:pt x="386" y="620"/>
                    <a:pt x="386" y="620"/>
                    <a:pt x="386" y="620"/>
                  </a:cubicBezTo>
                  <a:cubicBezTo>
                    <a:pt x="395" y="630"/>
                    <a:pt x="395" y="630"/>
                    <a:pt x="395" y="630"/>
                  </a:cubicBezTo>
                  <a:cubicBezTo>
                    <a:pt x="415" y="781"/>
                    <a:pt x="415" y="781"/>
                    <a:pt x="415" y="781"/>
                  </a:cubicBezTo>
                  <a:cubicBezTo>
                    <a:pt x="416" y="790"/>
                    <a:pt x="420" y="799"/>
                    <a:pt x="427" y="807"/>
                  </a:cubicBezTo>
                  <a:cubicBezTo>
                    <a:pt x="555" y="953"/>
                    <a:pt x="555" y="953"/>
                    <a:pt x="555" y="953"/>
                  </a:cubicBezTo>
                  <a:cubicBezTo>
                    <a:pt x="564" y="964"/>
                    <a:pt x="578" y="969"/>
                    <a:pt x="591" y="969"/>
                  </a:cubicBezTo>
                  <a:cubicBezTo>
                    <a:pt x="603" y="969"/>
                    <a:pt x="614" y="965"/>
                    <a:pt x="624" y="957"/>
                  </a:cubicBezTo>
                  <a:cubicBezTo>
                    <a:pt x="644" y="939"/>
                    <a:pt x="646" y="908"/>
                    <a:pt x="628" y="888"/>
                  </a:cubicBezTo>
                  <a:cubicBezTo>
                    <a:pt x="510" y="753"/>
                    <a:pt x="510" y="753"/>
                    <a:pt x="510" y="753"/>
                  </a:cubicBezTo>
                  <a:cubicBezTo>
                    <a:pt x="495" y="639"/>
                    <a:pt x="495" y="639"/>
                    <a:pt x="495" y="639"/>
                  </a:cubicBezTo>
                  <a:cubicBezTo>
                    <a:pt x="648" y="509"/>
                    <a:pt x="648" y="509"/>
                    <a:pt x="648" y="509"/>
                  </a:cubicBezTo>
                  <a:cubicBezTo>
                    <a:pt x="786" y="668"/>
                    <a:pt x="786" y="668"/>
                    <a:pt x="786" y="668"/>
                  </a:cubicBezTo>
                  <a:cubicBezTo>
                    <a:pt x="743" y="668"/>
                    <a:pt x="743" y="668"/>
                    <a:pt x="743" y="668"/>
                  </a:cubicBezTo>
                  <a:cubicBezTo>
                    <a:pt x="743" y="960"/>
                    <a:pt x="743" y="960"/>
                    <a:pt x="743" y="960"/>
                  </a:cubicBezTo>
                  <a:cubicBezTo>
                    <a:pt x="1609" y="960"/>
                    <a:pt x="1609" y="960"/>
                    <a:pt x="1609" y="960"/>
                  </a:cubicBezTo>
                  <a:cubicBezTo>
                    <a:pt x="1609" y="668"/>
                    <a:pt x="1609" y="668"/>
                    <a:pt x="1609" y="668"/>
                  </a:cubicBezTo>
                  <a:cubicBezTo>
                    <a:pt x="1508" y="668"/>
                    <a:pt x="1508" y="668"/>
                    <a:pt x="1508" y="668"/>
                  </a:cubicBezTo>
                  <a:cubicBezTo>
                    <a:pt x="1508" y="668"/>
                    <a:pt x="1508" y="667"/>
                    <a:pt x="1508" y="666"/>
                  </a:cubicBezTo>
                  <a:cubicBezTo>
                    <a:pt x="1508" y="663"/>
                    <a:pt x="1508" y="660"/>
                    <a:pt x="1508" y="657"/>
                  </a:cubicBezTo>
                  <a:cubicBezTo>
                    <a:pt x="1537" y="652"/>
                    <a:pt x="1537" y="652"/>
                    <a:pt x="1537" y="652"/>
                  </a:cubicBezTo>
                  <a:cubicBezTo>
                    <a:pt x="1531" y="621"/>
                    <a:pt x="1531" y="621"/>
                    <a:pt x="1531" y="621"/>
                  </a:cubicBezTo>
                  <a:cubicBezTo>
                    <a:pt x="1502" y="626"/>
                    <a:pt x="1502" y="626"/>
                    <a:pt x="1502" y="626"/>
                  </a:cubicBezTo>
                  <a:cubicBezTo>
                    <a:pt x="1501" y="620"/>
                    <a:pt x="1498" y="614"/>
                    <a:pt x="1496" y="608"/>
                  </a:cubicBezTo>
                  <a:cubicBezTo>
                    <a:pt x="1521" y="594"/>
                    <a:pt x="1521" y="594"/>
                    <a:pt x="1521" y="594"/>
                  </a:cubicBezTo>
                  <a:cubicBezTo>
                    <a:pt x="1505" y="566"/>
                    <a:pt x="1505" y="566"/>
                    <a:pt x="1505" y="566"/>
                  </a:cubicBezTo>
                  <a:cubicBezTo>
                    <a:pt x="1480" y="581"/>
                    <a:pt x="1480" y="581"/>
                    <a:pt x="1480" y="581"/>
                  </a:cubicBezTo>
                  <a:cubicBezTo>
                    <a:pt x="1476" y="576"/>
                    <a:pt x="1472" y="571"/>
                    <a:pt x="1468" y="566"/>
                  </a:cubicBezTo>
                  <a:cubicBezTo>
                    <a:pt x="1487" y="544"/>
                    <a:pt x="1487" y="544"/>
                    <a:pt x="1487" y="544"/>
                  </a:cubicBezTo>
                  <a:cubicBezTo>
                    <a:pt x="1463" y="524"/>
                    <a:pt x="1463" y="524"/>
                    <a:pt x="1463" y="524"/>
                  </a:cubicBezTo>
                  <a:cubicBezTo>
                    <a:pt x="1444" y="546"/>
                    <a:pt x="1444" y="546"/>
                    <a:pt x="1444" y="546"/>
                  </a:cubicBezTo>
                  <a:cubicBezTo>
                    <a:pt x="1439" y="543"/>
                    <a:pt x="1433" y="539"/>
                    <a:pt x="1428" y="537"/>
                  </a:cubicBezTo>
                  <a:cubicBezTo>
                    <a:pt x="1437" y="509"/>
                    <a:pt x="1437" y="509"/>
                    <a:pt x="1437" y="509"/>
                  </a:cubicBezTo>
                  <a:cubicBezTo>
                    <a:pt x="1408" y="498"/>
                    <a:pt x="1408" y="498"/>
                    <a:pt x="1408" y="498"/>
                  </a:cubicBezTo>
                  <a:cubicBezTo>
                    <a:pt x="1398" y="526"/>
                    <a:pt x="1398" y="526"/>
                    <a:pt x="1398" y="526"/>
                  </a:cubicBezTo>
                  <a:cubicBezTo>
                    <a:pt x="1392" y="524"/>
                    <a:pt x="1386" y="523"/>
                    <a:pt x="1379" y="523"/>
                  </a:cubicBezTo>
                  <a:cubicBezTo>
                    <a:pt x="1379" y="493"/>
                    <a:pt x="1379" y="493"/>
                    <a:pt x="1379" y="493"/>
                  </a:cubicBezTo>
                  <a:cubicBezTo>
                    <a:pt x="1348" y="493"/>
                    <a:pt x="1348" y="493"/>
                    <a:pt x="1348" y="493"/>
                  </a:cubicBezTo>
                  <a:cubicBezTo>
                    <a:pt x="1348" y="523"/>
                    <a:pt x="1348" y="523"/>
                    <a:pt x="1348" y="523"/>
                  </a:cubicBezTo>
                  <a:cubicBezTo>
                    <a:pt x="1341" y="523"/>
                    <a:pt x="1335" y="524"/>
                    <a:pt x="1329" y="526"/>
                  </a:cubicBezTo>
                  <a:cubicBezTo>
                    <a:pt x="1319" y="498"/>
                    <a:pt x="1319" y="498"/>
                    <a:pt x="1319" y="498"/>
                  </a:cubicBezTo>
                  <a:cubicBezTo>
                    <a:pt x="1289" y="509"/>
                    <a:pt x="1289" y="509"/>
                    <a:pt x="1289" y="509"/>
                  </a:cubicBezTo>
                  <a:cubicBezTo>
                    <a:pt x="1299" y="537"/>
                    <a:pt x="1299" y="537"/>
                    <a:pt x="1299" y="537"/>
                  </a:cubicBezTo>
                  <a:cubicBezTo>
                    <a:pt x="1294" y="539"/>
                    <a:pt x="1288" y="543"/>
                    <a:pt x="1283" y="546"/>
                  </a:cubicBezTo>
                  <a:cubicBezTo>
                    <a:pt x="1264" y="524"/>
                    <a:pt x="1264" y="524"/>
                    <a:pt x="1264" y="524"/>
                  </a:cubicBezTo>
                  <a:cubicBezTo>
                    <a:pt x="1240" y="544"/>
                    <a:pt x="1240" y="544"/>
                    <a:pt x="1240" y="544"/>
                  </a:cubicBezTo>
                  <a:cubicBezTo>
                    <a:pt x="1259" y="566"/>
                    <a:pt x="1259" y="566"/>
                    <a:pt x="1259" y="566"/>
                  </a:cubicBezTo>
                  <a:cubicBezTo>
                    <a:pt x="1255" y="571"/>
                    <a:pt x="1251" y="576"/>
                    <a:pt x="1247" y="581"/>
                  </a:cubicBezTo>
                  <a:cubicBezTo>
                    <a:pt x="1222" y="566"/>
                    <a:pt x="1222" y="566"/>
                    <a:pt x="1222" y="566"/>
                  </a:cubicBezTo>
                  <a:cubicBezTo>
                    <a:pt x="1206" y="594"/>
                    <a:pt x="1206" y="594"/>
                    <a:pt x="1206" y="594"/>
                  </a:cubicBezTo>
                  <a:cubicBezTo>
                    <a:pt x="1231" y="608"/>
                    <a:pt x="1231" y="608"/>
                    <a:pt x="1231" y="608"/>
                  </a:cubicBezTo>
                  <a:cubicBezTo>
                    <a:pt x="1228" y="614"/>
                    <a:pt x="1226" y="620"/>
                    <a:pt x="1225" y="626"/>
                  </a:cubicBezTo>
                  <a:cubicBezTo>
                    <a:pt x="1196" y="621"/>
                    <a:pt x="1196" y="621"/>
                    <a:pt x="1196" y="621"/>
                  </a:cubicBezTo>
                  <a:cubicBezTo>
                    <a:pt x="1190" y="652"/>
                    <a:pt x="1190" y="652"/>
                    <a:pt x="1190" y="652"/>
                  </a:cubicBezTo>
                  <a:cubicBezTo>
                    <a:pt x="1219" y="657"/>
                    <a:pt x="1219" y="657"/>
                    <a:pt x="1219" y="657"/>
                  </a:cubicBezTo>
                  <a:cubicBezTo>
                    <a:pt x="1219" y="660"/>
                    <a:pt x="1219" y="663"/>
                    <a:pt x="1219" y="666"/>
                  </a:cubicBezTo>
                  <a:cubicBezTo>
                    <a:pt x="1219" y="667"/>
                    <a:pt x="1219" y="668"/>
                    <a:pt x="1219" y="668"/>
                  </a:cubicBezTo>
                  <a:cubicBezTo>
                    <a:pt x="1149" y="668"/>
                    <a:pt x="1149" y="668"/>
                    <a:pt x="1149" y="668"/>
                  </a:cubicBezTo>
                  <a:cubicBezTo>
                    <a:pt x="1149" y="668"/>
                    <a:pt x="1149" y="667"/>
                    <a:pt x="1149" y="666"/>
                  </a:cubicBezTo>
                  <a:cubicBezTo>
                    <a:pt x="1149" y="663"/>
                    <a:pt x="1149" y="660"/>
                    <a:pt x="1149" y="657"/>
                  </a:cubicBezTo>
                  <a:cubicBezTo>
                    <a:pt x="1177" y="652"/>
                    <a:pt x="1177" y="652"/>
                    <a:pt x="1177" y="652"/>
                  </a:cubicBezTo>
                  <a:cubicBezTo>
                    <a:pt x="1172" y="621"/>
                    <a:pt x="1172" y="621"/>
                    <a:pt x="1172" y="621"/>
                  </a:cubicBezTo>
                  <a:cubicBezTo>
                    <a:pt x="1143" y="626"/>
                    <a:pt x="1143" y="626"/>
                    <a:pt x="1143" y="626"/>
                  </a:cubicBezTo>
                  <a:cubicBezTo>
                    <a:pt x="1141" y="620"/>
                    <a:pt x="1139" y="614"/>
                    <a:pt x="1137" y="608"/>
                  </a:cubicBezTo>
                  <a:cubicBezTo>
                    <a:pt x="1162" y="594"/>
                    <a:pt x="1162" y="594"/>
                    <a:pt x="1162" y="594"/>
                  </a:cubicBezTo>
                  <a:cubicBezTo>
                    <a:pt x="1146" y="566"/>
                    <a:pt x="1146" y="566"/>
                    <a:pt x="1146" y="566"/>
                  </a:cubicBezTo>
                  <a:cubicBezTo>
                    <a:pt x="1121" y="581"/>
                    <a:pt x="1121" y="581"/>
                    <a:pt x="1121" y="581"/>
                  </a:cubicBezTo>
                  <a:cubicBezTo>
                    <a:pt x="1117" y="576"/>
                    <a:pt x="1113" y="571"/>
                    <a:pt x="1109" y="566"/>
                  </a:cubicBezTo>
                  <a:cubicBezTo>
                    <a:pt x="1128" y="544"/>
                    <a:pt x="1128" y="544"/>
                    <a:pt x="1128" y="544"/>
                  </a:cubicBezTo>
                  <a:cubicBezTo>
                    <a:pt x="1103" y="524"/>
                    <a:pt x="1103" y="524"/>
                    <a:pt x="1103" y="524"/>
                  </a:cubicBezTo>
                  <a:cubicBezTo>
                    <a:pt x="1085" y="546"/>
                    <a:pt x="1085" y="546"/>
                    <a:pt x="1085" y="546"/>
                  </a:cubicBezTo>
                  <a:cubicBezTo>
                    <a:pt x="1079" y="543"/>
                    <a:pt x="1074" y="539"/>
                    <a:pt x="1068" y="537"/>
                  </a:cubicBezTo>
                  <a:cubicBezTo>
                    <a:pt x="1078" y="509"/>
                    <a:pt x="1078" y="509"/>
                    <a:pt x="1078" y="509"/>
                  </a:cubicBezTo>
                  <a:cubicBezTo>
                    <a:pt x="1049" y="498"/>
                    <a:pt x="1049" y="498"/>
                    <a:pt x="1049" y="498"/>
                  </a:cubicBezTo>
                  <a:cubicBezTo>
                    <a:pt x="1039" y="526"/>
                    <a:pt x="1039" y="526"/>
                    <a:pt x="1039" y="526"/>
                  </a:cubicBezTo>
                  <a:cubicBezTo>
                    <a:pt x="1033" y="524"/>
                    <a:pt x="1026" y="523"/>
                    <a:pt x="1020" y="523"/>
                  </a:cubicBezTo>
                  <a:cubicBezTo>
                    <a:pt x="1020" y="493"/>
                    <a:pt x="1020" y="493"/>
                    <a:pt x="1020" y="493"/>
                  </a:cubicBezTo>
                  <a:cubicBezTo>
                    <a:pt x="988" y="493"/>
                    <a:pt x="988" y="493"/>
                    <a:pt x="988" y="493"/>
                  </a:cubicBezTo>
                  <a:cubicBezTo>
                    <a:pt x="988" y="523"/>
                    <a:pt x="988" y="523"/>
                    <a:pt x="988" y="523"/>
                  </a:cubicBezTo>
                  <a:cubicBezTo>
                    <a:pt x="982" y="523"/>
                    <a:pt x="976" y="524"/>
                    <a:pt x="970" y="526"/>
                  </a:cubicBezTo>
                  <a:cubicBezTo>
                    <a:pt x="960" y="498"/>
                    <a:pt x="960" y="498"/>
                    <a:pt x="960" y="498"/>
                  </a:cubicBezTo>
                  <a:cubicBezTo>
                    <a:pt x="930" y="509"/>
                    <a:pt x="930" y="509"/>
                    <a:pt x="930" y="509"/>
                  </a:cubicBezTo>
                  <a:cubicBezTo>
                    <a:pt x="940" y="537"/>
                    <a:pt x="940" y="537"/>
                    <a:pt x="940" y="537"/>
                  </a:cubicBezTo>
                  <a:cubicBezTo>
                    <a:pt x="935" y="539"/>
                    <a:pt x="929" y="543"/>
                    <a:pt x="924" y="546"/>
                  </a:cubicBezTo>
                  <a:cubicBezTo>
                    <a:pt x="905" y="524"/>
                    <a:pt x="905" y="524"/>
                    <a:pt x="905" y="524"/>
                  </a:cubicBezTo>
                  <a:cubicBezTo>
                    <a:pt x="881" y="544"/>
                    <a:pt x="881" y="544"/>
                    <a:pt x="881" y="544"/>
                  </a:cubicBezTo>
                  <a:cubicBezTo>
                    <a:pt x="900" y="566"/>
                    <a:pt x="900" y="566"/>
                    <a:pt x="900" y="566"/>
                  </a:cubicBezTo>
                  <a:cubicBezTo>
                    <a:pt x="895" y="571"/>
                    <a:pt x="891" y="576"/>
                    <a:pt x="888" y="581"/>
                  </a:cubicBezTo>
                  <a:cubicBezTo>
                    <a:pt x="862" y="566"/>
                    <a:pt x="862" y="566"/>
                    <a:pt x="862" y="566"/>
                  </a:cubicBezTo>
                  <a:cubicBezTo>
                    <a:pt x="847" y="594"/>
                    <a:pt x="847" y="594"/>
                    <a:pt x="847" y="594"/>
                  </a:cubicBezTo>
                  <a:cubicBezTo>
                    <a:pt x="872" y="608"/>
                    <a:pt x="872" y="608"/>
                    <a:pt x="872" y="608"/>
                  </a:cubicBezTo>
                  <a:cubicBezTo>
                    <a:pt x="869" y="614"/>
                    <a:pt x="867" y="620"/>
                    <a:pt x="865" y="626"/>
                  </a:cubicBezTo>
                  <a:cubicBezTo>
                    <a:pt x="837" y="621"/>
                    <a:pt x="837" y="621"/>
                    <a:pt x="837" y="621"/>
                  </a:cubicBezTo>
                  <a:cubicBezTo>
                    <a:pt x="835" y="628"/>
                    <a:pt x="835" y="628"/>
                    <a:pt x="835" y="628"/>
                  </a:cubicBezTo>
                  <a:cubicBezTo>
                    <a:pt x="678" y="446"/>
                    <a:pt x="678" y="446"/>
                    <a:pt x="678" y="446"/>
                  </a:cubicBezTo>
                  <a:cubicBezTo>
                    <a:pt x="678" y="445"/>
                    <a:pt x="677" y="445"/>
                    <a:pt x="677" y="444"/>
                  </a:cubicBezTo>
                  <a:cubicBezTo>
                    <a:pt x="577" y="326"/>
                    <a:pt x="577" y="326"/>
                    <a:pt x="577" y="326"/>
                  </a:cubicBezTo>
                  <a:cubicBezTo>
                    <a:pt x="577" y="326"/>
                    <a:pt x="577" y="326"/>
                    <a:pt x="576" y="325"/>
                  </a:cubicBezTo>
                  <a:cubicBezTo>
                    <a:pt x="488" y="216"/>
                    <a:pt x="488" y="216"/>
                    <a:pt x="488" y="216"/>
                  </a:cubicBezTo>
                  <a:cubicBezTo>
                    <a:pt x="520" y="40"/>
                    <a:pt x="520" y="40"/>
                    <a:pt x="520" y="40"/>
                  </a:cubicBezTo>
                  <a:cubicBezTo>
                    <a:pt x="523" y="23"/>
                    <a:pt x="512" y="6"/>
                    <a:pt x="495" y="3"/>
                  </a:cubicBezTo>
                  <a:cubicBezTo>
                    <a:pt x="477" y="0"/>
                    <a:pt x="460" y="11"/>
                    <a:pt x="457" y="29"/>
                  </a:cubicBezTo>
                  <a:cubicBezTo>
                    <a:pt x="423" y="219"/>
                    <a:pt x="423" y="219"/>
                    <a:pt x="423" y="219"/>
                  </a:cubicBezTo>
                  <a:cubicBezTo>
                    <a:pt x="421" y="228"/>
                    <a:pt x="423" y="238"/>
                    <a:pt x="429" y="245"/>
                  </a:cubicBezTo>
                  <a:cubicBezTo>
                    <a:pt x="509" y="344"/>
                    <a:pt x="509" y="344"/>
                    <a:pt x="509" y="344"/>
                  </a:cubicBezTo>
                  <a:cubicBezTo>
                    <a:pt x="325" y="500"/>
                    <a:pt x="325" y="500"/>
                    <a:pt x="325" y="500"/>
                  </a:cubicBezTo>
                  <a:cubicBezTo>
                    <a:pt x="322" y="502"/>
                    <a:pt x="320" y="505"/>
                    <a:pt x="318" y="508"/>
                  </a:cubicBezTo>
                  <a:cubicBezTo>
                    <a:pt x="313" y="514"/>
                    <a:pt x="310" y="520"/>
                    <a:pt x="308" y="528"/>
                  </a:cubicBezTo>
                  <a:cubicBezTo>
                    <a:pt x="275" y="659"/>
                    <a:pt x="275" y="659"/>
                    <a:pt x="275" y="659"/>
                  </a:cubicBezTo>
                  <a:cubicBezTo>
                    <a:pt x="46" y="687"/>
                    <a:pt x="46" y="687"/>
                    <a:pt x="46" y="687"/>
                  </a:cubicBezTo>
                  <a:cubicBezTo>
                    <a:pt x="19" y="690"/>
                    <a:pt x="0" y="715"/>
                    <a:pt x="3" y="742"/>
                  </a:cubicBezTo>
                  <a:cubicBezTo>
                    <a:pt x="6" y="766"/>
                    <a:pt x="27" y="785"/>
                    <a:pt x="52" y="785"/>
                  </a:cubicBezTo>
                  <a:cubicBezTo>
                    <a:pt x="54" y="785"/>
                    <a:pt x="56" y="785"/>
                    <a:pt x="58" y="784"/>
                  </a:cubicBezTo>
                  <a:cubicBezTo>
                    <a:pt x="321" y="752"/>
                    <a:pt x="321" y="752"/>
                    <a:pt x="321" y="752"/>
                  </a:cubicBezTo>
                  <a:cubicBezTo>
                    <a:pt x="341" y="750"/>
                    <a:pt x="358" y="735"/>
                    <a:pt x="362" y="715"/>
                  </a:cubicBezTo>
                  <a:close/>
                  <a:moveTo>
                    <a:pt x="1260" y="666"/>
                  </a:moveTo>
                  <a:cubicBezTo>
                    <a:pt x="1260" y="609"/>
                    <a:pt x="1306" y="563"/>
                    <a:pt x="1363" y="563"/>
                  </a:cubicBezTo>
                  <a:cubicBezTo>
                    <a:pt x="1420" y="563"/>
                    <a:pt x="1467" y="609"/>
                    <a:pt x="1467" y="666"/>
                  </a:cubicBezTo>
                  <a:cubicBezTo>
                    <a:pt x="1467" y="667"/>
                    <a:pt x="1467" y="668"/>
                    <a:pt x="1467" y="668"/>
                  </a:cubicBezTo>
                  <a:cubicBezTo>
                    <a:pt x="1398" y="668"/>
                    <a:pt x="1398" y="668"/>
                    <a:pt x="1398" y="668"/>
                  </a:cubicBezTo>
                  <a:cubicBezTo>
                    <a:pt x="1398" y="668"/>
                    <a:pt x="1398" y="667"/>
                    <a:pt x="1398" y="666"/>
                  </a:cubicBezTo>
                  <a:cubicBezTo>
                    <a:pt x="1398" y="647"/>
                    <a:pt x="1383" y="632"/>
                    <a:pt x="1363" y="632"/>
                  </a:cubicBezTo>
                  <a:cubicBezTo>
                    <a:pt x="1344" y="632"/>
                    <a:pt x="1329" y="647"/>
                    <a:pt x="1329" y="666"/>
                  </a:cubicBezTo>
                  <a:cubicBezTo>
                    <a:pt x="1329" y="667"/>
                    <a:pt x="1329" y="668"/>
                    <a:pt x="1329" y="668"/>
                  </a:cubicBezTo>
                  <a:cubicBezTo>
                    <a:pt x="1260" y="668"/>
                    <a:pt x="1260" y="668"/>
                    <a:pt x="1260" y="668"/>
                  </a:cubicBezTo>
                  <a:cubicBezTo>
                    <a:pt x="1260" y="668"/>
                    <a:pt x="1260" y="667"/>
                    <a:pt x="1260" y="666"/>
                  </a:cubicBezTo>
                  <a:close/>
                  <a:moveTo>
                    <a:pt x="1004" y="563"/>
                  </a:moveTo>
                  <a:cubicBezTo>
                    <a:pt x="1061" y="563"/>
                    <a:pt x="1107" y="609"/>
                    <a:pt x="1107" y="666"/>
                  </a:cubicBezTo>
                  <a:cubicBezTo>
                    <a:pt x="1107" y="667"/>
                    <a:pt x="1107" y="668"/>
                    <a:pt x="1107" y="668"/>
                  </a:cubicBezTo>
                  <a:cubicBezTo>
                    <a:pt x="1039" y="668"/>
                    <a:pt x="1039" y="668"/>
                    <a:pt x="1039" y="668"/>
                  </a:cubicBezTo>
                  <a:cubicBezTo>
                    <a:pt x="1039" y="668"/>
                    <a:pt x="1039" y="667"/>
                    <a:pt x="1039" y="666"/>
                  </a:cubicBezTo>
                  <a:cubicBezTo>
                    <a:pt x="1039" y="647"/>
                    <a:pt x="1023" y="632"/>
                    <a:pt x="1004" y="632"/>
                  </a:cubicBezTo>
                  <a:cubicBezTo>
                    <a:pt x="985" y="632"/>
                    <a:pt x="970" y="647"/>
                    <a:pt x="970" y="666"/>
                  </a:cubicBezTo>
                  <a:cubicBezTo>
                    <a:pt x="970" y="667"/>
                    <a:pt x="970" y="668"/>
                    <a:pt x="970" y="668"/>
                  </a:cubicBezTo>
                  <a:cubicBezTo>
                    <a:pt x="901" y="668"/>
                    <a:pt x="901" y="668"/>
                    <a:pt x="901" y="668"/>
                  </a:cubicBezTo>
                  <a:cubicBezTo>
                    <a:pt x="901" y="668"/>
                    <a:pt x="901" y="667"/>
                    <a:pt x="901" y="666"/>
                  </a:cubicBezTo>
                  <a:cubicBezTo>
                    <a:pt x="901" y="609"/>
                    <a:pt x="947" y="563"/>
                    <a:pt x="1004" y="5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130"/>
            <p:cNvSpPr>
              <a:spLocks/>
            </p:cNvSpPr>
            <p:nvPr/>
          </p:nvSpPr>
          <p:spPr bwMode="auto">
            <a:xfrm>
              <a:off x="504825" y="3182938"/>
              <a:ext cx="279400" cy="250825"/>
            </a:xfrm>
            <a:custGeom>
              <a:avLst/>
              <a:gdLst>
                <a:gd name="T0" fmla="*/ 6 w 181"/>
                <a:gd name="T1" fmla="*/ 153 h 162"/>
                <a:gd name="T2" fmla="*/ 32 w 181"/>
                <a:gd name="T3" fmla="*/ 156 h 162"/>
                <a:gd name="T4" fmla="*/ 114 w 181"/>
                <a:gd name="T5" fmla="*/ 87 h 162"/>
                <a:gd name="T6" fmla="*/ 162 w 181"/>
                <a:gd name="T7" fmla="*/ 81 h 162"/>
                <a:gd name="T8" fmla="*/ 176 w 181"/>
                <a:gd name="T9" fmla="*/ 35 h 162"/>
                <a:gd name="T10" fmla="*/ 155 w 181"/>
                <a:gd name="T11" fmla="*/ 53 h 162"/>
                <a:gd name="T12" fmla="*/ 130 w 181"/>
                <a:gd name="T13" fmla="*/ 50 h 162"/>
                <a:gd name="T14" fmla="*/ 132 w 181"/>
                <a:gd name="T15" fmla="*/ 25 h 162"/>
                <a:gd name="T16" fmla="*/ 153 w 181"/>
                <a:gd name="T17" fmla="*/ 7 h 162"/>
                <a:gd name="T18" fmla="*/ 105 w 181"/>
                <a:gd name="T19" fmla="*/ 13 h 162"/>
                <a:gd name="T20" fmla="*/ 91 w 181"/>
                <a:gd name="T21" fmla="*/ 59 h 162"/>
                <a:gd name="T22" fmla="*/ 9 w 181"/>
                <a:gd name="T23" fmla="*/ 128 h 162"/>
                <a:gd name="T24" fmla="*/ 6 w 181"/>
                <a:gd name="T25" fmla="*/ 153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1" h="162">
                  <a:moveTo>
                    <a:pt x="6" y="153"/>
                  </a:moveTo>
                  <a:cubicBezTo>
                    <a:pt x="13" y="161"/>
                    <a:pt x="24" y="162"/>
                    <a:pt x="32" y="156"/>
                  </a:cubicBezTo>
                  <a:cubicBezTo>
                    <a:pt x="114" y="87"/>
                    <a:pt x="114" y="87"/>
                    <a:pt x="114" y="87"/>
                  </a:cubicBezTo>
                  <a:cubicBezTo>
                    <a:pt x="129" y="94"/>
                    <a:pt x="148" y="93"/>
                    <a:pt x="162" y="81"/>
                  </a:cubicBezTo>
                  <a:cubicBezTo>
                    <a:pt x="176" y="70"/>
                    <a:pt x="181" y="51"/>
                    <a:pt x="176" y="35"/>
                  </a:cubicBezTo>
                  <a:cubicBezTo>
                    <a:pt x="155" y="53"/>
                    <a:pt x="155" y="53"/>
                    <a:pt x="155" y="53"/>
                  </a:cubicBezTo>
                  <a:cubicBezTo>
                    <a:pt x="148" y="59"/>
                    <a:pt x="136" y="58"/>
                    <a:pt x="130" y="50"/>
                  </a:cubicBezTo>
                  <a:cubicBezTo>
                    <a:pt x="124" y="43"/>
                    <a:pt x="125" y="31"/>
                    <a:pt x="132" y="25"/>
                  </a:cubicBezTo>
                  <a:cubicBezTo>
                    <a:pt x="153" y="7"/>
                    <a:pt x="153" y="7"/>
                    <a:pt x="153" y="7"/>
                  </a:cubicBezTo>
                  <a:cubicBezTo>
                    <a:pt x="138" y="0"/>
                    <a:pt x="119" y="1"/>
                    <a:pt x="105" y="13"/>
                  </a:cubicBezTo>
                  <a:cubicBezTo>
                    <a:pt x="91" y="25"/>
                    <a:pt x="86" y="43"/>
                    <a:pt x="91" y="59"/>
                  </a:cubicBezTo>
                  <a:cubicBezTo>
                    <a:pt x="9" y="128"/>
                    <a:pt x="9" y="128"/>
                    <a:pt x="9" y="128"/>
                  </a:cubicBezTo>
                  <a:cubicBezTo>
                    <a:pt x="1" y="135"/>
                    <a:pt x="0" y="146"/>
                    <a:pt x="6" y="1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131"/>
            <p:cNvSpPr>
              <a:spLocks/>
            </p:cNvSpPr>
            <p:nvPr/>
          </p:nvSpPr>
          <p:spPr bwMode="auto">
            <a:xfrm>
              <a:off x="1119188" y="3065463"/>
              <a:ext cx="385763" cy="263525"/>
            </a:xfrm>
            <a:custGeom>
              <a:avLst/>
              <a:gdLst>
                <a:gd name="T0" fmla="*/ 89 w 248"/>
                <a:gd name="T1" fmla="*/ 100 h 170"/>
                <a:gd name="T2" fmla="*/ 89 w 248"/>
                <a:gd name="T3" fmla="*/ 94 h 170"/>
                <a:gd name="T4" fmla="*/ 69 w 248"/>
                <a:gd name="T5" fmla="*/ 46 h 170"/>
                <a:gd name="T6" fmla="*/ 112 w 248"/>
                <a:gd name="T7" fmla="*/ 72 h 170"/>
                <a:gd name="T8" fmla="*/ 118 w 248"/>
                <a:gd name="T9" fmla="*/ 72 h 170"/>
                <a:gd name="T10" fmla="*/ 121 w 248"/>
                <a:gd name="T11" fmla="*/ 68 h 170"/>
                <a:gd name="T12" fmla="*/ 130 w 248"/>
                <a:gd name="T13" fmla="*/ 23 h 170"/>
                <a:gd name="T14" fmla="*/ 154 w 248"/>
                <a:gd name="T15" fmla="*/ 67 h 170"/>
                <a:gd name="T16" fmla="*/ 159 w 248"/>
                <a:gd name="T17" fmla="*/ 70 h 170"/>
                <a:gd name="T18" fmla="*/ 164 w 248"/>
                <a:gd name="T19" fmla="*/ 68 h 170"/>
                <a:gd name="T20" fmla="*/ 189 w 248"/>
                <a:gd name="T21" fmla="*/ 33 h 170"/>
                <a:gd name="T22" fmla="*/ 191 w 248"/>
                <a:gd name="T23" fmla="*/ 89 h 170"/>
                <a:gd name="T24" fmla="*/ 193 w 248"/>
                <a:gd name="T25" fmla="*/ 93 h 170"/>
                <a:gd name="T26" fmla="*/ 198 w 248"/>
                <a:gd name="T27" fmla="*/ 94 h 170"/>
                <a:gd name="T28" fmla="*/ 229 w 248"/>
                <a:gd name="T29" fmla="*/ 86 h 170"/>
                <a:gd name="T30" fmla="*/ 213 w 248"/>
                <a:gd name="T31" fmla="*/ 113 h 170"/>
                <a:gd name="T32" fmla="*/ 215 w 248"/>
                <a:gd name="T33" fmla="*/ 121 h 170"/>
                <a:gd name="T34" fmla="*/ 224 w 248"/>
                <a:gd name="T35" fmla="*/ 119 h 170"/>
                <a:gd name="T36" fmla="*/ 247 w 248"/>
                <a:gd name="T37" fmla="*/ 79 h 170"/>
                <a:gd name="T38" fmla="*/ 246 w 248"/>
                <a:gd name="T39" fmla="*/ 72 h 170"/>
                <a:gd name="T40" fmla="*/ 240 w 248"/>
                <a:gd name="T41" fmla="*/ 70 h 170"/>
                <a:gd name="T42" fmla="*/ 202 w 248"/>
                <a:gd name="T43" fmla="*/ 81 h 170"/>
                <a:gd name="T44" fmla="*/ 201 w 248"/>
                <a:gd name="T45" fmla="*/ 15 h 170"/>
                <a:gd name="T46" fmla="*/ 197 w 248"/>
                <a:gd name="T47" fmla="*/ 10 h 170"/>
                <a:gd name="T48" fmla="*/ 190 w 248"/>
                <a:gd name="T49" fmla="*/ 12 h 170"/>
                <a:gd name="T50" fmla="*/ 160 w 248"/>
                <a:gd name="T51" fmla="*/ 53 h 170"/>
                <a:gd name="T52" fmla="*/ 132 w 248"/>
                <a:gd name="T53" fmla="*/ 3 h 170"/>
                <a:gd name="T54" fmla="*/ 126 w 248"/>
                <a:gd name="T55" fmla="*/ 0 h 170"/>
                <a:gd name="T56" fmla="*/ 121 w 248"/>
                <a:gd name="T57" fmla="*/ 5 h 170"/>
                <a:gd name="T58" fmla="*/ 111 w 248"/>
                <a:gd name="T59" fmla="*/ 57 h 170"/>
                <a:gd name="T60" fmla="*/ 60 w 248"/>
                <a:gd name="T61" fmla="*/ 27 h 170"/>
                <a:gd name="T62" fmla="*/ 53 w 248"/>
                <a:gd name="T63" fmla="*/ 27 h 170"/>
                <a:gd name="T64" fmla="*/ 51 w 248"/>
                <a:gd name="T65" fmla="*/ 34 h 170"/>
                <a:gd name="T66" fmla="*/ 75 w 248"/>
                <a:gd name="T67" fmla="*/ 90 h 170"/>
                <a:gd name="T68" fmla="*/ 29 w 248"/>
                <a:gd name="T69" fmla="*/ 89 h 170"/>
                <a:gd name="T70" fmla="*/ 29 w 248"/>
                <a:gd name="T71" fmla="*/ 89 h 170"/>
                <a:gd name="T72" fmla="*/ 23 w 248"/>
                <a:gd name="T73" fmla="*/ 93 h 170"/>
                <a:gd name="T74" fmla="*/ 25 w 248"/>
                <a:gd name="T75" fmla="*/ 99 h 170"/>
                <a:gd name="T76" fmla="*/ 53 w 248"/>
                <a:gd name="T77" fmla="*/ 126 h 170"/>
                <a:gd name="T78" fmla="*/ 4 w 248"/>
                <a:gd name="T79" fmla="*/ 144 h 170"/>
                <a:gd name="T80" fmla="*/ 0 w 248"/>
                <a:gd name="T81" fmla="*/ 149 h 170"/>
                <a:gd name="T82" fmla="*/ 5 w 248"/>
                <a:gd name="T83" fmla="*/ 155 h 170"/>
                <a:gd name="T84" fmla="*/ 58 w 248"/>
                <a:gd name="T85" fmla="*/ 170 h 170"/>
                <a:gd name="T86" fmla="*/ 60 w 248"/>
                <a:gd name="T87" fmla="*/ 170 h 170"/>
                <a:gd name="T88" fmla="*/ 66 w 248"/>
                <a:gd name="T89" fmla="*/ 166 h 170"/>
                <a:gd name="T90" fmla="*/ 62 w 248"/>
                <a:gd name="T91" fmla="*/ 159 h 170"/>
                <a:gd name="T92" fmla="*/ 26 w 248"/>
                <a:gd name="T93" fmla="*/ 149 h 170"/>
                <a:gd name="T94" fmla="*/ 67 w 248"/>
                <a:gd name="T95" fmla="*/ 134 h 170"/>
                <a:gd name="T96" fmla="*/ 71 w 248"/>
                <a:gd name="T97" fmla="*/ 129 h 170"/>
                <a:gd name="T98" fmla="*/ 69 w 248"/>
                <a:gd name="T99" fmla="*/ 124 h 170"/>
                <a:gd name="T100" fmla="*/ 45 w 248"/>
                <a:gd name="T101" fmla="*/ 101 h 170"/>
                <a:gd name="T102" fmla="*/ 83 w 248"/>
                <a:gd name="T103" fmla="*/ 102 h 170"/>
                <a:gd name="T104" fmla="*/ 89 w 248"/>
                <a:gd name="T105" fmla="*/ 10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8" h="170">
                  <a:moveTo>
                    <a:pt x="89" y="100"/>
                  </a:moveTo>
                  <a:cubicBezTo>
                    <a:pt x="90" y="98"/>
                    <a:pt x="90" y="96"/>
                    <a:pt x="89" y="94"/>
                  </a:cubicBezTo>
                  <a:cubicBezTo>
                    <a:pt x="69" y="46"/>
                    <a:pt x="69" y="46"/>
                    <a:pt x="69" y="46"/>
                  </a:cubicBezTo>
                  <a:cubicBezTo>
                    <a:pt x="112" y="72"/>
                    <a:pt x="112" y="72"/>
                    <a:pt x="112" y="72"/>
                  </a:cubicBezTo>
                  <a:cubicBezTo>
                    <a:pt x="114" y="73"/>
                    <a:pt x="116" y="73"/>
                    <a:pt x="118" y="72"/>
                  </a:cubicBezTo>
                  <a:cubicBezTo>
                    <a:pt x="119" y="72"/>
                    <a:pt x="121" y="70"/>
                    <a:pt x="121" y="68"/>
                  </a:cubicBezTo>
                  <a:cubicBezTo>
                    <a:pt x="130" y="23"/>
                    <a:pt x="130" y="23"/>
                    <a:pt x="130" y="23"/>
                  </a:cubicBezTo>
                  <a:cubicBezTo>
                    <a:pt x="154" y="67"/>
                    <a:pt x="154" y="67"/>
                    <a:pt x="154" y="67"/>
                  </a:cubicBezTo>
                  <a:cubicBezTo>
                    <a:pt x="155" y="69"/>
                    <a:pt x="157" y="70"/>
                    <a:pt x="159" y="70"/>
                  </a:cubicBezTo>
                  <a:cubicBezTo>
                    <a:pt x="161" y="70"/>
                    <a:pt x="163" y="69"/>
                    <a:pt x="164" y="68"/>
                  </a:cubicBezTo>
                  <a:cubicBezTo>
                    <a:pt x="189" y="33"/>
                    <a:pt x="189" y="33"/>
                    <a:pt x="189" y="33"/>
                  </a:cubicBezTo>
                  <a:cubicBezTo>
                    <a:pt x="191" y="89"/>
                    <a:pt x="191" y="89"/>
                    <a:pt x="191" y="89"/>
                  </a:cubicBezTo>
                  <a:cubicBezTo>
                    <a:pt x="191" y="90"/>
                    <a:pt x="192" y="92"/>
                    <a:pt x="193" y="93"/>
                  </a:cubicBezTo>
                  <a:cubicBezTo>
                    <a:pt x="195" y="94"/>
                    <a:pt x="196" y="95"/>
                    <a:pt x="198" y="94"/>
                  </a:cubicBezTo>
                  <a:cubicBezTo>
                    <a:pt x="229" y="86"/>
                    <a:pt x="229" y="86"/>
                    <a:pt x="229" y="86"/>
                  </a:cubicBezTo>
                  <a:cubicBezTo>
                    <a:pt x="213" y="113"/>
                    <a:pt x="213" y="113"/>
                    <a:pt x="213" y="113"/>
                  </a:cubicBezTo>
                  <a:cubicBezTo>
                    <a:pt x="211" y="115"/>
                    <a:pt x="212" y="119"/>
                    <a:pt x="215" y="121"/>
                  </a:cubicBezTo>
                  <a:cubicBezTo>
                    <a:pt x="218" y="122"/>
                    <a:pt x="222" y="122"/>
                    <a:pt x="224" y="119"/>
                  </a:cubicBezTo>
                  <a:cubicBezTo>
                    <a:pt x="247" y="79"/>
                    <a:pt x="247" y="79"/>
                    <a:pt x="247" y="79"/>
                  </a:cubicBezTo>
                  <a:cubicBezTo>
                    <a:pt x="248" y="77"/>
                    <a:pt x="248" y="74"/>
                    <a:pt x="246" y="72"/>
                  </a:cubicBezTo>
                  <a:cubicBezTo>
                    <a:pt x="245" y="70"/>
                    <a:pt x="242" y="70"/>
                    <a:pt x="240" y="70"/>
                  </a:cubicBezTo>
                  <a:cubicBezTo>
                    <a:pt x="202" y="81"/>
                    <a:pt x="202" y="81"/>
                    <a:pt x="202" y="81"/>
                  </a:cubicBezTo>
                  <a:cubicBezTo>
                    <a:pt x="201" y="15"/>
                    <a:pt x="201" y="15"/>
                    <a:pt x="201" y="15"/>
                  </a:cubicBezTo>
                  <a:cubicBezTo>
                    <a:pt x="201" y="13"/>
                    <a:pt x="199" y="11"/>
                    <a:pt x="197" y="10"/>
                  </a:cubicBezTo>
                  <a:cubicBezTo>
                    <a:pt x="194" y="9"/>
                    <a:pt x="192" y="10"/>
                    <a:pt x="190" y="12"/>
                  </a:cubicBezTo>
                  <a:cubicBezTo>
                    <a:pt x="160" y="53"/>
                    <a:pt x="160" y="53"/>
                    <a:pt x="160" y="53"/>
                  </a:cubicBezTo>
                  <a:cubicBezTo>
                    <a:pt x="132" y="3"/>
                    <a:pt x="132" y="3"/>
                    <a:pt x="132" y="3"/>
                  </a:cubicBezTo>
                  <a:cubicBezTo>
                    <a:pt x="131" y="1"/>
                    <a:pt x="128" y="0"/>
                    <a:pt x="126" y="0"/>
                  </a:cubicBezTo>
                  <a:cubicBezTo>
                    <a:pt x="123" y="0"/>
                    <a:pt x="121" y="2"/>
                    <a:pt x="121" y="5"/>
                  </a:cubicBezTo>
                  <a:cubicBezTo>
                    <a:pt x="111" y="57"/>
                    <a:pt x="111" y="57"/>
                    <a:pt x="111" y="57"/>
                  </a:cubicBezTo>
                  <a:cubicBezTo>
                    <a:pt x="60" y="27"/>
                    <a:pt x="60" y="27"/>
                    <a:pt x="60" y="27"/>
                  </a:cubicBezTo>
                  <a:cubicBezTo>
                    <a:pt x="57" y="25"/>
                    <a:pt x="55" y="25"/>
                    <a:pt x="53" y="27"/>
                  </a:cubicBezTo>
                  <a:cubicBezTo>
                    <a:pt x="51" y="29"/>
                    <a:pt x="50" y="32"/>
                    <a:pt x="51" y="34"/>
                  </a:cubicBezTo>
                  <a:cubicBezTo>
                    <a:pt x="75" y="90"/>
                    <a:pt x="75" y="90"/>
                    <a:pt x="75" y="90"/>
                  </a:cubicBezTo>
                  <a:cubicBezTo>
                    <a:pt x="29" y="89"/>
                    <a:pt x="29" y="89"/>
                    <a:pt x="29" y="89"/>
                  </a:cubicBezTo>
                  <a:cubicBezTo>
                    <a:pt x="29" y="89"/>
                    <a:pt x="29" y="89"/>
                    <a:pt x="29" y="89"/>
                  </a:cubicBezTo>
                  <a:cubicBezTo>
                    <a:pt x="26" y="89"/>
                    <a:pt x="24" y="91"/>
                    <a:pt x="23" y="93"/>
                  </a:cubicBezTo>
                  <a:cubicBezTo>
                    <a:pt x="22" y="95"/>
                    <a:pt x="23" y="98"/>
                    <a:pt x="25" y="99"/>
                  </a:cubicBezTo>
                  <a:cubicBezTo>
                    <a:pt x="53" y="126"/>
                    <a:pt x="53" y="126"/>
                    <a:pt x="53" y="126"/>
                  </a:cubicBezTo>
                  <a:cubicBezTo>
                    <a:pt x="4" y="144"/>
                    <a:pt x="4" y="144"/>
                    <a:pt x="4" y="144"/>
                  </a:cubicBezTo>
                  <a:cubicBezTo>
                    <a:pt x="2" y="144"/>
                    <a:pt x="0" y="147"/>
                    <a:pt x="0" y="149"/>
                  </a:cubicBezTo>
                  <a:cubicBezTo>
                    <a:pt x="0" y="152"/>
                    <a:pt x="2" y="154"/>
                    <a:pt x="5" y="155"/>
                  </a:cubicBezTo>
                  <a:cubicBezTo>
                    <a:pt x="58" y="170"/>
                    <a:pt x="58" y="170"/>
                    <a:pt x="58" y="170"/>
                  </a:cubicBezTo>
                  <a:cubicBezTo>
                    <a:pt x="59" y="170"/>
                    <a:pt x="59" y="170"/>
                    <a:pt x="60" y="170"/>
                  </a:cubicBezTo>
                  <a:cubicBezTo>
                    <a:pt x="63" y="170"/>
                    <a:pt x="65" y="169"/>
                    <a:pt x="66" y="166"/>
                  </a:cubicBezTo>
                  <a:cubicBezTo>
                    <a:pt x="67" y="163"/>
                    <a:pt x="65" y="159"/>
                    <a:pt x="62" y="159"/>
                  </a:cubicBezTo>
                  <a:cubicBezTo>
                    <a:pt x="26" y="149"/>
                    <a:pt x="26" y="149"/>
                    <a:pt x="26" y="149"/>
                  </a:cubicBezTo>
                  <a:cubicBezTo>
                    <a:pt x="67" y="134"/>
                    <a:pt x="67" y="134"/>
                    <a:pt x="67" y="134"/>
                  </a:cubicBezTo>
                  <a:cubicBezTo>
                    <a:pt x="69" y="133"/>
                    <a:pt x="70" y="131"/>
                    <a:pt x="71" y="129"/>
                  </a:cubicBezTo>
                  <a:cubicBezTo>
                    <a:pt x="71" y="127"/>
                    <a:pt x="70" y="125"/>
                    <a:pt x="69" y="124"/>
                  </a:cubicBezTo>
                  <a:cubicBezTo>
                    <a:pt x="45" y="101"/>
                    <a:pt x="45" y="101"/>
                    <a:pt x="45" y="101"/>
                  </a:cubicBezTo>
                  <a:cubicBezTo>
                    <a:pt x="83" y="102"/>
                    <a:pt x="83" y="102"/>
                    <a:pt x="83" y="102"/>
                  </a:cubicBezTo>
                  <a:cubicBezTo>
                    <a:pt x="86" y="103"/>
                    <a:pt x="87" y="101"/>
                    <a:pt x="89"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132"/>
            <p:cNvSpPr>
              <a:spLocks/>
            </p:cNvSpPr>
            <p:nvPr/>
          </p:nvSpPr>
          <p:spPr bwMode="auto">
            <a:xfrm>
              <a:off x="1555750" y="3146425"/>
              <a:ext cx="34925" cy="38100"/>
            </a:xfrm>
            <a:custGeom>
              <a:avLst/>
              <a:gdLst>
                <a:gd name="T0" fmla="*/ 4 w 23"/>
                <a:gd name="T1" fmla="*/ 5 h 25"/>
                <a:gd name="T2" fmla="*/ 0 w 23"/>
                <a:gd name="T3" fmla="*/ 14 h 25"/>
                <a:gd name="T4" fmla="*/ 9 w 23"/>
                <a:gd name="T5" fmla="*/ 25 h 25"/>
                <a:gd name="T6" fmla="*/ 17 w 23"/>
                <a:gd name="T7" fmla="*/ 22 h 25"/>
                <a:gd name="T8" fmla="*/ 23 w 23"/>
                <a:gd name="T9" fmla="*/ 13 h 25"/>
                <a:gd name="T10" fmla="*/ 23 w 23"/>
                <a:gd name="T11" fmla="*/ 8 h 25"/>
                <a:gd name="T12" fmla="*/ 19 w 23"/>
                <a:gd name="T13" fmla="*/ 3 h 25"/>
                <a:gd name="T14" fmla="*/ 12 w 23"/>
                <a:gd name="T15" fmla="*/ 0 h 25"/>
                <a:gd name="T16" fmla="*/ 4 w 23"/>
                <a:gd name="T17" fmla="*/ 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25">
                  <a:moveTo>
                    <a:pt x="4" y="5"/>
                  </a:moveTo>
                  <a:cubicBezTo>
                    <a:pt x="1" y="9"/>
                    <a:pt x="0" y="12"/>
                    <a:pt x="0" y="14"/>
                  </a:cubicBezTo>
                  <a:cubicBezTo>
                    <a:pt x="0" y="21"/>
                    <a:pt x="3" y="25"/>
                    <a:pt x="9" y="25"/>
                  </a:cubicBezTo>
                  <a:cubicBezTo>
                    <a:pt x="11" y="25"/>
                    <a:pt x="14" y="24"/>
                    <a:pt x="17" y="22"/>
                  </a:cubicBezTo>
                  <a:cubicBezTo>
                    <a:pt x="20" y="20"/>
                    <a:pt x="22" y="17"/>
                    <a:pt x="23" y="13"/>
                  </a:cubicBezTo>
                  <a:cubicBezTo>
                    <a:pt x="23" y="8"/>
                    <a:pt x="23" y="8"/>
                    <a:pt x="23" y="8"/>
                  </a:cubicBezTo>
                  <a:cubicBezTo>
                    <a:pt x="23" y="6"/>
                    <a:pt x="22" y="5"/>
                    <a:pt x="19" y="3"/>
                  </a:cubicBezTo>
                  <a:cubicBezTo>
                    <a:pt x="16" y="1"/>
                    <a:pt x="14" y="0"/>
                    <a:pt x="12" y="0"/>
                  </a:cubicBezTo>
                  <a:cubicBezTo>
                    <a:pt x="9" y="0"/>
                    <a:pt x="6" y="2"/>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133"/>
            <p:cNvSpPr>
              <a:spLocks/>
            </p:cNvSpPr>
            <p:nvPr/>
          </p:nvSpPr>
          <p:spPr bwMode="auto">
            <a:xfrm>
              <a:off x="1566863" y="2990850"/>
              <a:ext cx="47625" cy="131763"/>
            </a:xfrm>
            <a:custGeom>
              <a:avLst/>
              <a:gdLst>
                <a:gd name="T0" fmla="*/ 17 w 31"/>
                <a:gd name="T1" fmla="*/ 75 h 85"/>
                <a:gd name="T2" fmla="*/ 21 w 31"/>
                <a:gd name="T3" fmla="*/ 54 h 85"/>
                <a:gd name="T4" fmla="*/ 28 w 31"/>
                <a:gd name="T5" fmla="*/ 26 h 85"/>
                <a:gd name="T6" fmla="*/ 31 w 31"/>
                <a:gd name="T7" fmla="*/ 8 h 85"/>
                <a:gd name="T8" fmla="*/ 28 w 31"/>
                <a:gd name="T9" fmla="*/ 2 h 85"/>
                <a:gd name="T10" fmla="*/ 21 w 31"/>
                <a:gd name="T11" fmla="*/ 0 h 85"/>
                <a:gd name="T12" fmla="*/ 14 w 31"/>
                <a:gd name="T13" fmla="*/ 3 h 85"/>
                <a:gd name="T14" fmla="*/ 8 w 31"/>
                <a:gd name="T15" fmla="*/ 13 h 85"/>
                <a:gd name="T16" fmla="*/ 8 w 31"/>
                <a:gd name="T17" fmla="*/ 20 h 85"/>
                <a:gd name="T18" fmla="*/ 3 w 31"/>
                <a:gd name="T19" fmla="*/ 48 h 85"/>
                <a:gd name="T20" fmla="*/ 1 w 31"/>
                <a:gd name="T21" fmla="*/ 82 h 85"/>
                <a:gd name="T22" fmla="*/ 14 w 31"/>
                <a:gd name="T23" fmla="*/ 85 h 85"/>
                <a:gd name="T24" fmla="*/ 17 w 31"/>
                <a:gd name="T25" fmla="*/ 7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85">
                  <a:moveTo>
                    <a:pt x="17" y="75"/>
                  </a:moveTo>
                  <a:cubicBezTo>
                    <a:pt x="17" y="70"/>
                    <a:pt x="18" y="62"/>
                    <a:pt x="21" y="54"/>
                  </a:cubicBezTo>
                  <a:cubicBezTo>
                    <a:pt x="23" y="45"/>
                    <a:pt x="25" y="36"/>
                    <a:pt x="28" y="26"/>
                  </a:cubicBezTo>
                  <a:cubicBezTo>
                    <a:pt x="30" y="15"/>
                    <a:pt x="31" y="10"/>
                    <a:pt x="31" y="8"/>
                  </a:cubicBezTo>
                  <a:cubicBezTo>
                    <a:pt x="31" y="6"/>
                    <a:pt x="30" y="4"/>
                    <a:pt x="28" y="2"/>
                  </a:cubicBezTo>
                  <a:cubicBezTo>
                    <a:pt x="26" y="1"/>
                    <a:pt x="24" y="0"/>
                    <a:pt x="21" y="0"/>
                  </a:cubicBezTo>
                  <a:cubicBezTo>
                    <a:pt x="19" y="0"/>
                    <a:pt x="17" y="1"/>
                    <a:pt x="14" y="3"/>
                  </a:cubicBezTo>
                  <a:cubicBezTo>
                    <a:pt x="11" y="5"/>
                    <a:pt x="9" y="8"/>
                    <a:pt x="8" y="13"/>
                  </a:cubicBezTo>
                  <a:cubicBezTo>
                    <a:pt x="8" y="17"/>
                    <a:pt x="8" y="19"/>
                    <a:pt x="8" y="20"/>
                  </a:cubicBezTo>
                  <a:cubicBezTo>
                    <a:pt x="8" y="26"/>
                    <a:pt x="6" y="35"/>
                    <a:pt x="3" y="48"/>
                  </a:cubicBezTo>
                  <a:cubicBezTo>
                    <a:pt x="1" y="60"/>
                    <a:pt x="0" y="71"/>
                    <a:pt x="1" y="82"/>
                  </a:cubicBezTo>
                  <a:cubicBezTo>
                    <a:pt x="4" y="84"/>
                    <a:pt x="9" y="85"/>
                    <a:pt x="14" y="85"/>
                  </a:cubicBezTo>
                  <a:cubicBezTo>
                    <a:pt x="16" y="82"/>
                    <a:pt x="17" y="79"/>
                    <a:pt x="17"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134"/>
            <p:cNvSpPr>
              <a:spLocks/>
            </p:cNvSpPr>
            <p:nvPr/>
          </p:nvSpPr>
          <p:spPr bwMode="auto">
            <a:xfrm>
              <a:off x="1646238" y="3155950"/>
              <a:ext cx="46038" cy="36513"/>
            </a:xfrm>
            <a:custGeom>
              <a:avLst/>
              <a:gdLst>
                <a:gd name="T0" fmla="*/ 7 w 30"/>
                <a:gd name="T1" fmla="*/ 3 h 23"/>
                <a:gd name="T2" fmla="*/ 0 w 30"/>
                <a:gd name="T3" fmla="*/ 12 h 23"/>
                <a:gd name="T4" fmla="*/ 4 w 30"/>
                <a:gd name="T5" fmla="*/ 20 h 23"/>
                <a:gd name="T6" fmla="*/ 13 w 30"/>
                <a:gd name="T7" fmla="*/ 23 h 23"/>
                <a:gd name="T8" fmla="*/ 24 w 30"/>
                <a:gd name="T9" fmla="*/ 19 h 23"/>
                <a:gd name="T10" fmla="*/ 30 w 30"/>
                <a:gd name="T11" fmla="*/ 10 h 23"/>
                <a:gd name="T12" fmla="*/ 22 w 30"/>
                <a:gd name="T13" fmla="*/ 3 h 23"/>
                <a:gd name="T14" fmla="*/ 15 w 30"/>
                <a:gd name="T15" fmla="*/ 0 h 23"/>
                <a:gd name="T16" fmla="*/ 9 w 30"/>
                <a:gd name="T17" fmla="*/ 2 h 23"/>
                <a:gd name="T18" fmla="*/ 7 w 30"/>
                <a:gd name="T19" fmla="*/ 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3">
                  <a:moveTo>
                    <a:pt x="7" y="3"/>
                  </a:moveTo>
                  <a:cubicBezTo>
                    <a:pt x="3" y="6"/>
                    <a:pt x="0" y="9"/>
                    <a:pt x="0" y="12"/>
                  </a:cubicBezTo>
                  <a:cubicBezTo>
                    <a:pt x="0" y="15"/>
                    <a:pt x="2" y="18"/>
                    <a:pt x="4" y="20"/>
                  </a:cubicBezTo>
                  <a:cubicBezTo>
                    <a:pt x="7" y="22"/>
                    <a:pt x="10" y="23"/>
                    <a:pt x="13" y="23"/>
                  </a:cubicBezTo>
                  <a:cubicBezTo>
                    <a:pt x="16" y="23"/>
                    <a:pt x="20" y="22"/>
                    <a:pt x="24" y="19"/>
                  </a:cubicBezTo>
                  <a:cubicBezTo>
                    <a:pt x="28" y="17"/>
                    <a:pt x="30" y="14"/>
                    <a:pt x="30" y="10"/>
                  </a:cubicBezTo>
                  <a:cubicBezTo>
                    <a:pt x="30" y="6"/>
                    <a:pt x="27" y="3"/>
                    <a:pt x="22" y="3"/>
                  </a:cubicBezTo>
                  <a:cubicBezTo>
                    <a:pt x="19" y="1"/>
                    <a:pt x="17" y="0"/>
                    <a:pt x="15" y="0"/>
                  </a:cubicBezTo>
                  <a:cubicBezTo>
                    <a:pt x="13" y="0"/>
                    <a:pt x="11" y="1"/>
                    <a:pt x="9" y="2"/>
                  </a:cubicBezTo>
                  <a:cubicBezTo>
                    <a:pt x="9" y="2"/>
                    <a:pt x="8" y="3"/>
                    <a:pt x="7"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135"/>
            <p:cNvSpPr>
              <a:spLocks/>
            </p:cNvSpPr>
            <p:nvPr/>
          </p:nvSpPr>
          <p:spPr bwMode="auto">
            <a:xfrm>
              <a:off x="1658938" y="2986088"/>
              <a:ext cx="111125" cy="150813"/>
            </a:xfrm>
            <a:custGeom>
              <a:avLst/>
              <a:gdLst>
                <a:gd name="T0" fmla="*/ 5 w 71"/>
                <a:gd name="T1" fmla="*/ 14 h 97"/>
                <a:gd name="T2" fmla="*/ 0 w 71"/>
                <a:gd name="T3" fmla="*/ 25 h 97"/>
                <a:gd name="T4" fmla="*/ 8 w 71"/>
                <a:gd name="T5" fmla="*/ 32 h 97"/>
                <a:gd name="T6" fmla="*/ 21 w 71"/>
                <a:gd name="T7" fmla="*/ 25 h 97"/>
                <a:gd name="T8" fmla="*/ 25 w 71"/>
                <a:gd name="T9" fmla="*/ 20 h 97"/>
                <a:gd name="T10" fmla="*/ 37 w 71"/>
                <a:gd name="T11" fmla="*/ 18 h 97"/>
                <a:gd name="T12" fmla="*/ 44 w 71"/>
                <a:gd name="T13" fmla="*/ 19 h 97"/>
                <a:gd name="T14" fmla="*/ 48 w 71"/>
                <a:gd name="T15" fmla="*/ 21 h 97"/>
                <a:gd name="T16" fmla="*/ 50 w 71"/>
                <a:gd name="T17" fmla="*/ 27 h 97"/>
                <a:gd name="T18" fmla="*/ 52 w 71"/>
                <a:gd name="T19" fmla="*/ 35 h 97"/>
                <a:gd name="T20" fmla="*/ 49 w 71"/>
                <a:gd name="T21" fmla="*/ 43 h 97"/>
                <a:gd name="T22" fmla="*/ 44 w 71"/>
                <a:gd name="T23" fmla="*/ 49 h 97"/>
                <a:gd name="T24" fmla="*/ 33 w 71"/>
                <a:gd name="T25" fmla="*/ 53 h 97"/>
                <a:gd name="T26" fmla="*/ 18 w 71"/>
                <a:gd name="T27" fmla="*/ 60 h 97"/>
                <a:gd name="T28" fmla="*/ 10 w 71"/>
                <a:gd name="T29" fmla="*/ 65 h 97"/>
                <a:gd name="T30" fmla="*/ 3 w 71"/>
                <a:gd name="T31" fmla="*/ 79 h 97"/>
                <a:gd name="T32" fmla="*/ 2 w 71"/>
                <a:gd name="T33" fmla="*/ 87 h 97"/>
                <a:gd name="T34" fmla="*/ 3 w 71"/>
                <a:gd name="T35" fmla="*/ 94 h 97"/>
                <a:gd name="T36" fmla="*/ 7 w 71"/>
                <a:gd name="T37" fmla="*/ 97 h 97"/>
                <a:gd name="T38" fmla="*/ 18 w 71"/>
                <a:gd name="T39" fmla="*/ 95 h 97"/>
                <a:gd name="T40" fmla="*/ 21 w 71"/>
                <a:gd name="T41" fmla="*/ 89 h 97"/>
                <a:gd name="T42" fmla="*/ 25 w 71"/>
                <a:gd name="T43" fmla="*/ 75 h 97"/>
                <a:gd name="T44" fmla="*/ 54 w 71"/>
                <a:gd name="T45" fmla="*/ 64 h 97"/>
                <a:gd name="T46" fmla="*/ 65 w 71"/>
                <a:gd name="T47" fmla="*/ 53 h 97"/>
                <a:gd name="T48" fmla="*/ 71 w 71"/>
                <a:gd name="T49" fmla="*/ 32 h 97"/>
                <a:gd name="T50" fmla="*/ 71 w 71"/>
                <a:gd name="T51" fmla="*/ 32 h 97"/>
                <a:gd name="T52" fmla="*/ 68 w 71"/>
                <a:gd name="T53" fmla="*/ 15 h 97"/>
                <a:gd name="T54" fmla="*/ 56 w 71"/>
                <a:gd name="T55" fmla="*/ 4 h 97"/>
                <a:gd name="T56" fmla="*/ 41 w 71"/>
                <a:gd name="T57" fmla="*/ 0 h 97"/>
                <a:gd name="T58" fmla="*/ 31 w 71"/>
                <a:gd name="T59" fmla="*/ 1 h 97"/>
                <a:gd name="T60" fmla="*/ 18 w 71"/>
                <a:gd name="T61" fmla="*/ 5 h 97"/>
                <a:gd name="T62" fmla="*/ 18 w 71"/>
                <a:gd name="T63" fmla="*/ 5 h 97"/>
                <a:gd name="T64" fmla="*/ 5 w 71"/>
                <a:gd name="T65" fmla="*/ 1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1" h="97">
                  <a:moveTo>
                    <a:pt x="5" y="14"/>
                  </a:moveTo>
                  <a:cubicBezTo>
                    <a:pt x="2" y="18"/>
                    <a:pt x="0" y="22"/>
                    <a:pt x="0" y="25"/>
                  </a:cubicBezTo>
                  <a:cubicBezTo>
                    <a:pt x="0" y="30"/>
                    <a:pt x="3" y="32"/>
                    <a:pt x="8" y="32"/>
                  </a:cubicBezTo>
                  <a:cubicBezTo>
                    <a:pt x="16" y="32"/>
                    <a:pt x="20" y="30"/>
                    <a:pt x="21" y="25"/>
                  </a:cubicBezTo>
                  <a:cubicBezTo>
                    <a:pt x="21" y="23"/>
                    <a:pt x="23" y="22"/>
                    <a:pt x="25" y="20"/>
                  </a:cubicBezTo>
                  <a:cubicBezTo>
                    <a:pt x="27" y="19"/>
                    <a:pt x="31" y="18"/>
                    <a:pt x="37" y="18"/>
                  </a:cubicBezTo>
                  <a:cubicBezTo>
                    <a:pt x="39" y="18"/>
                    <a:pt x="41" y="18"/>
                    <a:pt x="44" y="19"/>
                  </a:cubicBezTo>
                  <a:cubicBezTo>
                    <a:pt x="46" y="20"/>
                    <a:pt x="47" y="20"/>
                    <a:pt x="48" y="21"/>
                  </a:cubicBezTo>
                  <a:cubicBezTo>
                    <a:pt x="49" y="22"/>
                    <a:pt x="49" y="24"/>
                    <a:pt x="50" y="27"/>
                  </a:cubicBezTo>
                  <a:cubicBezTo>
                    <a:pt x="51" y="31"/>
                    <a:pt x="52" y="33"/>
                    <a:pt x="52" y="35"/>
                  </a:cubicBezTo>
                  <a:cubicBezTo>
                    <a:pt x="52" y="38"/>
                    <a:pt x="51" y="41"/>
                    <a:pt x="49" y="43"/>
                  </a:cubicBezTo>
                  <a:cubicBezTo>
                    <a:pt x="48" y="46"/>
                    <a:pt x="46" y="48"/>
                    <a:pt x="44" y="49"/>
                  </a:cubicBezTo>
                  <a:cubicBezTo>
                    <a:pt x="33" y="53"/>
                    <a:pt x="33" y="53"/>
                    <a:pt x="33" y="53"/>
                  </a:cubicBezTo>
                  <a:cubicBezTo>
                    <a:pt x="26" y="56"/>
                    <a:pt x="21" y="58"/>
                    <a:pt x="18" y="60"/>
                  </a:cubicBezTo>
                  <a:cubicBezTo>
                    <a:pt x="16" y="61"/>
                    <a:pt x="13" y="63"/>
                    <a:pt x="10" y="65"/>
                  </a:cubicBezTo>
                  <a:cubicBezTo>
                    <a:pt x="6" y="73"/>
                    <a:pt x="4" y="77"/>
                    <a:pt x="3" y="79"/>
                  </a:cubicBezTo>
                  <a:cubicBezTo>
                    <a:pt x="3" y="82"/>
                    <a:pt x="2" y="84"/>
                    <a:pt x="2" y="87"/>
                  </a:cubicBezTo>
                  <a:cubicBezTo>
                    <a:pt x="2" y="89"/>
                    <a:pt x="3" y="92"/>
                    <a:pt x="3" y="94"/>
                  </a:cubicBezTo>
                  <a:cubicBezTo>
                    <a:pt x="4" y="96"/>
                    <a:pt x="6" y="97"/>
                    <a:pt x="7" y="97"/>
                  </a:cubicBezTo>
                  <a:cubicBezTo>
                    <a:pt x="12" y="97"/>
                    <a:pt x="16" y="97"/>
                    <a:pt x="18" y="95"/>
                  </a:cubicBezTo>
                  <a:cubicBezTo>
                    <a:pt x="20" y="94"/>
                    <a:pt x="21" y="92"/>
                    <a:pt x="21" y="89"/>
                  </a:cubicBezTo>
                  <a:cubicBezTo>
                    <a:pt x="23" y="83"/>
                    <a:pt x="24" y="79"/>
                    <a:pt x="25" y="75"/>
                  </a:cubicBezTo>
                  <a:cubicBezTo>
                    <a:pt x="40" y="70"/>
                    <a:pt x="49" y="66"/>
                    <a:pt x="54" y="64"/>
                  </a:cubicBezTo>
                  <a:cubicBezTo>
                    <a:pt x="58" y="62"/>
                    <a:pt x="62" y="58"/>
                    <a:pt x="65" y="53"/>
                  </a:cubicBezTo>
                  <a:cubicBezTo>
                    <a:pt x="69" y="47"/>
                    <a:pt x="71" y="41"/>
                    <a:pt x="71" y="32"/>
                  </a:cubicBezTo>
                  <a:cubicBezTo>
                    <a:pt x="71" y="32"/>
                    <a:pt x="71" y="32"/>
                    <a:pt x="71" y="32"/>
                  </a:cubicBezTo>
                  <a:cubicBezTo>
                    <a:pt x="70" y="24"/>
                    <a:pt x="69" y="19"/>
                    <a:pt x="68" y="15"/>
                  </a:cubicBezTo>
                  <a:cubicBezTo>
                    <a:pt x="66" y="12"/>
                    <a:pt x="62" y="8"/>
                    <a:pt x="56" y="4"/>
                  </a:cubicBezTo>
                  <a:cubicBezTo>
                    <a:pt x="52" y="1"/>
                    <a:pt x="47" y="0"/>
                    <a:pt x="41" y="0"/>
                  </a:cubicBezTo>
                  <a:cubicBezTo>
                    <a:pt x="38" y="0"/>
                    <a:pt x="34" y="0"/>
                    <a:pt x="31" y="1"/>
                  </a:cubicBezTo>
                  <a:cubicBezTo>
                    <a:pt x="26" y="1"/>
                    <a:pt x="22" y="2"/>
                    <a:pt x="18" y="5"/>
                  </a:cubicBezTo>
                  <a:cubicBezTo>
                    <a:pt x="18" y="5"/>
                    <a:pt x="18" y="5"/>
                    <a:pt x="18" y="5"/>
                  </a:cubicBezTo>
                  <a:cubicBezTo>
                    <a:pt x="13" y="7"/>
                    <a:pt x="9" y="11"/>
                    <a:pt x="5"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136"/>
            <p:cNvSpPr>
              <a:spLocks/>
            </p:cNvSpPr>
            <p:nvPr/>
          </p:nvSpPr>
          <p:spPr bwMode="auto">
            <a:xfrm>
              <a:off x="1957388" y="3684588"/>
              <a:ext cx="68263" cy="36513"/>
            </a:xfrm>
            <a:custGeom>
              <a:avLst/>
              <a:gdLst>
                <a:gd name="T0" fmla="*/ 24 w 44"/>
                <a:gd name="T1" fmla="*/ 2 h 23"/>
                <a:gd name="T2" fmla="*/ 3 w 44"/>
                <a:gd name="T3" fmla="*/ 7 h 23"/>
                <a:gd name="T4" fmla="*/ 1 w 44"/>
                <a:gd name="T5" fmla="*/ 12 h 23"/>
                <a:gd name="T6" fmla="*/ 7 w 44"/>
                <a:gd name="T7" fmla="*/ 13 h 23"/>
                <a:gd name="T8" fmla="*/ 23 w 44"/>
                <a:gd name="T9" fmla="*/ 10 h 23"/>
                <a:gd name="T10" fmla="*/ 36 w 44"/>
                <a:gd name="T11" fmla="*/ 21 h 23"/>
                <a:gd name="T12" fmla="*/ 39 w 44"/>
                <a:gd name="T13" fmla="*/ 23 h 23"/>
                <a:gd name="T14" fmla="*/ 42 w 44"/>
                <a:gd name="T15" fmla="*/ 23 h 23"/>
                <a:gd name="T16" fmla="*/ 43 w 44"/>
                <a:gd name="T17" fmla="*/ 17 h 23"/>
                <a:gd name="T18" fmla="*/ 24 w 44"/>
                <a:gd name="T19" fmla="*/ 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23">
                  <a:moveTo>
                    <a:pt x="24" y="2"/>
                  </a:moveTo>
                  <a:cubicBezTo>
                    <a:pt x="13" y="0"/>
                    <a:pt x="3" y="6"/>
                    <a:pt x="3" y="7"/>
                  </a:cubicBezTo>
                  <a:cubicBezTo>
                    <a:pt x="1" y="8"/>
                    <a:pt x="0" y="10"/>
                    <a:pt x="1" y="12"/>
                  </a:cubicBezTo>
                  <a:cubicBezTo>
                    <a:pt x="3" y="14"/>
                    <a:pt x="5" y="14"/>
                    <a:pt x="7" y="13"/>
                  </a:cubicBezTo>
                  <a:cubicBezTo>
                    <a:pt x="7" y="13"/>
                    <a:pt x="15" y="8"/>
                    <a:pt x="23" y="10"/>
                  </a:cubicBezTo>
                  <a:cubicBezTo>
                    <a:pt x="28" y="11"/>
                    <a:pt x="32" y="15"/>
                    <a:pt x="36" y="21"/>
                  </a:cubicBezTo>
                  <a:cubicBezTo>
                    <a:pt x="37" y="23"/>
                    <a:pt x="38" y="23"/>
                    <a:pt x="39" y="23"/>
                  </a:cubicBezTo>
                  <a:cubicBezTo>
                    <a:pt x="40" y="23"/>
                    <a:pt x="41" y="23"/>
                    <a:pt x="42" y="23"/>
                  </a:cubicBezTo>
                  <a:cubicBezTo>
                    <a:pt x="43" y="22"/>
                    <a:pt x="44" y="19"/>
                    <a:pt x="43" y="17"/>
                  </a:cubicBezTo>
                  <a:cubicBezTo>
                    <a:pt x="38" y="9"/>
                    <a:pt x="32" y="4"/>
                    <a:pt x="2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137"/>
            <p:cNvSpPr>
              <a:spLocks/>
            </p:cNvSpPr>
            <p:nvPr/>
          </p:nvSpPr>
          <p:spPr bwMode="auto">
            <a:xfrm>
              <a:off x="1951038" y="3652838"/>
              <a:ext cx="96838" cy="52388"/>
            </a:xfrm>
            <a:custGeom>
              <a:avLst/>
              <a:gdLst>
                <a:gd name="T0" fmla="*/ 58 w 62"/>
                <a:gd name="T1" fmla="*/ 34 h 34"/>
                <a:gd name="T2" fmla="*/ 60 w 62"/>
                <a:gd name="T3" fmla="*/ 33 h 34"/>
                <a:gd name="T4" fmla="*/ 61 w 62"/>
                <a:gd name="T5" fmla="*/ 28 h 34"/>
                <a:gd name="T6" fmla="*/ 35 w 62"/>
                <a:gd name="T7" fmla="*/ 4 h 34"/>
                <a:gd name="T8" fmla="*/ 3 w 62"/>
                <a:gd name="T9" fmla="*/ 9 h 34"/>
                <a:gd name="T10" fmla="*/ 1 w 62"/>
                <a:gd name="T11" fmla="*/ 14 h 34"/>
                <a:gd name="T12" fmla="*/ 7 w 62"/>
                <a:gd name="T13" fmla="*/ 16 h 34"/>
                <a:gd name="T14" fmla="*/ 33 w 62"/>
                <a:gd name="T15" fmla="*/ 12 h 34"/>
                <a:gd name="T16" fmla="*/ 54 w 62"/>
                <a:gd name="T17" fmla="*/ 32 h 34"/>
                <a:gd name="T18" fmla="*/ 58 w 62"/>
                <a:gd name="T19"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34">
                  <a:moveTo>
                    <a:pt x="58" y="34"/>
                  </a:moveTo>
                  <a:cubicBezTo>
                    <a:pt x="58" y="34"/>
                    <a:pt x="59" y="33"/>
                    <a:pt x="60" y="33"/>
                  </a:cubicBezTo>
                  <a:cubicBezTo>
                    <a:pt x="62" y="32"/>
                    <a:pt x="62" y="30"/>
                    <a:pt x="61" y="28"/>
                  </a:cubicBezTo>
                  <a:cubicBezTo>
                    <a:pt x="54" y="15"/>
                    <a:pt x="45" y="7"/>
                    <a:pt x="35" y="4"/>
                  </a:cubicBezTo>
                  <a:cubicBezTo>
                    <a:pt x="18" y="0"/>
                    <a:pt x="3" y="8"/>
                    <a:pt x="3" y="9"/>
                  </a:cubicBezTo>
                  <a:cubicBezTo>
                    <a:pt x="1" y="10"/>
                    <a:pt x="0" y="12"/>
                    <a:pt x="1" y="14"/>
                  </a:cubicBezTo>
                  <a:cubicBezTo>
                    <a:pt x="3" y="16"/>
                    <a:pt x="5" y="17"/>
                    <a:pt x="7" y="16"/>
                  </a:cubicBezTo>
                  <a:cubicBezTo>
                    <a:pt x="7" y="15"/>
                    <a:pt x="19" y="8"/>
                    <a:pt x="33" y="12"/>
                  </a:cubicBezTo>
                  <a:cubicBezTo>
                    <a:pt x="41" y="15"/>
                    <a:pt x="48" y="21"/>
                    <a:pt x="54" y="32"/>
                  </a:cubicBezTo>
                  <a:cubicBezTo>
                    <a:pt x="55" y="33"/>
                    <a:pt x="56" y="34"/>
                    <a:pt x="58"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138"/>
            <p:cNvSpPr>
              <a:spLocks/>
            </p:cNvSpPr>
            <p:nvPr/>
          </p:nvSpPr>
          <p:spPr bwMode="auto">
            <a:xfrm>
              <a:off x="1435100" y="3602038"/>
              <a:ext cx="141288" cy="225425"/>
            </a:xfrm>
            <a:custGeom>
              <a:avLst/>
              <a:gdLst>
                <a:gd name="T0" fmla="*/ 30 w 89"/>
                <a:gd name="T1" fmla="*/ 0 h 142"/>
                <a:gd name="T2" fmla="*/ 0 w 89"/>
                <a:gd name="T3" fmla="*/ 10 h 142"/>
                <a:gd name="T4" fmla="*/ 89 w 89"/>
                <a:gd name="T5" fmla="*/ 142 h 142"/>
                <a:gd name="T6" fmla="*/ 30 w 89"/>
                <a:gd name="T7" fmla="*/ 0 h 142"/>
              </a:gdLst>
              <a:ahLst/>
              <a:cxnLst>
                <a:cxn ang="0">
                  <a:pos x="T0" y="T1"/>
                </a:cxn>
                <a:cxn ang="0">
                  <a:pos x="T2" y="T3"/>
                </a:cxn>
                <a:cxn ang="0">
                  <a:pos x="T4" y="T5"/>
                </a:cxn>
                <a:cxn ang="0">
                  <a:pos x="T6" y="T7"/>
                </a:cxn>
              </a:cxnLst>
              <a:rect l="0" t="0" r="r" b="b"/>
              <a:pathLst>
                <a:path w="89" h="142">
                  <a:moveTo>
                    <a:pt x="30" y="0"/>
                  </a:moveTo>
                  <a:lnTo>
                    <a:pt x="0" y="10"/>
                  </a:lnTo>
                  <a:lnTo>
                    <a:pt x="89" y="142"/>
                  </a:lnTo>
                  <a:lnTo>
                    <a:pt x="3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139"/>
            <p:cNvSpPr>
              <a:spLocks/>
            </p:cNvSpPr>
            <p:nvPr/>
          </p:nvSpPr>
          <p:spPr bwMode="auto">
            <a:xfrm>
              <a:off x="1243013" y="3859213"/>
              <a:ext cx="200025" cy="80963"/>
            </a:xfrm>
            <a:custGeom>
              <a:avLst/>
              <a:gdLst>
                <a:gd name="T0" fmla="*/ 13 w 126"/>
                <a:gd name="T1" fmla="*/ 0 h 51"/>
                <a:gd name="T2" fmla="*/ 0 w 126"/>
                <a:gd name="T3" fmla="*/ 31 h 51"/>
                <a:gd name="T4" fmla="*/ 126 w 126"/>
                <a:gd name="T5" fmla="*/ 51 h 51"/>
                <a:gd name="T6" fmla="*/ 13 w 126"/>
                <a:gd name="T7" fmla="*/ 0 h 51"/>
              </a:gdLst>
              <a:ahLst/>
              <a:cxnLst>
                <a:cxn ang="0">
                  <a:pos x="T0" y="T1"/>
                </a:cxn>
                <a:cxn ang="0">
                  <a:pos x="T2" y="T3"/>
                </a:cxn>
                <a:cxn ang="0">
                  <a:pos x="T4" y="T5"/>
                </a:cxn>
                <a:cxn ang="0">
                  <a:pos x="T6" y="T7"/>
                </a:cxn>
              </a:cxnLst>
              <a:rect l="0" t="0" r="r" b="b"/>
              <a:pathLst>
                <a:path w="126" h="51">
                  <a:moveTo>
                    <a:pt x="13" y="0"/>
                  </a:moveTo>
                  <a:lnTo>
                    <a:pt x="0" y="31"/>
                  </a:lnTo>
                  <a:lnTo>
                    <a:pt x="126" y="51"/>
                  </a:lnTo>
                  <a:lnTo>
                    <a:pt x="1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140"/>
            <p:cNvSpPr>
              <a:spLocks/>
            </p:cNvSpPr>
            <p:nvPr/>
          </p:nvSpPr>
          <p:spPr bwMode="auto">
            <a:xfrm>
              <a:off x="2670175" y="3857625"/>
              <a:ext cx="52388" cy="52388"/>
            </a:xfrm>
            <a:custGeom>
              <a:avLst/>
              <a:gdLst>
                <a:gd name="T0" fmla="*/ 4 w 34"/>
                <a:gd name="T1" fmla="*/ 9 h 34"/>
                <a:gd name="T2" fmla="*/ 20 w 34"/>
                <a:gd name="T3" fmla="*/ 14 h 34"/>
                <a:gd name="T4" fmla="*/ 26 w 34"/>
                <a:gd name="T5" fmla="*/ 30 h 34"/>
                <a:gd name="T6" fmla="*/ 30 w 34"/>
                <a:gd name="T7" fmla="*/ 34 h 34"/>
                <a:gd name="T8" fmla="*/ 30 w 34"/>
                <a:gd name="T9" fmla="*/ 34 h 34"/>
                <a:gd name="T10" fmla="*/ 34 w 34"/>
                <a:gd name="T11" fmla="*/ 30 h 34"/>
                <a:gd name="T12" fmla="*/ 25 w 34"/>
                <a:gd name="T13" fmla="*/ 8 h 34"/>
                <a:gd name="T14" fmla="*/ 4 w 34"/>
                <a:gd name="T15" fmla="*/ 1 h 34"/>
                <a:gd name="T16" fmla="*/ 0 w 34"/>
                <a:gd name="T17" fmla="*/ 5 h 34"/>
                <a:gd name="T18" fmla="*/ 4 w 34"/>
                <a:gd name="T19" fmla="*/ 9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4" y="9"/>
                  </a:moveTo>
                  <a:cubicBezTo>
                    <a:pt x="4" y="9"/>
                    <a:pt x="13" y="9"/>
                    <a:pt x="20" y="14"/>
                  </a:cubicBezTo>
                  <a:cubicBezTo>
                    <a:pt x="23" y="18"/>
                    <a:pt x="26" y="23"/>
                    <a:pt x="26" y="30"/>
                  </a:cubicBezTo>
                  <a:cubicBezTo>
                    <a:pt x="26" y="33"/>
                    <a:pt x="28" y="34"/>
                    <a:pt x="30" y="34"/>
                  </a:cubicBezTo>
                  <a:cubicBezTo>
                    <a:pt x="30" y="34"/>
                    <a:pt x="30" y="34"/>
                    <a:pt x="30" y="34"/>
                  </a:cubicBezTo>
                  <a:cubicBezTo>
                    <a:pt x="32" y="34"/>
                    <a:pt x="34" y="32"/>
                    <a:pt x="34" y="30"/>
                  </a:cubicBezTo>
                  <a:cubicBezTo>
                    <a:pt x="34" y="21"/>
                    <a:pt x="31" y="13"/>
                    <a:pt x="25" y="8"/>
                  </a:cubicBezTo>
                  <a:cubicBezTo>
                    <a:pt x="16" y="0"/>
                    <a:pt x="4" y="1"/>
                    <a:pt x="4" y="1"/>
                  </a:cubicBezTo>
                  <a:cubicBezTo>
                    <a:pt x="2" y="1"/>
                    <a:pt x="0" y="3"/>
                    <a:pt x="0" y="5"/>
                  </a:cubicBezTo>
                  <a:cubicBezTo>
                    <a:pt x="0" y="8"/>
                    <a:pt x="2" y="9"/>
                    <a:pt x="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141"/>
            <p:cNvSpPr>
              <a:spLocks/>
            </p:cNvSpPr>
            <p:nvPr/>
          </p:nvSpPr>
          <p:spPr bwMode="auto">
            <a:xfrm>
              <a:off x="2679700" y="3830638"/>
              <a:ext cx="71438" cy="76200"/>
            </a:xfrm>
            <a:custGeom>
              <a:avLst/>
              <a:gdLst>
                <a:gd name="T0" fmla="*/ 38 w 46"/>
                <a:gd name="T1" fmla="*/ 45 h 49"/>
                <a:gd name="T2" fmla="*/ 41 w 46"/>
                <a:gd name="T3" fmla="*/ 49 h 49"/>
                <a:gd name="T4" fmla="*/ 42 w 46"/>
                <a:gd name="T5" fmla="*/ 49 h 49"/>
                <a:gd name="T6" fmla="*/ 46 w 46"/>
                <a:gd name="T7" fmla="*/ 45 h 49"/>
                <a:gd name="T8" fmla="*/ 34 w 46"/>
                <a:gd name="T9" fmla="*/ 12 h 49"/>
                <a:gd name="T10" fmla="*/ 4 w 46"/>
                <a:gd name="T11" fmla="*/ 0 h 49"/>
                <a:gd name="T12" fmla="*/ 0 w 46"/>
                <a:gd name="T13" fmla="*/ 4 h 49"/>
                <a:gd name="T14" fmla="*/ 4 w 46"/>
                <a:gd name="T15" fmla="*/ 8 h 49"/>
                <a:gd name="T16" fmla="*/ 28 w 46"/>
                <a:gd name="T17" fmla="*/ 17 h 49"/>
                <a:gd name="T18" fmla="*/ 38 w 46"/>
                <a:gd name="T19"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49">
                  <a:moveTo>
                    <a:pt x="38" y="45"/>
                  </a:moveTo>
                  <a:cubicBezTo>
                    <a:pt x="37" y="47"/>
                    <a:pt x="39" y="49"/>
                    <a:pt x="41" y="49"/>
                  </a:cubicBezTo>
                  <a:cubicBezTo>
                    <a:pt x="41" y="49"/>
                    <a:pt x="41" y="49"/>
                    <a:pt x="42" y="49"/>
                  </a:cubicBezTo>
                  <a:cubicBezTo>
                    <a:pt x="44" y="49"/>
                    <a:pt x="45" y="47"/>
                    <a:pt x="46" y="45"/>
                  </a:cubicBezTo>
                  <a:cubicBezTo>
                    <a:pt x="46" y="31"/>
                    <a:pt x="42" y="19"/>
                    <a:pt x="34" y="12"/>
                  </a:cubicBezTo>
                  <a:cubicBezTo>
                    <a:pt x="21" y="0"/>
                    <a:pt x="5" y="0"/>
                    <a:pt x="4" y="0"/>
                  </a:cubicBezTo>
                  <a:cubicBezTo>
                    <a:pt x="2" y="0"/>
                    <a:pt x="0" y="2"/>
                    <a:pt x="0" y="4"/>
                  </a:cubicBezTo>
                  <a:cubicBezTo>
                    <a:pt x="0" y="6"/>
                    <a:pt x="2" y="8"/>
                    <a:pt x="4" y="8"/>
                  </a:cubicBezTo>
                  <a:cubicBezTo>
                    <a:pt x="4" y="8"/>
                    <a:pt x="18" y="8"/>
                    <a:pt x="28" y="17"/>
                  </a:cubicBezTo>
                  <a:cubicBezTo>
                    <a:pt x="34" y="24"/>
                    <a:pt x="38" y="33"/>
                    <a:pt x="38"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142"/>
            <p:cNvSpPr>
              <a:spLocks/>
            </p:cNvSpPr>
            <p:nvPr/>
          </p:nvSpPr>
          <p:spPr bwMode="auto">
            <a:xfrm>
              <a:off x="1609725" y="3697288"/>
              <a:ext cx="57150" cy="47625"/>
            </a:xfrm>
            <a:custGeom>
              <a:avLst/>
              <a:gdLst>
                <a:gd name="T0" fmla="*/ 10 w 37"/>
                <a:gd name="T1" fmla="*/ 7 h 31"/>
                <a:gd name="T2" fmla="*/ 0 w 37"/>
                <a:gd name="T3" fmla="*/ 27 h 31"/>
                <a:gd name="T4" fmla="*/ 4 w 37"/>
                <a:gd name="T5" fmla="*/ 31 h 31"/>
                <a:gd name="T6" fmla="*/ 4 w 37"/>
                <a:gd name="T7" fmla="*/ 31 h 31"/>
                <a:gd name="T8" fmla="*/ 8 w 37"/>
                <a:gd name="T9" fmla="*/ 27 h 31"/>
                <a:gd name="T10" fmla="*/ 15 w 37"/>
                <a:gd name="T11" fmla="*/ 13 h 31"/>
                <a:gd name="T12" fmla="*/ 32 w 37"/>
                <a:gd name="T13" fmla="*/ 9 h 31"/>
                <a:gd name="T14" fmla="*/ 37 w 37"/>
                <a:gd name="T15" fmla="*/ 6 h 31"/>
                <a:gd name="T16" fmla="*/ 33 w 37"/>
                <a:gd name="T17" fmla="*/ 1 h 31"/>
                <a:gd name="T18" fmla="*/ 10 w 37"/>
                <a:gd name="T19" fmla="*/ 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31">
                  <a:moveTo>
                    <a:pt x="10" y="7"/>
                  </a:moveTo>
                  <a:cubicBezTo>
                    <a:pt x="1" y="14"/>
                    <a:pt x="0" y="26"/>
                    <a:pt x="0" y="27"/>
                  </a:cubicBezTo>
                  <a:cubicBezTo>
                    <a:pt x="0" y="29"/>
                    <a:pt x="2" y="31"/>
                    <a:pt x="4" y="31"/>
                  </a:cubicBezTo>
                  <a:cubicBezTo>
                    <a:pt x="4" y="31"/>
                    <a:pt x="4" y="31"/>
                    <a:pt x="4" y="31"/>
                  </a:cubicBezTo>
                  <a:cubicBezTo>
                    <a:pt x="6" y="31"/>
                    <a:pt x="8" y="29"/>
                    <a:pt x="8" y="27"/>
                  </a:cubicBezTo>
                  <a:cubicBezTo>
                    <a:pt x="8" y="27"/>
                    <a:pt x="9" y="18"/>
                    <a:pt x="15" y="13"/>
                  </a:cubicBezTo>
                  <a:cubicBezTo>
                    <a:pt x="20" y="10"/>
                    <a:pt x="25" y="8"/>
                    <a:pt x="32" y="9"/>
                  </a:cubicBezTo>
                  <a:cubicBezTo>
                    <a:pt x="35" y="9"/>
                    <a:pt x="37" y="8"/>
                    <a:pt x="37" y="6"/>
                  </a:cubicBezTo>
                  <a:cubicBezTo>
                    <a:pt x="37" y="3"/>
                    <a:pt x="35" y="1"/>
                    <a:pt x="33" y="1"/>
                  </a:cubicBezTo>
                  <a:cubicBezTo>
                    <a:pt x="24" y="0"/>
                    <a:pt x="16" y="2"/>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143"/>
            <p:cNvSpPr>
              <a:spLocks/>
            </p:cNvSpPr>
            <p:nvPr/>
          </p:nvSpPr>
          <p:spPr bwMode="auto">
            <a:xfrm>
              <a:off x="1584325" y="3668713"/>
              <a:ext cx="82550" cy="65088"/>
            </a:xfrm>
            <a:custGeom>
              <a:avLst/>
              <a:gdLst>
                <a:gd name="T0" fmla="*/ 50 w 54"/>
                <a:gd name="T1" fmla="*/ 2 h 42"/>
                <a:gd name="T2" fmla="*/ 16 w 54"/>
                <a:gd name="T3" fmla="*/ 9 h 42"/>
                <a:gd name="T4" fmla="*/ 0 w 54"/>
                <a:gd name="T5" fmla="*/ 37 h 42"/>
                <a:gd name="T6" fmla="*/ 3 w 54"/>
                <a:gd name="T7" fmla="*/ 42 h 42"/>
                <a:gd name="T8" fmla="*/ 4 w 54"/>
                <a:gd name="T9" fmla="*/ 42 h 42"/>
                <a:gd name="T10" fmla="*/ 8 w 54"/>
                <a:gd name="T11" fmla="*/ 38 h 42"/>
                <a:gd name="T12" fmla="*/ 21 w 54"/>
                <a:gd name="T13" fmla="*/ 16 h 42"/>
                <a:gd name="T14" fmla="*/ 49 w 54"/>
                <a:gd name="T15" fmla="*/ 10 h 42"/>
                <a:gd name="T16" fmla="*/ 54 w 54"/>
                <a:gd name="T17" fmla="*/ 7 h 42"/>
                <a:gd name="T18" fmla="*/ 50 w 54"/>
                <a:gd name="T19" fmla="*/ 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 h="42">
                  <a:moveTo>
                    <a:pt x="50" y="2"/>
                  </a:moveTo>
                  <a:cubicBezTo>
                    <a:pt x="37" y="0"/>
                    <a:pt x="25" y="3"/>
                    <a:pt x="16" y="9"/>
                  </a:cubicBezTo>
                  <a:cubicBezTo>
                    <a:pt x="2" y="20"/>
                    <a:pt x="0" y="37"/>
                    <a:pt x="0" y="37"/>
                  </a:cubicBezTo>
                  <a:cubicBezTo>
                    <a:pt x="0" y="39"/>
                    <a:pt x="1" y="41"/>
                    <a:pt x="3" y="42"/>
                  </a:cubicBezTo>
                  <a:cubicBezTo>
                    <a:pt x="4" y="42"/>
                    <a:pt x="4" y="42"/>
                    <a:pt x="4" y="42"/>
                  </a:cubicBezTo>
                  <a:cubicBezTo>
                    <a:pt x="6" y="42"/>
                    <a:pt x="8" y="40"/>
                    <a:pt x="8" y="38"/>
                  </a:cubicBezTo>
                  <a:cubicBezTo>
                    <a:pt x="8" y="38"/>
                    <a:pt x="10" y="24"/>
                    <a:pt x="21" y="16"/>
                  </a:cubicBezTo>
                  <a:cubicBezTo>
                    <a:pt x="28" y="10"/>
                    <a:pt x="38" y="8"/>
                    <a:pt x="49" y="10"/>
                  </a:cubicBezTo>
                  <a:cubicBezTo>
                    <a:pt x="51" y="11"/>
                    <a:pt x="54" y="9"/>
                    <a:pt x="54" y="7"/>
                  </a:cubicBezTo>
                  <a:cubicBezTo>
                    <a:pt x="54" y="5"/>
                    <a:pt x="53" y="3"/>
                    <a:pt x="5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47" name="组合 146"/>
          <p:cNvGrpSpPr/>
          <p:nvPr/>
        </p:nvGrpSpPr>
        <p:grpSpPr>
          <a:xfrm>
            <a:off x="4221163" y="3343275"/>
            <a:ext cx="1609725" cy="1447801"/>
            <a:chOff x="4221163" y="3343275"/>
            <a:chExt cx="1609725" cy="1447801"/>
          </a:xfrm>
          <a:solidFill>
            <a:schemeClr val="tx1">
              <a:lumMod val="65000"/>
              <a:lumOff val="35000"/>
            </a:schemeClr>
          </a:solidFill>
        </p:grpSpPr>
        <p:sp>
          <p:nvSpPr>
            <p:cNvPr id="148" name="Freeform 144"/>
            <p:cNvSpPr>
              <a:spLocks noEditPoints="1"/>
            </p:cNvSpPr>
            <p:nvPr/>
          </p:nvSpPr>
          <p:spPr bwMode="auto">
            <a:xfrm>
              <a:off x="4221163" y="3633788"/>
              <a:ext cx="646113" cy="1157288"/>
            </a:xfrm>
            <a:custGeom>
              <a:avLst/>
              <a:gdLst>
                <a:gd name="T0" fmla="*/ 296 w 417"/>
                <a:gd name="T1" fmla="*/ 246 h 746"/>
                <a:gd name="T2" fmla="*/ 370 w 417"/>
                <a:gd name="T3" fmla="*/ 218 h 746"/>
                <a:gd name="T4" fmla="*/ 405 w 417"/>
                <a:gd name="T5" fmla="*/ 195 h 746"/>
                <a:gd name="T6" fmla="*/ 407 w 417"/>
                <a:gd name="T7" fmla="*/ 193 h 746"/>
                <a:gd name="T8" fmla="*/ 410 w 417"/>
                <a:gd name="T9" fmla="*/ 190 h 746"/>
                <a:gd name="T10" fmla="*/ 412 w 417"/>
                <a:gd name="T11" fmla="*/ 188 h 746"/>
                <a:gd name="T12" fmla="*/ 413 w 417"/>
                <a:gd name="T13" fmla="*/ 185 h 746"/>
                <a:gd name="T14" fmla="*/ 414 w 417"/>
                <a:gd name="T15" fmla="*/ 182 h 746"/>
                <a:gd name="T16" fmla="*/ 415 w 417"/>
                <a:gd name="T17" fmla="*/ 179 h 746"/>
                <a:gd name="T18" fmla="*/ 417 w 417"/>
                <a:gd name="T19" fmla="*/ 170 h 746"/>
                <a:gd name="T20" fmla="*/ 417 w 417"/>
                <a:gd name="T21" fmla="*/ 167 h 746"/>
                <a:gd name="T22" fmla="*/ 416 w 417"/>
                <a:gd name="T23" fmla="*/ 164 h 746"/>
                <a:gd name="T24" fmla="*/ 285 w 417"/>
                <a:gd name="T25" fmla="*/ 0 h 746"/>
                <a:gd name="T26" fmla="*/ 261 w 417"/>
                <a:gd name="T27" fmla="*/ 0 h 746"/>
                <a:gd name="T28" fmla="*/ 191 w 417"/>
                <a:gd name="T29" fmla="*/ 7 h 746"/>
                <a:gd name="T30" fmla="*/ 132 w 417"/>
                <a:gd name="T31" fmla="*/ 0 h 746"/>
                <a:gd name="T32" fmla="*/ 131 w 417"/>
                <a:gd name="T33" fmla="*/ 0 h 746"/>
                <a:gd name="T34" fmla="*/ 5 w 417"/>
                <a:gd name="T35" fmla="*/ 214 h 746"/>
                <a:gd name="T36" fmla="*/ 5 w 417"/>
                <a:gd name="T37" fmla="*/ 214 h 746"/>
                <a:gd name="T38" fmla="*/ 52 w 417"/>
                <a:gd name="T39" fmla="*/ 255 h 746"/>
                <a:gd name="T40" fmla="*/ 155 w 417"/>
                <a:gd name="T41" fmla="*/ 284 h 746"/>
                <a:gd name="T42" fmla="*/ 192 w 417"/>
                <a:gd name="T43" fmla="*/ 257 h 746"/>
                <a:gd name="T44" fmla="*/ 165 w 417"/>
                <a:gd name="T45" fmla="*/ 221 h 746"/>
                <a:gd name="T46" fmla="*/ 101 w 417"/>
                <a:gd name="T47" fmla="*/ 205 h 746"/>
                <a:gd name="T48" fmla="*/ 71 w 417"/>
                <a:gd name="T49" fmla="*/ 193 h 746"/>
                <a:gd name="T50" fmla="*/ 79 w 417"/>
                <a:gd name="T51" fmla="*/ 142 h 746"/>
                <a:gd name="T52" fmla="*/ 104 w 417"/>
                <a:gd name="T53" fmla="*/ 198 h 746"/>
                <a:gd name="T54" fmla="*/ 87 w 417"/>
                <a:gd name="T55" fmla="*/ 132 h 746"/>
                <a:gd name="T56" fmla="*/ 292 w 417"/>
                <a:gd name="T57" fmla="*/ 269 h 746"/>
                <a:gd name="T58" fmla="*/ 147 w 417"/>
                <a:gd name="T59" fmla="*/ 290 h 746"/>
                <a:gd name="T60" fmla="*/ 101 w 417"/>
                <a:gd name="T61" fmla="*/ 305 h 746"/>
                <a:gd name="T62" fmla="*/ 150 w 417"/>
                <a:gd name="T63" fmla="*/ 746 h 746"/>
                <a:gd name="T64" fmla="*/ 200 w 417"/>
                <a:gd name="T65" fmla="*/ 335 h 746"/>
                <a:gd name="T66" fmla="*/ 218 w 417"/>
                <a:gd name="T67" fmla="*/ 697 h 746"/>
                <a:gd name="T68" fmla="*/ 317 w 417"/>
                <a:gd name="T69" fmla="*/ 697 h 746"/>
                <a:gd name="T70" fmla="*/ 317 w 417"/>
                <a:gd name="T71" fmla="*/ 249 h 746"/>
                <a:gd name="T72" fmla="*/ 332 w 417"/>
                <a:gd name="T73" fmla="*/ 166 h 746"/>
                <a:gd name="T74" fmla="*/ 270 w 417"/>
                <a:gd name="T75" fmla="*/ 177 h 746"/>
                <a:gd name="T76" fmla="*/ 317 w 417"/>
                <a:gd name="T77" fmla="*/ 86 h 746"/>
                <a:gd name="T78" fmla="*/ 342 w 417"/>
                <a:gd name="T79" fmla="*/ 160 h 746"/>
                <a:gd name="T80" fmla="*/ 101 w 417"/>
                <a:gd name="T81" fmla="*/ 114 h 746"/>
                <a:gd name="T82" fmla="*/ 101 w 417"/>
                <a:gd name="T83" fmla="*/ 95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17" h="746">
                  <a:moveTo>
                    <a:pt x="299" y="254"/>
                  </a:moveTo>
                  <a:cubicBezTo>
                    <a:pt x="296" y="246"/>
                    <a:pt x="296" y="246"/>
                    <a:pt x="296" y="246"/>
                  </a:cubicBezTo>
                  <a:cubicBezTo>
                    <a:pt x="322" y="242"/>
                    <a:pt x="345" y="231"/>
                    <a:pt x="364" y="221"/>
                  </a:cubicBezTo>
                  <a:cubicBezTo>
                    <a:pt x="366" y="220"/>
                    <a:pt x="368" y="219"/>
                    <a:pt x="370" y="218"/>
                  </a:cubicBezTo>
                  <a:cubicBezTo>
                    <a:pt x="391" y="206"/>
                    <a:pt x="404" y="196"/>
                    <a:pt x="405" y="195"/>
                  </a:cubicBezTo>
                  <a:cubicBezTo>
                    <a:pt x="405" y="195"/>
                    <a:pt x="405" y="195"/>
                    <a:pt x="405" y="195"/>
                  </a:cubicBezTo>
                  <a:cubicBezTo>
                    <a:pt x="406" y="194"/>
                    <a:pt x="406" y="194"/>
                    <a:pt x="407" y="193"/>
                  </a:cubicBezTo>
                  <a:cubicBezTo>
                    <a:pt x="407" y="193"/>
                    <a:pt x="407" y="193"/>
                    <a:pt x="407" y="193"/>
                  </a:cubicBezTo>
                  <a:cubicBezTo>
                    <a:pt x="408" y="192"/>
                    <a:pt x="408" y="192"/>
                    <a:pt x="409" y="191"/>
                  </a:cubicBezTo>
                  <a:cubicBezTo>
                    <a:pt x="409" y="191"/>
                    <a:pt x="409" y="191"/>
                    <a:pt x="410" y="190"/>
                  </a:cubicBezTo>
                  <a:cubicBezTo>
                    <a:pt x="410" y="190"/>
                    <a:pt x="410" y="189"/>
                    <a:pt x="411" y="189"/>
                  </a:cubicBezTo>
                  <a:cubicBezTo>
                    <a:pt x="411" y="189"/>
                    <a:pt x="411" y="188"/>
                    <a:pt x="412" y="188"/>
                  </a:cubicBezTo>
                  <a:cubicBezTo>
                    <a:pt x="412" y="187"/>
                    <a:pt x="412" y="187"/>
                    <a:pt x="412" y="187"/>
                  </a:cubicBezTo>
                  <a:cubicBezTo>
                    <a:pt x="413" y="186"/>
                    <a:pt x="413" y="186"/>
                    <a:pt x="413" y="185"/>
                  </a:cubicBezTo>
                  <a:cubicBezTo>
                    <a:pt x="413" y="185"/>
                    <a:pt x="414" y="184"/>
                    <a:pt x="414" y="183"/>
                  </a:cubicBezTo>
                  <a:cubicBezTo>
                    <a:pt x="414" y="183"/>
                    <a:pt x="414" y="183"/>
                    <a:pt x="414" y="182"/>
                  </a:cubicBezTo>
                  <a:cubicBezTo>
                    <a:pt x="415" y="181"/>
                    <a:pt x="415" y="181"/>
                    <a:pt x="415" y="180"/>
                  </a:cubicBezTo>
                  <a:cubicBezTo>
                    <a:pt x="415" y="180"/>
                    <a:pt x="415" y="180"/>
                    <a:pt x="415" y="179"/>
                  </a:cubicBezTo>
                  <a:cubicBezTo>
                    <a:pt x="416" y="177"/>
                    <a:pt x="417" y="174"/>
                    <a:pt x="417" y="171"/>
                  </a:cubicBezTo>
                  <a:cubicBezTo>
                    <a:pt x="417" y="171"/>
                    <a:pt x="417" y="171"/>
                    <a:pt x="417" y="170"/>
                  </a:cubicBezTo>
                  <a:cubicBezTo>
                    <a:pt x="417" y="170"/>
                    <a:pt x="417" y="169"/>
                    <a:pt x="417" y="168"/>
                  </a:cubicBezTo>
                  <a:cubicBezTo>
                    <a:pt x="417" y="168"/>
                    <a:pt x="417" y="168"/>
                    <a:pt x="417" y="167"/>
                  </a:cubicBezTo>
                  <a:cubicBezTo>
                    <a:pt x="417" y="167"/>
                    <a:pt x="417" y="166"/>
                    <a:pt x="417" y="166"/>
                  </a:cubicBezTo>
                  <a:cubicBezTo>
                    <a:pt x="416" y="165"/>
                    <a:pt x="416" y="164"/>
                    <a:pt x="416" y="164"/>
                  </a:cubicBezTo>
                  <a:cubicBezTo>
                    <a:pt x="416" y="164"/>
                    <a:pt x="416" y="164"/>
                    <a:pt x="416" y="164"/>
                  </a:cubicBezTo>
                  <a:cubicBezTo>
                    <a:pt x="413" y="147"/>
                    <a:pt x="380" y="0"/>
                    <a:pt x="285" y="0"/>
                  </a:cubicBezTo>
                  <a:cubicBezTo>
                    <a:pt x="284" y="0"/>
                    <a:pt x="282" y="0"/>
                    <a:pt x="281" y="0"/>
                  </a:cubicBezTo>
                  <a:cubicBezTo>
                    <a:pt x="261" y="0"/>
                    <a:pt x="261" y="0"/>
                    <a:pt x="261" y="0"/>
                  </a:cubicBezTo>
                  <a:cubicBezTo>
                    <a:pt x="248" y="7"/>
                    <a:pt x="233" y="11"/>
                    <a:pt x="217" y="11"/>
                  </a:cubicBezTo>
                  <a:cubicBezTo>
                    <a:pt x="209" y="11"/>
                    <a:pt x="200" y="9"/>
                    <a:pt x="191" y="7"/>
                  </a:cubicBezTo>
                  <a:cubicBezTo>
                    <a:pt x="185" y="5"/>
                    <a:pt x="179" y="3"/>
                    <a:pt x="173" y="0"/>
                  </a:cubicBezTo>
                  <a:cubicBezTo>
                    <a:pt x="132" y="0"/>
                    <a:pt x="132" y="0"/>
                    <a:pt x="132" y="0"/>
                  </a:cubicBezTo>
                  <a:cubicBezTo>
                    <a:pt x="131" y="0"/>
                    <a:pt x="131" y="0"/>
                    <a:pt x="131" y="0"/>
                  </a:cubicBezTo>
                  <a:cubicBezTo>
                    <a:pt x="131" y="0"/>
                    <a:pt x="131" y="0"/>
                    <a:pt x="131" y="0"/>
                  </a:cubicBezTo>
                  <a:cubicBezTo>
                    <a:pt x="121" y="1"/>
                    <a:pt x="32" y="11"/>
                    <a:pt x="2" y="187"/>
                  </a:cubicBezTo>
                  <a:cubicBezTo>
                    <a:pt x="0" y="196"/>
                    <a:pt x="2" y="205"/>
                    <a:pt x="5" y="214"/>
                  </a:cubicBezTo>
                  <a:cubicBezTo>
                    <a:pt x="5" y="214"/>
                    <a:pt x="5" y="214"/>
                    <a:pt x="5" y="214"/>
                  </a:cubicBezTo>
                  <a:cubicBezTo>
                    <a:pt x="5" y="214"/>
                    <a:pt x="5" y="214"/>
                    <a:pt x="5" y="214"/>
                  </a:cubicBezTo>
                  <a:cubicBezTo>
                    <a:pt x="10" y="225"/>
                    <a:pt x="17" y="232"/>
                    <a:pt x="24" y="238"/>
                  </a:cubicBezTo>
                  <a:cubicBezTo>
                    <a:pt x="32" y="245"/>
                    <a:pt x="42" y="250"/>
                    <a:pt x="52" y="255"/>
                  </a:cubicBezTo>
                  <a:cubicBezTo>
                    <a:pt x="56" y="257"/>
                    <a:pt x="59" y="258"/>
                    <a:pt x="63" y="260"/>
                  </a:cubicBezTo>
                  <a:cubicBezTo>
                    <a:pt x="105" y="276"/>
                    <a:pt x="154" y="284"/>
                    <a:pt x="155" y="284"/>
                  </a:cubicBezTo>
                  <a:cubicBezTo>
                    <a:pt x="157" y="284"/>
                    <a:pt x="159" y="284"/>
                    <a:pt x="160" y="284"/>
                  </a:cubicBezTo>
                  <a:cubicBezTo>
                    <a:pt x="176" y="284"/>
                    <a:pt x="189" y="273"/>
                    <a:pt x="192" y="257"/>
                  </a:cubicBezTo>
                  <a:cubicBezTo>
                    <a:pt x="195" y="240"/>
                    <a:pt x="183" y="223"/>
                    <a:pt x="165" y="221"/>
                  </a:cubicBezTo>
                  <a:cubicBezTo>
                    <a:pt x="165" y="221"/>
                    <a:pt x="165" y="221"/>
                    <a:pt x="165" y="221"/>
                  </a:cubicBezTo>
                  <a:cubicBezTo>
                    <a:pt x="165" y="221"/>
                    <a:pt x="164" y="220"/>
                    <a:pt x="161" y="220"/>
                  </a:cubicBezTo>
                  <a:cubicBezTo>
                    <a:pt x="151" y="218"/>
                    <a:pt x="125" y="213"/>
                    <a:pt x="101" y="205"/>
                  </a:cubicBezTo>
                  <a:cubicBezTo>
                    <a:pt x="92" y="202"/>
                    <a:pt x="84" y="199"/>
                    <a:pt x="77" y="196"/>
                  </a:cubicBezTo>
                  <a:cubicBezTo>
                    <a:pt x="75" y="195"/>
                    <a:pt x="73" y="194"/>
                    <a:pt x="71" y="193"/>
                  </a:cubicBezTo>
                  <a:cubicBezTo>
                    <a:pt x="69" y="192"/>
                    <a:pt x="68" y="191"/>
                    <a:pt x="66" y="190"/>
                  </a:cubicBezTo>
                  <a:cubicBezTo>
                    <a:pt x="70" y="172"/>
                    <a:pt x="74" y="156"/>
                    <a:pt x="79" y="142"/>
                  </a:cubicBezTo>
                  <a:cubicBezTo>
                    <a:pt x="99" y="196"/>
                    <a:pt x="99" y="196"/>
                    <a:pt x="99" y="196"/>
                  </a:cubicBezTo>
                  <a:cubicBezTo>
                    <a:pt x="100" y="197"/>
                    <a:pt x="102" y="197"/>
                    <a:pt x="104" y="198"/>
                  </a:cubicBezTo>
                  <a:cubicBezTo>
                    <a:pt x="107" y="199"/>
                    <a:pt x="110" y="200"/>
                    <a:pt x="113" y="201"/>
                  </a:cubicBezTo>
                  <a:cubicBezTo>
                    <a:pt x="87" y="132"/>
                    <a:pt x="87" y="132"/>
                    <a:pt x="87" y="132"/>
                  </a:cubicBezTo>
                  <a:cubicBezTo>
                    <a:pt x="222" y="82"/>
                    <a:pt x="222" y="82"/>
                    <a:pt x="222" y="82"/>
                  </a:cubicBezTo>
                  <a:cubicBezTo>
                    <a:pt x="292" y="269"/>
                    <a:pt x="292" y="269"/>
                    <a:pt x="292" y="269"/>
                  </a:cubicBezTo>
                  <a:cubicBezTo>
                    <a:pt x="158" y="319"/>
                    <a:pt x="158" y="319"/>
                    <a:pt x="158" y="319"/>
                  </a:cubicBezTo>
                  <a:cubicBezTo>
                    <a:pt x="147" y="290"/>
                    <a:pt x="147" y="290"/>
                    <a:pt x="147" y="290"/>
                  </a:cubicBezTo>
                  <a:cubicBezTo>
                    <a:pt x="135" y="288"/>
                    <a:pt x="118" y="285"/>
                    <a:pt x="101" y="280"/>
                  </a:cubicBezTo>
                  <a:cubicBezTo>
                    <a:pt x="101" y="305"/>
                    <a:pt x="101" y="305"/>
                    <a:pt x="101" y="305"/>
                  </a:cubicBezTo>
                  <a:cubicBezTo>
                    <a:pt x="101" y="697"/>
                    <a:pt x="101" y="697"/>
                    <a:pt x="101" y="697"/>
                  </a:cubicBezTo>
                  <a:cubicBezTo>
                    <a:pt x="101" y="724"/>
                    <a:pt x="123" y="746"/>
                    <a:pt x="150" y="746"/>
                  </a:cubicBezTo>
                  <a:cubicBezTo>
                    <a:pt x="177" y="746"/>
                    <a:pt x="200" y="724"/>
                    <a:pt x="200" y="697"/>
                  </a:cubicBezTo>
                  <a:cubicBezTo>
                    <a:pt x="200" y="335"/>
                    <a:pt x="200" y="335"/>
                    <a:pt x="200" y="335"/>
                  </a:cubicBezTo>
                  <a:cubicBezTo>
                    <a:pt x="218" y="335"/>
                    <a:pt x="218" y="335"/>
                    <a:pt x="218" y="335"/>
                  </a:cubicBezTo>
                  <a:cubicBezTo>
                    <a:pt x="218" y="697"/>
                    <a:pt x="218" y="697"/>
                    <a:pt x="218" y="697"/>
                  </a:cubicBezTo>
                  <a:cubicBezTo>
                    <a:pt x="218" y="724"/>
                    <a:pt x="240" y="746"/>
                    <a:pt x="268" y="746"/>
                  </a:cubicBezTo>
                  <a:cubicBezTo>
                    <a:pt x="295" y="746"/>
                    <a:pt x="317" y="724"/>
                    <a:pt x="317" y="697"/>
                  </a:cubicBezTo>
                  <a:cubicBezTo>
                    <a:pt x="317" y="305"/>
                    <a:pt x="317" y="305"/>
                    <a:pt x="317" y="305"/>
                  </a:cubicBezTo>
                  <a:cubicBezTo>
                    <a:pt x="317" y="249"/>
                    <a:pt x="317" y="249"/>
                    <a:pt x="317" y="249"/>
                  </a:cubicBezTo>
                  <a:cubicBezTo>
                    <a:pt x="311" y="251"/>
                    <a:pt x="305" y="253"/>
                    <a:pt x="299" y="254"/>
                  </a:cubicBezTo>
                  <a:close/>
                  <a:moveTo>
                    <a:pt x="332" y="166"/>
                  </a:moveTo>
                  <a:cubicBezTo>
                    <a:pt x="314" y="175"/>
                    <a:pt x="291" y="184"/>
                    <a:pt x="273" y="184"/>
                  </a:cubicBezTo>
                  <a:cubicBezTo>
                    <a:pt x="270" y="177"/>
                    <a:pt x="270" y="177"/>
                    <a:pt x="270" y="177"/>
                  </a:cubicBezTo>
                  <a:cubicBezTo>
                    <a:pt x="283" y="177"/>
                    <a:pt x="300" y="172"/>
                    <a:pt x="317" y="164"/>
                  </a:cubicBezTo>
                  <a:cubicBezTo>
                    <a:pt x="317" y="86"/>
                    <a:pt x="317" y="86"/>
                    <a:pt x="317" y="86"/>
                  </a:cubicBezTo>
                  <a:cubicBezTo>
                    <a:pt x="330" y="105"/>
                    <a:pt x="341" y="132"/>
                    <a:pt x="349" y="156"/>
                  </a:cubicBezTo>
                  <a:cubicBezTo>
                    <a:pt x="346" y="158"/>
                    <a:pt x="344" y="159"/>
                    <a:pt x="342" y="160"/>
                  </a:cubicBezTo>
                  <a:cubicBezTo>
                    <a:pt x="338" y="162"/>
                    <a:pt x="335" y="164"/>
                    <a:pt x="332" y="166"/>
                  </a:cubicBezTo>
                  <a:close/>
                  <a:moveTo>
                    <a:pt x="101" y="114"/>
                  </a:moveTo>
                  <a:cubicBezTo>
                    <a:pt x="87" y="119"/>
                    <a:pt x="87" y="119"/>
                    <a:pt x="87" y="119"/>
                  </a:cubicBezTo>
                  <a:cubicBezTo>
                    <a:pt x="92" y="109"/>
                    <a:pt x="96" y="101"/>
                    <a:pt x="101" y="95"/>
                  </a:cubicBezTo>
                  <a:lnTo>
                    <a:pt x="10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145"/>
            <p:cNvSpPr>
              <a:spLocks/>
            </p:cNvSpPr>
            <p:nvPr/>
          </p:nvSpPr>
          <p:spPr bwMode="auto">
            <a:xfrm>
              <a:off x="4402138" y="3343275"/>
              <a:ext cx="417513" cy="311150"/>
            </a:xfrm>
            <a:custGeom>
              <a:avLst/>
              <a:gdLst>
                <a:gd name="T0" fmla="*/ 125 w 269"/>
                <a:gd name="T1" fmla="*/ 14 h 201"/>
                <a:gd name="T2" fmla="*/ 14 w 269"/>
                <a:gd name="T3" fmla="*/ 76 h 201"/>
                <a:gd name="T4" fmla="*/ 76 w 269"/>
                <a:gd name="T5" fmla="*/ 187 h 201"/>
                <a:gd name="T6" fmla="*/ 187 w 269"/>
                <a:gd name="T7" fmla="*/ 125 h 201"/>
                <a:gd name="T8" fmla="*/ 189 w 269"/>
                <a:gd name="T9" fmla="*/ 118 h 201"/>
                <a:gd name="T10" fmla="*/ 173 w 269"/>
                <a:gd name="T11" fmla="*/ 114 h 201"/>
                <a:gd name="T12" fmla="*/ 97 w 269"/>
                <a:gd name="T13" fmla="*/ 67 h 201"/>
                <a:gd name="T14" fmla="*/ 179 w 269"/>
                <a:gd name="T15" fmla="*/ 99 h 201"/>
                <a:gd name="T16" fmla="*/ 256 w 269"/>
                <a:gd name="T17" fmla="*/ 90 h 201"/>
                <a:gd name="T18" fmla="*/ 267 w 269"/>
                <a:gd name="T19" fmla="*/ 78 h 201"/>
                <a:gd name="T20" fmla="*/ 184 w 269"/>
                <a:gd name="T21" fmla="*/ 42 h 201"/>
                <a:gd name="T22" fmla="*/ 178 w 269"/>
                <a:gd name="T23" fmla="*/ 41 h 201"/>
                <a:gd name="T24" fmla="*/ 168 w 269"/>
                <a:gd name="T25" fmla="*/ 41 h 201"/>
                <a:gd name="T26" fmla="*/ 125 w 269"/>
                <a:gd name="T27" fmla="*/ 14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9" h="201">
                  <a:moveTo>
                    <a:pt x="125" y="14"/>
                  </a:moveTo>
                  <a:cubicBezTo>
                    <a:pt x="77" y="0"/>
                    <a:pt x="27" y="28"/>
                    <a:pt x="14" y="76"/>
                  </a:cubicBezTo>
                  <a:cubicBezTo>
                    <a:pt x="0" y="124"/>
                    <a:pt x="28" y="174"/>
                    <a:pt x="76" y="187"/>
                  </a:cubicBezTo>
                  <a:cubicBezTo>
                    <a:pt x="124" y="201"/>
                    <a:pt x="174" y="173"/>
                    <a:pt x="187" y="125"/>
                  </a:cubicBezTo>
                  <a:cubicBezTo>
                    <a:pt x="188" y="122"/>
                    <a:pt x="188" y="120"/>
                    <a:pt x="189" y="118"/>
                  </a:cubicBezTo>
                  <a:cubicBezTo>
                    <a:pt x="184" y="117"/>
                    <a:pt x="179" y="116"/>
                    <a:pt x="173" y="114"/>
                  </a:cubicBezTo>
                  <a:cubicBezTo>
                    <a:pt x="128" y="103"/>
                    <a:pt x="94" y="82"/>
                    <a:pt x="97" y="67"/>
                  </a:cubicBezTo>
                  <a:cubicBezTo>
                    <a:pt x="101" y="81"/>
                    <a:pt x="136" y="95"/>
                    <a:pt x="179" y="99"/>
                  </a:cubicBezTo>
                  <a:cubicBezTo>
                    <a:pt x="212" y="102"/>
                    <a:pt x="240" y="98"/>
                    <a:pt x="256" y="90"/>
                  </a:cubicBezTo>
                  <a:cubicBezTo>
                    <a:pt x="263" y="87"/>
                    <a:pt x="267" y="83"/>
                    <a:pt x="267" y="78"/>
                  </a:cubicBezTo>
                  <a:cubicBezTo>
                    <a:pt x="269" y="62"/>
                    <a:pt x="231" y="46"/>
                    <a:pt x="184" y="42"/>
                  </a:cubicBezTo>
                  <a:cubicBezTo>
                    <a:pt x="182" y="41"/>
                    <a:pt x="180" y="41"/>
                    <a:pt x="178" y="41"/>
                  </a:cubicBezTo>
                  <a:cubicBezTo>
                    <a:pt x="175" y="41"/>
                    <a:pt x="171" y="41"/>
                    <a:pt x="168" y="41"/>
                  </a:cubicBezTo>
                  <a:cubicBezTo>
                    <a:pt x="157" y="28"/>
                    <a:pt x="142" y="19"/>
                    <a:pt x="125"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146"/>
            <p:cNvSpPr>
              <a:spLocks/>
            </p:cNvSpPr>
            <p:nvPr/>
          </p:nvSpPr>
          <p:spPr bwMode="auto">
            <a:xfrm>
              <a:off x="5018088" y="3752850"/>
              <a:ext cx="157163" cy="219075"/>
            </a:xfrm>
            <a:custGeom>
              <a:avLst/>
              <a:gdLst>
                <a:gd name="T0" fmla="*/ 99 w 99"/>
                <a:gd name="T1" fmla="*/ 137 h 138"/>
                <a:gd name="T2" fmla="*/ 71 w 99"/>
                <a:gd name="T3" fmla="*/ 41 h 138"/>
                <a:gd name="T4" fmla="*/ 44 w 99"/>
                <a:gd name="T5" fmla="*/ 68 h 138"/>
                <a:gd name="T6" fmla="*/ 15 w 99"/>
                <a:gd name="T7" fmla="*/ 0 h 138"/>
                <a:gd name="T8" fmla="*/ 0 w 99"/>
                <a:gd name="T9" fmla="*/ 7 h 138"/>
                <a:gd name="T10" fmla="*/ 41 w 99"/>
                <a:gd name="T11" fmla="*/ 87 h 138"/>
                <a:gd name="T12" fmla="*/ 64 w 99"/>
                <a:gd name="T13" fmla="*/ 62 h 138"/>
                <a:gd name="T14" fmla="*/ 96 w 99"/>
                <a:gd name="T15" fmla="*/ 138 h 138"/>
                <a:gd name="T16" fmla="*/ 99 w 99"/>
                <a:gd name="T17" fmla="*/ 137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138">
                  <a:moveTo>
                    <a:pt x="99" y="137"/>
                  </a:moveTo>
                  <a:lnTo>
                    <a:pt x="71" y="41"/>
                  </a:lnTo>
                  <a:lnTo>
                    <a:pt x="44" y="68"/>
                  </a:lnTo>
                  <a:lnTo>
                    <a:pt x="15" y="0"/>
                  </a:lnTo>
                  <a:lnTo>
                    <a:pt x="0" y="7"/>
                  </a:lnTo>
                  <a:lnTo>
                    <a:pt x="41" y="87"/>
                  </a:lnTo>
                  <a:lnTo>
                    <a:pt x="64" y="62"/>
                  </a:lnTo>
                  <a:lnTo>
                    <a:pt x="96" y="138"/>
                  </a:lnTo>
                  <a:lnTo>
                    <a:pt x="99" y="1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147"/>
            <p:cNvSpPr>
              <a:spLocks/>
            </p:cNvSpPr>
            <p:nvPr/>
          </p:nvSpPr>
          <p:spPr bwMode="auto">
            <a:xfrm>
              <a:off x="5187950" y="3749675"/>
              <a:ext cx="66675" cy="217488"/>
            </a:xfrm>
            <a:custGeom>
              <a:avLst/>
              <a:gdLst>
                <a:gd name="T0" fmla="*/ 22 w 42"/>
                <a:gd name="T1" fmla="*/ 137 h 137"/>
                <a:gd name="T2" fmla="*/ 42 w 42"/>
                <a:gd name="T3" fmla="*/ 55 h 137"/>
                <a:gd name="T4" fmla="*/ 10 w 42"/>
                <a:gd name="T5" fmla="*/ 63 h 137"/>
                <a:gd name="T6" fmla="*/ 17 w 42"/>
                <a:gd name="T7" fmla="*/ 0 h 137"/>
                <a:gd name="T8" fmla="*/ 4 w 42"/>
                <a:gd name="T9" fmla="*/ 0 h 137"/>
                <a:gd name="T10" fmla="*/ 0 w 42"/>
                <a:gd name="T11" fmla="*/ 77 h 137"/>
                <a:gd name="T12" fmla="*/ 28 w 42"/>
                <a:gd name="T13" fmla="*/ 67 h 137"/>
                <a:gd name="T14" fmla="*/ 18 w 42"/>
                <a:gd name="T15" fmla="*/ 136 h 137"/>
                <a:gd name="T16" fmla="*/ 22 w 42"/>
                <a:gd name="T1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137">
                  <a:moveTo>
                    <a:pt x="22" y="137"/>
                  </a:moveTo>
                  <a:lnTo>
                    <a:pt x="42" y="55"/>
                  </a:lnTo>
                  <a:lnTo>
                    <a:pt x="10" y="63"/>
                  </a:lnTo>
                  <a:lnTo>
                    <a:pt x="17" y="0"/>
                  </a:lnTo>
                  <a:lnTo>
                    <a:pt x="4" y="0"/>
                  </a:lnTo>
                  <a:lnTo>
                    <a:pt x="0" y="77"/>
                  </a:lnTo>
                  <a:lnTo>
                    <a:pt x="28" y="67"/>
                  </a:lnTo>
                  <a:lnTo>
                    <a:pt x="18" y="136"/>
                  </a:lnTo>
                  <a:lnTo>
                    <a:pt x="22" y="1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148"/>
            <p:cNvSpPr>
              <a:spLocks/>
            </p:cNvSpPr>
            <p:nvPr/>
          </p:nvSpPr>
          <p:spPr bwMode="auto">
            <a:xfrm>
              <a:off x="4946650" y="3898900"/>
              <a:ext cx="190500" cy="119063"/>
            </a:xfrm>
            <a:custGeom>
              <a:avLst/>
              <a:gdLst>
                <a:gd name="T0" fmla="*/ 55 w 120"/>
                <a:gd name="T1" fmla="*/ 40 h 75"/>
                <a:gd name="T2" fmla="*/ 8 w 120"/>
                <a:gd name="T3" fmla="*/ 0 h 75"/>
                <a:gd name="T4" fmla="*/ 0 w 120"/>
                <a:gd name="T5" fmla="*/ 11 h 75"/>
                <a:gd name="T6" fmla="*/ 59 w 120"/>
                <a:gd name="T7" fmla="*/ 56 h 75"/>
                <a:gd name="T8" fmla="*/ 68 w 120"/>
                <a:gd name="T9" fmla="*/ 28 h 75"/>
                <a:gd name="T10" fmla="*/ 118 w 120"/>
                <a:gd name="T11" fmla="*/ 75 h 75"/>
                <a:gd name="T12" fmla="*/ 120 w 120"/>
                <a:gd name="T13" fmla="*/ 72 h 75"/>
                <a:gd name="T14" fmla="*/ 66 w 120"/>
                <a:gd name="T15" fmla="*/ 11 h 75"/>
                <a:gd name="T16" fmla="*/ 55 w 120"/>
                <a:gd name="T17" fmla="*/ 4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5">
                  <a:moveTo>
                    <a:pt x="55" y="40"/>
                  </a:moveTo>
                  <a:lnTo>
                    <a:pt x="8" y="0"/>
                  </a:lnTo>
                  <a:lnTo>
                    <a:pt x="0" y="11"/>
                  </a:lnTo>
                  <a:lnTo>
                    <a:pt x="59" y="56"/>
                  </a:lnTo>
                  <a:lnTo>
                    <a:pt x="68" y="28"/>
                  </a:lnTo>
                  <a:lnTo>
                    <a:pt x="118" y="75"/>
                  </a:lnTo>
                  <a:lnTo>
                    <a:pt x="120" y="72"/>
                  </a:lnTo>
                  <a:lnTo>
                    <a:pt x="66" y="11"/>
                  </a:lnTo>
                  <a:lnTo>
                    <a:pt x="55"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149"/>
            <p:cNvSpPr>
              <a:spLocks noEditPoints="1"/>
            </p:cNvSpPr>
            <p:nvPr/>
          </p:nvSpPr>
          <p:spPr bwMode="auto">
            <a:xfrm>
              <a:off x="4738688" y="3973513"/>
              <a:ext cx="1092200" cy="798513"/>
            </a:xfrm>
            <a:custGeom>
              <a:avLst/>
              <a:gdLst>
                <a:gd name="T0" fmla="*/ 601 w 704"/>
                <a:gd name="T1" fmla="*/ 127 h 515"/>
                <a:gd name="T2" fmla="*/ 538 w 704"/>
                <a:gd name="T3" fmla="*/ 127 h 515"/>
                <a:gd name="T4" fmla="*/ 559 w 704"/>
                <a:gd name="T5" fmla="*/ 116 h 515"/>
                <a:gd name="T6" fmla="*/ 534 w 704"/>
                <a:gd name="T7" fmla="*/ 97 h 515"/>
                <a:gd name="T8" fmla="*/ 548 w 704"/>
                <a:gd name="T9" fmla="*/ 73 h 515"/>
                <a:gd name="T10" fmla="*/ 518 w 704"/>
                <a:gd name="T11" fmla="*/ 64 h 515"/>
                <a:gd name="T12" fmla="*/ 523 w 704"/>
                <a:gd name="T13" fmla="*/ 37 h 515"/>
                <a:gd name="T14" fmla="*/ 491 w 704"/>
                <a:gd name="T15" fmla="*/ 39 h 515"/>
                <a:gd name="T16" fmla="*/ 487 w 704"/>
                <a:gd name="T17" fmla="*/ 12 h 515"/>
                <a:gd name="T18" fmla="*/ 458 w 704"/>
                <a:gd name="T19" fmla="*/ 24 h 515"/>
                <a:gd name="T20" fmla="*/ 444 w 704"/>
                <a:gd name="T21" fmla="*/ 0 h 515"/>
                <a:gd name="T22" fmla="*/ 421 w 704"/>
                <a:gd name="T23" fmla="*/ 21 h 515"/>
                <a:gd name="T24" fmla="*/ 400 w 704"/>
                <a:gd name="T25" fmla="*/ 4 h 515"/>
                <a:gd name="T26" fmla="*/ 386 w 704"/>
                <a:gd name="T27" fmla="*/ 32 h 515"/>
                <a:gd name="T28" fmla="*/ 360 w 704"/>
                <a:gd name="T29" fmla="*/ 22 h 515"/>
                <a:gd name="T30" fmla="*/ 356 w 704"/>
                <a:gd name="T31" fmla="*/ 54 h 515"/>
                <a:gd name="T32" fmla="*/ 329 w 704"/>
                <a:gd name="T33" fmla="*/ 53 h 515"/>
                <a:gd name="T34" fmla="*/ 336 w 704"/>
                <a:gd name="T35" fmla="*/ 84 h 515"/>
                <a:gd name="T36" fmla="*/ 310 w 704"/>
                <a:gd name="T37" fmla="*/ 93 h 515"/>
                <a:gd name="T38" fmla="*/ 327 w 704"/>
                <a:gd name="T39" fmla="*/ 120 h 515"/>
                <a:gd name="T40" fmla="*/ 327 w 704"/>
                <a:gd name="T41" fmla="*/ 127 h 515"/>
                <a:gd name="T42" fmla="*/ 268 w 704"/>
                <a:gd name="T43" fmla="*/ 74 h 515"/>
                <a:gd name="T44" fmla="*/ 128 w 704"/>
                <a:gd name="T45" fmla="*/ 127 h 515"/>
                <a:gd name="T46" fmla="*/ 73 w 704"/>
                <a:gd name="T47" fmla="*/ 330 h 515"/>
                <a:gd name="T48" fmla="*/ 0 w 704"/>
                <a:gd name="T49" fmla="*/ 348 h 515"/>
                <a:gd name="T50" fmla="*/ 630 w 704"/>
                <a:gd name="T51" fmla="*/ 330 h 515"/>
                <a:gd name="T52" fmla="*/ 601 w 704"/>
                <a:gd name="T53" fmla="*/ 307 h 515"/>
                <a:gd name="T54" fmla="*/ 616 w 704"/>
                <a:gd name="T55" fmla="*/ 371 h 515"/>
                <a:gd name="T56" fmla="*/ 311 w 704"/>
                <a:gd name="T57" fmla="*/ 477 h 515"/>
                <a:gd name="T58" fmla="*/ 410 w 704"/>
                <a:gd name="T59" fmla="*/ 499 h 515"/>
                <a:gd name="T60" fmla="*/ 381 w 704"/>
                <a:gd name="T61" fmla="*/ 451 h 515"/>
                <a:gd name="T62" fmla="*/ 621 w 704"/>
                <a:gd name="T63" fmla="*/ 386 h 515"/>
                <a:gd name="T64" fmla="*/ 601 w 704"/>
                <a:gd name="T65" fmla="*/ 291 h 515"/>
                <a:gd name="T66" fmla="*/ 499 w 704"/>
                <a:gd name="T67" fmla="*/ 286 h 515"/>
                <a:gd name="T68" fmla="*/ 466 w 704"/>
                <a:gd name="T69" fmla="*/ 286 h 515"/>
                <a:gd name="T70" fmla="*/ 533 w 704"/>
                <a:gd name="T71" fmla="*/ 269 h 515"/>
                <a:gd name="T72" fmla="*/ 533 w 704"/>
                <a:gd name="T73" fmla="*/ 302 h 515"/>
                <a:gd name="T74" fmla="*/ 533 w 704"/>
                <a:gd name="T75" fmla="*/ 269 h 515"/>
                <a:gd name="T76" fmla="*/ 433 w 704"/>
                <a:gd name="T77" fmla="*/ 51 h 515"/>
                <a:gd name="T78" fmla="*/ 508 w 704"/>
                <a:gd name="T79" fmla="*/ 127 h 515"/>
                <a:gd name="T80" fmla="*/ 458 w 704"/>
                <a:gd name="T81" fmla="*/ 127 h 515"/>
                <a:gd name="T82" fmla="*/ 407 w 704"/>
                <a:gd name="T83" fmla="*/ 127 h 515"/>
                <a:gd name="T84" fmla="*/ 357 w 704"/>
                <a:gd name="T85" fmla="*/ 127 h 515"/>
                <a:gd name="T86" fmla="*/ 256 w 704"/>
                <a:gd name="T87" fmla="*/ 86 h 515"/>
                <a:gd name="T88" fmla="*/ 140 w 704"/>
                <a:gd name="T89" fmla="*/ 127 h 515"/>
                <a:gd name="T90" fmla="*/ 97 w 704"/>
                <a:gd name="T91" fmla="*/ 149 h 515"/>
                <a:gd name="T92" fmla="*/ 414 w 704"/>
                <a:gd name="T93" fmla="*/ 163 h 515"/>
                <a:gd name="T94" fmla="*/ 97 w 704"/>
                <a:gd name="T95" fmla="*/ 149 h 515"/>
                <a:gd name="T96" fmla="*/ 206 w 704"/>
                <a:gd name="T97" fmla="*/ 179 h 515"/>
                <a:gd name="T98" fmla="*/ 180 w 704"/>
                <a:gd name="T99" fmla="*/ 193 h 515"/>
                <a:gd name="T100" fmla="*/ 97 w 704"/>
                <a:gd name="T101" fmla="*/ 179 h 515"/>
                <a:gd name="T102" fmla="*/ 164 w 704"/>
                <a:gd name="T103" fmla="*/ 193 h 515"/>
                <a:gd name="T104" fmla="*/ 97 w 704"/>
                <a:gd name="T105" fmla="*/ 179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04" h="515">
                  <a:moveTo>
                    <a:pt x="601" y="291"/>
                  </a:moveTo>
                  <a:cubicBezTo>
                    <a:pt x="601" y="127"/>
                    <a:pt x="601" y="127"/>
                    <a:pt x="601" y="127"/>
                  </a:cubicBezTo>
                  <a:cubicBezTo>
                    <a:pt x="538" y="127"/>
                    <a:pt x="538" y="127"/>
                    <a:pt x="538" y="127"/>
                  </a:cubicBezTo>
                  <a:cubicBezTo>
                    <a:pt x="538" y="127"/>
                    <a:pt x="538" y="127"/>
                    <a:pt x="538" y="127"/>
                  </a:cubicBezTo>
                  <a:cubicBezTo>
                    <a:pt x="538" y="124"/>
                    <a:pt x="538" y="122"/>
                    <a:pt x="538" y="120"/>
                  </a:cubicBezTo>
                  <a:cubicBezTo>
                    <a:pt x="559" y="116"/>
                    <a:pt x="559" y="116"/>
                    <a:pt x="559" y="116"/>
                  </a:cubicBezTo>
                  <a:cubicBezTo>
                    <a:pt x="555" y="93"/>
                    <a:pt x="555" y="93"/>
                    <a:pt x="555" y="93"/>
                  </a:cubicBezTo>
                  <a:cubicBezTo>
                    <a:pt x="534" y="97"/>
                    <a:pt x="534" y="97"/>
                    <a:pt x="534" y="97"/>
                  </a:cubicBezTo>
                  <a:cubicBezTo>
                    <a:pt x="533" y="93"/>
                    <a:pt x="531" y="88"/>
                    <a:pt x="530" y="84"/>
                  </a:cubicBezTo>
                  <a:cubicBezTo>
                    <a:pt x="548" y="73"/>
                    <a:pt x="548" y="73"/>
                    <a:pt x="548" y="73"/>
                  </a:cubicBezTo>
                  <a:cubicBezTo>
                    <a:pt x="536" y="53"/>
                    <a:pt x="536" y="53"/>
                    <a:pt x="536" y="53"/>
                  </a:cubicBezTo>
                  <a:cubicBezTo>
                    <a:pt x="518" y="64"/>
                    <a:pt x="518" y="64"/>
                    <a:pt x="518" y="64"/>
                  </a:cubicBezTo>
                  <a:cubicBezTo>
                    <a:pt x="515" y="60"/>
                    <a:pt x="512" y="57"/>
                    <a:pt x="509" y="54"/>
                  </a:cubicBezTo>
                  <a:cubicBezTo>
                    <a:pt x="523" y="37"/>
                    <a:pt x="523" y="37"/>
                    <a:pt x="523" y="37"/>
                  </a:cubicBezTo>
                  <a:cubicBezTo>
                    <a:pt x="505" y="22"/>
                    <a:pt x="505" y="22"/>
                    <a:pt x="505" y="22"/>
                  </a:cubicBezTo>
                  <a:cubicBezTo>
                    <a:pt x="491" y="39"/>
                    <a:pt x="491" y="39"/>
                    <a:pt x="491" y="39"/>
                  </a:cubicBezTo>
                  <a:cubicBezTo>
                    <a:pt x="488" y="36"/>
                    <a:pt x="484" y="34"/>
                    <a:pt x="479" y="32"/>
                  </a:cubicBezTo>
                  <a:cubicBezTo>
                    <a:pt x="487" y="12"/>
                    <a:pt x="487" y="12"/>
                    <a:pt x="487" y="12"/>
                  </a:cubicBezTo>
                  <a:cubicBezTo>
                    <a:pt x="465" y="4"/>
                    <a:pt x="465" y="4"/>
                    <a:pt x="465" y="4"/>
                  </a:cubicBezTo>
                  <a:cubicBezTo>
                    <a:pt x="458" y="24"/>
                    <a:pt x="458" y="24"/>
                    <a:pt x="458" y="24"/>
                  </a:cubicBezTo>
                  <a:cubicBezTo>
                    <a:pt x="453" y="23"/>
                    <a:pt x="449" y="22"/>
                    <a:pt x="444" y="21"/>
                  </a:cubicBezTo>
                  <a:cubicBezTo>
                    <a:pt x="444" y="0"/>
                    <a:pt x="444" y="0"/>
                    <a:pt x="444" y="0"/>
                  </a:cubicBezTo>
                  <a:cubicBezTo>
                    <a:pt x="421" y="0"/>
                    <a:pt x="421" y="0"/>
                    <a:pt x="421" y="0"/>
                  </a:cubicBezTo>
                  <a:cubicBezTo>
                    <a:pt x="421" y="21"/>
                    <a:pt x="421" y="21"/>
                    <a:pt x="421" y="21"/>
                  </a:cubicBezTo>
                  <a:cubicBezTo>
                    <a:pt x="416" y="22"/>
                    <a:pt x="412" y="23"/>
                    <a:pt x="407" y="24"/>
                  </a:cubicBezTo>
                  <a:cubicBezTo>
                    <a:pt x="400" y="4"/>
                    <a:pt x="400" y="4"/>
                    <a:pt x="400" y="4"/>
                  </a:cubicBezTo>
                  <a:cubicBezTo>
                    <a:pt x="378" y="12"/>
                    <a:pt x="378" y="12"/>
                    <a:pt x="378" y="12"/>
                  </a:cubicBezTo>
                  <a:cubicBezTo>
                    <a:pt x="386" y="32"/>
                    <a:pt x="386" y="32"/>
                    <a:pt x="386" y="32"/>
                  </a:cubicBezTo>
                  <a:cubicBezTo>
                    <a:pt x="382" y="34"/>
                    <a:pt x="378" y="36"/>
                    <a:pt x="374" y="39"/>
                  </a:cubicBezTo>
                  <a:cubicBezTo>
                    <a:pt x="360" y="22"/>
                    <a:pt x="360" y="22"/>
                    <a:pt x="360" y="22"/>
                  </a:cubicBezTo>
                  <a:cubicBezTo>
                    <a:pt x="342" y="37"/>
                    <a:pt x="342" y="37"/>
                    <a:pt x="342" y="37"/>
                  </a:cubicBezTo>
                  <a:cubicBezTo>
                    <a:pt x="356" y="54"/>
                    <a:pt x="356" y="54"/>
                    <a:pt x="356" y="54"/>
                  </a:cubicBezTo>
                  <a:cubicBezTo>
                    <a:pt x="353" y="57"/>
                    <a:pt x="350" y="60"/>
                    <a:pt x="347" y="64"/>
                  </a:cubicBezTo>
                  <a:cubicBezTo>
                    <a:pt x="329" y="53"/>
                    <a:pt x="329" y="53"/>
                    <a:pt x="329" y="53"/>
                  </a:cubicBezTo>
                  <a:cubicBezTo>
                    <a:pt x="317" y="73"/>
                    <a:pt x="317" y="73"/>
                    <a:pt x="317" y="73"/>
                  </a:cubicBezTo>
                  <a:cubicBezTo>
                    <a:pt x="336" y="84"/>
                    <a:pt x="336" y="84"/>
                    <a:pt x="336" y="84"/>
                  </a:cubicBezTo>
                  <a:cubicBezTo>
                    <a:pt x="334" y="88"/>
                    <a:pt x="332" y="93"/>
                    <a:pt x="331" y="97"/>
                  </a:cubicBezTo>
                  <a:cubicBezTo>
                    <a:pt x="310" y="93"/>
                    <a:pt x="310" y="93"/>
                    <a:pt x="310" y="93"/>
                  </a:cubicBezTo>
                  <a:cubicBezTo>
                    <a:pt x="306" y="116"/>
                    <a:pt x="306" y="116"/>
                    <a:pt x="306" y="116"/>
                  </a:cubicBezTo>
                  <a:cubicBezTo>
                    <a:pt x="327" y="120"/>
                    <a:pt x="327" y="120"/>
                    <a:pt x="327" y="120"/>
                  </a:cubicBezTo>
                  <a:cubicBezTo>
                    <a:pt x="327" y="122"/>
                    <a:pt x="327" y="124"/>
                    <a:pt x="327" y="127"/>
                  </a:cubicBezTo>
                  <a:cubicBezTo>
                    <a:pt x="327" y="127"/>
                    <a:pt x="327" y="127"/>
                    <a:pt x="327" y="127"/>
                  </a:cubicBezTo>
                  <a:cubicBezTo>
                    <a:pt x="268" y="127"/>
                    <a:pt x="268" y="127"/>
                    <a:pt x="268" y="127"/>
                  </a:cubicBezTo>
                  <a:cubicBezTo>
                    <a:pt x="268" y="74"/>
                    <a:pt x="268" y="74"/>
                    <a:pt x="268" y="74"/>
                  </a:cubicBezTo>
                  <a:cubicBezTo>
                    <a:pt x="128" y="74"/>
                    <a:pt x="128" y="74"/>
                    <a:pt x="128" y="74"/>
                  </a:cubicBezTo>
                  <a:cubicBezTo>
                    <a:pt x="128" y="127"/>
                    <a:pt x="128" y="127"/>
                    <a:pt x="128" y="127"/>
                  </a:cubicBezTo>
                  <a:cubicBezTo>
                    <a:pt x="73" y="127"/>
                    <a:pt x="73" y="127"/>
                    <a:pt x="73" y="127"/>
                  </a:cubicBezTo>
                  <a:cubicBezTo>
                    <a:pt x="73" y="330"/>
                    <a:pt x="73" y="330"/>
                    <a:pt x="73" y="330"/>
                  </a:cubicBezTo>
                  <a:cubicBezTo>
                    <a:pt x="0" y="330"/>
                    <a:pt x="0" y="330"/>
                    <a:pt x="0" y="330"/>
                  </a:cubicBezTo>
                  <a:cubicBezTo>
                    <a:pt x="0" y="348"/>
                    <a:pt x="0" y="348"/>
                    <a:pt x="0" y="348"/>
                  </a:cubicBezTo>
                  <a:cubicBezTo>
                    <a:pt x="630" y="348"/>
                    <a:pt x="630" y="348"/>
                    <a:pt x="630" y="348"/>
                  </a:cubicBezTo>
                  <a:cubicBezTo>
                    <a:pt x="630" y="330"/>
                    <a:pt x="630" y="330"/>
                    <a:pt x="630" y="330"/>
                  </a:cubicBezTo>
                  <a:cubicBezTo>
                    <a:pt x="601" y="330"/>
                    <a:pt x="601" y="330"/>
                    <a:pt x="601" y="330"/>
                  </a:cubicBezTo>
                  <a:cubicBezTo>
                    <a:pt x="601" y="307"/>
                    <a:pt x="601" y="307"/>
                    <a:pt x="601" y="307"/>
                  </a:cubicBezTo>
                  <a:cubicBezTo>
                    <a:pt x="649" y="316"/>
                    <a:pt x="686" y="328"/>
                    <a:pt x="687" y="338"/>
                  </a:cubicBezTo>
                  <a:cubicBezTo>
                    <a:pt x="687" y="338"/>
                    <a:pt x="687" y="351"/>
                    <a:pt x="616" y="371"/>
                  </a:cubicBezTo>
                  <a:cubicBezTo>
                    <a:pt x="579" y="381"/>
                    <a:pt x="542" y="391"/>
                    <a:pt x="506" y="400"/>
                  </a:cubicBezTo>
                  <a:cubicBezTo>
                    <a:pt x="364" y="437"/>
                    <a:pt x="310" y="453"/>
                    <a:pt x="311" y="477"/>
                  </a:cubicBezTo>
                  <a:cubicBezTo>
                    <a:pt x="312" y="491"/>
                    <a:pt x="329" y="503"/>
                    <a:pt x="408" y="515"/>
                  </a:cubicBezTo>
                  <a:cubicBezTo>
                    <a:pt x="410" y="499"/>
                    <a:pt x="410" y="499"/>
                    <a:pt x="410" y="499"/>
                  </a:cubicBezTo>
                  <a:cubicBezTo>
                    <a:pt x="338" y="488"/>
                    <a:pt x="329" y="478"/>
                    <a:pt x="327" y="476"/>
                  </a:cubicBezTo>
                  <a:cubicBezTo>
                    <a:pt x="328" y="474"/>
                    <a:pt x="335" y="466"/>
                    <a:pt x="381" y="451"/>
                  </a:cubicBezTo>
                  <a:cubicBezTo>
                    <a:pt x="415" y="440"/>
                    <a:pt x="461" y="428"/>
                    <a:pt x="510" y="416"/>
                  </a:cubicBezTo>
                  <a:cubicBezTo>
                    <a:pt x="546" y="406"/>
                    <a:pt x="584" y="397"/>
                    <a:pt x="621" y="386"/>
                  </a:cubicBezTo>
                  <a:cubicBezTo>
                    <a:pt x="679" y="370"/>
                    <a:pt x="704" y="355"/>
                    <a:pt x="703" y="336"/>
                  </a:cubicBezTo>
                  <a:cubicBezTo>
                    <a:pt x="701" y="312"/>
                    <a:pt x="646" y="298"/>
                    <a:pt x="601" y="291"/>
                  </a:cubicBezTo>
                  <a:close/>
                  <a:moveTo>
                    <a:pt x="483" y="269"/>
                  </a:moveTo>
                  <a:cubicBezTo>
                    <a:pt x="492" y="269"/>
                    <a:pt x="499" y="277"/>
                    <a:pt x="499" y="286"/>
                  </a:cubicBezTo>
                  <a:cubicBezTo>
                    <a:pt x="499" y="295"/>
                    <a:pt x="492" y="302"/>
                    <a:pt x="483" y="302"/>
                  </a:cubicBezTo>
                  <a:cubicBezTo>
                    <a:pt x="474" y="302"/>
                    <a:pt x="466" y="295"/>
                    <a:pt x="466" y="286"/>
                  </a:cubicBezTo>
                  <a:cubicBezTo>
                    <a:pt x="466" y="277"/>
                    <a:pt x="474" y="269"/>
                    <a:pt x="483" y="269"/>
                  </a:cubicBezTo>
                  <a:close/>
                  <a:moveTo>
                    <a:pt x="533" y="269"/>
                  </a:moveTo>
                  <a:cubicBezTo>
                    <a:pt x="542" y="269"/>
                    <a:pt x="550" y="277"/>
                    <a:pt x="550" y="286"/>
                  </a:cubicBezTo>
                  <a:cubicBezTo>
                    <a:pt x="550" y="295"/>
                    <a:pt x="542" y="302"/>
                    <a:pt x="533" y="302"/>
                  </a:cubicBezTo>
                  <a:cubicBezTo>
                    <a:pt x="524" y="302"/>
                    <a:pt x="517" y="295"/>
                    <a:pt x="517" y="286"/>
                  </a:cubicBezTo>
                  <a:cubicBezTo>
                    <a:pt x="517" y="277"/>
                    <a:pt x="524" y="269"/>
                    <a:pt x="533" y="269"/>
                  </a:cubicBezTo>
                  <a:close/>
                  <a:moveTo>
                    <a:pt x="357" y="127"/>
                  </a:moveTo>
                  <a:cubicBezTo>
                    <a:pt x="357" y="85"/>
                    <a:pt x="391" y="51"/>
                    <a:pt x="433" y="51"/>
                  </a:cubicBezTo>
                  <a:cubicBezTo>
                    <a:pt x="474" y="51"/>
                    <a:pt x="508" y="85"/>
                    <a:pt x="508" y="127"/>
                  </a:cubicBezTo>
                  <a:cubicBezTo>
                    <a:pt x="508" y="127"/>
                    <a:pt x="508" y="127"/>
                    <a:pt x="508" y="127"/>
                  </a:cubicBezTo>
                  <a:cubicBezTo>
                    <a:pt x="458" y="127"/>
                    <a:pt x="458" y="127"/>
                    <a:pt x="458" y="127"/>
                  </a:cubicBezTo>
                  <a:cubicBezTo>
                    <a:pt x="458" y="127"/>
                    <a:pt x="458" y="127"/>
                    <a:pt x="458" y="127"/>
                  </a:cubicBezTo>
                  <a:cubicBezTo>
                    <a:pt x="458" y="113"/>
                    <a:pt x="447" y="101"/>
                    <a:pt x="433" y="101"/>
                  </a:cubicBezTo>
                  <a:cubicBezTo>
                    <a:pt x="419" y="101"/>
                    <a:pt x="407" y="113"/>
                    <a:pt x="407" y="127"/>
                  </a:cubicBezTo>
                  <a:cubicBezTo>
                    <a:pt x="407" y="127"/>
                    <a:pt x="407" y="127"/>
                    <a:pt x="407" y="127"/>
                  </a:cubicBezTo>
                  <a:cubicBezTo>
                    <a:pt x="357" y="127"/>
                    <a:pt x="357" y="127"/>
                    <a:pt x="357" y="127"/>
                  </a:cubicBezTo>
                  <a:close/>
                  <a:moveTo>
                    <a:pt x="140" y="86"/>
                  </a:moveTo>
                  <a:cubicBezTo>
                    <a:pt x="256" y="86"/>
                    <a:pt x="256" y="86"/>
                    <a:pt x="256" y="86"/>
                  </a:cubicBezTo>
                  <a:cubicBezTo>
                    <a:pt x="256" y="127"/>
                    <a:pt x="256" y="127"/>
                    <a:pt x="256" y="127"/>
                  </a:cubicBezTo>
                  <a:cubicBezTo>
                    <a:pt x="140" y="127"/>
                    <a:pt x="140" y="127"/>
                    <a:pt x="140" y="127"/>
                  </a:cubicBezTo>
                  <a:lnTo>
                    <a:pt x="140" y="86"/>
                  </a:lnTo>
                  <a:close/>
                  <a:moveTo>
                    <a:pt x="97" y="149"/>
                  </a:moveTo>
                  <a:cubicBezTo>
                    <a:pt x="414" y="149"/>
                    <a:pt x="414" y="149"/>
                    <a:pt x="414" y="149"/>
                  </a:cubicBezTo>
                  <a:cubicBezTo>
                    <a:pt x="414" y="163"/>
                    <a:pt x="414" y="163"/>
                    <a:pt x="414" y="163"/>
                  </a:cubicBezTo>
                  <a:cubicBezTo>
                    <a:pt x="97" y="163"/>
                    <a:pt x="97" y="163"/>
                    <a:pt x="97" y="163"/>
                  </a:cubicBezTo>
                  <a:lnTo>
                    <a:pt x="97" y="149"/>
                  </a:lnTo>
                  <a:close/>
                  <a:moveTo>
                    <a:pt x="180" y="179"/>
                  </a:moveTo>
                  <a:cubicBezTo>
                    <a:pt x="206" y="179"/>
                    <a:pt x="206" y="179"/>
                    <a:pt x="206" y="179"/>
                  </a:cubicBezTo>
                  <a:cubicBezTo>
                    <a:pt x="206" y="193"/>
                    <a:pt x="206" y="193"/>
                    <a:pt x="206" y="193"/>
                  </a:cubicBezTo>
                  <a:cubicBezTo>
                    <a:pt x="180" y="193"/>
                    <a:pt x="180" y="193"/>
                    <a:pt x="180" y="193"/>
                  </a:cubicBezTo>
                  <a:lnTo>
                    <a:pt x="180" y="179"/>
                  </a:lnTo>
                  <a:close/>
                  <a:moveTo>
                    <a:pt x="97" y="179"/>
                  </a:moveTo>
                  <a:cubicBezTo>
                    <a:pt x="164" y="179"/>
                    <a:pt x="164" y="179"/>
                    <a:pt x="164" y="179"/>
                  </a:cubicBezTo>
                  <a:cubicBezTo>
                    <a:pt x="164" y="193"/>
                    <a:pt x="164" y="193"/>
                    <a:pt x="164" y="193"/>
                  </a:cubicBezTo>
                  <a:cubicBezTo>
                    <a:pt x="97" y="193"/>
                    <a:pt x="97" y="193"/>
                    <a:pt x="97" y="193"/>
                  </a:cubicBezTo>
                  <a:lnTo>
                    <a:pt x="97" y="1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54" name="组合 153"/>
          <p:cNvGrpSpPr/>
          <p:nvPr/>
        </p:nvGrpSpPr>
        <p:grpSpPr>
          <a:xfrm>
            <a:off x="468313" y="4791075"/>
            <a:ext cx="1692275" cy="1708150"/>
            <a:chOff x="468313" y="4791075"/>
            <a:chExt cx="1692275" cy="1708150"/>
          </a:xfrm>
          <a:solidFill>
            <a:schemeClr val="tx1">
              <a:lumMod val="65000"/>
              <a:lumOff val="35000"/>
            </a:schemeClr>
          </a:solidFill>
        </p:grpSpPr>
        <p:sp>
          <p:nvSpPr>
            <p:cNvPr id="155" name="Freeform 150"/>
            <p:cNvSpPr>
              <a:spLocks/>
            </p:cNvSpPr>
            <p:nvPr/>
          </p:nvSpPr>
          <p:spPr bwMode="auto">
            <a:xfrm>
              <a:off x="684213" y="5911850"/>
              <a:ext cx="233363" cy="220663"/>
            </a:xfrm>
            <a:custGeom>
              <a:avLst/>
              <a:gdLst>
                <a:gd name="T0" fmla="*/ 106 w 151"/>
                <a:gd name="T1" fmla="*/ 65 h 143"/>
                <a:gd name="T2" fmla="*/ 60 w 151"/>
                <a:gd name="T3" fmla="*/ 0 h 143"/>
                <a:gd name="T4" fmla="*/ 50 w 151"/>
                <a:gd name="T5" fmla="*/ 68 h 143"/>
                <a:gd name="T6" fmla="*/ 39 w 151"/>
                <a:gd name="T7" fmla="*/ 36 h 143"/>
                <a:gd name="T8" fmla="*/ 77 w 151"/>
                <a:gd name="T9" fmla="*/ 138 h 143"/>
                <a:gd name="T10" fmla="*/ 108 w 151"/>
                <a:gd name="T11" fmla="*/ 29 h 143"/>
                <a:gd name="T12" fmla="*/ 106 w 151"/>
                <a:gd name="T13" fmla="*/ 65 h 143"/>
              </a:gdLst>
              <a:ahLst/>
              <a:cxnLst>
                <a:cxn ang="0">
                  <a:pos x="T0" y="T1"/>
                </a:cxn>
                <a:cxn ang="0">
                  <a:pos x="T2" y="T3"/>
                </a:cxn>
                <a:cxn ang="0">
                  <a:pos x="T4" y="T5"/>
                </a:cxn>
                <a:cxn ang="0">
                  <a:pos x="T6" y="T7"/>
                </a:cxn>
                <a:cxn ang="0">
                  <a:pos x="T8" y="T9"/>
                </a:cxn>
                <a:cxn ang="0">
                  <a:pos x="T10" y="T11"/>
                </a:cxn>
                <a:cxn ang="0">
                  <a:pos x="T12" y="T13"/>
                </a:cxn>
              </a:cxnLst>
              <a:rect l="0" t="0" r="r" b="b"/>
              <a:pathLst>
                <a:path w="151" h="143">
                  <a:moveTo>
                    <a:pt x="106" y="65"/>
                  </a:moveTo>
                  <a:cubicBezTo>
                    <a:pt x="87" y="64"/>
                    <a:pt x="109" y="22"/>
                    <a:pt x="60" y="0"/>
                  </a:cubicBezTo>
                  <a:cubicBezTo>
                    <a:pt x="73" y="27"/>
                    <a:pt x="62" y="69"/>
                    <a:pt x="50" y="68"/>
                  </a:cubicBezTo>
                  <a:cubicBezTo>
                    <a:pt x="39" y="67"/>
                    <a:pt x="39" y="48"/>
                    <a:pt x="39" y="36"/>
                  </a:cubicBezTo>
                  <a:cubicBezTo>
                    <a:pt x="0" y="59"/>
                    <a:pt x="15" y="134"/>
                    <a:pt x="77" y="138"/>
                  </a:cubicBezTo>
                  <a:cubicBezTo>
                    <a:pt x="151" y="143"/>
                    <a:pt x="151" y="49"/>
                    <a:pt x="108" y="29"/>
                  </a:cubicBezTo>
                  <a:cubicBezTo>
                    <a:pt x="111" y="36"/>
                    <a:pt x="112" y="65"/>
                    <a:pt x="106"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151"/>
            <p:cNvSpPr>
              <a:spLocks noEditPoints="1"/>
            </p:cNvSpPr>
            <p:nvPr/>
          </p:nvSpPr>
          <p:spPr bwMode="auto">
            <a:xfrm>
              <a:off x="468313" y="5503863"/>
              <a:ext cx="649288" cy="971550"/>
            </a:xfrm>
            <a:custGeom>
              <a:avLst/>
              <a:gdLst>
                <a:gd name="T0" fmla="*/ 402 w 418"/>
                <a:gd name="T1" fmla="*/ 32 h 627"/>
                <a:gd name="T2" fmla="*/ 418 w 418"/>
                <a:gd name="T3" fmla="*/ 16 h 627"/>
                <a:gd name="T4" fmla="*/ 402 w 418"/>
                <a:gd name="T5" fmla="*/ 0 h 627"/>
                <a:gd name="T6" fmla="*/ 16 w 418"/>
                <a:gd name="T7" fmla="*/ 0 h 627"/>
                <a:gd name="T8" fmla="*/ 0 w 418"/>
                <a:gd name="T9" fmla="*/ 16 h 627"/>
                <a:gd name="T10" fmla="*/ 16 w 418"/>
                <a:gd name="T11" fmla="*/ 32 h 627"/>
                <a:gd name="T12" fmla="*/ 21 w 418"/>
                <a:gd name="T13" fmla="*/ 32 h 627"/>
                <a:gd name="T14" fmla="*/ 21 w 418"/>
                <a:gd name="T15" fmla="*/ 297 h 627"/>
                <a:gd name="T16" fmla="*/ 16 w 418"/>
                <a:gd name="T17" fmla="*/ 297 h 627"/>
                <a:gd name="T18" fmla="*/ 0 w 418"/>
                <a:gd name="T19" fmla="*/ 313 h 627"/>
                <a:gd name="T20" fmla="*/ 16 w 418"/>
                <a:gd name="T21" fmla="*/ 329 h 627"/>
                <a:gd name="T22" fmla="*/ 21 w 418"/>
                <a:gd name="T23" fmla="*/ 329 h 627"/>
                <a:gd name="T24" fmla="*/ 21 w 418"/>
                <a:gd name="T25" fmla="*/ 595 h 627"/>
                <a:gd name="T26" fmla="*/ 16 w 418"/>
                <a:gd name="T27" fmla="*/ 595 h 627"/>
                <a:gd name="T28" fmla="*/ 0 w 418"/>
                <a:gd name="T29" fmla="*/ 611 h 627"/>
                <a:gd name="T30" fmla="*/ 16 w 418"/>
                <a:gd name="T31" fmla="*/ 627 h 627"/>
                <a:gd name="T32" fmla="*/ 402 w 418"/>
                <a:gd name="T33" fmla="*/ 627 h 627"/>
                <a:gd name="T34" fmla="*/ 418 w 418"/>
                <a:gd name="T35" fmla="*/ 611 h 627"/>
                <a:gd name="T36" fmla="*/ 402 w 418"/>
                <a:gd name="T37" fmla="*/ 595 h 627"/>
                <a:gd name="T38" fmla="*/ 397 w 418"/>
                <a:gd name="T39" fmla="*/ 595 h 627"/>
                <a:gd name="T40" fmla="*/ 397 w 418"/>
                <a:gd name="T41" fmla="*/ 329 h 627"/>
                <a:gd name="T42" fmla="*/ 402 w 418"/>
                <a:gd name="T43" fmla="*/ 329 h 627"/>
                <a:gd name="T44" fmla="*/ 418 w 418"/>
                <a:gd name="T45" fmla="*/ 313 h 627"/>
                <a:gd name="T46" fmla="*/ 402 w 418"/>
                <a:gd name="T47" fmla="*/ 297 h 627"/>
                <a:gd name="T48" fmla="*/ 397 w 418"/>
                <a:gd name="T49" fmla="*/ 297 h 627"/>
                <a:gd name="T50" fmla="*/ 397 w 418"/>
                <a:gd name="T51" fmla="*/ 32 h 627"/>
                <a:gd name="T52" fmla="*/ 402 w 418"/>
                <a:gd name="T53" fmla="*/ 32 h 627"/>
                <a:gd name="T54" fmla="*/ 214 w 418"/>
                <a:gd name="T55" fmla="*/ 412 h 627"/>
                <a:gd name="T56" fmla="*/ 135 w 418"/>
                <a:gd name="T57" fmla="*/ 232 h 627"/>
                <a:gd name="T58" fmla="*/ 158 w 418"/>
                <a:gd name="T59" fmla="*/ 288 h 627"/>
                <a:gd name="T60" fmla="*/ 169 w 418"/>
                <a:gd name="T61" fmla="*/ 164 h 627"/>
                <a:gd name="T62" fmla="*/ 259 w 418"/>
                <a:gd name="T63" fmla="*/ 277 h 627"/>
                <a:gd name="T64" fmla="*/ 259 w 418"/>
                <a:gd name="T65" fmla="*/ 211 h 627"/>
                <a:gd name="T66" fmla="*/ 214 w 418"/>
                <a:gd name="T67" fmla="*/ 412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18" h="627">
                  <a:moveTo>
                    <a:pt x="402" y="32"/>
                  </a:moveTo>
                  <a:cubicBezTo>
                    <a:pt x="411" y="32"/>
                    <a:pt x="418" y="25"/>
                    <a:pt x="418" y="16"/>
                  </a:cubicBezTo>
                  <a:cubicBezTo>
                    <a:pt x="418" y="7"/>
                    <a:pt x="411" y="0"/>
                    <a:pt x="402" y="0"/>
                  </a:cubicBezTo>
                  <a:cubicBezTo>
                    <a:pt x="16" y="0"/>
                    <a:pt x="16" y="0"/>
                    <a:pt x="16" y="0"/>
                  </a:cubicBezTo>
                  <a:cubicBezTo>
                    <a:pt x="7" y="0"/>
                    <a:pt x="0" y="7"/>
                    <a:pt x="0" y="16"/>
                  </a:cubicBezTo>
                  <a:cubicBezTo>
                    <a:pt x="0" y="25"/>
                    <a:pt x="7" y="32"/>
                    <a:pt x="16" y="32"/>
                  </a:cubicBezTo>
                  <a:cubicBezTo>
                    <a:pt x="21" y="32"/>
                    <a:pt x="21" y="32"/>
                    <a:pt x="21" y="32"/>
                  </a:cubicBezTo>
                  <a:cubicBezTo>
                    <a:pt x="21" y="297"/>
                    <a:pt x="21" y="297"/>
                    <a:pt x="21" y="297"/>
                  </a:cubicBezTo>
                  <a:cubicBezTo>
                    <a:pt x="16" y="297"/>
                    <a:pt x="16" y="297"/>
                    <a:pt x="16" y="297"/>
                  </a:cubicBezTo>
                  <a:cubicBezTo>
                    <a:pt x="7" y="297"/>
                    <a:pt x="0" y="305"/>
                    <a:pt x="0" y="313"/>
                  </a:cubicBezTo>
                  <a:cubicBezTo>
                    <a:pt x="0" y="322"/>
                    <a:pt x="7" y="329"/>
                    <a:pt x="16" y="329"/>
                  </a:cubicBezTo>
                  <a:cubicBezTo>
                    <a:pt x="21" y="329"/>
                    <a:pt x="21" y="329"/>
                    <a:pt x="21" y="329"/>
                  </a:cubicBezTo>
                  <a:cubicBezTo>
                    <a:pt x="21" y="595"/>
                    <a:pt x="21" y="595"/>
                    <a:pt x="21" y="595"/>
                  </a:cubicBezTo>
                  <a:cubicBezTo>
                    <a:pt x="16" y="595"/>
                    <a:pt x="16" y="595"/>
                    <a:pt x="16" y="595"/>
                  </a:cubicBezTo>
                  <a:cubicBezTo>
                    <a:pt x="7" y="595"/>
                    <a:pt x="0" y="602"/>
                    <a:pt x="0" y="611"/>
                  </a:cubicBezTo>
                  <a:cubicBezTo>
                    <a:pt x="0" y="619"/>
                    <a:pt x="7" y="627"/>
                    <a:pt x="16" y="627"/>
                  </a:cubicBezTo>
                  <a:cubicBezTo>
                    <a:pt x="402" y="627"/>
                    <a:pt x="402" y="627"/>
                    <a:pt x="402" y="627"/>
                  </a:cubicBezTo>
                  <a:cubicBezTo>
                    <a:pt x="411" y="627"/>
                    <a:pt x="418" y="619"/>
                    <a:pt x="418" y="611"/>
                  </a:cubicBezTo>
                  <a:cubicBezTo>
                    <a:pt x="418" y="602"/>
                    <a:pt x="411" y="595"/>
                    <a:pt x="402" y="595"/>
                  </a:cubicBezTo>
                  <a:cubicBezTo>
                    <a:pt x="397" y="595"/>
                    <a:pt x="397" y="595"/>
                    <a:pt x="397" y="595"/>
                  </a:cubicBezTo>
                  <a:cubicBezTo>
                    <a:pt x="397" y="329"/>
                    <a:pt x="397" y="329"/>
                    <a:pt x="397" y="329"/>
                  </a:cubicBezTo>
                  <a:cubicBezTo>
                    <a:pt x="402" y="329"/>
                    <a:pt x="402" y="329"/>
                    <a:pt x="402" y="329"/>
                  </a:cubicBezTo>
                  <a:cubicBezTo>
                    <a:pt x="411" y="329"/>
                    <a:pt x="418" y="322"/>
                    <a:pt x="418" y="313"/>
                  </a:cubicBezTo>
                  <a:cubicBezTo>
                    <a:pt x="418" y="305"/>
                    <a:pt x="411" y="297"/>
                    <a:pt x="402" y="297"/>
                  </a:cubicBezTo>
                  <a:cubicBezTo>
                    <a:pt x="397" y="297"/>
                    <a:pt x="397" y="297"/>
                    <a:pt x="397" y="297"/>
                  </a:cubicBezTo>
                  <a:cubicBezTo>
                    <a:pt x="397" y="32"/>
                    <a:pt x="397" y="32"/>
                    <a:pt x="397" y="32"/>
                  </a:cubicBezTo>
                  <a:lnTo>
                    <a:pt x="402" y="32"/>
                  </a:lnTo>
                  <a:close/>
                  <a:moveTo>
                    <a:pt x="214" y="412"/>
                  </a:moveTo>
                  <a:cubicBezTo>
                    <a:pt x="102" y="412"/>
                    <a:pt x="68" y="277"/>
                    <a:pt x="135" y="232"/>
                  </a:cubicBezTo>
                  <a:cubicBezTo>
                    <a:pt x="137" y="253"/>
                    <a:pt x="138" y="288"/>
                    <a:pt x="158" y="288"/>
                  </a:cubicBezTo>
                  <a:cubicBezTo>
                    <a:pt x="180" y="288"/>
                    <a:pt x="196" y="212"/>
                    <a:pt x="169" y="164"/>
                  </a:cubicBezTo>
                  <a:cubicBezTo>
                    <a:pt x="259" y="198"/>
                    <a:pt x="225" y="277"/>
                    <a:pt x="259" y="277"/>
                  </a:cubicBezTo>
                  <a:cubicBezTo>
                    <a:pt x="271" y="277"/>
                    <a:pt x="265" y="224"/>
                    <a:pt x="259" y="211"/>
                  </a:cubicBezTo>
                  <a:cubicBezTo>
                    <a:pt x="338" y="243"/>
                    <a:pt x="350" y="412"/>
                    <a:pt x="214" y="4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152"/>
            <p:cNvSpPr>
              <a:spLocks/>
            </p:cNvSpPr>
            <p:nvPr/>
          </p:nvSpPr>
          <p:spPr bwMode="auto">
            <a:xfrm>
              <a:off x="1358900" y="5038725"/>
              <a:ext cx="552450" cy="1460500"/>
            </a:xfrm>
            <a:custGeom>
              <a:avLst/>
              <a:gdLst>
                <a:gd name="T0" fmla="*/ 256 w 356"/>
                <a:gd name="T1" fmla="*/ 296 h 942"/>
                <a:gd name="T2" fmla="*/ 276 w 356"/>
                <a:gd name="T3" fmla="*/ 237 h 942"/>
                <a:gd name="T4" fmla="*/ 244 w 356"/>
                <a:gd name="T5" fmla="*/ 206 h 942"/>
                <a:gd name="T6" fmla="*/ 231 w 356"/>
                <a:gd name="T7" fmla="*/ 176 h 942"/>
                <a:gd name="T8" fmla="*/ 209 w 356"/>
                <a:gd name="T9" fmla="*/ 163 h 942"/>
                <a:gd name="T10" fmla="*/ 219 w 356"/>
                <a:gd name="T11" fmla="*/ 135 h 942"/>
                <a:gd name="T12" fmla="*/ 227 w 356"/>
                <a:gd name="T13" fmla="*/ 77 h 942"/>
                <a:gd name="T14" fmla="*/ 131 w 356"/>
                <a:gd name="T15" fmla="*/ 8 h 942"/>
                <a:gd name="T16" fmla="*/ 88 w 356"/>
                <a:gd name="T17" fmla="*/ 22 h 942"/>
                <a:gd name="T18" fmla="*/ 102 w 356"/>
                <a:gd name="T19" fmla="*/ 65 h 942"/>
                <a:gd name="T20" fmla="*/ 211 w 356"/>
                <a:gd name="T21" fmla="*/ 175 h 942"/>
                <a:gd name="T22" fmla="*/ 215 w 356"/>
                <a:gd name="T23" fmla="*/ 206 h 942"/>
                <a:gd name="T24" fmla="*/ 113 w 356"/>
                <a:gd name="T25" fmla="*/ 275 h 942"/>
                <a:gd name="T26" fmla="*/ 90 w 356"/>
                <a:gd name="T27" fmla="*/ 497 h 942"/>
                <a:gd name="T28" fmla="*/ 127 w 356"/>
                <a:gd name="T29" fmla="*/ 556 h 942"/>
                <a:gd name="T30" fmla="*/ 24 w 356"/>
                <a:gd name="T31" fmla="*/ 848 h 942"/>
                <a:gd name="T32" fmla="*/ 17 w 356"/>
                <a:gd name="T33" fmla="*/ 918 h 942"/>
                <a:gd name="T34" fmla="*/ 88 w 356"/>
                <a:gd name="T35" fmla="*/ 925 h 942"/>
                <a:gd name="T36" fmla="*/ 221 w 356"/>
                <a:gd name="T37" fmla="*/ 714 h 942"/>
                <a:gd name="T38" fmla="*/ 254 w 356"/>
                <a:gd name="T39" fmla="*/ 890 h 942"/>
                <a:gd name="T40" fmla="*/ 304 w 356"/>
                <a:gd name="T41" fmla="*/ 936 h 942"/>
                <a:gd name="T42" fmla="*/ 308 w 356"/>
                <a:gd name="T43" fmla="*/ 936 h 942"/>
                <a:gd name="T44" fmla="*/ 354 w 356"/>
                <a:gd name="T45" fmla="*/ 882 h 942"/>
                <a:gd name="T46" fmla="*/ 233 w 356"/>
                <a:gd name="T47" fmla="*/ 505 h 942"/>
                <a:gd name="T48" fmla="*/ 232 w 356"/>
                <a:gd name="T49" fmla="*/ 439 h 942"/>
                <a:gd name="T50" fmla="*/ 147 w 356"/>
                <a:gd name="T51" fmla="*/ 286 h 942"/>
                <a:gd name="T52" fmla="*/ 155 w 356"/>
                <a:gd name="T53" fmla="*/ 255 h 942"/>
                <a:gd name="T54" fmla="*/ 183 w 356"/>
                <a:gd name="T55" fmla="*/ 239 h 942"/>
                <a:gd name="T56" fmla="*/ 188 w 356"/>
                <a:gd name="T57" fmla="*/ 239 h 942"/>
                <a:gd name="T58" fmla="*/ 229 w 356"/>
                <a:gd name="T59" fmla="*/ 275 h 942"/>
                <a:gd name="T60" fmla="*/ 249 w 356"/>
                <a:gd name="T61" fmla="*/ 330 h 942"/>
                <a:gd name="T62" fmla="*/ 255 w 356"/>
                <a:gd name="T63" fmla="*/ 303 h 942"/>
                <a:gd name="T64" fmla="*/ 256 w 356"/>
                <a:gd name="T65" fmla="*/ 296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56" h="942">
                  <a:moveTo>
                    <a:pt x="256" y="296"/>
                  </a:moveTo>
                  <a:cubicBezTo>
                    <a:pt x="262" y="284"/>
                    <a:pt x="272" y="264"/>
                    <a:pt x="276" y="237"/>
                  </a:cubicBezTo>
                  <a:cubicBezTo>
                    <a:pt x="263" y="230"/>
                    <a:pt x="252" y="219"/>
                    <a:pt x="244" y="206"/>
                  </a:cubicBezTo>
                  <a:cubicBezTo>
                    <a:pt x="238" y="197"/>
                    <a:pt x="233" y="187"/>
                    <a:pt x="231" y="176"/>
                  </a:cubicBezTo>
                  <a:cubicBezTo>
                    <a:pt x="222" y="177"/>
                    <a:pt x="213" y="172"/>
                    <a:pt x="209" y="163"/>
                  </a:cubicBezTo>
                  <a:cubicBezTo>
                    <a:pt x="205" y="152"/>
                    <a:pt x="210" y="141"/>
                    <a:pt x="219" y="135"/>
                  </a:cubicBezTo>
                  <a:cubicBezTo>
                    <a:pt x="216" y="115"/>
                    <a:pt x="219" y="95"/>
                    <a:pt x="227" y="77"/>
                  </a:cubicBezTo>
                  <a:cubicBezTo>
                    <a:pt x="203" y="51"/>
                    <a:pt x="171" y="28"/>
                    <a:pt x="131" y="8"/>
                  </a:cubicBezTo>
                  <a:cubicBezTo>
                    <a:pt x="115" y="0"/>
                    <a:pt x="96" y="6"/>
                    <a:pt x="88" y="22"/>
                  </a:cubicBezTo>
                  <a:cubicBezTo>
                    <a:pt x="80" y="38"/>
                    <a:pt x="86" y="57"/>
                    <a:pt x="102" y="65"/>
                  </a:cubicBezTo>
                  <a:cubicBezTo>
                    <a:pt x="163" y="96"/>
                    <a:pt x="200" y="133"/>
                    <a:pt x="211" y="175"/>
                  </a:cubicBezTo>
                  <a:cubicBezTo>
                    <a:pt x="214" y="186"/>
                    <a:pt x="215" y="196"/>
                    <a:pt x="215" y="206"/>
                  </a:cubicBezTo>
                  <a:cubicBezTo>
                    <a:pt x="181" y="199"/>
                    <a:pt x="133" y="218"/>
                    <a:pt x="113" y="275"/>
                  </a:cubicBezTo>
                  <a:cubicBezTo>
                    <a:pt x="86" y="356"/>
                    <a:pt x="80" y="408"/>
                    <a:pt x="90" y="497"/>
                  </a:cubicBezTo>
                  <a:cubicBezTo>
                    <a:pt x="97" y="529"/>
                    <a:pt x="111" y="547"/>
                    <a:pt x="127" y="556"/>
                  </a:cubicBezTo>
                  <a:cubicBezTo>
                    <a:pt x="139" y="623"/>
                    <a:pt x="141" y="751"/>
                    <a:pt x="24" y="848"/>
                  </a:cubicBezTo>
                  <a:cubicBezTo>
                    <a:pt x="3" y="865"/>
                    <a:pt x="0" y="897"/>
                    <a:pt x="17" y="918"/>
                  </a:cubicBezTo>
                  <a:cubicBezTo>
                    <a:pt x="35" y="939"/>
                    <a:pt x="66" y="942"/>
                    <a:pt x="88" y="925"/>
                  </a:cubicBezTo>
                  <a:cubicBezTo>
                    <a:pt x="156" y="868"/>
                    <a:pt x="201" y="797"/>
                    <a:pt x="221" y="714"/>
                  </a:cubicBezTo>
                  <a:cubicBezTo>
                    <a:pt x="236" y="763"/>
                    <a:pt x="249" y="822"/>
                    <a:pt x="254" y="890"/>
                  </a:cubicBezTo>
                  <a:cubicBezTo>
                    <a:pt x="256" y="916"/>
                    <a:pt x="278" y="936"/>
                    <a:pt x="304" y="936"/>
                  </a:cubicBezTo>
                  <a:cubicBezTo>
                    <a:pt x="305" y="936"/>
                    <a:pt x="307" y="936"/>
                    <a:pt x="308" y="936"/>
                  </a:cubicBezTo>
                  <a:cubicBezTo>
                    <a:pt x="335" y="934"/>
                    <a:pt x="356" y="910"/>
                    <a:pt x="354" y="882"/>
                  </a:cubicBezTo>
                  <a:cubicBezTo>
                    <a:pt x="339" y="692"/>
                    <a:pt x="274" y="567"/>
                    <a:pt x="233" y="505"/>
                  </a:cubicBezTo>
                  <a:cubicBezTo>
                    <a:pt x="231" y="484"/>
                    <a:pt x="231" y="461"/>
                    <a:pt x="232" y="439"/>
                  </a:cubicBezTo>
                  <a:cubicBezTo>
                    <a:pt x="176" y="389"/>
                    <a:pt x="152" y="325"/>
                    <a:pt x="147" y="286"/>
                  </a:cubicBezTo>
                  <a:cubicBezTo>
                    <a:pt x="146" y="275"/>
                    <a:pt x="149" y="264"/>
                    <a:pt x="155" y="255"/>
                  </a:cubicBezTo>
                  <a:cubicBezTo>
                    <a:pt x="162" y="246"/>
                    <a:pt x="172" y="241"/>
                    <a:pt x="183" y="239"/>
                  </a:cubicBezTo>
                  <a:cubicBezTo>
                    <a:pt x="184" y="239"/>
                    <a:pt x="186" y="239"/>
                    <a:pt x="188" y="239"/>
                  </a:cubicBezTo>
                  <a:cubicBezTo>
                    <a:pt x="208" y="239"/>
                    <a:pt x="226" y="254"/>
                    <a:pt x="229" y="275"/>
                  </a:cubicBezTo>
                  <a:cubicBezTo>
                    <a:pt x="229" y="277"/>
                    <a:pt x="233" y="301"/>
                    <a:pt x="249" y="330"/>
                  </a:cubicBezTo>
                  <a:cubicBezTo>
                    <a:pt x="251" y="321"/>
                    <a:pt x="253" y="311"/>
                    <a:pt x="255" y="303"/>
                  </a:cubicBezTo>
                  <a:cubicBezTo>
                    <a:pt x="255" y="300"/>
                    <a:pt x="256" y="298"/>
                    <a:pt x="256" y="2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153"/>
            <p:cNvSpPr>
              <a:spLocks/>
            </p:cNvSpPr>
            <p:nvPr/>
          </p:nvSpPr>
          <p:spPr bwMode="auto">
            <a:xfrm>
              <a:off x="1597025" y="5419725"/>
              <a:ext cx="406400" cy="390525"/>
            </a:xfrm>
            <a:custGeom>
              <a:avLst/>
              <a:gdLst>
                <a:gd name="T0" fmla="*/ 66 w 262"/>
                <a:gd name="T1" fmla="*/ 30 h 252"/>
                <a:gd name="T2" fmla="*/ 30 w 262"/>
                <a:gd name="T3" fmla="*/ 3 h 252"/>
                <a:gd name="T4" fmla="*/ 2 w 262"/>
                <a:gd name="T5" fmla="*/ 38 h 252"/>
                <a:gd name="T6" fmla="*/ 221 w 262"/>
                <a:gd name="T7" fmla="*/ 251 h 252"/>
                <a:gd name="T8" fmla="*/ 227 w 262"/>
                <a:gd name="T9" fmla="*/ 252 h 252"/>
                <a:gd name="T10" fmla="*/ 258 w 262"/>
                <a:gd name="T11" fmla="*/ 225 h 252"/>
                <a:gd name="T12" fmla="*/ 233 w 262"/>
                <a:gd name="T13" fmla="*/ 188 h 252"/>
                <a:gd name="T14" fmla="*/ 66 w 262"/>
                <a:gd name="T15" fmla="*/ 30 h 2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2" h="252">
                  <a:moveTo>
                    <a:pt x="66" y="30"/>
                  </a:moveTo>
                  <a:cubicBezTo>
                    <a:pt x="63" y="13"/>
                    <a:pt x="47" y="0"/>
                    <a:pt x="30" y="3"/>
                  </a:cubicBezTo>
                  <a:cubicBezTo>
                    <a:pt x="12" y="5"/>
                    <a:pt x="0" y="21"/>
                    <a:pt x="2" y="38"/>
                  </a:cubicBezTo>
                  <a:cubicBezTo>
                    <a:pt x="10" y="99"/>
                    <a:pt x="66" y="222"/>
                    <a:pt x="221" y="251"/>
                  </a:cubicBezTo>
                  <a:cubicBezTo>
                    <a:pt x="223" y="251"/>
                    <a:pt x="225" y="252"/>
                    <a:pt x="227" y="252"/>
                  </a:cubicBezTo>
                  <a:cubicBezTo>
                    <a:pt x="242" y="252"/>
                    <a:pt x="256" y="241"/>
                    <a:pt x="258" y="225"/>
                  </a:cubicBezTo>
                  <a:cubicBezTo>
                    <a:pt x="262" y="208"/>
                    <a:pt x="250" y="191"/>
                    <a:pt x="233" y="188"/>
                  </a:cubicBezTo>
                  <a:cubicBezTo>
                    <a:pt x="86" y="161"/>
                    <a:pt x="66" y="36"/>
                    <a:pt x="66"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154"/>
            <p:cNvSpPr>
              <a:spLocks/>
            </p:cNvSpPr>
            <p:nvPr/>
          </p:nvSpPr>
          <p:spPr bwMode="auto">
            <a:xfrm>
              <a:off x="1730375" y="5205413"/>
              <a:ext cx="292100" cy="227013"/>
            </a:xfrm>
            <a:custGeom>
              <a:avLst/>
              <a:gdLst>
                <a:gd name="T0" fmla="*/ 0 w 188"/>
                <a:gd name="T1" fmla="*/ 66 h 146"/>
                <a:gd name="T2" fmla="*/ 12 w 188"/>
                <a:gd name="T3" fmla="*/ 93 h 146"/>
                <a:gd name="T4" fmla="*/ 136 w 188"/>
                <a:gd name="T5" fmla="*/ 119 h 146"/>
                <a:gd name="T6" fmla="*/ 165 w 188"/>
                <a:gd name="T7" fmla="*/ 0 h 146"/>
                <a:gd name="T8" fmla="*/ 0 w 188"/>
                <a:gd name="T9" fmla="*/ 66 h 146"/>
              </a:gdLst>
              <a:ahLst/>
              <a:cxnLst>
                <a:cxn ang="0">
                  <a:pos x="T0" y="T1"/>
                </a:cxn>
                <a:cxn ang="0">
                  <a:pos x="T2" y="T3"/>
                </a:cxn>
                <a:cxn ang="0">
                  <a:pos x="T4" y="T5"/>
                </a:cxn>
                <a:cxn ang="0">
                  <a:pos x="T6" y="T7"/>
                </a:cxn>
                <a:cxn ang="0">
                  <a:pos x="T8" y="T9"/>
                </a:cxn>
              </a:cxnLst>
              <a:rect l="0" t="0" r="r" b="b"/>
              <a:pathLst>
                <a:path w="188" h="146">
                  <a:moveTo>
                    <a:pt x="0" y="66"/>
                  </a:moveTo>
                  <a:cubicBezTo>
                    <a:pt x="2" y="76"/>
                    <a:pt x="6" y="85"/>
                    <a:pt x="12" y="93"/>
                  </a:cubicBezTo>
                  <a:cubicBezTo>
                    <a:pt x="39" y="135"/>
                    <a:pt x="95" y="146"/>
                    <a:pt x="136" y="119"/>
                  </a:cubicBezTo>
                  <a:cubicBezTo>
                    <a:pt x="176" y="93"/>
                    <a:pt x="188" y="41"/>
                    <a:pt x="165" y="0"/>
                  </a:cubicBezTo>
                  <a:lnTo>
                    <a:pt x="0"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155"/>
            <p:cNvSpPr>
              <a:spLocks/>
            </p:cNvSpPr>
            <p:nvPr/>
          </p:nvSpPr>
          <p:spPr bwMode="auto">
            <a:xfrm>
              <a:off x="1692275" y="5070475"/>
              <a:ext cx="309563" cy="230188"/>
            </a:xfrm>
            <a:custGeom>
              <a:avLst/>
              <a:gdLst>
                <a:gd name="T0" fmla="*/ 3 w 200"/>
                <a:gd name="T1" fmla="*/ 138 h 148"/>
                <a:gd name="T2" fmla="*/ 19 w 200"/>
                <a:gd name="T3" fmla="*/ 145 h 148"/>
                <a:gd name="T4" fmla="*/ 190 w 200"/>
                <a:gd name="T5" fmla="*/ 77 h 148"/>
                <a:gd name="T6" fmla="*/ 197 w 200"/>
                <a:gd name="T7" fmla="*/ 61 h 148"/>
                <a:gd name="T8" fmla="*/ 181 w 200"/>
                <a:gd name="T9" fmla="*/ 54 h 148"/>
                <a:gd name="T10" fmla="*/ 176 w 200"/>
                <a:gd name="T11" fmla="*/ 56 h 148"/>
                <a:gd name="T12" fmla="*/ 67 w 200"/>
                <a:gd name="T13" fmla="*/ 16 h 148"/>
                <a:gd name="T14" fmla="*/ 15 w 200"/>
                <a:gd name="T15" fmla="*/ 120 h 148"/>
                <a:gd name="T16" fmla="*/ 10 w 200"/>
                <a:gd name="T17" fmla="*/ 122 h 148"/>
                <a:gd name="T18" fmla="*/ 3 w 200"/>
                <a:gd name="T19" fmla="*/ 13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0" h="148">
                  <a:moveTo>
                    <a:pt x="3" y="138"/>
                  </a:moveTo>
                  <a:cubicBezTo>
                    <a:pt x="6" y="145"/>
                    <a:pt x="13" y="148"/>
                    <a:pt x="19" y="145"/>
                  </a:cubicBezTo>
                  <a:cubicBezTo>
                    <a:pt x="190" y="77"/>
                    <a:pt x="190" y="77"/>
                    <a:pt x="190" y="77"/>
                  </a:cubicBezTo>
                  <a:cubicBezTo>
                    <a:pt x="196" y="74"/>
                    <a:pt x="200" y="67"/>
                    <a:pt x="197" y="61"/>
                  </a:cubicBezTo>
                  <a:cubicBezTo>
                    <a:pt x="194" y="54"/>
                    <a:pt x="187" y="51"/>
                    <a:pt x="181" y="54"/>
                  </a:cubicBezTo>
                  <a:cubicBezTo>
                    <a:pt x="176" y="56"/>
                    <a:pt x="176" y="56"/>
                    <a:pt x="176" y="56"/>
                  </a:cubicBezTo>
                  <a:cubicBezTo>
                    <a:pt x="155" y="17"/>
                    <a:pt x="108" y="0"/>
                    <a:pt x="67" y="16"/>
                  </a:cubicBezTo>
                  <a:cubicBezTo>
                    <a:pt x="25" y="33"/>
                    <a:pt x="4" y="78"/>
                    <a:pt x="15" y="120"/>
                  </a:cubicBezTo>
                  <a:cubicBezTo>
                    <a:pt x="10" y="122"/>
                    <a:pt x="10" y="122"/>
                    <a:pt x="10" y="122"/>
                  </a:cubicBezTo>
                  <a:cubicBezTo>
                    <a:pt x="4" y="125"/>
                    <a:pt x="0" y="132"/>
                    <a:pt x="3" y="1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156"/>
            <p:cNvSpPr>
              <a:spLocks/>
            </p:cNvSpPr>
            <p:nvPr/>
          </p:nvSpPr>
          <p:spPr bwMode="auto">
            <a:xfrm>
              <a:off x="1123950" y="4791075"/>
              <a:ext cx="188913" cy="198438"/>
            </a:xfrm>
            <a:custGeom>
              <a:avLst/>
              <a:gdLst>
                <a:gd name="T0" fmla="*/ 77 w 121"/>
                <a:gd name="T1" fmla="*/ 40 h 128"/>
                <a:gd name="T2" fmla="*/ 41 w 121"/>
                <a:gd name="T3" fmla="*/ 72 h 128"/>
                <a:gd name="T4" fmla="*/ 11 w 121"/>
                <a:gd name="T5" fmla="*/ 79 h 128"/>
                <a:gd name="T6" fmla="*/ 1 w 121"/>
                <a:gd name="T7" fmla="*/ 100 h 128"/>
                <a:gd name="T8" fmla="*/ 1 w 121"/>
                <a:gd name="T9" fmla="*/ 128 h 128"/>
                <a:gd name="T10" fmla="*/ 9 w 121"/>
                <a:gd name="T11" fmla="*/ 128 h 128"/>
                <a:gd name="T12" fmla="*/ 9 w 121"/>
                <a:gd name="T13" fmla="*/ 100 h 128"/>
                <a:gd name="T14" fmla="*/ 16 w 121"/>
                <a:gd name="T15" fmla="*/ 86 h 128"/>
                <a:gd name="T16" fmla="*/ 41 w 121"/>
                <a:gd name="T17" fmla="*/ 80 h 128"/>
                <a:gd name="T18" fmla="*/ 72 w 121"/>
                <a:gd name="T19" fmla="*/ 69 h 128"/>
                <a:gd name="T20" fmla="*/ 85 w 121"/>
                <a:gd name="T21" fmla="*/ 40 h 128"/>
                <a:gd name="T22" fmla="*/ 92 w 121"/>
                <a:gd name="T23" fmla="*/ 18 h 128"/>
                <a:gd name="T24" fmla="*/ 121 w 121"/>
                <a:gd name="T25" fmla="*/ 8 h 128"/>
                <a:gd name="T26" fmla="*/ 121 w 121"/>
                <a:gd name="T27" fmla="*/ 0 h 128"/>
                <a:gd name="T28" fmla="*/ 86 w 121"/>
                <a:gd name="T29" fmla="*/ 12 h 128"/>
                <a:gd name="T30" fmla="*/ 77 w 121"/>
                <a:gd name="T31" fmla="*/ 4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1" h="128">
                  <a:moveTo>
                    <a:pt x="77" y="40"/>
                  </a:moveTo>
                  <a:cubicBezTo>
                    <a:pt x="76" y="58"/>
                    <a:pt x="63" y="72"/>
                    <a:pt x="41" y="72"/>
                  </a:cubicBezTo>
                  <a:cubicBezTo>
                    <a:pt x="28" y="72"/>
                    <a:pt x="18" y="74"/>
                    <a:pt x="11" y="79"/>
                  </a:cubicBezTo>
                  <a:cubicBezTo>
                    <a:pt x="4" y="84"/>
                    <a:pt x="0" y="91"/>
                    <a:pt x="1" y="100"/>
                  </a:cubicBezTo>
                  <a:cubicBezTo>
                    <a:pt x="1" y="116"/>
                    <a:pt x="1" y="128"/>
                    <a:pt x="1" y="128"/>
                  </a:cubicBezTo>
                  <a:cubicBezTo>
                    <a:pt x="9" y="128"/>
                    <a:pt x="9" y="128"/>
                    <a:pt x="9" y="128"/>
                  </a:cubicBezTo>
                  <a:cubicBezTo>
                    <a:pt x="9" y="128"/>
                    <a:pt x="9" y="116"/>
                    <a:pt x="9" y="100"/>
                  </a:cubicBezTo>
                  <a:cubicBezTo>
                    <a:pt x="9" y="93"/>
                    <a:pt x="11" y="89"/>
                    <a:pt x="16" y="86"/>
                  </a:cubicBezTo>
                  <a:cubicBezTo>
                    <a:pt x="21" y="82"/>
                    <a:pt x="29" y="80"/>
                    <a:pt x="41" y="80"/>
                  </a:cubicBezTo>
                  <a:cubicBezTo>
                    <a:pt x="53" y="80"/>
                    <a:pt x="65" y="76"/>
                    <a:pt x="72" y="69"/>
                  </a:cubicBezTo>
                  <a:cubicBezTo>
                    <a:pt x="80" y="62"/>
                    <a:pt x="85" y="51"/>
                    <a:pt x="85" y="40"/>
                  </a:cubicBezTo>
                  <a:cubicBezTo>
                    <a:pt x="85" y="31"/>
                    <a:pt x="87" y="23"/>
                    <a:pt x="92" y="18"/>
                  </a:cubicBezTo>
                  <a:cubicBezTo>
                    <a:pt x="98" y="12"/>
                    <a:pt x="106" y="8"/>
                    <a:pt x="121" y="8"/>
                  </a:cubicBezTo>
                  <a:cubicBezTo>
                    <a:pt x="121" y="0"/>
                    <a:pt x="121" y="0"/>
                    <a:pt x="121" y="0"/>
                  </a:cubicBezTo>
                  <a:cubicBezTo>
                    <a:pt x="105" y="0"/>
                    <a:pt x="94" y="5"/>
                    <a:pt x="86" y="12"/>
                  </a:cubicBezTo>
                  <a:cubicBezTo>
                    <a:pt x="79" y="20"/>
                    <a:pt x="77" y="30"/>
                    <a:pt x="77"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157"/>
            <p:cNvSpPr>
              <a:spLocks/>
            </p:cNvSpPr>
            <p:nvPr/>
          </p:nvSpPr>
          <p:spPr bwMode="auto">
            <a:xfrm>
              <a:off x="1089025" y="4791075"/>
              <a:ext cx="93663" cy="198438"/>
            </a:xfrm>
            <a:custGeom>
              <a:avLst/>
              <a:gdLst>
                <a:gd name="T0" fmla="*/ 40 w 60"/>
                <a:gd name="T1" fmla="*/ 11 h 128"/>
                <a:gd name="T2" fmla="*/ 60 w 60"/>
                <a:gd name="T3" fmla="*/ 8 h 128"/>
                <a:gd name="T4" fmla="*/ 60 w 60"/>
                <a:gd name="T5" fmla="*/ 0 h 128"/>
                <a:gd name="T6" fmla="*/ 37 w 60"/>
                <a:gd name="T7" fmla="*/ 3 h 128"/>
                <a:gd name="T8" fmla="*/ 20 w 60"/>
                <a:gd name="T9" fmla="*/ 24 h 128"/>
                <a:gd name="T10" fmla="*/ 30 w 60"/>
                <a:gd name="T11" fmla="*/ 45 h 128"/>
                <a:gd name="T12" fmla="*/ 37 w 60"/>
                <a:gd name="T13" fmla="*/ 52 h 128"/>
                <a:gd name="T14" fmla="*/ 36 w 60"/>
                <a:gd name="T15" fmla="*/ 52 h 128"/>
                <a:gd name="T16" fmla="*/ 14 w 60"/>
                <a:gd name="T17" fmla="*/ 53 h 128"/>
                <a:gd name="T18" fmla="*/ 1 w 60"/>
                <a:gd name="T19" fmla="*/ 63 h 128"/>
                <a:gd name="T20" fmla="*/ 0 w 60"/>
                <a:gd name="T21" fmla="*/ 76 h 128"/>
                <a:gd name="T22" fmla="*/ 0 w 60"/>
                <a:gd name="T23" fmla="*/ 128 h 128"/>
                <a:gd name="T24" fmla="*/ 8 w 60"/>
                <a:gd name="T25" fmla="*/ 128 h 128"/>
                <a:gd name="T26" fmla="*/ 8 w 60"/>
                <a:gd name="T27" fmla="*/ 76 h 128"/>
                <a:gd name="T28" fmla="*/ 9 w 60"/>
                <a:gd name="T29" fmla="*/ 66 h 128"/>
                <a:gd name="T30" fmla="*/ 12 w 60"/>
                <a:gd name="T31" fmla="*/ 62 h 128"/>
                <a:gd name="T32" fmla="*/ 36 w 60"/>
                <a:gd name="T33" fmla="*/ 60 h 128"/>
                <a:gd name="T34" fmla="*/ 46 w 60"/>
                <a:gd name="T35" fmla="*/ 58 h 128"/>
                <a:gd name="T36" fmla="*/ 48 w 60"/>
                <a:gd name="T37" fmla="*/ 54 h 128"/>
                <a:gd name="T38" fmla="*/ 43 w 60"/>
                <a:gd name="T39" fmla="*/ 47 h 128"/>
                <a:gd name="T40" fmla="*/ 37 w 60"/>
                <a:gd name="T41" fmla="*/ 40 h 128"/>
                <a:gd name="T42" fmla="*/ 28 w 60"/>
                <a:gd name="T43" fmla="*/ 24 h 128"/>
                <a:gd name="T44" fmla="*/ 40 w 60"/>
                <a:gd name="T45" fmla="*/ 1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 h="128">
                  <a:moveTo>
                    <a:pt x="40" y="11"/>
                  </a:moveTo>
                  <a:cubicBezTo>
                    <a:pt x="47" y="8"/>
                    <a:pt x="56" y="8"/>
                    <a:pt x="60" y="8"/>
                  </a:cubicBezTo>
                  <a:cubicBezTo>
                    <a:pt x="60" y="0"/>
                    <a:pt x="60" y="0"/>
                    <a:pt x="60" y="0"/>
                  </a:cubicBezTo>
                  <a:cubicBezTo>
                    <a:pt x="56" y="0"/>
                    <a:pt x="46" y="0"/>
                    <a:pt x="37" y="3"/>
                  </a:cubicBezTo>
                  <a:cubicBezTo>
                    <a:pt x="29" y="6"/>
                    <a:pt x="19" y="12"/>
                    <a:pt x="20" y="24"/>
                  </a:cubicBezTo>
                  <a:cubicBezTo>
                    <a:pt x="20" y="33"/>
                    <a:pt x="25" y="40"/>
                    <a:pt x="30" y="45"/>
                  </a:cubicBezTo>
                  <a:cubicBezTo>
                    <a:pt x="33" y="48"/>
                    <a:pt x="36" y="50"/>
                    <a:pt x="37" y="52"/>
                  </a:cubicBezTo>
                  <a:cubicBezTo>
                    <a:pt x="37" y="52"/>
                    <a:pt x="36" y="52"/>
                    <a:pt x="36" y="52"/>
                  </a:cubicBezTo>
                  <a:cubicBezTo>
                    <a:pt x="27" y="52"/>
                    <a:pt x="20" y="52"/>
                    <a:pt x="14" y="53"/>
                  </a:cubicBezTo>
                  <a:cubicBezTo>
                    <a:pt x="8" y="55"/>
                    <a:pt x="4" y="58"/>
                    <a:pt x="1" y="63"/>
                  </a:cubicBezTo>
                  <a:cubicBezTo>
                    <a:pt x="0" y="67"/>
                    <a:pt x="0" y="71"/>
                    <a:pt x="0" y="76"/>
                  </a:cubicBezTo>
                  <a:cubicBezTo>
                    <a:pt x="0" y="96"/>
                    <a:pt x="0" y="128"/>
                    <a:pt x="0" y="128"/>
                  </a:cubicBezTo>
                  <a:cubicBezTo>
                    <a:pt x="8" y="128"/>
                    <a:pt x="8" y="128"/>
                    <a:pt x="8" y="128"/>
                  </a:cubicBezTo>
                  <a:cubicBezTo>
                    <a:pt x="8" y="128"/>
                    <a:pt x="8" y="96"/>
                    <a:pt x="8" y="76"/>
                  </a:cubicBezTo>
                  <a:cubicBezTo>
                    <a:pt x="8" y="72"/>
                    <a:pt x="8" y="68"/>
                    <a:pt x="9" y="66"/>
                  </a:cubicBezTo>
                  <a:cubicBezTo>
                    <a:pt x="10" y="64"/>
                    <a:pt x="11" y="63"/>
                    <a:pt x="12" y="62"/>
                  </a:cubicBezTo>
                  <a:cubicBezTo>
                    <a:pt x="16" y="61"/>
                    <a:pt x="24" y="60"/>
                    <a:pt x="36" y="60"/>
                  </a:cubicBezTo>
                  <a:cubicBezTo>
                    <a:pt x="40" y="60"/>
                    <a:pt x="43" y="60"/>
                    <a:pt x="46" y="58"/>
                  </a:cubicBezTo>
                  <a:cubicBezTo>
                    <a:pt x="47" y="57"/>
                    <a:pt x="48" y="56"/>
                    <a:pt x="48" y="54"/>
                  </a:cubicBezTo>
                  <a:cubicBezTo>
                    <a:pt x="47" y="50"/>
                    <a:pt x="45" y="49"/>
                    <a:pt x="43" y="47"/>
                  </a:cubicBezTo>
                  <a:cubicBezTo>
                    <a:pt x="41" y="45"/>
                    <a:pt x="39" y="43"/>
                    <a:pt x="37" y="40"/>
                  </a:cubicBezTo>
                  <a:cubicBezTo>
                    <a:pt x="32" y="36"/>
                    <a:pt x="27" y="30"/>
                    <a:pt x="28" y="24"/>
                  </a:cubicBezTo>
                  <a:cubicBezTo>
                    <a:pt x="28" y="17"/>
                    <a:pt x="32" y="13"/>
                    <a:pt x="4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158"/>
            <p:cNvSpPr>
              <a:spLocks/>
            </p:cNvSpPr>
            <p:nvPr/>
          </p:nvSpPr>
          <p:spPr bwMode="auto">
            <a:xfrm>
              <a:off x="1119188" y="4997450"/>
              <a:ext cx="184150" cy="63500"/>
            </a:xfrm>
            <a:custGeom>
              <a:avLst/>
              <a:gdLst>
                <a:gd name="T0" fmla="*/ 0 w 116"/>
                <a:gd name="T1" fmla="*/ 27 h 40"/>
                <a:gd name="T2" fmla="*/ 2 w 116"/>
                <a:gd name="T3" fmla="*/ 40 h 40"/>
                <a:gd name="T4" fmla="*/ 116 w 116"/>
                <a:gd name="T5" fmla="*/ 12 h 40"/>
                <a:gd name="T6" fmla="*/ 113 w 116"/>
                <a:gd name="T7" fmla="*/ 0 h 40"/>
                <a:gd name="T8" fmla="*/ 0 w 116"/>
                <a:gd name="T9" fmla="*/ 27 h 40"/>
              </a:gdLst>
              <a:ahLst/>
              <a:cxnLst>
                <a:cxn ang="0">
                  <a:pos x="T0" y="T1"/>
                </a:cxn>
                <a:cxn ang="0">
                  <a:pos x="T2" y="T3"/>
                </a:cxn>
                <a:cxn ang="0">
                  <a:pos x="T4" y="T5"/>
                </a:cxn>
                <a:cxn ang="0">
                  <a:pos x="T6" y="T7"/>
                </a:cxn>
                <a:cxn ang="0">
                  <a:pos x="T8" y="T9"/>
                </a:cxn>
              </a:cxnLst>
              <a:rect l="0" t="0" r="r" b="b"/>
              <a:pathLst>
                <a:path w="116" h="40">
                  <a:moveTo>
                    <a:pt x="0" y="27"/>
                  </a:moveTo>
                  <a:lnTo>
                    <a:pt x="2" y="40"/>
                  </a:lnTo>
                  <a:lnTo>
                    <a:pt x="116" y="12"/>
                  </a:lnTo>
                  <a:lnTo>
                    <a:pt x="113" y="0"/>
                  </a:lnTo>
                  <a:lnTo>
                    <a:pt x="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159"/>
            <p:cNvSpPr>
              <a:spLocks/>
            </p:cNvSpPr>
            <p:nvPr/>
          </p:nvSpPr>
          <p:spPr bwMode="auto">
            <a:xfrm>
              <a:off x="2006600" y="4840288"/>
              <a:ext cx="153988" cy="150813"/>
            </a:xfrm>
            <a:custGeom>
              <a:avLst/>
              <a:gdLst>
                <a:gd name="T0" fmla="*/ 66 w 99"/>
                <a:gd name="T1" fmla="*/ 0 h 97"/>
                <a:gd name="T2" fmla="*/ 34 w 99"/>
                <a:gd name="T3" fmla="*/ 73 h 97"/>
                <a:gd name="T4" fmla="*/ 18 w 99"/>
                <a:gd name="T5" fmla="*/ 68 h 97"/>
                <a:gd name="T6" fmla="*/ 1 w 99"/>
                <a:gd name="T7" fmla="*/ 84 h 97"/>
                <a:gd name="T8" fmla="*/ 21 w 99"/>
                <a:gd name="T9" fmla="*/ 96 h 97"/>
                <a:gd name="T10" fmla="*/ 37 w 99"/>
                <a:gd name="T11" fmla="*/ 85 h 97"/>
                <a:gd name="T12" fmla="*/ 66 w 99"/>
                <a:gd name="T13" fmla="*/ 20 h 97"/>
                <a:gd name="T14" fmla="*/ 91 w 99"/>
                <a:gd name="T15" fmla="*/ 37 h 97"/>
                <a:gd name="T16" fmla="*/ 95 w 99"/>
                <a:gd name="T17" fmla="*/ 30 h 97"/>
                <a:gd name="T18" fmla="*/ 95 w 99"/>
                <a:gd name="T19" fmla="*/ 30 h 97"/>
                <a:gd name="T20" fmla="*/ 99 w 99"/>
                <a:gd name="T21" fmla="*/ 25 h 97"/>
                <a:gd name="T22" fmla="*/ 66 w 99"/>
                <a:gd name="T23"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9" h="97">
                  <a:moveTo>
                    <a:pt x="66" y="0"/>
                  </a:moveTo>
                  <a:cubicBezTo>
                    <a:pt x="34" y="73"/>
                    <a:pt x="34" y="73"/>
                    <a:pt x="34" y="73"/>
                  </a:cubicBezTo>
                  <a:cubicBezTo>
                    <a:pt x="30" y="70"/>
                    <a:pt x="24" y="68"/>
                    <a:pt x="18" y="68"/>
                  </a:cubicBezTo>
                  <a:cubicBezTo>
                    <a:pt x="8" y="69"/>
                    <a:pt x="0" y="76"/>
                    <a:pt x="1" y="84"/>
                  </a:cubicBezTo>
                  <a:cubicBezTo>
                    <a:pt x="2" y="92"/>
                    <a:pt x="11" y="97"/>
                    <a:pt x="21" y="96"/>
                  </a:cubicBezTo>
                  <a:cubicBezTo>
                    <a:pt x="29" y="96"/>
                    <a:pt x="35" y="91"/>
                    <a:pt x="37" y="85"/>
                  </a:cubicBezTo>
                  <a:cubicBezTo>
                    <a:pt x="66" y="20"/>
                    <a:pt x="66" y="20"/>
                    <a:pt x="66" y="20"/>
                  </a:cubicBezTo>
                  <a:cubicBezTo>
                    <a:pt x="91" y="37"/>
                    <a:pt x="91" y="37"/>
                    <a:pt x="91" y="37"/>
                  </a:cubicBezTo>
                  <a:cubicBezTo>
                    <a:pt x="95" y="30"/>
                    <a:pt x="95" y="30"/>
                    <a:pt x="95" y="30"/>
                  </a:cubicBezTo>
                  <a:cubicBezTo>
                    <a:pt x="95" y="30"/>
                    <a:pt x="95" y="30"/>
                    <a:pt x="95" y="30"/>
                  </a:cubicBezTo>
                  <a:cubicBezTo>
                    <a:pt x="99" y="25"/>
                    <a:pt x="99" y="25"/>
                    <a:pt x="99" y="25"/>
                  </a:cubicBezTo>
                  <a:lnTo>
                    <a:pt x="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160"/>
            <p:cNvSpPr>
              <a:spLocks/>
            </p:cNvSpPr>
            <p:nvPr/>
          </p:nvSpPr>
          <p:spPr bwMode="auto">
            <a:xfrm>
              <a:off x="2076450" y="5032375"/>
              <a:ext cx="55563" cy="146050"/>
            </a:xfrm>
            <a:custGeom>
              <a:avLst/>
              <a:gdLst>
                <a:gd name="T0" fmla="*/ 12 w 36"/>
                <a:gd name="T1" fmla="*/ 16 h 94"/>
                <a:gd name="T2" fmla="*/ 35 w 36"/>
                <a:gd name="T3" fmla="*/ 11 h 94"/>
                <a:gd name="T4" fmla="*/ 33 w 36"/>
                <a:gd name="T5" fmla="*/ 5 h 94"/>
                <a:gd name="T6" fmla="*/ 33 w 36"/>
                <a:gd name="T7" fmla="*/ 5 h 94"/>
                <a:gd name="T8" fmla="*/ 33 w 36"/>
                <a:gd name="T9" fmla="*/ 0 h 94"/>
                <a:gd name="T10" fmla="*/ 0 w 36"/>
                <a:gd name="T11" fmla="*/ 5 h 94"/>
                <a:gd name="T12" fmla="*/ 25 w 36"/>
                <a:gd name="T13" fmla="*/ 65 h 94"/>
                <a:gd name="T14" fmla="*/ 14 w 36"/>
                <a:gd name="T15" fmla="*/ 71 h 94"/>
                <a:gd name="T16" fmla="*/ 13 w 36"/>
                <a:gd name="T17" fmla="*/ 90 h 94"/>
                <a:gd name="T18" fmla="*/ 31 w 36"/>
                <a:gd name="T19" fmla="*/ 85 h 94"/>
                <a:gd name="T20" fmla="*/ 34 w 36"/>
                <a:gd name="T21" fmla="*/ 69 h 94"/>
                <a:gd name="T22" fmla="*/ 12 w 36"/>
                <a:gd name="T23" fmla="*/ 16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94">
                  <a:moveTo>
                    <a:pt x="12" y="16"/>
                  </a:moveTo>
                  <a:cubicBezTo>
                    <a:pt x="35" y="11"/>
                    <a:pt x="35" y="11"/>
                    <a:pt x="35" y="11"/>
                  </a:cubicBezTo>
                  <a:cubicBezTo>
                    <a:pt x="33" y="5"/>
                    <a:pt x="33" y="5"/>
                    <a:pt x="33" y="5"/>
                  </a:cubicBezTo>
                  <a:cubicBezTo>
                    <a:pt x="33" y="5"/>
                    <a:pt x="33" y="5"/>
                    <a:pt x="33" y="5"/>
                  </a:cubicBezTo>
                  <a:cubicBezTo>
                    <a:pt x="33" y="0"/>
                    <a:pt x="33" y="0"/>
                    <a:pt x="33" y="0"/>
                  </a:cubicBezTo>
                  <a:cubicBezTo>
                    <a:pt x="0" y="5"/>
                    <a:pt x="0" y="5"/>
                    <a:pt x="0" y="5"/>
                  </a:cubicBezTo>
                  <a:cubicBezTo>
                    <a:pt x="25" y="65"/>
                    <a:pt x="25" y="65"/>
                    <a:pt x="25" y="65"/>
                  </a:cubicBezTo>
                  <a:cubicBezTo>
                    <a:pt x="21" y="65"/>
                    <a:pt x="17" y="67"/>
                    <a:pt x="14" y="71"/>
                  </a:cubicBezTo>
                  <a:cubicBezTo>
                    <a:pt x="9" y="78"/>
                    <a:pt x="9" y="86"/>
                    <a:pt x="13" y="90"/>
                  </a:cubicBezTo>
                  <a:cubicBezTo>
                    <a:pt x="18" y="94"/>
                    <a:pt x="26" y="91"/>
                    <a:pt x="31" y="85"/>
                  </a:cubicBezTo>
                  <a:cubicBezTo>
                    <a:pt x="35" y="80"/>
                    <a:pt x="36" y="74"/>
                    <a:pt x="34" y="69"/>
                  </a:cubicBezTo>
                  <a:lnTo>
                    <a:pt x="12"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66" name="组合 165"/>
          <p:cNvGrpSpPr/>
          <p:nvPr/>
        </p:nvGrpSpPr>
        <p:grpSpPr>
          <a:xfrm>
            <a:off x="2974975" y="2940050"/>
            <a:ext cx="1268413" cy="2054226"/>
            <a:chOff x="2974975" y="2940050"/>
            <a:chExt cx="1268413" cy="2054226"/>
          </a:xfrm>
          <a:solidFill>
            <a:schemeClr val="tx1">
              <a:lumMod val="65000"/>
              <a:lumOff val="35000"/>
            </a:schemeClr>
          </a:solidFill>
        </p:grpSpPr>
        <p:sp>
          <p:nvSpPr>
            <p:cNvPr id="167" name="Freeform 161"/>
            <p:cNvSpPr>
              <a:spLocks noEditPoints="1"/>
            </p:cNvSpPr>
            <p:nvPr/>
          </p:nvSpPr>
          <p:spPr bwMode="auto">
            <a:xfrm>
              <a:off x="3508375" y="3619500"/>
              <a:ext cx="285750" cy="180975"/>
            </a:xfrm>
            <a:custGeom>
              <a:avLst/>
              <a:gdLst>
                <a:gd name="T0" fmla="*/ 8 w 185"/>
                <a:gd name="T1" fmla="*/ 0 h 116"/>
                <a:gd name="T2" fmla="*/ 6 w 185"/>
                <a:gd name="T3" fmla="*/ 12 h 116"/>
                <a:gd name="T4" fmla="*/ 86 w 185"/>
                <a:gd name="T5" fmla="*/ 111 h 116"/>
                <a:gd name="T6" fmla="*/ 185 w 185"/>
                <a:gd name="T7" fmla="*/ 31 h 116"/>
                <a:gd name="T8" fmla="*/ 185 w 185"/>
                <a:gd name="T9" fmla="*/ 19 h 116"/>
                <a:gd name="T10" fmla="*/ 8 w 185"/>
                <a:gd name="T11" fmla="*/ 0 h 116"/>
                <a:gd name="T12" fmla="*/ 127 w 185"/>
                <a:gd name="T13" fmla="*/ 88 h 116"/>
                <a:gd name="T14" fmla="*/ 85 w 185"/>
                <a:gd name="T15" fmla="*/ 75 h 116"/>
                <a:gd name="T16" fmla="*/ 43 w 185"/>
                <a:gd name="T17" fmla="*/ 63 h 116"/>
                <a:gd name="T18" fmla="*/ 92 w 185"/>
                <a:gd name="T19" fmla="*/ 51 h 116"/>
                <a:gd name="T20" fmla="*/ 127 w 185"/>
                <a:gd name="T21" fmla="*/ 88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5" h="116">
                  <a:moveTo>
                    <a:pt x="8" y="0"/>
                  </a:moveTo>
                  <a:cubicBezTo>
                    <a:pt x="7" y="4"/>
                    <a:pt x="6" y="8"/>
                    <a:pt x="6" y="12"/>
                  </a:cubicBezTo>
                  <a:cubicBezTo>
                    <a:pt x="0" y="61"/>
                    <a:pt x="36" y="106"/>
                    <a:pt x="86" y="111"/>
                  </a:cubicBezTo>
                  <a:cubicBezTo>
                    <a:pt x="135" y="116"/>
                    <a:pt x="179" y="81"/>
                    <a:pt x="185" y="31"/>
                  </a:cubicBezTo>
                  <a:cubicBezTo>
                    <a:pt x="185" y="27"/>
                    <a:pt x="185" y="23"/>
                    <a:pt x="185" y="19"/>
                  </a:cubicBezTo>
                  <a:lnTo>
                    <a:pt x="8" y="0"/>
                  </a:lnTo>
                  <a:close/>
                  <a:moveTo>
                    <a:pt x="127" y="88"/>
                  </a:moveTo>
                  <a:cubicBezTo>
                    <a:pt x="123" y="101"/>
                    <a:pt x="108" y="82"/>
                    <a:pt x="85" y="75"/>
                  </a:cubicBezTo>
                  <a:cubicBezTo>
                    <a:pt x="62" y="68"/>
                    <a:pt x="39" y="76"/>
                    <a:pt x="43" y="63"/>
                  </a:cubicBezTo>
                  <a:cubicBezTo>
                    <a:pt x="47" y="49"/>
                    <a:pt x="69" y="44"/>
                    <a:pt x="92" y="51"/>
                  </a:cubicBezTo>
                  <a:cubicBezTo>
                    <a:pt x="115" y="58"/>
                    <a:pt x="131" y="74"/>
                    <a:pt x="127"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162"/>
            <p:cNvSpPr>
              <a:spLocks/>
            </p:cNvSpPr>
            <p:nvPr/>
          </p:nvSpPr>
          <p:spPr bwMode="auto">
            <a:xfrm>
              <a:off x="3498850" y="3444875"/>
              <a:ext cx="328613" cy="193675"/>
            </a:xfrm>
            <a:custGeom>
              <a:avLst/>
              <a:gdLst>
                <a:gd name="T0" fmla="*/ 62 w 212"/>
                <a:gd name="T1" fmla="*/ 18 h 125"/>
                <a:gd name="T2" fmla="*/ 63 w 212"/>
                <a:gd name="T3" fmla="*/ 11 h 125"/>
                <a:gd name="T4" fmla="*/ 15 w 212"/>
                <a:gd name="T5" fmla="*/ 80 h 125"/>
                <a:gd name="T6" fmla="*/ 14 w 212"/>
                <a:gd name="T7" fmla="*/ 80 h 125"/>
                <a:gd name="T8" fmla="*/ 0 w 212"/>
                <a:gd name="T9" fmla="*/ 91 h 125"/>
                <a:gd name="T10" fmla="*/ 11 w 212"/>
                <a:gd name="T11" fmla="*/ 104 h 125"/>
                <a:gd name="T12" fmla="*/ 13 w 212"/>
                <a:gd name="T13" fmla="*/ 104 h 125"/>
                <a:gd name="T14" fmla="*/ 197 w 212"/>
                <a:gd name="T15" fmla="*/ 124 h 125"/>
                <a:gd name="T16" fmla="*/ 198 w 212"/>
                <a:gd name="T17" fmla="*/ 124 h 125"/>
                <a:gd name="T18" fmla="*/ 212 w 212"/>
                <a:gd name="T19" fmla="*/ 113 h 125"/>
                <a:gd name="T20" fmla="*/ 201 w 212"/>
                <a:gd name="T21" fmla="*/ 100 h 125"/>
                <a:gd name="T22" fmla="*/ 199 w 212"/>
                <a:gd name="T23" fmla="*/ 100 h 125"/>
                <a:gd name="T24" fmla="*/ 167 w 212"/>
                <a:gd name="T25" fmla="*/ 22 h 125"/>
                <a:gd name="T26" fmla="*/ 166 w 212"/>
                <a:gd name="T27" fmla="*/ 29 h 125"/>
                <a:gd name="T28" fmla="*/ 156 w 212"/>
                <a:gd name="T29" fmla="*/ 38 h 125"/>
                <a:gd name="T30" fmla="*/ 147 w 212"/>
                <a:gd name="T31" fmla="*/ 27 h 125"/>
                <a:gd name="T32" fmla="*/ 149 w 212"/>
                <a:gd name="T33" fmla="*/ 10 h 125"/>
                <a:gd name="T34" fmla="*/ 126 w 212"/>
                <a:gd name="T35" fmla="*/ 2 h 125"/>
                <a:gd name="T36" fmla="*/ 124 w 212"/>
                <a:gd name="T37" fmla="*/ 25 h 125"/>
                <a:gd name="T38" fmla="*/ 113 w 212"/>
                <a:gd name="T39" fmla="*/ 33 h 125"/>
                <a:gd name="T40" fmla="*/ 105 w 212"/>
                <a:gd name="T41" fmla="*/ 23 h 125"/>
                <a:gd name="T42" fmla="*/ 107 w 212"/>
                <a:gd name="T43" fmla="*/ 0 h 125"/>
                <a:gd name="T44" fmla="*/ 83 w 212"/>
                <a:gd name="T45" fmla="*/ 3 h 125"/>
                <a:gd name="T46" fmla="*/ 81 w 212"/>
                <a:gd name="T47" fmla="*/ 20 h 125"/>
                <a:gd name="T48" fmla="*/ 71 w 212"/>
                <a:gd name="T49" fmla="*/ 29 h 125"/>
                <a:gd name="T50" fmla="*/ 62 w 212"/>
                <a:gd name="T51" fmla="*/ 18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12" h="125">
                  <a:moveTo>
                    <a:pt x="62" y="18"/>
                  </a:moveTo>
                  <a:cubicBezTo>
                    <a:pt x="63" y="11"/>
                    <a:pt x="63" y="11"/>
                    <a:pt x="63" y="11"/>
                  </a:cubicBezTo>
                  <a:cubicBezTo>
                    <a:pt x="38" y="24"/>
                    <a:pt x="19" y="50"/>
                    <a:pt x="15" y="80"/>
                  </a:cubicBezTo>
                  <a:cubicBezTo>
                    <a:pt x="14" y="80"/>
                    <a:pt x="14" y="80"/>
                    <a:pt x="14" y="80"/>
                  </a:cubicBezTo>
                  <a:cubicBezTo>
                    <a:pt x="7" y="79"/>
                    <a:pt x="1" y="84"/>
                    <a:pt x="0" y="91"/>
                  </a:cubicBezTo>
                  <a:cubicBezTo>
                    <a:pt x="0" y="97"/>
                    <a:pt x="4" y="103"/>
                    <a:pt x="11" y="104"/>
                  </a:cubicBezTo>
                  <a:cubicBezTo>
                    <a:pt x="13" y="104"/>
                    <a:pt x="13" y="104"/>
                    <a:pt x="13" y="104"/>
                  </a:cubicBezTo>
                  <a:cubicBezTo>
                    <a:pt x="197" y="124"/>
                    <a:pt x="197" y="124"/>
                    <a:pt x="197" y="124"/>
                  </a:cubicBezTo>
                  <a:cubicBezTo>
                    <a:pt x="198" y="124"/>
                    <a:pt x="198" y="124"/>
                    <a:pt x="198" y="124"/>
                  </a:cubicBezTo>
                  <a:cubicBezTo>
                    <a:pt x="205" y="125"/>
                    <a:pt x="211" y="120"/>
                    <a:pt x="212" y="113"/>
                  </a:cubicBezTo>
                  <a:cubicBezTo>
                    <a:pt x="212" y="107"/>
                    <a:pt x="208" y="101"/>
                    <a:pt x="201" y="100"/>
                  </a:cubicBezTo>
                  <a:cubicBezTo>
                    <a:pt x="199" y="100"/>
                    <a:pt x="199" y="100"/>
                    <a:pt x="199" y="100"/>
                  </a:cubicBezTo>
                  <a:cubicBezTo>
                    <a:pt x="202" y="69"/>
                    <a:pt x="189" y="41"/>
                    <a:pt x="167" y="22"/>
                  </a:cubicBezTo>
                  <a:cubicBezTo>
                    <a:pt x="166" y="29"/>
                    <a:pt x="166" y="29"/>
                    <a:pt x="166" y="29"/>
                  </a:cubicBezTo>
                  <a:cubicBezTo>
                    <a:pt x="166" y="34"/>
                    <a:pt x="161" y="38"/>
                    <a:pt x="156" y="38"/>
                  </a:cubicBezTo>
                  <a:cubicBezTo>
                    <a:pt x="150" y="37"/>
                    <a:pt x="147" y="32"/>
                    <a:pt x="147" y="27"/>
                  </a:cubicBezTo>
                  <a:cubicBezTo>
                    <a:pt x="149" y="10"/>
                    <a:pt x="149" y="10"/>
                    <a:pt x="149" y="10"/>
                  </a:cubicBezTo>
                  <a:cubicBezTo>
                    <a:pt x="142" y="6"/>
                    <a:pt x="134" y="4"/>
                    <a:pt x="126" y="2"/>
                  </a:cubicBezTo>
                  <a:cubicBezTo>
                    <a:pt x="124" y="25"/>
                    <a:pt x="124" y="25"/>
                    <a:pt x="124" y="25"/>
                  </a:cubicBezTo>
                  <a:cubicBezTo>
                    <a:pt x="123" y="30"/>
                    <a:pt x="119" y="34"/>
                    <a:pt x="113" y="33"/>
                  </a:cubicBezTo>
                  <a:cubicBezTo>
                    <a:pt x="108" y="33"/>
                    <a:pt x="104" y="28"/>
                    <a:pt x="105" y="23"/>
                  </a:cubicBezTo>
                  <a:cubicBezTo>
                    <a:pt x="107" y="0"/>
                    <a:pt x="107" y="0"/>
                    <a:pt x="107" y="0"/>
                  </a:cubicBezTo>
                  <a:cubicBezTo>
                    <a:pt x="99" y="0"/>
                    <a:pt x="91" y="1"/>
                    <a:pt x="83" y="3"/>
                  </a:cubicBezTo>
                  <a:cubicBezTo>
                    <a:pt x="81" y="20"/>
                    <a:pt x="81" y="20"/>
                    <a:pt x="81" y="20"/>
                  </a:cubicBezTo>
                  <a:cubicBezTo>
                    <a:pt x="81" y="25"/>
                    <a:pt x="76" y="29"/>
                    <a:pt x="71" y="29"/>
                  </a:cubicBezTo>
                  <a:cubicBezTo>
                    <a:pt x="66" y="28"/>
                    <a:pt x="62" y="23"/>
                    <a:pt x="62"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163"/>
            <p:cNvSpPr>
              <a:spLocks/>
            </p:cNvSpPr>
            <p:nvPr/>
          </p:nvSpPr>
          <p:spPr bwMode="auto">
            <a:xfrm>
              <a:off x="3675063" y="2940050"/>
              <a:ext cx="290513" cy="508000"/>
            </a:xfrm>
            <a:custGeom>
              <a:avLst/>
              <a:gdLst>
                <a:gd name="T0" fmla="*/ 12 w 187"/>
                <a:gd name="T1" fmla="*/ 271 h 328"/>
                <a:gd name="T2" fmla="*/ 12 w 187"/>
                <a:gd name="T3" fmla="*/ 0 h 328"/>
                <a:gd name="T4" fmla="*/ 0 w 187"/>
                <a:gd name="T5" fmla="*/ 0 h 328"/>
                <a:gd name="T6" fmla="*/ 0 w 187"/>
                <a:gd name="T7" fmla="*/ 290 h 328"/>
                <a:gd name="T8" fmla="*/ 8 w 187"/>
                <a:gd name="T9" fmla="*/ 286 h 328"/>
                <a:gd name="T10" fmla="*/ 129 w 187"/>
                <a:gd name="T11" fmla="*/ 275 h 328"/>
                <a:gd name="T12" fmla="*/ 176 w 187"/>
                <a:gd name="T13" fmla="*/ 328 h 328"/>
                <a:gd name="T14" fmla="*/ 187 w 187"/>
                <a:gd name="T15" fmla="*/ 324 h 328"/>
                <a:gd name="T16" fmla="*/ 133 w 187"/>
                <a:gd name="T17" fmla="*/ 264 h 328"/>
                <a:gd name="T18" fmla="*/ 12 w 187"/>
                <a:gd name="T19" fmla="*/ 271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7" h="328">
                  <a:moveTo>
                    <a:pt x="12" y="271"/>
                  </a:moveTo>
                  <a:cubicBezTo>
                    <a:pt x="12" y="0"/>
                    <a:pt x="12" y="0"/>
                    <a:pt x="12" y="0"/>
                  </a:cubicBezTo>
                  <a:cubicBezTo>
                    <a:pt x="0" y="0"/>
                    <a:pt x="0" y="0"/>
                    <a:pt x="0" y="0"/>
                  </a:cubicBezTo>
                  <a:cubicBezTo>
                    <a:pt x="0" y="290"/>
                    <a:pt x="0" y="290"/>
                    <a:pt x="0" y="290"/>
                  </a:cubicBezTo>
                  <a:cubicBezTo>
                    <a:pt x="8" y="286"/>
                    <a:pt x="8" y="286"/>
                    <a:pt x="8" y="286"/>
                  </a:cubicBezTo>
                  <a:cubicBezTo>
                    <a:pt x="9" y="285"/>
                    <a:pt x="77" y="254"/>
                    <a:pt x="129" y="275"/>
                  </a:cubicBezTo>
                  <a:cubicBezTo>
                    <a:pt x="151" y="284"/>
                    <a:pt x="167" y="302"/>
                    <a:pt x="176" y="328"/>
                  </a:cubicBezTo>
                  <a:cubicBezTo>
                    <a:pt x="187" y="324"/>
                    <a:pt x="187" y="324"/>
                    <a:pt x="187" y="324"/>
                  </a:cubicBezTo>
                  <a:cubicBezTo>
                    <a:pt x="177" y="294"/>
                    <a:pt x="158" y="274"/>
                    <a:pt x="133" y="264"/>
                  </a:cubicBezTo>
                  <a:cubicBezTo>
                    <a:pt x="88" y="245"/>
                    <a:pt x="33" y="263"/>
                    <a:pt x="12" y="2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164"/>
            <p:cNvSpPr>
              <a:spLocks/>
            </p:cNvSpPr>
            <p:nvPr/>
          </p:nvSpPr>
          <p:spPr bwMode="auto">
            <a:xfrm>
              <a:off x="3910013" y="3479800"/>
              <a:ext cx="255588" cy="150813"/>
            </a:xfrm>
            <a:custGeom>
              <a:avLst/>
              <a:gdLst>
                <a:gd name="T0" fmla="*/ 161 w 161"/>
                <a:gd name="T1" fmla="*/ 32 h 95"/>
                <a:gd name="T2" fmla="*/ 13 w 161"/>
                <a:gd name="T3" fmla="*/ 0 h 95"/>
                <a:gd name="T4" fmla="*/ 0 w 161"/>
                <a:gd name="T5" fmla="*/ 63 h 95"/>
                <a:gd name="T6" fmla="*/ 147 w 161"/>
                <a:gd name="T7" fmla="*/ 95 h 95"/>
                <a:gd name="T8" fmla="*/ 161 w 161"/>
                <a:gd name="T9" fmla="*/ 32 h 95"/>
              </a:gdLst>
              <a:ahLst/>
              <a:cxnLst>
                <a:cxn ang="0">
                  <a:pos x="T0" y="T1"/>
                </a:cxn>
                <a:cxn ang="0">
                  <a:pos x="T2" y="T3"/>
                </a:cxn>
                <a:cxn ang="0">
                  <a:pos x="T4" y="T5"/>
                </a:cxn>
                <a:cxn ang="0">
                  <a:pos x="T6" y="T7"/>
                </a:cxn>
                <a:cxn ang="0">
                  <a:pos x="T8" y="T9"/>
                </a:cxn>
              </a:cxnLst>
              <a:rect l="0" t="0" r="r" b="b"/>
              <a:pathLst>
                <a:path w="161" h="95">
                  <a:moveTo>
                    <a:pt x="161" y="32"/>
                  </a:moveTo>
                  <a:lnTo>
                    <a:pt x="13" y="0"/>
                  </a:lnTo>
                  <a:lnTo>
                    <a:pt x="0" y="63"/>
                  </a:lnTo>
                  <a:lnTo>
                    <a:pt x="147" y="95"/>
                  </a:lnTo>
                  <a:lnTo>
                    <a:pt x="161"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165"/>
            <p:cNvSpPr>
              <a:spLocks/>
            </p:cNvSpPr>
            <p:nvPr/>
          </p:nvSpPr>
          <p:spPr bwMode="auto">
            <a:xfrm>
              <a:off x="2974975" y="3798888"/>
              <a:ext cx="1146175" cy="1195388"/>
            </a:xfrm>
            <a:custGeom>
              <a:avLst/>
              <a:gdLst>
                <a:gd name="T0" fmla="*/ 50 w 739"/>
                <a:gd name="T1" fmla="*/ 176 h 771"/>
                <a:gd name="T2" fmla="*/ 25 w 739"/>
                <a:gd name="T3" fmla="*/ 171 h 771"/>
                <a:gd name="T4" fmla="*/ 9 w 739"/>
                <a:gd name="T5" fmla="*/ 149 h 771"/>
                <a:gd name="T6" fmla="*/ 10 w 739"/>
                <a:gd name="T7" fmla="*/ 197 h 771"/>
                <a:gd name="T8" fmla="*/ 55 w 739"/>
                <a:gd name="T9" fmla="*/ 215 h 771"/>
                <a:gd name="T10" fmla="*/ 70 w 739"/>
                <a:gd name="T11" fmla="*/ 237 h 771"/>
                <a:gd name="T12" fmla="*/ 73 w 739"/>
                <a:gd name="T13" fmla="*/ 253 h 771"/>
                <a:gd name="T14" fmla="*/ 92 w 739"/>
                <a:gd name="T15" fmla="*/ 270 h 771"/>
                <a:gd name="T16" fmla="*/ 116 w 739"/>
                <a:gd name="T17" fmla="*/ 304 h 771"/>
                <a:gd name="T18" fmla="*/ 141 w 739"/>
                <a:gd name="T19" fmla="*/ 309 h 771"/>
                <a:gd name="T20" fmla="*/ 146 w 739"/>
                <a:gd name="T21" fmla="*/ 284 h 771"/>
                <a:gd name="T22" fmla="*/ 130 w 739"/>
                <a:gd name="T23" fmla="*/ 261 h 771"/>
                <a:gd name="T24" fmla="*/ 280 w 739"/>
                <a:gd name="T25" fmla="*/ 142 h 771"/>
                <a:gd name="T26" fmla="*/ 253 w 739"/>
                <a:gd name="T27" fmla="*/ 262 h 771"/>
                <a:gd name="T28" fmla="*/ 87 w 739"/>
                <a:gd name="T29" fmla="*/ 638 h 771"/>
                <a:gd name="T30" fmla="*/ 113 w 739"/>
                <a:gd name="T31" fmla="*/ 703 h 771"/>
                <a:gd name="T32" fmla="*/ 178 w 739"/>
                <a:gd name="T33" fmla="*/ 678 h 771"/>
                <a:gd name="T34" fmla="*/ 326 w 739"/>
                <a:gd name="T35" fmla="*/ 341 h 771"/>
                <a:gd name="T36" fmla="*/ 360 w 739"/>
                <a:gd name="T37" fmla="*/ 349 h 771"/>
                <a:gd name="T38" fmla="*/ 346 w 739"/>
                <a:gd name="T39" fmla="*/ 719 h 771"/>
                <a:gd name="T40" fmla="*/ 394 w 739"/>
                <a:gd name="T41" fmla="*/ 770 h 771"/>
                <a:gd name="T42" fmla="*/ 445 w 739"/>
                <a:gd name="T43" fmla="*/ 723 h 771"/>
                <a:gd name="T44" fmla="*/ 460 w 739"/>
                <a:gd name="T45" fmla="*/ 327 h 771"/>
                <a:gd name="T46" fmla="*/ 501 w 739"/>
                <a:gd name="T47" fmla="*/ 142 h 771"/>
                <a:gd name="T48" fmla="*/ 684 w 739"/>
                <a:gd name="T49" fmla="*/ 317 h 771"/>
                <a:gd name="T50" fmla="*/ 702 w 739"/>
                <a:gd name="T51" fmla="*/ 323 h 771"/>
                <a:gd name="T52" fmla="*/ 729 w 739"/>
                <a:gd name="T53" fmla="*/ 309 h 771"/>
                <a:gd name="T54" fmla="*/ 721 w 739"/>
                <a:gd name="T55" fmla="*/ 265 h 771"/>
                <a:gd name="T56" fmla="*/ 513 w 739"/>
                <a:gd name="T57" fmla="*/ 49 h 771"/>
                <a:gd name="T58" fmla="*/ 489 w 739"/>
                <a:gd name="T59" fmla="*/ 34 h 771"/>
                <a:gd name="T60" fmla="*/ 343 w 739"/>
                <a:gd name="T61" fmla="*/ 1 h 771"/>
                <a:gd name="T62" fmla="*/ 326 w 739"/>
                <a:gd name="T63" fmla="*/ 2 h 771"/>
                <a:gd name="T64" fmla="*/ 305 w 739"/>
                <a:gd name="T65" fmla="*/ 15 h 771"/>
                <a:gd name="T66" fmla="*/ 93 w 739"/>
                <a:gd name="T67" fmla="*/ 207 h 771"/>
                <a:gd name="T68" fmla="*/ 85 w 739"/>
                <a:gd name="T69" fmla="*/ 195 h 771"/>
                <a:gd name="T70" fmla="*/ 84 w 739"/>
                <a:gd name="T71" fmla="*/ 147 h 771"/>
                <a:gd name="T72" fmla="*/ 39 w 739"/>
                <a:gd name="T73" fmla="*/ 128 h 771"/>
                <a:gd name="T74" fmla="*/ 54 w 739"/>
                <a:gd name="T75" fmla="*/ 151 h 771"/>
                <a:gd name="T76" fmla="*/ 50 w 739"/>
                <a:gd name="T77" fmla="*/ 176 h 7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39" h="771">
                  <a:moveTo>
                    <a:pt x="50" y="176"/>
                  </a:moveTo>
                  <a:cubicBezTo>
                    <a:pt x="42" y="182"/>
                    <a:pt x="31" y="179"/>
                    <a:pt x="25" y="171"/>
                  </a:cubicBezTo>
                  <a:cubicBezTo>
                    <a:pt x="9" y="149"/>
                    <a:pt x="9" y="149"/>
                    <a:pt x="9" y="149"/>
                  </a:cubicBezTo>
                  <a:cubicBezTo>
                    <a:pt x="0" y="163"/>
                    <a:pt x="0" y="182"/>
                    <a:pt x="10" y="197"/>
                  </a:cubicBezTo>
                  <a:cubicBezTo>
                    <a:pt x="21" y="212"/>
                    <a:pt x="38" y="219"/>
                    <a:pt x="55" y="215"/>
                  </a:cubicBezTo>
                  <a:cubicBezTo>
                    <a:pt x="70" y="237"/>
                    <a:pt x="70" y="237"/>
                    <a:pt x="70" y="237"/>
                  </a:cubicBezTo>
                  <a:cubicBezTo>
                    <a:pt x="69" y="242"/>
                    <a:pt x="70" y="248"/>
                    <a:pt x="73" y="253"/>
                  </a:cubicBezTo>
                  <a:cubicBezTo>
                    <a:pt x="77" y="261"/>
                    <a:pt x="84" y="267"/>
                    <a:pt x="92" y="270"/>
                  </a:cubicBezTo>
                  <a:cubicBezTo>
                    <a:pt x="116" y="304"/>
                    <a:pt x="116" y="304"/>
                    <a:pt x="116" y="304"/>
                  </a:cubicBezTo>
                  <a:cubicBezTo>
                    <a:pt x="122" y="312"/>
                    <a:pt x="133" y="314"/>
                    <a:pt x="141" y="309"/>
                  </a:cubicBezTo>
                  <a:cubicBezTo>
                    <a:pt x="149" y="303"/>
                    <a:pt x="151" y="292"/>
                    <a:pt x="146" y="284"/>
                  </a:cubicBezTo>
                  <a:cubicBezTo>
                    <a:pt x="130" y="261"/>
                    <a:pt x="130" y="261"/>
                    <a:pt x="130" y="261"/>
                  </a:cubicBezTo>
                  <a:cubicBezTo>
                    <a:pt x="186" y="230"/>
                    <a:pt x="239" y="183"/>
                    <a:pt x="280" y="142"/>
                  </a:cubicBezTo>
                  <a:cubicBezTo>
                    <a:pt x="253" y="262"/>
                    <a:pt x="253" y="262"/>
                    <a:pt x="253" y="262"/>
                  </a:cubicBezTo>
                  <a:cubicBezTo>
                    <a:pt x="87" y="638"/>
                    <a:pt x="87" y="638"/>
                    <a:pt x="87" y="638"/>
                  </a:cubicBezTo>
                  <a:cubicBezTo>
                    <a:pt x="76" y="663"/>
                    <a:pt x="88" y="692"/>
                    <a:pt x="113" y="703"/>
                  </a:cubicBezTo>
                  <a:cubicBezTo>
                    <a:pt x="138" y="714"/>
                    <a:pt x="167" y="703"/>
                    <a:pt x="178" y="678"/>
                  </a:cubicBezTo>
                  <a:cubicBezTo>
                    <a:pt x="326" y="341"/>
                    <a:pt x="326" y="341"/>
                    <a:pt x="326" y="341"/>
                  </a:cubicBezTo>
                  <a:cubicBezTo>
                    <a:pt x="360" y="349"/>
                    <a:pt x="360" y="349"/>
                    <a:pt x="360" y="349"/>
                  </a:cubicBezTo>
                  <a:cubicBezTo>
                    <a:pt x="346" y="719"/>
                    <a:pt x="346" y="719"/>
                    <a:pt x="346" y="719"/>
                  </a:cubicBezTo>
                  <a:cubicBezTo>
                    <a:pt x="345" y="746"/>
                    <a:pt x="366" y="769"/>
                    <a:pt x="394" y="770"/>
                  </a:cubicBezTo>
                  <a:cubicBezTo>
                    <a:pt x="421" y="771"/>
                    <a:pt x="444" y="750"/>
                    <a:pt x="445" y="723"/>
                  </a:cubicBezTo>
                  <a:cubicBezTo>
                    <a:pt x="460" y="327"/>
                    <a:pt x="460" y="327"/>
                    <a:pt x="460" y="327"/>
                  </a:cubicBezTo>
                  <a:cubicBezTo>
                    <a:pt x="501" y="142"/>
                    <a:pt x="501" y="142"/>
                    <a:pt x="501" y="142"/>
                  </a:cubicBezTo>
                  <a:cubicBezTo>
                    <a:pt x="539" y="190"/>
                    <a:pt x="600" y="258"/>
                    <a:pt x="684" y="317"/>
                  </a:cubicBezTo>
                  <a:cubicBezTo>
                    <a:pt x="690" y="321"/>
                    <a:pt x="696" y="323"/>
                    <a:pt x="702" y="323"/>
                  </a:cubicBezTo>
                  <a:cubicBezTo>
                    <a:pt x="712" y="323"/>
                    <a:pt x="722" y="318"/>
                    <a:pt x="729" y="309"/>
                  </a:cubicBezTo>
                  <a:cubicBezTo>
                    <a:pt x="739" y="295"/>
                    <a:pt x="735" y="275"/>
                    <a:pt x="721" y="265"/>
                  </a:cubicBezTo>
                  <a:cubicBezTo>
                    <a:pt x="588" y="172"/>
                    <a:pt x="514" y="50"/>
                    <a:pt x="513" y="49"/>
                  </a:cubicBezTo>
                  <a:cubicBezTo>
                    <a:pt x="508" y="40"/>
                    <a:pt x="499" y="35"/>
                    <a:pt x="489" y="34"/>
                  </a:cubicBezTo>
                  <a:cubicBezTo>
                    <a:pt x="343" y="1"/>
                    <a:pt x="343" y="1"/>
                    <a:pt x="343" y="1"/>
                  </a:cubicBezTo>
                  <a:cubicBezTo>
                    <a:pt x="337" y="0"/>
                    <a:pt x="331" y="0"/>
                    <a:pt x="326" y="2"/>
                  </a:cubicBezTo>
                  <a:cubicBezTo>
                    <a:pt x="318" y="3"/>
                    <a:pt x="311" y="8"/>
                    <a:pt x="305" y="15"/>
                  </a:cubicBezTo>
                  <a:cubicBezTo>
                    <a:pt x="304" y="16"/>
                    <a:pt x="203" y="152"/>
                    <a:pt x="93" y="207"/>
                  </a:cubicBezTo>
                  <a:cubicBezTo>
                    <a:pt x="85" y="195"/>
                    <a:pt x="85" y="195"/>
                    <a:pt x="85" y="195"/>
                  </a:cubicBezTo>
                  <a:cubicBezTo>
                    <a:pt x="94" y="181"/>
                    <a:pt x="94" y="162"/>
                    <a:pt x="84" y="147"/>
                  </a:cubicBezTo>
                  <a:cubicBezTo>
                    <a:pt x="73" y="132"/>
                    <a:pt x="56" y="125"/>
                    <a:pt x="39" y="128"/>
                  </a:cubicBezTo>
                  <a:cubicBezTo>
                    <a:pt x="54" y="151"/>
                    <a:pt x="54" y="151"/>
                    <a:pt x="54" y="151"/>
                  </a:cubicBezTo>
                  <a:cubicBezTo>
                    <a:pt x="60" y="159"/>
                    <a:pt x="58" y="170"/>
                    <a:pt x="50" y="1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166"/>
            <p:cNvSpPr>
              <a:spLocks/>
            </p:cNvSpPr>
            <p:nvPr/>
          </p:nvSpPr>
          <p:spPr bwMode="auto">
            <a:xfrm>
              <a:off x="3389313" y="3744913"/>
              <a:ext cx="60325" cy="49213"/>
            </a:xfrm>
            <a:custGeom>
              <a:avLst/>
              <a:gdLst>
                <a:gd name="T0" fmla="*/ 11 w 38"/>
                <a:gd name="T1" fmla="*/ 7 h 31"/>
                <a:gd name="T2" fmla="*/ 0 w 38"/>
                <a:gd name="T3" fmla="*/ 26 h 31"/>
                <a:gd name="T4" fmla="*/ 4 w 38"/>
                <a:gd name="T5" fmla="*/ 31 h 31"/>
                <a:gd name="T6" fmla="*/ 4 w 38"/>
                <a:gd name="T7" fmla="*/ 31 h 31"/>
                <a:gd name="T8" fmla="*/ 8 w 38"/>
                <a:gd name="T9" fmla="*/ 27 h 31"/>
                <a:gd name="T10" fmla="*/ 16 w 38"/>
                <a:gd name="T11" fmla="*/ 13 h 31"/>
                <a:gd name="T12" fmla="*/ 33 w 38"/>
                <a:gd name="T13" fmla="*/ 10 h 31"/>
                <a:gd name="T14" fmla="*/ 38 w 38"/>
                <a:gd name="T15" fmla="*/ 6 h 31"/>
                <a:gd name="T16" fmla="*/ 34 w 38"/>
                <a:gd name="T17" fmla="*/ 2 h 31"/>
                <a:gd name="T18" fmla="*/ 11 w 38"/>
                <a:gd name="T19" fmla="*/ 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31">
                  <a:moveTo>
                    <a:pt x="11" y="7"/>
                  </a:moveTo>
                  <a:cubicBezTo>
                    <a:pt x="2" y="14"/>
                    <a:pt x="0" y="26"/>
                    <a:pt x="0" y="26"/>
                  </a:cubicBezTo>
                  <a:cubicBezTo>
                    <a:pt x="0" y="28"/>
                    <a:pt x="2" y="30"/>
                    <a:pt x="4" y="31"/>
                  </a:cubicBezTo>
                  <a:cubicBezTo>
                    <a:pt x="4" y="31"/>
                    <a:pt x="4" y="31"/>
                    <a:pt x="4" y="31"/>
                  </a:cubicBezTo>
                  <a:cubicBezTo>
                    <a:pt x="6" y="31"/>
                    <a:pt x="8" y="29"/>
                    <a:pt x="8" y="27"/>
                  </a:cubicBezTo>
                  <a:cubicBezTo>
                    <a:pt x="8" y="27"/>
                    <a:pt x="9" y="18"/>
                    <a:pt x="16" y="13"/>
                  </a:cubicBezTo>
                  <a:cubicBezTo>
                    <a:pt x="20" y="10"/>
                    <a:pt x="26" y="9"/>
                    <a:pt x="33" y="10"/>
                  </a:cubicBezTo>
                  <a:cubicBezTo>
                    <a:pt x="35" y="10"/>
                    <a:pt x="37" y="9"/>
                    <a:pt x="38" y="6"/>
                  </a:cubicBezTo>
                  <a:cubicBezTo>
                    <a:pt x="38" y="4"/>
                    <a:pt x="36" y="2"/>
                    <a:pt x="34" y="2"/>
                  </a:cubicBezTo>
                  <a:cubicBezTo>
                    <a:pt x="25" y="0"/>
                    <a:pt x="17" y="2"/>
                    <a:pt x="1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167"/>
            <p:cNvSpPr>
              <a:spLocks/>
            </p:cNvSpPr>
            <p:nvPr/>
          </p:nvSpPr>
          <p:spPr bwMode="auto">
            <a:xfrm>
              <a:off x="3363913" y="3716338"/>
              <a:ext cx="87313" cy="63500"/>
            </a:xfrm>
            <a:custGeom>
              <a:avLst/>
              <a:gdLst>
                <a:gd name="T0" fmla="*/ 55 w 56"/>
                <a:gd name="T1" fmla="*/ 8 h 41"/>
                <a:gd name="T2" fmla="*/ 52 w 56"/>
                <a:gd name="T3" fmla="*/ 3 h 41"/>
                <a:gd name="T4" fmla="*/ 17 w 56"/>
                <a:gd name="T5" fmla="*/ 9 h 41"/>
                <a:gd name="T6" fmla="*/ 0 w 56"/>
                <a:gd name="T7" fmla="*/ 36 h 41"/>
                <a:gd name="T8" fmla="*/ 4 w 56"/>
                <a:gd name="T9" fmla="*/ 41 h 41"/>
                <a:gd name="T10" fmla="*/ 4 w 56"/>
                <a:gd name="T11" fmla="*/ 41 h 41"/>
                <a:gd name="T12" fmla="*/ 8 w 56"/>
                <a:gd name="T13" fmla="*/ 37 h 41"/>
                <a:gd name="T14" fmla="*/ 22 w 56"/>
                <a:gd name="T15" fmla="*/ 15 h 41"/>
                <a:gd name="T16" fmla="*/ 51 w 56"/>
                <a:gd name="T17" fmla="*/ 11 h 41"/>
                <a:gd name="T18" fmla="*/ 55 w 56"/>
                <a:gd name="T19" fmla="*/ 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41">
                  <a:moveTo>
                    <a:pt x="55" y="8"/>
                  </a:moveTo>
                  <a:cubicBezTo>
                    <a:pt x="56" y="6"/>
                    <a:pt x="54" y="3"/>
                    <a:pt x="52" y="3"/>
                  </a:cubicBezTo>
                  <a:cubicBezTo>
                    <a:pt x="38" y="0"/>
                    <a:pt x="27" y="2"/>
                    <a:pt x="17" y="9"/>
                  </a:cubicBezTo>
                  <a:cubicBezTo>
                    <a:pt x="3" y="19"/>
                    <a:pt x="0" y="35"/>
                    <a:pt x="0" y="36"/>
                  </a:cubicBezTo>
                  <a:cubicBezTo>
                    <a:pt x="0" y="38"/>
                    <a:pt x="1" y="40"/>
                    <a:pt x="4" y="41"/>
                  </a:cubicBezTo>
                  <a:cubicBezTo>
                    <a:pt x="4" y="41"/>
                    <a:pt x="4" y="41"/>
                    <a:pt x="4" y="41"/>
                  </a:cubicBezTo>
                  <a:cubicBezTo>
                    <a:pt x="6" y="41"/>
                    <a:pt x="8" y="39"/>
                    <a:pt x="8" y="37"/>
                  </a:cubicBezTo>
                  <a:cubicBezTo>
                    <a:pt x="8" y="37"/>
                    <a:pt x="11" y="23"/>
                    <a:pt x="22" y="15"/>
                  </a:cubicBezTo>
                  <a:cubicBezTo>
                    <a:pt x="29" y="10"/>
                    <a:pt x="39" y="9"/>
                    <a:pt x="51" y="11"/>
                  </a:cubicBezTo>
                  <a:cubicBezTo>
                    <a:pt x="53" y="11"/>
                    <a:pt x="55" y="10"/>
                    <a:pt x="55"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168"/>
            <p:cNvSpPr>
              <a:spLocks/>
            </p:cNvSpPr>
            <p:nvPr/>
          </p:nvSpPr>
          <p:spPr bwMode="auto">
            <a:xfrm>
              <a:off x="3308350" y="3271838"/>
              <a:ext cx="298450" cy="360363"/>
            </a:xfrm>
            <a:custGeom>
              <a:avLst/>
              <a:gdLst>
                <a:gd name="T0" fmla="*/ 1 w 193"/>
                <a:gd name="T1" fmla="*/ 102 h 233"/>
                <a:gd name="T2" fmla="*/ 4 w 193"/>
                <a:gd name="T3" fmla="*/ 109 h 233"/>
                <a:gd name="T4" fmla="*/ 57 w 193"/>
                <a:gd name="T5" fmla="*/ 139 h 233"/>
                <a:gd name="T6" fmla="*/ 20 w 193"/>
                <a:gd name="T7" fmla="*/ 166 h 233"/>
                <a:gd name="T8" fmla="*/ 17 w 193"/>
                <a:gd name="T9" fmla="*/ 172 h 233"/>
                <a:gd name="T10" fmla="*/ 23 w 193"/>
                <a:gd name="T11" fmla="*/ 177 h 233"/>
                <a:gd name="T12" fmla="*/ 61 w 193"/>
                <a:gd name="T13" fmla="*/ 180 h 233"/>
                <a:gd name="T14" fmla="*/ 33 w 193"/>
                <a:gd name="T15" fmla="*/ 224 h 233"/>
                <a:gd name="T16" fmla="*/ 34 w 193"/>
                <a:gd name="T17" fmla="*/ 231 h 233"/>
                <a:gd name="T18" fmla="*/ 38 w 193"/>
                <a:gd name="T19" fmla="*/ 233 h 233"/>
                <a:gd name="T20" fmla="*/ 40 w 193"/>
                <a:gd name="T21" fmla="*/ 233 h 233"/>
                <a:gd name="T22" fmla="*/ 92 w 193"/>
                <a:gd name="T23" fmla="*/ 212 h 233"/>
                <a:gd name="T24" fmla="*/ 96 w 193"/>
                <a:gd name="T25" fmla="*/ 204 h 233"/>
                <a:gd name="T26" fmla="*/ 88 w 193"/>
                <a:gd name="T27" fmla="*/ 201 h 233"/>
                <a:gd name="T28" fmla="*/ 53 w 193"/>
                <a:gd name="T29" fmla="*/ 215 h 233"/>
                <a:gd name="T30" fmla="*/ 77 w 193"/>
                <a:gd name="T31" fmla="*/ 178 h 233"/>
                <a:gd name="T32" fmla="*/ 77 w 193"/>
                <a:gd name="T33" fmla="*/ 172 h 233"/>
                <a:gd name="T34" fmla="*/ 72 w 193"/>
                <a:gd name="T35" fmla="*/ 169 h 233"/>
                <a:gd name="T36" fmla="*/ 40 w 193"/>
                <a:gd name="T37" fmla="*/ 166 h 233"/>
                <a:gd name="T38" fmla="*/ 71 w 193"/>
                <a:gd name="T39" fmla="*/ 143 h 233"/>
                <a:gd name="T40" fmla="*/ 74 w 193"/>
                <a:gd name="T41" fmla="*/ 138 h 233"/>
                <a:gd name="T42" fmla="*/ 71 w 193"/>
                <a:gd name="T43" fmla="*/ 133 h 233"/>
                <a:gd name="T44" fmla="*/ 26 w 193"/>
                <a:gd name="T45" fmla="*/ 107 h 233"/>
                <a:gd name="T46" fmla="*/ 75 w 193"/>
                <a:gd name="T47" fmla="*/ 102 h 233"/>
                <a:gd name="T48" fmla="*/ 80 w 193"/>
                <a:gd name="T49" fmla="*/ 99 h 233"/>
                <a:gd name="T50" fmla="*/ 80 w 193"/>
                <a:gd name="T51" fmla="*/ 93 h 233"/>
                <a:gd name="T52" fmla="*/ 60 w 193"/>
                <a:gd name="T53" fmla="*/ 52 h 233"/>
                <a:gd name="T54" fmla="*/ 106 w 193"/>
                <a:gd name="T55" fmla="*/ 72 h 233"/>
                <a:gd name="T56" fmla="*/ 111 w 193"/>
                <a:gd name="T57" fmla="*/ 72 h 233"/>
                <a:gd name="T58" fmla="*/ 114 w 193"/>
                <a:gd name="T59" fmla="*/ 67 h 233"/>
                <a:gd name="T60" fmla="*/ 113 w 193"/>
                <a:gd name="T61" fmla="*/ 24 h 233"/>
                <a:gd name="T62" fmla="*/ 148 w 193"/>
                <a:gd name="T63" fmla="*/ 67 h 233"/>
                <a:gd name="T64" fmla="*/ 153 w 193"/>
                <a:gd name="T65" fmla="*/ 69 h 233"/>
                <a:gd name="T66" fmla="*/ 157 w 193"/>
                <a:gd name="T67" fmla="*/ 67 h 233"/>
                <a:gd name="T68" fmla="*/ 177 w 193"/>
                <a:gd name="T69" fmla="*/ 42 h 233"/>
                <a:gd name="T70" fmla="*/ 180 w 193"/>
                <a:gd name="T71" fmla="*/ 73 h 233"/>
                <a:gd name="T72" fmla="*/ 187 w 193"/>
                <a:gd name="T73" fmla="*/ 78 h 233"/>
                <a:gd name="T74" fmla="*/ 192 w 193"/>
                <a:gd name="T75" fmla="*/ 71 h 233"/>
                <a:gd name="T76" fmla="*/ 187 w 193"/>
                <a:gd name="T77" fmla="*/ 26 h 233"/>
                <a:gd name="T78" fmla="*/ 182 w 193"/>
                <a:gd name="T79" fmla="*/ 21 h 233"/>
                <a:gd name="T80" fmla="*/ 176 w 193"/>
                <a:gd name="T81" fmla="*/ 23 h 233"/>
                <a:gd name="T82" fmla="*/ 152 w 193"/>
                <a:gd name="T83" fmla="*/ 54 h 233"/>
                <a:gd name="T84" fmla="*/ 112 w 193"/>
                <a:gd name="T85" fmla="*/ 3 h 233"/>
                <a:gd name="T86" fmla="*/ 105 w 193"/>
                <a:gd name="T87" fmla="*/ 1 h 233"/>
                <a:gd name="T88" fmla="*/ 101 w 193"/>
                <a:gd name="T89" fmla="*/ 7 h 233"/>
                <a:gd name="T90" fmla="*/ 102 w 193"/>
                <a:gd name="T91" fmla="*/ 58 h 233"/>
                <a:gd name="T92" fmla="*/ 49 w 193"/>
                <a:gd name="T93" fmla="*/ 35 h 233"/>
                <a:gd name="T94" fmla="*/ 43 w 193"/>
                <a:gd name="T95" fmla="*/ 36 h 233"/>
                <a:gd name="T96" fmla="*/ 42 w 193"/>
                <a:gd name="T97" fmla="*/ 43 h 233"/>
                <a:gd name="T98" fmla="*/ 66 w 193"/>
                <a:gd name="T99" fmla="*/ 91 h 233"/>
                <a:gd name="T100" fmla="*/ 6 w 193"/>
                <a:gd name="T101" fmla="*/ 97 h 233"/>
                <a:gd name="T102" fmla="*/ 1 w 193"/>
                <a:gd name="T103" fmla="*/ 102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3" h="233">
                  <a:moveTo>
                    <a:pt x="1" y="102"/>
                  </a:moveTo>
                  <a:cubicBezTo>
                    <a:pt x="0" y="105"/>
                    <a:pt x="2" y="107"/>
                    <a:pt x="4" y="109"/>
                  </a:cubicBezTo>
                  <a:cubicBezTo>
                    <a:pt x="57" y="139"/>
                    <a:pt x="57" y="139"/>
                    <a:pt x="57" y="139"/>
                  </a:cubicBezTo>
                  <a:cubicBezTo>
                    <a:pt x="20" y="166"/>
                    <a:pt x="20" y="166"/>
                    <a:pt x="20" y="166"/>
                  </a:cubicBezTo>
                  <a:cubicBezTo>
                    <a:pt x="18" y="167"/>
                    <a:pt x="17" y="170"/>
                    <a:pt x="17" y="172"/>
                  </a:cubicBezTo>
                  <a:cubicBezTo>
                    <a:pt x="18" y="175"/>
                    <a:pt x="20" y="176"/>
                    <a:pt x="23" y="177"/>
                  </a:cubicBezTo>
                  <a:cubicBezTo>
                    <a:pt x="61" y="180"/>
                    <a:pt x="61" y="180"/>
                    <a:pt x="61" y="180"/>
                  </a:cubicBezTo>
                  <a:cubicBezTo>
                    <a:pt x="33" y="224"/>
                    <a:pt x="33" y="224"/>
                    <a:pt x="33" y="224"/>
                  </a:cubicBezTo>
                  <a:cubicBezTo>
                    <a:pt x="32" y="226"/>
                    <a:pt x="32" y="229"/>
                    <a:pt x="34" y="231"/>
                  </a:cubicBezTo>
                  <a:cubicBezTo>
                    <a:pt x="35" y="232"/>
                    <a:pt x="36" y="233"/>
                    <a:pt x="38" y="233"/>
                  </a:cubicBezTo>
                  <a:cubicBezTo>
                    <a:pt x="39" y="233"/>
                    <a:pt x="40" y="233"/>
                    <a:pt x="40" y="233"/>
                  </a:cubicBezTo>
                  <a:cubicBezTo>
                    <a:pt x="92" y="212"/>
                    <a:pt x="92" y="212"/>
                    <a:pt x="92" y="212"/>
                  </a:cubicBezTo>
                  <a:cubicBezTo>
                    <a:pt x="95" y="211"/>
                    <a:pt x="97" y="208"/>
                    <a:pt x="96" y="204"/>
                  </a:cubicBezTo>
                  <a:cubicBezTo>
                    <a:pt x="94" y="201"/>
                    <a:pt x="91" y="200"/>
                    <a:pt x="88" y="201"/>
                  </a:cubicBezTo>
                  <a:cubicBezTo>
                    <a:pt x="53" y="215"/>
                    <a:pt x="53" y="215"/>
                    <a:pt x="53" y="215"/>
                  </a:cubicBezTo>
                  <a:cubicBezTo>
                    <a:pt x="77" y="178"/>
                    <a:pt x="77" y="178"/>
                    <a:pt x="77" y="178"/>
                  </a:cubicBezTo>
                  <a:cubicBezTo>
                    <a:pt x="78" y="177"/>
                    <a:pt x="78" y="174"/>
                    <a:pt x="77" y="172"/>
                  </a:cubicBezTo>
                  <a:cubicBezTo>
                    <a:pt x="76" y="171"/>
                    <a:pt x="74" y="169"/>
                    <a:pt x="72" y="169"/>
                  </a:cubicBezTo>
                  <a:cubicBezTo>
                    <a:pt x="40" y="166"/>
                    <a:pt x="40" y="166"/>
                    <a:pt x="40" y="166"/>
                  </a:cubicBezTo>
                  <a:cubicBezTo>
                    <a:pt x="71" y="143"/>
                    <a:pt x="71" y="143"/>
                    <a:pt x="71" y="143"/>
                  </a:cubicBezTo>
                  <a:cubicBezTo>
                    <a:pt x="73" y="142"/>
                    <a:pt x="74" y="140"/>
                    <a:pt x="74" y="138"/>
                  </a:cubicBezTo>
                  <a:cubicBezTo>
                    <a:pt x="73" y="136"/>
                    <a:pt x="72" y="134"/>
                    <a:pt x="71" y="133"/>
                  </a:cubicBezTo>
                  <a:cubicBezTo>
                    <a:pt x="26" y="107"/>
                    <a:pt x="26" y="107"/>
                    <a:pt x="26" y="107"/>
                  </a:cubicBezTo>
                  <a:cubicBezTo>
                    <a:pt x="75" y="102"/>
                    <a:pt x="75" y="102"/>
                    <a:pt x="75" y="102"/>
                  </a:cubicBezTo>
                  <a:cubicBezTo>
                    <a:pt x="77" y="102"/>
                    <a:pt x="79" y="100"/>
                    <a:pt x="80" y="99"/>
                  </a:cubicBezTo>
                  <a:cubicBezTo>
                    <a:pt x="81" y="97"/>
                    <a:pt x="81" y="95"/>
                    <a:pt x="80" y="93"/>
                  </a:cubicBezTo>
                  <a:cubicBezTo>
                    <a:pt x="60" y="52"/>
                    <a:pt x="60" y="52"/>
                    <a:pt x="60" y="52"/>
                  </a:cubicBezTo>
                  <a:cubicBezTo>
                    <a:pt x="106" y="72"/>
                    <a:pt x="106" y="72"/>
                    <a:pt x="106" y="72"/>
                  </a:cubicBezTo>
                  <a:cubicBezTo>
                    <a:pt x="107" y="73"/>
                    <a:pt x="110" y="73"/>
                    <a:pt x="111" y="72"/>
                  </a:cubicBezTo>
                  <a:cubicBezTo>
                    <a:pt x="113" y="71"/>
                    <a:pt x="114" y="69"/>
                    <a:pt x="114" y="67"/>
                  </a:cubicBezTo>
                  <a:cubicBezTo>
                    <a:pt x="113" y="24"/>
                    <a:pt x="113" y="24"/>
                    <a:pt x="113" y="24"/>
                  </a:cubicBezTo>
                  <a:cubicBezTo>
                    <a:pt x="148" y="67"/>
                    <a:pt x="148" y="67"/>
                    <a:pt x="148" y="67"/>
                  </a:cubicBezTo>
                  <a:cubicBezTo>
                    <a:pt x="149" y="69"/>
                    <a:pt x="151" y="69"/>
                    <a:pt x="153" y="69"/>
                  </a:cubicBezTo>
                  <a:cubicBezTo>
                    <a:pt x="155" y="69"/>
                    <a:pt x="156" y="69"/>
                    <a:pt x="157" y="67"/>
                  </a:cubicBezTo>
                  <a:cubicBezTo>
                    <a:pt x="177" y="42"/>
                    <a:pt x="177" y="42"/>
                    <a:pt x="177" y="42"/>
                  </a:cubicBezTo>
                  <a:cubicBezTo>
                    <a:pt x="180" y="73"/>
                    <a:pt x="180" y="73"/>
                    <a:pt x="180" y="73"/>
                  </a:cubicBezTo>
                  <a:cubicBezTo>
                    <a:pt x="181" y="76"/>
                    <a:pt x="184" y="78"/>
                    <a:pt x="187" y="78"/>
                  </a:cubicBezTo>
                  <a:cubicBezTo>
                    <a:pt x="190" y="77"/>
                    <a:pt x="193" y="74"/>
                    <a:pt x="192" y="71"/>
                  </a:cubicBezTo>
                  <a:cubicBezTo>
                    <a:pt x="187" y="26"/>
                    <a:pt x="187" y="26"/>
                    <a:pt x="187" y="26"/>
                  </a:cubicBezTo>
                  <a:cubicBezTo>
                    <a:pt x="186" y="23"/>
                    <a:pt x="185" y="21"/>
                    <a:pt x="182" y="21"/>
                  </a:cubicBezTo>
                  <a:cubicBezTo>
                    <a:pt x="180" y="20"/>
                    <a:pt x="177" y="21"/>
                    <a:pt x="176" y="23"/>
                  </a:cubicBezTo>
                  <a:cubicBezTo>
                    <a:pt x="152" y="54"/>
                    <a:pt x="152" y="54"/>
                    <a:pt x="152" y="54"/>
                  </a:cubicBezTo>
                  <a:cubicBezTo>
                    <a:pt x="112" y="3"/>
                    <a:pt x="112" y="3"/>
                    <a:pt x="112" y="3"/>
                  </a:cubicBezTo>
                  <a:cubicBezTo>
                    <a:pt x="110" y="1"/>
                    <a:pt x="107" y="0"/>
                    <a:pt x="105" y="1"/>
                  </a:cubicBezTo>
                  <a:cubicBezTo>
                    <a:pt x="102" y="2"/>
                    <a:pt x="101" y="4"/>
                    <a:pt x="101" y="7"/>
                  </a:cubicBezTo>
                  <a:cubicBezTo>
                    <a:pt x="102" y="58"/>
                    <a:pt x="102" y="58"/>
                    <a:pt x="102" y="58"/>
                  </a:cubicBezTo>
                  <a:cubicBezTo>
                    <a:pt x="49" y="35"/>
                    <a:pt x="49" y="35"/>
                    <a:pt x="49" y="35"/>
                  </a:cubicBezTo>
                  <a:cubicBezTo>
                    <a:pt x="47" y="34"/>
                    <a:pt x="44" y="34"/>
                    <a:pt x="43" y="36"/>
                  </a:cubicBezTo>
                  <a:cubicBezTo>
                    <a:pt x="41" y="38"/>
                    <a:pt x="40" y="41"/>
                    <a:pt x="42" y="43"/>
                  </a:cubicBezTo>
                  <a:cubicBezTo>
                    <a:pt x="66" y="91"/>
                    <a:pt x="66" y="91"/>
                    <a:pt x="66" y="91"/>
                  </a:cubicBezTo>
                  <a:cubicBezTo>
                    <a:pt x="6" y="97"/>
                    <a:pt x="6" y="97"/>
                    <a:pt x="6" y="97"/>
                  </a:cubicBezTo>
                  <a:cubicBezTo>
                    <a:pt x="4" y="98"/>
                    <a:pt x="1" y="100"/>
                    <a:pt x="1"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169"/>
            <p:cNvSpPr>
              <a:spLocks/>
            </p:cNvSpPr>
            <p:nvPr/>
          </p:nvSpPr>
          <p:spPr bwMode="auto">
            <a:xfrm>
              <a:off x="3868738" y="3821113"/>
              <a:ext cx="28575" cy="30163"/>
            </a:xfrm>
            <a:custGeom>
              <a:avLst/>
              <a:gdLst>
                <a:gd name="T0" fmla="*/ 9 w 18"/>
                <a:gd name="T1" fmla="*/ 0 h 19"/>
                <a:gd name="T2" fmla="*/ 3 w 18"/>
                <a:gd name="T3" fmla="*/ 4 h 19"/>
                <a:gd name="T4" fmla="*/ 0 w 18"/>
                <a:gd name="T5" fmla="*/ 11 h 19"/>
                <a:gd name="T6" fmla="*/ 7 w 18"/>
                <a:gd name="T7" fmla="*/ 19 h 19"/>
                <a:gd name="T8" fmla="*/ 13 w 18"/>
                <a:gd name="T9" fmla="*/ 17 h 19"/>
                <a:gd name="T10" fmla="*/ 17 w 18"/>
                <a:gd name="T11" fmla="*/ 10 h 19"/>
                <a:gd name="T12" fmla="*/ 18 w 18"/>
                <a:gd name="T13" fmla="*/ 6 h 19"/>
                <a:gd name="T14" fmla="*/ 15 w 18"/>
                <a:gd name="T15" fmla="*/ 3 h 19"/>
                <a:gd name="T16" fmla="*/ 9 w 18"/>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9">
                  <a:moveTo>
                    <a:pt x="9" y="0"/>
                  </a:moveTo>
                  <a:cubicBezTo>
                    <a:pt x="7" y="0"/>
                    <a:pt x="5" y="2"/>
                    <a:pt x="3" y="4"/>
                  </a:cubicBezTo>
                  <a:cubicBezTo>
                    <a:pt x="1" y="7"/>
                    <a:pt x="0" y="9"/>
                    <a:pt x="0" y="11"/>
                  </a:cubicBezTo>
                  <a:cubicBezTo>
                    <a:pt x="0" y="17"/>
                    <a:pt x="2" y="19"/>
                    <a:pt x="7" y="19"/>
                  </a:cubicBezTo>
                  <a:cubicBezTo>
                    <a:pt x="9" y="19"/>
                    <a:pt x="11" y="19"/>
                    <a:pt x="13" y="17"/>
                  </a:cubicBezTo>
                  <a:cubicBezTo>
                    <a:pt x="16" y="15"/>
                    <a:pt x="17" y="13"/>
                    <a:pt x="17" y="10"/>
                  </a:cubicBezTo>
                  <a:cubicBezTo>
                    <a:pt x="18" y="6"/>
                    <a:pt x="18" y="6"/>
                    <a:pt x="18" y="6"/>
                  </a:cubicBezTo>
                  <a:cubicBezTo>
                    <a:pt x="18" y="5"/>
                    <a:pt x="17" y="4"/>
                    <a:pt x="15" y="3"/>
                  </a:cubicBezTo>
                  <a:cubicBezTo>
                    <a:pt x="12" y="1"/>
                    <a:pt x="11"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170"/>
            <p:cNvSpPr>
              <a:spLocks/>
            </p:cNvSpPr>
            <p:nvPr/>
          </p:nvSpPr>
          <p:spPr bwMode="auto">
            <a:xfrm>
              <a:off x="3876675" y="3702050"/>
              <a:ext cx="38100" cy="103188"/>
            </a:xfrm>
            <a:custGeom>
              <a:avLst/>
              <a:gdLst>
                <a:gd name="T0" fmla="*/ 16 w 24"/>
                <a:gd name="T1" fmla="*/ 41 h 66"/>
                <a:gd name="T2" fmla="*/ 22 w 24"/>
                <a:gd name="T3" fmla="*/ 20 h 66"/>
                <a:gd name="T4" fmla="*/ 24 w 24"/>
                <a:gd name="T5" fmla="*/ 6 h 66"/>
                <a:gd name="T6" fmla="*/ 22 w 24"/>
                <a:gd name="T7" fmla="*/ 2 h 66"/>
                <a:gd name="T8" fmla="*/ 17 w 24"/>
                <a:gd name="T9" fmla="*/ 0 h 66"/>
                <a:gd name="T10" fmla="*/ 11 w 24"/>
                <a:gd name="T11" fmla="*/ 2 h 66"/>
                <a:gd name="T12" fmla="*/ 7 w 24"/>
                <a:gd name="T13" fmla="*/ 10 h 66"/>
                <a:gd name="T14" fmla="*/ 6 w 24"/>
                <a:gd name="T15" fmla="*/ 15 h 66"/>
                <a:gd name="T16" fmla="*/ 3 w 24"/>
                <a:gd name="T17" fmla="*/ 37 h 66"/>
                <a:gd name="T18" fmla="*/ 1 w 24"/>
                <a:gd name="T19" fmla="*/ 63 h 66"/>
                <a:gd name="T20" fmla="*/ 11 w 24"/>
                <a:gd name="T21" fmla="*/ 66 h 66"/>
                <a:gd name="T22" fmla="*/ 14 w 24"/>
                <a:gd name="T23" fmla="*/ 58 h 66"/>
                <a:gd name="T24" fmla="*/ 16 w 24"/>
                <a:gd name="T25" fmla="*/ 41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66">
                  <a:moveTo>
                    <a:pt x="16" y="41"/>
                  </a:moveTo>
                  <a:cubicBezTo>
                    <a:pt x="18" y="35"/>
                    <a:pt x="20" y="28"/>
                    <a:pt x="22" y="20"/>
                  </a:cubicBezTo>
                  <a:cubicBezTo>
                    <a:pt x="23" y="12"/>
                    <a:pt x="24" y="7"/>
                    <a:pt x="24" y="6"/>
                  </a:cubicBezTo>
                  <a:cubicBezTo>
                    <a:pt x="24" y="5"/>
                    <a:pt x="24" y="3"/>
                    <a:pt x="22" y="2"/>
                  </a:cubicBezTo>
                  <a:cubicBezTo>
                    <a:pt x="20" y="1"/>
                    <a:pt x="19" y="0"/>
                    <a:pt x="17" y="0"/>
                  </a:cubicBezTo>
                  <a:cubicBezTo>
                    <a:pt x="15" y="0"/>
                    <a:pt x="13" y="1"/>
                    <a:pt x="11" y="2"/>
                  </a:cubicBezTo>
                  <a:cubicBezTo>
                    <a:pt x="9" y="4"/>
                    <a:pt x="7" y="7"/>
                    <a:pt x="7" y="10"/>
                  </a:cubicBezTo>
                  <a:cubicBezTo>
                    <a:pt x="6" y="13"/>
                    <a:pt x="6" y="15"/>
                    <a:pt x="6" y="15"/>
                  </a:cubicBezTo>
                  <a:cubicBezTo>
                    <a:pt x="6" y="20"/>
                    <a:pt x="5" y="27"/>
                    <a:pt x="3" y="37"/>
                  </a:cubicBezTo>
                  <a:cubicBezTo>
                    <a:pt x="1" y="46"/>
                    <a:pt x="0" y="55"/>
                    <a:pt x="1" y="63"/>
                  </a:cubicBezTo>
                  <a:cubicBezTo>
                    <a:pt x="3" y="65"/>
                    <a:pt x="7" y="66"/>
                    <a:pt x="11" y="66"/>
                  </a:cubicBezTo>
                  <a:cubicBezTo>
                    <a:pt x="13" y="64"/>
                    <a:pt x="13" y="61"/>
                    <a:pt x="14" y="58"/>
                  </a:cubicBezTo>
                  <a:cubicBezTo>
                    <a:pt x="14" y="54"/>
                    <a:pt x="15" y="48"/>
                    <a:pt x="16"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171"/>
            <p:cNvSpPr>
              <a:spLocks/>
            </p:cNvSpPr>
            <p:nvPr/>
          </p:nvSpPr>
          <p:spPr bwMode="auto">
            <a:xfrm>
              <a:off x="3938588" y="3830638"/>
              <a:ext cx="36513" cy="28575"/>
            </a:xfrm>
            <a:custGeom>
              <a:avLst/>
              <a:gdLst>
                <a:gd name="T0" fmla="*/ 5 w 23"/>
                <a:gd name="T1" fmla="*/ 2 h 18"/>
                <a:gd name="T2" fmla="*/ 0 w 23"/>
                <a:gd name="T3" fmla="*/ 9 h 18"/>
                <a:gd name="T4" fmla="*/ 3 w 23"/>
                <a:gd name="T5" fmla="*/ 15 h 18"/>
                <a:gd name="T6" fmla="*/ 10 w 23"/>
                <a:gd name="T7" fmla="*/ 18 h 18"/>
                <a:gd name="T8" fmla="*/ 18 w 23"/>
                <a:gd name="T9" fmla="*/ 15 h 18"/>
                <a:gd name="T10" fmla="*/ 23 w 23"/>
                <a:gd name="T11" fmla="*/ 8 h 18"/>
                <a:gd name="T12" fmla="*/ 17 w 23"/>
                <a:gd name="T13" fmla="*/ 2 h 18"/>
                <a:gd name="T14" fmla="*/ 12 w 23"/>
                <a:gd name="T15" fmla="*/ 0 h 18"/>
                <a:gd name="T16" fmla="*/ 7 w 23"/>
                <a:gd name="T17" fmla="*/ 1 h 18"/>
                <a:gd name="T18" fmla="*/ 5 w 23"/>
                <a:gd name="T19"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8">
                  <a:moveTo>
                    <a:pt x="5" y="2"/>
                  </a:moveTo>
                  <a:cubicBezTo>
                    <a:pt x="2" y="5"/>
                    <a:pt x="0" y="7"/>
                    <a:pt x="0" y="9"/>
                  </a:cubicBezTo>
                  <a:cubicBezTo>
                    <a:pt x="0" y="11"/>
                    <a:pt x="1" y="13"/>
                    <a:pt x="3" y="15"/>
                  </a:cubicBezTo>
                  <a:cubicBezTo>
                    <a:pt x="5" y="17"/>
                    <a:pt x="7" y="18"/>
                    <a:pt x="10" y="18"/>
                  </a:cubicBezTo>
                  <a:cubicBezTo>
                    <a:pt x="13" y="18"/>
                    <a:pt x="15" y="17"/>
                    <a:pt x="18" y="15"/>
                  </a:cubicBezTo>
                  <a:cubicBezTo>
                    <a:pt x="21" y="13"/>
                    <a:pt x="23" y="10"/>
                    <a:pt x="23" y="8"/>
                  </a:cubicBezTo>
                  <a:cubicBezTo>
                    <a:pt x="23" y="4"/>
                    <a:pt x="21" y="2"/>
                    <a:pt x="17" y="2"/>
                  </a:cubicBezTo>
                  <a:cubicBezTo>
                    <a:pt x="15" y="1"/>
                    <a:pt x="13" y="0"/>
                    <a:pt x="12" y="0"/>
                  </a:cubicBezTo>
                  <a:cubicBezTo>
                    <a:pt x="10" y="0"/>
                    <a:pt x="8" y="0"/>
                    <a:pt x="7" y="1"/>
                  </a:cubicBezTo>
                  <a:cubicBezTo>
                    <a:pt x="7" y="2"/>
                    <a:pt x="6" y="2"/>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172"/>
            <p:cNvSpPr>
              <a:spLocks/>
            </p:cNvSpPr>
            <p:nvPr/>
          </p:nvSpPr>
          <p:spPr bwMode="auto">
            <a:xfrm>
              <a:off x="3949700" y="3698875"/>
              <a:ext cx="84138" cy="115888"/>
            </a:xfrm>
            <a:custGeom>
              <a:avLst/>
              <a:gdLst>
                <a:gd name="T0" fmla="*/ 4 w 54"/>
                <a:gd name="T1" fmla="*/ 11 h 75"/>
                <a:gd name="T2" fmla="*/ 0 w 54"/>
                <a:gd name="T3" fmla="*/ 19 h 75"/>
                <a:gd name="T4" fmla="*/ 6 w 54"/>
                <a:gd name="T5" fmla="*/ 25 h 75"/>
                <a:gd name="T6" fmla="*/ 16 w 54"/>
                <a:gd name="T7" fmla="*/ 19 h 75"/>
                <a:gd name="T8" fmla="*/ 19 w 54"/>
                <a:gd name="T9" fmla="*/ 15 h 75"/>
                <a:gd name="T10" fmla="*/ 29 w 54"/>
                <a:gd name="T11" fmla="*/ 13 h 75"/>
                <a:gd name="T12" fmla="*/ 33 w 54"/>
                <a:gd name="T13" fmla="*/ 14 h 75"/>
                <a:gd name="T14" fmla="*/ 37 w 54"/>
                <a:gd name="T15" fmla="*/ 16 h 75"/>
                <a:gd name="T16" fmla="*/ 39 w 54"/>
                <a:gd name="T17" fmla="*/ 21 h 75"/>
                <a:gd name="T18" fmla="*/ 40 w 54"/>
                <a:gd name="T19" fmla="*/ 27 h 75"/>
                <a:gd name="T20" fmla="*/ 38 w 54"/>
                <a:gd name="T21" fmla="*/ 33 h 75"/>
                <a:gd name="T22" fmla="*/ 34 w 54"/>
                <a:gd name="T23" fmla="*/ 37 h 75"/>
                <a:gd name="T24" fmla="*/ 25 w 54"/>
                <a:gd name="T25" fmla="*/ 41 h 75"/>
                <a:gd name="T26" fmla="*/ 14 w 54"/>
                <a:gd name="T27" fmla="*/ 46 h 75"/>
                <a:gd name="T28" fmla="*/ 7 w 54"/>
                <a:gd name="T29" fmla="*/ 50 h 75"/>
                <a:gd name="T30" fmla="*/ 2 w 54"/>
                <a:gd name="T31" fmla="*/ 61 h 75"/>
                <a:gd name="T32" fmla="*/ 1 w 54"/>
                <a:gd name="T33" fmla="*/ 67 h 75"/>
                <a:gd name="T34" fmla="*/ 2 w 54"/>
                <a:gd name="T35" fmla="*/ 72 h 75"/>
                <a:gd name="T36" fmla="*/ 5 w 54"/>
                <a:gd name="T37" fmla="*/ 75 h 75"/>
                <a:gd name="T38" fmla="*/ 13 w 54"/>
                <a:gd name="T39" fmla="*/ 73 h 75"/>
                <a:gd name="T40" fmla="*/ 16 w 54"/>
                <a:gd name="T41" fmla="*/ 68 h 75"/>
                <a:gd name="T42" fmla="*/ 19 w 54"/>
                <a:gd name="T43" fmla="*/ 57 h 75"/>
                <a:gd name="T44" fmla="*/ 41 w 54"/>
                <a:gd name="T45" fmla="*/ 49 h 75"/>
                <a:gd name="T46" fmla="*/ 50 w 54"/>
                <a:gd name="T47" fmla="*/ 41 h 75"/>
                <a:gd name="T48" fmla="*/ 54 w 54"/>
                <a:gd name="T49" fmla="*/ 25 h 75"/>
                <a:gd name="T50" fmla="*/ 54 w 54"/>
                <a:gd name="T51" fmla="*/ 24 h 75"/>
                <a:gd name="T52" fmla="*/ 52 w 54"/>
                <a:gd name="T53" fmla="*/ 11 h 75"/>
                <a:gd name="T54" fmla="*/ 43 w 54"/>
                <a:gd name="T55" fmla="*/ 3 h 75"/>
                <a:gd name="T56" fmla="*/ 31 w 54"/>
                <a:gd name="T57" fmla="*/ 0 h 75"/>
                <a:gd name="T58" fmla="*/ 24 w 54"/>
                <a:gd name="T59" fmla="*/ 0 h 75"/>
                <a:gd name="T60" fmla="*/ 13 w 54"/>
                <a:gd name="T61" fmla="*/ 3 h 75"/>
                <a:gd name="T62" fmla="*/ 13 w 54"/>
                <a:gd name="T63" fmla="*/ 3 h 75"/>
                <a:gd name="T64" fmla="*/ 4 w 54"/>
                <a:gd name="T65"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4" h="75">
                  <a:moveTo>
                    <a:pt x="4" y="11"/>
                  </a:moveTo>
                  <a:cubicBezTo>
                    <a:pt x="1" y="14"/>
                    <a:pt x="0" y="16"/>
                    <a:pt x="0" y="19"/>
                  </a:cubicBezTo>
                  <a:cubicBezTo>
                    <a:pt x="0" y="23"/>
                    <a:pt x="2" y="25"/>
                    <a:pt x="6" y="25"/>
                  </a:cubicBezTo>
                  <a:cubicBezTo>
                    <a:pt x="12" y="25"/>
                    <a:pt x="16" y="23"/>
                    <a:pt x="16" y="19"/>
                  </a:cubicBezTo>
                  <a:cubicBezTo>
                    <a:pt x="16" y="18"/>
                    <a:pt x="17" y="16"/>
                    <a:pt x="19" y="15"/>
                  </a:cubicBezTo>
                  <a:cubicBezTo>
                    <a:pt x="21" y="14"/>
                    <a:pt x="24" y="13"/>
                    <a:pt x="29" y="13"/>
                  </a:cubicBezTo>
                  <a:cubicBezTo>
                    <a:pt x="30" y="13"/>
                    <a:pt x="32" y="14"/>
                    <a:pt x="33" y="14"/>
                  </a:cubicBezTo>
                  <a:cubicBezTo>
                    <a:pt x="35" y="15"/>
                    <a:pt x="36" y="15"/>
                    <a:pt x="37" y="16"/>
                  </a:cubicBezTo>
                  <a:cubicBezTo>
                    <a:pt x="37" y="17"/>
                    <a:pt x="38" y="18"/>
                    <a:pt x="39" y="21"/>
                  </a:cubicBezTo>
                  <a:cubicBezTo>
                    <a:pt x="39" y="23"/>
                    <a:pt x="40" y="25"/>
                    <a:pt x="40" y="27"/>
                  </a:cubicBezTo>
                  <a:cubicBezTo>
                    <a:pt x="40" y="29"/>
                    <a:pt x="39" y="31"/>
                    <a:pt x="38" y="33"/>
                  </a:cubicBezTo>
                  <a:cubicBezTo>
                    <a:pt x="37" y="35"/>
                    <a:pt x="36" y="37"/>
                    <a:pt x="34" y="37"/>
                  </a:cubicBezTo>
                  <a:cubicBezTo>
                    <a:pt x="25" y="41"/>
                    <a:pt x="25" y="41"/>
                    <a:pt x="25" y="41"/>
                  </a:cubicBezTo>
                  <a:cubicBezTo>
                    <a:pt x="20" y="43"/>
                    <a:pt x="16" y="45"/>
                    <a:pt x="14" y="46"/>
                  </a:cubicBezTo>
                  <a:cubicBezTo>
                    <a:pt x="12" y="47"/>
                    <a:pt x="10" y="48"/>
                    <a:pt x="7" y="50"/>
                  </a:cubicBezTo>
                  <a:cubicBezTo>
                    <a:pt x="5" y="56"/>
                    <a:pt x="3" y="59"/>
                    <a:pt x="2" y="61"/>
                  </a:cubicBezTo>
                  <a:cubicBezTo>
                    <a:pt x="2" y="63"/>
                    <a:pt x="1" y="65"/>
                    <a:pt x="1" y="67"/>
                  </a:cubicBezTo>
                  <a:cubicBezTo>
                    <a:pt x="1" y="69"/>
                    <a:pt x="2" y="71"/>
                    <a:pt x="2" y="72"/>
                  </a:cubicBezTo>
                  <a:cubicBezTo>
                    <a:pt x="3" y="74"/>
                    <a:pt x="4" y="75"/>
                    <a:pt x="5" y="75"/>
                  </a:cubicBezTo>
                  <a:cubicBezTo>
                    <a:pt x="9" y="75"/>
                    <a:pt x="12" y="75"/>
                    <a:pt x="13" y="73"/>
                  </a:cubicBezTo>
                  <a:cubicBezTo>
                    <a:pt x="15" y="72"/>
                    <a:pt x="16" y="71"/>
                    <a:pt x="16" y="68"/>
                  </a:cubicBezTo>
                  <a:cubicBezTo>
                    <a:pt x="17" y="64"/>
                    <a:pt x="18" y="60"/>
                    <a:pt x="19" y="57"/>
                  </a:cubicBezTo>
                  <a:cubicBezTo>
                    <a:pt x="30" y="54"/>
                    <a:pt x="38" y="51"/>
                    <a:pt x="41" y="49"/>
                  </a:cubicBezTo>
                  <a:cubicBezTo>
                    <a:pt x="45" y="48"/>
                    <a:pt x="48" y="45"/>
                    <a:pt x="50" y="41"/>
                  </a:cubicBezTo>
                  <a:cubicBezTo>
                    <a:pt x="53" y="36"/>
                    <a:pt x="54" y="31"/>
                    <a:pt x="54" y="25"/>
                  </a:cubicBezTo>
                  <a:cubicBezTo>
                    <a:pt x="54" y="24"/>
                    <a:pt x="54" y="24"/>
                    <a:pt x="54" y="24"/>
                  </a:cubicBezTo>
                  <a:cubicBezTo>
                    <a:pt x="54" y="19"/>
                    <a:pt x="54" y="14"/>
                    <a:pt x="52" y="11"/>
                  </a:cubicBezTo>
                  <a:cubicBezTo>
                    <a:pt x="51" y="9"/>
                    <a:pt x="48" y="6"/>
                    <a:pt x="43" y="3"/>
                  </a:cubicBezTo>
                  <a:cubicBezTo>
                    <a:pt x="40" y="1"/>
                    <a:pt x="36" y="0"/>
                    <a:pt x="31" y="0"/>
                  </a:cubicBezTo>
                  <a:cubicBezTo>
                    <a:pt x="29" y="0"/>
                    <a:pt x="26" y="0"/>
                    <a:pt x="24" y="0"/>
                  </a:cubicBezTo>
                  <a:cubicBezTo>
                    <a:pt x="20" y="0"/>
                    <a:pt x="17" y="1"/>
                    <a:pt x="13" y="3"/>
                  </a:cubicBezTo>
                  <a:cubicBezTo>
                    <a:pt x="13" y="3"/>
                    <a:pt x="13" y="3"/>
                    <a:pt x="13" y="3"/>
                  </a:cubicBezTo>
                  <a:cubicBezTo>
                    <a:pt x="10" y="5"/>
                    <a:pt x="6" y="8"/>
                    <a:pt x="4"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173"/>
            <p:cNvSpPr>
              <a:spLocks/>
            </p:cNvSpPr>
            <p:nvPr/>
          </p:nvSpPr>
          <p:spPr bwMode="auto">
            <a:xfrm>
              <a:off x="4159250" y="3482975"/>
              <a:ext cx="57150" cy="50800"/>
            </a:xfrm>
            <a:custGeom>
              <a:avLst/>
              <a:gdLst>
                <a:gd name="T0" fmla="*/ 21 w 37"/>
                <a:gd name="T1" fmla="*/ 13 h 32"/>
                <a:gd name="T2" fmla="*/ 29 w 37"/>
                <a:gd name="T3" fmla="*/ 29 h 32"/>
                <a:gd name="T4" fmla="*/ 33 w 37"/>
                <a:gd name="T5" fmla="*/ 32 h 32"/>
                <a:gd name="T6" fmla="*/ 33 w 37"/>
                <a:gd name="T7" fmla="*/ 32 h 32"/>
                <a:gd name="T8" fmla="*/ 36 w 37"/>
                <a:gd name="T9" fmla="*/ 28 h 32"/>
                <a:gd name="T10" fmla="*/ 25 w 37"/>
                <a:gd name="T11" fmla="*/ 7 h 32"/>
                <a:gd name="T12" fmla="*/ 4 w 37"/>
                <a:gd name="T13" fmla="*/ 2 h 32"/>
                <a:gd name="T14" fmla="*/ 0 w 37"/>
                <a:gd name="T15" fmla="*/ 6 h 32"/>
                <a:gd name="T16" fmla="*/ 5 w 37"/>
                <a:gd name="T17" fmla="*/ 10 h 32"/>
                <a:gd name="T18" fmla="*/ 21 w 37"/>
                <a:gd name="T19" fmla="*/ 1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32">
                  <a:moveTo>
                    <a:pt x="21" y="13"/>
                  </a:moveTo>
                  <a:cubicBezTo>
                    <a:pt x="25" y="16"/>
                    <a:pt x="28" y="22"/>
                    <a:pt x="29" y="29"/>
                  </a:cubicBezTo>
                  <a:cubicBezTo>
                    <a:pt x="29" y="31"/>
                    <a:pt x="31" y="32"/>
                    <a:pt x="33" y="32"/>
                  </a:cubicBezTo>
                  <a:cubicBezTo>
                    <a:pt x="33" y="32"/>
                    <a:pt x="33" y="32"/>
                    <a:pt x="33" y="32"/>
                  </a:cubicBezTo>
                  <a:cubicBezTo>
                    <a:pt x="35" y="32"/>
                    <a:pt x="37" y="30"/>
                    <a:pt x="36" y="28"/>
                  </a:cubicBezTo>
                  <a:cubicBezTo>
                    <a:pt x="35" y="18"/>
                    <a:pt x="31" y="11"/>
                    <a:pt x="25" y="7"/>
                  </a:cubicBezTo>
                  <a:cubicBezTo>
                    <a:pt x="16" y="0"/>
                    <a:pt x="4" y="2"/>
                    <a:pt x="4" y="2"/>
                  </a:cubicBezTo>
                  <a:cubicBezTo>
                    <a:pt x="1" y="2"/>
                    <a:pt x="0" y="4"/>
                    <a:pt x="0" y="6"/>
                  </a:cubicBezTo>
                  <a:cubicBezTo>
                    <a:pt x="1" y="8"/>
                    <a:pt x="3" y="10"/>
                    <a:pt x="5" y="10"/>
                  </a:cubicBezTo>
                  <a:cubicBezTo>
                    <a:pt x="5" y="10"/>
                    <a:pt x="14" y="8"/>
                    <a:pt x="21"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174"/>
            <p:cNvSpPr>
              <a:spLocks/>
            </p:cNvSpPr>
            <p:nvPr/>
          </p:nvSpPr>
          <p:spPr bwMode="auto">
            <a:xfrm>
              <a:off x="4165600" y="3454400"/>
              <a:ext cx="77788" cy="73025"/>
            </a:xfrm>
            <a:custGeom>
              <a:avLst/>
              <a:gdLst>
                <a:gd name="T0" fmla="*/ 46 w 50"/>
                <a:gd name="T1" fmla="*/ 47 h 47"/>
                <a:gd name="T2" fmla="*/ 46 w 50"/>
                <a:gd name="T3" fmla="*/ 47 h 47"/>
                <a:gd name="T4" fmla="*/ 50 w 50"/>
                <a:gd name="T5" fmla="*/ 43 h 47"/>
                <a:gd name="T6" fmla="*/ 35 w 50"/>
                <a:gd name="T7" fmla="*/ 11 h 47"/>
                <a:gd name="T8" fmla="*/ 4 w 50"/>
                <a:gd name="T9" fmla="*/ 2 h 47"/>
                <a:gd name="T10" fmla="*/ 0 w 50"/>
                <a:gd name="T11" fmla="*/ 6 h 47"/>
                <a:gd name="T12" fmla="*/ 5 w 50"/>
                <a:gd name="T13" fmla="*/ 10 h 47"/>
                <a:gd name="T14" fmla="*/ 30 w 50"/>
                <a:gd name="T15" fmla="*/ 17 h 47"/>
                <a:gd name="T16" fmla="*/ 42 w 50"/>
                <a:gd name="T17" fmla="*/ 43 h 47"/>
                <a:gd name="T18" fmla="*/ 46 w 50"/>
                <a:gd name="T19"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47">
                  <a:moveTo>
                    <a:pt x="46" y="47"/>
                  </a:moveTo>
                  <a:cubicBezTo>
                    <a:pt x="46" y="47"/>
                    <a:pt x="46" y="47"/>
                    <a:pt x="46" y="47"/>
                  </a:cubicBezTo>
                  <a:cubicBezTo>
                    <a:pt x="48" y="47"/>
                    <a:pt x="50" y="45"/>
                    <a:pt x="50" y="43"/>
                  </a:cubicBezTo>
                  <a:cubicBezTo>
                    <a:pt x="49" y="28"/>
                    <a:pt x="43" y="18"/>
                    <a:pt x="35" y="11"/>
                  </a:cubicBezTo>
                  <a:cubicBezTo>
                    <a:pt x="21" y="0"/>
                    <a:pt x="4" y="2"/>
                    <a:pt x="4" y="2"/>
                  </a:cubicBezTo>
                  <a:cubicBezTo>
                    <a:pt x="2" y="2"/>
                    <a:pt x="0" y="4"/>
                    <a:pt x="0" y="6"/>
                  </a:cubicBezTo>
                  <a:cubicBezTo>
                    <a:pt x="1" y="9"/>
                    <a:pt x="3" y="10"/>
                    <a:pt x="5" y="10"/>
                  </a:cubicBezTo>
                  <a:cubicBezTo>
                    <a:pt x="5" y="10"/>
                    <a:pt x="19" y="8"/>
                    <a:pt x="30" y="17"/>
                  </a:cubicBezTo>
                  <a:cubicBezTo>
                    <a:pt x="37" y="23"/>
                    <a:pt x="41" y="31"/>
                    <a:pt x="42" y="43"/>
                  </a:cubicBezTo>
                  <a:cubicBezTo>
                    <a:pt x="42" y="45"/>
                    <a:pt x="44" y="47"/>
                    <a:pt x="46"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175"/>
            <p:cNvSpPr>
              <a:spLocks/>
            </p:cNvSpPr>
            <p:nvPr/>
          </p:nvSpPr>
          <p:spPr bwMode="auto">
            <a:xfrm>
              <a:off x="3725863" y="4291013"/>
              <a:ext cx="34925" cy="68263"/>
            </a:xfrm>
            <a:custGeom>
              <a:avLst/>
              <a:gdLst>
                <a:gd name="T0" fmla="*/ 2 w 22"/>
                <a:gd name="T1" fmla="*/ 36 h 44"/>
                <a:gd name="T2" fmla="*/ 1 w 22"/>
                <a:gd name="T3" fmla="*/ 42 h 44"/>
                <a:gd name="T4" fmla="*/ 4 w 22"/>
                <a:gd name="T5" fmla="*/ 44 h 44"/>
                <a:gd name="T6" fmla="*/ 6 w 22"/>
                <a:gd name="T7" fmla="*/ 43 h 44"/>
                <a:gd name="T8" fmla="*/ 20 w 22"/>
                <a:gd name="T9" fmla="*/ 23 h 44"/>
                <a:gd name="T10" fmla="*/ 15 w 22"/>
                <a:gd name="T11" fmla="*/ 2 h 44"/>
                <a:gd name="T12" fmla="*/ 9 w 22"/>
                <a:gd name="T13" fmla="*/ 1 h 44"/>
                <a:gd name="T14" fmla="*/ 8 w 22"/>
                <a:gd name="T15" fmla="*/ 7 h 44"/>
                <a:gd name="T16" fmla="*/ 12 w 22"/>
                <a:gd name="T17" fmla="*/ 22 h 44"/>
                <a:gd name="T18" fmla="*/ 2 w 22"/>
                <a:gd name="T19" fmla="*/ 36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44">
                  <a:moveTo>
                    <a:pt x="2" y="36"/>
                  </a:moveTo>
                  <a:cubicBezTo>
                    <a:pt x="0" y="37"/>
                    <a:pt x="0" y="40"/>
                    <a:pt x="1" y="42"/>
                  </a:cubicBezTo>
                  <a:cubicBezTo>
                    <a:pt x="2" y="43"/>
                    <a:pt x="3" y="44"/>
                    <a:pt x="4" y="44"/>
                  </a:cubicBezTo>
                  <a:cubicBezTo>
                    <a:pt x="5" y="44"/>
                    <a:pt x="6" y="43"/>
                    <a:pt x="6" y="43"/>
                  </a:cubicBezTo>
                  <a:cubicBezTo>
                    <a:pt x="14" y="37"/>
                    <a:pt x="19" y="31"/>
                    <a:pt x="20" y="23"/>
                  </a:cubicBezTo>
                  <a:cubicBezTo>
                    <a:pt x="22" y="12"/>
                    <a:pt x="15" y="2"/>
                    <a:pt x="15" y="2"/>
                  </a:cubicBezTo>
                  <a:cubicBezTo>
                    <a:pt x="13" y="0"/>
                    <a:pt x="11" y="0"/>
                    <a:pt x="9" y="1"/>
                  </a:cubicBezTo>
                  <a:cubicBezTo>
                    <a:pt x="7" y="2"/>
                    <a:pt x="7" y="5"/>
                    <a:pt x="8" y="7"/>
                  </a:cubicBezTo>
                  <a:cubicBezTo>
                    <a:pt x="8" y="7"/>
                    <a:pt x="14" y="14"/>
                    <a:pt x="12" y="22"/>
                  </a:cubicBezTo>
                  <a:cubicBezTo>
                    <a:pt x="11" y="27"/>
                    <a:pt x="8" y="32"/>
                    <a:pt x="2"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176"/>
            <p:cNvSpPr>
              <a:spLocks/>
            </p:cNvSpPr>
            <p:nvPr/>
          </p:nvSpPr>
          <p:spPr bwMode="auto">
            <a:xfrm>
              <a:off x="3743325" y="4283075"/>
              <a:ext cx="49213" cy="96838"/>
            </a:xfrm>
            <a:custGeom>
              <a:avLst/>
              <a:gdLst>
                <a:gd name="T0" fmla="*/ 5 w 32"/>
                <a:gd name="T1" fmla="*/ 62 h 62"/>
                <a:gd name="T2" fmla="*/ 7 w 32"/>
                <a:gd name="T3" fmla="*/ 61 h 62"/>
                <a:gd name="T4" fmla="*/ 28 w 32"/>
                <a:gd name="T5" fmla="*/ 34 h 62"/>
                <a:gd name="T6" fmla="*/ 22 w 32"/>
                <a:gd name="T7" fmla="*/ 2 h 62"/>
                <a:gd name="T8" fmla="*/ 17 w 32"/>
                <a:gd name="T9" fmla="*/ 1 h 62"/>
                <a:gd name="T10" fmla="*/ 16 w 32"/>
                <a:gd name="T11" fmla="*/ 7 h 62"/>
                <a:gd name="T12" fmla="*/ 21 w 32"/>
                <a:gd name="T13" fmla="*/ 32 h 62"/>
                <a:gd name="T14" fmla="*/ 3 w 32"/>
                <a:gd name="T15" fmla="*/ 55 h 62"/>
                <a:gd name="T16" fmla="*/ 1 w 32"/>
                <a:gd name="T17" fmla="*/ 60 h 62"/>
                <a:gd name="T18" fmla="*/ 5 w 32"/>
                <a:gd name="T19"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62">
                  <a:moveTo>
                    <a:pt x="5" y="62"/>
                  </a:moveTo>
                  <a:cubicBezTo>
                    <a:pt x="5" y="62"/>
                    <a:pt x="6" y="62"/>
                    <a:pt x="7" y="61"/>
                  </a:cubicBezTo>
                  <a:cubicBezTo>
                    <a:pt x="19" y="54"/>
                    <a:pt x="26" y="45"/>
                    <a:pt x="28" y="34"/>
                  </a:cubicBezTo>
                  <a:cubicBezTo>
                    <a:pt x="32" y="17"/>
                    <a:pt x="23" y="3"/>
                    <a:pt x="22" y="2"/>
                  </a:cubicBezTo>
                  <a:cubicBezTo>
                    <a:pt x="21" y="0"/>
                    <a:pt x="19" y="0"/>
                    <a:pt x="17" y="1"/>
                  </a:cubicBezTo>
                  <a:cubicBezTo>
                    <a:pt x="15" y="2"/>
                    <a:pt x="14" y="5"/>
                    <a:pt x="16" y="7"/>
                  </a:cubicBezTo>
                  <a:cubicBezTo>
                    <a:pt x="16" y="7"/>
                    <a:pt x="23" y="19"/>
                    <a:pt x="21" y="32"/>
                  </a:cubicBezTo>
                  <a:cubicBezTo>
                    <a:pt x="19" y="41"/>
                    <a:pt x="13" y="48"/>
                    <a:pt x="3" y="55"/>
                  </a:cubicBezTo>
                  <a:cubicBezTo>
                    <a:pt x="1" y="56"/>
                    <a:pt x="0" y="58"/>
                    <a:pt x="1" y="60"/>
                  </a:cubicBezTo>
                  <a:cubicBezTo>
                    <a:pt x="2" y="61"/>
                    <a:pt x="3" y="62"/>
                    <a:pt x="5"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177"/>
            <p:cNvSpPr>
              <a:spLocks noEditPoints="1"/>
            </p:cNvSpPr>
            <p:nvPr/>
          </p:nvSpPr>
          <p:spPr bwMode="auto">
            <a:xfrm>
              <a:off x="3830638" y="4421188"/>
              <a:ext cx="225425" cy="127000"/>
            </a:xfrm>
            <a:custGeom>
              <a:avLst/>
              <a:gdLst>
                <a:gd name="T0" fmla="*/ 45 w 142"/>
                <a:gd name="T1" fmla="*/ 36 h 80"/>
                <a:gd name="T2" fmla="*/ 0 w 142"/>
                <a:gd name="T3" fmla="*/ 36 h 80"/>
                <a:gd name="T4" fmla="*/ 0 w 142"/>
                <a:gd name="T5" fmla="*/ 80 h 80"/>
                <a:gd name="T6" fmla="*/ 97 w 142"/>
                <a:gd name="T7" fmla="*/ 80 h 80"/>
                <a:gd name="T8" fmla="*/ 97 w 142"/>
                <a:gd name="T9" fmla="*/ 44 h 80"/>
                <a:gd name="T10" fmla="*/ 142 w 142"/>
                <a:gd name="T11" fmla="*/ 44 h 80"/>
                <a:gd name="T12" fmla="*/ 142 w 142"/>
                <a:gd name="T13" fmla="*/ 0 h 80"/>
                <a:gd name="T14" fmla="*/ 45 w 142"/>
                <a:gd name="T15" fmla="*/ 0 h 80"/>
                <a:gd name="T16" fmla="*/ 45 w 142"/>
                <a:gd name="T17" fmla="*/ 36 h 80"/>
                <a:gd name="T18" fmla="*/ 89 w 142"/>
                <a:gd name="T19" fmla="*/ 73 h 80"/>
                <a:gd name="T20" fmla="*/ 8 w 142"/>
                <a:gd name="T21" fmla="*/ 73 h 80"/>
                <a:gd name="T22" fmla="*/ 8 w 142"/>
                <a:gd name="T23" fmla="*/ 44 h 80"/>
                <a:gd name="T24" fmla="*/ 45 w 142"/>
                <a:gd name="T25" fmla="*/ 44 h 80"/>
                <a:gd name="T26" fmla="*/ 89 w 142"/>
                <a:gd name="T27" fmla="*/ 44 h 80"/>
                <a:gd name="T28" fmla="*/ 89 w 142"/>
                <a:gd name="T29" fmla="*/ 73 h 80"/>
                <a:gd name="T30" fmla="*/ 53 w 142"/>
                <a:gd name="T31" fmla="*/ 8 h 80"/>
                <a:gd name="T32" fmla="*/ 134 w 142"/>
                <a:gd name="T33" fmla="*/ 8 h 80"/>
                <a:gd name="T34" fmla="*/ 134 w 142"/>
                <a:gd name="T35" fmla="*/ 36 h 80"/>
                <a:gd name="T36" fmla="*/ 97 w 142"/>
                <a:gd name="T37" fmla="*/ 36 h 80"/>
                <a:gd name="T38" fmla="*/ 53 w 142"/>
                <a:gd name="T39" fmla="*/ 36 h 80"/>
                <a:gd name="T40" fmla="*/ 53 w 142"/>
                <a:gd name="T41" fmla="*/ 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2" h="80">
                  <a:moveTo>
                    <a:pt x="45" y="36"/>
                  </a:moveTo>
                  <a:lnTo>
                    <a:pt x="0" y="36"/>
                  </a:lnTo>
                  <a:lnTo>
                    <a:pt x="0" y="80"/>
                  </a:lnTo>
                  <a:lnTo>
                    <a:pt x="97" y="80"/>
                  </a:lnTo>
                  <a:lnTo>
                    <a:pt x="97" y="44"/>
                  </a:lnTo>
                  <a:lnTo>
                    <a:pt x="142" y="44"/>
                  </a:lnTo>
                  <a:lnTo>
                    <a:pt x="142" y="0"/>
                  </a:lnTo>
                  <a:lnTo>
                    <a:pt x="45" y="0"/>
                  </a:lnTo>
                  <a:lnTo>
                    <a:pt x="45" y="36"/>
                  </a:lnTo>
                  <a:close/>
                  <a:moveTo>
                    <a:pt x="89" y="73"/>
                  </a:moveTo>
                  <a:lnTo>
                    <a:pt x="8" y="73"/>
                  </a:lnTo>
                  <a:lnTo>
                    <a:pt x="8" y="44"/>
                  </a:lnTo>
                  <a:lnTo>
                    <a:pt x="45" y="44"/>
                  </a:lnTo>
                  <a:lnTo>
                    <a:pt x="89" y="44"/>
                  </a:lnTo>
                  <a:lnTo>
                    <a:pt x="89" y="73"/>
                  </a:lnTo>
                  <a:close/>
                  <a:moveTo>
                    <a:pt x="53" y="8"/>
                  </a:moveTo>
                  <a:lnTo>
                    <a:pt x="134" y="8"/>
                  </a:lnTo>
                  <a:lnTo>
                    <a:pt x="134" y="36"/>
                  </a:lnTo>
                  <a:lnTo>
                    <a:pt x="97" y="36"/>
                  </a:lnTo>
                  <a:lnTo>
                    <a:pt x="53" y="36"/>
                  </a:lnTo>
                  <a:lnTo>
                    <a:pt x="5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178"/>
            <p:cNvSpPr>
              <a:spLocks noEditPoints="1"/>
            </p:cNvSpPr>
            <p:nvPr/>
          </p:nvSpPr>
          <p:spPr bwMode="auto">
            <a:xfrm>
              <a:off x="3049588" y="3698875"/>
              <a:ext cx="223838" cy="127000"/>
            </a:xfrm>
            <a:custGeom>
              <a:avLst/>
              <a:gdLst>
                <a:gd name="T0" fmla="*/ 44 w 141"/>
                <a:gd name="T1" fmla="*/ 36 h 80"/>
                <a:gd name="T2" fmla="*/ 0 w 141"/>
                <a:gd name="T3" fmla="*/ 36 h 80"/>
                <a:gd name="T4" fmla="*/ 0 w 141"/>
                <a:gd name="T5" fmla="*/ 80 h 80"/>
                <a:gd name="T6" fmla="*/ 96 w 141"/>
                <a:gd name="T7" fmla="*/ 80 h 80"/>
                <a:gd name="T8" fmla="*/ 96 w 141"/>
                <a:gd name="T9" fmla="*/ 44 h 80"/>
                <a:gd name="T10" fmla="*/ 141 w 141"/>
                <a:gd name="T11" fmla="*/ 44 h 80"/>
                <a:gd name="T12" fmla="*/ 141 w 141"/>
                <a:gd name="T13" fmla="*/ 0 h 80"/>
                <a:gd name="T14" fmla="*/ 44 w 141"/>
                <a:gd name="T15" fmla="*/ 0 h 80"/>
                <a:gd name="T16" fmla="*/ 44 w 141"/>
                <a:gd name="T17" fmla="*/ 36 h 80"/>
                <a:gd name="T18" fmla="*/ 88 w 141"/>
                <a:gd name="T19" fmla="*/ 72 h 80"/>
                <a:gd name="T20" fmla="*/ 7 w 141"/>
                <a:gd name="T21" fmla="*/ 72 h 80"/>
                <a:gd name="T22" fmla="*/ 7 w 141"/>
                <a:gd name="T23" fmla="*/ 44 h 80"/>
                <a:gd name="T24" fmla="*/ 44 w 141"/>
                <a:gd name="T25" fmla="*/ 44 h 80"/>
                <a:gd name="T26" fmla="*/ 88 w 141"/>
                <a:gd name="T27" fmla="*/ 44 h 80"/>
                <a:gd name="T28" fmla="*/ 88 w 141"/>
                <a:gd name="T29" fmla="*/ 72 h 80"/>
                <a:gd name="T30" fmla="*/ 51 w 141"/>
                <a:gd name="T31" fmla="*/ 8 h 80"/>
                <a:gd name="T32" fmla="*/ 133 w 141"/>
                <a:gd name="T33" fmla="*/ 8 h 80"/>
                <a:gd name="T34" fmla="*/ 133 w 141"/>
                <a:gd name="T35" fmla="*/ 36 h 80"/>
                <a:gd name="T36" fmla="*/ 96 w 141"/>
                <a:gd name="T37" fmla="*/ 36 h 80"/>
                <a:gd name="T38" fmla="*/ 51 w 141"/>
                <a:gd name="T39" fmla="*/ 36 h 80"/>
                <a:gd name="T40" fmla="*/ 51 w 141"/>
                <a:gd name="T41" fmla="*/ 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1" h="80">
                  <a:moveTo>
                    <a:pt x="44" y="36"/>
                  </a:moveTo>
                  <a:lnTo>
                    <a:pt x="0" y="36"/>
                  </a:lnTo>
                  <a:lnTo>
                    <a:pt x="0" y="80"/>
                  </a:lnTo>
                  <a:lnTo>
                    <a:pt x="96" y="80"/>
                  </a:lnTo>
                  <a:lnTo>
                    <a:pt x="96" y="44"/>
                  </a:lnTo>
                  <a:lnTo>
                    <a:pt x="141" y="44"/>
                  </a:lnTo>
                  <a:lnTo>
                    <a:pt x="141" y="0"/>
                  </a:lnTo>
                  <a:lnTo>
                    <a:pt x="44" y="0"/>
                  </a:lnTo>
                  <a:lnTo>
                    <a:pt x="44" y="36"/>
                  </a:lnTo>
                  <a:close/>
                  <a:moveTo>
                    <a:pt x="88" y="72"/>
                  </a:moveTo>
                  <a:lnTo>
                    <a:pt x="7" y="72"/>
                  </a:lnTo>
                  <a:lnTo>
                    <a:pt x="7" y="44"/>
                  </a:lnTo>
                  <a:lnTo>
                    <a:pt x="44" y="44"/>
                  </a:lnTo>
                  <a:lnTo>
                    <a:pt x="88" y="44"/>
                  </a:lnTo>
                  <a:lnTo>
                    <a:pt x="88" y="72"/>
                  </a:lnTo>
                  <a:close/>
                  <a:moveTo>
                    <a:pt x="51" y="8"/>
                  </a:moveTo>
                  <a:lnTo>
                    <a:pt x="133" y="8"/>
                  </a:lnTo>
                  <a:lnTo>
                    <a:pt x="133" y="36"/>
                  </a:lnTo>
                  <a:lnTo>
                    <a:pt x="96" y="36"/>
                  </a:lnTo>
                  <a:lnTo>
                    <a:pt x="51" y="36"/>
                  </a:lnTo>
                  <a:lnTo>
                    <a:pt x="51"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179"/>
            <p:cNvSpPr>
              <a:spLocks noEditPoints="1"/>
            </p:cNvSpPr>
            <p:nvPr/>
          </p:nvSpPr>
          <p:spPr bwMode="auto">
            <a:xfrm>
              <a:off x="3125788" y="3190875"/>
              <a:ext cx="225425" cy="127000"/>
            </a:xfrm>
            <a:custGeom>
              <a:avLst/>
              <a:gdLst>
                <a:gd name="T0" fmla="*/ 45 w 142"/>
                <a:gd name="T1" fmla="*/ 36 h 80"/>
                <a:gd name="T2" fmla="*/ 0 w 142"/>
                <a:gd name="T3" fmla="*/ 36 h 80"/>
                <a:gd name="T4" fmla="*/ 0 w 142"/>
                <a:gd name="T5" fmla="*/ 80 h 80"/>
                <a:gd name="T6" fmla="*/ 97 w 142"/>
                <a:gd name="T7" fmla="*/ 80 h 80"/>
                <a:gd name="T8" fmla="*/ 97 w 142"/>
                <a:gd name="T9" fmla="*/ 44 h 80"/>
                <a:gd name="T10" fmla="*/ 142 w 142"/>
                <a:gd name="T11" fmla="*/ 44 h 80"/>
                <a:gd name="T12" fmla="*/ 142 w 142"/>
                <a:gd name="T13" fmla="*/ 0 h 80"/>
                <a:gd name="T14" fmla="*/ 45 w 142"/>
                <a:gd name="T15" fmla="*/ 0 h 80"/>
                <a:gd name="T16" fmla="*/ 45 w 142"/>
                <a:gd name="T17" fmla="*/ 36 h 80"/>
                <a:gd name="T18" fmla="*/ 89 w 142"/>
                <a:gd name="T19" fmla="*/ 72 h 80"/>
                <a:gd name="T20" fmla="*/ 8 w 142"/>
                <a:gd name="T21" fmla="*/ 72 h 80"/>
                <a:gd name="T22" fmla="*/ 8 w 142"/>
                <a:gd name="T23" fmla="*/ 44 h 80"/>
                <a:gd name="T24" fmla="*/ 45 w 142"/>
                <a:gd name="T25" fmla="*/ 44 h 80"/>
                <a:gd name="T26" fmla="*/ 89 w 142"/>
                <a:gd name="T27" fmla="*/ 44 h 80"/>
                <a:gd name="T28" fmla="*/ 89 w 142"/>
                <a:gd name="T29" fmla="*/ 72 h 80"/>
                <a:gd name="T30" fmla="*/ 53 w 142"/>
                <a:gd name="T31" fmla="*/ 8 h 80"/>
                <a:gd name="T32" fmla="*/ 134 w 142"/>
                <a:gd name="T33" fmla="*/ 8 h 80"/>
                <a:gd name="T34" fmla="*/ 134 w 142"/>
                <a:gd name="T35" fmla="*/ 36 h 80"/>
                <a:gd name="T36" fmla="*/ 97 w 142"/>
                <a:gd name="T37" fmla="*/ 36 h 80"/>
                <a:gd name="T38" fmla="*/ 53 w 142"/>
                <a:gd name="T39" fmla="*/ 36 h 80"/>
                <a:gd name="T40" fmla="*/ 53 w 142"/>
                <a:gd name="T41" fmla="*/ 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2" h="80">
                  <a:moveTo>
                    <a:pt x="45" y="36"/>
                  </a:moveTo>
                  <a:lnTo>
                    <a:pt x="0" y="36"/>
                  </a:lnTo>
                  <a:lnTo>
                    <a:pt x="0" y="80"/>
                  </a:lnTo>
                  <a:lnTo>
                    <a:pt x="97" y="80"/>
                  </a:lnTo>
                  <a:lnTo>
                    <a:pt x="97" y="44"/>
                  </a:lnTo>
                  <a:lnTo>
                    <a:pt x="142" y="44"/>
                  </a:lnTo>
                  <a:lnTo>
                    <a:pt x="142" y="0"/>
                  </a:lnTo>
                  <a:lnTo>
                    <a:pt x="45" y="0"/>
                  </a:lnTo>
                  <a:lnTo>
                    <a:pt x="45" y="36"/>
                  </a:lnTo>
                  <a:close/>
                  <a:moveTo>
                    <a:pt x="89" y="72"/>
                  </a:moveTo>
                  <a:lnTo>
                    <a:pt x="8" y="72"/>
                  </a:lnTo>
                  <a:lnTo>
                    <a:pt x="8" y="44"/>
                  </a:lnTo>
                  <a:lnTo>
                    <a:pt x="45" y="44"/>
                  </a:lnTo>
                  <a:lnTo>
                    <a:pt x="89" y="44"/>
                  </a:lnTo>
                  <a:lnTo>
                    <a:pt x="89" y="72"/>
                  </a:lnTo>
                  <a:close/>
                  <a:moveTo>
                    <a:pt x="53" y="8"/>
                  </a:moveTo>
                  <a:lnTo>
                    <a:pt x="134" y="8"/>
                  </a:lnTo>
                  <a:lnTo>
                    <a:pt x="134" y="36"/>
                  </a:lnTo>
                  <a:lnTo>
                    <a:pt x="97" y="36"/>
                  </a:lnTo>
                  <a:lnTo>
                    <a:pt x="53" y="36"/>
                  </a:lnTo>
                  <a:lnTo>
                    <a:pt x="5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86" name="组合 185"/>
          <p:cNvGrpSpPr/>
          <p:nvPr/>
        </p:nvGrpSpPr>
        <p:grpSpPr>
          <a:xfrm>
            <a:off x="6469063" y="2005013"/>
            <a:ext cx="531813" cy="1273175"/>
            <a:chOff x="6469063" y="2005013"/>
            <a:chExt cx="531813" cy="1273175"/>
          </a:xfrm>
          <a:solidFill>
            <a:schemeClr val="tx1">
              <a:lumMod val="65000"/>
              <a:lumOff val="35000"/>
            </a:schemeClr>
          </a:solidFill>
        </p:grpSpPr>
        <p:sp>
          <p:nvSpPr>
            <p:cNvPr id="187" name="Freeform 183"/>
            <p:cNvSpPr>
              <a:spLocks noEditPoints="1"/>
            </p:cNvSpPr>
            <p:nvPr/>
          </p:nvSpPr>
          <p:spPr bwMode="auto">
            <a:xfrm>
              <a:off x="6469063" y="2322513"/>
              <a:ext cx="531813" cy="955675"/>
            </a:xfrm>
            <a:custGeom>
              <a:avLst/>
              <a:gdLst>
                <a:gd name="T0" fmla="*/ 42 w 415"/>
                <a:gd name="T1" fmla="*/ 383 h 746"/>
                <a:gd name="T2" fmla="*/ 44 w 415"/>
                <a:gd name="T3" fmla="*/ 383 h 746"/>
                <a:gd name="T4" fmla="*/ 74 w 415"/>
                <a:gd name="T5" fmla="*/ 350 h 746"/>
                <a:gd name="T6" fmla="*/ 99 w 415"/>
                <a:gd name="T7" fmla="*/ 97 h 746"/>
                <a:gd name="T8" fmla="*/ 99 w 415"/>
                <a:gd name="T9" fmla="*/ 229 h 746"/>
                <a:gd name="T10" fmla="*/ 99 w 415"/>
                <a:gd name="T11" fmla="*/ 305 h 746"/>
                <a:gd name="T12" fmla="*/ 99 w 415"/>
                <a:gd name="T13" fmla="*/ 697 h 746"/>
                <a:gd name="T14" fmla="*/ 149 w 415"/>
                <a:gd name="T15" fmla="*/ 746 h 746"/>
                <a:gd name="T16" fmla="*/ 198 w 415"/>
                <a:gd name="T17" fmla="*/ 697 h 746"/>
                <a:gd name="T18" fmla="*/ 198 w 415"/>
                <a:gd name="T19" fmla="*/ 336 h 746"/>
                <a:gd name="T20" fmla="*/ 217 w 415"/>
                <a:gd name="T21" fmla="*/ 336 h 746"/>
                <a:gd name="T22" fmla="*/ 217 w 415"/>
                <a:gd name="T23" fmla="*/ 697 h 746"/>
                <a:gd name="T24" fmla="*/ 266 w 415"/>
                <a:gd name="T25" fmla="*/ 746 h 746"/>
                <a:gd name="T26" fmla="*/ 316 w 415"/>
                <a:gd name="T27" fmla="*/ 697 h 746"/>
                <a:gd name="T28" fmla="*/ 316 w 415"/>
                <a:gd name="T29" fmla="*/ 305 h 746"/>
                <a:gd name="T30" fmla="*/ 316 w 415"/>
                <a:gd name="T31" fmla="*/ 229 h 746"/>
                <a:gd name="T32" fmla="*/ 316 w 415"/>
                <a:gd name="T33" fmla="*/ 97 h 746"/>
                <a:gd name="T34" fmla="*/ 341 w 415"/>
                <a:gd name="T35" fmla="*/ 350 h 746"/>
                <a:gd name="T36" fmla="*/ 371 w 415"/>
                <a:gd name="T37" fmla="*/ 383 h 746"/>
                <a:gd name="T38" fmla="*/ 373 w 415"/>
                <a:gd name="T39" fmla="*/ 383 h 746"/>
                <a:gd name="T40" fmla="*/ 405 w 415"/>
                <a:gd name="T41" fmla="*/ 353 h 746"/>
                <a:gd name="T42" fmla="*/ 342 w 415"/>
                <a:gd name="T43" fmla="*/ 26 h 746"/>
                <a:gd name="T44" fmla="*/ 287 w 415"/>
                <a:gd name="T45" fmla="*/ 1 h 746"/>
                <a:gd name="T46" fmla="*/ 285 w 415"/>
                <a:gd name="T47" fmla="*/ 0 h 746"/>
                <a:gd name="T48" fmla="*/ 130 w 415"/>
                <a:gd name="T49" fmla="*/ 0 h 746"/>
                <a:gd name="T50" fmla="*/ 128 w 415"/>
                <a:gd name="T51" fmla="*/ 1 h 746"/>
                <a:gd name="T52" fmla="*/ 73 w 415"/>
                <a:gd name="T53" fmla="*/ 26 h 746"/>
                <a:gd name="T54" fmla="*/ 10 w 415"/>
                <a:gd name="T55" fmla="*/ 353 h 746"/>
                <a:gd name="T56" fmla="*/ 42 w 415"/>
                <a:gd name="T57" fmla="*/ 383 h 746"/>
                <a:gd name="T58" fmla="*/ 192 w 415"/>
                <a:gd name="T59" fmla="*/ 33 h 746"/>
                <a:gd name="T60" fmla="*/ 208 w 415"/>
                <a:gd name="T61" fmla="*/ 33 h 746"/>
                <a:gd name="T62" fmla="*/ 223 w 415"/>
                <a:gd name="T63" fmla="*/ 33 h 746"/>
                <a:gd name="T64" fmla="*/ 230 w 415"/>
                <a:gd name="T65" fmla="*/ 63 h 746"/>
                <a:gd name="T66" fmla="*/ 229 w 415"/>
                <a:gd name="T67" fmla="*/ 65 h 746"/>
                <a:gd name="T68" fmla="*/ 208 w 415"/>
                <a:gd name="T69" fmla="*/ 73 h 746"/>
                <a:gd name="T70" fmla="*/ 186 w 415"/>
                <a:gd name="T71" fmla="*/ 65 h 746"/>
                <a:gd name="T72" fmla="*/ 185 w 415"/>
                <a:gd name="T73" fmla="*/ 63 h 746"/>
                <a:gd name="T74" fmla="*/ 192 w 415"/>
                <a:gd name="T75" fmla="*/ 33 h 746"/>
                <a:gd name="T76" fmla="*/ 191 w 415"/>
                <a:gd name="T77" fmla="*/ 82 h 746"/>
                <a:gd name="T78" fmla="*/ 208 w 415"/>
                <a:gd name="T79" fmla="*/ 85 h 746"/>
                <a:gd name="T80" fmla="*/ 208 w 415"/>
                <a:gd name="T81" fmla="*/ 85 h 746"/>
                <a:gd name="T82" fmla="*/ 208 w 415"/>
                <a:gd name="T83" fmla="*/ 85 h 746"/>
                <a:gd name="T84" fmla="*/ 224 w 415"/>
                <a:gd name="T85" fmla="*/ 82 h 746"/>
                <a:gd name="T86" fmla="*/ 246 w 415"/>
                <a:gd name="T87" fmla="*/ 243 h 746"/>
                <a:gd name="T88" fmla="*/ 208 w 415"/>
                <a:gd name="T89" fmla="*/ 291 h 746"/>
                <a:gd name="T90" fmla="*/ 170 w 415"/>
                <a:gd name="T91" fmla="*/ 243 h 746"/>
                <a:gd name="T92" fmla="*/ 191 w 415"/>
                <a:gd name="T93" fmla="*/ 82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15" h="746">
                  <a:moveTo>
                    <a:pt x="42" y="383"/>
                  </a:moveTo>
                  <a:cubicBezTo>
                    <a:pt x="42" y="383"/>
                    <a:pt x="43" y="383"/>
                    <a:pt x="44" y="383"/>
                  </a:cubicBezTo>
                  <a:cubicBezTo>
                    <a:pt x="61" y="382"/>
                    <a:pt x="75" y="367"/>
                    <a:pt x="74" y="350"/>
                  </a:cubicBezTo>
                  <a:cubicBezTo>
                    <a:pt x="66" y="209"/>
                    <a:pt x="82" y="134"/>
                    <a:pt x="99" y="97"/>
                  </a:cubicBezTo>
                  <a:cubicBezTo>
                    <a:pt x="99" y="229"/>
                    <a:pt x="99" y="229"/>
                    <a:pt x="99" y="229"/>
                  </a:cubicBezTo>
                  <a:cubicBezTo>
                    <a:pt x="99" y="305"/>
                    <a:pt x="99" y="305"/>
                    <a:pt x="99" y="305"/>
                  </a:cubicBezTo>
                  <a:cubicBezTo>
                    <a:pt x="99" y="697"/>
                    <a:pt x="99" y="697"/>
                    <a:pt x="99" y="697"/>
                  </a:cubicBezTo>
                  <a:cubicBezTo>
                    <a:pt x="99" y="724"/>
                    <a:pt x="122" y="746"/>
                    <a:pt x="149" y="746"/>
                  </a:cubicBezTo>
                  <a:cubicBezTo>
                    <a:pt x="176" y="746"/>
                    <a:pt x="198" y="724"/>
                    <a:pt x="198" y="697"/>
                  </a:cubicBezTo>
                  <a:cubicBezTo>
                    <a:pt x="198" y="336"/>
                    <a:pt x="198" y="336"/>
                    <a:pt x="198" y="336"/>
                  </a:cubicBezTo>
                  <a:cubicBezTo>
                    <a:pt x="217" y="336"/>
                    <a:pt x="217" y="336"/>
                    <a:pt x="217" y="336"/>
                  </a:cubicBezTo>
                  <a:cubicBezTo>
                    <a:pt x="217" y="697"/>
                    <a:pt x="217" y="697"/>
                    <a:pt x="217" y="697"/>
                  </a:cubicBezTo>
                  <a:cubicBezTo>
                    <a:pt x="217" y="724"/>
                    <a:pt x="239" y="746"/>
                    <a:pt x="266" y="746"/>
                  </a:cubicBezTo>
                  <a:cubicBezTo>
                    <a:pt x="294" y="746"/>
                    <a:pt x="316" y="724"/>
                    <a:pt x="316" y="697"/>
                  </a:cubicBezTo>
                  <a:cubicBezTo>
                    <a:pt x="316" y="305"/>
                    <a:pt x="316" y="305"/>
                    <a:pt x="316" y="305"/>
                  </a:cubicBezTo>
                  <a:cubicBezTo>
                    <a:pt x="316" y="229"/>
                    <a:pt x="316" y="229"/>
                    <a:pt x="316" y="229"/>
                  </a:cubicBezTo>
                  <a:cubicBezTo>
                    <a:pt x="316" y="97"/>
                    <a:pt x="316" y="97"/>
                    <a:pt x="316" y="97"/>
                  </a:cubicBezTo>
                  <a:cubicBezTo>
                    <a:pt x="334" y="134"/>
                    <a:pt x="350" y="209"/>
                    <a:pt x="341" y="350"/>
                  </a:cubicBezTo>
                  <a:cubicBezTo>
                    <a:pt x="340" y="367"/>
                    <a:pt x="354" y="382"/>
                    <a:pt x="371" y="383"/>
                  </a:cubicBezTo>
                  <a:cubicBezTo>
                    <a:pt x="372" y="383"/>
                    <a:pt x="373" y="383"/>
                    <a:pt x="373" y="383"/>
                  </a:cubicBezTo>
                  <a:cubicBezTo>
                    <a:pt x="390" y="383"/>
                    <a:pt x="404" y="370"/>
                    <a:pt x="405" y="353"/>
                  </a:cubicBezTo>
                  <a:cubicBezTo>
                    <a:pt x="415" y="184"/>
                    <a:pt x="394" y="74"/>
                    <a:pt x="342" y="26"/>
                  </a:cubicBezTo>
                  <a:cubicBezTo>
                    <a:pt x="320" y="4"/>
                    <a:pt x="298" y="1"/>
                    <a:pt x="287" y="1"/>
                  </a:cubicBezTo>
                  <a:cubicBezTo>
                    <a:pt x="286" y="1"/>
                    <a:pt x="286" y="0"/>
                    <a:pt x="285" y="0"/>
                  </a:cubicBezTo>
                  <a:cubicBezTo>
                    <a:pt x="130" y="0"/>
                    <a:pt x="130" y="0"/>
                    <a:pt x="130" y="0"/>
                  </a:cubicBezTo>
                  <a:cubicBezTo>
                    <a:pt x="130" y="0"/>
                    <a:pt x="129" y="1"/>
                    <a:pt x="128" y="1"/>
                  </a:cubicBezTo>
                  <a:cubicBezTo>
                    <a:pt x="117" y="1"/>
                    <a:pt x="95" y="5"/>
                    <a:pt x="73" y="26"/>
                  </a:cubicBezTo>
                  <a:cubicBezTo>
                    <a:pt x="21" y="74"/>
                    <a:pt x="0" y="184"/>
                    <a:pt x="10" y="353"/>
                  </a:cubicBezTo>
                  <a:cubicBezTo>
                    <a:pt x="11" y="370"/>
                    <a:pt x="25" y="383"/>
                    <a:pt x="42" y="383"/>
                  </a:cubicBezTo>
                  <a:close/>
                  <a:moveTo>
                    <a:pt x="192" y="33"/>
                  </a:moveTo>
                  <a:cubicBezTo>
                    <a:pt x="208" y="33"/>
                    <a:pt x="208" y="33"/>
                    <a:pt x="208" y="33"/>
                  </a:cubicBezTo>
                  <a:cubicBezTo>
                    <a:pt x="223" y="33"/>
                    <a:pt x="223" y="33"/>
                    <a:pt x="223" y="33"/>
                  </a:cubicBezTo>
                  <a:cubicBezTo>
                    <a:pt x="230" y="63"/>
                    <a:pt x="230" y="63"/>
                    <a:pt x="230" y="63"/>
                  </a:cubicBezTo>
                  <a:cubicBezTo>
                    <a:pt x="229" y="65"/>
                    <a:pt x="229" y="65"/>
                    <a:pt x="229" y="65"/>
                  </a:cubicBezTo>
                  <a:cubicBezTo>
                    <a:pt x="223" y="70"/>
                    <a:pt x="215" y="73"/>
                    <a:pt x="208" y="73"/>
                  </a:cubicBezTo>
                  <a:cubicBezTo>
                    <a:pt x="200" y="73"/>
                    <a:pt x="192" y="70"/>
                    <a:pt x="186" y="65"/>
                  </a:cubicBezTo>
                  <a:cubicBezTo>
                    <a:pt x="185" y="63"/>
                    <a:pt x="185" y="63"/>
                    <a:pt x="185" y="63"/>
                  </a:cubicBezTo>
                  <a:lnTo>
                    <a:pt x="192" y="33"/>
                  </a:lnTo>
                  <a:close/>
                  <a:moveTo>
                    <a:pt x="191" y="82"/>
                  </a:moveTo>
                  <a:cubicBezTo>
                    <a:pt x="197" y="84"/>
                    <a:pt x="202" y="85"/>
                    <a:pt x="208" y="85"/>
                  </a:cubicBezTo>
                  <a:cubicBezTo>
                    <a:pt x="208" y="85"/>
                    <a:pt x="208" y="85"/>
                    <a:pt x="208" y="85"/>
                  </a:cubicBezTo>
                  <a:cubicBezTo>
                    <a:pt x="208" y="85"/>
                    <a:pt x="208" y="85"/>
                    <a:pt x="208" y="85"/>
                  </a:cubicBezTo>
                  <a:cubicBezTo>
                    <a:pt x="213" y="85"/>
                    <a:pt x="219" y="84"/>
                    <a:pt x="224" y="82"/>
                  </a:cubicBezTo>
                  <a:cubicBezTo>
                    <a:pt x="246" y="243"/>
                    <a:pt x="246" y="243"/>
                    <a:pt x="246" y="243"/>
                  </a:cubicBezTo>
                  <a:cubicBezTo>
                    <a:pt x="208" y="291"/>
                    <a:pt x="208" y="291"/>
                    <a:pt x="208" y="291"/>
                  </a:cubicBezTo>
                  <a:cubicBezTo>
                    <a:pt x="170" y="243"/>
                    <a:pt x="170" y="243"/>
                    <a:pt x="170" y="243"/>
                  </a:cubicBezTo>
                  <a:lnTo>
                    <a:pt x="191" y="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184"/>
            <p:cNvSpPr>
              <a:spLocks/>
            </p:cNvSpPr>
            <p:nvPr/>
          </p:nvSpPr>
          <p:spPr bwMode="auto">
            <a:xfrm>
              <a:off x="6619875" y="2163763"/>
              <a:ext cx="230188" cy="130175"/>
            </a:xfrm>
            <a:custGeom>
              <a:avLst/>
              <a:gdLst>
                <a:gd name="T0" fmla="*/ 0 w 180"/>
                <a:gd name="T1" fmla="*/ 12 h 102"/>
                <a:gd name="T2" fmla="*/ 90 w 180"/>
                <a:gd name="T3" fmla="*/ 102 h 102"/>
                <a:gd name="T4" fmla="*/ 180 w 180"/>
                <a:gd name="T5" fmla="*/ 12 h 102"/>
                <a:gd name="T6" fmla="*/ 179 w 180"/>
                <a:gd name="T7" fmla="*/ 0 h 102"/>
                <a:gd name="T8" fmla="*/ 0 w 180"/>
                <a:gd name="T9" fmla="*/ 0 h 102"/>
                <a:gd name="T10" fmla="*/ 0 w 180"/>
                <a:gd name="T11" fmla="*/ 12 h 102"/>
              </a:gdLst>
              <a:ahLst/>
              <a:cxnLst>
                <a:cxn ang="0">
                  <a:pos x="T0" y="T1"/>
                </a:cxn>
                <a:cxn ang="0">
                  <a:pos x="T2" y="T3"/>
                </a:cxn>
                <a:cxn ang="0">
                  <a:pos x="T4" y="T5"/>
                </a:cxn>
                <a:cxn ang="0">
                  <a:pos x="T6" y="T7"/>
                </a:cxn>
                <a:cxn ang="0">
                  <a:pos x="T8" y="T9"/>
                </a:cxn>
                <a:cxn ang="0">
                  <a:pos x="T10" y="T11"/>
                </a:cxn>
              </a:cxnLst>
              <a:rect l="0" t="0" r="r" b="b"/>
              <a:pathLst>
                <a:path w="180" h="102">
                  <a:moveTo>
                    <a:pt x="0" y="12"/>
                  </a:moveTo>
                  <a:cubicBezTo>
                    <a:pt x="0" y="61"/>
                    <a:pt x="40" y="102"/>
                    <a:pt x="90" y="102"/>
                  </a:cubicBezTo>
                  <a:cubicBezTo>
                    <a:pt x="139" y="102"/>
                    <a:pt x="180" y="61"/>
                    <a:pt x="180" y="12"/>
                  </a:cubicBezTo>
                  <a:cubicBezTo>
                    <a:pt x="180" y="8"/>
                    <a:pt x="179" y="4"/>
                    <a:pt x="179" y="0"/>
                  </a:cubicBezTo>
                  <a:cubicBezTo>
                    <a:pt x="0" y="0"/>
                    <a:pt x="0" y="0"/>
                    <a:pt x="0" y="0"/>
                  </a:cubicBezTo>
                  <a:cubicBezTo>
                    <a:pt x="0" y="4"/>
                    <a:pt x="0" y="8"/>
                    <a:pt x="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185"/>
            <p:cNvSpPr>
              <a:spLocks/>
            </p:cNvSpPr>
            <p:nvPr/>
          </p:nvSpPr>
          <p:spPr bwMode="auto">
            <a:xfrm>
              <a:off x="6600825" y="2005013"/>
              <a:ext cx="271463" cy="146050"/>
            </a:xfrm>
            <a:custGeom>
              <a:avLst/>
              <a:gdLst>
                <a:gd name="T0" fmla="*/ 12 w 212"/>
                <a:gd name="T1" fmla="*/ 114 h 114"/>
                <a:gd name="T2" fmla="*/ 13 w 212"/>
                <a:gd name="T3" fmla="*/ 114 h 114"/>
                <a:gd name="T4" fmla="*/ 199 w 212"/>
                <a:gd name="T5" fmla="*/ 114 h 114"/>
                <a:gd name="T6" fmla="*/ 200 w 212"/>
                <a:gd name="T7" fmla="*/ 114 h 114"/>
                <a:gd name="T8" fmla="*/ 212 w 212"/>
                <a:gd name="T9" fmla="*/ 102 h 114"/>
                <a:gd name="T10" fmla="*/ 200 w 212"/>
                <a:gd name="T11" fmla="*/ 90 h 114"/>
                <a:gd name="T12" fmla="*/ 198 w 212"/>
                <a:gd name="T13" fmla="*/ 90 h 114"/>
                <a:gd name="T14" fmla="*/ 158 w 212"/>
                <a:gd name="T15" fmla="*/ 16 h 114"/>
                <a:gd name="T16" fmla="*/ 158 w 212"/>
                <a:gd name="T17" fmla="*/ 23 h 114"/>
                <a:gd name="T18" fmla="*/ 149 w 212"/>
                <a:gd name="T19" fmla="*/ 33 h 114"/>
                <a:gd name="T20" fmla="*/ 139 w 212"/>
                <a:gd name="T21" fmla="*/ 23 h 114"/>
                <a:gd name="T22" fmla="*/ 139 w 212"/>
                <a:gd name="T23" fmla="*/ 6 h 114"/>
                <a:gd name="T24" fmla="*/ 116 w 212"/>
                <a:gd name="T25" fmla="*/ 0 h 114"/>
                <a:gd name="T26" fmla="*/ 116 w 212"/>
                <a:gd name="T27" fmla="*/ 23 h 114"/>
                <a:gd name="T28" fmla="*/ 106 w 212"/>
                <a:gd name="T29" fmla="*/ 33 h 114"/>
                <a:gd name="T30" fmla="*/ 96 w 212"/>
                <a:gd name="T31" fmla="*/ 23 h 114"/>
                <a:gd name="T32" fmla="*/ 96 w 212"/>
                <a:gd name="T33" fmla="*/ 0 h 114"/>
                <a:gd name="T34" fmla="*/ 73 w 212"/>
                <a:gd name="T35" fmla="*/ 6 h 114"/>
                <a:gd name="T36" fmla="*/ 73 w 212"/>
                <a:gd name="T37" fmla="*/ 23 h 114"/>
                <a:gd name="T38" fmla="*/ 63 w 212"/>
                <a:gd name="T39" fmla="*/ 33 h 114"/>
                <a:gd name="T40" fmla="*/ 54 w 212"/>
                <a:gd name="T41" fmla="*/ 23 h 114"/>
                <a:gd name="T42" fmla="*/ 54 w 212"/>
                <a:gd name="T43" fmla="*/ 16 h 114"/>
                <a:gd name="T44" fmla="*/ 14 w 212"/>
                <a:gd name="T45" fmla="*/ 90 h 114"/>
                <a:gd name="T46" fmla="*/ 12 w 212"/>
                <a:gd name="T47" fmla="*/ 90 h 114"/>
                <a:gd name="T48" fmla="*/ 0 w 212"/>
                <a:gd name="T49" fmla="*/ 102 h 114"/>
                <a:gd name="T50" fmla="*/ 12 w 212"/>
                <a:gd name="T51"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12" h="114">
                  <a:moveTo>
                    <a:pt x="12" y="114"/>
                  </a:moveTo>
                  <a:cubicBezTo>
                    <a:pt x="13" y="114"/>
                    <a:pt x="13" y="114"/>
                    <a:pt x="13" y="114"/>
                  </a:cubicBezTo>
                  <a:cubicBezTo>
                    <a:pt x="199" y="114"/>
                    <a:pt x="199" y="114"/>
                    <a:pt x="199" y="114"/>
                  </a:cubicBezTo>
                  <a:cubicBezTo>
                    <a:pt x="200" y="114"/>
                    <a:pt x="200" y="114"/>
                    <a:pt x="200" y="114"/>
                  </a:cubicBezTo>
                  <a:cubicBezTo>
                    <a:pt x="207" y="114"/>
                    <a:pt x="212" y="108"/>
                    <a:pt x="212" y="102"/>
                  </a:cubicBezTo>
                  <a:cubicBezTo>
                    <a:pt x="212" y="95"/>
                    <a:pt x="207" y="90"/>
                    <a:pt x="200" y="90"/>
                  </a:cubicBezTo>
                  <a:cubicBezTo>
                    <a:pt x="198" y="90"/>
                    <a:pt x="198" y="90"/>
                    <a:pt x="198" y="90"/>
                  </a:cubicBezTo>
                  <a:cubicBezTo>
                    <a:pt x="198" y="59"/>
                    <a:pt x="182" y="32"/>
                    <a:pt x="158" y="16"/>
                  </a:cubicBezTo>
                  <a:cubicBezTo>
                    <a:pt x="158" y="23"/>
                    <a:pt x="158" y="23"/>
                    <a:pt x="158" y="23"/>
                  </a:cubicBezTo>
                  <a:cubicBezTo>
                    <a:pt x="158" y="28"/>
                    <a:pt x="154" y="33"/>
                    <a:pt x="149" y="33"/>
                  </a:cubicBezTo>
                  <a:cubicBezTo>
                    <a:pt x="143" y="33"/>
                    <a:pt x="139" y="28"/>
                    <a:pt x="139" y="23"/>
                  </a:cubicBezTo>
                  <a:cubicBezTo>
                    <a:pt x="139" y="6"/>
                    <a:pt x="139" y="6"/>
                    <a:pt x="139" y="6"/>
                  </a:cubicBezTo>
                  <a:cubicBezTo>
                    <a:pt x="132" y="3"/>
                    <a:pt x="124" y="1"/>
                    <a:pt x="116" y="0"/>
                  </a:cubicBezTo>
                  <a:cubicBezTo>
                    <a:pt x="116" y="23"/>
                    <a:pt x="116" y="23"/>
                    <a:pt x="116" y="23"/>
                  </a:cubicBezTo>
                  <a:cubicBezTo>
                    <a:pt x="116" y="28"/>
                    <a:pt x="111" y="33"/>
                    <a:pt x="106" y="33"/>
                  </a:cubicBezTo>
                  <a:cubicBezTo>
                    <a:pt x="101" y="33"/>
                    <a:pt x="96" y="28"/>
                    <a:pt x="96" y="23"/>
                  </a:cubicBezTo>
                  <a:cubicBezTo>
                    <a:pt x="96" y="0"/>
                    <a:pt x="96" y="0"/>
                    <a:pt x="96" y="0"/>
                  </a:cubicBezTo>
                  <a:cubicBezTo>
                    <a:pt x="88" y="1"/>
                    <a:pt x="80" y="3"/>
                    <a:pt x="73" y="6"/>
                  </a:cubicBezTo>
                  <a:cubicBezTo>
                    <a:pt x="73" y="23"/>
                    <a:pt x="73" y="23"/>
                    <a:pt x="73" y="23"/>
                  </a:cubicBezTo>
                  <a:cubicBezTo>
                    <a:pt x="73" y="28"/>
                    <a:pt x="69" y="33"/>
                    <a:pt x="63" y="33"/>
                  </a:cubicBezTo>
                  <a:cubicBezTo>
                    <a:pt x="58" y="33"/>
                    <a:pt x="54" y="28"/>
                    <a:pt x="54" y="23"/>
                  </a:cubicBezTo>
                  <a:cubicBezTo>
                    <a:pt x="54" y="16"/>
                    <a:pt x="54" y="16"/>
                    <a:pt x="54" y="16"/>
                  </a:cubicBezTo>
                  <a:cubicBezTo>
                    <a:pt x="30" y="32"/>
                    <a:pt x="14" y="59"/>
                    <a:pt x="14" y="90"/>
                  </a:cubicBezTo>
                  <a:cubicBezTo>
                    <a:pt x="12" y="90"/>
                    <a:pt x="12" y="90"/>
                    <a:pt x="12" y="90"/>
                  </a:cubicBezTo>
                  <a:cubicBezTo>
                    <a:pt x="5" y="90"/>
                    <a:pt x="0" y="95"/>
                    <a:pt x="0" y="102"/>
                  </a:cubicBezTo>
                  <a:cubicBezTo>
                    <a:pt x="0" y="108"/>
                    <a:pt x="5" y="114"/>
                    <a:pt x="12" y="1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90" name="组合 189"/>
          <p:cNvGrpSpPr/>
          <p:nvPr/>
        </p:nvGrpSpPr>
        <p:grpSpPr>
          <a:xfrm>
            <a:off x="6469063" y="3416300"/>
            <a:ext cx="531813" cy="1273175"/>
            <a:chOff x="6469063" y="3416300"/>
            <a:chExt cx="531813" cy="1273175"/>
          </a:xfrm>
          <a:solidFill>
            <a:schemeClr val="tx1">
              <a:lumMod val="65000"/>
              <a:lumOff val="35000"/>
            </a:schemeClr>
          </a:solidFill>
        </p:grpSpPr>
        <p:sp>
          <p:nvSpPr>
            <p:cNvPr id="191" name="Freeform 186"/>
            <p:cNvSpPr>
              <a:spLocks/>
            </p:cNvSpPr>
            <p:nvPr/>
          </p:nvSpPr>
          <p:spPr bwMode="auto">
            <a:xfrm>
              <a:off x="6469063" y="3735388"/>
              <a:ext cx="168275" cy="488950"/>
            </a:xfrm>
            <a:custGeom>
              <a:avLst/>
              <a:gdLst>
                <a:gd name="T0" fmla="*/ 42 w 132"/>
                <a:gd name="T1" fmla="*/ 381 h 381"/>
                <a:gd name="T2" fmla="*/ 44 w 132"/>
                <a:gd name="T3" fmla="*/ 381 h 381"/>
                <a:gd name="T4" fmla="*/ 74 w 132"/>
                <a:gd name="T5" fmla="*/ 348 h 381"/>
                <a:gd name="T6" fmla="*/ 99 w 132"/>
                <a:gd name="T7" fmla="*/ 95 h 381"/>
                <a:gd name="T8" fmla="*/ 99 w 132"/>
                <a:gd name="T9" fmla="*/ 199 h 381"/>
                <a:gd name="T10" fmla="*/ 116 w 132"/>
                <a:gd name="T11" fmla="*/ 0 h 381"/>
                <a:gd name="T12" fmla="*/ 73 w 132"/>
                <a:gd name="T13" fmla="*/ 24 h 381"/>
                <a:gd name="T14" fmla="*/ 10 w 132"/>
                <a:gd name="T15" fmla="*/ 351 h 381"/>
                <a:gd name="T16" fmla="*/ 42 w 132"/>
                <a:gd name="T17" fmla="*/ 381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381">
                  <a:moveTo>
                    <a:pt x="42" y="381"/>
                  </a:moveTo>
                  <a:cubicBezTo>
                    <a:pt x="42" y="381"/>
                    <a:pt x="43" y="381"/>
                    <a:pt x="44" y="381"/>
                  </a:cubicBezTo>
                  <a:cubicBezTo>
                    <a:pt x="61" y="380"/>
                    <a:pt x="75" y="365"/>
                    <a:pt x="74" y="348"/>
                  </a:cubicBezTo>
                  <a:cubicBezTo>
                    <a:pt x="66" y="207"/>
                    <a:pt x="82" y="132"/>
                    <a:pt x="99" y="95"/>
                  </a:cubicBezTo>
                  <a:cubicBezTo>
                    <a:pt x="99" y="199"/>
                    <a:pt x="99" y="199"/>
                    <a:pt x="99" y="199"/>
                  </a:cubicBezTo>
                  <a:cubicBezTo>
                    <a:pt x="132" y="133"/>
                    <a:pt x="120" y="31"/>
                    <a:pt x="116" y="0"/>
                  </a:cubicBezTo>
                  <a:cubicBezTo>
                    <a:pt x="104" y="3"/>
                    <a:pt x="89" y="9"/>
                    <a:pt x="73" y="24"/>
                  </a:cubicBezTo>
                  <a:cubicBezTo>
                    <a:pt x="21" y="72"/>
                    <a:pt x="0" y="182"/>
                    <a:pt x="10" y="351"/>
                  </a:cubicBezTo>
                  <a:cubicBezTo>
                    <a:pt x="11" y="368"/>
                    <a:pt x="25" y="381"/>
                    <a:pt x="42" y="3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187"/>
            <p:cNvSpPr>
              <a:spLocks/>
            </p:cNvSpPr>
            <p:nvPr/>
          </p:nvSpPr>
          <p:spPr bwMode="auto">
            <a:xfrm>
              <a:off x="6596063" y="4098925"/>
              <a:ext cx="277813" cy="590550"/>
            </a:xfrm>
            <a:custGeom>
              <a:avLst/>
              <a:gdLst>
                <a:gd name="T0" fmla="*/ 0 w 217"/>
                <a:gd name="T1" fmla="*/ 0 h 461"/>
                <a:gd name="T2" fmla="*/ 0 w 217"/>
                <a:gd name="T3" fmla="*/ 20 h 461"/>
                <a:gd name="T4" fmla="*/ 0 w 217"/>
                <a:gd name="T5" fmla="*/ 412 h 461"/>
                <a:gd name="T6" fmla="*/ 50 w 217"/>
                <a:gd name="T7" fmla="*/ 461 h 461"/>
                <a:gd name="T8" fmla="*/ 99 w 217"/>
                <a:gd name="T9" fmla="*/ 412 h 461"/>
                <a:gd name="T10" fmla="*/ 99 w 217"/>
                <a:gd name="T11" fmla="*/ 51 h 461"/>
                <a:gd name="T12" fmla="*/ 118 w 217"/>
                <a:gd name="T13" fmla="*/ 51 h 461"/>
                <a:gd name="T14" fmla="*/ 118 w 217"/>
                <a:gd name="T15" fmla="*/ 412 h 461"/>
                <a:gd name="T16" fmla="*/ 167 w 217"/>
                <a:gd name="T17" fmla="*/ 461 h 461"/>
                <a:gd name="T18" fmla="*/ 217 w 217"/>
                <a:gd name="T19" fmla="*/ 412 h 461"/>
                <a:gd name="T20" fmla="*/ 217 w 217"/>
                <a:gd name="T21" fmla="*/ 20 h 461"/>
                <a:gd name="T22" fmla="*/ 217 w 217"/>
                <a:gd name="T23" fmla="*/ 0 h 461"/>
                <a:gd name="T24" fmla="*/ 109 w 217"/>
                <a:gd name="T25" fmla="*/ 0 h 461"/>
                <a:gd name="T26" fmla="*/ 0 w 217"/>
                <a:gd name="T27" fmla="*/ 0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7" h="461">
                  <a:moveTo>
                    <a:pt x="0" y="0"/>
                  </a:moveTo>
                  <a:cubicBezTo>
                    <a:pt x="0" y="20"/>
                    <a:pt x="0" y="20"/>
                    <a:pt x="0" y="20"/>
                  </a:cubicBezTo>
                  <a:cubicBezTo>
                    <a:pt x="0" y="412"/>
                    <a:pt x="0" y="412"/>
                    <a:pt x="0" y="412"/>
                  </a:cubicBezTo>
                  <a:cubicBezTo>
                    <a:pt x="0" y="439"/>
                    <a:pt x="23" y="461"/>
                    <a:pt x="50" y="461"/>
                  </a:cubicBezTo>
                  <a:cubicBezTo>
                    <a:pt x="77" y="461"/>
                    <a:pt x="99" y="439"/>
                    <a:pt x="99" y="412"/>
                  </a:cubicBezTo>
                  <a:cubicBezTo>
                    <a:pt x="99" y="51"/>
                    <a:pt x="99" y="51"/>
                    <a:pt x="99" y="51"/>
                  </a:cubicBezTo>
                  <a:cubicBezTo>
                    <a:pt x="118" y="51"/>
                    <a:pt x="118" y="51"/>
                    <a:pt x="118" y="51"/>
                  </a:cubicBezTo>
                  <a:cubicBezTo>
                    <a:pt x="118" y="412"/>
                    <a:pt x="118" y="412"/>
                    <a:pt x="118" y="412"/>
                  </a:cubicBezTo>
                  <a:cubicBezTo>
                    <a:pt x="118" y="439"/>
                    <a:pt x="140" y="461"/>
                    <a:pt x="167" y="461"/>
                  </a:cubicBezTo>
                  <a:cubicBezTo>
                    <a:pt x="195" y="461"/>
                    <a:pt x="217" y="439"/>
                    <a:pt x="217" y="412"/>
                  </a:cubicBezTo>
                  <a:cubicBezTo>
                    <a:pt x="217" y="20"/>
                    <a:pt x="217" y="20"/>
                    <a:pt x="217" y="20"/>
                  </a:cubicBezTo>
                  <a:cubicBezTo>
                    <a:pt x="217" y="0"/>
                    <a:pt x="217" y="0"/>
                    <a:pt x="217" y="0"/>
                  </a:cubicBezTo>
                  <a:cubicBezTo>
                    <a:pt x="109" y="0"/>
                    <a:pt x="109" y="0"/>
                    <a:pt x="109"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188"/>
            <p:cNvSpPr>
              <a:spLocks/>
            </p:cNvSpPr>
            <p:nvPr/>
          </p:nvSpPr>
          <p:spPr bwMode="auto">
            <a:xfrm>
              <a:off x="6646863" y="3732213"/>
              <a:ext cx="176213" cy="111125"/>
            </a:xfrm>
            <a:custGeom>
              <a:avLst/>
              <a:gdLst>
                <a:gd name="T0" fmla="*/ 69 w 138"/>
                <a:gd name="T1" fmla="*/ 86 h 86"/>
                <a:gd name="T2" fmla="*/ 138 w 138"/>
                <a:gd name="T3" fmla="*/ 0 h 86"/>
                <a:gd name="T4" fmla="*/ 0 w 138"/>
                <a:gd name="T5" fmla="*/ 0 h 86"/>
                <a:gd name="T6" fmla="*/ 69 w 138"/>
                <a:gd name="T7" fmla="*/ 86 h 86"/>
              </a:gdLst>
              <a:ahLst/>
              <a:cxnLst>
                <a:cxn ang="0">
                  <a:pos x="T0" y="T1"/>
                </a:cxn>
                <a:cxn ang="0">
                  <a:pos x="T2" y="T3"/>
                </a:cxn>
                <a:cxn ang="0">
                  <a:pos x="T4" y="T5"/>
                </a:cxn>
                <a:cxn ang="0">
                  <a:pos x="T6" y="T7"/>
                </a:cxn>
              </a:cxnLst>
              <a:rect l="0" t="0" r="r" b="b"/>
              <a:pathLst>
                <a:path w="138" h="86">
                  <a:moveTo>
                    <a:pt x="69" y="86"/>
                  </a:moveTo>
                  <a:cubicBezTo>
                    <a:pt x="105" y="86"/>
                    <a:pt x="130" y="22"/>
                    <a:pt x="138" y="0"/>
                  </a:cubicBezTo>
                  <a:cubicBezTo>
                    <a:pt x="0" y="0"/>
                    <a:pt x="0" y="0"/>
                    <a:pt x="0" y="0"/>
                  </a:cubicBezTo>
                  <a:cubicBezTo>
                    <a:pt x="7" y="22"/>
                    <a:pt x="32" y="86"/>
                    <a:pt x="69" y="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189"/>
            <p:cNvSpPr>
              <a:spLocks/>
            </p:cNvSpPr>
            <p:nvPr/>
          </p:nvSpPr>
          <p:spPr bwMode="auto">
            <a:xfrm>
              <a:off x="6831013" y="3735388"/>
              <a:ext cx="169863" cy="488950"/>
            </a:xfrm>
            <a:custGeom>
              <a:avLst/>
              <a:gdLst>
                <a:gd name="T0" fmla="*/ 33 w 132"/>
                <a:gd name="T1" fmla="*/ 199 h 381"/>
                <a:gd name="T2" fmla="*/ 33 w 132"/>
                <a:gd name="T3" fmla="*/ 95 h 381"/>
                <a:gd name="T4" fmla="*/ 58 w 132"/>
                <a:gd name="T5" fmla="*/ 348 h 381"/>
                <a:gd name="T6" fmla="*/ 88 w 132"/>
                <a:gd name="T7" fmla="*/ 381 h 381"/>
                <a:gd name="T8" fmla="*/ 90 w 132"/>
                <a:gd name="T9" fmla="*/ 381 h 381"/>
                <a:gd name="T10" fmla="*/ 122 w 132"/>
                <a:gd name="T11" fmla="*/ 351 h 381"/>
                <a:gd name="T12" fmla="*/ 59 w 132"/>
                <a:gd name="T13" fmla="*/ 24 h 381"/>
                <a:gd name="T14" fmla="*/ 16 w 132"/>
                <a:gd name="T15" fmla="*/ 0 h 381"/>
                <a:gd name="T16" fmla="*/ 33 w 132"/>
                <a:gd name="T17" fmla="*/ 199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381">
                  <a:moveTo>
                    <a:pt x="33" y="199"/>
                  </a:moveTo>
                  <a:cubicBezTo>
                    <a:pt x="33" y="95"/>
                    <a:pt x="33" y="95"/>
                    <a:pt x="33" y="95"/>
                  </a:cubicBezTo>
                  <a:cubicBezTo>
                    <a:pt x="51" y="132"/>
                    <a:pt x="67" y="207"/>
                    <a:pt x="58" y="348"/>
                  </a:cubicBezTo>
                  <a:cubicBezTo>
                    <a:pt x="57" y="365"/>
                    <a:pt x="71" y="380"/>
                    <a:pt x="88" y="381"/>
                  </a:cubicBezTo>
                  <a:cubicBezTo>
                    <a:pt x="89" y="381"/>
                    <a:pt x="90" y="381"/>
                    <a:pt x="90" y="381"/>
                  </a:cubicBezTo>
                  <a:cubicBezTo>
                    <a:pt x="107" y="381"/>
                    <a:pt x="121" y="368"/>
                    <a:pt x="122" y="351"/>
                  </a:cubicBezTo>
                  <a:cubicBezTo>
                    <a:pt x="132" y="182"/>
                    <a:pt x="111" y="72"/>
                    <a:pt x="59" y="24"/>
                  </a:cubicBezTo>
                  <a:cubicBezTo>
                    <a:pt x="44" y="9"/>
                    <a:pt x="28" y="3"/>
                    <a:pt x="16" y="0"/>
                  </a:cubicBezTo>
                  <a:cubicBezTo>
                    <a:pt x="12" y="31"/>
                    <a:pt x="0" y="133"/>
                    <a:pt x="33"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190"/>
            <p:cNvSpPr>
              <a:spLocks/>
            </p:cNvSpPr>
            <p:nvPr/>
          </p:nvSpPr>
          <p:spPr bwMode="auto">
            <a:xfrm>
              <a:off x="6619875" y="3573463"/>
              <a:ext cx="230188" cy="131762"/>
            </a:xfrm>
            <a:custGeom>
              <a:avLst/>
              <a:gdLst>
                <a:gd name="T0" fmla="*/ 0 w 180"/>
                <a:gd name="T1" fmla="*/ 12 h 102"/>
                <a:gd name="T2" fmla="*/ 90 w 180"/>
                <a:gd name="T3" fmla="*/ 102 h 102"/>
                <a:gd name="T4" fmla="*/ 180 w 180"/>
                <a:gd name="T5" fmla="*/ 12 h 102"/>
                <a:gd name="T6" fmla="*/ 179 w 180"/>
                <a:gd name="T7" fmla="*/ 0 h 102"/>
                <a:gd name="T8" fmla="*/ 0 w 180"/>
                <a:gd name="T9" fmla="*/ 0 h 102"/>
                <a:gd name="T10" fmla="*/ 0 w 180"/>
                <a:gd name="T11" fmla="*/ 12 h 102"/>
              </a:gdLst>
              <a:ahLst/>
              <a:cxnLst>
                <a:cxn ang="0">
                  <a:pos x="T0" y="T1"/>
                </a:cxn>
                <a:cxn ang="0">
                  <a:pos x="T2" y="T3"/>
                </a:cxn>
                <a:cxn ang="0">
                  <a:pos x="T4" y="T5"/>
                </a:cxn>
                <a:cxn ang="0">
                  <a:pos x="T6" y="T7"/>
                </a:cxn>
                <a:cxn ang="0">
                  <a:pos x="T8" y="T9"/>
                </a:cxn>
                <a:cxn ang="0">
                  <a:pos x="T10" y="T11"/>
                </a:cxn>
              </a:cxnLst>
              <a:rect l="0" t="0" r="r" b="b"/>
              <a:pathLst>
                <a:path w="180" h="102">
                  <a:moveTo>
                    <a:pt x="0" y="12"/>
                  </a:moveTo>
                  <a:cubicBezTo>
                    <a:pt x="0" y="61"/>
                    <a:pt x="40" y="102"/>
                    <a:pt x="90" y="102"/>
                  </a:cubicBezTo>
                  <a:cubicBezTo>
                    <a:pt x="139" y="102"/>
                    <a:pt x="180" y="61"/>
                    <a:pt x="180" y="12"/>
                  </a:cubicBezTo>
                  <a:cubicBezTo>
                    <a:pt x="180" y="8"/>
                    <a:pt x="179" y="4"/>
                    <a:pt x="179" y="0"/>
                  </a:cubicBezTo>
                  <a:cubicBezTo>
                    <a:pt x="0" y="0"/>
                    <a:pt x="0" y="0"/>
                    <a:pt x="0" y="0"/>
                  </a:cubicBezTo>
                  <a:cubicBezTo>
                    <a:pt x="0" y="4"/>
                    <a:pt x="0" y="8"/>
                    <a:pt x="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191"/>
            <p:cNvSpPr>
              <a:spLocks/>
            </p:cNvSpPr>
            <p:nvPr/>
          </p:nvSpPr>
          <p:spPr bwMode="auto">
            <a:xfrm>
              <a:off x="6597650" y="3416300"/>
              <a:ext cx="273050" cy="146050"/>
            </a:xfrm>
            <a:custGeom>
              <a:avLst/>
              <a:gdLst>
                <a:gd name="T0" fmla="*/ 213 w 213"/>
                <a:gd name="T1" fmla="*/ 102 h 114"/>
                <a:gd name="T2" fmla="*/ 201 w 213"/>
                <a:gd name="T3" fmla="*/ 90 h 114"/>
                <a:gd name="T4" fmla="*/ 199 w 213"/>
                <a:gd name="T5" fmla="*/ 90 h 114"/>
                <a:gd name="T6" fmla="*/ 159 w 213"/>
                <a:gd name="T7" fmla="*/ 16 h 114"/>
                <a:gd name="T8" fmla="*/ 159 w 213"/>
                <a:gd name="T9" fmla="*/ 23 h 114"/>
                <a:gd name="T10" fmla="*/ 149 w 213"/>
                <a:gd name="T11" fmla="*/ 33 h 114"/>
                <a:gd name="T12" fmla="*/ 140 w 213"/>
                <a:gd name="T13" fmla="*/ 23 h 114"/>
                <a:gd name="T14" fmla="*/ 140 w 213"/>
                <a:gd name="T15" fmla="*/ 6 h 114"/>
                <a:gd name="T16" fmla="*/ 116 w 213"/>
                <a:gd name="T17" fmla="*/ 0 h 114"/>
                <a:gd name="T18" fmla="*/ 116 w 213"/>
                <a:gd name="T19" fmla="*/ 23 h 114"/>
                <a:gd name="T20" fmla="*/ 107 w 213"/>
                <a:gd name="T21" fmla="*/ 33 h 114"/>
                <a:gd name="T22" fmla="*/ 97 w 213"/>
                <a:gd name="T23" fmla="*/ 23 h 114"/>
                <a:gd name="T24" fmla="*/ 97 w 213"/>
                <a:gd name="T25" fmla="*/ 0 h 114"/>
                <a:gd name="T26" fmla="*/ 74 w 213"/>
                <a:gd name="T27" fmla="*/ 6 h 114"/>
                <a:gd name="T28" fmla="*/ 74 w 213"/>
                <a:gd name="T29" fmla="*/ 23 h 114"/>
                <a:gd name="T30" fmla="*/ 64 w 213"/>
                <a:gd name="T31" fmla="*/ 33 h 114"/>
                <a:gd name="T32" fmla="*/ 54 w 213"/>
                <a:gd name="T33" fmla="*/ 23 h 114"/>
                <a:gd name="T34" fmla="*/ 54 w 213"/>
                <a:gd name="T35" fmla="*/ 16 h 114"/>
                <a:gd name="T36" fmla="*/ 14 w 213"/>
                <a:gd name="T37" fmla="*/ 90 h 114"/>
                <a:gd name="T38" fmla="*/ 12 w 213"/>
                <a:gd name="T39" fmla="*/ 90 h 114"/>
                <a:gd name="T40" fmla="*/ 0 w 213"/>
                <a:gd name="T41" fmla="*/ 102 h 114"/>
                <a:gd name="T42" fmla="*/ 12 w 213"/>
                <a:gd name="T43" fmla="*/ 114 h 114"/>
                <a:gd name="T44" fmla="*/ 14 w 213"/>
                <a:gd name="T45" fmla="*/ 114 h 114"/>
                <a:gd name="T46" fmla="*/ 199 w 213"/>
                <a:gd name="T47" fmla="*/ 114 h 114"/>
                <a:gd name="T48" fmla="*/ 201 w 213"/>
                <a:gd name="T49" fmla="*/ 114 h 114"/>
                <a:gd name="T50" fmla="*/ 213 w 213"/>
                <a:gd name="T51" fmla="*/ 102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13" h="114">
                  <a:moveTo>
                    <a:pt x="213" y="102"/>
                  </a:moveTo>
                  <a:cubicBezTo>
                    <a:pt x="213" y="95"/>
                    <a:pt x="207" y="90"/>
                    <a:pt x="201" y="90"/>
                  </a:cubicBezTo>
                  <a:cubicBezTo>
                    <a:pt x="199" y="90"/>
                    <a:pt x="199" y="90"/>
                    <a:pt x="199" y="90"/>
                  </a:cubicBezTo>
                  <a:cubicBezTo>
                    <a:pt x="198" y="59"/>
                    <a:pt x="182" y="32"/>
                    <a:pt x="159" y="16"/>
                  </a:cubicBezTo>
                  <a:cubicBezTo>
                    <a:pt x="159" y="23"/>
                    <a:pt x="159" y="23"/>
                    <a:pt x="159" y="23"/>
                  </a:cubicBezTo>
                  <a:cubicBezTo>
                    <a:pt x="159" y="28"/>
                    <a:pt x="154" y="33"/>
                    <a:pt x="149" y="33"/>
                  </a:cubicBezTo>
                  <a:cubicBezTo>
                    <a:pt x="144" y="33"/>
                    <a:pt x="140" y="28"/>
                    <a:pt x="140" y="23"/>
                  </a:cubicBezTo>
                  <a:cubicBezTo>
                    <a:pt x="140" y="6"/>
                    <a:pt x="140" y="6"/>
                    <a:pt x="140" y="6"/>
                  </a:cubicBezTo>
                  <a:cubicBezTo>
                    <a:pt x="132" y="3"/>
                    <a:pt x="124" y="1"/>
                    <a:pt x="116" y="0"/>
                  </a:cubicBezTo>
                  <a:cubicBezTo>
                    <a:pt x="116" y="23"/>
                    <a:pt x="116" y="23"/>
                    <a:pt x="116" y="23"/>
                  </a:cubicBezTo>
                  <a:cubicBezTo>
                    <a:pt x="116" y="28"/>
                    <a:pt x="112" y="33"/>
                    <a:pt x="107" y="33"/>
                  </a:cubicBezTo>
                  <a:cubicBezTo>
                    <a:pt x="101" y="33"/>
                    <a:pt x="97" y="28"/>
                    <a:pt x="97" y="23"/>
                  </a:cubicBezTo>
                  <a:cubicBezTo>
                    <a:pt x="97" y="0"/>
                    <a:pt x="97" y="0"/>
                    <a:pt x="97" y="0"/>
                  </a:cubicBezTo>
                  <a:cubicBezTo>
                    <a:pt x="89" y="1"/>
                    <a:pt x="81" y="3"/>
                    <a:pt x="74" y="6"/>
                  </a:cubicBezTo>
                  <a:cubicBezTo>
                    <a:pt x="74" y="23"/>
                    <a:pt x="74" y="23"/>
                    <a:pt x="74" y="23"/>
                  </a:cubicBezTo>
                  <a:cubicBezTo>
                    <a:pt x="74" y="28"/>
                    <a:pt x="69" y="33"/>
                    <a:pt x="64" y="33"/>
                  </a:cubicBezTo>
                  <a:cubicBezTo>
                    <a:pt x="59" y="33"/>
                    <a:pt x="54" y="28"/>
                    <a:pt x="54" y="23"/>
                  </a:cubicBezTo>
                  <a:cubicBezTo>
                    <a:pt x="54" y="16"/>
                    <a:pt x="54" y="16"/>
                    <a:pt x="54" y="16"/>
                  </a:cubicBezTo>
                  <a:cubicBezTo>
                    <a:pt x="31" y="32"/>
                    <a:pt x="15" y="59"/>
                    <a:pt x="14" y="90"/>
                  </a:cubicBezTo>
                  <a:cubicBezTo>
                    <a:pt x="12" y="90"/>
                    <a:pt x="12" y="90"/>
                    <a:pt x="12" y="90"/>
                  </a:cubicBezTo>
                  <a:cubicBezTo>
                    <a:pt x="6" y="90"/>
                    <a:pt x="0" y="95"/>
                    <a:pt x="0" y="102"/>
                  </a:cubicBezTo>
                  <a:cubicBezTo>
                    <a:pt x="0" y="108"/>
                    <a:pt x="6" y="114"/>
                    <a:pt x="12" y="114"/>
                  </a:cubicBezTo>
                  <a:cubicBezTo>
                    <a:pt x="14" y="114"/>
                    <a:pt x="14" y="114"/>
                    <a:pt x="14" y="114"/>
                  </a:cubicBezTo>
                  <a:cubicBezTo>
                    <a:pt x="199" y="114"/>
                    <a:pt x="199" y="114"/>
                    <a:pt x="199" y="114"/>
                  </a:cubicBezTo>
                  <a:cubicBezTo>
                    <a:pt x="201" y="114"/>
                    <a:pt x="201" y="114"/>
                    <a:pt x="201" y="114"/>
                  </a:cubicBezTo>
                  <a:cubicBezTo>
                    <a:pt x="207" y="114"/>
                    <a:pt x="213" y="108"/>
                    <a:pt x="213"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97" name="组合 196"/>
          <p:cNvGrpSpPr/>
          <p:nvPr/>
        </p:nvGrpSpPr>
        <p:grpSpPr>
          <a:xfrm>
            <a:off x="9455150" y="5292725"/>
            <a:ext cx="2436813" cy="1196975"/>
            <a:chOff x="9455150" y="5292725"/>
            <a:chExt cx="2436813" cy="1196975"/>
          </a:xfrm>
          <a:solidFill>
            <a:schemeClr val="tx1">
              <a:lumMod val="65000"/>
              <a:lumOff val="35000"/>
            </a:schemeClr>
          </a:solidFill>
        </p:grpSpPr>
        <p:sp>
          <p:nvSpPr>
            <p:cNvPr id="198" name="Freeform 192"/>
            <p:cNvSpPr>
              <a:spLocks/>
            </p:cNvSpPr>
            <p:nvPr/>
          </p:nvSpPr>
          <p:spPr bwMode="auto">
            <a:xfrm>
              <a:off x="11006138" y="5535613"/>
              <a:ext cx="885825" cy="954087"/>
            </a:xfrm>
            <a:custGeom>
              <a:avLst/>
              <a:gdLst>
                <a:gd name="T0" fmla="*/ 666 w 691"/>
                <a:gd name="T1" fmla="*/ 650 h 744"/>
                <a:gd name="T2" fmla="*/ 563 w 691"/>
                <a:gd name="T3" fmla="*/ 358 h 744"/>
                <a:gd name="T4" fmla="*/ 600 w 691"/>
                <a:gd name="T5" fmla="*/ 299 h 744"/>
                <a:gd name="T6" fmla="*/ 577 w 691"/>
                <a:gd name="T7" fmla="*/ 77 h 744"/>
                <a:gd name="T8" fmla="*/ 474 w 691"/>
                <a:gd name="T9" fmla="*/ 9 h 744"/>
                <a:gd name="T10" fmla="*/ 436 w 691"/>
                <a:gd name="T11" fmla="*/ 50 h 744"/>
                <a:gd name="T12" fmla="*/ 433 w 691"/>
                <a:gd name="T13" fmla="*/ 60 h 744"/>
                <a:gd name="T14" fmla="*/ 298 w 691"/>
                <a:gd name="T15" fmla="*/ 323 h 744"/>
                <a:gd name="T16" fmla="*/ 291 w 691"/>
                <a:gd name="T17" fmla="*/ 356 h 744"/>
                <a:gd name="T18" fmla="*/ 165 w 691"/>
                <a:gd name="T19" fmla="*/ 432 h 744"/>
                <a:gd name="T20" fmla="*/ 162 w 691"/>
                <a:gd name="T21" fmla="*/ 426 h 744"/>
                <a:gd name="T22" fmla="*/ 145 w 691"/>
                <a:gd name="T23" fmla="*/ 430 h 744"/>
                <a:gd name="T24" fmla="*/ 119 w 691"/>
                <a:gd name="T25" fmla="*/ 388 h 744"/>
                <a:gd name="T26" fmla="*/ 34 w 691"/>
                <a:gd name="T27" fmla="*/ 441 h 744"/>
                <a:gd name="T28" fmla="*/ 15 w 691"/>
                <a:gd name="T29" fmla="*/ 533 h 744"/>
                <a:gd name="T30" fmla="*/ 67 w 691"/>
                <a:gd name="T31" fmla="*/ 526 h 744"/>
                <a:gd name="T32" fmla="*/ 123 w 691"/>
                <a:gd name="T33" fmla="*/ 554 h 744"/>
                <a:gd name="T34" fmla="*/ 194 w 691"/>
                <a:gd name="T35" fmla="*/ 511 h 744"/>
                <a:gd name="T36" fmla="*/ 169 w 691"/>
                <a:gd name="T37" fmla="*/ 470 h 744"/>
                <a:gd name="T38" fmla="*/ 180 w 691"/>
                <a:gd name="T39" fmla="*/ 456 h 744"/>
                <a:gd name="T40" fmla="*/ 176 w 691"/>
                <a:gd name="T41" fmla="*/ 450 h 744"/>
                <a:gd name="T42" fmla="*/ 304 w 691"/>
                <a:gd name="T43" fmla="*/ 372 h 744"/>
                <a:gd name="T44" fmla="*/ 321 w 691"/>
                <a:gd name="T45" fmla="*/ 377 h 744"/>
                <a:gd name="T46" fmla="*/ 344 w 691"/>
                <a:gd name="T47" fmla="*/ 367 h 744"/>
                <a:gd name="T48" fmla="*/ 380 w 691"/>
                <a:gd name="T49" fmla="*/ 326 h 744"/>
                <a:gd name="T50" fmla="*/ 414 w 691"/>
                <a:gd name="T51" fmla="*/ 305 h 744"/>
                <a:gd name="T52" fmla="*/ 421 w 691"/>
                <a:gd name="T53" fmla="*/ 253 h 744"/>
                <a:gd name="T54" fmla="*/ 437 w 691"/>
                <a:gd name="T55" fmla="*/ 239 h 744"/>
                <a:gd name="T56" fmla="*/ 454 w 691"/>
                <a:gd name="T57" fmla="*/ 203 h 744"/>
                <a:gd name="T58" fmla="*/ 456 w 691"/>
                <a:gd name="T59" fmla="*/ 221 h 744"/>
                <a:gd name="T60" fmla="*/ 507 w 691"/>
                <a:gd name="T61" fmla="*/ 174 h 744"/>
                <a:gd name="T62" fmla="*/ 470 w 691"/>
                <a:gd name="T63" fmla="*/ 93 h 744"/>
                <a:gd name="T64" fmla="*/ 469 w 691"/>
                <a:gd name="T65" fmla="*/ 62 h 744"/>
                <a:gd name="T66" fmla="*/ 491 w 691"/>
                <a:gd name="T67" fmla="*/ 39 h 744"/>
                <a:gd name="T68" fmla="*/ 508 w 691"/>
                <a:gd name="T69" fmla="*/ 35 h 744"/>
                <a:gd name="T70" fmla="*/ 545 w 691"/>
                <a:gd name="T71" fmla="*/ 59 h 744"/>
                <a:gd name="T72" fmla="*/ 594 w 691"/>
                <a:gd name="T73" fmla="*/ 167 h 744"/>
                <a:gd name="T74" fmla="*/ 585 w 691"/>
                <a:gd name="T75" fmla="*/ 215 h 744"/>
                <a:gd name="T76" fmla="*/ 477 w 691"/>
                <a:gd name="T77" fmla="*/ 314 h 744"/>
                <a:gd name="T78" fmla="*/ 449 w 691"/>
                <a:gd name="T79" fmla="*/ 324 h 744"/>
                <a:gd name="T80" fmla="*/ 447 w 691"/>
                <a:gd name="T81" fmla="*/ 324 h 744"/>
                <a:gd name="T82" fmla="*/ 337 w 691"/>
                <a:gd name="T83" fmla="*/ 684 h 744"/>
                <a:gd name="T84" fmla="*/ 383 w 691"/>
                <a:gd name="T85" fmla="*/ 738 h 744"/>
                <a:gd name="T86" fmla="*/ 387 w 691"/>
                <a:gd name="T87" fmla="*/ 738 h 744"/>
                <a:gd name="T88" fmla="*/ 437 w 691"/>
                <a:gd name="T89" fmla="*/ 692 h 744"/>
                <a:gd name="T90" fmla="*/ 470 w 691"/>
                <a:gd name="T91" fmla="*/ 517 h 744"/>
                <a:gd name="T92" fmla="*/ 603 w 691"/>
                <a:gd name="T93" fmla="*/ 727 h 744"/>
                <a:gd name="T94" fmla="*/ 673 w 691"/>
                <a:gd name="T95" fmla="*/ 720 h 744"/>
                <a:gd name="T96" fmla="*/ 666 w 691"/>
                <a:gd name="T97" fmla="*/ 650 h 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91" h="744">
                  <a:moveTo>
                    <a:pt x="666" y="650"/>
                  </a:moveTo>
                  <a:cubicBezTo>
                    <a:pt x="549" y="553"/>
                    <a:pt x="552" y="425"/>
                    <a:pt x="563" y="358"/>
                  </a:cubicBezTo>
                  <a:cubicBezTo>
                    <a:pt x="580" y="349"/>
                    <a:pt x="594" y="331"/>
                    <a:pt x="600" y="299"/>
                  </a:cubicBezTo>
                  <a:cubicBezTo>
                    <a:pt x="611" y="210"/>
                    <a:pt x="605" y="158"/>
                    <a:pt x="577" y="77"/>
                  </a:cubicBezTo>
                  <a:cubicBezTo>
                    <a:pt x="557" y="19"/>
                    <a:pt x="508" y="0"/>
                    <a:pt x="474" y="9"/>
                  </a:cubicBezTo>
                  <a:cubicBezTo>
                    <a:pt x="455" y="13"/>
                    <a:pt x="442" y="30"/>
                    <a:pt x="436" y="50"/>
                  </a:cubicBezTo>
                  <a:cubicBezTo>
                    <a:pt x="434" y="53"/>
                    <a:pt x="434" y="57"/>
                    <a:pt x="433" y="60"/>
                  </a:cubicBezTo>
                  <a:cubicBezTo>
                    <a:pt x="433" y="61"/>
                    <a:pt x="412" y="203"/>
                    <a:pt x="298" y="323"/>
                  </a:cubicBezTo>
                  <a:cubicBezTo>
                    <a:pt x="289" y="332"/>
                    <a:pt x="287" y="345"/>
                    <a:pt x="291" y="356"/>
                  </a:cubicBezTo>
                  <a:cubicBezTo>
                    <a:pt x="165" y="432"/>
                    <a:pt x="165" y="432"/>
                    <a:pt x="165" y="432"/>
                  </a:cubicBezTo>
                  <a:cubicBezTo>
                    <a:pt x="162" y="426"/>
                    <a:pt x="162" y="426"/>
                    <a:pt x="162" y="426"/>
                  </a:cubicBezTo>
                  <a:cubicBezTo>
                    <a:pt x="145" y="430"/>
                    <a:pt x="145" y="430"/>
                    <a:pt x="145" y="430"/>
                  </a:cubicBezTo>
                  <a:cubicBezTo>
                    <a:pt x="119" y="388"/>
                    <a:pt x="119" y="388"/>
                    <a:pt x="119" y="388"/>
                  </a:cubicBezTo>
                  <a:cubicBezTo>
                    <a:pt x="119" y="388"/>
                    <a:pt x="45" y="434"/>
                    <a:pt x="34" y="441"/>
                  </a:cubicBezTo>
                  <a:cubicBezTo>
                    <a:pt x="23" y="447"/>
                    <a:pt x="0" y="504"/>
                    <a:pt x="15" y="533"/>
                  </a:cubicBezTo>
                  <a:cubicBezTo>
                    <a:pt x="67" y="526"/>
                    <a:pt x="67" y="526"/>
                    <a:pt x="67" y="526"/>
                  </a:cubicBezTo>
                  <a:cubicBezTo>
                    <a:pt x="123" y="554"/>
                    <a:pt x="123" y="554"/>
                    <a:pt x="123" y="554"/>
                  </a:cubicBezTo>
                  <a:cubicBezTo>
                    <a:pt x="148" y="539"/>
                    <a:pt x="194" y="511"/>
                    <a:pt x="194" y="511"/>
                  </a:cubicBezTo>
                  <a:cubicBezTo>
                    <a:pt x="169" y="470"/>
                    <a:pt x="169" y="470"/>
                    <a:pt x="169" y="470"/>
                  </a:cubicBezTo>
                  <a:cubicBezTo>
                    <a:pt x="180" y="456"/>
                    <a:pt x="180" y="456"/>
                    <a:pt x="180" y="456"/>
                  </a:cubicBezTo>
                  <a:cubicBezTo>
                    <a:pt x="176" y="450"/>
                    <a:pt x="176" y="450"/>
                    <a:pt x="176" y="450"/>
                  </a:cubicBezTo>
                  <a:cubicBezTo>
                    <a:pt x="304" y="372"/>
                    <a:pt x="304" y="372"/>
                    <a:pt x="304" y="372"/>
                  </a:cubicBezTo>
                  <a:cubicBezTo>
                    <a:pt x="309" y="376"/>
                    <a:pt x="315" y="377"/>
                    <a:pt x="321" y="377"/>
                  </a:cubicBezTo>
                  <a:cubicBezTo>
                    <a:pt x="329" y="377"/>
                    <a:pt x="338" y="374"/>
                    <a:pt x="344" y="367"/>
                  </a:cubicBezTo>
                  <a:cubicBezTo>
                    <a:pt x="357" y="354"/>
                    <a:pt x="369" y="340"/>
                    <a:pt x="380" y="326"/>
                  </a:cubicBezTo>
                  <a:cubicBezTo>
                    <a:pt x="414" y="305"/>
                    <a:pt x="414" y="305"/>
                    <a:pt x="414" y="305"/>
                  </a:cubicBezTo>
                  <a:cubicBezTo>
                    <a:pt x="404" y="288"/>
                    <a:pt x="407" y="267"/>
                    <a:pt x="421" y="253"/>
                  </a:cubicBezTo>
                  <a:cubicBezTo>
                    <a:pt x="437" y="239"/>
                    <a:pt x="437" y="239"/>
                    <a:pt x="437" y="239"/>
                  </a:cubicBezTo>
                  <a:cubicBezTo>
                    <a:pt x="443" y="227"/>
                    <a:pt x="449" y="215"/>
                    <a:pt x="454" y="203"/>
                  </a:cubicBezTo>
                  <a:cubicBezTo>
                    <a:pt x="455" y="209"/>
                    <a:pt x="456" y="215"/>
                    <a:pt x="456" y="221"/>
                  </a:cubicBezTo>
                  <a:cubicBezTo>
                    <a:pt x="507" y="174"/>
                    <a:pt x="507" y="174"/>
                    <a:pt x="507" y="174"/>
                  </a:cubicBezTo>
                  <a:cubicBezTo>
                    <a:pt x="470" y="93"/>
                    <a:pt x="470" y="93"/>
                    <a:pt x="470" y="93"/>
                  </a:cubicBezTo>
                  <a:cubicBezTo>
                    <a:pt x="466" y="83"/>
                    <a:pt x="465" y="72"/>
                    <a:pt x="469" y="62"/>
                  </a:cubicBezTo>
                  <a:cubicBezTo>
                    <a:pt x="473" y="51"/>
                    <a:pt x="481" y="43"/>
                    <a:pt x="491" y="39"/>
                  </a:cubicBezTo>
                  <a:cubicBezTo>
                    <a:pt x="496" y="36"/>
                    <a:pt x="502" y="35"/>
                    <a:pt x="508" y="35"/>
                  </a:cubicBezTo>
                  <a:cubicBezTo>
                    <a:pt x="524" y="35"/>
                    <a:pt x="539" y="45"/>
                    <a:pt x="545" y="59"/>
                  </a:cubicBezTo>
                  <a:cubicBezTo>
                    <a:pt x="594" y="167"/>
                    <a:pt x="594" y="167"/>
                    <a:pt x="594" y="167"/>
                  </a:cubicBezTo>
                  <a:cubicBezTo>
                    <a:pt x="602" y="183"/>
                    <a:pt x="598" y="202"/>
                    <a:pt x="585" y="215"/>
                  </a:cubicBezTo>
                  <a:cubicBezTo>
                    <a:pt x="477" y="314"/>
                    <a:pt x="477" y="314"/>
                    <a:pt x="477" y="314"/>
                  </a:cubicBezTo>
                  <a:cubicBezTo>
                    <a:pt x="470" y="321"/>
                    <a:pt x="460" y="324"/>
                    <a:pt x="449" y="324"/>
                  </a:cubicBezTo>
                  <a:cubicBezTo>
                    <a:pt x="449" y="324"/>
                    <a:pt x="448" y="324"/>
                    <a:pt x="447" y="324"/>
                  </a:cubicBezTo>
                  <a:cubicBezTo>
                    <a:pt x="406" y="390"/>
                    <a:pt x="350" y="510"/>
                    <a:pt x="337" y="684"/>
                  </a:cubicBezTo>
                  <a:cubicBezTo>
                    <a:pt x="335" y="712"/>
                    <a:pt x="355" y="736"/>
                    <a:pt x="383" y="738"/>
                  </a:cubicBezTo>
                  <a:cubicBezTo>
                    <a:pt x="384" y="738"/>
                    <a:pt x="385" y="738"/>
                    <a:pt x="387" y="738"/>
                  </a:cubicBezTo>
                  <a:cubicBezTo>
                    <a:pt x="413" y="738"/>
                    <a:pt x="435" y="718"/>
                    <a:pt x="437" y="692"/>
                  </a:cubicBezTo>
                  <a:cubicBezTo>
                    <a:pt x="442" y="624"/>
                    <a:pt x="454" y="566"/>
                    <a:pt x="470" y="517"/>
                  </a:cubicBezTo>
                  <a:cubicBezTo>
                    <a:pt x="489" y="599"/>
                    <a:pt x="535" y="671"/>
                    <a:pt x="603" y="727"/>
                  </a:cubicBezTo>
                  <a:cubicBezTo>
                    <a:pt x="624" y="744"/>
                    <a:pt x="656" y="741"/>
                    <a:pt x="673" y="720"/>
                  </a:cubicBezTo>
                  <a:cubicBezTo>
                    <a:pt x="691" y="699"/>
                    <a:pt x="688" y="667"/>
                    <a:pt x="666" y="6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193"/>
            <p:cNvSpPr>
              <a:spLocks/>
            </p:cNvSpPr>
            <p:nvPr/>
          </p:nvSpPr>
          <p:spPr bwMode="auto">
            <a:xfrm>
              <a:off x="11364913" y="5413375"/>
              <a:ext cx="233363" cy="165100"/>
            </a:xfrm>
            <a:custGeom>
              <a:avLst/>
              <a:gdLst>
                <a:gd name="T0" fmla="*/ 171 w 182"/>
                <a:gd name="T1" fmla="*/ 0 h 129"/>
                <a:gd name="T2" fmla="*/ 0 w 182"/>
                <a:gd name="T3" fmla="*/ 49 h 129"/>
                <a:gd name="T4" fmla="*/ 95 w 182"/>
                <a:gd name="T5" fmla="*/ 125 h 129"/>
                <a:gd name="T6" fmla="*/ 178 w 182"/>
                <a:gd name="T7" fmla="*/ 29 h 129"/>
                <a:gd name="T8" fmla="*/ 171 w 182"/>
                <a:gd name="T9" fmla="*/ 0 h 129"/>
              </a:gdLst>
              <a:ahLst/>
              <a:cxnLst>
                <a:cxn ang="0">
                  <a:pos x="T0" y="T1"/>
                </a:cxn>
                <a:cxn ang="0">
                  <a:pos x="T2" y="T3"/>
                </a:cxn>
                <a:cxn ang="0">
                  <a:pos x="T4" y="T5"/>
                </a:cxn>
                <a:cxn ang="0">
                  <a:pos x="T6" y="T7"/>
                </a:cxn>
                <a:cxn ang="0">
                  <a:pos x="T8" y="T9"/>
                </a:cxn>
              </a:cxnLst>
              <a:rect l="0" t="0" r="r" b="b"/>
              <a:pathLst>
                <a:path w="182" h="129">
                  <a:moveTo>
                    <a:pt x="171" y="0"/>
                  </a:moveTo>
                  <a:cubicBezTo>
                    <a:pt x="0" y="49"/>
                    <a:pt x="0" y="49"/>
                    <a:pt x="0" y="49"/>
                  </a:cubicBezTo>
                  <a:cubicBezTo>
                    <a:pt x="6" y="95"/>
                    <a:pt x="48" y="129"/>
                    <a:pt x="95" y="125"/>
                  </a:cubicBezTo>
                  <a:cubicBezTo>
                    <a:pt x="145" y="122"/>
                    <a:pt x="182" y="79"/>
                    <a:pt x="178" y="29"/>
                  </a:cubicBezTo>
                  <a:cubicBezTo>
                    <a:pt x="178" y="19"/>
                    <a:pt x="175" y="9"/>
                    <a:pt x="17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194"/>
            <p:cNvSpPr>
              <a:spLocks/>
            </p:cNvSpPr>
            <p:nvPr/>
          </p:nvSpPr>
          <p:spPr bwMode="auto">
            <a:xfrm>
              <a:off x="11333163" y="5292725"/>
              <a:ext cx="263525" cy="176212"/>
            </a:xfrm>
            <a:custGeom>
              <a:avLst/>
              <a:gdLst>
                <a:gd name="T0" fmla="*/ 188 w 205"/>
                <a:gd name="T1" fmla="*/ 62 h 138"/>
                <a:gd name="T2" fmla="*/ 183 w 205"/>
                <a:gd name="T3" fmla="*/ 63 h 138"/>
                <a:gd name="T4" fmla="*/ 78 w 205"/>
                <a:gd name="T5" fmla="*/ 13 h 138"/>
                <a:gd name="T6" fmla="*/ 16 w 205"/>
                <a:gd name="T7" fmla="*/ 110 h 138"/>
                <a:gd name="T8" fmla="*/ 11 w 205"/>
                <a:gd name="T9" fmla="*/ 112 h 138"/>
                <a:gd name="T10" fmla="*/ 2 w 205"/>
                <a:gd name="T11" fmla="*/ 127 h 138"/>
                <a:gd name="T12" fmla="*/ 18 w 205"/>
                <a:gd name="T13" fmla="*/ 136 h 138"/>
                <a:gd name="T14" fmla="*/ 195 w 205"/>
                <a:gd name="T15" fmla="*/ 86 h 138"/>
                <a:gd name="T16" fmla="*/ 203 w 205"/>
                <a:gd name="T17" fmla="*/ 70 h 138"/>
                <a:gd name="T18" fmla="*/ 188 w 205"/>
                <a:gd name="T19" fmla="*/ 62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5" h="138">
                  <a:moveTo>
                    <a:pt x="188" y="62"/>
                  </a:moveTo>
                  <a:cubicBezTo>
                    <a:pt x="183" y="63"/>
                    <a:pt x="183" y="63"/>
                    <a:pt x="183" y="63"/>
                  </a:cubicBezTo>
                  <a:cubicBezTo>
                    <a:pt x="166" y="23"/>
                    <a:pt x="121" y="0"/>
                    <a:pt x="78" y="13"/>
                  </a:cubicBezTo>
                  <a:cubicBezTo>
                    <a:pt x="35" y="25"/>
                    <a:pt x="9" y="67"/>
                    <a:pt x="16" y="110"/>
                  </a:cubicBezTo>
                  <a:cubicBezTo>
                    <a:pt x="11" y="112"/>
                    <a:pt x="11" y="112"/>
                    <a:pt x="11" y="112"/>
                  </a:cubicBezTo>
                  <a:cubicBezTo>
                    <a:pt x="4" y="114"/>
                    <a:pt x="0" y="121"/>
                    <a:pt x="2" y="127"/>
                  </a:cubicBezTo>
                  <a:cubicBezTo>
                    <a:pt x="4" y="134"/>
                    <a:pt x="11" y="138"/>
                    <a:pt x="18" y="136"/>
                  </a:cubicBezTo>
                  <a:cubicBezTo>
                    <a:pt x="195" y="86"/>
                    <a:pt x="195" y="86"/>
                    <a:pt x="195" y="86"/>
                  </a:cubicBezTo>
                  <a:cubicBezTo>
                    <a:pt x="201" y="84"/>
                    <a:pt x="205" y="77"/>
                    <a:pt x="203" y="70"/>
                  </a:cubicBezTo>
                  <a:cubicBezTo>
                    <a:pt x="201" y="64"/>
                    <a:pt x="195" y="60"/>
                    <a:pt x="188"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195"/>
            <p:cNvSpPr>
              <a:spLocks noEditPoints="1"/>
            </p:cNvSpPr>
            <p:nvPr/>
          </p:nvSpPr>
          <p:spPr bwMode="auto">
            <a:xfrm>
              <a:off x="9455150" y="5453063"/>
              <a:ext cx="1339850" cy="1020762"/>
            </a:xfrm>
            <a:custGeom>
              <a:avLst/>
              <a:gdLst>
                <a:gd name="T0" fmla="*/ 1006 w 1045"/>
                <a:gd name="T1" fmla="*/ 373 h 797"/>
                <a:gd name="T2" fmla="*/ 1022 w 1045"/>
                <a:gd name="T3" fmla="*/ 389 h 797"/>
                <a:gd name="T4" fmla="*/ 1029 w 1045"/>
                <a:gd name="T5" fmla="*/ 389 h 797"/>
                <a:gd name="T6" fmla="*/ 1045 w 1045"/>
                <a:gd name="T7" fmla="*/ 373 h 797"/>
                <a:gd name="T8" fmla="*/ 1045 w 1045"/>
                <a:gd name="T9" fmla="*/ 156 h 797"/>
                <a:gd name="T10" fmla="*/ 1029 w 1045"/>
                <a:gd name="T11" fmla="*/ 140 h 797"/>
                <a:gd name="T12" fmla="*/ 1022 w 1045"/>
                <a:gd name="T13" fmla="*/ 140 h 797"/>
                <a:gd name="T14" fmla="*/ 1006 w 1045"/>
                <a:gd name="T15" fmla="*/ 156 h 797"/>
                <a:gd name="T16" fmla="*/ 1006 w 1045"/>
                <a:gd name="T17" fmla="*/ 245 h 797"/>
                <a:gd name="T18" fmla="*/ 971 w 1045"/>
                <a:gd name="T19" fmla="*/ 245 h 797"/>
                <a:gd name="T20" fmla="*/ 971 w 1045"/>
                <a:gd name="T21" fmla="*/ 182 h 797"/>
                <a:gd name="T22" fmla="*/ 917 w 1045"/>
                <a:gd name="T23" fmla="*/ 199 h 797"/>
                <a:gd name="T24" fmla="*/ 917 w 1045"/>
                <a:gd name="T25" fmla="*/ 245 h 797"/>
                <a:gd name="T26" fmla="*/ 886 w 1045"/>
                <a:gd name="T27" fmla="*/ 245 h 797"/>
                <a:gd name="T28" fmla="*/ 788 w 1045"/>
                <a:gd name="T29" fmla="*/ 97 h 797"/>
                <a:gd name="T30" fmla="*/ 622 w 1045"/>
                <a:gd name="T31" fmla="*/ 0 h 797"/>
                <a:gd name="T32" fmla="*/ 455 w 1045"/>
                <a:gd name="T33" fmla="*/ 97 h 797"/>
                <a:gd name="T34" fmla="*/ 357 w 1045"/>
                <a:gd name="T35" fmla="*/ 245 h 797"/>
                <a:gd name="T36" fmla="*/ 322 w 1045"/>
                <a:gd name="T37" fmla="*/ 245 h 797"/>
                <a:gd name="T38" fmla="*/ 322 w 1045"/>
                <a:gd name="T39" fmla="*/ 150 h 797"/>
                <a:gd name="T40" fmla="*/ 0 w 1045"/>
                <a:gd name="T41" fmla="*/ 150 h 797"/>
                <a:gd name="T42" fmla="*/ 0 w 1045"/>
                <a:gd name="T43" fmla="*/ 480 h 797"/>
                <a:gd name="T44" fmla="*/ 85 w 1045"/>
                <a:gd name="T45" fmla="*/ 549 h 797"/>
                <a:gd name="T46" fmla="*/ 242 w 1045"/>
                <a:gd name="T47" fmla="*/ 455 h 797"/>
                <a:gd name="T48" fmla="*/ 322 w 1045"/>
                <a:gd name="T49" fmla="*/ 474 h 797"/>
                <a:gd name="T50" fmla="*/ 322 w 1045"/>
                <a:gd name="T51" fmla="*/ 284 h 797"/>
                <a:gd name="T52" fmla="*/ 355 w 1045"/>
                <a:gd name="T53" fmla="*/ 284 h 797"/>
                <a:gd name="T54" fmla="*/ 355 w 1045"/>
                <a:gd name="T55" fmla="*/ 283 h 797"/>
                <a:gd name="T56" fmla="*/ 355 w 1045"/>
                <a:gd name="T57" fmla="*/ 276 h 797"/>
                <a:gd name="T58" fmla="*/ 622 w 1045"/>
                <a:gd name="T59" fmla="*/ 492 h 797"/>
                <a:gd name="T60" fmla="*/ 888 w 1045"/>
                <a:gd name="T61" fmla="*/ 276 h 797"/>
                <a:gd name="T62" fmla="*/ 888 w 1045"/>
                <a:gd name="T63" fmla="*/ 283 h 797"/>
                <a:gd name="T64" fmla="*/ 888 w 1045"/>
                <a:gd name="T65" fmla="*/ 284 h 797"/>
                <a:gd name="T66" fmla="*/ 917 w 1045"/>
                <a:gd name="T67" fmla="*/ 284 h 797"/>
                <a:gd name="T68" fmla="*/ 917 w 1045"/>
                <a:gd name="T69" fmla="*/ 582 h 797"/>
                <a:gd name="T70" fmla="*/ 412 w 1045"/>
                <a:gd name="T71" fmla="*/ 582 h 797"/>
                <a:gd name="T72" fmla="*/ 420 w 1045"/>
                <a:gd name="T73" fmla="*/ 632 h 797"/>
                <a:gd name="T74" fmla="*/ 418 w 1045"/>
                <a:gd name="T75" fmla="*/ 654 h 797"/>
                <a:gd name="T76" fmla="*/ 917 w 1045"/>
                <a:gd name="T77" fmla="*/ 654 h 797"/>
                <a:gd name="T78" fmla="*/ 917 w 1045"/>
                <a:gd name="T79" fmla="*/ 797 h 797"/>
                <a:gd name="T80" fmla="*/ 971 w 1045"/>
                <a:gd name="T81" fmla="*/ 797 h 797"/>
                <a:gd name="T82" fmla="*/ 971 w 1045"/>
                <a:gd name="T83" fmla="*/ 284 h 797"/>
                <a:gd name="T84" fmla="*/ 1006 w 1045"/>
                <a:gd name="T85" fmla="*/ 284 h 797"/>
                <a:gd name="T86" fmla="*/ 1006 w 1045"/>
                <a:gd name="T87" fmla="*/ 373 h 797"/>
                <a:gd name="T88" fmla="*/ 293 w 1045"/>
                <a:gd name="T89" fmla="*/ 246 h 797"/>
                <a:gd name="T90" fmla="*/ 29 w 1045"/>
                <a:gd name="T91" fmla="*/ 246 h 797"/>
                <a:gd name="T92" fmla="*/ 29 w 1045"/>
                <a:gd name="T93" fmla="*/ 229 h 797"/>
                <a:gd name="T94" fmla="*/ 293 w 1045"/>
                <a:gd name="T95" fmla="*/ 229 h 797"/>
                <a:gd name="T96" fmla="*/ 293 w 1045"/>
                <a:gd name="T97" fmla="*/ 246 h 797"/>
                <a:gd name="T98" fmla="*/ 293 w 1045"/>
                <a:gd name="T99" fmla="*/ 202 h 797"/>
                <a:gd name="T100" fmla="*/ 29 w 1045"/>
                <a:gd name="T101" fmla="*/ 202 h 797"/>
                <a:gd name="T102" fmla="*/ 29 w 1045"/>
                <a:gd name="T103" fmla="*/ 185 h 797"/>
                <a:gd name="T104" fmla="*/ 293 w 1045"/>
                <a:gd name="T105" fmla="*/ 185 h 797"/>
                <a:gd name="T106" fmla="*/ 293 w 1045"/>
                <a:gd name="T107" fmla="*/ 202 h 797"/>
                <a:gd name="T108" fmla="*/ 622 w 1045"/>
                <a:gd name="T109" fmla="*/ 262 h 797"/>
                <a:gd name="T110" fmla="*/ 474 w 1045"/>
                <a:gd name="T111" fmla="*/ 140 h 797"/>
                <a:gd name="T112" fmla="*/ 622 w 1045"/>
                <a:gd name="T113" fmla="*/ 18 h 797"/>
                <a:gd name="T114" fmla="*/ 769 w 1045"/>
                <a:gd name="T115" fmla="*/ 140 h 797"/>
                <a:gd name="T116" fmla="*/ 622 w 1045"/>
                <a:gd name="T117" fmla="*/ 262 h 7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45" h="797">
                  <a:moveTo>
                    <a:pt x="1006" y="373"/>
                  </a:moveTo>
                  <a:cubicBezTo>
                    <a:pt x="1006" y="381"/>
                    <a:pt x="1013" y="389"/>
                    <a:pt x="1022" y="389"/>
                  </a:cubicBezTo>
                  <a:cubicBezTo>
                    <a:pt x="1029" y="389"/>
                    <a:pt x="1029" y="389"/>
                    <a:pt x="1029" y="389"/>
                  </a:cubicBezTo>
                  <a:cubicBezTo>
                    <a:pt x="1038" y="389"/>
                    <a:pt x="1045" y="381"/>
                    <a:pt x="1045" y="373"/>
                  </a:cubicBezTo>
                  <a:cubicBezTo>
                    <a:pt x="1045" y="156"/>
                    <a:pt x="1045" y="156"/>
                    <a:pt x="1045" y="156"/>
                  </a:cubicBezTo>
                  <a:cubicBezTo>
                    <a:pt x="1045" y="147"/>
                    <a:pt x="1038" y="140"/>
                    <a:pt x="1029" y="140"/>
                  </a:cubicBezTo>
                  <a:cubicBezTo>
                    <a:pt x="1022" y="140"/>
                    <a:pt x="1022" y="140"/>
                    <a:pt x="1022" y="140"/>
                  </a:cubicBezTo>
                  <a:cubicBezTo>
                    <a:pt x="1013" y="140"/>
                    <a:pt x="1006" y="147"/>
                    <a:pt x="1006" y="156"/>
                  </a:cubicBezTo>
                  <a:cubicBezTo>
                    <a:pt x="1006" y="245"/>
                    <a:pt x="1006" y="245"/>
                    <a:pt x="1006" y="245"/>
                  </a:cubicBezTo>
                  <a:cubicBezTo>
                    <a:pt x="971" y="245"/>
                    <a:pt x="971" y="245"/>
                    <a:pt x="971" y="245"/>
                  </a:cubicBezTo>
                  <a:cubicBezTo>
                    <a:pt x="971" y="182"/>
                    <a:pt x="971" y="182"/>
                    <a:pt x="971" y="182"/>
                  </a:cubicBezTo>
                  <a:cubicBezTo>
                    <a:pt x="917" y="199"/>
                    <a:pt x="917" y="199"/>
                    <a:pt x="917" y="199"/>
                  </a:cubicBezTo>
                  <a:cubicBezTo>
                    <a:pt x="917" y="245"/>
                    <a:pt x="917" y="245"/>
                    <a:pt x="917" y="245"/>
                  </a:cubicBezTo>
                  <a:cubicBezTo>
                    <a:pt x="886" y="245"/>
                    <a:pt x="886" y="245"/>
                    <a:pt x="886" y="245"/>
                  </a:cubicBezTo>
                  <a:cubicBezTo>
                    <a:pt x="878" y="186"/>
                    <a:pt x="842" y="133"/>
                    <a:pt x="788" y="97"/>
                  </a:cubicBezTo>
                  <a:cubicBezTo>
                    <a:pt x="762" y="40"/>
                    <a:pt x="697" y="0"/>
                    <a:pt x="622" y="0"/>
                  </a:cubicBezTo>
                  <a:cubicBezTo>
                    <a:pt x="546" y="0"/>
                    <a:pt x="482" y="40"/>
                    <a:pt x="455" y="97"/>
                  </a:cubicBezTo>
                  <a:cubicBezTo>
                    <a:pt x="401" y="133"/>
                    <a:pt x="365" y="186"/>
                    <a:pt x="357" y="245"/>
                  </a:cubicBezTo>
                  <a:cubicBezTo>
                    <a:pt x="322" y="245"/>
                    <a:pt x="322" y="245"/>
                    <a:pt x="322" y="245"/>
                  </a:cubicBezTo>
                  <a:cubicBezTo>
                    <a:pt x="322" y="150"/>
                    <a:pt x="322" y="150"/>
                    <a:pt x="322" y="150"/>
                  </a:cubicBezTo>
                  <a:cubicBezTo>
                    <a:pt x="0" y="150"/>
                    <a:pt x="0" y="150"/>
                    <a:pt x="0" y="150"/>
                  </a:cubicBezTo>
                  <a:cubicBezTo>
                    <a:pt x="0" y="480"/>
                    <a:pt x="0" y="480"/>
                    <a:pt x="0" y="480"/>
                  </a:cubicBezTo>
                  <a:cubicBezTo>
                    <a:pt x="85" y="549"/>
                    <a:pt x="85" y="549"/>
                    <a:pt x="85" y="549"/>
                  </a:cubicBezTo>
                  <a:cubicBezTo>
                    <a:pt x="115" y="493"/>
                    <a:pt x="174" y="455"/>
                    <a:pt x="242" y="455"/>
                  </a:cubicBezTo>
                  <a:cubicBezTo>
                    <a:pt x="271" y="455"/>
                    <a:pt x="298" y="462"/>
                    <a:pt x="322" y="474"/>
                  </a:cubicBezTo>
                  <a:cubicBezTo>
                    <a:pt x="322" y="284"/>
                    <a:pt x="322" y="284"/>
                    <a:pt x="322" y="284"/>
                  </a:cubicBezTo>
                  <a:cubicBezTo>
                    <a:pt x="355" y="284"/>
                    <a:pt x="355" y="284"/>
                    <a:pt x="355" y="284"/>
                  </a:cubicBezTo>
                  <a:cubicBezTo>
                    <a:pt x="355" y="284"/>
                    <a:pt x="355" y="283"/>
                    <a:pt x="355" y="283"/>
                  </a:cubicBezTo>
                  <a:cubicBezTo>
                    <a:pt x="355" y="281"/>
                    <a:pt x="355" y="279"/>
                    <a:pt x="355" y="276"/>
                  </a:cubicBezTo>
                  <a:cubicBezTo>
                    <a:pt x="359" y="396"/>
                    <a:pt x="477" y="492"/>
                    <a:pt x="622" y="492"/>
                  </a:cubicBezTo>
                  <a:cubicBezTo>
                    <a:pt x="766" y="492"/>
                    <a:pt x="884" y="396"/>
                    <a:pt x="888" y="276"/>
                  </a:cubicBezTo>
                  <a:cubicBezTo>
                    <a:pt x="888" y="279"/>
                    <a:pt x="888" y="281"/>
                    <a:pt x="888" y="283"/>
                  </a:cubicBezTo>
                  <a:cubicBezTo>
                    <a:pt x="888" y="283"/>
                    <a:pt x="888" y="284"/>
                    <a:pt x="888" y="284"/>
                  </a:cubicBezTo>
                  <a:cubicBezTo>
                    <a:pt x="917" y="284"/>
                    <a:pt x="917" y="284"/>
                    <a:pt x="917" y="284"/>
                  </a:cubicBezTo>
                  <a:cubicBezTo>
                    <a:pt x="917" y="582"/>
                    <a:pt x="917" y="582"/>
                    <a:pt x="917" y="582"/>
                  </a:cubicBezTo>
                  <a:cubicBezTo>
                    <a:pt x="412" y="582"/>
                    <a:pt x="412" y="582"/>
                    <a:pt x="412" y="582"/>
                  </a:cubicBezTo>
                  <a:cubicBezTo>
                    <a:pt x="417" y="598"/>
                    <a:pt x="420" y="615"/>
                    <a:pt x="420" y="632"/>
                  </a:cubicBezTo>
                  <a:cubicBezTo>
                    <a:pt x="420" y="640"/>
                    <a:pt x="419" y="647"/>
                    <a:pt x="418" y="654"/>
                  </a:cubicBezTo>
                  <a:cubicBezTo>
                    <a:pt x="917" y="654"/>
                    <a:pt x="917" y="654"/>
                    <a:pt x="917" y="654"/>
                  </a:cubicBezTo>
                  <a:cubicBezTo>
                    <a:pt x="917" y="797"/>
                    <a:pt x="917" y="797"/>
                    <a:pt x="917" y="797"/>
                  </a:cubicBezTo>
                  <a:cubicBezTo>
                    <a:pt x="971" y="797"/>
                    <a:pt x="971" y="797"/>
                    <a:pt x="971" y="797"/>
                  </a:cubicBezTo>
                  <a:cubicBezTo>
                    <a:pt x="971" y="284"/>
                    <a:pt x="971" y="284"/>
                    <a:pt x="971" y="284"/>
                  </a:cubicBezTo>
                  <a:cubicBezTo>
                    <a:pt x="1006" y="284"/>
                    <a:pt x="1006" y="284"/>
                    <a:pt x="1006" y="284"/>
                  </a:cubicBezTo>
                  <a:lnTo>
                    <a:pt x="1006" y="373"/>
                  </a:lnTo>
                  <a:close/>
                  <a:moveTo>
                    <a:pt x="293" y="246"/>
                  </a:moveTo>
                  <a:cubicBezTo>
                    <a:pt x="29" y="246"/>
                    <a:pt x="29" y="246"/>
                    <a:pt x="29" y="246"/>
                  </a:cubicBezTo>
                  <a:cubicBezTo>
                    <a:pt x="29" y="229"/>
                    <a:pt x="29" y="229"/>
                    <a:pt x="29" y="229"/>
                  </a:cubicBezTo>
                  <a:cubicBezTo>
                    <a:pt x="293" y="229"/>
                    <a:pt x="293" y="229"/>
                    <a:pt x="293" y="229"/>
                  </a:cubicBezTo>
                  <a:lnTo>
                    <a:pt x="293" y="246"/>
                  </a:lnTo>
                  <a:close/>
                  <a:moveTo>
                    <a:pt x="293" y="202"/>
                  </a:moveTo>
                  <a:cubicBezTo>
                    <a:pt x="29" y="202"/>
                    <a:pt x="29" y="202"/>
                    <a:pt x="29" y="202"/>
                  </a:cubicBezTo>
                  <a:cubicBezTo>
                    <a:pt x="29" y="185"/>
                    <a:pt x="29" y="185"/>
                    <a:pt x="29" y="185"/>
                  </a:cubicBezTo>
                  <a:cubicBezTo>
                    <a:pt x="293" y="185"/>
                    <a:pt x="293" y="185"/>
                    <a:pt x="293" y="185"/>
                  </a:cubicBezTo>
                  <a:lnTo>
                    <a:pt x="293" y="202"/>
                  </a:lnTo>
                  <a:close/>
                  <a:moveTo>
                    <a:pt x="622" y="262"/>
                  </a:moveTo>
                  <a:cubicBezTo>
                    <a:pt x="540" y="262"/>
                    <a:pt x="474" y="207"/>
                    <a:pt x="474" y="140"/>
                  </a:cubicBezTo>
                  <a:cubicBezTo>
                    <a:pt x="474" y="73"/>
                    <a:pt x="540" y="18"/>
                    <a:pt x="622" y="18"/>
                  </a:cubicBezTo>
                  <a:cubicBezTo>
                    <a:pt x="703" y="18"/>
                    <a:pt x="769" y="73"/>
                    <a:pt x="769" y="140"/>
                  </a:cubicBezTo>
                  <a:cubicBezTo>
                    <a:pt x="769" y="207"/>
                    <a:pt x="703" y="262"/>
                    <a:pt x="622" y="2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196"/>
            <p:cNvSpPr>
              <a:spLocks/>
            </p:cNvSpPr>
            <p:nvPr/>
          </p:nvSpPr>
          <p:spPr bwMode="auto">
            <a:xfrm>
              <a:off x="10044113" y="6040438"/>
              <a:ext cx="415925" cy="87312"/>
            </a:xfrm>
            <a:custGeom>
              <a:avLst/>
              <a:gdLst>
                <a:gd name="T0" fmla="*/ 0 w 325"/>
                <a:gd name="T1" fmla="*/ 0 h 68"/>
                <a:gd name="T2" fmla="*/ 163 w 325"/>
                <a:gd name="T3" fmla="*/ 68 h 68"/>
                <a:gd name="T4" fmla="*/ 325 w 325"/>
                <a:gd name="T5" fmla="*/ 0 h 68"/>
                <a:gd name="T6" fmla="*/ 163 w 325"/>
                <a:gd name="T7" fmla="*/ 46 h 68"/>
                <a:gd name="T8" fmla="*/ 0 w 325"/>
                <a:gd name="T9" fmla="*/ 0 h 68"/>
              </a:gdLst>
              <a:ahLst/>
              <a:cxnLst>
                <a:cxn ang="0">
                  <a:pos x="T0" y="T1"/>
                </a:cxn>
                <a:cxn ang="0">
                  <a:pos x="T2" y="T3"/>
                </a:cxn>
                <a:cxn ang="0">
                  <a:pos x="T4" y="T5"/>
                </a:cxn>
                <a:cxn ang="0">
                  <a:pos x="T6" y="T7"/>
                </a:cxn>
                <a:cxn ang="0">
                  <a:pos x="T8" y="T9"/>
                </a:cxn>
              </a:cxnLst>
              <a:rect l="0" t="0" r="r" b="b"/>
              <a:pathLst>
                <a:path w="325" h="68">
                  <a:moveTo>
                    <a:pt x="0" y="0"/>
                  </a:moveTo>
                  <a:cubicBezTo>
                    <a:pt x="29" y="40"/>
                    <a:pt x="91" y="68"/>
                    <a:pt x="163" y="68"/>
                  </a:cubicBezTo>
                  <a:cubicBezTo>
                    <a:pt x="234" y="68"/>
                    <a:pt x="296" y="40"/>
                    <a:pt x="325" y="0"/>
                  </a:cubicBezTo>
                  <a:cubicBezTo>
                    <a:pt x="280" y="29"/>
                    <a:pt x="224" y="46"/>
                    <a:pt x="163" y="46"/>
                  </a:cubicBezTo>
                  <a:cubicBezTo>
                    <a:pt x="101" y="46"/>
                    <a:pt x="45" y="29"/>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197"/>
            <p:cNvSpPr>
              <a:spLocks noEditPoints="1"/>
            </p:cNvSpPr>
            <p:nvPr/>
          </p:nvSpPr>
          <p:spPr bwMode="auto">
            <a:xfrm>
              <a:off x="9550400" y="6048375"/>
              <a:ext cx="430213" cy="430212"/>
            </a:xfrm>
            <a:custGeom>
              <a:avLst/>
              <a:gdLst>
                <a:gd name="T0" fmla="*/ 168 w 336"/>
                <a:gd name="T1" fmla="*/ 0 h 335"/>
                <a:gd name="T2" fmla="*/ 0 w 336"/>
                <a:gd name="T3" fmla="*/ 167 h 335"/>
                <a:gd name="T4" fmla="*/ 168 w 336"/>
                <a:gd name="T5" fmla="*/ 335 h 335"/>
                <a:gd name="T6" fmla="*/ 336 w 336"/>
                <a:gd name="T7" fmla="*/ 167 h 335"/>
                <a:gd name="T8" fmla="*/ 168 w 336"/>
                <a:gd name="T9" fmla="*/ 0 h 335"/>
                <a:gd name="T10" fmla="*/ 168 w 336"/>
                <a:gd name="T11" fmla="*/ 295 h 335"/>
                <a:gd name="T12" fmla="*/ 41 w 336"/>
                <a:gd name="T13" fmla="*/ 167 h 335"/>
                <a:gd name="T14" fmla="*/ 168 w 336"/>
                <a:gd name="T15" fmla="*/ 40 h 335"/>
                <a:gd name="T16" fmla="*/ 295 w 336"/>
                <a:gd name="T17" fmla="*/ 167 h 335"/>
                <a:gd name="T18" fmla="*/ 168 w 336"/>
                <a:gd name="T19" fmla="*/ 295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6" h="335">
                  <a:moveTo>
                    <a:pt x="168" y="0"/>
                  </a:moveTo>
                  <a:cubicBezTo>
                    <a:pt x="75" y="0"/>
                    <a:pt x="0" y="75"/>
                    <a:pt x="0" y="167"/>
                  </a:cubicBezTo>
                  <a:cubicBezTo>
                    <a:pt x="0" y="260"/>
                    <a:pt x="75" y="335"/>
                    <a:pt x="168" y="335"/>
                  </a:cubicBezTo>
                  <a:cubicBezTo>
                    <a:pt x="260" y="335"/>
                    <a:pt x="336" y="260"/>
                    <a:pt x="336" y="167"/>
                  </a:cubicBezTo>
                  <a:cubicBezTo>
                    <a:pt x="336" y="75"/>
                    <a:pt x="260" y="0"/>
                    <a:pt x="168" y="0"/>
                  </a:cubicBezTo>
                  <a:close/>
                  <a:moveTo>
                    <a:pt x="168" y="295"/>
                  </a:moveTo>
                  <a:cubicBezTo>
                    <a:pt x="98" y="295"/>
                    <a:pt x="41" y="238"/>
                    <a:pt x="41" y="167"/>
                  </a:cubicBezTo>
                  <a:cubicBezTo>
                    <a:pt x="41" y="97"/>
                    <a:pt x="98" y="40"/>
                    <a:pt x="168" y="40"/>
                  </a:cubicBezTo>
                  <a:cubicBezTo>
                    <a:pt x="238" y="40"/>
                    <a:pt x="295" y="97"/>
                    <a:pt x="295" y="167"/>
                  </a:cubicBezTo>
                  <a:cubicBezTo>
                    <a:pt x="295" y="238"/>
                    <a:pt x="238" y="295"/>
                    <a:pt x="168" y="29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Oval 198"/>
            <p:cNvSpPr>
              <a:spLocks noChangeArrowheads="1"/>
            </p:cNvSpPr>
            <p:nvPr/>
          </p:nvSpPr>
          <p:spPr bwMode="auto">
            <a:xfrm>
              <a:off x="9704388" y="6200775"/>
              <a:ext cx="123825" cy="1254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Oval 199"/>
            <p:cNvSpPr>
              <a:spLocks noChangeArrowheads="1"/>
            </p:cNvSpPr>
            <p:nvPr/>
          </p:nvSpPr>
          <p:spPr bwMode="auto">
            <a:xfrm>
              <a:off x="10083800" y="5495925"/>
              <a:ext cx="336550" cy="2682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200"/>
            <p:cNvSpPr>
              <a:spLocks/>
            </p:cNvSpPr>
            <p:nvPr/>
          </p:nvSpPr>
          <p:spPr bwMode="auto">
            <a:xfrm>
              <a:off x="11536363" y="5586413"/>
              <a:ext cx="228600" cy="352425"/>
            </a:xfrm>
            <a:custGeom>
              <a:avLst/>
              <a:gdLst>
                <a:gd name="T0" fmla="*/ 57 w 178"/>
                <a:gd name="T1" fmla="*/ 267 h 275"/>
                <a:gd name="T2" fmla="*/ 164 w 178"/>
                <a:gd name="T3" fmla="*/ 168 h 275"/>
                <a:gd name="T4" fmla="*/ 172 w 178"/>
                <a:gd name="T5" fmla="*/ 131 h 275"/>
                <a:gd name="T6" fmla="*/ 123 w 178"/>
                <a:gd name="T7" fmla="*/ 23 h 275"/>
                <a:gd name="T8" fmla="*/ 81 w 178"/>
                <a:gd name="T9" fmla="*/ 7 h 275"/>
                <a:gd name="T10" fmla="*/ 65 w 178"/>
                <a:gd name="T11" fmla="*/ 49 h 275"/>
                <a:gd name="T12" fmla="*/ 104 w 178"/>
                <a:gd name="T13" fmla="*/ 136 h 275"/>
                <a:gd name="T14" fmla="*/ 14 w 178"/>
                <a:gd name="T15" fmla="*/ 220 h 275"/>
                <a:gd name="T16" fmla="*/ 12 w 178"/>
                <a:gd name="T17" fmla="*/ 265 h 275"/>
                <a:gd name="T18" fmla="*/ 35 w 178"/>
                <a:gd name="T19" fmla="*/ 275 h 275"/>
                <a:gd name="T20" fmla="*/ 57 w 178"/>
                <a:gd name="T21" fmla="*/ 267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8" h="275">
                  <a:moveTo>
                    <a:pt x="57" y="267"/>
                  </a:moveTo>
                  <a:cubicBezTo>
                    <a:pt x="164" y="168"/>
                    <a:pt x="164" y="168"/>
                    <a:pt x="164" y="168"/>
                  </a:cubicBezTo>
                  <a:cubicBezTo>
                    <a:pt x="175" y="158"/>
                    <a:pt x="178" y="144"/>
                    <a:pt x="172" y="131"/>
                  </a:cubicBezTo>
                  <a:cubicBezTo>
                    <a:pt x="123" y="23"/>
                    <a:pt x="123" y="23"/>
                    <a:pt x="123" y="23"/>
                  </a:cubicBezTo>
                  <a:cubicBezTo>
                    <a:pt x="116" y="7"/>
                    <a:pt x="97" y="0"/>
                    <a:pt x="81" y="7"/>
                  </a:cubicBezTo>
                  <a:cubicBezTo>
                    <a:pt x="64" y="14"/>
                    <a:pt x="57" y="33"/>
                    <a:pt x="65" y="49"/>
                  </a:cubicBezTo>
                  <a:cubicBezTo>
                    <a:pt x="104" y="136"/>
                    <a:pt x="104" y="136"/>
                    <a:pt x="104" y="136"/>
                  </a:cubicBezTo>
                  <a:cubicBezTo>
                    <a:pt x="14" y="220"/>
                    <a:pt x="14" y="220"/>
                    <a:pt x="14" y="220"/>
                  </a:cubicBezTo>
                  <a:cubicBezTo>
                    <a:pt x="1" y="232"/>
                    <a:pt x="0" y="252"/>
                    <a:pt x="12" y="265"/>
                  </a:cubicBezTo>
                  <a:cubicBezTo>
                    <a:pt x="18" y="272"/>
                    <a:pt x="27" y="275"/>
                    <a:pt x="35" y="275"/>
                  </a:cubicBezTo>
                  <a:cubicBezTo>
                    <a:pt x="43" y="275"/>
                    <a:pt x="51" y="272"/>
                    <a:pt x="57" y="2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201"/>
            <p:cNvSpPr>
              <a:spLocks/>
            </p:cNvSpPr>
            <p:nvPr/>
          </p:nvSpPr>
          <p:spPr bwMode="auto">
            <a:xfrm>
              <a:off x="10750550" y="6192838"/>
              <a:ext cx="668338" cy="279400"/>
            </a:xfrm>
            <a:custGeom>
              <a:avLst/>
              <a:gdLst>
                <a:gd name="T0" fmla="*/ 148 w 421"/>
                <a:gd name="T1" fmla="*/ 28 h 176"/>
                <a:gd name="T2" fmla="*/ 103 w 421"/>
                <a:gd name="T3" fmla="*/ 0 h 176"/>
                <a:gd name="T4" fmla="*/ 48 w 421"/>
                <a:gd name="T5" fmla="*/ 35 h 176"/>
                <a:gd name="T6" fmla="*/ 19 w 421"/>
                <a:gd name="T7" fmla="*/ 107 h 176"/>
                <a:gd name="T8" fmla="*/ 0 w 421"/>
                <a:gd name="T9" fmla="*/ 176 h 176"/>
                <a:gd name="T10" fmla="*/ 421 w 421"/>
                <a:gd name="T11" fmla="*/ 176 h 176"/>
                <a:gd name="T12" fmla="*/ 409 w 421"/>
                <a:gd name="T13" fmla="*/ 139 h 176"/>
                <a:gd name="T14" fmla="*/ 376 w 421"/>
                <a:gd name="T15" fmla="*/ 104 h 176"/>
                <a:gd name="T16" fmla="*/ 347 w 421"/>
                <a:gd name="T17" fmla="*/ 61 h 176"/>
                <a:gd name="T18" fmla="*/ 289 w 421"/>
                <a:gd name="T19" fmla="*/ 57 h 176"/>
                <a:gd name="T20" fmla="*/ 213 w 421"/>
                <a:gd name="T21" fmla="*/ 19 h 176"/>
                <a:gd name="T22" fmla="*/ 148 w 421"/>
                <a:gd name="T23" fmla="*/ 28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1" h="176">
                  <a:moveTo>
                    <a:pt x="148" y="28"/>
                  </a:moveTo>
                  <a:lnTo>
                    <a:pt x="103" y="0"/>
                  </a:lnTo>
                  <a:lnTo>
                    <a:pt x="48" y="35"/>
                  </a:lnTo>
                  <a:lnTo>
                    <a:pt x="19" y="107"/>
                  </a:lnTo>
                  <a:lnTo>
                    <a:pt x="0" y="176"/>
                  </a:lnTo>
                  <a:lnTo>
                    <a:pt x="421" y="176"/>
                  </a:lnTo>
                  <a:lnTo>
                    <a:pt x="409" y="139"/>
                  </a:lnTo>
                  <a:lnTo>
                    <a:pt x="376" y="104"/>
                  </a:lnTo>
                  <a:lnTo>
                    <a:pt x="347" y="61"/>
                  </a:lnTo>
                  <a:lnTo>
                    <a:pt x="289" y="57"/>
                  </a:lnTo>
                  <a:lnTo>
                    <a:pt x="213" y="19"/>
                  </a:lnTo>
                  <a:lnTo>
                    <a:pt x="148"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08" name="组合 207"/>
          <p:cNvGrpSpPr/>
          <p:nvPr/>
        </p:nvGrpSpPr>
        <p:grpSpPr>
          <a:xfrm>
            <a:off x="6357937" y="5232400"/>
            <a:ext cx="2130426" cy="1060450"/>
            <a:chOff x="6357937" y="5232400"/>
            <a:chExt cx="2130426" cy="1060450"/>
          </a:xfrm>
          <a:solidFill>
            <a:schemeClr val="tx1">
              <a:lumMod val="65000"/>
              <a:lumOff val="35000"/>
            </a:schemeClr>
          </a:solidFill>
        </p:grpSpPr>
        <p:sp>
          <p:nvSpPr>
            <p:cNvPr id="209" name="Freeform 202"/>
            <p:cNvSpPr>
              <a:spLocks/>
            </p:cNvSpPr>
            <p:nvPr/>
          </p:nvSpPr>
          <p:spPr bwMode="auto">
            <a:xfrm>
              <a:off x="6472238" y="5730875"/>
              <a:ext cx="314325" cy="246062"/>
            </a:xfrm>
            <a:custGeom>
              <a:avLst/>
              <a:gdLst>
                <a:gd name="T0" fmla="*/ 184 w 245"/>
                <a:gd name="T1" fmla="*/ 129 h 192"/>
                <a:gd name="T2" fmla="*/ 245 w 245"/>
                <a:gd name="T3" fmla="*/ 140 h 192"/>
                <a:gd name="T4" fmla="*/ 245 w 245"/>
                <a:gd name="T5" fmla="*/ 109 h 192"/>
                <a:gd name="T6" fmla="*/ 229 w 245"/>
                <a:gd name="T7" fmla="*/ 93 h 192"/>
                <a:gd name="T8" fmla="*/ 163 w 245"/>
                <a:gd name="T9" fmla="*/ 93 h 192"/>
                <a:gd name="T10" fmla="*/ 163 w 245"/>
                <a:gd name="T11" fmla="*/ 67 h 192"/>
                <a:gd name="T12" fmla="*/ 51 w 245"/>
                <a:gd name="T13" fmla="*/ 0 h 192"/>
                <a:gd name="T14" fmla="*/ 51 w 245"/>
                <a:gd name="T15" fmla="*/ 93 h 192"/>
                <a:gd name="T16" fmla="*/ 16 w 245"/>
                <a:gd name="T17" fmla="*/ 93 h 192"/>
                <a:gd name="T18" fmla="*/ 0 w 245"/>
                <a:gd name="T19" fmla="*/ 109 h 192"/>
                <a:gd name="T20" fmla="*/ 0 w 245"/>
                <a:gd name="T21" fmla="*/ 176 h 192"/>
                <a:gd name="T22" fmla="*/ 16 w 245"/>
                <a:gd name="T23" fmla="*/ 192 h 192"/>
                <a:gd name="T24" fmla="*/ 53 w 245"/>
                <a:gd name="T25" fmla="*/ 192 h 192"/>
                <a:gd name="T26" fmla="*/ 184 w 245"/>
                <a:gd name="T27" fmla="*/ 129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5" h="192">
                  <a:moveTo>
                    <a:pt x="184" y="129"/>
                  </a:moveTo>
                  <a:cubicBezTo>
                    <a:pt x="206" y="129"/>
                    <a:pt x="226" y="133"/>
                    <a:pt x="245" y="140"/>
                  </a:cubicBezTo>
                  <a:cubicBezTo>
                    <a:pt x="245" y="109"/>
                    <a:pt x="245" y="109"/>
                    <a:pt x="245" y="109"/>
                  </a:cubicBezTo>
                  <a:cubicBezTo>
                    <a:pt x="245" y="100"/>
                    <a:pt x="238" y="93"/>
                    <a:pt x="229" y="93"/>
                  </a:cubicBezTo>
                  <a:cubicBezTo>
                    <a:pt x="163" y="93"/>
                    <a:pt x="163" y="93"/>
                    <a:pt x="163" y="93"/>
                  </a:cubicBezTo>
                  <a:cubicBezTo>
                    <a:pt x="163" y="67"/>
                    <a:pt x="163" y="67"/>
                    <a:pt x="163" y="67"/>
                  </a:cubicBezTo>
                  <a:cubicBezTo>
                    <a:pt x="51" y="0"/>
                    <a:pt x="51" y="0"/>
                    <a:pt x="51" y="0"/>
                  </a:cubicBezTo>
                  <a:cubicBezTo>
                    <a:pt x="51" y="93"/>
                    <a:pt x="51" y="93"/>
                    <a:pt x="51" y="93"/>
                  </a:cubicBezTo>
                  <a:cubicBezTo>
                    <a:pt x="16" y="93"/>
                    <a:pt x="16" y="93"/>
                    <a:pt x="16" y="93"/>
                  </a:cubicBezTo>
                  <a:cubicBezTo>
                    <a:pt x="7" y="93"/>
                    <a:pt x="0" y="100"/>
                    <a:pt x="0" y="109"/>
                  </a:cubicBezTo>
                  <a:cubicBezTo>
                    <a:pt x="0" y="176"/>
                    <a:pt x="0" y="176"/>
                    <a:pt x="0" y="176"/>
                  </a:cubicBezTo>
                  <a:cubicBezTo>
                    <a:pt x="0" y="184"/>
                    <a:pt x="7" y="192"/>
                    <a:pt x="16" y="192"/>
                  </a:cubicBezTo>
                  <a:cubicBezTo>
                    <a:pt x="53" y="192"/>
                    <a:pt x="53" y="192"/>
                    <a:pt x="53" y="192"/>
                  </a:cubicBezTo>
                  <a:cubicBezTo>
                    <a:pt x="84" y="153"/>
                    <a:pt x="131" y="129"/>
                    <a:pt x="184" y="1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203"/>
            <p:cNvSpPr>
              <a:spLocks/>
            </p:cNvSpPr>
            <p:nvPr/>
          </p:nvSpPr>
          <p:spPr bwMode="auto">
            <a:xfrm>
              <a:off x="6357937" y="5232400"/>
              <a:ext cx="211138" cy="361950"/>
            </a:xfrm>
            <a:custGeom>
              <a:avLst/>
              <a:gdLst>
                <a:gd name="T0" fmla="*/ 125 w 164"/>
                <a:gd name="T1" fmla="*/ 2 h 283"/>
                <a:gd name="T2" fmla="*/ 56 w 164"/>
                <a:gd name="T3" fmla="*/ 47 h 283"/>
                <a:gd name="T4" fmla="*/ 10 w 164"/>
                <a:gd name="T5" fmla="*/ 184 h 283"/>
                <a:gd name="T6" fmla="*/ 37 w 164"/>
                <a:gd name="T7" fmla="*/ 262 h 283"/>
                <a:gd name="T8" fmla="*/ 70 w 164"/>
                <a:gd name="T9" fmla="*/ 283 h 283"/>
                <a:gd name="T10" fmla="*/ 164 w 164"/>
                <a:gd name="T11" fmla="*/ 6 h 283"/>
                <a:gd name="T12" fmla="*/ 125 w 164"/>
                <a:gd name="T13" fmla="*/ 2 h 283"/>
              </a:gdLst>
              <a:ahLst/>
              <a:cxnLst>
                <a:cxn ang="0">
                  <a:pos x="T0" y="T1"/>
                </a:cxn>
                <a:cxn ang="0">
                  <a:pos x="T2" y="T3"/>
                </a:cxn>
                <a:cxn ang="0">
                  <a:pos x="T4" y="T5"/>
                </a:cxn>
                <a:cxn ang="0">
                  <a:pos x="T6" y="T7"/>
                </a:cxn>
                <a:cxn ang="0">
                  <a:pos x="T8" y="T9"/>
                </a:cxn>
                <a:cxn ang="0">
                  <a:pos x="T10" y="T11"/>
                </a:cxn>
                <a:cxn ang="0">
                  <a:pos x="T12" y="T13"/>
                </a:cxn>
              </a:cxnLst>
              <a:rect l="0" t="0" r="r" b="b"/>
              <a:pathLst>
                <a:path w="164" h="283">
                  <a:moveTo>
                    <a:pt x="125" y="2"/>
                  </a:moveTo>
                  <a:cubicBezTo>
                    <a:pt x="96" y="0"/>
                    <a:pt x="65" y="20"/>
                    <a:pt x="56" y="47"/>
                  </a:cubicBezTo>
                  <a:cubicBezTo>
                    <a:pt x="10" y="184"/>
                    <a:pt x="10" y="184"/>
                    <a:pt x="10" y="184"/>
                  </a:cubicBezTo>
                  <a:cubicBezTo>
                    <a:pt x="0" y="212"/>
                    <a:pt x="13" y="247"/>
                    <a:pt x="37" y="262"/>
                  </a:cubicBezTo>
                  <a:cubicBezTo>
                    <a:pt x="70" y="283"/>
                    <a:pt x="70" y="283"/>
                    <a:pt x="70" y="283"/>
                  </a:cubicBezTo>
                  <a:cubicBezTo>
                    <a:pt x="164" y="6"/>
                    <a:pt x="164" y="6"/>
                    <a:pt x="164" y="6"/>
                  </a:cubicBezTo>
                  <a:lnTo>
                    <a:pt x="125"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204"/>
            <p:cNvSpPr>
              <a:spLocks/>
            </p:cNvSpPr>
            <p:nvPr/>
          </p:nvSpPr>
          <p:spPr bwMode="auto">
            <a:xfrm>
              <a:off x="6477000" y="5241925"/>
              <a:ext cx="1182688" cy="747712"/>
            </a:xfrm>
            <a:custGeom>
              <a:avLst/>
              <a:gdLst>
                <a:gd name="T0" fmla="*/ 618 w 922"/>
                <a:gd name="T1" fmla="*/ 582 h 583"/>
                <a:gd name="T2" fmla="*/ 770 w 922"/>
                <a:gd name="T3" fmla="*/ 583 h 583"/>
                <a:gd name="T4" fmla="*/ 839 w 922"/>
                <a:gd name="T5" fmla="*/ 534 h 583"/>
                <a:gd name="T6" fmla="*/ 913 w 922"/>
                <a:gd name="T7" fmla="*/ 317 h 583"/>
                <a:gd name="T8" fmla="*/ 888 w 922"/>
                <a:gd name="T9" fmla="*/ 236 h 583"/>
                <a:gd name="T10" fmla="*/ 681 w 922"/>
                <a:gd name="T11" fmla="*/ 80 h 583"/>
                <a:gd name="T12" fmla="*/ 587 w 922"/>
                <a:gd name="T13" fmla="*/ 44 h 583"/>
                <a:gd name="T14" fmla="*/ 98 w 922"/>
                <a:gd name="T15" fmla="*/ 0 h 583"/>
                <a:gd name="T16" fmla="*/ 0 w 922"/>
                <a:gd name="T17" fmla="*/ 289 h 583"/>
                <a:gd name="T18" fmla="*/ 389 w 922"/>
                <a:gd name="T19" fmla="*/ 536 h 583"/>
                <a:gd name="T20" fmla="*/ 479 w 922"/>
                <a:gd name="T21" fmla="*/ 510 h 583"/>
                <a:gd name="T22" fmla="*/ 618 w 922"/>
                <a:gd name="T23" fmla="*/ 582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22" h="583">
                  <a:moveTo>
                    <a:pt x="618" y="582"/>
                  </a:moveTo>
                  <a:cubicBezTo>
                    <a:pt x="770" y="583"/>
                    <a:pt x="770" y="583"/>
                    <a:pt x="770" y="583"/>
                  </a:cubicBezTo>
                  <a:cubicBezTo>
                    <a:pt x="799" y="583"/>
                    <a:pt x="830" y="561"/>
                    <a:pt x="839" y="534"/>
                  </a:cubicBezTo>
                  <a:cubicBezTo>
                    <a:pt x="913" y="317"/>
                    <a:pt x="913" y="317"/>
                    <a:pt x="913" y="317"/>
                  </a:cubicBezTo>
                  <a:cubicBezTo>
                    <a:pt x="922" y="289"/>
                    <a:pt x="911" y="253"/>
                    <a:pt x="888" y="236"/>
                  </a:cubicBezTo>
                  <a:cubicBezTo>
                    <a:pt x="681" y="80"/>
                    <a:pt x="681" y="80"/>
                    <a:pt x="681" y="80"/>
                  </a:cubicBezTo>
                  <a:cubicBezTo>
                    <a:pt x="658" y="63"/>
                    <a:pt x="616" y="46"/>
                    <a:pt x="587" y="44"/>
                  </a:cubicBezTo>
                  <a:cubicBezTo>
                    <a:pt x="98" y="0"/>
                    <a:pt x="98" y="0"/>
                    <a:pt x="98" y="0"/>
                  </a:cubicBezTo>
                  <a:cubicBezTo>
                    <a:pt x="0" y="289"/>
                    <a:pt x="0" y="289"/>
                    <a:pt x="0" y="289"/>
                  </a:cubicBezTo>
                  <a:cubicBezTo>
                    <a:pt x="389" y="536"/>
                    <a:pt x="389" y="536"/>
                    <a:pt x="389" y="536"/>
                  </a:cubicBezTo>
                  <a:cubicBezTo>
                    <a:pt x="415" y="520"/>
                    <a:pt x="446" y="510"/>
                    <a:pt x="479" y="510"/>
                  </a:cubicBezTo>
                  <a:cubicBezTo>
                    <a:pt x="536" y="510"/>
                    <a:pt x="587" y="538"/>
                    <a:pt x="618" y="5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205"/>
            <p:cNvSpPr>
              <a:spLocks/>
            </p:cNvSpPr>
            <p:nvPr/>
          </p:nvSpPr>
          <p:spPr bwMode="auto">
            <a:xfrm>
              <a:off x="6396038" y="6019800"/>
              <a:ext cx="115888" cy="82550"/>
            </a:xfrm>
            <a:custGeom>
              <a:avLst/>
              <a:gdLst>
                <a:gd name="T0" fmla="*/ 0 w 91"/>
                <a:gd name="T1" fmla="*/ 0 h 64"/>
                <a:gd name="T2" fmla="*/ 0 w 91"/>
                <a:gd name="T3" fmla="*/ 64 h 64"/>
                <a:gd name="T4" fmla="*/ 75 w 91"/>
                <a:gd name="T5" fmla="*/ 64 h 64"/>
                <a:gd name="T6" fmla="*/ 91 w 91"/>
                <a:gd name="T7" fmla="*/ 0 h 64"/>
                <a:gd name="T8" fmla="*/ 0 w 91"/>
                <a:gd name="T9" fmla="*/ 0 h 64"/>
              </a:gdLst>
              <a:ahLst/>
              <a:cxnLst>
                <a:cxn ang="0">
                  <a:pos x="T0" y="T1"/>
                </a:cxn>
                <a:cxn ang="0">
                  <a:pos x="T2" y="T3"/>
                </a:cxn>
                <a:cxn ang="0">
                  <a:pos x="T4" y="T5"/>
                </a:cxn>
                <a:cxn ang="0">
                  <a:pos x="T6" y="T7"/>
                </a:cxn>
                <a:cxn ang="0">
                  <a:pos x="T8" y="T9"/>
                </a:cxn>
              </a:cxnLst>
              <a:rect l="0" t="0" r="r" b="b"/>
              <a:pathLst>
                <a:path w="91" h="64">
                  <a:moveTo>
                    <a:pt x="0" y="0"/>
                  </a:moveTo>
                  <a:cubicBezTo>
                    <a:pt x="0" y="64"/>
                    <a:pt x="0" y="64"/>
                    <a:pt x="0" y="64"/>
                  </a:cubicBezTo>
                  <a:cubicBezTo>
                    <a:pt x="75" y="64"/>
                    <a:pt x="75" y="64"/>
                    <a:pt x="75" y="64"/>
                  </a:cubicBezTo>
                  <a:cubicBezTo>
                    <a:pt x="76" y="41"/>
                    <a:pt x="82" y="20"/>
                    <a:pt x="9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206"/>
            <p:cNvSpPr>
              <a:spLocks noEditPoints="1"/>
            </p:cNvSpPr>
            <p:nvPr/>
          </p:nvSpPr>
          <p:spPr bwMode="auto">
            <a:xfrm>
              <a:off x="7288213" y="5265738"/>
              <a:ext cx="1200150" cy="836612"/>
            </a:xfrm>
            <a:custGeom>
              <a:avLst/>
              <a:gdLst>
                <a:gd name="T0" fmla="*/ 792 w 936"/>
                <a:gd name="T1" fmla="*/ 652 h 652"/>
                <a:gd name="T2" fmla="*/ 897 w 936"/>
                <a:gd name="T3" fmla="*/ 634 h 652"/>
                <a:gd name="T4" fmla="*/ 936 w 936"/>
                <a:gd name="T5" fmla="*/ 569 h 652"/>
                <a:gd name="T6" fmla="*/ 897 w 936"/>
                <a:gd name="T7" fmla="*/ 390 h 652"/>
                <a:gd name="T8" fmla="*/ 398 w 936"/>
                <a:gd name="T9" fmla="*/ 202 h 652"/>
                <a:gd name="T10" fmla="*/ 548 w 936"/>
                <a:gd name="T11" fmla="*/ 234 h 652"/>
                <a:gd name="T12" fmla="*/ 398 w 936"/>
                <a:gd name="T13" fmla="*/ 246 h 652"/>
                <a:gd name="T14" fmla="*/ 468 w 936"/>
                <a:gd name="T15" fmla="*/ 268 h 652"/>
                <a:gd name="T16" fmla="*/ 398 w 936"/>
                <a:gd name="T17" fmla="*/ 279 h 652"/>
                <a:gd name="T18" fmla="*/ 375 w 936"/>
                <a:gd name="T19" fmla="*/ 588 h 652"/>
                <a:gd name="T20" fmla="*/ 359 w 936"/>
                <a:gd name="T21" fmla="*/ 118 h 652"/>
                <a:gd name="T22" fmla="*/ 357 w 936"/>
                <a:gd name="T23" fmla="*/ 47 h 652"/>
                <a:gd name="T24" fmla="*/ 298 w 936"/>
                <a:gd name="T25" fmla="*/ 13 h 652"/>
                <a:gd name="T26" fmla="*/ 339 w 936"/>
                <a:gd name="T27" fmla="*/ 118 h 652"/>
                <a:gd name="T28" fmla="*/ 321 w 936"/>
                <a:gd name="T29" fmla="*/ 134 h 652"/>
                <a:gd name="T30" fmla="*/ 287 w 936"/>
                <a:gd name="T31" fmla="*/ 444 h 652"/>
                <a:gd name="T32" fmla="*/ 259 w 936"/>
                <a:gd name="T33" fmla="*/ 490 h 652"/>
                <a:gd name="T34" fmla="*/ 173 w 936"/>
                <a:gd name="T35" fmla="*/ 588 h 652"/>
                <a:gd name="T36" fmla="*/ 16 w 936"/>
                <a:gd name="T37" fmla="*/ 652 h 652"/>
                <a:gd name="T38" fmla="*/ 420 w 936"/>
                <a:gd name="T39" fmla="*/ 652 h 652"/>
                <a:gd name="T40" fmla="*/ 623 w 936"/>
                <a:gd name="T41" fmla="*/ 491 h 652"/>
                <a:gd name="T42" fmla="*/ 814 w 936"/>
                <a:gd name="T43" fmla="*/ 228 h 652"/>
                <a:gd name="T44" fmla="*/ 871 w 936"/>
                <a:gd name="T45" fmla="*/ 429 h 652"/>
                <a:gd name="T46" fmla="*/ 789 w 936"/>
                <a:gd name="T47" fmla="*/ 393 h 652"/>
                <a:gd name="T48" fmla="*/ 832 w 936"/>
                <a:gd name="T49" fmla="*/ 429 h 652"/>
                <a:gd name="T50" fmla="*/ 707 w 936"/>
                <a:gd name="T51" fmla="*/ 378 h 652"/>
                <a:gd name="T52" fmla="*/ 763 w 936"/>
                <a:gd name="T53" fmla="*/ 394 h 652"/>
                <a:gd name="T54" fmla="*/ 755 w 936"/>
                <a:gd name="T55" fmla="*/ 414 h 652"/>
                <a:gd name="T56" fmla="*/ 784 w 936"/>
                <a:gd name="T57" fmla="*/ 391 h 652"/>
                <a:gd name="T58" fmla="*/ 801 w 936"/>
                <a:gd name="T59" fmla="*/ 366 h 652"/>
                <a:gd name="T60" fmla="*/ 783 w 936"/>
                <a:gd name="T61" fmla="*/ 371 h 652"/>
                <a:gd name="T62" fmla="*/ 706 w 936"/>
                <a:gd name="T63" fmla="*/ 345 h 652"/>
                <a:gd name="T64" fmla="*/ 697 w 936"/>
                <a:gd name="T65" fmla="*/ 339 h 652"/>
                <a:gd name="T66" fmla="*/ 634 w 936"/>
                <a:gd name="T67" fmla="*/ 429 h 652"/>
                <a:gd name="T68" fmla="*/ 582 w 936"/>
                <a:gd name="T69" fmla="*/ 228 h 652"/>
                <a:gd name="T70" fmla="*/ 195 w 936"/>
                <a:gd name="T71" fmla="*/ 588 h 652"/>
                <a:gd name="T72" fmla="*/ 259 w 936"/>
                <a:gd name="T73" fmla="*/ 588 h 652"/>
                <a:gd name="T74" fmla="*/ 287 w 936"/>
                <a:gd name="T75" fmla="*/ 490 h 652"/>
                <a:gd name="T76" fmla="*/ 321 w 936"/>
                <a:gd name="T77" fmla="*/ 43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36" h="652">
                  <a:moveTo>
                    <a:pt x="623" y="491"/>
                  </a:moveTo>
                  <a:cubicBezTo>
                    <a:pt x="713" y="491"/>
                    <a:pt x="787" y="562"/>
                    <a:pt x="792" y="652"/>
                  </a:cubicBezTo>
                  <a:cubicBezTo>
                    <a:pt x="897" y="652"/>
                    <a:pt x="897" y="652"/>
                    <a:pt x="897" y="652"/>
                  </a:cubicBezTo>
                  <a:cubicBezTo>
                    <a:pt x="897" y="634"/>
                    <a:pt x="897" y="634"/>
                    <a:pt x="897" y="634"/>
                  </a:cubicBezTo>
                  <a:cubicBezTo>
                    <a:pt x="936" y="634"/>
                    <a:pt x="936" y="634"/>
                    <a:pt x="936" y="634"/>
                  </a:cubicBezTo>
                  <a:cubicBezTo>
                    <a:pt x="936" y="569"/>
                    <a:pt x="936" y="569"/>
                    <a:pt x="936" y="569"/>
                  </a:cubicBezTo>
                  <a:cubicBezTo>
                    <a:pt x="897" y="569"/>
                    <a:pt x="897" y="569"/>
                    <a:pt x="897" y="569"/>
                  </a:cubicBezTo>
                  <a:cubicBezTo>
                    <a:pt x="897" y="390"/>
                    <a:pt x="897" y="390"/>
                    <a:pt x="897" y="390"/>
                  </a:cubicBezTo>
                  <a:cubicBezTo>
                    <a:pt x="833" y="202"/>
                    <a:pt x="833" y="202"/>
                    <a:pt x="833" y="202"/>
                  </a:cubicBezTo>
                  <a:cubicBezTo>
                    <a:pt x="398" y="202"/>
                    <a:pt x="398" y="202"/>
                    <a:pt x="398" y="202"/>
                  </a:cubicBezTo>
                  <a:cubicBezTo>
                    <a:pt x="398" y="234"/>
                    <a:pt x="398" y="234"/>
                    <a:pt x="398" y="234"/>
                  </a:cubicBezTo>
                  <a:cubicBezTo>
                    <a:pt x="548" y="234"/>
                    <a:pt x="548" y="234"/>
                    <a:pt x="548" y="234"/>
                  </a:cubicBezTo>
                  <a:cubicBezTo>
                    <a:pt x="548" y="246"/>
                    <a:pt x="548" y="246"/>
                    <a:pt x="548" y="246"/>
                  </a:cubicBezTo>
                  <a:cubicBezTo>
                    <a:pt x="398" y="246"/>
                    <a:pt x="398" y="246"/>
                    <a:pt x="398" y="246"/>
                  </a:cubicBezTo>
                  <a:cubicBezTo>
                    <a:pt x="398" y="268"/>
                    <a:pt x="398" y="268"/>
                    <a:pt x="398" y="268"/>
                  </a:cubicBezTo>
                  <a:cubicBezTo>
                    <a:pt x="468" y="268"/>
                    <a:pt x="468" y="268"/>
                    <a:pt x="468" y="268"/>
                  </a:cubicBezTo>
                  <a:cubicBezTo>
                    <a:pt x="468" y="279"/>
                    <a:pt x="468" y="279"/>
                    <a:pt x="468" y="279"/>
                  </a:cubicBezTo>
                  <a:cubicBezTo>
                    <a:pt x="398" y="279"/>
                    <a:pt x="398" y="279"/>
                    <a:pt x="398" y="279"/>
                  </a:cubicBezTo>
                  <a:cubicBezTo>
                    <a:pt x="398" y="588"/>
                    <a:pt x="398" y="588"/>
                    <a:pt x="398" y="588"/>
                  </a:cubicBezTo>
                  <a:cubicBezTo>
                    <a:pt x="375" y="588"/>
                    <a:pt x="375" y="588"/>
                    <a:pt x="375" y="588"/>
                  </a:cubicBezTo>
                  <a:cubicBezTo>
                    <a:pt x="375" y="134"/>
                    <a:pt x="375" y="134"/>
                    <a:pt x="375" y="134"/>
                  </a:cubicBezTo>
                  <a:cubicBezTo>
                    <a:pt x="375" y="125"/>
                    <a:pt x="368" y="118"/>
                    <a:pt x="359" y="118"/>
                  </a:cubicBezTo>
                  <a:cubicBezTo>
                    <a:pt x="357" y="118"/>
                    <a:pt x="357" y="118"/>
                    <a:pt x="357" y="118"/>
                  </a:cubicBezTo>
                  <a:cubicBezTo>
                    <a:pt x="357" y="47"/>
                    <a:pt x="357" y="47"/>
                    <a:pt x="357" y="47"/>
                  </a:cubicBezTo>
                  <a:cubicBezTo>
                    <a:pt x="311" y="0"/>
                    <a:pt x="311" y="0"/>
                    <a:pt x="311" y="0"/>
                  </a:cubicBezTo>
                  <a:cubicBezTo>
                    <a:pt x="298" y="13"/>
                    <a:pt x="298" y="13"/>
                    <a:pt x="298" y="13"/>
                  </a:cubicBezTo>
                  <a:cubicBezTo>
                    <a:pt x="339" y="54"/>
                    <a:pt x="339" y="54"/>
                    <a:pt x="339" y="54"/>
                  </a:cubicBezTo>
                  <a:cubicBezTo>
                    <a:pt x="339" y="118"/>
                    <a:pt x="339" y="118"/>
                    <a:pt x="339" y="118"/>
                  </a:cubicBezTo>
                  <a:cubicBezTo>
                    <a:pt x="337" y="118"/>
                    <a:pt x="337" y="118"/>
                    <a:pt x="337" y="118"/>
                  </a:cubicBezTo>
                  <a:cubicBezTo>
                    <a:pt x="328" y="118"/>
                    <a:pt x="321" y="125"/>
                    <a:pt x="321" y="134"/>
                  </a:cubicBezTo>
                  <a:cubicBezTo>
                    <a:pt x="321" y="415"/>
                    <a:pt x="321" y="415"/>
                    <a:pt x="321" y="415"/>
                  </a:cubicBezTo>
                  <a:cubicBezTo>
                    <a:pt x="311" y="420"/>
                    <a:pt x="297" y="428"/>
                    <a:pt x="287" y="444"/>
                  </a:cubicBezTo>
                  <a:cubicBezTo>
                    <a:pt x="278" y="457"/>
                    <a:pt x="273" y="472"/>
                    <a:pt x="272" y="490"/>
                  </a:cubicBezTo>
                  <a:cubicBezTo>
                    <a:pt x="259" y="490"/>
                    <a:pt x="259" y="490"/>
                    <a:pt x="259" y="490"/>
                  </a:cubicBezTo>
                  <a:cubicBezTo>
                    <a:pt x="259" y="522"/>
                    <a:pt x="259" y="522"/>
                    <a:pt x="259" y="522"/>
                  </a:cubicBezTo>
                  <a:cubicBezTo>
                    <a:pt x="239" y="530"/>
                    <a:pt x="210" y="548"/>
                    <a:pt x="173" y="588"/>
                  </a:cubicBezTo>
                  <a:cubicBezTo>
                    <a:pt x="0" y="588"/>
                    <a:pt x="0" y="588"/>
                    <a:pt x="0" y="588"/>
                  </a:cubicBezTo>
                  <a:cubicBezTo>
                    <a:pt x="10" y="608"/>
                    <a:pt x="15" y="629"/>
                    <a:pt x="16" y="652"/>
                  </a:cubicBezTo>
                  <a:cubicBezTo>
                    <a:pt x="398" y="652"/>
                    <a:pt x="398" y="652"/>
                    <a:pt x="398" y="652"/>
                  </a:cubicBezTo>
                  <a:cubicBezTo>
                    <a:pt x="420" y="652"/>
                    <a:pt x="420" y="652"/>
                    <a:pt x="420" y="652"/>
                  </a:cubicBezTo>
                  <a:cubicBezTo>
                    <a:pt x="454" y="652"/>
                    <a:pt x="454" y="652"/>
                    <a:pt x="454" y="652"/>
                  </a:cubicBezTo>
                  <a:cubicBezTo>
                    <a:pt x="458" y="562"/>
                    <a:pt x="532" y="491"/>
                    <a:pt x="623" y="491"/>
                  </a:cubicBezTo>
                  <a:close/>
                  <a:moveTo>
                    <a:pt x="582" y="228"/>
                  </a:moveTo>
                  <a:cubicBezTo>
                    <a:pt x="814" y="228"/>
                    <a:pt x="814" y="228"/>
                    <a:pt x="814" y="228"/>
                  </a:cubicBezTo>
                  <a:cubicBezTo>
                    <a:pt x="871" y="394"/>
                    <a:pt x="871" y="394"/>
                    <a:pt x="871" y="394"/>
                  </a:cubicBezTo>
                  <a:cubicBezTo>
                    <a:pt x="871" y="429"/>
                    <a:pt x="871" y="429"/>
                    <a:pt x="871" y="429"/>
                  </a:cubicBezTo>
                  <a:cubicBezTo>
                    <a:pt x="845" y="429"/>
                    <a:pt x="845" y="429"/>
                    <a:pt x="845" y="429"/>
                  </a:cubicBezTo>
                  <a:cubicBezTo>
                    <a:pt x="789" y="393"/>
                    <a:pt x="789" y="393"/>
                    <a:pt x="789" y="393"/>
                  </a:cubicBezTo>
                  <a:cubicBezTo>
                    <a:pt x="786" y="399"/>
                    <a:pt x="786" y="399"/>
                    <a:pt x="786" y="399"/>
                  </a:cubicBezTo>
                  <a:cubicBezTo>
                    <a:pt x="832" y="429"/>
                    <a:pt x="832" y="429"/>
                    <a:pt x="832" y="429"/>
                  </a:cubicBezTo>
                  <a:cubicBezTo>
                    <a:pt x="691" y="429"/>
                    <a:pt x="691" y="429"/>
                    <a:pt x="691" y="429"/>
                  </a:cubicBezTo>
                  <a:cubicBezTo>
                    <a:pt x="695" y="411"/>
                    <a:pt x="702" y="392"/>
                    <a:pt x="707" y="378"/>
                  </a:cubicBezTo>
                  <a:cubicBezTo>
                    <a:pt x="707" y="377"/>
                    <a:pt x="707" y="376"/>
                    <a:pt x="708" y="376"/>
                  </a:cubicBezTo>
                  <a:cubicBezTo>
                    <a:pt x="720" y="385"/>
                    <a:pt x="739" y="394"/>
                    <a:pt x="763" y="394"/>
                  </a:cubicBezTo>
                  <a:cubicBezTo>
                    <a:pt x="764" y="394"/>
                    <a:pt x="766" y="394"/>
                    <a:pt x="768" y="394"/>
                  </a:cubicBezTo>
                  <a:cubicBezTo>
                    <a:pt x="755" y="414"/>
                    <a:pt x="755" y="414"/>
                    <a:pt x="755" y="414"/>
                  </a:cubicBezTo>
                  <a:cubicBezTo>
                    <a:pt x="765" y="420"/>
                    <a:pt x="765" y="420"/>
                    <a:pt x="765" y="420"/>
                  </a:cubicBezTo>
                  <a:cubicBezTo>
                    <a:pt x="784" y="391"/>
                    <a:pt x="784" y="391"/>
                    <a:pt x="784" y="391"/>
                  </a:cubicBezTo>
                  <a:cubicBezTo>
                    <a:pt x="788" y="390"/>
                    <a:pt x="790" y="386"/>
                    <a:pt x="790" y="382"/>
                  </a:cubicBezTo>
                  <a:cubicBezTo>
                    <a:pt x="801" y="366"/>
                    <a:pt x="801" y="366"/>
                    <a:pt x="801" y="366"/>
                  </a:cubicBezTo>
                  <a:cubicBezTo>
                    <a:pt x="790" y="359"/>
                    <a:pt x="790" y="359"/>
                    <a:pt x="790" y="359"/>
                  </a:cubicBezTo>
                  <a:cubicBezTo>
                    <a:pt x="783" y="371"/>
                    <a:pt x="783" y="371"/>
                    <a:pt x="783" y="371"/>
                  </a:cubicBezTo>
                  <a:cubicBezTo>
                    <a:pt x="781" y="371"/>
                    <a:pt x="779" y="371"/>
                    <a:pt x="777" y="371"/>
                  </a:cubicBezTo>
                  <a:cubicBezTo>
                    <a:pt x="735" y="380"/>
                    <a:pt x="707" y="346"/>
                    <a:pt x="706" y="345"/>
                  </a:cubicBezTo>
                  <a:cubicBezTo>
                    <a:pt x="705" y="344"/>
                    <a:pt x="703" y="343"/>
                    <a:pt x="702" y="342"/>
                  </a:cubicBezTo>
                  <a:cubicBezTo>
                    <a:pt x="701" y="341"/>
                    <a:pt x="699" y="340"/>
                    <a:pt x="697" y="339"/>
                  </a:cubicBezTo>
                  <a:cubicBezTo>
                    <a:pt x="684" y="334"/>
                    <a:pt x="664" y="339"/>
                    <a:pt x="653" y="360"/>
                  </a:cubicBezTo>
                  <a:cubicBezTo>
                    <a:pt x="641" y="386"/>
                    <a:pt x="635" y="404"/>
                    <a:pt x="634" y="429"/>
                  </a:cubicBezTo>
                  <a:cubicBezTo>
                    <a:pt x="535" y="429"/>
                    <a:pt x="535" y="429"/>
                    <a:pt x="535" y="429"/>
                  </a:cubicBezTo>
                  <a:lnTo>
                    <a:pt x="582" y="228"/>
                  </a:lnTo>
                  <a:close/>
                  <a:moveTo>
                    <a:pt x="259" y="588"/>
                  </a:moveTo>
                  <a:cubicBezTo>
                    <a:pt x="195" y="588"/>
                    <a:pt x="195" y="588"/>
                    <a:pt x="195" y="588"/>
                  </a:cubicBezTo>
                  <a:cubicBezTo>
                    <a:pt x="222" y="561"/>
                    <a:pt x="243" y="547"/>
                    <a:pt x="259" y="539"/>
                  </a:cubicBezTo>
                  <a:lnTo>
                    <a:pt x="259" y="588"/>
                  </a:lnTo>
                  <a:close/>
                  <a:moveTo>
                    <a:pt x="321" y="490"/>
                  </a:moveTo>
                  <a:cubicBezTo>
                    <a:pt x="287" y="490"/>
                    <a:pt x="287" y="490"/>
                    <a:pt x="287" y="490"/>
                  </a:cubicBezTo>
                  <a:cubicBezTo>
                    <a:pt x="288" y="476"/>
                    <a:pt x="293" y="463"/>
                    <a:pt x="299" y="453"/>
                  </a:cubicBezTo>
                  <a:cubicBezTo>
                    <a:pt x="306" y="443"/>
                    <a:pt x="314" y="437"/>
                    <a:pt x="321" y="432"/>
                  </a:cubicBezTo>
                  <a:lnTo>
                    <a:pt x="321" y="4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207"/>
            <p:cNvSpPr>
              <a:spLocks noEditPoints="1"/>
            </p:cNvSpPr>
            <p:nvPr/>
          </p:nvSpPr>
          <p:spPr bwMode="auto">
            <a:xfrm>
              <a:off x="7908925" y="5934075"/>
              <a:ext cx="355600" cy="358775"/>
            </a:xfrm>
            <a:custGeom>
              <a:avLst/>
              <a:gdLst>
                <a:gd name="T0" fmla="*/ 139 w 278"/>
                <a:gd name="T1" fmla="*/ 0 h 279"/>
                <a:gd name="T2" fmla="*/ 0 w 278"/>
                <a:gd name="T3" fmla="*/ 139 h 279"/>
                <a:gd name="T4" fmla="*/ 139 w 278"/>
                <a:gd name="T5" fmla="*/ 279 h 279"/>
                <a:gd name="T6" fmla="*/ 278 w 278"/>
                <a:gd name="T7" fmla="*/ 139 h 279"/>
                <a:gd name="T8" fmla="*/ 139 w 278"/>
                <a:gd name="T9" fmla="*/ 0 h 279"/>
                <a:gd name="T10" fmla="*/ 139 w 278"/>
                <a:gd name="T11" fmla="*/ 218 h 279"/>
                <a:gd name="T12" fmla="*/ 60 w 278"/>
                <a:gd name="T13" fmla="*/ 139 h 279"/>
                <a:gd name="T14" fmla="*/ 139 w 278"/>
                <a:gd name="T15" fmla="*/ 61 h 279"/>
                <a:gd name="T16" fmla="*/ 217 w 278"/>
                <a:gd name="T17" fmla="*/ 139 h 279"/>
                <a:gd name="T18" fmla="*/ 139 w 278"/>
                <a:gd name="T19" fmla="*/ 218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8" h="279">
                  <a:moveTo>
                    <a:pt x="139" y="0"/>
                  </a:moveTo>
                  <a:cubicBezTo>
                    <a:pt x="62" y="0"/>
                    <a:pt x="0" y="63"/>
                    <a:pt x="0" y="139"/>
                  </a:cubicBezTo>
                  <a:cubicBezTo>
                    <a:pt x="0" y="216"/>
                    <a:pt x="62" y="279"/>
                    <a:pt x="139" y="279"/>
                  </a:cubicBezTo>
                  <a:cubicBezTo>
                    <a:pt x="215" y="279"/>
                    <a:pt x="278" y="216"/>
                    <a:pt x="278" y="139"/>
                  </a:cubicBezTo>
                  <a:cubicBezTo>
                    <a:pt x="278" y="63"/>
                    <a:pt x="215" y="0"/>
                    <a:pt x="139" y="0"/>
                  </a:cubicBezTo>
                  <a:close/>
                  <a:moveTo>
                    <a:pt x="139" y="218"/>
                  </a:moveTo>
                  <a:cubicBezTo>
                    <a:pt x="95" y="218"/>
                    <a:pt x="60" y="183"/>
                    <a:pt x="60" y="139"/>
                  </a:cubicBezTo>
                  <a:cubicBezTo>
                    <a:pt x="60" y="96"/>
                    <a:pt x="95" y="61"/>
                    <a:pt x="139" y="61"/>
                  </a:cubicBezTo>
                  <a:cubicBezTo>
                    <a:pt x="182" y="61"/>
                    <a:pt x="217" y="96"/>
                    <a:pt x="217" y="139"/>
                  </a:cubicBezTo>
                  <a:cubicBezTo>
                    <a:pt x="217" y="183"/>
                    <a:pt x="182" y="218"/>
                    <a:pt x="139" y="2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208"/>
            <p:cNvSpPr>
              <a:spLocks/>
            </p:cNvSpPr>
            <p:nvPr/>
          </p:nvSpPr>
          <p:spPr bwMode="auto">
            <a:xfrm>
              <a:off x="8170863" y="5607050"/>
              <a:ext cx="96838" cy="98425"/>
            </a:xfrm>
            <a:custGeom>
              <a:avLst/>
              <a:gdLst>
                <a:gd name="T0" fmla="*/ 33 w 75"/>
                <a:gd name="T1" fmla="*/ 73 h 76"/>
                <a:gd name="T2" fmla="*/ 73 w 75"/>
                <a:gd name="T3" fmla="*/ 42 h 76"/>
                <a:gd name="T4" fmla="*/ 42 w 75"/>
                <a:gd name="T5" fmla="*/ 3 h 76"/>
                <a:gd name="T6" fmla="*/ 2 w 75"/>
                <a:gd name="T7" fmla="*/ 34 h 76"/>
                <a:gd name="T8" fmla="*/ 33 w 75"/>
                <a:gd name="T9" fmla="*/ 73 h 76"/>
              </a:gdLst>
              <a:ahLst/>
              <a:cxnLst>
                <a:cxn ang="0">
                  <a:pos x="T0" y="T1"/>
                </a:cxn>
                <a:cxn ang="0">
                  <a:pos x="T2" y="T3"/>
                </a:cxn>
                <a:cxn ang="0">
                  <a:pos x="T4" y="T5"/>
                </a:cxn>
                <a:cxn ang="0">
                  <a:pos x="T6" y="T7"/>
                </a:cxn>
                <a:cxn ang="0">
                  <a:pos x="T8" y="T9"/>
                </a:cxn>
              </a:cxnLst>
              <a:rect l="0" t="0" r="r" b="b"/>
              <a:pathLst>
                <a:path w="75" h="76">
                  <a:moveTo>
                    <a:pt x="33" y="73"/>
                  </a:moveTo>
                  <a:cubicBezTo>
                    <a:pt x="52" y="76"/>
                    <a:pt x="70" y="62"/>
                    <a:pt x="73" y="42"/>
                  </a:cubicBezTo>
                  <a:cubicBezTo>
                    <a:pt x="75" y="23"/>
                    <a:pt x="61" y="5"/>
                    <a:pt x="42" y="3"/>
                  </a:cubicBezTo>
                  <a:cubicBezTo>
                    <a:pt x="22" y="0"/>
                    <a:pt x="5" y="14"/>
                    <a:pt x="2" y="34"/>
                  </a:cubicBezTo>
                  <a:cubicBezTo>
                    <a:pt x="0" y="53"/>
                    <a:pt x="14" y="71"/>
                    <a:pt x="33"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209"/>
            <p:cNvSpPr>
              <a:spLocks noEditPoints="1"/>
            </p:cNvSpPr>
            <p:nvPr/>
          </p:nvSpPr>
          <p:spPr bwMode="auto">
            <a:xfrm>
              <a:off x="6529388" y="5934075"/>
              <a:ext cx="357188" cy="358775"/>
            </a:xfrm>
            <a:custGeom>
              <a:avLst/>
              <a:gdLst>
                <a:gd name="T0" fmla="*/ 139 w 278"/>
                <a:gd name="T1" fmla="*/ 0 h 279"/>
                <a:gd name="T2" fmla="*/ 0 w 278"/>
                <a:gd name="T3" fmla="*/ 139 h 279"/>
                <a:gd name="T4" fmla="*/ 139 w 278"/>
                <a:gd name="T5" fmla="*/ 279 h 279"/>
                <a:gd name="T6" fmla="*/ 278 w 278"/>
                <a:gd name="T7" fmla="*/ 139 h 279"/>
                <a:gd name="T8" fmla="*/ 139 w 278"/>
                <a:gd name="T9" fmla="*/ 0 h 279"/>
                <a:gd name="T10" fmla="*/ 139 w 278"/>
                <a:gd name="T11" fmla="*/ 218 h 279"/>
                <a:gd name="T12" fmla="*/ 61 w 278"/>
                <a:gd name="T13" fmla="*/ 139 h 279"/>
                <a:gd name="T14" fmla="*/ 139 w 278"/>
                <a:gd name="T15" fmla="*/ 61 h 279"/>
                <a:gd name="T16" fmla="*/ 218 w 278"/>
                <a:gd name="T17" fmla="*/ 139 h 279"/>
                <a:gd name="T18" fmla="*/ 139 w 278"/>
                <a:gd name="T19" fmla="*/ 218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8" h="279">
                  <a:moveTo>
                    <a:pt x="139" y="0"/>
                  </a:moveTo>
                  <a:cubicBezTo>
                    <a:pt x="63" y="0"/>
                    <a:pt x="0" y="63"/>
                    <a:pt x="0" y="139"/>
                  </a:cubicBezTo>
                  <a:cubicBezTo>
                    <a:pt x="0" y="216"/>
                    <a:pt x="63" y="279"/>
                    <a:pt x="139" y="279"/>
                  </a:cubicBezTo>
                  <a:cubicBezTo>
                    <a:pt x="216" y="279"/>
                    <a:pt x="278" y="216"/>
                    <a:pt x="278" y="139"/>
                  </a:cubicBezTo>
                  <a:cubicBezTo>
                    <a:pt x="278" y="63"/>
                    <a:pt x="216" y="0"/>
                    <a:pt x="139" y="0"/>
                  </a:cubicBezTo>
                  <a:close/>
                  <a:moveTo>
                    <a:pt x="139" y="218"/>
                  </a:moveTo>
                  <a:cubicBezTo>
                    <a:pt x="96" y="218"/>
                    <a:pt x="61" y="183"/>
                    <a:pt x="61" y="139"/>
                  </a:cubicBezTo>
                  <a:cubicBezTo>
                    <a:pt x="61" y="96"/>
                    <a:pt x="96" y="61"/>
                    <a:pt x="139" y="61"/>
                  </a:cubicBezTo>
                  <a:cubicBezTo>
                    <a:pt x="183" y="61"/>
                    <a:pt x="218" y="96"/>
                    <a:pt x="218" y="139"/>
                  </a:cubicBezTo>
                  <a:cubicBezTo>
                    <a:pt x="218" y="183"/>
                    <a:pt x="183" y="218"/>
                    <a:pt x="139" y="2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210"/>
            <p:cNvSpPr>
              <a:spLocks noEditPoints="1"/>
            </p:cNvSpPr>
            <p:nvPr/>
          </p:nvSpPr>
          <p:spPr bwMode="auto">
            <a:xfrm>
              <a:off x="6913563" y="5934075"/>
              <a:ext cx="355600" cy="358775"/>
            </a:xfrm>
            <a:custGeom>
              <a:avLst/>
              <a:gdLst>
                <a:gd name="T0" fmla="*/ 139 w 278"/>
                <a:gd name="T1" fmla="*/ 0 h 279"/>
                <a:gd name="T2" fmla="*/ 0 w 278"/>
                <a:gd name="T3" fmla="*/ 139 h 279"/>
                <a:gd name="T4" fmla="*/ 139 w 278"/>
                <a:gd name="T5" fmla="*/ 279 h 279"/>
                <a:gd name="T6" fmla="*/ 278 w 278"/>
                <a:gd name="T7" fmla="*/ 139 h 279"/>
                <a:gd name="T8" fmla="*/ 139 w 278"/>
                <a:gd name="T9" fmla="*/ 0 h 279"/>
                <a:gd name="T10" fmla="*/ 139 w 278"/>
                <a:gd name="T11" fmla="*/ 218 h 279"/>
                <a:gd name="T12" fmla="*/ 60 w 278"/>
                <a:gd name="T13" fmla="*/ 139 h 279"/>
                <a:gd name="T14" fmla="*/ 139 w 278"/>
                <a:gd name="T15" fmla="*/ 61 h 279"/>
                <a:gd name="T16" fmla="*/ 218 w 278"/>
                <a:gd name="T17" fmla="*/ 139 h 279"/>
                <a:gd name="T18" fmla="*/ 139 w 278"/>
                <a:gd name="T19" fmla="*/ 218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8" h="279">
                  <a:moveTo>
                    <a:pt x="139" y="0"/>
                  </a:moveTo>
                  <a:cubicBezTo>
                    <a:pt x="62" y="0"/>
                    <a:pt x="0" y="63"/>
                    <a:pt x="0" y="139"/>
                  </a:cubicBezTo>
                  <a:cubicBezTo>
                    <a:pt x="0" y="216"/>
                    <a:pt x="62" y="279"/>
                    <a:pt x="139" y="279"/>
                  </a:cubicBezTo>
                  <a:cubicBezTo>
                    <a:pt x="216" y="279"/>
                    <a:pt x="278" y="216"/>
                    <a:pt x="278" y="139"/>
                  </a:cubicBezTo>
                  <a:cubicBezTo>
                    <a:pt x="278" y="63"/>
                    <a:pt x="216" y="0"/>
                    <a:pt x="139" y="0"/>
                  </a:cubicBezTo>
                  <a:close/>
                  <a:moveTo>
                    <a:pt x="139" y="218"/>
                  </a:moveTo>
                  <a:cubicBezTo>
                    <a:pt x="96" y="218"/>
                    <a:pt x="60" y="183"/>
                    <a:pt x="60" y="139"/>
                  </a:cubicBezTo>
                  <a:cubicBezTo>
                    <a:pt x="60" y="96"/>
                    <a:pt x="96" y="61"/>
                    <a:pt x="139" y="61"/>
                  </a:cubicBezTo>
                  <a:cubicBezTo>
                    <a:pt x="182" y="61"/>
                    <a:pt x="218" y="96"/>
                    <a:pt x="218" y="139"/>
                  </a:cubicBezTo>
                  <a:cubicBezTo>
                    <a:pt x="218" y="183"/>
                    <a:pt x="182" y="218"/>
                    <a:pt x="139" y="2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8" name="组合 217"/>
          <p:cNvGrpSpPr/>
          <p:nvPr/>
        </p:nvGrpSpPr>
        <p:grpSpPr>
          <a:xfrm>
            <a:off x="6902450" y="3286125"/>
            <a:ext cx="1624013" cy="1727200"/>
            <a:chOff x="6902450" y="3286125"/>
            <a:chExt cx="1624013" cy="1727200"/>
          </a:xfrm>
          <a:solidFill>
            <a:schemeClr val="tx1">
              <a:lumMod val="65000"/>
              <a:lumOff val="35000"/>
            </a:schemeClr>
          </a:solidFill>
        </p:grpSpPr>
        <p:sp>
          <p:nvSpPr>
            <p:cNvPr id="219" name="Freeform 211"/>
            <p:cNvSpPr>
              <a:spLocks noEditPoints="1"/>
            </p:cNvSpPr>
            <p:nvPr/>
          </p:nvSpPr>
          <p:spPr bwMode="auto">
            <a:xfrm>
              <a:off x="6902450" y="3286125"/>
              <a:ext cx="1624013" cy="1727200"/>
            </a:xfrm>
            <a:custGeom>
              <a:avLst/>
              <a:gdLst>
                <a:gd name="T0" fmla="*/ 1115 w 1266"/>
                <a:gd name="T1" fmla="*/ 1330 h 1347"/>
                <a:gd name="T2" fmla="*/ 943 w 1266"/>
                <a:gd name="T3" fmla="*/ 865 h 1347"/>
                <a:gd name="T4" fmla="*/ 981 w 1266"/>
                <a:gd name="T5" fmla="*/ 620 h 1347"/>
                <a:gd name="T6" fmla="*/ 981 w 1266"/>
                <a:gd name="T7" fmla="*/ 484 h 1347"/>
                <a:gd name="T8" fmla="*/ 943 w 1266"/>
                <a:gd name="T9" fmla="*/ 239 h 1347"/>
                <a:gd name="T10" fmla="*/ 809 w 1266"/>
                <a:gd name="T11" fmla="*/ 239 h 1347"/>
                <a:gd name="T12" fmla="*/ 341 w 1266"/>
                <a:gd name="T13" fmla="*/ 239 h 1347"/>
                <a:gd name="T14" fmla="*/ 285 w 1266"/>
                <a:gd name="T15" fmla="*/ 257 h 1347"/>
                <a:gd name="T16" fmla="*/ 323 w 1266"/>
                <a:gd name="T17" fmla="*/ 501 h 1347"/>
                <a:gd name="T18" fmla="*/ 323 w 1266"/>
                <a:gd name="T19" fmla="*/ 847 h 1347"/>
                <a:gd name="T20" fmla="*/ 285 w 1266"/>
                <a:gd name="T21" fmla="*/ 966 h 1347"/>
                <a:gd name="T22" fmla="*/ 943 w 1266"/>
                <a:gd name="T23" fmla="*/ 1011 h 1347"/>
                <a:gd name="T24" fmla="*/ 885 w 1266"/>
                <a:gd name="T25" fmla="*/ 603 h 1347"/>
                <a:gd name="T26" fmla="*/ 926 w 1266"/>
                <a:gd name="T27" fmla="*/ 239 h 1347"/>
                <a:gd name="T28" fmla="*/ 926 w 1266"/>
                <a:gd name="T29" fmla="*/ 484 h 1347"/>
                <a:gd name="T30" fmla="*/ 817 w 1266"/>
                <a:gd name="T31" fmla="*/ 501 h 1347"/>
                <a:gd name="T32" fmla="*/ 926 w 1266"/>
                <a:gd name="T33" fmla="*/ 620 h 1347"/>
                <a:gd name="T34" fmla="*/ 926 w 1266"/>
                <a:gd name="T35" fmla="*/ 865 h 1347"/>
                <a:gd name="T36" fmla="*/ 926 w 1266"/>
                <a:gd name="T37" fmla="*/ 984 h 1347"/>
                <a:gd name="T38" fmla="*/ 515 w 1266"/>
                <a:gd name="T39" fmla="*/ 984 h 1347"/>
                <a:gd name="T40" fmla="*/ 460 w 1266"/>
                <a:gd name="T41" fmla="*/ 886 h 1347"/>
                <a:gd name="T42" fmla="*/ 557 w 1266"/>
                <a:gd name="T43" fmla="*/ 966 h 1347"/>
                <a:gd name="T44" fmla="*/ 504 w 1266"/>
                <a:gd name="T45" fmla="*/ 966 h 1347"/>
                <a:gd name="T46" fmla="*/ 450 w 1266"/>
                <a:gd name="T47" fmla="*/ 838 h 1347"/>
                <a:gd name="T48" fmla="*/ 662 w 1266"/>
                <a:gd name="T49" fmla="*/ 1330 h 1347"/>
                <a:gd name="T50" fmla="*/ 681 w 1266"/>
                <a:gd name="T51" fmla="*/ 1258 h 1347"/>
                <a:gd name="T52" fmla="*/ 792 w 1266"/>
                <a:gd name="T53" fmla="*/ 1330 h 1347"/>
                <a:gd name="T54" fmla="*/ 751 w 1266"/>
                <a:gd name="T55" fmla="*/ 1241 h 1347"/>
                <a:gd name="T56" fmla="*/ 703 w 1266"/>
                <a:gd name="T57" fmla="*/ 1151 h 1347"/>
                <a:gd name="T58" fmla="*/ 650 w 1266"/>
                <a:gd name="T59" fmla="*/ 1209 h 1347"/>
                <a:gd name="T60" fmla="*/ 595 w 1266"/>
                <a:gd name="T61" fmla="*/ 1283 h 1347"/>
                <a:gd name="T62" fmla="*/ 617 w 1266"/>
                <a:gd name="T63" fmla="*/ 1263 h 1347"/>
                <a:gd name="T64" fmla="*/ 518 w 1266"/>
                <a:gd name="T65" fmla="*/ 1216 h 1347"/>
                <a:gd name="T66" fmla="*/ 522 w 1266"/>
                <a:gd name="T67" fmla="*/ 1310 h 1347"/>
                <a:gd name="T68" fmla="*/ 792 w 1266"/>
                <a:gd name="T69" fmla="*/ 1330 h 1347"/>
                <a:gd name="T70" fmla="*/ 792 w 1266"/>
                <a:gd name="T71" fmla="*/ 865 h 1347"/>
                <a:gd name="T72" fmla="*/ 631 w 1266"/>
                <a:gd name="T73" fmla="*/ 501 h 1347"/>
                <a:gd name="T74" fmla="*/ 767 w 1266"/>
                <a:gd name="T75" fmla="*/ 239 h 1347"/>
                <a:gd name="T76" fmla="*/ 792 w 1266"/>
                <a:gd name="T77" fmla="*/ 257 h 1347"/>
                <a:gd name="T78" fmla="*/ 631 w 1266"/>
                <a:gd name="T79" fmla="*/ 484 h 1347"/>
                <a:gd name="T80" fmla="*/ 714 w 1266"/>
                <a:gd name="T81" fmla="*/ 349 h 1347"/>
                <a:gd name="T82" fmla="*/ 578 w 1266"/>
                <a:gd name="T83" fmla="*/ 385 h 1347"/>
                <a:gd name="T84" fmla="*/ 459 w 1266"/>
                <a:gd name="T85" fmla="*/ 385 h 1347"/>
                <a:gd name="T86" fmla="*/ 379 w 1266"/>
                <a:gd name="T87" fmla="*/ 484 h 1347"/>
                <a:gd name="T88" fmla="*/ 596 w 1266"/>
                <a:gd name="T89" fmla="*/ 590 h 1347"/>
                <a:gd name="T90" fmla="*/ 568 w 1266"/>
                <a:gd name="T91" fmla="*/ 501 h 1347"/>
                <a:gd name="T92" fmla="*/ 469 w 1266"/>
                <a:gd name="T93" fmla="*/ 501 h 1347"/>
                <a:gd name="T94" fmla="*/ 469 w 1266"/>
                <a:gd name="T95" fmla="*/ 415 h 1347"/>
                <a:gd name="T96" fmla="*/ 568 w 1266"/>
                <a:gd name="T97" fmla="*/ 475 h 1347"/>
                <a:gd name="T98" fmla="*/ 427 w 1266"/>
                <a:gd name="T99" fmla="*/ 603 h 1347"/>
                <a:gd name="T100" fmla="*/ 448 w 1266"/>
                <a:gd name="T101" fmla="*/ 603 h 1347"/>
                <a:gd name="T102" fmla="*/ 399 w 1266"/>
                <a:gd name="T103" fmla="*/ 484 h 1347"/>
                <a:gd name="T104" fmla="*/ 414 w 1266"/>
                <a:gd name="T105" fmla="*/ 603 h 1347"/>
                <a:gd name="T106" fmla="*/ 792 w 1266"/>
                <a:gd name="T107" fmla="*/ 847 h 1347"/>
                <a:gd name="T108" fmla="*/ 770 w 1266"/>
                <a:gd name="T109" fmla="*/ 830 h 1347"/>
                <a:gd name="T110" fmla="*/ 722 w 1266"/>
                <a:gd name="T111" fmla="*/ 761 h 1347"/>
                <a:gd name="T112" fmla="*/ 488 w 1266"/>
                <a:gd name="T113" fmla="*/ 847 h 1347"/>
                <a:gd name="T114" fmla="*/ 511 w 1266"/>
                <a:gd name="T115" fmla="*/ 813 h 1347"/>
                <a:gd name="T116" fmla="*/ 454 w 1266"/>
                <a:gd name="T117" fmla="*/ 761 h 1347"/>
                <a:gd name="T118" fmla="*/ 341 w 1266"/>
                <a:gd name="T119" fmla="*/ 847 h 1347"/>
                <a:gd name="T120" fmla="*/ 426 w 1266"/>
                <a:gd name="T121" fmla="*/ 966 h 1347"/>
                <a:gd name="T122" fmla="*/ 341 w 1266"/>
                <a:gd name="T123" fmla="*/ 1308 h 1347"/>
                <a:gd name="T124" fmla="*/ 323 w 1266"/>
                <a:gd name="T125" fmla="*/ 1011 h 1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66" h="1347">
                  <a:moveTo>
                    <a:pt x="0" y="1330"/>
                  </a:moveTo>
                  <a:cubicBezTo>
                    <a:pt x="0" y="1347"/>
                    <a:pt x="0" y="1347"/>
                    <a:pt x="0" y="1347"/>
                  </a:cubicBezTo>
                  <a:cubicBezTo>
                    <a:pt x="1266" y="1347"/>
                    <a:pt x="1266" y="1347"/>
                    <a:pt x="1266" y="1347"/>
                  </a:cubicBezTo>
                  <a:cubicBezTo>
                    <a:pt x="1266" y="1330"/>
                    <a:pt x="1266" y="1330"/>
                    <a:pt x="1266" y="1330"/>
                  </a:cubicBezTo>
                  <a:cubicBezTo>
                    <a:pt x="1115" y="1330"/>
                    <a:pt x="1115" y="1330"/>
                    <a:pt x="1115" y="1330"/>
                  </a:cubicBezTo>
                  <a:cubicBezTo>
                    <a:pt x="950" y="984"/>
                    <a:pt x="950" y="984"/>
                    <a:pt x="950" y="984"/>
                  </a:cubicBezTo>
                  <a:cubicBezTo>
                    <a:pt x="981" y="984"/>
                    <a:pt x="981" y="984"/>
                    <a:pt x="981" y="984"/>
                  </a:cubicBezTo>
                  <a:cubicBezTo>
                    <a:pt x="981" y="966"/>
                    <a:pt x="981" y="966"/>
                    <a:pt x="981" y="966"/>
                  </a:cubicBezTo>
                  <a:cubicBezTo>
                    <a:pt x="943" y="966"/>
                    <a:pt x="943" y="966"/>
                    <a:pt x="943" y="966"/>
                  </a:cubicBezTo>
                  <a:cubicBezTo>
                    <a:pt x="943" y="865"/>
                    <a:pt x="943" y="865"/>
                    <a:pt x="943" y="865"/>
                  </a:cubicBezTo>
                  <a:cubicBezTo>
                    <a:pt x="981" y="865"/>
                    <a:pt x="981" y="865"/>
                    <a:pt x="981" y="865"/>
                  </a:cubicBezTo>
                  <a:cubicBezTo>
                    <a:pt x="981" y="847"/>
                    <a:pt x="981" y="847"/>
                    <a:pt x="981" y="847"/>
                  </a:cubicBezTo>
                  <a:cubicBezTo>
                    <a:pt x="943" y="847"/>
                    <a:pt x="943" y="847"/>
                    <a:pt x="943" y="847"/>
                  </a:cubicBezTo>
                  <a:cubicBezTo>
                    <a:pt x="943" y="620"/>
                    <a:pt x="943" y="620"/>
                    <a:pt x="943" y="620"/>
                  </a:cubicBezTo>
                  <a:cubicBezTo>
                    <a:pt x="981" y="620"/>
                    <a:pt x="981" y="620"/>
                    <a:pt x="981" y="620"/>
                  </a:cubicBezTo>
                  <a:cubicBezTo>
                    <a:pt x="981" y="603"/>
                    <a:pt x="981" y="603"/>
                    <a:pt x="981" y="603"/>
                  </a:cubicBezTo>
                  <a:cubicBezTo>
                    <a:pt x="943" y="603"/>
                    <a:pt x="943" y="603"/>
                    <a:pt x="943" y="603"/>
                  </a:cubicBezTo>
                  <a:cubicBezTo>
                    <a:pt x="943" y="501"/>
                    <a:pt x="943" y="501"/>
                    <a:pt x="943" y="501"/>
                  </a:cubicBezTo>
                  <a:cubicBezTo>
                    <a:pt x="981" y="501"/>
                    <a:pt x="981" y="501"/>
                    <a:pt x="981" y="501"/>
                  </a:cubicBezTo>
                  <a:cubicBezTo>
                    <a:pt x="981" y="484"/>
                    <a:pt x="981" y="484"/>
                    <a:pt x="981" y="484"/>
                  </a:cubicBezTo>
                  <a:cubicBezTo>
                    <a:pt x="943" y="484"/>
                    <a:pt x="943" y="484"/>
                    <a:pt x="943" y="484"/>
                  </a:cubicBezTo>
                  <a:cubicBezTo>
                    <a:pt x="943" y="257"/>
                    <a:pt x="943" y="257"/>
                    <a:pt x="943" y="257"/>
                  </a:cubicBezTo>
                  <a:cubicBezTo>
                    <a:pt x="981" y="257"/>
                    <a:pt x="981" y="257"/>
                    <a:pt x="981" y="257"/>
                  </a:cubicBezTo>
                  <a:cubicBezTo>
                    <a:pt x="981" y="239"/>
                    <a:pt x="981" y="239"/>
                    <a:pt x="981" y="239"/>
                  </a:cubicBezTo>
                  <a:cubicBezTo>
                    <a:pt x="943" y="239"/>
                    <a:pt x="943" y="239"/>
                    <a:pt x="943" y="239"/>
                  </a:cubicBezTo>
                  <a:cubicBezTo>
                    <a:pt x="943" y="0"/>
                    <a:pt x="943" y="0"/>
                    <a:pt x="943" y="0"/>
                  </a:cubicBezTo>
                  <a:cubicBezTo>
                    <a:pt x="926" y="0"/>
                    <a:pt x="926" y="0"/>
                    <a:pt x="926" y="0"/>
                  </a:cubicBezTo>
                  <a:cubicBezTo>
                    <a:pt x="926" y="148"/>
                    <a:pt x="926" y="148"/>
                    <a:pt x="926" y="148"/>
                  </a:cubicBezTo>
                  <a:cubicBezTo>
                    <a:pt x="882" y="239"/>
                    <a:pt x="882" y="239"/>
                    <a:pt x="882" y="239"/>
                  </a:cubicBezTo>
                  <a:cubicBezTo>
                    <a:pt x="809" y="239"/>
                    <a:pt x="809" y="239"/>
                    <a:pt x="809" y="239"/>
                  </a:cubicBezTo>
                  <a:cubicBezTo>
                    <a:pt x="809" y="0"/>
                    <a:pt x="809" y="0"/>
                    <a:pt x="809" y="0"/>
                  </a:cubicBezTo>
                  <a:cubicBezTo>
                    <a:pt x="792" y="0"/>
                    <a:pt x="792" y="0"/>
                    <a:pt x="792" y="0"/>
                  </a:cubicBezTo>
                  <a:cubicBezTo>
                    <a:pt x="792" y="146"/>
                    <a:pt x="792" y="146"/>
                    <a:pt x="792" y="146"/>
                  </a:cubicBezTo>
                  <a:cubicBezTo>
                    <a:pt x="747" y="239"/>
                    <a:pt x="747" y="239"/>
                    <a:pt x="747" y="239"/>
                  </a:cubicBezTo>
                  <a:cubicBezTo>
                    <a:pt x="341" y="239"/>
                    <a:pt x="341" y="239"/>
                    <a:pt x="341" y="239"/>
                  </a:cubicBezTo>
                  <a:cubicBezTo>
                    <a:pt x="341" y="0"/>
                    <a:pt x="341" y="0"/>
                    <a:pt x="341" y="0"/>
                  </a:cubicBezTo>
                  <a:cubicBezTo>
                    <a:pt x="323" y="0"/>
                    <a:pt x="323" y="0"/>
                    <a:pt x="323" y="0"/>
                  </a:cubicBezTo>
                  <a:cubicBezTo>
                    <a:pt x="323" y="239"/>
                    <a:pt x="323" y="239"/>
                    <a:pt x="323" y="239"/>
                  </a:cubicBezTo>
                  <a:cubicBezTo>
                    <a:pt x="285" y="239"/>
                    <a:pt x="285" y="239"/>
                    <a:pt x="285" y="239"/>
                  </a:cubicBezTo>
                  <a:cubicBezTo>
                    <a:pt x="285" y="257"/>
                    <a:pt x="285" y="257"/>
                    <a:pt x="285" y="257"/>
                  </a:cubicBezTo>
                  <a:cubicBezTo>
                    <a:pt x="323" y="257"/>
                    <a:pt x="323" y="257"/>
                    <a:pt x="323" y="257"/>
                  </a:cubicBezTo>
                  <a:cubicBezTo>
                    <a:pt x="323" y="484"/>
                    <a:pt x="323" y="484"/>
                    <a:pt x="323" y="484"/>
                  </a:cubicBezTo>
                  <a:cubicBezTo>
                    <a:pt x="285" y="484"/>
                    <a:pt x="285" y="484"/>
                    <a:pt x="285" y="484"/>
                  </a:cubicBezTo>
                  <a:cubicBezTo>
                    <a:pt x="285" y="501"/>
                    <a:pt x="285" y="501"/>
                    <a:pt x="285" y="501"/>
                  </a:cubicBezTo>
                  <a:cubicBezTo>
                    <a:pt x="323" y="501"/>
                    <a:pt x="323" y="501"/>
                    <a:pt x="323" y="501"/>
                  </a:cubicBezTo>
                  <a:cubicBezTo>
                    <a:pt x="323" y="603"/>
                    <a:pt x="323" y="603"/>
                    <a:pt x="323" y="603"/>
                  </a:cubicBezTo>
                  <a:cubicBezTo>
                    <a:pt x="285" y="603"/>
                    <a:pt x="285" y="603"/>
                    <a:pt x="285" y="603"/>
                  </a:cubicBezTo>
                  <a:cubicBezTo>
                    <a:pt x="285" y="620"/>
                    <a:pt x="285" y="620"/>
                    <a:pt x="285" y="620"/>
                  </a:cubicBezTo>
                  <a:cubicBezTo>
                    <a:pt x="323" y="620"/>
                    <a:pt x="323" y="620"/>
                    <a:pt x="323" y="620"/>
                  </a:cubicBezTo>
                  <a:cubicBezTo>
                    <a:pt x="323" y="847"/>
                    <a:pt x="323" y="847"/>
                    <a:pt x="323" y="847"/>
                  </a:cubicBezTo>
                  <a:cubicBezTo>
                    <a:pt x="285" y="847"/>
                    <a:pt x="285" y="847"/>
                    <a:pt x="285" y="847"/>
                  </a:cubicBezTo>
                  <a:cubicBezTo>
                    <a:pt x="285" y="865"/>
                    <a:pt x="285" y="865"/>
                    <a:pt x="285" y="865"/>
                  </a:cubicBezTo>
                  <a:cubicBezTo>
                    <a:pt x="323" y="865"/>
                    <a:pt x="323" y="865"/>
                    <a:pt x="323" y="865"/>
                  </a:cubicBezTo>
                  <a:cubicBezTo>
                    <a:pt x="323" y="966"/>
                    <a:pt x="323" y="966"/>
                    <a:pt x="323" y="966"/>
                  </a:cubicBezTo>
                  <a:cubicBezTo>
                    <a:pt x="285" y="966"/>
                    <a:pt x="285" y="966"/>
                    <a:pt x="285" y="966"/>
                  </a:cubicBezTo>
                  <a:cubicBezTo>
                    <a:pt x="285" y="984"/>
                    <a:pt x="285" y="984"/>
                    <a:pt x="285" y="984"/>
                  </a:cubicBezTo>
                  <a:cubicBezTo>
                    <a:pt x="316" y="984"/>
                    <a:pt x="316" y="984"/>
                    <a:pt x="316" y="984"/>
                  </a:cubicBezTo>
                  <a:cubicBezTo>
                    <a:pt x="151" y="1330"/>
                    <a:pt x="151" y="1330"/>
                    <a:pt x="151" y="1330"/>
                  </a:cubicBezTo>
                  <a:lnTo>
                    <a:pt x="0" y="1330"/>
                  </a:lnTo>
                  <a:close/>
                  <a:moveTo>
                    <a:pt x="943" y="1011"/>
                  </a:moveTo>
                  <a:cubicBezTo>
                    <a:pt x="1096" y="1330"/>
                    <a:pt x="1096" y="1330"/>
                    <a:pt x="1096" y="1330"/>
                  </a:cubicBezTo>
                  <a:cubicBezTo>
                    <a:pt x="943" y="1330"/>
                    <a:pt x="943" y="1330"/>
                    <a:pt x="943" y="1330"/>
                  </a:cubicBezTo>
                  <a:lnTo>
                    <a:pt x="943" y="1011"/>
                  </a:lnTo>
                  <a:close/>
                  <a:moveTo>
                    <a:pt x="926" y="603"/>
                  </a:moveTo>
                  <a:cubicBezTo>
                    <a:pt x="885" y="603"/>
                    <a:pt x="885" y="603"/>
                    <a:pt x="885" y="603"/>
                  </a:cubicBezTo>
                  <a:cubicBezTo>
                    <a:pt x="837" y="501"/>
                    <a:pt x="837" y="501"/>
                    <a:pt x="837" y="501"/>
                  </a:cubicBezTo>
                  <a:cubicBezTo>
                    <a:pt x="926" y="501"/>
                    <a:pt x="926" y="501"/>
                    <a:pt x="926" y="501"/>
                  </a:cubicBezTo>
                  <a:lnTo>
                    <a:pt x="926" y="603"/>
                  </a:lnTo>
                  <a:close/>
                  <a:moveTo>
                    <a:pt x="926" y="188"/>
                  </a:moveTo>
                  <a:cubicBezTo>
                    <a:pt x="926" y="239"/>
                    <a:pt x="926" y="239"/>
                    <a:pt x="926" y="239"/>
                  </a:cubicBezTo>
                  <a:cubicBezTo>
                    <a:pt x="901" y="239"/>
                    <a:pt x="901" y="239"/>
                    <a:pt x="901" y="239"/>
                  </a:cubicBezTo>
                  <a:lnTo>
                    <a:pt x="926" y="188"/>
                  </a:lnTo>
                  <a:close/>
                  <a:moveTo>
                    <a:pt x="809" y="257"/>
                  </a:moveTo>
                  <a:cubicBezTo>
                    <a:pt x="926" y="257"/>
                    <a:pt x="926" y="257"/>
                    <a:pt x="926" y="257"/>
                  </a:cubicBezTo>
                  <a:cubicBezTo>
                    <a:pt x="926" y="484"/>
                    <a:pt x="926" y="484"/>
                    <a:pt x="926" y="484"/>
                  </a:cubicBezTo>
                  <a:cubicBezTo>
                    <a:pt x="828" y="484"/>
                    <a:pt x="828" y="484"/>
                    <a:pt x="828" y="484"/>
                  </a:cubicBezTo>
                  <a:cubicBezTo>
                    <a:pt x="809" y="445"/>
                    <a:pt x="809" y="445"/>
                    <a:pt x="809" y="445"/>
                  </a:cubicBezTo>
                  <a:lnTo>
                    <a:pt x="809" y="257"/>
                  </a:lnTo>
                  <a:close/>
                  <a:moveTo>
                    <a:pt x="809" y="501"/>
                  </a:moveTo>
                  <a:cubicBezTo>
                    <a:pt x="817" y="501"/>
                    <a:pt x="817" y="501"/>
                    <a:pt x="817" y="501"/>
                  </a:cubicBezTo>
                  <a:cubicBezTo>
                    <a:pt x="866" y="603"/>
                    <a:pt x="866" y="603"/>
                    <a:pt x="866" y="603"/>
                  </a:cubicBezTo>
                  <a:cubicBezTo>
                    <a:pt x="809" y="603"/>
                    <a:pt x="809" y="603"/>
                    <a:pt x="809" y="603"/>
                  </a:cubicBezTo>
                  <a:lnTo>
                    <a:pt x="809" y="501"/>
                  </a:lnTo>
                  <a:close/>
                  <a:moveTo>
                    <a:pt x="809" y="620"/>
                  </a:moveTo>
                  <a:cubicBezTo>
                    <a:pt x="926" y="620"/>
                    <a:pt x="926" y="620"/>
                    <a:pt x="926" y="620"/>
                  </a:cubicBezTo>
                  <a:cubicBezTo>
                    <a:pt x="926" y="847"/>
                    <a:pt x="926" y="847"/>
                    <a:pt x="926" y="847"/>
                  </a:cubicBezTo>
                  <a:cubicBezTo>
                    <a:pt x="809" y="847"/>
                    <a:pt x="809" y="847"/>
                    <a:pt x="809" y="847"/>
                  </a:cubicBezTo>
                  <a:lnTo>
                    <a:pt x="809" y="620"/>
                  </a:lnTo>
                  <a:close/>
                  <a:moveTo>
                    <a:pt x="809" y="865"/>
                  </a:moveTo>
                  <a:cubicBezTo>
                    <a:pt x="926" y="865"/>
                    <a:pt x="926" y="865"/>
                    <a:pt x="926" y="865"/>
                  </a:cubicBezTo>
                  <a:cubicBezTo>
                    <a:pt x="926" y="966"/>
                    <a:pt x="926" y="966"/>
                    <a:pt x="926" y="966"/>
                  </a:cubicBezTo>
                  <a:cubicBezTo>
                    <a:pt x="809" y="966"/>
                    <a:pt x="809" y="966"/>
                    <a:pt x="809" y="966"/>
                  </a:cubicBezTo>
                  <a:lnTo>
                    <a:pt x="809" y="865"/>
                  </a:lnTo>
                  <a:close/>
                  <a:moveTo>
                    <a:pt x="809" y="984"/>
                  </a:moveTo>
                  <a:cubicBezTo>
                    <a:pt x="926" y="984"/>
                    <a:pt x="926" y="984"/>
                    <a:pt x="926" y="984"/>
                  </a:cubicBezTo>
                  <a:cubicBezTo>
                    <a:pt x="926" y="1330"/>
                    <a:pt x="926" y="1330"/>
                    <a:pt x="926" y="1330"/>
                  </a:cubicBezTo>
                  <a:cubicBezTo>
                    <a:pt x="809" y="1330"/>
                    <a:pt x="809" y="1330"/>
                    <a:pt x="809" y="1330"/>
                  </a:cubicBezTo>
                  <a:lnTo>
                    <a:pt x="809" y="984"/>
                  </a:lnTo>
                  <a:close/>
                  <a:moveTo>
                    <a:pt x="349" y="1330"/>
                  </a:moveTo>
                  <a:cubicBezTo>
                    <a:pt x="515" y="984"/>
                    <a:pt x="515" y="984"/>
                    <a:pt x="515" y="984"/>
                  </a:cubicBezTo>
                  <a:cubicBezTo>
                    <a:pt x="549" y="984"/>
                    <a:pt x="549" y="984"/>
                    <a:pt x="549" y="984"/>
                  </a:cubicBezTo>
                  <a:cubicBezTo>
                    <a:pt x="383" y="1330"/>
                    <a:pt x="383" y="1330"/>
                    <a:pt x="383" y="1330"/>
                  </a:cubicBezTo>
                  <a:lnTo>
                    <a:pt x="349" y="1330"/>
                  </a:lnTo>
                  <a:close/>
                  <a:moveTo>
                    <a:pt x="456" y="964"/>
                  </a:moveTo>
                  <a:cubicBezTo>
                    <a:pt x="463" y="935"/>
                    <a:pt x="463" y="908"/>
                    <a:pt x="460" y="886"/>
                  </a:cubicBezTo>
                  <a:cubicBezTo>
                    <a:pt x="475" y="865"/>
                    <a:pt x="475" y="865"/>
                    <a:pt x="475" y="865"/>
                  </a:cubicBezTo>
                  <a:cubicBezTo>
                    <a:pt x="694" y="865"/>
                    <a:pt x="694" y="865"/>
                    <a:pt x="694" y="865"/>
                  </a:cubicBezTo>
                  <a:cubicBezTo>
                    <a:pt x="698" y="884"/>
                    <a:pt x="702" y="918"/>
                    <a:pt x="694" y="957"/>
                  </a:cubicBezTo>
                  <a:cubicBezTo>
                    <a:pt x="693" y="960"/>
                    <a:pt x="694" y="963"/>
                    <a:pt x="695" y="966"/>
                  </a:cubicBezTo>
                  <a:cubicBezTo>
                    <a:pt x="557" y="966"/>
                    <a:pt x="557" y="966"/>
                    <a:pt x="557" y="966"/>
                  </a:cubicBezTo>
                  <a:cubicBezTo>
                    <a:pt x="557" y="966"/>
                    <a:pt x="557" y="966"/>
                    <a:pt x="557" y="966"/>
                  </a:cubicBezTo>
                  <a:cubicBezTo>
                    <a:pt x="557" y="966"/>
                    <a:pt x="557" y="966"/>
                    <a:pt x="557" y="966"/>
                  </a:cubicBezTo>
                  <a:cubicBezTo>
                    <a:pt x="504" y="966"/>
                    <a:pt x="504" y="966"/>
                    <a:pt x="504" y="966"/>
                  </a:cubicBezTo>
                  <a:cubicBezTo>
                    <a:pt x="504" y="966"/>
                    <a:pt x="504" y="966"/>
                    <a:pt x="504" y="966"/>
                  </a:cubicBezTo>
                  <a:cubicBezTo>
                    <a:pt x="504" y="966"/>
                    <a:pt x="504" y="966"/>
                    <a:pt x="504" y="966"/>
                  </a:cubicBezTo>
                  <a:cubicBezTo>
                    <a:pt x="456" y="966"/>
                    <a:pt x="456" y="966"/>
                    <a:pt x="456" y="966"/>
                  </a:cubicBezTo>
                  <a:cubicBezTo>
                    <a:pt x="456" y="965"/>
                    <a:pt x="456" y="965"/>
                    <a:pt x="456" y="964"/>
                  </a:cubicBezTo>
                  <a:close/>
                  <a:moveTo>
                    <a:pt x="454" y="847"/>
                  </a:moveTo>
                  <a:cubicBezTo>
                    <a:pt x="452" y="842"/>
                    <a:pt x="451" y="840"/>
                    <a:pt x="451" y="839"/>
                  </a:cubicBezTo>
                  <a:cubicBezTo>
                    <a:pt x="451" y="839"/>
                    <a:pt x="451" y="838"/>
                    <a:pt x="450" y="838"/>
                  </a:cubicBezTo>
                  <a:cubicBezTo>
                    <a:pt x="450" y="824"/>
                    <a:pt x="452" y="810"/>
                    <a:pt x="455" y="798"/>
                  </a:cubicBezTo>
                  <a:cubicBezTo>
                    <a:pt x="462" y="806"/>
                    <a:pt x="472" y="815"/>
                    <a:pt x="484" y="822"/>
                  </a:cubicBezTo>
                  <a:cubicBezTo>
                    <a:pt x="467" y="847"/>
                    <a:pt x="467" y="847"/>
                    <a:pt x="467" y="847"/>
                  </a:cubicBezTo>
                  <a:lnTo>
                    <a:pt x="454" y="847"/>
                  </a:lnTo>
                  <a:close/>
                  <a:moveTo>
                    <a:pt x="662" y="1330"/>
                  </a:moveTo>
                  <a:cubicBezTo>
                    <a:pt x="662" y="1218"/>
                    <a:pt x="662" y="1218"/>
                    <a:pt x="662" y="1218"/>
                  </a:cubicBezTo>
                  <a:cubicBezTo>
                    <a:pt x="663" y="1218"/>
                    <a:pt x="663" y="1218"/>
                    <a:pt x="663" y="1218"/>
                  </a:cubicBezTo>
                  <a:cubicBezTo>
                    <a:pt x="684" y="1210"/>
                    <a:pt x="699" y="1196"/>
                    <a:pt x="708" y="1183"/>
                  </a:cubicBezTo>
                  <a:cubicBezTo>
                    <a:pt x="712" y="1198"/>
                    <a:pt x="716" y="1216"/>
                    <a:pt x="714" y="1231"/>
                  </a:cubicBezTo>
                  <a:cubicBezTo>
                    <a:pt x="681" y="1258"/>
                    <a:pt x="681" y="1258"/>
                    <a:pt x="681" y="1258"/>
                  </a:cubicBezTo>
                  <a:cubicBezTo>
                    <a:pt x="678" y="1261"/>
                    <a:pt x="676" y="1265"/>
                    <a:pt x="675" y="1269"/>
                  </a:cubicBezTo>
                  <a:cubicBezTo>
                    <a:pt x="675" y="1274"/>
                    <a:pt x="676" y="1278"/>
                    <a:pt x="679" y="1281"/>
                  </a:cubicBezTo>
                  <a:cubicBezTo>
                    <a:pt x="722" y="1330"/>
                    <a:pt x="722" y="1330"/>
                    <a:pt x="722" y="1330"/>
                  </a:cubicBezTo>
                  <a:lnTo>
                    <a:pt x="662" y="1330"/>
                  </a:lnTo>
                  <a:close/>
                  <a:moveTo>
                    <a:pt x="792" y="1330"/>
                  </a:moveTo>
                  <a:cubicBezTo>
                    <a:pt x="760" y="1330"/>
                    <a:pt x="760" y="1330"/>
                    <a:pt x="760" y="1330"/>
                  </a:cubicBezTo>
                  <a:cubicBezTo>
                    <a:pt x="760" y="1326"/>
                    <a:pt x="758" y="1323"/>
                    <a:pt x="756" y="1320"/>
                  </a:cubicBezTo>
                  <a:cubicBezTo>
                    <a:pt x="714" y="1273"/>
                    <a:pt x="714" y="1273"/>
                    <a:pt x="714" y="1273"/>
                  </a:cubicBezTo>
                  <a:cubicBezTo>
                    <a:pt x="747" y="1247"/>
                    <a:pt x="747" y="1247"/>
                    <a:pt x="747" y="1247"/>
                  </a:cubicBezTo>
                  <a:cubicBezTo>
                    <a:pt x="749" y="1245"/>
                    <a:pt x="750" y="1243"/>
                    <a:pt x="751" y="1241"/>
                  </a:cubicBezTo>
                  <a:cubicBezTo>
                    <a:pt x="754" y="1238"/>
                    <a:pt x="756" y="1233"/>
                    <a:pt x="757" y="1226"/>
                  </a:cubicBezTo>
                  <a:cubicBezTo>
                    <a:pt x="759" y="1199"/>
                    <a:pt x="756" y="1184"/>
                    <a:pt x="747" y="1160"/>
                  </a:cubicBezTo>
                  <a:cubicBezTo>
                    <a:pt x="740" y="1143"/>
                    <a:pt x="725" y="1138"/>
                    <a:pt x="714" y="1141"/>
                  </a:cubicBezTo>
                  <a:cubicBezTo>
                    <a:pt x="712" y="1142"/>
                    <a:pt x="709" y="1144"/>
                    <a:pt x="707" y="1146"/>
                  </a:cubicBezTo>
                  <a:cubicBezTo>
                    <a:pt x="706" y="1147"/>
                    <a:pt x="704" y="1149"/>
                    <a:pt x="703" y="1151"/>
                  </a:cubicBezTo>
                  <a:cubicBezTo>
                    <a:pt x="703" y="1152"/>
                    <a:pt x="692" y="1182"/>
                    <a:pt x="662" y="1197"/>
                  </a:cubicBezTo>
                  <a:cubicBezTo>
                    <a:pt x="662" y="1172"/>
                    <a:pt x="662" y="1172"/>
                    <a:pt x="662" y="1172"/>
                  </a:cubicBezTo>
                  <a:cubicBezTo>
                    <a:pt x="650" y="1172"/>
                    <a:pt x="650" y="1172"/>
                    <a:pt x="650" y="1172"/>
                  </a:cubicBezTo>
                  <a:cubicBezTo>
                    <a:pt x="650" y="1208"/>
                    <a:pt x="650" y="1208"/>
                    <a:pt x="650" y="1208"/>
                  </a:cubicBezTo>
                  <a:cubicBezTo>
                    <a:pt x="650" y="1208"/>
                    <a:pt x="650" y="1209"/>
                    <a:pt x="650" y="1209"/>
                  </a:cubicBezTo>
                  <a:cubicBezTo>
                    <a:pt x="650" y="1330"/>
                    <a:pt x="650" y="1330"/>
                    <a:pt x="650" y="1330"/>
                  </a:cubicBezTo>
                  <a:cubicBezTo>
                    <a:pt x="559" y="1330"/>
                    <a:pt x="559" y="1330"/>
                    <a:pt x="559" y="1330"/>
                  </a:cubicBezTo>
                  <a:cubicBezTo>
                    <a:pt x="598" y="1314"/>
                    <a:pt x="598" y="1314"/>
                    <a:pt x="598" y="1314"/>
                  </a:cubicBezTo>
                  <a:cubicBezTo>
                    <a:pt x="605" y="1311"/>
                    <a:pt x="609" y="1304"/>
                    <a:pt x="608" y="1297"/>
                  </a:cubicBezTo>
                  <a:cubicBezTo>
                    <a:pt x="607" y="1290"/>
                    <a:pt x="602" y="1284"/>
                    <a:pt x="595" y="1283"/>
                  </a:cubicBezTo>
                  <a:cubicBezTo>
                    <a:pt x="553" y="1277"/>
                    <a:pt x="553" y="1277"/>
                    <a:pt x="553" y="1277"/>
                  </a:cubicBezTo>
                  <a:cubicBezTo>
                    <a:pt x="553" y="1263"/>
                    <a:pt x="555" y="1249"/>
                    <a:pt x="558" y="1237"/>
                  </a:cubicBezTo>
                  <a:cubicBezTo>
                    <a:pt x="568" y="1249"/>
                    <a:pt x="583" y="1262"/>
                    <a:pt x="604" y="1270"/>
                  </a:cubicBezTo>
                  <a:cubicBezTo>
                    <a:pt x="605" y="1270"/>
                    <a:pt x="606" y="1270"/>
                    <a:pt x="607" y="1270"/>
                  </a:cubicBezTo>
                  <a:cubicBezTo>
                    <a:pt x="612" y="1270"/>
                    <a:pt x="615" y="1267"/>
                    <a:pt x="617" y="1263"/>
                  </a:cubicBezTo>
                  <a:cubicBezTo>
                    <a:pt x="619" y="1258"/>
                    <a:pt x="616" y="1252"/>
                    <a:pt x="610" y="1251"/>
                  </a:cubicBezTo>
                  <a:cubicBezTo>
                    <a:pt x="575" y="1239"/>
                    <a:pt x="561" y="1206"/>
                    <a:pt x="561" y="1205"/>
                  </a:cubicBezTo>
                  <a:cubicBezTo>
                    <a:pt x="560" y="1203"/>
                    <a:pt x="558" y="1201"/>
                    <a:pt x="556" y="1200"/>
                  </a:cubicBezTo>
                  <a:cubicBezTo>
                    <a:pt x="554" y="1198"/>
                    <a:pt x="552" y="1196"/>
                    <a:pt x="549" y="1195"/>
                  </a:cubicBezTo>
                  <a:cubicBezTo>
                    <a:pt x="539" y="1193"/>
                    <a:pt x="524" y="1198"/>
                    <a:pt x="518" y="1216"/>
                  </a:cubicBezTo>
                  <a:cubicBezTo>
                    <a:pt x="510" y="1240"/>
                    <a:pt x="508" y="1256"/>
                    <a:pt x="511" y="1283"/>
                  </a:cubicBezTo>
                  <a:cubicBezTo>
                    <a:pt x="512" y="1288"/>
                    <a:pt x="513" y="1291"/>
                    <a:pt x="515" y="1294"/>
                  </a:cubicBezTo>
                  <a:cubicBezTo>
                    <a:pt x="517" y="1300"/>
                    <a:pt x="522" y="1304"/>
                    <a:pt x="528" y="1305"/>
                  </a:cubicBezTo>
                  <a:cubicBezTo>
                    <a:pt x="532" y="1306"/>
                    <a:pt x="532" y="1306"/>
                    <a:pt x="532" y="1306"/>
                  </a:cubicBezTo>
                  <a:cubicBezTo>
                    <a:pt x="522" y="1310"/>
                    <a:pt x="522" y="1310"/>
                    <a:pt x="522" y="1310"/>
                  </a:cubicBezTo>
                  <a:cubicBezTo>
                    <a:pt x="514" y="1313"/>
                    <a:pt x="510" y="1322"/>
                    <a:pt x="512" y="1330"/>
                  </a:cubicBezTo>
                  <a:cubicBezTo>
                    <a:pt x="402" y="1330"/>
                    <a:pt x="402" y="1330"/>
                    <a:pt x="402" y="1330"/>
                  </a:cubicBezTo>
                  <a:cubicBezTo>
                    <a:pt x="568" y="984"/>
                    <a:pt x="568" y="984"/>
                    <a:pt x="568" y="984"/>
                  </a:cubicBezTo>
                  <a:cubicBezTo>
                    <a:pt x="792" y="984"/>
                    <a:pt x="792" y="984"/>
                    <a:pt x="792" y="984"/>
                  </a:cubicBezTo>
                  <a:lnTo>
                    <a:pt x="792" y="1330"/>
                  </a:lnTo>
                  <a:close/>
                  <a:moveTo>
                    <a:pt x="792" y="966"/>
                  </a:moveTo>
                  <a:cubicBezTo>
                    <a:pt x="724" y="966"/>
                    <a:pt x="724" y="966"/>
                    <a:pt x="724" y="966"/>
                  </a:cubicBezTo>
                  <a:cubicBezTo>
                    <a:pt x="725" y="965"/>
                    <a:pt x="725" y="965"/>
                    <a:pt x="725" y="964"/>
                  </a:cubicBezTo>
                  <a:cubicBezTo>
                    <a:pt x="734" y="923"/>
                    <a:pt x="730" y="888"/>
                    <a:pt x="726" y="865"/>
                  </a:cubicBezTo>
                  <a:cubicBezTo>
                    <a:pt x="792" y="865"/>
                    <a:pt x="792" y="865"/>
                    <a:pt x="792" y="865"/>
                  </a:cubicBezTo>
                  <a:lnTo>
                    <a:pt x="792" y="966"/>
                  </a:lnTo>
                  <a:close/>
                  <a:moveTo>
                    <a:pt x="792" y="603"/>
                  </a:moveTo>
                  <a:cubicBezTo>
                    <a:pt x="623" y="603"/>
                    <a:pt x="623" y="603"/>
                    <a:pt x="623" y="603"/>
                  </a:cubicBezTo>
                  <a:cubicBezTo>
                    <a:pt x="628" y="600"/>
                    <a:pt x="631" y="596"/>
                    <a:pt x="631" y="590"/>
                  </a:cubicBezTo>
                  <a:cubicBezTo>
                    <a:pt x="631" y="501"/>
                    <a:pt x="631" y="501"/>
                    <a:pt x="631" y="501"/>
                  </a:cubicBezTo>
                  <a:cubicBezTo>
                    <a:pt x="792" y="501"/>
                    <a:pt x="792" y="501"/>
                    <a:pt x="792" y="501"/>
                  </a:cubicBezTo>
                  <a:lnTo>
                    <a:pt x="792" y="603"/>
                  </a:lnTo>
                  <a:close/>
                  <a:moveTo>
                    <a:pt x="792" y="187"/>
                  </a:moveTo>
                  <a:cubicBezTo>
                    <a:pt x="792" y="239"/>
                    <a:pt x="792" y="239"/>
                    <a:pt x="792" y="239"/>
                  </a:cubicBezTo>
                  <a:cubicBezTo>
                    <a:pt x="767" y="239"/>
                    <a:pt x="767" y="239"/>
                    <a:pt x="767" y="239"/>
                  </a:cubicBezTo>
                  <a:lnTo>
                    <a:pt x="792" y="187"/>
                  </a:lnTo>
                  <a:close/>
                  <a:moveTo>
                    <a:pt x="792" y="257"/>
                  </a:moveTo>
                  <a:cubicBezTo>
                    <a:pt x="792" y="408"/>
                    <a:pt x="792" y="408"/>
                    <a:pt x="792" y="408"/>
                  </a:cubicBezTo>
                  <a:cubicBezTo>
                    <a:pt x="719" y="257"/>
                    <a:pt x="719" y="257"/>
                    <a:pt x="719" y="257"/>
                  </a:cubicBezTo>
                  <a:lnTo>
                    <a:pt x="792" y="257"/>
                  </a:lnTo>
                  <a:close/>
                  <a:moveTo>
                    <a:pt x="341" y="257"/>
                  </a:moveTo>
                  <a:cubicBezTo>
                    <a:pt x="700" y="257"/>
                    <a:pt x="700" y="257"/>
                    <a:pt x="700" y="257"/>
                  </a:cubicBezTo>
                  <a:cubicBezTo>
                    <a:pt x="792" y="449"/>
                    <a:pt x="792" y="449"/>
                    <a:pt x="792" y="449"/>
                  </a:cubicBezTo>
                  <a:cubicBezTo>
                    <a:pt x="792" y="484"/>
                    <a:pt x="792" y="484"/>
                    <a:pt x="792" y="484"/>
                  </a:cubicBezTo>
                  <a:cubicBezTo>
                    <a:pt x="631" y="484"/>
                    <a:pt x="631" y="484"/>
                    <a:pt x="631" y="484"/>
                  </a:cubicBezTo>
                  <a:cubicBezTo>
                    <a:pt x="631" y="475"/>
                    <a:pt x="631" y="475"/>
                    <a:pt x="631" y="475"/>
                  </a:cubicBezTo>
                  <a:cubicBezTo>
                    <a:pt x="631" y="453"/>
                    <a:pt x="631" y="453"/>
                    <a:pt x="631" y="453"/>
                  </a:cubicBezTo>
                  <a:cubicBezTo>
                    <a:pt x="631" y="402"/>
                    <a:pt x="631" y="402"/>
                    <a:pt x="631" y="402"/>
                  </a:cubicBezTo>
                  <a:cubicBezTo>
                    <a:pt x="710" y="363"/>
                    <a:pt x="710" y="363"/>
                    <a:pt x="710" y="363"/>
                  </a:cubicBezTo>
                  <a:cubicBezTo>
                    <a:pt x="715" y="360"/>
                    <a:pt x="717" y="354"/>
                    <a:pt x="714" y="349"/>
                  </a:cubicBezTo>
                  <a:cubicBezTo>
                    <a:pt x="712" y="344"/>
                    <a:pt x="706" y="342"/>
                    <a:pt x="701" y="345"/>
                  </a:cubicBezTo>
                  <a:cubicBezTo>
                    <a:pt x="617" y="386"/>
                    <a:pt x="617" y="386"/>
                    <a:pt x="617" y="386"/>
                  </a:cubicBezTo>
                  <a:cubicBezTo>
                    <a:pt x="617" y="386"/>
                    <a:pt x="617" y="386"/>
                    <a:pt x="617" y="386"/>
                  </a:cubicBezTo>
                  <a:cubicBezTo>
                    <a:pt x="581" y="386"/>
                    <a:pt x="581" y="386"/>
                    <a:pt x="581" y="386"/>
                  </a:cubicBezTo>
                  <a:cubicBezTo>
                    <a:pt x="580" y="386"/>
                    <a:pt x="579" y="385"/>
                    <a:pt x="578" y="385"/>
                  </a:cubicBezTo>
                  <a:cubicBezTo>
                    <a:pt x="576" y="385"/>
                    <a:pt x="568" y="385"/>
                    <a:pt x="559" y="393"/>
                  </a:cubicBezTo>
                  <a:cubicBezTo>
                    <a:pt x="545" y="407"/>
                    <a:pt x="538" y="437"/>
                    <a:pt x="540" y="484"/>
                  </a:cubicBezTo>
                  <a:cubicBezTo>
                    <a:pt x="496" y="484"/>
                    <a:pt x="496" y="484"/>
                    <a:pt x="496" y="484"/>
                  </a:cubicBezTo>
                  <a:cubicBezTo>
                    <a:pt x="498" y="437"/>
                    <a:pt x="492" y="407"/>
                    <a:pt x="478" y="393"/>
                  </a:cubicBezTo>
                  <a:cubicBezTo>
                    <a:pt x="469" y="385"/>
                    <a:pt x="460" y="385"/>
                    <a:pt x="459" y="385"/>
                  </a:cubicBezTo>
                  <a:cubicBezTo>
                    <a:pt x="458" y="385"/>
                    <a:pt x="456" y="386"/>
                    <a:pt x="455" y="386"/>
                  </a:cubicBezTo>
                  <a:cubicBezTo>
                    <a:pt x="420" y="386"/>
                    <a:pt x="420" y="386"/>
                    <a:pt x="420" y="386"/>
                  </a:cubicBezTo>
                  <a:cubicBezTo>
                    <a:pt x="419" y="386"/>
                    <a:pt x="417" y="385"/>
                    <a:pt x="416" y="385"/>
                  </a:cubicBezTo>
                  <a:cubicBezTo>
                    <a:pt x="414" y="385"/>
                    <a:pt x="406" y="385"/>
                    <a:pt x="397" y="393"/>
                  </a:cubicBezTo>
                  <a:cubicBezTo>
                    <a:pt x="383" y="407"/>
                    <a:pt x="376" y="437"/>
                    <a:pt x="379" y="484"/>
                  </a:cubicBezTo>
                  <a:cubicBezTo>
                    <a:pt x="341" y="484"/>
                    <a:pt x="341" y="484"/>
                    <a:pt x="341" y="484"/>
                  </a:cubicBezTo>
                  <a:lnTo>
                    <a:pt x="341" y="257"/>
                  </a:lnTo>
                  <a:close/>
                  <a:moveTo>
                    <a:pt x="610" y="603"/>
                  </a:moveTo>
                  <a:cubicBezTo>
                    <a:pt x="588" y="603"/>
                    <a:pt x="588" y="603"/>
                    <a:pt x="588" y="603"/>
                  </a:cubicBezTo>
                  <a:cubicBezTo>
                    <a:pt x="593" y="600"/>
                    <a:pt x="596" y="596"/>
                    <a:pt x="596" y="590"/>
                  </a:cubicBezTo>
                  <a:cubicBezTo>
                    <a:pt x="596" y="501"/>
                    <a:pt x="596" y="501"/>
                    <a:pt x="596" y="501"/>
                  </a:cubicBezTo>
                  <a:cubicBezTo>
                    <a:pt x="602" y="501"/>
                    <a:pt x="602" y="501"/>
                    <a:pt x="602" y="501"/>
                  </a:cubicBezTo>
                  <a:cubicBezTo>
                    <a:pt x="602" y="590"/>
                    <a:pt x="602" y="590"/>
                    <a:pt x="602" y="590"/>
                  </a:cubicBezTo>
                  <a:cubicBezTo>
                    <a:pt x="602" y="596"/>
                    <a:pt x="605" y="600"/>
                    <a:pt x="610" y="603"/>
                  </a:cubicBezTo>
                  <a:close/>
                  <a:moveTo>
                    <a:pt x="568" y="501"/>
                  </a:moveTo>
                  <a:cubicBezTo>
                    <a:pt x="568" y="590"/>
                    <a:pt x="568" y="590"/>
                    <a:pt x="568" y="590"/>
                  </a:cubicBezTo>
                  <a:cubicBezTo>
                    <a:pt x="568" y="596"/>
                    <a:pt x="571" y="600"/>
                    <a:pt x="576" y="603"/>
                  </a:cubicBezTo>
                  <a:cubicBezTo>
                    <a:pt x="461" y="603"/>
                    <a:pt x="461" y="603"/>
                    <a:pt x="461" y="603"/>
                  </a:cubicBezTo>
                  <a:cubicBezTo>
                    <a:pt x="466" y="600"/>
                    <a:pt x="469" y="596"/>
                    <a:pt x="469" y="590"/>
                  </a:cubicBezTo>
                  <a:cubicBezTo>
                    <a:pt x="469" y="501"/>
                    <a:pt x="469" y="501"/>
                    <a:pt x="469" y="501"/>
                  </a:cubicBezTo>
                  <a:lnTo>
                    <a:pt x="568" y="501"/>
                  </a:lnTo>
                  <a:close/>
                  <a:moveTo>
                    <a:pt x="469" y="484"/>
                  </a:moveTo>
                  <a:cubicBezTo>
                    <a:pt x="469" y="475"/>
                    <a:pt x="469" y="475"/>
                    <a:pt x="469" y="475"/>
                  </a:cubicBezTo>
                  <a:cubicBezTo>
                    <a:pt x="469" y="453"/>
                    <a:pt x="469" y="453"/>
                    <a:pt x="469" y="453"/>
                  </a:cubicBezTo>
                  <a:cubicBezTo>
                    <a:pt x="469" y="415"/>
                    <a:pt x="469" y="415"/>
                    <a:pt x="469" y="415"/>
                  </a:cubicBezTo>
                  <a:cubicBezTo>
                    <a:pt x="474" y="425"/>
                    <a:pt x="478" y="445"/>
                    <a:pt x="476" y="484"/>
                  </a:cubicBezTo>
                  <a:lnTo>
                    <a:pt x="469" y="484"/>
                  </a:lnTo>
                  <a:close/>
                  <a:moveTo>
                    <a:pt x="568" y="415"/>
                  </a:moveTo>
                  <a:cubicBezTo>
                    <a:pt x="568" y="453"/>
                    <a:pt x="568" y="453"/>
                    <a:pt x="568" y="453"/>
                  </a:cubicBezTo>
                  <a:cubicBezTo>
                    <a:pt x="568" y="475"/>
                    <a:pt x="568" y="475"/>
                    <a:pt x="568" y="475"/>
                  </a:cubicBezTo>
                  <a:cubicBezTo>
                    <a:pt x="568" y="484"/>
                    <a:pt x="568" y="484"/>
                    <a:pt x="568" y="484"/>
                  </a:cubicBezTo>
                  <a:cubicBezTo>
                    <a:pt x="560" y="484"/>
                    <a:pt x="560" y="484"/>
                    <a:pt x="560" y="484"/>
                  </a:cubicBezTo>
                  <a:cubicBezTo>
                    <a:pt x="559" y="446"/>
                    <a:pt x="563" y="426"/>
                    <a:pt x="568" y="415"/>
                  </a:cubicBezTo>
                  <a:close/>
                  <a:moveTo>
                    <a:pt x="448" y="603"/>
                  </a:moveTo>
                  <a:cubicBezTo>
                    <a:pt x="427" y="603"/>
                    <a:pt x="427" y="603"/>
                    <a:pt x="427" y="603"/>
                  </a:cubicBezTo>
                  <a:cubicBezTo>
                    <a:pt x="431" y="600"/>
                    <a:pt x="435" y="596"/>
                    <a:pt x="435" y="590"/>
                  </a:cubicBezTo>
                  <a:cubicBezTo>
                    <a:pt x="435" y="501"/>
                    <a:pt x="435" y="501"/>
                    <a:pt x="435" y="501"/>
                  </a:cubicBezTo>
                  <a:cubicBezTo>
                    <a:pt x="440" y="501"/>
                    <a:pt x="440" y="501"/>
                    <a:pt x="440" y="501"/>
                  </a:cubicBezTo>
                  <a:cubicBezTo>
                    <a:pt x="440" y="590"/>
                    <a:pt x="440" y="590"/>
                    <a:pt x="440" y="590"/>
                  </a:cubicBezTo>
                  <a:cubicBezTo>
                    <a:pt x="440" y="596"/>
                    <a:pt x="443" y="600"/>
                    <a:pt x="448" y="603"/>
                  </a:cubicBezTo>
                  <a:close/>
                  <a:moveTo>
                    <a:pt x="406" y="415"/>
                  </a:moveTo>
                  <a:cubicBezTo>
                    <a:pt x="406" y="453"/>
                    <a:pt x="406" y="453"/>
                    <a:pt x="406" y="453"/>
                  </a:cubicBezTo>
                  <a:cubicBezTo>
                    <a:pt x="406" y="475"/>
                    <a:pt x="406" y="475"/>
                    <a:pt x="406" y="475"/>
                  </a:cubicBezTo>
                  <a:cubicBezTo>
                    <a:pt x="406" y="484"/>
                    <a:pt x="406" y="484"/>
                    <a:pt x="406" y="484"/>
                  </a:cubicBezTo>
                  <a:cubicBezTo>
                    <a:pt x="399" y="484"/>
                    <a:pt x="399" y="484"/>
                    <a:pt x="399" y="484"/>
                  </a:cubicBezTo>
                  <a:cubicBezTo>
                    <a:pt x="397" y="446"/>
                    <a:pt x="401" y="426"/>
                    <a:pt x="406" y="415"/>
                  </a:cubicBezTo>
                  <a:close/>
                  <a:moveTo>
                    <a:pt x="341" y="501"/>
                  </a:moveTo>
                  <a:cubicBezTo>
                    <a:pt x="406" y="501"/>
                    <a:pt x="406" y="501"/>
                    <a:pt x="406" y="501"/>
                  </a:cubicBezTo>
                  <a:cubicBezTo>
                    <a:pt x="406" y="590"/>
                    <a:pt x="406" y="590"/>
                    <a:pt x="406" y="590"/>
                  </a:cubicBezTo>
                  <a:cubicBezTo>
                    <a:pt x="406" y="596"/>
                    <a:pt x="409" y="600"/>
                    <a:pt x="414" y="603"/>
                  </a:cubicBezTo>
                  <a:cubicBezTo>
                    <a:pt x="341" y="603"/>
                    <a:pt x="341" y="603"/>
                    <a:pt x="341" y="603"/>
                  </a:cubicBezTo>
                  <a:lnTo>
                    <a:pt x="341" y="501"/>
                  </a:lnTo>
                  <a:close/>
                  <a:moveTo>
                    <a:pt x="341" y="620"/>
                  </a:moveTo>
                  <a:cubicBezTo>
                    <a:pt x="792" y="620"/>
                    <a:pt x="792" y="620"/>
                    <a:pt x="792" y="620"/>
                  </a:cubicBezTo>
                  <a:cubicBezTo>
                    <a:pt x="792" y="847"/>
                    <a:pt x="792" y="847"/>
                    <a:pt x="792" y="847"/>
                  </a:cubicBezTo>
                  <a:cubicBezTo>
                    <a:pt x="722" y="847"/>
                    <a:pt x="722" y="847"/>
                    <a:pt x="722" y="847"/>
                  </a:cubicBezTo>
                  <a:cubicBezTo>
                    <a:pt x="721" y="842"/>
                    <a:pt x="720" y="840"/>
                    <a:pt x="720" y="839"/>
                  </a:cubicBezTo>
                  <a:cubicBezTo>
                    <a:pt x="720" y="839"/>
                    <a:pt x="719" y="838"/>
                    <a:pt x="719" y="838"/>
                  </a:cubicBezTo>
                  <a:cubicBezTo>
                    <a:pt x="719" y="824"/>
                    <a:pt x="721" y="810"/>
                    <a:pt x="724" y="798"/>
                  </a:cubicBezTo>
                  <a:cubicBezTo>
                    <a:pt x="734" y="810"/>
                    <a:pt x="749" y="823"/>
                    <a:pt x="770" y="830"/>
                  </a:cubicBezTo>
                  <a:cubicBezTo>
                    <a:pt x="771" y="830"/>
                    <a:pt x="772" y="831"/>
                    <a:pt x="773" y="831"/>
                  </a:cubicBezTo>
                  <a:cubicBezTo>
                    <a:pt x="777" y="831"/>
                    <a:pt x="781" y="828"/>
                    <a:pt x="783" y="824"/>
                  </a:cubicBezTo>
                  <a:cubicBezTo>
                    <a:pt x="785" y="818"/>
                    <a:pt x="782" y="813"/>
                    <a:pt x="776" y="811"/>
                  </a:cubicBezTo>
                  <a:cubicBezTo>
                    <a:pt x="741" y="799"/>
                    <a:pt x="727" y="766"/>
                    <a:pt x="727" y="765"/>
                  </a:cubicBezTo>
                  <a:cubicBezTo>
                    <a:pt x="726" y="763"/>
                    <a:pt x="724" y="762"/>
                    <a:pt x="722" y="761"/>
                  </a:cubicBezTo>
                  <a:cubicBezTo>
                    <a:pt x="720" y="758"/>
                    <a:pt x="718" y="757"/>
                    <a:pt x="715" y="756"/>
                  </a:cubicBezTo>
                  <a:cubicBezTo>
                    <a:pt x="705" y="753"/>
                    <a:pt x="690" y="759"/>
                    <a:pt x="684" y="776"/>
                  </a:cubicBezTo>
                  <a:cubicBezTo>
                    <a:pt x="676" y="801"/>
                    <a:pt x="674" y="817"/>
                    <a:pt x="677" y="843"/>
                  </a:cubicBezTo>
                  <a:cubicBezTo>
                    <a:pt x="677" y="845"/>
                    <a:pt x="677" y="846"/>
                    <a:pt x="678" y="847"/>
                  </a:cubicBezTo>
                  <a:cubicBezTo>
                    <a:pt x="488" y="847"/>
                    <a:pt x="488" y="847"/>
                    <a:pt x="488" y="847"/>
                  </a:cubicBezTo>
                  <a:cubicBezTo>
                    <a:pt x="500" y="829"/>
                    <a:pt x="500" y="829"/>
                    <a:pt x="500" y="829"/>
                  </a:cubicBezTo>
                  <a:cubicBezTo>
                    <a:pt x="500" y="830"/>
                    <a:pt x="501" y="830"/>
                    <a:pt x="501" y="830"/>
                  </a:cubicBezTo>
                  <a:cubicBezTo>
                    <a:pt x="502" y="830"/>
                    <a:pt x="504" y="831"/>
                    <a:pt x="505" y="831"/>
                  </a:cubicBezTo>
                  <a:cubicBezTo>
                    <a:pt x="509" y="831"/>
                    <a:pt x="513" y="828"/>
                    <a:pt x="514" y="824"/>
                  </a:cubicBezTo>
                  <a:cubicBezTo>
                    <a:pt x="515" y="820"/>
                    <a:pt x="514" y="816"/>
                    <a:pt x="511" y="813"/>
                  </a:cubicBezTo>
                  <a:cubicBezTo>
                    <a:pt x="549" y="759"/>
                    <a:pt x="549" y="759"/>
                    <a:pt x="549" y="759"/>
                  </a:cubicBezTo>
                  <a:cubicBezTo>
                    <a:pt x="535" y="749"/>
                    <a:pt x="535" y="749"/>
                    <a:pt x="535" y="749"/>
                  </a:cubicBezTo>
                  <a:cubicBezTo>
                    <a:pt x="496" y="806"/>
                    <a:pt x="496" y="806"/>
                    <a:pt x="496" y="806"/>
                  </a:cubicBezTo>
                  <a:cubicBezTo>
                    <a:pt x="469" y="792"/>
                    <a:pt x="458" y="766"/>
                    <a:pt x="458" y="765"/>
                  </a:cubicBezTo>
                  <a:cubicBezTo>
                    <a:pt x="457" y="763"/>
                    <a:pt x="455" y="762"/>
                    <a:pt x="454" y="761"/>
                  </a:cubicBezTo>
                  <a:cubicBezTo>
                    <a:pt x="452" y="758"/>
                    <a:pt x="449" y="757"/>
                    <a:pt x="446" y="756"/>
                  </a:cubicBezTo>
                  <a:cubicBezTo>
                    <a:pt x="436" y="753"/>
                    <a:pt x="421" y="759"/>
                    <a:pt x="415" y="776"/>
                  </a:cubicBezTo>
                  <a:cubicBezTo>
                    <a:pt x="407" y="801"/>
                    <a:pt x="405" y="817"/>
                    <a:pt x="408" y="843"/>
                  </a:cubicBezTo>
                  <a:cubicBezTo>
                    <a:pt x="408" y="845"/>
                    <a:pt x="409" y="846"/>
                    <a:pt x="409" y="847"/>
                  </a:cubicBezTo>
                  <a:cubicBezTo>
                    <a:pt x="341" y="847"/>
                    <a:pt x="341" y="847"/>
                    <a:pt x="341" y="847"/>
                  </a:cubicBezTo>
                  <a:lnTo>
                    <a:pt x="341" y="620"/>
                  </a:lnTo>
                  <a:close/>
                  <a:moveTo>
                    <a:pt x="341" y="865"/>
                  </a:moveTo>
                  <a:cubicBezTo>
                    <a:pt x="425" y="865"/>
                    <a:pt x="425" y="865"/>
                    <a:pt x="425" y="865"/>
                  </a:cubicBezTo>
                  <a:cubicBezTo>
                    <a:pt x="429" y="884"/>
                    <a:pt x="433" y="918"/>
                    <a:pt x="425" y="957"/>
                  </a:cubicBezTo>
                  <a:cubicBezTo>
                    <a:pt x="425" y="960"/>
                    <a:pt x="425" y="963"/>
                    <a:pt x="426" y="966"/>
                  </a:cubicBezTo>
                  <a:cubicBezTo>
                    <a:pt x="341" y="966"/>
                    <a:pt x="341" y="966"/>
                    <a:pt x="341" y="966"/>
                  </a:cubicBezTo>
                  <a:lnTo>
                    <a:pt x="341" y="865"/>
                  </a:lnTo>
                  <a:close/>
                  <a:moveTo>
                    <a:pt x="341" y="984"/>
                  </a:moveTo>
                  <a:cubicBezTo>
                    <a:pt x="496" y="984"/>
                    <a:pt x="496" y="984"/>
                    <a:pt x="496" y="984"/>
                  </a:cubicBezTo>
                  <a:cubicBezTo>
                    <a:pt x="341" y="1308"/>
                    <a:pt x="341" y="1308"/>
                    <a:pt x="341" y="1308"/>
                  </a:cubicBezTo>
                  <a:lnTo>
                    <a:pt x="341" y="984"/>
                  </a:lnTo>
                  <a:close/>
                  <a:moveTo>
                    <a:pt x="323" y="1011"/>
                  </a:moveTo>
                  <a:cubicBezTo>
                    <a:pt x="323" y="1330"/>
                    <a:pt x="323" y="1330"/>
                    <a:pt x="323" y="1330"/>
                  </a:cubicBezTo>
                  <a:cubicBezTo>
                    <a:pt x="170" y="1330"/>
                    <a:pt x="170" y="1330"/>
                    <a:pt x="170" y="1330"/>
                  </a:cubicBezTo>
                  <a:lnTo>
                    <a:pt x="323" y="10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212"/>
            <p:cNvSpPr>
              <a:spLocks/>
            </p:cNvSpPr>
            <p:nvPr/>
          </p:nvSpPr>
          <p:spPr bwMode="auto">
            <a:xfrm>
              <a:off x="7421563" y="3689350"/>
              <a:ext cx="79375" cy="84137"/>
            </a:xfrm>
            <a:custGeom>
              <a:avLst/>
              <a:gdLst>
                <a:gd name="T0" fmla="*/ 5 w 61"/>
                <a:gd name="T1" fmla="*/ 41 h 66"/>
                <a:gd name="T2" fmla="*/ 6 w 61"/>
                <a:gd name="T3" fmla="*/ 40 h 66"/>
                <a:gd name="T4" fmla="*/ 32 w 61"/>
                <a:gd name="T5" fmla="*/ 66 h 66"/>
                <a:gd name="T6" fmla="*/ 59 w 61"/>
                <a:gd name="T7" fmla="*/ 39 h 66"/>
                <a:gd name="T8" fmla="*/ 55 w 61"/>
                <a:gd name="T9" fmla="*/ 26 h 66"/>
                <a:gd name="T10" fmla="*/ 58 w 61"/>
                <a:gd name="T11" fmla="*/ 26 h 66"/>
                <a:gd name="T12" fmla="*/ 61 w 61"/>
                <a:gd name="T13" fmla="*/ 21 h 66"/>
                <a:gd name="T14" fmla="*/ 56 w 61"/>
                <a:gd name="T15" fmla="*/ 18 h 66"/>
                <a:gd name="T16" fmla="*/ 54 w 61"/>
                <a:gd name="T17" fmla="*/ 19 h 66"/>
                <a:gd name="T18" fmla="*/ 23 w 61"/>
                <a:gd name="T19" fmla="*/ 4 h 66"/>
                <a:gd name="T20" fmla="*/ 5 w 61"/>
                <a:gd name="T21" fmla="*/ 33 h 66"/>
                <a:gd name="T22" fmla="*/ 3 w 61"/>
                <a:gd name="T23" fmla="*/ 33 h 66"/>
                <a:gd name="T24" fmla="*/ 0 w 61"/>
                <a:gd name="T25" fmla="*/ 38 h 66"/>
                <a:gd name="T26" fmla="*/ 5 w 61"/>
                <a:gd name="T27" fmla="*/ 41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1" h="66">
                  <a:moveTo>
                    <a:pt x="5" y="41"/>
                  </a:moveTo>
                  <a:cubicBezTo>
                    <a:pt x="6" y="40"/>
                    <a:pt x="6" y="40"/>
                    <a:pt x="6" y="40"/>
                  </a:cubicBezTo>
                  <a:cubicBezTo>
                    <a:pt x="7" y="54"/>
                    <a:pt x="18" y="66"/>
                    <a:pt x="32" y="66"/>
                  </a:cubicBezTo>
                  <a:cubicBezTo>
                    <a:pt x="47" y="66"/>
                    <a:pt x="59" y="54"/>
                    <a:pt x="59" y="39"/>
                  </a:cubicBezTo>
                  <a:cubicBezTo>
                    <a:pt x="59" y="35"/>
                    <a:pt x="57" y="30"/>
                    <a:pt x="55" y="26"/>
                  </a:cubicBezTo>
                  <a:cubicBezTo>
                    <a:pt x="58" y="26"/>
                    <a:pt x="58" y="26"/>
                    <a:pt x="58" y="26"/>
                  </a:cubicBezTo>
                  <a:cubicBezTo>
                    <a:pt x="60" y="25"/>
                    <a:pt x="61" y="23"/>
                    <a:pt x="61" y="21"/>
                  </a:cubicBezTo>
                  <a:cubicBezTo>
                    <a:pt x="60" y="19"/>
                    <a:pt x="58" y="18"/>
                    <a:pt x="56" y="18"/>
                  </a:cubicBezTo>
                  <a:cubicBezTo>
                    <a:pt x="54" y="19"/>
                    <a:pt x="54" y="19"/>
                    <a:pt x="54" y="19"/>
                  </a:cubicBezTo>
                  <a:cubicBezTo>
                    <a:pt x="49" y="7"/>
                    <a:pt x="36" y="0"/>
                    <a:pt x="23" y="4"/>
                  </a:cubicBezTo>
                  <a:cubicBezTo>
                    <a:pt x="10" y="7"/>
                    <a:pt x="3" y="20"/>
                    <a:pt x="5" y="33"/>
                  </a:cubicBezTo>
                  <a:cubicBezTo>
                    <a:pt x="3" y="33"/>
                    <a:pt x="3" y="33"/>
                    <a:pt x="3" y="33"/>
                  </a:cubicBezTo>
                  <a:cubicBezTo>
                    <a:pt x="1" y="34"/>
                    <a:pt x="0" y="36"/>
                    <a:pt x="0" y="38"/>
                  </a:cubicBezTo>
                  <a:cubicBezTo>
                    <a:pt x="1" y="40"/>
                    <a:pt x="3" y="41"/>
                    <a:pt x="5"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213"/>
            <p:cNvSpPr>
              <a:spLocks/>
            </p:cNvSpPr>
            <p:nvPr/>
          </p:nvSpPr>
          <p:spPr bwMode="auto">
            <a:xfrm>
              <a:off x="7629525" y="3689350"/>
              <a:ext cx="79375" cy="84137"/>
            </a:xfrm>
            <a:custGeom>
              <a:avLst/>
              <a:gdLst>
                <a:gd name="T0" fmla="*/ 5 w 61"/>
                <a:gd name="T1" fmla="*/ 41 h 66"/>
                <a:gd name="T2" fmla="*/ 6 w 61"/>
                <a:gd name="T3" fmla="*/ 40 h 66"/>
                <a:gd name="T4" fmla="*/ 32 w 61"/>
                <a:gd name="T5" fmla="*/ 66 h 66"/>
                <a:gd name="T6" fmla="*/ 59 w 61"/>
                <a:gd name="T7" fmla="*/ 39 h 66"/>
                <a:gd name="T8" fmla="*/ 55 w 61"/>
                <a:gd name="T9" fmla="*/ 26 h 66"/>
                <a:gd name="T10" fmla="*/ 58 w 61"/>
                <a:gd name="T11" fmla="*/ 26 h 66"/>
                <a:gd name="T12" fmla="*/ 60 w 61"/>
                <a:gd name="T13" fmla="*/ 21 h 66"/>
                <a:gd name="T14" fmla="*/ 56 w 61"/>
                <a:gd name="T15" fmla="*/ 18 h 66"/>
                <a:gd name="T16" fmla="*/ 54 w 61"/>
                <a:gd name="T17" fmla="*/ 19 h 66"/>
                <a:gd name="T18" fmla="*/ 23 w 61"/>
                <a:gd name="T19" fmla="*/ 4 h 66"/>
                <a:gd name="T20" fmla="*/ 4 w 61"/>
                <a:gd name="T21" fmla="*/ 33 h 66"/>
                <a:gd name="T22" fmla="*/ 3 w 61"/>
                <a:gd name="T23" fmla="*/ 33 h 66"/>
                <a:gd name="T24" fmla="*/ 0 w 61"/>
                <a:gd name="T25" fmla="*/ 38 h 66"/>
                <a:gd name="T26" fmla="*/ 5 w 61"/>
                <a:gd name="T27" fmla="*/ 41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1" h="66">
                  <a:moveTo>
                    <a:pt x="5" y="41"/>
                  </a:moveTo>
                  <a:cubicBezTo>
                    <a:pt x="6" y="40"/>
                    <a:pt x="6" y="40"/>
                    <a:pt x="6" y="40"/>
                  </a:cubicBezTo>
                  <a:cubicBezTo>
                    <a:pt x="6" y="54"/>
                    <a:pt x="18" y="66"/>
                    <a:pt x="32" y="66"/>
                  </a:cubicBezTo>
                  <a:cubicBezTo>
                    <a:pt x="47" y="66"/>
                    <a:pt x="59" y="54"/>
                    <a:pt x="59" y="39"/>
                  </a:cubicBezTo>
                  <a:cubicBezTo>
                    <a:pt x="59" y="35"/>
                    <a:pt x="57" y="30"/>
                    <a:pt x="55" y="26"/>
                  </a:cubicBezTo>
                  <a:cubicBezTo>
                    <a:pt x="58" y="26"/>
                    <a:pt x="58" y="26"/>
                    <a:pt x="58" y="26"/>
                  </a:cubicBezTo>
                  <a:cubicBezTo>
                    <a:pt x="60" y="25"/>
                    <a:pt x="61" y="23"/>
                    <a:pt x="60" y="21"/>
                  </a:cubicBezTo>
                  <a:cubicBezTo>
                    <a:pt x="60" y="19"/>
                    <a:pt x="58" y="18"/>
                    <a:pt x="56" y="18"/>
                  </a:cubicBezTo>
                  <a:cubicBezTo>
                    <a:pt x="54" y="19"/>
                    <a:pt x="54" y="19"/>
                    <a:pt x="54" y="19"/>
                  </a:cubicBezTo>
                  <a:cubicBezTo>
                    <a:pt x="49" y="7"/>
                    <a:pt x="36" y="0"/>
                    <a:pt x="23" y="4"/>
                  </a:cubicBezTo>
                  <a:cubicBezTo>
                    <a:pt x="10" y="7"/>
                    <a:pt x="2" y="20"/>
                    <a:pt x="4" y="33"/>
                  </a:cubicBezTo>
                  <a:cubicBezTo>
                    <a:pt x="3" y="33"/>
                    <a:pt x="3" y="33"/>
                    <a:pt x="3" y="33"/>
                  </a:cubicBezTo>
                  <a:cubicBezTo>
                    <a:pt x="1" y="34"/>
                    <a:pt x="0" y="36"/>
                    <a:pt x="0" y="38"/>
                  </a:cubicBezTo>
                  <a:cubicBezTo>
                    <a:pt x="1" y="40"/>
                    <a:pt x="3" y="41"/>
                    <a:pt x="5"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214"/>
            <p:cNvSpPr>
              <a:spLocks/>
            </p:cNvSpPr>
            <p:nvPr/>
          </p:nvSpPr>
          <p:spPr bwMode="auto">
            <a:xfrm>
              <a:off x="7804150" y="4171950"/>
              <a:ext cx="77788" cy="84137"/>
            </a:xfrm>
            <a:custGeom>
              <a:avLst/>
              <a:gdLst>
                <a:gd name="T0" fmla="*/ 5 w 61"/>
                <a:gd name="T1" fmla="*/ 41 h 65"/>
                <a:gd name="T2" fmla="*/ 25 w 61"/>
                <a:gd name="T3" fmla="*/ 62 h 65"/>
                <a:gd name="T4" fmla="*/ 58 w 61"/>
                <a:gd name="T5" fmla="*/ 42 h 65"/>
                <a:gd name="T6" fmla="*/ 56 w 61"/>
                <a:gd name="T7" fmla="*/ 26 h 65"/>
                <a:gd name="T8" fmla="*/ 58 w 61"/>
                <a:gd name="T9" fmla="*/ 26 h 65"/>
                <a:gd name="T10" fmla="*/ 61 w 61"/>
                <a:gd name="T11" fmla="*/ 21 h 65"/>
                <a:gd name="T12" fmla="*/ 56 w 61"/>
                <a:gd name="T13" fmla="*/ 19 h 65"/>
                <a:gd name="T14" fmla="*/ 54 w 61"/>
                <a:gd name="T15" fmla="*/ 19 h 65"/>
                <a:gd name="T16" fmla="*/ 23 w 61"/>
                <a:gd name="T17" fmla="*/ 4 h 65"/>
                <a:gd name="T18" fmla="*/ 4 w 61"/>
                <a:gd name="T19" fmla="*/ 32 h 65"/>
                <a:gd name="T20" fmla="*/ 4 w 61"/>
                <a:gd name="T21" fmla="*/ 33 h 65"/>
                <a:gd name="T22" fmla="*/ 3 w 61"/>
                <a:gd name="T23" fmla="*/ 34 h 65"/>
                <a:gd name="T24" fmla="*/ 0 w 61"/>
                <a:gd name="T25" fmla="*/ 38 h 65"/>
                <a:gd name="T26" fmla="*/ 5 w 61"/>
                <a:gd name="T27" fmla="*/ 4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1" h="65">
                  <a:moveTo>
                    <a:pt x="5" y="41"/>
                  </a:moveTo>
                  <a:cubicBezTo>
                    <a:pt x="7" y="51"/>
                    <a:pt x="14" y="60"/>
                    <a:pt x="25" y="62"/>
                  </a:cubicBezTo>
                  <a:cubicBezTo>
                    <a:pt x="40" y="65"/>
                    <a:pt x="54" y="56"/>
                    <a:pt x="58" y="42"/>
                  </a:cubicBezTo>
                  <a:cubicBezTo>
                    <a:pt x="59" y="36"/>
                    <a:pt x="58" y="31"/>
                    <a:pt x="56" y="26"/>
                  </a:cubicBezTo>
                  <a:cubicBezTo>
                    <a:pt x="58" y="26"/>
                    <a:pt x="58" y="26"/>
                    <a:pt x="58" y="26"/>
                  </a:cubicBezTo>
                  <a:cubicBezTo>
                    <a:pt x="60" y="25"/>
                    <a:pt x="61" y="23"/>
                    <a:pt x="61" y="21"/>
                  </a:cubicBezTo>
                  <a:cubicBezTo>
                    <a:pt x="60" y="19"/>
                    <a:pt x="58" y="18"/>
                    <a:pt x="56" y="19"/>
                  </a:cubicBezTo>
                  <a:cubicBezTo>
                    <a:pt x="54" y="19"/>
                    <a:pt x="54" y="19"/>
                    <a:pt x="54" y="19"/>
                  </a:cubicBezTo>
                  <a:cubicBezTo>
                    <a:pt x="49" y="7"/>
                    <a:pt x="36" y="0"/>
                    <a:pt x="23" y="4"/>
                  </a:cubicBezTo>
                  <a:cubicBezTo>
                    <a:pt x="11" y="7"/>
                    <a:pt x="3" y="19"/>
                    <a:pt x="4" y="32"/>
                  </a:cubicBezTo>
                  <a:cubicBezTo>
                    <a:pt x="4" y="32"/>
                    <a:pt x="4" y="33"/>
                    <a:pt x="4" y="33"/>
                  </a:cubicBezTo>
                  <a:cubicBezTo>
                    <a:pt x="3" y="34"/>
                    <a:pt x="3" y="34"/>
                    <a:pt x="3" y="34"/>
                  </a:cubicBezTo>
                  <a:cubicBezTo>
                    <a:pt x="1" y="34"/>
                    <a:pt x="0" y="36"/>
                    <a:pt x="0" y="38"/>
                  </a:cubicBezTo>
                  <a:cubicBezTo>
                    <a:pt x="1" y="40"/>
                    <a:pt x="3" y="41"/>
                    <a:pt x="5"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215"/>
            <p:cNvSpPr>
              <a:spLocks/>
            </p:cNvSpPr>
            <p:nvPr/>
          </p:nvSpPr>
          <p:spPr bwMode="auto">
            <a:xfrm>
              <a:off x="7742238" y="4676775"/>
              <a:ext cx="77788" cy="82550"/>
            </a:xfrm>
            <a:custGeom>
              <a:avLst/>
              <a:gdLst>
                <a:gd name="T0" fmla="*/ 6 w 61"/>
                <a:gd name="T1" fmla="*/ 46 h 65"/>
                <a:gd name="T2" fmla="*/ 8 w 61"/>
                <a:gd name="T3" fmla="*/ 45 h 65"/>
                <a:gd name="T4" fmla="*/ 18 w 61"/>
                <a:gd name="T5" fmla="*/ 57 h 65"/>
                <a:gd name="T6" fmla="*/ 55 w 61"/>
                <a:gd name="T7" fmla="*/ 49 h 65"/>
                <a:gd name="T8" fmla="*/ 55 w 61"/>
                <a:gd name="T9" fmla="*/ 20 h 65"/>
                <a:gd name="T10" fmla="*/ 56 w 61"/>
                <a:gd name="T11" fmla="*/ 15 h 65"/>
                <a:gd name="T12" fmla="*/ 51 w 61"/>
                <a:gd name="T13" fmla="*/ 13 h 65"/>
                <a:gd name="T14" fmla="*/ 50 w 61"/>
                <a:gd name="T15" fmla="*/ 14 h 65"/>
                <a:gd name="T16" fmla="*/ 49 w 61"/>
                <a:gd name="T17" fmla="*/ 13 h 65"/>
                <a:gd name="T18" fmla="*/ 16 w 61"/>
                <a:gd name="T19" fmla="*/ 6 h 65"/>
                <a:gd name="T20" fmla="*/ 4 w 61"/>
                <a:gd name="T21" fmla="*/ 38 h 65"/>
                <a:gd name="T22" fmla="*/ 3 w 61"/>
                <a:gd name="T23" fmla="*/ 39 h 65"/>
                <a:gd name="T24" fmla="*/ 1 w 61"/>
                <a:gd name="T25" fmla="*/ 44 h 65"/>
                <a:gd name="T26" fmla="*/ 6 w 61"/>
                <a:gd name="T27" fmla="*/ 46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1" h="65">
                  <a:moveTo>
                    <a:pt x="6" y="46"/>
                  </a:moveTo>
                  <a:cubicBezTo>
                    <a:pt x="8" y="45"/>
                    <a:pt x="8" y="45"/>
                    <a:pt x="8" y="45"/>
                  </a:cubicBezTo>
                  <a:cubicBezTo>
                    <a:pt x="10" y="50"/>
                    <a:pt x="13" y="54"/>
                    <a:pt x="18" y="57"/>
                  </a:cubicBezTo>
                  <a:cubicBezTo>
                    <a:pt x="30" y="65"/>
                    <a:pt x="47" y="62"/>
                    <a:pt x="55" y="49"/>
                  </a:cubicBezTo>
                  <a:cubicBezTo>
                    <a:pt x="61" y="40"/>
                    <a:pt x="61" y="28"/>
                    <a:pt x="55" y="20"/>
                  </a:cubicBezTo>
                  <a:cubicBezTo>
                    <a:pt x="57" y="19"/>
                    <a:pt x="57" y="17"/>
                    <a:pt x="56" y="15"/>
                  </a:cubicBezTo>
                  <a:cubicBezTo>
                    <a:pt x="55" y="13"/>
                    <a:pt x="53" y="12"/>
                    <a:pt x="51" y="13"/>
                  </a:cubicBezTo>
                  <a:cubicBezTo>
                    <a:pt x="50" y="14"/>
                    <a:pt x="50" y="14"/>
                    <a:pt x="50" y="14"/>
                  </a:cubicBezTo>
                  <a:cubicBezTo>
                    <a:pt x="50" y="14"/>
                    <a:pt x="49" y="13"/>
                    <a:pt x="49" y="13"/>
                  </a:cubicBezTo>
                  <a:cubicBezTo>
                    <a:pt x="41" y="3"/>
                    <a:pt x="28" y="0"/>
                    <a:pt x="16" y="6"/>
                  </a:cubicBezTo>
                  <a:cubicBezTo>
                    <a:pt x="5" y="12"/>
                    <a:pt x="0" y="26"/>
                    <a:pt x="4" y="38"/>
                  </a:cubicBezTo>
                  <a:cubicBezTo>
                    <a:pt x="3" y="39"/>
                    <a:pt x="3" y="39"/>
                    <a:pt x="3" y="39"/>
                  </a:cubicBezTo>
                  <a:cubicBezTo>
                    <a:pt x="1" y="40"/>
                    <a:pt x="0" y="42"/>
                    <a:pt x="1" y="44"/>
                  </a:cubicBezTo>
                  <a:cubicBezTo>
                    <a:pt x="2" y="46"/>
                    <a:pt x="4" y="47"/>
                    <a:pt x="6"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216"/>
            <p:cNvSpPr>
              <a:spLocks/>
            </p:cNvSpPr>
            <p:nvPr/>
          </p:nvSpPr>
          <p:spPr bwMode="auto">
            <a:xfrm>
              <a:off x="7604125" y="4745038"/>
              <a:ext cx="77788" cy="82550"/>
            </a:xfrm>
            <a:custGeom>
              <a:avLst/>
              <a:gdLst>
                <a:gd name="T0" fmla="*/ 11 w 61"/>
                <a:gd name="T1" fmla="*/ 14 h 65"/>
                <a:gd name="T2" fmla="*/ 10 w 61"/>
                <a:gd name="T3" fmla="*/ 15 h 65"/>
                <a:gd name="T4" fmla="*/ 9 w 61"/>
                <a:gd name="T5" fmla="*/ 14 h 65"/>
                <a:gd name="T6" fmla="*/ 4 w 61"/>
                <a:gd name="T7" fmla="*/ 16 h 65"/>
                <a:gd name="T8" fmla="*/ 5 w 61"/>
                <a:gd name="T9" fmla="*/ 21 h 65"/>
                <a:gd name="T10" fmla="*/ 7 w 61"/>
                <a:gd name="T11" fmla="*/ 50 h 65"/>
                <a:gd name="T12" fmla="*/ 45 w 61"/>
                <a:gd name="T13" fmla="*/ 56 h 65"/>
                <a:gd name="T14" fmla="*/ 54 w 61"/>
                <a:gd name="T15" fmla="*/ 44 h 65"/>
                <a:gd name="T16" fmla="*/ 55 w 61"/>
                <a:gd name="T17" fmla="*/ 44 h 65"/>
                <a:gd name="T18" fmla="*/ 60 w 61"/>
                <a:gd name="T19" fmla="*/ 42 h 65"/>
                <a:gd name="T20" fmla="*/ 59 w 61"/>
                <a:gd name="T21" fmla="*/ 37 h 65"/>
                <a:gd name="T22" fmla="*/ 57 w 61"/>
                <a:gd name="T23" fmla="*/ 37 h 65"/>
                <a:gd name="T24" fmla="*/ 43 w 61"/>
                <a:gd name="T25" fmla="*/ 5 h 65"/>
                <a:gd name="T26" fmla="*/ 11 w 61"/>
                <a:gd name="T27" fmla="*/ 14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1" h="65">
                  <a:moveTo>
                    <a:pt x="11" y="14"/>
                  </a:moveTo>
                  <a:cubicBezTo>
                    <a:pt x="11" y="14"/>
                    <a:pt x="10" y="15"/>
                    <a:pt x="10" y="15"/>
                  </a:cubicBezTo>
                  <a:cubicBezTo>
                    <a:pt x="9" y="14"/>
                    <a:pt x="9" y="14"/>
                    <a:pt x="9" y="14"/>
                  </a:cubicBezTo>
                  <a:cubicBezTo>
                    <a:pt x="7" y="14"/>
                    <a:pt x="5" y="14"/>
                    <a:pt x="4" y="16"/>
                  </a:cubicBezTo>
                  <a:cubicBezTo>
                    <a:pt x="3" y="18"/>
                    <a:pt x="4" y="20"/>
                    <a:pt x="5" y="21"/>
                  </a:cubicBezTo>
                  <a:cubicBezTo>
                    <a:pt x="0" y="30"/>
                    <a:pt x="0" y="41"/>
                    <a:pt x="7" y="50"/>
                  </a:cubicBezTo>
                  <a:cubicBezTo>
                    <a:pt x="16" y="62"/>
                    <a:pt x="33" y="65"/>
                    <a:pt x="45" y="56"/>
                  </a:cubicBezTo>
                  <a:cubicBezTo>
                    <a:pt x="49" y="53"/>
                    <a:pt x="52" y="48"/>
                    <a:pt x="54" y="44"/>
                  </a:cubicBezTo>
                  <a:cubicBezTo>
                    <a:pt x="55" y="44"/>
                    <a:pt x="55" y="44"/>
                    <a:pt x="55" y="44"/>
                  </a:cubicBezTo>
                  <a:cubicBezTo>
                    <a:pt x="57" y="45"/>
                    <a:pt x="60" y="44"/>
                    <a:pt x="60" y="42"/>
                  </a:cubicBezTo>
                  <a:cubicBezTo>
                    <a:pt x="61" y="41"/>
                    <a:pt x="60" y="38"/>
                    <a:pt x="59" y="37"/>
                  </a:cubicBezTo>
                  <a:cubicBezTo>
                    <a:pt x="57" y="37"/>
                    <a:pt x="57" y="37"/>
                    <a:pt x="57" y="37"/>
                  </a:cubicBezTo>
                  <a:cubicBezTo>
                    <a:pt x="61" y="24"/>
                    <a:pt x="55" y="11"/>
                    <a:pt x="43" y="5"/>
                  </a:cubicBezTo>
                  <a:cubicBezTo>
                    <a:pt x="32" y="0"/>
                    <a:pt x="18" y="4"/>
                    <a:pt x="11"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Freeform 217"/>
            <p:cNvSpPr>
              <a:spLocks/>
            </p:cNvSpPr>
            <p:nvPr/>
          </p:nvSpPr>
          <p:spPr bwMode="auto">
            <a:xfrm>
              <a:off x="7459663" y="4171950"/>
              <a:ext cx="77788" cy="84137"/>
            </a:xfrm>
            <a:custGeom>
              <a:avLst/>
              <a:gdLst>
                <a:gd name="T0" fmla="*/ 5 w 61"/>
                <a:gd name="T1" fmla="*/ 41 h 65"/>
                <a:gd name="T2" fmla="*/ 25 w 61"/>
                <a:gd name="T3" fmla="*/ 62 h 65"/>
                <a:gd name="T4" fmla="*/ 58 w 61"/>
                <a:gd name="T5" fmla="*/ 42 h 65"/>
                <a:gd name="T6" fmla="*/ 57 w 61"/>
                <a:gd name="T7" fmla="*/ 26 h 65"/>
                <a:gd name="T8" fmla="*/ 58 w 61"/>
                <a:gd name="T9" fmla="*/ 26 h 65"/>
                <a:gd name="T10" fmla="*/ 61 w 61"/>
                <a:gd name="T11" fmla="*/ 21 h 65"/>
                <a:gd name="T12" fmla="*/ 56 w 61"/>
                <a:gd name="T13" fmla="*/ 19 h 65"/>
                <a:gd name="T14" fmla="*/ 55 w 61"/>
                <a:gd name="T15" fmla="*/ 19 h 65"/>
                <a:gd name="T16" fmla="*/ 23 w 61"/>
                <a:gd name="T17" fmla="*/ 4 h 65"/>
                <a:gd name="T18" fmla="*/ 5 w 61"/>
                <a:gd name="T19" fmla="*/ 32 h 65"/>
                <a:gd name="T20" fmla="*/ 5 w 61"/>
                <a:gd name="T21" fmla="*/ 33 h 65"/>
                <a:gd name="T22" fmla="*/ 3 w 61"/>
                <a:gd name="T23" fmla="*/ 34 h 65"/>
                <a:gd name="T24" fmla="*/ 1 w 61"/>
                <a:gd name="T25" fmla="*/ 38 h 65"/>
                <a:gd name="T26" fmla="*/ 5 w 61"/>
                <a:gd name="T27" fmla="*/ 4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1" h="65">
                  <a:moveTo>
                    <a:pt x="5" y="41"/>
                  </a:moveTo>
                  <a:cubicBezTo>
                    <a:pt x="7" y="51"/>
                    <a:pt x="15" y="60"/>
                    <a:pt x="25" y="62"/>
                  </a:cubicBezTo>
                  <a:cubicBezTo>
                    <a:pt x="40" y="65"/>
                    <a:pt x="54" y="56"/>
                    <a:pt x="58" y="42"/>
                  </a:cubicBezTo>
                  <a:cubicBezTo>
                    <a:pt x="59" y="36"/>
                    <a:pt x="59" y="31"/>
                    <a:pt x="57" y="26"/>
                  </a:cubicBezTo>
                  <a:cubicBezTo>
                    <a:pt x="58" y="26"/>
                    <a:pt x="58" y="26"/>
                    <a:pt x="58" y="26"/>
                  </a:cubicBezTo>
                  <a:cubicBezTo>
                    <a:pt x="60" y="25"/>
                    <a:pt x="61" y="23"/>
                    <a:pt x="61" y="21"/>
                  </a:cubicBezTo>
                  <a:cubicBezTo>
                    <a:pt x="60" y="19"/>
                    <a:pt x="58" y="18"/>
                    <a:pt x="56" y="19"/>
                  </a:cubicBezTo>
                  <a:cubicBezTo>
                    <a:pt x="55" y="19"/>
                    <a:pt x="55" y="19"/>
                    <a:pt x="55" y="19"/>
                  </a:cubicBezTo>
                  <a:cubicBezTo>
                    <a:pt x="50" y="7"/>
                    <a:pt x="36" y="0"/>
                    <a:pt x="23" y="4"/>
                  </a:cubicBezTo>
                  <a:cubicBezTo>
                    <a:pt x="11" y="7"/>
                    <a:pt x="4" y="19"/>
                    <a:pt x="5" y="32"/>
                  </a:cubicBezTo>
                  <a:cubicBezTo>
                    <a:pt x="5" y="32"/>
                    <a:pt x="5" y="33"/>
                    <a:pt x="5" y="33"/>
                  </a:cubicBezTo>
                  <a:cubicBezTo>
                    <a:pt x="3" y="34"/>
                    <a:pt x="3" y="34"/>
                    <a:pt x="3" y="34"/>
                  </a:cubicBezTo>
                  <a:cubicBezTo>
                    <a:pt x="1" y="34"/>
                    <a:pt x="0" y="36"/>
                    <a:pt x="1" y="38"/>
                  </a:cubicBezTo>
                  <a:cubicBezTo>
                    <a:pt x="1" y="40"/>
                    <a:pt x="3" y="41"/>
                    <a:pt x="5"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26" name="组合 225"/>
          <p:cNvGrpSpPr/>
          <p:nvPr/>
        </p:nvGrpSpPr>
        <p:grpSpPr>
          <a:xfrm>
            <a:off x="9237663" y="3286125"/>
            <a:ext cx="2605087" cy="1846262"/>
            <a:chOff x="9237663" y="3286125"/>
            <a:chExt cx="2605087" cy="1846262"/>
          </a:xfrm>
          <a:solidFill>
            <a:schemeClr val="tx1">
              <a:lumMod val="65000"/>
              <a:lumOff val="35000"/>
            </a:schemeClr>
          </a:solidFill>
        </p:grpSpPr>
        <p:sp>
          <p:nvSpPr>
            <p:cNvPr id="227" name="Freeform 218"/>
            <p:cNvSpPr>
              <a:spLocks noEditPoints="1"/>
            </p:cNvSpPr>
            <p:nvPr/>
          </p:nvSpPr>
          <p:spPr bwMode="auto">
            <a:xfrm>
              <a:off x="9261475" y="3511550"/>
              <a:ext cx="2581275" cy="1444625"/>
            </a:xfrm>
            <a:custGeom>
              <a:avLst/>
              <a:gdLst>
                <a:gd name="T0" fmla="*/ 318 w 2014"/>
                <a:gd name="T1" fmla="*/ 945 h 1127"/>
                <a:gd name="T2" fmla="*/ 179 w 2014"/>
                <a:gd name="T3" fmla="*/ 969 h 1127"/>
                <a:gd name="T4" fmla="*/ 141 w 2014"/>
                <a:gd name="T5" fmla="*/ 1040 h 1127"/>
                <a:gd name="T6" fmla="*/ 287 w 2014"/>
                <a:gd name="T7" fmla="*/ 1112 h 1127"/>
                <a:gd name="T8" fmla="*/ 558 w 2014"/>
                <a:gd name="T9" fmla="*/ 1112 h 1127"/>
                <a:gd name="T10" fmla="*/ 618 w 2014"/>
                <a:gd name="T11" fmla="*/ 1032 h 1127"/>
                <a:gd name="T12" fmla="*/ 825 w 2014"/>
                <a:gd name="T13" fmla="*/ 960 h 1127"/>
                <a:gd name="T14" fmla="*/ 785 w 2014"/>
                <a:gd name="T15" fmla="*/ 1040 h 1127"/>
                <a:gd name="T16" fmla="*/ 1570 w 2014"/>
                <a:gd name="T17" fmla="*/ 1112 h 1127"/>
                <a:gd name="T18" fmla="*/ 1614 w 2014"/>
                <a:gd name="T19" fmla="*/ 1127 h 1127"/>
                <a:gd name="T20" fmla="*/ 1891 w 2014"/>
                <a:gd name="T21" fmla="*/ 1127 h 1127"/>
                <a:gd name="T22" fmla="*/ 2014 w 2014"/>
                <a:gd name="T23" fmla="*/ 1089 h 1127"/>
                <a:gd name="T24" fmla="*/ 1996 w 2014"/>
                <a:gd name="T25" fmla="*/ 862 h 1127"/>
                <a:gd name="T26" fmla="*/ 1841 w 2014"/>
                <a:gd name="T27" fmla="*/ 638 h 1127"/>
                <a:gd name="T28" fmla="*/ 1562 w 2014"/>
                <a:gd name="T29" fmla="*/ 675 h 1127"/>
                <a:gd name="T30" fmla="*/ 1489 w 2014"/>
                <a:gd name="T31" fmla="*/ 1040 h 1127"/>
                <a:gd name="T32" fmla="*/ 1466 w 2014"/>
                <a:gd name="T33" fmla="*/ 945 h 1127"/>
                <a:gd name="T34" fmla="*/ 1433 w 2014"/>
                <a:gd name="T35" fmla="*/ 922 h 1127"/>
                <a:gd name="T36" fmla="*/ 1381 w 2014"/>
                <a:gd name="T37" fmla="*/ 743 h 1127"/>
                <a:gd name="T38" fmla="*/ 1354 w 2014"/>
                <a:gd name="T39" fmla="*/ 922 h 1127"/>
                <a:gd name="T40" fmla="*/ 1133 w 2014"/>
                <a:gd name="T41" fmla="*/ 945 h 1127"/>
                <a:gd name="T42" fmla="*/ 461 w 2014"/>
                <a:gd name="T43" fmla="*/ 889 h 1127"/>
                <a:gd name="T44" fmla="*/ 1419 w 2014"/>
                <a:gd name="T45" fmla="*/ 135 h 1127"/>
                <a:gd name="T46" fmla="*/ 202 w 2014"/>
                <a:gd name="T47" fmla="*/ 66 h 1127"/>
                <a:gd name="T48" fmla="*/ 0 w 2014"/>
                <a:gd name="T49" fmla="*/ 66 h 1127"/>
                <a:gd name="T50" fmla="*/ 0 w 2014"/>
                <a:gd name="T51" fmla="*/ 296 h 1127"/>
                <a:gd name="T52" fmla="*/ 212 w 2014"/>
                <a:gd name="T53" fmla="*/ 106 h 1127"/>
                <a:gd name="T54" fmla="*/ 1300 w 2014"/>
                <a:gd name="T55" fmla="*/ 105 h 1127"/>
                <a:gd name="T56" fmla="*/ 1090 w 2014"/>
                <a:gd name="T57" fmla="*/ 277 h 1127"/>
                <a:gd name="T58" fmla="*/ 726 w 2014"/>
                <a:gd name="T59" fmla="*/ 531 h 1127"/>
                <a:gd name="T60" fmla="*/ 727 w 2014"/>
                <a:gd name="T61" fmla="*/ 643 h 1127"/>
                <a:gd name="T62" fmla="*/ 318 w 2014"/>
                <a:gd name="T63" fmla="*/ 868 h 1127"/>
                <a:gd name="T64" fmla="*/ 215 w 2014"/>
                <a:gd name="T65" fmla="*/ 991 h 1127"/>
                <a:gd name="T66" fmla="*/ 193 w 2014"/>
                <a:gd name="T67" fmla="*/ 1040 h 1127"/>
                <a:gd name="T68" fmla="*/ 202 w 2014"/>
                <a:gd name="T69" fmla="*/ 960 h 1127"/>
                <a:gd name="T70" fmla="*/ 318 w 2014"/>
                <a:gd name="T71" fmla="*/ 991 h 1127"/>
                <a:gd name="T72" fmla="*/ 1624 w 2014"/>
                <a:gd name="T73" fmla="*/ 938 h 1127"/>
                <a:gd name="T74" fmla="*/ 1675 w 2014"/>
                <a:gd name="T75" fmla="*/ 918 h 1127"/>
                <a:gd name="T76" fmla="*/ 1795 w 2014"/>
                <a:gd name="T77" fmla="*/ 853 h 1127"/>
                <a:gd name="T78" fmla="*/ 1799 w 2014"/>
                <a:gd name="T79" fmla="*/ 853 h 1127"/>
                <a:gd name="T80" fmla="*/ 1702 w 2014"/>
                <a:gd name="T81" fmla="*/ 675 h 1127"/>
                <a:gd name="T82" fmla="*/ 1862 w 2014"/>
                <a:gd name="T83" fmla="*/ 688 h 1127"/>
                <a:gd name="T84" fmla="*/ 1827 w 2014"/>
                <a:gd name="T85" fmla="*/ 853 h 1127"/>
                <a:gd name="T86" fmla="*/ 1782 w 2014"/>
                <a:gd name="T87" fmla="*/ 794 h 1127"/>
                <a:gd name="T88" fmla="*/ 1728 w 2014"/>
                <a:gd name="T89" fmla="*/ 853 h 1127"/>
                <a:gd name="T90" fmla="*/ 1702 w 2014"/>
                <a:gd name="T91" fmla="*/ 675 h 1127"/>
                <a:gd name="T92" fmla="*/ 1682 w 2014"/>
                <a:gd name="T93" fmla="*/ 675 h 1127"/>
                <a:gd name="T94" fmla="*/ 1599 w 2014"/>
                <a:gd name="T95" fmla="*/ 853 h 1127"/>
                <a:gd name="T96" fmla="*/ 1433 w 2014"/>
                <a:gd name="T97" fmla="*/ 960 h 1127"/>
                <a:gd name="T98" fmla="*/ 1475 w 2014"/>
                <a:gd name="T99" fmla="*/ 969 h 1127"/>
                <a:gd name="T100" fmla="*/ 1433 w 2014"/>
                <a:gd name="T101" fmla="*/ 1040 h 1127"/>
                <a:gd name="T102" fmla="*/ 1069 w 2014"/>
                <a:gd name="T103" fmla="*/ 960 h 1127"/>
                <a:gd name="T104" fmla="*/ 1133 w 2014"/>
                <a:gd name="T105" fmla="*/ 1040 h 1127"/>
                <a:gd name="T106" fmla="*/ 1069 w 2014"/>
                <a:gd name="T107" fmla="*/ 960 h 1127"/>
                <a:gd name="T108" fmla="*/ 1050 w 2014"/>
                <a:gd name="T109" fmla="*/ 960 h 1127"/>
                <a:gd name="T110" fmla="*/ 843 w 2014"/>
                <a:gd name="T111" fmla="*/ 1040 h 1127"/>
                <a:gd name="T112" fmla="*/ 1120 w 2014"/>
                <a:gd name="T113" fmla="*/ 310 h 1127"/>
                <a:gd name="T114" fmla="*/ 1307 w 2014"/>
                <a:gd name="T115" fmla="*/ 126 h 1127"/>
                <a:gd name="T116" fmla="*/ 843 w 2014"/>
                <a:gd name="T117" fmla="*/ 557 h 1127"/>
                <a:gd name="T118" fmla="*/ 461 w 2014"/>
                <a:gd name="T119" fmla="*/ 960 h 1127"/>
                <a:gd name="T120" fmla="*/ 599 w 2014"/>
                <a:gd name="T121" fmla="*/ 1040 h 1127"/>
                <a:gd name="T122" fmla="*/ 569 w 2014"/>
                <a:gd name="T123" fmla="*/ 991 h 1127"/>
                <a:gd name="T124" fmla="*/ 461 w 2014"/>
                <a:gd name="T125" fmla="*/ 960 h 1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14" h="1127">
                  <a:moveTo>
                    <a:pt x="318" y="868"/>
                  </a:moveTo>
                  <a:cubicBezTo>
                    <a:pt x="318" y="945"/>
                    <a:pt x="318" y="945"/>
                    <a:pt x="318" y="945"/>
                  </a:cubicBezTo>
                  <a:cubicBezTo>
                    <a:pt x="202" y="945"/>
                    <a:pt x="202" y="945"/>
                    <a:pt x="202" y="945"/>
                  </a:cubicBezTo>
                  <a:cubicBezTo>
                    <a:pt x="189" y="945"/>
                    <a:pt x="179" y="956"/>
                    <a:pt x="179" y="969"/>
                  </a:cubicBezTo>
                  <a:cubicBezTo>
                    <a:pt x="179" y="1040"/>
                    <a:pt x="179" y="1040"/>
                    <a:pt x="179" y="1040"/>
                  </a:cubicBezTo>
                  <a:cubicBezTo>
                    <a:pt x="141" y="1040"/>
                    <a:pt x="141" y="1040"/>
                    <a:pt x="141" y="1040"/>
                  </a:cubicBezTo>
                  <a:cubicBezTo>
                    <a:pt x="141" y="1112"/>
                    <a:pt x="141" y="1112"/>
                    <a:pt x="141" y="1112"/>
                  </a:cubicBezTo>
                  <a:cubicBezTo>
                    <a:pt x="287" y="1112"/>
                    <a:pt x="287" y="1112"/>
                    <a:pt x="287" y="1112"/>
                  </a:cubicBezTo>
                  <a:cubicBezTo>
                    <a:pt x="303" y="1052"/>
                    <a:pt x="358" y="1008"/>
                    <a:pt x="423" y="1008"/>
                  </a:cubicBezTo>
                  <a:cubicBezTo>
                    <a:pt x="487" y="1008"/>
                    <a:pt x="542" y="1052"/>
                    <a:pt x="558" y="1112"/>
                  </a:cubicBezTo>
                  <a:cubicBezTo>
                    <a:pt x="560" y="1112"/>
                    <a:pt x="560" y="1112"/>
                    <a:pt x="560" y="1112"/>
                  </a:cubicBezTo>
                  <a:cubicBezTo>
                    <a:pt x="569" y="1079"/>
                    <a:pt x="590" y="1051"/>
                    <a:pt x="618" y="1032"/>
                  </a:cubicBezTo>
                  <a:cubicBezTo>
                    <a:pt x="618" y="960"/>
                    <a:pt x="618" y="960"/>
                    <a:pt x="618" y="960"/>
                  </a:cubicBezTo>
                  <a:cubicBezTo>
                    <a:pt x="825" y="960"/>
                    <a:pt x="825" y="960"/>
                    <a:pt x="825" y="960"/>
                  </a:cubicBezTo>
                  <a:cubicBezTo>
                    <a:pt x="825" y="1040"/>
                    <a:pt x="825" y="1040"/>
                    <a:pt x="825" y="1040"/>
                  </a:cubicBezTo>
                  <a:cubicBezTo>
                    <a:pt x="785" y="1040"/>
                    <a:pt x="785" y="1040"/>
                    <a:pt x="785" y="1040"/>
                  </a:cubicBezTo>
                  <a:cubicBezTo>
                    <a:pt x="807" y="1059"/>
                    <a:pt x="823" y="1083"/>
                    <a:pt x="831" y="1112"/>
                  </a:cubicBezTo>
                  <a:cubicBezTo>
                    <a:pt x="1570" y="1112"/>
                    <a:pt x="1570" y="1112"/>
                    <a:pt x="1570" y="1112"/>
                  </a:cubicBezTo>
                  <a:cubicBezTo>
                    <a:pt x="1576" y="1121"/>
                    <a:pt x="1587" y="1127"/>
                    <a:pt x="1599" y="1127"/>
                  </a:cubicBezTo>
                  <a:cubicBezTo>
                    <a:pt x="1614" y="1127"/>
                    <a:pt x="1614" y="1127"/>
                    <a:pt x="1614" y="1127"/>
                  </a:cubicBezTo>
                  <a:cubicBezTo>
                    <a:pt x="1624" y="1060"/>
                    <a:pt x="1682" y="1008"/>
                    <a:pt x="1752" y="1008"/>
                  </a:cubicBezTo>
                  <a:cubicBezTo>
                    <a:pt x="1822" y="1008"/>
                    <a:pt x="1880" y="1060"/>
                    <a:pt x="1891" y="1127"/>
                  </a:cubicBezTo>
                  <a:cubicBezTo>
                    <a:pt x="1977" y="1127"/>
                    <a:pt x="1977" y="1127"/>
                    <a:pt x="1977" y="1127"/>
                  </a:cubicBezTo>
                  <a:cubicBezTo>
                    <a:pt x="1997" y="1127"/>
                    <a:pt x="2014" y="1110"/>
                    <a:pt x="2014" y="1089"/>
                  </a:cubicBezTo>
                  <a:cubicBezTo>
                    <a:pt x="2014" y="932"/>
                    <a:pt x="2014" y="932"/>
                    <a:pt x="2014" y="932"/>
                  </a:cubicBezTo>
                  <a:cubicBezTo>
                    <a:pt x="2014" y="912"/>
                    <a:pt x="2006" y="880"/>
                    <a:pt x="1996" y="862"/>
                  </a:cubicBezTo>
                  <a:cubicBezTo>
                    <a:pt x="1895" y="671"/>
                    <a:pt x="1895" y="671"/>
                    <a:pt x="1895" y="671"/>
                  </a:cubicBezTo>
                  <a:cubicBezTo>
                    <a:pt x="1886" y="653"/>
                    <a:pt x="1861" y="638"/>
                    <a:pt x="1841" y="638"/>
                  </a:cubicBezTo>
                  <a:cubicBezTo>
                    <a:pt x="1599" y="638"/>
                    <a:pt x="1599" y="638"/>
                    <a:pt x="1599" y="638"/>
                  </a:cubicBezTo>
                  <a:cubicBezTo>
                    <a:pt x="1579" y="638"/>
                    <a:pt x="1562" y="655"/>
                    <a:pt x="1562" y="675"/>
                  </a:cubicBezTo>
                  <a:cubicBezTo>
                    <a:pt x="1562" y="1040"/>
                    <a:pt x="1562" y="1040"/>
                    <a:pt x="1562" y="1040"/>
                  </a:cubicBezTo>
                  <a:cubicBezTo>
                    <a:pt x="1489" y="1040"/>
                    <a:pt x="1489" y="1040"/>
                    <a:pt x="1489" y="1040"/>
                  </a:cubicBezTo>
                  <a:cubicBezTo>
                    <a:pt x="1489" y="969"/>
                    <a:pt x="1489" y="969"/>
                    <a:pt x="1489" y="969"/>
                  </a:cubicBezTo>
                  <a:cubicBezTo>
                    <a:pt x="1489" y="956"/>
                    <a:pt x="1479" y="945"/>
                    <a:pt x="1466" y="945"/>
                  </a:cubicBezTo>
                  <a:cubicBezTo>
                    <a:pt x="1433" y="945"/>
                    <a:pt x="1433" y="945"/>
                    <a:pt x="1433" y="945"/>
                  </a:cubicBezTo>
                  <a:cubicBezTo>
                    <a:pt x="1433" y="922"/>
                    <a:pt x="1433" y="922"/>
                    <a:pt x="1433" y="922"/>
                  </a:cubicBezTo>
                  <a:cubicBezTo>
                    <a:pt x="1381" y="922"/>
                    <a:pt x="1381" y="922"/>
                    <a:pt x="1381" y="922"/>
                  </a:cubicBezTo>
                  <a:cubicBezTo>
                    <a:pt x="1381" y="743"/>
                    <a:pt x="1381" y="743"/>
                    <a:pt x="1381" y="743"/>
                  </a:cubicBezTo>
                  <a:cubicBezTo>
                    <a:pt x="1354" y="743"/>
                    <a:pt x="1354" y="743"/>
                    <a:pt x="1354" y="743"/>
                  </a:cubicBezTo>
                  <a:cubicBezTo>
                    <a:pt x="1354" y="922"/>
                    <a:pt x="1354" y="922"/>
                    <a:pt x="1354" y="922"/>
                  </a:cubicBezTo>
                  <a:cubicBezTo>
                    <a:pt x="1133" y="922"/>
                    <a:pt x="1133" y="922"/>
                    <a:pt x="1133" y="922"/>
                  </a:cubicBezTo>
                  <a:cubicBezTo>
                    <a:pt x="1133" y="945"/>
                    <a:pt x="1133" y="945"/>
                    <a:pt x="1133" y="945"/>
                  </a:cubicBezTo>
                  <a:cubicBezTo>
                    <a:pt x="461" y="945"/>
                    <a:pt x="461" y="945"/>
                    <a:pt x="461" y="945"/>
                  </a:cubicBezTo>
                  <a:cubicBezTo>
                    <a:pt x="461" y="889"/>
                    <a:pt x="461" y="889"/>
                    <a:pt x="461" y="889"/>
                  </a:cubicBezTo>
                  <a:cubicBezTo>
                    <a:pt x="1443" y="167"/>
                    <a:pt x="1443" y="167"/>
                    <a:pt x="1443" y="167"/>
                  </a:cubicBezTo>
                  <a:cubicBezTo>
                    <a:pt x="1419" y="135"/>
                    <a:pt x="1419" y="135"/>
                    <a:pt x="1419" y="135"/>
                  </a:cubicBezTo>
                  <a:cubicBezTo>
                    <a:pt x="1353" y="0"/>
                    <a:pt x="1353" y="0"/>
                    <a:pt x="1353" y="0"/>
                  </a:cubicBezTo>
                  <a:cubicBezTo>
                    <a:pt x="202" y="66"/>
                    <a:pt x="202" y="66"/>
                    <a:pt x="202" y="66"/>
                  </a:cubicBezTo>
                  <a:cubicBezTo>
                    <a:pt x="202" y="66"/>
                    <a:pt x="202" y="66"/>
                    <a:pt x="202" y="66"/>
                  </a:cubicBezTo>
                  <a:cubicBezTo>
                    <a:pt x="0" y="66"/>
                    <a:pt x="0" y="66"/>
                    <a:pt x="0" y="66"/>
                  </a:cubicBezTo>
                  <a:cubicBezTo>
                    <a:pt x="0" y="88"/>
                    <a:pt x="0" y="88"/>
                    <a:pt x="0" y="88"/>
                  </a:cubicBezTo>
                  <a:cubicBezTo>
                    <a:pt x="0" y="296"/>
                    <a:pt x="0" y="296"/>
                    <a:pt x="0" y="296"/>
                  </a:cubicBezTo>
                  <a:cubicBezTo>
                    <a:pt x="212" y="296"/>
                    <a:pt x="212" y="296"/>
                    <a:pt x="212" y="296"/>
                  </a:cubicBezTo>
                  <a:cubicBezTo>
                    <a:pt x="212" y="106"/>
                    <a:pt x="212" y="106"/>
                    <a:pt x="212" y="106"/>
                  </a:cubicBezTo>
                  <a:cubicBezTo>
                    <a:pt x="1282" y="45"/>
                    <a:pt x="1282" y="45"/>
                    <a:pt x="1282" y="45"/>
                  </a:cubicBezTo>
                  <a:cubicBezTo>
                    <a:pt x="1300" y="105"/>
                    <a:pt x="1300" y="105"/>
                    <a:pt x="1300" y="105"/>
                  </a:cubicBezTo>
                  <a:cubicBezTo>
                    <a:pt x="1098" y="286"/>
                    <a:pt x="1098" y="286"/>
                    <a:pt x="1098" y="286"/>
                  </a:cubicBezTo>
                  <a:cubicBezTo>
                    <a:pt x="1090" y="277"/>
                    <a:pt x="1090" y="277"/>
                    <a:pt x="1090" y="277"/>
                  </a:cubicBezTo>
                  <a:cubicBezTo>
                    <a:pt x="756" y="576"/>
                    <a:pt x="756" y="576"/>
                    <a:pt x="756" y="576"/>
                  </a:cubicBezTo>
                  <a:cubicBezTo>
                    <a:pt x="726" y="531"/>
                    <a:pt x="726" y="531"/>
                    <a:pt x="726" y="531"/>
                  </a:cubicBezTo>
                  <a:cubicBezTo>
                    <a:pt x="674" y="566"/>
                    <a:pt x="674" y="566"/>
                    <a:pt x="674" y="566"/>
                  </a:cubicBezTo>
                  <a:cubicBezTo>
                    <a:pt x="727" y="643"/>
                    <a:pt x="727" y="643"/>
                    <a:pt x="727" y="643"/>
                  </a:cubicBezTo>
                  <a:cubicBezTo>
                    <a:pt x="421" y="868"/>
                    <a:pt x="421" y="868"/>
                    <a:pt x="421" y="868"/>
                  </a:cubicBezTo>
                  <a:lnTo>
                    <a:pt x="318" y="868"/>
                  </a:lnTo>
                  <a:close/>
                  <a:moveTo>
                    <a:pt x="318" y="991"/>
                  </a:moveTo>
                  <a:cubicBezTo>
                    <a:pt x="215" y="991"/>
                    <a:pt x="215" y="991"/>
                    <a:pt x="215" y="991"/>
                  </a:cubicBezTo>
                  <a:cubicBezTo>
                    <a:pt x="215" y="1040"/>
                    <a:pt x="215" y="1040"/>
                    <a:pt x="215" y="1040"/>
                  </a:cubicBezTo>
                  <a:cubicBezTo>
                    <a:pt x="193" y="1040"/>
                    <a:pt x="193" y="1040"/>
                    <a:pt x="193" y="1040"/>
                  </a:cubicBezTo>
                  <a:cubicBezTo>
                    <a:pt x="193" y="969"/>
                    <a:pt x="193" y="969"/>
                    <a:pt x="193" y="969"/>
                  </a:cubicBezTo>
                  <a:cubicBezTo>
                    <a:pt x="193" y="964"/>
                    <a:pt x="197" y="960"/>
                    <a:pt x="202" y="960"/>
                  </a:cubicBezTo>
                  <a:cubicBezTo>
                    <a:pt x="318" y="960"/>
                    <a:pt x="318" y="960"/>
                    <a:pt x="318" y="960"/>
                  </a:cubicBezTo>
                  <a:lnTo>
                    <a:pt x="318" y="991"/>
                  </a:lnTo>
                  <a:close/>
                  <a:moveTo>
                    <a:pt x="1675" y="938"/>
                  </a:moveTo>
                  <a:cubicBezTo>
                    <a:pt x="1624" y="938"/>
                    <a:pt x="1624" y="938"/>
                    <a:pt x="1624" y="938"/>
                  </a:cubicBezTo>
                  <a:cubicBezTo>
                    <a:pt x="1624" y="918"/>
                    <a:pt x="1624" y="918"/>
                    <a:pt x="1624" y="918"/>
                  </a:cubicBezTo>
                  <a:cubicBezTo>
                    <a:pt x="1675" y="918"/>
                    <a:pt x="1675" y="918"/>
                    <a:pt x="1675" y="918"/>
                  </a:cubicBezTo>
                  <a:lnTo>
                    <a:pt x="1675" y="938"/>
                  </a:lnTo>
                  <a:close/>
                  <a:moveTo>
                    <a:pt x="1795" y="853"/>
                  </a:moveTo>
                  <a:cubicBezTo>
                    <a:pt x="1795" y="852"/>
                    <a:pt x="1796" y="851"/>
                    <a:pt x="1796" y="850"/>
                  </a:cubicBezTo>
                  <a:cubicBezTo>
                    <a:pt x="1797" y="851"/>
                    <a:pt x="1798" y="852"/>
                    <a:pt x="1799" y="853"/>
                  </a:cubicBezTo>
                  <a:lnTo>
                    <a:pt x="1795" y="853"/>
                  </a:lnTo>
                  <a:close/>
                  <a:moveTo>
                    <a:pt x="1702" y="675"/>
                  </a:moveTo>
                  <a:cubicBezTo>
                    <a:pt x="1841" y="675"/>
                    <a:pt x="1841" y="675"/>
                    <a:pt x="1841" y="675"/>
                  </a:cubicBezTo>
                  <a:cubicBezTo>
                    <a:pt x="1847" y="675"/>
                    <a:pt x="1859" y="682"/>
                    <a:pt x="1862" y="688"/>
                  </a:cubicBezTo>
                  <a:cubicBezTo>
                    <a:pt x="1950" y="853"/>
                    <a:pt x="1950" y="853"/>
                    <a:pt x="1950" y="853"/>
                  </a:cubicBezTo>
                  <a:cubicBezTo>
                    <a:pt x="1827" y="853"/>
                    <a:pt x="1827" y="853"/>
                    <a:pt x="1827" y="853"/>
                  </a:cubicBezTo>
                  <a:cubicBezTo>
                    <a:pt x="1814" y="841"/>
                    <a:pt x="1805" y="829"/>
                    <a:pt x="1800" y="820"/>
                  </a:cubicBezTo>
                  <a:cubicBezTo>
                    <a:pt x="1799" y="808"/>
                    <a:pt x="1792" y="797"/>
                    <a:pt x="1782" y="794"/>
                  </a:cubicBezTo>
                  <a:cubicBezTo>
                    <a:pt x="1767" y="791"/>
                    <a:pt x="1745" y="799"/>
                    <a:pt x="1736" y="825"/>
                  </a:cubicBezTo>
                  <a:cubicBezTo>
                    <a:pt x="1733" y="835"/>
                    <a:pt x="1730" y="844"/>
                    <a:pt x="1728" y="853"/>
                  </a:cubicBezTo>
                  <a:cubicBezTo>
                    <a:pt x="1702" y="853"/>
                    <a:pt x="1702" y="853"/>
                    <a:pt x="1702" y="853"/>
                  </a:cubicBezTo>
                  <a:lnTo>
                    <a:pt x="1702" y="675"/>
                  </a:lnTo>
                  <a:close/>
                  <a:moveTo>
                    <a:pt x="1599" y="675"/>
                  </a:moveTo>
                  <a:cubicBezTo>
                    <a:pt x="1682" y="675"/>
                    <a:pt x="1682" y="675"/>
                    <a:pt x="1682" y="675"/>
                  </a:cubicBezTo>
                  <a:cubicBezTo>
                    <a:pt x="1682" y="853"/>
                    <a:pt x="1682" y="853"/>
                    <a:pt x="1682" y="853"/>
                  </a:cubicBezTo>
                  <a:cubicBezTo>
                    <a:pt x="1599" y="853"/>
                    <a:pt x="1599" y="853"/>
                    <a:pt x="1599" y="853"/>
                  </a:cubicBezTo>
                  <a:lnTo>
                    <a:pt x="1599" y="675"/>
                  </a:lnTo>
                  <a:close/>
                  <a:moveTo>
                    <a:pt x="1433" y="960"/>
                  </a:moveTo>
                  <a:cubicBezTo>
                    <a:pt x="1466" y="960"/>
                    <a:pt x="1466" y="960"/>
                    <a:pt x="1466" y="960"/>
                  </a:cubicBezTo>
                  <a:cubicBezTo>
                    <a:pt x="1471" y="960"/>
                    <a:pt x="1475" y="964"/>
                    <a:pt x="1475" y="969"/>
                  </a:cubicBezTo>
                  <a:cubicBezTo>
                    <a:pt x="1475" y="1040"/>
                    <a:pt x="1475" y="1040"/>
                    <a:pt x="1475" y="1040"/>
                  </a:cubicBezTo>
                  <a:cubicBezTo>
                    <a:pt x="1433" y="1040"/>
                    <a:pt x="1433" y="1040"/>
                    <a:pt x="1433" y="1040"/>
                  </a:cubicBezTo>
                  <a:lnTo>
                    <a:pt x="1433" y="960"/>
                  </a:lnTo>
                  <a:close/>
                  <a:moveTo>
                    <a:pt x="1069" y="960"/>
                  </a:moveTo>
                  <a:cubicBezTo>
                    <a:pt x="1133" y="960"/>
                    <a:pt x="1133" y="960"/>
                    <a:pt x="1133" y="960"/>
                  </a:cubicBezTo>
                  <a:cubicBezTo>
                    <a:pt x="1133" y="1040"/>
                    <a:pt x="1133" y="1040"/>
                    <a:pt x="1133" y="1040"/>
                  </a:cubicBezTo>
                  <a:cubicBezTo>
                    <a:pt x="1069" y="1040"/>
                    <a:pt x="1069" y="1040"/>
                    <a:pt x="1069" y="1040"/>
                  </a:cubicBezTo>
                  <a:lnTo>
                    <a:pt x="1069" y="960"/>
                  </a:lnTo>
                  <a:close/>
                  <a:moveTo>
                    <a:pt x="843" y="960"/>
                  </a:moveTo>
                  <a:cubicBezTo>
                    <a:pt x="1050" y="960"/>
                    <a:pt x="1050" y="960"/>
                    <a:pt x="1050" y="960"/>
                  </a:cubicBezTo>
                  <a:cubicBezTo>
                    <a:pt x="1050" y="1040"/>
                    <a:pt x="1050" y="1040"/>
                    <a:pt x="1050" y="1040"/>
                  </a:cubicBezTo>
                  <a:cubicBezTo>
                    <a:pt x="843" y="1040"/>
                    <a:pt x="843" y="1040"/>
                    <a:pt x="843" y="1040"/>
                  </a:cubicBezTo>
                  <a:lnTo>
                    <a:pt x="843" y="960"/>
                  </a:lnTo>
                  <a:close/>
                  <a:moveTo>
                    <a:pt x="1120" y="310"/>
                  </a:moveTo>
                  <a:cubicBezTo>
                    <a:pt x="1112" y="301"/>
                    <a:pt x="1112" y="301"/>
                    <a:pt x="1112" y="301"/>
                  </a:cubicBezTo>
                  <a:cubicBezTo>
                    <a:pt x="1307" y="126"/>
                    <a:pt x="1307" y="126"/>
                    <a:pt x="1307" y="126"/>
                  </a:cubicBezTo>
                  <a:cubicBezTo>
                    <a:pt x="1330" y="200"/>
                    <a:pt x="1330" y="200"/>
                    <a:pt x="1330" y="200"/>
                  </a:cubicBezTo>
                  <a:cubicBezTo>
                    <a:pt x="843" y="557"/>
                    <a:pt x="843" y="557"/>
                    <a:pt x="843" y="557"/>
                  </a:cubicBezTo>
                  <a:lnTo>
                    <a:pt x="1120" y="310"/>
                  </a:lnTo>
                  <a:close/>
                  <a:moveTo>
                    <a:pt x="461" y="960"/>
                  </a:moveTo>
                  <a:cubicBezTo>
                    <a:pt x="599" y="960"/>
                    <a:pt x="599" y="960"/>
                    <a:pt x="599" y="960"/>
                  </a:cubicBezTo>
                  <a:cubicBezTo>
                    <a:pt x="599" y="1040"/>
                    <a:pt x="599" y="1040"/>
                    <a:pt x="599" y="1040"/>
                  </a:cubicBezTo>
                  <a:cubicBezTo>
                    <a:pt x="569" y="1040"/>
                    <a:pt x="569" y="1040"/>
                    <a:pt x="569" y="1040"/>
                  </a:cubicBezTo>
                  <a:cubicBezTo>
                    <a:pt x="569" y="991"/>
                    <a:pt x="569" y="991"/>
                    <a:pt x="569" y="991"/>
                  </a:cubicBezTo>
                  <a:cubicBezTo>
                    <a:pt x="461" y="991"/>
                    <a:pt x="461" y="991"/>
                    <a:pt x="461" y="991"/>
                  </a:cubicBezTo>
                  <a:lnTo>
                    <a:pt x="461" y="9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219"/>
            <p:cNvSpPr>
              <a:spLocks noEditPoints="1"/>
            </p:cNvSpPr>
            <p:nvPr/>
          </p:nvSpPr>
          <p:spPr bwMode="auto">
            <a:xfrm>
              <a:off x="11360150" y="4835525"/>
              <a:ext cx="295275" cy="296862"/>
            </a:xfrm>
            <a:custGeom>
              <a:avLst/>
              <a:gdLst>
                <a:gd name="T0" fmla="*/ 115 w 231"/>
                <a:gd name="T1" fmla="*/ 0 h 232"/>
                <a:gd name="T2" fmla="*/ 0 w 231"/>
                <a:gd name="T3" fmla="*/ 116 h 232"/>
                <a:gd name="T4" fmla="*/ 115 w 231"/>
                <a:gd name="T5" fmla="*/ 232 h 232"/>
                <a:gd name="T6" fmla="*/ 231 w 231"/>
                <a:gd name="T7" fmla="*/ 116 h 232"/>
                <a:gd name="T8" fmla="*/ 115 w 231"/>
                <a:gd name="T9" fmla="*/ 0 h 232"/>
                <a:gd name="T10" fmla="*/ 115 w 231"/>
                <a:gd name="T11" fmla="*/ 182 h 232"/>
                <a:gd name="T12" fmla="*/ 49 w 231"/>
                <a:gd name="T13" fmla="*/ 116 h 232"/>
                <a:gd name="T14" fmla="*/ 115 w 231"/>
                <a:gd name="T15" fmla="*/ 50 h 232"/>
                <a:gd name="T16" fmla="*/ 181 w 231"/>
                <a:gd name="T17" fmla="*/ 116 h 232"/>
                <a:gd name="T18" fmla="*/ 115 w 231"/>
                <a:gd name="T19" fmla="*/ 182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1" h="232">
                  <a:moveTo>
                    <a:pt x="115" y="0"/>
                  </a:moveTo>
                  <a:cubicBezTo>
                    <a:pt x="51" y="0"/>
                    <a:pt x="0" y="52"/>
                    <a:pt x="0" y="116"/>
                  </a:cubicBezTo>
                  <a:cubicBezTo>
                    <a:pt x="0" y="180"/>
                    <a:pt x="51" y="232"/>
                    <a:pt x="115" y="232"/>
                  </a:cubicBezTo>
                  <a:cubicBezTo>
                    <a:pt x="179" y="232"/>
                    <a:pt x="231" y="180"/>
                    <a:pt x="231" y="116"/>
                  </a:cubicBezTo>
                  <a:cubicBezTo>
                    <a:pt x="231" y="52"/>
                    <a:pt x="179" y="0"/>
                    <a:pt x="115" y="0"/>
                  </a:cubicBezTo>
                  <a:close/>
                  <a:moveTo>
                    <a:pt x="115" y="182"/>
                  </a:moveTo>
                  <a:cubicBezTo>
                    <a:pt x="79" y="182"/>
                    <a:pt x="49" y="152"/>
                    <a:pt x="49" y="116"/>
                  </a:cubicBezTo>
                  <a:cubicBezTo>
                    <a:pt x="49" y="80"/>
                    <a:pt x="79" y="50"/>
                    <a:pt x="115" y="50"/>
                  </a:cubicBezTo>
                  <a:cubicBezTo>
                    <a:pt x="152" y="50"/>
                    <a:pt x="181" y="80"/>
                    <a:pt x="181" y="116"/>
                  </a:cubicBezTo>
                  <a:cubicBezTo>
                    <a:pt x="181" y="152"/>
                    <a:pt x="152" y="182"/>
                    <a:pt x="115" y="1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Freeform 220"/>
            <p:cNvSpPr>
              <a:spLocks noEditPoints="1"/>
            </p:cNvSpPr>
            <p:nvPr/>
          </p:nvSpPr>
          <p:spPr bwMode="auto">
            <a:xfrm>
              <a:off x="9655175" y="4835525"/>
              <a:ext cx="295275" cy="296862"/>
            </a:xfrm>
            <a:custGeom>
              <a:avLst/>
              <a:gdLst>
                <a:gd name="T0" fmla="*/ 116 w 231"/>
                <a:gd name="T1" fmla="*/ 0 h 232"/>
                <a:gd name="T2" fmla="*/ 0 w 231"/>
                <a:gd name="T3" fmla="*/ 116 h 232"/>
                <a:gd name="T4" fmla="*/ 116 w 231"/>
                <a:gd name="T5" fmla="*/ 232 h 232"/>
                <a:gd name="T6" fmla="*/ 231 w 231"/>
                <a:gd name="T7" fmla="*/ 116 h 232"/>
                <a:gd name="T8" fmla="*/ 116 w 231"/>
                <a:gd name="T9" fmla="*/ 0 h 232"/>
                <a:gd name="T10" fmla="*/ 116 w 231"/>
                <a:gd name="T11" fmla="*/ 182 h 232"/>
                <a:gd name="T12" fmla="*/ 50 w 231"/>
                <a:gd name="T13" fmla="*/ 116 h 232"/>
                <a:gd name="T14" fmla="*/ 116 w 231"/>
                <a:gd name="T15" fmla="*/ 50 h 232"/>
                <a:gd name="T16" fmla="*/ 182 w 231"/>
                <a:gd name="T17" fmla="*/ 116 h 232"/>
                <a:gd name="T18" fmla="*/ 116 w 231"/>
                <a:gd name="T19" fmla="*/ 182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1" h="232">
                  <a:moveTo>
                    <a:pt x="116" y="0"/>
                  </a:moveTo>
                  <a:cubicBezTo>
                    <a:pt x="52" y="0"/>
                    <a:pt x="0" y="52"/>
                    <a:pt x="0" y="116"/>
                  </a:cubicBezTo>
                  <a:cubicBezTo>
                    <a:pt x="0" y="180"/>
                    <a:pt x="52" y="232"/>
                    <a:pt x="116" y="232"/>
                  </a:cubicBezTo>
                  <a:cubicBezTo>
                    <a:pt x="180" y="232"/>
                    <a:pt x="231" y="180"/>
                    <a:pt x="231" y="116"/>
                  </a:cubicBezTo>
                  <a:cubicBezTo>
                    <a:pt x="231" y="52"/>
                    <a:pt x="180" y="0"/>
                    <a:pt x="116" y="0"/>
                  </a:cubicBezTo>
                  <a:close/>
                  <a:moveTo>
                    <a:pt x="116" y="182"/>
                  </a:moveTo>
                  <a:cubicBezTo>
                    <a:pt x="79" y="182"/>
                    <a:pt x="50" y="152"/>
                    <a:pt x="50" y="116"/>
                  </a:cubicBezTo>
                  <a:cubicBezTo>
                    <a:pt x="50" y="80"/>
                    <a:pt x="79" y="50"/>
                    <a:pt x="116" y="50"/>
                  </a:cubicBezTo>
                  <a:cubicBezTo>
                    <a:pt x="152" y="50"/>
                    <a:pt x="182" y="80"/>
                    <a:pt x="182" y="116"/>
                  </a:cubicBezTo>
                  <a:cubicBezTo>
                    <a:pt x="182" y="152"/>
                    <a:pt x="152" y="182"/>
                    <a:pt x="116" y="1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221"/>
            <p:cNvSpPr>
              <a:spLocks noEditPoints="1"/>
            </p:cNvSpPr>
            <p:nvPr/>
          </p:nvSpPr>
          <p:spPr bwMode="auto">
            <a:xfrm>
              <a:off x="10004425" y="4835525"/>
              <a:ext cx="296863" cy="296862"/>
            </a:xfrm>
            <a:custGeom>
              <a:avLst/>
              <a:gdLst>
                <a:gd name="T0" fmla="*/ 115 w 231"/>
                <a:gd name="T1" fmla="*/ 0 h 232"/>
                <a:gd name="T2" fmla="*/ 0 w 231"/>
                <a:gd name="T3" fmla="*/ 116 h 232"/>
                <a:gd name="T4" fmla="*/ 115 w 231"/>
                <a:gd name="T5" fmla="*/ 232 h 232"/>
                <a:gd name="T6" fmla="*/ 231 w 231"/>
                <a:gd name="T7" fmla="*/ 116 h 232"/>
                <a:gd name="T8" fmla="*/ 115 w 231"/>
                <a:gd name="T9" fmla="*/ 0 h 232"/>
                <a:gd name="T10" fmla="*/ 115 w 231"/>
                <a:gd name="T11" fmla="*/ 182 h 232"/>
                <a:gd name="T12" fmla="*/ 49 w 231"/>
                <a:gd name="T13" fmla="*/ 116 h 232"/>
                <a:gd name="T14" fmla="*/ 115 w 231"/>
                <a:gd name="T15" fmla="*/ 50 h 232"/>
                <a:gd name="T16" fmla="*/ 181 w 231"/>
                <a:gd name="T17" fmla="*/ 116 h 232"/>
                <a:gd name="T18" fmla="*/ 115 w 231"/>
                <a:gd name="T19" fmla="*/ 182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1" h="232">
                  <a:moveTo>
                    <a:pt x="115" y="0"/>
                  </a:moveTo>
                  <a:cubicBezTo>
                    <a:pt x="52" y="0"/>
                    <a:pt x="0" y="52"/>
                    <a:pt x="0" y="116"/>
                  </a:cubicBezTo>
                  <a:cubicBezTo>
                    <a:pt x="0" y="180"/>
                    <a:pt x="52" y="232"/>
                    <a:pt x="115" y="232"/>
                  </a:cubicBezTo>
                  <a:cubicBezTo>
                    <a:pt x="179" y="232"/>
                    <a:pt x="231" y="180"/>
                    <a:pt x="231" y="116"/>
                  </a:cubicBezTo>
                  <a:cubicBezTo>
                    <a:pt x="231" y="52"/>
                    <a:pt x="179" y="0"/>
                    <a:pt x="115" y="0"/>
                  </a:cubicBezTo>
                  <a:close/>
                  <a:moveTo>
                    <a:pt x="115" y="182"/>
                  </a:moveTo>
                  <a:cubicBezTo>
                    <a:pt x="79" y="182"/>
                    <a:pt x="49" y="152"/>
                    <a:pt x="49" y="116"/>
                  </a:cubicBezTo>
                  <a:cubicBezTo>
                    <a:pt x="49" y="80"/>
                    <a:pt x="79" y="50"/>
                    <a:pt x="115" y="50"/>
                  </a:cubicBezTo>
                  <a:cubicBezTo>
                    <a:pt x="152" y="50"/>
                    <a:pt x="181" y="80"/>
                    <a:pt x="181" y="116"/>
                  </a:cubicBezTo>
                  <a:cubicBezTo>
                    <a:pt x="181" y="152"/>
                    <a:pt x="152" y="182"/>
                    <a:pt x="115" y="1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222"/>
            <p:cNvSpPr>
              <a:spLocks/>
            </p:cNvSpPr>
            <p:nvPr/>
          </p:nvSpPr>
          <p:spPr bwMode="auto">
            <a:xfrm>
              <a:off x="11523663" y="4408488"/>
              <a:ext cx="114300" cy="122237"/>
            </a:xfrm>
            <a:custGeom>
              <a:avLst/>
              <a:gdLst>
                <a:gd name="T0" fmla="*/ 6 w 89"/>
                <a:gd name="T1" fmla="*/ 59 h 95"/>
                <a:gd name="T2" fmla="*/ 36 w 89"/>
                <a:gd name="T3" fmla="*/ 90 h 95"/>
                <a:gd name="T4" fmla="*/ 84 w 89"/>
                <a:gd name="T5" fmla="*/ 61 h 95"/>
                <a:gd name="T6" fmla="*/ 82 w 89"/>
                <a:gd name="T7" fmla="*/ 38 h 95"/>
                <a:gd name="T8" fmla="*/ 84 w 89"/>
                <a:gd name="T9" fmla="*/ 37 h 95"/>
                <a:gd name="T10" fmla="*/ 88 w 89"/>
                <a:gd name="T11" fmla="*/ 31 h 95"/>
                <a:gd name="T12" fmla="*/ 81 w 89"/>
                <a:gd name="T13" fmla="*/ 27 h 95"/>
                <a:gd name="T14" fmla="*/ 79 w 89"/>
                <a:gd name="T15" fmla="*/ 27 h 95"/>
                <a:gd name="T16" fmla="*/ 34 w 89"/>
                <a:gd name="T17" fmla="*/ 5 h 95"/>
                <a:gd name="T18" fmla="*/ 6 w 89"/>
                <a:gd name="T19" fmla="*/ 46 h 95"/>
                <a:gd name="T20" fmla="*/ 6 w 89"/>
                <a:gd name="T21" fmla="*/ 48 h 95"/>
                <a:gd name="T22" fmla="*/ 4 w 89"/>
                <a:gd name="T23" fmla="*/ 49 h 95"/>
                <a:gd name="T24" fmla="*/ 0 w 89"/>
                <a:gd name="T25" fmla="*/ 56 h 95"/>
                <a:gd name="T26" fmla="*/ 6 w 89"/>
                <a:gd name="T27" fmla="*/ 59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9" h="95">
                  <a:moveTo>
                    <a:pt x="6" y="59"/>
                  </a:moveTo>
                  <a:cubicBezTo>
                    <a:pt x="9" y="74"/>
                    <a:pt x="21" y="87"/>
                    <a:pt x="36" y="90"/>
                  </a:cubicBezTo>
                  <a:cubicBezTo>
                    <a:pt x="58" y="95"/>
                    <a:pt x="79" y="82"/>
                    <a:pt x="84" y="61"/>
                  </a:cubicBezTo>
                  <a:cubicBezTo>
                    <a:pt x="86" y="53"/>
                    <a:pt x="85" y="45"/>
                    <a:pt x="82" y="38"/>
                  </a:cubicBezTo>
                  <a:cubicBezTo>
                    <a:pt x="84" y="37"/>
                    <a:pt x="84" y="37"/>
                    <a:pt x="84" y="37"/>
                  </a:cubicBezTo>
                  <a:cubicBezTo>
                    <a:pt x="87" y="36"/>
                    <a:pt x="89" y="33"/>
                    <a:pt x="88" y="31"/>
                  </a:cubicBezTo>
                  <a:cubicBezTo>
                    <a:pt x="87" y="28"/>
                    <a:pt x="84" y="26"/>
                    <a:pt x="81" y="27"/>
                  </a:cubicBezTo>
                  <a:cubicBezTo>
                    <a:pt x="79" y="27"/>
                    <a:pt x="79" y="27"/>
                    <a:pt x="79" y="27"/>
                  </a:cubicBezTo>
                  <a:cubicBezTo>
                    <a:pt x="72" y="10"/>
                    <a:pt x="52" y="0"/>
                    <a:pt x="34" y="5"/>
                  </a:cubicBezTo>
                  <a:cubicBezTo>
                    <a:pt x="16" y="11"/>
                    <a:pt x="4" y="28"/>
                    <a:pt x="6" y="46"/>
                  </a:cubicBezTo>
                  <a:cubicBezTo>
                    <a:pt x="6" y="47"/>
                    <a:pt x="6" y="47"/>
                    <a:pt x="6" y="48"/>
                  </a:cubicBezTo>
                  <a:cubicBezTo>
                    <a:pt x="4" y="49"/>
                    <a:pt x="4" y="49"/>
                    <a:pt x="4" y="49"/>
                  </a:cubicBezTo>
                  <a:cubicBezTo>
                    <a:pt x="1" y="50"/>
                    <a:pt x="0" y="53"/>
                    <a:pt x="0" y="56"/>
                  </a:cubicBezTo>
                  <a:cubicBezTo>
                    <a:pt x="1" y="58"/>
                    <a:pt x="4" y="60"/>
                    <a:pt x="6"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223"/>
            <p:cNvSpPr>
              <a:spLocks/>
            </p:cNvSpPr>
            <p:nvPr/>
          </p:nvSpPr>
          <p:spPr bwMode="auto">
            <a:xfrm>
              <a:off x="9269413" y="3286125"/>
              <a:ext cx="114300" cy="123825"/>
            </a:xfrm>
            <a:custGeom>
              <a:avLst/>
              <a:gdLst>
                <a:gd name="T0" fmla="*/ 5 w 89"/>
                <a:gd name="T1" fmla="*/ 61 h 96"/>
                <a:gd name="T2" fmla="*/ 53 w 89"/>
                <a:gd name="T3" fmla="*/ 91 h 96"/>
                <a:gd name="T4" fmla="*/ 83 w 89"/>
                <a:gd name="T5" fmla="*/ 60 h 96"/>
                <a:gd name="T6" fmla="*/ 89 w 89"/>
                <a:gd name="T7" fmla="*/ 56 h 96"/>
                <a:gd name="T8" fmla="*/ 85 w 89"/>
                <a:gd name="T9" fmla="*/ 49 h 96"/>
                <a:gd name="T10" fmla="*/ 83 w 89"/>
                <a:gd name="T11" fmla="*/ 48 h 96"/>
                <a:gd name="T12" fmla="*/ 83 w 89"/>
                <a:gd name="T13" fmla="*/ 46 h 96"/>
                <a:gd name="T14" fmla="*/ 55 w 89"/>
                <a:gd name="T15" fmla="*/ 6 h 96"/>
                <a:gd name="T16" fmla="*/ 10 w 89"/>
                <a:gd name="T17" fmla="*/ 28 h 96"/>
                <a:gd name="T18" fmla="*/ 8 w 89"/>
                <a:gd name="T19" fmla="*/ 27 h 96"/>
                <a:gd name="T20" fmla="*/ 1 w 89"/>
                <a:gd name="T21" fmla="*/ 31 h 96"/>
                <a:gd name="T22" fmla="*/ 5 w 89"/>
                <a:gd name="T23" fmla="*/ 38 h 96"/>
                <a:gd name="T24" fmla="*/ 7 w 89"/>
                <a:gd name="T25" fmla="*/ 38 h 96"/>
                <a:gd name="T26" fmla="*/ 5 w 89"/>
                <a:gd name="T27" fmla="*/ 6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9" h="96">
                  <a:moveTo>
                    <a:pt x="5" y="61"/>
                  </a:moveTo>
                  <a:cubicBezTo>
                    <a:pt x="10" y="82"/>
                    <a:pt x="31" y="96"/>
                    <a:pt x="53" y="91"/>
                  </a:cubicBezTo>
                  <a:cubicBezTo>
                    <a:pt x="68" y="87"/>
                    <a:pt x="80" y="74"/>
                    <a:pt x="83" y="60"/>
                  </a:cubicBezTo>
                  <a:cubicBezTo>
                    <a:pt x="85" y="60"/>
                    <a:pt x="88" y="58"/>
                    <a:pt x="89" y="56"/>
                  </a:cubicBezTo>
                  <a:cubicBezTo>
                    <a:pt x="89" y="53"/>
                    <a:pt x="88" y="50"/>
                    <a:pt x="85" y="49"/>
                  </a:cubicBezTo>
                  <a:cubicBezTo>
                    <a:pt x="83" y="48"/>
                    <a:pt x="83" y="48"/>
                    <a:pt x="83" y="48"/>
                  </a:cubicBezTo>
                  <a:cubicBezTo>
                    <a:pt x="83" y="48"/>
                    <a:pt x="83" y="47"/>
                    <a:pt x="83" y="46"/>
                  </a:cubicBezTo>
                  <a:cubicBezTo>
                    <a:pt x="85" y="28"/>
                    <a:pt x="73" y="11"/>
                    <a:pt x="55" y="6"/>
                  </a:cubicBezTo>
                  <a:cubicBezTo>
                    <a:pt x="37" y="0"/>
                    <a:pt x="17" y="10"/>
                    <a:pt x="10" y="28"/>
                  </a:cubicBezTo>
                  <a:cubicBezTo>
                    <a:pt x="8" y="27"/>
                    <a:pt x="8" y="27"/>
                    <a:pt x="8" y="27"/>
                  </a:cubicBezTo>
                  <a:cubicBezTo>
                    <a:pt x="5" y="26"/>
                    <a:pt x="2" y="28"/>
                    <a:pt x="1" y="31"/>
                  </a:cubicBezTo>
                  <a:cubicBezTo>
                    <a:pt x="0" y="34"/>
                    <a:pt x="2" y="37"/>
                    <a:pt x="5" y="38"/>
                  </a:cubicBezTo>
                  <a:cubicBezTo>
                    <a:pt x="7" y="38"/>
                    <a:pt x="7" y="38"/>
                    <a:pt x="7" y="38"/>
                  </a:cubicBezTo>
                  <a:cubicBezTo>
                    <a:pt x="4" y="45"/>
                    <a:pt x="3" y="53"/>
                    <a:pt x="5"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224"/>
            <p:cNvSpPr>
              <a:spLocks/>
            </p:cNvSpPr>
            <p:nvPr/>
          </p:nvSpPr>
          <p:spPr bwMode="auto">
            <a:xfrm>
              <a:off x="9237663" y="3403600"/>
              <a:ext cx="201613" cy="173037"/>
            </a:xfrm>
            <a:custGeom>
              <a:avLst/>
              <a:gdLst>
                <a:gd name="T0" fmla="*/ 153 w 157"/>
                <a:gd name="T1" fmla="*/ 131 h 135"/>
                <a:gd name="T2" fmla="*/ 143 w 157"/>
                <a:gd name="T3" fmla="*/ 34 h 135"/>
                <a:gd name="T4" fmla="*/ 97 w 157"/>
                <a:gd name="T5" fmla="*/ 4 h 135"/>
                <a:gd name="T6" fmla="*/ 79 w 157"/>
                <a:gd name="T7" fmla="*/ 29 h 135"/>
                <a:gd name="T8" fmla="*/ 8 w 157"/>
                <a:gd name="T9" fmla="*/ 89 h 135"/>
                <a:gd name="T10" fmla="*/ 2 w 157"/>
                <a:gd name="T11" fmla="*/ 101 h 135"/>
                <a:gd name="T12" fmla="*/ 12 w 157"/>
                <a:gd name="T13" fmla="*/ 108 h 135"/>
                <a:gd name="T14" fmla="*/ 15 w 157"/>
                <a:gd name="T15" fmla="*/ 108 h 135"/>
                <a:gd name="T16" fmla="*/ 83 w 157"/>
                <a:gd name="T17" fmla="*/ 59 h 135"/>
                <a:gd name="T18" fmla="*/ 90 w 157"/>
                <a:gd name="T19" fmla="*/ 135 h 135"/>
                <a:gd name="T20" fmla="*/ 152 w 157"/>
                <a:gd name="T21" fmla="*/ 135 h 135"/>
                <a:gd name="T22" fmla="*/ 153 w 157"/>
                <a:gd name="T23" fmla="*/ 131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7" h="135">
                  <a:moveTo>
                    <a:pt x="153" y="131"/>
                  </a:moveTo>
                  <a:cubicBezTo>
                    <a:pt x="157" y="92"/>
                    <a:pt x="155" y="69"/>
                    <a:pt x="143" y="34"/>
                  </a:cubicBezTo>
                  <a:cubicBezTo>
                    <a:pt x="134" y="8"/>
                    <a:pt x="112" y="0"/>
                    <a:pt x="97" y="4"/>
                  </a:cubicBezTo>
                  <a:cubicBezTo>
                    <a:pt x="87" y="6"/>
                    <a:pt x="80" y="17"/>
                    <a:pt x="79" y="29"/>
                  </a:cubicBezTo>
                  <a:cubicBezTo>
                    <a:pt x="70" y="45"/>
                    <a:pt x="48" y="76"/>
                    <a:pt x="8" y="89"/>
                  </a:cubicBezTo>
                  <a:cubicBezTo>
                    <a:pt x="3" y="91"/>
                    <a:pt x="0" y="96"/>
                    <a:pt x="2" y="101"/>
                  </a:cubicBezTo>
                  <a:cubicBezTo>
                    <a:pt x="3" y="106"/>
                    <a:pt x="7" y="108"/>
                    <a:pt x="12" y="108"/>
                  </a:cubicBezTo>
                  <a:cubicBezTo>
                    <a:pt x="13" y="108"/>
                    <a:pt x="14" y="108"/>
                    <a:pt x="15" y="108"/>
                  </a:cubicBezTo>
                  <a:cubicBezTo>
                    <a:pt x="47" y="97"/>
                    <a:pt x="69" y="77"/>
                    <a:pt x="83" y="59"/>
                  </a:cubicBezTo>
                  <a:cubicBezTo>
                    <a:pt x="88" y="82"/>
                    <a:pt x="93" y="110"/>
                    <a:pt x="90" y="135"/>
                  </a:cubicBezTo>
                  <a:cubicBezTo>
                    <a:pt x="152" y="135"/>
                    <a:pt x="152" y="135"/>
                    <a:pt x="152" y="135"/>
                  </a:cubicBezTo>
                  <a:cubicBezTo>
                    <a:pt x="152" y="134"/>
                    <a:pt x="152" y="133"/>
                    <a:pt x="153" y="1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34" name="组合 233"/>
          <p:cNvGrpSpPr/>
          <p:nvPr/>
        </p:nvGrpSpPr>
        <p:grpSpPr>
          <a:xfrm>
            <a:off x="7439025" y="1951038"/>
            <a:ext cx="4556125" cy="4540250"/>
            <a:chOff x="7439025" y="1951038"/>
            <a:chExt cx="4556125" cy="4540250"/>
          </a:xfrm>
          <a:solidFill>
            <a:schemeClr val="tx1">
              <a:lumMod val="65000"/>
              <a:lumOff val="35000"/>
            </a:schemeClr>
          </a:solidFill>
        </p:grpSpPr>
        <p:sp>
          <p:nvSpPr>
            <p:cNvPr id="235" name="Freeform 225"/>
            <p:cNvSpPr>
              <a:spLocks noEditPoints="1"/>
            </p:cNvSpPr>
            <p:nvPr/>
          </p:nvSpPr>
          <p:spPr bwMode="auto">
            <a:xfrm>
              <a:off x="7439025" y="1951038"/>
              <a:ext cx="4556125" cy="4540250"/>
            </a:xfrm>
            <a:custGeom>
              <a:avLst/>
              <a:gdLst>
                <a:gd name="T0" fmla="*/ 1220 w 3554"/>
                <a:gd name="T1" fmla="*/ 2528 h 3541"/>
                <a:gd name="T2" fmla="*/ 1220 w 3554"/>
                <a:gd name="T3" fmla="*/ 1780 h 3541"/>
                <a:gd name="T4" fmla="*/ 1481 w 3554"/>
                <a:gd name="T5" fmla="*/ 740 h 3541"/>
                <a:gd name="T6" fmla="*/ 2427 w 3554"/>
                <a:gd name="T7" fmla="*/ 740 h 3541"/>
                <a:gd name="T8" fmla="*/ 3047 w 3554"/>
                <a:gd name="T9" fmla="*/ 1007 h 3541"/>
                <a:gd name="T10" fmla="*/ 3164 w 3554"/>
                <a:gd name="T11" fmla="*/ 1266 h 3541"/>
                <a:gd name="T12" fmla="*/ 3554 w 3554"/>
                <a:gd name="T13" fmla="*/ 740 h 3541"/>
                <a:gd name="T14" fmla="*/ 1145 w 3554"/>
                <a:gd name="T15" fmla="*/ 13 h 3541"/>
                <a:gd name="T16" fmla="*/ 755 w 3554"/>
                <a:gd name="T17" fmla="*/ 734 h 3541"/>
                <a:gd name="T18" fmla="*/ 1016 w 3554"/>
                <a:gd name="T19" fmla="*/ 1780 h 3541"/>
                <a:gd name="T20" fmla="*/ 1016 w 3554"/>
                <a:gd name="T21" fmla="*/ 2528 h 3541"/>
                <a:gd name="T22" fmla="*/ 860 w 3554"/>
                <a:gd name="T23" fmla="*/ 3455 h 3541"/>
                <a:gd name="T24" fmla="*/ 3203 w 3554"/>
                <a:gd name="T25" fmla="*/ 759 h 3541"/>
                <a:gd name="T26" fmla="*/ 3491 w 3554"/>
                <a:gd name="T27" fmla="*/ 718 h 3541"/>
                <a:gd name="T28" fmla="*/ 3255 w 3554"/>
                <a:gd name="T29" fmla="*/ 629 h 3541"/>
                <a:gd name="T30" fmla="*/ 3063 w 3554"/>
                <a:gd name="T31" fmla="*/ 733 h 3541"/>
                <a:gd name="T32" fmla="*/ 3153 w 3554"/>
                <a:gd name="T33" fmla="*/ 670 h 3541"/>
                <a:gd name="T34" fmla="*/ 3033 w 3554"/>
                <a:gd name="T35" fmla="*/ 670 h 3541"/>
                <a:gd name="T36" fmla="*/ 2963 w 3554"/>
                <a:gd name="T37" fmla="*/ 559 h 3541"/>
                <a:gd name="T38" fmla="*/ 2640 w 3554"/>
                <a:gd name="T39" fmla="*/ 718 h 3541"/>
                <a:gd name="T40" fmla="*/ 2631 w 3554"/>
                <a:gd name="T41" fmla="*/ 709 h 3541"/>
                <a:gd name="T42" fmla="*/ 1118 w 3554"/>
                <a:gd name="T43" fmla="*/ 3324 h 3541"/>
                <a:gd name="T44" fmla="*/ 1038 w 3554"/>
                <a:gd name="T45" fmla="*/ 1589 h 3541"/>
                <a:gd name="T46" fmla="*/ 1109 w 3554"/>
                <a:gd name="T47" fmla="*/ 2970 h 3541"/>
                <a:gd name="T48" fmla="*/ 1038 w 3554"/>
                <a:gd name="T49" fmla="*/ 2718 h 3541"/>
                <a:gd name="T50" fmla="*/ 1038 w 3554"/>
                <a:gd name="T51" fmla="*/ 2678 h 3541"/>
                <a:gd name="T52" fmla="*/ 1047 w 3554"/>
                <a:gd name="T53" fmla="*/ 2528 h 3541"/>
                <a:gd name="T54" fmla="*/ 1118 w 3554"/>
                <a:gd name="T55" fmla="*/ 2417 h 3541"/>
                <a:gd name="T56" fmla="*/ 1188 w 3554"/>
                <a:gd name="T57" fmla="*/ 2165 h 3541"/>
                <a:gd name="T58" fmla="*/ 1052 w 3554"/>
                <a:gd name="T59" fmla="*/ 1988 h 3541"/>
                <a:gd name="T60" fmla="*/ 1164 w 3554"/>
                <a:gd name="T61" fmla="*/ 1937 h 3541"/>
                <a:gd name="T62" fmla="*/ 1166 w 3554"/>
                <a:gd name="T63" fmla="*/ 1642 h 3541"/>
                <a:gd name="T64" fmla="*/ 1038 w 3554"/>
                <a:gd name="T65" fmla="*/ 1408 h 3541"/>
                <a:gd name="T66" fmla="*/ 1047 w 3554"/>
                <a:gd name="T67" fmla="*/ 1258 h 3541"/>
                <a:gd name="T68" fmla="*/ 1061 w 3554"/>
                <a:gd name="T69" fmla="*/ 297 h 3541"/>
                <a:gd name="T70" fmla="*/ 1212 w 3554"/>
                <a:gd name="T71" fmla="*/ 497 h 3541"/>
                <a:gd name="T72" fmla="*/ 1388 w 3554"/>
                <a:gd name="T73" fmla="*/ 819 h 3541"/>
                <a:gd name="T74" fmla="*/ 1361 w 3554"/>
                <a:gd name="T75" fmla="*/ 709 h 3541"/>
                <a:gd name="T76" fmla="*/ 1520 w 3554"/>
                <a:gd name="T77" fmla="*/ 709 h 3541"/>
                <a:gd name="T78" fmla="*/ 1551 w 3554"/>
                <a:gd name="T79" fmla="*/ 559 h 3541"/>
                <a:gd name="T80" fmla="*/ 1724 w 3554"/>
                <a:gd name="T81" fmla="*/ 568 h 3541"/>
                <a:gd name="T82" fmla="*/ 1812 w 3554"/>
                <a:gd name="T83" fmla="*/ 638 h 3541"/>
                <a:gd name="T84" fmla="*/ 1914 w 3554"/>
                <a:gd name="T85" fmla="*/ 718 h 3541"/>
                <a:gd name="T86" fmla="*/ 2157 w 3554"/>
                <a:gd name="T87" fmla="*/ 638 h 3541"/>
                <a:gd name="T88" fmla="*/ 2246 w 3554"/>
                <a:gd name="T89" fmla="*/ 568 h 3541"/>
                <a:gd name="T90" fmla="*/ 2348 w 3554"/>
                <a:gd name="T91" fmla="*/ 647 h 3541"/>
                <a:gd name="T92" fmla="*/ 2450 w 3554"/>
                <a:gd name="T93" fmla="*/ 709 h 3541"/>
                <a:gd name="T94" fmla="*/ 2600 w 3554"/>
                <a:gd name="T95" fmla="*/ 559 h 3541"/>
                <a:gd name="T96" fmla="*/ 1701 w 3554"/>
                <a:gd name="T97" fmla="*/ 536 h 3541"/>
                <a:gd name="T98" fmla="*/ 1123 w 3554"/>
                <a:gd name="T99" fmla="*/ 22 h 3541"/>
                <a:gd name="T100" fmla="*/ 948 w 3554"/>
                <a:gd name="T101" fmla="*/ 656 h 3541"/>
                <a:gd name="T102" fmla="*/ 431 w 3554"/>
                <a:gd name="T103" fmla="*/ 575 h 3541"/>
                <a:gd name="T104" fmla="*/ 1000 w 3554"/>
                <a:gd name="T105" fmla="*/ 779 h 3541"/>
                <a:gd name="T106" fmla="*/ 1118 w 3554"/>
                <a:gd name="T107" fmla="*/ 3342 h 3541"/>
                <a:gd name="T108" fmla="*/ 1197 w 3554"/>
                <a:gd name="T109" fmla="*/ 3222 h 3541"/>
                <a:gd name="T110" fmla="*/ 1197 w 3554"/>
                <a:gd name="T111" fmla="*/ 2537 h 3541"/>
                <a:gd name="T112" fmla="*/ 1127 w 3554"/>
                <a:gd name="T113" fmla="*/ 2063 h 3541"/>
                <a:gd name="T114" fmla="*/ 1197 w 3554"/>
                <a:gd name="T115" fmla="*/ 1642 h 3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554" h="3541">
                  <a:moveTo>
                    <a:pt x="1376" y="3378"/>
                  </a:moveTo>
                  <a:cubicBezTo>
                    <a:pt x="1220" y="3378"/>
                    <a:pt x="1220" y="3378"/>
                    <a:pt x="1220" y="3378"/>
                  </a:cubicBezTo>
                  <a:cubicBezTo>
                    <a:pt x="1220" y="3254"/>
                    <a:pt x="1220" y="3254"/>
                    <a:pt x="1220" y="3254"/>
                  </a:cubicBezTo>
                  <a:cubicBezTo>
                    <a:pt x="1220" y="3231"/>
                    <a:pt x="1220" y="3231"/>
                    <a:pt x="1220" y="3231"/>
                  </a:cubicBezTo>
                  <a:cubicBezTo>
                    <a:pt x="1220" y="3072"/>
                    <a:pt x="1220" y="3072"/>
                    <a:pt x="1220" y="3072"/>
                  </a:cubicBezTo>
                  <a:cubicBezTo>
                    <a:pt x="1220" y="3050"/>
                    <a:pt x="1220" y="3050"/>
                    <a:pt x="1220" y="3050"/>
                  </a:cubicBezTo>
                  <a:cubicBezTo>
                    <a:pt x="1220" y="2891"/>
                    <a:pt x="1220" y="2891"/>
                    <a:pt x="1220" y="2891"/>
                  </a:cubicBezTo>
                  <a:cubicBezTo>
                    <a:pt x="1220" y="2868"/>
                    <a:pt x="1220" y="2868"/>
                    <a:pt x="1220" y="2868"/>
                  </a:cubicBezTo>
                  <a:cubicBezTo>
                    <a:pt x="1220" y="2709"/>
                    <a:pt x="1220" y="2709"/>
                    <a:pt x="1220" y="2709"/>
                  </a:cubicBezTo>
                  <a:cubicBezTo>
                    <a:pt x="1220" y="2687"/>
                    <a:pt x="1220" y="2687"/>
                    <a:pt x="1220" y="2687"/>
                  </a:cubicBezTo>
                  <a:cubicBezTo>
                    <a:pt x="1220" y="2528"/>
                    <a:pt x="1220" y="2528"/>
                    <a:pt x="1220" y="2528"/>
                  </a:cubicBezTo>
                  <a:cubicBezTo>
                    <a:pt x="1220" y="2506"/>
                    <a:pt x="1220" y="2506"/>
                    <a:pt x="1220" y="2506"/>
                  </a:cubicBezTo>
                  <a:cubicBezTo>
                    <a:pt x="1220" y="2346"/>
                    <a:pt x="1220" y="2346"/>
                    <a:pt x="1220" y="2346"/>
                  </a:cubicBezTo>
                  <a:cubicBezTo>
                    <a:pt x="1220" y="2324"/>
                    <a:pt x="1220" y="2324"/>
                    <a:pt x="1220" y="2324"/>
                  </a:cubicBezTo>
                  <a:cubicBezTo>
                    <a:pt x="1220" y="2165"/>
                    <a:pt x="1220" y="2165"/>
                    <a:pt x="1220" y="2165"/>
                  </a:cubicBezTo>
                  <a:cubicBezTo>
                    <a:pt x="1220" y="2143"/>
                    <a:pt x="1220" y="2143"/>
                    <a:pt x="1220" y="2143"/>
                  </a:cubicBezTo>
                  <a:cubicBezTo>
                    <a:pt x="1220" y="1988"/>
                    <a:pt x="1220" y="1988"/>
                    <a:pt x="1220" y="1988"/>
                  </a:cubicBezTo>
                  <a:cubicBezTo>
                    <a:pt x="1347" y="1988"/>
                    <a:pt x="1347" y="1988"/>
                    <a:pt x="1347" y="1988"/>
                  </a:cubicBezTo>
                  <a:cubicBezTo>
                    <a:pt x="1347" y="1937"/>
                    <a:pt x="1347" y="1937"/>
                    <a:pt x="1347" y="1937"/>
                  </a:cubicBezTo>
                  <a:cubicBezTo>
                    <a:pt x="1220" y="1937"/>
                    <a:pt x="1220" y="1937"/>
                    <a:pt x="1220" y="1937"/>
                  </a:cubicBezTo>
                  <a:cubicBezTo>
                    <a:pt x="1220" y="1802"/>
                    <a:pt x="1220" y="1802"/>
                    <a:pt x="1220" y="1802"/>
                  </a:cubicBezTo>
                  <a:cubicBezTo>
                    <a:pt x="1220" y="1780"/>
                    <a:pt x="1220" y="1780"/>
                    <a:pt x="1220" y="1780"/>
                  </a:cubicBezTo>
                  <a:cubicBezTo>
                    <a:pt x="1220" y="1642"/>
                    <a:pt x="1220" y="1642"/>
                    <a:pt x="1220" y="1642"/>
                  </a:cubicBezTo>
                  <a:cubicBezTo>
                    <a:pt x="1347" y="1642"/>
                    <a:pt x="1347" y="1642"/>
                    <a:pt x="1347" y="1642"/>
                  </a:cubicBezTo>
                  <a:cubicBezTo>
                    <a:pt x="1347" y="1591"/>
                    <a:pt x="1347" y="1591"/>
                    <a:pt x="1347" y="1591"/>
                  </a:cubicBezTo>
                  <a:cubicBezTo>
                    <a:pt x="1220" y="1591"/>
                    <a:pt x="1220" y="1591"/>
                    <a:pt x="1220" y="1591"/>
                  </a:cubicBezTo>
                  <a:cubicBezTo>
                    <a:pt x="1220" y="1439"/>
                    <a:pt x="1220" y="1439"/>
                    <a:pt x="1220" y="1439"/>
                  </a:cubicBezTo>
                  <a:cubicBezTo>
                    <a:pt x="1220" y="1417"/>
                    <a:pt x="1220" y="1417"/>
                    <a:pt x="1220" y="1417"/>
                  </a:cubicBezTo>
                  <a:cubicBezTo>
                    <a:pt x="1220" y="1252"/>
                    <a:pt x="1220" y="1252"/>
                    <a:pt x="1220" y="1252"/>
                  </a:cubicBezTo>
                  <a:cubicBezTo>
                    <a:pt x="1252" y="1252"/>
                    <a:pt x="1252" y="1252"/>
                    <a:pt x="1252" y="1252"/>
                  </a:cubicBezTo>
                  <a:cubicBezTo>
                    <a:pt x="1252" y="940"/>
                    <a:pt x="1252" y="940"/>
                    <a:pt x="1252" y="940"/>
                  </a:cubicBezTo>
                  <a:cubicBezTo>
                    <a:pt x="1481" y="940"/>
                    <a:pt x="1481" y="940"/>
                    <a:pt x="1481" y="940"/>
                  </a:cubicBezTo>
                  <a:cubicBezTo>
                    <a:pt x="1481" y="740"/>
                    <a:pt x="1481" y="740"/>
                    <a:pt x="1481" y="740"/>
                  </a:cubicBezTo>
                  <a:cubicBezTo>
                    <a:pt x="1520" y="740"/>
                    <a:pt x="1520" y="740"/>
                    <a:pt x="1520" y="740"/>
                  </a:cubicBezTo>
                  <a:cubicBezTo>
                    <a:pt x="1542" y="740"/>
                    <a:pt x="1542" y="740"/>
                    <a:pt x="1542" y="740"/>
                  </a:cubicBezTo>
                  <a:cubicBezTo>
                    <a:pt x="1701" y="740"/>
                    <a:pt x="1701" y="740"/>
                    <a:pt x="1701" y="740"/>
                  </a:cubicBezTo>
                  <a:cubicBezTo>
                    <a:pt x="1724" y="740"/>
                    <a:pt x="1724" y="740"/>
                    <a:pt x="1724" y="740"/>
                  </a:cubicBezTo>
                  <a:cubicBezTo>
                    <a:pt x="1883" y="740"/>
                    <a:pt x="1883" y="740"/>
                    <a:pt x="1883" y="740"/>
                  </a:cubicBezTo>
                  <a:cubicBezTo>
                    <a:pt x="1905" y="740"/>
                    <a:pt x="1905" y="740"/>
                    <a:pt x="1905" y="740"/>
                  </a:cubicBezTo>
                  <a:cubicBezTo>
                    <a:pt x="2064" y="740"/>
                    <a:pt x="2064" y="740"/>
                    <a:pt x="2064" y="740"/>
                  </a:cubicBezTo>
                  <a:cubicBezTo>
                    <a:pt x="2087" y="740"/>
                    <a:pt x="2087" y="740"/>
                    <a:pt x="2087" y="740"/>
                  </a:cubicBezTo>
                  <a:cubicBezTo>
                    <a:pt x="2246" y="740"/>
                    <a:pt x="2246" y="740"/>
                    <a:pt x="2246" y="740"/>
                  </a:cubicBezTo>
                  <a:cubicBezTo>
                    <a:pt x="2268" y="740"/>
                    <a:pt x="2268" y="740"/>
                    <a:pt x="2268" y="740"/>
                  </a:cubicBezTo>
                  <a:cubicBezTo>
                    <a:pt x="2427" y="740"/>
                    <a:pt x="2427" y="740"/>
                    <a:pt x="2427" y="740"/>
                  </a:cubicBezTo>
                  <a:cubicBezTo>
                    <a:pt x="2450" y="740"/>
                    <a:pt x="2450" y="740"/>
                    <a:pt x="2450" y="740"/>
                  </a:cubicBezTo>
                  <a:cubicBezTo>
                    <a:pt x="2609" y="740"/>
                    <a:pt x="2609" y="740"/>
                    <a:pt x="2609" y="740"/>
                  </a:cubicBezTo>
                  <a:cubicBezTo>
                    <a:pt x="2631" y="740"/>
                    <a:pt x="2631" y="740"/>
                    <a:pt x="2631" y="740"/>
                  </a:cubicBezTo>
                  <a:cubicBezTo>
                    <a:pt x="2790" y="740"/>
                    <a:pt x="2790" y="740"/>
                    <a:pt x="2790" y="740"/>
                  </a:cubicBezTo>
                  <a:cubicBezTo>
                    <a:pt x="2813" y="740"/>
                    <a:pt x="2813" y="740"/>
                    <a:pt x="2813" y="740"/>
                  </a:cubicBezTo>
                  <a:cubicBezTo>
                    <a:pt x="2972" y="740"/>
                    <a:pt x="2972" y="740"/>
                    <a:pt x="2972" y="740"/>
                  </a:cubicBezTo>
                  <a:cubicBezTo>
                    <a:pt x="2974" y="740"/>
                    <a:pt x="2974" y="740"/>
                    <a:pt x="2974" y="740"/>
                  </a:cubicBezTo>
                  <a:cubicBezTo>
                    <a:pt x="2974" y="790"/>
                    <a:pt x="2974" y="790"/>
                    <a:pt x="2974" y="790"/>
                  </a:cubicBezTo>
                  <a:cubicBezTo>
                    <a:pt x="3072" y="790"/>
                    <a:pt x="3072" y="790"/>
                    <a:pt x="3072" y="790"/>
                  </a:cubicBezTo>
                  <a:cubicBezTo>
                    <a:pt x="3072" y="1007"/>
                    <a:pt x="3072" y="1007"/>
                    <a:pt x="3072" y="1007"/>
                  </a:cubicBezTo>
                  <a:cubicBezTo>
                    <a:pt x="3047" y="1007"/>
                    <a:pt x="3047" y="1007"/>
                    <a:pt x="3047" y="1007"/>
                  </a:cubicBezTo>
                  <a:cubicBezTo>
                    <a:pt x="3077" y="1160"/>
                    <a:pt x="3077" y="1160"/>
                    <a:pt x="3077" y="1160"/>
                  </a:cubicBezTo>
                  <a:cubicBezTo>
                    <a:pt x="3106" y="1160"/>
                    <a:pt x="3106" y="1160"/>
                    <a:pt x="3106" y="1160"/>
                  </a:cubicBezTo>
                  <a:cubicBezTo>
                    <a:pt x="3106" y="1178"/>
                    <a:pt x="3106" y="1178"/>
                    <a:pt x="3106" y="1178"/>
                  </a:cubicBezTo>
                  <a:cubicBezTo>
                    <a:pt x="3106" y="1178"/>
                    <a:pt x="3103" y="1188"/>
                    <a:pt x="3119" y="1196"/>
                  </a:cubicBezTo>
                  <a:cubicBezTo>
                    <a:pt x="3135" y="1204"/>
                    <a:pt x="3139" y="1213"/>
                    <a:pt x="3140" y="1216"/>
                  </a:cubicBezTo>
                  <a:cubicBezTo>
                    <a:pt x="3142" y="1219"/>
                    <a:pt x="3143" y="1236"/>
                    <a:pt x="3124" y="1239"/>
                  </a:cubicBezTo>
                  <a:cubicBezTo>
                    <a:pt x="3106" y="1243"/>
                    <a:pt x="3104" y="1236"/>
                    <a:pt x="3096" y="1218"/>
                  </a:cubicBezTo>
                  <a:cubicBezTo>
                    <a:pt x="3088" y="1200"/>
                    <a:pt x="3076" y="1198"/>
                    <a:pt x="3072" y="1202"/>
                  </a:cubicBezTo>
                  <a:cubicBezTo>
                    <a:pt x="3068" y="1205"/>
                    <a:pt x="3076" y="1210"/>
                    <a:pt x="3078" y="1229"/>
                  </a:cubicBezTo>
                  <a:cubicBezTo>
                    <a:pt x="3080" y="1249"/>
                    <a:pt x="3093" y="1265"/>
                    <a:pt x="3104" y="1272"/>
                  </a:cubicBezTo>
                  <a:cubicBezTo>
                    <a:pt x="3116" y="1279"/>
                    <a:pt x="3138" y="1286"/>
                    <a:pt x="3164" y="1266"/>
                  </a:cubicBezTo>
                  <a:cubicBezTo>
                    <a:pt x="3190" y="1247"/>
                    <a:pt x="3179" y="1212"/>
                    <a:pt x="3172" y="1198"/>
                  </a:cubicBezTo>
                  <a:cubicBezTo>
                    <a:pt x="3164" y="1185"/>
                    <a:pt x="3135" y="1174"/>
                    <a:pt x="3135" y="1174"/>
                  </a:cubicBezTo>
                  <a:cubicBezTo>
                    <a:pt x="3135" y="1160"/>
                    <a:pt x="3135" y="1160"/>
                    <a:pt x="3135" y="1160"/>
                  </a:cubicBezTo>
                  <a:cubicBezTo>
                    <a:pt x="3163" y="1160"/>
                    <a:pt x="3163" y="1160"/>
                    <a:pt x="3163" y="1160"/>
                  </a:cubicBezTo>
                  <a:cubicBezTo>
                    <a:pt x="3193" y="1007"/>
                    <a:pt x="3193" y="1007"/>
                    <a:pt x="3193" y="1007"/>
                  </a:cubicBezTo>
                  <a:cubicBezTo>
                    <a:pt x="3168" y="1007"/>
                    <a:pt x="3168" y="1007"/>
                    <a:pt x="3168" y="1007"/>
                  </a:cubicBezTo>
                  <a:cubicBezTo>
                    <a:pt x="3168" y="790"/>
                    <a:pt x="3168" y="790"/>
                    <a:pt x="3168" y="790"/>
                  </a:cubicBezTo>
                  <a:cubicBezTo>
                    <a:pt x="3267" y="790"/>
                    <a:pt x="3267" y="790"/>
                    <a:pt x="3267" y="790"/>
                  </a:cubicBezTo>
                  <a:cubicBezTo>
                    <a:pt x="3267" y="740"/>
                    <a:pt x="3267" y="740"/>
                    <a:pt x="3267" y="740"/>
                  </a:cubicBezTo>
                  <a:cubicBezTo>
                    <a:pt x="3346" y="740"/>
                    <a:pt x="3346" y="740"/>
                    <a:pt x="3346" y="740"/>
                  </a:cubicBezTo>
                  <a:cubicBezTo>
                    <a:pt x="3554" y="740"/>
                    <a:pt x="3554" y="740"/>
                    <a:pt x="3554" y="740"/>
                  </a:cubicBezTo>
                  <a:cubicBezTo>
                    <a:pt x="3350" y="536"/>
                    <a:pt x="3350" y="536"/>
                    <a:pt x="3350" y="536"/>
                  </a:cubicBezTo>
                  <a:cubicBezTo>
                    <a:pt x="3176" y="536"/>
                    <a:pt x="3176" y="536"/>
                    <a:pt x="3176" y="536"/>
                  </a:cubicBezTo>
                  <a:cubicBezTo>
                    <a:pt x="3163" y="536"/>
                    <a:pt x="3163" y="536"/>
                    <a:pt x="3163" y="536"/>
                  </a:cubicBezTo>
                  <a:cubicBezTo>
                    <a:pt x="2994" y="536"/>
                    <a:pt x="2994" y="536"/>
                    <a:pt x="2994" y="536"/>
                  </a:cubicBezTo>
                  <a:cubicBezTo>
                    <a:pt x="2972" y="536"/>
                    <a:pt x="2972" y="536"/>
                    <a:pt x="2972" y="536"/>
                  </a:cubicBezTo>
                  <a:cubicBezTo>
                    <a:pt x="2813" y="536"/>
                    <a:pt x="2813" y="536"/>
                    <a:pt x="2813" y="536"/>
                  </a:cubicBezTo>
                  <a:cubicBezTo>
                    <a:pt x="2790" y="536"/>
                    <a:pt x="2790" y="536"/>
                    <a:pt x="2790" y="536"/>
                  </a:cubicBezTo>
                  <a:cubicBezTo>
                    <a:pt x="2631" y="536"/>
                    <a:pt x="2631" y="536"/>
                    <a:pt x="2631" y="536"/>
                  </a:cubicBezTo>
                  <a:cubicBezTo>
                    <a:pt x="2609" y="536"/>
                    <a:pt x="2609" y="536"/>
                    <a:pt x="2609" y="536"/>
                  </a:cubicBezTo>
                  <a:cubicBezTo>
                    <a:pt x="2589" y="536"/>
                    <a:pt x="2589" y="536"/>
                    <a:pt x="2589" y="536"/>
                  </a:cubicBezTo>
                  <a:cubicBezTo>
                    <a:pt x="1145" y="13"/>
                    <a:pt x="1145" y="13"/>
                    <a:pt x="1145" y="13"/>
                  </a:cubicBezTo>
                  <a:cubicBezTo>
                    <a:pt x="1142" y="0"/>
                    <a:pt x="1142" y="0"/>
                    <a:pt x="1142" y="0"/>
                  </a:cubicBezTo>
                  <a:cubicBezTo>
                    <a:pt x="1094" y="0"/>
                    <a:pt x="1094" y="0"/>
                    <a:pt x="1094" y="0"/>
                  </a:cubicBezTo>
                  <a:cubicBezTo>
                    <a:pt x="1090" y="17"/>
                    <a:pt x="1090" y="17"/>
                    <a:pt x="1090" y="17"/>
                  </a:cubicBezTo>
                  <a:cubicBezTo>
                    <a:pt x="110" y="501"/>
                    <a:pt x="110" y="501"/>
                    <a:pt x="110" y="501"/>
                  </a:cubicBezTo>
                  <a:cubicBezTo>
                    <a:pt x="0" y="501"/>
                    <a:pt x="0" y="501"/>
                    <a:pt x="0" y="501"/>
                  </a:cubicBezTo>
                  <a:cubicBezTo>
                    <a:pt x="0" y="648"/>
                    <a:pt x="0" y="648"/>
                    <a:pt x="0" y="648"/>
                  </a:cubicBezTo>
                  <a:cubicBezTo>
                    <a:pt x="76" y="648"/>
                    <a:pt x="76" y="648"/>
                    <a:pt x="76" y="648"/>
                  </a:cubicBezTo>
                  <a:cubicBezTo>
                    <a:pt x="76" y="734"/>
                    <a:pt x="76" y="734"/>
                    <a:pt x="76" y="734"/>
                  </a:cubicBezTo>
                  <a:cubicBezTo>
                    <a:pt x="182" y="734"/>
                    <a:pt x="182" y="734"/>
                    <a:pt x="182" y="734"/>
                  </a:cubicBezTo>
                  <a:cubicBezTo>
                    <a:pt x="261" y="734"/>
                    <a:pt x="261" y="734"/>
                    <a:pt x="261" y="734"/>
                  </a:cubicBezTo>
                  <a:cubicBezTo>
                    <a:pt x="755" y="734"/>
                    <a:pt x="755" y="734"/>
                    <a:pt x="755" y="734"/>
                  </a:cubicBezTo>
                  <a:cubicBezTo>
                    <a:pt x="755" y="940"/>
                    <a:pt x="755" y="940"/>
                    <a:pt x="755" y="940"/>
                  </a:cubicBezTo>
                  <a:cubicBezTo>
                    <a:pt x="984" y="940"/>
                    <a:pt x="984" y="940"/>
                    <a:pt x="984" y="940"/>
                  </a:cubicBezTo>
                  <a:cubicBezTo>
                    <a:pt x="984" y="1252"/>
                    <a:pt x="984" y="1252"/>
                    <a:pt x="984" y="1252"/>
                  </a:cubicBezTo>
                  <a:cubicBezTo>
                    <a:pt x="1016" y="1252"/>
                    <a:pt x="1016" y="1252"/>
                    <a:pt x="1016" y="1252"/>
                  </a:cubicBezTo>
                  <a:cubicBezTo>
                    <a:pt x="1016" y="1417"/>
                    <a:pt x="1016" y="1417"/>
                    <a:pt x="1016" y="1417"/>
                  </a:cubicBezTo>
                  <a:cubicBezTo>
                    <a:pt x="1016" y="1439"/>
                    <a:pt x="1016" y="1439"/>
                    <a:pt x="1016" y="1439"/>
                  </a:cubicBezTo>
                  <a:cubicBezTo>
                    <a:pt x="1016" y="1591"/>
                    <a:pt x="1016" y="1591"/>
                    <a:pt x="1016" y="1591"/>
                  </a:cubicBezTo>
                  <a:cubicBezTo>
                    <a:pt x="889" y="1591"/>
                    <a:pt x="889" y="1591"/>
                    <a:pt x="889" y="1591"/>
                  </a:cubicBezTo>
                  <a:cubicBezTo>
                    <a:pt x="889" y="1642"/>
                    <a:pt x="889" y="1642"/>
                    <a:pt x="889" y="1642"/>
                  </a:cubicBezTo>
                  <a:cubicBezTo>
                    <a:pt x="1016" y="1642"/>
                    <a:pt x="1016" y="1642"/>
                    <a:pt x="1016" y="1642"/>
                  </a:cubicBezTo>
                  <a:cubicBezTo>
                    <a:pt x="1016" y="1780"/>
                    <a:pt x="1016" y="1780"/>
                    <a:pt x="1016" y="1780"/>
                  </a:cubicBezTo>
                  <a:cubicBezTo>
                    <a:pt x="1016" y="1802"/>
                    <a:pt x="1016" y="1802"/>
                    <a:pt x="1016" y="1802"/>
                  </a:cubicBezTo>
                  <a:cubicBezTo>
                    <a:pt x="1016" y="1937"/>
                    <a:pt x="1016" y="1937"/>
                    <a:pt x="1016" y="1937"/>
                  </a:cubicBezTo>
                  <a:cubicBezTo>
                    <a:pt x="889" y="1937"/>
                    <a:pt x="889" y="1937"/>
                    <a:pt x="889" y="1937"/>
                  </a:cubicBezTo>
                  <a:cubicBezTo>
                    <a:pt x="889" y="1988"/>
                    <a:pt x="889" y="1988"/>
                    <a:pt x="889" y="1988"/>
                  </a:cubicBezTo>
                  <a:cubicBezTo>
                    <a:pt x="1016" y="1988"/>
                    <a:pt x="1016" y="1988"/>
                    <a:pt x="1016" y="1988"/>
                  </a:cubicBezTo>
                  <a:cubicBezTo>
                    <a:pt x="1016" y="2143"/>
                    <a:pt x="1016" y="2143"/>
                    <a:pt x="1016" y="2143"/>
                  </a:cubicBezTo>
                  <a:cubicBezTo>
                    <a:pt x="1016" y="2165"/>
                    <a:pt x="1016" y="2165"/>
                    <a:pt x="1016" y="2165"/>
                  </a:cubicBezTo>
                  <a:cubicBezTo>
                    <a:pt x="1016" y="2324"/>
                    <a:pt x="1016" y="2324"/>
                    <a:pt x="1016" y="2324"/>
                  </a:cubicBezTo>
                  <a:cubicBezTo>
                    <a:pt x="1016" y="2346"/>
                    <a:pt x="1016" y="2346"/>
                    <a:pt x="1016" y="2346"/>
                  </a:cubicBezTo>
                  <a:cubicBezTo>
                    <a:pt x="1016" y="2506"/>
                    <a:pt x="1016" y="2506"/>
                    <a:pt x="1016" y="2506"/>
                  </a:cubicBezTo>
                  <a:cubicBezTo>
                    <a:pt x="1016" y="2528"/>
                    <a:pt x="1016" y="2528"/>
                    <a:pt x="1016" y="2528"/>
                  </a:cubicBezTo>
                  <a:cubicBezTo>
                    <a:pt x="1016" y="2687"/>
                    <a:pt x="1016" y="2687"/>
                    <a:pt x="1016" y="2687"/>
                  </a:cubicBezTo>
                  <a:cubicBezTo>
                    <a:pt x="1016" y="2709"/>
                    <a:pt x="1016" y="2709"/>
                    <a:pt x="1016" y="2709"/>
                  </a:cubicBezTo>
                  <a:cubicBezTo>
                    <a:pt x="1016" y="2868"/>
                    <a:pt x="1016" y="2868"/>
                    <a:pt x="1016" y="2868"/>
                  </a:cubicBezTo>
                  <a:cubicBezTo>
                    <a:pt x="1016" y="2891"/>
                    <a:pt x="1016" y="2891"/>
                    <a:pt x="1016" y="2891"/>
                  </a:cubicBezTo>
                  <a:cubicBezTo>
                    <a:pt x="1016" y="3050"/>
                    <a:pt x="1016" y="3050"/>
                    <a:pt x="1016" y="3050"/>
                  </a:cubicBezTo>
                  <a:cubicBezTo>
                    <a:pt x="1016" y="3072"/>
                    <a:pt x="1016" y="3072"/>
                    <a:pt x="1016" y="3072"/>
                  </a:cubicBezTo>
                  <a:cubicBezTo>
                    <a:pt x="1016" y="3231"/>
                    <a:pt x="1016" y="3231"/>
                    <a:pt x="1016" y="3231"/>
                  </a:cubicBezTo>
                  <a:cubicBezTo>
                    <a:pt x="1016" y="3254"/>
                    <a:pt x="1016" y="3254"/>
                    <a:pt x="1016" y="3254"/>
                  </a:cubicBezTo>
                  <a:cubicBezTo>
                    <a:pt x="1016" y="3378"/>
                    <a:pt x="1016" y="3378"/>
                    <a:pt x="1016" y="3378"/>
                  </a:cubicBezTo>
                  <a:cubicBezTo>
                    <a:pt x="860" y="3378"/>
                    <a:pt x="860" y="3378"/>
                    <a:pt x="860" y="3378"/>
                  </a:cubicBezTo>
                  <a:cubicBezTo>
                    <a:pt x="860" y="3455"/>
                    <a:pt x="860" y="3455"/>
                    <a:pt x="860" y="3455"/>
                  </a:cubicBezTo>
                  <a:cubicBezTo>
                    <a:pt x="705" y="3455"/>
                    <a:pt x="705" y="3455"/>
                    <a:pt x="705" y="3455"/>
                  </a:cubicBezTo>
                  <a:cubicBezTo>
                    <a:pt x="705" y="3541"/>
                    <a:pt x="705" y="3541"/>
                    <a:pt x="705" y="3541"/>
                  </a:cubicBezTo>
                  <a:cubicBezTo>
                    <a:pt x="1531" y="3541"/>
                    <a:pt x="1531" y="3541"/>
                    <a:pt x="1531" y="3541"/>
                  </a:cubicBezTo>
                  <a:cubicBezTo>
                    <a:pt x="1531" y="3455"/>
                    <a:pt x="1531" y="3455"/>
                    <a:pt x="1531" y="3455"/>
                  </a:cubicBezTo>
                  <a:cubicBezTo>
                    <a:pt x="1376" y="3455"/>
                    <a:pt x="1376" y="3455"/>
                    <a:pt x="1376" y="3455"/>
                  </a:cubicBezTo>
                  <a:lnTo>
                    <a:pt x="1376" y="3378"/>
                  </a:lnTo>
                  <a:close/>
                  <a:moveTo>
                    <a:pt x="3203" y="759"/>
                  </a:moveTo>
                  <a:cubicBezTo>
                    <a:pt x="3189" y="759"/>
                    <a:pt x="3177" y="747"/>
                    <a:pt x="3177" y="733"/>
                  </a:cubicBezTo>
                  <a:cubicBezTo>
                    <a:pt x="3177" y="718"/>
                    <a:pt x="3189" y="706"/>
                    <a:pt x="3203" y="706"/>
                  </a:cubicBezTo>
                  <a:cubicBezTo>
                    <a:pt x="3218" y="706"/>
                    <a:pt x="3230" y="718"/>
                    <a:pt x="3230" y="733"/>
                  </a:cubicBezTo>
                  <a:cubicBezTo>
                    <a:pt x="3230" y="747"/>
                    <a:pt x="3218" y="759"/>
                    <a:pt x="3203" y="759"/>
                  </a:cubicBezTo>
                  <a:close/>
                  <a:moveTo>
                    <a:pt x="3267" y="718"/>
                  </a:moveTo>
                  <a:cubicBezTo>
                    <a:pt x="3267" y="670"/>
                    <a:pt x="3267" y="670"/>
                    <a:pt x="3267" y="670"/>
                  </a:cubicBezTo>
                  <a:cubicBezTo>
                    <a:pt x="3232" y="670"/>
                    <a:pt x="3232" y="670"/>
                    <a:pt x="3232" y="670"/>
                  </a:cubicBezTo>
                  <a:cubicBezTo>
                    <a:pt x="3255" y="647"/>
                    <a:pt x="3255" y="647"/>
                    <a:pt x="3255" y="647"/>
                  </a:cubicBezTo>
                  <a:cubicBezTo>
                    <a:pt x="3326" y="718"/>
                    <a:pt x="3326" y="718"/>
                    <a:pt x="3326" y="718"/>
                  </a:cubicBezTo>
                  <a:lnTo>
                    <a:pt x="3267" y="718"/>
                  </a:lnTo>
                  <a:close/>
                  <a:moveTo>
                    <a:pt x="3346" y="718"/>
                  </a:moveTo>
                  <a:cubicBezTo>
                    <a:pt x="3344" y="718"/>
                    <a:pt x="3344" y="718"/>
                    <a:pt x="3344" y="718"/>
                  </a:cubicBezTo>
                  <a:cubicBezTo>
                    <a:pt x="3264" y="638"/>
                    <a:pt x="3264" y="638"/>
                    <a:pt x="3264" y="638"/>
                  </a:cubicBezTo>
                  <a:cubicBezTo>
                    <a:pt x="3287" y="615"/>
                    <a:pt x="3287" y="615"/>
                    <a:pt x="3287" y="615"/>
                  </a:cubicBezTo>
                  <a:cubicBezTo>
                    <a:pt x="3491" y="718"/>
                    <a:pt x="3491" y="718"/>
                    <a:pt x="3491" y="718"/>
                  </a:cubicBezTo>
                  <a:lnTo>
                    <a:pt x="3346" y="718"/>
                  </a:lnTo>
                  <a:close/>
                  <a:moveTo>
                    <a:pt x="3481" y="699"/>
                  </a:moveTo>
                  <a:cubicBezTo>
                    <a:pt x="3296" y="606"/>
                    <a:pt x="3296" y="606"/>
                    <a:pt x="3296" y="606"/>
                  </a:cubicBezTo>
                  <a:cubicBezTo>
                    <a:pt x="3342" y="560"/>
                    <a:pt x="3342" y="560"/>
                    <a:pt x="3342" y="560"/>
                  </a:cubicBezTo>
                  <a:lnTo>
                    <a:pt x="3481" y="699"/>
                  </a:lnTo>
                  <a:close/>
                  <a:moveTo>
                    <a:pt x="3326" y="559"/>
                  </a:moveTo>
                  <a:cubicBezTo>
                    <a:pt x="3284" y="600"/>
                    <a:pt x="3284" y="600"/>
                    <a:pt x="3284" y="600"/>
                  </a:cubicBezTo>
                  <a:cubicBezTo>
                    <a:pt x="3202" y="559"/>
                    <a:pt x="3202" y="559"/>
                    <a:pt x="3202" y="559"/>
                  </a:cubicBezTo>
                  <a:lnTo>
                    <a:pt x="3326" y="559"/>
                  </a:lnTo>
                  <a:close/>
                  <a:moveTo>
                    <a:pt x="3275" y="609"/>
                  </a:moveTo>
                  <a:cubicBezTo>
                    <a:pt x="3255" y="629"/>
                    <a:pt x="3255" y="629"/>
                    <a:pt x="3255" y="629"/>
                  </a:cubicBezTo>
                  <a:cubicBezTo>
                    <a:pt x="3196" y="570"/>
                    <a:pt x="3196" y="570"/>
                    <a:pt x="3196" y="570"/>
                  </a:cubicBezTo>
                  <a:lnTo>
                    <a:pt x="3275" y="609"/>
                  </a:lnTo>
                  <a:close/>
                  <a:moveTo>
                    <a:pt x="3176" y="568"/>
                  </a:moveTo>
                  <a:cubicBezTo>
                    <a:pt x="3246" y="638"/>
                    <a:pt x="3246" y="638"/>
                    <a:pt x="3246" y="638"/>
                  </a:cubicBezTo>
                  <a:cubicBezTo>
                    <a:pt x="3214" y="670"/>
                    <a:pt x="3214" y="670"/>
                    <a:pt x="3214" y="670"/>
                  </a:cubicBezTo>
                  <a:cubicBezTo>
                    <a:pt x="3176" y="670"/>
                    <a:pt x="3176" y="670"/>
                    <a:pt x="3176" y="670"/>
                  </a:cubicBezTo>
                  <a:lnTo>
                    <a:pt x="3176" y="568"/>
                  </a:lnTo>
                  <a:close/>
                  <a:moveTo>
                    <a:pt x="3037" y="759"/>
                  </a:moveTo>
                  <a:cubicBezTo>
                    <a:pt x="3022" y="759"/>
                    <a:pt x="3010" y="747"/>
                    <a:pt x="3010" y="733"/>
                  </a:cubicBezTo>
                  <a:cubicBezTo>
                    <a:pt x="3010" y="718"/>
                    <a:pt x="3022" y="706"/>
                    <a:pt x="3037" y="706"/>
                  </a:cubicBezTo>
                  <a:cubicBezTo>
                    <a:pt x="3051" y="706"/>
                    <a:pt x="3063" y="718"/>
                    <a:pt x="3063" y="733"/>
                  </a:cubicBezTo>
                  <a:cubicBezTo>
                    <a:pt x="3063" y="747"/>
                    <a:pt x="3051" y="759"/>
                    <a:pt x="3037" y="759"/>
                  </a:cubicBezTo>
                  <a:close/>
                  <a:moveTo>
                    <a:pt x="3051" y="670"/>
                  </a:moveTo>
                  <a:cubicBezTo>
                    <a:pt x="3074" y="647"/>
                    <a:pt x="3074" y="647"/>
                    <a:pt x="3074" y="647"/>
                  </a:cubicBezTo>
                  <a:cubicBezTo>
                    <a:pt x="3096" y="670"/>
                    <a:pt x="3096" y="670"/>
                    <a:pt x="3096" y="670"/>
                  </a:cubicBezTo>
                  <a:lnTo>
                    <a:pt x="3051" y="670"/>
                  </a:lnTo>
                  <a:close/>
                  <a:moveTo>
                    <a:pt x="3155" y="1007"/>
                  </a:moveTo>
                  <a:cubicBezTo>
                    <a:pt x="3085" y="1007"/>
                    <a:pt x="3085" y="1007"/>
                    <a:pt x="3085" y="1007"/>
                  </a:cubicBezTo>
                  <a:cubicBezTo>
                    <a:pt x="3085" y="790"/>
                    <a:pt x="3085" y="790"/>
                    <a:pt x="3085" y="790"/>
                  </a:cubicBezTo>
                  <a:cubicBezTo>
                    <a:pt x="3155" y="790"/>
                    <a:pt x="3155" y="790"/>
                    <a:pt x="3155" y="790"/>
                  </a:cubicBezTo>
                  <a:lnTo>
                    <a:pt x="3155" y="1007"/>
                  </a:lnTo>
                  <a:close/>
                  <a:moveTo>
                    <a:pt x="3153" y="670"/>
                  </a:moveTo>
                  <a:cubicBezTo>
                    <a:pt x="3114" y="670"/>
                    <a:pt x="3114" y="670"/>
                    <a:pt x="3114" y="670"/>
                  </a:cubicBezTo>
                  <a:cubicBezTo>
                    <a:pt x="3083" y="638"/>
                    <a:pt x="3083" y="638"/>
                    <a:pt x="3083" y="638"/>
                  </a:cubicBezTo>
                  <a:cubicBezTo>
                    <a:pt x="3153" y="568"/>
                    <a:pt x="3153" y="568"/>
                    <a:pt x="3153" y="568"/>
                  </a:cubicBezTo>
                  <a:lnTo>
                    <a:pt x="3153" y="670"/>
                  </a:lnTo>
                  <a:close/>
                  <a:moveTo>
                    <a:pt x="3144" y="559"/>
                  </a:moveTo>
                  <a:cubicBezTo>
                    <a:pt x="3074" y="629"/>
                    <a:pt x="3074" y="629"/>
                    <a:pt x="3074" y="629"/>
                  </a:cubicBezTo>
                  <a:cubicBezTo>
                    <a:pt x="3003" y="559"/>
                    <a:pt x="3003" y="559"/>
                    <a:pt x="3003" y="559"/>
                  </a:cubicBezTo>
                  <a:lnTo>
                    <a:pt x="3144" y="559"/>
                  </a:lnTo>
                  <a:close/>
                  <a:moveTo>
                    <a:pt x="2994" y="568"/>
                  </a:moveTo>
                  <a:cubicBezTo>
                    <a:pt x="3065" y="638"/>
                    <a:pt x="3065" y="638"/>
                    <a:pt x="3065" y="638"/>
                  </a:cubicBezTo>
                  <a:cubicBezTo>
                    <a:pt x="3033" y="670"/>
                    <a:pt x="3033" y="670"/>
                    <a:pt x="3033" y="670"/>
                  </a:cubicBezTo>
                  <a:cubicBezTo>
                    <a:pt x="2994" y="670"/>
                    <a:pt x="2994" y="670"/>
                    <a:pt x="2994" y="670"/>
                  </a:cubicBezTo>
                  <a:lnTo>
                    <a:pt x="2994" y="568"/>
                  </a:lnTo>
                  <a:close/>
                  <a:moveTo>
                    <a:pt x="2822" y="718"/>
                  </a:moveTo>
                  <a:cubicBezTo>
                    <a:pt x="2892" y="647"/>
                    <a:pt x="2892" y="647"/>
                    <a:pt x="2892" y="647"/>
                  </a:cubicBezTo>
                  <a:cubicBezTo>
                    <a:pt x="2963" y="718"/>
                    <a:pt x="2963" y="718"/>
                    <a:pt x="2963" y="718"/>
                  </a:cubicBezTo>
                  <a:lnTo>
                    <a:pt x="2822" y="718"/>
                  </a:lnTo>
                  <a:close/>
                  <a:moveTo>
                    <a:pt x="2972" y="709"/>
                  </a:moveTo>
                  <a:cubicBezTo>
                    <a:pt x="2901" y="638"/>
                    <a:pt x="2901" y="638"/>
                    <a:pt x="2901" y="638"/>
                  </a:cubicBezTo>
                  <a:cubicBezTo>
                    <a:pt x="2972" y="568"/>
                    <a:pt x="2972" y="568"/>
                    <a:pt x="2972" y="568"/>
                  </a:cubicBezTo>
                  <a:lnTo>
                    <a:pt x="2972" y="709"/>
                  </a:lnTo>
                  <a:close/>
                  <a:moveTo>
                    <a:pt x="2963" y="559"/>
                  </a:moveTo>
                  <a:cubicBezTo>
                    <a:pt x="2892" y="629"/>
                    <a:pt x="2892" y="629"/>
                    <a:pt x="2892" y="629"/>
                  </a:cubicBezTo>
                  <a:cubicBezTo>
                    <a:pt x="2822" y="559"/>
                    <a:pt x="2822" y="559"/>
                    <a:pt x="2822" y="559"/>
                  </a:cubicBezTo>
                  <a:lnTo>
                    <a:pt x="2963" y="559"/>
                  </a:lnTo>
                  <a:close/>
                  <a:moveTo>
                    <a:pt x="2813" y="568"/>
                  </a:moveTo>
                  <a:cubicBezTo>
                    <a:pt x="2883" y="638"/>
                    <a:pt x="2883" y="638"/>
                    <a:pt x="2883" y="638"/>
                  </a:cubicBezTo>
                  <a:cubicBezTo>
                    <a:pt x="2813" y="709"/>
                    <a:pt x="2813" y="709"/>
                    <a:pt x="2813" y="709"/>
                  </a:cubicBezTo>
                  <a:lnTo>
                    <a:pt x="2813" y="568"/>
                  </a:lnTo>
                  <a:close/>
                  <a:moveTo>
                    <a:pt x="2640" y="718"/>
                  </a:moveTo>
                  <a:cubicBezTo>
                    <a:pt x="2711" y="647"/>
                    <a:pt x="2711" y="647"/>
                    <a:pt x="2711" y="647"/>
                  </a:cubicBezTo>
                  <a:cubicBezTo>
                    <a:pt x="2781" y="718"/>
                    <a:pt x="2781" y="718"/>
                    <a:pt x="2781" y="718"/>
                  </a:cubicBezTo>
                  <a:lnTo>
                    <a:pt x="2640" y="718"/>
                  </a:lnTo>
                  <a:close/>
                  <a:moveTo>
                    <a:pt x="2790" y="709"/>
                  </a:moveTo>
                  <a:cubicBezTo>
                    <a:pt x="2720" y="638"/>
                    <a:pt x="2720" y="638"/>
                    <a:pt x="2720" y="638"/>
                  </a:cubicBezTo>
                  <a:cubicBezTo>
                    <a:pt x="2790" y="568"/>
                    <a:pt x="2790" y="568"/>
                    <a:pt x="2790" y="568"/>
                  </a:cubicBezTo>
                  <a:lnTo>
                    <a:pt x="2790" y="709"/>
                  </a:lnTo>
                  <a:close/>
                  <a:moveTo>
                    <a:pt x="2781" y="559"/>
                  </a:moveTo>
                  <a:cubicBezTo>
                    <a:pt x="2711" y="629"/>
                    <a:pt x="2711" y="629"/>
                    <a:pt x="2711" y="629"/>
                  </a:cubicBezTo>
                  <a:cubicBezTo>
                    <a:pt x="2640" y="559"/>
                    <a:pt x="2640" y="559"/>
                    <a:pt x="2640" y="559"/>
                  </a:cubicBezTo>
                  <a:lnTo>
                    <a:pt x="2781" y="559"/>
                  </a:lnTo>
                  <a:close/>
                  <a:moveTo>
                    <a:pt x="2631" y="568"/>
                  </a:moveTo>
                  <a:cubicBezTo>
                    <a:pt x="2702" y="638"/>
                    <a:pt x="2702" y="638"/>
                    <a:pt x="2702" y="638"/>
                  </a:cubicBezTo>
                  <a:cubicBezTo>
                    <a:pt x="2631" y="709"/>
                    <a:pt x="2631" y="709"/>
                    <a:pt x="2631" y="709"/>
                  </a:cubicBezTo>
                  <a:lnTo>
                    <a:pt x="2631" y="568"/>
                  </a:lnTo>
                  <a:close/>
                  <a:moveTo>
                    <a:pt x="1008" y="640"/>
                  </a:moveTo>
                  <a:cubicBezTo>
                    <a:pt x="1118" y="563"/>
                    <a:pt x="1118" y="563"/>
                    <a:pt x="1118" y="563"/>
                  </a:cubicBezTo>
                  <a:cubicBezTo>
                    <a:pt x="1228" y="640"/>
                    <a:pt x="1228" y="640"/>
                    <a:pt x="1228" y="640"/>
                  </a:cubicBezTo>
                  <a:lnTo>
                    <a:pt x="1008" y="640"/>
                  </a:lnTo>
                  <a:close/>
                  <a:moveTo>
                    <a:pt x="1047" y="3231"/>
                  </a:moveTo>
                  <a:cubicBezTo>
                    <a:pt x="1118" y="3161"/>
                    <a:pt x="1118" y="3161"/>
                    <a:pt x="1118" y="3161"/>
                  </a:cubicBezTo>
                  <a:cubicBezTo>
                    <a:pt x="1188" y="3231"/>
                    <a:pt x="1188" y="3231"/>
                    <a:pt x="1188" y="3231"/>
                  </a:cubicBezTo>
                  <a:lnTo>
                    <a:pt x="1047" y="3231"/>
                  </a:lnTo>
                  <a:close/>
                  <a:moveTo>
                    <a:pt x="1188" y="3254"/>
                  </a:moveTo>
                  <a:cubicBezTo>
                    <a:pt x="1118" y="3324"/>
                    <a:pt x="1118" y="3324"/>
                    <a:pt x="1118" y="3324"/>
                  </a:cubicBezTo>
                  <a:cubicBezTo>
                    <a:pt x="1047" y="3254"/>
                    <a:pt x="1047" y="3254"/>
                    <a:pt x="1047" y="3254"/>
                  </a:cubicBezTo>
                  <a:lnTo>
                    <a:pt x="1188" y="3254"/>
                  </a:lnTo>
                  <a:close/>
                  <a:moveTo>
                    <a:pt x="1051" y="1642"/>
                  </a:moveTo>
                  <a:cubicBezTo>
                    <a:pt x="1109" y="1700"/>
                    <a:pt x="1109" y="1700"/>
                    <a:pt x="1109" y="1700"/>
                  </a:cubicBezTo>
                  <a:cubicBezTo>
                    <a:pt x="1038" y="1771"/>
                    <a:pt x="1038" y="1771"/>
                    <a:pt x="1038" y="1771"/>
                  </a:cubicBezTo>
                  <a:cubicBezTo>
                    <a:pt x="1038" y="1642"/>
                    <a:pt x="1038" y="1642"/>
                    <a:pt x="1038" y="1642"/>
                  </a:cubicBezTo>
                  <a:lnTo>
                    <a:pt x="1051" y="1642"/>
                  </a:lnTo>
                  <a:close/>
                  <a:moveTo>
                    <a:pt x="1038" y="1589"/>
                  </a:moveTo>
                  <a:cubicBezTo>
                    <a:pt x="1038" y="1448"/>
                    <a:pt x="1038" y="1448"/>
                    <a:pt x="1038" y="1448"/>
                  </a:cubicBezTo>
                  <a:cubicBezTo>
                    <a:pt x="1109" y="1519"/>
                    <a:pt x="1109" y="1519"/>
                    <a:pt x="1109" y="1519"/>
                  </a:cubicBezTo>
                  <a:lnTo>
                    <a:pt x="1038" y="1589"/>
                  </a:lnTo>
                  <a:close/>
                  <a:moveTo>
                    <a:pt x="1038" y="3222"/>
                  </a:moveTo>
                  <a:cubicBezTo>
                    <a:pt x="1038" y="3081"/>
                    <a:pt x="1038" y="3081"/>
                    <a:pt x="1038" y="3081"/>
                  </a:cubicBezTo>
                  <a:cubicBezTo>
                    <a:pt x="1109" y="3152"/>
                    <a:pt x="1109" y="3152"/>
                    <a:pt x="1109" y="3152"/>
                  </a:cubicBezTo>
                  <a:lnTo>
                    <a:pt x="1038" y="3222"/>
                  </a:lnTo>
                  <a:close/>
                  <a:moveTo>
                    <a:pt x="1047" y="3072"/>
                  </a:moveTo>
                  <a:cubicBezTo>
                    <a:pt x="1188" y="3072"/>
                    <a:pt x="1188" y="3072"/>
                    <a:pt x="1188" y="3072"/>
                  </a:cubicBezTo>
                  <a:cubicBezTo>
                    <a:pt x="1118" y="3143"/>
                    <a:pt x="1118" y="3143"/>
                    <a:pt x="1118" y="3143"/>
                  </a:cubicBezTo>
                  <a:lnTo>
                    <a:pt x="1047" y="3072"/>
                  </a:lnTo>
                  <a:close/>
                  <a:moveTo>
                    <a:pt x="1038" y="3041"/>
                  </a:moveTo>
                  <a:cubicBezTo>
                    <a:pt x="1038" y="2900"/>
                    <a:pt x="1038" y="2900"/>
                    <a:pt x="1038" y="2900"/>
                  </a:cubicBezTo>
                  <a:cubicBezTo>
                    <a:pt x="1109" y="2970"/>
                    <a:pt x="1109" y="2970"/>
                    <a:pt x="1109" y="2970"/>
                  </a:cubicBezTo>
                  <a:lnTo>
                    <a:pt x="1038" y="3041"/>
                  </a:lnTo>
                  <a:close/>
                  <a:moveTo>
                    <a:pt x="1047" y="3050"/>
                  </a:moveTo>
                  <a:cubicBezTo>
                    <a:pt x="1118" y="2979"/>
                    <a:pt x="1118" y="2979"/>
                    <a:pt x="1118" y="2979"/>
                  </a:cubicBezTo>
                  <a:cubicBezTo>
                    <a:pt x="1188" y="3050"/>
                    <a:pt x="1188" y="3050"/>
                    <a:pt x="1188" y="3050"/>
                  </a:cubicBezTo>
                  <a:lnTo>
                    <a:pt x="1047" y="3050"/>
                  </a:lnTo>
                  <a:close/>
                  <a:moveTo>
                    <a:pt x="1047" y="2891"/>
                  </a:moveTo>
                  <a:cubicBezTo>
                    <a:pt x="1188" y="2891"/>
                    <a:pt x="1188" y="2891"/>
                    <a:pt x="1188" y="2891"/>
                  </a:cubicBezTo>
                  <a:cubicBezTo>
                    <a:pt x="1118" y="2961"/>
                    <a:pt x="1118" y="2961"/>
                    <a:pt x="1118" y="2961"/>
                  </a:cubicBezTo>
                  <a:lnTo>
                    <a:pt x="1047" y="2891"/>
                  </a:lnTo>
                  <a:close/>
                  <a:moveTo>
                    <a:pt x="1038" y="2859"/>
                  </a:moveTo>
                  <a:cubicBezTo>
                    <a:pt x="1038" y="2718"/>
                    <a:pt x="1038" y="2718"/>
                    <a:pt x="1038" y="2718"/>
                  </a:cubicBezTo>
                  <a:cubicBezTo>
                    <a:pt x="1109" y="2789"/>
                    <a:pt x="1109" y="2789"/>
                    <a:pt x="1109" y="2789"/>
                  </a:cubicBezTo>
                  <a:lnTo>
                    <a:pt x="1038" y="2859"/>
                  </a:lnTo>
                  <a:close/>
                  <a:moveTo>
                    <a:pt x="1047" y="2868"/>
                  </a:moveTo>
                  <a:cubicBezTo>
                    <a:pt x="1118" y="2798"/>
                    <a:pt x="1118" y="2798"/>
                    <a:pt x="1118" y="2798"/>
                  </a:cubicBezTo>
                  <a:cubicBezTo>
                    <a:pt x="1188" y="2868"/>
                    <a:pt x="1188" y="2868"/>
                    <a:pt x="1188" y="2868"/>
                  </a:cubicBezTo>
                  <a:lnTo>
                    <a:pt x="1047" y="2868"/>
                  </a:lnTo>
                  <a:close/>
                  <a:moveTo>
                    <a:pt x="1047" y="2709"/>
                  </a:moveTo>
                  <a:cubicBezTo>
                    <a:pt x="1188" y="2709"/>
                    <a:pt x="1188" y="2709"/>
                    <a:pt x="1188" y="2709"/>
                  </a:cubicBezTo>
                  <a:cubicBezTo>
                    <a:pt x="1118" y="2780"/>
                    <a:pt x="1118" y="2780"/>
                    <a:pt x="1118" y="2780"/>
                  </a:cubicBezTo>
                  <a:lnTo>
                    <a:pt x="1047" y="2709"/>
                  </a:lnTo>
                  <a:close/>
                  <a:moveTo>
                    <a:pt x="1038" y="2678"/>
                  </a:moveTo>
                  <a:cubicBezTo>
                    <a:pt x="1038" y="2537"/>
                    <a:pt x="1038" y="2537"/>
                    <a:pt x="1038" y="2537"/>
                  </a:cubicBezTo>
                  <a:cubicBezTo>
                    <a:pt x="1109" y="2607"/>
                    <a:pt x="1109" y="2607"/>
                    <a:pt x="1109" y="2607"/>
                  </a:cubicBezTo>
                  <a:lnTo>
                    <a:pt x="1038" y="2678"/>
                  </a:lnTo>
                  <a:close/>
                  <a:moveTo>
                    <a:pt x="1047" y="2687"/>
                  </a:moveTo>
                  <a:cubicBezTo>
                    <a:pt x="1118" y="2617"/>
                    <a:pt x="1118" y="2617"/>
                    <a:pt x="1118" y="2617"/>
                  </a:cubicBezTo>
                  <a:cubicBezTo>
                    <a:pt x="1188" y="2687"/>
                    <a:pt x="1188" y="2687"/>
                    <a:pt x="1188" y="2687"/>
                  </a:cubicBezTo>
                  <a:lnTo>
                    <a:pt x="1047" y="2687"/>
                  </a:lnTo>
                  <a:close/>
                  <a:moveTo>
                    <a:pt x="1047" y="2528"/>
                  </a:moveTo>
                  <a:cubicBezTo>
                    <a:pt x="1188" y="2528"/>
                    <a:pt x="1188" y="2528"/>
                    <a:pt x="1188" y="2528"/>
                  </a:cubicBezTo>
                  <a:cubicBezTo>
                    <a:pt x="1118" y="2598"/>
                    <a:pt x="1118" y="2598"/>
                    <a:pt x="1118" y="2598"/>
                  </a:cubicBezTo>
                  <a:lnTo>
                    <a:pt x="1047" y="2528"/>
                  </a:lnTo>
                  <a:close/>
                  <a:moveTo>
                    <a:pt x="1038" y="2496"/>
                  </a:moveTo>
                  <a:cubicBezTo>
                    <a:pt x="1038" y="2356"/>
                    <a:pt x="1038" y="2356"/>
                    <a:pt x="1038" y="2356"/>
                  </a:cubicBezTo>
                  <a:cubicBezTo>
                    <a:pt x="1109" y="2426"/>
                    <a:pt x="1109" y="2426"/>
                    <a:pt x="1109" y="2426"/>
                  </a:cubicBezTo>
                  <a:lnTo>
                    <a:pt x="1038" y="2496"/>
                  </a:lnTo>
                  <a:close/>
                  <a:moveTo>
                    <a:pt x="1047" y="2506"/>
                  </a:moveTo>
                  <a:cubicBezTo>
                    <a:pt x="1118" y="2435"/>
                    <a:pt x="1118" y="2435"/>
                    <a:pt x="1118" y="2435"/>
                  </a:cubicBezTo>
                  <a:cubicBezTo>
                    <a:pt x="1188" y="2506"/>
                    <a:pt x="1188" y="2506"/>
                    <a:pt x="1188" y="2506"/>
                  </a:cubicBezTo>
                  <a:lnTo>
                    <a:pt x="1047" y="2506"/>
                  </a:lnTo>
                  <a:close/>
                  <a:moveTo>
                    <a:pt x="1047" y="2346"/>
                  </a:moveTo>
                  <a:cubicBezTo>
                    <a:pt x="1188" y="2346"/>
                    <a:pt x="1188" y="2346"/>
                    <a:pt x="1188" y="2346"/>
                  </a:cubicBezTo>
                  <a:cubicBezTo>
                    <a:pt x="1118" y="2417"/>
                    <a:pt x="1118" y="2417"/>
                    <a:pt x="1118" y="2417"/>
                  </a:cubicBezTo>
                  <a:lnTo>
                    <a:pt x="1047" y="2346"/>
                  </a:lnTo>
                  <a:close/>
                  <a:moveTo>
                    <a:pt x="1038" y="2315"/>
                  </a:moveTo>
                  <a:cubicBezTo>
                    <a:pt x="1038" y="2174"/>
                    <a:pt x="1038" y="2174"/>
                    <a:pt x="1038" y="2174"/>
                  </a:cubicBezTo>
                  <a:cubicBezTo>
                    <a:pt x="1109" y="2245"/>
                    <a:pt x="1109" y="2245"/>
                    <a:pt x="1109" y="2245"/>
                  </a:cubicBezTo>
                  <a:lnTo>
                    <a:pt x="1038" y="2315"/>
                  </a:lnTo>
                  <a:close/>
                  <a:moveTo>
                    <a:pt x="1047" y="2324"/>
                  </a:moveTo>
                  <a:cubicBezTo>
                    <a:pt x="1118" y="2254"/>
                    <a:pt x="1118" y="2254"/>
                    <a:pt x="1118" y="2254"/>
                  </a:cubicBezTo>
                  <a:cubicBezTo>
                    <a:pt x="1188" y="2324"/>
                    <a:pt x="1188" y="2324"/>
                    <a:pt x="1188" y="2324"/>
                  </a:cubicBezTo>
                  <a:lnTo>
                    <a:pt x="1047" y="2324"/>
                  </a:lnTo>
                  <a:close/>
                  <a:moveTo>
                    <a:pt x="1047" y="2165"/>
                  </a:moveTo>
                  <a:cubicBezTo>
                    <a:pt x="1188" y="2165"/>
                    <a:pt x="1188" y="2165"/>
                    <a:pt x="1188" y="2165"/>
                  </a:cubicBezTo>
                  <a:cubicBezTo>
                    <a:pt x="1118" y="2235"/>
                    <a:pt x="1118" y="2235"/>
                    <a:pt x="1118" y="2235"/>
                  </a:cubicBezTo>
                  <a:lnTo>
                    <a:pt x="1047" y="2165"/>
                  </a:lnTo>
                  <a:close/>
                  <a:moveTo>
                    <a:pt x="1038" y="2134"/>
                  </a:moveTo>
                  <a:cubicBezTo>
                    <a:pt x="1038" y="1993"/>
                    <a:pt x="1038" y="1993"/>
                    <a:pt x="1038" y="1993"/>
                  </a:cubicBezTo>
                  <a:cubicBezTo>
                    <a:pt x="1109" y="2063"/>
                    <a:pt x="1109" y="2063"/>
                    <a:pt x="1109" y="2063"/>
                  </a:cubicBezTo>
                  <a:lnTo>
                    <a:pt x="1038" y="2134"/>
                  </a:lnTo>
                  <a:close/>
                  <a:moveTo>
                    <a:pt x="1047" y="2143"/>
                  </a:moveTo>
                  <a:cubicBezTo>
                    <a:pt x="1118" y="2072"/>
                    <a:pt x="1118" y="2072"/>
                    <a:pt x="1118" y="2072"/>
                  </a:cubicBezTo>
                  <a:cubicBezTo>
                    <a:pt x="1188" y="2143"/>
                    <a:pt x="1188" y="2143"/>
                    <a:pt x="1188" y="2143"/>
                  </a:cubicBezTo>
                  <a:lnTo>
                    <a:pt x="1047" y="2143"/>
                  </a:lnTo>
                  <a:close/>
                  <a:moveTo>
                    <a:pt x="1052" y="1988"/>
                  </a:moveTo>
                  <a:cubicBezTo>
                    <a:pt x="1183" y="1988"/>
                    <a:pt x="1183" y="1988"/>
                    <a:pt x="1183" y="1988"/>
                  </a:cubicBezTo>
                  <a:cubicBezTo>
                    <a:pt x="1118" y="2054"/>
                    <a:pt x="1118" y="2054"/>
                    <a:pt x="1118" y="2054"/>
                  </a:cubicBezTo>
                  <a:lnTo>
                    <a:pt x="1052" y="1988"/>
                  </a:lnTo>
                  <a:close/>
                  <a:moveTo>
                    <a:pt x="1038" y="1937"/>
                  </a:moveTo>
                  <a:cubicBezTo>
                    <a:pt x="1038" y="1811"/>
                    <a:pt x="1038" y="1811"/>
                    <a:pt x="1038" y="1811"/>
                  </a:cubicBezTo>
                  <a:cubicBezTo>
                    <a:pt x="1109" y="1882"/>
                    <a:pt x="1109" y="1882"/>
                    <a:pt x="1109" y="1882"/>
                  </a:cubicBezTo>
                  <a:cubicBezTo>
                    <a:pt x="1053" y="1937"/>
                    <a:pt x="1053" y="1937"/>
                    <a:pt x="1053" y="1937"/>
                  </a:cubicBezTo>
                  <a:lnTo>
                    <a:pt x="1038" y="1937"/>
                  </a:lnTo>
                  <a:close/>
                  <a:moveTo>
                    <a:pt x="1071" y="1937"/>
                  </a:moveTo>
                  <a:cubicBezTo>
                    <a:pt x="1118" y="1891"/>
                    <a:pt x="1118" y="1891"/>
                    <a:pt x="1118" y="1891"/>
                  </a:cubicBezTo>
                  <a:cubicBezTo>
                    <a:pt x="1164" y="1937"/>
                    <a:pt x="1164" y="1937"/>
                    <a:pt x="1164" y="1937"/>
                  </a:cubicBezTo>
                  <a:lnTo>
                    <a:pt x="1071" y="1937"/>
                  </a:lnTo>
                  <a:close/>
                  <a:moveTo>
                    <a:pt x="1047" y="1802"/>
                  </a:moveTo>
                  <a:cubicBezTo>
                    <a:pt x="1188" y="1802"/>
                    <a:pt x="1188" y="1802"/>
                    <a:pt x="1188" y="1802"/>
                  </a:cubicBezTo>
                  <a:cubicBezTo>
                    <a:pt x="1118" y="1873"/>
                    <a:pt x="1118" y="1873"/>
                    <a:pt x="1118" y="1873"/>
                  </a:cubicBezTo>
                  <a:lnTo>
                    <a:pt x="1047" y="1802"/>
                  </a:lnTo>
                  <a:close/>
                  <a:moveTo>
                    <a:pt x="1047" y="1780"/>
                  </a:moveTo>
                  <a:cubicBezTo>
                    <a:pt x="1118" y="1709"/>
                    <a:pt x="1118" y="1709"/>
                    <a:pt x="1118" y="1709"/>
                  </a:cubicBezTo>
                  <a:cubicBezTo>
                    <a:pt x="1188" y="1780"/>
                    <a:pt x="1188" y="1780"/>
                    <a:pt x="1188" y="1780"/>
                  </a:cubicBezTo>
                  <a:lnTo>
                    <a:pt x="1047" y="1780"/>
                  </a:lnTo>
                  <a:close/>
                  <a:moveTo>
                    <a:pt x="1069" y="1642"/>
                  </a:moveTo>
                  <a:cubicBezTo>
                    <a:pt x="1166" y="1642"/>
                    <a:pt x="1166" y="1642"/>
                    <a:pt x="1166" y="1642"/>
                  </a:cubicBezTo>
                  <a:cubicBezTo>
                    <a:pt x="1118" y="1691"/>
                    <a:pt x="1118" y="1691"/>
                    <a:pt x="1118" y="1691"/>
                  </a:cubicBezTo>
                  <a:lnTo>
                    <a:pt x="1069" y="1642"/>
                  </a:lnTo>
                  <a:close/>
                  <a:moveTo>
                    <a:pt x="1054" y="1591"/>
                  </a:moveTo>
                  <a:cubicBezTo>
                    <a:pt x="1118" y="1528"/>
                    <a:pt x="1118" y="1528"/>
                    <a:pt x="1118" y="1528"/>
                  </a:cubicBezTo>
                  <a:cubicBezTo>
                    <a:pt x="1181" y="1591"/>
                    <a:pt x="1181" y="1591"/>
                    <a:pt x="1181" y="1591"/>
                  </a:cubicBezTo>
                  <a:lnTo>
                    <a:pt x="1054" y="1591"/>
                  </a:lnTo>
                  <a:close/>
                  <a:moveTo>
                    <a:pt x="1047" y="1439"/>
                  </a:moveTo>
                  <a:cubicBezTo>
                    <a:pt x="1188" y="1439"/>
                    <a:pt x="1188" y="1439"/>
                    <a:pt x="1188" y="1439"/>
                  </a:cubicBezTo>
                  <a:cubicBezTo>
                    <a:pt x="1118" y="1510"/>
                    <a:pt x="1118" y="1510"/>
                    <a:pt x="1118" y="1510"/>
                  </a:cubicBezTo>
                  <a:lnTo>
                    <a:pt x="1047" y="1439"/>
                  </a:lnTo>
                  <a:close/>
                  <a:moveTo>
                    <a:pt x="1038" y="1408"/>
                  </a:moveTo>
                  <a:cubicBezTo>
                    <a:pt x="1038" y="1267"/>
                    <a:pt x="1038" y="1267"/>
                    <a:pt x="1038" y="1267"/>
                  </a:cubicBezTo>
                  <a:cubicBezTo>
                    <a:pt x="1109" y="1337"/>
                    <a:pt x="1109" y="1337"/>
                    <a:pt x="1109" y="1337"/>
                  </a:cubicBezTo>
                  <a:lnTo>
                    <a:pt x="1038" y="1408"/>
                  </a:lnTo>
                  <a:close/>
                  <a:moveTo>
                    <a:pt x="1047" y="1417"/>
                  </a:moveTo>
                  <a:cubicBezTo>
                    <a:pt x="1118" y="1346"/>
                    <a:pt x="1118" y="1346"/>
                    <a:pt x="1118" y="1346"/>
                  </a:cubicBezTo>
                  <a:cubicBezTo>
                    <a:pt x="1188" y="1417"/>
                    <a:pt x="1188" y="1417"/>
                    <a:pt x="1188" y="1417"/>
                  </a:cubicBezTo>
                  <a:lnTo>
                    <a:pt x="1047" y="1417"/>
                  </a:lnTo>
                  <a:close/>
                  <a:moveTo>
                    <a:pt x="1047" y="1258"/>
                  </a:moveTo>
                  <a:cubicBezTo>
                    <a:pt x="1188" y="1258"/>
                    <a:pt x="1188" y="1258"/>
                    <a:pt x="1188" y="1258"/>
                  </a:cubicBezTo>
                  <a:cubicBezTo>
                    <a:pt x="1118" y="1328"/>
                    <a:pt x="1118" y="1328"/>
                    <a:pt x="1118" y="1328"/>
                  </a:cubicBezTo>
                  <a:lnTo>
                    <a:pt x="1047" y="1258"/>
                  </a:lnTo>
                  <a:close/>
                  <a:moveTo>
                    <a:pt x="1118" y="347"/>
                  </a:moveTo>
                  <a:cubicBezTo>
                    <a:pt x="1066" y="282"/>
                    <a:pt x="1066" y="282"/>
                    <a:pt x="1066" y="282"/>
                  </a:cubicBezTo>
                  <a:cubicBezTo>
                    <a:pt x="1170" y="282"/>
                    <a:pt x="1170" y="282"/>
                    <a:pt x="1170" y="282"/>
                  </a:cubicBezTo>
                  <a:lnTo>
                    <a:pt x="1118" y="347"/>
                  </a:lnTo>
                  <a:close/>
                  <a:moveTo>
                    <a:pt x="1174" y="297"/>
                  </a:moveTo>
                  <a:cubicBezTo>
                    <a:pt x="1204" y="455"/>
                    <a:pt x="1204" y="455"/>
                    <a:pt x="1204" y="455"/>
                  </a:cubicBezTo>
                  <a:cubicBezTo>
                    <a:pt x="1126" y="357"/>
                    <a:pt x="1126" y="357"/>
                    <a:pt x="1126" y="357"/>
                  </a:cubicBezTo>
                  <a:lnTo>
                    <a:pt x="1174" y="297"/>
                  </a:lnTo>
                  <a:close/>
                  <a:moveTo>
                    <a:pt x="1110" y="357"/>
                  </a:moveTo>
                  <a:cubicBezTo>
                    <a:pt x="1032" y="455"/>
                    <a:pt x="1032" y="455"/>
                    <a:pt x="1032" y="455"/>
                  </a:cubicBezTo>
                  <a:cubicBezTo>
                    <a:pt x="1061" y="297"/>
                    <a:pt x="1061" y="297"/>
                    <a:pt x="1061" y="297"/>
                  </a:cubicBezTo>
                  <a:lnTo>
                    <a:pt x="1110" y="357"/>
                  </a:lnTo>
                  <a:close/>
                  <a:moveTo>
                    <a:pt x="1118" y="367"/>
                  </a:moveTo>
                  <a:cubicBezTo>
                    <a:pt x="1199" y="469"/>
                    <a:pt x="1199" y="469"/>
                    <a:pt x="1199" y="469"/>
                  </a:cubicBezTo>
                  <a:cubicBezTo>
                    <a:pt x="1037" y="469"/>
                    <a:pt x="1037" y="469"/>
                    <a:pt x="1037" y="469"/>
                  </a:cubicBezTo>
                  <a:lnTo>
                    <a:pt x="1118" y="367"/>
                  </a:lnTo>
                  <a:close/>
                  <a:moveTo>
                    <a:pt x="1198" y="491"/>
                  </a:moveTo>
                  <a:cubicBezTo>
                    <a:pt x="1118" y="547"/>
                    <a:pt x="1118" y="547"/>
                    <a:pt x="1118" y="547"/>
                  </a:cubicBezTo>
                  <a:cubicBezTo>
                    <a:pt x="1038" y="491"/>
                    <a:pt x="1038" y="491"/>
                    <a:pt x="1038" y="491"/>
                  </a:cubicBezTo>
                  <a:lnTo>
                    <a:pt x="1198" y="491"/>
                  </a:lnTo>
                  <a:close/>
                  <a:moveTo>
                    <a:pt x="1129" y="555"/>
                  </a:moveTo>
                  <a:cubicBezTo>
                    <a:pt x="1212" y="497"/>
                    <a:pt x="1212" y="497"/>
                    <a:pt x="1212" y="497"/>
                  </a:cubicBezTo>
                  <a:cubicBezTo>
                    <a:pt x="1236" y="630"/>
                    <a:pt x="1236" y="630"/>
                    <a:pt x="1236" y="630"/>
                  </a:cubicBezTo>
                  <a:lnTo>
                    <a:pt x="1129" y="555"/>
                  </a:lnTo>
                  <a:close/>
                  <a:moveTo>
                    <a:pt x="1432" y="858"/>
                  </a:moveTo>
                  <a:cubicBezTo>
                    <a:pt x="1386" y="858"/>
                    <a:pt x="1386" y="858"/>
                    <a:pt x="1386" y="858"/>
                  </a:cubicBezTo>
                  <a:cubicBezTo>
                    <a:pt x="1386" y="857"/>
                    <a:pt x="1386" y="856"/>
                    <a:pt x="1386" y="856"/>
                  </a:cubicBezTo>
                  <a:cubicBezTo>
                    <a:pt x="1385" y="848"/>
                    <a:pt x="1386" y="840"/>
                    <a:pt x="1388" y="833"/>
                  </a:cubicBezTo>
                  <a:cubicBezTo>
                    <a:pt x="1392" y="838"/>
                    <a:pt x="1399" y="845"/>
                    <a:pt x="1409" y="848"/>
                  </a:cubicBezTo>
                  <a:cubicBezTo>
                    <a:pt x="1409" y="848"/>
                    <a:pt x="1410" y="848"/>
                    <a:pt x="1410" y="848"/>
                  </a:cubicBezTo>
                  <a:cubicBezTo>
                    <a:pt x="1412" y="848"/>
                    <a:pt x="1414" y="847"/>
                    <a:pt x="1414" y="845"/>
                  </a:cubicBezTo>
                  <a:cubicBezTo>
                    <a:pt x="1415" y="843"/>
                    <a:pt x="1414" y="841"/>
                    <a:pt x="1412" y="840"/>
                  </a:cubicBezTo>
                  <a:cubicBezTo>
                    <a:pt x="1395" y="835"/>
                    <a:pt x="1388" y="819"/>
                    <a:pt x="1388" y="819"/>
                  </a:cubicBezTo>
                  <a:cubicBezTo>
                    <a:pt x="1388" y="819"/>
                    <a:pt x="1388" y="819"/>
                    <a:pt x="1388" y="818"/>
                  </a:cubicBezTo>
                  <a:cubicBezTo>
                    <a:pt x="1387" y="816"/>
                    <a:pt x="1386" y="815"/>
                    <a:pt x="1383" y="814"/>
                  </a:cubicBezTo>
                  <a:cubicBezTo>
                    <a:pt x="1379" y="813"/>
                    <a:pt x="1372" y="816"/>
                    <a:pt x="1369" y="824"/>
                  </a:cubicBezTo>
                  <a:cubicBezTo>
                    <a:pt x="1365" y="835"/>
                    <a:pt x="1364" y="842"/>
                    <a:pt x="1366" y="854"/>
                  </a:cubicBezTo>
                  <a:cubicBezTo>
                    <a:pt x="1366" y="856"/>
                    <a:pt x="1367" y="857"/>
                    <a:pt x="1367" y="858"/>
                  </a:cubicBezTo>
                  <a:cubicBezTo>
                    <a:pt x="1272" y="858"/>
                    <a:pt x="1272" y="858"/>
                    <a:pt x="1272" y="858"/>
                  </a:cubicBezTo>
                  <a:cubicBezTo>
                    <a:pt x="1272" y="765"/>
                    <a:pt x="1272" y="765"/>
                    <a:pt x="1272" y="765"/>
                  </a:cubicBezTo>
                  <a:cubicBezTo>
                    <a:pt x="1432" y="765"/>
                    <a:pt x="1432" y="765"/>
                    <a:pt x="1432" y="765"/>
                  </a:cubicBezTo>
                  <a:lnTo>
                    <a:pt x="1432" y="858"/>
                  </a:lnTo>
                  <a:close/>
                  <a:moveTo>
                    <a:pt x="1431" y="638"/>
                  </a:moveTo>
                  <a:cubicBezTo>
                    <a:pt x="1361" y="709"/>
                    <a:pt x="1361" y="709"/>
                    <a:pt x="1361" y="709"/>
                  </a:cubicBezTo>
                  <a:cubicBezTo>
                    <a:pt x="1361" y="568"/>
                    <a:pt x="1361" y="568"/>
                    <a:pt x="1361" y="568"/>
                  </a:cubicBezTo>
                  <a:lnTo>
                    <a:pt x="1431" y="638"/>
                  </a:lnTo>
                  <a:close/>
                  <a:moveTo>
                    <a:pt x="1370" y="559"/>
                  </a:moveTo>
                  <a:cubicBezTo>
                    <a:pt x="1511" y="559"/>
                    <a:pt x="1511" y="559"/>
                    <a:pt x="1511" y="559"/>
                  </a:cubicBezTo>
                  <a:cubicBezTo>
                    <a:pt x="1440" y="629"/>
                    <a:pt x="1440" y="629"/>
                    <a:pt x="1440" y="629"/>
                  </a:cubicBezTo>
                  <a:lnTo>
                    <a:pt x="1370" y="559"/>
                  </a:lnTo>
                  <a:close/>
                  <a:moveTo>
                    <a:pt x="1370" y="718"/>
                  </a:moveTo>
                  <a:cubicBezTo>
                    <a:pt x="1440" y="647"/>
                    <a:pt x="1440" y="647"/>
                    <a:pt x="1440" y="647"/>
                  </a:cubicBezTo>
                  <a:cubicBezTo>
                    <a:pt x="1511" y="718"/>
                    <a:pt x="1511" y="718"/>
                    <a:pt x="1511" y="718"/>
                  </a:cubicBezTo>
                  <a:lnTo>
                    <a:pt x="1370" y="718"/>
                  </a:lnTo>
                  <a:close/>
                  <a:moveTo>
                    <a:pt x="1520" y="709"/>
                  </a:moveTo>
                  <a:cubicBezTo>
                    <a:pt x="1450" y="638"/>
                    <a:pt x="1450" y="638"/>
                    <a:pt x="1450" y="638"/>
                  </a:cubicBezTo>
                  <a:cubicBezTo>
                    <a:pt x="1520" y="568"/>
                    <a:pt x="1520" y="568"/>
                    <a:pt x="1520" y="568"/>
                  </a:cubicBezTo>
                  <a:lnTo>
                    <a:pt x="1520" y="709"/>
                  </a:lnTo>
                  <a:close/>
                  <a:moveTo>
                    <a:pt x="1613" y="638"/>
                  </a:moveTo>
                  <a:cubicBezTo>
                    <a:pt x="1542" y="709"/>
                    <a:pt x="1542" y="709"/>
                    <a:pt x="1542" y="709"/>
                  </a:cubicBezTo>
                  <a:cubicBezTo>
                    <a:pt x="1542" y="568"/>
                    <a:pt x="1542" y="568"/>
                    <a:pt x="1542" y="568"/>
                  </a:cubicBezTo>
                  <a:lnTo>
                    <a:pt x="1613" y="638"/>
                  </a:lnTo>
                  <a:close/>
                  <a:moveTo>
                    <a:pt x="1551" y="559"/>
                  </a:moveTo>
                  <a:cubicBezTo>
                    <a:pt x="1692" y="559"/>
                    <a:pt x="1692" y="559"/>
                    <a:pt x="1692" y="559"/>
                  </a:cubicBezTo>
                  <a:cubicBezTo>
                    <a:pt x="1622" y="629"/>
                    <a:pt x="1622" y="629"/>
                    <a:pt x="1622" y="629"/>
                  </a:cubicBezTo>
                  <a:lnTo>
                    <a:pt x="1551" y="559"/>
                  </a:lnTo>
                  <a:close/>
                  <a:moveTo>
                    <a:pt x="1551" y="718"/>
                  </a:moveTo>
                  <a:cubicBezTo>
                    <a:pt x="1622" y="647"/>
                    <a:pt x="1622" y="647"/>
                    <a:pt x="1622" y="647"/>
                  </a:cubicBezTo>
                  <a:cubicBezTo>
                    <a:pt x="1692" y="718"/>
                    <a:pt x="1692" y="718"/>
                    <a:pt x="1692" y="718"/>
                  </a:cubicBezTo>
                  <a:lnTo>
                    <a:pt x="1551" y="718"/>
                  </a:lnTo>
                  <a:close/>
                  <a:moveTo>
                    <a:pt x="1701" y="709"/>
                  </a:moveTo>
                  <a:cubicBezTo>
                    <a:pt x="1631" y="638"/>
                    <a:pt x="1631" y="638"/>
                    <a:pt x="1631" y="638"/>
                  </a:cubicBezTo>
                  <a:cubicBezTo>
                    <a:pt x="1701" y="568"/>
                    <a:pt x="1701" y="568"/>
                    <a:pt x="1701" y="568"/>
                  </a:cubicBezTo>
                  <a:lnTo>
                    <a:pt x="1701" y="709"/>
                  </a:lnTo>
                  <a:close/>
                  <a:moveTo>
                    <a:pt x="1794" y="638"/>
                  </a:moveTo>
                  <a:cubicBezTo>
                    <a:pt x="1724" y="709"/>
                    <a:pt x="1724" y="709"/>
                    <a:pt x="1724" y="709"/>
                  </a:cubicBezTo>
                  <a:cubicBezTo>
                    <a:pt x="1724" y="568"/>
                    <a:pt x="1724" y="568"/>
                    <a:pt x="1724" y="568"/>
                  </a:cubicBezTo>
                  <a:lnTo>
                    <a:pt x="1794" y="638"/>
                  </a:lnTo>
                  <a:close/>
                  <a:moveTo>
                    <a:pt x="1733" y="559"/>
                  </a:moveTo>
                  <a:cubicBezTo>
                    <a:pt x="1874" y="559"/>
                    <a:pt x="1874" y="559"/>
                    <a:pt x="1874" y="559"/>
                  </a:cubicBezTo>
                  <a:cubicBezTo>
                    <a:pt x="1803" y="629"/>
                    <a:pt x="1803" y="629"/>
                    <a:pt x="1803" y="629"/>
                  </a:cubicBezTo>
                  <a:lnTo>
                    <a:pt x="1733" y="559"/>
                  </a:lnTo>
                  <a:close/>
                  <a:moveTo>
                    <a:pt x="1733" y="718"/>
                  </a:moveTo>
                  <a:cubicBezTo>
                    <a:pt x="1803" y="647"/>
                    <a:pt x="1803" y="647"/>
                    <a:pt x="1803" y="647"/>
                  </a:cubicBezTo>
                  <a:cubicBezTo>
                    <a:pt x="1874" y="718"/>
                    <a:pt x="1874" y="718"/>
                    <a:pt x="1874" y="718"/>
                  </a:cubicBezTo>
                  <a:lnTo>
                    <a:pt x="1733" y="718"/>
                  </a:lnTo>
                  <a:close/>
                  <a:moveTo>
                    <a:pt x="1883" y="709"/>
                  </a:moveTo>
                  <a:cubicBezTo>
                    <a:pt x="1812" y="638"/>
                    <a:pt x="1812" y="638"/>
                    <a:pt x="1812" y="638"/>
                  </a:cubicBezTo>
                  <a:cubicBezTo>
                    <a:pt x="1883" y="568"/>
                    <a:pt x="1883" y="568"/>
                    <a:pt x="1883" y="568"/>
                  </a:cubicBezTo>
                  <a:lnTo>
                    <a:pt x="1883" y="709"/>
                  </a:lnTo>
                  <a:close/>
                  <a:moveTo>
                    <a:pt x="1976" y="638"/>
                  </a:moveTo>
                  <a:cubicBezTo>
                    <a:pt x="1905" y="709"/>
                    <a:pt x="1905" y="709"/>
                    <a:pt x="1905" y="709"/>
                  </a:cubicBezTo>
                  <a:cubicBezTo>
                    <a:pt x="1905" y="568"/>
                    <a:pt x="1905" y="568"/>
                    <a:pt x="1905" y="568"/>
                  </a:cubicBezTo>
                  <a:lnTo>
                    <a:pt x="1976" y="638"/>
                  </a:lnTo>
                  <a:close/>
                  <a:moveTo>
                    <a:pt x="1914" y="559"/>
                  </a:moveTo>
                  <a:cubicBezTo>
                    <a:pt x="2055" y="559"/>
                    <a:pt x="2055" y="559"/>
                    <a:pt x="2055" y="559"/>
                  </a:cubicBezTo>
                  <a:cubicBezTo>
                    <a:pt x="1985" y="629"/>
                    <a:pt x="1985" y="629"/>
                    <a:pt x="1985" y="629"/>
                  </a:cubicBezTo>
                  <a:lnTo>
                    <a:pt x="1914" y="559"/>
                  </a:lnTo>
                  <a:close/>
                  <a:moveTo>
                    <a:pt x="1914" y="718"/>
                  </a:moveTo>
                  <a:cubicBezTo>
                    <a:pt x="1985" y="647"/>
                    <a:pt x="1985" y="647"/>
                    <a:pt x="1985" y="647"/>
                  </a:cubicBezTo>
                  <a:cubicBezTo>
                    <a:pt x="2055" y="718"/>
                    <a:pt x="2055" y="718"/>
                    <a:pt x="2055" y="718"/>
                  </a:cubicBezTo>
                  <a:lnTo>
                    <a:pt x="1914" y="718"/>
                  </a:lnTo>
                  <a:close/>
                  <a:moveTo>
                    <a:pt x="2064" y="709"/>
                  </a:moveTo>
                  <a:cubicBezTo>
                    <a:pt x="1994" y="638"/>
                    <a:pt x="1994" y="638"/>
                    <a:pt x="1994" y="638"/>
                  </a:cubicBezTo>
                  <a:cubicBezTo>
                    <a:pt x="2064" y="568"/>
                    <a:pt x="2064" y="568"/>
                    <a:pt x="2064" y="568"/>
                  </a:cubicBezTo>
                  <a:lnTo>
                    <a:pt x="2064" y="709"/>
                  </a:lnTo>
                  <a:close/>
                  <a:moveTo>
                    <a:pt x="2157" y="638"/>
                  </a:moveTo>
                  <a:cubicBezTo>
                    <a:pt x="2087" y="709"/>
                    <a:pt x="2087" y="709"/>
                    <a:pt x="2087" y="709"/>
                  </a:cubicBezTo>
                  <a:cubicBezTo>
                    <a:pt x="2087" y="568"/>
                    <a:pt x="2087" y="568"/>
                    <a:pt x="2087" y="568"/>
                  </a:cubicBezTo>
                  <a:lnTo>
                    <a:pt x="2157" y="638"/>
                  </a:lnTo>
                  <a:close/>
                  <a:moveTo>
                    <a:pt x="2096" y="559"/>
                  </a:moveTo>
                  <a:cubicBezTo>
                    <a:pt x="2237" y="559"/>
                    <a:pt x="2237" y="559"/>
                    <a:pt x="2237" y="559"/>
                  </a:cubicBezTo>
                  <a:cubicBezTo>
                    <a:pt x="2166" y="629"/>
                    <a:pt x="2166" y="629"/>
                    <a:pt x="2166" y="629"/>
                  </a:cubicBezTo>
                  <a:lnTo>
                    <a:pt x="2096" y="559"/>
                  </a:lnTo>
                  <a:close/>
                  <a:moveTo>
                    <a:pt x="2096" y="718"/>
                  </a:moveTo>
                  <a:cubicBezTo>
                    <a:pt x="2166" y="647"/>
                    <a:pt x="2166" y="647"/>
                    <a:pt x="2166" y="647"/>
                  </a:cubicBezTo>
                  <a:cubicBezTo>
                    <a:pt x="2237" y="718"/>
                    <a:pt x="2237" y="718"/>
                    <a:pt x="2237" y="718"/>
                  </a:cubicBezTo>
                  <a:lnTo>
                    <a:pt x="2096" y="718"/>
                  </a:lnTo>
                  <a:close/>
                  <a:moveTo>
                    <a:pt x="2246" y="709"/>
                  </a:moveTo>
                  <a:cubicBezTo>
                    <a:pt x="2175" y="638"/>
                    <a:pt x="2175" y="638"/>
                    <a:pt x="2175" y="638"/>
                  </a:cubicBezTo>
                  <a:cubicBezTo>
                    <a:pt x="2246" y="568"/>
                    <a:pt x="2246" y="568"/>
                    <a:pt x="2246" y="568"/>
                  </a:cubicBezTo>
                  <a:lnTo>
                    <a:pt x="2246" y="709"/>
                  </a:lnTo>
                  <a:close/>
                  <a:moveTo>
                    <a:pt x="2339" y="638"/>
                  </a:moveTo>
                  <a:cubicBezTo>
                    <a:pt x="2268" y="709"/>
                    <a:pt x="2268" y="709"/>
                    <a:pt x="2268" y="709"/>
                  </a:cubicBezTo>
                  <a:cubicBezTo>
                    <a:pt x="2268" y="568"/>
                    <a:pt x="2268" y="568"/>
                    <a:pt x="2268" y="568"/>
                  </a:cubicBezTo>
                  <a:lnTo>
                    <a:pt x="2339" y="638"/>
                  </a:lnTo>
                  <a:close/>
                  <a:moveTo>
                    <a:pt x="2277" y="559"/>
                  </a:moveTo>
                  <a:cubicBezTo>
                    <a:pt x="2418" y="559"/>
                    <a:pt x="2418" y="559"/>
                    <a:pt x="2418" y="559"/>
                  </a:cubicBezTo>
                  <a:cubicBezTo>
                    <a:pt x="2348" y="629"/>
                    <a:pt x="2348" y="629"/>
                    <a:pt x="2348" y="629"/>
                  </a:cubicBezTo>
                  <a:lnTo>
                    <a:pt x="2277" y="559"/>
                  </a:lnTo>
                  <a:close/>
                  <a:moveTo>
                    <a:pt x="2277" y="718"/>
                  </a:moveTo>
                  <a:cubicBezTo>
                    <a:pt x="2348" y="647"/>
                    <a:pt x="2348" y="647"/>
                    <a:pt x="2348" y="647"/>
                  </a:cubicBezTo>
                  <a:cubicBezTo>
                    <a:pt x="2418" y="718"/>
                    <a:pt x="2418" y="718"/>
                    <a:pt x="2418" y="718"/>
                  </a:cubicBezTo>
                  <a:lnTo>
                    <a:pt x="2277" y="718"/>
                  </a:lnTo>
                  <a:close/>
                  <a:moveTo>
                    <a:pt x="2427" y="709"/>
                  </a:moveTo>
                  <a:cubicBezTo>
                    <a:pt x="2357" y="638"/>
                    <a:pt x="2357" y="638"/>
                    <a:pt x="2357" y="638"/>
                  </a:cubicBezTo>
                  <a:cubicBezTo>
                    <a:pt x="2427" y="568"/>
                    <a:pt x="2427" y="568"/>
                    <a:pt x="2427" y="568"/>
                  </a:cubicBezTo>
                  <a:lnTo>
                    <a:pt x="2427" y="709"/>
                  </a:lnTo>
                  <a:close/>
                  <a:moveTo>
                    <a:pt x="2459" y="718"/>
                  </a:moveTo>
                  <a:cubicBezTo>
                    <a:pt x="2529" y="647"/>
                    <a:pt x="2529" y="647"/>
                    <a:pt x="2529" y="647"/>
                  </a:cubicBezTo>
                  <a:cubicBezTo>
                    <a:pt x="2600" y="718"/>
                    <a:pt x="2600" y="718"/>
                    <a:pt x="2600" y="718"/>
                  </a:cubicBezTo>
                  <a:lnTo>
                    <a:pt x="2459" y="718"/>
                  </a:lnTo>
                  <a:close/>
                  <a:moveTo>
                    <a:pt x="2450" y="709"/>
                  </a:moveTo>
                  <a:cubicBezTo>
                    <a:pt x="2450" y="568"/>
                    <a:pt x="2450" y="568"/>
                    <a:pt x="2450" y="568"/>
                  </a:cubicBezTo>
                  <a:cubicBezTo>
                    <a:pt x="2520" y="638"/>
                    <a:pt x="2520" y="638"/>
                    <a:pt x="2520" y="638"/>
                  </a:cubicBezTo>
                  <a:lnTo>
                    <a:pt x="2450" y="709"/>
                  </a:lnTo>
                  <a:close/>
                  <a:moveTo>
                    <a:pt x="2609" y="709"/>
                  </a:moveTo>
                  <a:cubicBezTo>
                    <a:pt x="2538" y="638"/>
                    <a:pt x="2538" y="638"/>
                    <a:pt x="2538" y="638"/>
                  </a:cubicBezTo>
                  <a:cubicBezTo>
                    <a:pt x="2609" y="568"/>
                    <a:pt x="2609" y="568"/>
                    <a:pt x="2609" y="568"/>
                  </a:cubicBezTo>
                  <a:lnTo>
                    <a:pt x="2609" y="709"/>
                  </a:lnTo>
                  <a:close/>
                  <a:moveTo>
                    <a:pt x="2600" y="559"/>
                  </a:moveTo>
                  <a:cubicBezTo>
                    <a:pt x="2529" y="629"/>
                    <a:pt x="2529" y="629"/>
                    <a:pt x="2529" y="629"/>
                  </a:cubicBezTo>
                  <a:cubicBezTo>
                    <a:pt x="2459" y="559"/>
                    <a:pt x="2459" y="559"/>
                    <a:pt x="2459" y="559"/>
                  </a:cubicBezTo>
                  <a:lnTo>
                    <a:pt x="2600" y="559"/>
                  </a:lnTo>
                  <a:close/>
                  <a:moveTo>
                    <a:pt x="2551" y="536"/>
                  </a:moveTo>
                  <a:cubicBezTo>
                    <a:pt x="2450" y="536"/>
                    <a:pt x="2450" y="536"/>
                    <a:pt x="2450" y="536"/>
                  </a:cubicBezTo>
                  <a:cubicBezTo>
                    <a:pt x="2427" y="536"/>
                    <a:pt x="2427" y="536"/>
                    <a:pt x="2427" y="536"/>
                  </a:cubicBezTo>
                  <a:cubicBezTo>
                    <a:pt x="2268" y="536"/>
                    <a:pt x="2268" y="536"/>
                    <a:pt x="2268" y="536"/>
                  </a:cubicBezTo>
                  <a:cubicBezTo>
                    <a:pt x="2246" y="536"/>
                    <a:pt x="2246" y="536"/>
                    <a:pt x="2246" y="536"/>
                  </a:cubicBezTo>
                  <a:cubicBezTo>
                    <a:pt x="2087" y="536"/>
                    <a:pt x="2087" y="536"/>
                    <a:pt x="2087" y="536"/>
                  </a:cubicBezTo>
                  <a:cubicBezTo>
                    <a:pt x="2064" y="536"/>
                    <a:pt x="2064" y="536"/>
                    <a:pt x="2064" y="536"/>
                  </a:cubicBezTo>
                  <a:cubicBezTo>
                    <a:pt x="1905" y="536"/>
                    <a:pt x="1905" y="536"/>
                    <a:pt x="1905" y="536"/>
                  </a:cubicBezTo>
                  <a:cubicBezTo>
                    <a:pt x="1883" y="536"/>
                    <a:pt x="1883" y="536"/>
                    <a:pt x="1883" y="536"/>
                  </a:cubicBezTo>
                  <a:cubicBezTo>
                    <a:pt x="1724" y="536"/>
                    <a:pt x="1724" y="536"/>
                    <a:pt x="1724" y="536"/>
                  </a:cubicBezTo>
                  <a:cubicBezTo>
                    <a:pt x="1701" y="536"/>
                    <a:pt x="1701" y="536"/>
                    <a:pt x="1701" y="536"/>
                  </a:cubicBezTo>
                  <a:cubicBezTo>
                    <a:pt x="1542" y="536"/>
                    <a:pt x="1542" y="536"/>
                    <a:pt x="1542" y="536"/>
                  </a:cubicBezTo>
                  <a:cubicBezTo>
                    <a:pt x="1520" y="536"/>
                    <a:pt x="1520" y="536"/>
                    <a:pt x="1520" y="536"/>
                  </a:cubicBezTo>
                  <a:cubicBezTo>
                    <a:pt x="1339" y="536"/>
                    <a:pt x="1339" y="536"/>
                    <a:pt x="1339" y="536"/>
                  </a:cubicBezTo>
                  <a:cubicBezTo>
                    <a:pt x="1339" y="722"/>
                    <a:pt x="1339" y="722"/>
                    <a:pt x="1339" y="722"/>
                  </a:cubicBezTo>
                  <a:cubicBezTo>
                    <a:pt x="1288" y="722"/>
                    <a:pt x="1288" y="722"/>
                    <a:pt x="1288" y="722"/>
                  </a:cubicBezTo>
                  <a:cubicBezTo>
                    <a:pt x="1288" y="640"/>
                    <a:pt x="1288" y="640"/>
                    <a:pt x="1288" y="640"/>
                  </a:cubicBezTo>
                  <a:cubicBezTo>
                    <a:pt x="1261" y="640"/>
                    <a:pt x="1261" y="640"/>
                    <a:pt x="1261" y="640"/>
                  </a:cubicBezTo>
                  <a:cubicBezTo>
                    <a:pt x="1147" y="28"/>
                    <a:pt x="1147" y="28"/>
                    <a:pt x="1147" y="28"/>
                  </a:cubicBezTo>
                  <a:lnTo>
                    <a:pt x="2551" y="536"/>
                  </a:lnTo>
                  <a:close/>
                  <a:moveTo>
                    <a:pt x="1112" y="22"/>
                  </a:moveTo>
                  <a:cubicBezTo>
                    <a:pt x="1123" y="22"/>
                    <a:pt x="1123" y="22"/>
                    <a:pt x="1123" y="22"/>
                  </a:cubicBezTo>
                  <a:cubicBezTo>
                    <a:pt x="1167" y="259"/>
                    <a:pt x="1167" y="259"/>
                    <a:pt x="1167" y="259"/>
                  </a:cubicBezTo>
                  <a:cubicBezTo>
                    <a:pt x="1068" y="259"/>
                    <a:pt x="1068" y="259"/>
                    <a:pt x="1068" y="259"/>
                  </a:cubicBezTo>
                  <a:lnTo>
                    <a:pt x="1112" y="22"/>
                  </a:lnTo>
                  <a:close/>
                  <a:moveTo>
                    <a:pt x="139" y="501"/>
                  </a:moveTo>
                  <a:cubicBezTo>
                    <a:pt x="1022" y="65"/>
                    <a:pt x="1022" y="65"/>
                    <a:pt x="1022" y="65"/>
                  </a:cubicBezTo>
                  <a:cubicBezTo>
                    <a:pt x="261" y="557"/>
                    <a:pt x="261" y="557"/>
                    <a:pt x="261" y="557"/>
                  </a:cubicBezTo>
                  <a:cubicBezTo>
                    <a:pt x="261" y="501"/>
                    <a:pt x="261" y="501"/>
                    <a:pt x="261" y="501"/>
                  </a:cubicBezTo>
                  <a:lnTo>
                    <a:pt x="139" y="501"/>
                  </a:lnTo>
                  <a:close/>
                  <a:moveTo>
                    <a:pt x="261" y="705"/>
                  </a:moveTo>
                  <a:cubicBezTo>
                    <a:pt x="261" y="656"/>
                    <a:pt x="261" y="656"/>
                    <a:pt x="261" y="656"/>
                  </a:cubicBezTo>
                  <a:cubicBezTo>
                    <a:pt x="948" y="656"/>
                    <a:pt x="948" y="656"/>
                    <a:pt x="948" y="656"/>
                  </a:cubicBezTo>
                  <a:cubicBezTo>
                    <a:pt x="948" y="705"/>
                    <a:pt x="948" y="705"/>
                    <a:pt x="948" y="705"/>
                  </a:cubicBezTo>
                  <a:lnTo>
                    <a:pt x="261" y="705"/>
                  </a:lnTo>
                  <a:close/>
                  <a:moveTo>
                    <a:pt x="975" y="779"/>
                  </a:moveTo>
                  <a:cubicBezTo>
                    <a:pt x="790" y="779"/>
                    <a:pt x="790" y="779"/>
                    <a:pt x="790" y="779"/>
                  </a:cubicBezTo>
                  <a:cubicBezTo>
                    <a:pt x="790" y="760"/>
                    <a:pt x="790" y="760"/>
                    <a:pt x="790" y="760"/>
                  </a:cubicBezTo>
                  <a:cubicBezTo>
                    <a:pt x="975" y="760"/>
                    <a:pt x="975" y="760"/>
                    <a:pt x="975" y="760"/>
                  </a:cubicBezTo>
                  <a:lnTo>
                    <a:pt x="975" y="779"/>
                  </a:lnTo>
                  <a:close/>
                  <a:moveTo>
                    <a:pt x="977" y="627"/>
                  </a:moveTo>
                  <a:cubicBezTo>
                    <a:pt x="807" y="627"/>
                    <a:pt x="807" y="627"/>
                    <a:pt x="807" y="627"/>
                  </a:cubicBezTo>
                  <a:cubicBezTo>
                    <a:pt x="807" y="575"/>
                    <a:pt x="807" y="575"/>
                    <a:pt x="807" y="575"/>
                  </a:cubicBezTo>
                  <a:cubicBezTo>
                    <a:pt x="431" y="575"/>
                    <a:pt x="431" y="575"/>
                    <a:pt x="431" y="575"/>
                  </a:cubicBezTo>
                  <a:cubicBezTo>
                    <a:pt x="431" y="627"/>
                    <a:pt x="431" y="627"/>
                    <a:pt x="431" y="627"/>
                  </a:cubicBezTo>
                  <a:cubicBezTo>
                    <a:pt x="261" y="627"/>
                    <a:pt x="261" y="627"/>
                    <a:pt x="261" y="627"/>
                  </a:cubicBezTo>
                  <a:cubicBezTo>
                    <a:pt x="261" y="592"/>
                    <a:pt x="261" y="592"/>
                    <a:pt x="261" y="592"/>
                  </a:cubicBezTo>
                  <a:cubicBezTo>
                    <a:pt x="261" y="573"/>
                    <a:pt x="261" y="573"/>
                    <a:pt x="261" y="573"/>
                  </a:cubicBezTo>
                  <a:cubicBezTo>
                    <a:pt x="1086" y="39"/>
                    <a:pt x="1086" y="39"/>
                    <a:pt x="1086" y="39"/>
                  </a:cubicBezTo>
                  <a:lnTo>
                    <a:pt x="977" y="627"/>
                  </a:lnTo>
                  <a:close/>
                  <a:moveTo>
                    <a:pt x="1024" y="497"/>
                  </a:moveTo>
                  <a:cubicBezTo>
                    <a:pt x="1107" y="555"/>
                    <a:pt x="1107" y="555"/>
                    <a:pt x="1107" y="555"/>
                  </a:cubicBezTo>
                  <a:cubicBezTo>
                    <a:pt x="999" y="630"/>
                    <a:pt x="999" y="630"/>
                    <a:pt x="999" y="630"/>
                  </a:cubicBezTo>
                  <a:lnTo>
                    <a:pt x="1024" y="497"/>
                  </a:lnTo>
                  <a:close/>
                  <a:moveTo>
                    <a:pt x="1000" y="779"/>
                  </a:moveTo>
                  <a:cubicBezTo>
                    <a:pt x="1000" y="760"/>
                    <a:pt x="1000" y="760"/>
                    <a:pt x="1000" y="760"/>
                  </a:cubicBezTo>
                  <a:cubicBezTo>
                    <a:pt x="1054" y="760"/>
                    <a:pt x="1054" y="760"/>
                    <a:pt x="1054" y="760"/>
                  </a:cubicBezTo>
                  <a:cubicBezTo>
                    <a:pt x="1054" y="779"/>
                    <a:pt x="1054" y="779"/>
                    <a:pt x="1054" y="779"/>
                  </a:cubicBezTo>
                  <a:lnTo>
                    <a:pt x="1000" y="779"/>
                  </a:lnTo>
                  <a:close/>
                  <a:moveTo>
                    <a:pt x="1038" y="3378"/>
                  </a:moveTo>
                  <a:cubicBezTo>
                    <a:pt x="1038" y="3263"/>
                    <a:pt x="1038" y="3263"/>
                    <a:pt x="1038" y="3263"/>
                  </a:cubicBezTo>
                  <a:cubicBezTo>
                    <a:pt x="1109" y="3333"/>
                    <a:pt x="1109" y="3333"/>
                    <a:pt x="1109" y="3333"/>
                  </a:cubicBezTo>
                  <a:cubicBezTo>
                    <a:pt x="1064" y="3378"/>
                    <a:pt x="1064" y="3378"/>
                    <a:pt x="1064" y="3378"/>
                  </a:cubicBezTo>
                  <a:lnTo>
                    <a:pt x="1038" y="3378"/>
                  </a:lnTo>
                  <a:close/>
                  <a:moveTo>
                    <a:pt x="1082" y="3378"/>
                  </a:moveTo>
                  <a:cubicBezTo>
                    <a:pt x="1118" y="3342"/>
                    <a:pt x="1118" y="3342"/>
                    <a:pt x="1118" y="3342"/>
                  </a:cubicBezTo>
                  <a:cubicBezTo>
                    <a:pt x="1154" y="3378"/>
                    <a:pt x="1154" y="3378"/>
                    <a:pt x="1154" y="3378"/>
                  </a:cubicBezTo>
                  <a:lnTo>
                    <a:pt x="1082" y="3378"/>
                  </a:lnTo>
                  <a:close/>
                  <a:moveTo>
                    <a:pt x="1197" y="3378"/>
                  </a:moveTo>
                  <a:cubicBezTo>
                    <a:pt x="1172" y="3378"/>
                    <a:pt x="1172" y="3378"/>
                    <a:pt x="1172" y="3378"/>
                  </a:cubicBezTo>
                  <a:cubicBezTo>
                    <a:pt x="1127" y="3333"/>
                    <a:pt x="1127" y="3333"/>
                    <a:pt x="1127" y="3333"/>
                  </a:cubicBezTo>
                  <a:cubicBezTo>
                    <a:pt x="1197" y="3263"/>
                    <a:pt x="1197" y="3263"/>
                    <a:pt x="1197" y="3263"/>
                  </a:cubicBezTo>
                  <a:lnTo>
                    <a:pt x="1197" y="3378"/>
                  </a:lnTo>
                  <a:close/>
                  <a:moveTo>
                    <a:pt x="1197" y="3222"/>
                  </a:moveTo>
                  <a:cubicBezTo>
                    <a:pt x="1127" y="3152"/>
                    <a:pt x="1127" y="3152"/>
                    <a:pt x="1127" y="3152"/>
                  </a:cubicBezTo>
                  <a:cubicBezTo>
                    <a:pt x="1197" y="3081"/>
                    <a:pt x="1197" y="3081"/>
                    <a:pt x="1197" y="3081"/>
                  </a:cubicBezTo>
                  <a:lnTo>
                    <a:pt x="1197" y="3222"/>
                  </a:lnTo>
                  <a:close/>
                  <a:moveTo>
                    <a:pt x="1197" y="3041"/>
                  </a:moveTo>
                  <a:cubicBezTo>
                    <a:pt x="1127" y="2970"/>
                    <a:pt x="1127" y="2970"/>
                    <a:pt x="1127" y="2970"/>
                  </a:cubicBezTo>
                  <a:cubicBezTo>
                    <a:pt x="1197" y="2900"/>
                    <a:pt x="1197" y="2900"/>
                    <a:pt x="1197" y="2900"/>
                  </a:cubicBezTo>
                  <a:lnTo>
                    <a:pt x="1197" y="3041"/>
                  </a:lnTo>
                  <a:close/>
                  <a:moveTo>
                    <a:pt x="1197" y="2859"/>
                  </a:moveTo>
                  <a:cubicBezTo>
                    <a:pt x="1127" y="2789"/>
                    <a:pt x="1127" y="2789"/>
                    <a:pt x="1127" y="2789"/>
                  </a:cubicBezTo>
                  <a:cubicBezTo>
                    <a:pt x="1197" y="2718"/>
                    <a:pt x="1197" y="2718"/>
                    <a:pt x="1197" y="2718"/>
                  </a:cubicBezTo>
                  <a:lnTo>
                    <a:pt x="1197" y="2859"/>
                  </a:lnTo>
                  <a:close/>
                  <a:moveTo>
                    <a:pt x="1197" y="2678"/>
                  </a:moveTo>
                  <a:cubicBezTo>
                    <a:pt x="1127" y="2607"/>
                    <a:pt x="1127" y="2607"/>
                    <a:pt x="1127" y="2607"/>
                  </a:cubicBezTo>
                  <a:cubicBezTo>
                    <a:pt x="1197" y="2537"/>
                    <a:pt x="1197" y="2537"/>
                    <a:pt x="1197" y="2537"/>
                  </a:cubicBezTo>
                  <a:lnTo>
                    <a:pt x="1197" y="2678"/>
                  </a:lnTo>
                  <a:close/>
                  <a:moveTo>
                    <a:pt x="1197" y="2496"/>
                  </a:moveTo>
                  <a:cubicBezTo>
                    <a:pt x="1127" y="2426"/>
                    <a:pt x="1127" y="2426"/>
                    <a:pt x="1127" y="2426"/>
                  </a:cubicBezTo>
                  <a:cubicBezTo>
                    <a:pt x="1197" y="2356"/>
                    <a:pt x="1197" y="2356"/>
                    <a:pt x="1197" y="2356"/>
                  </a:cubicBezTo>
                  <a:lnTo>
                    <a:pt x="1197" y="2496"/>
                  </a:lnTo>
                  <a:close/>
                  <a:moveTo>
                    <a:pt x="1197" y="2315"/>
                  </a:moveTo>
                  <a:cubicBezTo>
                    <a:pt x="1127" y="2245"/>
                    <a:pt x="1127" y="2245"/>
                    <a:pt x="1127" y="2245"/>
                  </a:cubicBezTo>
                  <a:cubicBezTo>
                    <a:pt x="1197" y="2174"/>
                    <a:pt x="1197" y="2174"/>
                    <a:pt x="1197" y="2174"/>
                  </a:cubicBezTo>
                  <a:lnTo>
                    <a:pt x="1197" y="2315"/>
                  </a:lnTo>
                  <a:close/>
                  <a:moveTo>
                    <a:pt x="1197" y="2134"/>
                  </a:moveTo>
                  <a:cubicBezTo>
                    <a:pt x="1127" y="2063"/>
                    <a:pt x="1127" y="2063"/>
                    <a:pt x="1127" y="2063"/>
                  </a:cubicBezTo>
                  <a:cubicBezTo>
                    <a:pt x="1197" y="1993"/>
                    <a:pt x="1197" y="1993"/>
                    <a:pt x="1197" y="1993"/>
                  </a:cubicBezTo>
                  <a:lnTo>
                    <a:pt x="1197" y="2134"/>
                  </a:lnTo>
                  <a:close/>
                  <a:moveTo>
                    <a:pt x="1197" y="1937"/>
                  </a:moveTo>
                  <a:cubicBezTo>
                    <a:pt x="1182" y="1937"/>
                    <a:pt x="1182" y="1937"/>
                    <a:pt x="1182" y="1937"/>
                  </a:cubicBezTo>
                  <a:cubicBezTo>
                    <a:pt x="1127" y="1882"/>
                    <a:pt x="1127" y="1882"/>
                    <a:pt x="1127" y="1882"/>
                  </a:cubicBezTo>
                  <a:cubicBezTo>
                    <a:pt x="1197" y="1811"/>
                    <a:pt x="1197" y="1811"/>
                    <a:pt x="1197" y="1811"/>
                  </a:cubicBezTo>
                  <a:lnTo>
                    <a:pt x="1197" y="1937"/>
                  </a:lnTo>
                  <a:close/>
                  <a:moveTo>
                    <a:pt x="1197" y="1771"/>
                  </a:moveTo>
                  <a:cubicBezTo>
                    <a:pt x="1127" y="1700"/>
                    <a:pt x="1127" y="1700"/>
                    <a:pt x="1127" y="1700"/>
                  </a:cubicBezTo>
                  <a:cubicBezTo>
                    <a:pt x="1185" y="1642"/>
                    <a:pt x="1185" y="1642"/>
                    <a:pt x="1185" y="1642"/>
                  </a:cubicBezTo>
                  <a:cubicBezTo>
                    <a:pt x="1197" y="1642"/>
                    <a:pt x="1197" y="1642"/>
                    <a:pt x="1197" y="1642"/>
                  </a:cubicBezTo>
                  <a:lnTo>
                    <a:pt x="1197" y="1771"/>
                  </a:lnTo>
                  <a:close/>
                  <a:moveTo>
                    <a:pt x="1197" y="1589"/>
                  </a:moveTo>
                  <a:cubicBezTo>
                    <a:pt x="1127" y="1519"/>
                    <a:pt x="1127" y="1519"/>
                    <a:pt x="1127" y="1519"/>
                  </a:cubicBezTo>
                  <a:cubicBezTo>
                    <a:pt x="1197" y="1448"/>
                    <a:pt x="1197" y="1448"/>
                    <a:pt x="1197" y="1448"/>
                  </a:cubicBezTo>
                  <a:lnTo>
                    <a:pt x="1197" y="1589"/>
                  </a:lnTo>
                  <a:close/>
                  <a:moveTo>
                    <a:pt x="1197" y="1408"/>
                  </a:moveTo>
                  <a:cubicBezTo>
                    <a:pt x="1127" y="1337"/>
                    <a:pt x="1127" y="1337"/>
                    <a:pt x="1127" y="1337"/>
                  </a:cubicBezTo>
                  <a:cubicBezTo>
                    <a:pt x="1197" y="1267"/>
                    <a:pt x="1197" y="1267"/>
                    <a:pt x="1197" y="1267"/>
                  </a:cubicBezTo>
                  <a:lnTo>
                    <a:pt x="1197" y="14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226"/>
            <p:cNvSpPr>
              <a:spLocks/>
            </p:cNvSpPr>
            <p:nvPr/>
          </p:nvSpPr>
          <p:spPr bwMode="auto">
            <a:xfrm>
              <a:off x="9205913" y="2957513"/>
              <a:ext cx="34925" cy="38100"/>
            </a:xfrm>
            <a:custGeom>
              <a:avLst/>
              <a:gdLst>
                <a:gd name="T0" fmla="*/ 2 w 28"/>
                <a:gd name="T1" fmla="*/ 18 h 30"/>
                <a:gd name="T2" fmla="*/ 11 w 28"/>
                <a:gd name="T3" fmla="*/ 28 h 30"/>
                <a:gd name="T4" fmla="*/ 26 w 28"/>
                <a:gd name="T5" fmla="*/ 19 h 30"/>
                <a:gd name="T6" fmla="*/ 26 w 28"/>
                <a:gd name="T7" fmla="*/ 11 h 30"/>
                <a:gd name="T8" fmla="*/ 27 w 28"/>
                <a:gd name="T9" fmla="*/ 11 h 30"/>
                <a:gd name="T10" fmla="*/ 28 w 28"/>
                <a:gd name="T11" fmla="*/ 9 h 30"/>
                <a:gd name="T12" fmla="*/ 26 w 28"/>
                <a:gd name="T13" fmla="*/ 8 h 30"/>
                <a:gd name="T14" fmla="*/ 25 w 28"/>
                <a:gd name="T15" fmla="*/ 8 h 30"/>
                <a:gd name="T16" fmla="*/ 11 w 28"/>
                <a:gd name="T17" fmla="*/ 1 h 30"/>
                <a:gd name="T18" fmla="*/ 2 w 28"/>
                <a:gd name="T19" fmla="*/ 14 h 30"/>
                <a:gd name="T20" fmla="*/ 2 w 28"/>
                <a:gd name="T21" fmla="*/ 15 h 30"/>
                <a:gd name="T22" fmla="*/ 1 w 28"/>
                <a:gd name="T23" fmla="*/ 15 h 30"/>
                <a:gd name="T24" fmla="*/ 0 w 28"/>
                <a:gd name="T25" fmla="*/ 17 h 30"/>
                <a:gd name="T26" fmla="*/ 2 w 28"/>
                <a:gd name="T27" fmla="*/ 1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 h="30">
                  <a:moveTo>
                    <a:pt x="2" y="18"/>
                  </a:moveTo>
                  <a:cubicBezTo>
                    <a:pt x="3" y="23"/>
                    <a:pt x="7" y="27"/>
                    <a:pt x="11" y="28"/>
                  </a:cubicBezTo>
                  <a:cubicBezTo>
                    <a:pt x="18" y="30"/>
                    <a:pt x="25" y="25"/>
                    <a:pt x="26" y="19"/>
                  </a:cubicBezTo>
                  <a:cubicBezTo>
                    <a:pt x="27" y="16"/>
                    <a:pt x="27" y="14"/>
                    <a:pt x="26" y="11"/>
                  </a:cubicBezTo>
                  <a:cubicBezTo>
                    <a:pt x="27" y="11"/>
                    <a:pt x="27" y="11"/>
                    <a:pt x="27" y="11"/>
                  </a:cubicBezTo>
                  <a:cubicBezTo>
                    <a:pt x="28" y="11"/>
                    <a:pt x="28" y="10"/>
                    <a:pt x="28" y="9"/>
                  </a:cubicBezTo>
                  <a:cubicBezTo>
                    <a:pt x="28" y="8"/>
                    <a:pt x="27" y="8"/>
                    <a:pt x="26" y="8"/>
                  </a:cubicBezTo>
                  <a:cubicBezTo>
                    <a:pt x="25" y="8"/>
                    <a:pt x="25" y="8"/>
                    <a:pt x="25" y="8"/>
                  </a:cubicBezTo>
                  <a:cubicBezTo>
                    <a:pt x="23" y="3"/>
                    <a:pt x="17" y="0"/>
                    <a:pt x="11" y="1"/>
                  </a:cubicBezTo>
                  <a:cubicBezTo>
                    <a:pt x="5" y="3"/>
                    <a:pt x="1" y="8"/>
                    <a:pt x="2" y="14"/>
                  </a:cubicBezTo>
                  <a:cubicBezTo>
                    <a:pt x="2" y="14"/>
                    <a:pt x="2" y="14"/>
                    <a:pt x="2" y="15"/>
                  </a:cubicBezTo>
                  <a:cubicBezTo>
                    <a:pt x="1" y="15"/>
                    <a:pt x="1" y="15"/>
                    <a:pt x="1" y="15"/>
                  </a:cubicBezTo>
                  <a:cubicBezTo>
                    <a:pt x="0" y="15"/>
                    <a:pt x="0" y="16"/>
                    <a:pt x="0" y="17"/>
                  </a:cubicBezTo>
                  <a:cubicBezTo>
                    <a:pt x="0" y="18"/>
                    <a:pt x="1" y="18"/>
                    <a:pt x="2"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37" name="组合 236"/>
          <p:cNvGrpSpPr/>
          <p:nvPr/>
        </p:nvGrpSpPr>
        <p:grpSpPr>
          <a:xfrm>
            <a:off x="10220325" y="1879601"/>
            <a:ext cx="1747838" cy="471487"/>
            <a:chOff x="10220325" y="1879601"/>
            <a:chExt cx="1747838" cy="471487"/>
          </a:xfrm>
          <a:solidFill>
            <a:schemeClr val="tx1">
              <a:lumMod val="65000"/>
              <a:lumOff val="35000"/>
            </a:schemeClr>
          </a:solidFill>
        </p:grpSpPr>
        <p:sp>
          <p:nvSpPr>
            <p:cNvPr id="238" name="Freeform 227"/>
            <p:cNvSpPr>
              <a:spLocks/>
            </p:cNvSpPr>
            <p:nvPr/>
          </p:nvSpPr>
          <p:spPr bwMode="auto">
            <a:xfrm>
              <a:off x="10520363" y="2032000"/>
              <a:ext cx="39688" cy="168275"/>
            </a:xfrm>
            <a:custGeom>
              <a:avLst/>
              <a:gdLst>
                <a:gd name="T0" fmla="*/ 15 w 30"/>
                <a:gd name="T1" fmla="*/ 0 h 131"/>
                <a:gd name="T2" fmla="*/ 2 w 30"/>
                <a:gd name="T3" fmla="*/ 11 h 131"/>
                <a:gd name="T4" fmla="*/ 0 w 30"/>
                <a:gd name="T5" fmla="*/ 38 h 131"/>
                <a:gd name="T6" fmla="*/ 0 w 30"/>
                <a:gd name="T7" fmla="*/ 93 h 131"/>
                <a:gd name="T8" fmla="*/ 2 w 30"/>
                <a:gd name="T9" fmla="*/ 121 h 131"/>
                <a:gd name="T10" fmla="*/ 15 w 30"/>
                <a:gd name="T11" fmla="*/ 131 h 131"/>
                <a:gd name="T12" fmla="*/ 29 w 30"/>
                <a:gd name="T13" fmla="*/ 119 h 131"/>
                <a:gd name="T14" fmla="*/ 30 w 30"/>
                <a:gd name="T15" fmla="*/ 93 h 131"/>
                <a:gd name="T16" fmla="*/ 30 w 30"/>
                <a:gd name="T17" fmla="*/ 38 h 131"/>
                <a:gd name="T18" fmla="*/ 28 w 30"/>
                <a:gd name="T19" fmla="*/ 10 h 131"/>
                <a:gd name="T20" fmla="*/ 15 w 30"/>
                <a:gd name="T21"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131">
                  <a:moveTo>
                    <a:pt x="15" y="0"/>
                  </a:moveTo>
                  <a:cubicBezTo>
                    <a:pt x="8" y="0"/>
                    <a:pt x="4" y="4"/>
                    <a:pt x="2" y="11"/>
                  </a:cubicBezTo>
                  <a:cubicBezTo>
                    <a:pt x="1" y="15"/>
                    <a:pt x="0" y="24"/>
                    <a:pt x="0" y="38"/>
                  </a:cubicBezTo>
                  <a:cubicBezTo>
                    <a:pt x="0" y="93"/>
                    <a:pt x="0" y="93"/>
                    <a:pt x="0" y="93"/>
                  </a:cubicBezTo>
                  <a:cubicBezTo>
                    <a:pt x="0" y="109"/>
                    <a:pt x="1" y="117"/>
                    <a:pt x="2" y="121"/>
                  </a:cubicBezTo>
                  <a:cubicBezTo>
                    <a:pt x="4" y="127"/>
                    <a:pt x="9" y="131"/>
                    <a:pt x="15" y="131"/>
                  </a:cubicBezTo>
                  <a:cubicBezTo>
                    <a:pt x="22" y="131"/>
                    <a:pt x="27" y="127"/>
                    <a:pt x="29" y="119"/>
                  </a:cubicBezTo>
                  <a:cubicBezTo>
                    <a:pt x="29" y="116"/>
                    <a:pt x="30" y="108"/>
                    <a:pt x="30" y="93"/>
                  </a:cubicBezTo>
                  <a:cubicBezTo>
                    <a:pt x="30" y="38"/>
                    <a:pt x="30" y="38"/>
                    <a:pt x="30" y="38"/>
                  </a:cubicBezTo>
                  <a:cubicBezTo>
                    <a:pt x="30" y="21"/>
                    <a:pt x="29" y="14"/>
                    <a:pt x="28" y="10"/>
                  </a:cubicBezTo>
                  <a:cubicBezTo>
                    <a:pt x="26" y="4"/>
                    <a:pt x="21"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228"/>
            <p:cNvSpPr>
              <a:spLocks noEditPoints="1"/>
            </p:cNvSpPr>
            <p:nvPr/>
          </p:nvSpPr>
          <p:spPr bwMode="auto">
            <a:xfrm>
              <a:off x="10220325" y="1879601"/>
              <a:ext cx="1747838" cy="471487"/>
            </a:xfrm>
            <a:custGeom>
              <a:avLst/>
              <a:gdLst>
                <a:gd name="T0" fmla="*/ 0 w 1364"/>
                <a:gd name="T1" fmla="*/ 368 h 368"/>
                <a:gd name="T2" fmla="*/ 189 w 1364"/>
                <a:gd name="T3" fmla="*/ 155 h 368"/>
                <a:gd name="T4" fmla="*/ 148 w 1364"/>
                <a:gd name="T5" fmla="*/ 119 h 368"/>
                <a:gd name="T6" fmla="*/ 133 w 1364"/>
                <a:gd name="T7" fmla="*/ 212 h 368"/>
                <a:gd name="T8" fmla="*/ 161 w 1364"/>
                <a:gd name="T9" fmla="*/ 235 h 368"/>
                <a:gd name="T10" fmla="*/ 189 w 1364"/>
                <a:gd name="T11" fmla="*/ 220 h 368"/>
                <a:gd name="T12" fmla="*/ 117 w 1364"/>
                <a:gd name="T13" fmla="*/ 260 h 368"/>
                <a:gd name="T14" fmla="*/ 117 w 1364"/>
                <a:gd name="T15" fmla="*/ 108 h 368"/>
                <a:gd name="T16" fmla="*/ 189 w 1364"/>
                <a:gd name="T17" fmla="*/ 146 h 368"/>
                <a:gd name="T18" fmla="*/ 281 w 1364"/>
                <a:gd name="T19" fmla="*/ 260 h 368"/>
                <a:gd name="T20" fmla="*/ 209 w 1364"/>
                <a:gd name="T21" fmla="*/ 215 h 368"/>
                <a:gd name="T22" fmla="*/ 250 w 1364"/>
                <a:gd name="T23" fmla="*/ 95 h 368"/>
                <a:gd name="T24" fmla="*/ 291 w 1364"/>
                <a:gd name="T25" fmla="*/ 215 h 368"/>
                <a:gd name="T26" fmla="*/ 338 w 1364"/>
                <a:gd name="T27" fmla="*/ 164 h 368"/>
                <a:gd name="T28" fmla="*/ 314 w 1364"/>
                <a:gd name="T29" fmla="*/ 97 h 368"/>
                <a:gd name="T30" fmla="*/ 376 w 1364"/>
                <a:gd name="T31" fmla="*/ 97 h 368"/>
                <a:gd name="T32" fmla="*/ 461 w 1364"/>
                <a:gd name="T33" fmla="*/ 274 h 368"/>
                <a:gd name="T34" fmla="*/ 461 w 1364"/>
                <a:gd name="T35" fmla="*/ 250 h 368"/>
                <a:gd name="T36" fmla="*/ 450 w 1364"/>
                <a:gd name="T37" fmla="*/ 191 h 368"/>
                <a:gd name="T38" fmla="*/ 501 w 1364"/>
                <a:gd name="T39" fmla="*/ 136 h 368"/>
                <a:gd name="T40" fmla="*/ 445 w 1364"/>
                <a:gd name="T41" fmla="*/ 136 h 368"/>
                <a:gd name="T42" fmla="*/ 461 w 1364"/>
                <a:gd name="T43" fmla="*/ 274 h 368"/>
                <a:gd name="T44" fmla="*/ 569 w 1364"/>
                <a:gd name="T45" fmla="*/ 272 h 368"/>
                <a:gd name="T46" fmla="*/ 515 w 1364"/>
                <a:gd name="T47" fmla="*/ 122 h 368"/>
                <a:gd name="T48" fmla="*/ 597 w 1364"/>
                <a:gd name="T49" fmla="*/ 122 h 368"/>
                <a:gd name="T50" fmla="*/ 641 w 1364"/>
                <a:gd name="T51" fmla="*/ 199 h 368"/>
                <a:gd name="T52" fmla="*/ 615 w 1364"/>
                <a:gd name="T53" fmla="*/ 97 h 368"/>
                <a:gd name="T54" fmla="*/ 677 w 1364"/>
                <a:gd name="T55" fmla="*/ 192 h 368"/>
                <a:gd name="T56" fmla="*/ 798 w 1364"/>
                <a:gd name="T57" fmla="*/ 215 h 368"/>
                <a:gd name="T58" fmla="*/ 727 w 1364"/>
                <a:gd name="T59" fmla="*/ 260 h 368"/>
                <a:gd name="T60" fmla="*/ 742 w 1364"/>
                <a:gd name="T61" fmla="*/ 97 h 368"/>
                <a:gd name="T62" fmla="*/ 757 w 1364"/>
                <a:gd name="T63" fmla="*/ 250 h 368"/>
                <a:gd name="T64" fmla="*/ 772 w 1364"/>
                <a:gd name="T65" fmla="*/ 97 h 368"/>
                <a:gd name="T66" fmla="*/ 903 w 1364"/>
                <a:gd name="T67" fmla="*/ 155 h 368"/>
                <a:gd name="T68" fmla="*/ 862 w 1364"/>
                <a:gd name="T69" fmla="*/ 119 h 368"/>
                <a:gd name="T70" fmla="*/ 847 w 1364"/>
                <a:gd name="T71" fmla="*/ 212 h 368"/>
                <a:gd name="T72" fmla="*/ 875 w 1364"/>
                <a:gd name="T73" fmla="*/ 235 h 368"/>
                <a:gd name="T74" fmla="*/ 903 w 1364"/>
                <a:gd name="T75" fmla="*/ 220 h 368"/>
                <a:gd name="T76" fmla="*/ 831 w 1364"/>
                <a:gd name="T77" fmla="*/ 260 h 368"/>
                <a:gd name="T78" fmla="*/ 831 w 1364"/>
                <a:gd name="T79" fmla="*/ 108 h 368"/>
                <a:gd name="T80" fmla="*/ 903 w 1364"/>
                <a:gd name="T81" fmla="*/ 146 h 368"/>
                <a:gd name="T82" fmla="*/ 971 w 1364"/>
                <a:gd name="T83" fmla="*/ 122 h 368"/>
                <a:gd name="T84" fmla="*/ 945 w 1364"/>
                <a:gd name="T85" fmla="*/ 122 h 368"/>
                <a:gd name="T86" fmla="*/ 1000 w 1364"/>
                <a:gd name="T87" fmla="*/ 97 h 368"/>
                <a:gd name="T88" fmla="*/ 1017 w 1364"/>
                <a:gd name="T89" fmla="*/ 272 h 368"/>
                <a:gd name="T90" fmla="*/ 1043 w 1364"/>
                <a:gd name="T91" fmla="*/ 272 h 368"/>
                <a:gd name="T92" fmla="*/ 1107 w 1364"/>
                <a:gd name="T93" fmla="*/ 274 h 368"/>
                <a:gd name="T94" fmla="*/ 1066 w 1364"/>
                <a:gd name="T95" fmla="*/ 154 h 368"/>
                <a:gd name="T96" fmla="*/ 1137 w 1364"/>
                <a:gd name="T97" fmla="*/ 108 h 368"/>
                <a:gd name="T98" fmla="*/ 1257 w 1364"/>
                <a:gd name="T99" fmla="*/ 272 h 368"/>
                <a:gd name="T100" fmla="*/ 1194 w 1364"/>
                <a:gd name="T101" fmla="*/ 272 h 368"/>
                <a:gd name="T102" fmla="*/ 1197 w 1364"/>
                <a:gd name="T103" fmla="*/ 97 h 368"/>
                <a:gd name="T104" fmla="*/ 1257 w 1364"/>
                <a:gd name="T105" fmla="*/ 97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64" h="368">
                  <a:moveTo>
                    <a:pt x="1364" y="0"/>
                  </a:moveTo>
                  <a:cubicBezTo>
                    <a:pt x="0" y="0"/>
                    <a:pt x="0" y="0"/>
                    <a:pt x="0" y="0"/>
                  </a:cubicBezTo>
                  <a:cubicBezTo>
                    <a:pt x="0" y="368"/>
                    <a:pt x="0" y="368"/>
                    <a:pt x="0" y="368"/>
                  </a:cubicBezTo>
                  <a:cubicBezTo>
                    <a:pt x="1364" y="368"/>
                    <a:pt x="1364" y="368"/>
                    <a:pt x="1364" y="368"/>
                  </a:cubicBezTo>
                  <a:lnTo>
                    <a:pt x="1364" y="0"/>
                  </a:lnTo>
                  <a:close/>
                  <a:moveTo>
                    <a:pt x="189" y="155"/>
                  </a:moveTo>
                  <a:cubicBezTo>
                    <a:pt x="162" y="155"/>
                    <a:pt x="162" y="155"/>
                    <a:pt x="162" y="155"/>
                  </a:cubicBezTo>
                  <a:cubicBezTo>
                    <a:pt x="162" y="145"/>
                    <a:pt x="162" y="137"/>
                    <a:pt x="162" y="133"/>
                  </a:cubicBezTo>
                  <a:cubicBezTo>
                    <a:pt x="161" y="124"/>
                    <a:pt x="155" y="119"/>
                    <a:pt x="148" y="119"/>
                  </a:cubicBezTo>
                  <a:cubicBezTo>
                    <a:pt x="141" y="119"/>
                    <a:pt x="136" y="123"/>
                    <a:pt x="134" y="130"/>
                  </a:cubicBezTo>
                  <a:cubicBezTo>
                    <a:pt x="133" y="134"/>
                    <a:pt x="133" y="142"/>
                    <a:pt x="133" y="157"/>
                  </a:cubicBezTo>
                  <a:cubicBezTo>
                    <a:pt x="133" y="212"/>
                    <a:pt x="133" y="212"/>
                    <a:pt x="133" y="212"/>
                  </a:cubicBezTo>
                  <a:cubicBezTo>
                    <a:pt x="133" y="229"/>
                    <a:pt x="133" y="236"/>
                    <a:pt x="135" y="240"/>
                  </a:cubicBezTo>
                  <a:cubicBezTo>
                    <a:pt x="137" y="246"/>
                    <a:pt x="142" y="250"/>
                    <a:pt x="148" y="250"/>
                  </a:cubicBezTo>
                  <a:cubicBezTo>
                    <a:pt x="155" y="250"/>
                    <a:pt x="161" y="244"/>
                    <a:pt x="161" y="235"/>
                  </a:cubicBezTo>
                  <a:cubicBezTo>
                    <a:pt x="162" y="231"/>
                    <a:pt x="162" y="218"/>
                    <a:pt x="162" y="210"/>
                  </a:cubicBezTo>
                  <a:cubicBezTo>
                    <a:pt x="189" y="210"/>
                    <a:pt x="189" y="210"/>
                    <a:pt x="189" y="210"/>
                  </a:cubicBezTo>
                  <a:cubicBezTo>
                    <a:pt x="189" y="220"/>
                    <a:pt x="189" y="220"/>
                    <a:pt x="189" y="220"/>
                  </a:cubicBezTo>
                  <a:cubicBezTo>
                    <a:pt x="189" y="238"/>
                    <a:pt x="188" y="245"/>
                    <a:pt x="183" y="254"/>
                  </a:cubicBezTo>
                  <a:cubicBezTo>
                    <a:pt x="176" y="267"/>
                    <a:pt x="163" y="274"/>
                    <a:pt x="148" y="274"/>
                  </a:cubicBezTo>
                  <a:cubicBezTo>
                    <a:pt x="136" y="274"/>
                    <a:pt x="124" y="269"/>
                    <a:pt x="117" y="260"/>
                  </a:cubicBezTo>
                  <a:cubicBezTo>
                    <a:pt x="109" y="250"/>
                    <a:pt x="107" y="241"/>
                    <a:pt x="107" y="214"/>
                  </a:cubicBezTo>
                  <a:cubicBezTo>
                    <a:pt x="107" y="155"/>
                    <a:pt x="107" y="155"/>
                    <a:pt x="107" y="155"/>
                  </a:cubicBezTo>
                  <a:cubicBezTo>
                    <a:pt x="107" y="128"/>
                    <a:pt x="109" y="119"/>
                    <a:pt x="117" y="108"/>
                  </a:cubicBezTo>
                  <a:cubicBezTo>
                    <a:pt x="124" y="100"/>
                    <a:pt x="136" y="95"/>
                    <a:pt x="148" y="95"/>
                  </a:cubicBezTo>
                  <a:cubicBezTo>
                    <a:pt x="163" y="95"/>
                    <a:pt x="176" y="102"/>
                    <a:pt x="183" y="114"/>
                  </a:cubicBezTo>
                  <a:cubicBezTo>
                    <a:pt x="187" y="122"/>
                    <a:pt x="189" y="129"/>
                    <a:pt x="189" y="146"/>
                  </a:cubicBezTo>
                  <a:lnTo>
                    <a:pt x="189" y="155"/>
                  </a:lnTo>
                  <a:close/>
                  <a:moveTo>
                    <a:pt x="291" y="215"/>
                  </a:moveTo>
                  <a:cubicBezTo>
                    <a:pt x="291" y="241"/>
                    <a:pt x="289" y="250"/>
                    <a:pt x="281" y="260"/>
                  </a:cubicBezTo>
                  <a:cubicBezTo>
                    <a:pt x="274" y="269"/>
                    <a:pt x="262" y="274"/>
                    <a:pt x="250" y="274"/>
                  </a:cubicBezTo>
                  <a:cubicBezTo>
                    <a:pt x="238" y="274"/>
                    <a:pt x="227" y="269"/>
                    <a:pt x="220" y="260"/>
                  </a:cubicBezTo>
                  <a:cubicBezTo>
                    <a:pt x="211" y="250"/>
                    <a:pt x="209" y="240"/>
                    <a:pt x="209" y="215"/>
                  </a:cubicBezTo>
                  <a:cubicBezTo>
                    <a:pt x="209" y="154"/>
                    <a:pt x="209" y="154"/>
                    <a:pt x="209" y="154"/>
                  </a:cubicBezTo>
                  <a:cubicBezTo>
                    <a:pt x="209" y="128"/>
                    <a:pt x="211" y="119"/>
                    <a:pt x="220" y="108"/>
                  </a:cubicBezTo>
                  <a:cubicBezTo>
                    <a:pt x="227" y="100"/>
                    <a:pt x="238" y="95"/>
                    <a:pt x="250" y="95"/>
                  </a:cubicBezTo>
                  <a:cubicBezTo>
                    <a:pt x="262" y="95"/>
                    <a:pt x="274" y="100"/>
                    <a:pt x="281" y="108"/>
                  </a:cubicBezTo>
                  <a:cubicBezTo>
                    <a:pt x="289" y="119"/>
                    <a:pt x="291" y="128"/>
                    <a:pt x="291" y="154"/>
                  </a:cubicBezTo>
                  <a:lnTo>
                    <a:pt x="291" y="215"/>
                  </a:lnTo>
                  <a:close/>
                  <a:moveTo>
                    <a:pt x="400" y="272"/>
                  </a:moveTo>
                  <a:cubicBezTo>
                    <a:pt x="376" y="272"/>
                    <a:pt x="376" y="272"/>
                    <a:pt x="376" y="272"/>
                  </a:cubicBezTo>
                  <a:cubicBezTo>
                    <a:pt x="338" y="164"/>
                    <a:pt x="338" y="164"/>
                    <a:pt x="338" y="164"/>
                  </a:cubicBezTo>
                  <a:cubicBezTo>
                    <a:pt x="338" y="272"/>
                    <a:pt x="338" y="272"/>
                    <a:pt x="338" y="272"/>
                  </a:cubicBezTo>
                  <a:cubicBezTo>
                    <a:pt x="314" y="272"/>
                    <a:pt x="314" y="272"/>
                    <a:pt x="314" y="272"/>
                  </a:cubicBezTo>
                  <a:cubicBezTo>
                    <a:pt x="314" y="97"/>
                    <a:pt x="314" y="97"/>
                    <a:pt x="314" y="97"/>
                  </a:cubicBezTo>
                  <a:cubicBezTo>
                    <a:pt x="340" y="97"/>
                    <a:pt x="340" y="97"/>
                    <a:pt x="340" y="97"/>
                  </a:cubicBezTo>
                  <a:cubicBezTo>
                    <a:pt x="376" y="201"/>
                    <a:pt x="376" y="201"/>
                    <a:pt x="376" y="201"/>
                  </a:cubicBezTo>
                  <a:cubicBezTo>
                    <a:pt x="376" y="97"/>
                    <a:pt x="376" y="97"/>
                    <a:pt x="376" y="97"/>
                  </a:cubicBezTo>
                  <a:cubicBezTo>
                    <a:pt x="400" y="97"/>
                    <a:pt x="400" y="97"/>
                    <a:pt x="400" y="97"/>
                  </a:cubicBezTo>
                  <a:lnTo>
                    <a:pt x="400" y="272"/>
                  </a:lnTo>
                  <a:close/>
                  <a:moveTo>
                    <a:pt x="461" y="274"/>
                  </a:moveTo>
                  <a:cubicBezTo>
                    <a:pt x="436" y="274"/>
                    <a:pt x="419" y="256"/>
                    <a:pt x="418" y="227"/>
                  </a:cubicBezTo>
                  <a:cubicBezTo>
                    <a:pt x="443" y="223"/>
                    <a:pt x="443" y="223"/>
                    <a:pt x="443" y="223"/>
                  </a:cubicBezTo>
                  <a:cubicBezTo>
                    <a:pt x="443" y="241"/>
                    <a:pt x="449" y="250"/>
                    <a:pt x="461" y="250"/>
                  </a:cubicBezTo>
                  <a:cubicBezTo>
                    <a:pt x="471" y="250"/>
                    <a:pt x="477" y="243"/>
                    <a:pt x="477" y="231"/>
                  </a:cubicBezTo>
                  <a:cubicBezTo>
                    <a:pt x="477" y="224"/>
                    <a:pt x="475" y="218"/>
                    <a:pt x="470" y="212"/>
                  </a:cubicBezTo>
                  <a:cubicBezTo>
                    <a:pt x="466" y="206"/>
                    <a:pt x="465" y="205"/>
                    <a:pt x="450" y="191"/>
                  </a:cubicBezTo>
                  <a:cubicBezTo>
                    <a:pt x="428" y="171"/>
                    <a:pt x="420" y="157"/>
                    <a:pt x="420" y="138"/>
                  </a:cubicBezTo>
                  <a:cubicBezTo>
                    <a:pt x="420" y="112"/>
                    <a:pt x="437" y="95"/>
                    <a:pt x="461" y="95"/>
                  </a:cubicBezTo>
                  <a:cubicBezTo>
                    <a:pt x="484" y="95"/>
                    <a:pt x="497" y="109"/>
                    <a:pt x="501" y="136"/>
                  </a:cubicBezTo>
                  <a:cubicBezTo>
                    <a:pt x="475" y="140"/>
                    <a:pt x="475" y="140"/>
                    <a:pt x="475" y="140"/>
                  </a:cubicBezTo>
                  <a:cubicBezTo>
                    <a:pt x="474" y="124"/>
                    <a:pt x="470" y="119"/>
                    <a:pt x="460" y="119"/>
                  </a:cubicBezTo>
                  <a:cubicBezTo>
                    <a:pt x="451" y="119"/>
                    <a:pt x="445" y="126"/>
                    <a:pt x="445" y="136"/>
                  </a:cubicBezTo>
                  <a:cubicBezTo>
                    <a:pt x="445" y="148"/>
                    <a:pt x="450" y="155"/>
                    <a:pt x="469" y="172"/>
                  </a:cubicBezTo>
                  <a:cubicBezTo>
                    <a:pt x="496" y="197"/>
                    <a:pt x="502" y="208"/>
                    <a:pt x="502" y="229"/>
                  </a:cubicBezTo>
                  <a:cubicBezTo>
                    <a:pt x="502" y="256"/>
                    <a:pt x="486" y="274"/>
                    <a:pt x="461" y="274"/>
                  </a:cubicBezTo>
                  <a:close/>
                  <a:moveTo>
                    <a:pt x="597" y="122"/>
                  </a:moveTo>
                  <a:cubicBezTo>
                    <a:pt x="569" y="122"/>
                    <a:pt x="569" y="122"/>
                    <a:pt x="569" y="122"/>
                  </a:cubicBezTo>
                  <a:cubicBezTo>
                    <a:pt x="569" y="272"/>
                    <a:pt x="569" y="272"/>
                    <a:pt x="569" y="272"/>
                  </a:cubicBezTo>
                  <a:cubicBezTo>
                    <a:pt x="543" y="272"/>
                    <a:pt x="543" y="272"/>
                    <a:pt x="543" y="272"/>
                  </a:cubicBezTo>
                  <a:cubicBezTo>
                    <a:pt x="543" y="122"/>
                    <a:pt x="543" y="122"/>
                    <a:pt x="543" y="122"/>
                  </a:cubicBezTo>
                  <a:cubicBezTo>
                    <a:pt x="515" y="122"/>
                    <a:pt x="515" y="122"/>
                    <a:pt x="515" y="122"/>
                  </a:cubicBezTo>
                  <a:cubicBezTo>
                    <a:pt x="515" y="97"/>
                    <a:pt x="515" y="97"/>
                    <a:pt x="515" y="97"/>
                  </a:cubicBezTo>
                  <a:cubicBezTo>
                    <a:pt x="597" y="97"/>
                    <a:pt x="597" y="97"/>
                    <a:pt x="597" y="97"/>
                  </a:cubicBezTo>
                  <a:lnTo>
                    <a:pt x="597" y="122"/>
                  </a:lnTo>
                  <a:close/>
                  <a:moveTo>
                    <a:pt x="670" y="272"/>
                  </a:moveTo>
                  <a:cubicBezTo>
                    <a:pt x="653" y="199"/>
                    <a:pt x="653" y="199"/>
                    <a:pt x="653" y="199"/>
                  </a:cubicBezTo>
                  <a:cubicBezTo>
                    <a:pt x="641" y="199"/>
                    <a:pt x="641" y="199"/>
                    <a:pt x="641" y="199"/>
                  </a:cubicBezTo>
                  <a:cubicBezTo>
                    <a:pt x="641" y="272"/>
                    <a:pt x="641" y="272"/>
                    <a:pt x="641" y="272"/>
                  </a:cubicBezTo>
                  <a:cubicBezTo>
                    <a:pt x="615" y="272"/>
                    <a:pt x="615" y="272"/>
                    <a:pt x="615" y="272"/>
                  </a:cubicBezTo>
                  <a:cubicBezTo>
                    <a:pt x="615" y="97"/>
                    <a:pt x="615" y="97"/>
                    <a:pt x="615" y="97"/>
                  </a:cubicBezTo>
                  <a:cubicBezTo>
                    <a:pt x="651" y="97"/>
                    <a:pt x="651" y="97"/>
                    <a:pt x="651" y="97"/>
                  </a:cubicBezTo>
                  <a:cubicBezTo>
                    <a:pt x="681" y="97"/>
                    <a:pt x="695" y="113"/>
                    <a:pt x="695" y="148"/>
                  </a:cubicBezTo>
                  <a:cubicBezTo>
                    <a:pt x="695" y="170"/>
                    <a:pt x="690" y="182"/>
                    <a:pt x="677" y="192"/>
                  </a:cubicBezTo>
                  <a:cubicBezTo>
                    <a:pt x="697" y="272"/>
                    <a:pt x="697" y="272"/>
                    <a:pt x="697" y="272"/>
                  </a:cubicBezTo>
                  <a:lnTo>
                    <a:pt x="670" y="272"/>
                  </a:lnTo>
                  <a:close/>
                  <a:moveTo>
                    <a:pt x="798" y="215"/>
                  </a:moveTo>
                  <a:cubicBezTo>
                    <a:pt x="798" y="241"/>
                    <a:pt x="796" y="250"/>
                    <a:pt x="788" y="260"/>
                  </a:cubicBezTo>
                  <a:cubicBezTo>
                    <a:pt x="781" y="269"/>
                    <a:pt x="769" y="274"/>
                    <a:pt x="757" y="274"/>
                  </a:cubicBezTo>
                  <a:cubicBezTo>
                    <a:pt x="745" y="274"/>
                    <a:pt x="734" y="269"/>
                    <a:pt x="727" y="260"/>
                  </a:cubicBezTo>
                  <a:cubicBezTo>
                    <a:pt x="718" y="250"/>
                    <a:pt x="716" y="240"/>
                    <a:pt x="716" y="215"/>
                  </a:cubicBezTo>
                  <a:cubicBezTo>
                    <a:pt x="716" y="97"/>
                    <a:pt x="716" y="97"/>
                    <a:pt x="716" y="97"/>
                  </a:cubicBezTo>
                  <a:cubicBezTo>
                    <a:pt x="742" y="97"/>
                    <a:pt x="742" y="97"/>
                    <a:pt x="742" y="97"/>
                  </a:cubicBezTo>
                  <a:cubicBezTo>
                    <a:pt x="742" y="212"/>
                    <a:pt x="742" y="212"/>
                    <a:pt x="742" y="212"/>
                  </a:cubicBezTo>
                  <a:cubicBezTo>
                    <a:pt x="742" y="228"/>
                    <a:pt x="743" y="236"/>
                    <a:pt x="744" y="240"/>
                  </a:cubicBezTo>
                  <a:cubicBezTo>
                    <a:pt x="746" y="246"/>
                    <a:pt x="751" y="250"/>
                    <a:pt x="757" y="250"/>
                  </a:cubicBezTo>
                  <a:cubicBezTo>
                    <a:pt x="764" y="250"/>
                    <a:pt x="769" y="246"/>
                    <a:pt x="771" y="238"/>
                  </a:cubicBezTo>
                  <a:cubicBezTo>
                    <a:pt x="771" y="235"/>
                    <a:pt x="772" y="227"/>
                    <a:pt x="772" y="212"/>
                  </a:cubicBezTo>
                  <a:cubicBezTo>
                    <a:pt x="772" y="97"/>
                    <a:pt x="772" y="97"/>
                    <a:pt x="772" y="97"/>
                  </a:cubicBezTo>
                  <a:cubicBezTo>
                    <a:pt x="798" y="97"/>
                    <a:pt x="798" y="97"/>
                    <a:pt x="798" y="97"/>
                  </a:cubicBezTo>
                  <a:lnTo>
                    <a:pt x="798" y="215"/>
                  </a:lnTo>
                  <a:close/>
                  <a:moveTo>
                    <a:pt x="903" y="155"/>
                  </a:moveTo>
                  <a:cubicBezTo>
                    <a:pt x="876" y="155"/>
                    <a:pt x="876" y="155"/>
                    <a:pt x="876" y="155"/>
                  </a:cubicBezTo>
                  <a:cubicBezTo>
                    <a:pt x="876" y="145"/>
                    <a:pt x="876" y="137"/>
                    <a:pt x="876" y="133"/>
                  </a:cubicBezTo>
                  <a:cubicBezTo>
                    <a:pt x="875" y="124"/>
                    <a:pt x="869" y="119"/>
                    <a:pt x="862" y="119"/>
                  </a:cubicBezTo>
                  <a:cubicBezTo>
                    <a:pt x="855" y="119"/>
                    <a:pt x="850" y="123"/>
                    <a:pt x="848" y="130"/>
                  </a:cubicBezTo>
                  <a:cubicBezTo>
                    <a:pt x="847" y="134"/>
                    <a:pt x="847" y="142"/>
                    <a:pt x="847" y="157"/>
                  </a:cubicBezTo>
                  <a:cubicBezTo>
                    <a:pt x="847" y="212"/>
                    <a:pt x="847" y="212"/>
                    <a:pt x="847" y="212"/>
                  </a:cubicBezTo>
                  <a:cubicBezTo>
                    <a:pt x="847" y="229"/>
                    <a:pt x="847" y="236"/>
                    <a:pt x="849" y="240"/>
                  </a:cubicBezTo>
                  <a:cubicBezTo>
                    <a:pt x="851" y="246"/>
                    <a:pt x="856" y="250"/>
                    <a:pt x="862" y="250"/>
                  </a:cubicBezTo>
                  <a:cubicBezTo>
                    <a:pt x="869" y="250"/>
                    <a:pt x="875" y="244"/>
                    <a:pt x="875" y="235"/>
                  </a:cubicBezTo>
                  <a:cubicBezTo>
                    <a:pt x="876" y="231"/>
                    <a:pt x="876" y="218"/>
                    <a:pt x="876" y="210"/>
                  </a:cubicBezTo>
                  <a:cubicBezTo>
                    <a:pt x="903" y="210"/>
                    <a:pt x="903" y="210"/>
                    <a:pt x="903" y="210"/>
                  </a:cubicBezTo>
                  <a:cubicBezTo>
                    <a:pt x="903" y="220"/>
                    <a:pt x="903" y="220"/>
                    <a:pt x="903" y="220"/>
                  </a:cubicBezTo>
                  <a:cubicBezTo>
                    <a:pt x="903" y="238"/>
                    <a:pt x="902" y="245"/>
                    <a:pt x="897" y="254"/>
                  </a:cubicBezTo>
                  <a:cubicBezTo>
                    <a:pt x="890" y="267"/>
                    <a:pt x="877" y="274"/>
                    <a:pt x="862" y="274"/>
                  </a:cubicBezTo>
                  <a:cubicBezTo>
                    <a:pt x="850" y="274"/>
                    <a:pt x="838" y="269"/>
                    <a:pt x="831" y="260"/>
                  </a:cubicBezTo>
                  <a:cubicBezTo>
                    <a:pt x="823" y="250"/>
                    <a:pt x="821" y="241"/>
                    <a:pt x="821" y="214"/>
                  </a:cubicBezTo>
                  <a:cubicBezTo>
                    <a:pt x="821" y="155"/>
                    <a:pt x="821" y="155"/>
                    <a:pt x="821" y="155"/>
                  </a:cubicBezTo>
                  <a:cubicBezTo>
                    <a:pt x="821" y="128"/>
                    <a:pt x="823" y="119"/>
                    <a:pt x="831" y="108"/>
                  </a:cubicBezTo>
                  <a:cubicBezTo>
                    <a:pt x="838" y="100"/>
                    <a:pt x="850" y="95"/>
                    <a:pt x="862" y="95"/>
                  </a:cubicBezTo>
                  <a:cubicBezTo>
                    <a:pt x="877" y="95"/>
                    <a:pt x="890" y="102"/>
                    <a:pt x="897" y="114"/>
                  </a:cubicBezTo>
                  <a:cubicBezTo>
                    <a:pt x="901" y="122"/>
                    <a:pt x="903" y="129"/>
                    <a:pt x="903" y="146"/>
                  </a:cubicBezTo>
                  <a:lnTo>
                    <a:pt x="903" y="155"/>
                  </a:lnTo>
                  <a:close/>
                  <a:moveTo>
                    <a:pt x="1000" y="122"/>
                  </a:moveTo>
                  <a:cubicBezTo>
                    <a:pt x="971" y="122"/>
                    <a:pt x="971" y="122"/>
                    <a:pt x="971" y="122"/>
                  </a:cubicBezTo>
                  <a:cubicBezTo>
                    <a:pt x="971" y="272"/>
                    <a:pt x="971" y="272"/>
                    <a:pt x="971" y="272"/>
                  </a:cubicBezTo>
                  <a:cubicBezTo>
                    <a:pt x="945" y="272"/>
                    <a:pt x="945" y="272"/>
                    <a:pt x="945" y="272"/>
                  </a:cubicBezTo>
                  <a:cubicBezTo>
                    <a:pt x="945" y="122"/>
                    <a:pt x="945" y="122"/>
                    <a:pt x="945" y="122"/>
                  </a:cubicBezTo>
                  <a:cubicBezTo>
                    <a:pt x="917" y="122"/>
                    <a:pt x="917" y="122"/>
                    <a:pt x="917" y="122"/>
                  </a:cubicBezTo>
                  <a:cubicBezTo>
                    <a:pt x="917" y="97"/>
                    <a:pt x="917" y="97"/>
                    <a:pt x="917" y="97"/>
                  </a:cubicBezTo>
                  <a:cubicBezTo>
                    <a:pt x="1000" y="97"/>
                    <a:pt x="1000" y="97"/>
                    <a:pt x="1000" y="97"/>
                  </a:cubicBezTo>
                  <a:lnTo>
                    <a:pt x="1000" y="122"/>
                  </a:lnTo>
                  <a:close/>
                  <a:moveTo>
                    <a:pt x="1043" y="272"/>
                  </a:moveTo>
                  <a:cubicBezTo>
                    <a:pt x="1017" y="272"/>
                    <a:pt x="1017" y="272"/>
                    <a:pt x="1017" y="272"/>
                  </a:cubicBezTo>
                  <a:cubicBezTo>
                    <a:pt x="1017" y="97"/>
                    <a:pt x="1017" y="97"/>
                    <a:pt x="1017" y="97"/>
                  </a:cubicBezTo>
                  <a:cubicBezTo>
                    <a:pt x="1043" y="97"/>
                    <a:pt x="1043" y="97"/>
                    <a:pt x="1043" y="97"/>
                  </a:cubicBezTo>
                  <a:lnTo>
                    <a:pt x="1043" y="272"/>
                  </a:lnTo>
                  <a:close/>
                  <a:moveTo>
                    <a:pt x="1147" y="215"/>
                  </a:moveTo>
                  <a:cubicBezTo>
                    <a:pt x="1147" y="241"/>
                    <a:pt x="1145" y="250"/>
                    <a:pt x="1137" y="260"/>
                  </a:cubicBezTo>
                  <a:cubicBezTo>
                    <a:pt x="1130" y="269"/>
                    <a:pt x="1119" y="274"/>
                    <a:pt x="1107" y="274"/>
                  </a:cubicBezTo>
                  <a:cubicBezTo>
                    <a:pt x="1094" y="274"/>
                    <a:pt x="1083" y="269"/>
                    <a:pt x="1076" y="260"/>
                  </a:cubicBezTo>
                  <a:cubicBezTo>
                    <a:pt x="1068" y="250"/>
                    <a:pt x="1066" y="240"/>
                    <a:pt x="1066" y="215"/>
                  </a:cubicBezTo>
                  <a:cubicBezTo>
                    <a:pt x="1066" y="154"/>
                    <a:pt x="1066" y="154"/>
                    <a:pt x="1066" y="154"/>
                  </a:cubicBezTo>
                  <a:cubicBezTo>
                    <a:pt x="1066" y="128"/>
                    <a:pt x="1068" y="119"/>
                    <a:pt x="1076" y="108"/>
                  </a:cubicBezTo>
                  <a:cubicBezTo>
                    <a:pt x="1083" y="100"/>
                    <a:pt x="1094" y="95"/>
                    <a:pt x="1107" y="95"/>
                  </a:cubicBezTo>
                  <a:cubicBezTo>
                    <a:pt x="1119" y="95"/>
                    <a:pt x="1130" y="100"/>
                    <a:pt x="1137" y="108"/>
                  </a:cubicBezTo>
                  <a:cubicBezTo>
                    <a:pt x="1145" y="119"/>
                    <a:pt x="1147" y="128"/>
                    <a:pt x="1147" y="154"/>
                  </a:cubicBezTo>
                  <a:lnTo>
                    <a:pt x="1147" y="215"/>
                  </a:lnTo>
                  <a:close/>
                  <a:moveTo>
                    <a:pt x="1257" y="272"/>
                  </a:moveTo>
                  <a:cubicBezTo>
                    <a:pt x="1232" y="272"/>
                    <a:pt x="1232" y="272"/>
                    <a:pt x="1232" y="272"/>
                  </a:cubicBezTo>
                  <a:cubicBezTo>
                    <a:pt x="1194" y="164"/>
                    <a:pt x="1194" y="164"/>
                    <a:pt x="1194" y="164"/>
                  </a:cubicBezTo>
                  <a:cubicBezTo>
                    <a:pt x="1194" y="272"/>
                    <a:pt x="1194" y="272"/>
                    <a:pt x="1194" y="272"/>
                  </a:cubicBezTo>
                  <a:cubicBezTo>
                    <a:pt x="1170" y="272"/>
                    <a:pt x="1170" y="272"/>
                    <a:pt x="1170" y="272"/>
                  </a:cubicBezTo>
                  <a:cubicBezTo>
                    <a:pt x="1170" y="97"/>
                    <a:pt x="1170" y="97"/>
                    <a:pt x="1170" y="97"/>
                  </a:cubicBezTo>
                  <a:cubicBezTo>
                    <a:pt x="1197" y="97"/>
                    <a:pt x="1197" y="97"/>
                    <a:pt x="1197" y="97"/>
                  </a:cubicBezTo>
                  <a:cubicBezTo>
                    <a:pt x="1232" y="201"/>
                    <a:pt x="1232" y="201"/>
                    <a:pt x="1232" y="201"/>
                  </a:cubicBezTo>
                  <a:cubicBezTo>
                    <a:pt x="1232" y="97"/>
                    <a:pt x="1232" y="97"/>
                    <a:pt x="1232" y="97"/>
                  </a:cubicBezTo>
                  <a:cubicBezTo>
                    <a:pt x="1257" y="97"/>
                    <a:pt x="1257" y="97"/>
                    <a:pt x="1257" y="97"/>
                  </a:cubicBezTo>
                  <a:lnTo>
                    <a:pt x="1257" y="2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229"/>
            <p:cNvSpPr>
              <a:spLocks/>
            </p:cNvSpPr>
            <p:nvPr/>
          </p:nvSpPr>
          <p:spPr bwMode="auto">
            <a:xfrm>
              <a:off x="11620500" y="2032000"/>
              <a:ext cx="36513" cy="168275"/>
            </a:xfrm>
            <a:custGeom>
              <a:avLst/>
              <a:gdLst>
                <a:gd name="T0" fmla="*/ 15 w 29"/>
                <a:gd name="T1" fmla="*/ 0 h 131"/>
                <a:gd name="T2" fmla="*/ 1 w 29"/>
                <a:gd name="T3" fmla="*/ 11 h 131"/>
                <a:gd name="T4" fmla="*/ 0 w 29"/>
                <a:gd name="T5" fmla="*/ 38 h 131"/>
                <a:gd name="T6" fmla="*/ 0 w 29"/>
                <a:gd name="T7" fmla="*/ 93 h 131"/>
                <a:gd name="T8" fmla="*/ 2 w 29"/>
                <a:gd name="T9" fmla="*/ 121 h 131"/>
                <a:gd name="T10" fmla="*/ 15 w 29"/>
                <a:gd name="T11" fmla="*/ 131 h 131"/>
                <a:gd name="T12" fmla="*/ 28 w 29"/>
                <a:gd name="T13" fmla="*/ 119 h 131"/>
                <a:gd name="T14" fmla="*/ 29 w 29"/>
                <a:gd name="T15" fmla="*/ 93 h 131"/>
                <a:gd name="T16" fmla="*/ 29 w 29"/>
                <a:gd name="T17" fmla="*/ 38 h 131"/>
                <a:gd name="T18" fmla="*/ 27 w 29"/>
                <a:gd name="T19" fmla="*/ 10 h 131"/>
                <a:gd name="T20" fmla="*/ 15 w 29"/>
                <a:gd name="T21"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131">
                  <a:moveTo>
                    <a:pt x="15" y="0"/>
                  </a:moveTo>
                  <a:cubicBezTo>
                    <a:pt x="8" y="0"/>
                    <a:pt x="3" y="4"/>
                    <a:pt x="1" y="11"/>
                  </a:cubicBezTo>
                  <a:cubicBezTo>
                    <a:pt x="0" y="15"/>
                    <a:pt x="0" y="24"/>
                    <a:pt x="0" y="38"/>
                  </a:cubicBezTo>
                  <a:cubicBezTo>
                    <a:pt x="0" y="93"/>
                    <a:pt x="0" y="93"/>
                    <a:pt x="0" y="93"/>
                  </a:cubicBezTo>
                  <a:cubicBezTo>
                    <a:pt x="0" y="109"/>
                    <a:pt x="0" y="117"/>
                    <a:pt x="2" y="121"/>
                  </a:cubicBezTo>
                  <a:cubicBezTo>
                    <a:pt x="4" y="127"/>
                    <a:pt x="8" y="131"/>
                    <a:pt x="15" y="131"/>
                  </a:cubicBezTo>
                  <a:cubicBezTo>
                    <a:pt x="21" y="131"/>
                    <a:pt x="26" y="127"/>
                    <a:pt x="28" y="119"/>
                  </a:cubicBezTo>
                  <a:cubicBezTo>
                    <a:pt x="29" y="116"/>
                    <a:pt x="29" y="108"/>
                    <a:pt x="29" y="93"/>
                  </a:cubicBezTo>
                  <a:cubicBezTo>
                    <a:pt x="29" y="38"/>
                    <a:pt x="29" y="38"/>
                    <a:pt x="29" y="38"/>
                  </a:cubicBezTo>
                  <a:cubicBezTo>
                    <a:pt x="29" y="21"/>
                    <a:pt x="29" y="14"/>
                    <a:pt x="27" y="10"/>
                  </a:cubicBezTo>
                  <a:cubicBezTo>
                    <a:pt x="25" y="4"/>
                    <a:pt x="21"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230"/>
            <p:cNvSpPr>
              <a:spLocks/>
            </p:cNvSpPr>
            <p:nvPr/>
          </p:nvSpPr>
          <p:spPr bwMode="auto">
            <a:xfrm>
              <a:off x="11041063" y="2036763"/>
              <a:ext cx="36513" cy="66675"/>
            </a:xfrm>
            <a:custGeom>
              <a:avLst/>
              <a:gdLst>
                <a:gd name="T0" fmla="*/ 8 w 28"/>
                <a:gd name="T1" fmla="*/ 0 h 52"/>
                <a:gd name="T2" fmla="*/ 0 w 28"/>
                <a:gd name="T3" fmla="*/ 0 h 52"/>
                <a:gd name="T4" fmla="*/ 0 w 28"/>
                <a:gd name="T5" fmla="*/ 52 h 52"/>
                <a:gd name="T6" fmla="*/ 8 w 28"/>
                <a:gd name="T7" fmla="*/ 52 h 52"/>
                <a:gd name="T8" fmla="*/ 23 w 28"/>
                <a:gd name="T9" fmla="*/ 47 h 52"/>
                <a:gd name="T10" fmla="*/ 28 w 28"/>
                <a:gd name="T11" fmla="*/ 26 h 52"/>
                <a:gd name="T12" fmla="*/ 22 w 28"/>
                <a:gd name="T13" fmla="*/ 4 h 52"/>
                <a:gd name="T14" fmla="*/ 8 w 28"/>
                <a:gd name="T15" fmla="*/ 0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52">
                  <a:moveTo>
                    <a:pt x="8" y="0"/>
                  </a:moveTo>
                  <a:cubicBezTo>
                    <a:pt x="0" y="0"/>
                    <a:pt x="0" y="0"/>
                    <a:pt x="0" y="0"/>
                  </a:cubicBezTo>
                  <a:cubicBezTo>
                    <a:pt x="0" y="52"/>
                    <a:pt x="0" y="52"/>
                    <a:pt x="0" y="52"/>
                  </a:cubicBezTo>
                  <a:cubicBezTo>
                    <a:pt x="8" y="52"/>
                    <a:pt x="8" y="52"/>
                    <a:pt x="8" y="52"/>
                  </a:cubicBezTo>
                  <a:cubicBezTo>
                    <a:pt x="17" y="52"/>
                    <a:pt x="20" y="51"/>
                    <a:pt x="23" y="47"/>
                  </a:cubicBezTo>
                  <a:cubicBezTo>
                    <a:pt x="26" y="43"/>
                    <a:pt x="28" y="35"/>
                    <a:pt x="28" y="26"/>
                  </a:cubicBezTo>
                  <a:cubicBezTo>
                    <a:pt x="28" y="17"/>
                    <a:pt x="26" y="8"/>
                    <a:pt x="22" y="4"/>
                  </a:cubicBezTo>
                  <a:cubicBezTo>
                    <a:pt x="20" y="1"/>
                    <a:pt x="16"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3690323064"/>
      </p:ext>
    </p:extLst>
  </p:cSld>
  <p:clrMapOvr>
    <a:masterClrMapping/>
  </p:clrMapOvr>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1649412" y="774701"/>
            <a:ext cx="1209676" cy="1373188"/>
            <a:chOff x="1649412" y="774701"/>
            <a:chExt cx="1209676" cy="1373188"/>
          </a:xfrm>
          <a:solidFill>
            <a:schemeClr val="tx1">
              <a:lumMod val="65000"/>
              <a:lumOff val="35000"/>
            </a:schemeClr>
          </a:solidFill>
        </p:grpSpPr>
        <p:sp>
          <p:nvSpPr>
            <p:cNvPr id="3" name="Freeform 36"/>
            <p:cNvSpPr>
              <a:spLocks noEditPoints="1"/>
            </p:cNvSpPr>
            <p:nvPr/>
          </p:nvSpPr>
          <p:spPr bwMode="auto">
            <a:xfrm>
              <a:off x="1649412" y="1068388"/>
              <a:ext cx="1071563" cy="1079500"/>
            </a:xfrm>
            <a:custGeom>
              <a:avLst/>
              <a:gdLst>
                <a:gd name="T0" fmla="*/ 44 w 740"/>
                <a:gd name="T1" fmla="*/ 383 h 746"/>
                <a:gd name="T2" fmla="*/ 100 w 740"/>
                <a:gd name="T3" fmla="*/ 96 h 746"/>
                <a:gd name="T4" fmla="*/ 100 w 740"/>
                <a:gd name="T5" fmla="*/ 304 h 746"/>
                <a:gd name="T6" fmla="*/ 149 w 740"/>
                <a:gd name="T7" fmla="*/ 746 h 746"/>
                <a:gd name="T8" fmla="*/ 199 w 740"/>
                <a:gd name="T9" fmla="*/ 335 h 746"/>
                <a:gd name="T10" fmla="*/ 217 w 740"/>
                <a:gd name="T11" fmla="*/ 696 h 746"/>
                <a:gd name="T12" fmla="*/ 316 w 740"/>
                <a:gd name="T13" fmla="*/ 696 h 746"/>
                <a:gd name="T14" fmla="*/ 316 w 740"/>
                <a:gd name="T15" fmla="*/ 229 h 746"/>
                <a:gd name="T16" fmla="*/ 551 w 740"/>
                <a:gd name="T17" fmla="*/ 150 h 746"/>
                <a:gd name="T18" fmla="*/ 466 w 740"/>
                <a:gd name="T19" fmla="*/ 234 h 746"/>
                <a:gd name="T20" fmla="*/ 457 w 740"/>
                <a:gd name="T21" fmla="*/ 369 h 746"/>
                <a:gd name="T22" fmla="*/ 481 w 740"/>
                <a:gd name="T23" fmla="*/ 390 h 746"/>
                <a:gd name="T24" fmla="*/ 593 w 740"/>
                <a:gd name="T25" fmla="*/ 399 h 746"/>
                <a:gd name="T26" fmla="*/ 692 w 740"/>
                <a:gd name="T27" fmla="*/ 392 h 746"/>
                <a:gd name="T28" fmla="*/ 717 w 740"/>
                <a:gd name="T29" fmla="*/ 372 h 746"/>
                <a:gd name="T30" fmla="*/ 713 w 740"/>
                <a:gd name="T31" fmla="*/ 226 h 746"/>
                <a:gd name="T32" fmla="*/ 645 w 740"/>
                <a:gd name="T33" fmla="*/ 146 h 746"/>
                <a:gd name="T34" fmla="*/ 613 w 740"/>
                <a:gd name="T35" fmla="*/ 102 h 746"/>
                <a:gd name="T36" fmla="*/ 585 w 740"/>
                <a:gd name="T37" fmla="*/ 45 h 746"/>
                <a:gd name="T38" fmla="*/ 539 w 740"/>
                <a:gd name="T39" fmla="*/ 79 h 746"/>
                <a:gd name="T40" fmla="*/ 285 w 740"/>
                <a:gd name="T41" fmla="*/ 0 h 746"/>
                <a:gd name="T42" fmla="*/ 129 w 740"/>
                <a:gd name="T43" fmla="*/ 0 h 746"/>
                <a:gd name="T44" fmla="*/ 10 w 740"/>
                <a:gd name="T45" fmla="*/ 353 h 746"/>
                <a:gd name="T46" fmla="*/ 208 w 740"/>
                <a:gd name="T47" fmla="*/ 291 h 746"/>
                <a:gd name="T48" fmla="*/ 192 w 740"/>
                <a:gd name="T49" fmla="*/ 81 h 746"/>
                <a:gd name="T50" fmla="*/ 208 w 740"/>
                <a:gd name="T51" fmla="*/ 84 h 746"/>
                <a:gd name="T52" fmla="*/ 224 w 740"/>
                <a:gd name="T53" fmla="*/ 81 h 746"/>
                <a:gd name="T54" fmla="*/ 208 w 740"/>
                <a:gd name="T55" fmla="*/ 291 h 746"/>
                <a:gd name="T56" fmla="*/ 596 w 740"/>
                <a:gd name="T57" fmla="*/ 338 h 746"/>
                <a:gd name="T58" fmla="*/ 583 w 740"/>
                <a:gd name="T59" fmla="*/ 325 h 746"/>
                <a:gd name="T60" fmla="*/ 564 w 740"/>
                <a:gd name="T61" fmla="*/ 299 h 746"/>
                <a:gd name="T62" fmla="*/ 607 w 740"/>
                <a:gd name="T63" fmla="*/ 297 h 746"/>
                <a:gd name="T64" fmla="*/ 581 w 740"/>
                <a:gd name="T65" fmla="*/ 274 h 746"/>
                <a:gd name="T66" fmla="*/ 583 w 740"/>
                <a:gd name="T67" fmla="*/ 213 h 746"/>
                <a:gd name="T68" fmla="*/ 596 w 740"/>
                <a:gd name="T69" fmla="*/ 202 h 746"/>
                <a:gd name="T70" fmla="*/ 628 w 740"/>
                <a:gd name="T71" fmla="*/ 225 h 746"/>
                <a:gd name="T72" fmla="*/ 590 w 740"/>
                <a:gd name="T73" fmla="*/ 227 h 746"/>
                <a:gd name="T74" fmla="*/ 579 w 740"/>
                <a:gd name="T75" fmla="*/ 251 h 746"/>
                <a:gd name="T76" fmla="*/ 631 w 740"/>
                <a:gd name="T77" fmla="*/ 296 h 746"/>
                <a:gd name="T78" fmla="*/ 193 w 740"/>
                <a:gd name="T79" fmla="*/ 33 h 746"/>
                <a:gd name="T80" fmla="*/ 223 w 740"/>
                <a:gd name="T81" fmla="*/ 33 h 746"/>
                <a:gd name="T82" fmla="*/ 229 w 740"/>
                <a:gd name="T83" fmla="*/ 65 h 746"/>
                <a:gd name="T84" fmla="*/ 186 w 740"/>
                <a:gd name="T85" fmla="*/ 65 h 746"/>
                <a:gd name="T86" fmla="*/ 193 w 740"/>
                <a:gd name="T87" fmla="*/ 33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40" h="746">
                  <a:moveTo>
                    <a:pt x="42" y="383"/>
                  </a:moveTo>
                  <a:cubicBezTo>
                    <a:pt x="43" y="383"/>
                    <a:pt x="43" y="383"/>
                    <a:pt x="44" y="383"/>
                  </a:cubicBezTo>
                  <a:cubicBezTo>
                    <a:pt x="62" y="382"/>
                    <a:pt x="75" y="367"/>
                    <a:pt x="74" y="349"/>
                  </a:cubicBezTo>
                  <a:cubicBezTo>
                    <a:pt x="66" y="208"/>
                    <a:pt x="82" y="134"/>
                    <a:pt x="100" y="96"/>
                  </a:cubicBezTo>
                  <a:cubicBezTo>
                    <a:pt x="100" y="229"/>
                    <a:pt x="100" y="229"/>
                    <a:pt x="100" y="229"/>
                  </a:cubicBezTo>
                  <a:cubicBezTo>
                    <a:pt x="100" y="304"/>
                    <a:pt x="100" y="304"/>
                    <a:pt x="100" y="304"/>
                  </a:cubicBezTo>
                  <a:cubicBezTo>
                    <a:pt x="100" y="696"/>
                    <a:pt x="100" y="696"/>
                    <a:pt x="100" y="696"/>
                  </a:cubicBezTo>
                  <a:cubicBezTo>
                    <a:pt x="100" y="724"/>
                    <a:pt x="122" y="746"/>
                    <a:pt x="149" y="746"/>
                  </a:cubicBezTo>
                  <a:cubicBezTo>
                    <a:pt x="176" y="746"/>
                    <a:pt x="199" y="724"/>
                    <a:pt x="199" y="696"/>
                  </a:cubicBezTo>
                  <a:cubicBezTo>
                    <a:pt x="199" y="335"/>
                    <a:pt x="199" y="335"/>
                    <a:pt x="199" y="335"/>
                  </a:cubicBezTo>
                  <a:cubicBezTo>
                    <a:pt x="217" y="335"/>
                    <a:pt x="217" y="335"/>
                    <a:pt x="217" y="335"/>
                  </a:cubicBezTo>
                  <a:cubicBezTo>
                    <a:pt x="217" y="696"/>
                    <a:pt x="217" y="696"/>
                    <a:pt x="217" y="696"/>
                  </a:cubicBezTo>
                  <a:cubicBezTo>
                    <a:pt x="217" y="724"/>
                    <a:pt x="239" y="746"/>
                    <a:pt x="266" y="746"/>
                  </a:cubicBezTo>
                  <a:cubicBezTo>
                    <a:pt x="294" y="746"/>
                    <a:pt x="316" y="724"/>
                    <a:pt x="316" y="696"/>
                  </a:cubicBezTo>
                  <a:cubicBezTo>
                    <a:pt x="316" y="304"/>
                    <a:pt x="316" y="304"/>
                    <a:pt x="316" y="304"/>
                  </a:cubicBezTo>
                  <a:cubicBezTo>
                    <a:pt x="316" y="229"/>
                    <a:pt x="316" y="229"/>
                    <a:pt x="316" y="229"/>
                  </a:cubicBezTo>
                  <a:cubicBezTo>
                    <a:pt x="316" y="76"/>
                    <a:pt x="316" y="76"/>
                    <a:pt x="316" y="76"/>
                  </a:cubicBezTo>
                  <a:cubicBezTo>
                    <a:pt x="551" y="150"/>
                    <a:pt x="551" y="150"/>
                    <a:pt x="551" y="150"/>
                  </a:cubicBezTo>
                  <a:cubicBezTo>
                    <a:pt x="546" y="153"/>
                    <a:pt x="542" y="156"/>
                    <a:pt x="537" y="160"/>
                  </a:cubicBezTo>
                  <a:cubicBezTo>
                    <a:pt x="514" y="180"/>
                    <a:pt x="484" y="198"/>
                    <a:pt x="466" y="234"/>
                  </a:cubicBezTo>
                  <a:cubicBezTo>
                    <a:pt x="450" y="265"/>
                    <a:pt x="464" y="338"/>
                    <a:pt x="468" y="356"/>
                  </a:cubicBezTo>
                  <a:cubicBezTo>
                    <a:pt x="457" y="369"/>
                    <a:pt x="457" y="369"/>
                    <a:pt x="457" y="369"/>
                  </a:cubicBezTo>
                  <a:cubicBezTo>
                    <a:pt x="451" y="376"/>
                    <a:pt x="452" y="386"/>
                    <a:pt x="459" y="392"/>
                  </a:cubicBezTo>
                  <a:cubicBezTo>
                    <a:pt x="465" y="397"/>
                    <a:pt x="476" y="397"/>
                    <a:pt x="481" y="390"/>
                  </a:cubicBezTo>
                  <a:cubicBezTo>
                    <a:pt x="492" y="377"/>
                    <a:pt x="492" y="377"/>
                    <a:pt x="492" y="377"/>
                  </a:cubicBezTo>
                  <a:cubicBezTo>
                    <a:pt x="512" y="388"/>
                    <a:pt x="545" y="401"/>
                    <a:pt x="593" y="399"/>
                  </a:cubicBezTo>
                  <a:cubicBezTo>
                    <a:pt x="637" y="398"/>
                    <a:pt x="664" y="388"/>
                    <a:pt x="681" y="379"/>
                  </a:cubicBezTo>
                  <a:cubicBezTo>
                    <a:pt x="692" y="392"/>
                    <a:pt x="692" y="392"/>
                    <a:pt x="692" y="392"/>
                  </a:cubicBezTo>
                  <a:cubicBezTo>
                    <a:pt x="698" y="399"/>
                    <a:pt x="708" y="400"/>
                    <a:pt x="715" y="394"/>
                  </a:cubicBezTo>
                  <a:cubicBezTo>
                    <a:pt x="721" y="389"/>
                    <a:pt x="722" y="379"/>
                    <a:pt x="717" y="372"/>
                  </a:cubicBezTo>
                  <a:cubicBezTo>
                    <a:pt x="704" y="357"/>
                    <a:pt x="704" y="357"/>
                    <a:pt x="704" y="357"/>
                  </a:cubicBezTo>
                  <a:cubicBezTo>
                    <a:pt x="713" y="338"/>
                    <a:pt x="740" y="271"/>
                    <a:pt x="713" y="226"/>
                  </a:cubicBezTo>
                  <a:cubicBezTo>
                    <a:pt x="689" y="187"/>
                    <a:pt x="659" y="170"/>
                    <a:pt x="638" y="158"/>
                  </a:cubicBezTo>
                  <a:cubicBezTo>
                    <a:pt x="641" y="154"/>
                    <a:pt x="643" y="150"/>
                    <a:pt x="645" y="146"/>
                  </a:cubicBezTo>
                  <a:cubicBezTo>
                    <a:pt x="650" y="129"/>
                    <a:pt x="641" y="111"/>
                    <a:pt x="624" y="106"/>
                  </a:cubicBezTo>
                  <a:cubicBezTo>
                    <a:pt x="613" y="102"/>
                    <a:pt x="613" y="102"/>
                    <a:pt x="613" y="102"/>
                  </a:cubicBezTo>
                  <a:cubicBezTo>
                    <a:pt x="628" y="87"/>
                    <a:pt x="654" y="73"/>
                    <a:pt x="655" y="58"/>
                  </a:cubicBezTo>
                  <a:cubicBezTo>
                    <a:pt x="656" y="39"/>
                    <a:pt x="569" y="17"/>
                    <a:pt x="585" y="45"/>
                  </a:cubicBezTo>
                  <a:cubicBezTo>
                    <a:pt x="601" y="74"/>
                    <a:pt x="522" y="29"/>
                    <a:pt x="509" y="44"/>
                  </a:cubicBezTo>
                  <a:cubicBezTo>
                    <a:pt x="503" y="52"/>
                    <a:pt x="520" y="65"/>
                    <a:pt x="539" y="79"/>
                  </a:cubicBezTo>
                  <a:cubicBezTo>
                    <a:pt x="299" y="3"/>
                    <a:pt x="299" y="3"/>
                    <a:pt x="299" y="3"/>
                  </a:cubicBezTo>
                  <a:cubicBezTo>
                    <a:pt x="295" y="1"/>
                    <a:pt x="290" y="0"/>
                    <a:pt x="285" y="0"/>
                  </a:cubicBezTo>
                  <a:cubicBezTo>
                    <a:pt x="131" y="0"/>
                    <a:pt x="131" y="0"/>
                    <a:pt x="131" y="0"/>
                  </a:cubicBezTo>
                  <a:cubicBezTo>
                    <a:pt x="130" y="0"/>
                    <a:pt x="129" y="0"/>
                    <a:pt x="129" y="0"/>
                  </a:cubicBezTo>
                  <a:cubicBezTo>
                    <a:pt x="117" y="0"/>
                    <a:pt x="95" y="4"/>
                    <a:pt x="73" y="25"/>
                  </a:cubicBezTo>
                  <a:cubicBezTo>
                    <a:pt x="21" y="74"/>
                    <a:pt x="0" y="184"/>
                    <a:pt x="10" y="353"/>
                  </a:cubicBezTo>
                  <a:cubicBezTo>
                    <a:pt x="11" y="370"/>
                    <a:pt x="25" y="383"/>
                    <a:pt x="42" y="383"/>
                  </a:cubicBezTo>
                  <a:close/>
                  <a:moveTo>
                    <a:pt x="208" y="291"/>
                  </a:moveTo>
                  <a:cubicBezTo>
                    <a:pt x="170" y="243"/>
                    <a:pt x="170" y="243"/>
                    <a:pt x="170" y="243"/>
                  </a:cubicBezTo>
                  <a:cubicBezTo>
                    <a:pt x="192" y="81"/>
                    <a:pt x="192" y="81"/>
                    <a:pt x="192" y="81"/>
                  </a:cubicBezTo>
                  <a:cubicBezTo>
                    <a:pt x="197" y="83"/>
                    <a:pt x="202" y="84"/>
                    <a:pt x="208" y="84"/>
                  </a:cubicBezTo>
                  <a:cubicBezTo>
                    <a:pt x="208" y="84"/>
                    <a:pt x="208" y="84"/>
                    <a:pt x="208" y="84"/>
                  </a:cubicBezTo>
                  <a:cubicBezTo>
                    <a:pt x="208" y="84"/>
                    <a:pt x="208" y="84"/>
                    <a:pt x="208" y="84"/>
                  </a:cubicBezTo>
                  <a:cubicBezTo>
                    <a:pt x="213" y="84"/>
                    <a:pt x="219" y="83"/>
                    <a:pt x="224" y="81"/>
                  </a:cubicBezTo>
                  <a:cubicBezTo>
                    <a:pt x="246" y="243"/>
                    <a:pt x="246" y="243"/>
                    <a:pt x="246" y="243"/>
                  </a:cubicBezTo>
                  <a:lnTo>
                    <a:pt x="208" y="291"/>
                  </a:lnTo>
                  <a:close/>
                  <a:moveTo>
                    <a:pt x="596" y="325"/>
                  </a:moveTo>
                  <a:cubicBezTo>
                    <a:pt x="596" y="338"/>
                    <a:pt x="596" y="338"/>
                    <a:pt x="596" y="338"/>
                  </a:cubicBezTo>
                  <a:cubicBezTo>
                    <a:pt x="583" y="338"/>
                    <a:pt x="583" y="338"/>
                    <a:pt x="583" y="338"/>
                  </a:cubicBezTo>
                  <a:cubicBezTo>
                    <a:pt x="583" y="325"/>
                    <a:pt x="583" y="325"/>
                    <a:pt x="583" y="325"/>
                  </a:cubicBezTo>
                  <a:cubicBezTo>
                    <a:pt x="570" y="324"/>
                    <a:pt x="558" y="319"/>
                    <a:pt x="548" y="310"/>
                  </a:cubicBezTo>
                  <a:cubicBezTo>
                    <a:pt x="564" y="299"/>
                    <a:pt x="564" y="299"/>
                    <a:pt x="564" y="299"/>
                  </a:cubicBezTo>
                  <a:cubicBezTo>
                    <a:pt x="575" y="308"/>
                    <a:pt x="581" y="310"/>
                    <a:pt x="591" y="310"/>
                  </a:cubicBezTo>
                  <a:cubicBezTo>
                    <a:pt x="601" y="310"/>
                    <a:pt x="607" y="305"/>
                    <a:pt x="607" y="297"/>
                  </a:cubicBezTo>
                  <a:cubicBezTo>
                    <a:pt x="607" y="293"/>
                    <a:pt x="605" y="289"/>
                    <a:pt x="601" y="285"/>
                  </a:cubicBezTo>
                  <a:cubicBezTo>
                    <a:pt x="597" y="282"/>
                    <a:pt x="595" y="281"/>
                    <a:pt x="581" y="274"/>
                  </a:cubicBezTo>
                  <a:cubicBezTo>
                    <a:pt x="558" y="262"/>
                    <a:pt x="550" y="254"/>
                    <a:pt x="550" y="241"/>
                  </a:cubicBezTo>
                  <a:cubicBezTo>
                    <a:pt x="550" y="226"/>
                    <a:pt x="563" y="215"/>
                    <a:pt x="583" y="213"/>
                  </a:cubicBezTo>
                  <a:cubicBezTo>
                    <a:pt x="583" y="202"/>
                    <a:pt x="583" y="202"/>
                    <a:pt x="583" y="202"/>
                  </a:cubicBezTo>
                  <a:cubicBezTo>
                    <a:pt x="596" y="202"/>
                    <a:pt x="596" y="202"/>
                    <a:pt x="596" y="202"/>
                  </a:cubicBezTo>
                  <a:cubicBezTo>
                    <a:pt x="596" y="213"/>
                    <a:pt x="596" y="213"/>
                    <a:pt x="596" y="213"/>
                  </a:cubicBezTo>
                  <a:cubicBezTo>
                    <a:pt x="608" y="214"/>
                    <a:pt x="619" y="218"/>
                    <a:pt x="628" y="225"/>
                  </a:cubicBezTo>
                  <a:cubicBezTo>
                    <a:pt x="611" y="236"/>
                    <a:pt x="611" y="236"/>
                    <a:pt x="611" y="236"/>
                  </a:cubicBezTo>
                  <a:cubicBezTo>
                    <a:pt x="605" y="230"/>
                    <a:pt x="599" y="227"/>
                    <a:pt x="590" y="227"/>
                  </a:cubicBezTo>
                  <a:cubicBezTo>
                    <a:pt x="580" y="227"/>
                    <a:pt x="573" y="232"/>
                    <a:pt x="573" y="240"/>
                  </a:cubicBezTo>
                  <a:cubicBezTo>
                    <a:pt x="573" y="244"/>
                    <a:pt x="575" y="248"/>
                    <a:pt x="579" y="251"/>
                  </a:cubicBezTo>
                  <a:cubicBezTo>
                    <a:pt x="583" y="254"/>
                    <a:pt x="584" y="255"/>
                    <a:pt x="598" y="261"/>
                  </a:cubicBezTo>
                  <a:cubicBezTo>
                    <a:pt x="623" y="273"/>
                    <a:pt x="631" y="282"/>
                    <a:pt x="631" y="296"/>
                  </a:cubicBezTo>
                  <a:cubicBezTo>
                    <a:pt x="631" y="313"/>
                    <a:pt x="618" y="323"/>
                    <a:pt x="596" y="325"/>
                  </a:cubicBezTo>
                  <a:close/>
                  <a:moveTo>
                    <a:pt x="193" y="33"/>
                  </a:moveTo>
                  <a:cubicBezTo>
                    <a:pt x="208" y="33"/>
                    <a:pt x="208" y="33"/>
                    <a:pt x="208" y="33"/>
                  </a:cubicBezTo>
                  <a:cubicBezTo>
                    <a:pt x="223" y="33"/>
                    <a:pt x="223" y="33"/>
                    <a:pt x="223" y="33"/>
                  </a:cubicBezTo>
                  <a:cubicBezTo>
                    <a:pt x="231" y="63"/>
                    <a:pt x="231" y="63"/>
                    <a:pt x="231" y="63"/>
                  </a:cubicBezTo>
                  <a:cubicBezTo>
                    <a:pt x="229" y="65"/>
                    <a:pt x="229" y="65"/>
                    <a:pt x="229" y="65"/>
                  </a:cubicBezTo>
                  <a:cubicBezTo>
                    <a:pt x="223" y="70"/>
                    <a:pt x="215" y="72"/>
                    <a:pt x="208" y="72"/>
                  </a:cubicBezTo>
                  <a:cubicBezTo>
                    <a:pt x="200" y="72"/>
                    <a:pt x="192" y="70"/>
                    <a:pt x="186" y="65"/>
                  </a:cubicBezTo>
                  <a:cubicBezTo>
                    <a:pt x="185" y="63"/>
                    <a:pt x="185" y="63"/>
                    <a:pt x="185" y="63"/>
                  </a:cubicBezTo>
                  <a:lnTo>
                    <a:pt x="193"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Freeform 37"/>
            <p:cNvSpPr>
              <a:spLocks noEditPoints="1"/>
            </p:cNvSpPr>
            <p:nvPr/>
          </p:nvSpPr>
          <p:spPr bwMode="auto">
            <a:xfrm>
              <a:off x="1820862" y="774701"/>
              <a:ext cx="260350" cy="260350"/>
            </a:xfrm>
            <a:custGeom>
              <a:avLst/>
              <a:gdLst>
                <a:gd name="T0" fmla="*/ 90 w 180"/>
                <a:gd name="T1" fmla="*/ 180 h 180"/>
                <a:gd name="T2" fmla="*/ 180 w 180"/>
                <a:gd name="T3" fmla="*/ 90 h 180"/>
                <a:gd name="T4" fmla="*/ 90 w 180"/>
                <a:gd name="T5" fmla="*/ 0 h 180"/>
                <a:gd name="T6" fmla="*/ 0 w 180"/>
                <a:gd name="T7" fmla="*/ 90 h 180"/>
                <a:gd name="T8" fmla="*/ 90 w 180"/>
                <a:gd name="T9" fmla="*/ 180 h 180"/>
                <a:gd name="T10" fmla="*/ 145 w 180"/>
                <a:gd name="T11" fmla="*/ 106 h 180"/>
                <a:gd name="T12" fmla="*/ 143 w 180"/>
                <a:gd name="T13" fmla="*/ 118 h 180"/>
                <a:gd name="T14" fmla="*/ 67 w 180"/>
                <a:gd name="T15" fmla="*/ 150 h 180"/>
                <a:gd name="T16" fmla="*/ 58 w 180"/>
                <a:gd name="T17" fmla="*/ 142 h 180"/>
                <a:gd name="T18" fmla="*/ 145 w 180"/>
                <a:gd name="T19" fmla="*/ 106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0" h="180">
                  <a:moveTo>
                    <a:pt x="90" y="180"/>
                  </a:moveTo>
                  <a:cubicBezTo>
                    <a:pt x="139" y="180"/>
                    <a:pt x="180" y="140"/>
                    <a:pt x="180" y="90"/>
                  </a:cubicBezTo>
                  <a:cubicBezTo>
                    <a:pt x="180" y="41"/>
                    <a:pt x="139" y="0"/>
                    <a:pt x="90" y="0"/>
                  </a:cubicBezTo>
                  <a:cubicBezTo>
                    <a:pt x="40" y="0"/>
                    <a:pt x="0" y="41"/>
                    <a:pt x="0" y="90"/>
                  </a:cubicBezTo>
                  <a:cubicBezTo>
                    <a:pt x="0" y="140"/>
                    <a:pt x="40" y="180"/>
                    <a:pt x="90" y="180"/>
                  </a:cubicBezTo>
                  <a:close/>
                  <a:moveTo>
                    <a:pt x="145" y="106"/>
                  </a:moveTo>
                  <a:cubicBezTo>
                    <a:pt x="143" y="118"/>
                    <a:pt x="143" y="118"/>
                    <a:pt x="143" y="118"/>
                  </a:cubicBezTo>
                  <a:cubicBezTo>
                    <a:pt x="141" y="117"/>
                    <a:pt x="102" y="112"/>
                    <a:pt x="67" y="150"/>
                  </a:cubicBezTo>
                  <a:cubicBezTo>
                    <a:pt x="58" y="142"/>
                    <a:pt x="58" y="142"/>
                    <a:pt x="58" y="142"/>
                  </a:cubicBezTo>
                  <a:cubicBezTo>
                    <a:pt x="97" y="98"/>
                    <a:pt x="143" y="105"/>
                    <a:pt x="145" y="10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 name="Freeform 38"/>
            <p:cNvSpPr>
              <a:spLocks/>
            </p:cNvSpPr>
            <p:nvPr/>
          </p:nvSpPr>
          <p:spPr bwMode="auto">
            <a:xfrm>
              <a:off x="2319337" y="1684338"/>
              <a:ext cx="98425" cy="96838"/>
            </a:xfrm>
            <a:custGeom>
              <a:avLst/>
              <a:gdLst>
                <a:gd name="T0" fmla="*/ 41 w 68"/>
                <a:gd name="T1" fmla="*/ 63 h 67"/>
                <a:gd name="T2" fmla="*/ 64 w 68"/>
                <a:gd name="T3" fmla="*/ 26 h 67"/>
                <a:gd name="T4" fmla="*/ 27 w 68"/>
                <a:gd name="T5" fmla="*/ 3 h 67"/>
                <a:gd name="T6" fmla="*/ 4 w 68"/>
                <a:gd name="T7" fmla="*/ 40 h 67"/>
                <a:gd name="T8" fmla="*/ 41 w 68"/>
                <a:gd name="T9" fmla="*/ 63 h 67"/>
              </a:gdLst>
              <a:ahLst/>
              <a:cxnLst>
                <a:cxn ang="0">
                  <a:pos x="T0" y="T1"/>
                </a:cxn>
                <a:cxn ang="0">
                  <a:pos x="T2" y="T3"/>
                </a:cxn>
                <a:cxn ang="0">
                  <a:pos x="T4" y="T5"/>
                </a:cxn>
                <a:cxn ang="0">
                  <a:pos x="T6" y="T7"/>
                </a:cxn>
                <a:cxn ang="0">
                  <a:pos x="T8" y="T9"/>
                </a:cxn>
              </a:cxnLst>
              <a:rect l="0" t="0" r="r" b="b"/>
              <a:pathLst>
                <a:path w="68" h="67">
                  <a:moveTo>
                    <a:pt x="41" y="63"/>
                  </a:moveTo>
                  <a:cubicBezTo>
                    <a:pt x="58" y="60"/>
                    <a:pt x="68" y="43"/>
                    <a:pt x="64" y="26"/>
                  </a:cubicBezTo>
                  <a:cubicBezTo>
                    <a:pt x="60" y="10"/>
                    <a:pt x="44" y="0"/>
                    <a:pt x="27" y="3"/>
                  </a:cubicBezTo>
                  <a:cubicBezTo>
                    <a:pt x="11" y="7"/>
                    <a:pt x="0" y="24"/>
                    <a:pt x="4" y="40"/>
                  </a:cubicBezTo>
                  <a:cubicBezTo>
                    <a:pt x="8" y="57"/>
                    <a:pt x="25" y="67"/>
                    <a:pt x="41"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Freeform 39"/>
            <p:cNvSpPr>
              <a:spLocks/>
            </p:cNvSpPr>
            <p:nvPr/>
          </p:nvSpPr>
          <p:spPr bwMode="auto">
            <a:xfrm>
              <a:off x="2235200" y="1717676"/>
              <a:ext cx="192088" cy="430213"/>
            </a:xfrm>
            <a:custGeom>
              <a:avLst/>
              <a:gdLst>
                <a:gd name="T0" fmla="*/ 129 w 133"/>
                <a:gd name="T1" fmla="*/ 149 h 298"/>
                <a:gd name="T2" fmla="*/ 122 w 133"/>
                <a:gd name="T3" fmla="*/ 73 h 298"/>
                <a:gd name="T4" fmla="*/ 86 w 133"/>
                <a:gd name="T5" fmla="*/ 49 h 298"/>
                <a:gd name="T6" fmla="*/ 76 w 133"/>
                <a:gd name="T7" fmla="*/ 57 h 298"/>
                <a:gd name="T8" fmla="*/ 20 w 133"/>
                <a:gd name="T9" fmla="*/ 7 h 298"/>
                <a:gd name="T10" fmla="*/ 7 w 133"/>
                <a:gd name="T11" fmla="*/ 2 h 298"/>
                <a:gd name="T12" fmla="*/ 2 w 133"/>
                <a:gd name="T13" fmla="*/ 16 h 298"/>
                <a:gd name="T14" fmla="*/ 72 w 133"/>
                <a:gd name="T15" fmla="*/ 77 h 298"/>
                <a:gd name="T16" fmla="*/ 73 w 133"/>
                <a:gd name="T17" fmla="*/ 82 h 298"/>
                <a:gd name="T18" fmla="*/ 80 w 133"/>
                <a:gd name="T19" fmla="*/ 152 h 298"/>
                <a:gd name="T20" fmla="*/ 76 w 133"/>
                <a:gd name="T21" fmla="*/ 286 h 298"/>
                <a:gd name="T22" fmla="*/ 92 w 133"/>
                <a:gd name="T23" fmla="*/ 298 h 298"/>
                <a:gd name="T24" fmla="*/ 95 w 133"/>
                <a:gd name="T25" fmla="*/ 298 h 298"/>
                <a:gd name="T26" fmla="*/ 108 w 133"/>
                <a:gd name="T27" fmla="*/ 279 h 298"/>
                <a:gd name="T28" fmla="*/ 108 w 133"/>
                <a:gd name="T29" fmla="*/ 172 h 298"/>
                <a:gd name="T30" fmla="*/ 129 w 133"/>
                <a:gd name="T31" fmla="*/ 149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3" h="298">
                  <a:moveTo>
                    <a:pt x="129" y="149"/>
                  </a:moveTo>
                  <a:cubicBezTo>
                    <a:pt x="133" y="118"/>
                    <a:pt x="131" y="101"/>
                    <a:pt x="122" y="73"/>
                  </a:cubicBezTo>
                  <a:cubicBezTo>
                    <a:pt x="115" y="53"/>
                    <a:pt x="98" y="47"/>
                    <a:pt x="86" y="49"/>
                  </a:cubicBezTo>
                  <a:cubicBezTo>
                    <a:pt x="82" y="51"/>
                    <a:pt x="79" y="53"/>
                    <a:pt x="76" y="57"/>
                  </a:cubicBezTo>
                  <a:cubicBezTo>
                    <a:pt x="60" y="51"/>
                    <a:pt x="36" y="37"/>
                    <a:pt x="20" y="7"/>
                  </a:cubicBezTo>
                  <a:cubicBezTo>
                    <a:pt x="17" y="2"/>
                    <a:pt x="11" y="0"/>
                    <a:pt x="7" y="2"/>
                  </a:cubicBezTo>
                  <a:cubicBezTo>
                    <a:pt x="2" y="5"/>
                    <a:pt x="0" y="11"/>
                    <a:pt x="2" y="16"/>
                  </a:cubicBezTo>
                  <a:cubicBezTo>
                    <a:pt x="22" y="53"/>
                    <a:pt x="53" y="70"/>
                    <a:pt x="72" y="77"/>
                  </a:cubicBezTo>
                  <a:cubicBezTo>
                    <a:pt x="72" y="79"/>
                    <a:pt x="73" y="80"/>
                    <a:pt x="73" y="82"/>
                  </a:cubicBezTo>
                  <a:cubicBezTo>
                    <a:pt x="77" y="101"/>
                    <a:pt x="83" y="128"/>
                    <a:pt x="80" y="152"/>
                  </a:cubicBezTo>
                  <a:cubicBezTo>
                    <a:pt x="75" y="170"/>
                    <a:pt x="63" y="223"/>
                    <a:pt x="76" y="286"/>
                  </a:cubicBezTo>
                  <a:cubicBezTo>
                    <a:pt x="78" y="293"/>
                    <a:pt x="85" y="298"/>
                    <a:pt x="92" y="298"/>
                  </a:cubicBezTo>
                  <a:cubicBezTo>
                    <a:pt x="93" y="298"/>
                    <a:pt x="94" y="298"/>
                    <a:pt x="95" y="298"/>
                  </a:cubicBezTo>
                  <a:cubicBezTo>
                    <a:pt x="104" y="296"/>
                    <a:pt x="110" y="288"/>
                    <a:pt x="108" y="279"/>
                  </a:cubicBezTo>
                  <a:cubicBezTo>
                    <a:pt x="98" y="234"/>
                    <a:pt x="104" y="194"/>
                    <a:pt x="108" y="172"/>
                  </a:cubicBezTo>
                  <a:cubicBezTo>
                    <a:pt x="118" y="170"/>
                    <a:pt x="126" y="165"/>
                    <a:pt x="129" y="1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40"/>
            <p:cNvSpPr>
              <a:spLocks/>
            </p:cNvSpPr>
            <p:nvPr/>
          </p:nvSpPr>
          <p:spPr bwMode="auto">
            <a:xfrm>
              <a:off x="2535237" y="1684338"/>
              <a:ext cx="98425" cy="96838"/>
            </a:xfrm>
            <a:custGeom>
              <a:avLst/>
              <a:gdLst>
                <a:gd name="T0" fmla="*/ 41 w 68"/>
                <a:gd name="T1" fmla="*/ 63 h 67"/>
                <a:gd name="T2" fmla="*/ 64 w 68"/>
                <a:gd name="T3" fmla="*/ 26 h 67"/>
                <a:gd name="T4" fmla="*/ 27 w 68"/>
                <a:gd name="T5" fmla="*/ 3 h 67"/>
                <a:gd name="T6" fmla="*/ 4 w 68"/>
                <a:gd name="T7" fmla="*/ 40 h 67"/>
                <a:gd name="T8" fmla="*/ 41 w 68"/>
                <a:gd name="T9" fmla="*/ 63 h 67"/>
              </a:gdLst>
              <a:ahLst/>
              <a:cxnLst>
                <a:cxn ang="0">
                  <a:pos x="T0" y="T1"/>
                </a:cxn>
                <a:cxn ang="0">
                  <a:pos x="T2" y="T3"/>
                </a:cxn>
                <a:cxn ang="0">
                  <a:pos x="T4" y="T5"/>
                </a:cxn>
                <a:cxn ang="0">
                  <a:pos x="T6" y="T7"/>
                </a:cxn>
                <a:cxn ang="0">
                  <a:pos x="T8" y="T9"/>
                </a:cxn>
              </a:cxnLst>
              <a:rect l="0" t="0" r="r" b="b"/>
              <a:pathLst>
                <a:path w="68" h="67">
                  <a:moveTo>
                    <a:pt x="41" y="63"/>
                  </a:moveTo>
                  <a:cubicBezTo>
                    <a:pt x="58" y="60"/>
                    <a:pt x="68" y="43"/>
                    <a:pt x="64" y="26"/>
                  </a:cubicBezTo>
                  <a:cubicBezTo>
                    <a:pt x="60" y="10"/>
                    <a:pt x="44" y="0"/>
                    <a:pt x="27" y="3"/>
                  </a:cubicBezTo>
                  <a:cubicBezTo>
                    <a:pt x="11" y="7"/>
                    <a:pt x="0" y="24"/>
                    <a:pt x="4" y="40"/>
                  </a:cubicBezTo>
                  <a:cubicBezTo>
                    <a:pt x="8" y="57"/>
                    <a:pt x="25" y="67"/>
                    <a:pt x="41"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41"/>
            <p:cNvSpPr>
              <a:spLocks/>
            </p:cNvSpPr>
            <p:nvPr/>
          </p:nvSpPr>
          <p:spPr bwMode="auto">
            <a:xfrm>
              <a:off x="2451100" y="1717676"/>
              <a:ext cx="192088" cy="430213"/>
            </a:xfrm>
            <a:custGeom>
              <a:avLst/>
              <a:gdLst>
                <a:gd name="T0" fmla="*/ 96 w 133"/>
                <a:gd name="T1" fmla="*/ 298 h 298"/>
                <a:gd name="T2" fmla="*/ 108 w 133"/>
                <a:gd name="T3" fmla="*/ 279 h 298"/>
                <a:gd name="T4" fmla="*/ 109 w 133"/>
                <a:gd name="T5" fmla="*/ 172 h 298"/>
                <a:gd name="T6" fmla="*/ 130 w 133"/>
                <a:gd name="T7" fmla="*/ 149 h 298"/>
                <a:gd name="T8" fmla="*/ 122 w 133"/>
                <a:gd name="T9" fmla="*/ 73 h 298"/>
                <a:gd name="T10" fmla="*/ 86 w 133"/>
                <a:gd name="T11" fmla="*/ 49 h 298"/>
                <a:gd name="T12" fmla="*/ 76 w 133"/>
                <a:gd name="T13" fmla="*/ 57 h 298"/>
                <a:gd name="T14" fmla="*/ 20 w 133"/>
                <a:gd name="T15" fmla="*/ 7 h 298"/>
                <a:gd name="T16" fmla="*/ 7 w 133"/>
                <a:gd name="T17" fmla="*/ 2 h 298"/>
                <a:gd name="T18" fmla="*/ 2 w 133"/>
                <a:gd name="T19" fmla="*/ 16 h 298"/>
                <a:gd name="T20" fmla="*/ 72 w 133"/>
                <a:gd name="T21" fmla="*/ 77 h 298"/>
                <a:gd name="T22" fmla="*/ 73 w 133"/>
                <a:gd name="T23" fmla="*/ 82 h 298"/>
                <a:gd name="T24" fmla="*/ 81 w 133"/>
                <a:gd name="T25" fmla="*/ 152 h 298"/>
                <a:gd name="T26" fmla="*/ 77 w 133"/>
                <a:gd name="T27" fmla="*/ 286 h 298"/>
                <a:gd name="T28" fmla="*/ 92 w 133"/>
                <a:gd name="T29" fmla="*/ 298 h 298"/>
                <a:gd name="T30" fmla="*/ 96 w 133"/>
                <a:gd name="T31" fmla="*/ 298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3" h="298">
                  <a:moveTo>
                    <a:pt x="96" y="298"/>
                  </a:moveTo>
                  <a:cubicBezTo>
                    <a:pt x="104" y="296"/>
                    <a:pt x="110" y="288"/>
                    <a:pt x="108" y="279"/>
                  </a:cubicBezTo>
                  <a:cubicBezTo>
                    <a:pt x="98" y="234"/>
                    <a:pt x="104" y="194"/>
                    <a:pt x="109" y="172"/>
                  </a:cubicBezTo>
                  <a:cubicBezTo>
                    <a:pt x="118" y="170"/>
                    <a:pt x="126" y="165"/>
                    <a:pt x="130" y="149"/>
                  </a:cubicBezTo>
                  <a:cubicBezTo>
                    <a:pt x="133" y="118"/>
                    <a:pt x="131" y="101"/>
                    <a:pt x="122" y="73"/>
                  </a:cubicBezTo>
                  <a:cubicBezTo>
                    <a:pt x="115" y="53"/>
                    <a:pt x="98" y="47"/>
                    <a:pt x="86" y="49"/>
                  </a:cubicBezTo>
                  <a:cubicBezTo>
                    <a:pt x="82" y="51"/>
                    <a:pt x="79" y="53"/>
                    <a:pt x="76" y="57"/>
                  </a:cubicBezTo>
                  <a:cubicBezTo>
                    <a:pt x="60" y="51"/>
                    <a:pt x="36" y="37"/>
                    <a:pt x="20" y="7"/>
                  </a:cubicBezTo>
                  <a:cubicBezTo>
                    <a:pt x="18" y="2"/>
                    <a:pt x="12" y="0"/>
                    <a:pt x="7" y="2"/>
                  </a:cubicBezTo>
                  <a:cubicBezTo>
                    <a:pt x="2" y="5"/>
                    <a:pt x="0" y="11"/>
                    <a:pt x="2" y="16"/>
                  </a:cubicBezTo>
                  <a:cubicBezTo>
                    <a:pt x="22" y="53"/>
                    <a:pt x="53" y="70"/>
                    <a:pt x="72" y="77"/>
                  </a:cubicBezTo>
                  <a:cubicBezTo>
                    <a:pt x="72" y="79"/>
                    <a:pt x="73" y="80"/>
                    <a:pt x="73" y="82"/>
                  </a:cubicBezTo>
                  <a:cubicBezTo>
                    <a:pt x="77" y="101"/>
                    <a:pt x="84" y="128"/>
                    <a:pt x="81" y="152"/>
                  </a:cubicBezTo>
                  <a:cubicBezTo>
                    <a:pt x="76" y="170"/>
                    <a:pt x="63" y="223"/>
                    <a:pt x="77" y="286"/>
                  </a:cubicBezTo>
                  <a:cubicBezTo>
                    <a:pt x="78" y="293"/>
                    <a:pt x="85" y="298"/>
                    <a:pt x="92" y="298"/>
                  </a:cubicBezTo>
                  <a:cubicBezTo>
                    <a:pt x="93" y="298"/>
                    <a:pt x="94" y="298"/>
                    <a:pt x="96" y="29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42"/>
            <p:cNvSpPr>
              <a:spLocks/>
            </p:cNvSpPr>
            <p:nvPr/>
          </p:nvSpPr>
          <p:spPr bwMode="auto">
            <a:xfrm>
              <a:off x="2752725" y="1684338"/>
              <a:ext cx="96838" cy="96838"/>
            </a:xfrm>
            <a:custGeom>
              <a:avLst/>
              <a:gdLst>
                <a:gd name="T0" fmla="*/ 40 w 67"/>
                <a:gd name="T1" fmla="*/ 63 h 67"/>
                <a:gd name="T2" fmla="*/ 63 w 67"/>
                <a:gd name="T3" fmla="*/ 26 h 67"/>
                <a:gd name="T4" fmla="*/ 27 w 67"/>
                <a:gd name="T5" fmla="*/ 3 h 67"/>
                <a:gd name="T6" fmla="*/ 4 w 67"/>
                <a:gd name="T7" fmla="*/ 40 h 67"/>
                <a:gd name="T8" fmla="*/ 40 w 67"/>
                <a:gd name="T9" fmla="*/ 63 h 67"/>
              </a:gdLst>
              <a:ahLst/>
              <a:cxnLst>
                <a:cxn ang="0">
                  <a:pos x="T0" y="T1"/>
                </a:cxn>
                <a:cxn ang="0">
                  <a:pos x="T2" y="T3"/>
                </a:cxn>
                <a:cxn ang="0">
                  <a:pos x="T4" y="T5"/>
                </a:cxn>
                <a:cxn ang="0">
                  <a:pos x="T6" y="T7"/>
                </a:cxn>
                <a:cxn ang="0">
                  <a:pos x="T8" y="T9"/>
                </a:cxn>
              </a:cxnLst>
              <a:rect l="0" t="0" r="r" b="b"/>
              <a:pathLst>
                <a:path w="67" h="67">
                  <a:moveTo>
                    <a:pt x="40" y="63"/>
                  </a:moveTo>
                  <a:cubicBezTo>
                    <a:pt x="57" y="60"/>
                    <a:pt x="67" y="43"/>
                    <a:pt x="63" y="26"/>
                  </a:cubicBezTo>
                  <a:cubicBezTo>
                    <a:pt x="60" y="10"/>
                    <a:pt x="43" y="0"/>
                    <a:pt x="27" y="3"/>
                  </a:cubicBezTo>
                  <a:cubicBezTo>
                    <a:pt x="10" y="7"/>
                    <a:pt x="0" y="24"/>
                    <a:pt x="4" y="40"/>
                  </a:cubicBezTo>
                  <a:cubicBezTo>
                    <a:pt x="7" y="57"/>
                    <a:pt x="24" y="67"/>
                    <a:pt x="40"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43"/>
            <p:cNvSpPr>
              <a:spLocks/>
            </p:cNvSpPr>
            <p:nvPr/>
          </p:nvSpPr>
          <p:spPr bwMode="auto">
            <a:xfrm>
              <a:off x="2667000" y="1717676"/>
              <a:ext cx="192088" cy="430213"/>
            </a:xfrm>
            <a:custGeom>
              <a:avLst/>
              <a:gdLst>
                <a:gd name="T0" fmla="*/ 7 w 133"/>
                <a:gd name="T1" fmla="*/ 2 h 298"/>
                <a:gd name="T2" fmla="*/ 3 w 133"/>
                <a:gd name="T3" fmla="*/ 16 h 298"/>
                <a:gd name="T4" fmla="*/ 72 w 133"/>
                <a:gd name="T5" fmla="*/ 77 h 298"/>
                <a:gd name="T6" fmla="*/ 74 w 133"/>
                <a:gd name="T7" fmla="*/ 82 h 298"/>
                <a:gd name="T8" fmla="*/ 81 w 133"/>
                <a:gd name="T9" fmla="*/ 152 h 298"/>
                <a:gd name="T10" fmla="*/ 77 w 133"/>
                <a:gd name="T11" fmla="*/ 286 h 298"/>
                <a:gd name="T12" fmla="*/ 93 w 133"/>
                <a:gd name="T13" fmla="*/ 298 h 298"/>
                <a:gd name="T14" fmla="*/ 96 w 133"/>
                <a:gd name="T15" fmla="*/ 298 h 298"/>
                <a:gd name="T16" fmla="*/ 108 w 133"/>
                <a:gd name="T17" fmla="*/ 279 h 298"/>
                <a:gd name="T18" fmla="*/ 109 w 133"/>
                <a:gd name="T19" fmla="*/ 172 h 298"/>
                <a:gd name="T20" fmla="*/ 130 w 133"/>
                <a:gd name="T21" fmla="*/ 149 h 298"/>
                <a:gd name="T22" fmla="*/ 122 w 133"/>
                <a:gd name="T23" fmla="*/ 73 h 298"/>
                <a:gd name="T24" fmla="*/ 86 w 133"/>
                <a:gd name="T25" fmla="*/ 49 h 298"/>
                <a:gd name="T26" fmla="*/ 77 w 133"/>
                <a:gd name="T27" fmla="*/ 57 h 298"/>
                <a:gd name="T28" fmla="*/ 20 w 133"/>
                <a:gd name="T29" fmla="*/ 7 h 298"/>
                <a:gd name="T30" fmla="*/ 7 w 133"/>
                <a:gd name="T31" fmla="*/ 2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3" h="298">
                  <a:moveTo>
                    <a:pt x="7" y="2"/>
                  </a:moveTo>
                  <a:cubicBezTo>
                    <a:pt x="2" y="5"/>
                    <a:pt x="0" y="11"/>
                    <a:pt x="3" y="16"/>
                  </a:cubicBezTo>
                  <a:cubicBezTo>
                    <a:pt x="22" y="53"/>
                    <a:pt x="53" y="70"/>
                    <a:pt x="72" y="77"/>
                  </a:cubicBezTo>
                  <a:cubicBezTo>
                    <a:pt x="73" y="79"/>
                    <a:pt x="73" y="80"/>
                    <a:pt x="74" y="82"/>
                  </a:cubicBezTo>
                  <a:cubicBezTo>
                    <a:pt x="77" y="101"/>
                    <a:pt x="84" y="128"/>
                    <a:pt x="81" y="152"/>
                  </a:cubicBezTo>
                  <a:cubicBezTo>
                    <a:pt x="76" y="170"/>
                    <a:pt x="64" y="223"/>
                    <a:pt x="77" y="286"/>
                  </a:cubicBezTo>
                  <a:cubicBezTo>
                    <a:pt x="78" y="293"/>
                    <a:pt x="85" y="298"/>
                    <a:pt x="93" y="298"/>
                  </a:cubicBezTo>
                  <a:cubicBezTo>
                    <a:pt x="94" y="298"/>
                    <a:pt x="95" y="298"/>
                    <a:pt x="96" y="298"/>
                  </a:cubicBezTo>
                  <a:cubicBezTo>
                    <a:pt x="104" y="296"/>
                    <a:pt x="110" y="288"/>
                    <a:pt x="108" y="279"/>
                  </a:cubicBezTo>
                  <a:cubicBezTo>
                    <a:pt x="99" y="234"/>
                    <a:pt x="104" y="194"/>
                    <a:pt x="109" y="172"/>
                  </a:cubicBezTo>
                  <a:cubicBezTo>
                    <a:pt x="118" y="170"/>
                    <a:pt x="127" y="165"/>
                    <a:pt x="130" y="149"/>
                  </a:cubicBezTo>
                  <a:cubicBezTo>
                    <a:pt x="133" y="118"/>
                    <a:pt x="131" y="101"/>
                    <a:pt x="122" y="73"/>
                  </a:cubicBezTo>
                  <a:cubicBezTo>
                    <a:pt x="115" y="53"/>
                    <a:pt x="98" y="47"/>
                    <a:pt x="86" y="49"/>
                  </a:cubicBezTo>
                  <a:cubicBezTo>
                    <a:pt x="82" y="51"/>
                    <a:pt x="79" y="53"/>
                    <a:pt x="77" y="57"/>
                  </a:cubicBezTo>
                  <a:cubicBezTo>
                    <a:pt x="60" y="51"/>
                    <a:pt x="36" y="37"/>
                    <a:pt x="20" y="7"/>
                  </a:cubicBezTo>
                  <a:cubicBezTo>
                    <a:pt x="18" y="2"/>
                    <a:pt x="12" y="0"/>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1" name="组合 10"/>
          <p:cNvGrpSpPr/>
          <p:nvPr/>
        </p:nvGrpSpPr>
        <p:grpSpPr>
          <a:xfrm>
            <a:off x="503237" y="2719388"/>
            <a:ext cx="1784350" cy="1624013"/>
            <a:chOff x="503237" y="2719388"/>
            <a:chExt cx="1784350" cy="1624013"/>
          </a:xfrm>
          <a:solidFill>
            <a:schemeClr val="tx1">
              <a:lumMod val="65000"/>
              <a:lumOff val="35000"/>
            </a:schemeClr>
          </a:solidFill>
        </p:grpSpPr>
        <p:sp>
          <p:nvSpPr>
            <p:cNvPr id="12" name="Freeform 52"/>
            <p:cNvSpPr>
              <a:spLocks noEditPoints="1"/>
            </p:cNvSpPr>
            <p:nvPr/>
          </p:nvSpPr>
          <p:spPr bwMode="auto">
            <a:xfrm>
              <a:off x="1279525" y="3184526"/>
              <a:ext cx="747713" cy="246063"/>
            </a:xfrm>
            <a:custGeom>
              <a:avLst/>
              <a:gdLst>
                <a:gd name="T0" fmla="*/ 0 w 517"/>
                <a:gd name="T1" fmla="*/ 171 h 171"/>
                <a:gd name="T2" fmla="*/ 517 w 517"/>
                <a:gd name="T3" fmla="*/ 171 h 171"/>
                <a:gd name="T4" fmla="*/ 259 w 517"/>
                <a:gd name="T5" fmla="*/ 0 h 171"/>
                <a:gd name="T6" fmla="*/ 0 w 517"/>
                <a:gd name="T7" fmla="*/ 171 h 171"/>
                <a:gd name="T8" fmla="*/ 286 w 517"/>
                <a:gd name="T9" fmla="*/ 100 h 171"/>
                <a:gd name="T10" fmla="*/ 259 w 517"/>
                <a:gd name="T11" fmla="*/ 130 h 171"/>
                <a:gd name="T12" fmla="*/ 231 w 517"/>
                <a:gd name="T13" fmla="*/ 100 h 171"/>
                <a:gd name="T14" fmla="*/ 259 w 517"/>
                <a:gd name="T15" fmla="*/ 69 h 171"/>
                <a:gd name="T16" fmla="*/ 286 w 517"/>
                <a:gd name="T17" fmla="*/ 100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7" h="171">
                  <a:moveTo>
                    <a:pt x="0" y="171"/>
                  </a:moveTo>
                  <a:cubicBezTo>
                    <a:pt x="517" y="171"/>
                    <a:pt x="517" y="171"/>
                    <a:pt x="517" y="171"/>
                  </a:cubicBezTo>
                  <a:cubicBezTo>
                    <a:pt x="259" y="0"/>
                    <a:pt x="259" y="0"/>
                    <a:pt x="259" y="0"/>
                  </a:cubicBezTo>
                  <a:lnTo>
                    <a:pt x="0" y="171"/>
                  </a:lnTo>
                  <a:close/>
                  <a:moveTo>
                    <a:pt x="286" y="100"/>
                  </a:moveTo>
                  <a:cubicBezTo>
                    <a:pt x="286" y="117"/>
                    <a:pt x="274" y="130"/>
                    <a:pt x="259" y="130"/>
                  </a:cubicBezTo>
                  <a:cubicBezTo>
                    <a:pt x="243" y="130"/>
                    <a:pt x="231" y="117"/>
                    <a:pt x="231" y="100"/>
                  </a:cubicBezTo>
                  <a:cubicBezTo>
                    <a:pt x="231" y="83"/>
                    <a:pt x="243" y="69"/>
                    <a:pt x="259" y="69"/>
                  </a:cubicBezTo>
                  <a:cubicBezTo>
                    <a:pt x="274" y="69"/>
                    <a:pt x="286" y="83"/>
                    <a:pt x="286"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53"/>
            <p:cNvSpPr>
              <a:spLocks noEditPoints="1"/>
            </p:cNvSpPr>
            <p:nvPr/>
          </p:nvSpPr>
          <p:spPr bwMode="auto">
            <a:xfrm>
              <a:off x="1109662" y="3463926"/>
              <a:ext cx="909638" cy="420688"/>
            </a:xfrm>
            <a:custGeom>
              <a:avLst/>
              <a:gdLst>
                <a:gd name="T0" fmla="*/ 111 w 573"/>
                <a:gd name="T1" fmla="*/ 16 h 265"/>
                <a:gd name="T2" fmla="*/ 136 w 573"/>
                <a:gd name="T3" fmla="*/ 16 h 265"/>
                <a:gd name="T4" fmla="*/ 136 w 573"/>
                <a:gd name="T5" fmla="*/ 27 h 265"/>
                <a:gd name="T6" fmla="*/ 156 w 573"/>
                <a:gd name="T7" fmla="*/ 27 h 265"/>
                <a:gd name="T8" fmla="*/ 156 w 573"/>
                <a:gd name="T9" fmla="*/ 236 h 265"/>
                <a:gd name="T10" fmla="*/ 136 w 573"/>
                <a:gd name="T11" fmla="*/ 236 h 265"/>
                <a:gd name="T12" fmla="*/ 136 w 573"/>
                <a:gd name="T13" fmla="*/ 249 h 265"/>
                <a:gd name="T14" fmla="*/ 0 w 573"/>
                <a:gd name="T15" fmla="*/ 249 h 265"/>
                <a:gd name="T16" fmla="*/ 0 w 573"/>
                <a:gd name="T17" fmla="*/ 265 h 265"/>
                <a:gd name="T18" fmla="*/ 573 w 573"/>
                <a:gd name="T19" fmla="*/ 265 h 265"/>
                <a:gd name="T20" fmla="*/ 573 w 573"/>
                <a:gd name="T21" fmla="*/ 249 h 265"/>
                <a:gd name="T22" fmla="*/ 549 w 573"/>
                <a:gd name="T23" fmla="*/ 249 h 265"/>
                <a:gd name="T24" fmla="*/ 549 w 573"/>
                <a:gd name="T25" fmla="*/ 236 h 265"/>
                <a:gd name="T26" fmla="*/ 529 w 573"/>
                <a:gd name="T27" fmla="*/ 236 h 265"/>
                <a:gd name="T28" fmla="*/ 529 w 573"/>
                <a:gd name="T29" fmla="*/ 27 h 265"/>
                <a:gd name="T30" fmla="*/ 549 w 573"/>
                <a:gd name="T31" fmla="*/ 27 h 265"/>
                <a:gd name="T32" fmla="*/ 549 w 573"/>
                <a:gd name="T33" fmla="*/ 16 h 265"/>
                <a:gd name="T34" fmla="*/ 573 w 573"/>
                <a:gd name="T35" fmla="*/ 16 h 265"/>
                <a:gd name="T36" fmla="*/ 573 w 573"/>
                <a:gd name="T37" fmla="*/ 0 h 265"/>
                <a:gd name="T38" fmla="*/ 111 w 573"/>
                <a:gd name="T39" fmla="*/ 0 h 265"/>
                <a:gd name="T40" fmla="*/ 111 w 573"/>
                <a:gd name="T41" fmla="*/ 16 h 265"/>
                <a:gd name="T42" fmla="*/ 197 w 573"/>
                <a:gd name="T43" fmla="*/ 236 h 265"/>
                <a:gd name="T44" fmla="*/ 197 w 573"/>
                <a:gd name="T45" fmla="*/ 27 h 265"/>
                <a:gd name="T46" fmla="*/ 217 w 573"/>
                <a:gd name="T47" fmla="*/ 27 h 265"/>
                <a:gd name="T48" fmla="*/ 217 w 573"/>
                <a:gd name="T49" fmla="*/ 16 h 265"/>
                <a:gd name="T50" fmla="*/ 247 w 573"/>
                <a:gd name="T51" fmla="*/ 16 h 265"/>
                <a:gd name="T52" fmla="*/ 247 w 573"/>
                <a:gd name="T53" fmla="*/ 27 h 265"/>
                <a:gd name="T54" fmla="*/ 266 w 573"/>
                <a:gd name="T55" fmla="*/ 27 h 265"/>
                <a:gd name="T56" fmla="*/ 266 w 573"/>
                <a:gd name="T57" fmla="*/ 236 h 265"/>
                <a:gd name="T58" fmla="*/ 247 w 573"/>
                <a:gd name="T59" fmla="*/ 236 h 265"/>
                <a:gd name="T60" fmla="*/ 247 w 573"/>
                <a:gd name="T61" fmla="*/ 249 h 265"/>
                <a:gd name="T62" fmla="*/ 217 w 573"/>
                <a:gd name="T63" fmla="*/ 249 h 265"/>
                <a:gd name="T64" fmla="*/ 217 w 573"/>
                <a:gd name="T65" fmla="*/ 236 h 265"/>
                <a:gd name="T66" fmla="*/ 197 w 573"/>
                <a:gd name="T67" fmla="*/ 236 h 265"/>
                <a:gd name="T68" fmla="*/ 377 w 573"/>
                <a:gd name="T69" fmla="*/ 27 h 265"/>
                <a:gd name="T70" fmla="*/ 377 w 573"/>
                <a:gd name="T71" fmla="*/ 236 h 265"/>
                <a:gd name="T72" fmla="*/ 357 w 573"/>
                <a:gd name="T73" fmla="*/ 236 h 265"/>
                <a:gd name="T74" fmla="*/ 357 w 573"/>
                <a:gd name="T75" fmla="*/ 249 h 265"/>
                <a:gd name="T76" fmla="*/ 327 w 573"/>
                <a:gd name="T77" fmla="*/ 249 h 265"/>
                <a:gd name="T78" fmla="*/ 327 w 573"/>
                <a:gd name="T79" fmla="*/ 236 h 265"/>
                <a:gd name="T80" fmla="*/ 307 w 573"/>
                <a:gd name="T81" fmla="*/ 236 h 265"/>
                <a:gd name="T82" fmla="*/ 307 w 573"/>
                <a:gd name="T83" fmla="*/ 27 h 265"/>
                <a:gd name="T84" fmla="*/ 327 w 573"/>
                <a:gd name="T85" fmla="*/ 27 h 265"/>
                <a:gd name="T86" fmla="*/ 327 w 573"/>
                <a:gd name="T87" fmla="*/ 16 h 265"/>
                <a:gd name="T88" fmla="*/ 357 w 573"/>
                <a:gd name="T89" fmla="*/ 16 h 265"/>
                <a:gd name="T90" fmla="*/ 357 w 573"/>
                <a:gd name="T91" fmla="*/ 27 h 265"/>
                <a:gd name="T92" fmla="*/ 377 w 573"/>
                <a:gd name="T93" fmla="*/ 27 h 265"/>
                <a:gd name="T94" fmla="*/ 488 w 573"/>
                <a:gd name="T95" fmla="*/ 27 h 265"/>
                <a:gd name="T96" fmla="*/ 488 w 573"/>
                <a:gd name="T97" fmla="*/ 236 h 265"/>
                <a:gd name="T98" fmla="*/ 468 w 573"/>
                <a:gd name="T99" fmla="*/ 236 h 265"/>
                <a:gd name="T100" fmla="*/ 468 w 573"/>
                <a:gd name="T101" fmla="*/ 249 h 265"/>
                <a:gd name="T102" fmla="*/ 439 w 573"/>
                <a:gd name="T103" fmla="*/ 249 h 265"/>
                <a:gd name="T104" fmla="*/ 439 w 573"/>
                <a:gd name="T105" fmla="*/ 236 h 265"/>
                <a:gd name="T106" fmla="*/ 418 w 573"/>
                <a:gd name="T107" fmla="*/ 236 h 265"/>
                <a:gd name="T108" fmla="*/ 418 w 573"/>
                <a:gd name="T109" fmla="*/ 27 h 265"/>
                <a:gd name="T110" fmla="*/ 439 w 573"/>
                <a:gd name="T111" fmla="*/ 27 h 265"/>
                <a:gd name="T112" fmla="*/ 439 w 573"/>
                <a:gd name="T113" fmla="*/ 16 h 265"/>
                <a:gd name="T114" fmla="*/ 468 w 573"/>
                <a:gd name="T115" fmla="*/ 16 h 265"/>
                <a:gd name="T116" fmla="*/ 468 w 573"/>
                <a:gd name="T117" fmla="*/ 27 h 265"/>
                <a:gd name="T118" fmla="*/ 488 w 573"/>
                <a:gd name="T119" fmla="*/ 27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73" h="265">
                  <a:moveTo>
                    <a:pt x="111" y="16"/>
                  </a:moveTo>
                  <a:lnTo>
                    <a:pt x="136" y="16"/>
                  </a:lnTo>
                  <a:lnTo>
                    <a:pt x="136" y="27"/>
                  </a:lnTo>
                  <a:lnTo>
                    <a:pt x="156" y="27"/>
                  </a:lnTo>
                  <a:lnTo>
                    <a:pt x="156" y="236"/>
                  </a:lnTo>
                  <a:lnTo>
                    <a:pt x="136" y="236"/>
                  </a:lnTo>
                  <a:lnTo>
                    <a:pt x="136" y="249"/>
                  </a:lnTo>
                  <a:lnTo>
                    <a:pt x="0" y="249"/>
                  </a:lnTo>
                  <a:lnTo>
                    <a:pt x="0" y="265"/>
                  </a:lnTo>
                  <a:lnTo>
                    <a:pt x="573" y="265"/>
                  </a:lnTo>
                  <a:lnTo>
                    <a:pt x="573" y="249"/>
                  </a:lnTo>
                  <a:lnTo>
                    <a:pt x="549" y="249"/>
                  </a:lnTo>
                  <a:lnTo>
                    <a:pt x="549" y="236"/>
                  </a:lnTo>
                  <a:lnTo>
                    <a:pt x="529" y="236"/>
                  </a:lnTo>
                  <a:lnTo>
                    <a:pt x="529" y="27"/>
                  </a:lnTo>
                  <a:lnTo>
                    <a:pt x="549" y="27"/>
                  </a:lnTo>
                  <a:lnTo>
                    <a:pt x="549" y="16"/>
                  </a:lnTo>
                  <a:lnTo>
                    <a:pt x="573" y="16"/>
                  </a:lnTo>
                  <a:lnTo>
                    <a:pt x="573" y="0"/>
                  </a:lnTo>
                  <a:lnTo>
                    <a:pt x="111" y="0"/>
                  </a:lnTo>
                  <a:lnTo>
                    <a:pt x="111" y="16"/>
                  </a:lnTo>
                  <a:close/>
                  <a:moveTo>
                    <a:pt x="197" y="236"/>
                  </a:moveTo>
                  <a:lnTo>
                    <a:pt x="197" y="27"/>
                  </a:lnTo>
                  <a:lnTo>
                    <a:pt x="217" y="27"/>
                  </a:lnTo>
                  <a:lnTo>
                    <a:pt x="217" y="16"/>
                  </a:lnTo>
                  <a:lnTo>
                    <a:pt x="247" y="16"/>
                  </a:lnTo>
                  <a:lnTo>
                    <a:pt x="247" y="27"/>
                  </a:lnTo>
                  <a:lnTo>
                    <a:pt x="266" y="27"/>
                  </a:lnTo>
                  <a:lnTo>
                    <a:pt x="266" y="236"/>
                  </a:lnTo>
                  <a:lnTo>
                    <a:pt x="247" y="236"/>
                  </a:lnTo>
                  <a:lnTo>
                    <a:pt x="247" y="249"/>
                  </a:lnTo>
                  <a:lnTo>
                    <a:pt x="217" y="249"/>
                  </a:lnTo>
                  <a:lnTo>
                    <a:pt x="217" y="236"/>
                  </a:lnTo>
                  <a:lnTo>
                    <a:pt x="197" y="236"/>
                  </a:lnTo>
                  <a:close/>
                  <a:moveTo>
                    <a:pt x="377" y="27"/>
                  </a:moveTo>
                  <a:lnTo>
                    <a:pt x="377" y="236"/>
                  </a:lnTo>
                  <a:lnTo>
                    <a:pt x="357" y="236"/>
                  </a:lnTo>
                  <a:lnTo>
                    <a:pt x="357" y="249"/>
                  </a:lnTo>
                  <a:lnTo>
                    <a:pt x="327" y="249"/>
                  </a:lnTo>
                  <a:lnTo>
                    <a:pt x="327" y="236"/>
                  </a:lnTo>
                  <a:lnTo>
                    <a:pt x="307" y="236"/>
                  </a:lnTo>
                  <a:lnTo>
                    <a:pt x="307" y="27"/>
                  </a:lnTo>
                  <a:lnTo>
                    <a:pt x="327" y="27"/>
                  </a:lnTo>
                  <a:lnTo>
                    <a:pt x="327" y="16"/>
                  </a:lnTo>
                  <a:lnTo>
                    <a:pt x="357" y="16"/>
                  </a:lnTo>
                  <a:lnTo>
                    <a:pt x="357" y="27"/>
                  </a:lnTo>
                  <a:lnTo>
                    <a:pt x="377" y="27"/>
                  </a:lnTo>
                  <a:close/>
                  <a:moveTo>
                    <a:pt x="488" y="27"/>
                  </a:moveTo>
                  <a:lnTo>
                    <a:pt x="488" y="236"/>
                  </a:lnTo>
                  <a:lnTo>
                    <a:pt x="468" y="236"/>
                  </a:lnTo>
                  <a:lnTo>
                    <a:pt x="468" y="249"/>
                  </a:lnTo>
                  <a:lnTo>
                    <a:pt x="439" y="249"/>
                  </a:lnTo>
                  <a:lnTo>
                    <a:pt x="439" y="236"/>
                  </a:lnTo>
                  <a:lnTo>
                    <a:pt x="418" y="236"/>
                  </a:lnTo>
                  <a:lnTo>
                    <a:pt x="418" y="27"/>
                  </a:lnTo>
                  <a:lnTo>
                    <a:pt x="439" y="27"/>
                  </a:lnTo>
                  <a:lnTo>
                    <a:pt x="439" y="16"/>
                  </a:lnTo>
                  <a:lnTo>
                    <a:pt x="468" y="16"/>
                  </a:lnTo>
                  <a:lnTo>
                    <a:pt x="468" y="27"/>
                  </a:lnTo>
                  <a:lnTo>
                    <a:pt x="488"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54"/>
            <p:cNvSpPr>
              <a:spLocks/>
            </p:cNvSpPr>
            <p:nvPr/>
          </p:nvSpPr>
          <p:spPr bwMode="auto">
            <a:xfrm>
              <a:off x="815975" y="3673476"/>
              <a:ext cx="1588" cy="1588"/>
            </a:xfrm>
            <a:custGeom>
              <a:avLst/>
              <a:gdLst>
                <a:gd name="T0" fmla="*/ 1 w 1"/>
                <a:gd name="T1" fmla="*/ 0 h 2"/>
                <a:gd name="T2" fmla="*/ 0 w 1"/>
                <a:gd name="T3" fmla="*/ 1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1"/>
                    <a:pt x="0" y="1"/>
                    <a:pt x="0" y="1"/>
                  </a:cubicBezTo>
                  <a:cubicBezTo>
                    <a:pt x="0" y="1"/>
                    <a:pt x="0" y="1"/>
                    <a:pt x="1" y="2"/>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55"/>
            <p:cNvSpPr>
              <a:spLocks/>
            </p:cNvSpPr>
            <p:nvPr/>
          </p:nvSpPr>
          <p:spPr bwMode="auto">
            <a:xfrm>
              <a:off x="688975" y="4060826"/>
              <a:ext cx="174625" cy="273050"/>
            </a:xfrm>
            <a:custGeom>
              <a:avLst/>
              <a:gdLst>
                <a:gd name="T0" fmla="*/ 107 w 121"/>
                <a:gd name="T1" fmla="*/ 8 h 189"/>
                <a:gd name="T2" fmla="*/ 100 w 121"/>
                <a:gd name="T3" fmla="*/ 0 h 189"/>
                <a:gd name="T4" fmla="*/ 19 w 121"/>
                <a:gd name="T5" fmla="*/ 18 h 189"/>
                <a:gd name="T6" fmla="*/ 2 w 121"/>
                <a:gd name="T7" fmla="*/ 135 h 189"/>
                <a:gd name="T8" fmla="*/ 48 w 121"/>
                <a:gd name="T9" fmla="*/ 189 h 189"/>
                <a:gd name="T10" fmla="*/ 52 w 121"/>
                <a:gd name="T11" fmla="*/ 189 h 189"/>
                <a:gd name="T12" fmla="*/ 102 w 121"/>
                <a:gd name="T13" fmla="*/ 143 h 189"/>
                <a:gd name="T14" fmla="*/ 121 w 121"/>
                <a:gd name="T15" fmla="*/ 17 h 189"/>
                <a:gd name="T16" fmla="*/ 107 w 121"/>
                <a:gd name="T17" fmla="*/ 8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189">
                  <a:moveTo>
                    <a:pt x="107" y="8"/>
                  </a:moveTo>
                  <a:cubicBezTo>
                    <a:pt x="100" y="0"/>
                    <a:pt x="100" y="0"/>
                    <a:pt x="100" y="0"/>
                  </a:cubicBezTo>
                  <a:cubicBezTo>
                    <a:pt x="83" y="8"/>
                    <a:pt x="57" y="16"/>
                    <a:pt x="19" y="18"/>
                  </a:cubicBezTo>
                  <a:cubicBezTo>
                    <a:pt x="11" y="54"/>
                    <a:pt x="5" y="93"/>
                    <a:pt x="2" y="135"/>
                  </a:cubicBezTo>
                  <a:cubicBezTo>
                    <a:pt x="0" y="162"/>
                    <a:pt x="21" y="186"/>
                    <a:pt x="48" y="189"/>
                  </a:cubicBezTo>
                  <a:cubicBezTo>
                    <a:pt x="49" y="189"/>
                    <a:pt x="51" y="189"/>
                    <a:pt x="52" y="189"/>
                  </a:cubicBezTo>
                  <a:cubicBezTo>
                    <a:pt x="78" y="189"/>
                    <a:pt x="100" y="169"/>
                    <a:pt x="102" y="143"/>
                  </a:cubicBezTo>
                  <a:cubicBezTo>
                    <a:pt x="105" y="96"/>
                    <a:pt x="112" y="54"/>
                    <a:pt x="121" y="17"/>
                  </a:cubicBezTo>
                  <a:cubicBezTo>
                    <a:pt x="116" y="16"/>
                    <a:pt x="110" y="13"/>
                    <a:pt x="10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56"/>
            <p:cNvSpPr>
              <a:spLocks/>
            </p:cNvSpPr>
            <p:nvPr/>
          </p:nvSpPr>
          <p:spPr bwMode="auto">
            <a:xfrm>
              <a:off x="787400" y="3275013"/>
              <a:ext cx="455613" cy="1068388"/>
            </a:xfrm>
            <a:custGeom>
              <a:avLst/>
              <a:gdLst>
                <a:gd name="T0" fmla="*/ 280 w 315"/>
                <a:gd name="T1" fmla="*/ 304 h 738"/>
                <a:gd name="T2" fmla="*/ 285 w 315"/>
                <a:gd name="T3" fmla="*/ 303 h 738"/>
                <a:gd name="T4" fmla="*/ 312 w 315"/>
                <a:gd name="T5" fmla="*/ 266 h 738"/>
                <a:gd name="T6" fmla="*/ 105 w 315"/>
                <a:gd name="T7" fmla="*/ 2 h 738"/>
                <a:gd name="T8" fmla="*/ 100 w 315"/>
                <a:gd name="T9" fmla="*/ 1 h 738"/>
                <a:gd name="T10" fmla="*/ 71 w 315"/>
                <a:gd name="T11" fmla="*/ 2 h 738"/>
                <a:gd name="T12" fmla="*/ 35 w 315"/>
                <a:gd name="T13" fmla="*/ 40 h 738"/>
                <a:gd name="T14" fmla="*/ 0 w 315"/>
                <a:gd name="T15" fmla="*/ 189 h 738"/>
                <a:gd name="T16" fmla="*/ 2 w 315"/>
                <a:gd name="T17" fmla="*/ 190 h 738"/>
                <a:gd name="T18" fmla="*/ 34 w 315"/>
                <a:gd name="T19" fmla="*/ 155 h 738"/>
                <a:gd name="T20" fmla="*/ 36 w 315"/>
                <a:gd name="T21" fmla="*/ 114 h 738"/>
                <a:gd name="T22" fmla="*/ 42 w 315"/>
                <a:gd name="T23" fmla="*/ 141 h 738"/>
                <a:gd name="T24" fmla="*/ 59 w 315"/>
                <a:gd name="T25" fmla="*/ 76 h 738"/>
                <a:gd name="T26" fmla="*/ 100 w 315"/>
                <a:gd name="T27" fmla="*/ 35 h 738"/>
                <a:gd name="T28" fmla="*/ 100 w 315"/>
                <a:gd name="T29" fmla="*/ 35 h 738"/>
                <a:gd name="T30" fmla="*/ 141 w 315"/>
                <a:gd name="T31" fmla="*/ 75 h 738"/>
                <a:gd name="T32" fmla="*/ 57 w 315"/>
                <a:gd name="T33" fmla="*/ 252 h 738"/>
                <a:gd name="T34" fmla="*/ 55 w 315"/>
                <a:gd name="T35" fmla="*/ 301 h 738"/>
                <a:gd name="T36" fmla="*/ 37 w 315"/>
                <a:gd name="T37" fmla="*/ 330 h 738"/>
                <a:gd name="T38" fmla="*/ 74 w 315"/>
                <a:gd name="T39" fmla="*/ 374 h 738"/>
                <a:gd name="T40" fmla="*/ 68 w 315"/>
                <a:gd name="T41" fmla="*/ 508 h 738"/>
                <a:gd name="T42" fmla="*/ 77 w 315"/>
                <a:gd name="T43" fmla="*/ 519 h 738"/>
                <a:gd name="T44" fmla="*/ 83 w 315"/>
                <a:gd name="T45" fmla="*/ 537 h 738"/>
                <a:gd name="T46" fmla="*/ 79 w 315"/>
                <a:gd name="T47" fmla="*/ 549 h 738"/>
                <a:gd name="T48" fmla="*/ 200 w 315"/>
                <a:gd name="T49" fmla="*/ 720 h 738"/>
                <a:gd name="T50" fmla="*/ 271 w 315"/>
                <a:gd name="T51" fmla="*/ 714 h 738"/>
                <a:gd name="T52" fmla="*/ 264 w 315"/>
                <a:gd name="T53" fmla="*/ 643 h 738"/>
                <a:gd name="T54" fmla="*/ 160 w 315"/>
                <a:gd name="T55" fmla="*/ 352 h 738"/>
                <a:gd name="T56" fmla="*/ 197 w 315"/>
                <a:gd name="T57" fmla="*/ 293 h 738"/>
                <a:gd name="T58" fmla="*/ 194 w 315"/>
                <a:gd name="T59" fmla="*/ 138 h 738"/>
                <a:gd name="T60" fmla="*/ 248 w 315"/>
                <a:gd name="T61" fmla="*/ 277 h 738"/>
                <a:gd name="T62" fmla="*/ 280 w 315"/>
                <a:gd name="T63" fmla="*/ 304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738">
                  <a:moveTo>
                    <a:pt x="280" y="304"/>
                  </a:moveTo>
                  <a:cubicBezTo>
                    <a:pt x="282" y="304"/>
                    <a:pt x="284" y="304"/>
                    <a:pt x="285" y="303"/>
                  </a:cubicBezTo>
                  <a:cubicBezTo>
                    <a:pt x="303" y="300"/>
                    <a:pt x="315" y="284"/>
                    <a:pt x="312" y="266"/>
                  </a:cubicBezTo>
                  <a:cubicBezTo>
                    <a:pt x="272" y="36"/>
                    <a:pt x="112" y="3"/>
                    <a:pt x="105" y="2"/>
                  </a:cubicBezTo>
                  <a:cubicBezTo>
                    <a:pt x="103" y="1"/>
                    <a:pt x="101" y="1"/>
                    <a:pt x="100" y="1"/>
                  </a:cubicBezTo>
                  <a:cubicBezTo>
                    <a:pt x="90" y="0"/>
                    <a:pt x="80" y="0"/>
                    <a:pt x="71" y="2"/>
                  </a:cubicBezTo>
                  <a:cubicBezTo>
                    <a:pt x="53" y="6"/>
                    <a:pt x="41" y="21"/>
                    <a:pt x="35" y="40"/>
                  </a:cubicBezTo>
                  <a:cubicBezTo>
                    <a:pt x="21" y="68"/>
                    <a:pt x="7" y="135"/>
                    <a:pt x="0" y="189"/>
                  </a:cubicBezTo>
                  <a:cubicBezTo>
                    <a:pt x="0" y="189"/>
                    <a:pt x="1" y="189"/>
                    <a:pt x="2" y="190"/>
                  </a:cubicBezTo>
                  <a:cubicBezTo>
                    <a:pt x="15" y="179"/>
                    <a:pt x="26" y="167"/>
                    <a:pt x="34" y="155"/>
                  </a:cubicBezTo>
                  <a:cubicBezTo>
                    <a:pt x="34" y="142"/>
                    <a:pt x="35" y="128"/>
                    <a:pt x="36" y="114"/>
                  </a:cubicBezTo>
                  <a:cubicBezTo>
                    <a:pt x="38" y="123"/>
                    <a:pt x="40" y="132"/>
                    <a:pt x="42" y="141"/>
                  </a:cubicBezTo>
                  <a:cubicBezTo>
                    <a:pt x="59" y="109"/>
                    <a:pt x="59" y="79"/>
                    <a:pt x="59" y="76"/>
                  </a:cubicBezTo>
                  <a:cubicBezTo>
                    <a:pt x="59" y="54"/>
                    <a:pt x="77" y="35"/>
                    <a:pt x="100" y="35"/>
                  </a:cubicBezTo>
                  <a:cubicBezTo>
                    <a:pt x="100" y="35"/>
                    <a:pt x="100" y="35"/>
                    <a:pt x="100" y="35"/>
                  </a:cubicBezTo>
                  <a:cubicBezTo>
                    <a:pt x="122" y="35"/>
                    <a:pt x="141" y="53"/>
                    <a:pt x="141" y="75"/>
                  </a:cubicBezTo>
                  <a:cubicBezTo>
                    <a:pt x="142" y="120"/>
                    <a:pt x="123" y="198"/>
                    <a:pt x="57" y="252"/>
                  </a:cubicBezTo>
                  <a:cubicBezTo>
                    <a:pt x="57" y="268"/>
                    <a:pt x="57" y="285"/>
                    <a:pt x="55" y="301"/>
                  </a:cubicBezTo>
                  <a:cubicBezTo>
                    <a:pt x="49" y="309"/>
                    <a:pt x="43" y="319"/>
                    <a:pt x="37" y="330"/>
                  </a:cubicBezTo>
                  <a:cubicBezTo>
                    <a:pt x="50" y="341"/>
                    <a:pt x="63" y="355"/>
                    <a:pt x="74" y="374"/>
                  </a:cubicBezTo>
                  <a:cubicBezTo>
                    <a:pt x="102" y="419"/>
                    <a:pt x="79" y="483"/>
                    <a:pt x="68" y="508"/>
                  </a:cubicBezTo>
                  <a:cubicBezTo>
                    <a:pt x="77" y="519"/>
                    <a:pt x="77" y="519"/>
                    <a:pt x="77" y="519"/>
                  </a:cubicBezTo>
                  <a:cubicBezTo>
                    <a:pt x="81" y="524"/>
                    <a:pt x="84" y="531"/>
                    <a:pt x="83" y="537"/>
                  </a:cubicBezTo>
                  <a:cubicBezTo>
                    <a:pt x="83" y="542"/>
                    <a:pt x="81" y="546"/>
                    <a:pt x="79" y="549"/>
                  </a:cubicBezTo>
                  <a:cubicBezTo>
                    <a:pt x="102" y="615"/>
                    <a:pt x="143" y="673"/>
                    <a:pt x="200" y="720"/>
                  </a:cubicBezTo>
                  <a:cubicBezTo>
                    <a:pt x="222" y="738"/>
                    <a:pt x="253" y="735"/>
                    <a:pt x="271" y="714"/>
                  </a:cubicBezTo>
                  <a:cubicBezTo>
                    <a:pt x="288" y="692"/>
                    <a:pt x="285" y="661"/>
                    <a:pt x="264" y="643"/>
                  </a:cubicBezTo>
                  <a:cubicBezTo>
                    <a:pt x="146" y="547"/>
                    <a:pt x="149" y="418"/>
                    <a:pt x="160" y="352"/>
                  </a:cubicBezTo>
                  <a:cubicBezTo>
                    <a:pt x="177" y="342"/>
                    <a:pt x="191" y="325"/>
                    <a:pt x="197" y="293"/>
                  </a:cubicBezTo>
                  <a:cubicBezTo>
                    <a:pt x="205" y="231"/>
                    <a:pt x="204" y="187"/>
                    <a:pt x="194" y="138"/>
                  </a:cubicBezTo>
                  <a:cubicBezTo>
                    <a:pt x="217" y="170"/>
                    <a:pt x="238" y="214"/>
                    <a:pt x="248" y="277"/>
                  </a:cubicBezTo>
                  <a:cubicBezTo>
                    <a:pt x="251" y="293"/>
                    <a:pt x="265" y="304"/>
                    <a:pt x="280" y="3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Oval 57"/>
            <p:cNvSpPr>
              <a:spLocks noChangeArrowheads="1"/>
            </p:cNvSpPr>
            <p:nvPr/>
          </p:nvSpPr>
          <p:spPr bwMode="auto">
            <a:xfrm>
              <a:off x="661987" y="3008313"/>
              <a:ext cx="260350" cy="2603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58"/>
            <p:cNvSpPr>
              <a:spLocks/>
            </p:cNvSpPr>
            <p:nvPr/>
          </p:nvSpPr>
          <p:spPr bwMode="auto">
            <a:xfrm>
              <a:off x="576262" y="3530601"/>
              <a:ext cx="201613" cy="95250"/>
            </a:xfrm>
            <a:custGeom>
              <a:avLst/>
              <a:gdLst>
                <a:gd name="T0" fmla="*/ 79 w 140"/>
                <a:gd name="T1" fmla="*/ 44 h 65"/>
                <a:gd name="T2" fmla="*/ 140 w 140"/>
                <a:gd name="T3" fmla="*/ 19 h 65"/>
                <a:gd name="T4" fmla="*/ 85 w 140"/>
                <a:gd name="T5" fmla="*/ 21 h 65"/>
                <a:gd name="T6" fmla="*/ 9 w 140"/>
                <a:gd name="T7" fmla="*/ 20 h 65"/>
                <a:gd name="T8" fmla="*/ 52 w 140"/>
                <a:gd name="T9" fmla="*/ 65 h 65"/>
                <a:gd name="T10" fmla="*/ 79 w 140"/>
                <a:gd name="T11" fmla="*/ 44 h 65"/>
              </a:gdLst>
              <a:ahLst/>
              <a:cxnLst>
                <a:cxn ang="0">
                  <a:pos x="T0" y="T1"/>
                </a:cxn>
                <a:cxn ang="0">
                  <a:pos x="T2" y="T3"/>
                </a:cxn>
                <a:cxn ang="0">
                  <a:pos x="T4" y="T5"/>
                </a:cxn>
                <a:cxn ang="0">
                  <a:pos x="T6" y="T7"/>
                </a:cxn>
                <a:cxn ang="0">
                  <a:pos x="T8" y="T9"/>
                </a:cxn>
                <a:cxn ang="0">
                  <a:pos x="T10" y="T11"/>
                </a:cxn>
              </a:cxnLst>
              <a:rect l="0" t="0" r="r" b="b"/>
              <a:pathLst>
                <a:path w="140" h="65">
                  <a:moveTo>
                    <a:pt x="79" y="44"/>
                  </a:moveTo>
                  <a:cubicBezTo>
                    <a:pt x="104" y="38"/>
                    <a:pt x="124" y="29"/>
                    <a:pt x="140" y="19"/>
                  </a:cubicBezTo>
                  <a:cubicBezTo>
                    <a:pt x="116" y="7"/>
                    <a:pt x="73" y="0"/>
                    <a:pt x="85" y="21"/>
                  </a:cubicBezTo>
                  <a:cubicBezTo>
                    <a:pt x="101" y="49"/>
                    <a:pt x="22" y="5"/>
                    <a:pt x="9" y="20"/>
                  </a:cubicBezTo>
                  <a:cubicBezTo>
                    <a:pt x="0" y="30"/>
                    <a:pt x="30" y="48"/>
                    <a:pt x="52" y="65"/>
                  </a:cubicBezTo>
                  <a:cubicBezTo>
                    <a:pt x="58" y="55"/>
                    <a:pt x="67" y="47"/>
                    <a:pt x="79"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59"/>
            <p:cNvSpPr>
              <a:spLocks noEditPoints="1"/>
            </p:cNvSpPr>
            <p:nvPr/>
          </p:nvSpPr>
          <p:spPr bwMode="auto">
            <a:xfrm>
              <a:off x="503237" y="3700463"/>
              <a:ext cx="419100" cy="374650"/>
            </a:xfrm>
            <a:custGeom>
              <a:avLst/>
              <a:gdLst>
                <a:gd name="T0" fmla="*/ 266 w 290"/>
                <a:gd name="T1" fmla="*/ 231 h 259"/>
                <a:gd name="T2" fmla="*/ 254 w 290"/>
                <a:gd name="T3" fmla="*/ 216 h 259"/>
                <a:gd name="T4" fmla="*/ 262 w 290"/>
                <a:gd name="T5" fmla="*/ 84 h 259"/>
                <a:gd name="T6" fmla="*/ 166 w 290"/>
                <a:gd name="T7" fmla="*/ 3 h 259"/>
                <a:gd name="T8" fmla="*/ 165 w 290"/>
                <a:gd name="T9" fmla="*/ 3 h 259"/>
                <a:gd name="T10" fmla="*/ 148 w 290"/>
                <a:gd name="T11" fmla="*/ 7 h 259"/>
                <a:gd name="T12" fmla="*/ 139 w 290"/>
                <a:gd name="T13" fmla="*/ 8 h 259"/>
                <a:gd name="T14" fmla="*/ 114 w 290"/>
                <a:gd name="T15" fmla="*/ 0 h 259"/>
                <a:gd name="T16" fmla="*/ 87 w 290"/>
                <a:gd name="T17" fmla="*/ 19 h 259"/>
                <a:gd name="T18" fmla="*/ 16 w 290"/>
                <a:gd name="T19" fmla="*/ 93 h 259"/>
                <a:gd name="T20" fmla="*/ 17 w 290"/>
                <a:gd name="T21" fmla="*/ 215 h 259"/>
                <a:gd name="T22" fmla="*/ 6 w 290"/>
                <a:gd name="T23" fmla="*/ 228 h 259"/>
                <a:gd name="T24" fmla="*/ 8 w 290"/>
                <a:gd name="T25" fmla="*/ 251 h 259"/>
                <a:gd name="T26" fmla="*/ 31 w 290"/>
                <a:gd name="T27" fmla="*/ 249 h 259"/>
                <a:gd name="T28" fmla="*/ 41 w 290"/>
                <a:gd name="T29" fmla="*/ 236 h 259"/>
                <a:gd name="T30" fmla="*/ 142 w 290"/>
                <a:gd name="T31" fmla="*/ 258 h 259"/>
                <a:gd name="T32" fmla="*/ 230 w 290"/>
                <a:gd name="T33" fmla="*/ 237 h 259"/>
                <a:gd name="T34" fmla="*/ 242 w 290"/>
                <a:gd name="T35" fmla="*/ 251 h 259"/>
                <a:gd name="T36" fmla="*/ 264 w 290"/>
                <a:gd name="T37" fmla="*/ 253 h 259"/>
                <a:gd name="T38" fmla="*/ 266 w 290"/>
                <a:gd name="T39" fmla="*/ 231 h 259"/>
                <a:gd name="T40" fmla="*/ 146 w 290"/>
                <a:gd name="T41" fmla="*/ 184 h 259"/>
                <a:gd name="T42" fmla="*/ 146 w 290"/>
                <a:gd name="T43" fmla="*/ 197 h 259"/>
                <a:gd name="T44" fmla="*/ 133 w 290"/>
                <a:gd name="T45" fmla="*/ 197 h 259"/>
                <a:gd name="T46" fmla="*/ 133 w 290"/>
                <a:gd name="T47" fmla="*/ 184 h 259"/>
                <a:gd name="T48" fmla="*/ 98 w 290"/>
                <a:gd name="T49" fmla="*/ 168 h 259"/>
                <a:gd name="T50" fmla="*/ 114 w 290"/>
                <a:gd name="T51" fmla="*/ 158 h 259"/>
                <a:gd name="T52" fmla="*/ 140 w 290"/>
                <a:gd name="T53" fmla="*/ 169 h 259"/>
                <a:gd name="T54" fmla="*/ 157 w 290"/>
                <a:gd name="T55" fmla="*/ 156 h 259"/>
                <a:gd name="T56" fmla="*/ 150 w 290"/>
                <a:gd name="T57" fmla="*/ 144 h 259"/>
                <a:gd name="T58" fmla="*/ 130 w 290"/>
                <a:gd name="T59" fmla="*/ 133 h 259"/>
                <a:gd name="T60" fmla="*/ 100 w 290"/>
                <a:gd name="T61" fmla="*/ 100 h 259"/>
                <a:gd name="T62" fmla="*/ 133 w 290"/>
                <a:gd name="T63" fmla="*/ 71 h 259"/>
                <a:gd name="T64" fmla="*/ 133 w 290"/>
                <a:gd name="T65" fmla="*/ 61 h 259"/>
                <a:gd name="T66" fmla="*/ 146 w 290"/>
                <a:gd name="T67" fmla="*/ 61 h 259"/>
                <a:gd name="T68" fmla="*/ 146 w 290"/>
                <a:gd name="T69" fmla="*/ 71 h 259"/>
                <a:gd name="T70" fmla="*/ 177 w 290"/>
                <a:gd name="T71" fmla="*/ 84 h 259"/>
                <a:gd name="T72" fmla="*/ 161 w 290"/>
                <a:gd name="T73" fmla="*/ 95 h 259"/>
                <a:gd name="T74" fmla="*/ 140 w 290"/>
                <a:gd name="T75" fmla="*/ 86 h 259"/>
                <a:gd name="T76" fmla="*/ 123 w 290"/>
                <a:gd name="T77" fmla="*/ 99 h 259"/>
                <a:gd name="T78" fmla="*/ 129 w 290"/>
                <a:gd name="T79" fmla="*/ 110 h 259"/>
                <a:gd name="T80" fmla="*/ 147 w 290"/>
                <a:gd name="T81" fmla="*/ 120 h 259"/>
                <a:gd name="T82" fmla="*/ 180 w 290"/>
                <a:gd name="T83" fmla="*/ 155 h 259"/>
                <a:gd name="T84" fmla="*/ 146 w 290"/>
                <a:gd name="T85" fmla="*/ 184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0" h="259">
                  <a:moveTo>
                    <a:pt x="266" y="231"/>
                  </a:moveTo>
                  <a:cubicBezTo>
                    <a:pt x="254" y="216"/>
                    <a:pt x="254" y="216"/>
                    <a:pt x="254" y="216"/>
                  </a:cubicBezTo>
                  <a:cubicBezTo>
                    <a:pt x="262" y="197"/>
                    <a:pt x="290" y="130"/>
                    <a:pt x="262" y="84"/>
                  </a:cubicBezTo>
                  <a:cubicBezTo>
                    <a:pt x="230" y="31"/>
                    <a:pt x="185" y="19"/>
                    <a:pt x="166" y="3"/>
                  </a:cubicBezTo>
                  <a:cubicBezTo>
                    <a:pt x="166" y="3"/>
                    <a:pt x="166" y="3"/>
                    <a:pt x="165" y="3"/>
                  </a:cubicBezTo>
                  <a:cubicBezTo>
                    <a:pt x="160" y="4"/>
                    <a:pt x="154" y="6"/>
                    <a:pt x="148" y="7"/>
                  </a:cubicBezTo>
                  <a:cubicBezTo>
                    <a:pt x="145" y="8"/>
                    <a:pt x="142" y="8"/>
                    <a:pt x="139" y="8"/>
                  </a:cubicBezTo>
                  <a:cubicBezTo>
                    <a:pt x="129" y="8"/>
                    <a:pt x="121" y="5"/>
                    <a:pt x="114" y="0"/>
                  </a:cubicBezTo>
                  <a:cubicBezTo>
                    <a:pt x="106" y="5"/>
                    <a:pt x="96" y="10"/>
                    <a:pt x="87" y="19"/>
                  </a:cubicBezTo>
                  <a:cubicBezTo>
                    <a:pt x="64" y="39"/>
                    <a:pt x="34" y="57"/>
                    <a:pt x="16" y="93"/>
                  </a:cubicBezTo>
                  <a:cubicBezTo>
                    <a:pt x="0" y="124"/>
                    <a:pt x="14" y="197"/>
                    <a:pt x="17" y="215"/>
                  </a:cubicBezTo>
                  <a:cubicBezTo>
                    <a:pt x="6" y="228"/>
                    <a:pt x="6" y="228"/>
                    <a:pt x="6" y="228"/>
                  </a:cubicBezTo>
                  <a:cubicBezTo>
                    <a:pt x="1" y="235"/>
                    <a:pt x="2" y="245"/>
                    <a:pt x="8" y="251"/>
                  </a:cubicBezTo>
                  <a:cubicBezTo>
                    <a:pt x="15" y="256"/>
                    <a:pt x="25" y="255"/>
                    <a:pt x="31" y="249"/>
                  </a:cubicBezTo>
                  <a:cubicBezTo>
                    <a:pt x="41" y="236"/>
                    <a:pt x="41" y="236"/>
                    <a:pt x="41" y="236"/>
                  </a:cubicBezTo>
                  <a:cubicBezTo>
                    <a:pt x="61" y="247"/>
                    <a:pt x="94" y="259"/>
                    <a:pt x="142" y="258"/>
                  </a:cubicBezTo>
                  <a:cubicBezTo>
                    <a:pt x="186" y="256"/>
                    <a:pt x="214" y="247"/>
                    <a:pt x="230" y="237"/>
                  </a:cubicBezTo>
                  <a:cubicBezTo>
                    <a:pt x="242" y="251"/>
                    <a:pt x="242" y="251"/>
                    <a:pt x="242" y="251"/>
                  </a:cubicBezTo>
                  <a:cubicBezTo>
                    <a:pt x="247" y="258"/>
                    <a:pt x="257" y="259"/>
                    <a:pt x="264" y="253"/>
                  </a:cubicBezTo>
                  <a:cubicBezTo>
                    <a:pt x="271" y="248"/>
                    <a:pt x="272" y="237"/>
                    <a:pt x="266" y="231"/>
                  </a:cubicBezTo>
                  <a:close/>
                  <a:moveTo>
                    <a:pt x="146" y="184"/>
                  </a:moveTo>
                  <a:cubicBezTo>
                    <a:pt x="146" y="197"/>
                    <a:pt x="146" y="197"/>
                    <a:pt x="146" y="197"/>
                  </a:cubicBezTo>
                  <a:cubicBezTo>
                    <a:pt x="133" y="197"/>
                    <a:pt x="133" y="197"/>
                    <a:pt x="133" y="197"/>
                  </a:cubicBezTo>
                  <a:cubicBezTo>
                    <a:pt x="133" y="184"/>
                    <a:pt x="133" y="184"/>
                    <a:pt x="133" y="184"/>
                  </a:cubicBezTo>
                  <a:cubicBezTo>
                    <a:pt x="120" y="183"/>
                    <a:pt x="107" y="178"/>
                    <a:pt x="98" y="168"/>
                  </a:cubicBezTo>
                  <a:cubicBezTo>
                    <a:pt x="114" y="158"/>
                    <a:pt x="114" y="158"/>
                    <a:pt x="114" y="158"/>
                  </a:cubicBezTo>
                  <a:cubicBezTo>
                    <a:pt x="124" y="166"/>
                    <a:pt x="130" y="169"/>
                    <a:pt x="140" y="169"/>
                  </a:cubicBezTo>
                  <a:cubicBezTo>
                    <a:pt x="150" y="169"/>
                    <a:pt x="157" y="164"/>
                    <a:pt x="157" y="156"/>
                  </a:cubicBezTo>
                  <a:cubicBezTo>
                    <a:pt x="157" y="152"/>
                    <a:pt x="154" y="147"/>
                    <a:pt x="150" y="144"/>
                  </a:cubicBezTo>
                  <a:cubicBezTo>
                    <a:pt x="146" y="141"/>
                    <a:pt x="144" y="140"/>
                    <a:pt x="130" y="133"/>
                  </a:cubicBezTo>
                  <a:cubicBezTo>
                    <a:pt x="107" y="121"/>
                    <a:pt x="100" y="113"/>
                    <a:pt x="100" y="100"/>
                  </a:cubicBezTo>
                  <a:cubicBezTo>
                    <a:pt x="100" y="85"/>
                    <a:pt x="113" y="74"/>
                    <a:pt x="133" y="71"/>
                  </a:cubicBezTo>
                  <a:cubicBezTo>
                    <a:pt x="133" y="61"/>
                    <a:pt x="133" y="61"/>
                    <a:pt x="133" y="61"/>
                  </a:cubicBezTo>
                  <a:cubicBezTo>
                    <a:pt x="146" y="61"/>
                    <a:pt x="146" y="61"/>
                    <a:pt x="146" y="61"/>
                  </a:cubicBezTo>
                  <a:cubicBezTo>
                    <a:pt x="146" y="71"/>
                    <a:pt x="146" y="71"/>
                    <a:pt x="146" y="71"/>
                  </a:cubicBezTo>
                  <a:cubicBezTo>
                    <a:pt x="158" y="72"/>
                    <a:pt x="168" y="76"/>
                    <a:pt x="177" y="84"/>
                  </a:cubicBezTo>
                  <a:cubicBezTo>
                    <a:pt x="161" y="95"/>
                    <a:pt x="161" y="95"/>
                    <a:pt x="161" y="95"/>
                  </a:cubicBezTo>
                  <a:cubicBezTo>
                    <a:pt x="155" y="89"/>
                    <a:pt x="148" y="86"/>
                    <a:pt x="140" y="86"/>
                  </a:cubicBezTo>
                  <a:cubicBezTo>
                    <a:pt x="129" y="86"/>
                    <a:pt x="123" y="91"/>
                    <a:pt x="123" y="99"/>
                  </a:cubicBezTo>
                  <a:cubicBezTo>
                    <a:pt x="123" y="103"/>
                    <a:pt x="125" y="107"/>
                    <a:pt x="129" y="110"/>
                  </a:cubicBezTo>
                  <a:cubicBezTo>
                    <a:pt x="132" y="113"/>
                    <a:pt x="134" y="113"/>
                    <a:pt x="147" y="120"/>
                  </a:cubicBezTo>
                  <a:cubicBezTo>
                    <a:pt x="173" y="132"/>
                    <a:pt x="180" y="141"/>
                    <a:pt x="180" y="155"/>
                  </a:cubicBezTo>
                  <a:cubicBezTo>
                    <a:pt x="180" y="172"/>
                    <a:pt x="168" y="182"/>
                    <a:pt x="146" y="1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60"/>
            <p:cNvSpPr>
              <a:spLocks/>
            </p:cNvSpPr>
            <p:nvPr/>
          </p:nvSpPr>
          <p:spPr bwMode="auto">
            <a:xfrm>
              <a:off x="654050" y="3338513"/>
              <a:ext cx="325438" cy="360363"/>
            </a:xfrm>
            <a:custGeom>
              <a:avLst/>
              <a:gdLst>
                <a:gd name="T0" fmla="*/ 35 w 225"/>
                <a:gd name="T1" fmla="*/ 249 h 249"/>
                <a:gd name="T2" fmla="*/ 42 w 225"/>
                <a:gd name="T3" fmla="*/ 248 h 249"/>
                <a:gd name="T4" fmla="*/ 224 w 225"/>
                <a:gd name="T5" fmla="*/ 31 h 249"/>
                <a:gd name="T6" fmla="*/ 192 w 225"/>
                <a:gd name="T7" fmla="*/ 0 h 249"/>
                <a:gd name="T8" fmla="*/ 192 w 225"/>
                <a:gd name="T9" fmla="*/ 0 h 249"/>
                <a:gd name="T10" fmla="*/ 160 w 225"/>
                <a:gd name="T11" fmla="*/ 32 h 249"/>
                <a:gd name="T12" fmla="*/ 27 w 225"/>
                <a:gd name="T13" fmla="*/ 186 h 249"/>
                <a:gd name="T14" fmla="*/ 4 w 225"/>
                <a:gd name="T15" fmla="*/ 224 h 249"/>
                <a:gd name="T16" fmla="*/ 35 w 225"/>
                <a:gd name="T17" fmla="*/ 249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5" h="249">
                  <a:moveTo>
                    <a:pt x="35" y="249"/>
                  </a:moveTo>
                  <a:cubicBezTo>
                    <a:pt x="37" y="249"/>
                    <a:pt x="40" y="249"/>
                    <a:pt x="42" y="248"/>
                  </a:cubicBezTo>
                  <a:cubicBezTo>
                    <a:pt x="189" y="214"/>
                    <a:pt x="225" y="91"/>
                    <a:pt x="224" y="31"/>
                  </a:cubicBezTo>
                  <a:cubicBezTo>
                    <a:pt x="224" y="14"/>
                    <a:pt x="210" y="0"/>
                    <a:pt x="192" y="0"/>
                  </a:cubicBezTo>
                  <a:cubicBezTo>
                    <a:pt x="192" y="0"/>
                    <a:pt x="192" y="0"/>
                    <a:pt x="192" y="0"/>
                  </a:cubicBezTo>
                  <a:cubicBezTo>
                    <a:pt x="174" y="0"/>
                    <a:pt x="160" y="15"/>
                    <a:pt x="160" y="32"/>
                  </a:cubicBezTo>
                  <a:cubicBezTo>
                    <a:pt x="160" y="37"/>
                    <a:pt x="159" y="155"/>
                    <a:pt x="27" y="186"/>
                  </a:cubicBezTo>
                  <a:cubicBezTo>
                    <a:pt x="10" y="190"/>
                    <a:pt x="0" y="207"/>
                    <a:pt x="4" y="224"/>
                  </a:cubicBezTo>
                  <a:cubicBezTo>
                    <a:pt x="7" y="239"/>
                    <a:pt x="20" y="249"/>
                    <a:pt x="35" y="2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61"/>
            <p:cNvSpPr>
              <a:spLocks noEditPoints="1"/>
            </p:cNvSpPr>
            <p:nvPr/>
          </p:nvSpPr>
          <p:spPr bwMode="auto">
            <a:xfrm>
              <a:off x="1736725" y="2719388"/>
              <a:ext cx="366713" cy="471488"/>
            </a:xfrm>
            <a:custGeom>
              <a:avLst/>
              <a:gdLst>
                <a:gd name="T0" fmla="*/ 82 w 254"/>
                <a:gd name="T1" fmla="*/ 246 h 326"/>
                <a:gd name="T2" fmla="*/ 127 w 254"/>
                <a:gd name="T3" fmla="*/ 254 h 326"/>
                <a:gd name="T4" fmla="*/ 254 w 254"/>
                <a:gd name="T5" fmla="*/ 127 h 326"/>
                <a:gd name="T6" fmla="*/ 127 w 254"/>
                <a:gd name="T7" fmla="*/ 0 h 326"/>
                <a:gd name="T8" fmla="*/ 0 w 254"/>
                <a:gd name="T9" fmla="*/ 127 h 326"/>
                <a:gd name="T10" fmla="*/ 57 w 254"/>
                <a:gd name="T11" fmla="*/ 233 h 326"/>
                <a:gd name="T12" fmla="*/ 19 w 254"/>
                <a:gd name="T13" fmla="*/ 326 h 326"/>
                <a:gd name="T14" fmla="*/ 82 w 254"/>
                <a:gd name="T15" fmla="*/ 246 h 326"/>
                <a:gd name="T16" fmla="*/ 15 w 254"/>
                <a:gd name="T17" fmla="*/ 132 h 326"/>
                <a:gd name="T18" fmla="*/ 124 w 254"/>
                <a:gd name="T19" fmla="*/ 24 h 326"/>
                <a:gd name="T20" fmla="*/ 232 w 254"/>
                <a:gd name="T21" fmla="*/ 132 h 326"/>
                <a:gd name="T22" fmla="*/ 124 w 254"/>
                <a:gd name="T23" fmla="*/ 241 h 326"/>
                <a:gd name="T24" fmla="*/ 15 w 254"/>
                <a:gd name="T25" fmla="*/ 132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4" h="326">
                  <a:moveTo>
                    <a:pt x="82" y="246"/>
                  </a:moveTo>
                  <a:cubicBezTo>
                    <a:pt x="96" y="251"/>
                    <a:pt x="111" y="254"/>
                    <a:pt x="127" y="254"/>
                  </a:cubicBezTo>
                  <a:cubicBezTo>
                    <a:pt x="197" y="254"/>
                    <a:pt x="254" y="197"/>
                    <a:pt x="254" y="127"/>
                  </a:cubicBezTo>
                  <a:cubicBezTo>
                    <a:pt x="254" y="57"/>
                    <a:pt x="197" y="0"/>
                    <a:pt x="127" y="0"/>
                  </a:cubicBezTo>
                  <a:cubicBezTo>
                    <a:pt x="57" y="0"/>
                    <a:pt x="0" y="57"/>
                    <a:pt x="0" y="127"/>
                  </a:cubicBezTo>
                  <a:cubicBezTo>
                    <a:pt x="0" y="172"/>
                    <a:pt x="23" y="211"/>
                    <a:pt x="57" y="233"/>
                  </a:cubicBezTo>
                  <a:cubicBezTo>
                    <a:pt x="19" y="326"/>
                    <a:pt x="19" y="326"/>
                    <a:pt x="19" y="326"/>
                  </a:cubicBezTo>
                  <a:lnTo>
                    <a:pt x="82" y="246"/>
                  </a:lnTo>
                  <a:close/>
                  <a:moveTo>
                    <a:pt x="15" y="132"/>
                  </a:moveTo>
                  <a:cubicBezTo>
                    <a:pt x="15" y="72"/>
                    <a:pt x="64" y="24"/>
                    <a:pt x="124" y="24"/>
                  </a:cubicBezTo>
                  <a:cubicBezTo>
                    <a:pt x="184" y="24"/>
                    <a:pt x="232" y="72"/>
                    <a:pt x="232" y="132"/>
                  </a:cubicBezTo>
                  <a:cubicBezTo>
                    <a:pt x="232" y="192"/>
                    <a:pt x="184" y="241"/>
                    <a:pt x="124" y="241"/>
                  </a:cubicBezTo>
                  <a:cubicBezTo>
                    <a:pt x="64" y="241"/>
                    <a:pt x="15" y="192"/>
                    <a:pt x="15" y="1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62"/>
            <p:cNvSpPr>
              <a:spLocks noEditPoints="1"/>
            </p:cNvSpPr>
            <p:nvPr/>
          </p:nvSpPr>
          <p:spPr bwMode="auto">
            <a:xfrm>
              <a:off x="1020762" y="2978151"/>
              <a:ext cx="384175" cy="314325"/>
            </a:xfrm>
            <a:custGeom>
              <a:avLst/>
              <a:gdLst>
                <a:gd name="T0" fmla="*/ 192 w 265"/>
                <a:gd name="T1" fmla="*/ 174 h 217"/>
                <a:gd name="T2" fmla="*/ 265 w 265"/>
                <a:gd name="T3" fmla="*/ 213 h 217"/>
                <a:gd name="T4" fmla="*/ 204 w 265"/>
                <a:gd name="T5" fmla="*/ 155 h 217"/>
                <a:gd name="T6" fmla="*/ 214 w 265"/>
                <a:gd name="T7" fmla="*/ 119 h 217"/>
                <a:gd name="T8" fmla="*/ 119 w 265"/>
                <a:gd name="T9" fmla="*/ 5 h 217"/>
                <a:gd name="T10" fmla="*/ 6 w 265"/>
                <a:gd name="T11" fmla="*/ 100 h 217"/>
                <a:gd name="T12" fmla="*/ 101 w 265"/>
                <a:gd name="T13" fmla="*/ 214 h 217"/>
                <a:gd name="T14" fmla="*/ 192 w 265"/>
                <a:gd name="T15" fmla="*/ 174 h 217"/>
                <a:gd name="T16" fmla="*/ 106 w 265"/>
                <a:gd name="T17" fmla="*/ 202 h 217"/>
                <a:gd name="T18" fmla="*/ 25 w 265"/>
                <a:gd name="T19" fmla="*/ 105 h 217"/>
                <a:gd name="T20" fmla="*/ 122 w 265"/>
                <a:gd name="T21" fmla="*/ 23 h 217"/>
                <a:gd name="T22" fmla="*/ 203 w 265"/>
                <a:gd name="T23" fmla="*/ 120 h 217"/>
                <a:gd name="T24" fmla="*/ 106 w 265"/>
                <a:gd name="T25" fmla="*/ 202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5" h="217">
                  <a:moveTo>
                    <a:pt x="192" y="174"/>
                  </a:moveTo>
                  <a:cubicBezTo>
                    <a:pt x="265" y="213"/>
                    <a:pt x="265" y="213"/>
                    <a:pt x="265" y="213"/>
                  </a:cubicBezTo>
                  <a:cubicBezTo>
                    <a:pt x="204" y="155"/>
                    <a:pt x="204" y="155"/>
                    <a:pt x="204" y="155"/>
                  </a:cubicBezTo>
                  <a:cubicBezTo>
                    <a:pt x="209" y="144"/>
                    <a:pt x="213" y="132"/>
                    <a:pt x="214" y="119"/>
                  </a:cubicBezTo>
                  <a:cubicBezTo>
                    <a:pt x="219" y="61"/>
                    <a:pt x="177" y="10"/>
                    <a:pt x="119" y="5"/>
                  </a:cubicBezTo>
                  <a:cubicBezTo>
                    <a:pt x="61" y="0"/>
                    <a:pt x="11" y="43"/>
                    <a:pt x="6" y="100"/>
                  </a:cubicBezTo>
                  <a:cubicBezTo>
                    <a:pt x="0" y="158"/>
                    <a:pt x="43" y="209"/>
                    <a:pt x="101" y="214"/>
                  </a:cubicBezTo>
                  <a:cubicBezTo>
                    <a:pt x="137" y="217"/>
                    <a:pt x="171" y="201"/>
                    <a:pt x="192" y="174"/>
                  </a:cubicBezTo>
                  <a:close/>
                  <a:moveTo>
                    <a:pt x="106" y="202"/>
                  </a:moveTo>
                  <a:cubicBezTo>
                    <a:pt x="57" y="197"/>
                    <a:pt x="20" y="154"/>
                    <a:pt x="25" y="105"/>
                  </a:cubicBezTo>
                  <a:cubicBezTo>
                    <a:pt x="29" y="56"/>
                    <a:pt x="72" y="19"/>
                    <a:pt x="122" y="23"/>
                  </a:cubicBezTo>
                  <a:cubicBezTo>
                    <a:pt x="171" y="28"/>
                    <a:pt x="207" y="71"/>
                    <a:pt x="203" y="120"/>
                  </a:cubicBezTo>
                  <a:cubicBezTo>
                    <a:pt x="199" y="170"/>
                    <a:pt x="155" y="206"/>
                    <a:pt x="106" y="2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63"/>
            <p:cNvSpPr>
              <a:spLocks noEditPoints="1"/>
            </p:cNvSpPr>
            <p:nvPr/>
          </p:nvSpPr>
          <p:spPr bwMode="auto">
            <a:xfrm>
              <a:off x="1838325" y="2824163"/>
              <a:ext cx="131763" cy="166688"/>
            </a:xfrm>
            <a:custGeom>
              <a:avLst/>
              <a:gdLst>
                <a:gd name="T0" fmla="*/ 70 w 91"/>
                <a:gd name="T1" fmla="*/ 46 h 116"/>
                <a:gd name="T2" fmla="*/ 70 w 91"/>
                <a:gd name="T3" fmla="*/ 46 h 116"/>
                <a:gd name="T4" fmla="*/ 86 w 91"/>
                <a:gd name="T5" fmla="*/ 21 h 116"/>
                <a:gd name="T6" fmla="*/ 91 w 91"/>
                <a:gd name="T7" fmla="*/ 13 h 116"/>
                <a:gd name="T8" fmla="*/ 89 w 91"/>
                <a:gd name="T9" fmla="*/ 8 h 116"/>
                <a:gd name="T10" fmla="*/ 46 w 91"/>
                <a:gd name="T11" fmla="*/ 4 h 116"/>
                <a:gd name="T12" fmla="*/ 37 w 91"/>
                <a:gd name="T13" fmla="*/ 0 h 116"/>
                <a:gd name="T14" fmla="*/ 17 w 91"/>
                <a:gd name="T15" fmla="*/ 6 h 116"/>
                <a:gd name="T16" fmla="*/ 4 w 91"/>
                <a:gd name="T17" fmla="*/ 24 h 116"/>
                <a:gd name="T18" fmla="*/ 0 w 91"/>
                <a:gd name="T19" fmla="*/ 38 h 116"/>
                <a:gd name="T20" fmla="*/ 4 w 91"/>
                <a:gd name="T21" fmla="*/ 53 h 116"/>
                <a:gd name="T22" fmla="*/ 17 w 91"/>
                <a:gd name="T23" fmla="*/ 58 h 116"/>
                <a:gd name="T24" fmla="*/ 31 w 91"/>
                <a:gd name="T25" fmla="*/ 53 h 116"/>
                <a:gd name="T26" fmla="*/ 45 w 91"/>
                <a:gd name="T27" fmla="*/ 41 h 116"/>
                <a:gd name="T28" fmla="*/ 50 w 91"/>
                <a:gd name="T29" fmla="*/ 25 h 116"/>
                <a:gd name="T30" fmla="*/ 49 w 91"/>
                <a:gd name="T31" fmla="*/ 19 h 116"/>
                <a:gd name="T32" fmla="*/ 57 w 91"/>
                <a:gd name="T33" fmla="*/ 19 h 116"/>
                <a:gd name="T34" fmla="*/ 66 w 91"/>
                <a:gd name="T35" fmla="*/ 21 h 116"/>
                <a:gd name="T36" fmla="*/ 43 w 91"/>
                <a:gd name="T37" fmla="*/ 57 h 116"/>
                <a:gd name="T38" fmla="*/ 26 w 91"/>
                <a:gd name="T39" fmla="*/ 88 h 116"/>
                <a:gd name="T40" fmla="*/ 19 w 91"/>
                <a:gd name="T41" fmla="*/ 108 h 116"/>
                <a:gd name="T42" fmla="*/ 27 w 91"/>
                <a:gd name="T43" fmla="*/ 116 h 116"/>
                <a:gd name="T44" fmla="*/ 35 w 91"/>
                <a:gd name="T45" fmla="*/ 110 h 116"/>
                <a:gd name="T46" fmla="*/ 43 w 91"/>
                <a:gd name="T47" fmla="*/ 94 h 116"/>
                <a:gd name="T48" fmla="*/ 63 w 91"/>
                <a:gd name="T49" fmla="*/ 57 h 116"/>
                <a:gd name="T50" fmla="*/ 70 w 91"/>
                <a:gd name="T51" fmla="*/ 46 h 116"/>
                <a:gd name="T52" fmla="*/ 30 w 91"/>
                <a:gd name="T53" fmla="*/ 38 h 116"/>
                <a:gd name="T54" fmla="*/ 23 w 91"/>
                <a:gd name="T55" fmla="*/ 43 h 116"/>
                <a:gd name="T56" fmla="*/ 18 w 91"/>
                <a:gd name="T57" fmla="*/ 42 h 116"/>
                <a:gd name="T58" fmla="*/ 16 w 91"/>
                <a:gd name="T59" fmla="*/ 38 h 116"/>
                <a:gd name="T60" fmla="*/ 20 w 91"/>
                <a:gd name="T61" fmla="*/ 25 h 116"/>
                <a:gd name="T62" fmla="*/ 30 w 91"/>
                <a:gd name="T63" fmla="*/ 17 h 116"/>
                <a:gd name="T64" fmla="*/ 31 w 91"/>
                <a:gd name="T65" fmla="*/ 17 h 116"/>
                <a:gd name="T66" fmla="*/ 33 w 91"/>
                <a:gd name="T67" fmla="*/ 28 h 116"/>
                <a:gd name="T68" fmla="*/ 30 w 91"/>
                <a:gd name="T69" fmla="*/ 38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1" h="116">
                  <a:moveTo>
                    <a:pt x="70" y="46"/>
                  </a:moveTo>
                  <a:cubicBezTo>
                    <a:pt x="70" y="46"/>
                    <a:pt x="70" y="46"/>
                    <a:pt x="70" y="46"/>
                  </a:cubicBezTo>
                  <a:cubicBezTo>
                    <a:pt x="77" y="36"/>
                    <a:pt x="82" y="28"/>
                    <a:pt x="86" y="21"/>
                  </a:cubicBezTo>
                  <a:cubicBezTo>
                    <a:pt x="89" y="19"/>
                    <a:pt x="91" y="16"/>
                    <a:pt x="91" y="13"/>
                  </a:cubicBezTo>
                  <a:cubicBezTo>
                    <a:pt x="91" y="12"/>
                    <a:pt x="90" y="10"/>
                    <a:pt x="89" y="8"/>
                  </a:cubicBezTo>
                  <a:cubicBezTo>
                    <a:pt x="66" y="6"/>
                    <a:pt x="52" y="5"/>
                    <a:pt x="46" y="4"/>
                  </a:cubicBezTo>
                  <a:cubicBezTo>
                    <a:pt x="43" y="1"/>
                    <a:pt x="40" y="0"/>
                    <a:pt x="37" y="0"/>
                  </a:cubicBezTo>
                  <a:cubicBezTo>
                    <a:pt x="30" y="0"/>
                    <a:pt x="23" y="2"/>
                    <a:pt x="17" y="6"/>
                  </a:cubicBezTo>
                  <a:cubicBezTo>
                    <a:pt x="11" y="11"/>
                    <a:pt x="7" y="16"/>
                    <a:pt x="4" y="24"/>
                  </a:cubicBezTo>
                  <a:cubicBezTo>
                    <a:pt x="1" y="31"/>
                    <a:pt x="0" y="36"/>
                    <a:pt x="0" y="38"/>
                  </a:cubicBezTo>
                  <a:cubicBezTo>
                    <a:pt x="0" y="44"/>
                    <a:pt x="1" y="49"/>
                    <a:pt x="4" y="53"/>
                  </a:cubicBezTo>
                  <a:cubicBezTo>
                    <a:pt x="7" y="56"/>
                    <a:pt x="11" y="58"/>
                    <a:pt x="17" y="58"/>
                  </a:cubicBezTo>
                  <a:cubicBezTo>
                    <a:pt x="21" y="58"/>
                    <a:pt x="26" y="56"/>
                    <a:pt x="31" y="53"/>
                  </a:cubicBezTo>
                  <a:cubicBezTo>
                    <a:pt x="37" y="50"/>
                    <a:pt x="41" y="46"/>
                    <a:pt x="45" y="41"/>
                  </a:cubicBezTo>
                  <a:cubicBezTo>
                    <a:pt x="48" y="35"/>
                    <a:pt x="50" y="30"/>
                    <a:pt x="50" y="25"/>
                  </a:cubicBezTo>
                  <a:cubicBezTo>
                    <a:pt x="50" y="23"/>
                    <a:pt x="49" y="21"/>
                    <a:pt x="49" y="19"/>
                  </a:cubicBezTo>
                  <a:cubicBezTo>
                    <a:pt x="54" y="19"/>
                    <a:pt x="56" y="19"/>
                    <a:pt x="57" y="19"/>
                  </a:cubicBezTo>
                  <a:cubicBezTo>
                    <a:pt x="57" y="19"/>
                    <a:pt x="60" y="19"/>
                    <a:pt x="66" y="21"/>
                  </a:cubicBezTo>
                  <a:cubicBezTo>
                    <a:pt x="52" y="43"/>
                    <a:pt x="44" y="55"/>
                    <a:pt x="43" y="57"/>
                  </a:cubicBezTo>
                  <a:cubicBezTo>
                    <a:pt x="36" y="66"/>
                    <a:pt x="31" y="77"/>
                    <a:pt x="26" y="88"/>
                  </a:cubicBezTo>
                  <a:cubicBezTo>
                    <a:pt x="22" y="99"/>
                    <a:pt x="19" y="106"/>
                    <a:pt x="19" y="108"/>
                  </a:cubicBezTo>
                  <a:cubicBezTo>
                    <a:pt x="19" y="114"/>
                    <a:pt x="22" y="116"/>
                    <a:pt x="27" y="116"/>
                  </a:cubicBezTo>
                  <a:cubicBezTo>
                    <a:pt x="29" y="116"/>
                    <a:pt x="32" y="114"/>
                    <a:pt x="35" y="110"/>
                  </a:cubicBezTo>
                  <a:cubicBezTo>
                    <a:pt x="37" y="106"/>
                    <a:pt x="40" y="100"/>
                    <a:pt x="43" y="94"/>
                  </a:cubicBezTo>
                  <a:cubicBezTo>
                    <a:pt x="48" y="81"/>
                    <a:pt x="55" y="69"/>
                    <a:pt x="63" y="57"/>
                  </a:cubicBezTo>
                  <a:cubicBezTo>
                    <a:pt x="67" y="51"/>
                    <a:pt x="70" y="47"/>
                    <a:pt x="70" y="46"/>
                  </a:cubicBezTo>
                  <a:close/>
                  <a:moveTo>
                    <a:pt x="30" y="38"/>
                  </a:moveTo>
                  <a:cubicBezTo>
                    <a:pt x="28" y="42"/>
                    <a:pt x="26" y="43"/>
                    <a:pt x="23" y="43"/>
                  </a:cubicBezTo>
                  <a:cubicBezTo>
                    <a:pt x="22" y="43"/>
                    <a:pt x="20" y="43"/>
                    <a:pt x="18" y="42"/>
                  </a:cubicBezTo>
                  <a:cubicBezTo>
                    <a:pt x="16" y="41"/>
                    <a:pt x="16" y="39"/>
                    <a:pt x="16" y="38"/>
                  </a:cubicBezTo>
                  <a:cubicBezTo>
                    <a:pt x="16" y="34"/>
                    <a:pt x="17" y="29"/>
                    <a:pt x="20" y="25"/>
                  </a:cubicBezTo>
                  <a:cubicBezTo>
                    <a:pt x="23" y="20"/>
                    <a:pt x="26" y="17"/>
                    <a:pt x="30" y="17"/>
                  </a:cubicBezTo>
                  <a:cubicBezTo>
                    <a:pt x="31" y="17"/>
                    <a:pt x="31" y="17"/>
                    <a:pt x="31" y="17"/>
                  </a:cubicBezTo>
                  <a:cubicBezTo>
                    <a:pt x="33" y="22"/>
                    <a:pt x="33" y="26"/>
                    <a:pt x="33" y="28"/>
                  </a:cubicBezTo>
                  <a:cubicBezTo>
                    <a:pt x="33" y="31"/>
                    <a:pt x="32" y="35"/>
                    <a:pt x="30"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64"/>
            <p:cNvSpPr>
              <a:spLocks noEditPoints="1"/>
            </p:cNvSpPr>
            <p:nvPr/>
          </p:nvSpPr>
          <p:spPr bwMode="auto">
            <a:xfrm>
              <a:off x="1920875" y="2919413"/>
              <a:ext cx="76200" cy="71438"/>
            </a:xfrm>
            <a:custGeom>
              <a:avLst/>
              <a:gdLst>
                <a:gd name="T0" fmla="*/ 7 w 52"/>
                <a:gd name="T1" fmla="*/ 10 h 49"/>
                <a:gd name="T2" fmla="*/ 0 w 52"/>
                <a:gd name="T3" fmla="*/ 30 h 49"/>
                <a:gd name="T4" fmla="*/ 3 w 52"/>
                <a:gd name="T5" fmla="*/ 42 h 49"/>
                <a:gd name="T6" fmla="*/ 18 w 52"/>
                <a:gd name="T7" fmla="*/ 49 h 49"/>
                <a:gd name="T8" fmla="*/ 28 w 52"/>
                <a:gd name="T9" fmla="*/ 47 h 49"/>
                <a:gd name="T10" fmla="*/ 37 w 52"/>
                <a:gd name="T11" fmla="*/ 43 h 49"/>
                <a:gd name="T12" fmla="*/ 45 w 52"/>
                <a:gd name="T13" fmla="*/ 37 h 49"/>
                <a:gd name="T14" fmla="*/ 51 w 52"/>
                <a:gd name="T15" fmla="*/ 29 h 49"/>
                <a:gd name="T16" fmla="*/ 52 w 52"/>
                <a:gd name="T17" fmla="*/ 21 h 49"/>
                <a:gd name="T18" fmla="*/ 43 w 52"/>
                <a:gd name="T19" fmla="*/ 6 h 49"/>
                <a:gd name="T20" fmla="*/ 23 w 52"/>
                <a:gd name="T21" fmla="*/ 0 h 49"/>
                <a:gd name="T22" fmla="*/ 7 w 52"/>
                <a:gd name="T23" fmla="*/ 10 h 49"/>
                <a:gd name="T24" fmla="*/ 28 w 52"/>
                <a:gd name="T25" fmla="*/ 16 h 49"/>
                <a:gd name="T26" fmla="*/ 35 w 52"/>
                <a:gd name="T27" fmla="*/ 22 h 49"/>
                <a:gd name="T28" fmla="*/ 34 w 52"/>
                <a:gd name="T29" fmla="*/ 28 h 49"/>
                <a:gd name="T30" fmla="*/ 24 w 52"/>
                <a:gd name="T31" fmla="*/ 33 h 49"/>
                <a:gd name="T32" fmla="*/ 20 w 52"/>
                <a:gd name="T33" fmla="*/ 33 h 49"/>
                <a:gd name="T34" fmla="*/ 18 w 52"/>
                <a:gd name="T35" fmla="*/ 33 h 49"/>
                <a:gd name="T36" fmla="*/ 20 w 52"/>
                <a:gd name="T37" fmla="*/ 20 h 49"/>
                <a:gd name="T38" fmla="*/ 25 w 52"/>
                <a:gd name="T39" fmla="*/ 14 h 49"/>
                <a:gd name="T40" fmla="*/ 28 w 52"/>
                <a:gd name="T41" fmla="*/ 1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2" h="49">
                  <a:moveTo>
                    <a:pt x="7" y="10"/>
                  </a:moveTo>
                  <a:cubicBezTo>
                    <a:pt x="2" y="17"/>
                    <a:pt x="0" y="24"/>
                    <a:pt x="0" y="30"/>
                  </a:cubicBezTo>
                  <a:cubicBezTo>
                    <a:pt x="0" y="34"/>
                    <a:pt x="1" y="38"/>
                    <a:pt x="3" y="42"/>
                  </a:cubicBezTo>
                  <a:cubicBezTo>
                    <a:pt x="6" y="46"/>
                    <a:pt x="10" y="49"/>
                    <a:pt x="18" y="49"/>
                  </a:cubicBezTo>
                  <a:cubicBezTo>
                    <a:pt x="21" y="49"/>
                    <a:pt x="25" y="48"/>
                    <a:pt x="28" y="47"/>
                  </a:cubicBezTo>
                  <a:cubicBezTo>
                    <a:pt x="31" y="47"/>
                    <a:pt x="34" y="45"/>
                    <a:pt x="37" y="43"/>
                  </a:cubicBezTo>
                  <a:cubicBezTo>
                    <a:pt x="40" y="41"/>
                    <a:pt x="43" y="39"/>
                    <a:pt x="45" y="37"/>
                  </a:cubicBezTo>
                  <a:cubicBezTo>
                    <a:pt x="48" y="35"/>
                    <a:pt x="50" y="32"/>
                    <a:pt x="51" y="29"/>
                  </a:cubicBezTo>
                  <a:cubicBezTo>
                    <a:pt x="52" y="26"/>
                    <a:pt x="52" y="23"/>
                    <a:pt x="52" y="21"/>
                  </a:cubicBezTo>
                  <a:cubicBezTo>
                    <a:pt x="52" y="15"/>
                    <a:pt x="49" y="9"/>
                    <a:pt x="43" y="6"/>
                  </a:cubicBezTo>
                  <a:cubicBezTo>
                    <a:pt x="37" y="2"/>
                    <a:pt x="31" y="0"/>
                    <a:pt x="23" y="0"/>
                  </a:cubicBezTo>
                  <a:cubicBezTo>
                    <a:pt x="17" y="0"/>
                    <a:pt x="12" y="3"/>
                    <a:pt x="7" y="10"/>
                  </a:cubicBezTo>
                  <a:close/>
                  <a:moveTo>
                    <a:pt x="28" y="16"/>
                  </a:moveTo>
                  <a:cubicBezTo>
                    <a:pt x="33" y="18"/>
                    <a:pt x="35" y="20"/>
                    <a:pt x="35" y="22"/>
                  </a:cubicBezTo>
                  <a:cubicBezTo>
                    <a:pt x="35" y="24"/>
                    <a:pt x="35" y="26"/>
                    <a:pt x="34" y="28"/>
                  </a:cubicBezTo>
                  <a:cubicBezTo>
                    <a:pt x="28" y="32"/>
                    <a:pt x="25" y="33"/>
                    <a:pt x="24" y="33"/>
                  </a:cubicBezTo>
                  <a:cubicBezTo>
                    <a:pt x="20" y="33"/>
                    <a:pt x="20" y="33"/>
                    <a:pt x="20" y="33"/>
                  </a:cubicBezTo>
                  <a:cubicBezTo>
                    <a:pt x="18" y="33"/>
                    <a:pt x="18" y="33"/>
                    <a:pt x="18" y="33"/>
                  </a:cubicBezTo>
                  <a:cubicBezTo>
                    <a:pt x="18" y="28"/>
                    <a:pt x="18" y="24"/>
                    <a:pt x="20" y="20"/>
                  </a:cubicBezTo>
                  <a:cubicBezTo>
                    <a:pt x="21" y="16"/>
                    <a:pt x="23" y="14"/>
                    <a:pt x="25" y="14"/>
                  </a:cubicBezTo>
                  <a:cubicBezTo>
                    <a:pt x="26" y="15"/>
                    <a:pt x="27" y="15"/>
                    <a:pt x="2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65"/>
            <p:cNvSpPr>
              <a:spLocks noEditPoints="1"/>
            </p:cNvSpPr>
            <p:nvPr/>
          </p:nvSpPr>
          <p:spPr bwMode="auto">
            <a:xfrm>
              <a:off x="1187450" y="3148013"/>
              <a:ext cx="58738" cy="53975"/>
            </a:xfrm>
            <a:custGeom>
              <a:avLst/>
              <a:gdLst>
                <a:gd name="T0" fmla="*/ 33 w 40"/>
                <a:gd name="T1" fmla="*/ 4 h 37"/>
                <a:gd name="T2" fmla="*/ 17 w 40"/>
                <a:gd name="T3" fmla="*/ 0 h 37"/>
                <a:gd name="T4" fmla="*/ 6 w 40"/>
                <a:gd name="T5" fmla="*/ 8 h 37"/>
                <a:gd name="T6" fmla="*/ 0 w 40"/>
                <a:gd name="T7" fmla="*/ 24 h 37"/>
                <a:gd name="T8" fmla="*/ 2 w 40"/>
                <a:gd name="T9" fmla="*/ 32 h 37"/>
                <a:gd name="T10" fmla="*/ 13 w 40"/>
                <a:gd name="T11" fmla="*/ 37 h 37"/>
                <a:gd name="T12" fmla="*/ 21 w 40"/>
                <a:gd name="T13" fmla="*/ 36 h 37"/>
                <a:gd name="T14" fmla="*/ 28 w 40"/>
                <a:gd name="T15" fmla="*/ 33 h 37"/>
                <a:gd name="T16" fmla="*/ 35 w 40"/>
                <a:gd name="T17" fmla="*/ 29 h 37"/>
                <a:gd name="T18" fmla="*/ 39 w 40"/>
                <a:gd name="T19" fmla="*/ 23 h 37"/>
                <a:gd name="T20" fmla="*/ 40 w 40"/>
                <a:gd name="T21" fmla="*/ 16 h 37"/>
                <a:gd name="T22" fmla="*/ 33 w 40"/>
                <a:gd name="T23" fmla="*/ 4 h 37"/>
                <a:gd name="T24" fmla="*/ 26 w 40"/>
                <a:gd name="T25" fmla="*/ 22 h 37"/>
                <a:gd name="T26" fmla="*/ 18 w 40"/>
                <a:gd name="T27" fmla="*/ 26 h 37"/>
                <a:gd name="T28" fmla="*/ 15 w 40"/>
                <a:gd name="T29" fmla="*/ 26 h 37"/>
                <a:gd name="T30" fmla="*/ 14 w 40"/>
                <a:gd name="T31" fmla="*/ 26 h 37"/>
                <a:gd name="T32" fmla="*/ 15 w 40"/>
                <a:gd name="T33" fmla="*/ 16 h 37"/>
                <a:gd name="T34" fmla="*/ 19 w 40"/>
                <a:gd name="T35" fmla="*/ 11 h 37"/>
                <a:gd name="T36" fmla="*/ 22 w 40"/>
                <a:gd name="T37" fmla="*/ 12 h 37"/>
                <a:gd name="T38" fmla="*/ 27 w 40"/>
                <a:gd name="T39" fmla="*/ 17 h 37"/>
                <a:gd name="T40" fmla="*/ 26 w 40"/>
                <a:gd name="T41" fmla="*/ 2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 h="37">
                  <a:moveTo>
                    <a:pt x="33" y="4"/>
                  </a:moveTo>
                  <a:cubicBezTo>
                    <a:pt x="29" y="2"/>
                    <a:pt x="23" y="0"/>
                    <a:pt x="17" y="0"/>
                  </a:cubicBezTo>
                  <a:cubicBezTo>
                    <a:pt x="13" y="0"/>
                    <a:pt x="9" y="3"/>
                    <a:pt x="6" y="8"/>
                  </a:cubicBezTo>
                  <a:cubicBezTo>
                    <a:pt x="2" y="14"/>
                    <a:pt x="0" y="19"/>
                    <a:pt x="0" y="24"/>
                  </a:cubicBezTo>
                  <a:cubicBezTo>
                    <a:pt x="0" y="26"/>
                    <a:pt x="1" y="29"/>
                    <a:pt x="2" y="32"/>
                  </a:cubicBezTo>
                  <a:cubicBezTo>
                    <a:pt x="4" y="36"/>
                    <a:pt x="8" y="37"/>
                    <a:pt x="13" y="37"/>
                  </a:cubicBezTo>
                  <a:cubicBezTo>
                    <a:pt x="16" y="37"/>
                    <a:pt x="19" y="37"/>
                    <a:pt x="21" y="36"/>
                  </a:cubicBezTo>
                  <a:cubicBezTo>
                    <a:pt x="23" y="36"/>
                    <a:pt x="26" y="35"/>
                    <a:pt x="28" y="33"/>
                  </a:cubicBezTo>
                  <a:cubicBezTo>
                    <a:pt x="30" y="32"/>
                    <a:pt x="33" y="30"/>
                    <a:pt x="35" y="29"/>
                  </a:cubicBezTo>
                  <a:cubicBezTo>
                    <a:pt x="37" y="27"/>
                    <a:pt x="38" y="25"/>
                    <a:pt x="39" y="23"/>
                  </a:cubicBezTo>
                  <a:cubicBezTo>
                    <a:pt x="39" y="20"/>
                    <a:pt x="40" y="18"/>
                    <a:pt x="40" y="16"/>
                  </a:cubicBezTo>
                  <a:cubicBezTo>
                    <a:pt x="40" y="11"/>
                    <a:pt x="37" y="7"/>
                    <a:pt x="33" y="4"/>
                  </a:cubicBezTo>
                  <a:close/>
                  <a:moveTo>
                    <a:pt x="26" y="22"/>
                  </a:moveTo>
                  <a:cubicBezTo>
                    <a:pt x="22" y="24"/>
                    <a:pt x="19" y="26"/>
                    <a:pt x="18" y="26"/>
                  </a:cubicBezTo>
                  <a:cubicBezTo>
                    <a:pt x="15" y="26"/>
                    <a:pt x="15" y="26"/>
                    <a:pt x="15" y="26"/>
                  </a:cubicBezTo>
                  <a:cubicBezTo>
                    <a:pt x="14" y="26"/>
                    <a:pt x="14" y="26"/>
                    <a:pt x="14" y="26"/>
                  </a:cubicBezTo>
                  <a:cubicBezTo>
                    <a:pt x="13" y="22"/>
                    <a:pt x="14" y="19"/>
                    <a:pt x="15" y="16"/>
                  </a:cubicBezTo>
                  <a:cubicBezTo>
                    <a:pt x="16" y="13"/>
                    <a:pt x="18" y="11"/>
                    <a:pt x="19" y="11"/>
                  </a:cubicBezTo>
                  <a:cubicBezTo>
                    <a:pt x="20" y="12"/>
                    <a:pt x="21" y="12"/>
                    <a:pt x="22" y="12"/>
                  </a:cubicBezTo>
                  <a:cubicBezTo>
                    <a:pt x="25" y="14"/>
                    <a:pt x="27" y="15"/>
                    <a:pt x="27" y="17"/>
                  </a:cubicBezTo>
                  <a:cubicBezTo>
                    <a:pt x="27" y="19"/>
                    <a:pt x="26" y="20"/>
                    <a:pt x="26"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66"/>
            <p:cNvSpPr>
              <a:spLocks noEditPoints="1"/>
            </p:cNvSpPr>
            <p:nvPr/>
          </p:nvSpPr>
          <p:spPr bwMode="auto">
            <a:xfrm>
              <a:off x="1123950" y="3074988"/>
              <a:ext cx="100013" cy="128588"/>
            </a:xfrm>
            <a:custGeom>
              <a:avLst/>
              <a:gdLst>
                <a:gd name="T0" fmla="*/ 53 w 69"/>
                <a:gd name="T1" fmla="*/ 35 h 89"/>
                <a:gd name="T2" fmla="*/ 53 w 69"/>
                <a:gd name="T3" fmla="*/ 35 h 89"/>
                <a:gd name="T4" fmla="*/ 65 w 69"/>
                <a:gd name="T5" fmla="*/ 16 h 89"/>
                <a:gd name="T6" fmla="*/ 69 w 69"/>
                <a:gd name="T7" fmla="*/ 10 h 89"/>
                <a:gd name="T8" fmla="*/ 67 w 69"/>
                <a:gd name="T9" fmla="*/ 6 h 89"/>
                <a:gd name="T10" fmla="*/ 35 w 69"/>
                <a:gd name="T11" fmla="*/ 3 h 89"/>
                <a:gd name="T12" fmla="*/ 28 w 69"/>
                <a:gd name="T13" fmla="*/ 0 h 89"/>
                <a:gd name="T14" fmla="*/ 13 w 69"/>
                <a:gd name="T15" fmla="*/ 5 h 89"/>
                <a:gd name="T16" fmla="*/ 3 w 69"/>
                <a:gd name="T17" fmla="*/ 18 h 89"/>
                <a:gd name="T18" fmla="*/ 0 w 69"/>
                <a:gd name="T19" fmla="*/ 29 h 89"/>
                <a:gd name="T20" fmla="*/ 3 w 69"/>
                <a:gd name="T21" fmla="*/ 40 h 89"/>
                <a:gd name="T22" fmla="*/ 12 w 69"/>
                <a:gd name="T23" fmla="*/ 44 h 89"/>
                <a:gd name="T24" fmla="*/ 24 w 69"/>
                <a:gd name="T25" fmla="*/ 41 h 89"/>
                <a:gd name="T26" fmla="*/ 34 w 69"/>
                <a:gd name="T27" fmla="*/ 31 h 89"/>
                <a:gd name="T28" fmla="*/ 38 w 69"/>
                <a:gd name="T29" fmla="*/ 19 h 89"/>
                <a:gd name="T30" fmla="*/ 37 w 69"/>
                <a:gd name="T31" fmla="*/ 14 h 89"/>
                <a:gd name="T32" fmla="*/ 43 w 69"/>
                <a:gd name="T33" fmla="*/ 14 h 89"/>
                <a:gd name="T34" fmla="*/ 50 w 69"/>
                <a:gd name="T35" fmla="*/ 16 h 89"/>
                <a:gd name="T36" fmla="*/ 33 w 69"/>
                <a:gd name="T37" fmla="*/ 43 h 89"/>
                <a:gd name="T38" fmla="*/ 20 w 69"/>
                <a:gd name="T39" fmla="*/ 67 h 89"/>
                <a:gd name="T40" fmla="*/ 14 w 69"/>
                <a:gd name="T41" fmla="*/ 82 h 89"/>
                <a:gd name="T42" fmla="*/ 20 w 69"/>
                <a:gd name="T43" fmla="*/ 89 h 89"/>
                <a:gd name="T44" fmla="*/ 26 w 69"/>
                <a:gd name="T45" fmla="*/ 84 h 89"/>
                <a:gd name="T46" fmla="*/ 32 w 69"/>
                <a:gd name="T47" fmla="*/ 71 h 89"/>
                <a:gd name="T48" fmla="*/ 48 w 69"/>
                <a:gd name="T49" fmla="*/ 44 h 89"/>
                <a:gd name="T50" fmla="*/ 53 w 69"/>
                <a:gd name="T51" fmla="*/ 35 h 89"/>
                <a:gd name="T52" fmla="*/ 23 w 69"/>
                <a:gd name="T53" fmla="*/ 29 h 89"/>
                <a:gd name="T54" fmla="*/ 18 w 69"/>
                <a:gd name="T55" fmla="*/ 33 h 89"/>
                <a:gd name="T56" fmla="*/ 13 w 69"/>
                <a:gd name="T57" fmla="*/ 32 h 89"/>
                <a:gd name="T58" fmla="*/ 12 w 69"/>
                <a:gd name="T59" fmla="*/ 28 h 89"/>
                <a:gd name="T60" fmla="*/ 15 w 69"/>
                <a:gd name="T61" fmla="*/ 19 h 89"/>
                <a:gd name="T62" fmla="*/ 22 w 69"/>
                <a:gd name="T63" fmla="*/ 13 h 89"/>
                <a:gd name="T64" fmla="*/ 24 w 69"/>
                <a:gd name="T65" fmla="*/ 13 h 89"/>
                <a:gd name="T66" fmla="*/ 25 w 69"/>
                <a:gd name="T67" fmla="*/ 21 h 89"/>
                <a:gd name="T68" fmla="*/ 23 w 69"/>
                <a:gd name="T69" fmla="*/ 2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9" h="89">
                  <a:moveTo>
                    <a:pt x="53" y="35"/>
                  </a:moveTo>
                  <a:cubicBezTo>
                    <a:pt x="53" y="35"/>
                    <a:pt x="53" y="35"/>
                    <a:pt x="53" y="35"/>
                  </a:cubicBezTo>
                  <a:cubicBezTo>
                    <a:pt x="58" y="28"/>
                    <a:pt x="62" y="21"/>
                    <a:pt x="65" y="16"/>
                  </a:cubicBezTo>
                  <a:cubicBezTo>
                    <a:pt x="68" y="14"/>
                    <a:pt x="69" y="12"/>
                    <a:pt x="69" y="10"/>
                  </a:cubicBezTo>
                  <a:cubicBezTo>
                    <a:pt x="69" y="9"/>
                    <a:pt x="69" y="8"/>
                    <a:pt x="67" y="6"/>
                  </a:cubicBezTo>
                  <a:cubicBezTo>
                    <a:pt x="50" y="5"/>
                    <a:pt x="39" y="4"/>
                    <a:pt x="35" y="3"/>
                  </a:cubicBezTo>
                  <a:cubicBezTo>
                    <a:pt x="32" y="1"/>
                    <a:pt x="30" y="0"/>
                    <a:pt x="28" y="0"/>
                  </a:cubicBezTo>
                  <a:cubicBezTo>
                    <a:pt x="22" y="0"/>
                    <a:pt x="17" y="1"/>
                    <a:pt x="13" y="5"/>
                  </a:cubicBezTo>
                  <a:cubicBezTo>
                    <a:pt x="8" y="8"/>
                    <a:pt x="5" y="12"/>
                    <a:pt x="3" y="18"/>
                  </a:cubicBezTo>
                  <a:cubicBezTo>
                    <a:pt x="1" y="23"/>
                    <a:pt x="0" y="27"/>
                    <a:pt x="0" y="29"/>
                  </a:cubicBezTo>
                  <a:cubicBezTo>
                    <a:pt x="0" y="34"/>
                    <a:pt x="1" y="37"/>
                    <a:pt x="3" y="40"/>
                  </a:cubicBezTo>
                  <a:cubicBezTo>
                    <a:pt x="5" y="43"/>
                    <a:pt x="8" y="44"/>
                    <a:pt x="12" y="44"/>
                  </a:cubicBezTo>
                  <a:cubicBezTo>
                    <a:pt x="16" y="44"/>
                    <a:pt x="20" y="43"/>
                    <a:pt x="24" y="41"/>
                  </a:cubicBezTo>
                  <a:cubicBezTo>
                    <a:pt x="28" y="38"/>
                    <a:pt x="31" y="35"/>
                    <a:pt x="34" y="31"/>
                  </a:cubicBezTo>
                  <a:cubicBezTo>
                    <a:pt x="36" y="27"/>
                    <a:pt x="38" y="23"/>
                    <a:pt x="38" y="19"/>
                  </a:cubicBezTo>
                  <a:cubicBezTo>
                    <a:pt x="38" y="17"/>
                    <a:pt x="37" y="16"/>
                    <a:pt x="37" y="14"/>
                  </a:cubicBezTo>
                  <a:cubicBezTo>
                    <a:pt x="41" y="14"/>
                    <a:pt x="43" y="14"/>
                    <a:pt x="43" y="14"/>
                  </a:cubicBezTo>
                  <a:cubicBezTo>
                    <a:pt x="43" y="14"/>
                    <a:pt x="46" y="15"/>
                    <a:pt x="50" y="16"/>
                  </a:cubicBezTo>
                  <a:cubicBezTo>
                    <a:pt x="39" y="33"/>
                    <a:pt x="33" y="42"/>
                    <a:pt x="33" y="43"/>
                  </a:cubicBezTo>
                  <a:cubicBezTo>
                    <a:pt x="27" y="51"/>
                    <a:pt x="23" y="58"/>
                    <a:pt x="20" y="67"/>
                  </a:cubicBezTo>
                  <a:cubicBezTo>
                    <a:pt x="16" y="75"/>
                    <a:pt x="14" y="80"/>
                    <a:pt x="14" y="82"/>
                  </a:cubicBezTo>
                  <a:cubicBezTo>
                    <a:pt x="14" y="87"/>
                    <a:pt x="16" y="89"/>
                    <a:pt x="20" y="89"/>
                  </a:cubicBezTo>
                  <a:cubicBezTo>
                    <a:pt x="22" y="89"/>
                    <a:pt x="24" y="87"/>
                    <a:pt x="26" y="84"/>
                  </a:cubicBezTo>
                  <a:cubicBezTo>
                    <a:pt x="28" y="81"/>
                    <a:pt x="30" y="76"/>
                    <a:pt x="32" y="71"/>
                  </a:cubicBezTo>
                  <a:cubicBezTo>
                    <a:pt x="37" y="62"/>
                    <a:pt x="42" y="53"/>
                    <a:pt x="48" y="44"/>
                  </a:cubicBezTo>
                  <a:cubicBezTo>
                    <a:pt x="51" y="39"/>
                    <a:pt x="53" y="36"/>
                    <a:pt x="53" y="35"/>
                  </a:cubicBezTo>
                  <a:close/>
                  <a:moveTo>
                    <a:pt x="23" y="29"/>
                  </a:moveTo>
                  <a:cubicBezTo>
                    <a:pt x="21" y="32"/>
                    <a:pt x="19" y="33"/>
                    <a:pt x="18" y="33"/>
                  </a:cubicBezTo>
                  <a:cubicBezTo>
                    <a:pt x="16" y="33"/>
                    <a:pt x="15" y="33"/>
                    <a:pt x="13" y="32"/>
                  </a:cubicBezTo>
                  <a:cubicBezTo>
                    <a:pt x="12" y="31"/>
                    <a:pt x="12" y="30"/>
                    <a:pt x="12" y="28"/>
                  </a:cubicBezTo>
                  <a:cubicBezTo>
                    <a:pt x="12" y="26"/>
                    <a:pt x="13" y="22"/>
                    <a:pt x="15" y="19"/>
                  </a:cubicBezTo>
                  <a:cubicBezTo>
                    <a:pt x="17" y="15"/>
                    <a:pt x="20" y="13"/>
                    <a:pt x="22" y="13"/>
                  </a:cubicBezTo>
                  <a:cubicBezTo>
                    <a:pt x="24" y="13"/>
                    <a:pt x="24" y="13"/>
                    <a:pt x="24" y="13"/>
                  </a:cubicBezTo>
                  <a:cubicBezTo>
                    <a:pt x="25" y="17"/>
                    <a:pt x="25" y="20"/>
                    <a:pt x="25" y="21"/>
                  </a:cubicBezTo>
                  <a:cubicBezTo>
                    <a:pt x="25" y="24"/>
                    <a:pt x="24" y="26"/>
                    <a:pt x="23"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67"/>
            <p:cNvSpPr>
              <a:spLocks noEditPoints="1"/>
            </p:cNvSpPr>
            <p:nvPr/>
          </p:nvSpPr>
          <p:spPr bwMode="auto">
            <a:xfrm>
              <a:off x="1954212" y="3041651"/>
              <a:ext cx="333375" cy="274638"/>
            </a:xfrm>
            <a:custGeom>
              <a:avLst/>
              <a:gdLst>
                <a:gd name="T0" fmla="*/ 127 w 230"/>
                <a:gd name="T1" fmla="*/ 4 h 189"/>
                <a:gd name="T2" fmla="*/ 44 w 230"/>
                <a:gd name="T3" fmla="*/ 103 h 189"/>
                <a:gd name="T4" fmla="*/ 53 w 230"/>
                <a:gd name="T5" fmla="*/ 135 h 189"/>
                <a:gd name="T6" fmla="*/ 0 w 230"/>
                <a:gd name="T7" fmla="*/ 185 h 189"/>
                <a:gd name="T8" fmla="*/ 63 w 230"/>
                <a:gd name="T9" fmla="*/ 151 h 189"/>
                <a:gd name="T10" fmla="*/ 143 w 230"/>
                <a:gd name="T11" fmla="*/ 186 h 189"/>
                <a:gd name="T12" fmla="*/ 226 w 230"/>
                <a:gd name="T13" fmla="*/ 87 h 189"/>
                <a:gd name="T14" fmla="*/ 127 w 230"/>
                <a:gd name="T15" fmla="*/ 4 h 189"/>
                <a:gd name="T16" fmla="*/ 138 w 230"/>
                <a:gd name="T17" fmla="*/ 175 h 189"/>
                <a:gd name="T18" fmla="*/ 54 w 230"/>
                <a:gd name="T19" fmla="*/ 104 h 189"/>
                <a:gd name="T20" fmla="*/ 125 w 230"/>
                <a:gd name="T21" fmla="*/ 20 h 189"/>
                <a:gd name="T22" fmla="*/ 209 w 230"/>
                <a:gd name="T23" fmla="*/ 91 h 189"/>
                <a:gd name="T24" fmla="*/ 138 w 230"/>
                <a:gd name="T25" fmla="*/ 175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0" h="189">
                  <a:moveTo>
                    <a:pt x="127" y="4"/>
                  </a:moveTo>
                  <a:cubicBezTo>
                    <a:pt x="77" y="8"/>
                    <a:pt x="40" y="53"/>
                    <a:pt x="44" y="103"/>
                  </a:cubicBezTo>
                  <a:cubicBezTo>
                    <a:pt x="45" y="114"/>
                    <a:pt x="48" y="125"/>
                    <a:pt x="53" y="135"/>
                  </a:cubicBezTo>
                  <a:cubicBezTo>
                    <a:pt x="0" y="185"/>
                    <a:pt x="0" y="185"/>
                    <a:pt x="0" y="185"/>
                  </a:cubicBezTo>
                  <a:cubicBezTo>
                    <a:pt x="63" y="151"/>
                    <a:pt x="63" y="151"/>
                    <a:pt x="63" y="151"/>
                  </a:cubicBezTo>
                  <a:cubicBezTo>
                    <a:pt x="82" y="175"/>
                    <a:pt x="111" y="189"/>
                    <a:pt x="143" y="186"/>
                  </a:cubicBezTo>
                  <a:cubicBezTo>
                    <a:pt x="193" y="181"/>
                    <a:pt x="230" y="137"/>
                    <a:pt x="226" y="87"/>
                  </a:cubicBezTo>
                  <a:cubicBezTo>
                    <a:pt x="221" y="37"/>
                    <a:pt x="177" y="0"/>
                    <a:pt x="127" y="4"/>
                  </a:cubicBezTo>
                  <a:close/>
                  <a:moveTo>
                    <a:pt x="138" y="175"/>
                  </a:moveTo>
                  <a:cubicBezTo>
                    <a:pt x="95" y="179"/>
                    <a:pt x="58" y="147"/>
                    <a:pt x="54" y="104"/>
                  </a:cubicBezTo>
                  <a:cubicBezTo>
                    <a:pt x="50" y="62"/>
                    <a:pt x="82" y="24"/>
                    <a:pt x="125" y="20"/>
                  </a:cubicBezTo>
                  <a:cubicBezTo>
                    <a:pt x="168" y="16"/>
                    <a:pt x="206" y="48"/>
                    <a:pt x="209" y="91"/>
                  </a:cubicBezTo>
                  <a:cubicBezTo>
                    <a:pt x="213" y="134"/>
                    <a:pt x="181" y="172"/>
                    <a:pt x="138" y="1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68"/>
            <p:cNvSpPr>
              <a:spLocks noEditPoints="1"/>
            </p:cNvSpPr>
            <p:nvPr/>
          </p:nvSpPr>
          <p:spPr bwMode="auto">
            <a:xfrm>
              <a:off x="2149475" y="3187701"/>
              <a:ext cx="49213" cy="47625"/>
            </a:xfrm>
            <a:custGeom>
              <a:avLst/>
              <a:gdLst>
                <a:gd name="T0" fmla="*/ 29 w 35"/>
                <a:gd name="T1" fmla="*/ 4 h 33"/>
                <a:gd name="T2" fmla="*/ 16 w 35"/>
                <a:gd name="T3" fmla="*/ 0 h 33"/>
                <a:gd name="T4" fmla="*/ 5 w 35"/>
                <a:gd name="T5" fmla="*/ 8 h 33"/>
                <a:gd name="T6" fmla="*/ 0 w 35"/>
                <a:gd name="T7" fmla="*/ 21 h 33"/>
                <a:gd name="T8" fmla="*/ 3 w 35"/>
                <a:gd name="T9" fmla="*/ 29 h 33"/>
                <a:gd name="T10" fmla="*/ 12 w 35"/>
                <a:gd name="T11" fmla="*/ 33 h 33"/>
                <a:gd name="T12" fmla="*/ 19 w 35"/>
                <a:gd name="T13" fmla="*/ 32 h 33"/>
                <a:gd name="T14" fmla="*/ 25 w 35"/>
                <a:gd name="T15" fmla="*/ 29 h 33"/>
                <a:gd name="T16" fmla="*/ 31 w 35"/>
                <a:gd name="T17" fmla="*/ 25 h 33"/>
                <a:gd name="T18" fmla="*/ 34 w 35"/>
                <a:gd name="T19" fmla="*/ 20 h 33"/>
                <a:gd name="T20" fmla="*/ 35 w 35"/>
                <a:gd name="T21" fmla="*/ 14 h 33"/>
                <a:gd name="T22" fmla="*/ 29 w 35"/>
                <a:gd name="T23" fmla="*/ 4 h 33"/>
                <a:gd name="T24" fmla="*/ 23 w 35"/>
                <a:gd name="T25" fmla="*/ 19 h 33"/>
                <a:gd name="T26" fmla="*/ 17 w 35"/>
                <a:gd name="T27" fmla="*/ 23 h 33"/>
                <a:gd name="T28" fmla="*/ 13 w 35"/>
                <a:gd name="T29" fmla="*/ 23 h 33"/>
                <a:gd name="T30" fmla="*/ 13 w 35"/>
                <a:gd name="T31" fmla="*/ 23 h 33"/>
                <a:gd name="T32" fmla="*/ 14 w 35"/>
                <a:gd name="T33" fmla="*/ 14 h 33"/>
                <a:gd name="T34" fmla="*/ 17 w 35"/>
                <a:gd name="T35" fmla="*/ 10 h 33"/>
                <a:gd name="T36" fmla="*/ 19 w 35"/>
                <a:gd name="T37" fmla="*/ 11 h 33"/>
                <a:gd name="T38" fmla="*/ 24 w 35"/>
                <a:gd name="T39" fmla="*/ 15 h 33"/>
                <a:gd name="T40" fmla="*/ 23 w 35"/>
                <a:gd name="T41" fmla="*/ 1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33">
                  <a:moveTo>
                    <a:pt x="29" y="4"/>
                  </a:moveTo>
                  <a:cubicBezTo>
                    <a:pt x="25" y="2"/>
                    <a:pt x="21" y="0"/>
                    <a:pt x="16" y="0"/>
                  </a:cubicBezTo>
                  <a:cubicBezTo>
                    <a:pt x="12" y="0"/>
                    <a:pt x="9" y="3"/>
                    <a:pt x="5" y="8"/>
                  </a:cubicBezTo>
                  <a:cubicBezTo>
                    <a:pt x="2" y="12"/>
                    <a:pt x="0" y="17"/>
                    <a:pt x="0" y="21"/>
                  </a:cubicBezTo>
                  <a:cubicBezTo>
                    <a:pt x="0" y="23"/>
                    <a:pt x="1" y="26"/>
                    <a:pt x="3" y="29"/>
                  </a:cubicBezTo>
                  <a:cubicBezTo>
                    <a:pt x="4" y="32"/>
                    <a:pt x="7" y="33"/>
                    <a:pt x="12" y="33"/>
                  </a:cubicBezTo>
                  <a:cubicBezTo>
                    <a:pt x="15" y="33"/>
                    <a:pt x="17" y="33"/>
                    <a:pt x="19" y="32"/>
                  </a:cubicBezTo>
                  <a:cubicBezTo>
                    <a:pt x="21" y="32"/>
                    <a:pt x="23" y="31"/>
                    <a:pt x="25" y="29"/>
                  </a:cubicBezTo>
                  <a:cubicBezTo>
                    <a:pt x="27" y="28"/>
                    <a:pt x="29" y="27"/>
                    <a:pt x="31" y="25"/>
                  </a:cubicBezTo>
                  <a:cubicBezTo>
                    <a:pt x="32" y="24"/>
                    <a:pt x="33" y="22"/>
                    <a:pt x="34" y="20"/>
                  </a:cubicBezTo>
                  <a:cubicBezTo>
                    <a:pt x="35" y="18"/>
                    <a:pt x="35" y="16"/>
                    <a:pt x="35" y="14"/>
                  </a:cubicBezTo>
                  <a:cubicBezTo>
                    <a:pt x="35" y="10"/>
                    <a:pt x="33" y="7"/>
                    <a:pt x="29" y="4"/>
                  </a:cubicBezTo>
                  <a:close/>
                  <a:moveTo>
                    <a:pt x="23" y="19"/>
                  </a:moveTo>
                  <a:cubicBezTo>
                    <a:pt x="19" y="22"/>
                    <a:pt x="17" y="23"/>
                    <a:pt x="17" y="23"/>
                  </a:cubicBezTo>
                  <a:cubicBezTo>
                    <a:pt x="13" y="23"/>
                    <a:pt x="13" y="23"/>
                    <a:pt x="13" y="23"/>
                  </a:cubicBezTo>
                  <a:cubicBezTo>
                    <a:pt x="13" y="23"/>
                    <a:pt x="13" y="23"/>
                    <a:pt x="13" y="23"/>
                  </a:cubicBezTo>
                  <a:cubicBezTo>
                    <a:pt x="12" y="20"/>
                    <a:pt x="12" y="17"/>
                    <a:pt x="14" y="14"/>
                  </a:cubicBezTo>
                  <a:cubicBezTo>
                    <a:pt x="15" y="11"/>
                    <a:pt x="16" y="10"/>
                    <a:pt x="17" y="10"/>
                  </a:cubicBezTo>
                  <a:cubicBezTo>
                    <a:pt x="18" y="11"/>
                    <a:pt x="19" y="11"/>
                    <a:pt x="19" y="11"/>
                  </a:cubicBezTo>
                  <a:cubicBezTo>
                    <a:pt x="22" y="13"/>
                    <a:pt x="24" y="14"/>
                    <a:pt x="24" y="15"/>
                  </a:cubicBezTo>
                  <a:cubicBezTo>
                    <a:pt x="24" y="17"/>
                    <a:pt x="24" y="18"/>
                    <a:pt x="23"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69"/>
            <p:cNvSpPr>
              <a:spLocks noEditPoints="1"/>
            </p:cNvSpPr>
            <p:nvPr/>
          </p:nvSpPr>
          <p:spPr bwMode="auto">
            <a:xfrm>
              <a:off x="2093912" y="3125788"/>
              <a:ext cx="87313" cy="111125"/>
            </a:xfrm>
            <a:custGeom>
              <a:avLst/>
              <a:gdLst>
                <a:gd name="T0" fmla="*/ 46 w 60"/>
                <a:gd name="T1" fmla="*/ 30 h 77"/>
                <a:gd name="T2" fmla="*/ 46 w 60"/>
                <a:gd name="T3" fmla="*/ 31 h 77"/>
                <a:gd name="T4" fmla="*/ 57 w 60"/>
                <a:gd name="T5" fmla="*/ 14 h 77"/>
                <a:gd name="T6" fmla="*/ 60 w 60"/>
                <a:gd name="T7" fmla="*/ 9 h 77"/>
                <a:gd name="T8" fmla="*/ 59 w 60"/>
                <a:gd name="T9" fmla="*/ 5 h 77"/>
                <a:gd name="T10" fmla="*/ 31 w 60"/>
                <a:gd name="T11" fmla="*/ 3 h 77"/>
                <a:gd name="T12" fmla="*/ 24 w 60"/>
                <a:gd name="T13" fmla="*/ 0 h 77"/>
                <a:gd name="T14" fmla="*/ 11 w 60"/>
                <a:gd name="T15" fmla="*/ 4 h 77"/>
                <a:gd name="T16" fmla="*/ 2 w 60"/>
                <a:gd name="T17" fmla="*/ 15 h 77"/>
                <a:gd name="T18" fmla="*/ 0 w 60"/>
                <a:gd name="T19" fmla="*/ 25 h 77"/>
                <a:gd name="T20" fmla="*/ 3 w 60"/>
                <a:gd name="T21" fmla="*/ 35 h 77"/>
                <a:gd name="T22" fmla="*/ 11 w 60"/>
                <a:gd name="T23" fmla="*/ 38 h 77"/>
                <a:gd name="T24" fmla="*/ 21 w 60"/>
                <a:gd name="T25" fmla="*/ 35 h 77"/>
                <a:gd name="T26" fmla="*/ 30 w 60"/>
                <a:gd name="T27" fmla="*/ 27 h 77"/>
                <a:gd name="T28" fmla="*/ 33 w 60"/>
                <a:gd name="T29" fmla="*/ 16 h 77"/>
                <a:gd name="T30" fmla="*/ 32 w 60"/>
                <a:gd name="T31" fmla="*/ 12 h 77"/>
                <a:gd name="T32" fmla="*/ 38 w 60"/>
                <a:gd name="T33" fmla="*/ 12 h 77"/>
                <a:gd name="T34" fmla="*/ 44 w 60"/>
                <a:gd name="T35" fmla="*/ 14 h 77"/>
                <a:gd name="T36" fmla="*/ 29 w 60"/>
                <a:gd name="T37" fmla="*/ 37 h 77"/>
                <a:gd name="T38" fmla="*/ 17 w 60"/>
                <a:gd name="T39" fmla="*/ 58 h 77"/>
                <a:gd name="T40" fmla="*/ 13 w 60"/>
                <a:gd name="T41" fmla="*/ 72 h 77"/>
                <a:gd name="T42" fmla="*/ 18 w 60"/>
                <a:gd name="T43" fmla="*/ 77 h 77"/>
                <a:gd name="T44" fmla="*/ 23 w 60"/>
                <a:gd name="T45" fmla="*/ 73 h 77"/>
                <a:gd name="T46" fmla="*/ 28 w 60"/>
                <a:gd name="T47" fmla="*/ 62 h 77"/>
                <a:gd name="T48" fmla="*/ 42 w 60"/>
                <a:gd name="T49" fmla="*/ 38 h 77"/>
                <a:gd name="T50" fmla="*/ 46 w 60"/>
                <a:gd name="T51" fmla="*/ 30 h 77"/>
                <a:gd name="T52" fmla="*/ 20 w 60"/>
                <a:gd name="T53" fmla="*/ 25 h 77"/>
                <a:gd name="T54" fmla="*/ 15 w 60"/>
                <a:gd name="T55" fmla="*/ 29 h 77"/>
                <a:gd name="T56" fmla="*/ 12 w 60"/>
                <a:gd name="T57" fmla="*/ 28 h 77"/>
                <a:gd name="T58" fmla="*/ 10 w 60"/>
                <a:gd name="T59" fmla="*/ 25 h 77"/>
                <a:gd name="T60" fmla="*/ 13 w 60"/>
                <a:gd name="T61" fmla="*/ 16 h 77"/>
                <a:gd name="T62" fmla="*/ 20 w 60"/>
                <a:gd name="T63" fmla="*/ 11 h 77"/>
                <a:gd name="T64" fmla="*/ 21 w 60"/>
                <a:gd name="T65" fmla="*/ 11 h 77"/>
                <a:gd name="T66" fmla="*/ 22 w 60"/>
                <a:gd name="T67" fmla="*/ 18 h 77"/>
                <a:gd name="T68" fmla="*/ 20 w 60"/>
                <a:gd name="T69" fmla="*/ 2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0" h="77">
                  <a:moveTo>
                    <a:pt x="46" y="30"/>
                  </a:moveTo>
                  <a:cubicBezTo>
                    <a:pt x="46" y="31"/>
                    <a:pt x="46" y="31"/>
                    <a:pt x="46" y="31"/>
                  </a:cubicBezTo>
                  <a:cubicBezTo>
                    <a:pt x="51" y="24"/>
                    <a:pt x="54" y="18"/>
                    <a:pt x="57" y="14"/>
                  </a:cubicBezTo>
                  <a:cubicBezTo>
                    <a:pt x="59" y="12"/>
                    <a:pt x="60" y="11"/>
                    <a:pt x="60" y="9"/>
                  </a:cubicBezTo>
                  <a:cubicBezTo>
                    <a:pt x="60" y="8"/>
                    <a:pt x="60" y="7"/>
                    <a:pt x="59" y="5"/>
                  </a:cubicBezTo>
                  <a:cubicBezTo>
                    <a:pt x="44" y="4"/>
                    <a:pt x="34" y="3"/>
                    <a:pt x="31" y="3"/>
                  </a:cubicBezTo>
                  <a:cubicBezTo>
                    <a:pt x="28" y="1"/>
                    <a:pt x="26" y="0"/>
                    <a:pt x="24" y="0"/>
                  </a:cubicBezTo>
                  <a:cubicBezTo>
                    <a:pt x="20" y="0"/>
                    <a:pt x="15" y="1"/>
                    <a:pt x="11" y="4"/>
                  </a:cubicBezTo>
                  <a:cubicBezTo>
                    <a:pt x="7" y="7"/>
                    <a:pt x="4" y="11"/>
                    <a:pt x="2" y="15"/>
                  </a:cubicBezTo>
                  <a:cubicBezTo>
                    <a:pt x="1" y="20"/>
                    <a:pt x="0" y="23"/>
                    <a:pt x="0" y="25"/>
                  </a:cubicBezTo>
                  <a:cubicBezTo>
                    <a:pt x="0" y="29"/>
                    <a:pt x="1" y="32"/>
                    <a:pt x="3" y="35"/>
                  </a:cubicBezTo>
                  <a:cubicBezTo>
                    <a:pt x="5" y="37"/>
                    <a:pt x="7" y="38"/>
                    <a:pt x="11" y="38"/>
                  </a:cubicBezTo>
                  <a:cubicBezTo>
                    <a:pt x="14" y="38"/>
                    <a:pt x="17" y="37"/>
                    <a:pt x="21" y="35"/>
                  </a:cubicBezTo>
                  <a:cubicBezTo>
                    <a:pt x="24" y="33"/>
                    <a:pt x="27" y="30"/>
                    <a:pt x="30" y="27"/>
                  </a:cubicBezTo>
                  <a:cubicBezTo>
                    <a:pt x="32" y="23"/>
                    <a:pt x="33" y="19"/>
                    <a:pt x="33" y="16"/>
                  </a:cubicBezTo>
                  <a:cubicBezTo>
                    <a:pt x="33" y="15"/>
                    <a:pt x="33" y="14"/>
                    <a:pt x="32" y="12"/>
                  </a:cubicBezTo>
                  <a:cubicBezTo>
                    <a:pt x="36" y="12"/>
                    <a:pt x="37" y="12"/>
                    <a:pt x="38" y="12"/>
                  </a:cubicBezTo>
                  <a:cubicBezTo>
                    <a:pt x="38" y="12"/>
                    <a:pt x="40" y="13"/>
                    <a:pt x="44" y="14"/>
                  </a:cubicBezTo>
                  <a:cubicBezTo>
                    <a:pt x="34" y="29"/>
                    <a:pt x="29" y="37"/>
                    <a:pt x="29" y="37"/>
                  </a:cubicBezTo>
                  <a:cubicBezTo>
                    <a:pt x="24" y="44"/>
                    <a:pt x="20" y="51"/>
                    <a:pt x="17" y="58"/>
                  </a:cubicBezTo>
                  <a:cubicBezTo>
                    <a:pt x="14" y="65"/>
                    <a:pt x="13" y="70"/>
                    <a:pt x="13" y="72"/>
                  </a:cubicBezTo>
                  <a:cubicBezTo>
                    <a:pt x="13" y="75"/>
                    <a:pt x="14" y="77"/>
                    <a:pt x="18" y="77"/>
                  </a:cubicBezTo>
                  <a:cubicBezTo>
                    <a:pt x="19" y="77"/>
                    <a:pt x="21" y="76"/>
                    <a:pt x="23" y="73"/>
                  </a:cubicBezTo>
                  <a:cubicBezTo>
                    <a:pt x="25" y="70"/>
                    <a:pt x="26" y="66"/>
                    <a:pt x="28" y="62"/>
                  </a:cubicBezTo>
                  <a:cubicBezTo>
                    <a:pt x="32" y="54"/>
                    <a:pt x="36" y="46"/>
                    <a:pt x="42" y="38"/>
                  </a:cubicBezTo>
                  <a:cubicBezTo>
                    <a:pt x="44" y="33"/>
                    <a:pt x="46" y="31"/>
                    <a:pt x="46" y="30"/>
                  </a:cubicBezTo>
                  <a:close/>
                  <a:moveTo>
                    <a:pt x="20" y="25"/>
                  </a:moveTo>
                  <a:cubicBezTo>
                    <a:pt x="18" y="27"/>
                    <a:pt x="17" y="29"/>
                    <a:pt x="15" y="29"/>
                  </a:cubicBezTo>
                  <a:cubicBezTo>
                    <a:pt x="14" y="29"/>
                    <a:pt x="13" y="28"/>
                    <a:pt x="12" y="28"/>
                  </a:cubicBezTo>
                  <a:cubicBezTo>
                    <a:pt x="11" y="27"/>
                    <a:pt x="10" y="26"/>
                    <a:pt x="10" y="25"/>
                  </a:cubicBezTo>
                  <a:cubicBezTo>
                    <a:pt x="10" y="22"/>
                    <a:pt x="11" y="19"/>
                    <a:pt x="13" y="16"/>
                  </a:cubicBezTo>
                  <a:cubicBezTo>
                    <a:pt x="15" y="13"/>
                    <a:pt x="17" y="11"/>
                    <a:pt x="20" y="11"/>
                  </a:cubicBezTo>
                  <a:cubicBezTo>
                    <a:pt x="21" y="11"/>
                    <a:pt x="21" y="11"/>
                    <a:pt x="21" y="11"/>
                  </a:cubicBezTo>
                  <a:cubicBezTo>
                    <a:pt x="22" y="15"/>
                    <a:pt x="22" y="17"/>
                    <a:pt x="22" y="18"/>
                  </a:cubicBezTo>
                  <a:cubicBezTo>
                    <a:pt x="22" y="21"/>
                    <a:pt x="21" y="23"/>
                    <a:pt x="20"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70"/>
            <p:cNvSpPr>
              <a:spLocks noEditPoints="1"/>
            </p:cNvSpPr>
            <p:nvPr/>
          </p:nvSpPr>
          <p:spPr bwMode="auto">
            <a:xfrm>
              <a:off x="1322387" y="2755901"/>
              <a:ext cx="336550" cy="423863"/>
            </a:xfrm>
            <a:custGeom>
              <a:avLst/>
              <a:gdLst>
                <a:gd name="T0" fmla="*/ 40 w 232"/>
                <a:gd name="T1" fmla="*/ 43 h 293"/>
                <a:gd name="T2" fmla="*/ 44 w 232"/>
                <a:gd name="T3" fmla="*/ 191 h 293"/>
                <a:gd name="T4" fmla="*/ 140 w 232"/>
                <a:gd name="T5" fmla="*/ 217 h 293"/>
                <a:gd name="T6" fmla="*/ 174 w 232"/>
                <a:gd name="T7" fmla="*/ 293 h 293"/>
                <a:gd name="T8" fmla="*/ 162 w 232"/>
                <a:gd name="T9" fmla="*/ 210 h 293"/>
                <a:gd name="T10" fmla="*/ 192 w 232"/>
                <a:gd name="T11" fmla="*/ 187 h 293"/>
                <a:gd name="T12" fmla="*/ 188 w 232"/>
                <a:gd name="T13" fmla="*/ 39 h 293"/>
                <a:gd name="T14" fmla="*/ 40 w 232"/>
                <a:gd name="T15" fmla="*/ 43 h 293"/>
                <a:gd name="T16" fmla="*/ 179 w 232"/>
                <a:gd name="T17" fmla="*/ 55 h 293"/>
                <a:gd name="T18" fmla="*/ 182 w 232"/>
                <a:gd name="T19" fmla="*/ 182 h 293"/>
                <a:gd name="T20" fmla="*/ 56 w 232"/>
                <a:gd name="T21" fmla="*/ 185 h 293"/>
                <a:gd name="T22" fmla="*/ 52 w 232"/>
                <a:gd name="T23" fmla="*/ 59 h 293"/>
                <a:gd name="T24" fmla="*/ 179 w 232"/>
                <a:gd name="T25" fmla="*/ 55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2" h="293">
                  <a:moveTo>
                    <a:pt x="40" y="43"/>
                  </a:moveTo>
                  <a:cubicBezTo>
                    <a:pt x="0" y="85"/>
                    <a:pt x="2" y="152"/>
                    <a:pt x="44" y="191"/>
                  </a:cubicBezTo>
                  <a:cubicBezTo>
                    <a:pt x="71" y="217"/>
                    <a:pt x="107" y="225"/>
                    <a:pt x="140" y="217"/>
                  </a:cubicBezTo>
                  <a:cubicBezTo>
                    <a:pt x="174" y="293"/>
                    <a:pt x="174" y="293"/>
                    <a:pt x="174" y="293"/>
                  </a:cubicBezTo>
                  <a:cubicBezTo>
                    <a:pt x="162" y="210"/>
                    <a:pt x="162" y="210"/>
                    <a:pt x="162" y="210"/>
                  </a:cubicBezTo>
                  <a:cubicBezTo>
                    <a:pt x="173" y="204"/>
                    <a:pt x="183" y="197"/>
                    <a:pt x="192" y="187"/>
                  </a:cubicBezTo>
                  <a:cubicBezTo>
                    <a:pt x="232" y="145"/>
                    <a:pt x="230" y="79"/>
                    <a:pt x="188" y="39"/>
                  </a:cubicBezTo>
                  <a:cubicBezTo>
                    <a:pt x="146" y="0"/>
                    <a:pt x="80" y="1"/>
                    <a:pt x="40" y="43"/>
                  </a:cubicBezTo>
                  <a:close/>
                  <a:moveTo>
                    <a:pt x="179" y="55"/>
                  </a:moveTo>
                  <a:cubicBezTo>
                    <a:pt x="215" y="89"/>
                    <a:pt x="216" y="146"/>
                    <a:pt x="182" y="182"/>
                  </a:cubicBezTo>
                  <a:cubicBezTo>
                    <a:pt x="148" y="218"/>
                    <a:pt x="91" y="219"/>
                    <a:pt x="56" y="185"/>
                  </a:cubicBezTo>
                  <a:cubicBezTo>
                    <a:pt x="20" y="151"/>
                    <a:pt x="18" y="95"/>
                    <a:pt x="52" y="59"/>
                  </a:cubicBezTo>
                  <a:cubicBezTo>
                    <a:pt x="86" y="23"/>
                    <a:pt x="143" y="21"/>
                    <a:pt x="179" y="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71"/>
            <p:cNvSpPr>
              <a:spLocks noEditPoints="1"/>
            </p:cNvSpPr>
            <p:nvPr/>
          </p:nvSpPr>
          <p:spPr bwMode="auto">
            <a:xfrm>
              <a:off x="1431925" y="2859088"/>
              <a:ext cx="100013" cy="130175"/>
            </a:xfrm>
            <a:custGeom>
              <a:avLst/>
              <a:gdLst>
                <a:gd name="T0" fmla="*/ 12 w 69"/>
                <a:gd name="T1" fmla="*/ 44 h 89"/>
                <a:gd name="T2" fmla="*/ 24 w 69"/>
                <a:gd name="T3" fmla="*/ 41 h 89"/>
                <a:gd name="T4" fmla="*/ 34 w 69"/>
                <a:gd name="T5" fmla="*/ 31 h 89"/>
                <a:gd name="T6" fmla="*/ 38 w 69"/>
                <a:gd name="T7" fmla="*/ 19 h 89"/>
                <a:gd name="T8" fmla="*/ 37 w 69"/>
                <a:gd name="T9" fmla="*/ 15 h 89"/>
                <a:gd name="T10" fmla="*/ 43 w 69"/>
                <a:gd name="T11" fmla="*/ 14 h 89"/>
                <a:gd name="T12" fmla="*/ 50 w 69"/>
                <a:gd name="T13" fmla="*/ 16 h 89"/>
                <a:gd name="T14" fmla="*/ 33 w 69"/>
                <a:gd name="T15" fmla="*/ 43 h 89"/>
                <a:gd name="T16" fmla="*/ 20 w 69"/>
                <a:gd name="T17" fmla="*/ 67 h 89"/>
                <a:gd name="T18" fmla="*/ 14 w 69"/>
                <a:gd name="T19" fmla="*/ 83 h 89"/>
                <a:gd name="T20" fmla="*/ 20 w 69"/>
                <a:gd name="T21" fmla="*/ 89 h 89"/>
                <a:gd name="T22" fmla="*/ 26 w 69"/>
                <a:gd name="T23" fmla="*/ 84 h 89"/>
                <a:gd name="T24" fmla="*/ 32 w 69"/>
                <a:gd name="T25" fmla="*/ 71 h 89"/>
                <a:gd name="T26" fmla="*/ 48 w 69"/>
                <a:gd name="T27" fmla="*/ 44 h 89"/>
                <a:gd name="T28" fmla="*/ 53 w 69"/>
                <a:gd name="T29" fmla="*/ 35 h 89"/>
                <a:gd name="T30" fmla="*/ 53 w 69"/>
                <a:gd name="T31" fmla="*/ 35 h 89"/>
                <a:gd name="T32" fmla="*/ 65 w 69"/>
                <a:gd name="T33" fmla="*/ 16 h 89"/>
                <a:gd name="T34" fmla="*/ 69 w 69"/>
                <a:gd name="T35" fmla="*/ 10 h 89"/>
                <a:gd name="T36" fmla="*/ 67 w 69"/>
                <a:gd name="T37" fmla="*/ 6 h 89"/>
                <a:gd name="T38" fmla="*/ 35 w 69"/>
                <a:gd name="T39" fmla="*/ 3 h 89"/>
                <a:gd name="T40" fmla="*/ 28 w 69"/>
                <a:gd name="T41" fmla="*/ 0 h 89"/>
                <a:gd name="T42" fmla="*/ 13 w 69"/>
                <a:gd name="T43" fmla="*/ 5 h 89"/>
                <a:gd name="T44" fmla="*/ 3 w 69"/>
                <a:gd name="T45" fmla="*/ 18 h 89"/>
                <a:gd name="T46" fmla="*/ 0 w 69"/>
                <a:gd name="T47" fmla="*/ 29 h 89"/>
                <a:gd name="T48" fmla="*/ 3 w 69"/>
                <a:gd name="T49" fmla="*/ 40 h 89"/>
                <a:gd name="T50" fmla="*/ 12 w 69"/>
                <a:gd name="T51" fmla="*/ 44 h 89"/>
                <a:gd name="T52" fmla="*/ 15 w 69"/>
                <a:gd name="T53" fmla="*/ 19 h 89"/>
                <a:gd name="T54" fmla="*/ 22 w 69"/>
                <a:gd name="T55" fmla="*/ 13 h 89"/>
                <a:gd name="T56" fmla="*/ 24 w 69"/>
                <a:gd name="T57" fmla="*/ 13 h 89"/>
                <a:gd name="T58" fmla="*/ 25 w 69"/>
                <a:gd name="T59" fmla="*/ 21 h 89"/>
                <a:gd name="T60" fmla="*/ 23 w 69"/>
                <a:gd name="T61" fmla="*/ 29 h 89"/>
                <a:gd name="T62" fmla="*/ 18 w 69"/>
                <a:gd name="T63" fmla="*/ 33 h 89"/>
                <a:gd name="T64" fmla="*/ 13 w 69"/>
                <a:gd name="T65" fmla="*/ 32 h 89"/>
                <a:gd name="T66" fmla="*/ 12 w 69"/>
                <a:gd name="T67" fmla="*/ 29 h 89"/>
                <a:gd name="T68" fmla="*/ 15 w 69"/>
                <a:gd name="T69" fmla="*/ 1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9" h="89">
                  <a:moveTo>
                    <a:pt x="12" y="44"/>
                  </a:moveTo>
                  <a:cubicBezTo>
                    <a:pt x="16" y="44"/>
                    <a:pt x="19" y="43"/>
                    <a:pt x="24" y="41"/>
                  </a:cubicBezTo>
                  <a:cubicBezTo>
                    <a:pt x="28" y="39"/>
                    <a:pt x="31" y="35"/>
                    <a:pt x="34" y="31"/>
                  </a:cubicBezTo>
                  <a:cubicBezTo>
                    <a:pt x="36" y="27"/>
                    <a:pt x="38" y="23"/>
                    <a:pt x="38" y="19"/>
                  </a:cubicBezTo>
                  <a:cubicBezTo>
                    <a:pt x="38" y="17"/>
                    <a:pt x="37" y="16"/>
                    <a:pt x="37" y="15"/>
                  </a:cubicBezTo>
                  <a:cubicBezTo>
                    <a:pt x="41" y="15"/>
                    <a:pt x="43" y="15"/>
                    <a:pt x="43" y="14"/>
                  </a:cubicBezTo>
                  <a:cubicBezTo>
                    <a:pt x="43" y="14"/>
                    <a:pt x="46" y="15"/>
                    <a:pt x="50" y="16"/>
                  </a:cubicBezTo>
                  <a:cubicBezTo>
                    <a:pt x="39" y="33"/>
                    <a:pt x="33" y="42"/>
                    <a:pt x="33" y="43"/>
                  </a:cubicBezTo>
                  <a:cubicBezTo>
                    <a:pt x="27" y="51"/>
                    <a:pt x="23" y="59"/>
                    <a:pt x="20" y="67"/>
                  </a:cubicBezTo>
                  <a:cubicBezTo>
                    <a:pt x="16" y="75"/>
                    <a:pt x="14" y="81"/>
                    <a:pt x="14" y="83"/>
                  </a:cubicBezTo>
                  <a:cubicBezTo>
                    <a:pt x="14" y="87"/>
                    <a:pt x="16" y="89"/>
                    <a:pt x="20" y="89"/>
                  </a:cubicBezTo>
                  <a:cubicBezTo>
                    <a:pt x="22" y="89"/>
                    <a:pt x="24" y="87"/>
                    <a:pt x="26" y="84"/>
                  </a:cubicBezTo>
                  <a:cubicBezTo>
                    <a:pt x="28" y="81"/>
                    <a:pt x="30" y="76"/>
                    <a:pt x="32" y="71"/>
                  </a:cubicBezTo>
                  <a:cubicBezTo>
                    <a:pt x="37" y="62"/>
                    <a:pt x="42" y="53"/>
                    <a:pt x="48" y="44"/>
                  </a:cubicBezTo>
                  <a:cubicBezTo>
                    <a:pt x="51" y="39"/>
                    <a:pt x="53" y="36"/>
                    <a:pt x="53" y="35"/>
                  </a:cubicBezTo>
                  <a:cubicBezTo>
                    <a:pt x="53" y="35"/>
                    <a:pt x="53" y="35"/>
                    <a:pt x="53" y="35"/>
                  </a:cubicBezTo>
                  <a:cubicBezTo>
                    <a:pt x="58" y="28"/>
                    <a:pt x="62" y="21"/>
                    <a:pt x="65" y="16"/>
                  </a:cubicBezTo>
                  <a:cubicBezTo>
                    <a:pt x="68" y="14"/>
                    <a:pt x="69" y="12"/>
                    <a:pt x="69" y="10"/>
                  </a:cubicBezTo>
                  <a:cubicBezTo>
                    <a:pt x="69" y="9"/>
                    <a:pt x="69" y="8"/>
                    <a:pt x="67" y="6"/>
                  </a:cubicBezTo>
                  <a:cubicBezTo>
                    <a:pt x="50" y="5"/>
                    <a:pt x="39" y="4"/>
                    <a:pt x="35" y="3"/>
                  </a:cubicBezTo>
                  <a:cubicBezTo>
                    <a:pt x="32" y="1"/>
                    <a:pt x="30" y="0"/>
                    <a:pt x="28" y="0"/>
                  </a:cubicBezTo>
                  <a:cubicBezTo>
                    <a:pt x="22" y="0"/>
                    <a:pt x="17" y="1"/>
                    <a:pt x="13" y="5"/>
                  </a:cubicBezTo>
                  <a:cubicBezTo>
                    <a:pt x="8" y="8"/>
                    <a:pt x="5" y="13"/>
                    <a:pt x="3" y="18"/>
                  </a:cubicBezTo>
                  <a:cubicBezTo>
                    <a:pt x="1" y="24"/>
                    <a:pt x="0" y="27"/>
                    <a:pt x="0" y="29"/>
                  </a:cubicBezTo>
                  <a:cubicBezTo>
                    <a:pt x="0" y="34"/>
                    <a:pt x="1" y="37"/>
                    <a:pt x="3" y="40"/>
                  </a:cubicBezTo>
                  <a:cubicBezTo>
                    <a:pt x="5" y="43"/>
                    <a:pt x="8" y="44"/>
                    <a:pt x="12" y="44"/>
                  </a:cubicBezTo>
                  <a:close/>
                  <a:moveTo>
                    <a:pt x="15" y="19"/>
                  </a:moveTo>
                  <a:cubicBezTo>
                    <a:pt x="17" y="15"/>
                    <a:pt x="20" y="13"/>
                    <a:pt x="22" y="13"/>
                  </a:cubicBezTo>
                  <a:cubicBezTo>
                    <a:pt x="24" y="13"/>
                    <a:pt x="24" y="13"/>
                    <a:pt x="24" y="13"/>
                  </a:cubicBezTo>
                  <a:cubicBezTo>
                    <a:pt x="25" y="17"/>
                    <a:pt x="25" y="20"/>
                    <a:pt x="25" y="21"/>
                  </a:cubicBezTo>
                  <a:cubicBezTo>
                    <a:pt x="25" y="24"/>
                    <a:pt x="24" y="27"/>
                    <a:pt x="23" y="29"/>
                  </a:cubicBezTo>
                  <a:cubicBezTo>
                    <a:pt x="21" y="32"/>
                    <a:pt x="19" y="33"/>
                    <a:pt x="18" y="33"/>
                  </a:cubicBezTo>
                  <a:cubicBezTo>
                    <a:pt x="16" y="33"/>
                    <a:pt x="15" y="33"/>
                    <a:pt x="13" y="32"/>
                  </a:cubicBezTo>
                  <a:cubicBezTo>
                    <a:pt x="12" y="31"/>
                    <a:pt x="12" y="30"/>
                    <a:pt x="12" y="29"/>
                  </a:cubicBezTo>
                  <a:cubicBezTo>
                    <a:pt x="12" y="26"/>
                    <a:pt x="13" y="22"/>
                    <a:pt x="15"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72"/>
            <p:cNvSpPr>
              <a:spLocks noEditPoints="1"/>
            </p:cNvSpPr>
            <p:nvPr/>
          </p:nvSpPr>
          <p:spPr bwMode="auto">
            <a:xfrm>
              <a:off x="1495425" y="2932113"/>
              <a:ext cx="58738" cy="53975"/>
            </a:xfrm>
            <a:custGeom>
              <a:avLst/>
              <a:gdLst>
                <a:gd name="T0" fmla="*/ 6 w 40"/>
                <a:gd name="T1" fmla="*/ 8 h 37"/>
                <a:gd name="T2" fmla="*/ 0 w 40"/>
                <a:gd name="T3" fmla="*/ 24 h 37"/>
                <a:gd name="T4" fmla="*/ 2 w 40"/>
                <a:gd name="T5" fmla="*/ 33 h 37"/>
                <a:gd name="T6" fmla="*/ 13 w 40"/>
                <a:gd name="T7" fmla="*/ 37 h 37"/>
                <a:gd name="T8" fmla="*/ 21 w 40"/>
                <a:gd name="T9" fmla="*/ 37 h 37"/>
                <a:gd name="T10" fmla="*/ 28 w 40"/>
                <a:gd name="T11" fmla="*/ 33 h 37"/>
                <a:gd name="T12" fmla="*/ 35 w 40"/>
                <a:gd name="T13" fmla="*/ 29 h 37"/>
                <a:gd name="T14" fmla="*/ 39 w 40"/>
                <a:gd name="T15" fmla="*/ 23 h 37"/>
                <a:gd name="T16" fmla="*/ 40 w 40"/>
                <a:gd name="T17" fmla="*/ 16 h 37"/>
                <a:gd name="T18" fmla="*/ 33 w 40"/>
                <a:gd name="T19" fmla="*/ 5 h 37"/>
                <a:gd name="T20" fmla="*/ 17 w 40"/>
                <a:gd name="T21" fmla="*/ 0 h 37"/>
                <a:gd name="T22" fmla="*/ 6 w 40"/>
                <a:gd name="T23" fmla="*/ 8 h 37"/>
                <a:gd name="T24" fmla="*/ 22 w 40"/>
                <a:gd name="T25" fmla="*/ 13 h 37"/>
                <a:gd name="T26" fmla="*/ 27 w 40"/>
                <a:gd name="T27" fmla="*/ 17 h 37"/>
                <a:gd name="T28" fmla="*/ 26 w 40"/>
                <a:gd name="T29" fmla="*/ 22 h 37"/>
                <a:gd name="T30" fmla="*/ 18 w 40"/>
                <a:gd name="T31" fmla="*/ 26 h 37"/>
                <a:gd name="T32" fmla="*/ 15 w 40"/>
                <a:gd name="T33" fmla="*/ 26 h 37"/>
                <a:gd name="T34" fmla="*/ 14 w 40"/>
                <a:gd name="T35" fmla="*/ 26 h 37"/>
                <a:gd name="T36" fmla="*/ 15 w 40"/>
                <a:gd name="T37" fmla="*/ 16 h 37"/>
                <a:gd name="T38" fmla="*/ 19 w 40"/>
                <a:gd name="T39" fmla="*/ 11 h 37"/>
                <a:gd name="T40" fmla="*/ 22 w 40"/>
                <a:gd name="T41" fmla="*/ 13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 h="37">
                  <a:moveTo>
                    <a:pt x="6" y="8"/>
                  </a:moveTo>
                  <a:cubicBezTo>
                    <a:pt x="2" y="14"/>
                    <a:pt x="0" y="19"/>
                    <a:pt x="0" y="24"/>
                  </a:cubicBezTo>
                  <a:cubicBezTo>
                    <a:pt x="0" y="26"/>
                    <a:pt x="1" y="29"/>
                    <a:pt x="2" y="33"/>
                  </a:cubicBezTo>
                  <a:cubicBezTo>
                    <a:pt x="4" y="36"/>
                    <a:pt x="8" y="37"/>
                    <a:pt x="13" y="37"/>
                  </a:cubicBezTo>
                  <a:cubicBezTo>
                    <a:pt x="16" y="37"/>
                    <a:pt x="19" y="37"/>
                    <a:pt x="21" y="37"/>
                  </a:cubicBezTo>
                  <a:cubicBezTo>
                    <a:pt x="23" y="36"/>
                    <a:pt x="26" y="35"/>
                    <a:pt x="28" y="33"/>
                  </a:cubicBezTo>
                  <a:cubicBezTo>
                    <a:pt x="30" y="32"/>
                    <a:pt x="33" y="30"/>
                    <a:pt x="35" y="29"/>
                  </a:cubicBezTo>
                  <a:cubicBezTo>
                    <a:pt x="37" y="27"/>
                    <a:pt x="38" y="25"/>
                    <a:pt x="39" y="23"/>
                  </a:cubicBezTo>
                  <a:cubicBezTo>
                    <a:pt x="39" y="20"/>
                    <a:pt x="40" y="18"/>
                    <a:pt x="40" y="16"/>
                  </a:cubicBezTo>
                  <a:cubicBezTo>
                    <a:pt x="40" y="11"/>
                    <a:pt x="37" y="8"/>
                    <a:pt x="33" y="5"/>
                  </a:cubicBezTo>
                  <a:cubicBezTo>
                    <a:pt x="28" y="2"/>
                    <a:pt x="23" y="0"/>
                    <a:pt x="17" y="0"/>
                  </a:cubicBezTo>
                  <a:cubicBezTo>
                    <a:pt x="13" y="0"/>
                    <a:pt x="9" y="3"/>
                    <a:pt x="6" y="8"/>
                  </a:cubicBezTo>
                  <a:close/>
                  <a:moveTo>
                    <a:pt x="22" y="13"/>
                  </a:moveTo>
                  <a:cubicBezTo>
                    <a:pt x="25" y="14"/>
                    <a:pt x="27" y="15"/>
                    <a:pt x="27" y="17"/>
                  </a:cubicBezTo>
                  <a:cubicBezTo>
                    <a:pt x="27" y="19"/>
                    <a:pt x="26" y="20"/>
                    <a:pt x="26" y="22"/>
                  </a:cubicBezTo>
                  <a:cubicBezTo>
                    <a:pt x="22" y="25"/>
                    <a:pt x="19" y="26"/>
                    <a:pt x="18" y="26"/>
                  </a:cubicBezTo>
                  <a:cubicBezTo>
                    <a:pt x="15" y="26"/>
                    <a:pt x="15" y="26"/>
                    <a:pt x="15" y="26"/>
                  </a:cubicBezTo>
                  <a:cubicBezTo>
                    <a:pt x="14" y="26"/>
                    <a:pt x="14" y="26"/>
                    <a:pt x="14" y="26"/>
                  </a:cubicBezTo>
                  <a:cubicBezTo>
                    <a:pt x="13" y="22"/>
                    <a:pt x="14" y="19"/>
                    <a:pt x="15" y="16"/>
                  </a:cubicBezTo>
                  <a:cubicBezTo>
                    <a:pt x="16" y="13"/>
                    <a:pt x="18" y="11"/>
                    <a:pt x="19" y="11"/>
                  </a:cubicBezTo>
                  <a:cubicBezTo>
                    <a:pt x="20" y="12"/>
                    <a:pt x="21" y="12"/>
                    <a:pt x="22"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3" name="组合 32"/>
          <p:cNvGrpSpPr/>
          <p:nvPr/>
        </p:nvGrpSpPr>
        <p:grpSpPr>
          <a:xfrm>
            <a:off x="3090862" y="774701"/>
            <a:ext cx="1266826" cy="1373188"/>
            <a:chOff x="3090862" y="774701"/>
            <a:chExt cx="1266826" cy="1373188"/>
          </a:xfrm>
          <a:solidFill>
            <a:schemeClr val="tx1">
              <a:lumMod val="65000"/>
              <a:lumOff val="35000"/>
            </a:schemeClr>
          </a:solidFill>
        </p:grpSpPr>
        <p:sp>
          <p:nvSpPr>
            <p:cNvPr id="34" name="Freeform 73"/>
            <p:cNvSpPr>
              <a:spLocks/>
            </p:cNvSpPr>
            <p:nvPr/>
          </p:nvSpPr>
          <p:spPr bwMode="auto">
            <a:xfrm>
              <a:off x="3397250" y="1000126"/>
              <a:ext cx="284163" cy="285750"/>
            </a:xfrm>
            <a:custGeom>
              <a:avLst/>
              <a:gdLst>
                <a:gd name="T0" fmla="*/ 80 w 196"/>
                <a:gd name="T1" fmla="*/ 187 h 197"/>
                <a:gd name="T2" fmla="*/ 186 w 196"/>
                <a:gd name="T3" fmla="*/ 117 h 197"/>
                <a:gd name="T4" fmla="*/ 116 w 196"/>
                <a:gd name="T5" fmla="*/ 10 h 197"/>
                <a:gd name="T6" fmla="*/ 10 w 196"/>
                <a:gd name="T7" fmla="*/ 81 h 197"/>
                <a:gd name="T8" fmla="*/ 80 w 196"/>
                <a:gd name="T9" fmla="*/ 187 h 197"/>
              </a:gdLst>
              <a:ahLst/>
              <a:cxnLst>
                <a:cxn ang="0">
                  <a:pos x="T0" y="T1"/>
                </a:cxn>
                <a:cxn ang="0">
                  <a:pos x="T2" y="T3"/>
                </a:cxn>
                <a:cxn ang="0">
                  <a:pos x="T4" y="T5"/>
                </a:cxn>
                <a:cxn ang="0">
                  <a:pos x="T6" y="T7"/>
                </a:cxn>
                <a:cxn ang="0">
                  <a:pos x="T8" y="T9"/>
                </a:cxn>
              </a:cxnLst>
              <a:rect l="0" t="0" r="r" b="b"/>
              <a:pathLst>
                <a:path w="196" h="197">
                  <a:moveTo>
                    <a:pt x="80" y="187"/>
                  </a:moveTo>
                  <a:cubicBezTo>
                    <a:pt x="128" y="197"/>
                    <a:pt x="176" y="165"/>
                    <a:pt x="186" y="117"/>
                  </a:cubicBezTo>
                  <a:cubicBezTo>
                    <a:pt x="196" y="68"/>
                    <a:pt x="165" y="20"/>
                    <a:pt x="116" y="10"/>
                  </a:cubicBezTo>
                  <a:cubicBezTo>
                    <a:pt x="67" y="0"/>
                    <a:pt x="20" y="32"/>
                    <a:pt x="10" y="81"/>
                  </a:cubicBezTo>
                  <a:cubicBezTo>
                    <a:pt x="0" y="129"/>
                    <a:pt x="31" y="177"/>
                    <a:pt x="80" y="1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Rectangle 74"/>
            <p:cNvSpPr>
              <a:spLocks noChangeArrowheads="1"/>
            </p:cNvSpPr>
            <p:nvPr/>
          </p:nvSpPr>
          <p:spPr bwMode="auto">
            <a:xfrm>
              <a:off x="3090862" y="1800226"/>
              <a:ext cx="341313" cy="44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75"/>
            <p:cNvSpPr>
              <a:spLocks/>
            </p:cNvSpPr>
            <p:nvPr/>
          </p:nvSpPr>
          <p:spPr bwMode="auto">
            <a:xfrm>
              <a:off x="3638550" y="1408113"/>
              <a:ext cx="60325" cy="63500"/>
            </a:xfrm>
            <a:custGeom>
              <a:avLst/>
              <a:gdLst>
                <a:gd name="T0" fmla="*/ 42 w 42"/>
                <a:gd name="T1" fmla="*/ 42 h 44"/>
                <a:gd name="T2" fmla="*/ 9 w 42"/>
                <a:gd name="T3" fmla="*/ 0 h 44"/>
                <a:gd name="T4" fmla="*/ 0 w 42"/>
                <a:gd name="T5" fmla="*/ 7 h 44"/>
                <a:gd name="T6" fmla="*/ 29 w 42"/>
                <a:gd name="T7" fmla="*/ 44 h 44"/>
                <a:gd name="T8" fmla="*/ 42 w 42"/>
                <a:gd name="T9" fmla="*/ 42 h 44"/>
                <a:gd name="T10" fmla="*/ 42 w 42"/>
                <a:gd name="T11" fmla="*/ 42 h 44"/>
              </a:gdLst>
              <a:ahLst/>
              <a:cxnLst>
                <a:cxn ang="0">
                  <a:pos x="T0" y="T1"/>
                </a:cxn>
                <a:cxn ang="0">
                  <a:pos x="T2" y="T3"/>
                </a:cxn>
                <a:cxn ang="0">
                  <a:pos x="T4" y="T5"/>
                </a:cxn>
                <a:cxn ang="0">
                  <a:pos x="T6" y="T7"/>
                </a:cxn>
                <a:cxn ang="0">
                  <a:pos x="T8" y="T9"/>
                </a:cxn>
                <a:cxn ang="0">
                  <a:pos x="T10" y="T11"/>
                </a:cxn>
              </a:cxnLst>
              <a:rect l="0" t="0" r="r" b="b"/>
              <a:pathLst>
                <a:path w="42" h="44">
                  <a:moveTo>
                    <a:pt x="42" y="42"/>
                  </a:moveTo>
                  <a:cubicBezTo>
                    <a:pt x="9" y="0"/>
                    <a:pt x="9" y="0"/>
                    <a:pt x="9" y="0"/>
                  </a:cubicBezTo>
                  <a:cubicBezTo>
                    <a:pt x="0" y="7"/>
                    <a:pt x="0" y="7"/>
                    <a:pt x="0" y="7"/>
                  </a:cubicBezTo>
                  <a:cubicBezTo>
                    <a:pt x="29" y="44"/>
                    <a:pt x="29" y="44"/>
                    <a:pt x="29" y="44"/>
                  </a:cubicBezTo>
                  <a:cubicBezTo>
                    <a:pt x="33" y="44"/>
                    <a:pt x="38" y="43"/>
                    <a:pt x="42" y="42"/>
                  </a:cubicBezTo>
                  <a:cubicBezTo>
                    <a:pt x="42" y="42"/>
                    <a:pt x="42" y="42"/>
                    <a:pt x="42"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76"/>
            <p:cNvSpPr>
              <a:spLocks/>
            </p:cNvSpPr>
            <p:nvPr/>
          </p:nvSpPr>
          <p:spPr bwMode="auto">
            <a:xfrm>
              <a:off x="3752850" y="1550988"/>
              <a:ext cx="26988" cy="30163"/>
            </a:xfrm>
            <a:custGeom>
              <a:avLst/>
              <a:gdLst>
                <a:gd name="T0" fmla="*/ 9 w 18"/>
                <a:gd name="T1" fmla="*/ 21 h 21"/>
                <a:gd name="T2" fmla="*/ 18 w 18"/>
                <a:gd name="T3" fmla="*/ 15 h 21"/>
                <a:gd name="T4" fmla="*/ 6 w 18"/>
                <a:gd name="T5" fmla="*/ 0 h 21"/>
                <a:gd name="T6" fmla="*/ 0 w 18"/>
                <a:gd name="T7" fmla="*/ 10 h 21"/>
                <a:gd name="T8" fmla="*/ 9 w 18"/>
                <a:gd name="T9" fmla="*/ 21 h 21"/>
              </a:gdLst>
              <a:ahLst/>
              <a:cxnLst>
                <a:cxn ang="0">
                  <a:pos x="T0" y="T1"/>
                </a:cxn>
                <a:cxn ang="0">
                  <a:pos x="T2" y="T3"/>
                </a:cxn>
                <a:cxn ang="0">
                  <a:pos x="T4" y="T5"/>
                </a:cxn>
                <a:cxn ang="0">
                  <a:pos x="T6" y="T7"/>
                </a:cxn>
                <a:cxn ang="0">
                  <a:pos x="T8" y="T9"/>
                </a:cxn>
              </a:cxnLst>
              <a:rect l="0" t="0" r="r" b="b"/>
              <a:pathLst>
                <a:path w="18" h="21">
                  <a:moveTo>
                    <a:pt x="9" y="21"/>
                  </a:moveTo>
                  <a:cubicBezTo>
                    <a:pt x="18" y="15"/>
                    <a:pt x="18" y="15"/>
                    <a:pt x="18" y="15"/>
                  </a:cubicBezTo>
                  <a:cubicBezTo>
                    <a:pt x="6" y="0"/>
                    <a:pt x="6" y="0"/>
                    <a:pt x="6" y="0"/>
                  </a:cubicBezTo>
                  <a:cubicBezTo>
                    <a:pt x="5" y="3"/>
                    <a:pt x="3" y="7"/>
                    <a:pt x="0" y="10"/>
                  </a:cubicBezTo>
                  <a:lnTo>
                    <a:pt x="9"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77"/>
            <p:cNvSpPr>
              <a:spLocks/>
            </p:cNvSpPr>
            <p:nvPr/>
          </p:nvSpPr>
          <p:spPr bwMode="auto">
            <a:xfrm>
              <a:off x="3314700" y="1298576"/>
              <a:ext cx="442913" cy="280988"/>
            </a:xfrm>
            <a:custGeom>
              <a:avLst/>
              <a:gdLst>
                <a:gd name="T0" fmla="*/ 65 w 306"/>
                <a:gd name="T1" fmla="*/ 24 h 194"/>
                <a:gd name="T2" fmla="*/ 24 w 306"/>
                <a:gd name="T3" fmla="*/ 7 h 194"/>
                <a:gd name="T4" fmla="*/ 6 w 306"/>
                <a:gd name="T5" fmla="*/ 48 h 194"/>
                <a:gd name="T6" fmla="*/ 67 w 306"/>
                <a:gd name="T7" fmla="*/ 132 h 194"/>
                <a:gd name="T8" fmla="*/ 228 w 306"/>
                <a:gd name="T9" fmla="*/ 194 h 194"/>
                <a:gd name="T10" fmla="*/ 277 w 306"/>
                <a:gd name="T11" fmla="*/ 190 h 194"/>
                <a:gd name="T12" fmla="*/ 303 w 306"/>
                <a:gd name="T13" fmla="*/ 153 h 194"/>
                <a:gd name="T14" fmla="*/ 266 w 306"/>
                <a:gd name="T15" fmla="*/ 126 h 194"/>
                <a:gd name="T16" fmla="*/ 65 w 306"/>
                <a:gd name="T17" fmla="*/ 2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6" h="194">
                  <a:moveTo>
                    <a:pt x="65" y="24"/>
                  </a:moveTo>
                  <a:cubicBezTo>
                    <a:pt x="59" y="8"/>
                    <a:pt x="40" y="0"/>
                    <a:pt x="24" y="7"/>
                  </a:cubicBezTo>
                  <a:cubicBezTo>
                    <a:pt x="7" y="13"/>
                    <a:pt x="0" y="32"/>
                    <a:pt x="6" y="48"/>
                  </a:cubicBezTo>
                  <a:cubicBezTo>
                    <a:pt x="7" y="50"/>
                    <a:pt x="25" y="93"/>
                    <a:pt x="67" y="132"/>
                  </a:cubicBezTo>
                  <a:cubicBezTo>
                    <a:pt x="100" y="161"/>
                    <a:pt x="153" y="194"/>
                    <a:pt x="228" y="194"/>
                  </a:cubicBezTo>
                  <a:cubicBezTo>
                    <a:pt x="244" y="194"/>
                    <a:pt x="260" y="192"/>
                    <a:pt x="277" y="190"/>
                  </a:cubicBezTo>
                  <a:cubicBezTo>
                    <a:pt x="294" y="187"/>
                    <a:pt x="306" y="170"/>
                    <a:pt x="303" y="153"/>
                  </a:cubicBezTo>
                  <a:cubicBezTo>
                    <a:pt x="300" y="135"/>
                    <a:pt x="284" y="124"/>
                    <a:pt x="266" y="126"/>
                  </a:cubicBezTo>
                  <a:cubicBezTo>
                    <a:pt x="121" y="151"/>
                    <a:pt x="68" y="29"/>
                    <a:pt x="65"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78"/>
            <p:cNvSpPr>
              <a:spLocks/>
            </p:cNvSpPr>
            <p:nvPr/>
          </p:nvSpPr>
          <p:spPr bwMode="auto">
            <a:xfrm>
              <a:off x="3681412" y="1585913"/>
              <a:ext cx="141288" cy="14288"/>
            </a:xfrm>
            <a:custGeom>
              <a:avLst/>
              <a:gdLst>
                <a:gd name="T0" fmla="*/ 0 w 89"/>
                <a:gd name="T1" fmla="*/ 0 h 9"/>
                <a:gd name="T2" fmla="*/ 0 w 89"/>
                <a:gd name="T3" fmla="*/ 3 h 9"/>
                <a:gd name="T4" fmla="*/ 0 w 89"/>
                <a:gd name="T5" fmla="*/ 9 h 9"/>
                <a:gd name="T6" fmla="*/ 89 w 89"/>
                <a:gd name="T7" fmla="*/ 9 h 9"/>
                <a:gd name="T8" fmla="*/ 89 w 89"/>
                <a:gd name="T9" fmla="*/ 0 h 9"/>
                <a:gd name="T10" fmla="*/ 27 w 89"/>
                <a:gd name="T11" fmla="*/ 0 h 9"/>
                <a:gd name="T12" fmla="*/ 0 w 89"/>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89" h="9">
                  <a:moveTo>
                    <a:pt x="0" y="0"/>
                  </a:moveTo>
                  <a:lnTo>
                    <a:pt x="0" y="3"/>
                  </a:lnTo>
                  <a:lnTo>
                    <a:pt x="0" y="9"/>
                  </a:lnTo>
                  <a:lnTo>
                    <a:pt x="89" y="9"/>
                  </a:lnTo>
                  <a:lnTo>
                    <a:pt x="89" y="0"/>
                  </a:lnTo>
                  <a:lnTo>
                    <a:pt x="27"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79"/>
            <p:cNvSpPr>
              <a:spLocks noEditPoints="1"/>
            </p:cNvSpPr>
            <p:nvPr/>
          </p:nvSpPr>
          <p:spPr bwMode="auto">
            <a:xfrm>
              <a:off x="3771900" y="774701"/>
              <a:ext cx="585788" cy="749300"/>
            </a:xfrm>
            <a:custGeom>
              <a:avLst/>
              <a:gdLst>
                <a:gd name="T0" fmla="*/ 91 w 404"/>
                <a:gd name="T1" fmla="*/ 371 h 518"/>
                <a:gd name="T2" fmla="*/ 30 w 404"/>
                <a:gd name="T3" fmla="*/ 518 h 518"/>
                <a:gd name="T4" fmla="*/ 131 w 404"/>
                <a:gd name="T5" fmla="*/ 391 h 518"/>
                <a:gd name="T6" fmla="*/ 202 w 404"/>
                <a:gd name="T7" fmla="*/ 404 h 518"/>
                <a:gd name="T8" fmla="*/ 404 w 404"/>
                <a:gd name="T9" fmla="*/ 202 h 518"/>
                <a:gd name="T10" fmla="*/ 202 w 404"/>
                <a:gd name="T11" fmla="*/ 0 h 518"/>
                <a:gd name="T12" fmla="*/ 0 w 404"/>
                <a:gd name="T13" fmla="*/ 202 h 518"/>
                <a:gd name="T14" fmla="*/ 91 w 404"/>
                <a:gd name="T15" fmla="*/ 371 h 518"/>
                <a:gd name="T16" fmla="*/ 197 w 404"/>
                <a:gd name="T17" fmla="*/ 37 h 518"/>
                <a:gd name="T18" fmla="*/ 369 w 404"/>
                <a:gd name="T19" fmla="*/ 210 h 518"/>
                <a:gd name="T20" fmla="*/ 197 w 404"/>
                <a:gd name="T21" fmla="*/ 383 h 518"/>
                <a:gd name="T22" fmla="*/ 24 w 404"/>
                <a:gd name="T23" fmla="*/ 210 h 518"/>
                <a:gd name="T24" fmla="*/ 197 w 404"/>
                <a:gd name="T25" fmla="*/ 37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4" h="518">
                  <a:moveTo>
                    <a:pt x="91" y="371"/>
                  </a:moveTo>
                  <a:cubicBezTo>
                    <a:pt x="30" y="518"/>
                    <a:pt x="30" y="518"/>
                    <a:pt x="30" y="518"/>
                  </a:cubicBezTo>
                  <a:cubicBezTo>
                    <a:pt x="131" y="391"/>
                    <a:pt x="131" y="391"/>
                    <a:pt x="131" y="391"/>
                  </a:cubicBezTo>
                  <a:cubicBezTo>
                    <a:pt x="153" y="399"/>
                    <a:pt x="177" y="404"/>
                    <a:pt x="202" y="404"/>
                  </a:cubicBezTo>
                  <a:cubicBezTo>
                    <a:pt x="314" y="404"/>
                    <a:pt x="404" y="314"/>
                    <a:pt x="404" y="202"/>
                  </a:cubicBezTo>
                  <a:cubicBezTo>
                    <a:pt x="404" y="90"/>
                    <a:pt x="314" y="0"/>
                    <a:pt x="202" y="0"/>
                  </a:cubicBezTo>
                  <a:cubicBezTo>
                    <a:pt x="91" y="0"/>
                    <a:pt x="0" y="90"/>
                    <a:pt x="0" y="202"/>
                  </a:cubicBezTo>
                  <a:cubicBezTo>
                    <a:pt x="0" y="273"/>
                    <a:pt x="36" y="335"/>
                    <a:pt x="91" y="371"/>
                  </a:cubicBezTo>
                  <a:close/>
                  <a:moveTo>
                    <a:pt x="197" y="37"/>
                  </a:moveTo>
                  <a:cubicBezTo>
                    <a:pt x="292" y="37"/>
                    <a:pt x="369" y="115"/>
                    <a:pt x="369" y="210"/>
                  </a:cubicBezTo>
                  <a:cubicBezTo>
                    <a:pt x="369" y="305"/>
                    <a:pt x="292" y="383"/>
                    <a:pt x="197" y="383"/>
                  </a:cubicBezTo>
                  <a:cubicBezTo>
                    <a:pt x="101" y="383"/>
                    <a:pt x="24" y="305"/>
                    <a:pt x="24" y="210"/>
                  </a:cubicBezTo>
                  <a:cubicBezTo>
                    <a:pt x="24" y="115"/>
                    <a:pt x="101" y="37"/>
                    <a:pt x="197"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80"/>
            <p:cNvSpPr>
              <a:spLocks noEditPoints="1"/>
            </p:cNvSpPr>
            <p:nvPr/>
          </p:nvSpPr>
          <p:spPr bwMode="auto">
            <a:xfrm>
              <a:off x="3875087" y="993776"/>
              <a:ext cx="350838" cy="180975"/>
            </a:xfrm>
            <a:custGeom>
              <a:avLst/>
              <a:gdLst>
                <a:gd name="T0" fmla="*/ 221 w 221"/>
                <a:gd name="T1" fmla="*/ 0 h 114"/>
                <a:gd name="T2" fmla="*/ 0 w 221"/>
                <a:gd name="T3" fmla="*/ 0 h 114"/>
                <a:gd name="T4" fmla="*/ 0 w 221"/>
                <a:gd name="T5" fmla="*/ 114 h 114"/>
                <a:gd name="T6" fmla="*/ 221 w 221"/>
                <a:gd name="T7" fmla="*/ 114 h 114"/>
                <a:gd name="T8" fmla="*/ 221 w 221"/>
                <a:gd name="T9" fmla="*/ 0 h 114"/>
                <a:gd name="T10" fmla="*/ 210 w 221"/>
                <a:gd name="T11" fmla="*/ 103 h 114"/>
                <a:gd name="T12" fmla="*/ 31 w 221"/>
                <a:gd name="T13" fmla="*/ 103 h 114"/>
                <a:gd name="T14" fmla="*/ 31 w 221"/>
                <a:gd name="T15" fmla="*/ 11 h 114"/>
                <a:gd name="T16" fmla="*/ 210 w 221"/>
                <a:gd name="T17" fmla="*/ 11 h 114"/>
                <a:gd name="T18" fmla="*/ 210 w 221"/>
                <a:gd name="T19" fmla="*/ 103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1" h="114">
                  <a:moveTo>
                    <a:pt x="221" y="0"/>
                  </a:moveTo>
                  <a:lnTo>
                    <a:pt x="0" y="0"/>
                  </a:lnTo>
                  <a:lnTo>
                    <a:pt x="0" y="114"/>
                  </a:lnTo>
                  <a:lnTo>
                    <a:pt x="221" y="114"/>
                  </a:lnTo>
                  <a:lnTo>
                    <a:pt x="221" y="0"/>
                  </a:lnTo>
                  <a:close/>
                  <a:moveTo>
                    <a:pt x="210" y="103"/>
                  </a:moveTo>
                  <a:lnTo>
                    <a:pt x="31" y="103"/>
                  </a:lnTo>
                  <a:lnTo>
                    <a:pt x="31" y="11"/>
                  </a:lnTo>
                  <a:lnTo>
                    <a:pt x="210" y="11"/>
                  </a:lnTo>
                  <a:lnTo>
                    <a:pt x="210" y="10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Rectangle 81"/>
            <p:cNvSpPr>
              <a:spLocks noChangeArrowheads="1"/>
            </p:cNvSpPr>
            <p:nvPr/>
          </p:nvSpPr>
          <p:spPr bwMode="auto">
            <a:xfrm>
              <a:off x="3941762" y="1027113"/>
              <a:ext cx="115888"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Rectangle 82"/>
            <p:cNvSpPr>
              <a:spLocks noChangeArrowheads="1"/>
            </p:cNvSpPr>
            <p:nvPr/>
          </p:nvSpPr>
          <p:spPr bwMode="auto">
            <a:xfrm>
              <a:off x="4171950" y="1027113"/>
              <a:ext cx="22225"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Rectangle 83"/>
            <p:cNvSpPr>
              <a:spLocks noChangeArrowheads="1"/>
            </p:cNvSpPr>
            <p:nvPr/>
          </p:nvSpPr>
          <p:spPr bwMode="auto">
            <a:xfrm>
              <a:off x="4138612" y="1027113"/>
              <a:ext cx="22225"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Rectangle 84"/>
            <p:cNvSpPr>
              <a:spLocks noChangeArrowheads="1"/>
            </p:cNvSpPr>
            <p:nvPr/>
          </p:nvSpPr>
          <p:spPr bwMode="auto">
            <a:xfrm>
              <a:off x="3940175" y="1106488"/>
              <a:ext cx="254000"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Rectangle 85"/>
            <p:cNvSpPr>
              <a:spLocks noChangeArrowheads="1"/>
            </p:cNvSpPr>
            <p:nvPr/>
          </p:nvSpPr>
          <p:spPr bwMode="auto">
            <a:xfrm>
              <a:off x="3940175" y="1130301"/>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Rectangle 86"/>
            <p:cNvSpPr>
              <a:spLocks noChangeArrowheads="1"/>
            </p:cNvSpPr>
            <p:nvPr/>
          </p:nvSpPr>
          <p:spPr bwMode="auto">
            <a:xfrm>
              <a:off x="3960812" y="1130301"/>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Rectangle 87"/>
            <p:cNvSpPr>
              <a:spLocks noChangeArrowheads="1"/>
            </p:cNvSpPr>
            <p:nvPr/>
          </p:nvSpPr>
          <p:spPr bwMode="auto">
            <a:xfrm>
              <a:off x="3979862" y="1130301"/>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Rectangle 88"/>
            <p:cNvSpPr>
              <a:spLocks noChangeArrowheads="1"/>
            </p:cNvSpPr>
            <p:nvPr/>
          </p:nvSpPr>
          <p:spPr bwMode="auto">
            <a:xfrm>
              <a:off x="4014787" y="1130301"/>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Rectangle 89"/>
            <p:cNvSpPr>
              <a:spLocks noChangeArrowheads="1"/>
            </p:cNvSpPr>
            <p:nvPr/>
          </p:nvSpPr>
          <p:spPr bwMode="auto">
            <a:xfrm>
              <a:off x="4033837" y="1130301"/>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Rectangle 90"/>
            <p:cNvSpPr>
              <a:spLocks noChangeArrowheads="1"/>
            </p:cNvSpPr>
            <p:nvPr/>
          </p:nvSpPr>
          <p:spPr bwMode="auto">
            <a:xfrm>
              <a:off x="4052887" y="1130301"/>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Rectangle 91"/>
            <p:cNvSpPr>
              <a:spLocks noChangeArrowheads="1"/>
            </p:cNvSpPr>
            <p:nvPr/>
          </p:nvSpPr>
          <p:spPr bwMode="auto">
            <a:xfrm>
              <a:off x="4071937" y="1130301"/>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Rectangle 92"/>
            <p:cNvSpPr>
              <a:spLocks noChangeArrowheads="1"/>
            </p:cNvSpPr>
            <p:nvPr/>
          </p:nvSpPr>
          <p:spPr bwMode="auto">
            <a:xfrm>
              <a:off x="4092575" y="1130301"/>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Rectangle 93"/>
            <p:cNvSpPr>
              <a:spLocks noChangeArrowheads="1"/>
            </p:cNvSpPr>
            <p:nvPr/>
          </p:nvSpPr>
          <p:spPr bwMode="auto">
            <a:xfrm>
              <a:off x="4122737" y="1130301"/>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Rectangle 94"/>
            <p:cNvSpPr>
              <a:spLocks noChangeArrowheads="1"/>
            </p:cNvSpPr>
            <p:nvPr/>
          </p:nvSpPr>
          <p:spPr bwMode="auto">
            <a:xfrm>
              <a:off x="4143375" y="1130301"/>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Rectangle 95"/>
            <p:cNvSpPr>
              <a:spLocks noChangeArrowheads="1"/>
            </p:cNvSpPr>
            <p:nvPr/>
          </p:nvSpPr>
          <p:spPr bwMode="auto">
            <a:xfrm>
              <a:off x="4160837" y="1130301"/>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Rectangle 96"/>
            <p:cNvSpPr>
              <a:spLocks noChangeArrowheads="1"/>
            </p:cNvSpPr>
            <p:nvPr/>
          </p:nvSpPr>
          <p:spPr bwMode="auto">
            <a:xfrm>
              <a:off x="4179887" y="1130301"/>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97"/>
            <p:cNvSpPr>
              <a:spLocks/>
            </p:cNvSpPr>
            <p:nvPr/>
          </p:nvSpPr>
          <p:spPr bwMode="auto">
            <a:xfrm>
              <a:off x="3155950" y="1228726"/>
              <a:ext cx="1138238" cy="919163"/>
            </a:xfrm>
            <a:custGeom>
              <a:avLst/>
              <a:gdLst>
                <a:gd name="T0" fmla="*/ 750 w 787"/>
                <a:gd name="T1" fmla="*/ 636 h 636"/>
                <a:gd name="T2" fmla="*/ 750 w 787"/>
                <a:gd name="T3" fmla="*/ 623 h 636"/>
                <a:gd name="T4" fmla="*/ 762 w 787"/>
                <a:gd name="T5" fmla="*/ 623 h 636"/>
                <a:gd name="T6" fmla="*/ 762 w 787"/>
                <a:gd name="T7" fmla="*/ 298 h 636"/>
                <a:gd name="T8" fmla="*/ 787 w 787"/>
                <a:gd name="T9" fmla="*/ 298 h 636"/>
                <a:gd name="T10" fmla="*/ 787 w 787"/>
                <a:gd name="T11" fmla="*/ 268 h 636"/>
                <a:gd name="T12" fmla="*/ 236 w 787"/>
                <a:gd name="T13" fmla="*/ 268 h 636"/>
                <a:gd name="T14" fmla="*/ 236 w 787"/>
                <a:gd name="T15" fmla="*/ 274 h 636"/>
                <a:gd name="T16" fmla="*/ 197 w 787"/>
                <a:gd name="T17" fmla="*/ 272 h 636"/>
                <a:gd name="T18" fmla="*/ 211 w 787"/>
                <a:gd name="T19" fmla="*/ 254 h 636"/>
                <a:gd name="T20" fmla="*/ 215 w 787"/>
                <a:gd name="T21" fmla="*/ 220 h 636"/>
                <a:gd name="T22" fmla="*/ 184 w 787"/>
                <a:gd name="T23" fmla="*/ 198 h 636"/>
                <a:gd name="T24" fmla="*/ 171 w 787"/>
                <a:gd name="T25" fmla="*/ 245 h 636"/>
                <a:gd name="T26" fmla="*/ 175 w 787"/>
                <a:gd name="T27" fmla="*/ 270 h 636"/>
                <a:gd name="T28" fmla="*/ 146 w 787"/>
                <a:gd name="T29" fmla="*/ 268 h 636"/>
                <a:gd name="T30" fmla="*/ 171 w 787"/>
                <a:gd name="T31" fmla="*/ 188 h 636"/>
                <a:gd name="T32" fmla="*/ 171 w 787"/>
                <a:gd name="T33" fmla="*/ 187 h 636"/>
                <a:gd name="T34" fmla="*/ 108 w 787"/>
                <a:gd name="T35" fmla="*/ 101 h 636"/>
                <a:gd name="T36" fmla="*/ 108 w 787"/>
                <a:gd name="T37" fmla="*/ 69 h 636"/>
                <a:gd name="T38" fmla="*/ 130 w 787"/>
                <a:gd name="T39" fmla="*/ 47 h 636"/>
                <a:gd name="T40" fmla="*/ 146 w 787"/>
                <a:gd name="T41" fmla="*/ 44 h 636"/>
                <a:gd name="T42" fmla="*/ 184 w 787"/>
                <a:gd name="T43" fmla="*/ 69 h 636"/>
                <a:gd name="T44" fmla="*/ 278 w 787"/>
                <a:gd name="T45" fmla="*/ 159 h 636"/>
                <a:gd name="T46" fmla="*/ 212 w 787"/>
                <a:gd name="T47" fmla="*/ 59 h 636"/>
                <a:gd name="T48" fmla="*/ 211 w 787"/>
                <a:gd name="T49" fmla="*/ 59 h 636"/>
                <a:gd name="T50" fmla="*/ 206 w 787"/>
                <a:gd name="T51" fmla="*/ 40 h 636"/>
                <a:gd name="T52" fmla="*/ 195 w 787"/>
                <a:gd name="T53" fmla="*/ 23 h 636"/>
                <a:gd name="T54" fmla="*/ 183 w 787"/>
                <a:gd name="T55" fmla="*/ 15 h 636"/>
                <a:gd name="T56" fmla="*/ 68 w 787"/>
                <a:gd name="T57" fmla="*/ 61 h 636"/>
                <a:gd name="T58" fmla="*/ 1 w 787"/>
                <a:gd name="T59" fmla="*/ 274 h 636"/>
                <a:gd name="T60" fmla="*/ 78 w 787"/>
                <a:gd name="T61" fmla="*/ 362 h 636"/>
                <a:gd name="T62" fmla="*/ 102 w 787"/>
                <a:gd name="T63" fmla="*/ 365 h 636"/>
                <a:gd name="T64" fmla="*/ 237 w 787"/>
                <a:gd name="T65" fmla="*/ 375 h 636"/>
                <a:gd name="T66" fmla="*/ 169 w 787"/>
                <a:gd name="T67" fmla="*/ 564 h 636"/>
                <a:gd name="T68" fmla="*/ 199 w 787"/>
                <a:gd name="T69" fmla="*/ 628 h 636"/>
                <a:gd name="T70" fmla="*/ 216 w 787"/>
                <a:gd name="T71" fmla="*/ 631 h 636"/>
                <a:gd name="T72" fmla="*/ 263 w 787"/>
                <a:gd name="T73" fmla="*/ 598 h 636"/>
                <a:gd name="T74" fmla="*/ 354 w 787"/>
                <a:gd name="T75" fmla="*/ 347 h 636"/>
                <a:gd name="T76" fmla="*/ 349 w 787"/>
                <a:gd name="T77" fmla="*/ 302 h 636"/>
                <a:gd name="T78" fmla="*/ 346 w 787"/>
                <a:gd name="T79" fmla="*/ 298 h 636"/>
                <a:gd name="T80" fmla="*/ 375 w 787"/>
                <a:gd name="T81" fmla="*/ 298 h 636"/>
                <a:gd name="T82" fmla="*/ 375 w 787"/>
                <a:gd name="T83" fmla="*/ 623 h 636"/>
                <a:gd name="T84" fmla="*/ 385 w 787"/>
                <a:gd name="T85" fmla="*/ 623 h 636"/>
                <a:gd name="T86" fmla="*/ 385 w 787"/>
                <a:gd name="T87" fmla="*/ 636 h 636"/>
                <a:gd name="T88" fmla="*/ 426 w 787"/>
                <a:gd name="T89" fmla="*/ 636 h 636"/>
                <a:gd name="T90" fmla="*/ 426 w 787"/>
                <a:gd name="T91" fmla="*/ 623 h 636"/>
                <a:gd name="T92" fmla="*/ 709 w 787"/>
                <a:gd name="T93" fmla="*/ 623 h 636"/>
                <a:gd name="T94" fmla="*/ 709 w 787"/>
                <a:gd name="T95" fmla="*/ 636 h 636"/>
                <a:gd name="T96" fmla="*/ 750 w 787"/>
                <a:gd name="T97" fmla="*/ 636 h 6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87" h="636">
                  <a:moveTo>
                    <a:pt x="750" y="636"/>
                  </a:moveTo>
                  <a:cubicBezTo>
                    <a:pt x="750" y="623"/>
                    <a:pt x="750" y="623"/>
                    <a:pt x="750" y="623"/>
                  </a:cubicBezTo>
                  <a:cubicBezTo>
                    <a:pt x="762" y="623"/>
                    <a:pt x="762" y="623"/>
                    <a:pt x="762" y="623"/>
                  </a:cubicBezTo>
                  <a:cubicBezTo>
                    <a:pt x="762" y="298"/>
                    <a:pt x="762" y="298"/>
                    <a:pt x="762" y="298"/>
                  </a:cubicBezTo>
                  <a:cubicBezTo>
                    <a:pt x="787" y="298"/>
                    <a:pt x="787" y="298"/>
                    <a:pt x="787" y="298"/>
                  </a:cubicBezTo>
                  <a:cubicBezTo>
                    <a:pt x="787" y="268"/>
                    <a:pt x="787" y="268"/>
                    <a:pt x="787" y="268"/>
                  </a:cubicBezTo>
                  <a:cubicBezTo>
                    <a:pt x="236" y="268"/>
                    <a:pt x="236" y="268"/>
                    <a:pt x="236" y="268"/>
                  </a:cubicBezTo>
                  <a:cubicBezTo>
                    <a:pt x="236" y="274"/>
                    <a:pt x="236" y="274"/>
                    <a:pt x="236" y="274"/>
                  </a:cubicBezTo>
                  <a:cubicBezTo>
                    <a:pt x="197" y="272"/>
                    <a:pt x="197" y="272"/>
                    <a:pt x="197" y="272"/>
                  </a:cubicBezTo>
                  <a:cubicBezTo>
                    <a:pt x="202" y="266"/>
                    <a:pt x="206" y="260"/>
                    <a:pt x="211" y="254"/>
                  </a:cubicBezTo>
                  <a:cubicBezTo>
                    <a:pt x="212" y="244"/>
                    <a:pt x="214" y="233"/>
                    <a:pt x="215" y="220"/>
                  </a:cubicBezTo>
                  <a:cubicBezTo>
                    <a:pt x="203" y="213"/>
                    <a:pt x="193" y="205"/>
                    <a:pt x="184" y="198"/>
                  </a:cubicBezTo>
                  <a:cubicBezTo>
                    <a:pt x="180" y="214"/>
                    <a:pt x="176" y="229"/>
                    <a:pt x="171" y="245"/>
                  </a:cubicBezTo>
                  <a:cubicBezTo>
                    <a:pt x="172" y="253"/>
                    <a:pt x="174" y="262"/>
                    <a:pt x="175" y="270"/>
                  </a:cubicBezTo>
                  <a:cubicBezTo>
                    <a:pt x="146" y="268"/>
                    <a:pt x="146" y="268"/>
                    <a:pt x="146" y="268"/>
                  </a:cubicBezTo>
                  <a:cubicBezTo>
                    <a:pt x="152" y="241"/>
                    <a:pt x="161" y="213"/>
                    <a:pt x="171" y="188"/>
                  </a:cubicBezTo>
                  <a:cubicBezTo>
                    <a:pt x="171" y="188"/>
                    <a:pt x="171" y="187"/>
                    <a:pt x="171" y="187"/>
                  </a:cubicBezTo>
                  <a:cubicBezTo>
                    <a:pt x="128" y="148"/>
                    <a:pt x="109" y="103"/>
                    <a:pt x="108" y="101"/>
                  </a:cubicBezTo>
                  <a:cubicBezTo>
                    <a:pt x="104" y="91"/>
                    <a:pt x="104" y="80"/>
                    <a:pt x="108" y="69"/>
                  </a:cubicBezTo>
                  <a:cubicBezTo>
                    <a:pt x="112" y="59"/>
                    <a:pt x="120" y="51"/>
                    <a:pt x="130" y="47"/>
                  </a:cubicBezTo>
                  <a:cubicBezTo>
                    <a:pt x="135" y="45"/>
                    <a:pt x="141" y="44"/>
                    <a:pt x="146" y="44"/>
                  </a:cubicBezTo>
                  <a:cubicBezTo>
                    <a:pt x="163" y="44"/>
                    <a:pt x="178" y="54"/>
                    <a:pt x="184" y="69"/>
                  </a:cubicBezTo>
                  <a:cubicBezTo>
                    <a:pt x="185" y="72"/>
                    <a:pt x="212" y="133"/>
                    <a:pt x="278" y="159"/>
                  </a:cubicBezTo>
                  <a:cubicBezTo>
                    <a:pt x="239" y="129"/>
                    <a:pt x="219" y="84"/>
                    <a:pt x="212" y="59"/>
                  </a:cubicBezTo>
                  <a:cubicBezTo>
                    <a:pt x="211" y="59"/>
                    <a:pt x="211" y="59"/>
                    <a:pt x="211" y="59"/>
                  </a:cubicBezTo>
                  <a:cubicBezTo>
                    <a:pt x="210" y="52"/>
                    <a:pt x="209" y="46"/>
                    <a:pt x="206" y="40"/>
                  </a:cubicBezTo>
                  <a:cubicBezTo>
                    <a:pt x="204" y="33"/>
                    <a:pt x="200" y="27"/>
                    <a:pt x="195" y="23"/>
                  </a:cubicBezTo>
                  <a:cubicBezTo>
                    <a:pt x="191" y="20"/>
                    <a:pt x="188" y="17"/>
                    <a:pt x="183" y="15"/>
                  </a:cubicBezTo>
                  <a:cubicBezTo>
                    <a:pt x="152" y="0"/>
                    <a:pt x="99" y="8"/>
                    <a:pt x="68" y="61"/>
                  </a:cubicBezTo>
                  <a:cubicBezTo>
                    <a:pt x="25" y="135"/>
                    <a:pt x="9" y="185"/>
                    <a:pt x="1" y="274"/>
                  </a:cubicBezTo>
                  <a:cubicBezTo>
                    <a:pt x="0" y="340"/>
                    <a:pt x="42" y="355"/>
                    <a:pt x="78" y="362"/>
                  </a:cubicBezTo>
                  <a:cubicBezTo>
                    <a:pt x="87" y="364"/>
                    <a:pt x="95" y="365"/>
                    <a:pt x="102" y="365"/>
                  </a:cubicBezTo>
                  <a:cubicBezTo>
                    <a:pt x="237" y="375"/>
                    <a:pt x="237" y="375"/>
                    <a:pt x="237" y="375"/>
                  </a:cubicBezTo>
                  <a:cubicBezTo>
                    <a:pt x="169" y="564"/>
                    <a:pt x="169" y="564"/>
                    <a:pt x="169" y="564"/>
                  </a:cubicBezTo>
                  <a:cubicBezTo>
                    <a:pt x="159" y="590"/>
                    <a:pt x="173" y="618"/>
                    <a:pt x="199" y="628"/>
                  </a:cubicBezTo>
                  <a:cubicBezTo>
                    <a:pt x="204" y="630"/>
                    <a:pt x="210" y="631"/>
                    <a:pt x="216" y="631"/>
                  </a:cubicBezTo>
                  <a:cubicBezTo>
                    <a:pt x="236" y="631"/>
                    <a:pt x="255" y="618"/>
                    <a:pt x="263" y="598"/>
                  </a:cubicBezTo>
                  <a:cubicBezTo>
                    <a:pt x="354" y="347"/>
                    <a:pt x="354" y="347"/>
                    <a:pt x="354" y="347"/>
                  </a:cubicBezTo>
                  <a:cubicBezTo>
                    <a:pt x="359" y="332"/>
                    <a:pt x="357" y="316"/>
                    <a:pt x="349" y="302"/>
                  </a:cubicBezTo>
                  <a:cubicBezTo>
                    <a:pt x="348" y="301"/>
                    <a:pt x="347" y="300"/>
                    <a:pt x="346" y="298"/>
                  </a:cubicBezTo>
                  <a:cubicBezTo>
                    <a:pt x="375" y="298"/>
                    <a:pt x="375" y="298"/>
                    <a:pt x="375" y="298"/>
                  </a:cubicBezTo>
                  <a:cubicBezTo>
                    <a:pt x="375" y="623"/>
                    <a:pt x="375" y="623"/>
                    <a:pt x="375" y="623"/>
                  </a:cubicBezTo>
                  <a:cubicBezTo>
                    <a:pt x="385" y="623"/>
                    <a:pt x="385" y="623"/>
                    <a:pt x="385" y="623"/>
                  </a:cubicBezTo>
                  <a:cubicBezTo>
                    <a:pt x="385" y="636"/>
                    <a:pt x="385" y="636"/>
                    <a:pt x="385" y="636"/>
                  </a:cubicBezTo>
                  <a:cubicBezTo>
                    <a:pt x="426" y="636"/>
                    <a:pt x="426" y="636"/>
                    <a:pt x="426" y="636"/>
                  </a:cubicBezTo>
                  <a:cubicBezTo>
                    <a:pt x="426" y="623"/>
                    <a:pt x="426" y="623"/>
                    <a:pt x="426" y="623"/>
                  </a:cubicBezTo>
                  <a:cubicBezTo>
                    <a:pt x="709" y="623"/>
                    <a:pt x="709" y="623"/>
                    <a:pt x="709" y="623"/>
                  </a:cubicBezTo>
                  <a:cubicBezTo>
                    <a:pt x="709" y="636"/>
                    <a:pt x="709" y="636"/>
                    <a:pt x="709" y="636"/>
                  </a:cubicBezTo>
                  <a:lnTo>
                    <a:pt x="750" y="6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9" name="组合 58"/>
          <p:cNvGrpSpPr/>
          <p:nvPr/>
        </p:nvGrpSpPr>
        <p:grpSpPr>
          <a:xfrm>
            <a:off x="465137" y="776288"/>
            <a:ext cx="981075" cy="1374776"/>
            <a:chOff x="465137" y="776288"/>
            <a:chExt cx="981075" cy="1374776"/>
          </a:xfrm>
          <a:solidFill>
            <a:schemeClr val="tx1">
              <a:lumMod val="65000"/>
              <a:lumOff val="35000"/>
            </a:schemeClr>
          </a:solidFill>
        </p:grpSpPr>
        <p:sp>
          <p:nvSpPr>
            <p:cNvPr id="60" name="Freeform 98"/>
            <p:cNvSpPr>
              <a:spLocks noEditPoints="1"/>
            </p:cNvSpPr>
            <p:nvPr/>
          </p:nvSpPr>
          <p:spPr bwMode="auto">
            <a:xfrm>
              <a:off x="873125" y="776288"/>
              <a:ext cx="260350" cy="260350"/>
            </a:xfrm>
            <a:custGeom>
              <a:avLst/>
              <a:gdLst>
                <a:gd name="T0" fmla="*/ 90 w 180"/>
                <a:gd name="T1" fmla="*/ 180 h 180"/>
                <a:gd name="T2" fmla="*/ 180 w 180"/>
                <a:gd name="T3" fmla="*/ 90 h 180"/>
                <a:gd name="T4" fmla="*/ 90 w 180"/>
                <a:gd name="T5" fmla="*/ 0 h 180"/>
                <a:gd name="T6" fmla="*/ 0 w 180"/>
                <a:gd name="T7" fmla="*/ 90 h 180"/>
                <a:gd name="T8" fmla="*/ 90 w 180"/>
                <a:gd name="T9" fmla="*/ 180 h 180"/>
                <a:gd name="T10" fmla="*/ 145 w 180"/>
                <a:gd name="T11" fmla="*/ 106 h 180"/>
                <a:gd name="T12" fmla="*/ 143 w 180"/>
                <a:gd name="T13" fmla="*/ 118 h 180"/>
                <a:gd name="T14" fmla="*/ 67 w 180"/>
                <a:gd name="T15" fmla="*/ 150 h 180"/>
                <a:gd name="T16" fmla="*/ 58 w 180"/>
                <a:gd name="T17" fmla="*/ 142 h 180"/>
                <a:gd name="T18" fmla="*/ 145 w 180"/>
                <a:gd name="T19" fmla="*/ 106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0" h="180">
                  <a:moveTo>
                    <a:pt x="90" y="180"/>
                  </a:moveTo>
                  <a:cubicBezTo>
                    <a:pt x="140" y="180"/>
                    <a:pt x="180" y="140"/>
                    <a:pt x="180" y="90"/>
                  </a:cubicBezTo>
                  <a:cubicBezTo>
                    <a:pt x="180" y="41"/>
                    <a:pt x="140" y="0"/>
                    <a:pt x="90" y="0"/>
                  </a:cubicBezTo>
                  <a:cubicBezTo>
                    <a:pt x="40" y="0"/>
                    <a:pt x="0" y="41"/>
                    <a:pt x="0" y="90"/>
                  </a:cubicBezTo>
                  <a:cubicBezTo>
                    <a:pt x="0" y="140"/>
                    <a:pt x="40" y="180"/>
                    <a:pt x="90" y="180"/>
                  </a:cubicBezTo>
                  <a:close/>
                  <a:moveTo>
                    <a:pt x="145" y="106"/>
                  </a:moveTo>
                  <a:cubicBezTo>
                    <a:pt x="143" y="118"/>
                    <a:pt x="143" y="118"/>
                    <a:pt x="143" y="118"/>
                  </a:cubicBezTo>
                  <a:cubicBezTo>
                    <a:pt x="142" y="118"/>
                    <a:pt x="102" y="112"/>
                    <a:pt x="67" y="150"/>
                  </a:cubicBezTo>
                  <a:cubicBezTo>
                    <a:pt x="58" y="142"/>
                    <a:pt x="58" y="142"/>
                    <a:pt x="58" y="142"/>
                  </a:cubicBezTo>
                  <a:cubicBezTo>
                    <a:pt x="98" y="99"/>
                    <a:pt x="143" y="106"/>
                    <a:pt x="145" y="10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99"/>
            <p:cNvSpPr>
              <a:spLocks/>
            </p:cNvSpPr>
            <p:nvPr/>
          </p:nvSpPr>
          <p:spPr bwMode="auto">
            <a:xfrm>
              <a:off x="1135062" y="966788"/>
              <a:ext cx="311150" cy="322263"/>
            </a:xfrm>
            <a:custGeom>
              <a:avLst/>
              <a:gdLst>
                <a:gd name="T0" fmla="*/ 0 w 196"/>
                <a:gd name="T1" fmla="*/ 124 h 203"/>
                <a:gd name="T2" fmla="*/ 95 w 196"/>
                <a:gd name="T3" fmla="*/ 203 h 203"/>
                <a:gd name="T4" fmla="*/ 196 w 196"/>
                <a:gd name="T5" fmla="*/ 79 h 203"/>
                <a:gd name="T6" fmla="*/ 101 w 196"/>
                <a:gd name="T7" fmla="*/ 0 h 203"/>
                <a:gd name="T8" fmla="*/ 0 w 196"/>
                <a:gd name="T9" fmla="*/ 124 h 203"/>
              </a:gdLst>
              <a:ahLst/>
              <a:cxnLst>
                <a:cxn ang="0">
                  <a:pos x="T0" y="T1"/>
                </a:cxn>
                <a:cxn ang="0">
                  <a:pos x="T2" y="T3"/>
                </a:cxn>
                <a:cxn ang="0">
                  <a:pos x="T4" y="T5"/>
                </a:cxn>
                <a:cxn ang="0">
                  <a:pos x="T6" y="T7"/>
                </a:cxn>
                <a:cxn ang="0">
                  <a:pos x="T8" y="T9"/>
                </a:cxn>
              </a:cxnLst>
              <a:rect l="0" t="0" r="r" b="b"/>
              <a:pathLst>
                <a:path w="196" h="203">
                  <a:moveTo>
                    <a:pt x="0" y="124"/>
                  </a:moveTo>
                  <a:lnTo>
                    <a:pt x="95" y="203"/>
                  </a:lnTo>
                  <a:lnTo>
                    <a:pt x="196" y="79"/>
                  </a:lnTo>
                  <a:lnTo>
                    <a:pt x="101" y="0"/>
                  </a:lnTo>
                  <a:lnTo>
                    <a:pt x="0" y="1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100"/>
            <p:cNvSpPr>
              <a:spLocks noEditPoints="1"/>
            </p:cNvSpPr>
            <p:nvPr/>
          </p:nvSpPr>
          <p:spPr bwMode="auto">
            <a:xfrm>
              <a:off x="465137" y="1069976"/>
              <a:ext cx="955675" cy="1081088"/>
            </a:xfrm>
            <a:custGeom>
              <a:avLst/>
              <a:gdLst>
                <a:gd name="T0" fmla="*/ 16 w 661"/>
                <a:gd name="T1" fmla="*/ 423 h 747"/>
                <a:gd name="T2" fmla="*/ 7 w 661"/>
                <a:gd name="T3" fmla="*/ 558 h 747"/>
                <a:gd name="T4" fmla="*/ 31 w 661"/>
                <a:gd name="T5" fmla="*/ 579 h 747"/>
                <a:gd name="T6" fmla="*/ 142 w 661"/>
                <a:gd name="T7" fmla="*/ 588 h 747"/>
                <a:gd name="T8" fmla="*/ 242 w 661"/>
                <a:gd name="T9" fmla="*/ 581 h 747"/>
                <a:gd name="T10" fmla="*/ 266 w 661"/>
                <a:gd name="T11" fmla="*/ 561 h 747"/>
                <a:gd name="T12" fmla="*/ 262 w 661"/>
                <a:gd name="T13" fmla="*/ 414 h 747"/>
                <a:gd name="T14" fmla="*/ 158 w 661"/>
                <a:gd name="T15" fmla="*/ 327 h 747"/>
                <a:gd name="T16" fmla="*/ 162 w 661"/>
                <a:gd name="T17" fmla="*/ 317 h 747"/>
                <a:gd name="T18" fmla="*/ 177 w 661"/>
                <a:gd name="T19" fmla="*/ 279 h 747"/>
                <a:gd name="T20" fmla="*/ 197 w 661"/>
                <a:gd name="T21" fmla="*/ 236 h 747"/>
                <a:gd name="T22" fmla="*/ 264 w 661"/>
                <a:gd name="T23" fmla="*/ 120 h 747"/>
                <a:gd name="T24" fmla="*/ 254 w 661"/>
                <a:gd name="T25" fmla="*/ 387 h 747"/>
                <a:gd name="T26" fmla="*/ 264 w 661"/>
                <a:gd name="T27" fmla="*/ 544 h 747"/>
                <a:gd name="T28" fmla="*/ 279 w 661"/>
                <a:gd name="T29" fmla="*/ 573 h 747"/>
                <a:gd name="T30" fmla="*/ 254 w 661"/>
                <a:gd name="T31" fmla="*/ 596 h 747"/>
                <a:gd name="T32" fmla="*/ 238 w 661"/>
                <a:gd name="T33" fmla="*/ 590 h 747"/>
                <a:gd name="T34" fmla="*/ 275 w 661"/>
                <a:gd name="T35" fmla="*/ 745 h 747"/>
                <a:gd name="T36" fmla="*/ 358 w 661"/>
                <a:gd name="T37" fmla="*/ 336 h 747"/>
                <a:gd name="T38" fmla="*/ 416 w 661"/>
                <a:gd name="T39" fmla="*/ 700 h 747"/>
                <a:gd name="T40" fmla="*/ 514 w 661"/>
                <a:gd name="T41" fmla="*/ 692 h 747"/>
                <a:gd name="T42" fmla="*/ 480 w 661"/>
                <a:gd name="T43" fmla="*/ 132 h 747"/>
                <a:gd name="T44" fmla="*/ 530 w 661"/>
                <a:gd name="T45" fmla="*/ 183 h 747"/>
                <a:gd name="T46" fmla="*/ 642 w 661"/>
                <a:gd name="T47" fmla="*/ 118 h 747"/>
                <a:gd name="T48" fmla="*/ 647 w 661"/>
                <a:gd name="T49" fmla="*/ 68 h 747"/>
                <a:gd name="T50" fmla="*/ 450 w 661"/>
                <a:gd name="T51" fmla="*/ 66 h 747"/>
                <a:gd name="T52" fmla="*/ 481 w 661"/>
                <a:gd name="T53" fmla="*/ 16 h 747"/>
                <a:gd name="T54" fmla="*/ 449 w 661"/>
                <a:gd name="T55" fmla="*/ 0 h 747"/>
                <a:gd name="T56" fmla="*/ 297 w 661"/>
                <a:gd name="T57" fmla="*/ 0 h 747"/>
                <a:gd name="T58" fmla="*/ 288 w 661"/>
                <a:gd name="T59" fmla="*/ 1 h 747"/>
                <a:gd name="T60" fmla="*/ 285 w 661"/>
                <a:gd name="T61" fmla="*/ 2 h 747"/>
                <a:gd name="T62" fmla="*/ 182 w 661"/>
                <a:gd name="T63" fmla="*/ 131 h 747"/>
                <a:gd name="T64" fmla="*/ 123 w 661"/>
                <a:gd name="T65" fmla="*/ 242 h 747"/>
                <a:gd name="T66" fmla="*/ 107 w 661"/>
                <a:gd name="T67" fmla="*/ 281 h 747"/>
                <a:gd name="T68" fmla="*/ 97 w 661"/>
                <a:gd name="T69" fmla="*/ 308 h 747"/>
                <a:gd name="T70" fmla="*/ 103 w 661"/>
                <a:gd name="T71" fmla="*/ 337 h 747"/>
                <a:gd name="T72" fmla="*/ 372 w 661"/>
                <a:gd name="T73" fmla="*/ 288 h 747"/>
                <a:gd name="T74" fmla="*/ 356 w 661"/>
                <a:gd name="T75" fmla="*/ 79 h 747"/>
                <a:gd name="T76" fmla="*/ 372 w 661"/>
                <a:gd name="T77" fmla="*/ 82 h 747"/>
                <a:gd name="T78" fmla="*/ 388 w 661"/>
                <a:gd name="T79" fmla="*/ 79 h 747"/>
                <a:gd name="T80" fmla="*/ 372 w 661"/>
                <a:gd name="T81" fmla="*/ 288 h 747"/>
                <a:gd name="T82" fmla="*/ 372 w 661"/>
                <a:gd name="T83" fmla="*/ 30 h 747"/>
                <a:gd name="T84" fmla="*/ 395 w 661"/>
                <a:gd name="T85" fmla="*/ 60 h 747"/>
                <a:gd name="T86" fmla="*/ 372 w 661"/>
                <a:gd name="T87" fmla="*/ 70 h 747"/>
                <a:gd name="T88" fmla="*/ 349 w 661"/>
                <a:gd name="T89" fmla="*/ 60 h 747"/>
                <a:gd name="T90" fmla="*/ 178 w 661"/>
                <a:gd name="T91" fmla="*/ 414 h 747"/>
                <a:gd name="T92" fmla="*/ 140 w 661"/>
                <a:gd name="T93" fmla="*/ 416 h 747"/>
                <a:gd name="T94" fmla="*/ 129 w 661"/>
                <a:gd name="T95" fmla="*/ 440 h 747"/>
                <a:gd name="T96" fmla="*/ 181 w 661"/>
                <a:gd name="T97" fmla="*/ 485 h 747"/>
                <a:gd name="T98" fmla="*/ 146 w 661"/>
                <a:gd name="T99" fmla="*/ 527 h 747"/>
                <a:gd name="T100" fmla="*/ 133 w 661"/>
                <a:gd name="T101" fmla="*/ 514 h 747"/>
                <a:gd name="T102" fmla="*/ 114 w 661"/>
                <a:gd name="T103" fmla="*/ 488 h 747"/>
                <a:gd name="T104" fmla="*/ 157 w 661"/>
                <a:gd name="T105" fmla="*/ 486 h 747"/>
                <a:gd name="T106" fmla="*/ 130 w 661"/>
                <a:gd name="T107" fmla="*/ 463 h 747"/>
                <a:gd name="T108" fmla="*/ 133 w 661"/>
                <a:gd name="T109" fmla="*/ 401 h 747"/>
                <a:gd name="T110" fmla="*/ 146 w 661"/>
                <a:gd name="T111" fmla="*/ 391 h 747"/>
                <a:gd name="T112" fmla="*/ 178 w 661"/>
                <a:gd name="T113" fmla="*/ 414 h 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61" h="747">
                  <a:moveTo>
                    <a:pt x="87" y="348"/>
                  </a:moveTo>
                  <a:cubicBezTo>
                    <a:pt x="64" y="369"/>
                    <a:pt x="34" y="387"/>
                    <a:pt x="16" y="423"/>
                  </a:cubicBezTo>
                  <a:cubicBezTo>
                    <a:pt x="0" y="454"/>
                    <a:pt x="14" y="526"/>
                    <a:pt x="18" y="545"/>
                  </a:cubicBezTo>
                  <a:cubicBezTo>
                    <a:pt x="7" y="558"/>
                    <a:pt x="7" y="558"/>
                    <a:pt x="7" y="558"/>
                  </a:cubicBezTo>
                  <a:cubicBezTo>
                    <a:pt x="1" y="565"/>
                    <a:pt x="2" y="575"/>
                    <a:pt x="9" y="581"/>
                  </a:cubicBezTo>
                  <a:cubicBezTo>
                    <a:pt x="15" y="586"/>
                    <a:pt x="25" y="585"/>
                    <a:pt x="31" y="579"/>
                  </a:cubicBezTo>
                  <a:cubicBezTo>
                    <a:pt x="42" y="566"/>
                    <a:pt x="42" y="566"/>
                    <a:pt x="42" y="566"/>
                  </a:cubicBezTo>
                  <a:cubicBezTo>
                    <a:pt x="61" y="577"/>
                    <a:pt x="95" y="589"/>
                    <a:pt x="142" y="588"/>
                  </a:cubicBezTo>
                  <a:cubicBezTo>
                    <a:pt x="187" y="586"/>
                    <a:pt x="214" y="576"/>
                    <a:pt x="230" y="567"/>
                  </a:cubicBezTo>
                  <a:cubicBezTo>
                    <a:pt x="242" y="581"/>
                    <a:pt x="242" y="581"/>
                    <a:pt x="242" y="581"/>
                  </a:cubicBezTo>
                  <a:cubicBezTo>
                    <a:pt x="248" y="588"/>
                    <a:pt x="258" y="589"/>
                    <a:pt x="264" y="583"/>
                  </a:cubicBezTo>
                  <a:cubicBezTo>
                    <a:pt x="271" y="577"/>
                    <a:pt x="272" y="567"/>
                    <a:pt x="266" y="561"/>
                  </a:cubicBezTo>
                  <a:cubicBezTo>
                    <a:pt x="254" y="546"/>
                    <a:pt x="254" y="546"/>
                    <a:pt x="254" y="546"/>
                  </a:cubicBezTo>
                  <a:cubicBezTo>
                    <a:pt x="263" y="527"/>
                    <a:pt x="290" y="460"/>
                    <a:pt x="262" y="414"/>
                  </a:cubicBezTo>
                  <a:cubicBezTo>
                    <a:pt x="230" y="361"/>
                    <a:pt x="185" y="348"/>
                    <a:pt x="167" y="333"/>
                  </a:cubicBezTo>
                  <a:cubicBezTo>
                    <a:pt x="163" y="331"/>
                    <a:pt x="161" y="329"/>
                    <a:pt x="158" y="327"/>
                  </a:cubicBezTo>
                  <a:cubicBezTo>
                    <a:pt x="159" y="326"/>
                    <a:pt x="159" y="325"/>
                    <a:pt x="159" y="325"/>
                  </a:cubicBezTo>
                  <a:cubicBezTo>
                    <a:pt x="160" y="322"/>
                    <a:pt x="161" y="320"/>
                    <a:pt x="162" y="317"/>
                  </a:cubicBezTo>
                  <a:cubicBezTo>
                    <a:pt x="163" y="312"/>
                    <a:pt x="165" y="306"/>
                    <a:pt x="168" y="299"/>
                  </a:cubicBezTo>
                  <a:cubicBezTo>
                    <a:pt x="171" y="293"/>
                    <a:pt x="173" y="286"/>
                    <a:pt x="177" y="279"/>
                  </a:cubicBezTo>
                  <a:cubicBezTo>
                    <a:pt x="190" y="268"/>
                    <a:pt x="204" y="257"/>
                    <a:pt x="205" y="246"/>
                  </a:cubicBezTo>
                  <a:cubicBezTo>
                    <a:pt x="205" y="243"/>
                    <a:pt x="202" y="239"/>
                    <a:pt x="197" y="236"/>
                  </a:cubicBezTo>
                  <a:cubicBezTo>
                    <a:pt x="199" y="233"/>
                    <a:pt x="200" y="231"/>
                    <a:pt x="202" y="228"/>
                  </a:cubicBezTo>
                  <a:cubicBezTo>
                    <a:pt x="221" y="190"/>
                    <a:pt x="244" y="151"/>
                    <a:pt x="264" y="120"/>
                  </a:cubicBezTo>
                  <a:cubicBezTo>
                    <a:pt x="264" y="273"/>
                    <a:pt x="264" y="273"/>
                    <a:pt x="264" y="273"/>
                  </a:cubicBezTo>
                  <a:cubicBezTo>
                    <a:pt x="254" y="387"/>
                    <a:pt x="254" y="387"/>
                    <a:pt x="254" y="387"/>
                  </a:cubicBezTo>
                  <a:cubicBezTo>
                    <a:pt x="260" y="394"/>
                    <a:pt x="265" y="401"/>
                    <a:pt x="270" y="410"/>
                  </a:cubicBezTo>
                  <a:cubicBezTo>
                    <a:pt x="298" y="455"/>
                    <a:pt x="275" y="519"/>
                    <a:pt x="264" y="544"/>
                  </a:cubicBezTo>
                  <a:cubicBezTo>
                    <a:pt x="273" y="555"/>
                    <a:pt x="273" y="555"/>
                    <a:pt x="273" y="555"/>
                  </a:cubicBezTo>
                  <a:cubicBezTo>
                    <a:pt x="278" y="560"/>
                    <a:pt x="280" y="566"/>
                    <a:pt x="279" y="573"/>
                  </a:cubicBezTo>
                  <a:cubicBezTo>
                    <a:pt x="279" y="580"/>
                    <a:pt x="275" y="586"/>
                    <a:pt x="270" y="590"/>
                  </a:cubicBezTo>
                  <a:cubicBezTo>
                    <a:pt x="266" y="594"/>
                    <a:pt x="260" y="596"/>
                    <a:pt x="254" y="596"/>
                  </a:cubicBezTo>
                  <a:cubicBezTo>
                    <a:pt x="254" y="596"/>
                    <a:pt x="254" y="596"/>
                    <a:pt x="254" y="596"/>
                  </a:cubicBezTo>
                  <a:cubicBezTo>
                    <a:pt x="248" y="596"/>
                    <a:pt x="242" y="594"/>
                    <a:pt x="238" y="590"/>
                  </a:cubicBezTo>
                  <a:cubicBezTo>
                    <a:pt x="230" y="692"/>
                    <a:pt x="230" y="692"/>
                    <a:pt x="230" y="692"/>
                  </a:cubicBezTo>
                  <a:cubicBezTo>
                    <a:pt x="227" y="719"/>
                    <a:pt x="248" y="743"/>
                    <a:pt x="275" y="745"/>
                  </a:cubicBezTo>
                  <a:cubicBezTo>
                    <a:pt x="302" y="747"/>
                    <a:pt x="326" y="727"/>
                    <a:pt x="328" y="700"/>
                  </a:cubicBezTo>
                  <a:cubicBezTo>
                    <a:pt x="358" y="336"/>
                    <a:pt x="358" y="336"/>
                    <a:pt x="358" y="336"/>
                  </a:cubicBezTo>
                  <a:cubicBezTo>
                    <a:pt x="386" y="336"/>
                    <a:pt x="386" y="336"/>
                    <a:pt x="386" y="336"/>
                  </a:cubicBezTo>
                  <a:cubicBezTo>
                    <a:pt x="416" y="700"/>
                    <a:pt x="416" y="700"/>
                    <a:pt x="416" y="700"/>
                  </a:cubicBezTo>
                  <a:cubicBezTo>
                    <a:pt x="418" y="727"/>
                    <a:pt x="442" y="747"/>
                    <a:pt x="469" y="745"/>
                  </a:cubicBezTo>
                  <a:cubicBezTo>
                    <a:pt x="496" y="743"/>
                    <a:pt x="516" y="719"/>
                    <a:pt x="514" y="692"/>
                  </a:cubicBezTo>
                  <a:cubicBezTo>
                    <a:pt x="480" y="273"/>
                    <a:pt x="480" y="273"/>
                    <a:pt x="480" y="273"/>
                  </a:cubicBezTo>
                  <a:cubicBezTo>
                    <a:pt x="480" y="132"/>
                    <a:pt x="480" y="132"/>
                    <a:pt x="480" y="132"/>
                  </a:cubicBezTo>
                  <a:cubicBezTo>
                    <a:pt x="503" y="168"/>
                    <a:pt x="503" y="168"/>
                    <a:pt x="503" y="168"/>
                  </a:cubicBezTo>
                  <a:cubicBezTo>
                    <a:pt x="509" y="178"/>
                    <a:pt x="520" y="183"/>
                    <a:pt x="530" y="183"/>
                  </a:cubicBezTo>
                  <a:cubicBezTo>
                    <a:pt x="536" y="183"/>
                    <a:pt x="542" y="182"/>
                    <a:pt x="547" y="178"/>
                  </a:cubicBezTo>
                  <a:cubicBezTo>
                    <a:pt x="642" y="118"/>
                    <a:pt x="642" y="118"/>
                    <a:pt x="642" y="118"/>
                  </a:cubicBezTo>
                  <a:cubicBezTo>
                    <a:pt x="657" y="109"/>
                    <a:pt x="661" y="89"/>
                    <a:pt x="652" y="74"/>
                  </a:cubicBezTo>
                  <a:cubicBezTo>
                    <a:pt x="651" y="72"/>
                    <a:pt x="649" y="70"/>
                    <a:pt x="647" y="68"/>
                  </a:cubicBezTo>
                  <a:cubicBezTo>
                    <a:pt x="569" y="164"/>
                    <a:pt x="569" y="164"/>
                    <a:pt x="569" y="164"/>
                  </a:cubicBezTo>
                  <a:cubicBezTo>
                    <a:pt x="450" y="66"/>
                    <a:pt x="450" y="66"/>
                    <a:pt x="450" y="66"/>
                  </a:cubicBezTo>
                  <a:cubicBezTo>
                    <a:pt x="485" y="22"/>
                    <a:pt x="485" y="22"/>
                    <a:pt x="485" y="22"/>
                  </a:cubicBezTo>
                  <a:cubicBezTo>
                    <a:pt x="481" y="16"/>
                    <a:pt x="481" y="16"/>
                    <a:pt x="481" y="16"/>
                  </a:cubicBezTo>
                  <a:cubicBezTo>
                    <a:pt x="476" y="7"/>
                    <a:pt x="467" y="2"/>
                    <a:pt x="457" y="1"/>
                  </a:cubicBezTo>
                  <a:cubicBezTo>
                    <a:pt x="455" y="1"/>
                    <a:pt x="452" y="0"/>
                    <a:pt x="449" y="0"/>
                  </a:cubicBezTo>
                  <a:cubicBezTo>
                    <a:pt x="301" y="0"/>
                    <a:pt x="301" y="0"/>
                    <a:pt x="301" y="0"/>
                  </a:cubicBezTo>
                  <a:cubicBezTo>
                    <a:pt x="300" y="0"/>
                    <a:pt x="298" y="0"/>
                    <a:pt x="297" y="0"/>
                  </a:cubicBezTo>
                  <a:cubicBezTo>
                    <a:pt x="294" y="0"/>
                    <a:pt x="291" y="0"/>
                    <a:pt x="288" y="1"/>
                  </a:cubicBezTo>
                  <a:cubicBezTo>
                    <a:pt x="288" y="1"/>
                    <a:pt x="288" y="1"/>
                    <a:pt x="288" y="1"/>
                  </a:cubicBezTo>
                  <a:cubicBezTo>
                    <a:pt x="287" y="1"/>
                    <a:pt x="286" y="1"/>
                    <a:pt x="286" y="1"/>
                  </a:cubicBezTo>
                  <a:cubicBezTo>
                    <a:pt x="285" y="2"/>
                    <a:pt x="285" y="2"/>
                    <a:pt x="285" y="2"/>
                  </a:cubicBezTo>
                  <a:cubicBezTo>
                    <a:pt x="270" y="6"/>
                    <a:pt x="256" y="20"/>
                    <a:pt x="236" y="47"/>
                  </a:cubicBezTo>
                  <a:cubicBezTo>
                    <a:pt x="220" y="68"/>
                    <a:pt x="202" y="97"/>
                    <a:pt x="182" y="131"/>
                  </a:cubicBezTo>
                  <a:cubicBezTo>
                    <a:pt x="168" y="155"/>
                    <a:pt x="152" y="183"/>
                    <a:pt x="138" y="212"/>
                  </a:cubicBezTo>
                  <a:cubicBezTo>
                    <a:pt x="133" y="222"/>
                    <a:pt x="128" y="233"/>
                    <a:pt x="123" y="242"/>
                  </a:cubicBezTo>
                  <a:cubicBezTo>
                    <a:pt x="103" y="238"/>
                    <a:pt x="67" y="223"/>
                    <a:pt x="59" y="233"/>
                  </a:cubicBezTo>
                  <a:cubicBezTo>
                    <a:pt x="50" y="244"/>
                    <a:pt x="83" y="263"/>
                    <a:pt x="107" y="281"/>
                  </a:cubicBezTo>
                  <a:cubicBezTo>
                    <a:pt x="105" y="284"/>
                    <a:pt x="104" y="287"/>
                    <a:pt x="103" y="290"/>
                  </a:cubicBezTo>
                  <a:cubicBezTo>
                    <a:pt x="101" y="296"/>
                    <a:pt x="99" y="303"/>
                    <a:pt x="97" y="308"/>
                  </a:cubicBezTo>
                  <a:cubicBezTo>
                    <a:pt x="95" y="315"/>
                    <a:pt x="96" y="322"/>
                    <a:pt x="99" y="329"/>
                  </a:cubicBezTo>
                  <a:cubicBezTo>
                    <a:pt x="100" y="332"/>
                    <a:pt x="101" y="334"/>
                    <a:pt x="103" y="337"/>
                  </a:cubicBezTo>
                  <a:cubicBezTo>
                    <a:pt x="98" y="340"/>
                    <a:pt x="93" y="344"/>
                    <a:pt x="87" y="348"/>
                  </a:cubicBezTo>
                  <a:close/>
                  <a:moveTo>
                    <a:pt x="372" y="288"/>
                  </a:moveTo>
                  <a:cubicBezTo>
                    <a:pt x="334" y="240"/>
                    <a:pt x="334" y="240"/>
                    <a:pt x="334" y="240"/>
                  </a:cubicBezTo>
                  <a:cubicBezTo>
                    <a:pt x="356" y="79"/>
                    <a:pt x="356" y="79"/>
                    <a:pt x="356" y="79"/>
                  </a:cubicBezTo>
                  <a:cubicBezTo>
                    <a:pt x="361" y="81"/>
                    <a:pt x="366" y="82"/>
                    <a:pt x="372" y="82"/>
                  </a:cubicBezTo>
                  <a:cubicBezTo>
                    <a:pt x="372" y="82"/>
                    <a:pt x="372" y="82"/>
                    <a:pt x="372" y="82"/>
                  </a:cubicBezTo>
                  <a:cubicBezTo>
                    <a:pt x="372" y="82"/>
                    <a:pt x="372" y="82"/>
                    <a:pt x="372" y="82"/>
                  </a:cubicBezTo>
                  <a:cubicBezTo>
                    <a:pt x="377" y="82"/>
                    <a:pt x="383" y="81"/>
                    <a:pt x="388" y="79"/>
                  </a:cubicBezTo>
                  <a:cubicBezTo>
                    <a:pt x="410" y="240"/>
                    <a:pt x="410" y="240"/>
                    <a:pt x="410" y="240"/>
                  </a:cubicBezTo>
                  <a:lnTo>
                    <a:pt x="372" y="288"/>
                  </a:lnTo>
                  <a:close/>
                  <a:moveTo>
                    <a:pt x="357" y="30"/>
                  </a:moveTo>
                  <a:cubicBezTo>
                    <a:pt x="372" y="30"/>
                    <a:pt x="372" y="30"/>
                    <a:pt x="372" y="30"/>
                  </a:cubicBezTo>
                  <a:cubicBezTo>
                    <a:pt x="387" y="30"/>
                    <a:pt x="387" y="30"/>
                    <a:pt x="387" y="30"/>
                  </a:cubicBezTo>
                  <a:cubicBezTo>
                    <a:pt x="395" y="60"/>
                    <a:pt x="395" y="60"/>
                    <a:pt x="395" y="60"/>
                  </a:cubicBezTo>
                  <a:cubicBezTo>
                    <a:pt x="393" y="62"/>
                    <a:pt x="393" y="62"/>
                    <a:pt x="393" y="62"/>
                  </a:cubicBezTo>
                  <a:cubicBezTo>
                    <a:pt x="387" y="67"/>
                    <a:pt x="380" y="70"/>
                    <a:pt x="372" y="70"/>
                  </a:cubicBezTo>
                  <a:cubicBezTo>
                    <a:pt x="364" y="70"/>
                    <a:pt x="356" y="67"/>
                    <a:pt x="350" y="62"/>
                  </a:cubicBezTo>
                  <a:cubicBezTo>
                    <a:pt x="349" y="60"/>
                    <a:pt x="349" y="60"/>
                    <a:pt x="349" y="60"/>
                  </a:cubicBezTo>
                  <a:lnTo>
                    <a:pt x="357" y="30"/>
                  </a:lnTo>
                  <a:close/>
                  <a:moveTo>
                    <a:pt x="178" y="414"/>
                  </a:moveTo>
                  <a:cubicBezTo>
                    <a:pt x="161" y="425"/>
                    <a:pt x="161" y="425"/>
                    <a:pt x="161" y="425"/>
                  </a:cubicBezTo>
                  <a:cubicBezTo>
                    <a:pt x="155" y="419"/>
                    <a:pt x="149" y="416"/>
                    <a:pt x="140" y="416"/>
                  </a:cubicBezTo>
                  <a:cubicBezTo>
                    <a:pt x="129" y="416"/>
                    <a:pt x="123" y="421"/>
                    <a:pt x="123" y="429"/>
                  </a:cubicBezTo>
                  <a:cubicBezTo>
                    <a:pt x="123" y="433"/>
                    <a:pt x="125" y="437"/>
                    <a:pt x="129" y="440"/>
                  </a:cubicBezTo>
                  <a:cubicBezTo>
                    <a:pt x="133" y="443"/>
                    <a:pt x="134" y="443"/>
                    <a:pt x="148" y="450"/>
                  </a:cubicBezTo>
                  <a:cubicBezTo>
                    <a:pt x="173" y="462"/>
                    <a:pt x="181" y="471"/>
                    <a:pt x="181" y="485"/>
                  </a:cubicBezTo>
                  <a:cubicBezTo>
                    <a:pt x="181" y="502"/>
                    <a:pt x="168" y="512"/>
                    <a:pt x="146" y="514"/>
                  </a:cubicBezTo>
                  <a:cubicBezTo>
                    <a:pt x="146" y="527"/>
                    <a:pt x="146" y="527"/>
                    <a:pt x="146" y="527"/>
                  </a:cubicBezTo>
                  <a:cubicBezTo>
                    <a:pt x="133" y="527"/>
                    <a:pt x="133" y="527"/>
                    <a:pt x="133" y="527"/>
                  </a:cubicBezTo>
                  <a:cubicBezTo>
                    <a:pt x="133" y="514"/>
                    <a:pt x="133" y="514"/>
                    <a:pt x="133" y="514"/>
                  </a:cubicBezTo>
                  <a:cubicBezTo>
                    <a:pt x="120" y="513"/>
                    <a:pt x="108" y="507"/>
                    <a:pt x="98" y="498"/>
                  </a:cubicBezTo>
                  <a:cubicBezTo>
                    <a:pt x="114" y="488"/>
                    <a:pt x="114" y="488"/>
                    <a:pt x="114" y="488"/>
                  </a:cubicBezTo>
                  <a:cubicBezTo>
                    <a:pt x="124" y="496"/>
                    <a:pt x="131" y="499"/>
                    <a:pt x="141" y="499"/>
                  </a:cubicBezTo>
                  <a:cubicBezTo>
                    <a:pt x="151" y="499"/>
                    <a:pt x="157" y="494"/>
                    <a:pt x="157" y="486"/>
                  </a:cubicBezTo>
                  <a:cubicBezTo>
                    <a:pt x="157" y="482"/>
                    <a:pt x="155" y="477"/>
                    <a:pt x="151" y="474"/>
                  </a:cubicBezTo>
                  <a:cubicBezTo>
                    <a:pt x="147" y="471"/>
                    <a:pt x="144" y="470"/>
                    <a:pt x="130" y="463"/>
                  </a:cubicBezTo>
                  <a:cubicBezTo>
                    <a:pt x="107" y="451"/>
                    <a:pt x="100" y="443"/>
                    <a:pt x="100" y="430"/>
                  </a:cubicBezTo>
                  <a:cubicBezTo>
                    <a:pt x="100" y="415"/>
                    <a:pt x="113" y="404"/>
                    <a:pt x="133" y="401"/>
                  </a:cubicBezTo>
                  <a:cubicBezTo>
                    <a:pt x="133" y="391"/>
                    <a:pt x="133" y="391"/>
                    <a:pt x="133" y="391"/>
                  </a:cubicBezTo>
                  <a:cubicBezTo>
                    <a:pt x="146" y="391"/>
                    <a:pt x="146" y="391"/>
                    <a:pt x="146" y="391"/>
                  </a:cubicBezTo>
                  <a:cubicBezTo>
                    <a:pt x="146" y="401"/>
                    <a:pt x="146" y="401"/>
                    <a:pt x="146" y="401"/>
                  </a:cubicBezTo>
                  <a:cubicBezTo>
                    <a:pt x="158" y="402"/>
                    <a:pt x="168" y="406"/>
                    <a:pt x="178" y="4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3" name="组合 62"/>
          <p:cNvGrpSpPr/>
          <p:nvPr/>
        </p:nvGrpSpPr>
        <p:grpSpPr>
          <a:xfrm>
            <a:off x="4613275" y="731838"/>
            <a:ext cx="1390650" cy="1438276"/>
            <a:chOff x="4613275" y="731838"/>
            <a:chExt cx="1390650" cy="1438276"/>
          </a:xfrm>
          <a:solidFill>
            <a:schemeClr val="tx1">
              <a:lumMod val="65000"/>
              <a:lumOff val="35000"/>
            </a:schemeClr>
          </a:solidFill>
        </p:grpSpPr>
        <p:sp>
          <p:nvSpPr>
            <p:cNvPr id="64" name="Freeform 101"/>
            <p:cNvSpPr>
              <a:spLocks/>
            </p:cNvSpPr>
            <p:nvPr/>
          </p:nvSpPr>
          <p:spPr bwMode="auto">
            <a:xfrm>
              <a:off x="5359400" y="2032001"/>
              <a:ext cx="138113" cy="74613"/>
            </a:xfrm>
            <a:custGeom>
              <a:avLst/>
              <a:gdLst>
                <a:gd name="T0" fmla="*/ 41 w 95"/>
                <a:gd name="T1" fmla="*/ 49 h 51"/>
                <a:gd name="T2" fmla="*/ 94 w 95"/>
                <a:gd name="T3" fmla="*/ 3 h 51"/>
                <a:gd name="T4" fmla="*/ 95 w 95"/>
                <a:gd name="T5" fmla="*/ 0 h 51"/>
                <a:gd name="T6" fmla="*/ 0 w 95"/>
                <a:gd name="T7" fmla="*/ 21 h 51"/>
                <a:gd name="T8" fmla="*/ 41 w 95"/>
                <a:gd name="T9" fmla="*/ 49 h 51"/>
              </a:gdLst>
              <a:ahLst/>
              <a:cxnLst>
                <a:cxn ang="0">
                  <a:pos x="T0" y="T1"/>
                </a:cxn>
                <a:cxn ang="0">
                  <a:pos x="T2" y="T3"/>
                </a:cxn>
                <a:cxn ang="0">
                  <a:pos x="T4" y="T5"/>
                </a:cxn>
                <a:cxn ang="0">
                  <a:pos x="T6" y="T7"/>
                </a:cxn>
                <a:cxn ang="0">
                  <a:pos x="T8" y="T9"/>
                </a:cxn>
              </a:cxnLst>
              <a:rect l="0" t="0" r="r" b="b"/>
              <a:pathLst>
                <a:path w="95" h="51">
                  <a:moveTo>
                    <a:pt x="41" y="49"/>
                  </a:moveTo>
                  <a:cubicBezTo>
                    <a:pt x="68" y="51"/>
                    <a:pt x="92" y="30"/>
                    <a:pt x="94" y="3"/>
                  </a:cubicBezTo>
                  <a:cubicBezTo>
                    <a:pt x="95" y="0"/>
                    <a:pt x="95" y="0"/>
                    <a:pt x="95" y="0"/>
                  </a:cubicBezTo>
                  <a:cubicBezTo>
                    <a:pt x="72" y="8"/>
                    <a:pt x="38" y="16"/>
                    <a:pt x="0" y="21"/>
                  </a:cubicBezTo>
                  <a:cubicBezTo>
                    <a:pt x="8" y="36"/>
                    <a:pt x="23" y="47"/>
                    <a:pt x="41"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102"/>
            <p:cNvSpPr>
              <a:spLocks noEditPoints="1"/>
            </p:cNvSpPr>
            <p:nvPr/>
          </p:nvSpPr>
          <p:spPr bwMode="auto">
            <a:xfrm>
              <a:off x="5205412" y="817563"/>
              <a:ext cx="773113" cy="1289050"/>
            </a:xfrm>
            <a:custGeom>
              <a:avLst/>
              <a:gdLst>
                <a:gd name="T0" fmla="*/ 520 w 535"/>
                <a:gd name="T1" fmla="*/ 212 h 891"/>
                <a:gd name="T2" fmla="*/ 442 w 535"/>
                <a:gd name="T3" fmla="*/ 307 h 891"/>
                <a:gd name="T4" fmla="*/ 323 w 535"/>
                <a:gd name="T5" fmla="*/ 210 h 891"/>
                <a:gd name="T6" fmla="*/ 359 w 535"/>
                <a:gd name="T7" fmla="*/ 166 h 891"/>
                <a:gd name="T8" fmla="*/ 354 w 535"/>
                <a:gd name="T9" fmla="*/ 159 h 891"/>
                <a:gd name="T10" fmla="*/ 331 w 535"/>
                <a:gd name="T11" fmla="*/ 145 h 891"/>
                <a:gd name="T12" fmla="*/ 322 w 535"/>
                <a:gd name="T13" fmla="*/ 144 h 891"/>
                <a:gd name="T14" fmla="*/ 175 w 535"/>
                <a:gd name="T15" fmla="*/ 144 h 891"/>
                <a:gd name="T16" fmla="*/ 69 w 535"/>
                <a:gd name="T17" fmla="*/ 107 h 891"/>
                <a:gd name="T18" fmla="*/ 153 w 535"/>
                <a:gd name="T19" fmla="*/ 67 h 891"/>
                <a:gd name="T20" fmla="*/ 146 w 535"/>
                <a:gd name="T21" fmla="*/ 31 h 891"/>
                <a:gd name="T22" fmla="*/ 151 w 535"/>
                <a:gd name="T23" fmla="*/ 0 h 891"/>
                <a:gd name="T24" fmla="*/ 2 w 535"/>
                <a:gd name="T25" fmla="*/ 110 h 891"/>
                <a:gd name="T26" fmla="*/ 93 w 535"/>
                <a:gd name="T27" fmla="*/ 188 h 891"/>
                <a:gd name="T28" fmla="*/ 137 w 535"/>
                <a:gd name="T29" fmla="*/ 201 h 891"/>
                <a:gd name="T30" fmla="*/ 137 w 535"/>
                <a:gd name="T31" fmla="*/ 417 h 891"/>
                <a:gd name="T32" fmla="*/ 105 w 535"/>
                <a:gd name="T33" fmla="*/ 804 h 891"/>
                <a:gd name="T34" fmla="*/ 88 w 535"/>
                <a:gd name="T35" fmla="*/ 829 h 891"/>
                <a:gd name="T36" fmla="*/ 91 w 535"/>
                <a:gd name="T37" fmla="*/ 828 h 891"/>
                <a:gd name="T38" fmla="*/ 198 w 535"/>
                <a:gd name="T39" fmla="*/ 804 h 891"/>
                <a:gd name="T40" fmla="*/ 205 w 535"/>
                <a:gd name="T41" fmla="*/ 803 h 891"/>
                <a:gd name="T42" fmla="*/ 205 w 535"/>
                <a:gd name="T43" fmla="*/ 802 h 891"/>
                <a:gd name="T44" fmla="*/ 231 w 535"/>
                <a:gd name="T45" fmla="*/ 479 h 891"/>
                <a:gd name="T46" fmla="*/ 259 w 535"/>
                <a:gd name="T47" fmla="*/ 479 h 891"/>
                <a:gd name="T48" fmla="*/ 289 w 535"/>
                <a:gd name="T49" fmla="*/ 843 h 891"/>
                <a:gd name="T50" fmla="*/ 342 w 535"/>
                <a:gd name="T51" fmla="*/ 889 h 891"/>
                <a:gd name="T52" fmla="*/ 387 w 535"/>
                <a:gd name="T53" fmla="*/ 835 h 891"/>
                <a:gd name="T54" fmla="*/ 353 w 535"/>
                <a:gd name="T55" fmla="*/ 417 h 891"/>
                <a:gd name="T56" fmla="*/ 353 w 535"/>
                <a:gd name="T57" fmla="*/ 276 h 891"/>
                <a:gd name="T58" fmla="*/ 377 w 535"/>
                <a:gd name="T59" fmla="*/ 312 h 891"/>
                <a:gd name="T60" fmla="*/ 403 w 535"/>
                <a:gd name="T61" fmla="*/ 327 h 891"/>
                <a:gd name="T62" fmla="*/ 421 w 535"/>
                <a:gd name="T63" fmla="*/ 322 h 891"/>
                <a:gd name="T64" fmla="*/ 515 w 535"/>
                <a:gd name="T65" fmla="*/ 262 h 891"/>
                <a:gd name="T66" fmla="*/ 525 w 535"/>
                <a:gd name="T67" fmla="*/ 217 h 891"/>
                <a:gd name="T68" fmla="*/ 520 w 535"/>
                <a:gd name="T69" fmla="*/ 212 h 891"/>
                <a:gd name="T70" fmla="*/ 230 w 535"/>
                <a:gd name="T71" fmla="*/ 174 h 891"/>
                <a:gd name="T72" fmla="*/ 245 w 535"/>
                <a:gd name="T73" fmla="*/ 174 h 891"/>
                <a:gd name="T74" fmla="*/ 260 w 535"/>
                <a:gd name="T75" fmla="*/ 174 h 891"/>
                <a:gd name="T76" fmla="*/ 268 w 535"/>
                <a:gd name="T77" fmla="*/ 204 h 891"/>
                <a:gd name="T78" fmla="*/ 267 w 535"/>
                <a:gd name="T79" fmla="*/ 205 h 891"/>
                <a:gd name="T80" fmla="*/ 245 w 535"/>
                <a:gd name="T81" fmla="*/ 213 h 891"/>
                <a:gd name="T82" fmla="*/ 223 w 535"/>
                <a:gd name="T83" fmla="*/ 205 h 891"/>
                <a:gd name="T84" fmla="*/ 222 w 535"/>
                <a:gd name="T85" fmla="*/ 204 h 891"/>
                <a:gd name="T86" fmla="*/ 230 w 535"/>
                <a:gd name="T87" fmla="*/ 174 h 891"/>
                <a:gd name="T88" fmla="*/ 245 w 535"/>
                <a:gd name="T89" fmla="*/ 432 h 891"/>
                <a:gd name="T90" fmla="*/ 207 w 535"/>
                <a:gd name="T91" fmla="*/ 384 h 891"/>
                <a:gd name="T92" fmla="*/ 229 w 535"/>
                <a:gd name="T93" fmla="*/ 222 h 891"/>
                <a:gd name="T94" fmla="*/ 245 w 535"/>
                <a:gd name="T95" fmla="*/ 225 h 891"/>
                <a:gd name="T96" fmla="*/ 245 w 535"/>
                <a:gd name="T97" fmla="*/ 225 h 891"/>
                <a:gd name="T98" fmla="*/ 245 w 535"/>
                <a:gd name="T99" fmla="*/ 225 h 891"/>
                <a:gd name="T100" fmla="*/ 261 w 535"/>
                <a:gd name="T101" fmla="*/ 222 h 891"/>
                <a:gd name="T102" fmla="*/ 283 w 535"/>
                <a:gd name="T103" fmla="*/ 384 h 891"/>
                <a:gd name="T104" fmla="*/ 245 w 535"/>
                <a:gd name="T105" fmla="*/ 432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35" h="891">
                  <a:moveTo>
                    <a:pt x="520" y="212"/>
                  </a:moveTo>
                  <a:cubicBezTo>
                    <a:pt x="442" y="307"/>
                    <a:pt x="442" y="307"/>
                    <a:pt x="442" y="307"/>
                  </a:cubicBezTo>
                  <a:cubicBezTo>
                    <a:pt x="323" y="210"/>
                    <a:pt x="323" y="210"/>
                    <a:pt x="323" y="210"/>
                  </a:cubicBezTo>
                  <a:cubicBezTo>
                    <a:pt x="359" y="166"/>
                    <a:pt x="359" y="166"/>
                    <a:pt x="359" y="166"/>
                  </a:cubicBezTo>
                  <a:cubicBezTo>
                    <a:pt x="354" y="159"/>
                    <a:pt x="354" y="159"/>
                    <a:pt x="354" y="159"/>
                  </a:cubicBezTo>
                  <a:cubicBezTo>
                    <a:pt x="349" y="151"/>
                    <a:pt x="340" y="146"/>
                    <a:pt x="331" y="145"/>
                  </a:cubicBezTo>
                  <a:cubicBezTo>
                    <a:pt x="328" y="144"/>
                    <a:pt x="325" y="144"/>
                    <a:pt x="322" y="144"/>
                  </a:cubicBezTo>
                  <a:cubicBezTo>
                    <a:pt x="175" y="144"/>
                    <a:pt x="175" y="144"/>
                    <a:pt x="175" y="144"/>
                  </a:cubicBezTo>
                  <a:cubicBezTo>
                    <a:pt x="131" y="136"/>
                    <a:pt x="83" y="119"/>
                    <a:pt x="69" y="107"/>
                  </a:cubicBezTo>
                  <a:cubicBezTo>
                    <a:pt x="75" y="100"/>
                    <a:pt x="96" y="86"/>
                    <a:pt x="153" y="67"/>
                  </a:cubicBezTo>
                  <a:cubicBezTo>
                    <a:pt x="148" y="56"/>
                    <a:pt x="146" y="43"/>
                    <a:pt x="146" y="31"/>
                  </a:cubicBezTo>
                  <a:cubicBezTo>
                    <a:pt x="146" y="20"/>
                    <a:pt x="148" y="10"/>
                    <a:pt x="151" y="0"/>
                  </a:cubicBezTo>
                  <a:cubicBezTo>
                    <a:pt x="44" y="33"/>
                    <a:pt x="0" y="66"/>
                    <a:pt x="2" y="110"/>
                  </a:cubicBezTo>
                  <a:cubicBezTo>
                    <a:pt x="4" y="153"/>
                    <a:pt x="55" y="175"/>
                    <a:pt x="93" y="188"/>
                  </a:cubicBezTo>
                  <a:cubicBezTo>
                    <a:pt x="108" y="194"/>
                    <a:pt x="124" y="198"/>
                    <a:pt x="137" y="201"/>
                  </a:cubicBezTo>
                  <a:cubicBezTo>
                    <a:pt x="137" y="417"/>
                    <a:pt x="137" y="417"/>
                    <a:pt x="137" y="417"/>
                  </a:cubicBezTo>
                  <a:cubicBezTo>
                    <a:pt x="105" y="804"/>
                    <a:pt x="105" y="804"/>
                    <a:pt x="105" y="804"/>
                  </a:cubicBezTo>
                  <a:cubicBezTo>
                    <a:pt x="97" y="813"/>
                    <a:pt x="91" y="822"/>
                    <a:pt x="88" y="829"/>
                  </a:cubicBezTo>
                  <a:cubicBezTo>
                    <a:pt x="89" y="828"/>
                    <a:pt x="90" y="828"/>
                    <a:pt x="91" y="828"/>
                  </a:cubicBezTo>
                  <a:cubicBezTo>
                    <a:pt x="137" y="823"/>
                    <a:pt x="179" y="814"/>
                    <a:pt x="198" y="804"/>
                  </a:cubicBezTo>
                  <a:cubicBezTo>
                    <a:pt x="200" y="803"/>
                    <a:pt x="203" y="803"/>
                    <a:pt x="205" y="803"/>
                  </a:cubicBezTo>
                  <a:cubicBezTo>
                    <a:pt x="205" y="803"/>
                    <a:pt x="205" y="802"/>
                    <a:pt x="205" y="802"/>
                  </a:cubicBezTo>
                  <a:cubicBezTo>
                    <a:pt x="231" y="479"/>
                    <a:pt x="231" y="479"/>
                    <a:pt x="231" y="479"/>
                  </a:cubicBezTo>
                  <a:cubicBezTo>
                    <a:pt x="259" y="479"/>
                    <a:pt x="259" y="479"/>
                    <a:pt x="259" y="479"/>
                  </a:cubicBezTo>
                  <a:cubicBezTo>
                    <a:pt x="289" y="843"/>
                    <a:pt x="289" y="843"/>
                    <a:pt x="289" y="843"/>
                  </a:cubicBezTo>
                  <a:cubicBezTo>
                    <a:pt x="291" y="870"/>
                    <a:pt x="315" y="891"/>
                    <a:pt x="342" y="889"/>
                  </a:cubicBezTo>
                  <a:cubicBezTo>
                    <a:pt x="369" y="886"/>
                    <a:pt x="390" y="862"/>
                    <a:pt x="387" y="835"/>
                  </a:cubicBezTo>
                  <a:cubicBezTo>
                    <a:pt x="353" y="417"/>
                    <a:pt x="353" y="417"/>
                    <a:pt x="353" y="417"/>
                  </a:cubicBezTo>
                  <a:cubicBezTo>
                    <a:pt x="353" y="276"/>
                    <a:pt x="353" y="276"/>
                    <a:pt x="353" y="276"/>
                  </a:cubicBezTo>
                  <a:cubicBezTo>
                    <a:pt x="377" y="312"/>
                    <a:pt x="377" y="312"/>
                    <a:pt x="377" y="312"/>
                  </a:cubicBezTo>
                  <a:cubicBezTo>
                    <a:pt x="383" y="321"/>
                    <a:pt x="393" y="327"/>
                    <a:pt x="403" y="327"/>
                  </a:cubicBezTo>
                  <a:cubicBezTo>
                    <a:pt x="409" y="327"/>
                    <a:pt x="415" y="325"/>
                    <a:pt x="421" y="322"/>
                  </a:cubicBezTo>
                  <a:cubicBezTo>
                    <a:pt x="515" y="262"/>
                    <a:pt x="515" y="262"/>
                    <a:pt x="515" y="262"/>
                  </a:cubicBezTo>
                  <a:cubicBezTo>
                    <a:pt x="530" y="252"/>
                    <a:pt x="535" y="232"/>
                    <a:pt x="525" y="217"/>
                  </a:cubicBezTo>
                  <a:cubicBezTo>
                    <a:pt x="524" y="215"/>
                    <a:pt x="522" y="213"/>
                    <a:pt x="520" y="212"/>
                  </a:cubicBezTo>
                  <a:close/>
                  <a:moveTo>
                    <a:pt x="230" y="174"/>
                  </a:moveTo>
                  <a:cubicBezTo>
                    <a:pt x="245" y="174"/>
                    <a:pt x="245" y="174"/>
                    <a:pt x="245" y="174"/>
                  </a:cubicBezTo>
                  <a:cubicBezTo>
                    <a:pt x="260" y="174"/>
                    <a:pt x="260" y="174"/>
                    <a:pt x="260" y="174"/>
                  </a:cubicBezTo>
                  <a:cubicBezTo>
                    <a:pt x="268" y="204"/>
                    <a:pt x="268" y="204"/>
                    <a:pt x="268" y="204"/>
                  </a:cubicBezTo>
                  <a:cubicBezTo>
                    <a:pt x="267" y="205"/>
                    <a:pt x="267" y="205"/>
                    <a:pt x="267" y="205"/>
                  </a:cubicBezTo>
                  <a:cubicBezTo>
                    <a:pt x="260" y="211"/>
                    <a:pt x="253" y="213"/>
                    <a:pt x="245" y="213"/>
                  </a:cubicBezTo>
                  <a:cubicBezTo>
                    <a:pt x="237" y="213"/>
                    <a:pt x="230" y="211"/>
                    <a:pt x="223" y="205"/>
                  </a:cubicBezTo>
                  <a:cubicBezTo>
                    <a:pt x="222" y="204"/>
                    <a:pt x="222" y="204"/>
                    <a:pt x="222" y="204"/>
                  </a:cubicBezTo>
                  <a:lnTo>
                    <a:pt x="230" y="174"/>
                  </a:lnTo>
                  <a:close/>
                  <a:moveTo>
                    <a:pt x="245" y="432"/>
                  </a:moveTo>
                  <a:cubicBezTo>
                    <a:pt x="207" y="384"/>
                    <a:pt x="207" y="384"/>
                    <a:pt x="207" y="384"/>
                  </a:cubicBezTo>
                  <a:cubicBezTo>
                    <a:pt x="229" y="222"/>
                    <a:pt x="229" y="222"/>
                    <a:pt x="229" y="222"/>
                  </a:cubicBezTo>
                  <a:cubicBezTo>
                    <a:pt x="234" y="224"/>
                    <a:pt x="240" y="225"/>
                    <a:pt x="245" y="225"/>
                  </a:cubicBezTo>
                  <a:cubicBezTo>
                    <a:pt x="245" y="225"/>
                    <a:pt x="245" y="225"/>
                    <a:pt x="245" y="225"/>
                  </a:cubicBezTo>
                  <a:cubicBezTo>
                    <a:pt x="245" y="225"/>
                    <a:pt x="245" y="225"/>
                    <a:pt x="245" y="225"/>
                  </a:cubicBezTo>
                  <a:cubicBezTo>
                    <a:pt x="250" y="225"/>
                    <a:pt x="256" y="224"/>
                    <a:pt x="261" y="222"/>
                  </a:cubicBezTo>
                  <a:cubicBezTo>
                    <a:pt x="283" y="384"/>
                    <a:pt x="283" y="384"/>
                    <a:pt x="283" y="384"/>
                  </a:cubicBezTo>
                  <a:lnTo>
                    <a:pt x="245" y="4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103"/>
            <p:cNvSpPr>
              <a:spLocks noEditPoints="1"/>
            </p:cNvSpPr>
            <p:nvPr/>
          </p:nvSpPr>
          <p:spPr bwMode="auto">
            <a:xfrm>
              <a:off x="5429250" y="731838"/>
              <a:ext cx="260350" cy="260350"/>
            </a:xfrm>
            <a:custGeom>
              <a:avLst/>
              <a:gdLst>
                <a:gd name="T0" fmla="*/ 0 w 180"/>
                <a:gd name="T1" fmla="*/ 90 h 180"/>
                <a:gd name="T2" fmla="*/ 90 w 180"/>
                <a:gd name="T3" fmla="*/ 180 h 180"/>
                <a:gd name="T4" fmla="*/ 180 w 180"/>
                <a:gd name="T5" fmla="*/ 90 h 180"/>
                <a:gd name="T6" fmla="*/ 90 w 180"/>
                <a:gd name="T7" fmla="*/ 0 h 180"/>
                <a:gd name="T8" fmla="*/ 0 w 180"/>
                <a:gd name="T9" fmla="*/ 90 h 180"/>
                <a:gd name="T10" fmla="*/ 145 w 180"/>
                <a:gd name="T11" fmla="*/ 106 h 180"/>
                <a:gd name="T12" fmla="*/ 143 w 180"/>
                <a:gd name="T13" fmla="*/ 117 h 180"/>
                <a:gd name="T14" fmla="*/ 67 w 180"/>
                <a:gd name="T15" fmla="*/ 150 h 180"/>
                <a:gd name="T16" fmla="*/ 58 w 180"/>
                <a:gd name="T17" fmla="*/ 141 h 180"/>
                <a:gd name="T18" fmla="*/ 145 w 180"/>
                <a:gd name="T19" fmla="*/ 106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0" h="180">
                  <a:moveTo>
                    <a:pt x="0" y="90"/>
                  </a:moveTo>
                  <a:cubicBezTo>
                    <a:pt x="0" y="139"/>
                    <a:pt x="40" y="180"/>
                    <a:pt x="90" y="180"/>
                  </a:cubicBezTo>
                  <a:cubicBezTo>
                    <a:pt x="140" y="180"/>
                    <a:pt x="180" y="139"/>
                    <a:pt x="180" y="90"/>
                  </a:cubicBezTo>
                  <a:cubicBezTo>
                    <a:pt x="180" y="40"/>
                    <a:pt x="140" y="0"/>
                    <a:pt x="90" y="0"/>
                  </a:cubicBezTo>
                  <a:cubicBezTo>
                    <a:pt x="40" y="0"/>
                    <a:pt x="0" y="40"/>
                    <a:pt x="0" y="90"/>
                  </a:cubicBezTo>
                  <a:close/>
                  <a:moveTo>
                    <a:pt x="145" y="106"/>
                  </a:moveTo>
                  <a:cubicBezTo>
                    <a:pt x="143" y="117"/>
                    <a:pt x="143" y="117"/>
                    <a:pt x="143" y="117"/>
                  </a:cubicBezTo>
                  <a:cubicBezTo>
                    <a:pt x="142" y="117"/>
                    <a:pt x="102" y="111"/>
                    <a:pt x="67" y="150"/>
                  </a:cubicBezTo>
                  <a:cubicBezTo>
                    <a:pt x="58" y="141"/>
                    <a:pt x="58" y="141"/>
                    <a:pt x="58" y="141"/>
                  </a:cubicBezTo>
                  <a:cubicBezTo>
                    <a:pt x="98" y="98"/>
                    <a:pt x="143" y="105"/>
                    <a:pt x="145" y="10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104"/>
            <p:cNvSpPr>
              <a:spLocks/>
            </p:cNvSpPr>
            <p:nvPr/>
          </p:nvSpPr>
          <p:spPr bwMode="auto">
            <a:xfrm>
              <a:off x="5691187" y="920751"/>
              <a:ext cx="312738" cy="322263"/>
            </a:xfrm>
            <a:custGeom>
              <a:avLst/>
              <a:gdLst>
                <a:gd name="T0" fmla="*/ 0 w 197"/>
                <a:gd name="T1" fmla="*/ 124 h 203"/>
                <a:gd name="T2" fmla="*/ 96 w 197"/>
                <a:gd name="T3" fmla="*/ 203 h 203"/>
                <a:gd name="T4" fmla="*/ 197 w 197"/>
                <a:gd name="T5" fmla="*/ 79 h 203"/>
                <a:gd name="T6" fmla="*/ 101 w 197"/>
                <a:gd name="T7" fmla="*/ 0 h 203"/>
                <a:gd name="T8" fmla="*/ 0 w 197"/>
                <a:gd name="T9" fmla="*/ 124 h 203"/>
              </a:gdLst>
              <a:ahLst/>
              <a:cxnLst>
                <a:cxn ang="0">
                  <a:pos x="T0" y="T1"/>
                </a:cxn>
                <a:cxn ang="0">
                  <a:pos x="T2" y="T3"/>
                </a:cxn>
                <a:cxn ang="0">
                  <a:pos x="T4" y="T5"/>
                </a:cxn>
                <a:cxn ang="0">
                  <a:pos x="T6" y="T7"/>
                </a:cxn>
                <a:cxn ang="0">
                  <a:pos x="T8" y="T9"/>
                </a:cxn>
              </a:cxnLst>
              <a:rect l="0" t="0" r="r" b="b"/>
              <a:pathLst>
                <a:path w="197" h="203">
                  <a:moveTo>
                    <a:pt x="0" y="124"/>
                  </a:moveTo>
                  <a:lnTo>
                    <a:pt x="96" y="203"/>
                  </a:lnTo>
                  <a:lnTo>
                    <a:pt x="197" y="79"/>
                  </a:lnTo>
                  <a:lnTo>
                    <a:pt x="101" y="0"/>
                  </a:lnTo>
                  <a:lnTo>
                    <a:pt x="0" y="1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105"/>
            <p:cNvSpPr>
              <a:spLocks/>
            </p:cNvSpPr>
            <p:nvPr/>
          </p:nvSpPr>
          <p:spPr bwMode="auto">
            <a:xfrm>
              <a:off x="4708525" y="1935163"/>
              <a:ext cx="42863" cy="84138"/>
            </a:xfrm>
            <a:custGeom>
              <a:avLst/>
              <a:gdLst>
                <a:gd name="T0" fmla="*/ 21 w 30"/>
                <a:gd name="T1" fmla="*/ 16 h 58"/>
                <a:gd name="T2" fmla="*/ 5 w 30"/>
                <a:gd name="T3" fmla="*/ 3 h 58"/>
                <a:gd name="T4" fmla="*/ 0 w 30"/>
                <a:gd name="T5" fmla="*/ 4 h 58"/>
                <a:gd name="T6" fmla="*/ 14 w 30"/>
                <a:gd name="T7" fmla="*/ 58 h 58"/>
                <a:gd name="T8" fmla="*/ 20 w 30"/>
                <a:gd name="T9" fmla="*/ 57 h 58"/>
                <a:gd name="T10" fmla="*/ 27 w 30"/>
                <a:gd name="T11" fmla="*/ 38 h 58"/>
                <a:gd name="T12" fmla="*/ 21 w 30"/>
                <a:gd name="T13" fmla="*/ 16 h 58"/>
              </a:gdLst>
              <a:ahLst/>
              <a:cxnLst>
                <a:cxn ang="0">
                  <a:pos x="T0" y="T1"/>
                </a:cxn>
                <a:cxn ang="0">
                  <a:pos x="T2" y="T3"/>
                </a:cxn>
                <a:cxn ang="0">
                  <a:pos x="T4" y="T5"/>
                </a:cxn>
                <a:cxn ang="0">
                  <a:pos x="T6" y="T7"/>
                </a:cxn>
                <a:cxn ang="0">
                  <a:pos x="T8" y="T9"/>
                </a:cxn>
                <a:cxn ang="0">
                  <a:pos x="T10" y="T11"/>
                </a:cxn>
                <a:cxn ang="0">
                  <a:pos x="T12" y="T13"/>
                </a:cxn>
              </a:cxnLst>
              <a:rect l="0" t="0" r="r" b="b"/>
              <a:pathLst>
                <a:path w="30" h="58">
                  <a:moveTo>
                    <a:pt x="21" y="16"/>
                  </a:moveTo>
                  <a:cubicBezTo>
                    <a:pt x="18" y="4"/>
                    <a:pt x="14" y="0"/>
                    <a:pt x="5" y="3"/>
                  </a:cubicBezTo>
                  <a:cubicBezTo>
                    <a:pt x="0" y="4"/>
                    <a:pt x="0" y="4"/>
                    <a:pt x="0" y="4"/>
                  </a:cubicBezTo>
                  <a:cubicBezTo>
                    <a:pt x="14" y="58"/>
                    <a:pt x="14" y="58"/>
                    <a:pt x="14" y="58"/>
                  </a:cubicBezTo>
                  <a:cubicBezTo>
                    <a:pt x="20" y="57"/>
                    <a:pt x="20" y="57"/>
                    <a:pt x="20" y="57"/>
                  </a:cubicBezTo>
                  <a:cubicBezTo>
                    <a:pt x="28" y="55"/>
                    <a:pt x="30" y="49"/>
                    <a:pt x="27" y="38"/>
                  </a:cubicBezTo>
                  <a:lnTo>
                    <a:pt x="21"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106"/>
            <p:cNvSpPr>
              <a:spLocks/>
            </p:cNvSpPr>
            <p:nvPr/>
          </p:nvSpPr>
          <p:spPr bwMode="auto">
            <a:xfrm>
              <a:off x="4843462" y="1901826"/>
              <a:ext cx="28575" cy="31750"/>
            </a:xfrm>
            <a:custGeom>
              <a:avLst/>
              <a:gdLst>
                <a:gd name="T0" fmla="*/ 19 w 20"/>
                <a:gd name="T1" fmla="*/ 7 h 22"/>
                <a:gd name="T2" fmla="*/ 14 w 20"/>
                <a:gd name="T3" fmla="*/ 1 h 22"/>
                <a:gd name="T4" fmla="*/ 5 w 20"/>
                <a:gd name="T5" fmla="*/ 1 h 22"/>
                <a:gd name="T6" fmla="*/ 0 w 20"/>
                <a:gd name="T7" fmla="*/ 2 h 22"/>
                <a:gd name="T8" fmla="*/ 5 w 20"/>
                <a:gd name="T9" fmla="*/ 22 h 22"/>
                <a:gd name="T10" fmla="*/ 10 w 20"/>
                <a:gd name="T11" fmla="*/ 21 h 22"/>
                <a:gd name="T12" fmla="*/ 19 w 20"/>
                <a:gd name="T13" fmla="*/ 7 h 22"/>
              </a:gdLst>
              <a:ahLst/>
              <a:cxnLst>
                <a:cxn ang="0">
                  <a:pos x="T0" y="T1"/>
                </a:cxn>
                <a:cxn ang="0">
                  <a:pos x="T2" y="T3"/>
                </a:cxn>
                <a:cxn ang="0">
                  <a:pos x="T4" y="T5"/>
                </a:cxn>
                <a:cxn ang="0">
                  <a:pos x="T6" y="T7"/>
                </a:cxn>
                <a:cxn ang="0">
                  <a:pos x="T8" y="T9"/>
                </a:cxn>
                <a:cxn ang="0">
                  <a:pos x="T10" y="T11"/>
                </a:cxn>
                <a:cxn ang="0">
                  <a:pos x="T12" y="T13"/>
                </a:cxn>
              </a:cxnLst>
              <a:rect l="0" t="0" r="r" b="b"/>
              <a:pathLst>
                <a:path w="20" h="22">
                  <a:moveTo>
                    <a:pt x="19" y="7"/>
                  </a:moveTo>
                  <a:cubicBezTo>
                    <a:pt x="18" y="4"/>
                    <a:pt x="16" y="2"/>
                    <a:pt x="14" y="1"/>
                  </a:cubicBezTo>
                  <a:cubicBezTo>
                    <a:pt x="12" y="0"/>
                    <a:pt x="9" y="0"/>
                    <a:pt x="5" y="1"/>
                  </a:cubicBezTo>
                  <a:cubicBezTo>
                    <a:pt x="0" y="2"/>
                    <a:pt x="0" y="2"/>
                    <a:pt x="0" y="2"/>
                  </a:cubicBezTo>
                  <a:cubicBezTo>
                    <a:pt x="5" y="22"/>
                    <a:pt x="5" y="22"/>
                    <a:pt x="5" y="22"/>
                  </a:cubicBezTo>
                  <a:cubicBezTo>
                    <a:pt x="10" y="21"/>
                    <a:pt x="10" y="21"/>
                    <a:pt x="10" y="21"/>
                  </a:cubicBezTo>
                  <a:cubicBezTo>
                    <a:pt x="17" y="19"/>
                    <a:pt x="20" y="14"/>
                    <a:pt x="19"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107"/>
            <p:cNvSpPr>
              <a:spLocks/>
            </p:cNvSpPr>
            <p:nvPr/>
          </p:nvSpPr>
          <p:spPr bwMode="auto">
            <a:xfrm>
              <a:off x="4854575" y="1946276"/>
              <a:ext cx="33338" cy="36513"/>
            </a:xfrm>
            <a:custGeom>
              <a:avLst/>
              <a:gdLst>
                <a:gd name="T0" fmla="*/ 5 w 23"/>
                <a:gd name="T1" fmla="*/ 2 h 26"/>
                <a:gd name="T2" fmla="*/ 0 w 23"/>
                <a:gd name="T3" fmla="*/ 3 h 26"/>
                <a:gd name="T4" fmla="*/ 7 w 23"/>
                <a:gd name="T5" fmla="*/ 26 h 26"/>
                <a:gd name="T6" fmla="*/ 12 w 23"/>
                <a:gd name="T7" fmla="*/ 25 h 26"/>
                <a:gd name="T8" fmla="*/ 21 w 23"/>
                <a:gd name="T9" fmla="*/ 11 h 26"/>
                <a:gd name="T10" fmla="*/ 5 w 23"/>
                <a:gd name="T11" fmla="*/ 2 h 26"/>
              </a:gdLst>
              <a:ahLst/>
              <a:cxnLst>
                <a:cxn ang="0">
                  <a:pos x="T0" y="T1"/>
                </a:cxn>
                <a:cxn ang="0">
                  <a:pos x="T2" y="T3"/>
                </a:cxn>
                <a:cxn ang="0">
                  <a:pos x="T4" y="T5"/>
                </a:cxn>
                <a:cxn ang="0">
                  <a:pos x="T6" y="T7"/>
                </a:cxn>
                <a:cxn ang="0">
                  <a:pos x="T8" y="T9"/>
                </a:cxn>
                <a:cxn ang="0">
                  <a:pos x="T10" y="T11"/>
                </a:cxn>
              </a:cxnLst>
              <a:rect l="0" t="0" r="r" b="b"/>
              <a:pathLst>
                <a:path w="23" h="26">
                  <a:moveTo>
                    <a:pt x="5" y="2"/>
                  </a:moveTo>
                  <a:cubicBezTo>
                    <a:pt x="0" y="3"/>
                    <a:pt x="0" y="3"/>
                    <a:pt x="0" y="3"/>
                  </a:cubicBezTo>
                  <a:cubicBezTo>
                    <a:pt x="7" y="26"/>
                    <a:pt x="7" y="26"/>
                    <a:pt x="7" y="26"/>
                  </a:cubicBezTo>
                  <a:cubicBezTo>
                    <a:pt x="12" y="25"/>
                    <a:pt x="12" y="25"/>
                    <a:pt x="12" y="25"/>
                  </a:cubicBezTo>
                  <a:cubicBezTo>
                    <a:pt x="20" y="23"/>
                    <a:pt x="23" y="18"/>
                    <a:pt x="21" y="11"/>
                  </a:cubicBezTo>
                  <a:cubicBezTo>
                    <a:pt x="19" y="3"/>
                    <a:pt x="13" y="0"/>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108"/>
            <p:cNvSpPr>
              <a:spLocks noEditPoints="1"/>
            </p:cNvSpPr>
            <p:nvPr/>
          </p:nvSpPr>
          <p:spPr bwMode="auto">
            <a:xfrm>
              <a:off x="4613275" y="1733551"/>
              <a:ext cx="903288" cy="436563"/>
            </a:xfrm>
            <a:custGeom>
              <a:avLst/>
              <a:gdLst>
                <a:gd name="T0" fmla="*/ 502 w 624"/>
                <a:gd name="T1" fmla="*/ 220 h 302"/>
                <a:gd name="T2" fmla="*/ 618 w 624"/>
                <a:gd name="T3" fmla="*/ 194 h 302"/>
                <a:gd name="T4" fmla="*/ 622 w 624"/>
                <a:gd name="T5" fmla="*/ 183 h 302"/>
                <a:gd name="T6" fmla="*/ 611 w 624"/>
                <a:gd name="T7" fmla="*/ 180 h 302"/>
                <a:gd name="T8" fmla="*/ 501 w 624"/>
                <a:gd name="T9" fmla="*/ 204 h 302"/>
                <a:gd name="T10" fmla="*/ 501 w 624"/>
                <a:gd name="T11" fmla="*/ 204 h 302"/>
                <a:gd name="T12" fmla="*/ 486 w 624"/>
                <a:gd name="T13" fmla="*/ 206 h 302"/>
                <a:gd name="T14" fmla="*/ 352 w 624"/>
                <a:gd name="T15" fmla="*/ 191 h 302"/>
                <a:gd name="T16" fmla="*/ 364 w 624"/>
                <a:gd name="T17" fmla="*/ 169 h 302"/>
                <a:gd name="T18" fmla="*/ 385 w 624"/>
                <a:gd name="T19" fmla="*/ 120 h 302"/>
                <a:gd name="T20" fmla="*/ 293 w 624"/>
                <a:gd name="T21" fmla="*/ 103 h 302"/>
                <a:gd name="T22" fmla="*/ 288 w 624"/>
                <a:gd name="T23" fmla="*/ 88 h 302"/>
                <a:gd name="T24" fmla="*/ 277 w 624"/>
                <a:gd name="T25" fmla="*/ 93 h 302"/>
                <a:gd name="T26" fmla="*/ 117 w 624"/>
                <a:gd name="T27" fmla="*/ 17 h 302"/>
                <a:gd name="T28" fmla="*/ 20 w 624"/>
                <a:gd name="T29" fmla="*/ 185 h 302"/>
                <a:gd name="T30" fmla="*/ 188 w 624"/>
                <a:gd name="T31" fmla="*/ 283 h 302"/>
                <a:gd name="T32" fmla="*/ 289 w 624"/>
                <a:gd name="T33" fmla="*/ 137 h 302"/>
                <a:gd name="T34" fmla="*/ 305 w 624"/>
                <a:gd name="T35" fmla="*/ 131 h 302"/>
                <a:gd name="T36" fmla="*/ 300 w 624"/>
                <a:gd name="T37" fmla="*/ 118 h 302"/>
                <a:gd name="T38" fmla="*/ 371 w 624"/>
                <a:gd name="T39" fmla="*/ 127 h 302"/>
                <a:gd name="T40" fmla="*/ 353 w 624"/>
                <a:gd name="T41" fmla="*/ 157 h 302"/>
                <a:gd name="T42" fmla="*/ 338 w 624"/>
                <a:gd name="T43" fmla="*/ 198 h 302"/>
                <a:gd name="T44" fmla="*/ 433 w 624"/>
                <a:gd name="T45" fmla="*/ 224 h 302"/>
                <a:gd name="T46" fmla="*/ 487 w 624"/>
                <a:gd name="T47" fmla="*/ 222 h 302"/>
                <a:gd name="T48" fmla="*/ 502 w 624"/>
                <a:gd name="T49" fmla="*/ 220 h 302"/>
                <a:gd name="T50" fmla="*/ 502 w 624"/>
                <a:gd name="T51" fmla="*/ 220 h 302"/>
                <a:gd name="T52" fmla="*/ 90 w 624"/>
                <a:gd name="T53" fmla="*/ 207 h 302"/>
                <a:gd name="T54" fmla="*/ 71 w 624"/>
                <a:gd name="T55" fmla="*/ 212 h 302"/>
                <a:gd name="T56" fmla="*/ 51 w 624"/>
                <a:gd name="T57" fmla="*/ 136 h 302"/>
                <a:gd name="T58" fmla="*/ 70 w 624"/>
                <a:gd name="T59" fmla="*/ 131 h 302"/>
                <a:gd name="T60" fmla="*/ 98 w 624"/>
                <a:gd name="T61" fmla="*/ 149 h 302"/>
                <a:gd name="T62" fmla="*/ 105 w 624"/>
                <a:gd name="T63" fmla="*/ 178 h 302"/>
                <a:gd name="T64" fmla="*/ 90 w 624"/>
                <a:gd name="T65" fmla="*/ 207 h 302"/>
                <a:gd name="T66" fmla="*/ 122 w 624"/>
                <a:gd name="T67" fmla="*/ 199 h 302"/>
                <a:gd name="T68" fmla="*/ 102 w 624"/>
                <a:gd name="T69" fmla="*/ 123 h 302"/>
                <a:gd name="T70" fmla="*/ 136 w 624"/>
                <a:gd name="T71" fmla="*/ 114 h 302"/>
                <a:gd name="T72" fmla="*/ 139 w 624"/>
                <a:gd name="T73" fmla="*/ 124 h 302"/>
                <a:gd name="T74" fmla="*/ 117 w 624"/>
                <a:gd name="T75" fmla="*/ 130 h 302"/>
                <a:gd name="T76" fmla="*/ 122 w 624"/>
                <a:gd name="T77" fmla="*/ 150 h 302"/>
                <a:gd name="T78" fmla="*/ 139 w 624"/>
                <a:gd name="T79" fmla="*/ 146 h 302"/>
                <a:gd name="T80" fmla="*/ 142 w 624"/>
                <a:gd name="T81" fmla="*/ 157 h 302"/>
                <a:gd name="T82" fmla="*/ 125 w 624"/>
                <a:gd name="T83" fmla="*/ 161 h 302"/>
                <a:gd name="T84" fmla="*/ 131 w 624"/>
                <a:gd name="T85" fmla="*/ 185 h 302"/>
                <a:gd name="T86" fmla="*/ 154 w 624"/>
                <a:gd name="T87" fmla="*/ 179 h 302"/>
                <a:gd name="T88" fmla="*/ 157 w 624"/>
                <a:gd name="T89" fmla="*/ 189 h 302"/>
                <a:gd name="T90" fmla="*/ 122 w 624"/>
                <a:gd name="T91" fmla="*/ 199 h 302"/>
                <a:gd name="T92" fmla="*/ 184 w 624"/>
                <a:gd name="T93" fmla="*/ 182 h 302"/>
                <a:gd name="T94" fmla="*/ 165 w 624"/>
                <a:gd name="T95" fmla="*/ 187 h 302"/>
                <a:gd name="T96" fmla="*/ 144 w 624"/>
                <a:gd name="T97" fmla="*/ 111 h 302"/>
                <a:gd name="T98" fmla="*/ 162 w 624"/>
                <a:gd name="T99" fmla="*/ 107 h 302"/>
                <a:gd name="T100" fmla="*/ 189 w 624"/>
                <a:gd name="T101" fmla="*/ 120 h 302"/>
                <a:gd name="T102" fmla="*/ 181 w 624"/>
                <a:gd name="T103" fmla="*/ 140 h 302"/>
                <a:gd name="T104" fmla="*/ 200 w 624"/>
                <a:gd name="T105" fmla="*/ 155 h 302"/>
                <a:gd name="T106" fmla="*/ 184 w 624"/>
                <a:gd name="T107" fmla="*/ 182 h 302"/>
                <a:gd name="T108" fmla="*/ 227 w 624"/>
                <a:gd name="T109" fmla="*/ 171 h 302"/>
                <a:gd name="T110" fmla="*/ 210 w 624"/>
                <a:gd name="T111" fmla="*/ 106 h 302"/>
                <a:gd name="T112" fmla="*/ 195 w 624"/>
                <a:gd name="T113" fmla="*/ 109 h 302"/>
                <a:gd name="T114" fmla="*/ 192 w 624"/>
                <a:gd name="T115" fmla="*/ 99 h 302"/>
                <a:gd name="T116" fmla="*/ 233 w 624"/>
                <a:gd name="T117" fmla="*/ 88 h 302"/>
                <a:gd name="T118" fmla="*/ 236 w 624"/>
                <a:gd name="T119" fmla="*/ 98 h 302"/>
                <a:gd name="T120" fmla="*/ 221 w 624"/>
                <a:gd name="T121" fmla="*/ 102 h 302"/>
                <a:gd name="T122" fmla="*/ 239 w 624"/>
                <a:gd name="T123" fmla="*/ 167 h 302"/>
                <a:gd name="T124" fmla="*/ 227 w 624"/>
                <a:gd name="T125" fmla="*/ 171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24" h="302">
                  <a:moveTo>
                    <a:pt x="502" y="220"/>
                  </a:moveTo>
                  <a:cubicBezTo>
                    <a:pt x="552" y="215"/>
                    <a:pt x="596" y="205"/>
                    <a:pt x="618" y="194"/>
                  </a:cubicBezTo>
                  <a:cubicBezTo>
                    <a:pt x="622" y="192"/>
                    <a:pt x="624" y="187"/>
                    <a:pt x="622" y="183"/>
                  </a:cubicBezTo>
                  <a:cubicBezTo>
                    <a:pt x="620" y="179"/>
                    <a:pt x="615" y="178"/>
                    <a:pt x="611" y="180"/>
                  </a:cubicBezTo>
                  <a:cubicBezTo>
                    <a:pt x="591" y="190"/>
                    <a:pt x="548" y="199"/>
                    <a:pt x="501" y="204"/>
                  </a:cubicBezTo>
                  <a:cubicBezTo>
                    <a:pt x="501" y="204"/>
                    <a:pt x="501" y="204"/>
                    <a:pt x="501" y="204"/>
                  </a:cubicBezTo>
                  <a:cubicBezTo>
                    <a:pt x="496" y="205"/>
                    <a:pt x="491" y="205"/>
                    <a:pt x="486" y="206"/>
                  </a:cubicBezTo>
                  <a:cubicBezTo>
                    <a:pt x="407" y="213"/>
                    <a:pt x="359" y="204"/>
                    <a:pt x="352" y="191"/>
                  </a:cubicBezTo>
                  <a:cubicBezTo>
                    <a:pt x="349" y="184"/>
                    <a:pt x="358" y="174"/>
                    <a:pt x="364" y="169"/>
                  </a:cubicBezTo>
                  <a:cubicBezTo>
                    <a:pt x="372" y="161"/>
                    <a:pt x="395" y="139"/>
                    <a:pt x="385" y="120"/>
                  </a:cubicBezTo>
                  <a:cubicBezTo>
                    <a:pt x="374" y="99"/>
                    <a:pt x="328" y="99"/>
                    <a:pt x="293" y="103"/>
                  </a:cubicBezTo>
                  <a:cubicBezTo>
                    <a:pt x="288" y="88"/>
                    <a:pt x="288" y="88"/>
                    <a:pt x="288" y="88"/>
                  </a:cubicBezTo>
                  <a:cubicBezTo>
                    <a:pt x="277" y="93"/>
                    <a:pt x="277" y="93"/>
                    <a:pt x="277" y="93"/>
                  </a:cubicBezTo>
                  <a:cubicBezTo>
                    <a:pt x="250" y="33"/>
                    <a:pt x="182" y="0"/>
                    <a:pt x="117" y="17"/>
                  </a:cubicBezTo>
                  <a:cubicBezTo>
                    <a:pt x="43" y="37"/>
                    <a:pt x="0" y="112"/>
                    <a:pt x="20" y="185"/>
                  </a:cubicBezTo>
                  <a:cubicBezTo>
                    <a:pt x="39" y="259"/>
                    <a:pt x="114" y="302"/>
                    <a:pt x="188" y="283"/>
                  </a:cubicBezTo>
                  <a:cubicBezTo>
                    <a:pt x="253" y="265"/>
                    <a:pt x="295" y="203"/>
                    <a:pt x="289" y="137"/>
                  </a:cubicBezTo>
                  <a:cubicBezTo>
                    <a:pt x="305" y="131"/>
                    <a:pt x="305" y="131"/>
                    <a:pt x="305" y="131"/>
                  </a:cubicBezTo>
                  <a:cubicBezTo>
                    <a:pt x="300" y="118"/>
                    <a:pt x="300" y="118"/>
                    <a:pt x="300" y="118"/>
                  </a:cubicBezTo>
                  <a:cubicBezTo>
                    <a:pt x="334" y="115"/>
                    <a:pt x="366" y="118"/>
                    <a:pt x="371" y="127"/>
                  </a:cubicBezTo>
                  <a:cubicBezTo>
                    <a:pt x="372" y="129"/>
                    <a:pt x="373" y="137"/>
                    <a:pt x="353" y="157"/>
                  </a:cubicBezTo>
                  <a:cubicBezTo>
                    <a:pt x="337" y="172"/>
                    <a:pt x="332" y="186"/>
                    <a:pt x="338" y="198"/>
                  </a:cubicBezTo>
                  <a:cubicBezTo>
                    <a:pt x="348" y="219"/>
                    <a:pt x="392" y="224"/>
                    <a:pt x="433" y="224"/>
                  </a:cubicBezTo>
                  <a:cubicBezTo>
                    <a:pt x="453" y="224"/>
                    <a:pt x="473" y="223"/>
                    <a:pt x="487" y="222"/>
                  </a:cubicBezTo>
                  <a:cubicBezTo>
                    <a:pt x="493" y="221"/>
                    <a:pt x="498" y="221"/>
                    <a:pt x="502" y="220"/>
                  </a:cubicBezTo>
                  <a:cubicBezTo>
                    <a:pt x="502" y="220"/>
                    <a:pt x="502" y="220"/>
                    <a:pt x="502" y="220"/>
                  </a:cubicBezTo>
                  <a:close/>
                  <a:moveTo>
                    <a:pt x="90" y="207"/>
                  </a:moveTo>
                  <a:cubicBezTo>
                    <a:pt x="71" y="212"/>
                    <a:pt x="71" y="212"/>
                    <a:pt x="71" y="212"/>
                  </a:cubicBezTo>
                  <a:cubicBezTo>
                    <a:pt x="51" y="136"/>
                    <a:pt x="51" y="136"/>
                    <a:pt x="51" y="136"/>
                  </a:cubicBezTo>
                  <a:cubicBezTo>
                    <a:pt x="70" y="131"/>
                    <a:pt x="70" y="131"/>
                    <a:pt x="70" y="131"/>
                  </a:cubicBezTo>
                  <a:cubicBezTo>
                    <a:pt x="84" y="128"/>
                    <a:pt x="93" y="133"/>
                    <a:pt x="98" y="149"/>
                  </a:cubicBezTo>
                  <a:cubicBezTo>
                    <a:pt x="105" y="178"/>
                    <a:pt x="105" y="178"/>
                    <a:pt x="105" y="178"/>
                  </a:cubicBezTo>
                  <a:cubicBezTo>
                    <a:pt x="110" y="194"/>
                    <a:pt x="105" y="203"/>
                    <a:pt x="90" y="207"/>
                  </a:cubicBezTo>
                  <a:close/>
                  <a:moveTo>
                    <a:pt x="122" y="199"/>
                  </a:moveTo>
                  <a:cubicBezTo>
                    <a:pt x="102" y="123"/>
                    <a:pt x="102" y="123"/>
                    <a:pt x="102" y="123"/>
                  </a:cubicBezTo>
                  <a:cubicBezTo>
                    <a:pt x="136" y="114"/>
                    <a:pt x="136" y="114"/>
                    <a:pt x="136" y="114"/>
                  </a:cubicBezTo>
                  <a:cubicBezTo>
                    <a:pt x="139" y="124"/>
                    <a:pt x="139" y="124"/>
                    <a:pt x="139" y="124"/>
                  </a:cubicBezTo>
                  <a:cubicBezTo>
                    <a:pt x="117" y="130"/>
                    <a:pt x="117" y="130"/>
                    <a:pt x="117" y="130"/>
                  </a:cubicBezTo>
                  <a:cubicBezTo>
                    <a:pt x="122" y="150"/>
                    <a:pt x="122" y="150"/>
                    <a:pt x="122" y="150"/>
                  </a:cubicBezTo>
                  <a:cubicBezTo>
                    <a:pt x="139" y="146"/>
                    <a:pt x="139" y="146"/>
                    <a:pt x="139" y="146"/>
                  </a:cubicBezTo>
                  <a:cubicBezTo>
                    <a:pt x="142" y="157"/>
                    <a:pt x="142" y="157"/>
                    <a:pt x="142" y="157"/>
                  </a:cubicBezTo>
                  <a:cubicBezTo>
                    <a:pt x="125" y="161"/>
                    <a:pt x="125" y="161"/>
                    <a:pt x="125" y="161"/>
                  </a:cubicBezTo>
                  <a:cubicBezTo>
                    <a:pt x="131" y="185"/>
                    <a:pt x="131" y="185"/>
                    <a:pt x="131" y="185"/>
                  </a:cubicBezTo>
                  <a:cubicBezTo>
                    <a:pt x="154" y="179"/>
                    <a:pt x="154" y="179"/>
                    <a:pt x="154" y="179"/>
                  </a:cubicBezTo>
                  <a:cubicBezTo>
                    <a:pt x="157" y="189"/>
                    <a:pt x="157" y="189"/>
                    <a:pt x="157" y="189"/>
                  </a:cubicBezTo>
                  <a:lnTo>
                    <a:pt x="122" y="199"/>
                  </a:lnTo>
                  <a:close/>
                  <a:moveTo>
                    <a:pt x="184" y="182"/>
                  </a:moveTo>
                  <a:cubicBezTo>
                    <a:pt x="165" y="187"/>
                    <a:pt x="165" y="187"/>
                    <a:pt x="165" y="187"/>
                  </a:cubicBezTo>
                  <a:cubicBezTo>
                    <a:pt x="144" y="111"/>
                    <a:pt x="144" y="111"/>
                    <a:pt x="144" y="111"/>
                  </a:cubicBezTo>
                  <a:cubicBezTo>
                    <a:pt x="162" y="107"/>
                    <a:pt x="162" y="107"/>
                    <a:pt x="162" y="107"/>
                  </a:cubicBezTo>
                  <a:cubicBezTo>
                    <a:pt x="176" y="103"/>
                    <a:pt x="186" y="108"/>
                    <a:pt x="189" y="120"/>
                  </a:cubicBezTo>
                  <a:cubicBezTo>
                    <a:pt x="192" y="129"/>
                    <a:pt x="189" y="135"/>
                    <a:pt x="181" y="140"/>
                  </a:cubicBezTo>
                  <a:cubicBezTo>
                    <a:pt x="192" y="140"/>
                    <a:pt x="198" y="145"/>
                    <a:pt x="200" y="155"/>
                  </a:cubicBezTo>
                  <a:cubicBezTo>
                    <a:pt x="204" y="168"/>
                    <a:pt x="198" y="178"/>
                    <a:pt x="184" y="182"/>
                  </a:cubicBezTo>
                  <a:close/>
                  <a:moveTo>
                    <a:pt x="227" y="171"/>
                  </a:moveTo>
                  <a:cubicBezTo>
                    <a:pt x="210" y="106"/>
                    <a:pt x="210" y="106"/>
                    <a:pt x="210" y="106"/>
                  </a:cubicBezTo>
                  <a:cubicBezTo>
                    <a:pt x="195" y="109"/>
                    <a:pt x="195" y="109"/>
                    <a:pt x="195" y="109"/>
                  </a:cubicBezTo>
                  <a:cubicBezTo>
                    <a:pt x="192" y="99"/>
                    <a:pt x="192" y="99"/>
                    <a:pt x="192" y="99"/>
                  </a:cubicBezTo>
                  <a:cubicBezTo>
                    <a:pt x="233" y="88"/>
                    <a:pt x="233" y="88"/>
                    <a:pt x="233" y="88"/>
                  </a:cubicBezTo>
                  <a:cubicBezTo>
                    <a:pt x="236" y="98"/>
                    <a:pt x="236" y="98"/>
                    <a:pt x="236" y="98"/>
                  </a:cubicBezTo>
                  <a:cubicBezTo>
                    <a:pt x="221" y="102"/>
                    <a:pt x="221" y="102"/>
                    <a:pt x="221" y="102"/>
                  </a:cubicBezTo>
                  <a:cubicBezTo>
                    <a:pt x="239" y="167"/>
                    <a:pt x="239" y="167"/>
                    <a:pt x="239" y="167"/>
                  </a:cubicBezTo>
                  <a:lnTo>
                    <a:pt x="227" y="1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2" name="组合 71"/>
          <p:cNvGrpSpPr/>
          <p:nvPr/>
        </p:nvGrpSpPr>
        <p:grpSpPr>
          <a:xfrm>
            <a:off x="4197350" y="4799013"/>
            <a:ext cx="1703388" cy="1401763"/>
            <a:chOff x="4197350" y="4799013"/>
            <a:chExt cx="1703388" cy="1401763"/>
          </a:xfrm>
          <a:solidFill>
            <a:schemeClr val="tx1">
              <a:lumMod val="65000"/>
              <a:lumOff val="35000"/>
            </a:schemeClr>
          </a:solidFill>
        </p:grpSpPr>
        <p:sp>
          <p:nvSpPr>
            <p:cNvPr id="73" name="Freeform 115"/>
            <p:cNvSpPr>
              <a:spLocks noEditPoints="1"/>
            </p:cNvSpPr>
            <p:nvPr/>
          </p:nvSpPr>
          <p:spPr bwMode="auto">
            <a:xfrm>
              <a:off x="5105400" y="5299076"/>
              <a:ext cx="795338" cy="901700"/>
            </a:xfrm>
            <a:custGeom>
              <a:avLst/>
              <a:gdLst>
                <a:gd name="T0" fmla="*/ 541 w 550"/>
                <a:gd name="T1" fmla="*/ 236 h 623"/>
                <a:gd name="T2" fmla="*/ 480 w 550"/>
                <a:gd name="T3" fmla="*/ 201 h 623"/>
                <a:gd name="T4" fmla="*/ 497 w 550"/>
                <a:gd name="T5" fmla="*/ 92 h 623"/>
                <a:gd name="T6" fmla="*/ 471 w 550"/>
                <a:gd name="T7" fmla="*/ 88 h 623"/>
                <a:gd name="T8" fmla="*/ 477 w 550"/>
                <a:gd name="T9" fmla="*/ 50 h 623"/>
                <a:gd name="T10" fmla="*/ 453 w 550"/>
                <a:gd name="T11" fmla="*/ 46 h 623"/>
                <a:gd name="T12" fmla="*/ 447 w 550"/>
                <a:gd name="T13" fmla="*/ 84 h 623"/>
                <a:gd name="T14" fmla="*/ 182 w 550"/>
                <a:gd name="T15" fmla="*/ 41 h 623"/>
                <a:gd name="T16" fmla="*/ 188 w 550"/>
                <a:gd name="T17" fmla="*/ 4 h 623"/>
                <a:gd name="T18" fmla="*/ 163 w 550"/>
                <a:gd name="T19" fmla="*/ 0 h 623"/>
                <a:gd name="T20" fmla="*/ 157 w 550"/>
                <a:gd name="T21" fmla="*/ 37 h 623"/>
                <a:gd name="T22" fmla="*/ 130 w 550"/>
                <a:gd name="T23" fmla="*/ 33 h 623"/>
                <a:gd name="T24" fmla="*/ 112 w 550"/>
                <a:gd name="T25" fmla="*/ 146 h 623"/>
                <a:gd name="T26" fmla="*/ 50 w 550"/>
                <a:gd name="T27" fmla="*/ 168 h 623"/>
                <a:gd name="T28" fmla="*/ 33 w 550"/>
                <a:gd name="T29" fmla="*/ 83 h 623"/>
                <a:gd name="T30" fmla="*/ 14 w 550"/>
                <a:gd name="T31" fmla="*/ 70 h 623"/>
                <a:gd name="T32" fmla="*/ 2 w 550"/>
                <a:gd name="T33" fmla="*/ 89 h 623"/>
                <a:gd name="T34" fmla="*/ 23 w 550"/>
                <a:gd name="T35" fmla="*/ 193 h 623"/>
                <a:gd name="T36" fmla="*/ 31 w 550"/>
                <a:gd name="T37" fmla="*/ 204 h 623"/>
                <a:gd name="T38" fmla="*/ 39 w 550"/>
                <a:gd name="T39" fmla="*/ 206 h 623"/>
                <a:gd name="T40" fmla="*/ 44 w 550"/>
                <a:gd name="T41" fmla="*/ 205 h 623"/>
                <a:gd name="T42" fmla="*/ 106 w 550"/>
                <a:gd name="T43" fmla="*/ 182 h 623"/>
                <a:gd name="T44" fmla="*/ 71 w 550"/>
                <a:gd name="T45" fmla="*/ 401 h 623"/>
                <a:gd name="T46" fmla="*/ 155 w 550"/>
                <a:gd name="T47" fmla="*/ 414 h 623"/>
                <a:gd name="T48" fmla="*/ 95 w 550"/>
                <a:gd name="T49" fmla="*/ 462 h 623"/>
                <a:gd name="T50" fmla="*/ 89 w 550"/>
                <a:gd name="T51" fmla="*/ 473 h 623"/>
                <a:gd name="T52" fmla="*/ 81 w 550"/>
                <a:gd name="T53" fmla="*/ 560 h 623"/>
                <a:gd name="T54" fmla="*/ 45 w 550"/>
                <a:gd name="T55" fmla="*/ 556 h 623"/>
                <a:gd name="T56" fmla="*/ 28 w 550"/>
                <a:gd name="T57" fmla="*/ 570 h 623"/>
                <a:gd name="T58" fmla="*/ 42 w 550"/>
                <a:gd name="T59" fmla="*/ 588 h 623"/>
                <a:gd name="T60" fmla="*/ 94 w 550"/>
                <a:gd name="T61" fmla="*/ 593 h 623"/>
                <a:gd name="T62" fmla="*/ 95 w 550"/>
                <a:gd name="T63" fmla="*/ 593 h 623"/>
                <a:gd name="T64" fmla="*/ 105 w 550"/>
                <a:gd name="T65" fmla="*/ 590 h 623"/>
                <a:gd name="T66" fmla="*/ 111 w 550"/>
                <a:gd name="T67" fmla="*/ 579 h 623"/>
                <a:gd name="T68" fmla="*/ 121 w 550"/>
                <a:gd name="T69" fmla="*/ 482 h 623"/>
                <a:gd name="T70" fmla="*/ 197 w 550"/>
                <a:gd name="T71" fmla="*/ 421 h 623"/>
                <a:gd name="T72" fmla="*/ 328 w 550"/>
                <a:gd name="T73" fmla="*/ 442 h 623"/>
                <a:gd name="T74" fmla="*/ 337 w 550"/>
                <a:gd name="T75" fmla="*/ 524 h 623"/>
                <a:gd name="T76" fmla="*/ 346 w 550"/>
                <a:gd name="T77" fmla="*/ 536 h 623"/>
                <a:gd name="T78" fmla="*/ 432 w 550"/>
                <a:gd name="T79" fmla="*/ 577 h 623"/>
                <a:gd name="T80" fmla="*/ 414 w 550"/>
                <a:gd name="T81" fmla="*/ 597 h 623"/>
                <a:gd name="T82" fmla="*/ 416 w 550"/>
                <a:gd name="T83" fmla="*/ 619 h 623"/>
                <a:gd name="T84" fmla="*/ 426 w 550"/>
                <a:gd name="T85" fmla="*/ 623 h 623"/>
                <a:gd name="T86" fmla="*/ 438 w 550"/>
                <a:gd name="T87" fmla="*/ 618 h 623"/>
                <a:gd name="T88" fmla="*/ 470 w 550"/>
                <a:gd name="T89" fmla="*/ 582 h 623"/>
                <a:gd name="T90" fmla="*/ 474 w 550"/>
                <a:gd name="T91" fmla="*/ 569 h 623"/>
                <a:gd name="T92" fmla="*/ 465 w 550"/>
                <a:gd name="T93" fmla="*/ 557 h 623"/>
                <a:gd name="T94" fmla="*/ 368 w 550"/>
                <a:gd name="T95" fmla="*/ 511 h 623"/>
                <a:gd name="T96" fmla="*/ 360 w 550"/>
                <a:gd name="T97" fmla="*/ 447 h 623"/>
                <a:gd name="T98" fmla="*/ 439 w 550"/>
                <a:gd name="T99" fmla="*/ 459 h 623"/>
                <a:gd name="T100" fmla="*/ 475 w 550"/>
                <a:gd name="T101" fmla="*/ 235 h 623"/>
                <a:gd name="T102" fmla="*/ 516 w 550"/>
                <a:gd name="T103" fmla="*/ 258 h 623"/>
                <a:gd name="T104" fmla="*/ 497 w 550"/>
                <a:gd name="T105" fmla="*/ 363 h 623"/>
                <a:gd name="T106" fmla="*/ 510 w 550"/>
                <a:gd name="T107" fmla="*/ 382 h 623"/>
                <a:gd name="T108" fmla="*/ 513 w 550"/>
                <a:gd name="T109" fmla="*/ 382 h 623"/>
                <a:gd name="T110" fmla="*/ 529 w 550"/>
                <a:gd name="T111" fmla="*/ 368 h 623"/>
                <a:gd name="T112" fmla="*/ 549 w 550"/>
                <a:gd name="T113" fmla="*/ 252 h 623"/>
                <a:gd name="T114" fmla="*/ 541 w 550"/>
                <a:gd name="T115" fmla="*/ 236 h 623"/>
                <a:gd name="T116" fmla="*/ 415 w 550"/>
                <a:gd name="T117" fmla="*/ 427 h 623"/>
                <a:gd name="T118" fmla="*/ 104 w 550"/>
                <a:gd name="T119" fmla="*/ 377 h 623"/>
                <a:gd name="T120" fmla="*/ 146 w 550"/>
                <a:gd name="T121" fmla="*/ 112 h 623"/>
                <a:gd name="T122" fmla="*/ 457 w 550"/>
                <a:gd name="T123" fmla="*/ 161 h 623"/>
                <a:gd name="T124" fmla="*/ 415 w 550"/>
                <a:gd name="T125" fmla="*/ 427 h 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50" h="623">
                  <a:moveTo>
                    <a:pt x="541" y="236"/>
                  </a:moveTo>
                  <a:cubicBezTo>
                    <a:pt x="480" y="201"/>
                    <a:pt x="480" y="201"/>
                    <a:pt x="480" y="201"/>
                  </a:cubicBezTo>
                  <a:cubicBezTo>
                    <a:pt x="497" y="92"/>
                    <a:pt x="497" y="92"/>
                    <a:pt x="497" y="92"/>
                  </a:cubicBezTo>
                  <a:cubicBezTo>
                    <a:pt x="471" y="88"/>
                    <a:pt x="471" y="88"/>
                    <a:pt x="471" y="88"/>
                  </a:cubicBezTo>
                  <a:cubicBezTo>
                    <a:pt x="477" y="50"/>
                    <a:pt x="477" y="50"/>
                    <a:pt x="477" y="50"/>
                  </a:cubicBezTo>
                  <a:cubicBezTo>
                    <a:pt x="453" y="46"/>
                    <a:pt x="453" y="46"/>
                    <a:pt x="453" y="46"/>
                  </a:cubicBezTo>
                  <a:cubicBezTo>
                    <a:pt x="447" y="84"/>
                    <a:pt x="447" y="84"/>
                    <a:pt x="447" y="84"/>
                  </a:cubicBezTo>
                  <a:cubicBezTo>
                    <a:pt x="182" y="41"/>
                    <a:pt x="182" y="41"/>
                    <a:pt x="182" y="41"/>
                  </a:cubicBezTo>
                  <a:cubicBezTo>
                    <a:pt x="188" y="4"/>
                    <a:pt x="188" y="4"/>
                    <a:pt x="188" y="4"/>
                  </a:cubicBezTo>
                  <a:cubicBezTo>
                    <a:pt x="163" y="0"/>
                    <a:pt x="163" y="0"/>
                    <a:pt x="163" y="0"/>
                  </a:cubicBezTo>
                  <a:cubicBezTo>
                    <a:pt x="157" y="37"/>
                    <a:pt x="157" y="37"/>
                    <a:pt x="157" y="37"/>
                  </a:cubicBezTo>
                  <a:cubicBezTo>
                    <a:pt x="130" y="33"/>
                    <a:pt x="130" y="33"/>
                    <a:pt x="130" y="33"/>
                  </a:cubicBezTo>
                  <a:cubicBezTo>
                    <a:pt x="112" y="146"/>
                    <a:pt x="112" y="146"/>
                    <a:pt x="112" y="146"/>
                  </a:cubicBezTo>
                  <a:cubicBezTo>
                    <a:pt x="50" y="168"/>
                    <a:pt x="50" y="168"/>
                    <a:pt x="50" y="168"/>
                  </a:cubicBezTo>
                  <a:cubicBezTo>
                    <a:pt x="33" y="83"/>
                    <a:pt x="33" y="83"/>
                    <a:pt x="33" y="83"/>
                  </a:cubicBezTo>
                  <a:cubicBezTo>
                    <a:pt x="31" y="74"/>
                    <a:pt x="23" y="68"/>
                    <a:pt x="14" y="70"/>
                  </a:cubicBezTo>
                  <a:cubicBezTo>
                    <a:pt x="5" y="72"/>
                    <a:pt x="0" y="80"/>
                    <a:pt x="2" y="89"/>
                  </a:cubicBezTo>
                  <a:cubicBezTo>
                    <a:pt x="23" y="193"/>
                    <a:pt x="23" y="193"/>
                    <a:pt x="23" y="193"/>
                  </a:cubicBezTo>
                  <a:cubicBezTo>
                    <a:pt x="24" y="198"/>
                    <a:pt x="27" y="201"/>
                    <a:pt x="31" y="204"/>
                  </a:cubicBezTo>
                  <a:cubicBezTo>
                    <a:pt x="33" y="205"/>
                    <a:pt x="36" y="206"/>
                    <a:pt x="39" y="206"/>
                  </a:cubicBezTo>
                  <a:cubicBezTo>
                    <a:pt x="40" y="206"/>
                    <a:pt x="42" y="205"/>
                    <a:pt x="44" y="205"/>
                  </a:cubicBezTo>
                  <a:cubicBezTo>
                    <a:pt x="106" y="182"/>
                    <a:pt x="106" y="182"/>
                    <a:pt x="106" y="182"/>
                  </a:cubicBezTo>
                  <a:cubicBezTo>
                    <a:pt x="71" y="401"/>
                    <a:pt x="71" y="401"/>
                    <a:pt x="71" y="401"/>
                  </a:cubicBezTo>
                  <a:cubicBezTo>
                    <a:pt x="155" y="414"/>
                    <a:pt x="155" y="414"/>
                    <a:pt x="155" y="414"/>
                  </a:cubicBezTo>
                  <a:cubicBezTo>
                    <a:pt x="95" y="462"/>
                    <a:pt x="95" y="462"/>
                    <a:pt x="95" y="462"/>
                  </a:cubicBezTo>
                  <a:cubicBezTo>
                    <a:pt x="92" y="464"/>
                    <a:pt x="90" y="468"/>
                    <a:pt x="89" y="473"/>
                  </a:cubicBezTo>
                  <a:cubicBezTo>
                    <a:pt x="81" y="560"/>
                    <a:pt x="81" y="560"/>
                    <a:pt x="81" y="560"/>
                  </a:cubicBezTo>
                  <a:cubicBezTo>
                    <a:pt x="45" y="556"/>
                    <a:pt x="45" y="556"/>
                    <a:pt x="45" y="556"/>
                  </a:cubicBezTo>
                  <a:cubicBezTo>
                    <a:pt x="36" y="555"/>
                    <a:pt x="29" y="561"/>
                    <a:pt x="28" y="570"/>
                  </a:cubicBezTo>
                  <a:cubicBezTo>
                    <a:pt x="27" y="579"/>
                    <a:pt x="33" y="587"/>
                    <a:pt x="42" y="588"/>
                  </a:cubicBezTo>
                  <a:cubicBezTo>
                    <a:pt x="94" y="593"/>
                    <a:pt x="94" y="593"/>
                    <a:pt x="94" y="593"/>
                  </a:cubicBezTo>
                  <a:cubicBezTo>
                    <a:pt x="94" y="593"/>
                    <a:pt x="95" y="593"/>
                    <a:pt x="95" y="593"/>
                  </a:cubicBezTo>
                  <a:cubicBezTo>
                    <a:pt x="99" y="593"/>
                    <a:pt x="103" y="592"/>
                    <a:pt x="105" y="590"/>
                  </a:cubicBezTo>
                  <a:cubicBezTo>
                    <a:pt x="109" y="587"/>
                    <a:pt x="111" y="583"/>
                    <a:pt x="111" y="579"/>
                  </a:cubicBezTo>
                  <a:cubicBezTo>
                    <a:pt x="121" y="482"/>
                    <a:pt x="121" y="482"/>
                    <a:pt x="121" y="482"/>
                  </a:cubicBezTo>
                  <a:cubicBezTo>
                    <a:pt x="197" y="421"/>
                    <a:pt x="197" y="421"/>
                    <a:pt x="197" y="421"/>
                  </a:cubicBezTo>
                  <a:cubicBezTo>
                    <a:pt x="328" y="442"/>
                    <a:pt x="328" y="442"/>
                    <a:pt x="328" y="442"/>
                  </a:cubicBezTo>
                  <a:cubicBezTo>
                    <a:pt x="337" y="524"/>
                    <a:pt x="337" y="524"/>
                    <a:pt x="337" y="524"/>
                  </a:cubicBezTo>
                  <a:cubicBezTo>
                    <a:pt x="337" y="529"/>
                    <a:pt x="341" y="534"/>
                    <a:pt x="346" y="536"/>
                  </a:cubicBezTo>
                  <a:cubicBezTo>
                    <a:pt x="432" y="577"/>
                    <a:pt x="432" y="577"/>
                    <a:pt x="432" y="577"/>
                  </a:cubicBezTo>
                  <a:cubicBezTo>
                    <a:pt x="414" y="597"/>
                    <a:pt x="414" y="597"/>
                    <a:pt x="414" y="597"/>
                  </a:cubicBezTo>
                  <a:cubicBezTo>
                    <a:pt x="409" y="603"/>
                    <a:pt x="409" y="613"/>
                    <a:pt x="416" y="619"/>
                  </a:cubicBezTo>
                  <a:cubicBezTo>
                    <a:pt x="419" y="622"/>
                    <a:pt x="423" y="623"/>
                    <a:pt x="426" y="623"/>
                  </a:cubicBezTo>
                  <a:cubicBezTo>
                    <a:pt x="431" y="623"/>
                    <a:pt x="435" y="621"/>
                    <a:pt x="438" y="618"/>
                  </a:cubicBezTo>
                  <a:cubicBezTo>
                    <a:pt x="470" y="582"/>
                    <a:pt x="470" y="582"/>
                    <a:pt x="470" y="582"/>
                  </a:cubicBezTo>
                  <a:cubicBezTo>
                    <a:pt x="473" y="579"/>
                    <a:pt x="475" y="573"/>
                    <a:pt x="474" y="569"/>
                  </a:cubicBezTo>
                  <a:cubicBezTo>
                    <a:pt x="473" y="564"/>
                    <a:pt x="470" y="559"/>
                    <a:pt x="465" y="557"/>
                  </a:cubicBezTo>
                  <a:cubicBezTo>
                    <a:pt x="368" y="511"/>
                    <a:pt x="368" y="511"/>
                    <a:pt x="368" y="511"/>
                  </a:cubicBezTo>
                  <a:cubicBezTo>
                    <a:pt x="360" y="447"/>
                    <a:pt x="360" y="447"/>
                    <a:pt x="360" y="447"/>
                  </a:cubicBezTo>
                  <a:cubicBezTo>
                    <a:pt x="439" y="459"/>
                    <a:pt x="439" y="459"/>
                    <a:pt x="439" y="459"/>
                  </a:cubicBezTo>
                  <a:cubicBezTo>
                    <a:pt x="475" y="235"/>
                    <a:pt x="475" y="235"/>
                    <a:pt x="475" y="235"/>
                  </a:cubicBezTo>
                  <a:cubicBezTo>
                    <a:pt x="516" y="258"/>
                    <a:pt x="516" y="258"/>
                    <a:pt x="516" y="258"/>
                  </a:cubicBezTo>
                  <a:cubicBezTo>
                    <a:pt x="497" y="363"/>
                    <a:pt x="497" y="363"/>
                    <a:pt x="497" y="363"/>
                  </a:cubicBezTo>
                  <a:cubicBezTo>
                    <a:pt x="496" y="372"/>
                    <a:pt x="502" y="380"/>
                    <a:pt x="510" y="382"/>
                  </a:cubicBezTo>
                  <a:cubicBezTo>
                    <a:pt x="511" y="382"/>
                    <a:pt x="512" y="382"/>
                    <a:pt x="513" y="382"/>
                  </a:cubicBezTo>
                  <a:cubicBezTo>
                    <a:pt x="521" y="382"/>
                    <a:pt x="528" y="376"/>
                    <a:pt x="529" y="368"/>
                  </a:cubicBezTo>
                  <a:cubicBezTo>
                    <a:pt x="549" y="252"/>
                    <a:pt x="549" y="252"/>
                    <a:pt x="549" y="252"/>
                  </a:cubicBezTo>
                  <a:cubicBezTo>
                    <a:pt x="550" y="246"/>
                    <a:pt x="547" y="239"/>
                    <a:pt x="541" y="236"/>
                  </a:cubicBezTo>
                  <a:close/>
                  <a:moveTo>
                    <a:pt x="415" y="427"/>
                  </a:moveTo>
                  <a:cubicBezTo>
                    <a:pt x="104" y="377"/>
                    <a:pt x="104" y="377"/>
                    <a:pt x="104" y="377"/>
                  </a:cubicBezTo>
                  <a:cubicBezTo>
                    <a:pt x="146" y="112"/>
                    <a:pt x="146" y="112"/>
                    <a:pt x="146" y="112"/>
                  </a:cubicBezTo>
                  <a:cubicBezTo>
                    <a:pt x="457" y="161"/>
                    <a:pt x="457" y="161"/>
                    <a:pt x="457" y="161"/>
                  </a:cubicBezTo>
                  <a:lnTo>
                    <a:pt x="415" y="4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116"/>
            <p:cNvSpPr>
              <a:spLocks noEditPoints="1"/>
            </p:cNvSpPr>
            <p:nvPr/>
          </p:nvSpPr>
          <p:spPr bwMode="auto">
            <a:xfrm>
              <a:off x="4197350" y="5091113"/>
              <a:ext cx="995363" cy="1093788"/>
            </a:xfrm>
            <a:custGeom>
              <a:avLst/>
              <a:gdLst>
                <a:gd name="T0" fmla="*/ 358 w 688"/>
                <a:gd name="T1" fmla="*/ 296 h 756"/>
                <a:gd name="T2" fmla="*/ 380 w 688"/>
                <a:gd name="T3" fmla="*/ 184 h 756"/>
                <a:gd name="T4" fmla="*/ 495 w 688"/>
                <a:gd name="T5" fmla="*/ 239 h 756"/>
                <a:gd name="T6" fmla="*/ 608 w 688"/>
                <a:gd name="T7" fmla="*/ 196 h 756"/>
                <a:gd name="T8" fmla="*/ 688 w 688"/>
                <a:gd name="T9" fmla="*/ 156 h 756"/>
                <a:gd name="T10" fmla="*/ 483 w 688"/>
                <a:gd name="T11" fmla="*/ 121 h 756"/>
                <a:gd name="T12" fmla="*/ 443 w 688"/>
                <a:gd name="T13" fmla="*/ 170 h 756"/>
                <a:gd name="T14" fmla="*/ 327 w 688"/>
                <a:gd name="T15" fmla="*/ 0 h 756"/>
                <a:gd name="T16" fmla="*/ 166 w 688"/>
                <a:gd name="T17" fmla="*/ 1 h 756"/>
                <a:gd name="T18" fmla="*/ 10 w 688"/>
                <a:gd name="T19" fmla="*/ 116 h 756"/>
                <a:gd name="T20" fmla="*/ 10 w 688"/>
                <a:gd name="T21" fmla="*/ 162 h 756"/>
                <a:gd name="T22" fmla="*/ 94 w 688"/>
                <a:gd name="T23" fmla="*/ 355 h 756"/>
                <a:gd name="T24" fmla="*/ 136 w 688"/>
                <a:gd name="T25" fmla="*/ 339 h 756"/>
                <a:gd name="T26" fmla="*/ 98 w 688"/>
                <a:gd name="T27" fmla="*/ 698 h 756"/>
                <a:gd name="T28" fmla="*/ 196 w 688"/>
                <a:gd name="T29" fmla="*/ 709 h 756"/>
                <a:gd name="T30" fmla="*/ 262 w 688"/>
                <a:gd name="T31" fmla="*/ 336 h 756"/>
                <a:gd name="T32" fmla="*/ 357 w 688"/>
                <a:gd name="T33" fmla="*/ 753 h 756"/>
                <a:gd name="T34" fmla="*/ 559 w 688"/>
                <a:gd name="T35" fmla="*/ 164 h 756"/>
                <a:gd name="T36" fmla="*/ 534 w 688"/>
                <a:gd name="T37" fmla="*/ 166 h 756"/>
                <a:gd name="T38" fmla="*/ 551 w 688"/>
                <a:gd name="T39" fmla="*/ 150 h 756"/>
                <a:gd name="T40" fmla="*/ 528 w 688"/>
                <a:gd name="T41" fmla="*/ 146 h 756"/>
                <a:gd name="T42" fmla="*/ 549 w 688"/>
                <a:gd name="T43" fmla="*/ 133 h 756"/>
                <a:gd name="T44" fmla="*/ 612 w 688"/>
                <a:gd name="T45" fmla="*/ 113 h 756"/>
                <a:gd name="T46" fmla="*/ 637 w 688"/>
                <a:gd name="T47" fmla="*/ 111 h 756"/>
                <a:gd name="T48" fmla="*/ 621 w 688"/>
                <a:gd name="T49" fmla="*/ 127 h 756"/>
                <a:gd name="T50" fmla="*/ 644 w 688"/>
                <a:gd name="T51" fmla="*/ 130 h 756"/>
                <a:gd name="T52" fmla="*/ 622 w 688"/>
                <a:gd name="T53" fmla="*/ 143 h 756"/>
                <a:gd name="T54" fmla="*/ 559 w 688"/>
                <a:gd name="T55" fmla="*/ 164 h 756"/>
                <a:gd name="T56" fmla="*/ 249 w 688"/>
                <a:gd name="T57" fmla="*/ 33 h 756"/>
                <a:gd name="T58" fmla="*/ 272 w 688"/>
                <a:gd name="T59" fmla="*/ 63 h 756"/>
                <a:gd name="T60" fmla="*/ 249 w 688"/>
                <a:gd name="T61" fmla="*/ 73 h 756"/>
                <a:gd name="T62" fmla="*/ 227 w 688"/>
                <a:gd name="T63" fmla="*/ 63 h 756"/>
                <a:gd name="T64" fmla="*/ 77 w 688"/>
                <a:gd name="T65" fmla="*/ 140 h 756"/>
                <a:gd name="T66" fmla="*/ 141 w 688"/>
                <a:gd name="T67" fmla="*/ 249 h 756"/>
                <a:gd name="T68" fmla="*/ 249 w 688"/>
                <a:gd name="T69" fmla="*/ 291 h 756"/>
                <a:gd name="T70" fmla="*/ 233 w 688"/>
                <a:gd name="T71" fmla="*/ 82 h 756"/>
                <a:gd name="T72" fmla="*/ 249 w 688"/>
                <a:gd name="T73" fmla="*/ 85 h 756"/>
                <a:gd name="T74" fmla="*/ 266 w 688"/>
                <a:gd name="T75" fmla="*/ 82 h 756"/>
                <a:gd name="T76" fmla="*/ 249 w 688"/>
                <a:gd name="T77" fmla="*/ 291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88" h="756">
                  <a:moveTo>
                    <a:pt x="401" y="698"/>
                  </a:moveTo>
                  <a:cubicBezTo>
                    <a:pt x="358" y="296"/>
                    <a:pt x="358" y="296"/>
                    <a:pt x="358" y="296"/>
                  </a:cubicBezTo>
                  <a:cubicBezTo>
                    <a:pt x="358" y="97"/>
                    <a:pt x="358" y="97"/>
                    <a:pt x="358" y="97"/>
                  </a:cubicBezTo>
                  <a:cubicBezTo>
                    <a:pt x="367" y="115"/>
                    <a:pt x="375" y="143"/>
                    <a:pt x="380" y="184"/>
                  </a:cubicBezTo>
                  <a:cubicBezTo>
                    <a:pt x="382" y="198"/>
                    <a:pt x="389" y="210"/>
                    <a:pt x="401" y="219"/>
                  </a:cubicBezTo>
                  <a:cubicBezTo>
                    <a:pt x="421" y="234"/>
                    <a:pt x="459" y="239"/>
                    <a:pt x="495" y="239"/>
                  </a:cubicBezTo>
                  <a:cubicBezTo>
                    <a:pt x="528" y="239"/>
                    <a:pt x="561" y="235"/>
                    <a:pt x="581" y="232"/>
                  </a:cubicBezTo>
                  <a:cubicBezTo>
                    <a:pt x="598" y="230"/>
                    <a:pt x="610" y="214"/>
                    <a:pt x="608" y="196"/>
                  </a:cubicBezTo>
                  <a:cubicBezTo>
                    <a:pt x="607" y="191"/>
                    <a:pt x="605" y="187"/>
                    <a:pt x="603" y="183"/>
                  </a:cubicBezTo>
                  <a:cubicBezTo>
                    <a:pt x="688" y="156"/>
                    <a:pt x="688" y="156"/>
                    <a:pt x="688" y="156"/>
                  </a:cubicBezTo>
                  <a:cubicBezTo>
                    <a:pt x="658" y="64"/>
                    <a:pt x="658" y="64"/>
                    <a:pt x="658" y="64"/>
                  </a:cubicBezTo>
                  <a:cubicBezTo>
                    <a:pt x="483" y="121"/>
                    <a:pt x="483" y="121"/>
                    <a:pt x="483" y="121"/>
                  </a:cubicBezTo>
                  <a:cubicBezTo>
                    <a:pt x="501" y="175"/>
                    <a:pt x="501" y="175"/>
                    <a:pt x="501" y="175"/>
                  </a:cubicBezTo>
                  <a:cubicBezTo>
                    <a:pt x="475" y="175"/>
                    <a:pt x="453" y="173"/>
                    <a:pt x="443" y="170"/>
                  </a:cubicBezTo>
                  <a:cubicBezTo>
                    <a:pt x="421" y="14"/>
                    <a:pt x="351" y="1"/>
                    <a:pt x="328" y="1"/>
                  </a:cubicBezTo>
                  <a:cubicBezTo>
                    <a:pt x="328" y="1"/>
                    <a:pt x="327" y="0"/>
                    <a:pt x="327" y="0"/>
                  </a:cubicBezTo>
                  <a:cubicBezTo>
                    <a:pt x="172" y="0"/>
                    <a:pt x="172" y="0"/>
                    <a:pt x="172" y="0"/>
                  </a:cubicBezTo>
                  <a:cubicBezTo>
                    <a:pt x="170" y="0"/>
                    <a:pt x="168" y="1"/>
                    <a:pt x="166" y="1"/>
                  </a:cubicBezTo>
                  <a:cubicBezTo>
                    <a:pt x="149" y="3"/>
                    <a:pt x="124" y="15"/>
                    <a:pt x="70" y="61"/>
                  </a:cubicBezTo>
                  <a:cubicBezTo>
                    <a:pt x="38" y="88"/>
                    <a:pt x="11" y="115"/>
                    <a:pt x="10" y="116"/>
                  </a:cubicBezTo>
                  <a:cubicBezTo>
                    <a:pt x="4" y="122"/>
                    <a:pt x="0" y="130"/>
                    <a:pt x="0" y="139"/>
                  </a:cubicBezTo>
                  <a:cubicBezTo>
                    <a:pt x="0" y="148"/>
                    <a:pt x="4" y="156"/>
                    <a:pt x="10" y="162"/>
                  </a:cubicBezTo>
                  <a:cubicBezTo>
                    <a:pt x="35" y="185"/>
                    <a:pt x="101" y="263"/>
                    <a:pt x="78" y="312"/>
                  </a:cubicBezTo>
                  <a:cubicBezTo>
                    <a:pt x="71" y="328"/>
                    <a:pt x="78" y="347"/>
                    <a:pt x="94" y="355"/>
                  </a:cubicBezTo>
                  <a:cubicBezTo>
                    <a:pt x="98" y="357"/>
                    <a:pt x="103" y="358"/>
                    <a:pt x="107" y="358"/>
                  </a:cubicBezTo>
                  <a:cubicBezTo>
                    <a:pt x="119" y="358"/>
                    <a:pt x="131" y="351"/>
                    <a:pt x="136" y="339"/>
                  </a:cubicBezTo>
                  <a:cubicBezTo>
                    <a:pt x="136" y="339"/>
                    <a:pt x="137" y="338"/>
                    <a:pt x="137" y="338"/>
                  </a:cubicBezTo>
                  <a:cubicBezTo>
                    <a:pt x="98" y="698"/>
                    <a:pt x="98" y="698"/>
                    <a:pt x="98" y="698"/>
                  </a:cubicBezTo>
                  <a:cubicBezTo>
                    <a:pt x="95" y="725"/>
                    <a:pt x="115" y="750"/>
                    <a:pt x="142" y="753"/>
                  </a:cubicBezTo>
                  <a:cubicBezTo>
                    <a:pt x="169" y="756"/>
                    <a:pt x="193" y="736"/>
                    <a:pt x="196" y="709"/>
                  </a:cubicBezTo>
                  <a:cubicBezTo>
                    <a:pt x="236" y="336"/>
                    <a:pt x="236" y="336"/>
                    <a:pt x="236" y="336"/>
                  </a:cubicBezTo>
                  <a:cubicBezTo>
                    <a:pt x="262" y="336"/>
                    <a:pt x="262" y="336"/>
                    <a:pt x="262" y="336"/>
                  </a:cubicBezTo>
                  <a:cubicBezTo>
                    <a:pt x="303" y="709"/>
                    <a:pt x="303" y="709"/>
                    <a:pt x="303" y="709"/>
                  </a:cubicBezTo>
                  <a:cubicBezTo>
                    <a:pt x="306" y="736"/>
                    <a:pt x="330" y="756"/>
                    <a:pt x="357" y="753"/>
                  </a:cubicBezTo>
                  <a:cubicBezTo>
                    <a:pt x="384" y="750"/>
                    <a:pt x="404" y="725"/>
                    <a:pt x="401" y="698"/>
                  </a:cubicBezTo>
                  <a:close/>
                  <a:moveTo>
                    <a:pt x="559" y="164"/>
                  </a:moveTo>
                  <a:cubicBezTo>
                    <a:pt x="536" y="172"/>
                    <a:pt x="536" y="172"/>
                    <a:pt x="536" y="172"/>
                  </a:cubicBezTo>
                  <a:cubicBezTo>
                    <a:pt x="534" y="166"/>
                    <a:pt x="534" y="166"/>
                    <a:pt x="534" y="166"/>
                  </a:cubicBezTo>
                  <a:cubicBezTo>
                    <a:pt x="555" y="159"/>
                    <a:pt x="555" y="159"/>
                    <a:pt x="555" y="159"/>
                  </a:cubicBezTo>
                  <a:cubicBezTo>
                    <a:pt x="553" y="156"/>
                    <a:pt x="552" y="153"/>
                    <a:pt x="551" y="150"/>
                  </a:cubicBezTo>
                  <a:cubicBezTo>
                    <a:pt x="549" y="146"/>
                    <a:pt x="549" y="143"/>
                    <a:pt x="549" y="140"/>
                  </a:cubicBezTo>
                  <a:cubicBezTo>
                    <a:pt x="528" y="146"/>
                    <a:pt x="528" y="146"/>
                    <a:pt x="528" y="146"/>
                  </a:cubicBezTo>
                  <a:cubicBezTo>
                    <a:pt x="526" y="141"/>
                    <a:pt x="526" y="141"/>
                    <a:pt x="526" y="141"/>
                  </a:cubicBezTo>
                  <a:cubicBezTo>
                    <a:pt x="549" y="133"/>
                    <a:pt x="549" y="133"/>
                    <a:pt x="549" y="133"/>
                  </a:cubicBezTo>
                  <a:cubicBezTo>
                    <a:pt x="551" y="120"/>
                    <a:pt x="560" y="108"/>
                    <a:pt x="574" y="103"/>
                  </a:cubicBezTo>
                  <a:cubicBezTo>
                    <a:pt x="588" y="99"/>
                    <a:pt x="603" y="103"/>
                    <a:pt x="612" y="113"/>
                  </a:cubicBezTo>
                  <a:cubicBezTo>
                    <a:pt x="636" y="105"/>
                    <a:pt x="636" y="105"/>
                    <a:pt x="636" y="105"/>
                  </a:cubicBezTo>
                  <a:cubicBezTo>
                    <a:pt x="637" y="111"/>
                    <a:pt x="637" y="111"/>
                    <a:pt x="637" y="111"/>
                  </a:cubicBezTo>
                  <a:cubicBezTo>
                    <a:pt x="616" y="118"/>
                    <a:pt x="616" y="118"/>
                    <a:pt x="616" y="118"/>
                  </a:cubicBezTo>
                  <a:cubicBezTo>
                    <a:pt x="618" y="120"/>
                    <a:pt x="620" y="123"/>
                    <a:pt x="621" y="127"/>
                  </a:cubicBezTo>
                  <a:cubicBezTo>
                    <a:pt x="622" y="130"/>
                    <a:pt x="623" y="134"/>
                    <a:pt x="623" y="137"/>
                  </a:cubicBezTo>
                  <a:cubicBezTo>
                    <a:pt x="644" y="130"/>
                    <a:pt x="644" y="130"/>
                    <a:pt x="644" y="130"/>
                  </a:cubicBezTo>
                  <a:cubicBezTo>
                    <a:pt x="646" y="136"/>
                    <a:pt x="646" y="136"/>
                    <a:pt x="646" y="136"/>
                  </a:cubicBezTo>
                  <a:cubicBezTo>
                    <a:pt x="622" y="143"/>
                    <a:pt x="622" y="143"/>
                    <a:pt x="622" y="143"/>
                  </a:cubicBezTo>
                  <a:cubicBezTo>
                    <a:pt x="621" y="157"/>
                    <a:pt x="611" y="169"/>
                    <a:pt x="597" y="174"/>
                  </a:cubicBezTo>
                  <a:cubicBezTo>
                    <a:pt x="583" y="178"/>
                    <a:pt x="569" y="174"/>
                    <a:pt x="559" y="164"/>
                  </a:cubicBezTo>
                  <a:close/>
                  <a:moveTo>
                    <a:pt x="234" y="33"/>
                  </a:moveTo>
                  <a:cubicBezTo>
                    <a:pt x="249" y="33"/>
                    <a:pt x="249" y="33"/>
                    <a:pt x="249" y="33"/>
                  </a:cubicBezTo>
                  <a:cubicBezTo>
                    <a:pt x="265" y="33"/>
                    <a:pt x="265" y="33"/>
                    <a:pt x="265" y="33"/>
                  </a:cubicBezTo>
                  <a:cubicBezTo>
                    <a:pt x="272" y="63"/>
                    <a:pt x="272" y="63"/>
                    <a:pt x="272" y="63"/>
                  </a:cubicBezTo>
                  <a:cubicBezTo>
                    <a:pt x="271" y="65"/>
                    <a:pt x="271" y="65"/>
                    <a:pt x="271" y="65"/>
                  </a:cubicBezTo>
                  <a:cubicBezTo>
                    <a:pt x="265" y="70"/>
                    <a:pt x="257" y="73"/>
                    <a:pt x="249" y="73"/>
                  </a:cubicBezTo>
                  <a:cubicBezTo>
                    <a:pt x="242" y="73"/>
                    <a:pt x="234" y="70"/>
                    <a:pt x="228" y="65"/>
                  </a:cubicBezTo>
                  <a:cubicBezTo>
                    <a:pt x="227" y="63"/>
                    <a:pt x="227" y="63"/>
                    <a:pt x="227" y="63"/>
                  </a:cubicBezTo>
                  <a:lnTo>
                    <a:pt x="234" y="33"/>
                  </a:lnTo>
                  <a:close/>
                  <a:moveTo>
                    <a:pt x="77" y="140"/>
                  </a:moveTo>
                  <a:cubicBezTo>
                    <a:pt x="100" y="119"/>
                    <a:pt x="123" y="100"/>
                    <a:pt x="141" y="86"/>
                  </a:cubicBezTo>
                  <a:cubicBezTo>
                    <a:pt x="141" y="249"/>
                    <a:pt x="141" y="249"/>
                    <a:pt x="141" y="249"/>
                  </a:cubicBezTo>
                  <a:cubicBezTo>
                    <a:pt x="129" y="205"/>
                    <a:pt x="99" y="165"/>
                    <a:pt x="77" y="140"/>
                  </a:cubicBezTo>
                  <a:close/>
                  <a:moveTo>
                    <a:pt x="249" y="291"/>
                  </a:moveTo>
                  <a:cubicBezTo>
                    <a:pt x="211" y="243"/>
                    <a:pt x="211" y="243"/>
                    <a:pt x="211" y="243"/>
                  </a:cubicBezTo>
                  <a:cubicBezTo>
                    <a:pt x="233" y="82"/>
                    <a:pt x="233" y="82"/>
                    <a:pt x="233" y="82"/>
                  </a:cubicBezTo>
                  <a:cubicBezTo>
                    <a:pt x="239" y="84"/>
                    <a:pt x="244" y="85"/>
                    <a:pt x="249" y="85"/>
                  </a:cubicBezTo>
                  <a:cubicBezTo>
                    <a:pt x="249" y="85"/>
                    <a:pt x="249" y="85"/>
                    <a:pt x="249" y="85"/>
                  </a:cubicBezTo>
                  <a:cubicBezTo>
                    <a:pt x="249" y="85"/>
                    <a:pt x="250" y="85"/>
                    <a:pt x="250" y="85"/>
                  </a:cubicBezTo>
                  <a:cubicBezTo>
                    <a:pt x="255" y="85"/>
                    <a:pt x="260" y="84"/>
                    <a:pt x="266" y="82"/>
                  </a:cubicBezTo>
                  <a:cubicBezTo>
                    <a:pt x="287" y="243"/>
                    <a:pt x="287" y="243"/>
                    <a:pt x="287" y="243"/>
                  </a:cubicBezTo>
                  <a:lnTo>
                    <a:pt x="249" y="2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117"/>
            <p:cNvSpPr>
              <a:spLocks noEditPoints="1"/>
            </p:cNvSpPr>
            <p:nvPr/>
          </p:nvSpPr>
          <p:spPr bwMode="auto">
            <a:xfrm>
              <a:off x="4427537" y="4799013"/>
              <a:ext cx="260350" cy="260350"/>
            </a:xfrm>
            <a:custGeom>
              <a:avLst/>
              <a:gdLst>
                <a:gd name="T0" fmla="*/ 90 w 180"/>
                <a:gd name="T1" fmla="*/ 180 h 180"/>
                <a:gd name="T2" fmla="*/ 180 w 180"/>
                <a:gd name="T3" fmla="*/ 90 h 180"/>
                <a:gd name="T4" fmla="*/ 90 w 180"/>
                <a:gd name="T5" fmla="*/ 0 h 180"/>
                <a:gd name="T6" fmla="*/ 0 w 180"/>
                <a:gd name="T7" fmla="*/ 90 h 180"/>
                <a:gd name="T8" fmla="*/ 90 w 180"/>
                <a:gd name="T9" fmla="*/ 180 h 180"/>
                <a:gd name="T10" fmla="*/ 144 w 180"/>
                <a:gd name="T11" fmla="*/ 116 h 180"/>
                <a:gd name="T12" fmla="*/ 143 w 180"/>
                <a:gd name="T13" fmla="*/ 128 h 180"/>
                <a:gd name="T14" fmla="*/ 71 w 180"/>
                <a:gd name="T15" fmla="*/ 153 h 180"/>
                <a:gd name="T16" fmla="*/ 64 w 180"/>
                <a:gd name="T17" fmla="*/ 143 h 180"/>
                <a:gd name="T18" fmla="*/ 144 w 180"/>
                <a:gd name="T19" fmla="*/ 116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0" h="180">
                  <a:moveTo>
                    <a:pt x="90" y="180"/>
                  </a:moveTo>
                  <a:cubicBezTo>
                    <a:pt x="140" y="180"/>
                    <a:pt x="180" y="139"/>
                    <a:pt x="180" y="90"/>
                  </a:cubicBezTo>
                  <a:cubicBezTo>
                    <a:pt x="180" y="40"/>
                    <a:pt x="140" y="0"/>
                    <a:pt x="90" y="0"/>
                  </a:cubicBezTo>
                  <a:cubicBezTo>
                    <a:pt x="41" y="0"/>
                    <a:pt x="0" y="40"/>
                    <a:pt x="0" y="90"/>
                  </a:cubicBezTo>
                  <a:cubicBezTo>
                    <a:pt x="0" y="139"/>
                    <a:pt x="41" y="180"/>
                    <a:pt x="90" y="180"/>
                  </a:cubicBezTo>
                  <a:close/>
                  <a:moveTo>
                    <a:pt x="144" y="116"/>
                  </a:moveTo>
                  <a:cubicBezTo>
                    <a:pt x="143" y="128"/>
                    <a:pt x="143" y="128"/>
                    <a:pt x="143" y="128"/>
                  </a:cubicBezTo>
                  <a:cubicBezTo>
                    <a:pt x="143" y="128"/>
                    <a:pt x="108" y="126"/>
                    <a:pt x="71" y="153"/>
                  </a:cubicBezTo>
                  <a:cubicBezTo>
                    <a:pt x="64" y="143"/>
                    <a:pt x="64" y="143"/>
                    <a:pt x="64" y="143"/>
                  </a:cubicBezTo>
                  <a:cubicBezTo>
                    <a:pt x="105" y="114"/>
                    <a:pt x="142" y="116"/>
                    <a:pt x="144" y="1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118"/>
            <p:cNvSpPr>
              <a:spLocks noEditPoints="1"/>
            </p:cNvSpPr>
            <p:nvPr/>
          </p:nvSpPr>
          <p:spPr bwMode="auto">
            <a:xfrm>
              <a:off x="5014912" y="5246688"/>
              <a:ext cx="61913" cy="88900"/>
            </a:xfrm>
            <a:custGeom>
              <a:avLst/>
              <a:gdLst>
                <a:gd name="T0" fmla="*/ 15 w 43"/>
                <a:gd name="T1" fmla="*/ 57 h 61"/>
                <a:gd name="T2" fmla="*/ 16 w 43"/>
                <a:gd name="T3" fmla="*/ 55 h 61"/>
                <a:gd name="T4" fmla="*/ 23 w 43"/>
                <a:gd name="T5" fmla="*/ 54 h 61"/>
                <a:gd name="T6" fmla="*/ 24 w 43"/>
                <a:gd name="T7" fmla="*/ 61 h 61"/>
                <a:gd name="T8" fmla="*/ 27 w 43"/>
                <a:gd name="T9" fmla="*/ 60 h 61"/>
                <a:gd name="T10" fmla="*/ 26 w 43"/>
                <a:gd name="T11" fmla="*/ 53 h 61"/>
                <a:gd name="T12" fmla="*/ 28 w 43"/>
                <a:gd name="T13" fmla="*/ 53 h 61"/>
                <a:gd name="T14" fmla="*/ 40 w 43"/>
                <a:gd name="T15" fmla="*/ 33 h 61"/>
                <a:gd name="T16" fmla="*/ 21 w 43"/>
                <a:gd name="T17" fmla="*/ 25 h 61"/>
                <a:gd name="T18" fmla="*/ 19 w 43"/>
                <a:gd name="T19" fmla="*/ 11 h 61"/>
                <a:gd name="T20" fmla="*/ 29 w 43"/>
                <a:gd name="T21" fmla="*/ 17 h 61"/>
                <a:gd name="T22" fmla="*/ 32 w 43"/>
                <a:gd name="T23" fmla="*/ 16 h 61"/>
                <a:gd name="T24" fmla="*/ 27 w 43"/>
                <a:gd name="T25" fmla="*/ 4 h 61"/>
                <a:gd name="T26" fmla="*/ 25 w 43"/>
                <a:gd name="T27" fmla="*/ 5 h 61"/>
                <a:gd name="T28" fmla="*/ 24 w 43"/>
                <a:gd name="T29" fmla="*/ 6 h 61"/>
                <a:gd name="T30" fmla="*/ 18 w 43"/>
                <a:gd name="T31" fmla="*/ 7 h 61"/>
                <a:gd name="T32" fmla="*/ 17 w 43"/>
                <a:gd name="T33" fmla="*/ 0 h 61"/>
                <a:gd name="T34" fmla="*/ 14 w 43"/>
                <a:gd name="T35" fmla="*/ 1 h 61"/>
                <a:gd name="T36" fmla="*/ 15 w 43"/>
                <a:gd name="T37" fmla="*/ 7 h 61"/>
                <a:gd name="T38" fmla="*/ 13 w 43"/>
                <a:gd name="T39" fmla="*/ 8 h 61"/>
                <a:gd name="T40" fmla="*/ 2 w 43"/>
                <a:gd name="T41" fmla="*/ 26 h 61"/>
                <a:gd name="T42" fmla="*/ 19 w 43"/>
                <a:gd name="T43" fmla="*/ 34 h 61"/>
                <a:gd name="T44" fmla="*/ 22 w 43"/>
                <a:gd name="T45" fmla="*/ 50 h 61"/>
                <a:gd name="T46" fmla="*/ 10 w 43"/>
                <a:gd name="T47" fmla="*/ 42 h 61"/>
                <a:gd name="T48" fmla="*/ 7 w 43"/>
                <a:gd name="T49" fmla="*/ 43 h 61"/>
                <a:gd name="T50" fmla="*/ 12 w 43"/>
                <a:gd name="T51" fmla="*/ 58 h 61"/>
                <a:gd name="T52" fmla="*/ 15 w 43"/>
                <a:gd name="T53" fmla="*/ 57 h 61"/>
                <a:gd name="T54" fmla="*/ 8 w 43"/>
                <a:gd name="T55" fmla="*/ 21 h 61"/>
                <a:gd name="T56" fmla="*/ 14 w 43"/>
                <a:gd name="T57" fmla="*/ 12 h 61"/>
                <a:gd name="T58" fmla="*/ 15 w 43"/>
                <a:gd name="T59" fmla="*/ 11 h 61"/>
                <a:gd name="T60" fmla="*/ 18 w 43"/>
                <a:gd name="T61" fmla="*/ 25 h 61"/>
                <a:gd name="T62" fmla="*/ 8 w 43"/>
                <a:gd name="T63" fmla="*/ 21 h 61"/>
                <a:gd name="T64" fmla="*/ 23 w 43"/>
                <a:gd name="T65" fmla="*/ 34 h 61"/>
                <a:gd name="T66" fmla="*/ 34 w 43"/>
                <a:gd name="T67" fmla="*/ 38 h 61"/>
                <a:gd name="T68" fmla="*/ 26 w 43"/>
                <a:gd name="T69" fmla="*/ 49 h 61"/>
                <a:gd name="T70" fmla="*/ 25 w 43"/>
                <a:gd name="T71" fmla="*/ 49 h 61"/>
                <a:gd name="T72" fmla="*/ 23 w 43"/>
                <a:gd name="T73" fmla="*/ 3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3" h="61">
                  <a:moveTo>
                    <a:pt x="15" y="57"/>
                  </a:moveTo>
                  <a:cubicBezTo>
                    <a:pt x="15" y="56"/>
                    <a:pt x="15" y="55"/>
                    <a:pt x="16" y="55"/>
                  </a:cubicBezTo>
                  <a:cubicBezTo>
                    <a:pt x="17" y="54"/>
                    <a:pt x="19" y="55"/>
                    <a:pt x="23" y="54"/>
                  </a:cubicBezTo>
                  <a:cubicBezTo>
                    <a:pt x="24" y="61"/>
                    <a:pt x="24" y="61"/>
                    <a:pt x="24" y="61"/>
                  </a:cubicBezTo>
                  <a:cubicBezTo>
                    <a:pt x="27" y="60"/>
                    <a:pt x="27" y="60"/>
                    <a:pt x="27" y="60"/>
                  </a:cubicBezTo>
                  <a:cubicBezTo>
                    <a:pt x="26" y="53"/>
                    <a:pt x="26" y="53"/>
                    <a:pt x="26" y="53"/>
                  </a:cubicBezTo>
                  <a:cubicBezTo>
                    <a:pt x="27" y="53"/>
                    <a:pt x="27" y="53"/>
                    <a:pt x="28" y="53"/>
                  </a:cubicBezTo>
                  <a:cubicBezTo>
                    <a:pt x="39" y="49"/>
                    <a:pt x="43" y="41"/>
                    <a:pt x="40" y="33"/>
                  </a:cubicBezTo>
                  <a:cubicBezTo>
                    <a:pt x="37" y="24"/>
                    <a:pt x="29" y="24"/>
                    <a:pt x="21" y="25"/>
                  </a:cubicBezTo>
                  <a:cubicBezTo>
                    <a:pt x="19" y="11"/>
                    <a:pt x="19" y="11"/>
                    <a:pt x="19" y="11"/>
                  </a:cubicBezTo>
                  <a:cubicBezTo>
                    <a:pt x="23" y="10"/>
                    <a:pt x="26" y="12"/>
                    <a:pt x="29" y="17"/>
                  </a:cubicBezTo>
                  <a:cubicBezTo>
                    <a:pt x="32" y="16"/>
                    <a:pt x="32" y="16"/>
                    <a:pt x="32" y="16"/>
                  </a:cubicBezTo>
                  <a:cubicBezTo>
                    <a:pt x="27" y="4"/>
                    <a:pt x="27" y="4"/>
                    <a:pt x="27" y="4"/>
                  </a:cubicBezTo>
                  <a:cubicBezTo>
                    <a:pt x="25" y="5"/>
                    <a:pt x="25" y="5"/>
                    <a:pt x="25" y="5"/>
                  </a:cubicBezTo>
                  <a:cubicBezTo>
                    <a:pt x="25" y="6"/>
                    <a:pt x="25" y="6"/>
                    <a:pt x="24" y="6"/>
                  </a:cubicBezTo>
                  <a:cubicBezTo>
                    <a:pt x="23" y="7"/>
                    <a:pt x="21" y="7"/>
                    <a:pt x="18" y="7"/>
                  </a:cubicBezTo>
                  <a:cubicBezTo>
                    <a:pt x="17" y="0"/>
                    <a:pt x="17" y="0"/>
                    <a:pt x="17" y="0"/>
                  </a:cubicBezTo>
                  <a:cubicBezTo>
                    <a:pt x="14" y="1"/>
                    <a:pt x="14" y="1"/>
                    <a:pt x="14" y="1"/>
                  </a:cubicBezTo>
                  <a:cubicBezTo>
                    <a:pt x="15" y="7"/>
                    <a:pt x="15" y="7"/>
                    <a:pt x="15" y="7"/>
                  </a:cubicBezTo>
                  <a:cubicBezTo>
                    <a:pt x="14" y="8"/>
                    <a:pt x="14" y="8"/>
                    <a:pt x="13" y="8"/>
                  </a:cubicBezTo>
                  <a:cubicBezTo>
                    <a:pt x="3" y="11"/>
                    <a:pt x="0" y="19"/>
                    <a:pt x="2" y="26"/>
                  </a:cubicBezTo>
                  <a:cubicBezTo>
                    <a:pt x="5" y="34"/>
                    <a:pt x="10" y="35"/>
                    <a:pt x="19" y="34"/>
                  </a:cubicBezTo>
                  <a:cubicBezTo>
                    <a:pt x="22" y="50"/>
                    <a:pt x="22" y="50"/>
                    <a:pt x="22" y="50"/>
                  </a:cubicBezTo>
                  <a:cubicBezTo>
                    <a:pt x="16" y="50"/>
                    <a:pt x="13" y="47"/>
                    <a:pt x="10" y="42"/>
                  </a:cubicBezTo>
                  <a:cubicBezTo>
                    <a:pt x="7" y="43"/>
                    <a:pt x="7" y="43"/>
                    <a:pt x="7" y="43"/>
                  </a:cubicBezTo>
                  <a:cubicBezTo>
                    <a:pt x="12" y="58"/>
                    <a:pt x="12" y="58"/>
                    <a:pt x="12" y="58"/>
                  </a:cubicBezTo>
                  <a:lnTo>
                    <a:pt x="15" y="57"/>
                  </a:lnTo>
                  <a:close/>
                  <a:moveTo>
                    <a:pt x="8" y="21"/>
                  </a:moveTo>
                  <a:cubicBezTo>
                    <a:pt x="7" y="17"/>
                    <a:pt x="9" y="13"/>
                    <a:pt x="14" y="12"/>
                  </a:cubicBezTo>
                  <a:cubicBezTo>
                    <a:pt x="15" y="11"/>
                    <a:pt x="15" y="11"/>
                    <a:pt x="15" y="11"/>
                  </a:cubicBezTo>
                  <a:cubicBezTo>
                    <a:pt x="18" y="25"/>
                    <a:pt x="18" y="25"/>
                    <a:pt x="18" y="25"/>
                  </a:cubicBezTo>
                  <a:cubicBezTo>
                    <a:pt x="12" y="26"/>
                    <a:pt x="9" y="25"/>
                    <a:pt x="8" y="21"/>
                  </a:cubicBezTo>
                  <a:close/>
                  <a:moveTo>
                    <a:pt x="23" y="34"/>
                  </a:moveTo>
                  <a:cubicBezTo>
                    <a:pt x="30" y="33"/>
                    <a:pt x="33" y="34"/>
                    <a:pt x="34" y="38"/>
                  </a:cubicBezTo>
                  <a:cubicBezTo>
                    <a:pt x="36" y="43"/>
                    <a:pt x="33" y="47"/>
                    <a:pt x="26" y="49"/>
                  </a:cubicBezTo>
                  <a:cubicBezTo>
                    <a:pt x="25" y="49"/>
                    <a:pt x="25" y="49"/>
                    <a:pt x="25" y="49"/>
                  </a:cubicBezTo>
                  <a:lnTo>
                    <a:pt x="23"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119"/>
            <p:cNvSpPr>
              <a:spLocks noEditPoints="1"/>
            </p:cNvSpPr>
            <p:nvPr/>
          </p:nvSpPr>
          <p:spPr bwMode="auto">
            <a:xfrm>
              <a:off x="5348287" y="5726113"/>
              <a:ext cx="88900" cy="96838"/>
            </a:xfrm>
            <a:custGeom>
              <a:avLst/>
              <a:gdLst>
                <a:gd name="T0" fmla="*/ 58 w 61"/>
                <a:gd name="T1" fmla="*/ 37 h 67"/>
                <a:gd name="T2" fmla="*/ 34 w 61"/>
                <a:gd name="T3" fmla="*/ 4 h 67"/>
                <a:gd name="T4" fmla="*/ 10 w 61"/>
                <a:gd name="T5" fmla="*/ 0 h 67"/>
                <a:gd name="T6" fmla="*/ 9 w 61"/>
                <a:gd name="T7" fmla="*/ 7 h 67"/>
                <a:gd name="T8" fmla="*/ 14 w 61"/>
                <a:gd name="T9" fmla="*/ 9 h 67"/>
                <a:gd name="T10" fmla="*/ 7 w 61"/>
                <a:gd name="T11" fmla="*/ 51 h 67"/>
                <a:gd name="T12" fmla="*/ 4 w 61"/>
                <a:gd name="T13" fmla="*/ 54 h 67"/>
                <a:gd name="T14" fmla="*/ 1 w 61"/>
                <a:gd name="T15" fmla="*/ 54 h 67"/>
                <a:gd name="T16" fmla="*/ 0 w 61"/>
                <a:gd name="T17" fmla="*/ 60 h 67"/>
                <a:gd name="T18" fmla="*/ 25 w 61"/>
                <a:gd name="T19" fmla="*/ 64 h 67"/>
                <a:gd name="T20" fmla="*/ 58 w 61"/>
                <a:gd name="T21" fmla="*/ 37 h 67"/>
                <a:gd name="T22" fmla="*/ 24 w 61"/>
                <a:gd name="T23" fmla="*/ 11 h 67"/>
                <a:gd name="T24" fmla="*/ 32 w 61"/>
                <a:gd name="T25" fmla="*/ 12 h 67"/>
                <a:gd name="T26" fmla="*/ 47 w 61"/>
                <a:gd name="T27" fmla="*/ 36 h 67"/>
                <a:gd name="T28" fmla="*/ 26 w 61"/>
                <a:gd name="T29" fmla="*/ 56 h 67"/>
                <a:gd name="T30" fmla="*/ 17 w 61"/>
                <a:gd name="T31" fmla="*/ 55 h 67"/>
                <a:gd name="T32" fmla="*/ 24 w 61"/>
                <a:gd name="T33" fmla="*/ 1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1" h="67">
                  <a:moveTo>
                    <a:pt x="58" y="37"/>
                  </a:moveTo>
                  <a:cubicBezTo>
                    <a:pt x="61" y="18"/>
                    <a:pt x="52" y="7"/>
                    <a:pt x="34" y="4"/>
                  </a:cubicBezTo>
                  <a:cubicBezTo>
                    <a:pt x="10" y="0"/>
                    <a:pt x="10" y="0"/>
                    <a:pt x="10" y="0"/>
                  </a:cubicBezTo>
                  <a:cubicBezTo>
                    <a:pt x="9" y="7"/>
                    <a:pt x="9" y="7"/>
                    <a:pt x="9" y="7"/>
                  </a:cubicBezTo>
                  <a:cubicBezTo>
                    <a:pt x="14" y="9"/>
                    <a:pt x="14" y="9"/>
                    <a:pt x="14" y="9"/>
                  </a:cubicBezTo>
                  <a:cubicBezTo>
                    <a:pt x="7" y="51"/>
                    <a:pt x="7" y="51"/>
                    <a:pt x="7" y="51"/>
                  </a:cubicBezTo>
                  <a:cubicBezTo>
                    <a:pt x="6" y="53"/>
                    <a:pt x="6" y="54"/>
                    <a:pt x="4" y="54"/>
                  </a:cubicBezTo>
                  <a:cubicBezTo>
                    <a:pt x="1" y="54"/>
                    <a:pt x="1" y="54"/>
                    <a:pt x="1" y="54"/>
                  </a:cubicBezTo>
                  <a:cubicBezTo>
                    <a:pt x="0" y="60"/>
                    <a:pt x="0" y="60"/>
                    <a:pt x="0" y="60"/>
                  </a:cubicBezTo>
                  <a:cubicBezTo>
                    <a:pt x="25" y="64"/>
                    <a:pt x="25" y="64"/>
                    <a:pt x="25" y="64"/>
                  </a:cubicBezTo>
                  <a:cubicBezTo>
                    <a:pt x="40" y="67"/>
                    <a:pt x="54" y="60"/>
                    <a:pt x="58" y="37"/>
                  </a:cubicBezTo>
                  <a:close/>
                  <a:moveTo>
                    <a:pt x="24" y="11"/>
                  </a:moveTo>
                  <a:cubicBezTo>
                    <a:pt x="32" y="12"/>
                    <a:pt x="32" y="12"/>
                    <a:pt x="32" y="12"/>
                  </a:cubicBezTo>
                  <a:cubicBezTo>
                    <a:pt x="42" y="14"/>
                    <a:pt x="49" y="19"/>
                    <a:pt x="47" y="36"/>
                  </a:cubicBezTo>
                  <a:cubicBezTo>
                    <a:pt x="44" y="52"/>
                    <a:pt x="37" y="58"/>
                    <a:pt x="26" y="56"/>
                  </a:cubicBezTo>
                  <a:cubicBezTo>
                    <a:pt x="17" y="55"/>
                    <a:pt x="17" y="55"/>
                    <a:pt x="17" y="55"/>
                  </a:cubicBezTo>
                  <a:lnTo>
                    <a:pt x="24"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120"/>
            <p:cNvSpPr>
              <a:spLocks noEditPoints="1"/>
            </p:cNvSpPr>
            <p:nvPr/>
          </p:nvSpPr>
          <p:spPr bwMode="auto">
            <a:xfrm>
              <a:off x="5427662" y="5741988"/>
              <a:ext cx="85725" cy="96838"/>
            </a:xfrm>
            <a:custGeom>
              <a:avLst/>
              <a:gdLst>
                <a:gd name="T0" fmla="*/ 44 w 59"/>
                <a:gd name="T1" fmla="*/ 4 h 67"/>
                <a:gd name="T2" fmla="*/ 25 w 59"/>
                <a:gd name="T3" fmla="*/ 0 h 67"/>
                <a:gd name="T4" fmla="*/ 23 w 59"/>
                <a:gd name="T5" fmla="*/ 8 h 67"/>
                <a:gd name="T6" fmla="*/ 28 w 59"/>
                <a:gd name="T7" fmla="*/ 9 h 67"/>
                <a:gd name="T8" fmla="*/ 7 w 59"/>
                <a:gd name="T9" fmla="*/ 49 h 67"/>
                <a:gd name="T10" fmla="*/ 3 w 59"/>
                <a:gd name="T11" fmla="*/ 51 h 67"/>
                <a:gd name="T12" fmla="*/ 1 w 59"/>
                <a:gd name="T13" fmla="*/ 51 h 67"/>
                <a:gd name="T14" fmla="*/ 0 w 59"/>
                <a:gd name="T15" fmla="*/ 58 h 67"/>
                <a:gd name="T16" fmla="*/ 19 w 59"/>
                <a:gd name="T17" fmla="*/ 61 h 67"/>
                <a:gd name="T18" fmla="*/ 20 w 59"/>
                <a:gd name="T19" fmla="*/ 54 h 67"/>
                <a:gd name="T20" fmla="*/ 16 w 59"/>
                <a:gd name="T21" fmla="*/ 53 h 67"/>
                <a:gd name="T22" fmla="*/ 21 w 59"/>
                <a:gd name="T23" fmla="*/ 44 h 67"/>
                <a:gd name="T24" fmla="*/ 41 w 59"/>
                <a:gd name="T25" fmla="*/ 47 h 67"/>
                <a:gd name="T26" fmla="*/ 43 w 59"/>
                <a:gd name="T27" fmla="*/ 55 h 67"/>
                <a:gd name="T28" fmla="*/ 41 w 59"/>
                <a:gd name="T29" fmla="*/ 57 h 67"/>
                <a:gd name="T30" fmla="*/ 37 w 59"/>
                <a:gd name="T31" fmla="*/ 57 h 67"/>
                <a:gd name="T32" fmla="*/ 36 w 59"/>
                <a:gd name="T33" fmla="*/ 64 h 67"/>
                <a:gd name="T34" fmla="*/ 58 w 59"/>
                <a:gd name="T35" fmla="*/ 67 h 67"/>
                <a:gd name="T36" fmla="*/ 59 w 59"/>
                <a:gd name="T37" fmla="*/ 60 h 67"/>
                <a:gd name="T38" fmla="*/ 54 w 59"/>
                <a:gd name="T39" fmla="*/ 59 h 67"/>
                <a:gd name="T40" fmla="*/ 44 w 59"/>
                <a:gd name="T41" fmla="*/ 4 h 67"/>
                <a:gd name="T42" fmla="*/ 24 w 59"/>
                <a:gd name="T43" fmla="*/ 37 h 67"/>
                <a:gd name="T44" fmla="*/ 36 w 59"/>
                <a:gd name="T45" fmla="*/ 12 h 67"/>
                <a:gd name="T46" fmla="*/ 36 w 59"/>
                <a:gd name="T47" fmla="*/ 12 h 67"/>
                <a:gd name="T48" fmla="*/ 41 w 59"/>
                <a:gd name="T49" fmla="*/ 39 h 67"/>
                <a:gd name="T50" fmla="*/ 24 w 59"/>
                <a:gd name="T51" fmla="*/ 3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9" h="67">
                  <a:moveTo>
                    <a:pt x="44" y="4"/>
                  </a:moveTo>
                  <a:cubicBezTo>
                    <a:pt x="25" y="0"/>
                    <a:pt x="25" y="0"/>
                    <a:pt x="25" y="0"/>
                  </a:cubicBezTo>
                  <a:cubicBezTo>
                    <a:pt x="23" y="8"/>
                    <a:pt x="23" y="8"/>
                    <a:pt x="23" y="8"/>
                  </a:cubicBezTo>
                  <a:cubicBezTo>
                    <a:pt x="28" y="9"/>
                    <a:pt x="28" y="9"/>
                    <a:pt x="28" y="9"/>
                  </a:cubicBezTo>
                  <a:cubicBezTo>
                    <a:pt x="7" y="49"/>
                    <a:pt x="7" y="49"/>
                    <a:pt x="7" y="49"/>
                  </a:cubicBezTo>
                  <a:cubicBezTo>
                    <a:pt x="6" y="50"/>
                    <a:pt x="5" y="51"/>
                    <a:pt x="3" y="51"/>
                  </a:cubicBezTo>
                  <a:cubicBezTo>
                    <a:pt x="1" y="51"/>
                    <a:pt x="1" y="51"/>
                    <a:pt x="1" y="51"/>
                  </a:cubicBezTo>
                  <a:cubicBezTo>
                    <a:pt x="0" y="58"/>
                    <a:pt x="0" y="58"/>
                    <a:pt x="0" y="58"/>
                  </a:cubicBezTo>
                  <a:cubicBezTo>
                    <a:pt x="19" y="61"/>
                    <a:pt x="19" y="61"/>
                    <a:pt x="19" y="61"/>
                  </a:cubicBezTo>
                  <a:cubicBezTo>
                    <a:pt x="20" y="54"/>
                    <a:pt x="20" y="54"/>
                    <a:pt x="20" y="54"/>
                  </a:cubicBezTo>
                  <a:cubicBezTo>
                    <a:pt x="16" y="53"/>
                    <a:pt x="16" y="53"/>
                    <a:pt x="16" y="53"/>
                  </a:cubicBezTo>
                  <a:cubicBezTo>
                    <a:pt x="21" y="44"/>
                    <a:pt x="21" y="44"/>
                    <a:pt x="21" y="44"/>
                  </a:cubicBezTo>
                  <a:cubicBezTo>
                    <a:pt x="41" y="47"/>
                    <a:pt x="41" y="47"/>
                    <a:pt x="41" y="47"/>
                  </a:cubicBezTo>
                  <a:cubicBezTo>
                    <a:pt x="43" y="55"/>
                    <a:pt x="43" y="55"/>
                    <a:pt x="43" y="55"/>
                  </a:cubicBezTo>
                  <a:cubicBezTo>
                    <a:pt x="43" y="57"/>
                    <a:pt x="42" y="57"/>
                    <a:pt x="41" y="57"/>
                  </a:cubicBezTo>
                  <a:cubicBezTo>
                    <a:pt x="37" y="57"/>
                    <a:pt x="37" y="57"/>
                    <a:pt x="37" y="57"/>
                  </a:cubicBezTo>
                  <a:cubicBezTo>
                    <a:pt x="36" y="64"/>
                    <a:pt x="36" y="64"/>
                    <a:pt x="36" y="64"/>
                  </a:cubicBezTo>
                  <a:cubicBezTo>
                    <a:pt x="58" y="67"/>
                    <a:pt x="58" y="67"/>
                    <a:pt x="58" y="67"/>
                  </a:cubicBezTo>
                  <a:cubicBezTo>
                    <a:pt x="59" y="60"/>
                    <a:pt x="59" y="60"/>
                    <a:pt x="59" y="60"/>
                  </a:cubicBezTo>
                  <a:cubicBezTo>
                    <a:pt x="54" y="59"/>
                    <a:pt x="54" y="59"/>
                    <a:pt x="54" y="59"/>
                  </a:cubicBezTo>
                  <a:lnTo>
                    <a:pt x="44" y="4"/>
                  </a:lnTo>
                  <a:close/>
                  <a:moveTo>
                    <a:pt x="24" y="37"/>
                  </a:moveTo>
                  <a:cubicBezTo>
                    <a:pt x="36" y="12"/>
                    <a:pt x="36" y="12"/>
                    <a:pt x="36" y="12"/>
                  </a:cubicBezTo>
                  <a:cubicBezTo>
                    <a:pt x="36" y="12"/>
                    <a:pt x="36" y="12"/>
                    <a:pt x="36" y="12"/>
                  </a:cubicBezTo>
                  <a:cubicBezTo>
                    <a:pt x="41" y="39"/>
                    <a:pt x="41" y="39"/>
                    <a:pt x="41" y="39"/>
                  </a:cubicBezTo>
                  <a:lnTo>
                    <a:pt x="24"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121"/>
            <p:cNvSpPr>
              <a:spLocks/>
            </p:cNvSpPr>
            <p:nvPr/>
          </p:nvSpPr>
          <p:spPr bwMode="auto">
            <a:xfrm>
              <a:off x="5516562" y="5749926"/>
              <a:ext cx="73025" cy="95250"/>
            </a:xfrm>
            <a:custGeom>
              <a:avLst/>
              <a:gdLst>
                <a:gd name="T0" fmla="*/ 26 w 51"/>
                <a:gd name="T1" fmla="*/ 42 h 66"/>
                <a:gd name="T2" fmla="*/ 44 w 51"/>
                <a:gd name="T3" fmla="*/ 17 h 66"/>
                <a:gd name="T4" fmla="*/ 48 w 51"/>
                <a:gd name="T5" fmla="*/ 15 h 66"/>
                <a:gd name="T6" fmla="*/ 50 w 51"/>
                <a:gd name="T7" fmla="*/ 15 h 66"/>
                <a:gd name="T8" fmla="*/ 51 w 51"/>
                <a:gd name="T9" fmla="*/ 8 h 66"/>
                <a:gd name="T10" fmla="*/ 33 w 51"/>
                <a:gd name="T11" fmla="*/ 6 h 66"/>
                <a:gd name="T12" fmla="*/ 32 w 51"/>
                <a:gd name="T13" fmla="*/ 13 h 66"/>
                <a:gd name="T14" fmla="*/ 36 w 51"/>
                <a:gd name="T15" fmla="*/ 14 h 66"/>
                <a:gd name="T16" fmla="*/ 23 w 51"/>
                <a:gd name="T17" fmla="*/ 33 h 66"/>
                <a:gd name="T18" fmla="*/ 22 w 51"/>
                <a:gd name="T19" fmla="*/ 33 h 66"/>
                <a:gd name="T20" fmla="*/ 17 w 51"/>
                <a:gd name="T21" fmla="*/ 13 h 66"/>
                <a:gd name="T22" fmla="*/ 18 w 51"/>
                <a:gd name="T23" fmla="*/ 10 h 66"/>
                <a:gd name="T24" fmla="*/ 21 w 51"/>
                <a:gd name="T25" fmla="*/ 11 h 66"/>
                <a:gd name="T26" fmla="*/ 22 w 51"/>
                <a:gd name="T27" fmla="*/ 4 h 66"/>
                <a:gd name="T28" fmla="*/ 1 w 51"/>
                <a:gd name="T29" fmla="*/ 0 h 66"/>
                <a:gd name="T30" fmla="*/ 0 w 51"/>
                <a:gd name="T31" fmla="*/ 8 h 66"/>
                <a:gd name="T32" fmla="*/ 3 w 51"/>
                <a:gd name="T33" fmla="*/ 8 h 66"/>
                <a:gd name="T34" fmla="*/ 15 w 51"/>
                <a:gd name="T35" fmla="*/ 41 h 66"/>
                <a:gd name="T36" fmla="*/ 13 w 51"/>
                <a:gd name="T37" fmla="*/ 54 h 66"/>
                <a:gd name="T38" fmla="*/ 10 w 51"/>
                <a:gd name="T39" fmla="*/ 56 h 66"/>
                <a:gd name="T40" fmla="*/ 6 w 51"/>
                <a:gd name="T41" fmla="*/ 56 h 66"/>
                <a:gd name="T42" fmla="*/ 5 w 51"/>
                <a:gd name="T43" fmla="*/ 63 h 66"/>
                <a:gd name="T44" fmla="*/ 28 w 51"/>
                <a:gd name="T45" fmla="*/ 66 h 66"/>
                <a:gd name="T46" fmla="*/ 29 w 51"/>
                <a:gd name="T47" fmla="*/ 59 h 66"/>
                <a:gd name="T48" fmla="*/ 23 w 51"/>
                <a:gd name="T49" fmla="*/ 58 h 66"/>
                <a:gd name="T50" fmla="*/ 26 w 51"/>
                <a:gd name="T51" fmla="*/ 4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1" h="66">
                  <a:moveTo>
                    <a:pt x="26" y="42"/>
                  </a:moveTo>
                  <a:cubicBezTo>
                    <a:pt x="44" y="17"/>
                    <a:pt x="44" y="17"/>
                    <a:pt x="44" y="17"/>
                  </a:cubicBezTo>
                  <a:cubicBezTo>
                    <a:pt x="46" y="16"/>
                    <a:pt x="46" y="15"/>
                    <a:pt x="48" y="15"/>
                  </a:cubicBezTo>
                  <a:cubicBezTo>
                    <a:pt x="50" y="15"/>
                    <a:pt x="50" y="15"/>
                    <a:pt x="50" y="15"/>
                  </a:cubicBezTo>
                  <a:cubicBezTo>
                    <a:pt x="51" y="8"/>
                    <a:pt x="51" y="8"/>
                    <a:pt x="51" y="8"/>
                  </a:cubicBezTo>
                  <a:cubicBezTo>
                    <a:pt x="33" y="6"/>
                    <a:pt x="33" y="6"/>
                    <a:pt x="33" y="6"/>
                  </a:cubicBezTo>
                  <a:cubicBezTo>
                    <a:pt x="32" y="13"/>
                    <a:pt x="32" y="13"/>
                    <a:pt x="32" y="13"/>
                  </a:cubicBezTo>
                  <a:cubicBezTo>
                    <a:pt x="36" y="14"/>
                    <a:pt x="36" y="14"/>
                    <a:pt x="36" y="14"/>
                  </a:cubicBezTo>
                  <a:cubicBezTo>
                    <a:pt x="23" y="33"/>
                    <a:pt x="23" y="33"/>
                    <a:pt x="23" y="33"/>
                  </a:cubicBezTo>
                  <a:cubicBezTo>
                    <a:pt x="22" y="33"/>
                    <a:pt x="22" y="33"/>
                    <a:pt x="22" y="33"/>
                  </a:cubicBezTo>
                  <a:cubicBezTo>
                    <a:pt x="17" y="13"/>
                    <a:pt x="17" y="13"/>
                    <a:pt x="17" y="13"/>
                  </a:cubicBezTo>
                  <a:cubicBezTo>
                    <a:pt x="16" y="11"/>
                    <a:pt x="17" y="10"/>
                    <a:pt x="18" y="10"/>
                  </a:cubicBezTo>
                  <a:cubicBezTo>
                    <a:pt x="21" y="11"/>
                    <a:pt x="21" y="11"/>
                    <a:pt x="21" y="11"/>
                  </a:cubicBezTo>
                  <a:cubicBezTo>
                    <a:pt x="22" y="4"/>
                    <a:pt x="22" y="4"/>
                    <a:pt x="22" y="4"/>
                  </a:cubicBezTo>
                  <a:cubicBezTo>
                    <a:pt x="1" y="0"/>
                    <a:pt x="1" y="0"/>
                    <a:pt x="1" y="0"/>
                  </a:cubicBezTo>
                  <a:cubicBezTo>
                    <a:pt x="0" y="8"/>
                    <a:pt x="0" y="8"/>
                    <a:pt x="0" y="8"/>
                  </a:cubicBezTo>
                  <a:cubicBezTo>
                    <a:pt x="3" y="8"/>
                    <a:pt x="3" y="8"/>
                    <a:pt x="3" y="8"/>
                  </a:cubicBezTo>
                  <a:cubicBezTo>
                    <a:pt x="15" y="41"/>
                    <a:pt x="15" y="41"/>
                    <a:pt x="15" y="41"/>
                  </a:cubicBezTo>
                  <a:cubicBezTo>
                    <a:pt x="13" y="54"/>
                    <a:pt x="13" y="54"/>
                    <a:pt x="13" y="54"/>
                  </a:cubicBezTo>
                  <a:cubicBezTo>
                    <a:pt x="12" y="56"/>
                    <a:pt x="11" y="56"/>
                    <a:pt x="10" y="56"/>
                  </a:cubicBezTo>
                  <a:cubicBezTo>
                    <a:pt x="6" y="56"/>
                    <a:pt x="6" y="56"/>
                    <a:pt x="6" y="56"/>
                  </a:cubicBezTo>
                  <a:cubicBezTo>
                    <a:pt x="5" y="63"/>
                    <a:pt x="5" y="63"/>
                    <a:pt x="5" y="63"/>
                  </a:cubicBezTo>
                  <a:cubicBezTo>
                    <a:pt x="28" y="66"/>
                    <a:pt x="28" y="66"/>
                    <a:pt x="28" y="66"/>
                  </a:cubicBezTo>
                  <a:cubicBezTo>
                    <a:pt x="29" y="59"/>
                    <a:pt x="29" y="59"/>
                    <a:pt x="29" y="59"/>
                  </a:cubicBezTo>
                  <a:cubicBezTo>
                    <a:pt x="23" y="58"/>
                    <a:pt x="23" y="58"/>
                    <a:pt x="23" y="58"/>
                  </a:cubicBezTo>
                  <a:lnTo>
                    <a:pt x="26"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122"/>
            <p:cNvSpPr>
              <a:spLocks/>
            </p:cNvSpPr>
            <p:nvPr/>
          </p:nvSpPr>
          <p:spPr bwMode="auto">
            <a:xfrm>
              <a:off x="5583237" y="5764213"/>
              <a:ext cx="66675" cy="95250"/>
            </a:xfrm>
            <a:custGeom>
              <a:avLst/>
              <a:gdLst>
                <a:gd name="T0" fmla="*/ 7 w 47"/>
                <a:gd name="T1" fmla="*/ 17 h 66"/>
                <a:gd name="T2" fmla="*/ 21 w 47"/>
                <a:gd name="T3" fmla="*/ 37 h 66"/>
                <a:gd name="T4" fmla="*/ 31 w 47"/>
                <a:gd name="T5" fmla="*/ 48 h 66"/>
                <a:gd name="T6" fmla="*/ 19 w 47"/>
                <a:gd name="T7" fmla="*/ 55 h 66"/>
                <a:gd name="T8" fmla="*/ 12 w 47"/>
                <a:gd name="T9" fmla="*/ 53 h 66"/>
                <a:gd name="T10" fmla="*/ 11 w 47"/>
                <a:gd name="T11" fmla="*/ 50 h 66"/>
                <a:gd name="T12" fmla="*/ 12 w 47"/>
                <a:gd name="T13" fmla="*/ 44 h 66"/>
                <a:gd name="T14" fmla="*/ 3 w 47"/>
                <a:gd name="T15" fmla="*/ 43 h 66"/>
                <a:gd name="T16" fmla="*/ 0 w 47"/>
                <a:gd name="T17" fmla="*/ 58 h 66"/>
                <a:gd name="T18" fmla="*/ 18 w 47"/>
                <a:gd name="T19" fmla="*/ 64 h 66"/>
                <a:gd name="T20" fmla="*/ 43 w 47"/>
                <a:gd name="T21" fmla="*/ 49 h 66"/>
                <a:gd name="T22" fmla="*/ 29 w 47"/>
                <a:gd name="T23" fmla="*/ 29 h 66"/>
                <a:gd name="T24" fmla="*/ 19 w 47"/>
                <a:gd name="T25" fmla="*/ 17 h 66"/>
                <a:gd name="T26" fmla="*/ 30 w 47"/>
                <a:gd name="T27" fmla="*/ 11 h 66"/>
                <a:gd name="T28" fmla="*/ 36 w 47"/>
                <a:gd name="T29" fmla="*/ 13 h 66"/>
                <a:gd name="T30" fmla="*/ 37 w 47"/>
                <a:gd name="T31" fmla="*/ 16 h 66"/>
                <a:gd name="T32" fmla="*/ 36 w 47"/>
                <a:gd name="T33" fmla="*/ 22 h 66"/>
                <a:gd name="T34" fmla="*/ 45 w 47"/>
                <a:gd name="T35" fmla="*/ 23 h 66"/>
                <a:gd name="T36" fmla="*/ 47 w 47"/>
                <a:gd name="T37" fmla="*/ 8 h 66"/>
                <a:gd name="T38" fmla="*/ 31 w 47"/>
                <a:gd name="T39" fmla="*/ 2 h 66"/>
                <a:gd name="T40" fmla="*/ 7 w 47"/>
                <a:gd name="T41" fmla="*/ 17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7" h="66">
                  <a:moveTo>
                    <a:pt x="7" y="17"/>
                  </a:moveTo>
                  <a:cubicBezTo>
                    <a:pt x="5" y="28"/>
                    <a:pt x="13" y="33"/>
                    <a:pt x="21" y="37"/>
                  </a:cubicBezTo>
                  <a:cubicBezTo>
                    <a:pt x="28" y="39"/>
                    <a:pt x="32" y="42"/>
                    <a:pt x="31" y="48"/>
                  </a:cubicBezTo>
                  <a:cubicBezTo>
                    <a:pt x="30" y="55"/>
                    <a:pt x="25" y="56"/>
                    <a:pt x="19" y="55"/>
                  </a:cubicBezTo>
                  <a:cubicBezTo>
                    <a:pt x="16" y="55"/>
                    <a:pt x="13" y="54"/>
                    <a:pt x="12" y="53"/>
                  </a:cubicBezTo>
                  <a:cubicBezTo>
                    <a:pt x="10" y="53"/>
                    <a:pt x="10" y="52"/>
                    <a:pt x="11" y="50"/>
                  </a:cubicBezTo>
                  <a:cubicBezTo>
                    <a:pt x="12" y="44"/>
                    <a:pt x="12" y="44"/>
                    <a:pt x="12" y="44"/>
                  </a:cubicBezTo>
                  <a:cubicBezTo>
                    <a:pt x="3" y="43"/>
                    <a:pt x="3" y="43"/>
                    <a:pt x="3" y="43"/>
                  </a:cubicBezTo>
                  <a:cubicBezTo>
                    <a:pt x="0" y="58"/>
                    <a:pt x="0" y="58"/>
                    <a:pt x="0" y="58"/>
                  </a:cubicBezTo>
                  <a:cubicBezTo>
                    <a:pt x="5" y="61"/>
                    <a:pt x="11" y="63"/>
                    <a:pt x="18" y="64"/>
                  </a:cubicBezTo>
                  <a:cubicBezTo>
                    <a:pt x="32" y="66"/>
                    <a:pt x="41" y="61"/>
                    <a:pt x="43" y="49"/>
                  </a:cubicBezTo>
                  <a:cubicBezTo>
                    <a:pt x="45" y="37"/>
                    <a:pt x="37" y="33"/>
                    <a:pt x="29" y="29"/>
                  </a:cubicBezTo>
                  <a:cubicBezTo>
                    <a:pt x="22" y="26"/>
                    <a:pt x="18" y="23"/>
                    <a:pt x="19" y="17"/>
                  </a:cubicBezTo>
                  <a:cubicBezTo>
                    <a:pt x="20" y="11"/>
                    <a:pt x="25" y="10"/>
                    <a:pt x="30" y="11"/>
                  </a:cubicBezTo>
                  <a:cubicBezTo>
                    <a:pt x="32" y="11"/>
                    <a:pt x="35" y="12"/>
                    <a:pt x="36" y="13"/>
                  </a:cubicBezTo>
                  <a:cubicBezTo>
                    <a:pt x="37" y="14"/>
                    <a:pt x="37" y="14"/>
                    <a:pt x="37" y="16"/>
                  </a:cubicBezTo>
                  <a:cubicBezTo>
                    <a:pt x="36" y="22"/>
                    <a:pt x="36" y="22"/>
                    <a:pt x="36" y="22"/>
                  </a:cubicBezTo>
                  <a:cubicBezTo>
                    <a:pt x="45" y="23"/>
                    <a:pt x="45" y="23"/>
                    <a:pt x="45" y="23"/>
                  </a:cubicBezTo>
                  <a:cubicBezTo>
                    <a:pt x="47" y="8"/>
                    <a:pt x="47" y="8"/>
                    <a:pt x="47" y="8"/>
                  </a:cubicBezTo>
                  <a:cubicBezTo>
                    <a:pt x="43" y="5"/>
                    <a:pt x="37" y="3"/>
                    <a:pt x="31" y="2"/>
                  </a:cubicBezTo>
                  <a:cubicBezTo>
                    <a:pt x="18" y="0"/>
                    <a:pt x="9" y="6"/>
                    <a:pt x="7"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123"/>
            <p:cNvSpPr>
              <a:spLocks/>
            </p:cNvSpPr>
            <p:nvPr/>
          </p:nvSpPr>
          <p:spPr bwMode="auto">
            <a:xfrm>
              <a:off x="5397500" y="5529263"/>
              <a:ext cx="122238" cy="173038"/>
            </a:xfrm>
            <a:custGeom>
              <a:avLst/>
              <a:gdLst>
                <a:gd name="T0" fmla="*/ 76 w 85"/>
                <a:gd name="T1" fmla="*/ 89 h 120"/>
                <a:gd name="T2" fmla="*/ 63 w 85"/>
                <a:gd name="T3" fmla="*/ 60 h 120"/>
                <a:gd name="T4" fmla="*/ 83 w 85"/>
                <a:gd name="T5" fmla="*/ 35 h 120"/>
                <a:gd name="T6" fmla="*/ 54 w 85"/>
                <a:gd name="T7" fmla="*/ 3 h 120"/>
                <a:gd name="T8" fmla="*/ 18 w 85"/>
                <a:gd name="T9" fmla="*/ 5 h 120"/>
                <a:gd name="T10" fmla="*/ 14 w 85"/>
                <a:gd name="T11" fmla="*/ 30 h 120"/>
                <a:gd name="T12" fmla="*/ 31 w 85"/>
                <a:gd name="T13" fmla="*/ 34 h 120"/>
                <a:gd name="T14" fmla="*/ 32 w 85"/>
                <a:gd name="T15" fmla="*/ 23 h 120"/>
                <a:gd name="T16" fmla="*/ 36 w 85"/>
                <a:gd name="T17" fmla="*/ 18 h 120"/>
                <a:gd name="T18" fmla="*/ 48 w 85"/>
                <a:gd name="T19" fmla="*/ 18 h 120"/>
                <a:gd name="T20" fmla="*/ 62 w 85"/>
                <a:gd name="T21" fmla="*/ 35 h 120"/>
                <a:gd name="T22" fmla="*/ 47 w 85"/>
                <a:gd name="T23" fmla="*/ 52 h 120"/>
                <a:gd name="T24" fmla="*/ 31 w 85"/>
                <a:gd name="T25" fmla="*/ 50 h 120"/>
                <a:gd name="T26" fmla="*/ 27 w 85"/>
                <a:gd name="T27" fmla="*/ 64 h 120"/>
                <a:gd name="T28" fmla="*/ 34 w 85"/>
                <a:gd name="T29" fmla="*/ 65 h 120"/>
                <a:gd name="T30" fmla="*/ 56 w 85"/>
                <a:gd name="T31" fmla="*/ 85 h 120"/>
                <a:gd name="T32" fmla="*/ 34 w 85"/>
                <a:gd name="T33" fmla="*/ 99 h 120"/>
                <a:gd name="T34" fmla="*/ 8 w 85"/>
                <a:gd name="T35" fmla="*/ 87 h 120"/>
                <a:gd name="T36" fmla="*/ 0 w 85"/>
                <a:gd name="T37" fmla="*/ 102 h 120"/>
                <a:gd name="T38" fmla="*/ 33 w 85"/>
                <a:gd name="T39" fmla="*/ 116 h 120"/>
                <a:gd name="T40" fmla="*/ 76 w 85"/>
                <a:gd name="T41" fmla="*/ 89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 h="120">
                  <a:moveTo>
                    <a:pt x="76" y="89"/>
                  </a:moveTo>
                  <a:cubicBezTo>
                    <a:pt x="78" y="77"/>
                    <a:pt x="75" y="66"/>
                    <a:pt x="63" y="60"/>
                  </a:cubicBezTo>
                  <a:cubicBezTo>
                    <a:pt x="73" y="56"/>
                    <a:pt x="81" y="48"/>
                    <a:pt x="83" y="35"/>
                  </a:cubicBezTo>
                  <a:cubicBezTo>
                    <a:pt x="85" y="20"/>
                    <a:pt x="77" y="6"/>
                    <a:pt x="54" y="3"/>
                  </a:cubicBezTo>
                  <a:cubicBezTo>
                    <a:pt x="41" y="0"/>
                    <a:pt x="28" y="2"/>
                    <a:pt x="18" y="5"/>
                  </a:cubicBezTo>
                  <a:cubicBezTo>
                    <a:pt x="14" y="30"/>
                    <a:pt x="14" y="30"/>
                    <a:pt x="14" y="30"/>
                  </a:cubicBezTo>
                  <a:cubicBezTo>
                    <a:pt x="31" y="34"/>
                    <a:pt x="31" y="34"/>
                    <a:pt x="31" y="34"/>
                  </a:cubicBezTo>
                  <a:cubicBezTo>
                    <a:pt x="32" y="23"/>
                    <a:pt x="32" y="23"/>
                    <a:pt x="32" y="23"/>
                  </a:cubicBezTo>
                  <a:cubicBezTo>
                    <a:pt x="33" y="20"/>
                    <a:pt x="34" y="19"/>
                    <a:pt x="36" y="18"/>
                  </a:cubicBezTo>
                  <a:cubicBezTo>
                    <a:pt x="39" y="18"/>
                    <a:pt x="43" y="18"/>
                    <a:pt x="48" y="18"/>
                  </a:cubicBezTo>
                  <a:cubicBezTo>
                    <a:pt x="58" y="20"/>
                    <a:pt x="63" y="25"/>
                    <a:pt x="62" y="35"/>
                  </a:cubicBezTo>
                  <a:cubicBezTo>
                    <a:pt x="60" y="44"/>
                    <a:pt x="53" y="50"/>
                    <a:pt x="47" y="52"/>
                  </a:cubicBezTo>
                  <a:cubicBezTo>
                    <a:pt x="31" y="50"/>
                    <a:pt x="31" y="50"/>
                    <a:pt x="31" y="50"/>
                  </a:cubicBezTo>
                  <a:cubicBezTo>
                    <a:pt x="27" y="64"/>
                    <a:pt x="27" y="64"/>
                    <a:pt x="27" y="64"/>
                  </a:cubicBezTo>
                  <a:cubicBezTo>
                    <a:pt x="34" y="65"/>
                    <a:pt x="34" y="65"/>
                    <a:pt x="34" y="65"/>
                  </a:cubicBezTo>
                  <a:cubicBezTo>
                    <a:pt x="50" y="67"/>
                    <a:pt x="58" y="72"/>
                    <a:pt x="56" y="85"/>
                  </a:cubicBezTo>
                  <a:cubicBezTo>
                    <a:pt x="54" y="96"/>
                    <a:pt x="45" y="101"/>
                    <a:pt x="34" y="99"/>
                  </a:cubicBezTo>
                  <a:cubicBezTo>
                    <a:pt x="24" y="98"/>
                    <a:pt x="15" y="93"/>
                    <a:pt x="8" y="87"/>
                  </a:cubicBezTo>
                  <a:cubicBezTo>
                    <a:pt x="0" y="102"/>
                    <a:pt x="0" y="102"/>
                    <a:pt x="0" y="102"/>
                  </a:cubicBezTo>
                  <a:cubicBezTo>
                    <a:pt x="5" y="107"/>
                    <a:pt x="18" y="114"/>
                    <a:pt x="33" y="116"/>
                  </a:cubicBezTo>
                  <a:cubicBezTo>
                    <a:pt x="59" y="120"/>
                    <a:pt x="73" y="105"/>
                    <a:pt x="76" y="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124"/>
            <p:cNvSpPr>
              <a:spLocks noEditPoints="1"/>
            </p:cNvSpPr>
            <p:nvPr/>
          </p:nvSpPr>
          <p:spPr bwMode="auto">
            <a:xfrm>
              <a:off x="5524500" y="5548313"/>
              <a:ext cx="134938" cy="174625"/>
            </a:xfrm>
            <a:custGeom>
              <a:avLst/>
              <a:gdLst>
                <a:gd name="T0" fmla="*/ 56 w 93"/>
                <a:gd name="T1" fmla="*/ 4 h 121"/>
                <a:gd name="T2" fmla="*/ 7 w 93"/>
                <a:gd name="T3" fmla="*/ 54 h 121"/>
                <a:gd name="T4" fmla="*/ 37 w 93"/>
                <a:gd name="T5" fmla="*/ 117 h 121"/>
                <a:gd name="T6" fmla="*/ 86 w 93"/>
                <a:gd name="T7" fmla="*/ 66 h 121"/>
                <a:gd name="T8" fmla="*/ 56 w 93"/>
                <a:gd name="T9" fmla="*/ 4 h 121"/>
                <a:gd name="T10" fmla="*/ 66 w 93"/>
                <a:gd name="T11" fmla="*/ 63 h 121"/>
                <a:gd name="T12" fmla="*/ 40 w 93"/>
                <a:gd name="T13" fmla="*/ 101 h 121"/>
                <a:gd name="T14" fmla="*/ 27 w 93"/>
                <a:gd name="T15" fmla="*/ 59 h 121"/>
                <a:gd name="T16" fmla="*/ 53 w 93"/>
                <a:gd name="T17" fmla="*/ 20 h 121"/>
                <a:gd name="T18" fmla="*/ 66 w 93"/>
                <a:gd name="T19" fmla="*/ 63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3" h="121">
                  <a:moveTo>
                    <a:pt x="56" y="4"/>
                  </a:moveTo>
                  <a:cubicBezTo>
                    <a:pt x="32" y="0"/>
                    <a:pt x="13" y="15"/>
                    <a:pt x="7" y="54"/>
                  </a:cubicBezTo>
                  <a:cubicBezTo>
                    <a:pt x="0" y="94"/>
                    <a:pt x="11" y="113"/>
                    <a:pt x="37" y="117"/>
                  </a:cubicBezTo>
                  <a:cubicBezTo>
                    <a:pt x="63" y="121"/>
                    <a:pt x="80" y="106"/>
                    <a:pt x="86" y="66"/>
                  </a:cubicBezTo>
                  <a:cubicBezTo>
                    <a:pt x="93" y="26"/>
                    <a:pt x="80" y="8"/>
                    <a:pt x="56" y="4"/>
                  </a:cubicBezTo>
                  <a:close/>
                  <a:moveTo>
                    <a:pt x="66" y="63"/>
                  </a:moveTo>
                  <a:cubicBezTo>
                    <a:pt x="61" y="96"/>
                    <a:pt x="51" y="103"/>
                    <a:pt x="40" y="101"/>
                  </a:cubicBezTo>
                  <a:cubicBezTo>
                    <a:pt x="28" y="99"/>
                    <a:pt x="22" y="89"/>
                    <a:pt x="27" y="59"/>
                  </a:cubicBezTo>
                  <a:cubicBezTo>
                    <a:pt x="32" y="27"/>
                    <a:pt x="41" y="18"/>
                    <a:pt x="53" y="20"/>
                  </a:cubicBezTo>
                  <a:cubicBezTo>
                    <a:pt x="65" y="22"/>
                    <a:pt x="71" y="32"/>
                    <a:pt x="66"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3" name="组合 82"/>
          <p:cNvGrpSpPr/>
          <p:nvPr/>
        </p:nvGrpSpPr>
        <p:grpSpPr>
          <a:xfrm>
            <a:off x="2638425" y="2598738"/>
            <a:ext cx="1171575" cy="1735138"/>
            <a:chOff x="2638425" y="2598738"/>
            <a:chExt cx="1171575" cy="1735138"/>
          </a:xfrm>
          <a:solidFill>
            <a:schemeClr val="tx1">
              <a:lumMod val="65000"/>
              <a:lumOff val="35000"/>
            </a:schemeClr>
          </a:solidFill>
        </p:grpSpPr>
        <p:sp>
          <p:nvSpPr>
            <p:cNvPr id="84" name="Freeform 138"/>
            <p:cNvSpPr>
              <a:spLocks/>
            </p:cNvSpPr>
            <p:nvPr/>
          </p:nvSpPr>
          <p:spPr bwMode="auto">
            <a:xfrm>
              <a:off x="3265487" y="3624263"/>
              <a:ext cx="63500" cy="173038"/>
            </a:xfrm>
            <a:custGeom>
              <a:avLst/>
              <a:gdLst>
                <a:gd name="T0" fmla="*/ 15 w 44"/>
                <a:gd name="T1" fmla="*/ 0 h 120"/>
                <a:gd name="T2" fmla="*/ 0 w 44"/>
                <a:gd name="T3" fmla="*/ 71 h 120"/>
                <a:gd name="T4" fmla="*/ 9 w 44"/>
                <a:gd name="T5" fmla="*/ 120 h 120"/>
                <a:gd name="T6" fmla="*/ 41 w 44"/>
                <a:gd name="T7" fmla="*/ 79 h 120"/>
                <a:gd name="T8" fmla="*/ 44 w 44"/>
                <a:gd name="T9" fmla="*/ 20 h 120"/>
                <a:gd name="T10" fmla="*/ 35 w 44"/>
                <a:gd name="T11" fmla="*/ 15 h 120"/>
                <a:gd name="T12" fmla="*/ 15 w 44"/>
                <a:gd name="T13" fmla="*/ 0 h 120"/>
              </a:gdLst>
              <a:ahLst/>
              <a:cxnLst>
                <a:cxn ang="0">
                  <a:pos x="T0" y="T1"/>
                </a:cxn>
                <a:cxn ang="0">
                  <a:pos x="T2" y="T3"/>
                </a:cxn>
                <a:cxn ang="0">
                  <a:pos x="T4" y="T5"/>
                </a:cxn>
                <a:cxn ang="0">
                  <a:pos x="T6" y="T7"/>
                </a:cxn>
                <a:cxn ang="0">
                  <a:pos x="T8" y="T9"/>
                </a:cxn>
                <a:cxn ang="0">
                  <a:pos x="T10" y="T11"/>
                </a:cxn>
                <a:cxn ang="0">
                  <a:pos x="T12" y="T13"/>
                </a:cxn>
              </a:cxnLst>
              <a:rect l="0" t="0" r="r" b="b"/>
              <a:pathLst>
                <a:path w="44" h="120">
                  <a:moveTo>
                    <a:pt x="15" y="0"/>
                  </a:moveTo>
                  <a:cubicBezTo>
                    <a:pt x="12" y="24"/>
                    <a:pt x="7" y="48"/>
                    <a:pt x="0" y="71"/>
                  </a:cubicBezTo>
                  <a:cubicBezTo>
                    <a:pt x="4" y="87"/>
                    <a:pt x="7" y="103"/>
                    <a:pt x="9" y="120"/>
                  </a:cubicBezTo>
                  <a:cubicBezTo>
                    <a:pt x="20" y="107"/>
                    <a:pt x="31" y="93"/>
                    <a:pt x="41" y="79"/>
                  </a:cubicBezTo>
                  <a:cubicBezTo>
                    <a:pt x="43" y="63"/>
                    <a:pt x="44" y="42"/>
                    <a:pt x="44" y="20"/>
                  </a:cubicBezTo>
                  <a:cubicBezTo>
                    <a:pt x="41" y="19"/>
                    <a:pt x="37" y="17"/>
                    <a:pt x="35" y="15"/>
                  </a:cubicBezTo>
                  <a:lnTo>
                    <a:pt x="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139"/>
            <p:cNvSpPr>
              <a:spLocks noEditPoints="1"/>
            </p:cNvSpPr>
            <p:nvPr/>
          </p:nvSpPr>
          <p:spPr bwMode="auto">
            <a:xfrm>
              <a:off x="2638425" y="2598738"/>
              <a:ext cx="985838" cy="1735138"/>
            </a:xfrm>
            <a:custGeom>
              <a:avLst/>
              <a:gdLst>
                <a:gd name="T0" fmla="*/ 58 w 682"/>
                <a:gd name="T1" fmla="*/ 124 h 1200"/>
                <a:gd name="T2" fmla="*/ 14 w 682"/>
                <a:gd name="T3" fmla="*/ 215 h 1200"/>
                <a:gd name="T4" fmla="*/ 0 w 682"/>
                <a:gd name="T5" fmla="*/ 314 h 1200"/>
                <a:gd name="T6" fmla="*/ 12 w 682"/>
                <a:gd name="T7" fmla="*/ 414 h 1200"/>
                <a:gd name="T8" fmla="*/ 50 w 682"/>
                <a:gd name="T9" fmla="*/ 470 h 1200"/>
                <a:gd name="T10" fmla="*/ 71 w 682"/>
                <a:gd name="T11" fmla="*/ 494 h 1200"/>
                <a:gd name="T12" fmla="*/ 82 w 682"/>
                <a:gd name="T13" fmla="*/ 510 h 1200"/>
                <a:gd name="T14" fmla="*/ 134 w 682"/>
                <a:gd name="T15" fmla="*/ 569 h 1200"/>
                <a:gd name="T16" fmla="*/ 142 w 682"/>
                <a:gd name="T17" fmla="*/ 576 h 1200"/>
                <a:gd name="T18" fmla="*/ 220 w 682"/>
                <a:gd name="T19" fmla="*/ 621 h 1200"/>
                <a:gd name="T20" fmla="*/ 248 w 682"/>
                <a:gd name="T21" fmla="*/ 625 h 1200"/>
                <a:gd name="T22" fmla="*/ 284 w 682"/>
                <a:gd name="T23" fmla="*/ 622 h 1200"/>
                <a:gd name="T24" fmla="*/ 292 w 682"/>
                <a:gd name="T25" fmla="*/ 621 h 1200"/>
                <a:gd name="T26" fmla="*/ 216 w 682"/>
                <a:gd name="T27" fmla="*/ 775 h 1200"/>
                <a:gd name="T28" fmla="*/ 224 w 682"/>
                <a:gd name="T29" fmla="*/ 841 h 1200"/>
                <a:gd name="T30" fmla="*/ 91 w 682"/>
                <a:gd name="T31" fmla="*/ 1104 h 1200"/>
                <a:gd name="T32" fmla="*/ 85 w 682"/>
                <a:gd name="T33" fmla="*/ 1175 h 1200"/>
                <a:gd name="T34" fmla="*/ 155 w 682"/>
                <a:gd name="T35" fmla="*/ 1182 h 1200"/>
                <a:gd name="T36" fmla="*/ 323 w 682"/>
                <a:gd name="T37" fmla="*/ 897 h 1200"/>
                <a:gd name="T38" fmla="*/ 410 w 682"/>
                <a:gd name="T39" fmla="*/ 985 h 1200"/>
                <a:gd name="T40" fmla="*/ 410 w 682"/>
                <a:gd name="T41" fmla="*/ 1132 h 1200"/>
                <a:gd name="T42" fmla="*/ 440 w 682"/>
                <a:gd name="T43" fmla="*/ 1197 h 1200"/>
                <a:gd name="T44" fmla="*/ 457 w 682"/>
                <a:gd name="T45" fmla="*/ 1200 h 1200"/>
                <a:gd name="T46" fmla="*/ 504 w 682"/>
                <a:gd name="T47" fmla="*/ 1167 h 1200"/>
                <a:gd name="T48" fmla="*/ 500 w 682"/>
                <a:gd name="T49" fmla="*/ 940 h 1200"/>
                <a:gd name="T50" fmla="*/ 358 w 682"/>
                <a:gd name="T51" fmla="*/ 801 h 1200"/>
                <a:gd name="T52" fmla="*/ 424 w 682"/>
                <a:gd name="T53" fmla="*/ 691 h 1200"/>
                <a:gd name="T54" fmla="*/ 367 w 682"/>
                <a:gd name="T55" fmla="*/ 649 h 1200"/>
                <a:gd name="T56" fmla="*/ 359 w 682"/>
                <a:gd name="T57" fmla="*/ 591 h 1200"/>
                <a:gd name="T58" fmla="*/ 392 w 682"/>
                <a:gd name="T59" fmla="*/ 574 h 1200"/>
                <a:gd name="T60" fmla="*/ 417 w 682"/>
                <a:gd name="T61" fmla="*/ 583 h 1200"/>
                <a:gd name="T62" fmla="*/ 453 w 682"/>
                <a:gd name="T63" fmla="*/ 610 h 1200"/>
                <a:gd name="T64" fmla="*/ 455 w 682"/>
                <a:gd name="T65" fmla="*/ 521 h 1200"/>
                <a:gd name="T66" fmla="*/ 496 w 682"/>
                <a:gd name="T67" fmla="*/ 481 h 1200"/>
                <a:gd name="T68" fmla="*/ 497 w 682"/>
                <a:gd name="T69" fmla="*/ 481 h 1200"/>
                <a:gd name="T70" fmla="*/ 525 w 682"/>
                <a:gd name="T71" fmla="*/ 493 h 1200"/>
                <a:gd name="T72" fmla="*/ 537 w 682"/>
                <a:gd name="T73" fmla="*/ 522 h 1200"/>
                <a:gd name="T74" fmla="*/ 535 w 682"/>
                <a:gd name="T75" fmla="*/ 665 h 1200"/>
                <a:gd name="T76" fmla="*/ 544 w 682"/>
                <a:gd name="T77" fmla="*/ 670 h 1200"/>
                <a:gd name="T78" fmla="*/ 662 w 682"/>
                <a:gd name="T79" fmla="*/ 624 h 1200"/>
                <a:gd name="T80" fmla="*/ 616 w 682"/>
                <a:gd name="T81" fmla="*/ 505 h 1200"/>
                <a:gd name="T82" fmla="*/ 570 w 682"/>
                <a:gd name="T83" fmla="*/ 498 h 1200"/>
                <a:gd name="T84" fmla="*/ 571 w 682"/>
                <a:gd name="T85" fmla="*/ 497 h 1200"/>
                <a:gd name="T86" fmla="*/ 620 w 682"/>
                <a:gd name="T87" fmla="*/ 411 h 1200"/>
                <a:gd name="T88" fmla="*/ 631 w 682"/>
                <a:gd name="T89" fmla="*/ 314 h 1200"/>
                <a:gd name="T90" fmla="*/ 632 w 682"/>
                <a:gd name="T91" fmla="*/ 289 h 1200"/>
                <a:gd name="T92" fmla="*/ 626 w 682"/>
                <a:gd name="T93" fmla="*/ 214 h 1200"/>
                <a:gd name="T94" fmla="*/ 587 w 682"/>
                <a:gd name="T95" fmla="*/ 164 h 1200"/>
                <a:gd name="T96" fmla="*/ 562 w 682"/>
                <a:gd name="T97" fmla="*/ 138 h 1200"/>
                <a:gd name="T98" fmla="*/ 546 w 682"/>
                <a:gd name="T99" fmla="*/ 113 h 1200"/>
                <a:gd name="T100" fmla="*/ 503 w 682"/>
                <a:gd name="T101" fmla="*/ 61 h 1200"/>
                <a:gd name="T102" fmla="*/ 417 w 682"/>
                <a:gd name="T103" fmla="*/ 14 h 1200"/>
                <a:gd name="T104" fmla="*/ 319 w 682"/>
                <a:gd name="T105" fmla="*/ 0 h 1200"/>
                <a:gd name="T106" fmla="*/ 230 w 682"/>
                <a:gd name="T107" fmla="*/ 18 h 1200"/>
                <a:gd name="T108" fmla="*/ 224 w 682"/>
                <a:gd name="T109" fmla="*/ 20 h 1200"/>
                <a:gd name="T110" fmla="*/ 195 w 682"/>
                <a:gd name="T111" fmla="*/ 28 h 1200"/>
                <a:gd name="T112" fmla="*/ 130 w 682"/>
                <a:gd name="T113" fmla="*/ 53 h 1200"/>
                <a:gd name="T114" fmla="*/ 58 w 682"/>
                <a:gd name="T115" fmla="*/ 124 h 1200"/>
                <a:gd name="T116" fmla="*/ 459 w 682"/>
                <a:gd name="T117" fmla="*/ 135 h 1200"/>
                <a:gd name="T118" fmla="*/ 542 w 682"/>
                <a:gd name="T119" fmla="*/ 332 h 1200"/>
                <a:gd name="T120" fmla="*/ 162 w 682"/>
                <a:gd name="T121" fmla="*/ 492 h 1200"/>
                <a:gd name="T122" fmla="*/ 79 w 682"/>
                <a:gd name="T123" fmla="*/ 295 h 1200"/>
                <a:gd name="T124" fmla="*/ 459 w 682"/>
                <a:gd name="T125" fmla="*/ 135 h 1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82" h="1200">
                  <a:moveTo>
                    <a:pt x="58" y="124"/>
                  </a:moveTo>
                  <a:cubicBezTo>
                    <a:pt x="40" y="149"/>
                    <a:pt x="25" y="181"/>
                    <a:pt x="14" y="215"/>
                  </a:cubicBezTo>
                  <a:cubicBezTo>
                    <a:pt x="2" y="250"/>
                    <a:pt x="0" y="288"/>
                    <a:pt x="0" y="314"/>
                  </a:cubicBezTo>
                  <a:cubicBezTo>
                    <a:pt x="0" y="355"/>
                    <a:pt x="4" y="387"/>
                    <a:pt x="12" y="414"/>
                  </a:cubicBezTo>
                  <a:cubicBezTo>
                    <a:pt x="19" y="436"/>
                    <a:pt x="35" y="453"/>
                    <a:pt x="50" y="470"/>
                  </a:cubicBezTo>
                  <a:cubicBezTo>
                    <a:pt x="58" y="478"/>
                    <a:pt x="65" y="486"/>
                    <a:pt x="71" y="494"/>
                  </a:cubicBezTo>
                  <a:cubicBezTo>
                    <a:pt x="75" y="500"/>
                    <a:pt x="78" y="505"/>
                    <a:pt x="82" y="510"/>
                  </a:cubicBezTo>
                  <a:cubicBezTo>
                    <a:pt x="97" y="532"/>
                    <a:pt x="112" y="554"/>
                    <a:pt x="134" y="569"/>
                  </a:cubicBezTo>
                  <a:cubicBezTo>
                    <a:pt x="136" y="571"/>
                    <a:pt x="139" y="573"/>
                    <a:pt x="142" y="576"/>
                  </a:cubicBezTo>
                  <a:cubicBezTo>
                    <a:pt x="165" y="592"/>
                    <a:pt x="191" y="612"/>
                    <a:pt x="220" y="621"/>
                  </a:cubicBezTo>
                  <a:cubicBezTo>
                    <a:pt x="228" y="624"/>
                    <a:pt x="237" y="625"/>
                    <a:pt x="248" y="625"/>
                  </a:cubicBezTo>
                  <a:cubicBezTo>
                    <a:pt x="260" y="625"/>
                    <a:pt x="272" y="623"/>
                    <a:pt x="284" y="622"/>
                  </a:cubicBezTo>
                  <a:cubicBezTo>
                    <a:pt x="287" y="621"/>
                    <a:pt x="289" y="621"/>
                    <a:pt x="292" y="621"/>
                  </a:cubicBezTo>
                  <a:cubicBezTo>
                    <a:pt x="257" y="666"/>
                    <a:pt x="236" y="709"/>
                    <a:pt x="216" y="775"/>
                  </a:cubicBezTo>
                  <a:cubicBezTo>
                    <a:pt x="209" y="805"/>
                    <a:pt x="214" y="826"/>
                    <a:pt x="224" y="841"/>
                  </a:cubicBezTo>
                  <a:cubicBezTo>
                    <a:pt x="228" y="877"/>
                    <a:pt x="229" y="991"/>
                    <a:pt x="91" y="1104"/>
                  </a:cubicBezTo>
                  <a:cubicBezTo>
                    <a:pt x="70" y="1122"/>
                    <a:pt x="67" y="1154"/>
                    <a:pt x="85" y="1175"/>
                  </a:cubicBezTo>
                  <a:cubicBezTo>
                    <a:pt x="102" y="1196"/>
                    <a:pt x="134" y="1199"/>
                    <a:pt x="155" y="1182"/>
                  </a:cubicBezTo>
                  <a:cubicBezTo>
                    <a:pt x="280" y="1079"/>
                    <a:pt x="315" y="971"/>
                    <a:pt x="323" y="897"/>
                  </a:cubicBezTo>
                  <a:cubicBezTo>
                    <a:pt x="355" y="916"/>
                    <a:pt x="391" y="945"/>
                    <a:pt x="410" y="985"/>
                  </a:cubicBezTo>
                  <a:cubicBezTo>
                    <a:pt x="432" y="1027"/>
                    <a:pt x="431" y="1076"/>
                    <a:pt x="410" y="1132"/>
                  </a:cubicBezTo>
                  <a:cubicBezTo>
                    <a:pt x="401" y="1158"/>
                    <a:pt x="414" y="1187"/>
                    <a:pt x="440" y="1197"/>
                  </a:cubicBezTo>
                  <a:cubicBezTo>
                    <a:pt x="445" y="1199"/>
                    <a:pt x="451" y="1200"/>
                    <a:pt x="457" y="1200"/>
                  </a:cubicBezTo>
                  <a:cubicBezTo>
                    <a:pt x="477" y="1200"/>
                    <a:pt x="497" y="1187"/>
                    <a:pt x="504" y="1167"/>
                  </a:cubicBezTo>
                  <a:cubicBezTo>
                    <a:pt x="535" y="1084"/>
                    <a:pt x="534" y="1008"/>
                    <a:pt x="500" y="940"/>
                  </a:cubicBezTo>
                  <a:cubicBezTo>
                    <a:pt x="466" y="872"/>
                    <a:pt x="406" y="828"/>
                    <a:pt x="358" y="801"/>
                  </a:cubicBezTo>
                  <a:cubicBezTo>
                    <a:pt x="376" y="762"/>
                    <a:pt x="402" y="723"/>
                    <a:pt x="424" y="691"/>
                  </a:cubicBezTo>
                  <a:cubicBezTo>
                    <a:pt x="367" y="649"/>
                    <a:pt x="367" y="649"/>
                    <a:pt x="367" y="649"/>
                  </a:cubicBezTo>
                  <a:cubicBezTo>
                    <a:pt x="349" y="635"/>
                    <a:pt x="345" y="609"/>
                    <a:pt x="359" y="591"/>
                  </a:cubicBezTo>
                  <a:cubicBezTo>
                    <a:pt x="367" y="581"/>
                    <a:pt x="379" y="574"/>
                    <a:pt x="392" y="574"/>
                  </a:cubicBezTo>
                  <a:cubicBezTo>
                    <a:pt x="401" y="574"/>
                    <a:pt x="409" y="577"/>
                    <a:pt x="417" y="583"/>
                  </a:cubicBezTo>
                  <a:cubicBezTo>
                    <a:pt x="453" y="610"/>
                    <a:pt x="453" y="610"/>
                    <a:pt x="453" y="610"/>
                  </a:cubicBezTo>
                  <a:cubicBezTo>
                    <a:pt x="455" y="521"/>
                    <a:pt x="455" y="521"/>
                    <a:pt x="455" y="521"/>
                  </a:cubicBezTo>
                  <a:cubicBezTo>
                    <a:pt x="455" y="499"/>
                    <a:pt x="473" y="481"/>
                    <a:pt x="496" y="481"/>
                  </a:cubicBezTo>
                  <a:cubicBezTo>
                    <a:pt x="497" y="481"/>
                    <a:pt x="497" y="481"/>
                    <a:pt x="497" y="481"/>
                  </a:cubicBezTo>
                  <a:cubicBezTo>
                    <a:pt x="508" y="481"/>
                    <a:pt x="518" y="485"/>
                    <a:pt x="525" y="493"/>
                  </a:cubicBezTo>
                  <a:cubicBezTo>
                    <a:pt x="533" y="501"/>
                    <a:pt x="537" y="511"/>
                    <a:pt x="537" y="522"/>
                  </a:cubicBezTo>
                  <a:cubicBezTo>
                    <a:pt x="535" y="665"/>
                    <a:pt x="535" y="665"/>
                    <a:pt x="535" y="665"/>
                  </a:cubicBezTo>
                  <a:cubicBezTo>
                    <a:pt x="538" y="667"/>
                    <a:pt x="541" y="669"/>
                    <a:pt x="544" y="670"/>
                  </a:cubicBezTo>
                  <a:cubicBezTo>
                    <a:pt x="589" y="690"/>
                    <a:pt x="642" y="669"/>
                    <a:pt x="662" y="624"/>
                  </a:cubicBezTo>
                  <a:cubicBezTo>
                    <a:pt x="682" y="578"/>
                    <a:pt x="662" y="525"/>
                    <a:pt x="616" y="505"/>
                  </a:cubicBezTo>
                  <a:cubicBezTo>
                    <a:pt x="601" y="499"/>
                    <a:pt x="585" y="496"/>
                    <a:pt x="570" y="498"/>
                  </a:cubicBezTo>
                  <a:cubicBezTo>
                    <a:pt x="571" y="498"/>
                    <a:pt x="571" y="497"/>
                    <a:pt x="571" y="497"/>
                  </a:cubicBezTo>
                  <a:cubicBezTo>
                    <a:pt x="590" y="471"/>
                    <a:pt x="609" y="443"/>
                    <a:pt x="620" y="411"/>
                  </a:cubicBezTo>
                  <a:cubicBezTo>
                    <a:pt x="630" y="380"/>
                    <a:pt x="631" y="344"/>
                    <a:pt x="631" y="314"/>
                  </a:cubicBezTo>
                  <a:cubicBezTo>
                    <a:pt x="631" y="306"/>
                    <a:pt x="632" y="297"/>
                    <a:pt x="632" y="289"/>
                  </a:cubicBezTo>
                  <a:cubicBezTo>
                    <a:pt x="633" y="264"/>
                    <a:pt x="634" y="238"/>
                    <a:pt x="626" y="214"/>
                  </a:cubicBezTo>
                  <a:cubicBezTo>
                    <a:pt x="620" y="193"/>
                    <a:pt x="603" y="179"/>
                    <a:pt x="587" y="164"/>
                  </a:cubicBezTo>
                  <a:cubicBezTo>
                    <a:pt x="577" y="155"/>
                    <a:pt x="568" y="147"/>
                    <a:pt x="562" y="138"/>
                  </a:cubicBezTo>
                  <a:cubicBezTo>
                    <a:pt x="556" y="130"/>
                    <a:pt x="551" y="121"/>
                    <a:pt x="546" y="113"/>
                  </a:cubicBezTo>
                  <a:cubicBezTo>
                    <a:pt x="534" y="94"/>
                    <a:pt x="522" y="75"/>
                    <a:pt x="503" y="61"/>
                  </a:cubicBezTo>
                  <a:cubicBezTo>
                    <a:pt x="483" y="46"/>
                    <a:pt x="452" y="25"/>
                    <a:pt x="417" y="14"/>
                  </a:cubicBezTo>
                  <a:cubicBezTo>
                    <a:pt x="388" y="4"/>
                    <a:pt x="355" y="0"/>
                    <a:pt x="319" y="0"/>
                  </a:cubicBezTo>
                  <a:cubicBezTo>
                    <a:pt x="288" y="0"/>
                    <a:pt x="258" y="9"/>
                    <a:pt x="230" y="18"/>
                  </a:cubicBezTo>
                  <a:cubicBezTo>
                    <a:pt x="224" y="20"/>
                    <a:pt x="224" y="20"/>
                    <a:pt x="224" y="20"/>
                  </a:cubicBezTo>
                  <a:cubicBezTo>
                    <a:pt x="215" y="23"/>
                    <a:pt x="205" y="26"/>
                    <a:pt x="195" y="28"/>
                  </a:cubicBezTo>
                  <a:cubicBezTo>
                    <a:pt x="172" y="34"/>
                    <a:pt x="149" y="39"/>
                    <a:pt x="130" y="53"/>
                  </a:cubicBezTo>
                  <a:cubicBezTo>
                    <a:pt x="102" y="73"/>
                    <a:pt x="77" y="98"/>
                    <a:pt x="58" y="124"/>
                  </a:cubicBezTo>
                  <a:close/>
                  <a:moveTo>
                    <a:pt x="459" y="135"/>
                  </a:moveTo>
                  <a:cubicBezTo>
                    <a:pt x="542" y="332"/>
                    <a:pt x="542" y="332"/>
                    <a:pt x="542" y="332"/>
                  </a:cubicBezTo>
                  <a:cubicBezTo>
                    <a:pt x="162" y="492"/>
                    <a:pt x="162" y="492"/>
                    <a:pt x="162" y="492"/>
                  </a:cubicBezTo>
                  <a:cubicBezTo>
                    <a:pt x="79" y="295"/>
                    <a:pt x="79" y="295"/>
                    <a:pt x="79" y="295"/>
                  </a:cubicBezTo>
                  <a:lnTo>
                    <a:pt x="459"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140"/>
            <p:cNvSpPr>
              <a:spLocks/>
            </p:cNvSpPr>
            <p:nvPr/>
          </p:nvSpPr>
          <p:spPr bwMode="auto">
            <a:xfrm>
              <a:off x="3152775" y="3305176"/>
              <a:ext cx="249238" cy="338138"/>
            </a:xfrm>
            <a:custGeom>
              <a:avLst/>
              <a:gdLst>
                <a:gd name="T0" fmla="*/ 172 w 172"/>
                <a:gd name="T1" fmla="*/ 33 h 234"/>
                <a:gd name="T2" fmla="*/ 140 w 172"/>
                <a:gd name="T3" fmla="*/ 1 h 234"/>
                <a:gd name="T4" fmla="*/ 108 w 172"/>
                <a:gd name="T5" fmla="*/ 32 h 234"/>
                <a:gd name="T6" fmla="*/ 106 w 172"/>
                <a:gd name="T7" fmla="*/ 139 h 234"/>
                <a:gd name="T8" fmla="*/ 55 w 172"/>
                <a:gd name="T9" fmla="*/ 101 h 234"/>
                <a:gd name="T10" fmla="*/ 10 w 172"/>
                <a:gd name="T11" fmla="*/ 107 h 234"/>
                <a:gd name="T12" fmla="*/ 17 w 172"/>
                <a:gd name="T13" fmla="*/ 152 h 234"/>
                <a:gd name="T14" fmla="*/ 118 w 172"/>
                <a:gd name="T15" fmla="*/ 228 h 234"/>
                <a:gd name="T16" fmla="*/ 137 w 172"/>
                <a:gd name="T17" fmla="*/ 234 h 234"/>
                <a:gd name="T18" fmla="*/ 151 w 172"/>
                <a:gd name="T19" fmla="*/ 231 h 234"/>
                <a:gd name="T20" fmla="*/ 169 w 172"/>
                <a:gd name="T21" fmla="*/ 203 h 234"/>
                <a:gd name="T22" fmla="*/ 172 w 172"/>
                <a:gd name="T23" fmla="*/ 33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2" h="234">
                  <a:moveTo>
                    <a:pt x="172" y="33"/>
                  </a:moveTo>
                  <a:cubicBezTo>
                    <a:pt x="172" y="16"/>
                    <a:pt x="158" y="1"/>
                    <a:pt x="140" y="1"/>
                  </a:cubicBezTo>
                  <a:cubicBezTo>
                    <a:pt x="123" y="0"/>
                    <a:pt x="108" y="15"/>
                    <a:pt x="108" y="32"/>
                  </a:cubicBezTo>
                  <a:cubicBezTo>
                    <a:pt x="106" y="139"/>
                    <a:pt x="106" y="139"/>
                    <a:pt x="106" y="139"/>
                  </a:cubicBezTo>
                  <a:cubicBezTo>
                    <a:pt x="55" y="101"/>
                    <a:pt x="55" y="101"/>
                    <a:pt x="55" y="101"/>
                  </a:cubicBezTo>
                  <a:cubicBezTo>
                    <a:pt x="41" y="90"/>
                    <a:pt x="21" y="93"/>
                    <a:pt x="10" y="107"/>
                  </a:cubicBezTo>
                  <a:cubicBezTo>
                    <a:pt x="0" y="122"/>
                    <a:pt x="3" y="142"/>
                    <a:pt x="17" y="152"/>
                  </a:cubicBezTo>
                  <a:cubicBezTo>
                    <a:pt x="118" y="228"/>
                    <a:pt x="118" y="228"/>
                    <a:pt x="118" y="228"/>
                  </a:cubicBezTo>
                  <a:cubicBezTo>
                    <a:pt x="124" y="232"/>
                    <a:pt x="130" y="234"/>
                    <a:pt x="137" y="234"/>
                  </a:cubicBezTo>
                  <a:cubicBezTo>
                    <a:pt x="142" y="234"/>
                    <a:pt x="147" y="233"/>
                    <a:pt x="151" y="231"/>
                  </a:cubicBezTo>
                  <a:cubicBezTo>
                    <a:pt x="162" y="225"/>
                    <a:pt x="169" y="215"/>
                    <a:pt x="169" y="203"/>
                  </a:cubicBezTo>
                  <a:lnTo>
                    <a:pt x="172"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141"/>
            <p:cNvSpPr>
              <a:spLocks/>
            </p:cNvSpPr>
            <p:nvPr/>
          </p:nvSpPr>
          <p:spPr bwMode="auto">
            <a:xfrm>
              <a:off x="2860675" y="3009901"/>
              <a:ext cx="150813" cy="184150"/>
            </a:xfrm>
            <a:custGeom>
              <a:avLst/>
              <a:gdLst>
                <a:gd name="T0" fmla="*/ 10 w 104"/>
                <a:gd name="T1" fmla="*/ 60 h 127"/>
                <a:gd name="T2" fmla="*/ 26 w 104"/>
                <a:gd name="T3" fmla="*/ 55 h 127"/>
                <a:gd name="T4" fmla="*/ 22 w 104"/>
                <a:gd name="T5" fmla="*/ 46 h 127"/>
                <a:gd name="T6" fmla="*/ 24 w 104"/>
                <a:gd name="T7" fmla="*/ 41 h 127"/>
                <a:gd name="T8" fmla="*/ 38 w 104"/>
                <a:gd name="T9" fmla="*/ 35 h 127"/>
                <a:gd name="T10" fmla="*/ 68 w 104"/>
                <a:gd name="T11" fmla="*/ 106 h 127"/>
                <a:gd name="T12" fmla="*/ 65 w 104"/>
                <a:gd name="T13" fmla="*/ 112 h 127"/>
                <a:gd name="T14" fmla="*/ 59 w 104"/>
                <a:gd name="T15" fmla="*/ 116 h 127"/>
                <a:gd name="T16" fmla="*/ 64 w 104"/>
                <a:gd name="T17" fmla="*/ 127 h 127"/>
                <a:gd name="T18" fmla="*/ 104 w 104"/>
                <a:gd name="T19" fmla="*/ 110 h 127"/>
                <a:gd name="T20" fmla="*/ 99 w 104"/>
                <a:gd name="T21" fmla="*/ 98 h 127"/>
                <a:gd name="T22" fmla="*/ 88 w 104"/>
                <a:gd name="T23" fmla="*/ 102 h 127"/>
                <a:gd name="T24" fmla="*/ 56 w 104"/>
                <a:gd name="T25" fmla="*/ 27 h 127"/>
                <a:gd name="T26" fmla="*/ 70 w 104"/>
                <a:gd name="T27" fmla="*/ 21 h 127"/>
                <a:gd name="T28" fmla="*/ 76 w 104"/>
                <a:gd name="T29" fmla="*/ 24 h 127"/>
                <a:gd name="T30" fmla="*/ 79 w 104"/>
                <a:gd name="T31" fmla="*/ 33 h 127"/>
                <a:gd name="T32" fmla="*/ 94 w 104"/>
                <a:gd name="T33" fmla="*/ 25 h 127"/>
                <a:gd name="T34" fmla="*/ 83 w 104"/>
                <a:gd name="T35" fmla="*/ 0 h 127"/>
                <a:gd name="T36" fmla="*/ 0 w 104"/>
                <a:gd name="T37" fmla="*/ 35 h 127"/>
                <a:gd name="T38" fmla="*/ 10 w 104"/>
                <a:gd name="T39" fmla="*/ 6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4" h="127">
                  <a:moveTo>
                    <a:pt x="10" y="60"/>
                  </a:moveTo>
                  <a:cubicBezTo>
                    <a:pt x="26" y="55"/>
                    <a:pt x="26" y="55"/>
                    <a:pt x="26" y="55"/>
                  </a:cubicBezTo>
                  <a:cubicBezTo>
                    <a:pt x="22" y="46"/>
                    <a:pt x="22" y="46"/>
                    <a:pt x="22" y="46"/>
                  </a:cubicBezTo>
                  <a:cubicBezTo>
                    <a:pt x="21" y="44"/>
                    <a:pt x="21" y="42"/>
                    <a:pt x="24" y="41"/>
                  </a:cubicBezTo>
                  <a:cubicBezTo>
                    <a:pt x="38" y="35"/>
                    <a:pt x="38" y="35"/>
                    <a:pt x="38" y="35"/>
                  </a:cubicBezTo>
                  <a:cubicBezTo>
                    <a:pt x="68" y="106"/>
                    <a:pt x="68" y="106"/>
                    <a:pt x="68" y="106"/>
                  </a:cubicBezTo>
                  <a:cubicBezTo>
                    <a:pt x="69" y="109"/>
                    <a:pt x="69" y="111"/>
                    <a:pt x="65" y="112"/>
                  </a:cubicBezTo>
                  <a:cubicBezTo>
                    <a:pt x="59" y="116"/>
                    <a:pt x="59" y="116"/>
                    <a:pt x="59" y="116"/>
                  </a:cubicBezTo>
                  <a:cubicBezTo>
                    <a:pt x="64" y="127"/>
                    <a:pt x="64" y="127"/>
                    <a:pt x="64" y="127"/>
                  </a:cubicBezTo>
                  <a:cubicBezTo>
                    <a:pt x="104" y="110"/>
                    <a:pt x="104" y="110"/>
                    <a:pt x="104" y="110"/>
                  </a:cubicBezTo>
                  <a:cubicBezTo>
                    <a:pt x="99" y="98"/>
                    <a:pt x="99" y="98"/>
                    <a:pt x="99" y="98"/>
                  </a:cubicBezTo>
                  <a:cubicBezTo>
                    <a:pt x="88" y="102"/>
                    <a:pt x="88" y="102"/>
                    <a:pt x="88" y="102"/>
                  </a:cubicBezTo>
                  <a:cubicBezTo>
                    <a:pt x="56" y="27"/>
                    <a:pt x="56" y="27"/>
                    <a:pt x="56" y="27"/>
                  </a:cubicBezTo>
                  <a:cubicBezTo>
                    <a:pt x="70" y="21"/>
                    <a:pt x="70" y="21"/>
                    <a:pt x="70" y="21"/>
                  </a:cubicBezTo>
                  <a:cubicBezTo>
                    <a:pt x="73" y="20"/>
                    <a:pt x="75" y="21"/>
                    <a:pt x="76" y="24"/>
                  </a:cubicBezTo>
                  <a:cubicBezTo>
                    <a:pt x="79" y="33"/>
                    <a:pt x="79" y="33"/>
                    <a:pt x="79" y="33"/>
                  </a:cubicBezTo>
                  <a:cubicBezTo>
                    <a:pt x="94" y="25"/>
                    <a:pt x="94" y="25"/>
                    <a:pt x="94" y="25"/>
                  </a:cubicBezTo>
                  <a:cubicBezTo>
                    <a:pt x="83" y="0"/>
                    <a:pt x="83" y="0"/>
                    <a:pt x="83" y="0"/>
                  </a:cubicBezTo>
                  <a:cubicBezTo>
                    <a:pt x="0" y="35"/>
                    <a:pt x="0" y="35"/>
                    <a:pt x="0" y="35"/>
                  </a:cubicBezTo>
                  <a:lnTo>
                    <a:pt x="10"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142"/>
            <p:cNvSpPr>
              <a:spLocks noEditPoints="1"/>
            </p:cNvSpPr>
            <p:nvPr/>
          </p:nvSpPr>
          <p:spPr bwMode="auto">
            <a:xfrm>
              <a:off x="3008312" y="2978151"/>
              <a:ext cx="168275" cy="182563"/>
            </a:xfrm>
            <a:custGeom>
              <a:avLst/>
              <a:gdLst>
                <a:gd name="T0" fmla="*/ 14 w 116"/>
                <a:gd name="T1" fmla="*/ 23 h 126"/>
                <a:gd name="T2" fmla="*/ 19 w 116"/>
                <a:gd name="T3" fmla="*/ 105 h 126"/>
                <a:gd name="T4" fmla="*/ 16 w 116"/>
                <a:gd name="T5" fmla="*/ 112 h 126"/>
                <a:gd name="T6" fmla="*/ 13 w 116"/>
                <a:gd name="T7" fmla="*/ 114 h 126"/>
                <a:gd name="T8" fmla="*/ 17 w 116"/>
                <a:gd name="T9" fmla="*/ 126 h 126"/>
                <a:gd name="T10" fmla="*/ 50 w 116"/>
                <a:gd name="T11" fmla="*/ 112 h 126"/>
                <a:gd name="T12" fmla="*/ 45 w 116"/>
                <a:gd name="T13" fmla="*/ 100 h 126"/>
                <a:gd name="T14" fmla="*/ 37 w 116"/>
                <a:gd name="T15" fmla="*/ 103 h 126"/>
                <a:gd name="T16" fmla="*/ 36 w 116"/>
                <a:gd name="T17" fmla="*/ 84 h 126"/>
                <a:gd name="T18" fmla="*/ 71 w 116"/>
                <a:gd name="T19" fmla="*/ 69 h 126"/>
                <a:gd name="T20" fmla="*/ 80 w 116"/>
                <a:gd name="T21" fmla="*/ 80 h 126"/>
                <a:gd name="T22" fmla="*/ 79 w 116"/>
                <a:gd name="T23" fmla="*/ 86 h 126"/>
                <a:gd name="T24" fmla="*/ 75 w 116"/>
                <a:gd name="T25" fmla="*/ 88 h 126"/>
                <a:gd name="T26" fmla="*/ 79 w 116"/>
                <a:gd name="T27" fmla="*/ 100 h 126"/>
                <a:gd name="T28" fmla="*/ 116 w 116"/>
                <a:gd name="T29" fmla="*/ 84 h 126"/>
                <a:gd name="T30" fmla="*/ 111 w 116"/>
                <a:gd name="T31" fmla="*/ 72 h 126"/>
                <a:gd name="T32" fmla="*/ 103 w 116"/>
                <a:gd name="T33" fmla="*/ 75 h 126"/>
                <a:gd name="T34" fmla="*/ 34 w 116"/>
                <a:gd name="T35" fmla="*/ 0 h 126"/>
                <a:gd name="T36" fmla="*/ 0 w 116"/>
                <a:gd name="T37" fmla="*/ 14 h 126"/>
                <a:gd name="T38" fmla="*/ 5 w 116"/>
                <a:gd name="T39" fmla="*/ 26 h 126"/>
                <a:gd name="T40" fmla="*/ 14 w 116"/>
                <a:gd name="T41" fmla="*/ 23 h 126"/>
                <a:gd name="T42" fmla="*/ 30 w 116"/>
                <a:gd name="T43" fmla="*/ 21 h 126"/>
                <a:gd name="T44" fmla="*/ 62 w 116"/>
                <a:gd name="T45" fmla="*/ 58 h 126"/>
                <a:gd name="T46" fmla="*/ 34 w 116"/>
                <a:gd name="T47" fmla="*/ 70 h 126"/>
                <a:gd name="T48" fmla="*/ 30 w 116"/>
                <a:gd name="T49" fmla="*/ 21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6" h="126">
                  <a:moveTo>
                    <a:pt x="14" y="23"/>
                  </a:moveTo>
                  <a:cubicBezTo>
                    <a:pt x="19" y="105"/>
                    <a:pt x="19" y="105"/>
                    <a:pt x="19" y="105"/>
                  </a:cubicBezTo>
                  <a:cubicBezTo>
                    <a:pt x="19" y="108"/>
                    <a:pt x="19" y="110"/>
                    <a:pt x="16" y="112"/>
                  </a:cubicBezTo>
                  <a:cubicBezTo>
                    <a:pt x="13" y="114"/>
                    <a:pt x="13" y="114"/>
                    <a:pt x="13" y="114"/>
                  </a:cubicBezTo>
                  <a:cubicBezTo>
                    <a:pt x="17" y="126"/>
                    <a:pt x="17" y="126"/>
                    <a:pt x="17" y="126"/>
                  </a:cubicBezTo>
                  <a:cubicBezTo>
                    <a:pt x="50" y="112"/>
                    <a:pt x="50" y="112"/>
                    <a:pt x="50" y="112"/>
                  </a:cubicBezTo>
                  <a:cubicBezTo>
                    <a:pt x="45" y="100"/>
                    <a:pt x="45" y="100"/>
                    <a:pt x="45" y="100"/>
                  </a:cubicBezTo>
                  <a:cubicBezTo>
                    <a:pt x="37" y="103"/>
                    <a:pt x="37" y="103"/>
                    <a:pt x="37" y="103"/>
                  </a:cubicBezTo>
                  <a:cubicBezTo>
                    <a:pt x="36" y="84"/>
                    <a:pt x="36" y="84"/>
                    <a:pt x="36" y="84"/>
                  </a:cubicBezTo>
                  <a:cubicBezTo>
                    <a:pt x="71" y="69"/>
                    <a:pt x="71" y="69"/>
                    <a:pt x="71" y="69"/>
                  </a:cubicBezTo>
                  <a:cubicBezTo>
                    <a:pt x="80" y="80"/>
                    <a:pt x="80" y="80"/>
                    <a:pt x="80" y="80"/>
                  </a:cubicBezTo>
                  <a:cubicBezTo>
                    <a:pt x="82" y="82"/>
                    <a:pt x="82" y="84"/>
                    <a:pt x="79" y="86"/>
                  </a:cubicBezTo>
                  <a:cubicBezTo>
                    <a:pt x="75" y="88"/>
                    <a:pt x="75" y="88"/>
                    <a:pt x="75" y="88"/>
                  </a:cubicBezTo>
                  <a:cubicBezTo>
                    <a:pt x="79" y="100"/>
                    <a:pt x="79" y="100"/>
                    <a:pt x="79" y="100"/>
                  </a:cubicBezTo>
                  <a:cubicBezTo>
                    <a:pt x="116" y="84"/>
                    <a:pt x="116" y="84"/>
                    <a:pt x="116" y="84"/>
                  </a:cubicBezTo>
                  <a:cubicBezTo>
                    <a:pt x="111" y="72"/>
                    <a:pt x="111" y="72"/>
                    <a:pt x="111" y="72"/>
                  </a:cubicBezTo>
                  <a:cubicBezTo>
                    <a:pt x="103" y="75"/>
                    <a:pt x="103" y="75"/>
                    <a:pt x="103" y="75"/>
                  </a:cubicBezTo>
                  <a:cubicBezTo>
                    <a:pt x="34" y="0"/>
                    <a:pt x="34" y="0"/>
                    <a:pt x="34" y="0"/>
                  </a:cubicBezTo>
                  <a:cubicBezTo>
                    <a:pt x="0" y="14"/>
                    <a:pt x="0" y="14"/>
                    <a:pt x="0" y="14"/>
                  </a:cubicBezTo>
                  <a:cubicBezTo>
                    <a:pt x="5" y="26"/>
                    <a:pt x="5" y="26"/>
                    <a:pt x="5" y="26"/>
                  </a:cubicBezTo>
                  <a:lnTo>
                    <a:pt x="14" y="23"/>
                  </a:lnTo>
                  <a:close/>
                  <a:moveTo>
                    <a:pt x="30" y="21"/>
                  </a:moveTo>
                  <a:cubicBezTo>
                    <a:pt x="62" y="58"/>
                    <a:pt x="62" y="58"/>
                    <a:pt x="62" y="58"/>
                  </a:cubicBezTo>
                  <a:cubicBezTo>
                    <a:pt x="34" y="70"/>
                    <a:pt x="34" y="70"/>
                    <a:pt x="34" y="70"/>
                  </a:cubicBezTo>
                  <a:cubicBezTo>
                    <a:pt x="30" y="21"/>
                    <a:pt x="30" y="21"/>
                    <a:pt x="30"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143"/>
            <p:cNvSpPr>
              <a:spLocks/>
            </p:cNvSpPr>
            <p:nvPr/>
          </p:nvSpPr>
          <p:spPr bwMode="auto">
            <a:xfrm>
              <a:off x="3125787" y="2898776"/>
              <a:ext cx="187325" cy="200025"/>
            </a:xfrm>
            <a:custGeom>
              <a:avLst/>
              <a:gdLst>
                <a:gd name="T0" fmla="*/ 11 w 130"/>
                <a:gd name="T1" fmla="*/ 45 h 138"/>
                <a:gd name="T2" fmla="*/ 50 w 130"/>
                <a:gd name="T3" fmla="*/ 71 h 138"/>
                <a:gd name="T4" fmla="*/ 40 w 130"/>
                <a:gd name="T5" fmla="*/ 119 h 138"/>
                <a:gd name="T6" fmla="*/ 36 w 130"/>
                <a:gd name="T7" fmla="*/ 125 h 138"/>
                <a:gd name="T8" fmla="*/ 33 w 130"/>
                <a:gd name="T9" fmla="*/ 127 h 138"/>
                <a:gd name="T10" fmla="*/ 38 w 130"/>
                <a:gd name="T11" fmla="*/ 138 h 138"/>
                <a:gd name="T12" fmla="*/ 71 w 130"/>
                <a:gd name="T13" fmla="*/ 124 h 138"/>
                <a:gd name="T14" fmla="*/ 66 w 130"/>
                <a:gd name="T15" fmla="*/ 112 h 138"/>
                <a:gd name="T16" fmla="*/ 58 w 130"/>
                <a:gd name="T17" fmla="*/ 115 h 138"/>
                <a:gd name="T18" fmla="*/ 66 w 130"/>
                <a:gd name="T19" fmla="*/ 78 h 138"/>
                <a:gd name="T20" fmla="*/ 66 w 130"/>
                <a:gd name="T21" fmla="*/ 78 h 138"/>
                <a:gd name="T22" fmla="*/ 92 w 130"/>
                <a:gd name="T23" fmla="*/ 95 h 138"/>
                <a:gd name="T24" fmla="*/ 93 w 130"/>
                <a:gd name="T25" fmla="*/ 101 h 138"/>
                <a:gd name="T26" fmla="*/ 88 w 130"/>
                <a:gd name="T27" fmla="*/ 103 h 138"/>
                <a:gd name="T28" fmla="*/ 93 w 130"/>
                <a:gd name="T29" fmla="*/ 115 h 138"/>
                <a:gd name="T30" fmla="*/ 130 w 130"/>
                <a:gd name="T31" fmla="*/ 99 h 138"/>
                <a:gd name="T32" fmla="*/ 125 w 130"/>
                <a:gd name="T33" fmla="*/ 87 h 138"/>
                <a:gd name="T34" fmla="*/ 119 w 130"/>
                <a:gd name="T35" fmla="*/ 90 h 138"/>
                <a:gd name="T36" fmla="*/ 72 w 130"/>
                <a:gd name="T37" fmla="*/ 60 h 138"/>
                <a:gd name="T38" fmla="*/ 81 w 130"/>
                <a:gd name="T39" fmla="*/ 20 h 138"/>
                <a:gd name="T40" fmla="*/ 86 w 130"/>
                <a:gd name="T41" fmla="*/ 13 h 138"/>
                <a:gd name="T42" fmla="*/ 89 w 130"/>
                <a:gd name="T43" fmla="*/ 11 h 138"/>
                <a:gd name="T44" fmla="*/ 84 w 130"/>
                <a:gd name="T45" fmla="*/ 0 h 138"/>
                <a:gd name="T46" fmla="*/ 53 w 130"/>
                <a:gd name="T47" fmla="*/ 13 h 138"/>
                <a:gd name="T48" fmla="*/ 58 w 130"/>
                <a:gd name="T49" fmla="*/ 25 h 138"/>
                <a:gd name="T50" fmla="*/ 64 w 130"/>
                <a:gd name="T51" fmla="*/ 22 h 138"/>
                <a:gd name="T52" fmla="*/ 58 w 130"/>
                <a:gd name="T53" fmla="*/ 53 h 138"/>
                <a:gd name="T54" fmla="*/ 58 w 130"/>
                <a:gd name="T55" fmla="*/ 53 h 138"/>
                <a:gd name="T56" fmla="*/ 37 w 130"/>
                <a:gd name="T57" fmla="*/ 39 h 138"/>
                <a:gd name="T58" fmla="*/ 36 w 130"/>
                <a:gd name="T59" fmla="*/ 33 h 138"/>
                <a:gd name="T60" fmla="*/ 40 w 130"/>
                <a:gd name="T61" fmla="*/ 32 h 138"/>
                <a:gd name="T62" fmla="*/ 35 w 130"/>
                <a:gd name="T63" fmla="*/ 20 h 138"/>
                <a:gd name="T64" fmla="*/ 0 w 130"/>
                <a:gd name="T65" fmla="*/ 35 h 138"/>
                <a:gd name="T66" fmla="*/ 5 w 130"/>
                <a:gd name="T67" fmla="*/ 47 h 138"/>
                <a:gd name="T68" fmla="*/ 11 w 130"/>
                <a:gd name="T69" fmla="*/ 45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0" h="138">
                  <a:moveTo>
                    <a:pt x="11" y="45"/>
                  </a:moveTo>
                  <a:cubicBezTo>
                    <a:pt x="50" y="71"/>
                    <a:pt x="50" y="71"/>
                    <a:pt x="50" y="71"/>
                  </a:cubicBezTo>
                  <a:cubicBezTo>
                    <a:pt x="40" y="119"/>
                    <a:pt x="40" y="119"/>
                    <a:pt x="40" y="119"/>
                  </a:cubicBezTo>
                  <a:cubicBezTo>
                    <a:pt x="39" y="122"/>
                    <a:pt x="38" y="124"/>
                    <a:pt x="36" y="125"/>
                  </a:cubicBezTo>
                  <a:cubicBezTo>
                    <a:pt x="33" y="127"/>
                    <a:pt x="33" y="127"/>
                    <a:pt x="33" y="127"/>
                  </a:cubicBezTo>
                  <a:cubicBezTo>
                    <a:pt x="38" y="138"/>
                    <a:pt x="38" y="138"/>
                    <a:pt x="38" y="138"/>
                  </a:cubicBezTo>
                  <a:cubicBezTo>
                    <a:pt x="71" y="124"/>
                    <a:pt x="71" y="124"/>
                    <a:pt x="71" y="124"/>
                  </a:cubicBezTo>
                  <a:cubicBezTo>
                    <a:pt x="66" y="112"/>
                    <a:pt x="66" y="112"/>
                    <a:pt x="66" y="112"/>
                  </a:cubicBezTo>
                  <a:cubicBezTo>
                    <a:pt x="58" y="115"/>
                    <a:pt x="58" y="115"/>
                    <a:pt x="58" y="115"/>
                  </a:cubicBezTo>
                  <a:cubicBezTo>
                    <a:pt x="66" y="78"/>
                    <a:pt x="66" y="78"/>
                    <a:pt x="66" y="78"/>
                  </a:cubicBezTo>
                  <a:cubicBezTo>
                    <a:pt x="66" y="78"/>
                    <a:pt x="66" y="78"/>
                    <a:pt x="66" y="78"/>
                  </a:cubicBezTo>
                  <a:cubicBezTo>
                    <a:pt x="92" y="95"/>
                    <a:pt x="92" y="95"/>
                    <a:pt x="92" y="95"/>
                  </a:cubicBezTo>
                  <a:cubicBezTo>
                    <a:pt x="95" y="97"/>
                    <a:pt x="95" y="100"/>
                    <a:pt x="93" y="101"/>
                  </a:cubicBezTo>
                  <a:cubicBezTo>
                    <a:pt x="88" y="103"/>
                    <a:pt x="88" y="103"/>
                    <a:pt x="88" y="103"/>
                  </a:cubicBezTo>
                  <a:cubicBezTo>
                    <a:pt x="93" y="115"/>
                    <a:pt x="93" y="115"/>
                    <a:pt x="93" y="115"/>
                  </a:cubicBezTo>
                  <a:cubicBezTo>
                    <a:pt x="130" y="99"/>
                    <a:pt x="130" y="99"/>
                    <a:pt x="130" y="99"/>
                  </a:cubicBezTo>
                  <a:cubicBezTo>
                    <a:pt x="125" y="87"/>
                    <a:pt x="125" y="87"/>
                    <a:pt x="125" y="87"/>
                  </a:cubicBezTo>
                  <a:cubicBezTo>
                    <a:pt x="119" y="90"/>
                    <a:pt x="119" y="90"/>
                    <a:pt x="119" y="90"/>
                  </a:cubicBezTo>
                  <a:cubicBezTo>
                    <a:pt x="72" y="60"/>
                    <a:pt x="72" y="60"/>
                    <a:pt x="72" y="60"/>
                  </a:cubicBezTo>
                  <a:cubicBezTo>
                    <a:pt x="81" y="20"/>
                    <a:pt x="81" y="20"/>
                    <a:pt x="81" y="20"/>
                  </a:cubicBezTo>
                  <a:cubicBezTo>
                    <a:pt x="82" y="15"/>
                    <a:pt x="83" y="14"/>
                    <a:pt x="86" y="13"/>
                  </a:cubicBezTo>
                  <a:cubicBezTo>
                    <a:pt x="89" y="11"/>
                    <a:pt x="89" y="11"/>
                    <a:pt x="89" y="11"/>
                  </a:cubicBezTo>
                  <a:cubicBezTo>
                    <a:pt x="84" y="0"/>
                    <a:pt x="84" y="0"/>
                    <a:pt x="84" y="0"/>
                  </a:cubicBezTo>
                  <a:cubicBezTo>
                    <a:pt x="53" y="13"/>
                    <a:pt x="53" y="13"/>
                    <a:pt x="53" y="13"/>
                  </a:cubicBezTo>
                  <a:cubicBezTo>
                    <a:pt x="58" y="25"/>
                    <a:pt x="58" y="25"/>
                    <a:pt x="58" y="25"/>
                  </a:cubicBezTo>
                  <a:cubicBezTo>
                    <a:pt x="64" y="22"/>
                    <a:pt x="64" y="22"/>
                    <a:pt x="64" y="22"/>
                  </a:cubicBezTo>
                  <a:cubicBezTo>
                    <a:pt x="58" y="53"/>
                    <a:pt x="58" y="53"/>
                    <a:pt x="58" y="53"/>
                  </a:cubicBezTo>
                  <a:cubicBezTo>
                    <a:pt x="58" y="53"/>
                    <a:pt x="58" y="53"/>
                    <a:pt x="58" y="53"/>
                  </a:cubicBezTo>
                  <a:cubicBezTo>
                    <a:pt x="37" y="39"/>
                    <a:pt x="37" y="39"/>
                    <a:pt x="37" y="39"/>
                  </a:cubicBezTo>
                  <a:cubicBezTo>
                    <a:pt x="34" y="37"/>
                    <a:pt x="33" y="35"/>
                    <a:pt x="36" y="33"/>
                  </a:cubicBezTo>
                  <a:cubicBezTo>
                    <a:pt x="40" y="32"/>
                    <a:pt x="40" y="32"/>
                    <a:pt x="40" y="32"/>
                  </a:cubicBezTo>
                  <a:cubicBezTo>
                    <a:pt x="35" y="20"/>
                    <a:pt x="35" y="20"/>
                    <a:pt x="35" y="20"/>
                  </a:cubicBezTo>
                  <a:cubicBezTo>
                    <a:pt x="0" y="35"/>
                    <a:pt x="0" y="35"/>
                    <a:pt x="0" y="35"/>
                  </a:cubicBezTo>
                  <a:cubicBezTo>
                    <a:pt x="5" y="47"/>
                    <a:pt x="5" y="47"/>
                    <a:pt x="5" y="47"/>
                  </a:cubicBezTo>
                  <a:lnTo>
                    <a:pt x="11"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144"/>
            <p:cNvSpPr>
              <a:spLocks/>
            </p:cNvSpPr>
            <p:nvPr/>
          </p:nvSpPr>
          <p:spPr bwMode="auto">
            <a:xfrm>
              <a:off x="3560762" y="3198813"/>
              <a:ext cx="249238" cy="357188"/>
            </a:xfrm>
            <a:custGeom>
              <a:avLst/>
              <a:gdLst>
                <a:gd name="T0" fmla="*/ 21 w 172"/>
                <a:gd name="T1" fmla="*/ 0 h 247"/>
                <a:gd name="T2" fmla="*/ 15 w 172"/>
                <a:gd name="T3" fmla="*/ 5 h 247"/>
                <a:gd name="T4" fmla="*/ 1 w 172"/>
                <a:gd name="T5" fmla="*/ 59 h 247"/>
                <a:gd name="T6" fmla="*/ 5 w 172"/>
                <a:gd name="T7" fmla="*/ 66 h 247"/>
                <a:gd name="T8" fmla="*/ 12 w 172"/>
                <a:gd name="T9" fmla="*/ 62 h 247"/>
                <a:gd name="T10" fmla="*/ 22 w 172"/>
                <a:gd name="T11" fmla="*/ 26 h 247"/>
                <a:gd name="T12" fmla="*/ 37 w 172"/>
                <a:gd name="T13" fmla="*/ 67 h 247"/>
                <a:gd name="T14" fmla="*/ 42 w 172"/>
                <a:gd name="T15" fmla="*/ 70 h 247"/>
                <a:gd name="T16" fmla="*/ 47 w 172"/>
                <a:gd name="T17" fmla="*/ 69 h 247"/>
                <a:gd name="T18" fmla="*/ 69 w 172"/>
                <a:gd name="T19" fmla="*/ 44 h 247"/>
                <a:gd name="T20" fmla="*/ 69 w 172"/>
                <a:gd name="T21" fmla="*/ 83 h 247"/>
                <a:gd name="T22" fmla="*/ 71 w 172"/>
                <a:gd name="T23" fmla="*/ 88 h 247"/>
                <a:gd name="T24" fmla="*/ 77 w 172"/>
                <a:gd name="T25" fmla="*/ 89 h 247"/>
                <a:gd name="T26" fmla="*/ 125 w 172"/>
                <a:gd name="T27" fmla="*/ 68 h 247"/>
                <a:gd name="T28" fmla="*/ 99 w 172"/>
                <a:gd name="T29" fmla="*/ 111 h 247"/>
                <a:gd name="T30" fmla="*/ 99 w 172"/>
                <a:gd name="T31" fmla="*/ 117 h 247"/>
                <a:gd name="T32" fmla="*/ 103 w 172"/>
                <a:gd name="T33" fmla="*/ 120 h 247"/>
                <a:gd name="T34" fmla="*/ 148 w 172"/>
                <a:gd name="T35" fmla="*/ 129 h 247"/>
                <a:gd name="T36" fmla="*/ 105 w 172"/>
                <a:gd name="T37" fmla="*/ 153 h 247"/>
                <a:gd name="T38" fmla="*/ 102 w 172"/>
                <a:gd name="T39" fmla="*/ 158 h 247"/>
                <a:gd name="T40" fmla="*/ 104 w 172"/>
                <a:gd name="T41" fmla="*/ 163 h 247"/>
                <a:gd name="T42" fmla="*/ 139 w 172"/>
                <a:gd name="T43" fmla="*/ 188 h 247"/>
                <a:gd name="T44" fmla="*/ 83 w 172"/>
                <a:gd name="T45" fmla="*/ 190 h 247"/>
                <a:gd name="T46" fmla="*/ 79 w 172"/>
                <a:gd name="T47" fmla="*/ 193 h 247"/>
                <a:gd name="T48" fmla="*/ 78 w 172"/>
                <a:gd name="T49" fmla="*/ 198 h 247"/>
                <a:gd name="T50" fmla="*/ 86 w 172"/>
                <a:gd name="T51" fmla="*/ 228 h 247"/>
                <a:gd name="T52" fmla="*/ 60 w 172"/>
                <a:gd name="T53" fmla="*/ 213 h 247"/>
                <a:gd name="T54" fmla="*/ 51 w 172"/>
                <a:gd name="T55" fmla="*/ 215 h 247"/>
                <a:gd name="T56" fmla="*/ 54 w 172"/>
                <a:gd name="T57" fmla="*/ 223 h 247"/>
                <a:gd name="T58" fmla="*/ 93 w 172"/>
                <a:gd name="T59" fmla="*/ 246 h 247"/>
                <a:gd name="T60" fmla="*/ 96 w 172"/>
                <a:gd name="T61" fmla="*/ 247 h 247"/>
                <a:gd name="T62" fmla="*/ 100 w 172"/>
                <a:gd name="T63" fmla="*/ 245 h 247"/>
                <a:gd name="T64" fmla="*/ 102 w 172"/>
                <a:gd name="T65" fmla="*/ 239 h 247"/>
                <a:gd name="T66" fmla="*/ 91 w 172"/>
                <a:gd name="T67" fmla="*/ 202 h 247"/>
                <a:gd name="T68" fmla="*/ 157 w 172"/>
                <a:gd name="T69" fmla="*/ 200 h 247"/>
                <a:gd name="T70" fmla="*/ 162 w 172"/>
                <a:gd name="T71" fmla="*/ 196 h 247"/>
                <a:gd name="T72" fmla="*/ 160 w 172"/>
                <a:gd name="T73" fmla="*/ 189 h 247"/>
                <a:gd name="T74" fmla="*/ 119 w 172"/>
                <a:gd name="T75" fmla="*/ 159 h 247"/>
                <a:gd name="T76" fmla="*/ 168 w 172"/>
                <a:gd name="T77" fmla="*/ 131 h 247"/>
                <a:gd name="T78" fmla="*/ 171 w 172"/>
                <a:gd name="T79" fmla="*/ 125 h 247"/>
                <a:gd name="T80" fmla="*/ 167 w 172"/>
                <a:gd name="T81" fmla="*/ 120 h 247"/>
                <a:gd name="T82" fmla="*/ 114 w 172"/>
                <a:gd name="T83" fmla="*/ 110 h 247"/>
                <a:gd name="T84" fmla="*/ 144 w 172"/>
                <a:gd name="T85" fmla="*/ 59 h 247"/>
                <a:gd name="T86" fmla="*/ 144 w 172"/>
                <a:gd name="T87" fmla="*/ 52 h 247"/>
                <a:gd name="T88" fmla="*/ 137 w 172"/>
                <a:gd name="T89" fmla="*/ 50 h 247"/>
                <a:gd name="T90" fmla="*/ 81 w 172"/>
                <a:gd name="T91" fmla="*/ 74 h 247"/>
                <a:gd name="T92" fmla="*/ 82 w 172"/>
                <a:gd name="T93" fmla="*/ 28 h 247"/>
                <a:gd name="T94" fmla="*/ 78 w 172"/>
                <a:gd name="T95" fmla="*/ 23 h 247"/>
                <a:gd name="T96" fmla="*/ 71 w 172"/>
                <a:gd name="T97" fmla="*/ 24 h 247"/>
                <a:gd name="T98" fmla="*/ 45 w 172"/>
                <a:gd name="T99" fmla="*/ 53 h 247"/>
                <a:gd name="T100" fmla="*/ 27 w 172"/>
                <a:gd name="T101" fmla="*/ 4 h 247"/>
                <a:gd name="T102" fmla="*/ 21 w 172"/>
                <a:gd name="T103"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2" h="247">
                  <a:moveTo>
                    <a:pt x="21" y="0"/>
                  </a:moveTo>
                  <a:cubicBezTo>
                    <a:pt x="18" y="0"/>
                    <a:pt x="16" y="2"/>
                    <a:pt x="15" y="5"/>
                  </a:cubicBezTo>
                  <a:cubicBezTo>
                    <a:pt x="1" y="59"/>
                    <a:pt x="1" y="59"/>
                    <a:pt x="1" y="59"/>
                  </a:cubicBezTo>
                  <a:cubicBezTo>
                    <a:pt x="0" y="62"/>
                    <a:pt x="2" y="65"/>
                    <a:pt x="5" y="66"/>
                  </a:cubicBezTo>
                  <a:cubicBezTo>
                    <a:pt x="8" y="67"/>
                    <a:pt x="12" y="65"/>
                    <a:pt x="12" y="62"/>
                  </a:cubicBezTo>
                  <a:cubicBezTo>
                    <a:pt x="22" y="26"/>
                    <a:pt x="22" y="26"/>
                    <a:pt x="22" y="26"/>
                  </a:cubicBezTo>
                  <a:cubicBezTo>
                    <a:pt x="37" y="67"/>
                    <a:pt x="37" y="67"/>
                    <a:pt x="37" y="67"/>
                  </a:cubicBezTo>
                  <a:cubicBezTo>
                    <a:pt x="38" y="69"/>
                    <a:pt x="40" y="70"/>
                    <a:pt x="42" y="70"/>
                  </a:cubicBezTo>
                  <a:cubicBezTo>
                    <a:pt x="44" y="71"/>
                    <a:pt x="46" y="70"/>
                    <a:pt x="47" y="69"/>
                  </a:cubicBezTo>
                  <a:cubicBezTo>
                    <a:pt x="69" y="44"/>
                    <a:pt x="69" y="44"/>
                    <a:pt x="69" y="44"/>
                  </a:cubicBezTo>
                  <a:cubicBezTo>
                    <a:pt x="69" y="83"/>
                    <a:pt x="69" y="83"/>
                    <a:pt x="69" y="83"/>
                  </a:cubicBezTo>
                  <a:cubicBezTo>
                    <a:pt x="69" y="85"/>
                    <a:pt x="70" y="87"/>
                    <a:pt x="71" y="88"/>
                  </a:cubicBezTo>
                  <a:cubicBezTo>
                    <a:pt x="73" y="89"/>
                    <a:pt x="75" y="90"/>
                    <a:pt x="77" y="89"/>
                  </a:cubicBezTo>
                  <a:cubicBezTo>
                    <a:pt x="125" y="68"/>
                    <a:pt x="125" y="68"/>
                    <a:pt x="125" y="68"/>
                  </a:cubicBezTo>
                  <a:cubicBezTo>
                    <a:pt x="99" y="111"/>
                    <a:pt x="99" y="111"/>
                    <a:pt x="99" y="111"/>
                  </a:cubicBezTo>
                  <a:cubicBezTo>
                    <a:pt x="98" y="113"/>
                    <a:pt x="98" y="115"/>
                    <a:pt x="99" y="117"/>
                  </a:cubicBezTo>
                  <a:cubicBezTo>
                    <a:pt x="100" y="119"/>
                    <a:pt x="101" y="120"/>
                    <a:pt x="103" y="120"/>
                  </a:cubicBezTo>
                  <a:cubicBezTo>
                    <a:pt x="148" y="129"/>
                    <a:pt x="148" y="129"/>
                    <a:pt x="148" y="129"/>
                  </a:cubicBezTo>
                  <a:cubicBezTo>
                    <a:pt x="105" y="153"/>
                    <a:pt x="105" y="153"/>
                    <a:pt x="105" y="153"/>
                  </a:cubicBezTo>
                  <a:cubicBezTo>
                    <a:pt x="103" y="154"/>
                    <a:pt x="102" y="156"/>
                    <a:pt x="102" y="158"/>
                  </a:cubicBezTo>
                  <a:cubicBezTo>
                    <a:pt x="102" y="160"/>
                    <a:pt x="102" y="162"/>
                    <a:pt x="104" y="163"/>
                  </a:cubicBezTo>
                  <a:cubicBezTo>
                    <a:pt x="139" y="188"/>
                    <a:pt x="139" y="188"/>
                    <a:pt x="139" y="188"/>
                  </a:cubicBezTo>
                  <a:cubicBezTo>
                    <a:pt x="83" y="190"/>
                    <a:pt x="83" y="190"/>
                    <a:pt x="83" y="190"/>
                  </a:cubicBezTo>
                  <a:cubicBezTo>
                    <a:pt x="82" y="190"/>
                    <a:pt x="80" y="191"/>
                    <a:pt x="79" y="193"/>
                  </a:cubicBezTo>
                  <a:cubicBezTo>
                    <a:pt x="78" y="194"/>
                    <a:pt x="77" y="196"/>
                    <a:pt x="78" y="198"/>
                  </a:cubicBezTo>
                  <a:cubicBezTo>
                    <a:pt x="86" y="228"/>
                    <a:pt x="86" y="228"/>
                    <a:pt x="86" y="228"/>
                  </a:cubicBezTo>
                  <a:cubicBezTo>
                    <a:pt x="60" y="213"/>
                    <a:pt x="60" y="213"/>
                    <a:pt x="60" y="213"/>
                  </a:cubicBezTo>
                  <a:cubicBezTo>
                    <a:pt x="57" y="211"/>
                    <a:pt x="53" y="212"/>
                    <a:pt x="51" y="215"/>
                  </a:cubicBezTo>
                  <a:cubicBezTo>
                    <a:pt x="50" y="218"/>
                    <a:pt x="51" y="222"/>
                    <a:pt x="54" y="223"/>
                  </a:cubicBezTo>
                  <a:cubicBezTo>
                    <a:pt x="93" y="246"/>
                    <a:pt x="93" y="246"/>
                    <a:pt x="93" y="246"/>
                  </a:cubicBezTo>
                  <a:cubicBezTo>
                    <a:pt x="94" y="246"/>
                    <a:pt x="95" y="247"/>
                    <a:pt x="96" y="247"/>
                  </a:cubicBezTo>
                  <a:cubicBezTo>
                    <a:pt x="98" y="247"/>
                    <a:pt x="99" y="246"/>
                    <a:pt x="100" y="245"/>
                  </a:cubicBezTo>
                  <a:cubicBezTo>
                    <a:pt x="102" y="244"/>
                    <a:pt x="103" y="241"/>
                    <a:pt x="102" y="239"/>
                  </a:cubicBezTo>
                  <a:cubicBezTo>
                    <a:pt x="91" y="202"/>
                    <a:pt x="91" y="202"/>
                    <a:pt x="91" y="202"/>
                  </a:cubicBezTo>
                  <a:cubicBezTo>
                    <a:pt x="157" y="200"/>
                    <a:pt x="157" y="200"/>
                    <a:pt x="157" y="200"/>
                  </a:cubicBezTo>
                  <a:cubicBezTo>
                    <a:pt x="159" y="200"/>
                    <a:pt x="162" y="198"/>
                    <a:pt x="162" y="196"/>
                  </a:cubicBezTo>
                  <a:cubicBezTo>
                    <a:pt x="163" y="193"/>
                    <a:pt x="162" y="190"/>
                    <a:pt x="160" y="189"/>
                  </a:cubicBezTo>
                  <a:cubicBezTo>
                    <a:pt x="119" y="159"/>
                    <a:pt x="119" y="159"/>
                    <a:pt x="119" y="159"/>
                  </a:cubicBezTo>
                  <a:cubicBezTo>
                    <a:pt x="168" y="131"/>
                    <a:pt x="168" y="131"/>
                    <a:pt x="168" y="131"/>
                  </a:cubicBezTo>
                  <a:cubicBezTo>
                    <a:pt x="171" y="130"/>
                    <a:pt x="172" y="127"/>
                    <a:pt x="171" y="125"/>
                  </a:cubicBezTo>
                  <a:cubicBezTo>
                    <a:pt x="171" y="122"/>
                    <a:pt x="169" y="120"/>
                    <a:pt x="167" y="120"/>
                  </a:cubicBezTo>
                  <a:cubicBezTo>
                    <a:pt x="114" y="110"/>
                    <a:pt x="114" y="110"/>
                    <a:pt x="114" y="110"/>
                  </a:cubicBezTo>
                  <a:cubicBezTo>
                    <a:pt x="144" y="59"/>
                    <a:pt x="144" y="59"/>
                    <a:pt x="144" y="59"/>
                  </a:cubicBezTo>
                  <a:cubicBezTo>
                    <a:pt x="146" y="56"/>
                    <a:pt x="145" y="54"/>
                    <a:pt x="144" y="52"/>
                  </a:cubicBezTo>
                  <a:cubicBezTo>
                    <a:pt x="142" y="50"/>
                    <a:pt x="139" y="49"/>
                    <a:pt x="137" y="50"/>
                  </a:cubicBezTo>
                  <a:cubicBezTo>
                    <a:pt x="81" y="74"/>
                    <a:pt x="81" y="74"/>
                    <a:pt x="81" y="74"/>
                  </a:cubicBezTo>
                  <a:cubicBezTo>
                    <a:pt x="82" y="28"/>
                    <a:pt x="82" y="28"/>
                    <a:pt x="82" y="28"/>
                  </a:cubicBezTo>
                  <a:cubicBezTo>
                    <a:pt x="82" y="26"/>
                    <a:pt x="80" y="24"/>
                    <a:pt x="78" y="23"/>
                  </a:cubicBezTo>
                  <a:cubicBezTo>
                    <a:pt x="75" y="22"/>
                    <a:pt x="73" y="22"/>
                    <a:pt x="71" y="24"/>
                  </a:cubicBezTo>
                  <a:cubicBezTo>
                    <a:pt x="45" y="53"/>
                    <a:pt x="45" y="53"/>
                    <a:pt x="45" y="53"/>
                  </a:cubicBezTo>
                  <a:cubicBezTo>
                    <a:pt x="27" y="4"/>
                    <a:pt x="27" y="4"/>
                    <a:pt x="27" y="4"/>
                  </a:cubicBezTo>
                  <a:cubicBezTo>
                    <a:pt x="26" y="2"/>
                    <a:pt x="24" y="0"/>
                    <a:pt x="2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1" name="组合 90"/>
          <p:cNvGrpSpPr/>
          <p:nvPr/>
        </p:nvGrpSpPr>
        <p:grpSpPr>
          <a:xfrm>
            <a:off x="354012" y="4829176"/>
            <a:ext cx="1487488" cy="1374775"/>
            <a:chOff x="354012" y="4829176"/>
            <a:chExt cx="1487488" cy="1374775"/>
          </a:xfrm>
          <a:solidFill>
            <a:schemeClr val="tx1">
              <a:lumMod val="65000"/>
              <a:lumOff val="35000"/>
            </a:schemeClr>
          </a:solidFill>
        </p:grpSpPr>
        <p:sp>
          <p:nvSpPr>
            <p:cNvPr id="92" name="Freeform 178"/>
            <p:cNvSpPr>
              <a:spLocks noEditPoints="1"/>
            </p:cNvSpPr>
            <p:nvPr/>
          </p:nvSpPr>
          <p:spPr bwMode="auto">
            <a:xfrm>
              <a:off x="762000" y="4829176"/>
              <a:ext cx="260350" cy="260350"/>
            </a:xfrm>
            <a:custGeom>
              <a:avLst/>
              <a:gdLst>
                <a:gd name="T0" fmla="*/ 90 w 180"/>
                <a:gd name="T1" fmla="*/ 180 h 180"/>
                <a:gd name="T2" fmla="*/ 180 w 180"/>
                <a:gd name="T3" fmla="*/ 90 h 180"/>
                <a:gd name="T4" fmla="*/ 90 w 180"/>
                <a:gd name="T5" fmla="*/ 0 h 180"/>
                <a:gd name="T6" fmla="*/ 0 w 180"/>
                <a:gd name="T7" fmla="*/ 90 h 180"/>
                <a:gd name="T8" fmla="*/ 90 w 180"/>
                <a:gd name="T9" fmla="*/ 180 h 180"/>
                <a:gd name="T10" fmla="*/ 145 w 180"/>
                <a:gd name="T11" fmla="*/ 106 h 180"/>
                <a:gd name="T12" fmla="*/ 143 w 180"/>
                <a:gd name="T13" fmla="*/ 118 h 180"/>
                <a:gd name="T14" fmla="*/ 67 w 180"/>
                <a:gd name="T15" fmla="*/ 150 h 180"/>
                <a:gd name="T16" fmla="*/ 58 w 180"/>
                <a:gd name="T17" fmla="*/ 142 h 180"/>
                <a:gd name="T18" fmla="*/ 145 w 180"/>
                <a:gd name="T19" fmla="*/ 106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0" h="180">
                  <a:moveTo>
                    <a:pt x="90" y="180"/>
                  </a:moveTo>
                  <a:cubicBezTo>
                    <a:pt x="140" y="180"/>
                    <a:pt x="180" y="140"/>
                    <a:pt x="180" y="90"/>
                  </a:cubicBezTo>
                  <a:cubicBezTo>
                    <a:pt x="180" y="41"/>
                    <a:pt x="140" y="0"/>
                    <a:pt x="90" y="0"/>
                  </a:cubicBezTo>
                  <a:cubicBezTo>
                    <a:pt x="40" y="0"/>
                    <a:pt x="0" y="41"/>
                    <a:pt x="0" y="90"/>
                  </a:cubicBezTo>
                  <a:cubicBezTo>
                    <a:pt x="0" y="140"/>
                    <a:pt x="40" y="180"/>
                    <a:pt x="90" y="180"/>
                  </a:cubicBezTo>
                  <a:close/>
                  <a:moveTo>
                    <a:pt x="145" y="106"/>
                  </a:moveTo>
                  <a:cubicBezTo>
                    <a:pt x="143" y="118"/>
                    <a:pt x="143" y="118"/>
                    <a:pt x="143" y="118"/>
                  </a:cubicBezTo>
                  <a:cubicBezTo>
                    <a:pt x="142" y="118"/>
                    <a:pt x="102" y="112"/>
                    <a:pt x="67" y="150"/>
                  </a:cubicBezTo>
                  <a:cubicBezTo>
                    <a:pt x="58" y="142"/>
                    <a:pt x="58" y="142"/>
                    <a:pt x="58" y="142"/>
                  </a:cubicBezTo>
                  <a:cubicBezTo>
                    <a:pt x="98" y="99"/>
                    <a:pt x="143" y="106"/>
                    <a:pt x="145" y="10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179"/>
            <p:cNvSpPr>
              <a:spLocks noEditPoints="1"/>
            </p:cNvSpPr>
            <p:nvPr/>
          </p:nvSpPr>
          <p:spPr bwMode="auto">
            <a:xfrm>
              <a:off x="354012" y="5091113"/>
              <a:ext cx="1244600" cy="1112838"/>
            </a:xfrm>
            <a:custGeom>
              <a:avLst/>
              <a:gdLst>
                <a:gd name="T0" fmla="*/ 18 w 860"/>
                <a:gd name="T1" fmla="*/ 567 h 769"/>
                <a:gd name="T2" fmla="*/ 31 w 860"/>
                <a:gd name="T3" fmla="*/ 601 h 769"/>
                <a:gd name="T4" fmla="*/ 230 w 860"/>
                <a:gd name="T5" fmla="*/ 589 h 769"/>
                <a:gd name="T6" fmla="*/ 266 w 860"/>
                <a:gd name="T7" fmla="*/ 583 h 769"/>
                <a:gd name="T8" fmla="*/ 167 w 860"/>
                <a:gd name="T9" fmla="*/ 355 h 769"/>
                <a:gd name="T10" fmla="*/ 162 w 860"/>
                <a:gd name="T11" fmla="*/ 339 h 769"/>
                <a:gd name="T12" fmla="*/ 205 w 860"/>
                <a:gd name="T13" fmla="*/ 268 h 769"/>
                <a:gd name="T14" fmla="*/ 264 w 860"/>
                <a:gd name="T15" fmla="*/ 142 h 769"/>
                <a:gd name="T16" fmla="*/ 270 w 860"/>
                <a:gd name="T17" fmla="*/ 431 h 769"/>
                <a:gd name="T18" fmla="*/ 279 w 860"/>
                <a:gd name="T19" fmla="*/ 595 h 769"/>
                <a:gd name="T20" fmla="*/ 254 w 860"/>
                <a:gd name="T21" fmla="*/ 618 h 769"/>
                <a:gd name="T22" fmla="*/ 275 w 860"/>
                <a:gd name="T23" fmla="*/ 767 h 769"/>
                <a:gd name="T24" fmla="*/ 386 w 860"/>
                <a:gd name="T25" fmla="*/ 358 h 769"/>
                <a:gd name="T26" fmla="*/ 514 w 860"/>
                <a:gd name="T27" fmla="*/ 714 h 769"/>
                <a:gd name="T28" fmla="*/ 660 w 860"/>
                <a:gd name="T29" fmla="*/ 153 h 769"/>
                <a:gd name="T30" fmla="*/ 838 w 860"/>
                <a:gd name="T31" fmla="*/ 137 h 769"/>
                <a:gd name="T32" fmla="*/ 660 w 860"/>
                <a:gd name="T33" fmla="*/ 89 h 769"/>
                <a:gd name="T34" fmla="*/ 449 w 860"/>
                <a:gd name="T35" fmla="*/ 22 h 769"/>
                <a:gd name="T36" fmla="*/ 288 w 860"/>
                <a:gd name="T37" fmla="*/ 23 h 769"/>
                <a:gd name="T38" fmla="*/ 285 w 860"/>
                <a:gd name="T39" fmla="*/ 24 h 769"/>
                <a:gd name="T40" fmla="*/ 138 w 860"/>
                <a:gd name="T41" fmla="*/ 234 h 769"/>
                <a:gd name="T42" fmla="*/ 107 w 860"/>
                <a:gd name="T43" fmla="*/ 303 h 769"/>
                <a:gd name="T44" fmla="*/ 99 w 860"/>
                <a:gd name="T45" fmla="*/ 351 h 769"/>
                <a:gd name="T46" fmla="*/ 372 w 860"/>
                <a:gd name="T47" fmla="*/ 310 h 769"/>
                <a:gd name="T48" fmla="*/ 372 w 860"/>
                <a:gd name="T49" fmla="*/ 104 h 769"/>
                <a:gd name="T50" fmla="*/ 388 w 860"/>
                <a:gd name="T51" fmla="*/ 101 h 769"/>
                <a:gd name="T52" fmla="*/ 701 w 860"/>
                <a:gd name="T53" fmla="*/ 65 h 769"/>
                <a:gd name="T54" fmla="*/ 727 w 860"/>
                <a:gd name="T55" fmla="*/ 50 h 769"/>
                <a:gd name="T56" fmla="*/ 731 w 860"/>
                <a:gd name="T57" fmla="*/ 45 h 769"/>
                <a:gd name="T58" fmla="*/ 819 w 860"/>
                <a:gd name="T59" fmla="*/ 67 h 769"/>
                <a:gd name="T60" fmla="*/ 795 w 860"/>
                <a:gd name="T61" fmla="*/ 77 h 769"/>
                <a:gd name="T62" fmla="*/ 812 w 860"/>
                <a:gd name="T63" fmla="*/ 98 h 769"/>
                <a:gd name="T64" fmla="*/ 723 w 860"/>
                <a:gd name="T65" fmla="*/ 76 h 769"/>
                <a:gd name="T66" fmla="*/ 357 w 860"/>
                <a:gd name="T67" fmla="*/ 52 h 769"/>
                <a:gd name="T68" fmla="*/ 395 w 860"/>
                <a:gd name="T69" fmla="*/ 82 h 769"/>
                <a:gd name="T70" fmla="*/ 350 w 860"/>
                <a:gd name="T71" fmla="*/ 84 h 769"/>
                <a:gd name="T72" fmla="*/ 178 w 860"/>
                <a:gd name="T73" fmla="*/ 436 h 769"/>
                <a:gd name="T74" fmla="*/ 123 w 860"/>
                <a:gd name="T75" fmla="*/ 451 h 769"/>
                <a:gd name="T76" fmla="*/ 181 w 860"/>
                <a:gd name="T77" fmla="*/ 507 h 769"/>
                <a:gd name="T78" fmla="*/ 133 w 860"/>
                <a:gd name="T79" fmla="*/ 548 h 769"/>
                <a:gd name="T80" fmla="*/ 114 w 860"/>
                <a:gd name="T81" fmla="*/ 510 h 769"/>
                <a:gd name="T82" fmla="*/ 151 w 860"/>
                <a:gd name="T83" fmla="*/ 496 h 769"/>
                <a:gd name="T84" fmla="*/ 133 w 860"/>
                <a:gd name="T85" fmla="*/ 423 h 769"/>
                <a:gd name="T86" fmla="*/ 146 w 860"/>
                <a:gd name="T87" fmla="*/ 423 h 7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0" h="769">
                  <a:moveTo>
                    <a:pt x="87" y="370"/>
                  </a:moveTo>
                  <a:cubicBezTo>
                    <a:pt x="64" y="390"/>
                    <a:pt x="34" y="409"/>
                    <a:pt x="16" y="445"/>
                  </a:cubicBezTo>
                  <a:cubicBezTo>
                    <a:pt x="0" y="476"/>
                    <a:pt x="14" y="548"/>
                    <a:pt x="18" y="567"/>
                  </a:cubicBezTo>
                  <a:cubicBezTo>
                    <a:pt x="7" y="580"/>
                    <a:pt x="7" y="580"/>
                    <a:pt x="7" y="580"/>
                  </a:cubicBezTo>
                  <a:cubicBezTo>
                    <a:pt x="1" y="587"/>
                    <a:pt x="2" y="597"/>
                    <a:pt x="9" y="603"/>
                  </a:cubicBezTo>
                  <a:cubicBezTo>
                    <a:pt x="15" y="608"/>
                    <a:pt x="25" y="607"/>
                    <a:pt x="31" y="601"/>
                  </a:cubicBezTo>
                  <a:cubicBezTo>
                    <a:pt x="42" y="588"/>
                    <a:pt x="42" y="588"/>
                    <a:pt x="42" y="588"/>
                  </a:cubicBezTo>
                  <a:cubicBezTo>
                    <a:pt x="61" y="599"/>
                    <a:pt x="95" y="611"/>
                    <a:pt x="142" y="610"/>
                  </a:cubicBezTo>
                  <a:cubicBezTo>
                    <a:pt x="187" y="608"/>
                    <a:pt x="214" y="598"/>
                    <a:pt x="230" y="589"/>
                  </a:cubicBezTo>
                  <a:cubicBezTo>
                    <a:pt x="242" y="603"/>
                    <a:pt x="242" y="603"/>
                    <a:pt x="242" y="603"/>
                  </a:cubicBezTo>
                  <a:cubicBezTo>
                    <a:pt x="248" y="610"/>
                    <a:pt x="258" y="611"/>
                    <a:pt x="264" y="605"/>
                  </a:cubicBezTo>
                  <a:cubicBezTo>
                    <a:pt x="271" y="599"/>
                    <a:pt x="272" y="589"/>
                    <a:pt x="266" y="583"/>
                  </a:cubicBezTo>
                  <a:cubicBezTo>
                    <a:pt x="254" y="568"/>
                    <a:pt x="254" y="568"/>
                    <a:pt x="254" y="568"/>
                  </a:cubicBezTo>
                  <a:cubicBezTo>
                    <a:pt x="263" y="549"/>
                    <a:pt x="290" y="482"/>
                    <a:pt x="262" y="436"/>
                  </a:cubicBezTo>
                  <a:cubicBezTo>
                    <a:pt x="230" y="383"/>
                    <a:pt x="185" y="370"/>
                    <a:pt x="167" y="355"/>
                  </a:cubicBezTo>
                  <a:cubicBezTo>
                    <a:pt x="163" y="353"/>
                    <a:pt x="161" y="350"/>
                    <a:pt x="158" y="349"/>
                  </a:cubicBezTo>
                  <a:cubicBezTo>
                    <a:pt x="159" y="348"/>
                    <a:pt x="159" y="347"/>
                    <a:pt x="159" y="347"/>
                  </a:cubicBezTo>
                  <a:cubicBezTo>
                    <a:pt x="160" y="344"/>
                    <a:pt x="161" y="342"/>
                    <a:pt x="162" y="339"/>
                  </a:cubicBezTo>
                  <a:cubicBezTo>
                    <a:pt x="163" y="333"/>
                    <a:pt x="165" y="328"/>
                    <a:pt x="168" y="321"/>
                  </a:cubicBezTo>
                  <a:cubicBezTo>
                    <a:pt x="171" y="315"/>
                    <a:pt x="173" y="308"/>
                    <a:pt x="177" y="301"/>
                  </a:cubicBezTo>
                  <a:cubicBezTo>
                    <a:pt x="190" y="290"/>
                    <a:pt x="204" y="279"/>
                    <a:pt x="205" y="268"/>
                  </a:cubicBezTo>
                  <a:cubicBezTo>
                    <a:pt x="205" y="265"/>
                    <a:pt x="202" y="261"/>
                    <a:pt x="197" y="258"/>
                  </a:cubicBezTo>
                  <a:cubicBezTo>
                    <a:pt x="199" y="255"/>
                    <a:pt x="200" y="252"/>
                    <a:pt x="202" y="250"/>
                  </a:cubicBezTo>
                  <a:cubicBezTo>
                    <a:pt x="221" y="212"/>
                    <a:pt x="244" y="173"/>
                    <a:pt x="264" y="142"/>
                  </a:cubicBezTo>
                  <a:cubicBezTo>
                    <a:pt x="264" y="295"/>
                    <a:pt x="264" y="295"/>
                    <a:pt x="264" y="295"/>
                  </a:cubicBezTo>
                  <a:cubicBezTo>
                    <a:pt x="254" y="409"/>
                    <a:pt x="254" y="409"/>
                    <a:pt x="254" y="409"/>
                  </a:cubicBezTo>
                  <a:cubicBezTo>
                    <a:pt x="260" y="416"/>
                    <a:pt x="265" y="423"/>
                    <a:pt x="270" y="431"/>
                  </a:cubicBezTo>
                  <a:cubicBezTo>
                    <a:pt x="298" y="477"/>
                    <a:pt x="275" y="541"/>
                    <a:pt x="264" y="566"/>
                  </a:cubicBezTo>
                  <a:cubicBezTo>
                    <a:pt x="273" y="577"/>
                    <a:pt x="273" y="577"/>
                    <a:pt x="273" y="577"/>
                  </a:cubicBezTo>
                  <a:cubicBezTo>
                    <a:pt x="278" y="582"/>
                    <a:pt x="280" y="588"/>
                    <a:pt x="279" y="595"/>
                  </a:cubicBezTo>
                  <a:cubicBezTo>
                    <a:pt x="279" y="602"/>
                    <a:pt x="275" y="608"/>
                    <a:pt x="270" y="612"/>
                  </a:cubicBezTo>
                  <a:cubicBezTo>
                    <a:pt x="266" y="616"/>
                    <a:pt x="260" y="618"/>
                    <a:pt x="254" y="618"/>
                  </a:cubicBezTo>
                  <a:cubicBezTo>
                    <a:pt x="254" y="618"/>
                    <a:pt x="254" y="618"/>
                    <a:pt x="254" y="618"/>
                  </a:cubicBezTo>
                  <a:cubicBezTo>
                    <a:pt x="248" y="618"/>
                    <a:pt x="242" y="616"/>
                    <a:pt x="238" y="612"/>
                  </a:cubicBezTo>
                  <a:cubicBezTo>
                    <a:pt x="230" y="714"/>
                    <a:pt x="230" y="714"/>
                    <a:pt x="230" y="714"/>
                  </a:cubicBezTo>
                  <a:cubicBezTo>
                    <a:pt x="227" y="741"/>
                    <a:pt x="248" y="765"/>
                    <a:pt x="275" y="767"/>
                  </a:cubicBezTo>
                  <a:cubicBezTo>
                    <a:pt x="302" y="769"/>
                    <a:pt x="326" y="749"/>
                    <a:pt x="328" y="722"/>
                  </a:cubicBezTo>
                  <a:cubicBezTo>
                    <a:pt x="358" y="358"/>
                    <a:pt x="358" y="358"/>
                    <a:pt x="358" y="358"/>
                  </a:cubicBezTo>
                  <a:cubicBezTo>
                    <a:pt x="386" y="358"/>
                    <a:pt x="386" y="358"/>
                    <a:pt x="386" y="358"/>
                  </a:cubicBezTo>
                  <a:cubicBezTo>
                    <a:pt x="416" y="722"/>
                    <a:pt x="416" y="722"/>
                    <a:pt x="416" y="722"/>
                  </a:cubicBezTo>
                  <a:cubicBezTo>
                    <a:pt x="418" y="749"/>
                    <a:pt x="442" y="769"/>
                    <a:pt x="469" y="767"/>
                  </a:cubicBezTo>
                  <a:cubicBezTo>
                    <a:pt x="496" y="765"/>
                    <a:pt x="516" y="741"/>
                    <a:pt x="514" y="714"/>
                  </a:cubicBezTo>
                  <a:cubicBezTo>
                    <a:pt x="480" y="295"/>
                    <a:pt x="480" y="295"/>
                    <a:pt x="480" y="295"/>
                  </a:cubicBezTo>
                  <a:cubicBezTo>
                    <a:pt x="480" y="108"/>
                    <a:pt x="480" y="108"/>
                    <a:pt x="480" y="108"/>
                  </a:cubicBezTo>
                  <a:cubicBezTo>
                    <a:pt x="520" y="128"/>
                    <a:pt x="585" y="153"/>
                    <a:pt x="660" y="153"/>
                  </a:cubicBezTo>
                  <a:cubicBezTo>
                    <a:pt x="690" y="153"/>
                    <a:pt x="722" y="149"/>
                    <a:pt x="755" y="139"/>
                  </a:cubicBezTo>
                  <a:cubicBezTo>
                    <a:pt x="764" y="136"/>
                    <a:pt x="771" y="130"/>
                    <a:pt x="774" y="122"/>
                  </a:cubicBezTo>
                  <a:cubicBezTo>
                    <a:pt x="838" y="137"/>
                    <a:pt x="838" y="137"/>
                    <a:pt x="838" y="137"/>
                  </a:cubicBezTo>
                  <a:cubicBezTo>
                    <a:pt x="860" y="44"/>
                    <a:pt x="860" y="44"/>
                    <a:pt x="860" y="44"/>
                  </a:cubicBezTo>
                  <a:cubicBezTo>
                    <a:pt x="681" y="0"/>
                    <a:pt x="681" y="0"/>
                    <a:pt x="681" y="0"/>
                  </a:cubicBezTo>
                  <a:cubicBezTo>
                    <a:pt x="660" y="89"/>
                    <a:pt x="660" y="89"/>
                    <a:pt x="660" y="89"/>
                  </a:cubicBezTo>
                  <a:cubicBezTo>
                    <a:pt x="557" y="89"/>
                    <a:pt x="474" y="30"/>
                    <a:pt x="473" y="29"/>
                  </a:cubicBezTo>
                  <a:cubicBezTo>
                    <a:pt x="468" y="26"/>
                    <a:pt x="463" y="24"/>
                    <a:pt x="458" y="23"/>
                  </a:cubicBezTo>
                  <a:cubicBezTo>
                    <a:pt x="455" y="23"/>
                    <a:pt x="452" y="22"/>
                    <a:pt x="449" y="22"/>
                  </a:cubicBezTo>
                  <a:cubicBezTo>
                    <a:pt x="301" y="22"/>
                    <a:pt x="301" y="22"/>
                    <a:pt x="301" y="22"/>
                  </a:cubicBezTo>
                  <a:cubicBezTo>
                    <a:pt x="300" y="22"/>
                    <a:pt x="298" y="22"/>
                    <a:pt x="297" y="22"/>
                  </a:cubicBezTo>
                  <a:cubicBezTo>
                    <a:pt x="294" y="22"/>
                    <a:pt x="291" y="22"/>
                    <a:pt x="288" y="23"/>
                  </a:cubicBezTo>
                  <a:cubicBezTo>
                    <a:pt x="288" y="23"/>
                    <a:pt x="288" y="23"/>
                    <a:pt x="288" y="23"/>
                  </a:cubicBezTo>
                  <a:cubicBezTo>
                    <a:pt x="287" y="23"/>
                    <a:pt x="286" y="23"/>
                    <a:pt x="286" y="23"/>
                  </a:cubicBezTo>
                  <a:cubicBezTo>
                    <a:pt x="285" y="23"/>
                    <a:pt x="285" y="24"/>
                    <a:pt x="285" y="24"/>
                  </a:cubicBezTo>
                  <a:cubicBezTo>
                    <a:pt x="270" y="28"/>
                    <a:pt x="256" y="42"/>
                    <a:pt x="236" y="69"/>
                  </a:cubicBezTo>
                  <a:cubicBezTo>
                    <a:pt x="220" y="90"/>
                    <a:pt x="202" y="119"/>
                    <a:pt x="182" y="152"/>
                  </a:cubicBezTo>
                  <a:cubicBezTo>
                    <a:pt x="168" y="176"/>
                    <a:pt x="152" y="205"/>
                    <a:pt x="138" y="234"/>
                  </a:cubicBezTo>
                  <a:cubicBezTo>
                    <a:pt x="133" y="244"/>
                    <a:pt x="128" y="255"/>
                    <a:pt x="123" y="264"/>
                  </a:cubicBezTo>
                  <a:cubicBezTo>
                    <a:pt x="103" y="260"/>
                    <a:pt x="67" y="245"/>
                    <a:pt x="59" y="255"/>
                  </a:cubicBezTo>
                  <a:cubicBezTo>
                    <a:pt x="50" y="266"/>
                    <a:pt x="83" y="285"/>
                    <a:pt x="107" y="303"/>
                  </a:cubicBezTo>
                  <a:cubicBezTo>
                    <a:pt x="105" y="306"/>
                    <a:pt x="104" y="309"/>
                    <a:pt x="103" y="312"/>
                  </a:cubicBezTo>
                  <a:cubicBezTo>
                    <a:pt x="101" y="318"/>
                    <a:pt x="99" y="324"/>
                    <a:pt x="97" y="330"/>
                  </a:cubicBezTo>
                  <a:cubicBezTo>
                    <a:pt x="95" y="337"/>
                    <a:pt x="96" y="344"/>
                    <a:pt x="99" y="351"/>
                  </a:cubicBezTo>
                  <a:cubicBezTo>
                    <a:pt x="100" y="354"/>
                    <a:pt x="101" y="356"/>
                    <a:pt x="103" y="359"/>
                  </a:cubicBezTo>
                  <a:cubicBezTo>
                    <a:pt x="98" y="362"/>
                    <a:pt x="93" y="366"/>
                    <a:pt x="87" y="370"/>
                  </a:cubicBezTo>
                  <a:close/>
                  <a:moveTo>
                    <a:pt x="372" y="310"/>
                  </a:moveTo>
                  <a:cubicBezTo>
                    <a:pt x="334" y="262"/>
                    <a:pt x="334" y="262"/>
                    <a:pt x="334" y="262"/>
                  </a:cubicBezTo>
                  <a:cubicBezTo>
                    <a:pt x="356" y="101"/>
                    <a:pt x="356" y="101"/>
                    <a:pt x="356" y="101"/>
                  </a:cubicBezTo>
                  <a:cubicBezTo>
                    <a:pt x="361" y="103"/>
                    <a:pt x="366" y="104"/>
                    <a:pt x="372" y="104"/>
                  </a:cubicBezTo>
                  <a:cubicBezTo>
                    <a:pt x="372" y="104"/>
                    <a:pt x="372" y="104"/>
                    <a:pt x="372" y="104"/>
                  </a:cubicBezTo>
                  <a:cubicBezTo>
                    <a:pt x="372" y="104"/>
                    <a:pt x="372" y="104"/>
                    <a:pt x="372" y="104"/>
                  </a:cubicBezTo>
                  <a:cubicBezTo>
                    <a:pt x="377" y="104"/>
                    <a:pt x="383" y="103"/>
                    <a:pt x="388" y="101"/>
                  </a:cubicBezTo>
                  <a:cubicBezTo>
                    <a:pt x="410" y="262"/>
                    <a:pt x="410" y="262"/>
                    <a:pt x="410" y="262"/>
                  </a:cubicBezTo>
                  <a:lnTo>
                    <a:pt x="372" y="310"/>
                  </a:lnTo>
                  <a:close/>
                  <a:moveTo>
                    <a:pt x="701" y="65"/>
                  </a:moveTo>
                  <a:cubicBezTo>
                    <a:pt x="723" y="70"/>
                    <a:pt x="723" y="70"/>
                    <a:pt x="723" y="70"/>
                  </a:cubicBezTo>
                  <a:cubicBezTo>
                    <a:pt x="722" y="67"/>
                    <a:pt x="723" y="63"/>
                    <a:pt x="724" y="60"/>
                  </a:cubicBezTo>
                  <a:cubicBezTo>
                    <a:pt x="724" y="56"/>
                    <a:pt x="726" y="53"/>
                    <a:pt x="727" y="50"/>
                  </a:cubicBezTo>
                  <a:cubicBezTo>
                    <a:pt x="706" y="45"/>
                    <a:pt x="706" y="45"/>
                    <a:pt x="706" y="45"/>
                  </a:cubicBezTo>
                  <a:cubicBezTo>
                    <a:pt x="707" y="40"/>
                    <a:pt x="707" y="40"/>
                    <a:pt x="707" y="40"/>
                  </a:cubicBezTo>
                  <a:cubicBezTo>
                    <a:pt x="731" y="45"/>
                    <a:pt x="731" y="45"/>
                    <a:pt x="731" y="45"/>
                  </a:cubicBezTo>
                  <a:cubicBezTo>
                    <a:pt x="740" y="35"/>
                    <a:pt x="754" y="29"/>
                    <a:pt x="768" y="33"/>
                  </a:cubicBezTo>
                  <a:cubicBezTo>
                    <a:pt x="782" y="36"/>
                    <a:pt x="793" y="48"/>
                    <a:pt x="796" y="61"/>
                  </a:cubicBezTo>
                  <a:cubicBezTo>
                    <a:pt x="819" y="67"/>
                    <a:pt x="819" y="67"/>
                    <a:pt x="819" y="67"/>
                  </a:cubicBezTo>
                  <a:cubicBezTo>
                    <a:pt x="818" y="72"/>
                    <a:pt x="818" y="72"/>
                    <a:pt x="818" y="72"/>
                  </a:cubicBezTo>
                  <a:cubicBezTo>
                    <a:pt x="796" y="67"/>
                    <a:pt x="796" y="67"/>
                    <a:pt x="796" y="67"/>
                  </a:cubicBezTo>
                  <a:cubicBezTo>
                    <a:pt x="797" y="70"/>
                    <a:pt x="796" y="74"/>
                    <a:pt x="795" y="77"/>
                  </a:cubicBezTo>
                  <a:cubicBezTo>
                    <a:pt x="795" y="81"/>
                    <a:pt x="793" y="84"/>
                    <a:pt x="792" y="87"/>
                  </a:cubicBezTo>
                  <a:cubicBezTo>
                    <a:pt x="813" y="92"/>
                    <a:pt x="813" y="92"/>
                    <a:pt x="813" y="92"/>
                  </a:cubicBezTo>
                  <a:cubicBezTo>
                    <a:pt x="812" y="98"/>
                    <a:pt x="812" y="98"/>
                    <a:pt x="812" y="98"/>
                  </a:cubicBezTo>
                  <a:cubicBezTo>
                    <a:pt x="788" y="92"/>
                    <a:pt x="788" y="92"/>
                    <a:pt x="788" y="92"/>
                  </a:cubicBezTo>
                  <a:cubicBezTo>
                    <a:pt x="779" y="103"/>
                    <a:pt x="765" y="108"/>
                    <a:pt x="751" y="105"/>
                  </a:cubicBezTo>
                  <a:cubicBezTo>
                    <a:pt x="736" y="101"/>
                    <a:pt x="726" y="90"/>
                    <a:pt x="723" y="76"/>
                  </a:cubicBezTo>
                  <a:cubicBezTo>
                    <a:pt x="700" y="71"/>
                    <a:pt x="700" y="71"/>
                    <a:pt x="700" y="71"/>
                  </a:cubicBezTo>
                  <a:lnTo>
                    <a:pt x="701" y="65"/>
                  </a:lnTo>
                  <a:close/>
                  <a:moveTo>
                    <a:pt x="357" y="52"/>
                  </a:moveTo>
                  <a:cubicBezTo>
                    <a:pt x="372" y="52"/>
                    <a:pt x="372" y="52"/>
                    <a:pt x="372" y="52"/>
                  </a:cubicBezTo>
                  <a:cubicBezTo>
                    <a:pt x="387" y="52"/>
                    <a:pt x="387" y="52"/>
                    <a:pt x="387" y="52"/>
                  </a:cubicBezTo>
                  <a:cubicBezTo>
                    <a:pt x="395" y="82"/>
                    <a:pt x="395" y="82"/>
                    <a:pt x="395" y="82"/>
                  </a:cubicBezTo>
                  <a:cubicBezTo>
                    <a:pt x="393" y="84"/>
                    <a:pt x="393" y="84"/>
                    <a:pt x="393" y="84"/>
                  </a:cubicBezTo>
                  <a:cubicBezTo>
                    <a:pt x="387" y="89"/>
                    <a:pt x="380" y="92"/>
                    <a:pt x="372" y="92"/>
                  </a:cubicBezTo>
                  <a:cubicBezTo>
                    <a:pt x="364" y="92"/>
                    <a:pt x="356" y="89"/>
                    <a:pt x="350" y="84"/>
                  </a:cubicBezTo>
                  <a:cubicBezTo>
                    <a:pt x="349" y="82"/>
                    <a:pt x="349" y="82"/>
                    <a:pt x="349" y="82"/>
                  </a:cubicBezTo>
                  <a:lnTo>
                    <a:pt x="357" y="52"/>
                  </a:lnTo>
                  <a:close/>
                  <a:moveTo>
                    <a:pt x="178" y="436"/>
                  </a:moveTo>
                  <a:cubicBezTo>
                    <a:pt x="161" y="447"/>
                    <a:pt x="161" y="447"/>
                    <a:pt x="161" y="447"/>
                  </a:cubicBezTo>
                  <a:cubicBezTo>
                    <a:pt x="155" y="441"/>
                    <a:pt x="149" y="438"/>
                    <a:pt x="140" y="438"/>
                  </a:cubicBezTo>
                  <a:cubicBezTo>
                    <a:pt x="129" y="438"/>
                    <a:pt x="123" y="443"/>
                    <a:pt x="123" y="451"/>
                  </a:cubicBezTo>
                  <a:cubicBezTo>
                    <a:pt x="123" y="455"/>
                    <a:pt x="125" y="459"/>
                    <a:pt x="129" y="462"/>
                  </a:cubicBezTo>
                  <a:cubicBezTo>
                    <a:pt x="133" y="465"/>
                    <a:pt x="134" y="465"/>
                    <a:pt x="148" y="472"/>
                  </a:cubicBezTo>
                  <a:cubicBezTo>
                    <a:pt x="173" y="484"/>
                    <a:pt x="181" y="493"/>
                    <a:pt x="181" y="507"/>
                  </a:cubicBezTo>
                  <a:cubicBezTo>
                    <a:pt x="181" y="523"/>
                    <a:pt x="168" y="534"/>
                    <a:pt x="146" y="536"/>
                  </a:cubicBezTo>
                  <a:cubicBezTo>
                    <a:pt x="146" y="548"/>
                    <a:pt x="146" y="548"/>
                    <a:pt x="146" y="548"/>
                  </a:cubicBezTo>
                  <a:cubicBezTo>
                    <a:pt x="133" y="548"/>
                    <a:pt x="133" y="548"/>
                    <a:pt x="133" y="548"/>
                  </a:cubicBezTo>
                  <a:cubicBezTo>
                    <a:pt x="133" y="536"/>
                    <a:pt x="133" y="536"/>
                    <a:pt x="133" y="536"/>
                  </a:cubicBezTo>
                  <a:cubicBezTo>
                    <a:pt x="120" y="535"/>
                    <a:pt x="108" y="529"/>
                    <a:pt x="98" y="520"/>
                  </a:cubicBezTo>
                  <a:cubicBezTo>
                    <a:pt x="114" y="510"/>
                    <a:pt x="114" y="510"/>
                    <a:pt x="114" y="510"/>
                  </a:cubicBezTo>
                  <a:cubicBezTo>
                    <a:pt x="124" y="518"/>
                    <a:pt x="131" y="521"/>
                    <a:pt x="141" y="521"/>
                  </a:cubicBezTo>
                  <a:cubicBezTo>
                    <a:pt x="151" y="521"/>
                    <a:pt x="157" y="516"/>
                    <a:pt x="157" y="508"/>
                  </a:cubicBezTo>
                  <a:cubicBezTo>
                    <a:pt x="157" y="504"/>
                    <a:pt x="155" y="499"/>
                    <a:pt x="151" y="496"/>
                  </a:cubicBezTo>
                  <a:cubicBezTo>
                    <a:pt x="147" y="493"/>
                    <a:pt x="144" y="492"/>
                    <a:pt x="130" y="485"/>
                  </a:cubicBezTo>
                  <a:cubicBezTo>
                    <a:pt x="107" y="473"/>
                    <a:pt x="100" y="465"/>
                    <a:pt x="100" y="452"/>
                  </a:cubicBezTo>
                  <a:cubicBezTo>
                    <a:pt x="100" y="437"/>
                    <a:pt x="113" y="426"/>
                    <a:pt x="133" y="423"/>
                  </a:cubicBezTo>
                  <a:cubicBezTo>
                    <a:pt x="133" y="413"/>
                    <a:pt x="133" y="413"/>
                    <a:pt x="133" y="413"/>
                  </a:cubicBezTo>
                  <a:cubicBezTo>
                    <a:pt x="146" y="413"/>
                    <a:pt x="146" y="413"/>
                    <a:pt x="146" y="413"/>
                  </a:cubicBezTo>
                  <a:cubicBezTo>
                    <a:pt x="146" y="423"/>
                    <a:pt x="146" y="423"/>
                    <a:pt x="146" y="423"/>
                  </a:cubicBezTo>
                  <a:cubicBezTo>
                    <a:pt x="158" y="424"/>
                    <a:pt x="168" y="428"/>
                    <a:pt x="178"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180"/>
            <p:cNvSpPr>
              <a:spLocks noEditPoints="1"/>
            </p:cNvSpPr>
            <p:nvPr/>
          </p:nvSpPr>
          <p:spPr bwMode="auto">
            <a:xfrm>
              <a:off x="1497012" y="5254626"/>
              <a:ext cx="301625" cy="238125"/>
            </a:xfrm>
            <a:custGeom>
              <a:avLst/>
              <a:gdLst>
                <a:gd name="T0" fmla="*/ 41 w 208"/>
                <a:gd name="T1" fmla="*/ 165 h 165"/>
                <a:gd name="T2" fmla="*/ 208 w 208"/>
                <a:gd name="T3" fmla="*/ 88 h 165"/>
                <a:gd name="T4" fmla="*/ 167 w 208"/>
                <a:gd name="T5" fmla="*/ 0 h 165"/>
                <a:gd name="T6" fmla="*/ 0 w 208"/>
                <a:gd name="T7" fmla="*/ 77 h 165"/>
                <a:gd name="T8" fmla="*/ 41 w 208"/>
                <a:gd name="T9" fmla="*/ 165 h 165"/>
                <a:gd name="T10" fmla="*/ 89 w 208"/>
                <a:gd name="T11" fmla="*/ 49 h 165"/>
                <a:gd name="T12" fmla="*/ 128 w 208"/>
                <a:gd name="T13" fmla="*/ 54 h 165"/>
                <a:gd name="T14" fmla="*/ 150 w 208"/>
                <a:gd name="T15" fmla="*/ 44 h 165"/>
                <a:gd name="T16" fmla="*/ 152 w 208"/>
                <a:gd name="T17" fmla="*/ 49 h 165"/>
                <a:gd name="T18" fmla="*/ 132 w 208"/>
                <a:gd name="T19" fmla="*/ 58 h 165"/>
                <a:gd name="T20" fmla="*/ 138 w 208"/>
                <a:gd name="T21" fmla="*/ 67 h 165"/>
                <a:gd name="T22" fmla="*/ 141 w 208"/>
                <a:gd name="T23" fmla="*/ 77 h 165"/>
                <a:gd name="T24" fmla="*/ 161 w 208"/>
                <a:gd name="T25" fmla="*/ 68 h 165"/>
                <a:gd name="T26" fmla="*/ 163 w 208"/>
                <a:gd name="T27" fmla="*/ 73 h 165"/>
                <a:gd name="T28" fmla="*/ 141 w 208"/>
                <a:gd name="T29" fmla="*/ 83 h 165"/>
                <a:gd name="T30" fmla="*/ 120 w 208"/>
                <a:gd name="T31" fmla="*/ 116 h 165"/>
                <a:gd name="T32" fmla="*/ 81 w 208"/>
                <a:gd name="T33" fmla="*/ 111 h 165"/>
                <a:gd name="T34" fmla="*/ 58 w 208"/>
                <a:gd name="T35" fmla="*/ 121 h 165"/>
                <a:gd name="T36" fmla="*/ 56 w 208"/>
                <a:gd name="T37" fmla="*/ 116 h 165"/>
                <a:gd name="T38" fmla="*/ 76 w 208"/>
                <a:gd name="T39" fmla="*/ 107 h 165"/>
                <a:gd name="T40" fmla="*/ 71 w 208"/>
                <a:gd name="T41" fmla="*/ 98 h 165"/>
                <a:gd name="T42" fmla="*/ 68 w 208"/>
                <a:gd name="T43" fmla="*/ 88 h 165"/>
                <a:gd name="T44" fmla="*/ 47 w 208"/>
                <a:gd name="T45" fmla="*/ 97 h 165"/>
                <a:gd name="T46" fmla="*/ 45 w 208"/>
                <a:gd name="T47" fmla="*/ 92 h 165"/>
                <a:gd name="T48" fmla="*/ 67 w 208"/>
                <a:gd name="T49" fmla="*/ 82 h 165"/>
                <a:gd name="T50" fmla="*/ 89 w 208"/>
                <a:gd name="T51" fmla="*/ 4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8" h="165">
                  <a:moveTo>
                    <a:pt x="41" y="165"/>
                  </a:moveTo>
                  <a:cubicBezTo>
                    <a:pt x="208" y="88"/>
                    <a:pt x="208" y="88"/>
                    <a:pt x="208" y="88"/>
                  </a:cubicBezTo>
                  <a:cubicBezTo>
                    <a:pt x="167" y="0"/>
                    <a:pt x="167" y="0"/>
                    <a:pt x="167" y="0"/>
                  </a:cubicBezTo>
                  <a:cubicBezTo>
                    <a:pt x="0" y="77"/>
                    <a:pt x="0" y="77"/>
                    <a:pt x="0" y="77"/>
                  </a:cubicBezTo>
                  <a:lnTo>
                    <a:pt x="41" y="165"/>
                  </a:lnTo>
                  <a:close/>
                  <a:moveTo>
                    <a:pt x="89" y="49"/>
                  </a:moveTo>
                  <a:cubicBezTo>
                    <a:pt x="102" y="43"/>
                    <a:pt x="117" y="45"/>
                    <a:pt x="128" y="54"/>
                  </a:cubicBezTo>
                  <a:cubicBezTo>
                    <a:pt x="150" y="44"/>
                    <a:pt x="150" y="44"/>
                    <a:pt x="150" y="44"/>
                  </a:cubicBezTo>
                  <a:cubicBezTo>
                    <a:pt x="152" y="49"/>
                    <a:pt x="152" y="49"/>
                    <a:pt x="152" y="49"/>
                  </a:cubicBezTo>
                  <a:cubicBezTo>
                    <a:pt x="132" y="58"/>
                    <a:pt x="132" y="58"/>
                    <a:pt x="132" y="58"/>
                  </a:cubicBezTo>
                  <a:cubicBezTo>
                    <a:pt x="134" y="61"/>
                    <a:pt x="136" y="64"/>
                    <a:pt x="138" y="67"/>
                  </a:cubicBezTo>
                  <a:cubicBezTo>
                    <a:pt x="139" y="70"/>
                    <a:pt x="140" y="74"/>
                    <a:pt x="141" y="77"/>
                  </a:cubicBezTo>
                  <a:cubicBezTo>
                    <a:pt x="161" y="68"/>
                    <a:pt x="161" y="68"/>
                    <a:pt x="161" y="68"/>
                  </a:cubicBezTo>
                  <a:cubicBezTo>
                    <a:pt x="163" y="73"/>
                    <a:pt x="163" y="73"/>
                    <a:pt x="163" y="73"/>
                  </a:cubicBezTo>
                  <a:cubicBezTo>
                    <a:pt x="141" y="83"/>
                    <a:pt x="141" y="83"/>
                    <a:pt x="141" y="83"/>
                  </a:cubicBezTo>
                  <a:cubicBezTo>
                    <a:pt x="141" y="97"/>
                    <a:pt x="133" y="110"/>
                    <a:pt x="120" y="116"/>
                  </a:cubicBezTo>
                  <a:cubicBezTo>
                    <a:pt x="106" y="122"/>
                    <a:pt x="91" y="120"/>
                    <a:pt x="81" y="111"/>
                  </a:cubicBezTo>
                  <a:cubicBezTo>
                    <a:pt x="58" y="121"/>
                    <a:pt x="58" y="121"/>
                    <a:pt x="58" y="121"/>
                  </a:cubicBezTo>
                  <a:cubicBezTo>
                    <a:pt x="56" y="116"/>
                    <a:pt x="56" y="116"/>
                    <a:pt x="56" y="116"/>
                  </a:cubicBezTo>
                  <a:cubicBezTo>
                    <a:pt x="76" y="107"/>
                    <a:pt x="76" y="107"/>
                    <a:pt x="76" y="107"/>
                  </a:cubicBezTo>
                  <a:cubicBezTo>
                    <a:pt x="74" y="104"/>
                    <a:pt x="72" y="101"/>
                    <a:pt x="71" y="98"/>
                  </a:cubicBezTo>
                  <a:cubicBezTo>
                    <a:pt x="69" y="95"/>
                    <a:pt x="68" y="91"/>
                    <a:pt x="68" y="88"/>
                  </a:cubicBezTo>
                  <a:cubicBezTo>
                    <a:pt x="47" y="97"/>
                    <a:pt x="47" y="97"/>
                    <a:pt x="47" y="97"/>
                  </a:cubicBezTo>
                  <a:cubicBezTo>
                    <a:pt x="45" y="92"/>
                    <a:pt x="45" y="92"/>
                    <a:pt x="45" y="92"/>
                  </a:cubicBezTo>
                  <a:cubicBezTo>
                    <a:pt x="67" y="82"/>
                    <a:pt x="67" y="82"/>
                    <a:pt x="67" y="82"/>
                  </a:cubicBezTo>
                  <a:cubicBezTo>
                    <a:pt x="67" y="68"/>
                    <a:pt x="75" y="55"/>
                    <a:pt x="89"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181"/>
            <p:cNvSpPr>
              <a:spLocks noEditPoints="1"/>
            </p:cNvSpPr>
            <p:nvPr/>
          </p:nvSpPr>
          <p:spPr bwMode="auto">
            <a:xfrm>
              <a:off x="1616075" y="5330826"/>
              <a:ext cx="65088" cy="85725"/>
            </a:xfrm>
            <a:custGeom>
              <a:avLst/>
              <a:gdLst>
                <a:gd name="T0" fmla="*/ 3 w 45"/>
                <a:gd name="T1" fmla="*/ 27 h 59"/>
                <a:gd name="T2" fmla="*/ 21 w 45"/>
                <a:gd name="T3" fmla="*/ 33 h 59"/>
                <a:gd name="T4" fmla="*/ 26 w 45"/>
                <a:gd name="T5" fmla="*/ 49 h 59"/>
                <a:gd name="T6" fmla="*/ 12 w 45"/>
                <a:gd name="T7" fmla="*/ 42 h 59"/>
                <a:gd name="T8" fmla="*/ 10 w 45"/>
                <a:gd name="T9" fmla="*/ 44 h 59"/>
                <a:gd name="T10" fmla="*/ 17 w 45"/>
                <a:gd name="T11" fmla="*/ 58 h 59"/>
                <a:gd name="T12" fmla="*/ 19 w 45"/>
                <a:gd name="T13" fmla="*/ 57 h 59"/>
                <a:gd name="T14" fmla="*/ 20 w 45"/>
                <a:gd name="T15" fmla="*/ 55 h 59"/>
                <a:gd name="T16" fmla="*/ 27 w 45"/>
                <a:gd name="T17" fmla="*/ 53 h 59"/>
                <a:gd name="T18" fmla="*/ 29 w 45"/>
                <a:gd name="T19" fmla="*/ 59 h 59"/>
                <a:gd name="T20" fmla="*/ 32 w 45"/>
                <a:gd name="T21" fmla="*/ 58 h 59"/>
                <a:gd name="T22" fmla="*/ 30 w 45"/>
                <a:gd name="T23" fmla="*/ 52 h 59"/>
                <a:gd name="T24" fmla="*/ 32 w 45"/>
                <a:gd name="T25" fmla="*/ 51 h 59"/>
                <a:gd name="T26" fmla="*/ 42 w 45"/>
                <a:gd name="T27" fmla="*/ 30 h 59"/>
                <a:gd name="T28" fmla="*/ 22 w 45"/>
                <a:gd name="T29" fmla="*/ 24 h 59"/>
                <a:gd name="T30" fmla="*/ 18 w 45"/>
                <a:gd name="T31" fmla="*/ 10 h 59"/>
                <a:gd name="T32" fmla="*/ 29 w 45"/>
                <a:gd name="T33" fmla="*/ 15 h 59"/>
                <a:gd name="T34" fmla="*/ 31 w 45"/>
                <a:gd name="T35" fmla="*/ 14 h 59"/>
                <a:gd name="T36" fmla="*/ 26 w 45"/>
                <a:gd name="T37" fmla="*/ 3 h 59"/>
                <a:gd name="T38" fmla="*/ 24 w 45"/>
                <a:gd name="T39" fmla="*/ 3 h 59"/>
                <a:gd name="T40" fmla="*/ 23 w 45"/>
                <a:gd name="T41" fmla="*/ 5 h 59"/>
                <a:gd name="T42" fmla="*/ 17 w 45"/>
                <a:gd name="T43" fmla="*/ 6 h 59"/>
                <a:gd name="T44" fmla="*/ 15 w 45"/>
                <a:gd name="T45" fmla="*/ 0 h 59"/>
                <a:gd name="T46" fmla="*/ 12 w 45"/>
                <a:gd name="T47" fmla="*/ 1 h 59"/>
                <a:gd name="T48" fmla="*/ 14 w 45"/>
                <a:gd name="T49" fmla="*/ 8 h 59"/>
                <a:gd name="T50" fmla="*/ 12 w 45"/>
                <a:gd name="T51" fmla="*/ 8 h 59"/>
                <a:gd name="T52" fmla="*/ 3 w 45"/>
                <a:gd name="T53" fmla="*/ 27 h 59"/>
                <a:gd name="T54" fmla="*/ 37 w 45"/>
                <a:gd name="T55" fmla="*/ 36 h 59"/>
                <a:gd name="T56" fmla="*/ 30 w 45"/>
                <a:gd name="T57" fmla="*/ 48 h 59"/>
                <a:gd name="T58" fmla="*/ 29 w 45"/>
                <a:gd name="T59" fmla="*/ 48 h 59"/>
                <a:gd name="T60" fmla="*/ 25 w 45"/>
                <a:gd name="T61" fmla="*/ 33 h 59"/>
                <a:gd name="T62" fmla="*/ 37 w 45"/>
                <a:gd name="T63" fmla="*/ 36 h 59"/>
                <a:gd name="T64" fmla="*/ 13 w 45"/>
                <a:gd name="T65" fmla="*/ 12 h 59"/>
                <a:gd name="T66" fmla="*/ 15 w 45"/>
                <a:gd name="T67" fmla="*/ 11 h 59"/>
                <a:gd name="T68" fmla="*/ 19 w 45"/>
                <a:gd name="T69" fmla="*/ 25 h 59"/>
                <a:gd name="T70" fmla="*/ 8 w 45"/>
                <a:gd name="T71" fmla="*/ 22 h 59"/>
                <a:gd name="T72" fmla="*/ 13 w 45"/>
                <a:gd name="T73" fmla="*/ 1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5" h="59">
                  <a:moveTo>
                    <a:pt x="3" y="27"/>
                  </a:moveTo>
                  <a:cubicBezTo>
                    <a:pt x="7" y="35"/>
                    <a:pt x="12" y="35"/>
                    <a:pt x="21" y="33"/>
                  </a:cubicBezTo>
                  <a:cubicBezTo>
                    <a:pt x="26" y="49"/>
                    <a:pt x="26" y="49"/>
                    <a:pt x="26" y="49"/>
                  </a:cubicBezTo>
                  <a:cubicBezTo>
                    <a:pt x="20" y="50"/>
                    <a:pt x="17" y="47"/>
                    <a:pt x="12" y="42"/>
                  </a:cubicBezTo>
                  <a:cubicBezTo>
                    <a:pt x="10" y="44"/>
                    <a:pt x="10" y="44"/>
                    <a:pt x="10" y="44"/>
                  </a:cubicBezTo>
                  <a:cubicBezTo>
                    <a:pt x="17" y="58"/>
                    <a:pt x="17" y="58"/>
                    <a:pt x="17" y="58"/>
                  </a:cubicBezTo>
                  <a:cubicBezTo>
                    <a:pt x="19" y="57"/>
                    <a:pt x="19" y="57"/>
                    <a:pt x="19" y="57"/>
                  </a:cubicBezTo>
                  <a:cubicBezTo>
                    <a:pt x="19" y="56"/>
                    <a:pt x="19" y="55"/>
                    <a:pt x="20" y="55"/>
                  </a:cubicBezTo>
                  <a:cubicBezTo>
                    <a:pt x="21" y="54"/>
                    <a:pt x="24" y="54"/>
                    <a:pt x="27" y="53"/>
                  </a:cubicBezTo>
                  <a:cubicBezTo>
                    <a:pt x="29" y="59"/>
                    <a:pt x="29" y="59"/>
                    <a:pt x="29" y="59"/>
                  </a:cubicBezTo>
                  <a:cubicBezTo>
                    <a:pt x="32" y="58"/>
                    <a:pt x="32" y="58"/>
                    <a:pt x="32" y="58"/>
                  </a:cubicBezTo>
                  <a:cubicBezTo>
                    <a:pt x="30" y="52"/>
                    <a:pt x="30" y="52"/>
                    <a:pt x="30" y="52"/>
                  </a:cubicBezTo>
                  <a:cubicBezTo>
                    <a:pt x="31" y="52"/>
                    <a:pt x="31" y="51"/>
                    <a:pt x="32" y="51"/>
                  </a:cubicBezTo>
                  <a:cubicBezTo>
                    <a:pt x="42" y="46"/>
                    <a:pt x="45" y="38"/>
                    <a:pt x="42" y="30"/>
                  </a:cubicBezTo>
                  <a:cubicBezTo>
                    <a:pt x="38" y="22"/>
                    <a:pt x="30" y="23"/>
                    <a:pt x="22" y="24"/>
                  </a:cubicBezTo>
                  <a:cubicBezTo>
                    <a:pt x="18" y="10"/>
                    <a:pt x="18" y="10"/>
                    <a:pt x="18" y="10"/>
                  </a:cubicBezTo>
                  <a:cubicBezTo>
                    <a:pt x="22" y="10"/>
                    <a:pt x="25" y="11"/>
                    <a:pt x="29" y="15"/>
                  </a:cubicBezTo>
                  <a:cubicBezTo>
                    <a:pt x="31" y="14"/>
                    <a:pt x="31" y="14"/>
                    <a:pt x="31" y="14"/>
                  </a:cubicBezTo>
                  <a:cubicBezTo>
                    <a:pt x="26" y="3"/>
                    <a:pt x="26" y="3"/>
                    <a:pt x="26" y="3"/>
                  </a:cubicBezTo>
                  <a:cubicBezTo>
                    <a:pt x="24" y="3"/>
                    <a:pt x="24" y="3"/>
                    <a:pt x="24" y="3"/>
                  </a:cubicBezTo>
                  <a:cubicBezTo>
                    <a:pt x="24" y="4"/>
                    <a:pt x="23" y="5"/>
                    <a:pt x="23" y="5"/>
                  </a:cubicBezTo>
                  <a:cubicBezTo>
                    <a:pt x="21" y="6"/>
                    <a:pt x="19" y="6"/>
                    <a:pt x="17" y="6"/>
                  </a:cubicBezTo>
                  <a:cubicBezTo>
                    <a:pt x="15" y="0"/>
                    <a:pt x="15" y="0"/>
                    <a:pt x="15" y="0"/>
                  </a:cubicBezTo>
                  <a:cubicBezTo>
                    <a:pt x="12" y="1"/>
                    <a:pt x="12" y="1"/>
                    <a:pt x="12" y="1"/>
                  </a:cubicBezTo>
                  <a:cubicBezTo>
                    <a:pt x="14" y="8"/>
                    <a:pt x="14" y="8"/>
                    <a:pt x="14" y="8"/>
                  </a:cubicBezTo>
                  <a:cubicBezTo>
                    <a:pt x="13" y="8"/>
                    <a:pt x="13" y="8"/>
                    <a:pt x="12" y="8"/>
                  </a:cubicBezTo>
                  <a:cubicBezTo>
                    <a:pt x="2" y="13"/>
                    <a:pt x="0" y="21"/>
                    <a:pt x="3" y="27"/>
                  </a:cubicBezTo>
                  <a:close/>
                  <a:moveTo>
                    <a:pt x="37" y="36"/>
                  </a:moveTo>
                  <a:cubicBezTo>
                    <a:pt x="39" y="40"/>
                    <a:pt x="36" y="45"/>
                    <a:pt x="30" y="48"/>
                  </a:cubicBezTo>
                  <a:cubicBezTo>
                    <a:pt x="29" y="48"/>
                    <a:pt x="29" y="48"/>
                    <a:pt x="29" y="48"/>
                  </a:cubicBezTo>
                  <a:cubicBezTo>
                    <a:pt x="25" y="33"/>
                    <a:pt x="25" y="33"/>
                    <a:pt x="25" y="33"/>
                  </a:cubicBezTo>
                  <a:cubicBezTo>
                    <a:pt x="32" y="31"/>
                    <a:pt x="35" y="31"/>
                    <a:pt x="37" y="36"/>
                  </a:cubicBezTo>
                  <a:close/>
                  <a:moveTo>
                    <a:pt x="13" y="12"/>
                  </a:moveTo>
                  <a:cubicBezTo>
                    <a:pt x="15" y="11"/>
                    <a:pt x="15" y="11"/>
                    <a:pt x="15" y="11"/>
                  </a:cubicBezTo>
                  <a:cubicBezTo>
                    <a:pt x="19" y="25"/>
                    <a:pt x="19" y="25"/>
                    <a:pt x="19" y="25"/>
                  </a:cubicBezTo>
                  <a:cubicBezTo>
                    <a:pt x="13" y="26"/>
                    <a:pt x="10" y="26"/>
                    <a:pt x="8" y="22"/>
                  </a:cubicBezTo>
                  <a:cubicBezTo>
                    <a:pt x="6" y="18"/>
                    <a:pt x="9" y="14"/>
                    <a:pt x="13"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182"/>
            <p:cNvSpPr>
              <a:spLocks noEditPoints="1"/>
            </p:cNvSpPr>
            <p:nvPr/>
          </p:nvSpPr>
          <p:spPr bwMode="auto">
            <a:xfrm>
              <a:off x="1260475" y="5340351"/>
              <a:ext cx="188913" cy="288925"/>
            </a:xfrm>
            <a:custGeom>
              <a:avLst/>
              <a:gdLst>
                <a:gd name="T0" fmla="*/ 131 w 131"/>
                <a:gd name="T1" fmla="*/ 19 h 200"/>
                <a:gd name="T2" fmla="*/ 37 w 131"/>
                <a:gd name="T3" fmla="*/ 0 h 200"/>
                <a:gd name="T4" fmla="*/ 0 w 131"/>
                <a:gd name="T5" fmla="*/ 180 h 200"/>
                <a:gd name="T6" fmla="*/ 95 w 131"/>
                <a:gd name="T7" fmla="*/ 200 h 200"/>
                <a:gd name="T8" fmla="*/ 131 w 131"/>
                <a:gd name="T9" fmla="*/ 19 h 200"/>
                <a:gd name="T10" fmla="*/ 70 w 131"/>
                <a:gd name="T11" fmla="*/ 160 h 200"/>
                <a:gd name="T12" fmla="*/ 65 w 131"/>
                <a:gd name="T13" fmla="*/ 158 h 200"/>
                <a:gd name="T14" fmla="*/ 69 w 131"/>
                <a:gd name="T15" fmla="*/ 137 h 200"/>
                <a:gd name="T16" fmla="*/ 59 w 131"/>
                <a:gd name="T17" fmla="*/ 136 h 200"/>
                <a:gd name="T18" fmla="*/ 49 w 131"/>
                <a:gd name="T19" fmla="*/ 133 h 200"/>
                <a:gd name="T20" fmla="*/ 44 w 131"/>
                <a:gd name="T21" fmla="*/ 154 h 200"/>
                <a:gd name="T22" fmla="*/ 39 w 131"/>
                <a:gd name="T23" fmla="*/ 153 h 200"/>
                <a:gd name="T24" fmla="*/ 44 w 131"/>
                <a:gd name="T25" fmla="*/ 129 h 200"/>
                <a:gd name="T26" fmla="*/ 30 w 131"/>
                <a:gd name="T27" fmla="*/ 92 h 200"/>
                <a:gd name="T28" fmla="*/ 57 w 131"/>
                <a:gd name="T29" fmla="*/ 64 h 200"/>
                <a:gd name="T30" fmla="*/ 62 w 131"/>
                <a:gd name="T31" fmla="*/ 40 h 200"/>
                <a:gd name="T32" fmla="*/ 67 w 131"/>
                <a:gd name="T33" fmla="*/ 41 h 200"/>
                <a:gd name="T34" fmla="*/ 63 w 131"/>
                <a:gd name="T35" fmla="*/ 63 h 200"/>
                <a:gd name="T36" fmla="*/ 73 w 131"/>
                <a:gd name="T37" fmla="*/ 64 h 200"/>
                <a:gd name="T38" fmla="*/ 83 w 131"/>
                <a:gd name="T39" fmla="*/ 67 h 200"/>
                <a:gd name="T40" fmla="*/ 87 w 131"/>
                <a:gd name="T41" fmla="*/ 45 h 200"/>
                <a:gd name="T42" fmla="*/ 93 w 131"/>
                <a:gd name="T43" fmla="*/ 46 h 200"/>
                <a:gd name="T44" fmla="*/ 88 w 131"/>
                <a:gd name="T45" fmla="*/ 70 h 200"/>
                <a:gd name="T46" fmla="*/ 102 w 131"/>
                <a:gd name="T47" fmla="*/ 107 h 200"/>
                <a:gd name="T48" fmla="*/ 75 w 131"/>
                <a:gd name="T49" fmla="*/ 136 h 200"/>
                <a:gd name="T50" fmla="*/ 70 w 131"/>
                <a:gd name="T51" fmla="*/ 16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1" h="200">
                  <a:moveTo>
                    <a:pt x="131" y="19"/>
                  </a:moveTo>
                  <a:cubicBezTo>
                    <a:pt x="37" y="0"/>
                    <a:pt x="37" y="0"/>
                    <a:pt x="37" y="0"/>
                  </a:cubicBezTo>
                  <a:cubicBezTo>
                    <a:pt x="0" y="180"/>
                    <a:pt x="0" y="180"/>
                    <a:pt x="0" y="180"/>
                  </a:cubicBezTo>
                  <a:cubicBezTo>
                    <a:pt x="95" y="200"/>
                    <a:pt x="95" y="200"/>
                    <a:pt x="95" y="200"/>
                  </a:cubicBezTo>
                  <a:lnTo>
                    <a:pt x="131" y="19"/>
                  </a:lnTo>
                  <a:close/>
                  <a:moveTo>
                    <a:pt x="70" y="160"/>
                  </a:moveTo>
                  <a:cubicBezTo>
                    <a:pt x="65" y="158"/>
                    <a:pt x="65" y="158"/>
                    <a:pt x="65" y="158"/>
                  </a:cubicBezTo>
                  <a:cubicBezTo>
                    <a:pt x="69" y="137"/>
                    <a:pt x="69" y="137"/>
                    <a:pt x="69" y="137"/>
                  </a:cubicBezTo>
                  <a:cubicBezTo>
                    <a:pt x="66" y="137"/>
                    <a:pt x="62" y="137"/>
                    <a:pt x="59" y="136"/>
                  </a:cubicBezTo>
                  <a:cubicBezTo>
                    <a:pt x="55" y="135"/>
                    <a:pt x="52" y="134"/>
                    <a:pt x="49" y="133"/>
                  </a:cubicBezTo>
                  <a:cubicBezTo>
                    <a:pt x="44" y="154"/>
                    <a:pt x="44" y="154"/>
                    <a:pt x="44" y="154"/>
                  </a:cubicBezTo>
                  <a:cubicBezTo>
                    <a:pt x="39" y="153"/>
                    <a:pt x="39" y="153"/>
                    <a:pt x="39" y="153"/>
                  </a:cubicBezTo>
                  <a:cubicBezTo>
                    <a:pt x="44" y="129"/>
                    <a:pt x="44" y="129"/>
                    <a:pt x="44" y="129"/>
                  </a:cubicBezTo>
                  <a:cubicBezTo>
                    <a:pt x="33" y="121"/>
                    <a:pt x="27" y="107"/>
                    <a:pt x="30" y="92"/>
                  </a:cubicBezTo>
                  <a:cubicBezTo>
                    <a:pt x="33" y="78"/>
                    <a:pt x="43" y="67"/>
                    <a:pt x="57" y="64"/>
                  </a:cubicBezTo>
                  <a:cubicBezTo>
                    <a:pt x="62" y="40"/>
                    <a:pt x="62" y="40"/>
                    <a:pt x="62" y="40"/>
                  </a:cubicBezTo>
                  <a:cubicBezTo>
                    <a:pt x="67" y="41"/>
                    <a:pt x="67" y="41"/>
                    <a:pt x="67" y="41"/>
                  </a:cubicBezTo>
                  <a:cubicBezTo>
                    <a:pt x="63" y="63"/>
                    <a:pt x="63" y="63"/>
                    <a:pt x="63" y="63"/>
                  </a:cubicBezTo>
                  <a:cubicBezTo>
                    <a:pt x="66" y="63"/>
                    <a:pt x="70" y="63"/>
                    <a:pt x="73" y="64"/>
                  </a:cubicBezTo>
                  <a:cubicBezTo>
                    <a:pt x="77" y="64"/>
                    <a:pt x="80" y="65"/>
                    <a:pt x="83" y="67"/>
                  </a:cubicBezTo>
                  <a:cubicBezTo>
                    <a:pt x="87" y="45"/>
                    <a:pt x="87" y="45"/>
                    <a:pt x="87" y="45"/>
                  </a:cubicBezTo>
                  <a:cubicBezTo>
                    <a:pt x="93" y="46"/>
                    <a:pt x="93" y="46"/>
                    <a:pt x="93" y="46"/>
                  </a:cubicBezTo>
                  <a:cubicBezTo>
                    <a:pt x="88" y="70"/>
                    <a:pt x="88" y="70"/>
                    <a:pt x="88" y="70"/>
                  </a:cubicBezTo>
                  <a:cubicBezTo>
                    <a:pt x="99" y="79"/>
                    <a:pt x="105" y="93"/>
                    <a:pt x="102" y="107"/>
                  </a:cubicBezTo>
                  <a:cubicBezTo>
                    <a:pt x="99" y="122"/>
                    <a:pt x="88" y="132"/>
                    <a:pt x="75" y="136"/>
                  </a:cubicBezTo>
                  <a:lnTo>
                    <a:pt x="70" y="1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183"/>
            <p:cNvSpPr>
              <a:spLocks noEditPoints="1"/>
            </p:cNvSpPr>
            <p:nvPr/>
          </p:nvSpPr>
          <p:spPr bwMode="auto">
            <a:xfrm>
              <a:off x="1314450" y="5456238"/>
              <a:ext cx="82550" cy="58738"/>
            </a:xfrm>
            <a:custGeom>
              <a:avLst/>
              <a:gdLst>
                <a:gd name="T0" fmla="*/ 57 w 58"/>
                <a:gd name="T1" fmla="*/ 31 h 40"/>
                <a:gd name="T2" fmla="*/ 58 w 58"/>
                <a:gd name="T3" fmla="*/ 28 h 40"/>
                <a:gd name="T4" fmla="*/ 51 w 58"/>
                <a:gd name="T5" fmla="*/ 26 h 40"/>
                <a:gd name="T6" fmla="*/ 52 w 58"/>
                <a:gd name="T7" fmla="*/ 24 h 40"/>
                <a:gd name="T8" fmla="*/ 41 w 58"/>
                <a:gd name="T9" fmla="*/ 4 h 40"/>
                <a:gd name="T10" fmla="*/ 25 w 58"/>
                <a:gd name="T11" fmla="*/ 16 h 40"/>
                <a:gd name="T12" fmla="*/ 11 w 58"/>
                <a:gd name="T13" fmla="*/ 11 h 40"/>
                <a:gd name="T14" fmla="*/ 22 w 58"/>
                <a:gd name="T15" fmla="*/ 5 h 40"/>
                <a:gd name="T16" fmla="*/ 22 w 58"/>
                <a:gd name="T17" fmla="*/ 2 h 40"/>
                <a:gd name="T18" fmla="*/ 9 w 58"/>
                <a:gd name="T19" fmla="*/ 0 h 40"/>
                <a:gd name="T20" fmla="*/ 9 w 58"/>
                <a:gd name="T21" fmla="*/ 2 h 40"/>
                <a:gd name="T22" fmla="*/ 10 w 58"/>
                <a:gd name="T23" fmla="*/ 4 h 40"/>
                <a:gd name="T24" fmla="*/ 7 w 58"/>
                <a:gd name="T25" fmla="*/ 9 h 40"/>
                <a:gd name="T26" fmla="*/ 1 w 58"/>
                <a:gd name="T27" fmla="*/ 7 h 40"/>
                <a:gd name="T28" fmla="*/ 0 w 58"/>
                <a:gd name="T29" fmla="*/ 10 h 40"/>
                <a:gd name="T30" fmla="*/ 6 w 58"/>
                <a:gd name="T31" fmla="*/ 13 h 40"/>
                <a:gd name="T32" fmla="*/ 6 w 58"/>
                <a:gd name="T33" fmla="*/ 14 h 40"/>
                <a:gd name="T34" fmla="*/ 16 w 58"/>
                <a:gd name="T35" fmla="*/ 33 h 40"/>
                <a:gd name="T36" fmla="*/ 31 w 58"/>
                <a:gd name="T37" fmla="*/ 22 h 40"/>
                <a:gd name="T38" fmla="*/ 47 w 58"/>
                <a:gd name="T39" fmla="*/ 28 h 40"/>
                <a:gd name="T40" fmla="*/ 33 w 58"/>
                <a:gd name="T41" fmla="*/ 34 h 40"/>
                <a:gd name="T42" fmla="*/ 33 w 58"/>
                <a:gd name="T43" fmla="*/ 37 h 40"/>
                <a:gd name="T44" fmla="*/ 49 w 58"/>
                <a:gd name="T45" fmla="*/ 40 h 40"/>
                <a:gd name="T46" fmla="*/ 49 w 58"/>
                <a:gd name="T47" fmla="*/ 38 h 40"/>
                <a:gd name="T48" fmla="*/ 48 w 58"/>
                <a:gd name="T49" fmla="*/ 35 h 40"/>
                <a:gd name="T50" fmla="*/ 50 w 58"/>
                <a:gd name="T51" fmla="*/ 29 h 40"/>
                <a:gd name="T52" fmla="*/ 57 w 58"/>
                <a:gd name="T53" fmla="*/ 31 h 40"/>
                <a:gd name="T54" fmla="*/ 15 w 58"/>
                <a:gd name="T55" fmla="*/ 25 h 40"/>
                <a:gd name="T56" fmla="*/ 9 w 58"/>
                <a:gd name="T57" fmla="*/ 15 h 40"/>
                <a:gd name="T58" fmla="*/ 10 w 58"/>
                <a:gd name="T59" fmla="*/ 14 h 40"/>
                <a:gd name="T60" fmla="*/ 23 w 58"/>
                <a:gd name="T61" fmla="*/ 19 h 40"/>
                <a:gd name="T62" fmla="*/ 15 w 58"/>
                <a:gd name="T63" fmla="*/ 25 h 40"/>
                <a:gd name="T64" fmla="*/ 48 w 58"/>
                <a:gd name="T65" fmla="*/ 23 h 40"/>
                <a:gd name="T66" fmla="*/ 48 w 58"/>
                <a:gd name="T67" fmla="*/ 24 h 40"/>
                <a:gd name="T68" fmla="*/ 33 w 58"/>
                <a:gd name="T69" fmla="*/ 19 h 40"/>
                <a:gd name="T70" fmla="*/ 42 w 58"/>
                <a:gd name="T71" fmla="*/ 11 h 40"/>
                <a:gd name="T72" fmla="*/ 48 w 58"/>
                <a:gd name="T73" fmla="*/ 2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8" h="40">
                  <a:moveTo>
                    <a:pt x="57" y="31"/>
                  </a:moveTo>
                  <a:cubicBezTo>
                    <a:pt x="58" y="28"/>
                    <a:pt x="58" y="28"/>
                    <a:pt x="58" y="28"/>
                  </a:cubicBezTo>
                  <a:cubicBezTo>
                    <a:pt x="51" y="26"/>
                    <a:pt x="51" y="26"/>
                    <a:pt x="51" y="26"/>
                  </a:cubicBezTo>
                  <a:cubicBezTo>
                    <a:pt x="52" y="25"/>
                    <a:pt x="52" y="24"/>
                    <a:pt x="52" y="24"/>
                  </a:cubicBezTo>
                  <a:cubicBezTo>
                    <a:pt x="54" y="13"/>
                    <a:pt x="49" y="5"/>
                    <a:pt x="41" y="4"/>
                  </a:cubicBezTo>
                  <a:cubicBezTo>
                    <a:pt x="32" y="2"/>
                    <a:pt x="28" y="9"/>
                    <a:pt x="25" y="16"/>
                  </a:cubicBezTo>
                  <a:cubicBezTo>
                    <a:pt x="11" y="11"/>
                    <a:pt x="11" y="11"/>
                    <a:pt x="11" y="11"/>
                  </a:cubicBezTo>
                  <a:cubicBezTo>
                    <a:pt x="12" y="8"/>
                    <a:pt x="15" y="6"/>
                    <a:pt x="22" y="5"/>
                  </a:cubicBezTo>
                  <a:cubicBezTo>
                    <a:pt x="22" y="2"/>
                    <a:pt x="22" y="2"/>
                    <a:pt x="22" y="2"/>
                  </a:cubicBezTo>
                  <a:cubicBezTo>
                    <a:pt x="9" y="0"/>
                    <a:pt x="9" y="0"/>
                    <a:pt x="9" y="0"/>
                  </a:cubicBezTo>
                  <a:cubicBezTo>
                    <a:pt x="9" y="2"/>
                    <a:pt x="9" y="2"/>
                    <a:pt x="9" y="2"/>
                  </a:cubicBezTo>
                  <a:cubicBezTo>
                    <a:pt x="9" y="3"/>
                    <a:pt x="10" y="3"/>
                    <a:pt x="10" y="4"/>
                  </a:cubicBezTo>
                  <a:cubicBezTo>
                    <a:pt x="9" y="5"/>
                    <a:pt x="8" y="7"/>
                    <a:pt x="7" y="9"/>
                  </a:cubicBezTo>
                  <a:cubicBezTo>
                    <a:pt x="1" y="7"/>
                    <a:pt x="1" y="7"/>
                    <a:pt x="1" y="7"/>
                  </a:cubicBezTo>
                  <a:cubicBezTo>
                    <a:pt x="0" y="10"/>
                    <a:pt x="0" y="10"/>
                    <a:pt x="0" y="10"/>
                  </a:cubicBezTo>
                  <a:cubicBezTo>
                    <a:pt x="6" y="13"/>
                    <a:pt x="6" y="13"/>
                    <a:pt x="6" y="13"/>
                  </a:cubicBezTo>
                  <a:cubicBezTo>
                    <a:pt x="6" y="13"/>
                    <a:pt x="6" y="14"/>
                    <a:pt x="6" y="14"/>
                  </a:cubicBezTo>
                  <a:cubicBezTo>
                    <a:pt x="4" y="25"/>
                    <a:pt x="9" y="31"/>
                    <a:pt x="16" y="33"/>
                  </a:cubicBezTo>
                  <a:cubicBezTo>
                    <a:pt x="24" y="34"/>
                    <a:pt x="28" y="30"/>
                    <a:pt x="31" y="22"/>
                  </a:cubicBezTo>
                  <a:cubicBezTo>
                    <a:pt x="47" y="28"/>
                    <a:pt x="47" y="28"/>
                    <a:pt x="47" y="28"/>
                  </a:cubicBezTo>
                  <a:cubicBezTo>
                    <a:pt x="44" y="32"/>
                    <a:pt x="40" y="34"/>
                    <a:pt x="33" y="34"/>
                  </a:cubicBezTo>
                  <a:cubicBezTo>
                    <a:pt x="33" y="37"/>
                    <a:pt x="33" y="37"/>
                    <a:pt x="33" y="37"/>
                  </a:cubicBezTo>
                  <a:cubicBezTo>
                    <a:pt x="49" y="40"/>
                    <a:pt x="49" y="40"/>
                    <a:pt x="49" y="40"/>
                  </a:cubicBezTo>
                  <a:cubicBezTo>
                    <a:pt x="49" y="38"/>
                    <a:pt x="49" y="38"/>
                    <a:pt x="49" y="38"/>
                  </a:cubicBezTo>
                  <a:cubicBezTo>
                    <a:pt x="48" y="37"/>
                    <a:pt x="48" y="36"/>
                    <a:pt x="48" y="35"/>
                  </a:cubicBezTo>
                  <a:cubicBezTo>
                    <a:pt x="48" y="34"/>
                    <a:pt x="49" y="32"/>
                    <a:pt x="50" y="29"/>
                  </a:cubicBezTo>
                  <a:lnTo>
                    <a:pt x="57" y="31"/>
                  </a:lnTo>
                  <a:close/>
                  <a:moveTo>
                    <a:pt x="15" y="25"/>
                  </a:moveTo>
                  <a:cubicBezTo>
                    <a:pt x="10" y="25"/>
                    <a:pt x="8" y="20"/>
                    <a:pt x="9" y="15"/>
                  </a:cubicBezTo>
                  <a:cubicBezTo>
                    <a:pt x="10" y="14"/>
                    <a:pt x="10" y="14"/>
                    <a:pt x="10" y="14"/>
                  </a:cubicBezTo>
                  <a:cubicBezTo>
                    <a:pt x="23" y="19"/>
                    <a:pt x="23" y="19"/>
                    <a:pt x="23" y="19"/>
                  </a:cubicBezTo>
                  <a:cubicBezTo>
                    <a:pt x="21" y="24"/>
                    <a:pt x="19" y="26"/>
                    <a:pt x="15" y="25"/>
                  </a:cubicBezTo>
                  <a:close/>
                  <a:moveTo>
                    <a:pt x="48" y="23"/>
                  </a:moveTo>
                  <a:cubicBezTo>
                    <a:pt x="48" y="24"/>
                    <a:pt x="48" y="24"/>
                    <a:pt x="48" y="24"/>
                  </a:cubicBezTo>
                  <a:cubicBezTo>
                    <a:pt x="33" y="19"/>
                    <a:pt x="33" y="19"/>
                    <a:pt x="33" y="19"/>
                  </a:cubicBezTo>
                  <a:cubicBezTo>
                    <a:pt x="36" y="12"/>
                    <a:pt x="38" y="10"/>
                    <a:pt x="42" y="11"/>
                  </a:cubicBezTo>
                  <a:cubicBezTo>
                    <a:pt x="47" y="12"/>
                    <a:pt x="49" y="16"/>
                    <a:pt x="48"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184"/>
            <p:cNvSpPr>
              <a:spLocks noEditPoints="1"/>
            </p:cNvSpPr>
            <p:nvPr/>
          </p:nvSpPr>
          <p:spPr bwMode="auto">
            <a:xfrm>
              <a:off x="1422400" y="5148263"/>
              <a:ext cx="58738" cy="82550"/>
            </a:xfrm>
            <a:custGeom>
              <a:avLst/>
              <a:gdLst>
                <a:gd name="T0" fmla="*/ 0 w 41"/>
                <a:gd name="T1" fmla="*/ 48 h 57"/>
                <a:gd name="T2" fmla="*/ 2 w 41"/>
                <a:gd name="T3" fmla="*/ 48 h 57"/>
                <a:gd name="T4" fmla="*/ 4 w 41"/>
                <a:gd name="T5" fmla="*/ 47 h 57"/>
                <a:gd name="T6" fmla="*/ 11 w 41"/>
                <a:gd name="T7" fmla="*/ 50 h 57"/>
                <a:gd name="T8" fmla="*/ 8 w 41"/>
                <a:gd name="T9" fmla="*/ 56 h 57"/>
                <a:gd name="T10" fmla="*/ 11 w 41"/>
                <a:gd name="T11" fmla="*/ 57 h 57"/>
                <a:gd name="T12" fmla="*/ 14 w 41"/>
                <a:gd name="T13" fmla="*/ 51 h 57"/>
                <a:gd name="T14" fmla="*/ 16 w 41"/>
                <a:gd name="T15" fmla="*/ 52 h 57"/>
                <a:gd name="T16" fmla="*/ 36 w 41"/>
                <a:gd name="T17" fmla="*/ 41 h 57"/>
                <a:gd name="T18" fmla="*/ 25 w 41"/>
                <a:gd name="T19" fmla="*/ 24 h 57"/>
                <a:gd name="T20" fmla="*/ 30 w 41"/>
                <a:gd name="T21" fmla="*/ 11 h 57"/>
                <a:gd name="T22" fmla="*/ 36 w 41"/>
                <a:gd name="T23" fmla="*/ 22 h 57"/>
                <a:gd name="T24" fmla="*/ 38 w 41"/>
                <a:gd name="T25" fmla="*/ 23 h 57"/>
                <a:gd name="T26" fmla="*/ 41 w 41"/>
                <a:gd name="T27" fmla="*/ 10 h 57"/>
                <a:gd name="T28" fmla="*/ 39 w 41"/>
                <a:gd name="T29" fmla="*/ 9 h 57"/>
                <a:gd name="T30" fmla="*/ 37 w 41"/>
                <a:gd name="T31" fmla="*/ 10 h 57"/>
                <a:gd name="T32" fmla="*/ 32 w 41"/>
                <a:gd name="T33" fmla="*/ 7 h 57"/>
                <a:gd name="T34" fmla="*/ 34 w 41"/>
                <a:gd name="T35" fmla="*/ 1 h 57"/>
                <a:gd name="T36" fmla="*/ 31 w 41"/>
                <a:gd name="T37" fmla="*/ 0 h 57"/>
                <a:gd name="T38" fmla="*/ 28 w 41"/>
                <a:gd name="T39" fmla="*/ 6 h 57"/>
                <a:gd name="T40" fmla="*/ 27 w 41"/>
                <a:gd name="T41" fmla="*/ 6 h 57"/>
                <a:gd name="T42" fmla="*/ 8 w 41"/>
                <a:gd name="T43" fmla="*/ 15 h 57"/>
                <a:gd name="T44" fmla="*/ 18 w 41"/>
                <a:gd name="T45" fmla="*/ 31 h 57"/>
                <a:gd name="T46" fmla="*/ 12 w 41"/>
                <a:gd name="T47" fmla="*/ 46 h 57"/>
                <a:gd name="T48" fmla="*/ 6 w 41"/>
                <a:gd name="T49" fmla="*/ 33 h 57"/>
                <a:gd name="T50" fmla="*/ 3 w 41"/>
                <a:gd name="T51" fmla="*/ 32 h 57"/>
                <a:gd name="T52" fmla="*/ 0 w 41"/>
                <a:gd name="T53" fmla="*/ 48 h 57"/>
                <a:gd name="T54" fmla="*/ 15 w 41"/>
                <a:gd name="T55" fmla="*/ 14 h 57"/>
                <a:gd name="T56" fmla="*/ 26 w 41"/>
                <a:gd name="T57" fmla="*/ 9 h 57"/>
                <a:gd name="T58" fmla="*/ 27 w 41"/>
                <a:gd name="T59" fmla="*/ 10 h 57"/>
                <a:gd name="T60" fmla="*/ 22 w 41"/>
                <a:gd name="T61" fmla="*/ 23 h 57"/>
                <a:gd name="T62" fmla="*/ 15 w 41"/>
                <a:gd name="T63" fmla="*/ 14 h 57"/>
                <a:gd name="T64" fmla="*/ 21 w 41"/>
                <a:gd name="T65" fmla="*/ 33 h 57"/>
                <a:gd name="T66" fmla="*/ 29 w 41"/>
                <a:gd name="T67" fmla="*/ 42 h 57"/>
                <a:gd name="T68" fmla="*/ 16 w 41"/>
                <a:gd name="T69" fmla="*/ 48 h 57"/>
                <a:gd name="T70" fmla="*/ 15 w 41"/>
                <a:gd name="T71" fmla="*/ 47 h 57"/>
                <a:gd name="T72" fmla="*/ 21 w 41"/>
                <a:gd name="T73" fmla="*/ 33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1" h="57">
                  <a:moveTo>
                    <a:pt x="0" y="48"/>
                  </a:moveTo>
                  <a:cubicBezTo>
                    <a:pt x="2" y="48"/>
                    <a:pt x="2" y="48"/>
                    <a:pt x="2" y="48"/>
                  </a:cubicBezTo>
                  <a:cubicBezTo>
                    <a:pt x="3" y="47"/>
                    <a:pt x="3" y="47"/>
                    <a:pt x="4" y="47"/>
                  </a:cubicBezTo>
                  <a:cubicBezTo>
                    <a:pt x="6" y="47"/>
                    <a:pt x="7" y="49"/>
                    <a:pt x="11" y="50"/>
                  </a:cubicBezTo>
                  <a:cubicBezTo>
                    <a:pt x="8" y="56"/>
                    <a:pt x="8" y="56"/>
                    <a:pt x="8" y="56"/>
                  </a:cubicBezTo>
                  <a:cubicBezTo>
                    <a:pt x="11" y="57"/>
                    <a:pt x="11" y="57"/>
                    <a:pt x="11" y="57"/>
                  </a:cubicBezTo>
                  <a:cubicBezTo>
                    <a:pt x="14" y="51"/>
                    <a:pt x="14" y="51"/>
                    <a:pt x="14" y="51"/>
                  </a:cubicBezTo>
                  <a:cubicBezTo>
                    <a:pt x="14" y="51"/>
                    <a:pt x="15" y="51"/>
                    <a:pt x="16" y="52"/>
                  </a:cubicBezTo>
                  <a:cubicBezTo>
                    <a:pt x="27" y="54"/>
                    <a:pt x="34" y="50"/>
                    <a:pt x="36" y="41"/>
                  </a:cubicBezTo>
                  <a:cubicBezTo>
                    <a:pt x="38" y="32"/>
                    <a:pt x="32" y="28"/>
                    <a:pt x="25" y="24"/>
                  </a:cubicBezTo>
                  <a:cubicBezTo>
                    <a:pt x="30" y="11"/>
                    <a:pt x="30" y="11"/>
                    <a:pt x="30" y="11"/>
                  </a:cubicBezTo>
                  <a:cubicBezTo>
                    <a:pt x="33" y="13"/>
                    <a:pt x="35" y="16"/>
                    <a:pt x="36" y="22"/>
                  </a:cubicBezTo>
                  <a:cubicBezTo>
                    <a:pt x="38" y="23"/>
                    <a:pt x="38" y="23"/>
                    <a:pt x="38" y="23"/>
                  </a:cubicBezTo>
                  <a:cubicBezTo>
                    <a:pt x="41" y="10"/>
                    <a:pt x="41" y="10"/>
                    <a:pt x="41" y="10"/>
                  </a:cubicBezTo>
                  <a:cubicBezTo>
                    <a:pt x="39" y="9"/>
                    <a:pt x="39" y="9"/>
                    <a:pt x="39" y="9"/>
                  </a:cubicBezTo>
                  <a:cubicBezTo>
                    <a:pt x="38" y="10"/>
                    <a:pt x="38" y="10"/>
                    <a:pt x="37" y="10"/>
                  </a:cubicBezTo>
                  <a:cubicBezTo>
                    <a:pt x="36" y="10"/>
                    <a:pt x="34" y="9"/>
                    <a:pt x="32" y="7"/>
                  </a:cubicBezTo>
                  <a:cubicBezTo>
                    <a:pt x="34" y="1"/>
                    <a:pt x="34" y="1"/>
                    <a:pt x="34" y="1"/>
                  </a:cubicBezTo>
                  <a:cubicBezTo>
                    <a:pt x="31" y="0"/>
                    <a:pt x="31" y="0"/>
                    <a:pt x="31" y="0"/>
                  </a:cubicBezTo>
                  <a:cubicBezTo>
                    <a:pt x="28" y="6"/>
                    <a:pt x="28" y="6"/>
                    <a:pt x="28" y="6"/>
                  </a:cubicBezTo>
                  <a:cubicBezTo>
                    <a:pt x="28" y="6"/>
                    <a:pt x="27" y="6"/>
                    <a:pt x="27" y="6"/>
                  </a:cubicBezTo>
                  <a:cubicBezTo>
                    <a:pt x="16" y="3"/>
                    <a:pt x="10" y="8"/>
                    <a:pt x="8" y="15"/>
                  </a:cubicBezTo>
                  <a:cubicBezTo>
                    <a:pt x="6" y="23"/>
                    <a:pt x="10" y="27"/>
                    <a:pt x="18" y="31"/>
                  </a:cubicBezTo>
                  <a:cubicBezTo>
                    <a:pt x="12" y="46"/>
                    <a:pt x="12" y="46"/>
                    <a:pt x="12" y="46"/>
                  </a:cubicBezTo>
                  <a:cubicBezTo>
                    <a:pt x="7" y="43"/>
                    <a:pt x="6" y="39"/>
                    <a:pt x="6" y="33"/>
                  </a:cubicBezTo>
                  <a:cubicBezTo>
                    <a:pt x="3" y="32"/>
                    <a:pt x="3" y="32"/>
                    <a:pt x="3" y="32"/>
                  </a:cubicBezTo>
                  <a:lnTo>
                    <a:pt x="0" y="48"/>
                  </a:lnTo>
                  <a:close/>
                  <a:moveTo>
                    <a:pt x="15" y="14"/>
                  </a:moveTo>
                  <a:cubicBezTo>
                    <a:pt x="16" y="10"/>
                    <a:pt x="21" y="8"/>
                    <a:pt x="26" y="9"/>
                  </a:cubicBezTo>
                  <a:cubicBezTo>
                    <a:pt x="27" y="10"/>
                    <a:pt x="27" y="10"/>
                    <a:pt x="27" y="10"/>
                  </a:cubicBezTo>
                  <a:cubicBezTo>
                    <a:pt x="22" y="23"/>
                    <a:pt x="22" y="23"/>
                    <a:pt x="22" y="23"/>
                  </a:cubicBezTo>
                  <a:cubicBezTo>
                    <a:pt x="17" y="20"/>
                    <a:pt x="14" y="18"/>
                    <a:pt x="15" y="14"/>
                  </a:cubicBezTo>
                  <a:close/>
                  <a:moveTo>
                    <a:pt x="21" y="33"/>
                  </a:moveTo>
                  <a:cubicBezTo>
                    <a:pt x="28" y="36"/>
                    <a:pt x="30" y="38"/>
                    <a:pt x="29" y="42"/>
                  </a:cubicBezTo>
                  <a:cubicBezTo>
                    <a:pt x="28" y="47"/>
                    <a:pt x="23" y="49"/>
                    <a:pt x="16" y="48"/>
                  </a:cubicBezTo>
                  <a:cubicBezTo>
                    <a:pt x="15" y="47"/>
                    <a:pt x="15" y="47"/>
                    <a:pt x="15" y="47"/>
                  </a:cubicBezTo>
                  <a:lnTo>
                    <a:pt x="21"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185"/>
            <p:cNvSpPr>
              <a:spLocks/>
            </p:cNvSpPr>
            <p:nvPr/>
          </p:nvSpPr>
          <p:spPr bwMode="auto">
            <a:xfrm>
              <a:off x="1227137" y="5838826"/>
              <a:ext cx="198438" cy="358775"/>
            </a:xfrm>
            <a:custGeom>
              <a:avLst/>
              <a:gdLst>
                <a:gd name="T0" fmla="*/ 66 w 137"/>
                <a:gd name="T1" fmla="*/ 232 h 248"/>
                <a:gd name="T2" fmla="*/ 66 w 137"/>
                <a:gd name="T3" fmla="*/ 112 h 248"/>
                <a:gd name="T4" fmla="*/ 72 w 137"/>
                <a:gd name="T5" fmla="*/ 112 h 248"/>
                <a:gd name="T6" fmla="*/ 72 w 137"/>
                <a:gd name="T7" fmla="*/ 232 h 248"/>
                <a:gd name="T8" fmla="*/ 88 w 137"/>
                <a:gd name="T9" fmla="*/ 248 h 248"/>
                <a:gd name="T10" fmla="*/ 105 w 137"/>
                <a:gd name="T11" fmla="*/ 232 h 248"/>
                <a:gd name="T12" fmla="*/ 105 w 137"/>
                <a:gd name="T13" fmla="*/ 101 h 248"/>
                <a:gd name="T14" fmla="*/ 105 w 137"/>
                <a:gd name="T15" fmla="*/ 76 h 248"/>
                <a:gd name="T16" fmla="*/ 105 w 137"/>
                <a:gd name="T17" fmla="*/ 30 h 248"/>
                <a:gd name="T18" fmla="*/ 114 w 137"/>
                <a:gd name="T19" fmla="*/ 116 h 248"/>
                <a:gd name="T20" fmla="*/ 123 w 137"/>
                <a:gd name="T21" fmla="*/ 126 h 248"/>
                <a:gd name="T22" fmla="*/ 124 w 137"/>
                <a:gd name="T23" fmla="*/ 126 h 248"/>
                <a:gd name="T24" fmla="*/ 134 w 137"/>
                <a:gd name="T25" fmla="*/ 117 h 248"/>
                <a:gd name="T26" fmla="*/ 113 w 137"/>
                <a:gd name="T27" fmla="*/ 8 h 248"/>
                <a:gd name="T28" fmla="*/ 94 w 137"/>
                <a:gd name="T29" fmla="*/ 0 h 248"/>
                <a:gd name="T30" fmla="*/ 43 w 137"/>
                <a:gd name="T31" fmla="*/ 0 h 248"/>
                <a:gd name="T32" fmla="*/ 24 w 137"/>
                <a:gd name="T33" fmla="*/ 8 h 248"/>
                <a:gd name="T34" fmla="*/ 3 w 137"/>
                <a:gd name="T35" fmla="*/ 117 h 248"/>
                <a:gd name="T36" fmla="*/ 13 w 137"/>
                <a:gd name="T37" fmla="*/ 126 h 248"/>
                <a:gd name="T38" fmla="*/ 14 w 137"/>
                <a:gd name="T39" fmla="*/ 126 h 248"/>
                <a:gd name="T40" fmla="*/ 23 w 137"/>
                <a:gd name="T41" fmla="*/ 116 h 248"/>
                <a:gd name="T42" fmla="*/ 33 w 137"/>
                <a:gd name="T43" fmla="*/ 30 h 248"/>
                <a:gd name="T44" fmla="*/ 33 w 137"/>
                <a:gd name="T45" fmla="*/ 76 h 248"/>
                <a:gd name="T46" fmla="*/ 33 w 137"/>
                <a:gd name="T47" fmla="*/ 101 h 248"/>
                <a:gd name="T48" fmla="*/ 33 w 137"/>
                <a:gd name="T49" fmla="*/ 232 h 248"/>
                <a:gd name="T50" fmla="*/ 49 w 137"/>
                <a:gd name="T51" fmla="*/ 248 h 248"/>
                <a:gd name="T52" fmla="*/ 66 w 137"/>
                <a:gd name="T53" fmla="*/ 232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7" h="248">
                  <a:moveTo>
                    <a:pt x="66" y="232"/>
                  </a:moveTo>
                  <a:cubicBezTo>
                    <a:pt x="66" y="112"/>
                    <a:pt x="66" y="112"/>
                    <a:pt x="66" y="112"/>
                  </a:cubicBezTo>
                  <a:cubicBezTo>
                    <a:pt x="72" y="112"/>
                    <a:pt x="72" y="112"/>
                    <a:pt x="72" y="112"/>
                  </a:cubicBezTo>
                  <a:cubicBezTo>
                    <a:pt x="72" y="232"/>
                    <a:pt x="72" y="232"/>
                    <a:pt x="72" y="232"/>
                  </a:cubicBezTo>
                  <a:cubicBezTo>
                    <a:pt x="72" y="241"/>
                    <a:pt x="79" y="248"/>
                    <a:pt x="88" y="248"/>
                  </a:cubicBezTo>
                  <a:cubicBezTo>
                    <a:pt x="97" y="248"/>
                    <a:pt x="105" y="241"/>
                    <a:pt x="105" y="232"/>
                  </a:cubicBezTo>
                  <a:cubicBezTo>
                    <a:pt x="105" y="101"/>
                    <a:pt x="105" y="101"/>
                    <a:pt x="105" y="101"/>
                  </a:cubicBezTo>
                  <a:cubicBezTo>
                    <a:pt x="105" y="76"/>
                    <a:pt x="105" y="76"/>
                    <a:pt x="105" y="76"/>
                  </a:cubicBezTo>
                  <a:cubicBezTo>
                    <a:pt x="105" y="30"/>
                    <a:pt x="105" y="30"/>
                    <a:pt x="105" y="30"/>
                  </a:cubicBezTo>
                  <a:cubicBezTo>
                    <a:pt x="110" y="41"/>
                    <a:pt x="117" y="65"/>
                    <a:pt x="114" y="116"/>
                  </a:cubicBezTo>
                  <a:cubicBezTo>
                    <a:pt x="114" y="121"/>
                    <a:pt x="118" y="126"/>
                    <a:pt x="123" y="126"/>
                  </a:cubicBezTo>
                  <a:cubicBezTo>
                    <a:pt x="123" y="126"/>
                    <a:pt x="124" y="126"/>
                    <a:pt x="124" y="126"/>
                  </a:cubicBezTo>
                  <a:cubicBezTo>
                    <a:pt x="129" y="126"/>
                    <a:pt x="134" y="122"/>
                    <a:pt x="134" y="117"/>
                  </a:cubicBezTo>
                  <a:cubicBezTo>
                    <a:pt x="137" y="61"/>
                    <a:pt x="130" y="24"/>
                    <a:pt x="113" y="8"/>
                  </a:cubicBezTo>
                  <a:cubicBezTo>
                    <a:pt x="105" y="0"/>
                    <a:pt x="96" y="0"/>
                    <a:pt x="94" y="0"/>
                  </a:cubicBezTo>
                  <a:cubicBezTo>
                    <a:pt x="43" y="0"/>
                    <a:pt x="43" y="0"/>
                    <a:pt x="43" y="0"/>
                  </a:cubicBezTo>
                  <a:cubicBezTo>
                    <a:pt x="41" y="0"/>
                    <a:pt x="33" y="0"/>
                    <a:pt x="24" y="8"/>
                  </a:cubicBezTo>
                  <a:cubicBezTo>
                    <a:pt x="7" y="24"/>
                    <a:pt x="0" y="61"/>
                    <a:pt x="3" y="117"/>
                  </a:cubicBezTo>
                  <a:cubicBezTo>
                    <a:pt x="4" y="122"/>
                    <a:pt x="8" y="126"/>
                    <a:pt x="13" y="126"/>
                  </a:cubicBezTo>
                  <a:cubicBezTo>
                    <a:pt x="14" y="126"/>
                    <a:pt x="14" y="126"/>
                    <a:pt x="14" y="126"/>
                  </a:cubicBezTo>
                  <a:cubicBezTo>
                    <a:pt x="19" y="126"/>
                    <a:pt x="24" y="121"/>
                    <a:pt x="23" y="116"/>
                  </a:cubicBezTo>
                  <a:cubicBezTo>
                    <a:pt x="20" y="65"/>
                    <a:pt x="27" y="41"/>
                    <a:pt x="33" y="30"/>
                  </a:cubicBezTo>
                  <a:cubicBezTo>
                    <a:pt x="33" y="76"/>
                    <a:pt x="33" y="76"/>
                    <a:pt x="33" y="76"/>
                  </a:cubicBezTo>
                  <a:cubicBezTo>
                    <a:pt x="33" y="101"/>
                    <a:pt x="33" y="101"/>
                    <a:pt x="33" y="101"/>
                  </a:cubicBezTo>
                  <a:cubicBezTo>
                    <a:pt x="33" y="232"/>
                    <a:pt x="33" y="232"/>
                    <a:pt x="33" y="232"/>
                  </a:cubicBezTo>
                  <a:cubicBezTo>
                    <a:pt x="33" y="241"/>
                    <a:pt x="40" y="248"/>
                    <a:pt x="49" y="248"/>
                  </a:cubicBezTo>
                  <a:cubicBezTo>
                    <a:pt x="58" y="248"/>
                    <a:pt x="66" y="241"/>
                    <a:pt x="66" y="2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Oval 186"/>
            <p:cNvSpPr>
              <a:spLocks noChangeArrowheads="1"/>
            </p:cNvSpPr>
            <p:nvPr/>
          </p:nvSpPr>
          <p:spPr bwMode="auto">
            <a:xfrm>
              <a:off x="1282700" y="5741988"/>
              <a:ext cx="87313" cy="857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187"/>
            <p:cNvSpPr>
              <a:spLocks/>
            </p:cNvSpPr>
            <p:nvPr/>
          </p:nvSpPr>
          <p:spPr bwMode="auto">
            <a:xfrm>
              <a:off x="1435100" y="5838826"/>
              <a:ext cx="198438" cy="358775"/>
            </a:xfrm>
            <a:custGeom>
              <a:avLst/>
              <a:gdLst>
                <a:gd name="T0" fmla="*/ 124 w 137"/>
                <a:gd name="T1" fmla="*/ 126 h 248"/>
                <a:gd name="T2" fmla="*/ 134 w 137"/>
                <a:gd name="T3" fmla="*/ 117 h 248"/>
                <a:gd name="T4" fmla="*/ 113 w 137"/>
                <a:gd name="T5" fmla="*/ 8 h 248"/>
                <a:gd name="T6" fmla="*/ 94 w 137"/>
                <a:gd name="T7" fmla="*/ 0 h 248"/>
                <a:gd name="T8" fmla="*/ 43 w 137"/>
                <a:gd name="T9" fmla="*/ 0 h 248"/>
                <a:gd name="T10" fmla="*/ 24 w 137"/>
                <a:gd name="T11" fmla="*/ 8 h 248"/>
                <a:gd name="T12" fmla="*/ 3 w 137"/>
                <a:gd name="T13" fmla="*/ 117 h 248"/>
                <a:gd name="T14" fmla="*/ 13 w 137"/>
                <a:gd name="T15" fmla="*/ 126 h 248"/>
                <a:gd name="T16" fmla="*/ 14 w 137"/>
                <a:gd name="T17" fmla="*/ 126 h 248"/>
                <a:gd name="T18" fmla="*/ 23 w 137"/>
                <a:gd name="T19" fmla="*/ 116 h 248"/>
                <a:gd name="T20" fmla="*/ 33 w 137"/>
                <a:gd name="T21" fmla="*/ 30 h 248"/>
                <a:gd name="T22" fmla="*/ 33 w 137"/>
                <a:gd name="T23" fmla="*/ 76 h 248"/>
                <a:gd name="T24" fmla="*/ 33 w 137"/>
                <a:gd name="T25" fmla="*/ 101 h 248"/>
                <a:gd name="T26" fmla="*/ 33 w 137"/>
                <a:gd name="T27" fmla="*/ 232 h 248"/>
                <a:gd name="T28" fmla="*/ 49 w 137"/>
                <a:gd name="T29" fmla="*/ 248 h 248"/>
                <a:gd name="T30" fmla="*/ 66 w 137"/>
                <a:gd name="T31" fmla="*/ 232 h 248"/>
                <a:gd name="T32" fmla="*/ 66 w 137"/>
                <a:gd name="T33" fmla="*/ 112 h 248"/>
                <a:gd name="T34" fmla="*/ 72 w 137"/>
                <a:gd name="T35" fmla="*/ 112 h 248"/>
                <a:gd name="T36" fmla="*/ 72 w 137"/>
                <a:gd name="T37" fmla="*/ 232 h 248"/>
                <a:gd name="T38" fmla="*/ 88 w 137"/>
                <a:gd name="T39" fmla="*/ 248 h 248"/>
                <a:gd name="T40" fmla="*/ 105 w 137"/>
                <a:gd name="T41" fmla="*/ 232 h 248"/>
                <a:gd name="T42" fmla="*/ 105 w 137"/>
                <a:gd name="T43" fmla="*/ 101 h 248"/>
                <a:gd name="T44" fmla="*/ 105 w 137"/>
                <a:gd name="T45" fmla="*/ 76 h 248"/>
                <a:gd name="T46" fmla="*/ 105 w 137"/>
                <a:gd name="T47" fmla="*/ 30 h 248"/>
                <a:gd name="T48" fmla="*/ 114 w 137"/>
                <a:gd name="T49" fmla="*/ 116 h 248"/>
                <a:gd name="T50" fmla="*/ 123 w 137"/>
                <a:gd name="T51" fmla="*/ 126 h 248"/>
                <a:gd name="T52" fmla="*/ 124 w 137"/>
                <a:gd name="T53" fmla="*/ 126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7" h="248">
                  <a:moveTo>
                    <a:pt x="124" y="126"/>
                  </a:moveTo>
                  <a:cubicBezTo>
                    <a:pt x="129" y="126"/>
                    <a:pt x="134" y="122"/>
                    <a:pt x="134" y="117"/>
                  </a:cubicBezTo>
                  <a:cubicBezTo>
                    <a:pt x="137" y="61"/>
                    <a:pt x="130" y="24"/>
                    <a:pt x="113" y="8"/>
                  </a:cubicBezTo>
                  <a:cubicBezTo>
                    <a:pt x="105" y="0"/>
                    <a:pt x="96" y="0"/>
                    <a:pt x="94" y="0"/>
                  </a:cubicBezTo>
                  <a:cubicBezTo>
                    <a:pt x="43" y="0"/>
                    <a:pt x="43" y="0"/>
                    <a:pt x="43" y="0"/>
                  </a:cubicBezTo>
                  <a:cubicBezTo>
                    <a:pt x="41" y="0"/>
                    <a:pt x="33" y="0"/>
                    <a:pt x="24" y="8"/>
                  </a:cubicBezTo>
                  <a:cubicBezTo>
                    <a:pt x="7" y="24"/>
                    <a:pt x="0" y="61"/>
                    <a:pt x="3" y="117"/>
                  </a:cubicBezTo>
                  <a:cubicBezTo>
                    <a:pt x="4" y="122"/>
                    <a:pt x="8" y="126"/>
                    <a:pt x="13" y="126"/>
                  </a:cubicBezTo>
                  <a:cubicBezTo>
                    <a:pt x="14" y="126"/>
                    <a:pt x="14" y="126"/>
                    <a:pt x="14" y="126"/>
                  </a:cubicBezTo>
                  <a:cubicBezTo>
                    <a:pt x="19" y="126"/>
                    <a:pt x="24" y="121"/>
                    <a:pt x="23" y="116"/>
                  </a:cubicBezTo>
                  <a:cubicBezTo>
                    <a:pt x="20" y="65"/>
                    <a:pt x="27" y="41"/>
                    <a:pt x="33" y="30"/>
                  </a:cubicBezTo>
                  <a:cubicBezTo>
                    <a:pt x="33" y="76"/>
                    <a:pt x="33" y="76"/>
                    <a:pt x="33" y="76"/>
                  </a:cubicBezTo>
                  <a:cubicBezTo>
                    <a:pt x="33" y="101"/>
                    <a:pt x="33" y="101"/>
                    <a:pt x="33" y="101"/>
                  </a:cubicBezTo>
                  <a:cubicBezTo>
                    <a:pt x="33" y="232"/>
                    <a:pt x="33" y="232"/>
                    <a:pt x="33" y="232"/>
                  </a:cubicBezTo>
                  <a:cubicBezTo>
                    <a:pt x="33" y="241"/>
                    <a:pt x="40" y="248"/>
                    <a:pt x="49" y="248"/>
                  </a:cubicBezTo>
                  <a:cubicBezTo>
                    <a:pt x="58" y="248"/>
                    <a:pt x="66" y="241"/>
                    <a:pt x="66" y="232"/>
                  </a:cubicBezTo>
                  <a:cubicBezTo>
                    <a:pt x="66" y="112"/>
                    <a:pt x="66" y="112"/>
                    <a:pt x="66" y="112"/>
                  </a:cubicBezTo>
                  <a:cubicBezTo>
                    <a:pt x="72" y="112"/>
                    <a:pt x="72" y="112"/>
                    <a:pt x="72" y="112"/>
                  </a:cubicBezTo>
                  <a:cubicBezTo>
                    <a:pt x="72" y="232"/>
                    <a:pt x="72" y="232"/>
                    <a:pt x="72" y="232"/>
                  </a:cubicBezTo>
                  <a:cubicBezTo>
                    <a:pt x="72" y="241"/>
                    <a:pt x="79" y="248"/>
                    <a:pt x="88" y="248"/>
                  </a:cubicBezTo>
                  <a:cubicBezTo>
                    <a:pt x="97" y="248"/>
                    <a:pt x="105" y="241"/>
                    <a:pt x="105" y="232"/>
                  </a:cubicBezTo>
                  <a:cubicBezTo>
                    <a:pt x="105" y="101"/>
                    <a:pt x="105" y="101"/>
                    <a:pt x="105" y="101"/>
                  </a:cubicBezTo>
                  <a:cubicBezTo>
                    <a:pt x="105" y="76"/>
                    <a:pt x="105" y="76"/>
                    <a:pt x="105" y="76"/>
                  </a:cubicBezTo>
                  <a:cubicBezTo>
                    <a:pt x="105" y="30"/>
                    <a:pt x="105" y="30"/>
                    <a:pt x="105" y="30"/>
                  </a:cubicBezTo>
                  <a:cubicBezTo>
                    <a:pt x="110" y="41"/>
                    <a:pt x="117" y="65"/>
                    <a:pt x="114" y="116"/>
                  </a:cubicBezTo>
                  <a:cubicBezTo>
                    <a:pt x="114" y="121"/>
                    <a:pt x="118" y="126"/>
                    <a:pt x="123" y="126"/>
                  </a:cubicBezTo>
                  <a:cubicBezTo>
                    <a:pt x="123" y="126"/>
                    <a:pt x="124" y="126"/>
                    <a:pt x="124" y="1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Oval 188"/>
            <p:cNvSpPr>
              <a:spLocks noChangeArrowheads="1"/>
            </p:cNvSpPr>
            <p:nvPr/>
          </p:nvSpPr>
          <p:spPr bwMode="auto">
            <a:xfrm>
              <a:off x="1492250" y="5741988"/>
              <a:ext cx="85725" cy="857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189"/>
            <p:cNvSpPr>
              <a:spLocks/>
            </p:cNvSpPr>
            <p:nvPr/>
          </p:nvSpPr>
          <p:spPr bwMode="auto">
            <a:xfrm>
              <a:off x="1643062" y="5838826"/>
              <a:ext cx="198438" cy="358775"/>
            </a:xfrm>
            <a:custGeom>
              <a:avLst/>
              <a:gdLst>
                <a:gd name="T0" fmla="*/ 124 w 137"/>
                <a:gd name="T1" fmla="*/ 126 h 248"/>
                <a:gd name="T2" fmla="*/ 134 w 137"/>
                <a:gd name="T3" fmla="*/ 117 h 248"/>
                <a:gd name="T4" fmla="*/ 113 w 137"/>
                <a:gd name="T5" fmla="*/ 8 h 248"/>
                <a:gd name="T6" fmla="*/ 94 w 137"/>
                <a:gd name="T7" fmla="*/ 0 h 248"/>
                <a:gd name="T8" fmla="*/ 43 w 137"/>
                <a:gd name="T9" fmla="*/ 0 h 248"/>
                <a:gd name="T10" fmla="*/ 24 w 137"/>
                <a:gd name="T11" fmla="*/ 8 h 248"/>
                <a:gd name="T12" fmla="*/ 3 w 137"/>
                <a:gd name="T13" fmla="*/ 117 h 248"/>
                <a:gd name="T14" fmla="*/ 13 w 137"/>
                <a:gd name="T15" fmla="*/ 126 h 248"/>
                <a:gd name="T16" fmla="*/ 14 w 137"/>
                <a:gd name="T17" fmla="*/ 126 h 248"/>
                <a:gd name="T18" fmla="*/ 23 w 137"/>
                <a:gd name="T19" fmla="*/ 116 h 248"/>
                <a:gd name="T20" fmla="*/ 33 w 137"/>
                <a:gd name="T21" fmla="*/ 30 h 248"/>
                <a:gd name="T22" fmla="*/ 33 w 137"/>
                <a:gd name="T23" fmla="*/ 76 h 248"/>
                <a:gd name="T24" fmla="*/ 33 w 137"/>
                <a:gd name="T25" fmla="*/ 101 h 248"/>
                <a:gd name="T26" fmla="*/ 33 w 137"/>
                <a:gd name="T27" fmla="*/ 232 h 248"/>
                <a:gd name="T28" fmla="*/ 49 w 137"/>
                <a:gd name="T29" fmla="*/ 248 h 248"/>
                <a:gd name="T30" fmla="*/ 66 w 137"/>
                <a:gd name="T31" fmla="*/ 232 h 248"/>
                <a:gd name="T32" fmla="*/ 66 w 137"/>
                <a:gd name="T33" fmla="*/ 112 h 248"/>
                <a:gd name="T34" fmla="*/ 72 w 137"/>
                <a:gd name="T35" fmla="*/ 112 h 248"/>
                <a:gd name="T36" fmla="*/ 72 w 137"/>
                <a:gd name="T37" fmla="*/ 232 h 248"/>
                <a:gd name="T38" fmla="*/ 88 w 137"/>
                <a:gd name="T39" fmla="*/ 248 h 248"/>
                <a:gd name="T40" fmla="*/ 105 w 137"/>
                <a:gd name="T41" fmla="*/ 232 h 248"/>
                <a:gd name="T42" fmla="*/ 105 w 137"/>
                <a:gd name="T43" fmla="*/ 101 h 248"/>
                <a:gd name="T44" fmla="*/ 105 w 137"/>
                <a:gd name="T45" fmla="*/ 76 h 248"/>
                <a:gd name="T46" fmla="*/ 105 w 137"/>
                <a:gd name="T47" fmla="*/ 30 h 248"/>
                <a:gd name="T48" fmla="*/ 114 w 137"/>
                <a:gd name="T49" fmla="*/ 116 h 248"/>
                <a:gd name="T50" fmla="*/ 123 w 137"/>
                <a:gd name="T51" fmla="*/ 126 h 248"/>
                <a:gd name="T52" fmla="*/ 124 w 137"/>
                <a:gd name="T53" fmla="*/ 126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7" h="248">
                  <a:moveTo>
                    <a:pt x="124" y="126"/>
                  </a:moveTo>
                  <a:cubicBezTo>
                    <a:pt x="129" y="126"/>
                    <a:pt x="134" y="122"/>
                    <a:pt x="134" y="117"/>
                  </a:cubicBezTo>
                  <a:cubicBezTo>
                    <a:pt x="137" y="61"/>
                    <a:pt x="130" y="24"/>
                    <a:pt x="113" y="8"/>
                  </a:cubicBezTo>
                  <a:cubicBezTo>
                    <a:pt x="105" y="0"/>
                    <a:pt x="96" y="0"/>
                    <a:pt x="94" y="0"/>
                  </a:cubicBezTo>
                  <a:cubicBezTo>
                    <a:pt x="43" y="0"/>
                    <a:pt x="43" y="0"/>
                    <a:pt x="43" y="0"/>
                  </a:cubicBezTo>
                  <a:cubicBezTo>
                    <a:pt x="41" y="0"/>
                    <a:pt x="33" y="0"/>
                    <a:pt x="24" y="8"/>
                  </a:cubicBezTo>
                  <a:cubicBezTo>
                    <a:pt x="7" y="24"/>
                    <a:pt x="0" y="61"/>
                    <a:pt x="3" y="117"/>
                  </a:cubicBezTo>
                  <a:cubicBezTo>
                    <a:pt x="4" y="122"/>
                    <a:pt x="8" y="126"/>
                    <a:pt x="13" y="126"/>
                  </a:cubicBezTo>
                  <a:cubicBezTo>
                    <a:pt x="14" y="126"/>
                    <a:pt x="14" y="126"/>
                    <a:pt x="14" y="126"/>
                  </a:cubicBezTo>
                  <a:cubicBezTo>
                    <a:pt x="19" y="126"/>
                    <a:pt x="24" y="121"/>
                    <a:pt x="23" y="116"/>
                  </a:cubicBezTo>
                  <a:cubicBezTo>
                    <a:pt x="20" y="65"/>
                    <a:pt x="27" y="41"/>
                    <a:pt x="33" y="30"/>
                  </a:cubicBezTo>
                  <a:cubicBezTo>
                    <a:pt x="33" y="76"/>
                    <a:pt x="33" y="76"/>
                    <a:pt x="33" y="76"/>
                  </a:cubicBezTo>
                  <a:cubicBezTo>
                    <a:pt x="33" y="101"/>
                    <a:pt x="33" y="101"/>
                    <a:pt x="33" y="101"/>
                  </a:cubicBezTo>
                  <a:cubicBezTo>
                    <a:pt x="33" y="232"/>
                    <a:pt x="33" y="232"/>
                    <a:pt x="33" y="232"/>
                  </a:cubicBezTo>
                  <a:cubicBezTo>
                    <a:pt x="33" y="241"/>
                    <a:pt x="40" y="248"/>
                    <a:pt x="49" y="248"/>
                  </a:cubicBezTo>
                  <a:cubicBezTo>
                    <a:pt x="58" y="248"/>
                    <a:pt x="66" y="241"/>
                    <a:pt x="66" y="232"/>
                  </a:cubicBezTo>
                  <a:cubicBezTo>
                    <a:pt x="66" y="112"/>
                    <a:pt x="66" y="112"/>
                    <a:pt x="66" y="112"/>
                  </a:cubicBezTo>
                  <a:cubicBezTo>
                    <a:pt x="72" y="112"/>
                    <a:pt x="72" y="112"/>
                    <a:pt x="72" y="112"/>
                  </a:cubicBezTo>
                  <a:cubicBezTo>
                    <a:pt x="72" y="232"/>
                    <a:pt x="72" y="232"/>
                    <a:pt x="72" y="232"/>
                  </a:cubicBezTo>
                  <a:cubicBezTo>
                    <a:pt x="72" y="241"/>
                    <a:pt x="79" y="248"/>
                    <a:pt x="88" y="248"/>
                  </a:cubicBezTo>
                  <a:cubicBezTo>
                    <a:pt x="97" y="248"/>
                    <a:pt x="105" y="241"/>
                    <a:pt x="105" y="232"/>
                  </a:cubicBezTo>
                  <a:cubicBezTo>
                    <a:pt x="105" y="101"/>
                    <a:pt x="105" y="101"/>
                    <a:pt x="105" y="101"/>
                  </a:cubicBezTo>
                  <a:cubicBezTo>
                    <a:pt x="105" y="76"/>
                    <a:pt x="105" y="76"/>
                    <a:pt x="105" y="76"/>
                  </a:cubicBezTo>
                  <a:cubicBezTo>
                    <a:pt x="105" y="30"/>
                    <a:pt x="105" y="30"/>
                    <a:pt x="105" y="30"/>
                  </a:cubicBezTo>
                  <a:cubicBezTo>
                    <a:pt x="110" y="41"/>
                    <a:pt x="117" y="65"/>
                    <a:pt x="114" y="116"/>
                  </a:cubicBezTo>
                  <a:cubicBezTo>
                    <a:pt x="114" y="121"/>
                    <a:pt x="118" y="126"/>
                    <a:pt x="123" y="126"/>
                  </a:cubicBezTo>
                  <a:cubicBezTo>
                    <a:pt x="123" y="126"/>
                    <a:pt x="124" y="126"/>
                    <a:pt x="124" y="1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Oval 190"/>
            <p:cNvSpPr>
              <a:spLocks noChangeArrowheads="1"/>
            </p:cNvSpPr>
            <p:nvPr/>
          </p:nvSpPr>
          <p:spPr bwMode="auto">
            <a:xfrm>
              <a:off x="1700212" y="5741988"/>
              <a:ext cx="87313" cy="857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5" name="组合 104"/>
          <p:cNvGrpSpPr/>
          <p:nvPr/>
        </p:nvGrpSpPr>
        <p:grpSpPr>
          <a:xfrm>
            <a:off x="2400300" y="4699001"/>
            <a:ext cx="1600200" cy="1504950"/>
            <a:chOff x="2400300" y="4699001"/>
            <a:chExt cx="1600200" cy="1504950"/>
          </a:xfrm>
          <a:solidFill>
            <a:schemeClr val="tx1">
              <a:lumMod val="65000"/>
              <a:lumOff val="35000"/>
            </a:schemeClr>
          </a:solidFill>
        </p:grpSpPr>
        <p:sp>
          <p:nvSpPr>
            <p:cNvPr id="106" name="Freeform 191"/>
            <p:cNvSpPr>
              <a:spLocks/>
            </p:cNvSpPr>
            <p:nvPr/>
          </p:nvSpPr>
          <p:spPr bwMode="auto">
            <a:xfrm>
              <a:off x="2981325" y="5056188"/>
              <a:ext cx="282575" cy="284163"/>
            </a:xfrm>
            <a:custGeom>
              <a:avLst/>
              <a:gdLst>
                <a:gd name="T0" fmla="*/ 80 w 196"/>
                <a:gd name="T1" fmla="*/ 186 h 196"/>
                <a:gd name="T2" fmla="*/ 186 w 196"/>
                <a:gd name="T3" fmla="*/ 116 h 196"/>
                <a:gd name="T4" fmla="*/ 116 w 196"/>
                <a:gd name="T5" fmla="*/ 10 h 196"/>
                <a:gd name="T6" fmla="*/ 10 w 196"/>
                <a:gd name="T7" fmla="*/ 80 h 196"/>
                <a:gd name="T8" fmla="*/ 80 w 196"/>
                <a:gd name="T9" fmla="*/ 186 h 196"/>
              </a:gdLst>
              <a:ahLst/>
              <a:cxnLst>
                <a:cxn ang="0">
                  <a:pos x="T0" y="T1"/>
                </a:cxn>
                <a:cxn ang="0">
                  <a:pos x="T2" y="T3"/>
                </a:cxn>
                <a:cxn ang="0">
                  <a:pos x="T4" y="T5"/>
                </a:cxn>
                <a:cxn ang="0">
                  <a:pos x="T6" y="T7"/>
                </a:cxn>
                <a:cxn ang="0">
                  <a:pos x="T8" y="T9"/>
                </a:cxn>
              </a:cxnLst>
              <a:rect l="0" t="0" r="r" b="b"/>
              <a:pathLst>
                <a:path w="196" h="196">
                  <a:moveTo>
                    <a:pt x="80" y="186"/>
                  </a:moveTo>
                  <a:cubicBezTo>
                    <a:pt x="128" y="196"/>
                    <a:pt x="176" y="165"/>
                    <a:pt x="186" y="116"/>
                  </a:cubicBezTo>
                  <a:cubicBezTo>
                    <a:pt x="196" y="67"/>
                    <a:pt x="165" y="20"/>
                    <a:pt x="116" y="10"/>
                  </a:cubicBezTo>
                  <a:cubicBezTo>
                    <a:pt x="67" y="0"/>
                    <a:pt x="20" y="31"/>
                    <a:pt x="10" y="80"/>
                  </a:cubicBezTo>
                  <a:cubicBezTo>
                    <a:pt x="0" y="128"/>
                    <a:pt x="31" y="176"/>
                    <a:pt x="80" y="1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192"/>
            <p:cNvSpPr>
              <a:spLocks/>
            </p:cNvSpPr>
            <p:nvPr/>
          </p:nvSpPr>
          <p:spPr bwMode="auto">
            <a:xfrm>
              <a:off x="2703512" y="5854701"/>
              <a:ext cx="312738" cy="42863"/>
            </a:xfrm>
            <a:custGeom>
              <a:avLst/>
              <a:gdLst>
                <a:gd name="T0" fmla="*/ 37 w 216"/>
                <a:gd name="T1" fmla="*/ 30 h 30"/>
                <a:gd name="T2" fmla="*/ 216 w 216"/>
                <a:gd name="T3" fmla="*/ 30 h 30"/>
                <a:gd name="T4" fmla="*/ 216 w 216"/>
                <a:gd name="T5" fmla="*/ 0 h 30"/>
                <a:gd name="T6" fmla="*/ 0 w 216"/>
                <a:gd name="T7" fmla="*/ 0 h 30"/>
                <a:gd name="T8" fmla="*/ 37 w 216"/>
                <a:gd name="T9" fmla="*/ 30 h 30"/>
              </a:gdLst>
              <a:ahLst/>
              <a:cxnLst>
                <a:cxn ang="0">
                  <a:pos x="T0" y="T1"/>
                </a:cxn>
                <a:cxn ang="0">
                  <a:pos x="T2" y="T3"/>
                </a:cxn>
                <a:cxn ang="0">
                  <a:pos x="T4" y="T5"/>
                </a:cxn>
                <a:cxn ang="0">
                  <a:pos x="T6" y="T7"/>
                </a:cxn>
                <a:cxn ang="0">
                  <a:pos x="T8" y="T9"/>
                </a:cxn>
              </a:cxnLst>
              <a:rect l="0" t="0" r="r" b="b"/>
              <a:pathLst>
                <a:path w="216" h="30">
                  <a:moveTo>
                    <a:pt x="37" y="30"/>
                  </a:moveTo>
                  <a:cubicBezTo>
                    <a:pt x="216" y="30"/>
                    <a:pt x="216" y="30"/>
                    <a:pt x="216" y="30"/>
                  </a:cubicBezTo>
                  <a:cubicBezTo>
                    <a:pt x="216" y="0"/>
                    <a:pt x="216" y="0"/>
                    <a:pt x="216" y="0"/>
                  </a:cubicBezTo>
                  <a:cubicBezTo>
                    <a:pt x="0" y="0"/>
                    <a:pt x="0" y="0"/>
                    <a:pt x="0" y="0"/>
                  </a:cubicBezTo>
                  <a:cubicBezTo>
                    <a:pt x="12" y="7"/>
                    <a:pt x="25" y="17"/>
                    <a:pt x="37"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193"/>
            <p:cNvSpPr>
              <a:spLocks/>
            </p:cNvSpPr>
            <p:nvPr/>
          </p:nvSpPr>
          <p:spPr bwMode="auto">
            <a:xfrm>
              <a:off x="2738437" y="5281613"/>
              <a:ext cx="1139825" cy="912813"/>
            </a:xfrm>
            <a:custGeom>
              <a:avLst/>
              <a:gdLst>
                <a:gd name="T0" fmla="*/ 236 w 787"/>
                <a:gd name="T1" fmla="*/ 275 h 631"/>
                <a:gd name="T2" fmla="*/ 197 w 787"/>
                <a:gd name="T3" fmla="*/ 272 h 631"/>
                <a:gd name="T4" fmla="*/ 211 w 787"/>
                <a:gd name="T5" fmla="*/ 255 h 631"/>
                <a:gd name="T6" fmla="*/ 215 w 787"/>
                <a:gd name="T7" fmla="*/ 220 h 631"/>
                <a:gd name="T8" fmla="*/ 184 w 787"/>
                <a:gd name="T9" fmla="*/ 198 h 631"/>
                <a:gd name="T10" fmla="*/ 171 w 787"/>
                <a:gd name="T11" fmla="*/ 245 h 631"/>
                <a:gd name="T12" fmla="*/ 175 w 787"/>
                <a:gd name="T13" fmla="*/ 270 h 631"/>
                <a:gd name="T14" fmla="*/ 146 w 787"/>
                <a:gd name="T15" fmla="*/ 268 h 631"/>
                <a:gd name="T16" fmla="*/ 171 w 787"/>
                <a:gd name="T17" fmla="*/ 188 h 631"/>
                <a:gd name="T18" fmla="*/ 171 w 787"/>
                <a:gd name="T19" fmla="*/ 188 h 631"/>
                <a:gd name="T20" fmla="*/ 108 w 787"/>
                <a:gd name="T21" fmla="*/ 101 h 631"/>
                <a:gd name="T22" fmla="*/ 108 w 787"/>
                <a:gd name="T23" fmla="*/ 70 h 631"/>
                <a:gd name="T24" fmla="*/ 130 w 787"/>
                <a:gd name="T25" fmla="*/ 47 h 631"/>
                <a:gd name="T26" fmla="*/ 146 w 787"/>
                <a:gd name="T27" fmla="*/ 44 h 631"/>
                <a:gd name="T28" fmla="*/ 184 w 787"/>
                <a:gd name="T29" fmla="*/ 69 h 631"/>
                <a:gd name="T30" fmla="*/ 301 w 787"/>
                <a:gd name="T31" fmla="*/ 166 h 631"/>
                <a:gd name="T32" fmla="*/ 211 w 787"/>
                <a:gd name="T33" fmla="*/ 56 h 631"/>
                <a:gd name="T34" fmla="*/ 206 w 787"/>
                <a:gd name="T35" fmla="*/ 40 h 631"/>
                <a:gd name="T36" fmla="*/ 195 w 787"/>
                <a:gd name="T37" fmla="*/ 23 h 631"/>
                <a:gd name="T38" fmla="*/ 183 w 787"/>
                <a:gd name="T39" fmla="*/ 15 h 631"/>
                <a:gd name="T40" fmla="*/ 68 w 787"/>
                <a:gd name="T41" fmla="*/ 61 h 631"/>
                <a:gd name="T42" fmla="*/ 1 w 787"/>
                <a:gd name="T43" fmla="*/ 274 h 631"/>
                <a:gd name="T44" fmla="*/ 78 w 787"/>
                <a:gd name="T45" fmla="*/ 362 h 631"/>
                <a:gd name="T46" fmla="*/ 102 w 787"/>
                <a:gd name="T47" fmla="*/ 365 h 631"/>
                <a:gd name="T48" fmla="*/ 237 w 787"/>
                <a:gd name="T49" fmla="*/ 375 h 631"/>
                <a:gd name="T50" fmla="*/ 169 w 787"/>
                <a:gd name="T51" fmla="*/ 564 h 631"/>
                <a:gd name="T52" fmla="*/ 199 w 787"/>
                <a:gd name="T53" fmla="*/ 628 h 631"/>
                <a:gd name="T54" fmla="*/ 216 w 787"/>
                <a:gd name="T55" fmla="*/ 631 h 631"/>
                <a:gd name="T56" fmla="*/ 263 w 787"/>
                <a:gd name="T57" fmla="*/ 598 h 631"/>
                <a:gd name="T58" fmla="*/ 354 w 787"/>
                <a:gd name="T59" fmla="*/ 347 h 631"/>
                <a:gd name="T60" fmla="*/ 349 w 787"/>
                <a:gd name="T61" fmla="*/ 303 h 631"/>
                <a:gd name="T62" fmla="*/ 346 w 787"/>
                <a:gd name="T63" fmla="*/ 298 h 631"/>
                <a:gd name="T64" fmla="*/ 375 w 787"/>
                <a:gd name="T65" fmla="*/ 298 h 631"/>
                <a:gd name="T66" fmla="*/ 375 w 787"/>
                <a:gd name="T67" fmla="*/ 623 h 631"/>
                <a:gd name="T68" fmla="*/ 762 w 787"/>
                <a:gd name="T69" fmla="*/ 623 h 631"/>
                <a:gd name="T70" fmla="*/ 762 w 787"/>
                <a:gd name="T71" fmla="*/ 298 h 631"/>
                <a:gd name="T72" fmla="*/ 787 w 787"/>
                <a:gd name="T73" fmla="*/ 298 h 631"/>
                <a:gd name="T74" fmla="*/ 787 w 787"/>
                <a:gd name="T75" fmla="*/ 268 h 631"/>
                <a:gd name="T76" fmla="*/ 236 w 787"/>
                <a:gd name="T77" fmla="*/ 268 h 631"/>
                <a:gd name="T78" fmla="*/ 236 w 787"/>
                <a:gd name="T79" fmla="*/ 275 h 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87" h="631">
                  <a:moveTo>
                    <a:pt x="236" y="275"/>
                  </a:moveTo>
                  <a:cubicBezTo>
                    <a:pt x="197" y="272"/>
                    <a:pt x="197" y="272"/>
                    <a:pt x="197" y="272"/>
                  </a:cubicBezTo>
                  <a:cubicBezTo>
                    <a:pt x="202" y="266"/>
                    <a:pt x="206" y="260"/>
                    <a:pt x="211" y="255"/>
                  </a:cubicBezTo>
                  <a:cubicBezTo>
                    <a:pt x="212" y="245"/>
                    <a:pt x="214" y="233"/>
                    <a:pt x="215" y="220"/>
                  </a:cubicBezTo>
                  <a:cubicBezTo>
                    <a:pt x="203" y="213"/>
                    <a:pt x="193" y="206"/>
                    <a:pt x="184" y="198"/>
                  </a:cubicBezTo>
                  <a:cubicBezTo>
                    <a:pt x="180" y="214"/>
                    <a:pt x="176" y="230"/>
                    <a:pt x="171" y="245"/>
                  </a:cubicBezTo>
                  <a:cubicBezTo>
                    <a:pt x="172" y="253"/>
                    <a:pt x="174" y="262"/>
                    <a:pt x="175" y="270"/>
                  </a:cubicBezTo>
                  <a:cubicBezTo>
                    <a:pt x="146" y="268"/>
                    <a:pt x="146" y="268"/>
                    <a:pt x="146" y="268"/>
                  </a:cubicBezTo>
                  <a:cubicBezTo>
                    <a:pt x="152" y="241"/>
                    <a:pt x="161" y="213"/>
                    <a:pt x="171" y="188"/>
                  </a:cubicBezTo>
                  <a:cubicBezTo>
                    <a:pt x="171" y="188"/>
                    <a:pt x="171" y="188"/>
                    <a:pt x="171" y="188"/>
                  </a:cubicBezTo>
                  <a:cubicBezTo>
                    <a:pt x="128" y="148"/>
                    <a:pt x="109" y="103"/>
                    <a:pt x="108" y="101"/>
                  </a:cubicBezTo>
                  <a:cubicBezTo>
                    <a:pt x="104" y="91"/>
                    <a:pt x="104" y="80"/>
                    <a:pt x="108" y="70"/>
                  </a:cubicBezTo>
                  <a:cubicBezTo>
                    <a:pt x="112" y="59"/>
                    <a:pt x="120" y="52"/>
                    <a:pt x="130" y="47"/>
                  </a:cubicBezTo>
                  <a:cubicBezTo>
                    <a:pt x="135" y="45"/>
                    <a:pt x="141" y="44"/>
                    <a:pt x="146" y="44"/>
                  </a:cubicBezTo>
                  <a:cubicBezTo>
                    <a:pt x="163" y="44"/>
                    <a:pt x="178" y="54"/>
                    <a:pt x="184" y="69"/>
                  </a:cubicBezTo>
                  <a:cubicBezTo>
                    <a:pt x="185" y="73"/>
                    <a:pt x="218" y="147"/>
                    <a:pt x="301" y="166"/>
                  </a:cubicBezTo>
                  <a:cubicBezTo>
                    <a:pt x="245" y="139"/>
                    <a:pt x="220" y="82"/>
                    <a:pt x="211" y="56"/>
                  </a:cubicBezTo>
                  <a:cubicBezTo>
                    <a:pt x="210" y="50"/>
                    <a:pt x="208" y="45"/>
                    <a:pt x="206" y="40"/>
                  </a:cubicBezTo>
                  <a:cubicBezTo>
                    <a:pt x="204" y="33"/>
                    <a:pt x="200" y="27"/>
                    <a:pt x="195" y="23"/>
                  </a:cubicBezTo>
                  <a:cubicBezTo>
                    <a:pt x="191" y="20"/>
                    <a:pt x="188" y="17"/>
                    <a:pt x="183" y="15"/>
                  </a:cubicBezTo>
                  <a:cubicBezTo>
                    <a:pt x="152" y="0"/>
                    <a:pt x="99" y="8"/>
                    <a:pt x="68" y="61"/>
                  </a:cubicBezTo>
                  <a:cubicBezTo>
                    <a:pt x="25" y="135"/>
                    <a:pt x="9" y="185"/>
                    <a:pt x="1" y="274"/>
                  </a:cubicBezTo>
                  <a:cubicBezTo>
                    <a:pt x="0" y="340"/>
                    <a:pt x="42" y="355"/>
                    <a:pt x="78" y="362"/>
                  </a:cubicBezTo>
                  <a:cubicBezTo>
                    <a:pt x="87" y="364"/>
                    <a:pt x="95" y="365"/>
                    <a:pt x="102" y="365"/>
                  </a:cubicBezTo>
                  <a:cubicBezTo>
                    <a:pt x="237" y="375"/>
                    <a:pt x="237" y="375"/>
                    <a:pt x="237" y="375"/>
                  </a:cubicBezTo>
                  <a:cubicBezTo>
                    <a:pt x="169" y="564"/>
                    <a:pt x="169" y="564"/>
                    <a:pt x="169" y="564"/>
                  </a:cubicBezTo>
                  <a:cubicBezTo>
                    <a:pt x="159" y="590"/>
                    <a:pt x="173" y="618"/>
                    <a:pt x="199" y="628"/>
                  </a:cubicBezTo>
                  <a:cubicBezTo>
                    <a:pt x="204" y="630"/>
                    <a:pt x="210" y="631"/>
                    <a:pt x="216" y="631"/>
                  </a:cubicBezTo>
                  <a:cubicBezTo>
                    <a:pt x="236" y="631"/>
                    <a:pt x="255" y="618"/>
                    <a:pt x="263" y="598"/>
                  </a:cubicBezTo>
                  <a:cubicBezTo>
                    <a:pt x="354" y="347"/>
                    <a:pt x="354" y="347"/>
                    <a:pt x="354" y="347"/>
                  </a:cubicBezTo>
                  <a:cubicBezTo>
                    <a:pt x="359" y="332"/>
                    <a:pt x="357" y="316"/>
                    <a:pt x="349" y="303"/>
                  </a:cubicBezTo>
                  <a:cubicBezTo>
                    <a:pt x="348" y="301"/>
                    <a:pt x="347" y="300"/>
                    <a:pt x="346" y="298"/>
                  </a:cubicBezTo>
                  <a:cubicBezTo>
                    <a:pt x="375" y="298"/>
                    <a:pt x="375" y="298"/>
                    <a:pt x="375" y="298"/>
                  </a:cubicBezTo>
                  <a:cubicBezTo>
                    <a:pt x="375" y="623"/>
                    <a:pt x="375" y="623"/>
                    <a:pt x="375" y="623"/>
                  </a:cubicBezTo>
                  <a:cubicBezTo>
                    <a:pt x="762" y="623"/>
                    <a:pt x="762" y="623"/>
                    <a:pt x="762" y="623"/>
                  </a:cubicBezTo>
                  <a:cubicBezTo>
                    <a:pt x="762" y="298"/>
                    <a:pt x="762" y="298"/>
                    <a:pt x="762" y="298"/>
                  </a:cubicBezTo>
                  <a:cubicBezTo>
                    <a:pt x="787" y="298"/>
                    <a:pt x="787" y="298"/>
                    <a:pt x="787" y="298"/>
                  </a:cubicBezTo>
                  <a:cubicBezTo>
                    <a:pt x="787" y="268"/>
                    <a:pt x="787" y="268"/>
                    <a:pt x="787" y="268"/>
                  </a:cubicBezTo>
                  <a:cubicBezTo>
                    <a:pt x="236" y="268"/>
                    <a:pt x="236" y="268"/>
                    <a:pt x="236" y="268"/>
                  </a:cubicBezTo>
                  <a:lnTo>
                    <a:pt x="236" y="2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194"/>
            <p:cNvSpPr>
              <a:spLocks/>
            </p:cNvSpPr>
            <p:nvPr/>
          </p:nvSpPr>
          <p:spPr bwMode="auto">
            <a:xfrm>
              <a:off x="2898775" y="5353051"/>
              <a:ext cx="684213" cy="298450"/>
            </a:xfrm>
            <a:custGeom>
              <a:avLst/>
              <a:gdLst>
                <a:gd name="T0" fmla="*/ 269 w 473"/>
                <a:gd name="T1" fmla="*/ 191 h 207"/>
                <a:gd name="T2" fmla="*/ 277 w 473"/>
                <a:gd name="T3" fmla="*/ 190 h 207"/>
                <a:gd name="T4" fmla="*/ 303 w 473"/>
                <a:gd name="T5" fmla="*/ 153 h 207"/>
                <a:gd name="T6" fmla="*/ 266 w 473"/>
                <a:gd name="T7" fmla="*/ 127 h 207"/>
                <a:gd name="T8" fmla="*/ 65 w 473"/>
                <a:gd name="T9" fmla="*/ 24 h 207"/>
                <a:gd name="T10" fmla="*/ 24 w 473"/>
                <a:gd name="T11" fmla="*/ 7 h 207"/>
                <a:gd name="T12" fmla="*/ 6 w 473"/>
                <a:gd name="T13" fmla="*/ 49 h 207"/>
                <a:gd name="T14" fmla="*/ 67 w 473"/>
                <a:gd name="T15" fmla="*/ 132 h 207"/>
                <a:gd name="T16" fmla="*/ 205 w 473"/>
                <a:gd name="T17" fmla="*/ 193 h 207"/>
                <a:gd name="T18" fmla="*/ 205 w 473"/>
                <a:gd name="T19" fmla="*/ 202 h 207"/>
                <a:gd name="T20" fmla="*/ 205 w 473"/>
                <a:gd name="T21" fmla="*/ 207 h 207"/>
                <a:gd name="T22" fmla="*/ 375 w 473"/>
                <a:gd name="T23" fmla="*/ 207 h 207"/>
                <a:gd name="T24" fmla="*/ 473 w 473"/>
                <a:gd name="T25" fmla="*/ 55 h 207"/>
                <a:gd name="T26" fmla="*/ 460 w 473"/>
                <a:gd name="T27" fmla="*/ 46 h 207"/>
                <a:gd name="T28" fmla="*/ 366 w 473"/>
                <a:gd name="T29" fmla="*/ 191 h 207"/>
                <a:gd name="T30" fmla="*/ 297 w 473"/>
                <a:gd name="T31" fmla="*/ 191 h 207"/>
                <a:gd name="T32" fmla="*/ 269 w 473"/>
                <a:gd name="T33" fmla="*/ 191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73" h="207">
                  <a:moveTo>
                    <a:pt x="269" y="191"/>
                  </a:moveTo>
                  <a:cubicBezTo>
                    <a:pt x="272" y="190"/>
                    <a:pt x="274" y="190"/>
                    <a:pt x="277" y="190"/>
                  </a:cubicBezTo>
                  <a:cubicBezTo>
                    <a:pt x="294" y="187"/>
                    <a:pt x="306" y="170"/>
                    <a:pt x="303" y="153"/>
                  </a:cubicBezTo>
                  <a:cubicBezTo>
                    <a:pt x="300" y="135"/>
                    <a:pt x="284" y="124"/>
                    <a:pt x="266" y="127"/>
                  </a:cubicBezTo>
                  <a:cubicBezTo>
                    <a:pt x="121" y="151"/>
                    <a:pt x="68" y="29"/>
                    <a:pt x="65" y="24"/>
                  </a:cubicBezTo>
                  <a:cubicBezTo>
                    <a:pt x="59" y="8"/>
                    <a:pt x="40" y="0"/>
                    <a:pt x="24" y="7"/>
                  </a:cubicBezTo>
                  <a:cubicBezTo>
                    <a:pt x="7" y="14"/>
                    <a:pt x="0" y="32"/>
                    <a:pt x="6" y="49"/>
                  </a:cubicBezTo>
                  <a:cubicBezTo>
                    <a:pt x="7" y="50"/>
                    <a:pt x="25" y="93"/>
                    <a:pt x="67" y="132"/>
                  </a:cubicBezTo>
                  <a:cubicBezTo>
                    <a:pt x="96" y="158"/>
                    <a:pt x="142" y="187"/>
                    <a:pt x="205" y="193"/>
                  </a:cubicBezTo>
                  <a:cubicBezTo>
                    <a:pt x="205" y="202"/>
                    <a:pt x="205" y="202"/>
                    <a:pt x="205" y="202"/>
                  </a:cubicBezTo>
                  <a:cubicBezTo>
                    <a:pt x="205" y="207"/>
                    <a:pt x="205" y="207"/>
                    <a:pt x="205" y="207"/>
                  </a:cubicBezTo>
                  <a:cubicBezTo>
                    <a:pt x="375" y="207"/>
                    <a:pt x="375" y="207"/>
                    <a:pt x="375" y="207"/>
                  </a:cubicBezTo>
                  <a:cubicBezTo>
                    <a:pt x="473" y="55"/>
                    <a:pt x="473" y="55"/>
                    <a:pt x="473" y="55"/>
                  </a:cubicBezTo>
                  <a:cubicBezTo>
                    <a:pt x="460" y="46"/>
                    <a:pt x="460" y="46"/>
                    <a:pt x="460" y="46"/>
                  </a:cubicBezTo>
                  <a:cubicBezTo>
                    <a:pt x="366" y="191"/>
                    <a:pt x="366" y="191"/>
                    <a:pt x="366" y="191"/>
                  </a:cubicBezTo>
                  <a:cubicBezTo>
                    <a:pt x="297" y="191"/>
                    <a:pt x="297" y="191"/>
                    <a:pt x="297" y="191"/>
                  </a:cubicBezTo>
                  <a:lnTo>
                    <a:pt x="269" y="1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195"/>
            <p:cNvSpPr>
              <a:spLocks noEditPoints="1"/>
            </p:cNvSpPr>
            <p:nvPr/>
          </p:nvSpPr>
          <p:spPr bwMode="auto">
            <a:xfrm>
              <a:off x="3416300" y="4699001"/>
              <a:ext cx="584200" cy="749300"/>
            </a:xfrm>
            <a:custGeom>
              <a:avLst/>
              <a:gdLst>
                <a:gd name="T0" fmla="*/ 202 w 404"/>
                <a:gd name="T1" fmla="*/ 0 h 518"/>
                <a:gd name="T2" fmla="*/ 0 w 404"/>
                <a:gd name="T3" fmla="*/ 202 h 518"/>
                <a:gd name="T4" fmla="*/ 91 w 404"/>
                <a:gd name="T5" fmla="*/ 371 h 518"/>
                <a:gd name="T6" fmla="*/ 30 w 404"/>
                <a:gd name="T7" fmla="*/ 518 h 518"/>
                <a:gd name="T8" fmla="*/ 131 w 404"/>
                <a:gd name="T9" fmla="*/ 391 h 518"/>
                <a:gd name="T10" fmla="*/ 202 w 404"/>
                <a:gd name="T11" fmla="*/ 404 h 518"/>
                <a:gd name="T12" fmla="*/ 404 w 404"/>
                <a:gd name="T13" fmla="*/ 202 h 518"/>
                <a:gd name="T14" fmla="*/ 202 w 404"/>
                <a:gd name="T15" fmla="*/ 0 h 518"/>
                <a:gd name="T16" fmla="*/ 197 w 404"/>
                <a:gd name="T17" fmla="*/ 383 h 518"/>
                <a:gd name="T18" fmla="*/ 24 w 404"/>
                <a:gd name="T19" fmla="*/ 210 h 518"/>
                <a:gd name="T20" fmla="*/ 197 w 404"/>
                <a:gd name="T21" fmla="*/ 37 h 518"/>
                <a:gd name="T22" fmla="*/ 369 w 404"/>
                <a:gd name="T23" fmla="*/ 210 h 518"/>
                <a:gd name="T24" fmla="*/ 197 w 404"/>
                <a:gd name="T25" fmla="*/ 383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4" h="518">
                  <a:moveTo>
                    <a:pt x="202" y="0"/>
                  </a:moveTo>
                  <a:cubicBezTo>
                    <a:pt x="91" y="0"/>
                    <a:pt x="0" y="91"/>
                    <a:pt x="0" y="202"/>
                  </a:cubicBezTo>
                  <a:cubicBezTo>
                    <a:pt x="0" y="273"/>
                    <a:pt x="36" y="335"/>
                    <a:pt x="91" y="371"/>
                  </a:cubicBezTo>
                  <a:cubicBezTo>
                    <a:pt x="30" y="518"/>
                    <a:pt x="30" y="518"/>
                    <a:pt x="30" y="518"/>
                  </a:cubicBezTo>
                  <a:cubicBezTo>
                    <a:pt x="131" y="391"/>
                    <a:pt x="131" y="391"/>
                    <a:pt x="131" y="391"/>
                  </a:cubicBezTo>
                  <a:cubicBezTo>
                    <a:pt x="153" y="399"/>
                    <a:pt x="177" y="404"/>
                    <a:pt x="202" y="404"/>
                  </a:cubicBezTo>
                  <a:cubicBezTo>
                    <a:pt x="314" y="404"/>
                    <a:pt x="404" y="314"/>
                    <a:pt x="404" y="202"/>
                  </a:cubicBezTo>
                  <a:cubicBezTo>
                    <a:pt x="404" y="91"/>
                    <a:pt x="314" y="0"/>
                    <a:pt x="202" y="0"/>
                  </a:cubicBezTo>
                  <a:close/>
                  <a:moveTo>
                    <a:pt x="197" y="383"/>
                  </a:moveTo>
                  <a:cubicBezTo>
                    <a:pt x="101" y="383"/>
                    <a:pt x="24" y="306"/>
                    <a:pt x="24" y="210"/>
                  </a:cubicBezTo>
                  <a:cubicBezTo>
                    <a:pt x="24" y="115"/>
                    <a:pt x="101" y="37"/>
                    <a:pt x="197" y="37"/>
                  </a:cubicBezTo>
                  <a:cubicBezTo>
                    <a:pt x="292" y="37"/>
                    <a:pt x="369" y="115"/>
                    <a:pt x="369" y="210"/>
                  </a:cubicBezTo>
                  <a:cubicBezTo>
                    <a:pt x="369" y="306"/>
                    <a:pt x="292" y="383"/>
                    <a:pt x="197" y="3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196"/>
            <p:cNvSpPr>
              <a:spLocks noEditPoints="1"/>
            </p:cNvSpPr>
            <p:nvPr/>
          </p:nvSpPr>
          <p:spPr bwMode="auto">
            <a:xfrm>
              <a:off x="3521075" y="4819651"/>
              <a:ext cx="360363" cy="361950"/>
            </a:xfrm>
            <a:custGeom>
              <a:avLst/>
              <a:gdLst>
                <a:gd name="T0" fmla="*/ 219 w 249"/>
                <a:gd name="T1" fmla="*/ 90 h 250"/>
                <a:gd name="T2" fmla="*/ 241 w 249"/>
                <a:gd name="T3" fmla="*/ 78 h 250"/>
                <a:gd name="T4" fmla="*/ 224 w 249"/>
                <a:gd name="T5" fmla="*/ 48 h 250"/>
                <a:gd name="T6" fmla="*/ 202 w 249"/>
                <a:gd name="T7" fmla="*/ 60 h 250"/>
                <a:gd name="T8" fmla="*/ 189 w 249"/>
                <a:gd name="T9" fmla="*/ 48 h 250"/>
                <a:gd name="T10" fmla="*/ 202 w 249"/>
                <a:gd name="T11" fmla="*/ 26 h 250"/>
                <a:gd name="T12" fmla="*/ 172 w 249"/>
                <a:gd name="T13" fmla="*/ 8 h 250"/>
                <a:gd name="T14" fmla="*/ 160 w 249"/>
                <a:gd name="T15" fmla="*/ 30 h 250"/>
                <a:gd name="T16" fmla="*/ 142 w 249"/>
                <a:gd name="T17" fmla="*/ 26 h 250"/>
                <a:gd name="T18" fmla="*/ 142 w 249"/>
                <a:gd name="T19" fmla="*/ 0 h 250"/>
                <a:gd name="T20" fmla="*/ 108 w 249"/>
                <a:gd name="T21" fmla="*/ 0 h 250"/>
                <a:gd name="T22" fmla="*/ 108 w 249"/>
                <a:gd name="T23" fmla="*/ 26 h 250"/>
                <a:gd name="T24" fmla="*/ 90 w 249"/>
                <a:gd name="T25" fmla="*/ 30 h 250"/>
                <a:gd name="T26" fmla="*/ 77 w 249"/>
                <a:gd name="T27" fmla="*/ 8 h 250"/>
                <a:gd name="T28" fmla="*/ 48 w 249"/>
                <a:gd name="T29" fmla="*/ 26 h 250"/>
                <a:gd name="T30" fmla="*/ 60 w 249"/>
                <a:gd name="T31" fmla="*/ 48 h 250"/>
                <a:gd name="T32" fmla="*/ 47 w 249"/>
                <a:gd name="T33" fmla="*/ 60 h 250"/>
                <a:gd name="T34" fmla="*/ 25 w 249"/>
                <a:gd name="T35" fmla="*/ 48 h 250"/>
                <a:gd name="T36" fmla="*/ 8 w 249"/>
                <a:gd name="T37" fmla="*/ 78 h 250"/>
                <a:gd name="T38" fmla="*/ 30 w 249"/>
                <a:gd name="T39" fmla="*/ 90 h 250"/>
                <a:gd name="T40" fmla="*/ 25 w 249"/>
                <a:gd name="T41" fmla="*/ 108 h 250"/>
                <a:gd name="T42" fmla="*/ 0 w 249"/>
                <a:gd name="T43" fmla="*/ 108 h 250"/>
                <a:gd name="T44" fmla="*/ 0 w 249"/>
                <a:gd name="T45" fmla="*/ 142 h 250"/>
                <a:gd name="T46" fmla="*/ 25 w 249"/>
                <a:gd name="T47" fmla="*/ 142 h 250"/>
                <a:gd name="T48" fmla="*/ 30 w 249"/>
                <a:gd name="T49" fmla="*/ 160 h 250"/>
                <a:gd name="T50" fmla="*/ 8 w 249"/>
                <a:gd name="T51" fmla="*/ 172 h 250"/>
                <a:gd name="T52" fmla="*/ 25 w 249"/>
                <a:gd name="T53" fmla="*/ 202 h 250"/>
                <a:gd name="T54" fmla="*/ 47 w 249"/>
                <a:gd name="T55" fmla="*/ 190 h 250"/>
                <a:gd name="T56" fmla="*/ 60 w 249"/>
                <a:gd name="T57" fmla="*/ 202 h 250"/>
                <a:gd name="T58" fmla="*/ 48 w 249"/>
                <a:gd name="T59" fmla="*/ 224 h 250"/>
                <a:gd name="T60" fmla="*/ 77 w 249"/>
                <a:gd name="T61" fmla="*/ 242 h 250"/>
                <a:gd name="T62" fmla="*/ 90 w 249"/>
                <a:gd name="T63" fmla="*/ 220 h 250"/>
                <a:gd name="T64" fmla="*/ 108 w 249"/>
                <a:gd name="T65" fmla="*/ 224 h 250"/>
                <a:gd name="T66" fmla="*/ 108 w 249"/>
                <a:gd name="T67" fmla="*/ 250 h 250"/>
                <a:gd name="T68" fmla="*/ 142 w 249"/>
                <a:gd name="T69" fmla="*/ 250 h 250"/>
                <a:gd name="T70" fmla="*/ 142 w 249"/>
                <a:gd name="T71" fmla="*/ 224 h 250"/>
                <a:gd name="T72" fmla="*/ 160 w 249"/>
                <a:gd name="T73" fmla="*/ 220 h 250"/>
                <a:gd name="T74" fmla="*/ 172 w 249"/>
                <a:gd name="T75" fmla="*/ 242 h 250"/>
                <a:gd name="T76" fmla="*/ 202 w 249"/>
                <a:gd name="T77" fmla="*/ 224 h 250"/>
                <a:gd name="T78" fmla="*/ 189 w 249"/>
                <a:gd name="T79" fmla="*/ 202 h 250"/>
                <a:gd name="T80" fmla="*/ 202 w 249"/>
                <a:gd name="T81" fmla="*/ 190 h 250"/>
                <a:gd name="T82" fmla="*/ 224 w 249"/>
                <a:gd name="T83" fmla="*/ 202 h 250"/>
                <a:gd name="T84" fmla="*/ 241 w 249"/>
                <a:gd name="T85" fmla="*/ 172 h 250"/>
                <a:gd name="T86" fmla="*/ 219 w 249"/>
                <a:gd name="T87" fmla="*/ 160 h 250"/>
                <a:gd name="T88" fmla="*/ 224 w 249"/>
                <a:gd name="T89" fmla="*/ 142 h 250"/>
                <a:gd name="T90" fmla="*/ 249 w 249"/>
                <a:gd name="T91" fmla="*/ 142 h 250"/>
                <a:gd name="T92" fmla="*/ 249 w 249"/>
                <a:gd name="T93" fmla="*/ 108 h 250"/>
                <a:gd name="T94" fmla="*/ 224 w 249"/>
                <a:gd name="T95" fmla="*/ 108 h 250"/>
                <a:gd name="T96" fmla="*/ 219 w 249"/>
                <a:gd name="T97" fmla="*/ 90 h 250"/>
                <a:gd name="T98" fmla="*/ 125 w 249"/>
                <a:gd name="T99" fmla="*/ 199 h 250"/>
                <a:gd name="T100" fmla="*/ 51 w 249"/>
                <a:gd name="T101" fmla="*/ 125 h 250"/>
                <a:gd name="T102" fmla="*/ 125 w 249"/>
                <a:gd name="T103" fmla="*/ 51 h 250"/>
                <a:gd name="T104" fmla="*/ 199 w 249"/>
                <a:gd name="T105" fmla="*/ 125 h 250"/>
                <a:gd name="T106" fmla="*/ 125 w 249"/>
                <a:gd name="T107" fmla="*/ 199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49" h="250">
                  <a:moveTo>
                    <a:pt x="219" y="90"/>
                  </a:moveTo>
                  <a:cubicBezTo>
                    <a:pt x="241" y="78"/>
                    <a:pt x="241" y="78"/>
                    <a:pt x="241" y="78"/>
                  </a:cubicBezTo>
                  <a:cubicBezTo>
                    <a:pt x="224" y="48"/>
                    <a:pt x="224" y="48"/>
                    <a:pt x="224" y="48"/>
                  </a:cubicBezTo>
                  <a:cubicBezTo>
                    <a:pt x="202" y="60"/>
                    <a:pt x="202" y="60"/>
                    <a:pt x="202" y="60"/>
                  </a:cubicBezTo>
                  <a:cubicBezTo>
                    <a:pt x="198" y="56"/>
                    <a:pt x="194" y="51"/>
                    <a:pt x="189" y="48"/>
                  </a:cubicBezTo>
                  <a:cubicBezTo>
                    <a:pt x="202" y="26"/>
                    <a:pt x="202" y="26"/>
                    <a:pt x="202" y="26"/>
                  </a:cubicBezTo>
                  <a:cubicBezTo>
                    <a:pt x="172" y="8"/>
                    <a:pt x="172" y="8"/>
                    <a:pt x="172" y="8"/>
                  </a:cubicBezTo>
                  <a:cubicBezTo>
                    <a:pt x="160" y="30"/>
                    <a:pt x="160" y="30"/>
                    <a:pt x="160" y="30"/>
                  </a:cubicBezTo>
                  <a:cubicBezTo>
                    <a:pt x="154" y="28"/>
                    <a:pt x="148" y="27"/>
                    <a:pt x="142" y="26"/>
                  </a:cubicBezTo>
                  <a:cubicBezTo>
                    <a:pt x="142" y="0"/>
                    <a:pt x="142" y="0"/>
                    <a:pt x="142" y="0"/>
                  </a:cubicBezTo>
                  <a:cubicBezTo>
                    <a:pt x="108" y="0"/>
                    <a:pt x="108" y="0"/>
                    <a:pt x="108" y="0"/>
                  </a:cubicBezTo>
                  <a:cubicBezTo>
                    <a:pt x="108" y="26"/>
                    <a:pt x="108" y="26"/>
                    <a:pt x="108" y="26"/>
                  </a:cubicBezTo>
                  <a:cubicBezTo>
                    <a:pt x="102" y="27"/>
                    <a:pt x="96" y="28"/>
                    <a:pt x="90" y="30"/>
                  </a:cubicBezTo>
                  <a:cubicBezTo>
                    <a:pt x="77" y="8"/>
                    <a:pt x="77" y="8"/>
                    <a:pt x="77" y="8"/>
                  </a:cubicBezTo>
                  <a:cubicBezTo>
                    <a:pt x="48" y="26"/>
                    <a:pt x="48" y="26"/>
                    <a:pt x="48" y="26"/>
                  </a:cubicBezTo>
                  <a:cubicBezTo>
                    <a:pt x="60" y="48"/>
                    <a:pt x="60" y="48"/>
                    <a:pt x="60" y="48"/>
                  </a:cubicBezTo>
                  <a:cubicBezTo>
                    <a:pt x="56" y="51"/>
                    <a:pt x="51" y="56"/>
                    <a:pt x="47" y="60"/>
                  </a:cubicBezTo>
                  <a:cubicBezTo>
                    <a:pt x="25" y="48"/>
                    <a:pt x="25" y="48"/>
                    <a:pt x="25" y="48"/>
                  </a:cubicBezTo>
                  <a:cubicBezTo>
                    <a:pt x="8" y="78"/>
                    <a:pt x="8" y="78"/>
                    <a:pt x="8" y="78"/>
                  </a:cubicBezTo>
                  <a:cubicBezTo>
                    <a:pt x="30" y="90"/>
                    <a:pt x="30" y="90"/>
                    <a:pt x="30" y="90"/>
                  </a:cubicBezTo>
                  <a:cubicBezTo>
                    <a:pt x="28" y="96"/>
                    <a:pt x="27" y="102"/>
                    <a:pt x="25" y="108"/>
                  </a:cubicBezTo>
                  <a:cubicBezTo>
                    <a:pt x="0" y="108"/>
                    <a:pt x="0" y="108"/>
                    <a:pt x="0" y="108"/>
                  </a:cubicBezTo>
                  <a:cubicBezTo>
                    <a:pt x="0" y="142"/>
                    <a:pt x="0" y="142"/>
                    <a:pt x="0" y="142"/>
                  </a:cubicBezTo>
                  <a:cubicBezTo>
                    <a:pt x="25" y="142"/>
                    <a:pt x="25" y="142"/>
                    <a:pt x="25" y="142"/>
                  </a:cubicBezTo>
                  <a:cubicBezTo>
                    <a:pt x="27" y="148"/>
                    <a:pt x="28" y="154"/>
                    <a:pt x="30" y="160"/>
                  </a:cubicBezTo>
                  <a:cubicBezTo>
                    <a:pt x="8" y="172"/>
                    <a:pt x="8" y="172"/>
                    <a:pt x="8" y="172"/>
                  </a:cubicBezTo>
                  <a:cubicBezTo>
                    <a:pt x="25" y="202"/>
                    <a:pt x="25" y="202"/>
                    <a:pt x="25" y="202"/>
                  </a:cubicBezTo>
                  <a:cubicBezTo>
                    <a:pt x="47" y="190"/>
                    <a:pt x="47" y="190"/>
                    <a:pt x="47" y="190"/>
                  </a:cubicBezTo>
                  <a:cubicBezTo>
                    <a:pt x="51" y="194"/>
                    <a:pt x="56" y="198"/>
                    <a:pt x="60" y="202"/>
                  </a:cubicBezTo>
                  <a:cubicBezTo>
                    <a:pt x="48" y="224"/>
                    <a:pt x="48" y="224"/>
                    <a:pt x="48" y="224"/>
                  </a:cubicBezTo>
                  <a:cubicBezTo>
                    <a:pt x="77" y="242"/>
                    <a:pt x="77" y="242"/>
                    <a:pt x="77" y="242"/>
                  </a:cubicBezTo>
                  <a:cubicBezTo>
                    <a:pt x="90" y="220"/>
                    <a:pt x="90" y="220"/>
                    <a:pt x="90" y="220"/>
                  </a:cubicBezTo>
                  <a:cubicBezTo>
                    <a:pt x="96" y="222"/>
                    <a:pt x="102" y="223"/>
                    <a:pt x="108" y="224"/>
                  </a:cubicBezTo>
                  <a:cubicBezTo>
                    <a:pt x="108" y="250"/>
                    <a:pt x="108" y="250"/>
                    <a:pt x="108" y="250"/>
                  </a:cubicBezTo>
                  <a:cubicBezTo>
                    <a:pt x="142" y="250"/>
                    <a:pt x="142" y="250"/>
                    <a:pt x="142" y="250"/>
                  </a:cubicBezTo>
                  <a:cubicBezTo>
                    <a:pt x="142" y="224"/>
                    <a:pt x="142" y="224"/>
                    <a:pt x="142" y="224"/>
                  </a:cubicBezTo>
                  <a:cubicBezTo>
                    <a:pt x="148" y="223"/>
                    <a:pt x="154" y="222"/>
                    <a:pt x="160" y="220"/>
                  </a:cubicBezTo>
                  <a:cubicBezTo>
                    <a:pt x="172" y="242"/>
                    <a:pt x="172" y="242"/>
                    <a:pt x="172" y="242"/>
                  </a:cubicBezTo>
                  <a:cubicBezTo>
                    <a:pt x="202" y="224"/>
                    <a:pt x="202" y="224"/>
                    <a:pt x="202" y="224"/>
                  </a:cubicBezTo>
                  <a:cubicBezTo>
                    <a:pt x="189" y="202"/>
                    <a:pt x="189" y="202"/>
                    <a:pt x="189" y="202"/>
                  </a:cubicBezTo>
                  <a:cubicBezTo>
                    <a:pt x="194" y="198"/>
                    <a:pt x="198" y="194"/>
                    <a:pt x="202" y="190"/>
                  </a:cubicBezTo>
                  <a:cubicBezTo>
                    <a:pt x="224" y="202"/>
                    <a:pt x="224" y="202"/>
                    <a:pt x="224" y="202"/>
                  </a:cubicBezTo>
                  <a:cubicBezTo>
                    <a:pt x="241" y="172"/>
                    <a:pt x="241" y="172"/>
                    <a:pt x="241" y="172"/>
                  </a:cubicBezTo>
                  <a:cubicBezTo>
                    <a:pt x="219" y="160"/>
                    <a:pt x="219" y="160"/>
                    <a:pt x="219" y="160"/>
                  </a:cubicBezTo>
                  <a:cubicBezTo>
                    <a:pt x="221" y="154"/>
                    <a:pt x="223" y="148"/>
                    <a:pt x="224" y="142"/>
                  </a:cubicBezTo>
                  <a:cubicBezTo>
                    <a:pt x="249" y="142"/>
                    <a:pt x="249" y="142"/>
                    <a:pt x="249" y="142"/>
                  </a:cubicBezTo>
                  <a:cubicBezTo>
                    <a:pt x="249" y="108"/>
                    <a:pt x="249" y="108"/>
                    <a:pt x="249" y="108"/>
                  </a:cubicBezTo>
                  <a:cubicBezTo>
                    <a:pt x="224" y="108"/>
                    <a:pt x="224" y="108"/>
                    <a:pt x="224" y="108"/>
                  </a:cubicBezTo>
                  <a:cubicBezTo>
                    <a:pt x="223" y="102"/>
                    <a:pt x="221" y="96"/>
                    <a:pt x="219" y="90"/>
                  </a:cubicBezTo>
                  <a:close/>
                  <a:moveTo>
                    <a:pt x="125" y="199"/>
                  </a:moveTo>
                  <a:cubicBezTo>
                    <a:pt x="84" y="199"/>
                    <a:pt x="51" y="166"/>
                    <a:pt x="51" y="125"/>
                  </a:cubicBezTo>
                  <a:cubicBezTo>
                    <a:pt x="51" y="84"/>
                    <a:pt x="84" y="51"/>
                    <a:pt x="125" y="51"/>
                  </a:cubicBezTo>
                  <a:cubicBezTo>
                    <a:pt x="166" y="51"/>
                    <a:pt x="199" y="84"/>
                    <a:pt x="199" y="125"/>
                  </a:cubicBezTo>
                  <a:cubicBezTo>
                    <a:pt x="199" y="166"/>
                    <a:pt x="166" y="199"/>
                    <a:pt x="125"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Oval 197"/>
            <p:cNvSpPr>
              <a:spLocks noChangeArrowheads="1"/>
            </p:cNvSpPr>
            <p:nvPr/>
          </p:nvSpPr>
          <p:spPr bwMode="auto">
            <a:xfrm>
              <a:off x="3654425" y="4953001"/>
              <a:ext cx="93663" cy="952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198"/>
            <p:cNvSpPr>
              <a:spLocks noEditPoints="1"/>
            </p:cNvSpPr>
            <p:nvPr/>
          </p:nvSpPr>
          <p:spPr bwMode="auto">
            <a:xfrm>
              <a:off x="2400300" y="5648326"/>
              <a:ext cx="419100" cy="555625"/>
            </a:xfrm>
            <a:custGeom>
              <a:avLst/>
              <a:gdLst>
                <a:gd name="T0" fmla="*/ 262 w 290"/>
                <a:gd name="T1" fmla="*/ 209 h 384"/>
                <a:gd name="T2" fmla="*/ 167 w 290"/>
                <a:gd name="T3" fmla="*/ 128 h 384"/>
                <a:gd name="T4" fmla="*/ 156 w 290"/>
                <a:gd name="T5" fmla="*/ 94 h 384"/>
                <a:gd name="T6" fmla="*/ 205 w 290"/>
                <a:gd name="T7" fmla="*/ 41 h 384"/>
                <a:gd name="T8" fmla="*/ 135 w 290"/>
                <a:gd name="T9" fmla="*/ 28 h 384"/>
                <a:gd name="T10" fmla="*/ 59 w 290"/>
                <a:gd name="T11" fmla="*/ 27 h 384"/>
                <a:gd name="T12" fmla="*/ 126 w 290"/>
                <a:gd name="T13" fmla="*/ 96 h 384"/>
                <a:gd name="T14" fmla="*/ 87 w 290"/>
                <a:gd name="T15" fmla="*/ 143 h 384"/>
                <a:gd name="T16" fmla="*/ 16 w 290"/>
                <a:gd name="T17" fmla="*/ 217 h 384"/>
                <a:gd name="T18" fmla="*/ 18 w 290"/>
                <a:gd name="T19" fmla="*/ 339 h 384"/>
                <a:gd name="T20" fmla="*/ 7 w 290"/>
                <a:gd name="T21" fmla="*/ 353 h 384"/>
                <a:gd name="T22" fmla="*/ 9 w 290"/>
                <a:gd name="T23" fmla="*/ 375 h 384"/>
                <a:gd name="T24" fmla="*/ 31 w 290"/>
                <a:gd name="T25" fmla="*/ 373 h 384"/>
                <a:gd name="T26" fmla="*/ 42 w 290"/>
                <a:gd name="T27" fmla="*/ 360 h 384"/>
                <a:gd name="T28" fmla="*/ 142 w 290"/>
                <a:gd name="T29" fmla="*/ 382 h 384"/>
                <a:gd name="T30" fmla="*/ 230 w 290"/>
                <a:gd name="T31" fmla="*/ 362 h 384"/>
                <a:gd name="T32" fmla="*/ 242 w 290"/>
                <a:gd name="T33" fmla="*/ 376 h 384"/>
                <a:gd name="T34" fmla="*/ 264 w 290"/>
                <a:gd name="T35" fmla="*/ 378 h 384"/>
                <a:gd name="T36" fmla="*/ 266 w 290"/>
                <a:gd name="T37" fmla="*/ 355 h 384"/>
                <a:gd name="T38" fmla="*/ 254 w 290"/>
                <a:gd name="T39" fmla="*/ 340 h 384"/>
                <a:gd name="T40" fmla="*/ 262 w 290"/>
                <a:gd name="T41" fmla="*/ 209 h 384"/>
                <a:gd name="T42" fmla="*/ 146 w 290"/>
                <a:gd name="T43" fmla="*/ 308 h 384"/>
                <a:gd name="T44" fmla="*/ 146 w 290"/>
                <a:gd name="T45" fmla="*/ 321 h 384"/>
                <a:gd name="T46" fmla="*/ 133 w 290"/>
                <a:gd name="T47" fmla="*/ 321 h 384"/>
                <a:gd name="T48" fmla="*/ 133 w 290"/>
                <a:gd name="T49" fmla="*/ 308 h 384"/>
                <a:gd name="T50" fmla="*/ 98 w 290"/>
                <a:gd name="T51" fmla="*/ 293 h 384"/>
                <a:gd name="T52" fmla="*/ 114 w 290"/>
                <a:gd name="T53" fmla="*/ 282 h 384"/>
                <a:gd name="T54" fmla="*/ 141 w 290"/>
                <a:gd name="T55" fmla="*/ 294 h 384"/>
                <a:gd name="T56" fmla="*/ 157 w 290"/>
                <a:gd name="T57" fmla="*/ 280 h 384"/>
                <a:gd name="T58" fmla="*/ 151 w 290"/>
                <a:gd name="T59" fmla="*/ 268 h 384"/>
                <a:gd name="T60" fmla="*/ 130 w 290"/>
                <a:gd name="T61" fmla="*/ 257 h 384"/>
                <a:gd name="T62" fmla="*/ 100 w 290"/>
                <a:gd name="T63" fmla="*/ 224 h 384"/>
                <a:gd name="T64" fmla="*/ 133 w 290"/>
                <a:gd name="T65" fmla="*/ 196 h 384"/>
                <a:gd name="T66" fmla="*/ 133 w 290"/>
                <a:gd name="T67" fmla="*/ 186 h 384"/>
                <a:gd name="T68" fmla="*/ 146 w 290"/>
                <a:gd name="T69" fmla="*/ 186 h 384"/>
                <a:gd name="T70" fmla="*/ 146 w 290"/>
                <a:gd name="T71" fmla="*/ 196 h 384"/>
                <a:gd name="T72" fmla="*/ 178 w 290"/>
                <a:gd name="T73" fmla="*/ 208 h 384"/>
                <a:gd name="T74" fmla="*/ 161 w 290"/>
                <a:gd name="T75" fmla="*/ 219 h 384"/>
                <a:gd name="T76" fmla="*/ 140 w 290"/>
                <a:gd name="T77" fmla="*/ 211 h 384"/>
                <a:gd name="T78" fmla="*/ 123 w 290"/>
                <a:gd name="T79" fmla="*/ 223 h 384"/>
                <a:gd name="T80" fmla="*/ 129 w 290"/>
                <a:gd name="T81" fmla="*/ 234 h 384"/>
                <a:gd name="T82" fmla="*/ 148 w 290"/>
                <a:gd name="T83" fmla="*/ 244 h 384"/>
                <a:gd name="T84" fmla="*/ 181 w 290"/>
                <a:gd name="T85" fmla="*/ 280 h 384"/>
                <a:gd name="T86" fmla="*/ 146 w 290"/>
                <a:gd name="T87" fmla="*/ 308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0" h="384">
                  <a:moveTo>
                    <a:pt x="262" y="209"/>
                  </a:moveTo>
                  <a:cubicBezTo>
                    <a:pt x="230" y="155"/>
                    <a:pt x="185" y="143"/>
                    <a:pt x="167" y="128"/>
                  </a:cubicBezTo>
                  <a:cubicBezTo>
                    <a:pt x="148" y="113"/>
                    <a:pt x="147" y="112"/>
                    <a:pt x="156" y="94"/>
                  </a:cubicBezTo>
                  <a:cubicBezTo>
                    <a:pt x="166" y="76"/>
                    <a:pt x="204" y="59"/>
                    <a:pt x="205" y="41"/>
                  </a:cubicBezTo>
                  <a:cubicBezTo>
                    <a:pt x="206" y="23"/>
                    <a:pt x="119" y="0"/>
                    <a:pt x="135" y="28"/>
                  </a:cubicBezTo>
                  <a:cubicBezTo>
                    <a:pt x="151" y="57"/>
                    <a:pt x="72" y="12"/>
                    <a:pt x="59" y="27"/>
                  </a:cubicBezTo>
                  <a:cubicBezTo>
                    <a:pt x="47" y="42"/>
                    <a:pt x="116" y="73"/>
                    <a:pt x="126" y="96"/>
                  </a:cubicBezTo>
                  <a:cubicBezTo>
                    <a:pt x="136" y="119"/>
                    <a:pt x="111" y="123"/>
                    <a:pt x="87" y="143"/>
                  </a:cubicBezTo>
                  <a:cubicBezTo>
                    <a:pt x="64" y="163"/>
                    <a:pt x="34" y="181"/>
                    <a:pt x="16" y="217"/>
                  </a:cubicBezTo>
                  <a:cubicBezTo>
                    <a:pt x="0" y="248"/>
                    <a:pt x="14" y="321"/>
                    <a:pt x="18" y="339"/>
                  </a:cubicBezTo>
                  <a:cubicBezTo>
                    <a:pt x="7" y="353"/>
                    <a:pt x="7" y="353"/>
                    <a:pt x="7" y="353"/>
                  </a:cubicBezTo>
                  <a:cubicBezTo>
                    <a:pt x="1" y="359"/>
                    <a:pt x="2" y="369"/>
                    <a:pt x="9" y="375"/>
                  </a:cubicBezTo>
                  <a:cubicBezTo>
                    <a:pt x="15" y="381"/>
                    <a:pt x="25" y="380"/>
                    <a:pt x="31" y="373"/>
                  </a:cubicBezTo>
                  <a:cubicBezTo>
                    <a:pt x="42" y="360"/>
                    <a:pt x="42" y="360"/>
                    <a:pt x="42" y="360"/>
                  </a:cubicBezTo>
                  <a:cubicBezTo>
                    <a:pt x="61" y="371"/>
                    <a:pt x="95" y="384"/>
                    <a:pt x="142" y="382"/>
                  </a:cubicBezTo>
                  <a:cubicBezTo>
                    <a:pt x="187" y="381"/>
                    <a:pt x="214" y="371"/>
                    <a:pt x="230" y="362"/>
                  </a:cubicBezTo>
                  <a:cubicBezTo>
                    <a:pt x="242" y="376"/>
                    <a:pt x="242" y="376"/>
                    <a:pt x="242" y="376"/>
                  </a:cubicBezTo>
                  <a:cubicBezTo>
                    <a:pt x="248" y="382"/>
                    <a:pt x="258" y="383"/>
                    <a:pt x="264" y="378"/>
                  </a:cubicBezTo>
                  <a:cubicBezTo>
                    <a:pt x="271" y="372"/>
                    <a:pt x="272" y="362"/>
                    <a:pt x="266" y="355"/>
                  </a:cubicBezTo>
                  <a:cubicBezTo>
                    <a:pt x="254" y="340"/>
                    <a:pt x="254" y="340"/>
                    <a:pt x="254" y="340"/>
                  </a:cubicBezTo>
                  <a:cubicBezTo>
                    <a:pt x="263" y="321"/>
                    <a:pt x="290" y="254"/>
                    <a:pt x="262" y="209"/>
                  </a:cubicBezTo>
                  <a:close/>
                  <a:moveTo>
                    <a:pt x="146" y="308"/>
                  </a:moveTo>
                  <a:cubicBezTo>
                    <a:pt x="146" y="321"/>
                    <a:pt x="146" y="321"/>
                    <a:pt x="146" y="321"/>
                  </a:cubicBezTo>
                  <a:cubicBezTo>
                    <a:pt x="133" y="321"/>
                    <a:pt x="133" y="321"/>
                    <a:pt x="133" y="321"/>
                  </a:cubicBezTo>
                  <a:cubicBezTo>
                    <a:pt x="133" y="308"/>
                    <a:pt x="133" y="308"/>
                    <a:pt x="133" y="308"/>
                  </a:cubicBezTo>
                  <a:cubicBezTo>
                    <a:pt x="120" y="307"/>
                    <a:pt x="108" y="302"/>
                    <a:pt x="98" y="293"/>
                  </a:cubicBezTo>
                  <a:cubicBezTo>
                    <a:pt x="114" y="282"/>
                    <a:pt x="114" y="282"/>
                    <a:pt x="114" y="282"/>
                  </a:cubicBezTo>
                  <a:cubicBezTo>
                    <a:pt x="124" y="291"/>
                    <a:pt x="131" y="294"/>
                    <a:pt x="141" y="294"/>
                  </a:cubicBezTo>
                  <a:cubicBezTo>
                    <a:pt x="151" y="294"/>
                    <a:pt x="157" y="289"/>
                    <a:pt x="157" y="280"/>
                  </a:cubicBezTo>
                  <a:cubicBezTo>
                    <a:pt x="157" y="276"/>
                    <a:pt x="155" y="272"/>
                    <a:pt x="151" y="268"/>
                  </a:cubicBezTo>
                  <a:cubicBezTo>
                    <a:pt x="147" y="265"/>
                    <a:pt x="144" y="264"/>
                    <a:pt x="130" y="257"/>
                  </a:cubicBezTo>
                  <a:cubicBezTo>
                    <a:pt x="107" y="246"/>
                    <a:pt x="100" y="238"/>
                    <a:pt x="100" y="224"/>
                  </a:cubicBezTo>
                  <a:cubicBezTo>
                    <a:pt x="100" y="209"/>
                    <a:pt x="113" y="198"/>
                    <a:pt x="133" y="196"/>
                  </a:cubicBezTo>
                  <a:cubicBezTo>
                    <a:pt x="133" y="186"/>
                    <a:pt x="133" y="186"/>
                    <a:pt x="133" y="186"/>
                  </a:cubicBezTo>
                  <a:cubicBezTo>
                    <a:pt x="146" y="186"/>
                    <a:pt x="146" y="186"/>
                    <a:pt x="146" y="186"/>
                  </a:cubicBezTo>
                  <a:cubicBezTo>
                    <a:pt x="146" y="196"/>
                    <a:pt x="146" y="196"/>
                    <a:pt x="146" y="196"/>
                  </a:cubicBezTo>
                  <a:cubicBezTo>
                    <a:pt x="158" y="197"/>
                    <a:pt x="168" y="201"/>
                    <a:pt x="178" y="208"/>
                  </a:cubicBezTo>
                  <a:cubicBezTo>
                    <a:pt x="161" y="219"/>
                    <a:pt x="161" y="219"/>
                    <a:pt x="161" y="219"/>
                  </a:cubicBezTo>
                  <a:cubicBezTo>
                    <a:pt x="155" y="213"/>
                    <a:pt x="149" y="211"/>
                    <a:pt x="140" y="211"/>
                  </a:cubicBezTo>
                  <a:cubicBezTo>
                    <a:pt x="129" y="211"/>
                    <a:pt x="123" y="215"/>
                    <a:pt x="123" y="223"/>
                  </a:cubicBezTo>
                  <a:cubicBezTo>
                    <a:pt x="123" y="227"/>
                    <a:pt x="125" y="231"/>
                    <a:pt x="129" y="234"/>
                  </a:cubicBezTo>
                  <a:cubicBezTo>
                    <a:pt x="133" y="237"/>
                    <a:pt x="134" y="238"/>
                    <a:pt x="148" y="244"/>
                  </a:cubicBezTo>
                  <a:cubicBezTo>
                    <a:pt x="173" y="257"/>
                    <a:pt x="181" y="265"/>
                    <a:pt x="181" y="280"/>
                  </a:cubicBezTo>
                  <a:cubicBezTo>
                    <a:pt x="181" y="296"/>
                    <a:pt x="168" y="306"/>
                    <a:pt x="146" y="3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14" name="组合 113"/>
          <p:cNvGrpSpPr/>
          <p:nvPr/>
        </p:nvGrpSpPr>
        <p:grpSpPr>
          <a:xfrm>
            <a:off x="4198938" y="2547938"/>
            <a:ext cx="1641475" cy="1785937"/>
            <a:chOff x="4198938" y="2547938"/>
            <a:chExt cx="1641475" cy="1785937"/>
          </a:xfrm>
          <a:solidFill>
            <a:schemeClr val="tx1">
              <a:lumMod val="65000"/>
              <a:lumOff val="35000"/>
            </a:schemeClr>
          </a:solidFill>
        </p:grpSpPr>
        <p:sp>
          <p:nvSpPr>
            <p:cNvPr id="115" name="Freeform 218"/>
            <p:cNvSpPr>
              <a:spLocks noEditPoints="1"/>
            </p:cNvSpPr>
            <p:nvPr/>
          </p:nvSpPr>
          <p:spPr bwMode="auto">
            <a:xfrm>
              <a:off x="4198938" y="3028950"/>
              <a:ext cx="604838" cy="1289050"/>
            </a:xfrm>
            <a:custGeom>
              <a:avLst/>
              <a:gdLst>
                <a:gd name="T0" fmla="*/ 151 w 418"/>
                <a:gd name="T1" fmla="*/ 0 h 891"/>
                <a:gd name="T2" fmla="*/ 2 w 418"/>
                <a:gd name="T3" fmla="*/ 110 h 891"/>
                <a:gd name="T4" fmla="*/ 93 w 418"/>
                <a:gd name="T5" fmla="*/ 189 h 891"/>
                <a:gd name="T6" fmla="*/ 137 w 418"/>
                <a:gd name="T7" fmla="*/ 201 h 891"/>
                <a:gd name="T8" fmla="*/ 137 w 418"/>
                <a:gd name="T9" fmla="*/ 417 h 891"/>
                <a:gd name="T10" fmla="*/ 103 w 418"/>
                <a:gd name="T11" fmla="*/ 836 h 891"/>
                <a:gd name="T12" fmla="*/ 148 w 418"/>
                <a:gd name="T13" fmla="*/ 889 h 891"/>
                <a:gd name="T14" fmla="*/ 201 w 418"/>
                <a:gd name="T15" fmla="*/ 844 h 891"/>
                <a:gd name="T16" fmla="*/ 231 w 418"/>
                <a:gd name="T17" fmla="*/ 479 h 891"/>
                <a:gd name="T18" fmla="*/ 259 w 418"/>
                <a:gd name="T19" fmla="*/ 479 h 891"/>
                <a:gd name="T20" fmla="*/ 289 w 418"/>
                <a:gd name="T21" fmla="*/ 844 h 891"/>
                <a:gd name="T22" fmla="*/ 342 w 418"/>
                <a:gd name="T23" fmla="*/ 889 h 891"/>
                <a:gd name="T24" fmla="*/ 387 w 418"/>
                <a:gd name="T25" fmla="*/ 836 h 891"/>
                <a:gd name="T26" fmla="*/ 362 w 418"/>
                <a:gd name="T27" fmla="*/ 523 h 891"/>
                <a:gd name="T28" fmla="*/ 345 w 418"/>
                <a:gd name="T29" fmla="*/ 491 h 891"/>
                <a:gd name="T30" fmla="*/ 316 w 418"/>
                <a:gd name="T31" fmla="*/ 276 h 891"/>
                <a:gd name="T32" fmla="*/ 325 w 418"/>
                <a:gd name="T33" fmla="*/ 273 h 891"/>
                <a:gd name="T34" fmla="*/ 354 w 418"/>
                <a:gd name="T35" fmla="*/ 491 h 891"/>
                <a:gd name="T36" fmla="*/ 386 w 418"/>
                <a:gd name="T37" fmla="*/ 522 h 891"/>
                <a:gd name="T38" fmla="*/ 387 w 418"/>
                <a:gd name="T39" fmla="*/ 522 h 891"/>
                <a:gd name="T40" fmla="*/ 418 w 418"/>
                <a:gd name="T41" fmla="*/ 488 h 891"/>
                <a:gd name="T42" fmla="*/ 386 w 418"/>
                <a:gd name="T43" fmla="*/ 253 h 891"/>
                <a:gd name="T44" fmla="*/ 357 w 418"/>
                <a:gd name="T45" fmla="*/ 164 h 891"/>
                <a:gd name="T46" fmla="*/ 331 w 418"/>
                <a:gd name="T47" fmla="*/ 145 h 891"/>
                <a:gd name="T48" fmla="*/ 322 w 418"/>
                <a:gd name="T49" fmla="*/ 144 h 891"/>
                <a:gd name="T50" fmla="*/ 175 w 418"/>
                <a:gd name="T51" fmla="*/ 144 h 891"/>
                <a:gd name="T52" fmla="*/ 69 w 418"/>
                <a:gd name="T53" fmla="*/ 107 h 891"/>
                <a:gd name="T54" fmla="*/ 153 w 418"/>
                <a:gd name="T55" fmla="*/ 67 h 891"/>
                <a:gd name="T56" fmla="*/ 146 w 418"/>
                <a:gd name="T57" fmla="*/ 31 h 891"/>
                <a:gd name="T58" fmla="*/ 151 w 418"/>
                <a:gd name="T59" fmla="*/ 0 h 891"/>
                <a:gd name="T60" fmla="*/ 245 w 418"/>
                <a:gd name="T61" fmla="*/ 432 h 891"/>
                <a:gd name="T62" fmla="*/ 207 w 418"/>
                <a:gd name="T63" fmla="*/ 384 h 891"/>
                <a:gd name="T64" fmla="*/ 229 w 418"/>
                <a:gd name="T65" fmla="*/ 223 h 891"/>
                <a:gd name="T66" fmla="*/ 245 w 418"/>
                <a:gd name="T67" fmla="*/ 226 h 891"/>
                <a:gd name="T68" fmla="*/ 245 w 418"/>
                <a:gd name="T69" fmla="*/ 226 h 891"/>
                <a:gd name="T70" fmla="*/ 245 w 418"/>
                <a:gd name="T71" fmla="*/ 226 h 891"/>
                <a:gd name="T72" fmla="*/ 261 w 418"/>
                <a:gd name="T73" fmla="*/ 223 h 891"/>
                <a:gd name="T74" fmla="*/ 283 w 418"/>
                <a:gd name="T75" fmla="*/ 384 h 891"/>
                <a:gd name="T76" fmla="*/ 245 w 418"/>
                <a:gd name="T77" fmla="*/ 432 h 891"/>
                <a:gd name="T78" fmla="*/ 230 w 418"/>
                <a:gd name="T79" fmla="*/ 174 h 891"/>
                <a:gd name="T80" fmla="*/ 245 w 418"/>
                <a:gd name="T81" fmla="*/ 174 h 891"/>
                <a:gd name="T82" fmla="*/ 260 w 418"/>
                <a:gd name="T83" fmla="*/ 174 h 891"/>
                <a:gd name="T84" fmla="*/ 268 w 418"/>
                <a:gd name="T85" fmla="*/ 204 h 891"/>
                <a:gd name="T86" fmla="*/ 267 w 418"/>
                <a:gd name="T87" fmla="*/ 206 h 891"/>
                <a:gd name="T88" fmla="*/ 245 w 418"/>
                <a:gd name="T89" fmla="*/ 214 h 891"/>
                <a:gd name="T90" fmla="*/ 224 w 418"/>
                <a:gd name="T91" fmla="*/ 206 h 891"/>
                <a:gd name="T92" fmla="*/ 222 w 418"/>
                <a:gd name="T93" fmla="*/ 204 h 891"/>
                <a:gd name="T94" fmla="*/ 230 w 418"/>
                <a:gd name="T95" fmla="*/ 174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18" h="891">
                  <a:moveTo>
                    <a:pt x="151" y="0"/>
                  </a:moveTo>
                  <a:cubicBezTo>
                    <a:pt x="44" y="34"/>
                    <a:pt x="0" y="67"/>
                    <a:pt x="2" y="110"/>
                  </a:cubicBezTo>
                  <a:cubicBezTo>
                    <a:pt x="4" y="154"/>
                    <a:pt x="55" y="176"/>
                    <a:pt x="93" y="189"/>
                  </a:cubicBezTo>
                  <a:cubicBezTo>
                    <a:pt x="109" y="194"/>
                    <a:pt x="124" y="198"/>
                    <a:pt x="137" y="201"/>
                  </a:cubicBezTo>
                  <a:cubicBezTo>
                    <a:pt x="137" y="417"/>
                    <a:pt x="137" y="417"/>
                    <a:pt x="137" y="417"/>
                  </a:cubicBezTo>
                  <a:cubicBezTo>
                    <a:pt x="103" y="836"/>
                    <a:pt x="103" y="836"/>
                    <a:pt x="103" y="836"/>
                  </a:cubicBezTo>
                  <a:cubicBezTo>
                    <a:pt x="101" y="863"/>
                    <a:pt x="121" y="887"/>
                    <a:pt x="148" y="889"/>
                  </a:cubicBezTo>
                  <a:cubicBezTo>
                    <a:pt x="175" y="891"/>
                    <a:pt x="199" y="871"/>
                    <a:pt x="201" y="844"/>
                  </a:cubicBezTo>
                  <a:cubicBezTo>
                    <a:pt x="231" y="479"/>
                    <a:pt x="231" y="479"/>
                    <a:pt x="231" y="479"/>
                  </a:cubicBezTo>
                  <a:cubicBezTo>
                    <a:pt x="259" y="479"/>
                    <a:pt x="259" y="479"/>
                    <a:pt x="259" y="479"/>
                  </a:cubicBezTo>
                  <a:cubicBezTo>
                    <a:pt x="289" y="844"/>
                    <a:pt x="289" y="844"/>
                    <a:pt x="289" y="844"/>
                  </a:cubicBezTo>
                  <a:cubicBezTo>
                    <a:pt x="291" y="871"/>
                    <a:pt x="315" y="891"/>
                    <a:pt x="342" y="889"/>
                  </a:cubicBezTo>
                  <a:cubicBezTo>
                    <a:pt x="369" y="887"/>
                    <a:pt x="390" y="863"/>
                    <a:pt x="387" y="836"/>
                  </a:cubicBezTo>
                  <a:cubicBezTo>
                    <a:pt x="362" y="523"/>
                    <a:pt x="362" y="523"/>
                    <a:pt x="362" y="523"/>
                  </a:cubicBezTo>
                  <a:cubicBezTo>
                    <a:pt x="352" y="516"/>
                    <a:pt x="345" y="505"/>
                    <a:pt x="345" y="491"/>
                  </a:cubicBezTo>
                  <a:cubicBezTo>
                    <a:pt x="341" y="399"/>
                    <a:pt x="328" y="327"/>
                    <a:pt x="316" y="276"/>
                  </a:cubicBezTo>
                  <a:cubicBezTo>
                    <a:pt x="325" y="273"/>
                    <a:pt x="325" y="273"/>
                    <a:pt x="325" y="273"/>
                  </a:cubicBezTo>
                  <a:cubicBezTo>
                    <a:pt x="337" y="324"/>
                    <a:pt x="350" y="397"/>
                    <a:pt x="354" y="491"/>
                  </a:cubicBezTo>
                  <a:cubicBezTo>
                    <a:pt x="354" y="508"/>
                    <a:pt x="369" y="522"/>
                    <a:pt x="386" y="522"/>
                  </a:cubicBezTo>
                  <a:cubicBezTo>
                    <a:pt x="386" y="522"/>
                    <a:pt x="387" y="522"/>
                    <a:pt x="387" y="522"/>
                  </a:cubicBezTo>
                  <a:cubicBezTo>
                    <a:pt x="405" y="521"/>
                    <a:pt x="418" y="506"/>
                    <a:pt x="418" y="488"/>
                  </a:cubicBezTo>
                  <a:cubicBezTo>
                    <a:pt x="414" y="387"/>
                    <a:pt x="399" y="308"/>
                    <a:pt x="386" y="253"/>
                  </a:cubicBezTo>
                  <a:cubicBezTo>
                    <a:pt x="371" y="197"/>
                    <a:pt x="358" y="166"/>
                    <a:pt x="357" y="164"/>
                  </a:cubicBezTo>
                  <a:cubicBezTo>
                    <a:pt x="352" y="153"/>
                    <a:pt x="342" y="146"/>
                    <a:pt x="331" y="145"/>
                  </a:cubicBezTo>
                  <a:cubicBezTo>
                    <a:pt x="328" y="144"/>
                    <a:pt x="325" y="144"/>
                    <a:pt x="322" y="144"/>
                  </a:cubicBezTo>
                  <a:cubicBezTo>
                    <a:pt x="175" y="144"/>
                    <a:pt x="175" y="144"/>
                    <a:pt x="175" y="144"/>
                  </a:cubicBezTo>
                  <a:cubicBezTo>
                    <a:pt x="131" y="136"/>
                    <a:pt x="83" y="119"/>
                    <a:pt x="69" y="107"/>
                  </a:cubicBezTo>
                  <a:cubicBezTo>
                    <a:pt x="76" y="101"/>
                    <a:pt x="96" y="87"/>
                    <a:pt x="153" y="67"/>
                  </a:cubicBezTo>
                  <a:cubicBezTo>
                    <a:pt x="148" y="56"/>
                    <a:pt x="146" y="44"/>
                    <a:pt x="146" y="31"/>
                  </a:cubicBezTo>
                  <a:cubicBezTo>
                    <a:pt x="146" y="20"/>
                    <a:pt x="148" y="10"/>
                    <a:pt x="151" y="0"/>
                  </a:cubicBezTo>
                  <a:close/>
                  <a:moveTo>
                    <a:pt x="245" y="432"/>
                  </a:moveTo>
                  <a:cubicBezTo>
                    <a:pt x="207" y="384"/>
                    <a:pt x="207" y="384"/>
                    <a:pt x="207" y="384"/>
                  </a:cubicBezTo>
                  <a:cubicBezTo>
                    <a:pt x="229" y="223"/>
                    <a:pt x="229" y="223"/>
                    <a:pt x="229" y="223"/>
                  </a:cubicBezTo>
                  <a:cubicBezTo>
                    <a:pt x="234" y="225"/>
                    <a:pt x="240" y="226"/>
                    <a:pt x="245" y="226"/>
                  </a:cubicBezTo>
                  <a:cubicBezTo>
                    <a:pt x="245" y="226"/>
                    <a:pt x="245" y="226"/>
                    <a:pt x="245" y="226"/>
                  </a:cubicBezTo>
                  <a:cubicBezTo>
                    <a:pt x="245" y="226"/>
                    <a:pt x="245" y="226"/>
                    <a:pt x="245" y="226"/>
                  </a:cubicBezTo>
                  <a:cubicBezTo>
                    <a:pt x="251" y="226"/>
                    <a:pt x="256" y="225"/>
                    <a:pt x="261" y="223"/>
                  </a:cubicBezTo>
                  <a:cubicBezTo>
                    <a:pt x="283" y="384"/>
                    <a:pt x="283" y="384"/>
                    <a:pt x="283" y="384"/>
                  </a:cubicBezTo>
                  <a:lnTo>
                    <a:pt x="245" y="432"/>
                  </a:lnTo>
                  <a:close/>
                  <a:moveTo>
                    <a:pt x="230" y="174"/>
                  </a:moveTo>
                  <a:cubicBezTo>
                    <a:pt x="245" y="174"/>
                    <a:pt x="245" y="174"/>
                    <a:pt x="245" y="174"/>
                  </a:cubicBezTo>
                  <a:cubicBezTo>
                    <a:pt x="260" y="174"/>
                    <a:pt x="260" y="174"/>
                    <a:pt x="260" y="174"/>
                  </a:cubicBezTo>
                  <a:cubicBezTo>
                    <a:pt x="268" y="204"/>
                    <a:pt x="268" y="204"/>
                    <a:pt x="268" y="204"/>
                  </a:cubicBezTo>
                  <a:cubicBezTo>
                    <a:pt x="267" y="206"/>
                    <a:pt x="267" y="206"/>
                    <a:pt x="267" y="206"/>
                  </a:cubicBezTo>
                  <a:cubicBezTo>
                    <a:pt x="261" y="211"/>
                    <a:pt x="253" y="214"/>
                    <a:pt x="245" y="214"/>
                  </a:cubicBezTo>
                  <a:cubicBezTo>
                    <a:pt x="237" y="214"/>
                    <a:pt x="230" y="211"/>
                    <a:pt x="224" y="206"/>
                  </a:cubicBezTo>
                  <a:cubicBezTo>
                    <a:pt x="222" y="204"/>
                    <a:pt x="222" y="204"/>
                    <a:pt x="222" y="204"/>
                  </a:cubicBezTo>
                  <a:lnTo>
                    <a:pt x="230" y="1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219"/>
            <p:cNvSpPr>
              <a:spLocks noEditPoints="1"/>
            </p:cNvSpPr>
            <p:nvPr/>
          </p:nvSpPr>
          <p:spPr bwMode="auto">
            <a:xfrm>
              <a:off x="4422775" y="2943225"/>
              <a:ext cx="261938" cy="260350"/>
            </a:xfrm>
            <a:custGeom>
              <a:avLst/>
              <a:gdLst>
                <a:gd name="T0" fmla="*/ 0 w 180"/>
                <a:gd name="T1" fmla="*/ 90 h 180"/>
                <a:gd name="T2" fmla="*/ 90 w 180"/>
                <a:gd name="T3" fmla="*/ 180 h 180"/>
                <a:gd name="T4" fmla="*/ 180 w 180"/>
                <a:gd name="T5" fmla="*/ 90 h 180"/>
                <a:gd name="T6" fmla="*/ 90 w 180"/>
                <a:gd name="T7" fmla="*/ 0 h 180"/>
                <a:gd name="T8" fmla="*/ 0 w 180"/>
                <a:gd name="T9" fmla="*/ 90 h 180"/>
                <a:gd name="T10" fmla="*/ 146 w 180"/>
                <a:gd name="T11" fmla="*/ 106 h 180"/>
                <a:gd name="T12" fmla="*/ 144 w 180"/>
                <a:gd name="T13" fmla="*/ 118 h 180"/>
                <a:gd name="T14" fmla="*/ 67 w 180"/>
                <a:gd name="T15" fmla="*/ 150 h 180"/>
                <a:gd name="T16" fmla="*/ 58 w 180"/>
                <a:gd name="T17" fmla="*/ 142 h 180"/>
                <a:gd name="T18" fmla="*/ 146 w 180"/>
                <a:gd name="T19" fmla="*/ 106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0" h="180">
                  <a:moveTo>
                    <a:pt x="0" y="90"/>
                  </a:moveTo>
                  <a:cubicBezTo>
                    <a:pt x="0" y="140"/>
                    <a:pt x="40" y="180"/>
                    <a:pt x="90" y="180"/>
                  </a:cubicBezTo>
                  <a:cubicBezTo>
                    <a:pt x="140" y="180"/>
                    <a:pt x="180" y="140"/>
                    <a:pt x="180" y="90"/>
                  </a:cubicBezTo>
                  <a:cubicBezTo>
                    <a:pt x="180" y="41"/>
                    <a:pt x="140" y="0"/>
                    <a:pt x="90" y="0"/>
                  </a:cubicBezTo>
                  <a:cubicBezTo>
                    <a:pt x="40" y="0"/>
                    <a:pt x="0" y="41"/>
                    <a:pt x="0" y="90"/>
                  </a:cubicBezTo>
                  <a:close/>
                  <a:moveTo>
                    <a:pt x="146" y="106"/>
                  </a:moveTo>
                  <a:cubicBezTo>
                    <a:pt x="144" y="118"/>
                    <a:pt x="144" y="118"/>
                    <a:pt x="144" y="118"/>
                  </a:cubicBezTo>
                  <a:cubicBezTo>
                    <a:pt x="142" y="118"/>
                    <a:pt x="102" y="112"/>
                    <a:pt x="67" y="150"/>
                  </a:cubicBezTo>
                  <a:cubicBezTo>
                    <a:pt x="58" y="142"/>
                    <a:pt x="58" y="142"/>
                    <a:pt x="58" y="142"/>
                  </a:cubicBezTo>
                  <a:cubicBezTo>
                    <a:pt x="98" y="99"/>
                    <a:pt x="144" y="106"/>
                    <a:pt x="146" y="10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220"/>
            <p:cNvSpPr>
              <a:spLocks noEditPoints="1"/>
            </p:cNvSpPr>
            <p:nvPr/>
          </p:nvSpPr>
          <p:spPr bwMode="auto">
            <a:xfrm>
              <a:off x="5419725" y="2971800"/>
              <a:ext cx="260350" cy="260350"/>
            </a:xfrm>
            <a:custGeom>
              <a:avLst/>
              <a:gdLst>
                <a:gd name="T0" fmla="*/ 90 w 180"/>
                <a:gd name="T1" fmla="*/ 0 h 180"/>
                <a:gd name="T2" fmla="*/ 0 w 180"/>
                <a:gd name="T3" fmla="*/ 90 h 180"/>
                <a:gd name="T4" fmla="*/ 90 w 180"/>
                <a:gd name="T5" fmla="*/ 180 h 180"/>
                <a:gd name="T6" fmla="*/ 180 w 180"/>
                <a:gd name="T7" fmla="*/ 90 h 180"/>
                <a:gd name="T8" fmla="*/ 90 w 180"/>
                <a:gd name="T9" fmla="*/ 0 h 180"/>
                <a:gd name="T10" fmla="*/ 96 w 180"/>
                <a:gd name="T11" fmla="*/ 162 h 180"/>
                <a:gd name="T12" fmla="*/ 50 w 180"/>
                <a:gd name="T13" fmla="*/ 156 h 180"/>
                <a:gd name="T14" fmla="*/ 27 w 180"/>
                <a:gd name="T15" fmla="*/ 115 h 180"/>
                <a:gd name="T16" fmla="*/ 74 w 180"/>
                <a:gd name="T17" fmla="*/ 121 h 180"/>
                <a:gd name="T18" fmla="*/ 96 w 180"/>
                <a:gd name="T19" fmla="*/ 162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0" h="180">
                  <a:moveTo>
                    <a:pt x="90" y="0"/>
                  </a:moveTo>
                  <a:cubicBezTo>
                    <a:pt x="41" y="0"/>
                    <a:pt x="0" y="40"/>
                    <a:pt x="0" y="90"/>
                  </a:cubicBezTo>
                  <a:cubicBezTo>
                    <a:pt x="0" y="139"/>
                    <a:pt x="41" y="180"/>
                    <a:pt x="90" y="180"/>
                  </a:cubicBezTo>
                  <a:cubicBezTo>
                    <a:pt x="140" y="180"/>
                    <a:pt x="180" y="139"/>
                    <a:pt x="180" y="90"/>
                  </a:cubicBezTo>
                  <a:cubicBezTo>
                    <a:pt x="180" y="40"/>
                    <a:pt x="140" y="0"/>
                    <a:pt x="90" y="0"/>
                  </a:cubicBezTo>
                  <a:close/>
                  <a:moveTo>
                    <a:pt x="96" y="162"/>
                  </a:moveTo>
                  <a:cubicBezTo>
                    <a:pt x="90" y="172"/>
                    <a:pt x="69" y="169"/>
                    <a:pt x="50" y="156"/>
                  </a:cubicBezTo>
                  <a:cubicBezTo>
                    <a:pt x="31" y="143"/>
                    <a:pt x="21" y="124"/>
                    <a:pt x="27" y="115"/>
                  </a:cubicBezTo>
                  <a:cubicBezTo>
                    <a:pt x="34" y="105"/>
                    <a:pt x="54" y="108"/>
                    <a:pt x="74" y="121"/>
                  </a:cubicBezTo>
                  <a:cubicBezTo>
                    <a:pt x="93" y="134"/>
                    <a:pt x="103" y="153"/>
                    <a:pt x="96" y="1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221"/>
            <p:cNvSpPr>
              <a:spLocks/>
            </p:cNvSpPr>
            <p:nvPr/>
          </p:nvSpPr>
          <p:spPr bwMode="auto">
            <a:xfrm>
              <a:off x="5227638" y="3235325"/>
              <a:ext cx="612775" cy="1098550"/>
            </a:xfrm>
            <a:custGeom>
              <a:avLst/>
              <a:gdLst>
                <a:gd name="T0" fmla="*/ 297 w 423"/>
                <a:gd name="T1" fmla="*/ 3 h 760"/>
                <a:gd name="T2" fmla="*/ 273 w 423"/>
                <a:gd name="T3" fmla="*/ 9 h 760"/>
                <a:gd name="T4" fmla="*/ 17 w 423"/>
                <a:gd name="T5" fmla="*/ 195 h 760"/>
                <a:gd name="T6" fmla="*/ 10 w 423"/>
                <a:gd name="T7" fmla="*/ 240 h 760"/>
                <a:gd name="T8" fmla="*/ 36 w 423"/>
                <a:gd name="T9" fmla="*/ 253 h 760"/>
                <a:gd name="T10" fmla="*/ 55 w 423"/>
                <a:gd name="T11" fmla="*/ 247 h 760"/>
                <a:gd name="T12" fmla="*/ 108 w 423"/>
                <a:gd name="T13" fmla="*/ 208 h 760"/>
                <a:gd name="T14" fmla="*/ 280 w 423"/>
                <a:gd name="T15" fmla="*/ 47 h 760"/>
                <a:gd name="T16" fmla="*/ 308 w 423"/>
                <a:gd name="T17" fmla="*/ 36 h 760"/>
                <a:gd name="T18" fmla="*/ 339 w 423"/>
                <a:gd name="T19" fmla="*/ 49 h 760"/>
                <a:gd name="T20" fmla="*/ 350 w 423"/>
                <a:gd name="T21" fmla="*/ 79 h 760"/>
                <a:gd name="T22" fmla="*/ 337 w 423"/>
                <a:gd name="T23" fmla="*/ 108 h 760"/>
                <a:gd name="T24" fmla="*/ 263 w 423"/>
                <a:gd name="T25" fmla="*/ 176 h 760"/>
                <a:gd name="T26" fmla="*/ 270 w 423"/>
                <a:gd name="T27" fmla="*/ 305 h 760"/>
                <a:gd name="T28" fmla="*/ 271 w 423"/>
                <a:gd name="T29" fmla="*/ 727 h 760"/>
                <a:gd name="T30" fmla="*/ 318 w 423"/>
                <a:gd name="T31" fmla="*/ 760 h 760"/>
                <a:gd name="T32" fmla="*/ 335 w 423"/>
                <a:gd name="T33" fmla="*/ 757 h 760"/>
                <a:gd name="T34" fmla="*/ 365 w 423"/>
                <a:gd name="T35" fmla="*/ 692 h 760"/>
                <a:gd name="T36" fmla="*/ 356 w 423"/>
                <a:gd name="T37" fmla="*/ 362 h 760"/>
                <a:gd name="T38" fmla="*/ 413 w 423"/>
                <a:gd name="T39" fmla="*/ 295 h 760"/>
                <a:gd name="T40" fmla="*/ 390 w 423"/>
                <a:gd name="T41" fmla="*/ 73 h 760"/>
                <a:gd name="T42" fmla="*/ 297 w 423"/>
                <a:gd name="T43" fmla="*/ 3 h 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3" h="760">
                  <a:moveTo>
                    <a:pt x="297" y="3"/>
                  </a:moveTo>
                  <a:cubicBezTo>
                    <a:pt x="289" y="2"/>
                    <a:pt x="280" y="3"/>
                    <a:pt x="273" y="9"/>
                  </a:cubicBezTo>
                  <a:cubicBezTo>
                    <a:pt x="17" y="195"/>
                    <a:pt x="17" y="195"/>
                    <a:pt x="17" y="195"/>
                  </a:cubicBezTo>
                  <a:cubicBezTo>
                    <a:pt x="3" y="206"/>
                    <a:pt x="0" y="226"/>
                    <a:pt x="10" y="240"/>
                  </a:cubicBezTo>
                  <a:cubicBezTo>
                    <a:pt x="16" y="248"/>
                    <a:pt x="26" y="253"/>
                    <a:pt x="36" y="253"/>
                  </a:cubicBezTo>
                  <a:cubicBezTo>
                    <a:pt x="43" y="253"/>
                    <a:pt x="49" y="251"/>
                    <a:pt x="55" y="247"/>
                  </a:cubicBezTo>
                  <a:cubicBezTo>
                    <a:pt x="108" y="208"/>
                    <a:pt x="108" y="208"/>
                    <a:pt x="108" y="208"/>
                  </a:cubicBezTo>
                  <a:cubicBezTo>
                    <a:pt x="280" y="47"/>
                    <a:pt x="280" y="47"/>
                    <a:pt x="280" y="47"/>
                  </a:cubicBezTo>
                  <a:cubicBezTo>
                    <a:pt x="288" y="40"/>
                    <a:pt x="298" y="36"/>
                    <a:pt x="308" y="36"/>
                  </a:cubicBezTo>
                  <a:cubicBezTo>
                    <a:pt x="320" y="36"/>
                    <a:pt x="331" y="41"/>
                    <a:pt x="339" y="49"/>
                  </a:cubicBezTo>
                  <a:cubicBezTo>
                    <a:pt x="346" y="58"/>
                    <a:pt x="350" y="68"/>
                    <a:pt x="350" y="79"/>
                  </a:cubicBezTo>
                  <a:cubicBezTo>
                    <a:pt x="349" y="90"/>
                    <a:pt x="345" y="100"/>
                    <a:pt x="337" y="108"/>
                  </a:cubicBezTo>
                  <a:cubicBezTo>
                    <a:pt x="263" y="176"/>
                    <a:pt x="263" y="176"/>
                    <a:pt x="263" y="176"/>
                  </a:cubicBezTo>
                  <a:cubicBezTo>
                    <a:pt x="271" y="218"/>
                    <a:pt x="275" y="264"/>
                    <a:pt x="270" y="305"/>
                  </a:cubicBezTo>
                  <a:cubicBezTo>
                    <a:pt x="249" y="362"/>
                    <a:pt x="199" y="533"/>
                    <a:pt x="271" y="727"/>
                  </a:cubicBezTo>
                  <a:cubicBezTo>
                    <a:pt x="278" y="747"/>
                    <a:pt x="297" y="760"/>
                    <a:pt x="318" y="760"/>
                  </a:cubicBezTo>
                  <a:cubicBezTo>
                    <a:pt x="324" y="760"/>
                    <a:pt x="329" y="759"/>
                    <a:pt x="335" y="757"/>
                  </a:cubicBezTo>
                  <a:cubicBezTo>
                    <a:pt x="361" y="747"/>
                    <a:pt x="374" y="718"/>
                    <a:pt x="365" y="692"/>
                  </a:cubicBezTo>
                  <a:cubicBezTo>
                    <a:pt x="312" y="551"/>
                    <a:pt x="338" y="422"/>
                    <a:pt x="356" y="362"/>
                  </a:cubicBezTo>
                  <a:cubicBezTo>
                    <a:pt x="382" y="356"/>
                    <a:pt x="404" y="339"/>
                    <a:pt x="413" y="295"/>
                  </a:cubicBezTo>
                  <a:cubicBezTo>
                    <a:pt x="423" y="206"/>
                    <a:pt x="417" y="154"/>
                    <a:pt x="390" y="73"/>
                  </a:cubicBezTo>
                  <a:cubicBezTo>
                    <a:pt x="372" y="20"/>
                    <a:pt x="330" y="0"/>
                    <a:pt x="297"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222"/>
            <p:cNvSpPr>
              <a:spLocks/>
            </p:cNvSpPr>
            <p:nvPr/>
          </p:nvSpPr>
          <p:spPr bwMode="auto">
            <a:xfrm>
              <a:off x="5289550" y="3295650"/>
              <a:ext cx="436563" cy="409575"/>
            </a:xfrm>
            <a:custGeom>
              <a:avLst/>
              <a:gdLst>
                <a:gd name="T0" fmla="*/ 290 w 302"/>
                <a:gd name="T1" fmla="*/ 14 h 283"/>
                <a:gd name="T2" fmla="*/ 245 w 302"/>
                <a:gd name="T3" fmla="*/ 12 h 283"/>
                <a:gd name="T4" fmla="*/ 14 w 302"/>
                <a:gd name="T5" fmla="*/ 228 h 283"/>
                <a:gd name="T6" fmla="*/ 12 w 302"/>
                <a:gd name="T7" fmla="*/ 273 h 283"/>
                <a:gd name="T8" fmla="*/ 35 w 302"/>
                <a:gd name="T9" fmla="*/ 283 h 283"/>
                <a:gd name="T10" fmla="*/ 57 w 302"/>
                <a:gd name="T11" fmla="*/ 274 h 283"/>
                <a:gd name="T12" fmla="*/ 288 w 302"/>
                <a:gd name="T13" fmla="*/ 59 h 283"/>
                <a:gd name="T14" fmla="*/ 290 w 302"/>
                <a:gd name="T15" fmla="*/ 14 h 2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2" h="283">
                  <a:moveTo>
                    <a:pt x="290" y="14"/>
                  </a:moveTo>
                  <a:cubicBezTo>
                    <a:pt x="278" y="1"/>
                    <a:pt x="258" y="0"/>
                    <a:pt x="245" y="12"/>
                  </a:cubicBezTo>
                  <a:cubicBezTo>
                    <a:pt x="14" y="228"/>
                    <a:pt x="14" y="228"/>
                    <a:pt x="14" y="228"/>
                  </a:cubicBezTo>
                  <a:cubicBezTo>
                    <a:pt x="1" y="240"/>
                    <a:pt x="0" y="260"/>
                    <a:pt x="12" y="273"/>
                  </a:cubicBezTo>
                  <a:cubicBezTo>
                    <a:pt x="18" y="280"/>
                    <a:pt x="27" y="283"/>
                    <a:pt x="35" y="283"/>
                  </a:cubicBezTo>
                  <a:cubicBezTo>
                    <a:pt x="43" y="283"/>
                    <a:pt x="51" y="280"/>
                    <a:pt x="57" y="274"/>
                  </a:cubicBezTo>
                  <a:cubicBezTo>
                    <a:pt x="288" y="59"/>
                    <a:pt x="288" y="59"/>
                    <a:pt x="288" y="59"/>
                  </a:cubicBezTo>
                  <a:cubicBezTo>
                    <a:pt x="301" y="47"/>
                    <a:pt x="302" y="27"/>
                    <a:pt x="290"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223"/>
            <p:cNvSpPr>
              <a:spLocks noEditPoints="1"/>
            </p:cNvSpPr>
            <p:nvPr/>
          </p:nvSpPr>
          <p:spPr bwMode="auto">
            <a:xfrm>
              <a:off x="4573588" y="2573338"/>
              <a:ext cx="458788" cy="392113"/>
            </a:xfrm>
            <a:custGeom>
              <a:avLst/>
              <a:gdLst>
                <a:gd name="T0" fmla="*/ 70 w 317"/>
                <a:gd name="T1" fmla="*/ 163 h 271"/>
                <a:gd name="T2" fmla="*/ 135 w 317"/>
                <a:gd name="T3" fmla="*/ 211 h 271"/>
                <a:gd name="T4" fmla="*/ 102 w 317"/>
                <a:gd name="T5" fmla="*/ 217 h 271"/>
                <a:gd name="T6" fmla="*/ 121 w 317"/>
                <a:gd name="T7" fmla="*/ 258 h 271"/>
                <a:gd name="T8" fmla="*/ 94 w 317"/>
                <a:gd name="T9" fmla="*/ 256 h 271"/>
                <a:gd name="T10" fmla="*/ 195 w 317"/>
                <a:gd name="T11" fmla="*/ 201 h 271"/>
                <a:gd name="T12" fmla="*/ 245 w 317"/>
                <a:gd name="T13" fmla="*/ 162 h 271"/>
                <a:gd name="T14" fmla="*/ 135 w 317"/>
                <a:gd name="T15" fmla="*/ 12 h 271"/>
                <a:gd name="T16" fmla="*/ 28 w 317"/>
                <a:gd name="T17" fmla="*/ 110 h 271"/>
                <a:gd name="T18" fmla="*/ 187 w 317"/>
                <a:gd name="T19" fmla="*/ 63 h 271"/>
                <a:gd name="T20" fmla="*/ 95 w 317"/>
                <a:gd name="T21" fmla="*/ 94 h 271"/>
                <a:gd name="T22" fmla="*/ 254 w 317"/>
                <a:gd name="T23" fmla="*/ 145 h 271"/>
                <a:gd name="T24" fmla="*/ 257 w 317"/>
                <a:gd name="T25" fmla="*/ 130 h 271"/>
                <a:gd name="T26" fmla="*/ 74 w 317"/>
                <a:gd name="T27" fmla="*/ 146 h 271"/>
                <a:gd name="T28" fmla="*/ 151 w 317"/>
                <a:gd name="T29" fmla="*/ 115 h 271"/>
                <a:gd name="T30" fmla="*/ 197 w 317"/>
                <a:gd name="T31" fmla="*/ 99 h 271"/>
                <a:gd name="T32" fmla="*/ 102 w 317"/>
                <a:gd name="T33" fmla="*/ 152 h 271"/>
                <a:gd name="T34" fmla="*/ 96 w 317"/>
                <a:gd name="T35" fmla="*/ 120 h 271"/>
                <a:gd name="T36" fmla="*/ 134 w 317"/>
                <a:gd name="T37" fmla="*/ 154 h 271"/>
                <a:gd name="T38" fmla="*/ 185 w 317"/>
                <a:gd name="T39" fmla="*/ 103 h 271"/>
                <a:gd name="T40" fmla="*/ 127 w 317"/>
                <a:gd name="T41" fmla="*/ 105 h 271"/>
                <a:gd name="T42" fmla="*/ 109 w 317"/>
                <a:gd name="T43" fmla="*/ 110 h 271"/>
                <a:gd name="T44" fmla="*/ 112 w 317"/>
                <a:gd name="T45" fmla="*/ 120 h 271"/>
                <a:gd name="T46" fmla="*/ 130 w 317"/>
                <a:gd name="T47" fmla="*/ 114 h 271"/>
                <a:gd name="T48" fmla="*/ 104 w 317"/>
                <a:gd name="T49" fmla="*/ 110 h 271"/>
                <a:gd name="T50" fmla="*/ 110 w 317"/>
                <a:gd name="T51" fmla="*/ 107 h 271"/>
                <a:gd name="T52" fmla="*/ 179 w 317"/>
                <a:gd name="T53" fmla="*/ 145 h 271"/>
                <a:gd name="T54" fmla="*/ 125 w 317"/>
                <a:gd name="T55" fmla="*/ 118 h 271"/>
                <a:gd name="T56" fmla="*/ 160 w 317"/>
                <a:gd name="T57" fmla="*/ 136 h 271"/>
                <a:gd name="T58" fmla="*/ 176 w 317"/>
                <a:gd name="T59" fmla="*/ 91 h 271"/>
                <a:gd name="T60" fmla="*/ 122 w 317"/>
                <a:gd name="T61" fmla="*/ 103 h 271"/>
                <a:gd name="T62" fmla="*/ 113 w 317"/>
                <a:gd name="T63" fmla="*/ 100 h 271"/>
                <a:gd name="T64" fmla="*/ 113 w 317"/>
                <a:gd name="T65" fmla="*/ 100 h 271"/>
                <a:gd name="T66" fmla="*/ 86 w 317"/>
                <a:gd name="T67" fmla="*/ 104 h 271"/>
                <a:gd name="T68" fmla="*/ 116 w 317"/>
                <a:gd name="T69" fmla="*/ 159 h 271"/>
                <a:gd name="T70" fmla="*/ 148 w 317"/>
                <a:gd name="T71" fmla="*/ 169 h 271"/>
                <a:gd name="T72" fmla="*/ 89 w 317"/>
                <a:gd name="T73" fmla="*/ 158 h 271"/>
                <a:gd name="T74" fmla="*/ 182 w 317"/>
                <a:gd name="T75" fmla="*/ 181 h 271"/>
                <a:gd name="T76" fmla="*/ 103 w 317"/>
                <a:gd name="T77" fmla="*/ 173 h 271"/>
                <a:gd name="T78" fmla="*/ 175 w 317"/>
                <a:gd name="T79" fmla="*/ 190 h 271"/>
                <a:gd name="T80" fmla="*/ 152 w 317"/>
                <a:gd name="T81" fmla="*/ 188 h 271"/>
                <a:gd name="T82" fmla="*/ 185 w 317"/>
                <a:gd name="T83" fmla="*/ 185 h 271"/>
                <a:gd name="T84" fmla="*/ 192 w 317"/>
                <a:gd name="T85" fmla="*/ 176 h 271"/>
                <a:gd name="T86" fmla="*/ 191 w 317"/>
                <a:gd name="T87" fmla="*/ 165 h 271"/>
                <a:gd name="T88" fmla="*/ 223 w 317"/>
                <a:gd name="T89" fmla="*/ 140 h 271"/>
                <a:gd name="T90" fmla="*/ 231 w 317"/>
                <a:gd name="T91" fmla="*/ 103 h 271"/>
                <a:gd name="T92" fmla="*/ 65 w 317"/>
                <a:gd name="T93" fmla="*/ 112 h 271"/>
                <a:gd name="T94" fmla="*/ 84 w 317"/>
                <a:gd name="T95" fmla="*/ 98 h 271"/>
                <a:gd name="T96" fmla="*/ 56 w 317"/>
                <a:gd name="T97" fmla="*/ 134 h 271"/>
                <a:gd name="T98" fmla="*/ 85 w 317"/>
                <a:gd name="T99" fmla="*/ 171 h 271"/>
                <a:gd name="T100" fmla="*/ 84 w 317"/>
                <a:gd name="T101" fmla="*/ 169 h 271"/>
                <a:gd name="T102" fmla="*/ 125 w 317"/>
                <a:gd name="T103" fmla="*/ 197 h 271"/>
                <a:gd name="T104" fmla="*/ 189 w 317"/>
                <a:gd name="T105" fmla="*/ 189 h 271"/>
                <a:gd name="T106" fmla="*/ 204 w 317"/>
                <a:gd name="T107" fmla="*/ 176 h 271"/>
                <a:gd name="T108" fmla="*/ 206 w 317"/>
                <a:gd name="T109" fmla="*/ 162 h 271"/>
                <a:gd name="T110" fmla="*/ 204 w 317"/>
                <a:gd name="T111" fmla="*/ 176 h 271"/>
                <a:gd name="T112" fmla="*/ 264 w 317"/>
                <a:gd name="T113" fmla="*/ 142 h 271"/>
                <a:gd name="T114" fmla="*/ 249 w 317"/>
                <a:gd name="T115" fmla="*/ 100 h 271"/>
                <a:gd name="T116" fmla="*/ 167 w 317"/>
                <a:gd name="T117" fmla="*/ 15 h 271"/>
                <a:gd name="T118" fmla="*/ 32 w 317"/>
                <a:gd name="T119" fmla="*/ 99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7" h="271">
                  <a:moveTo>
                    <a:pt x="28" y="110"/>
                  </a:moveTo>
                  <a:cubicBezTo>
                    <a:pt x="29" y="123"/>
                    <a:pt x="42" y="138"/>
                    <a:pt x="52" y="144"/>
                  </a:cubicBezTo>
                  <a:cubicBezTo>
                    <a:pt x="54" y="145"/>
                    <a:pt x="56" y="146"/>
                    <a:pt x="58" y="147"/>
                  </a:cubicBezTo>
                  <a:cubicBezTo>
                    <a:pt x="60" y="154"/>
                    <a:pt x="64" y="159"/>
                    <a:pt x="70" y="163"/>
                  </a:cubicBezTo>
                  <a:cubicBezTo>
                    <a:pt x="69" y="165"/>
                    <a:pt x="69" y="168"/>
                    <a:pt x="70" y="171"/>
                  </a:cubicBezTo>
                  <a:cubicBezTo>
                    <a:pt x="71" y="173"/>
                    <a:pt x="72" y="175"/>
                    <a:pt x="73" y="176"/>
                  </a:cubicBezTo>
                  <a:cubicBezTo>
                    <a:pt x="64" y="181"/>
                    <a:pt x="57" y="188"/>
                    <a:pt x="70" y="196"/>
                  </a:cubicBezTo>
                  <a:cubicBezTo>
                    <a:pt x="88" y="207"/>
                    <a:pt x="115" y="210"/>
                    <a:pt x="135" y="211"/>
                  </a:cubicBezTo>
                  <a:cubicBezTo>
                    <a:pt x="149" y="212"/>
                    <a:pt x="169" y="212"/>
                    <a:pt x="184" y="207"/>
                  </a:cubicBezTo>
                  <a:cubicBezTo>
                    <a:pt x="184" y="208"/>
                    <a:pt x="185" y="210"/>
                    <a:pt x="184" y="212"/>
                  </a:cubicBezTo>
                  <a:cubicBezTo>
                    <a:pt x="183" y="232"/>
                    <a:pt x="164" y="237"/>
                    <a:pt x="145" y="235"/>
                  </a:cubicBezTo>
                  <a:cubicBezTo>
                    <a:pt x="143" y="221"/>
                    <a:pt x="117" y="216"/>
                    <a:pt x="102" y="217"/>
                  </a:cubicBezTo>
                  <a:cubicBezTo>
                    <a:pt x="101" y="217"/>
                    <a:pt x="92" y="219"/>
                    <a:pt x="94" y="221"/>
                  </a:cubicBezTo>
                  <a:cubicBezTo>
                    <a:pt x="101" y="229"/>
                    <a:pt x="117" y="235"/>
                    <a:pt x="133" y="238"/>
                  </a:cubicBezTo>
                  <a:cubicBezTo>
                    <a:pt x="133" y="240"/>
                    <a:pt x="133" y="242"/>
                    <a:pt x="132" y="245"/>
                  </a:cubicBezTo>
                  <a:cubicBezTo>
                    <a:pt x="130" y="249"/>
                    <a:pt x="126" y="256"/>
                    <a:pt x="121" y="258"/>
                  </a:cubicBezTo>
                  <a:cubicBezTo>
                    <a:pt x="116" y="260"/>
                    <a:pt x="99" y="255"/>
                    <a:pt x="113" y="254"/>
                  </a:cubicBezTo>
                  <a:cubicBezTo>
                    <a:pt x="116" y="253"/>
                    <a:pt x="125" y="248"/>
                    <a:pt x="118" y="249"/>
                  </a:cubicBezTo>
                  <a:cubicBezTo>
                    <a:pt x="107" y="250"/>
                    <a:pt x="105" y="249"/>
                    <a:pt x="96" y="253"/>
                  </a:cubicBezTo>
                  <a:cubicBezTo>
                    <a:pt x="96" y="253"/>
                    <a:pt x="93" y="255"/>
                    <a:pt x="94" y="256"/>
                  </a:cubicBezTo>
                  <a:cubicBezTo>
                    <a:pt x="105" y="271"/>
                    <a:pt x="127" y="264"/>
                    <a:pt x="138" y="251"/>
                  </a:cubicBezTo>
                  <a:cubicBezTo>
                    <a:pt x="142" y="247"/>
                    <a:pt x="144" y="243"/>
                    <a:pt x="145" y="240"/>
                  </a:cubicBezTo>
                  <a:cubicBezTo>
                    <a:pt x="172" y="241"/>
                    <a:pt x="198" y="233"/>
                    <a:pt x="196" y="206"/>
                  </a:cubicBezTo>
                  <a:cubicBezTo>
                    <a:pt x="196" y="204"/>
                    <a:pt x="196" y="203"/>
                    <a:pt x="195" y="201"/>
                  </a:cubicBezTo>
                  <a:cubicBezTo>
                    <a:pt x="196" y="200"/>
                    <a:pt x="197" y="200"/>
                    <a:pt x="198" y="199"/>
                  </a:cubicBezTo>
                  <a:cubicBezTo>
                    <a:pt x="205" y="193"/>
                    <a:pt x="203" y="187"/>
                    <a:pt x="199" y="182"/>
                  </a:cubicBezTo>
                  <a:cubicBezTo>
                    <a:pt x="200" y="182"/>
                    <a:pt x="200" y="182"/>
                    <a:pt x="200" y="181"/>
                  </a:cubicBezTo>
                  <a:cubicBezTo>
                    <a:pt x="216" y="177"/>
                    <a:pt x="232" y="171"/>
                    <a:pt x="245" y="162"/>
                  </a:cubicBezTo>
                  <a:cubicBezTo>
                    <a:pt x="251" y="158"/>
                    <a:pt x="257" y="153"/>
                    <a:pt x="262" y="147"/>
                  </a:cubicBezTo>
                  <a:cubicBezTo>
                    <a:pt x="269" y="145"/>
                    <a:pt x="276" y="143"/>
                    <a:pt x="282" y="140"/>
                  </a:cubicBezTo>
                  <a:cubicBezTo>
                    <a:pt x="317" y="121"/>
                    <a:pt x="270" y="68"/>
                    <a:pt x="253" y="52"/>
                  </a:cubicBezTo>
                  <a:cubicBezTo>
                    <a:pt x="222" y="23"/>
                    <a:pt x="178" y="0"/>
                    <a:pt x="135" y="12"/>
                  </a:cubicBezTo>
                  <a:cubicBezTo>
                    <a:pt x="124" y="16"/>
                    <a:pt x="114" y="22"/>
                    <a:pt x="106" y="29"/>
                  </a:cubicBezTo>
                  <a:cubicBezTo>
                    <a:pt x="92" y="28"/>
                    <a:pt x="79" y="28"/>
                    <a:pt x="65" y="29"/>
                  </a:cubicBezTo>
                  <a:cubicBezTo>
                    <a:pt x="43" y="32"/>
                    <a:pt x="15" y="40"/>
                    <a:pt x="7" y="65"/>
                  </a:cubicBezTo>
                  <a:cubicBezTo>
                    <a:pt x="0" y="88"/>
                    <a:pt x="10" y="102"/>
                    <a:pt x="28" y="110"/>
                  </a:cubicBezTo>
                  <a:close/>
                  <a:moveTo>
                    <a:pt x="131" y="232"/>
                  </a:moveTo>
                  <a:cubicBezTo>
                    <a:pt x="123" y="229"/>
                    <a:pt x="116" y="226"/>
                    <a:pt x="110" y="222"/>
                  </a:cubicBezTo>
                  <a:cubicBezTo>
                    <a:pt x="119" y="223"/>
                    <a:pt x="128" y="226"/>
                    <a:pt x="131" y="232"/>
                  </a:cubicBezTo>
                  <a:close/>
                  <a:moveTo>
                    <a:pt x="187" y="63"/>
                  </a:moveTo>
                  <a:cubicBezTo>
                    <a:pt x="198" y="69"/>
                    <a:pt x="210" y="78"/>
                    <a:pt x="216" y="90"/>
                  </a:cubicBezTo>
                  <a:cubicBezTo>
                    <a:pt x="203" y="88"/>
                    <a:pt x="191" y="87"/>
                    <a:pt x="180" y="86"/>
                  </a:cubicBezTo>
                  <a:cubicBezTo>
                    <a:pt x="170" y="86"/>
                    <a:pt x="154" y="85"/>
                    <a:pt x="140" y="87"/>
                  </a:cubicBezTo>
                  <a:cubicBezTo>
                    <a:pt x="125" y="87"/>
                    <a:pt x="109" y="89"/>
                    <a:pt x="95" y="94"/>
                  </a:cubicBezTo>
                  <a:cubicBezTo>
                    <a:pt x="89" y="72"/>
                    <a:pt x="96" y="49"/>
                    <a:pt x="110" y="34"/>
                  </a:cubicBezTo>
                  <a:cubicBezTo>
                    <a:pt x="138" y="39"/>
                    <a:pt x="166" y="50"/>
                    <a:pt x="187" y="63"/>
                  </a:cubicBezTo>
                  <a:close/>
                  <a:moveTo>
                    <a:pt x="255" y="142"/>
                  </a:moveTo>
                  <a:cubicBezTo>
                    <a:pt x="255" y="143"/>
                    <a:pt x="254" y="144"/>
                    <a:pt x="254" y="145"/>
                  </a:cubicBezTo>
                  <a:cubicBezTo>
                    <a:pt x="242" y="147"/>
                    <a:pt x="229" y="146"/>
                    <a:pt x="218" y="147"/>
                  </a:cubicBezTo>
                  <a:cubicBezTo>
                    <a:pt x="217" y="147"/>
                    <a:pt x="215" y="147"/>
                    <a:pt x="214" y="147"/>
                  </a:cubicBezTo>
                  <a:cubicBezTo>
                    <a:pt x="216" y="146"/>
                    <a:pt x="219" y="145"/>
                    <a:pt x="221" y="145"/>
                  </a:cubicBezTo>
                  <a:cubicBezTo>
                    <a:pt x="233" y="141"/>
                    <a:pt x="246" y="137"/>
                    <a:pt x="257" y="130"/>
                  </a:cubicBezTo>
                  <a:cubicBezTo>
                    <a:pt x="258" y="134"/>
                    <a:pt x="257" y="138"/>
                    <a:pt x="255" y="142"/>
                  </a:cubicBezTo>
                  <a:close/>
                  <a:moveTo>
                    <a:pt x="72" y="119"/>
                  </a:moveTo>
                  <a:cubicBezTo>
                    <a:pt x="77" y="119"/>
                    <a:pt x="82" y="119"/>
                    <a:pt x="88" y="120"/>
                  </a:cubicBezTo>
                  <a:cubicBezTo>
                    <a:pt x="79" y="126"/>
                    <a:pt x="74" y="135"/>
                    <a:pt x="74" y="146"/>
                  </a:cubicBezTo>
                  <a:cubicBezTo>
                    <a:pt x="72" y="145"/>
                    <a:pt x="71" y="144"/>
                    <a:pt x="69" y="143"/>
                  </a:cubicBezTo>
                  <a:cubicBezTo>
                    <a:pt x="66" y="135"/>
                    <a:pt x="68" y="127"/>
                    <a:pt x="72" y="119"/>
                  </a:cubicBezTo>
                  <a:close/>
                  <a:moveTo>
                    <a:pt x="183" y="135"/>
                  </a:moveTo>
                  <a:cubicBezTo>
                    <a:pt x="173" y="127"/>
                    <a:pt x="161" y="120"/>
                    <a:pt x="151" y="115"/>
                  </a:cubicBezTo>
                  <a:cubicBezTo>
                    <a:pt x="154" y="115"/>
                    <a:pt x="157" y="114"/>
                    <a:pt x="159" y="114"/>
                  </a:cubicBezTo>
                  <a:cubicBezTo>
                    <a:pt x="172" y="111"/>
                    <a:pt x="185" y="108"/>
                    <a:pt x="196" y="103"/>
                  </a:cubicBezTo>
                  <a:cubicBezTo>
                    <a:pt x="197" y="102"/>
                    <a:pt x="200" y="101"/>
                    <a:pt x="198" y="100"/>
                  </a:cubicBezTo>
                  <a:cubicBezTo>
                    <a:pt x="198" y="100"/>
                    <a:pt x="197" y="100"/>
                    <a:pt x="197" y="99"/>
                  </a:cubicBezTo>
                  <a:cubicBezTo>
                    <a:pt x="204" y="100"/>
                    <a:pt x="212" y="100"/>
                    <a:pt x="219" y="101"/>
                  </a:cubicBezTo>
                  <a:cubicBezTo>
                    <a:pt x="221" y="123"/>
                    <a:pt x="203" y="132"/>
                    <a:pt x="183" y="135"/>
                  </a:cubicBezTo>
                  <a:close/>
                  <a:moveTo>
                    <a:pt x="131" y="154"/>
                  </a:moveTo>
                  <a:cubicBezTo>
                    <a:pt x="122" y="152"/>
                    <a:pt x="112" y="152"/>
                    <a:pt x="102" y="152"/>
                  </a:cubicBezTo>
                  <a:cubicBezTo>
                    <a:pt x="97" y="152"/>
                    <a:pt x="91" y="151"/>
                    <a:pt x="86" y="149"/>
                  </a:cubicBezTo>
                  <a:cubicBezTo>
                    <a:pt x="86" y="148"/>
                    <a:pt x="86" y="147"/>
                    <a:pt x="86" y="146"/>
                  </a:cubicBezTo>
                  <a:cubicBezTo>
                    <a:pt x="84" y="135"/>
                    <a:pt x="88" y="126"/>
                    <a:pt x="95" y="120"/>
                  </a:cubicBezTo>
                  <a:cubicBezTo>
                    <a:pt x="95" y="120"/>
                    <a:pt x="96" y="120"/>
                    <a:pt x="96" y="120"/>
                  </a:cubicBezTo>
                  <a:cubicBezTo>
                    <a:pt x="106" y="130"/>
                    <a:pt x="121" y="136"/>
                    <a:pt x="137" y="139"/>
                  </a:cubicBezTo>
                  <a:cubicBezTo>
                    <a:pt x="148" y="144"/>
                    <a:pt x="159" y="148"/>
                    <a:pt x="165" y="149"/>
                  </a:cubicBezTo>
                  <a:cubicBezTo>
                    <a:pt x="170" y="150"/>
                    <a:pt x="175" y="150"/>
                    <a:pt x="179" y="151"/>
                  </a:cubicBezTo>
                  <a:cubicBezTo>
                    <a:pt x="164" y="153"/>
                    <a:pt x="149" y="154"/>
                    <a:pt x="134" y="154"/>
                  </a:cubicBezTo>
                  <a:cubicBezTo>
                    <a:pt x="133" y="154"/>
                    <a:pt x="132" y="154"/>
                    <a:pt x="131" y="154"/>
                  </a:cubicBezTo>
                  <a:close/>
                  <a:moveTo>
                    <a:pt x="178" y="99"/>
                  </a:moveTo>
                  <a:cubicBezTo>
                    <a:pt x="181" y="100"/>
                    <a:pt x="184" y="101"/>
                    <a:pt x="185" y="103"/>
                  </a:cubicBezTo>
                  <a:cubicBezTo>
                    <a:pt x="185" y="103"/>
                    <a:pt x="185" y="103"/>
                    <a:pt x="185" y="103"/>
                  </a:cubicBezTo>
                  <a:cubicBezTo>
                    <a:pt x="183" y="105"/>
                    <a:pt x="179" y="105"/>
                    <a:pt x="177" y="106"/>
                  </a:cubicBezTo>
                  <a:cubicBezTo>
                    <a:pt x="167" y="109"/>
                    <a:pt x="156" y="111"/>
                    <a:pt x="145" y="112"/>
                  </a:cubicBezTo>
                  <a:cubicBezTo>
                    <a:pt x="139" y="110"/>
                    <a:pt x="134" y="108"/>
                    <a:pt x="131" y="106"/>
                  </a:cubicBezTo>
                  <a:cubicBezTo>
                    <a:pt x="129" y="106"/>
                    <a:pt x="128" y="105"/>
                    <a:pt x="127" y="105"/>
                  </a:cubicBezTo>
                  <a:cubicBezTo>
                    <a:pt x="144" y="101"/>
                    <a:pt x="164" y="99"/>
                    <a:pt x="178" y="99"/>
                  </a:cubicBezTo>
                  <a:close/>
                  <a:moveTo>
                    <a:pt x="107" y="115"/>
                  </a:moveTo>
                  <a:cubicBezTo>
                    <a:pt x="106" y="114"/>
                    <a:pt x="105" y="114"/>
                    <a:pt x="105" y="113"/>
                  </a:cubicBezTo>
                  <a:cubicBezTo>
                    <a:pt x="106" y="112"/>
                    <a:pt x="108" y="111"/>
                    <a:pt x="109" y="110"/>
                  </a:cubicBezTo>
                  <a:cubicBezTo>
                    <a:pt x="109" y="112"/>
                    <a:pt x="109" y="114"/>
                    <a:pt x="110" y="115"/>
                  </a:cubicBezTo>
                  <a:cubicBezTo>
                    <a:pt x="109" y="115"/>
                    <a:pt x="108" y="115"/>
                    <a:pt x="107" y="115"/>
                  </a:cubicBezTo>
                  <a:close/>
                  <a:moveTo>
                    <a:pt x="112" y="119"/>
                  </a:moveTo>
                  <a:cubicBezTo>
                    <a:pt x="112" y="119"/>
                    <a:pt x="112" y="119"/>
                    <a:pt x="112" y="120"/>
                  </a:cubicBezTo>
                  <a:cubicBezTo>
                    <a:pt x="112" y="119"/>
                    <a:pt x="112" y="119"/>
                    <a:pt x="111" y="119"/>
                  </a:cubicBezTo>
                  <a:cubicBezTo>
                    <a:pt x="111" y="119"/>
                    <a:pt x="112" y="119"/>
                    <a:pt x="112" y="119"/>
                  </a:cubicBezTo>
                  <a:close/>
                  <a:moveTo>
                    <a:pt x="121" y="111"/>
                  </a:moveTo>
                  <a:cubicBezTo>
                    <a:pt x="124" y="112"/>
                    <a:pt x="127" y="113"/>
                    <a:pt x="130" y="114"/>
                  </a:cubicBezTo>
                  <a:cubicBezTo>
                    <a:pt x="128" y="114"/>
                    <a:pt x="125" y="114"/>
                    <a:pt x="123" y="115"/>
                  </a:cubicBezTo>
                  <a:cubicBezTo>
                    <a:pt x="122" y="113"/>
                    <a:pt x="122" y="112"/>
                    <a:pt x="121" y="111"/>
                  </a:cubicBezTo>
                  <a:close/>
                  <a:moveTo>
                    <a:pt x="110" y="107"/>
                  </a:moveTo>
                  <a:cubicBezTo>
                    <a:pt x="108" y="108"/>
                    <a:pt x="106" y="109"/>
                    <a:pt x="104" y="110"/>
                  </a:cubicBezTo>
                  <a:cubicBezTo>
                    <a:pt x="104" y="110"/>
                    <a:pt x="103" y="110"/>
                    <a:pt x="103" y="110"/>
                  </a:cubicBezTo>
                  <a:cubicBezTo>
                    <a:pt x="101" y="108"/>
                    <a:pt x="100" y="106"/>
                    <a:pt x="98" y="103"/>
                  </a:cubicBezTo>
                  <a:cubicBezTo>
                    <a:pt x="102" y="104"/>
                    <a:pt x="106" y="106"/>
                    <a:pt x="110" y="107"/>
                  </a:cubicBezTo>
                  <a:cubicBezTo>
                    <a:pt x="110" y="107"/>
                    <a:pt x="110" y="107"/>
                    <a:pt x="110" y="107"/>
                  </a:cubicBezTo>
                  <a:close/>
                  <a:moveTo>
                    <a:pt x="164" y="142"/>
                  </a:moveTo>
                  <a:cubicBezTo>
                    <a:pt x="163" y="142"/>
                    <a:pt x="162" y="141"/>
                    <a:pt x="160" y="141"/>
                  </a:cubicBezTo>
                  <a:cubicBezTo>
                    <a:pt x="165" y="141"/>
                    <a:pt x="169" y="141"/>
                    <a:pt x="174" y="140"/>
                  </a:cubicBezTo>
                  <a:cubicBezTo>
                    <a:pt x="176" y="142"/>
                    <a:pt x="177" y="143"/>
                    <a:pt x="179" y="145"/>
                  </a:cubicBezTo>
                  <a:cubicBezTo>
                    <a:pt x="174" y="144"/>
                    <a:pt x="169" y="143"/>
                    <a:pt x="164" y="142"/>
                  </a:cubicBezTo>
                  <a:close/>
                  <a:moveTo>
                    <a:pt x="160" y="136"/>
                  </a:moveTo>
                  <a:cubicBezTo>
                    <a:pt x="154" y="135"/>
                    <a:pt x="148" y="134"/>
                    <a:pt x="143" y="133"/>
                  </a:cubicBezTo>
                  <a:cubicBezTo>
                    <a:pt x="136" y="129"/>
                    <a:pt x="129" y="124"/>
                    <a:pt x="125" y="118"/>
                  </a:cubicBezTo>
                  <a:cubicBezTo>
                    <a:pt x="129" y="118"/>
                    <a:pt x="133" y="117"/>
                    <a:pt x="137" y="117"/>
                  </a:cubicBezTo>
                  <a:cubicBezTo>
                    <a:pt x="146" y="121"/>
                    <a:pt x="155" y="125"/>
                    <a:pt x="163" y="131"/>
                  </a:cubicBezTo>
                  <a:cubicBezTo>
                    <a:pt x="165" y="133"/>
                    <a:pt x="167" y="134"/>
                    <a:pt x="169" y="136"/>
                  </a:cubicBezTo>
                  <a:cubicBezTo>
                    <a:pt x="166" y="136"/>
                    <a:pt x="163" y="136"/>
                    <a:pt x="160" y="136"/>
                  </a:cubicBezTo>
                  <a:close/>
                  <a:moveTo>
                    <a:pt x="197" y="95"/>
                  </a:moveTo>
                  <a:cubicBezTo>
                    <a:pt x="193" y="94"/>
                    <a:pt x="190" y="94"/>
                    <a:pt x="186" y="94"/>
                  </a:cubicBezTo>
                  <a:cubicBezTo>
                    <a:pt x="183" y="93"/>
                    <a:pt x="179" y="92"/>
                    <a:pt x="175" y="91"/>
                  </a:cubicBezTo>
                  <a:cubicBezTo>
                    <a:pt x="175" y="91"/>
                    <a:pt x="176" y="91"/>
                    <a:pt x="176" y="91"/>
                  </a:cubicBezTo>
                  <a:cubicBezTo>
                    <a:pt x="186" y="92"/>
                    <a:pt x="196" y="93"/>
                    <a:pt x="205" y="95"/>
                  </a:cubicBezTo>
                  <a:cubicBezTo>
                    <a:pt x="202" y="95"/>
                    <a:pt x="200" y="95"/>
                    <a:pt x="197" y="95"/>
                  </a:cubicBezTo>
                  <a:close/>
                  <a:moveTo>
                    <a:pt x="164" y="95"/>
                  </a:moveTo>
                  <a:cubicBezTo>
                    <a:pt x="150" y="97"/>
                    <a:pt x="135" y="99"/>
                    <a:pt x="122" y="103"/>
                  </a:cubicBezTo>
                  <a:cubicBezTo>
                    <a:pt x="122" y="102"/>
                    <a:pt x="122" y="102"/>
                    <a:pt x="123" y="101"/>
                  </a:cubicBezTo>
                  <a:cubicBezTo>
                    <a:pt x="125" y="97"/>
                    <a:pt x="129" y="94"/>
                    <a:pt x="134" y="93"/>
                  </a:cubicBezTo>
                  <a:cubicBezTo>
                    <a:pt x="144" y="93"/>
                    <a:pt x="154" y="94"/>
                    <a:pt x="164" y="95"/>
                  </a:cubicBezTo>
                  <a:close/>
                  <a:moveTo>
                    <a:pt x="113" y="100"/>
                  </a:moveTo>
                  <a:cubicBezTo>
                    <a:pt x="113" y="100"/>
                    <a:pt x="113" y="100"/>
                    <a:pt x="113" y="100"/>
                  </a:cubicBezTo>
                  <a:cubicBezTo>
                    <a:pt x="110" y="99"/>
                    <a:pt x="107" y="98"/>
                    <a:pt x="103" y="97"/>
                  </a:cubicBezTo>
                  <a:cubicBezTo>
                    <a:pt x="109" y="95"/>
                    <a:pt x="116" y="94"/>
                    <a:pt x="122" y="93"/>
                  </a:cubicBezTo>
                  <a:cubicBezTo>
                    <a:pt x="119" y="95"/>
                    <a:pt x="116" y="97"/>
                    <a:pt x="113" y="100"/>
                  </a:cubicBezTo>
                  <a:close/>
                  <a:moveTo>
                    <a:pt x="90" y="113"/>
                  </a:moveTo>
                  <a:cubicBezTo>
                    <a:pt x="91" y="113"/>
                    <a:pt x="92" y="114"/>
                    <a:pt x="92" y="115"/>
                  </a:cubicBezTo>
                  <a:cubicBezTo>
                    <a:pt x="87" y="115"/>
                    <a:pt x="81" y="114"/>
                    <a:pt x="76" y="114"/>
                  </a:cubicBezTo>
                  <a:cubicBezTo>
                    <a:pt x="79" y="110"/>
                    <a:pt x="82" y="107"/>
                    <a:pt x="86" y="104"/>
                  </a:cubicBezTo>
                  <a:cubicBezTo>
                    <a:pt x="87" y="107"/>
                    <a:pt x="89" y="110"/>
                    <a:pt x="90" y="113"/>
                  </a:cubicBezTo>
                  <a:close/>
                  <a:moveTo>
                    <a:pt x="89" y="158"/>
                  </a:moveTo>
                  <a:cubicBezTo>
                    <a:pt x="91" y="158"/>
                    <a:pt x="93" y="157"/>
                    <a:pt x="95" y="157"/>
                  </a:cubicBezTo>
                  <a:cubicBezTo>
                    <a:pt x="102" y="158"/>
                    <a:pt x="109" y="158"/>
                    <a:pt x="116" y="159"/>
                  </a:cubicBezTo>
                  <a:cubicBezTo>
                    <a:pt x="133" y="161"/>
                    <a:pt x="150" y="166"/>
                    <a:pt x="156" y="168"/>
                  </a:cubicBezTo>
                  <a:cubicBezTo>
                    <a:pt x="156" y="168"/>
                    <a:pt x="157" y="168"/>
                    <a:pt x="157" y="168"/>
                  </a:cubicBezTo>
                  <a:cubicBezTo>
                    <a:pt x="156" y="168"/>
                    <a:pt x="155" y="168"/>
                    <a:pt x="154" y="168"/>
                  </a:cubicBezTo>
                  <a:cubicBezTo>
                    <a:pt x="152" y="168"/>
                    <a:pt x="150" y="168"/>
                    <a:pt x="148" y="169"/>
                  </a:cubicBezTo>
                  <a:cubicBezTo>
                    <a:pt x="148" y="169"/>
                    <a:pt x="148" y="168"/>
                    <a:pt x="148" y="168"/>
                  </a:cubicBezTo>
                  <a:cubicBezTo>
                    <a:pt x="133" y="165"/>
                    <a:pt x="118" y="165"/>
                    <a:pt x="104" y="167"/>
                  </a:cubicBezTo>
                  <a:cubicBezTo>
                    <a:pt x="100" y="166"/>
                    <a:pt x="96" y="165"/>
                    <a:pt x="93" y="164"/>
                  </a:cubicBezTo>
                  <a:cubicBezTo>
                    <a:pt x="91" y="162"/>
                    <a:pt x="90" y="160"/>
                    <a:pt x="89" y="158"/>
                  </a:cubicBezTo>
                  <a:close/>
                  <a:moveTo>
                    <a:pt x="181" y="181"/>
                  </a:moveTo>
                  <a:cubicBezTo>
                    <a:pt x="175" y="178"/>
                    <a:pt x="169" y="175"/>
                    <a:pt x="163" y="173"/>
                  </a:cubicBezTo>
                  <a:cubicBezTo>
                    <a:pt x="164" y="172"/>
                    <a:pt x="166" y="172"/>
                    <a:pt x="167" y="172"/>
                  </a:cubicBezTo>
                  <a:cubicBezTo>
                    <a:pt x="172" y="175"/>
                    <a:pt x="178" y="177"/>
                    <a:pt x="182" y="181"/>
                  </a:cubicBezTo>
                  <a:cubicBezTo>
                    <a:pt x="182" y="181"/>
                    <a:pt x="181" y="181"/>
                    <a:pt x="181" y="181"/>
                  </a:cubicBezTo>
                  <a:close/>
                  <a:moveTo>
                    <a:pt x="144" y="174"/>
                  </a:moveTo>
                  <a:cubicBezTo>
                    <a:pt x="151" y="176"/>
                    <a:pt x="159" y="179"/>
                    <a:pt x="166" y="183"/>
                  </a:cubicBezTo>
                  <a:cubicBezTo>
                    <a:pt x="144" y="185"/>
                    <a:pt x="119" y="184"/>
                    <a:pt x="103" y="173"/>
                  </a:cubicBezTo>
                  <a:cubicBezTo>
                    <a:pt x="116" y="175"/>
                    <a:pt x="130" y="175"/>
                    <a:pt x="144" y="174"/>
                  </a:cubicBezTo>
                  <a:close/>
                  <a:moveTo>
                    <a:pt x="152" y="188"/>
                  </a:moveTo>
                  <a:cubicBezTo>
                    <a:pt x="158" y="188"/>
                    <a:pt x="165" y="187"/>
                    <a:pt x="171" y="187"/>
                  </a:cubicBezTo>
                  <a:cubicBezTo>
                    <a:pt x="173" y="188"/>
                    <a:pt x="174" y="189"/>
                    <a:pt x="175" y="190"/>
                  </a:cubicBezTo>
                  <a:cubicBezTo>
                    <a:pt x="170" y="191"/>
                    <a:pt x="165" y="192"/>
                    <a:pt x="158" y="193"/>
                  </a:cubicBezTo>
                  <a:cubicBezTo>
                    <a:pt x="139" y="194"/>
                    <a:pt x="100" y="193"/>
                    <a:pt x="85" y="174"/>
                  </a:cubicBezTo>
                  <a:cubicBezTo>
                    <a:pt x="86" y="174"/>
                    <a:pt x="87" y="174"/>
                    <a:pt x="88" y="173"/>
                  </a:cubicBezTo>
                  <a:cubicBezTo>
                    <a:pt x="104" y="188"/>
                    <a:pt x="131" y="189"/>
                    <a:pt x="152" y="188"/>
                  </a:cubicBezTo>
                  <a:close/>
                  <a:moveTo>
                    <a:pt x="185" y="185"/>
                  </a:moveTo>
                  <a:cubicBezTo>
                    <a:pt x="185" y="185"/>
                    <a:pt x="185" y="184"/>
                    <a:pt x="186" y="184"/>
                  </a:cubicBezTo>
                  <a:cubicBezTo>
                    <a:pt x="186" y="185"/>
                    <a:pt x="185" y="185"/>
                    <a:pt x="185" y="185"/>
                  </a:cubicBezTo>
                  <a:cubicBezTo>
                    <a:pt x="185" y="185"/>
                    <a:pt x="185" y="185"/>
                    <a:pt x="185" y="185"/>
                  </a:cubicBezTo>
                  <a:close/>
                  <a:moveTo>
                    <a:pt x="192" y="176"/>
                  </a:moveTo>
                  <a:cubicBezTo>
                    <a:pt x="188" y="174"/>
                    <a:pt x="185" y="172"/>
                    <a:pt x="182" y="170"/>
                  </a:cubicBezTo>
                  <a:cubicBezTo>
                    <a:pt x="185" y="170"/>
                    <a:pt x="189" y="169"/>
                    <a:pt x="192" y="169"/>
                  </a:cubicBezTo>
                  <a:cubicBezTo>
                    <a:pt x="192" y="171"/>
                    <a:pt x="192" y="174"/>
                    <a:pt x="192" y="176"/>
                  </a:cubicBezTo>
                  <a:close/>
                  <a:moveTo>
                    <a:pt x="174" y="167"/>
                  </a:moveTo>
                  <a:cubicBezTo>
                    <a:pt x="166" y="163"/>
                    <a:pt x="158" y="160"/>
                    <a:pt x="149" y="158"/>
                  </a:cubicBezTo>
                  <a:cubicBezTo>
                    <a:pt x="161" y="157"/>
                    <a:pt x="173" y="155"/>
                    <a:pt x="185" y="153"/>
                  </a:cubicBezTo>
                  <a:cubicBezTo>
                    <a:pt x="188" y="157"/>
                    <a:pt x="190" y="161"/>
                    <a:pt x="191" y="165"/>
                  </a:cubicBezTo>
                  <a:cubicBezTo>
                    <a:pt x="186" y="165"/>
                    <a:pt x="180" y="166"/>
                    <a:pt x="174" y="167"/>
                  </a:cubicBezTo>
                  <a:close/>
                  <a:moveTo>
                    <a:pt x="239" y="105"/>
                  </a:moveTo>
                  <a:cubicBezTo>
                    <a:pt x="247" y="109"/>
                    <a:pt x="254" y="116"/>
                    <a:pt x="256" y="124"/>
                  </a:cubicBezTo>
                  <a:cubicBezTo>
                    <a:pt x="247" y="132"/>
                    <a:pt x="234" y="137"/>
                    <a:pt x="223" y="140"/>
                  </a:cubicBezTo>
                  <a:cubicBezTo>
                    <a:pt x="215" y="143"/>
                    <a:pt x="208" y="145"/>
                    <a:pt x="200" y="147"/>
                  </a:cubicBezTo>
                  <a:cubicBezTo>
                    <a:pt x="199" y="147"/>
                    <a:pt x="197" y="147"/>
                    <a:pt x="196" y="147"/>
                  </a:cubicBezTo>
                  <a:cubicBezTo>
                    <a:pt x="193" y="144"/>
                    <a:pt x="191" y="141"/>
                    <a:pt x="187" y="138"/>
                  </a:cubicBezTo>
                  <a:cubicBezTo>
                    <a:pt x="207" y="134"/>
                    <a:pt x="230" y="124"/>
                    <a:pt x="231" y="103"/>
                  </a:cubicBezTo>
                  <a:cubicBezTo>
                    <a:pt x="233" y="104"/>
                    <a:pt x="235" y="104"/>
                    <a:pt x="237" y="104"/>
                  </a:cubicBezTo>
                  <a:cubicBezTo>
                    <a:pt x="238" y="105"/>
                    <a:pt x="238" y="105"/>
                    <a:pt x="239" y="105"/>
                  </a:cubicBezTo>
                  <a:close/>
                  <a:moveTo>
                    <a:pt x="84" y="99"/>
                  </a:moveTo>
                  <a:cubicBezTo>
                    <a:pt x="76" y="102"/>
                    <a:pt x="70" y="107"/>
                    <a:pt x="65" y="112"/>
                  </a:cubicBezTo>
                  <a:cubicBezTo>
                    <a:pt x="64" y="112"/>
                    <a:pt x="62" y="112"/>
                    <a:pt x="60" y="111"/>
                  </a:cubicBezTo>
                  <a:cubicBezTo>
                    <a:pt x="54" y="110"/>
                    <a:pt x="47" y="108"/>
                    <a:pt x="40" y="105"/>
                  </a:cubicBezTo>
                  <a:cubicBezTo>
                    <a:pt x="41" y="100"/>
                    <a:pt x="44" y="97"/>
                    <a:pt x="51" y="95"/>
                  </a:cubicBezTo>
                  <a:cubicBezTo>
                    <a:pt x="60" y="93"/>
                    <a:pt x="72" y="95"/>
                    <a:pt x="84" y="98"/>
                  </a:cubicBezTo>
                  <a:cubicBezTo>
                    <a:pt x="84" y="99"/>
                    <a:pt x="84" y="99"/>
                    <a:pt x="84" y="99"/>
                  </a:cubicBezTo>
                  <a:close/>
                  <a:moveTo>
                    <a:pt x="42" y="114"/>
                  </a:moveTo>
                  <a:cubicBezTo>
                    <a:pt x="48" y="116"/>
                    <a:pt x="55" y="117"/>
                    <a:pt x="61" y="118"/>
                  </a:cubicBezTo>
                  <a:cubicBezTo>
                    <a:pt x="59" y="123"/>
                    <a:pt x="57" y="128"/>
                    <a:pt x="56" y="134"/>
                  </a:cubicBezTo>
                  <a:cubicBezTo>
                    <a:pt x="56" y="134"/>
                    <a:pt x="56" y="135"/>
                    <a:pt x="56" y="135"/>
                  </a:cubicBezTo>
                  <a:cubicBezTo>
                    <a:pt x="51" y="130"/>
                    <a:pt x="45" y="122"/>
                    <a:pt x="42" y="114"/>
                  </a:cubicBezTo>
                  <a:close/>
                  <a:moveTo>
                    <a:pt x="84" y="169"/>
                  </a:moveTo>
                  <a:cubicBezTo>
                    <a:pt x="84" y="170"/>
                    <a:pt x="85" y="170"/>
                    <a:pt x="85" y="171"/>
                  </a:cubicBezTo>
                  <a:cubicBezTo>
                    <a:pt x="85" y="171"/>
                    <a:pt x="84" y="171"/>
                    <a:pt x="84" y="172"/>
                  </a:cubicBezTo>
                  <a:cubicBezTo>
                    <a:pt x="83" y="171"/>
                    <a:pt x="83" y="170"/>
                    <a:pt x="82" y="169"/>
                  </a:cubicBezTo>
                  <a:cubicBezTo>
                    <a:pt x="82" y="169"/>
                    <a:pt x="82" y="169"/>
                    <a:pt x="82" y="169"/>
                  </a:cubicBezTo>
                  <a:cubicBezTo>
                    <a:pt x="83" y="169"/>
                    <a:pt x="83" y="169"/>
                    <a:pt x="84" y="169"/>
                  </a:cubicBezTo>
                  <a:close/>
                  <a:moveTo>
                    <a:pt x="158" y="206"/>
                  </a:moveTo>
                  <a:cubicBezTo>
                    <a:pt x="135" y="208"/>
                    <a:pt x="106" y="204"/>
                    <a:pt x="84" y="194"/>
                  </a:cubicBezTo>
                  <a:cubicBezTo>
                    <a:pt x="77" y="190"/>
                    <a:pt x="71" y="186"/>
                    <a:pt x="77" y="180"/>
                  </a:cubicBezTo>
                  <a:cubicBezTo>
                    <a:pt x="89" y="191"/>
                    <a:pt x="112" y="196"/>
                    <a:pt x="125" y="197"/>
                  </a:cubicBezTo>
                  <a:cubicBezTo>
                    <a:pt x="141" y="199"/>
                    <a:pt x="161" y="199"/>
                    <a:pt x="179" y="193"/>
                  </a:cubicBezTo>
                  <a:cubicBezTo>
                    <a:pt x="180" y="196"/>
                    <a:pt x="182" y="199"/>
                    <a:pt x="183" y="201"/>
                  </a:cubicBezTo>
                  <a:cubicBezTo>
                    <a:pt x="176" y="205"/>
                    <a:pt x="165" y="206"/>
                    <a:pt x="158" y="206"/>
                  </a:cubicBezTo>
                  <a:close/>
                  <a:moveTo>
                    <a:pt x="189" y="189"/>
                  </a:moveTo>
                  <a:cubicBezTo>
                    <a:pt x="189" y="189"/>
                    <a:pt x="189" y="189"/>
                    <a:pt x="190" y="189"/>
                  </a:cubicBezTo>
                  <a:cubicBezTo>
                    <a:pt x="190" y="189"/>
                    <a:pt x="190" y="190"/>
                    <a:pt x="190" y="190"/>
                  </a:cubicBezTo>
                  <a:cubicBezTo>
                    <a:pt x="190" y="190"/>
                    <a:pt x="190" y="190"/>
                    <a:pt x="189" y="189"/>
                  </a:cubicBezTo>
                  <a:close/>
                  <a:moveTo>
                    <a:pt x="204" y="176"/>
                  </a:moveTo>
                  <a:cubicBezTo>
                    <a:pt x="206" y="173"/>
                    <a:pt x="207" y="170"/>
                    <a:pt x="206" y="166"/>
                  </a:cubicBezTo>
                  <a:cubicBezTo>
                    <a:pt x="214" y="165"/>
                    <a:pt x="219" y="164"/>
                    <a:pt x="224" y="163"/>
                  </a:cubicBezTo>
                  <a:cubicBezTo>
                    <a:pt x="228" y="162"/>
                    <a:pt x="234" y="157"/>
                    <a:pt x="226" y="159"/>
                  </a:cubicBezTo>
                  <a:cubicBezTo>
                    <a:pt x="219" y="160"/>
                    <a:pt x="212" y="161"/>
                    <a:pt x="206" y="162"/>
                  </a:cubicBezTo>
                  <a:cubicBezTo>
                    <a:pt x="205" y="159"/>
                    <a:pt x="203" y="155"/>
                    <a:pt x="200" y="152"/>
                  </a:cubicBezTo>
                  <a:cubicBezTo>
                    <a:pt x="211" y="152"/>
                    <a:pt x="222" y="151"/>
                    <a:pt x="233" y="150"/>
                  </a:cubicBezTo>
                  <a:cubicBezTo>
                    <a:pt x="239" y="150"/>
                    <a:pt x="245" y="149"/>
                    <a:pt x="251" y="149"/>
                  </a:cubicBezTo>
                  <a:cubicBezTo>
                    <a:pt x="241" y="163"/>
                    <a:pt x="221" y="171"/>
                    <a:pt x="204" y="176"/>
                  </a:cubicBezTo>
                  <a:close/>
                  <a:moveTo>
                    <a:pt x="167" y="15"/>
                  </a:moveTo>
                  <a:cubicBezTo>
                    <a:pt x="199" y="20"/>
                    <a:pt x="229" y="41"/>
                    <a:pt x="251" y="65"/>
                  </a:cubicBezTo>
                  <a:cubicBezTo>
                    <a:pt x="264" y="79"/>
                    <a:pt x="302" y="126"/>
                    <a:pt x="272" y="140"/>
                  </a:cubicBezTo>
                  <a:cubicBezTo>
                    <a:pt x="270" y="141"/>
                    <a:pt x="267" y="142"/>
                    <a:pt x="264" y="142"/>
                  </a:cubicBezTo>
                  <a:cubicBezTo>
                    <a:pt x="268" y="136"/>
                    <a:pt x="270" y="129"/>
                    <a:pt x="269" y="122"/>
                  </a:cubicBezTo>
                  <a:cubicBezTo>
                    <a:pt x="271" y="119"/>
                    <a:pt x="274" y="117"/>
                    <a:pt x="276" y="114"/>
                  </a:cubicBezTo>
                  <a:cubicBezTo>
                    <a:pt x="276" y="114"/>
                    <a:pt x="276" y="114"/>
                    <a:pt x="276" y="113"/>
                  </a:cubicBezTo>
                  <a:cubicBezTo>
                    <a:pt x="268" y="107"/>
                    <a:pt x="259" y="103"/>
                    <a:pt x="249" y="100"/>
                  </a:cubicBezTo>
                  <a:cubicBezTo>
                    <a:pt x="243" y="97"/>
                    <a:pt x="237" y="95"/>
                    <a:pt x="230" y="93"/>
                  </a:cubicBezTo>
                  <a:cubicBezTo>
                    <a:pt x="223" y="67"/>
                    <a:pt x="189" y="52"/>
                    <a:pt x="166" y="43"/>
                  </a:cubicBezTo>
                  <a:cubicBezTo>
                    <a:pt x="149" y="37"/>
                    <a:pt x="132" y="33"/>
                    <a:pt x="114" y="30"/>
                  </a:cubicBezTo>
                  <a:cubicBezTo>
                    <a:pt x="128" y="18"/>
                    <a:pt x="147" y="11"/>
                    <a:pt x="167" y="15"/>
                  </a:cubicBezTo>
                  <a:close/>
                  <a:moveTo>
                    <a:pt x="49" y="36"/>
                  </a:moveTo>
                  <a:cubicBezTo>
                    <a:pt x="65" y="31"/>
                    <a:pt x="83" y="31"/>
                    <a:pt x="101" y="33"/>
                  </a:cubicBezTo>
                  <a:cubicBezTo>
                    <a:pt x="86" y="49"/>
                    <a:pt x="78" y="70"/>
                    <a:pt x="82" y="91"/>
                  </a:cubicBezTo>
                  <a:cubicBezTo>
                    <a:pt x="61" y="87"/>
                    <a:pt x="41" y="87"/>
                    <a:pt x="32" y="99"/>
                  </a:cubicBezTo>
                  <a:cubicBezTo>
                    <a:pt x="31" y="100"/>
                    <a:pt x="31" y="100"/>
                    <a:pt x="31" y="100"/>
                  </a:cubicBezTo>
                  <a:cubicBezTo>
                    <a:pt x="24" y="95"/>
                    <a:pt x="19" y="89"/>
                    <a:pt x="17" y="80"/>
                  </a:cubicBezTo>
                  <a:cubicBezTo>
                    <a:pt x="13" y="58"/>
                    <a:pt x="30" y="41"/>
                    <a:pt x="49"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224"/>
            <p:cNvSpPr>
              <a:spLocks noEditPoints="1"/>
            </p:cNvSpPr>
            <p:nvPr/>
          </p:nvSpPr>
          <p:spPr bwMode="auto">
            <a:xfrm>
              <a:off x="4938713" y="3816350"/>
              <a:ext cx="449263" cy="485775"/>
            </a:xfrm>
            <a:custGeom>
              <a:avLst/>
              <a:gdLst>
                <a:gd name="T0" fmla="*/ 241 w 311"/>
                <a:gd name="T1" fmla="*/ 91 h 336"/>
                <a:gd name="T2" fmla="*/ 241 w 311"/>
                <a:gd name="T3" fmla="*/ 82 h 336"/>
                <a:gd name="T4" fmla="*/ 252 w 311"/>
                <a:gd name="T5" fmla="*/ 64 h 336"/>
                <a:gd name="T6" fmla="*/ 235 w 311"/>
                <a:gd name="T7" fmla="*/ 58 h 336"/>
                <a:gd name="T8" fmla="*/ 240 w 311"/>
                <a:gd name="T9" fmla="*/ 36 h 336"/>
                <a:gd name="T10" fmla="*/ 221 w 311"/>
                <a:gd name="T11" fmla="*/ 37 h 336"/>
                <a:gd name="T12" fmla="*/ 218 w 311"/>
                <a:gd name="T13" fmla="*/ 15 h 336"/>
                <a:gd name="T14" fmla="*/ 200 w 311"/>
                <a:gd name="T15" fmla="*/ 22 h 336"/>
                <a:gd name="T16" fmla="*/ 190 w 311"/>
                <a:gd name="T17" fmla="*/ 2 h 336"/>
                <a:gd name="T18" fmla="*/ 176 w 311"/>
                <a:gd name="T19" fmla="*/ 14 h 336"/>
                <a:gd name="T20" fmla="*/ 160 w 311"/>
                <a:gd name="T21" fmla="*/ 0 h 336"/>
                <a:gd name="T22" fmla="*/ 151 w 311"/>
                <a:gd name="T23" fmla="*/ 16 h 336"/>
                <a:gd name="T24" fmla="*/ 131 w 311"/>
                <a:gd name="T25" fmla="*/ 8 h 336"/>
                <a:gd name="T26" fmla="*/ 127 w 311"/>
                <a:gd name="T27" fmla="*/ 26 h 336"/>
                <a:gd name="T28" fmla="*/ 106 w 311"/>
                <a:gd name="T29" fmla="*/ 25 h 336"/>
                <a:gd name="T30" fmla="*/ 109 w 311"/>
                <a:gd name="T31" fmla="*/ 44 h 336"/>
                <a:gd name="T32" fmla="*/ 88 w 311"/>
                <a:gd name="T33" fmla="*/ 50 h 336"/>
                <a:gd name="T34" fmla="*/ 98 w 311"/>
                <a:gd name="T35" fmla="*/ 67 h 336"/>
                <a:gd name="T36" fmla="*/ 81 w 311"/>
                <a:gd name="T37" fmla="*/ 80 h 336"/>
                <a:gd name="T38" fmla="*/ 95 w 311"/>
                <a:gd name="T39" fmla="*/ 87 h 336"/>
                <a:gd name="T40" fmla="*/ 0 w 311"/>
                <a:gd name="T41" fmla="*/ 91 h 336"/>
                <a:gd name="T42" fmla="*/ 311 w 311"/>
                <a:gd name="T43" fmla="*/ 336 h 336"/>
                <a:gd name="T44" fmla="*/ 103 w 311"/>
                <a:gd name="T45" fmla="*/ 114 h 336"/>
                <a:gd name="T46" fmla="*/ 121 w 311"/>
                <a:gd name="T47" fmla="*/ 129 h 336"/>
                <a:gd name="T48" fmla="*/ 103 w 311"/>
                <a:gd name="T49" fmla="*/ 114 h 336"/>
                <a:gd name="T50" fmla="*/ 139 w 311"/>
                <a:gd name="T51" fmla="*/ 114 h 336"/>
                <a:gd name="T52" fmla="*/ 287 w 311"/>
                <a:gd name="T53" fmla="*/ 129 h 336"/>
                <a:gd name="T54" fmla="*/ 168 w 311"/>
                <a:gd name="T55" fmla="*/ 35 h 336"/>
                <a:gd name="T56" fmla="*/ 220 w 311"/>
                <a:gd name="T57" fmla="*/ 91 h 336"/>
                <a:gd name="T58" fmla="*/ 185 w 311"/>
                <a:gd name="T59" fmla="*/ 87 h 336"/>
                <a:gd name="T60" fmla="*/ 151 w 311"/>
                <a:gd name="T61" fmla="*/ 87 h 336"/>
                <a:gd name="T62" fmla="*/ 116 w 311"/>
                <a:gd name="T63" fmla="*/ 91 h 336"/>
                <a:gd name="T64" fmla="*/ 168 w 311"/>
                <a:gd name="T65" fmla="*/ 35 h 336"/>
                <a:gd name="T66" fmla="*/ 218 w 311"/>
                <a:gd name="T67" fmla="*/ 303 h 336"/>
                <a:gd name="T68" fmla="*/ 246 w 311"/>
                <a:gd name="T69" fmla="*/ 303 h 336"/>
                <a:gd name="T70" fmla="*/ 275 w 311"/>
                <a:gd name="T71" fmla="*/ 317 h 336"/>
                <a:gd name="T72" fmla="*/ 275 w 311"/>
                <a:gd name="T73" fmla="*/ 289 h 336"/>
                <a:gd name="T74" fmla="*/ 275 w 311"/>
                <a:gd name="T75" fmla="*/ 317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11" h="336">
                  <a:moveTo>
                    <a:pt x="311" y="91"/>
                  </a:moveTo>
                  <a:cubicBezTo>
                    <a:pt x="241" y="91"/>
                    <a:pt x="241" y="91"/>
                    <a:pt x="241" y="91"/>
                  </a:cubicBezTo>
                  <a:cubicBezTo>
                    <a:pt x="241" y="90"/>
                    <a:pt x="241" y="88"/>
                    <a:pt x="241" y="87"/>
                  </a:cubicBezTo>
                  <a:cubicBezTo>
                    <a:pt x="241" y="85"/>
                    <a:pt x="241" y="84"/>
                    <a:pt x="241" y="82"/>
                  </a:cubicBezTo>
                  <a:cubicBezTo>
                    <a:pt x="255" y="80"/>
                    <a:pt x="255" y="80"/>
                    <a:pt x="255" y="80"/>
                  </a:cubicBezTo>
                  <a:cubicBezTo>
                    <a:pt x="252" y="64"/>
                    <a:pt x="252" y="64"/>
                    <a:pt x="252" y="64"/>
                  </a:cubicBezTo>
                  <a:cubicBezTo>
                    <a:pt x="238" y="67"/>
                    <a:pt x="238" y="67"/>
                    <a:pt x="238" y="67"/>
                  </a:cubicBezTo>
                  <a:cubicBezTo>
                    <a:pt x="237" y="64"/>
                    <a:pt x="236" y="61"/>
                    <a:pt x="235" y="58"/>
                  </a:cubicBezTo>
                  <a:cubicBezTo>
                    <a:pt x="247" y="50"/>
                    <a:pt x="247" y="50"/>
                    <a:pt x="247" y="50"/>
                  </a:cubicBezTo>
                  <a:cubicBezTo>
                    <a:pt x="240" y="36"/>
                    <a:pt x="240" y="36"/>
                    <a:pt x="240" y="36"/>
                  </a:cubicBezTo>
                  <a:cubicBezTo>
                    <a:pt x="227" y="44"/>
                    <a:pt x="227" y="44"/>
                    <a:pt x="227" y="44"/>
                  </a:cubicBezTo>
                  <a:cubicBezTo>
                    <a:pt x="225" y="41"/>
                    <a:pt x="223" y="39"/>
                    <a:pt x="221" y="37"/>
                  </a:cubicBezTo>
                  <a:cubicBezTo>
                    <a:pt x="230" y="25"/>
                    <a:pt x="230" y="25"/>
                    <a:pt x="230" y="25"/>
                  </a:cubicBezTo>
                  <a:cubicBezTo>
                    <a:pt x="218" y="15"/>
                    <a:pt x="218" y="15"/>
                    <a:pt x="218" y="15"/>
                  </a:cubicBezTo>
                  <a:cubicBezTo>
                    <a:pt x="208" y="26"/>
                    <a:pt x="208" y="26"/>
                    <a:pt x="208" y="26"/>
                  </a:cubicBezTo>
                  <a:cubicBezTo>
                    <a:pt x="206" y="25"/>
                    <a:pt x="203" y="23"/>
                    <a:pt x="200" y="22"/>
                  </a:cubicBezTo>
                  <a:cubicBezTo>
                    <a:pt x="205" y="8"/>
                    <a:pt x="205" y="8"/>
                    <a:pt x="205" y="8"/>
                  </a:cubicBezTo>
                  <a:cubicBezTo>
                    <a:pt x="190" y="2"/>
                    <a:pt x="190" y="2"/>
                    <a:pt x="190" y="2"/>
                  </a:cubicBezTo>
                  <a:cubicBezTo>
                    <a:pt x="185" y="16"/>
                    <a:pt x="185" y="16"/>
                    <a:pt x="185" y="16"/>
                  </a:cubicBezTo>
                  <a:cubicBezTo>
                    <a:pt x="182" y="15"/>
                    <a:pt x="179" y="15"/>
                    <a:pt x="176" y="14"/>
                  </a:cubicBezTo>
                  <a:cubicBezTo>
                    <a:pt x="176" y="0"/>
                    <a:pt x="176" y="0"/>
                    <a:pt x="176" y="0"/>
                  </a:cubicBezTo>
                  <a:cubicBezTo>
                    <a:pt x="160" y="0"/>
                    <a:pt x="160" y="0"/>
                    <a:pt x="160" y="0"/>
                  </a:cubicBezTo>
                  <a:cubicBezTo>
                    <a:pt x="160" y="14"/>
                    <a:pt x="160" y="14"/>
                    <a:pt x="160" y="14"/>
                  </a:cubicBezTo>
                  <a:cubicBezTo>
                    <a:pt x="157" y="15"/>
                    <a:pt x="154" y="15"/>
                    <a:pt x="151" y="16"/>
                  </a:cubicBezTo>
                  <a:cubicBezTo>
                    <a:pt x="146" y="2"/>
                    <a:pt x="146" y="2"/>
                    <a:pt x="146" y="2"/>
                  </a:cubicBezTo>
                  <a:cubicBezTo>
                    <a:pt x="131" y="8"/>
                    <a:pt x="131" y="8"/>
                    <a:pt x="131" y="8"/>
                  </a:cubicBezTo>
                  <a:cubicBezTo>
                    <a:pt x="136" y="22"/>
                    <a:pt x="136" y="22"/>
                    <a:pt x="136" y="22"/>
                  </a:cubicBezTo>
                  <a:cubicBezTo>
                    <a:pt x="133" y="23"/>
                    <a:pt x="130" y="25"/>
                    <a:pt x="127" y="26"/>
                  </a:cubicBezTo>
                  <a:cubicBezTo>
                    <a:pt x="118" y="15"/>
                    <a:pt x="118" y="15"/>
                    <a:pt x="118" y="15"/>
                  </a:cubicBezTo>
                  <a:cubicBezTo>
                    <a:pt x="106" y="25"/>
                    <a:pt x="106" y="25"/>
                    <a:pt x="106" y="25"/>
                  </a:cubicBezTo>
                  <a:cubicBezTo>
                    <a:pt x="115" y="37"/>
                    <a:pt x="115" y="37"/>
                    <a:pt x="115" y="37"/>
                  </a:cubicBezTo>
                  <a:cubicBezTo>
                    <a:pt x="113" y="39"/>
                    <a:pt x="111" y="41"/>
                    <a:pt x="109" y="44"/>
                  </a:cubicBezTo>
                  <a:cubicBezTo>
                    <a:pt x="96" y="36"/>
                    <a:pt x="96" y="36"/>
                    <a:pt x="96" y="36"/>
                  </a:cubicBezTo>
                  <a:cubicBezTo>
                    <a:pt x="88" y="50"/>
                    <a:pt x="88" y="50"/>
                    <a:pt x="88" y="50"/>
                  </a:cubicBezTo>
                  <a:cubicBezTo>
                    <a:pt x="101" y="58"/>
                    <a:pt x="101" y="58"/>
                    <a:pt x="101" y="58"/>
                  </a:cubicBezTo>
                  <a:cubicBezTo>
                    <a:pt x="100" y="61"/>
                    <a:pt x="99" y="64"/>
                    <a:pt x="98" y="67"/>
                  </a:cubicBezTo>
                  <a:cubicBezTo>
                    <a:pt x="83" y="64"/>
                    <a:pt x="83" y="64"/>
                    <a:pt x="83" y="64"/>
                  </a:cubicBezTo>
                  <a:cubicBezTo>
                    <a:pt x="81" y="80"/>
                    <a:pt x="81" y="80"/>
                    <a:pt x="81" y="80"/>
                  </a:cubicBezTo>
                  <a:cubicBezTo>
                    <a:pt x="95" y="82"/>
                    <a:pt x="95" y="82"/>
                    <a:pt x="95" y="82"/>
                  </a:cubicBezTo>
                  <a:cubicBezTo>
                    <a:pt x="95" y="84"/>
                    <a:pt x="95" y="85"/>
                    <a:pt x="95" y="87"/>
                  </a:cubicBezTo>
                  <a:cubicBezTo>
                    <a:pt x="95" y="88"/>
                    <a:pt x="95" y="90"/>
                    <a:pt x="95" y="91"/>
                  </a:cubicBezTo>
                  <a:cubicBezTo>
                    <a:pt x="0" y="91"/>
                    <a:pt x="0" y="91"/>
                    <a:pt x="0" y="91"/>
                  </a:cubicBezTo>
                  <a:cubicBezTo>
                    <a:pt x="0" y="336"/>
                    <a:pt x="0" y="336"/>
                    <a:pt x="0" y="336"/>
                  </a:cubicBezTo>
                  <a:cubicBezTo>
                    <a:pt x="311" y="336"/>
                    <a:pt x="311" y="336"/>
                    <a:pt x="311" y="336"/>
                  </a:cubicBezTo>
                  <a:lnTo>
                    <a:pt x="311" y="91"/>
                  </a:lnTo>
                  <a:close/>
                  <a:moveTo>
                    <a:pt x="103" y="114"/>
                  </a:moveTo>
                  <a:cubicBezTo>
                    <a:pt x="121" y="114"/>
                    <a:pt x="121" y="114"/>
                    <a:pt x="121" y="114"/>
                  </a:cubicBezTo>
                  <a:cubicBezTo>
                    <a:pt x="121" y="129"/>
                    <a:pt x="121" y="129"/>
                    <a:pt x="121" y="129"/>
                  </a:cubicBezTo>
                  <a:cubicBezTo>
                    <a:pt x="103" y="129"/>
                    <a:pt x="103" y="129"/>
                    <a:pt x="103" y="129"/>
                  </a:cubicBezTo>
                  <a:lnTo>
                    <a:pt x="103" y="114"/>
                  </a:lnTo>
                  <a:close/>
                  <a:moveTo>
                    <a:pt x="139" y="129"/>
                  </a:moveTo>
                  <a:cubicBezTo>
                    <a:pt x="139" y="114"/>
                    <a:pt x="139" y="114"/>
                    <a:pt x="139" y="114"/>
                  </a:cubicBezTo>
                  <a:cubicBezTo>
                    <a:pt x="287" y="114"/>
                    <a:pt x="287" y="114"/>
                    <a:pt x="287" y="114"/>
                  </a:cubicBezTo>
                  <a:cubicBezTo>
                    <a:pt x="287" y="129"/>
                    <a:pt x="287" y="129"/>
                    <a:pt x="287" y="129"/>
                  </a:cubicBezTo>
                  <a:lnTo>
                    <a:pt x="139" y="129"/>
                  </a:lnTo>
                  <a:close/>
                  <a:moveTo>
                    <a:pt x="168" y="35"/>
                  </a:moveTo>
                  <a:cubicBezTo>
                    <a:pt x="197" y="35"/>
                    <a:pt x="220" y="58"/>
                    <a:pt x="220" y="87"/>
                  </a:cubicBezTo>
                  <a:cubicBezTo>
                    <a:pt x="220" y="88"/>
                    <a:pt x="220" y="90"/>
                    <a:pt x="220" y="91"/>
                  </a:cubicBezTo>
                  <a:cubicBezTo>
                    <a:pt x="185" y="91"/>
                    <a:pt x="185" y="91"/>
                    <a:pt x="185" y="91"/>
                  </a:cubicBezTo>
                  <a:cubicBezTo>
                    <a:pt x="185" y="90"/>
                    <a:pt x="185" y="88"/>
                    <a:pt x="185" y="87"/>
                  </a:cubicBezTo>
                  <a:cubicBezTo>
                    <a:pt x="185" y="77"/>
                    <a:pt x="178" y="70"/>
                    <a:pt x="168" y="70"/>
                  </a:cubicBezTo>
                  <a:cubicBezTo>
                    <a:pt x="158" y="70"/>
                    <a:pt x="151" y="77"/>
                    <a:pt x="151" y="87"/>
                  </a:cubicBezTo>
                  <a:cubicBezTo>
                    <a:pt x="151" y="88"/>
                    <a:pt x="151" y="90"/>
                    <a:pt x="151" y="91"/>
                  </a:cubicBezTo>
                  <a:cubicBezTo>
                    <a:pt x="116" y="91"/>
                    <a:pt x="116" y="91"/>
                    <a:pt x="116" y="91"/>
                  </a:cubicBezTo>
                  <a:cubicBezTo>
                    <a:pt x="116" y="90"/>
                    <a:pt x="116" y="88"/>
                    <a:pt x="116" y="87"/>
                  </a:cubicBezTo>
                  <a:cubicBezTo>
                    <a:pt x="116" y="58"/>
                    <a:pt x="139" y="35"/>
                    <a:pt x="168" y="35"/>
                  </a:cubicBezTo>
                  <a:close/>
                  <a:moveTo>
                    <a:pt x="232" y="317"/>
                  </a:moveTo>
                  <a:cubicBezTo>
                    <a:pt x="224" y="317"/>
                    <a:pt x="218" y="311"/>
                    <a:pt x="218" y="303"/>
                  </a:cubicBezTo>
                  <a:cubicBezTo>
                    <a:pt x="218" y="296"/>
                    <a:pt x="224" y="289"/>
                    <a:pt x="232" y="289"/>
                  </a:cubicBezTo>
                  <a:cubicBezTo>
                    <a:pt x="239" y="289"/>
                    <a:pt x="246" y="296"/>
                    <a:pt x="246" y="303"/>
                  </a:cubicBezTo>
                  <a:cubicBezTo>
                    <a:pt x="246" y="311"/>
                    <a:pt x="239" y="317"/>
                    <a:pt x="232" y="317"/>
                  </a:cubicBezTo>
                  <a:close/>
                  <a:moveTo>
                    <a:pt x="275" y="317"/>
                  </a:moveTo>
                  <a:cubicBezTo>
                    <a:pt x="267" y="317"/>
                    <a:pt x="261" y="311"/>
                    <a:pt x="261" y="303"/>
                  </a:cubicBezTo>
                  <a:cubicBezTo>
                    <a:pt x="261" y="296"/>
                    <a:pt x="267" y="289"/>
                    <a:pt x="275" y="289"/>
                  </a:cubicBezTo>
                  <a:cubicBezTo>
                    <a:pt x="282" y="289"/>
                    <a:pt x="289" y="296"/>
                    <a:pt x="289" y="303"/>
                  </a:cubicBezTo>
                  <a:cubicBezTo>
                    <a:pt x="289" y="311"/>
                    <a:pt x="282" y="317"/>
                    <a:pt x="275" y="3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225"/>
            <p:cNvSpPr>
              <a:spLocks/>
            </p:cNvSpPr>
            <p:nvPr/>
          </p:nvSpPr>
          <p:spPr bwMode="auto">
            <a:xfrm>
              <a:off x="4913313" y="3594100"/>
              <a:ext cx="155575" cy="196850"/>
            </a:xfrm>
            <a:custGeom>
              <a:avLst/>
              <a:gdLst>
                <a:gd name="T0" fmla="*/ 44 w 98"/>
                <a:gd name="T1" fmla="*/ 62 h 124"/>
                <a:gd name="T2" fmla="*/ 14 w 98"/>
                <a:gd name="T3" fmla="*/ 0 h 124"/>
                <a:gd name="T4" fmla="*/ 0 w 98"/>
                <a:gd name="T5" fmla="*/ 7 h 124"/>
                <a:gd name="T6" fmla="*/ 42 w 98"/>
                <a:gd name="T7" fmla="*/ 80 h 124"/>
                <a:gd name="T8" fmla="*/ 62 w 98"/>
                <a:gd name="T9" fmla="*/ 54 h 124"/>
                <a:gd name="T10" fmla="*/ 94 w 98"/>
                <a:gd name="T11" fmla="*/ 124 h 124"/>
                <a:gd name="T12" fmla="*/ 98 w 98"/>
                <a:gd name="T13" fmla="*/ 123 h 124"/>
                <a:gd name="T14" fmla="*/ 68 w 98"/>
                <a:gd name="T15" fmla="*/ 35 h 124"/>
                <a:gd name="T16" fmla="*/ 44 w 98"/>
                <a:gd name="T17" fmla="*/ 6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24">
                  <a:moveTo>
                    <a:pt x="44" y="62"/>
                  </a:moveTo>
                  <a:lnTo>
                    <a:pt x="14" y="0"/>
                  </a:lnTo>
                  <a:lnTo>
                    <a:pt x="0" y="7"/>
                  </a:lnTo>
                  <a:lnTo>
                    <a:pt x="42" y="80"/>
                  </a:lnTo>
                  <a:lnTo>
                    <a:pt x="62" y="54"/>
                  </a:lnTo>
                  <a:lnTo>
                    <a:pt x="94" y="124"/>
                  </a:lnTo>
                  <a:lnTo>
                    <a:pt x="98" y="123"/>
                  </a:lnTo>
                  <a:lnTo>
                    <a:pt x="68" y="35"/>
                  </a:lnTo>
                  <a:lnTo>
                    <a:pt x="44"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226"/>
            <p:cNvSpPr>
              <a:spLocks/>
            </p:cNvSpPr>
            <p:nvPr/>
          </p:nvSpPr>
          <p:spPr bwMode="auto">
            <a:xfrm>
              <a:off x="5076825" y="3582988"/>
              <a:ext cx="60325" cy="201613"/>
            </a:xfrm>
            <a:custGeom>
              <a:avLst/>
              <a:gdLst>
                <a:gd name="T0" fmla="*/ 0 w 38"/>
                <a:gd name="T1" fmla="*/ 0 h 127"/>
                <a:gd name="T2" fmla="*/ 0 w 38"/>
                <a:gd name="T3" fmla="*/ 71 h 127"/>
                <a:gd name="T4" fmla="*/ 25 w 38"/>
                <a:gd name="T5" fmla="*/ 61 h 127"/>
                <a:gd name="T6" fmla="*/ 20 w 38"/>
                <a:gd name="T7" fmla="*/ 127 h 127"/>
                <a:gd name="T8" fmla="*/ 22 w 38"/>
                <a:gd name="T9" fmla="*/ 127 h 127"/>
                <a:gd name="T10" fmla="*/ 38 w 38"/>
                <a:gd name="T11" fmla="*/ 49 h 127"/>
                <a:gd name="T12" fmla="*/ 9 w 38"/>
                <a:gd name="T13" fmla="*/ 58 h 127"/>
                <a:gd name="T14" fmla="*/ 13 w 38"/>
                <a:gd name="T15" fmla="*/ 0 h 127"/>
                <a:gd name="T16" fmla="*/ 0 w 38"/>
                <a:gd name="T1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127">
                  <a:moveTo>
                    <a:pt x="0" y="0"/>
                  </a:moveTo>
                  <a:lnTo>
                    <a:pt x="0" y="71"/>
                  </a:lnTo>
                  <a:lnTo>
                    <a:pt x="25" y="61"/>
                  </a:lnTo>
                  <a:lnTo>
                    <a:pt x="20" y="127"/>
                  </a:lnTo>
                  <a:lnTo>
                    <a:pt x="22" y="127"/>
                  </a:lnTo>
                  <a:lnTo>
                    <a:pt x="38" y="49"/>
                  </a:lnTo>
                  <a:lnTo>
                    <a:pt x="9" y="58"/>
                  </a:lnTo>
                  <a:lnTo>
                    <a:pt x="13"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227"/>
            <p:cNvSpPr>
              <a:spLocks/>
            </p:cNvSpPr>
            <p:nvPr/>
          </p:nvSpPr>
          <p:spPr bwMode="auto">
            <a:xfrm>
              <a:off x="4852988" y="3732213"/>
              <a:ext cx="182563" cy="104775"/>
            </a:xfrm>
            <a:custGeom>
              <a:avLst/>
              <a:gdLst>
                <a:gd name="T0" fmla="*/ 64 w 115"/>
                <a:gd name="T1" fmla="*/ 25 h 66"/>
                <a:gd name="T2" fmla="*/ 113 w 115"/>
                <a:gd name="T3" fmla="*/ 66 h 66"/>
                <a:gd name="T4" fmla="*/ 115 w 115"/>
                <a:gd name="T5" fmla="*/ 63 h 66"/>
                <a:gd name="T6" fmla="*/ 61 w 115"/>
                <a:gd name="T7" fmla="*/ 7 h 66"/>
                <a:gd name="T8" fmla="*/ 52 w 115"/>
                <a:gd name="T9" fmla="*/ 36 h 66"/>
                <a:gd name="T10" fmla="*/ 7 w 115"/>
                <a:gd name="T11" fmla="*/ 0 h 66"/>
                <a:gd name="T12" fmla="*/ 0 w 115"/>
                <a:gd name="T13" fmla="*/ 11 h 66"/>
                <a:gd name="T14" fmla="*/ 58 w 115"/>
                <a:gd name="T15" fmla="*/ 50 h 66"/>
                <a:gd name="T16" fmla="*/ 64 w 115"/>
                <a:gd name="T17" fmla="*/ 2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5" h="66">
                  <a:moveTo>
                    <a:pt x="64" y="25"/>
                  </a:moveTo>
                  <a:lnTo>
                    <a:pt x="113" y="66"/>
                  </a:lnTo>
                  <a:lnTo>
                    <a:pt x="115" y="63"/>
                  </a:lnTo>
                  <a:lnTo>
                    <a:pt x="61" y="7"/>
                  </a:lnTo>
                  <a:lnTo>
                    <a:pt x="52" y="36"/>
                  </a:lnTo>
                  <a:lnTo>
                    <a:pt x="7" y="0"/>
                  </a:lnTo>
                  <a:lnTo>
                    <a:pt x="0" y="11"/>
                  </a:lnTo>
                  <a:lnTo>
                    <a:pt x="58" y="50"/>
                  </a:lnTo>
                  <a:lnTo>
                    <a:pt x="64"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228"/>
            <p:cNvSpPr>
              <a:spLocks/>
            </p:cNvSpPr>
            <p:nvPr/>
          </p:nvSpPr>
          <p:spPr bwMode="auto">
            <a:xfrm>
              <a:off x="5006975" y="3863975"/>
              <a:ext cx="38100" cy="60325"/>
            </a:xfrm>
            <a:custGeom>
              <a:avLst/>
              <a:gdLst>
                <a:gd name="T0" fmla="*/ 24 w 27"/>
                <a:gd name="T1" fmla="*/ 8 h 42"/>
                <a:gd name="T2" fmla="*/ 26 w 27"/>
                <a:gd name="T3" fmla="*/ 3 h 42"/>
                <a:gd name="T4" fmla="*/ 20 w 27"/>
                <a:gd name="T5" fmla="*/ 1 h 42"/>
                <a:gd name="T6" fmla="*/ 4 w 27"/>
                <a:gd name="T7" fmla="*/ 18 h 42"/>
                <a:gd name="T8" fmla="*/ 5 w 27"/>
                <a:gd name="T9" fmla="*/ 40 h 42"/>
                <a:gd name="T10" fmla="*/ 9 w 27"/>
                <a:gd name="T11" fmla="*/ 42 h 42"/>
                <a:gd name="T12" fmla="*/ 11 w 27"/>
                <a:gd name="T13" fmla="*/ 42 h 42"/>
                <a:gd name="T14" fmla="*/ 12 w 27"/>
                <a:gd name="T15" fmla="*/ 37 h 42"/>
                <a:gd name="T16" fmla="*/ 11 w 27"/>
                <a:gd name="T17" fmla="*/ 21 h 42"/>
                <a:gd name="T18" fmla="*/ 24 w 27"/>
                <a:gd name="T19" fmla="*/ 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42">
                  <a:moveTo>
                    <a:pt x="24" y="8"/>
                  </a:moveTo>
                  <a:cubicBezTo>
                    <a:pt x="26" y="8"/>
                    <a:pt x="27" y="5"/>
                    <a:pt x="26" y="3"/>
                  </a:cubicBezTo>
                  <a:cubicBezTo>
                    <a:pt x="25" y="1"/>
                    <a:pt x="22" y="0"/>
                    <a:pt x="20" y="1"/>
                  </a:cubicBezTo>
                  <a:cubicBezTo>
                    <a:pt x="12" y="5"/>
                    <a:pt x="6" y="11"/>
                    <a:pt x="4" y="18"/>
                  </a:cubicBezTo>
                  <a:cubicBezTo>
                    <a:pt x="0" y="29"/>
                    <a:pt x="5" y="40"/>
                    <a:pt x="5" y="40"/>
                  </a:cubicBezTo>
                  <a:cubicBezTo>
                    <a:pt x="6" y="42"/>
                    <a:pt x="7" y="42"/>
                    <a:pt x="9" y="42"/>
                  </a:cubicBezTo>
                  <a:cubicBezTo>
                    <a:pt x="9" y="42"/>
                    <a:pt x="10" y="42"/>
                    <a:pt x="11" y="42"/>
                  </a:cubicBezTo>
                  <a:cubicBezTo>
                    <a:pt x="13" y="41"/>
                    <a:pt x="13" y="38"/>
                    <a:pt x="12" y="37"/>
                  </a:cubicBezTo>
                  <a:cubicBezTo>
                    <a:pt x="12" y="36"/>
                    <a:pt x="8" y="28"/>
                    <a:pt x="11" y="21"/>
                  </a:cubicBezTo>
                  <a:cubicBezTo>
                    <a:pt x="13" y="15"/>
                    <a:pt x="17" y="11"/>
                    <a:pt x="24"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229"/>
            <p:cNvSpPr>
              <a:spLocks/>
            </p:cNvSpPr>
            <p:nvPr/>
          </p:nvSpPr>
          <p:spPr bwMode="auto">
            <a:xfrm>
              <a:off x="4976813" y="3841750"/>
              <a:ext cx="55563" cy="85725"/>
            </a:xfrm>
            <a:custGeom>
              <a:avLst/>
              <a:gdLst>
                <a:gd name="T0" fmla="*/ 36 w 39"/>
                <a:gd name="T1" fmla="*/ 8 h 59"/>
                <a:gd name="T2" fmla="*/ 38 w 39"/>
                <a:gd name="T3" fmla="*/ 3 h 59"/>
                <a:gd name="T4" fmla="*/ 32 w 39"/>
                <a:gd name="T5" fmla="*/ 1 h 59"/>
                <a:gd name="T6" fmla="*/ 6 w 39"/>
                <a:gd name="T7" fmla="*/ 25 h 59"/>
                <a:gd name="T8" fmla="*/ 7 w 39"/>
                <a:gd name="T9" fmla="*/ 57 h 59"/>
                <a:gd name="T10" fmla="*/ 11 w 39"/>
                <a:gd name="T11" fmla="*/ 59 h 59"/>
                <a:gd name="T12" fmla="*/ 12 w 39"/>
                <a:gd name="T13" fmla="*/ 59 h 59"/>
                <a:gd name="T14" fmla="*/ 14 w 39"/>
                <a:gd name="T15" fmla="*/ 53 h 59"/>
                <a:gd name="T16" fmla="*/ 14 w 39"/>
                <a:gd name="T17" fmla="*/ 28 h 59"/>
                <a:gd name="T18" fmla="*/ 36 w 39"/>
                <a:gd name="T19" fmla="*/ 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59">
                  <a:moveTo>
                    <a:pt x="36" y="8"/>
                  </a:moveTo>
                  <a:cubicBezTo>
                    <a:pt x="38" y="7"/>
                    <a:pt x="39" y="5"/>
                    <a:pt x="38" y="3"/>
                  </a:cubicBezTo>
                  <a:cubicBezTo>
                    <a:pt x="37" y="1"/>
                    <a:pt x="35" y="0"/>
                    <a:pt x="32" y="1"/>
                  </a:cubicBezTo>
                  <a:cubicBezTo>
                    <a:pt x="19" y="6"/>
                    <a:pt x="11" y="14"/>
                    <a:pt x="6" y="25"/>
                  </a:cubicBezTo>
                  <a:cubicBezTo>
                    <a:pt x="0" y="41"/>
                    <a:pt x="7" y="56"/>
                    <a:pt x="7" y="57"/>
                  </a:cubicBezTo>
                  <a:cubicBezTo>
                    <a:pt x="8" y="58"/>
                    <a:pt x="9" y="59"/>
                    <a:pt x="11" y="59"/>
                  </a:cubicBezTo>
                  <a:cubicBezTo>
                    <a:pt x="11" y="59"/>
                    <a:pt x="12" y="59"/>
                    <a:pt x="12" y="59"/>
                  </a:cubicBezTo>
                  <a:cubicBezTo>
                    <a:pt x="14" y="58"/>
                    <a:pt x="15" y="55"/>
                    <a:pt x="14" y="53"/>
                  </a:cubicBezTo>
                  <a:cubicBezTo>
                    <a:pt x="14" y="53"/>
                    <a:pt x="9" y="40"/>
                    <a:pt x="14" y="28"/>
                  </a:cubicBezTo>
                  <a:cubicBezTo>
                    <a:pt x="17" y="19"/>
                    <a:pt x="25" y="13"/>
                    <a:pt x="36"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230"/>
            <p:cNvSpPr>
              <a:spLocks/>
            </p:cNvSpPr>
            <p:nvPr/>
          </p:nvSpPr>
          <p:spPr bwMode="auto">
            <a:xfrm>
              <a:off x="5280025" y="3816350"/>
              <a:ext cx="42863" cy="55563"/>
            </a:xfrm>
            <a:custGeom>
              <a:avLst/>
              <a:gdLst>
                <a:gd name="T0" fmla="*/ 0 w 30"/>
                <a:gd name="T1" fmla="*/ 4 h 38"/>
                <a:gd name="T2" fmla="*/ 4 w 30"/>
                <a:gd name="T3" fmla="*/ 8 h 38"/>
                <a:gd name="T4" fmla="*/ 17 w 30"/>
                <a:gd name="T5" fmla="*/ 16 h 38"/>
                <a:gd name="T6" fmla="*/ 21 w 30"/>
                <a:gd name="T7" fmla="*/ 33 h 38"/>
                <a:gd name="T8" fmla="*/ 24 w 30"/>
                <a:gd name="T9" fmla="*/ 38 h 38"/>
                <a:gd name="T10" fmla="*/ 25 w 30"/>
                <a:gd name="T11" fmla="*/ 38 h 38"/>
                <a:gd name="T12" fmla="*/ 28 w 30"/>
                <a:gd name="T13" fmla="*/ 35 h 38"/>
                <a:gd name="T14" fmla="*/ 24 w 30"/>
                <a:gd name="T15" fmla="*/ 11 h 38"/>
                <a:gd name="T16" fmla="*/ 4 w 30"/>
                <a:gd name="T17" fmla="*/ 0 h 38"/>
                <a:gd name="T18" fmla="*/ 0 w 30"/>
                <a:gd name="T19" fmla="*/ 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38">
                  <a:moveTo>
                    <a:pt x="0" y="4"/>
                  </a:moveTo>
                  <a:cubicBezTo>
                    <a:pt x="0" y="6"/>
                    <a:pt x="1" y="8"/>
                    <a:pt x="4" y="8"/>
                  </a:cubicBezTo>
                  <a:cubicBezTo>
                    <a:pt x="4" y="8"/>
                    <a:pt x="12" y="10"/>
                    <a:pt x="17" y="16"/>
                  </a:cubicBezTo>
                  <a:cubicBezTo>
                    <a:pt x="21" y="21"/>
                    <a:pt x="22" y="26"/>
                    <a:pt x="21" y="33"/>
                  </a:cubicBezTo>
                  <a:cubicBezTo>
                    <a:pt x="20" y="36"/>
                    <a:pt x="22" y="38"/>
                    <a:pt x="24" y="38"/>
                  </a:cubicBezTo>
                  <a:cubicBezTo>
                    <a:pt x="24" y="38"/>
                    <a:pt x="24" y="38"/>
                    <a:pt x="25" y="38"/>
                  </a:cubicBezTo>
                  <a:cubicBezTo>
                    <a:pt x="26" y="38"/>
                    <a:pt x="28" y="37"/>
                    <a:pt x="28" y="35"/>
                  </a:cubicBezTo>
                  <a:cubicBezTo>
                    <a:pt x="30" y="25"/>
                    <a:pt x="28" y="17"/>
                    <a:pt x="24" y="11"/>
                  </a:cubicBezTo>
                  <a:cubicBezTo>
                    <a:pt x="17" y="2"/>
                    <a:pt x="5" y="0"/>
                    <a:pt x="4" y="0"/>
                  </a:cubicBezTo>
                  <a:cubicBezTo>
                    <a:pt x="2" y="0"/>
                    <a:pt x="0" y="2"/>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231"/>
            <p:cNvSpPr>
              <a:spLocks/>
            </p:cNvSpPr>
            <p:nvPr/>
          </p:nvSpPr>
          <p:spPr bwMode="auto">
            <a:xfrm>
              <a:off x="5292725" y="3790950"/>
              <a:ext cx="58738" cy="80963"/>
            </a:xfrm>
            <a:custGeom>
              <a:avLst/>
              <a:gdLst>
                <a:gd name="T0" fmla="*/ 33 w 40"/>
                <a:gd name="T1" fmla="*/ 56 h 56"/>
                <a:gd name="T2" fmla="*/ 33 w 40"/>
                <a:gd name="T3" fmla="*/ 56 h 56"/>
                <a:gd name="T4" fmla="*/ 37 w 40"/>
                <a:gd name="T5" fmla="*/ 53 h 56"/>
                <a:gd name="T6" fmla="*/ 32 w 40"/>
                <a:gd name="T7" fmla="*/ 18 h 56"/>
                <a:gd name="T8" fmla="*/ 5 w 40"/>
                <a:gd name="T9" fmla="*/ 1 h 56"/>
                <a:gd name="T10" fmla="*/ 0 w 40"/>
                <a:gd name="T11" fmla="*/ 4 h 56"/>
                <a:gd name="T12" fmla="*/ 3 w 40"/>
                <a:gd name="T13" fmla="*/ 8 h 56"/>
                <a:gd name="T14" fmla="*/ 25 w 40"/>
                <a:gd name="T15" fmla="*/ 22 h 56"/>
                <a:gd name="T16" fmla="*/ 29 w 40"/>
                <a:gd name="T17" fmla="*/ 51 h 56"/>
                <a:gd name="T18" fmla="*/ 33 w 40"/>
                <a:gd name="T19"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56">
                  <a:moveTo>
                    <a:pt x="33" y="56"/>
                  </a:moveTo>
                  <a:cubicBezTo>
                    <a:pt x="33" y="56"/>
                    <a:pt x="33" y="56"/>
                    <a:pt x="33" y="56"/>
                  </a:cubicBezTo>
                  <a:cubicBezTo>
                    <a:pt x="35" y="56"/>
                    <a:pt x="37" y="55"/>
                    <a:pt x="37" y="53"/>
                  </a:cubicBezTo>
                  <a:cubicBezTo>
                    <a:pt x="40" y="39"/>
                    <a:pt x="38" y="27"/>
                    <a:pt x="32" y="18"/>
                  </a:cubicBezTo>
                  <a:cubicBezTo>
                    <a:pt x="22" y="4"/>
                    <a:pt x="6" y="1"/>
                    <a:pt x="5" y="1"/>
                  </a:cubicBezTo>
                  <a:cubicBezTo>
                    <a:pt x="3" y="0"/>
                    <a:pt x="1" y="2"/>
                    <a:pt x="0" y="4"/>
                  </a:cubicBezTo>
                  <a:cubicBezTo>
                    <a:pt x="0" y="6"/>
                    <a:pt x="1" y="8"/>
                    <a:pt x="3" y="8"/>
                  </a:cubicBezTo>
                  <a:cubicBezTo>
                    <a:pt x="4" y="8"/>
                    <a:pt x="17" y="11"/>
                    <a:pt x="25" y="22"/>
                  </a:cubicBezTo>
                  <a:cubicBezTo>
                    <a:pt x="30" y="30"/>
                    <a:pt x="32" y="39"/>
                    <a:pt x="29" y="51"/>
                  </a:cubicBezTo>
                  <a:cubicBezTo>
                    <a:pt x="29" y="53"/>
                    <a:pt x="30" y="55"/>
                    <a:pt x="33" y="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232"/>
            <p:cNvSpPr>
              <a:spLocks noEditPoints="1"/>
            </p:cNvSpPr>
            <p:nvPr/>
          </p:nvSpPr>
          <p:spPr bwMode="auto">
            <a:xfrm>
              <a:off x="5037138" y="2547938"/>
              <a:ext cx="628650" cy="425450"/>
            </a:xfrm>
            <a:custGeom>
              <a:avLst/>
              <a:gdLst>
                <a:gd name="T0" fmla="*/ 67 w 396"/>
                <a:gd name="T1" fmla="*/ 227 h 268"/>
                <a:gd name="T2" fmla="*/ 205 w 396"/>
                <a:gd name="T3" fmla="*/ 201 h 268"/>
                <a:gd name="T4" fmla="*/ 252 w 396"/>
                <a:gd name="T5" fmla="*/ 268 h 268"/>
                <a:gd name="T6" fmla="*/ 238 w 396"/>
                <a:gd name="T7" fmla="*/ 195 h 268"/>
                <a:gd name="T8" fmla="*/ 368 w 396"/>
                <a:gd name="T9" fmla="*/ 171 h 268"/>
                <a:gd name="T10" fmla="*/ 396 w 396"/>
                <a:gd name="T11" fmla="*/ 0 h 268"/>
                <a:gd name="T12" fmla="*/ 0 w 396"/>
                <a:gd name="T13" fmla="*/ 17 h 268"/>
                <a:gd name="T14" fmla="*/ 67 w 396"/>
                <a:gd name="T15" fmla="*/ 227 h 268"/>
                <a:gd name="T16" fmla="*/ 355 w 396"/>
                <a:gd name="T17" fmla="*/ 159 h 268"/>
                <a:gd name="T18" fmla="*/ 85 w 396"/>
                <a:gd name="T19" fmla="*/ 208 h 268"/>
                <a:gd name="T20" fmla="*/ 44 w 396"/>
                <a:gd name="T21" fmla="*/ 42 h 268"/>
                <a:gd name="T22" fmla="*/ 367 w 396"/>
                <a:gd name="T23" fmla="*/ 21 h 268"/>
                <a:gd name="T24" fmla="*/ 355 w 396"/>
                <a:gd name="T25" fmla="*/ 159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6" h="268">
                  <a:moveTo>
                    <a:pt x="67" y="227"/>
                  </a:moveTo>
                  <a:lnTo>
                    <a:pt x="205" y="201"/>
                  </a:lnTo>
                  <a:lnTo>
                    <a:pt x="252" y="268"/>
                  </a:lnTo>
                  <a:lnTo>
                    <a:pt x="238" y="195"/>
                  </a:lnTo>
                  <a:lnTo>
                    <a:pt x="368" y="171"/>
                  </a:lnTo>
                  <a:lnTo>
                    <a:pt x="396" y="0"/>
                  </a:lnTo>
                  <a:lnTo>
                    <a:pt x="0" y="17"/>
                  </a:lnTo>
                  <a:lnTo>
                    <a:pt x="67" y="227"/>
                  </a:lnTo>
                  <a:close/>
                  <a:moveTo>
                    <a:pt x="355" y="159"/>
                  </a:moveTo>
                  <a:lnTo>
                    <a:pt x="85" y="208"/>
                  </a:lnTo>
                  <a:lnTo>
                    <a:pt x="44" y="42"/>
                  </a:lnTo>
                  <a:lnTo>
                    <a:pt x="367" y="21"/>
                  </a:lnTo>
                  <a:lnTo>
                    <a:pt x="355" y="1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233"/>
            <p:cNvSpPr>
              <a:spLocks noEditPoints="1"/>
            </p:cNvSpPr>
            <p:nvPr/>
          </p:nvSpPr>
          <p:spPr bwMode="auto">
            <a:xfrm>
              <a:off x="5186363" y="2689225"/>
              <a:ext cx="87313" cy="100013"/>
            </a:xfrm>
            <a:custGeom>
              <a:avLst/>
              <a:gdLst>
                <a:gd name="T0" fmla="*/ 6 w 61"/>
                <a:gd name="T1" fmla="*/ 15 h 69"/>
                <a:gd name="T2" fmla="*/ 6 w 61"/>
                <a:gd name="T3" fmla="*/ 16 h 69"/>
                <a:gd name="T4" fmla="*/ 6 w 61"/>
                <a:gd name="T5" fmla="*/ 21 h 69"/>
                <a:gd name="T6" fmla="*/ 7 w 61"/>
                <a:gd name="T7" fmla="*/ 52 h 69"/>
                <a:gd name="T8" fmla="*/ 7 w 61"/>
                <a:gd name="T9" fmla="*/ 59 h 69"/>
                <a:gd name="T10" fmla="*/ 7 w 61"/>
                <a:gd name="T11" fmla="*/ 62 h 69"/>
                <a:gd name="T12" fmla="*/ 6 w 61"/>
                <a:gd name="T13" fmla="*/ 64 h 69"/>
                <a:gd name="T14" fmla="*/ 8 w 61"/>
                <a:gd name="T15" fmla="*/ 67 h 69"/>
                <a:gd name="T16" fmla="*/ 12 w 61"/>
                <a:gd name="T17" fmla="*/ 69 h 69"/>
                <a:gd name="T18" fmla="*/ 18 w 61"/>
                <a:gd name="T19" fmla="*/ 66 h 69"/>
                <a:gd name="T20" fmla="*/ 21 w 61"/>
                <a:gd name="T21" fmla="*/ 64 h 69"/>
                <a:gd name="T22" fmla="*/ 27 w 61"/>
                <a:gd name="T23" fmla="*/ 61 h 69"/>
                <a:gd name="T24" fmla="*/ 52 w 61"/>
                <a:gd name="T25" fmla="*/ 44 h 69"/>
                <a:gd name="T26" fmla="*/ 60 w 61"/>
                <a:gd name="T27" fmla="*/ 21 h 69"/>
                <a:gd name="T28" fmla="*/ 50 w 61"/>
                <a:gd name="T29" fmla="*/ 5 h 69"/>
                <a:gd name="T30" fmla="*/ 31 w 61"/>
                <a:gd name="T31" fmla="*/ 1 h 69"/>
                <a:gd name="T32" fmla="*/ 22 w 61"/>
                <a:gd name="T33" fmla="*/ 3 h 69"/>
                <a:gd name="T34" fmla="*/ 11 w 61"/>
                <a:gd name="T35" fmla="*/ 5 h 69"/>
                <a:gd name="T36" fmla="*/ 5 w 61"/>
                <a:gd name="T37" fmla="*/ 5 h 69"/>
                <a:gd name="T38" fmla="*/ 2 w 61"/>
                <a:gd name="T39" fmla="*/ 8 h 69"/>
                <a:gd name="T40" fmla="*/ 1 w 61"/>
                <a:gd name="T41" fmla="*/ 12 h 69"/>
                <a:gd name="T42" fmla="*/ 6 w 61"/>
                <a:gd name="T43" fmla="*/ 15 h 69"/>
                <a:gd name="T44" fmla="*/ 16 w 61"/>
                <a:gd name="T45" fmla="*/ 13 h 69"/>
                <a:gd name="T46" fmla="*/ 18 w 61"/>
                <a:gd name="T47" fmla="*/ 12 h 69"/>
                <a:gd name="T48" fmla="*/ 30 w 61"/>
                <a:gd name="T49" fmla="*/ 10 h 69"/>
                <a:gd name="T50" fmla="*/ 44 w 61"/>
                <a:gd name="T51" fmla="*/ 12 h 69"/>
                <a:gd name="T52" fmla="*/ 50 w 61"/>
                <a:gd name="T53" fmla="*/ 22 h 69"/>
                <a:gd name="T54" fmla="*/ 46 w 61"/>
                <a:gd name="T55" fmla="*/ 38 h 69"/>
                <a:gd name="T56" fmla="*/ 30 w 61"/>
                <a:gd name="T57" fmla="*/ 51 h 69"/>
                <a:gd name="T58" fmla="*/ 18 w 61"/>
                <a:gd name="T59" fmla="*/ 56 h 69"/>
                <a:gd name="T60" fmla="*/ 17 w 61"/>
                <a:gd name="T61" fmla="*/ 53 h 69"/>
                <a:gd name="T62" fmla="*/ 16 w 61"/>
                <a:gd name="T63" fmla="*/ 1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1" h="69">
                  <a:moveTo>
                    <a:pt x="6" y="15"/>
                  </a:moveTo>
                  <a:cubicBezTo>
                    <a:pt x="6" y="15"/>
                    <a:pt x="6" y="15"/>
                    <a:pt x="6" y="16"/>
                  </a:cubicBezTo>
                  <a:cubicBezTo>
                    <a:pt x="7" y="17"/>
                    <a:pt x="7" y="19"/>
                    <a:pt x="6" y="21"/>
                  </a:cubicBezTo>
                  <a:cubicBezTo>
                    <a:pt x="6" y="32"/>
                    <a:pt x="6" y="42"/>
                    <a:pt x="7" y="52"/>
                  </a:cubicBezTo>
                  <a:cubicBezTo>
                    <a:pt x="7" y="55"/>
                    <a:pt x="7" y="58"/>
                    <a:pt x="7" y="59"/>
                  </a:cubicBezTo>
                  <a:cubicBezTo>
                    <a:pt x="7" y="62"/>
                    <a:pt x="7" y="62"/>
                    <a:pt x="7" y="62"/>
                  </a:cubicBezTo>
                  <a:cubicBezTo>
                    <a:pt x="6" y="63"/>
                    <a:pt x="6" y="64"/>
                    <a:pt x="6" y="64"/>
                  </a:cubicBezTo>
                  <a:cubicBezTo>
                    <a:pt x="6" y="65"/>
                    <a:pt x="7" y="66"/>
                    <a:pt x="8" y="67"/>
                  </a:cubicBezTo>
                  <a:cubicBezTo>
                    <a:pt x="10" y="69"/>
                    <a:pt x="11" y="69"/>
                    <a:pt x="12" y="69"/>
                  </a:cubicBezTo>
                  <a:cubicBezTo>
                    <a:pt x="14" y="69"/>
                    <a:pt x="16" y="68"/>
                    <a:pt x="18" y="66"/>
                  </a:cubicBezTo>
                  <a:cubicBezTo>
                    <a:pt x="19" y="65"/>
                    <a:pt x="20" y="64"/>
                    <a:pt x="21" y="64"/>
                  </a:cubicBezTo>
                  <a:cubicBezTo>
                    <a:pt x="22" y="63"/>
                    <a:pt x="24" y="62"/>
                    <a:pt x="27" y="61"/>
                  </a:cubicBezTo>
                  <a:cubicBezTo>
                    <a:pt x="37" y="57"/>
                    <a:pt x="45" y="52"/>
                    <a:pt x="52" y="44"/>
                  </a:cubicBezTo>
                  <a:cubicBezTo>
                    <a:pt x="58" y="37"/>
                    <a:pt x="61" y="29"/>
                    <a:pt x="60" y="21"/>
                  </a:cubicBezTo>
                  <a:cubicBezTo>
                    <a:pt x="59" y="14"/>
                    <a:pt x="56" y="9"/>
                    <a:pt x="50" y="5"/>
                  </a:cubicBezTo>
                  <a:cubicBezTo>
                    <a:pt x="45" y="1"/>
                    <a:pt x="38" y="0"/>
                    <a:pt x="31" y="1"/>
                  </a:cubicBezTo>
                  <a:cubicBezTo>
                    <a:pt x="28" y="1"/>
                    <a:pt x="25" y="2"/>
                    <a:pt x="22" y="3"/>
                  </a:cubicBezTo>
                  <a:cubicBezTo>
                    <a:pt x="17" y="4"/>
                    <a:pt x="14" y="5"/>
                    <a:pt x="11" y="5"/>
                  </a:cubicBezTo>
                  <a:cubicBezTo>
                    <a:pt x="5" y="5"/>
                    <a:pt x="5" y="5"/>
                    <a:pt x="5" y="5"/>
                  </a:cubicBezTo>
                  <a:cubicBezTo>
                    <a:pt x="4" y="6"/>
                    <a:pt x="3" y="6"/>
                    <a:pt x="2" y="8"/>
                  </a:cubicBezTo>
                  <a:cubicBezTo>
                    <a:pt x="1" y="9"/>
                    <a:pt x="0" y="10"/>
                    <a:pt x="1" y="12"/>
                  </a:cubicBezTo>
                  <a:cubicBezTo>
                    <a:pt x="1" y="14"/>
                    <a:pt x="3" y="15"/>
                    <a:pt x="6" y="15"/>
                  </a:cubicBezTo>
                  <a:close/>
                  <a:moveTo>
                    <a:pt x="16" y="13"/>
                  </a:moveTo>
                  <a:cubicBezTo>
                    <a:pt x="17" y="13"/>
                    <a:pt x="17" y="13"/>
                    <a:pt x="18" y="12"/>
                  </a:cubicBezTo>
                  <a:cubicBezTo>
                    <a:pt x="23" y="11"/>
                    <a:pt x="27" y="10"/>
                    <a:pt x="30" y="10"/>
                  </a:cubicBezTo>
                  <a:cubicBezTo>
                    <a:pt x="36" y="9"/>
                    <a:pt x="40" y="10"/>
                    <a:pt x="44" y="12"/>
                  </a:cubicBezTo>
                  <a:cubicBezTo>
                    <a:pt x="47" y="14"/>
                    <a:pt x="49" y="18"/>
                    <a:pt x="50" y="22"/>
                  </a:cubicBezTo>
                  <a:cubicBezTo>
                    <a:pt x="51" y="28"/>
                    <a:pt x="49" y="33"/>
                    <a:pt x="46" y="38"/>
                  </a:cubicBezTo>
                  <a:cubicBezTo>
                    <a:pt x="42" y="43"/>
                    <a:pt x="37" y="47"/>
                    <a:pt x="30" y="51"/>
                  </a:cubicBezTo>
                  <a:cubicBezTo>
                    <a:pt x="23" y="54"/>
                    <a:pt x="19" y="55"/>
                    <a:pt x="18" y="56"/>
                  </a:cubicBezTo>
                  <a:cubicBezTo>
                    <a:pt x="18" y="55"/>
                    <a:pt x="17" y="54"/>
                    <a:pt x="17" y="53"/>
                  </a:cubicBezTo>
                  <a:cubicBezTo>
                    <a:pt x="16" y="45"/>
                    <a:pt x="16" y="32"/>
                    <a:pt x="1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234"/>
            <p:cNvSpPr>
              <a:spLocks noEditPoints="1"/>
            </p:cNvSpPr>
            <p:nvPr/>
          </p:nvSpPr>
          <p:spPr bwMode="auto">
            <a:xfrm>
              <a:off x="5284788" y="2697163"/>
              <a:ext cx="57150" cy="76200"/>
            </a:xfrm>
            <a:custGeom>
              <a:avLst/>
              <a:gdLst>
                <a:gd name="T0" fmla="*/ 6 w 40"/>
                <a:gd name="T1" fmla="*/ 48 h 52"/>
                <a:gd name="T2" fmla="*/ 18 w 40"/>
                <a:gd name="T3" fmla="*/ 51 h 52"/>
                <a:gd name="T4" fmla="*/ 34 w 40"/>
                <a:gd name="T5" fmla="*/ 43 h 52"/>
                <a:gd name="T6" fmla="*/ 39 w 40"/>
                <a:gd name="T7" fmla="*/ 31 h 52"/>
                <a:gd name="T8" fmla="*/ 37 w 40"/>
                <a:gd name="T9" fmla="*/ 29 h 52"/>
                <a:gd name="T10" fmla="*/ 34 w 40"/>
                <a:gd name="T11" fmla="*/ 31 h 52"/>
                <a:gd name="T12" fmla="*/ 18 w 40"/>
                <a:gd name="T13" fmla="*/ 42 h 52"/>
                <a:gd name="T14" fmla="*/ 13 w 40"/>
                <a:gd name="T15" fmla="*/ 41 h 52"/>
                <a:gd name="T16" fmla="*/ 11 w 40"/>
                <a:gd name="T17" fmla="*/ 37 h 52"/>
                <a:gd name="T18" fmla="*/ 12 w 40"/>
                <a:gd name="T19" fmla="*/ 36 h 52"/>
                <a:gd name="T20" fmla="*/ 29 w 40"/>
                <a:gd name="T21" fmla="*/ 24 h 52"/>
                <a:gd name="T22" fmla="*/ 34 w 40"/>
                <a:gd name="T23" fmla="*/ 9 h 52"/>
                <a:gd name="T24" fmla="*/ 30 w 40"/>
                <a:gd name="T25" fmla="*/ 3 h 52"/>
                <a:gd name="T26" fmla="*/ 22 w 40"/>
                <a:gd name="T27" fmla="*/ 1 h 52"/>
                <a:gd name="T28" fmla="*/ 6 w 40"/>
                <a:gd name="T29" fmla="*/ 13 h 52"/>
                <a:gd name="T30" fmla="*/ 1 w 40"/>
                <a:gd name="T31" fmla="*/ 36 h 52"/>
                <a:gd name="T32" fmla="*/ 6 w 40"/>
                <a:gd name="T33" fmla="*/ 48 h 52"/>
                <a:gd name="T34" fmla="*/ 15 w 40"/>
                <a:gd name="T35" fmla="*/ 16 h 52"/>
                <a:gd name="T36" fmla="*/ 22 w 40"/>
                <a:gd name="T37" fmla="*/ 9 h 52"/>
                <a:gd name="T38" fmla="*/ 24 w 40"/>
                <a:gd name="T39" fmla="*/ 10 h 52"/>
                <a:gd name="T40" fmla="*/ 25 w 40"/>
                <a:gd name="T41" fmla="*/ 12 h 52"/>
                <a:gd name="T42" fmla="*/ 21 w 40"/>
                <a:gd name="T43" fmla="*/ 21 h 52"/>
                <a:gd name="T44" fmla="*/ 11 w 40"/>
                <a:gd name="T45" fmla="*/ 28 h 52"/>
                <a:gd name="T46" fmla="*/ 15 w 40"/>
                <a:gd name="T47" fmla="*/ 1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0" h="52">
                  <a:moveTo>
                    <a:pt x="6" y="48"/>
                  </a:moveTo>
                  <a:cubicBezTo>
                    <a:pt x="10" y="51"/>
                    <a:pt x="13" y="52"/>
                    <a:pt x="18" y="51"/>
                  </a:cubicBezTo>
                  <a:cubicBezTo>
                    <a:pt x="24" y="50"/>
                    <a:pt x="29" y="47"/>
                    <a:pt x="34" y="43"/>
                  </a:cubicBezTo>
                  <a:cubicBezTo>
                    <a:pt x="38" y="38"/>
                    <a:pt x="40" y="34"/>
                    <a:pt x="39" y="31"/>
                  </a:cubicBezTo>
                  <a:cubicBezTo>
                    <a:pt x="39" y="30"/>
                    <a:pt x="38" y="29"/>
                    <a:pt x="37" y="29"/>
                  </a:cubicBezTo>
                  <a:cubicBezTo>
                    <a:pt x="36" y="29"/>
                    <a:pt x="35" y="30"/>
                    <a:pt x="34" y="31"/>
                  </a:cubicBezTo>
                  <a:cubicBezTo>
                    <a:pt x="29" y="38"/>
                    <a:pt x="24" y="41"/>
                    <a:pt x="18" y="42"/>
                  </a:cubicBezTo>
                  <a:cubicBezTo>
                    <a:pt x="16" y="42"/>
                    <a:pt x="15" y="42"/>
                    <a:pt x="13" y="41"/>
                  </a:cubicBezTo>
                  <a:cubicBezTo>
                    <a:pt x="12" y="40"/>
                    <a:pt x="11" y="39"/>
                    <a:pt x="11" y="37"/>
                  </a:cubicBezTo>
                  <a:cubicBezTo>
                    <a:pt x="11" y="36"/>
                    <a:pt x="11" y="36"/>
                    <a:pt x="12" y="36"/>
                  </a:cubicBezTo>
                  <a:cubicBezTo>
                    <a:pt x="19" y="33"/>
                    <a:pt x="25" y="29"/>
                    <a:pt x="29" y="24"/>
                  </a:cubicBezTo>
                  <a:cubicBezTo>
                    <a:pt x="33" y="19"/>
                    <a:pt x="34" y="14"/>
                    <a:pt x="34" y="9"/>
                  </a:cubicBezTo>
                  <a:cubicBezTo>
                    <a:pt x="33" y="7"/>
                    <a:pt x="32" y="4"/>
                    <a:pt x="30" y="3"/>
                  </a:cubicBezTo>
                  <a:cubicBezTo>
                    <a:pt x="28" y="1"/>
                    <a:pt x="25" y="0"/>
                    <a:pt x="22" y="1"/>
                  </a:cubicBezTo>
                  <a:cubicBezTo>
                    <a:pt x="16" y="2"/>
                    <a:pt x="10" y="6"/>
                    <a:pt x="6" y="13"/>
                  </a:cubicBezTo>
                  <a:cubicBezTo>
                    <a:pt x="1" y="21"/>
                    <a:pt x="0" y="29"/>
                    <a:pt x="1" y="36"/>
                  </a:cubicBezTo>
                  <a:cubicBezTo>
                    <a:pt x="1" y="42"/>
                    <a:pt x="3" y="46"/>
                    <a:pt x="6" y="48"/>
                  </a:cubicBezTo>
                  <a:close/>
                  <a:moveTo>
                    <a:pt x="15" y="16"/>
                  </a:moveTo>
                  <a:cubicBezTo>
                    <a:pt x="17" y="12"/>
                    <a:pt x="20" y="10"/>
                    <a:pt x="22" y="9"/>
                  </a:cubicBezTo>
                  <a:cubicBezTo>
                    <a:pt x="23" y="9"/>
                    <a:pt x="24" y="10"/>
                    <a:pt x="24" y="10"/>
                  </a:cubicBezTo>
                  <a:cubicBezTo>
                    <a:pt x="25" y="11"/>
                    <a:pt x="25" y="11"/>
                    <a:pt x="25" y="12"/>
                  </a:cubicBezTo>
                  <a:cubicBezTo>
                    <a:pt x="26" y="15"/>
                    <a:pt x="24" y="17"/>
                    <a:pt x="21" y="21"/>
                  </a:cubicBezTo>
                  <a:cubicBezTo>
                    <a:pt x="18" y="24"/>
                    <a:pt x="15" y="26"/>
                    <a:pt x="11" y="28"/>
                  </a:cubicBezTo>
                  <a:cubicBezTo>
                    <a:pt x="11" y="24"/>
                    <a:pt x="12" y="20"/>
                    <a:pt x="15"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235"/>
            <p:cNvSpPr>
              <a:spLocks/>
            </p:cNvSpPr>
            <p:nvPr/>
          </p:nvSpPr>
          <p:spPr bwMode="auto">
            <a:xfrm>
              <a:off x="5346700" y="2652713"/>
              <a:ext cx="44450" cy="115888"/>
            </a:xfrm>
            <a:custGeom>
              <a:avLst/>
              <a:gdLst>
                <a:gd name="T0" fmla="*/ 3 w 31"/>
                <a:gd name="T1" fmla="*/ 44 h 80"/>
                <a:gd name="T2" fmla="*/ 4 w 31"/>
                <a:gd name="T3" fmla="*/ 44 h 80"/>
                <a:gd name="T4" fmla="*/ 4 w 31"/>
                <a:gd name="T5" fmla="*/ 57 h 80"/>
                <a:gd name="T6" fmla="*/ 5 w 31"/>
                <a:gd name="T7" fmla="*/ 73 h 80"/>
                <a:gd name="T8" fmla="*/ 11 w 31"/>
                <a:gd name="T9" fmla="*/ 79 h 80"/>
                <a:gd name="T10" fmla="*/ 15 w 31"/>
                <a:gd name="T11" fmla="*/ 78 h 80"/>
                <a:gd name="T12" fmla="*/ 16 w 31"/>
                <a:gd name="T13" fmla="*/ 75 h 80"/>
                <a:gd name="T14" fmla="*/ 15 w 31"/>
                <a:gd name="T15" fmla="*/ 68 h 80"/>
                <a:gd name="T16" fmla="*/ 14 w 31"/>
                <a:gd name="T17" fmla="*/ 61 h 80"/>
                <a:gd name="T18" fmla="*/ 14 w 31"/>
                <a:gd name="T19" fmla="*/ 53 h 80"/>
                <a:gd name="T20" fmla="*/ 14 w 31"/>
                <a:gd name="T21" fmla="*/ 53 h 80"/>
                <a:gd name="T22" fmla="*/ 14 w 31"/>
                <a:gd name="T23" fmla="*/ 42 h 80"/>
                <a:gd name="T24" fmla="*/ 18 w 31"/>
                <a:gd name="T25" fmla="*/ 41 h 80"/>
                <a:gd name="T26" fmla="*/ 27 w 31"/>
                <a:gd name="T27" fmla="*/ 38 h 80"/>
                <a:gd name="T28" fmla="*/ 30 w 31"/>
                <a:gd name="T29" fmla="*/ 34 h 80"/>
                <a:gd name="T30" fmla="*/ 26 w 31"/>
                <a:gd name="T31" fmla="*/ 31 h 80"/>
                <a:gd name="T32" fmla="*/ 14 w 31"/>
                <a:gd name="T33" fmla="*/ 33 h 80"/>
                <a:gd name="T34" fmla="*/ 13 w 31"/>
                <a:gd name="T35" fmla="*/ 33 h 80"/>
                <a:gd name="T36" fmla="*/ 14 w 31"/>
                <a:gd name="T37" fmla="*/ 18 h 80"/>
                <a:gd name="T38" fmla="*/ 19 w 31"/>
                <a:gd name="T39" fmla="*/ 9 h 80"/>
                <a:gd name="T40" fmla="*/ 23 w 31"/>
                <a:gd name="T41" fmla="*/ 15 h 80"/>
                <a:gd name="T42" fmla="*/ 23 w 31"/>
                <a:gd name="T43" fmla="*/ 18 h 80"/>
                <a:gd name="T44" fmla="*/ 24 w 31"/>
                <a:gd name="T45" fmla="*/ 20 h 80"/>
                <a:gd name="T46" fmla="*/ 27 w 31"/>
                <a:gd name="T47" fmla="*/ 21 h 80"/>
                <a:gd name="T48" fmla="*/ 30 w 31"/>
                <a:gd name="T49" fmla="*/ 16 h 80"/>
                <a:gd name="T50" fmla="*/ 31 w 31"/>
                <a:gd name="T51" fmla="*/ 8 h 80"/>
                <a:gd name="T52" fmla="*/ 27 w 31"/>
                <a:gd name="T53" fmla="*/ 2 h 80"/>
                <a:gd name="T54" fmla="*/ 20 w 31"/>
                <a:gd name="T55" fmla="*/ 0 h 80"/>
                <a:gd name="T56" fmla="*/ 8 w 31"/>
                <a:gd name="T57" fmla="*/ 7 h 80"/>
                <a:gd name="T58" fmla="*/ 4 w 31"/>
                <a:gd name="T59" fmla="*/ 27 h 80"/>
                <a:gd name="T60" fmla="*/ 4 w 31"/>
                <a:gd name="T61" fmla="*/ 32 h 80"/>
                <a:gd name="T62" fmla="*/ 2 w 31"/>
                <a:gd name="T63" fmla="*/ 35 h 80"/>
                <a:gd name="T64" fmla="*/ 0 w 31"/>
                <a:gd name="T65" fmla="*/ 41 h 80"/>
                <a:gd name="T66" fmla="*/ 3 w 31"/>
                <a:gd name="T67" fmla="*/ 44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1" h="80">
                  <a:moveTo>
                    <a:pt x="3" y="44"/>
                  </a:moveTo>
                  <a:cubicBezTo>
                    <a:pt x="3" y="44"/>
                    <a:pt x="4" y="44"/>
                    <a:pt x="4" y="44"/>
                  </a:cubicBezTo>
                  <a:cubicBezTo>
                    <a:pt x="4" y="47"/>
                    <a:pt x="4" y="51"/>
                    <a:pt x="4" y="57"/>
                  </a:cubicBezTo>
                  <a:cubicBezTo>
                    <a:pt x="4" y="65"/>
                    <a:pt x="4" y="71"/>
                    <a:pt x="5" y="73"/>
                  </a:cubicBezTo>
                  <a:cubicBezTo>
                    <a:pt x="5" y="78"/>
                    <a:pt x="7" y="80"/>
                    <a:pt x="11" y="79"/>
                  </a:cubicBezTo>
                  <a:cubicBezTo>
                    <a:pt x="12" y="79"/>
                    <a:pt x="14" y="79"/>
                    <a:pt x="15" y="78"/>
                  </a:cubicBezTo>
                  <a:cubicBezTo>
                    <a:pt x="16" y="77"/>
                    <a:pt x="16" y="76"/>
                    <a:pt x="16" y="75"/>
                  </a:cubicBezTo>
                  <a:cubicBezTo>
                    <a:pt x="16" y="72"/>
                    <a:pt x="15" y="70"/>
                    <a:pt x="15" y="68"/>
                  </a:cubicBezTo>
                  <a:cubicBezTo>
                    <a:pt x="14" y="65"/>
                    <a:pt x="14" y="63"/>
                    <a:pt x="14" y="61"/>
                  </a:cubicBezTo>
                  <a:cubicBezTo>
                    <a:pt x="14" y="53"/>
                    <a:pt x="14" y="53"/>
                    <a:pt x="14" y="53"/>
                  </a:cubicBezTo>
                  <a:cubicBezTo>
                    <a:pt x="14" y="53"/>
                    <a:pt x="14" y="53"/>
                    <a:pt x="14" y="53"/>
                  </a:cubicBezTo>
                  <a:cubicBezTo>
                    <a:pt x="14" y="50"/>
                    <a:pt x="14" y="46"/>
                    <a:pt x="14" y="42"/>
                  </a:cubicBezTo>
                  <a:cubicBezTo>
                    <a:pt x="14" y="42"/>
                    <a:pt x="16" y="41"/>
                    <a:pt x="18" y="41"/>
                  </a:cubicBezTo>
                  <a:cubicBezTo>
                    <a:pt x="21" y="40"/>
                    <a:pt x="24" y="40"/>
                    <a:pt x="27" y="38"/>
                  </a:cubicBezTo>
                  <a:cubicBezTo>
                    <a:pt x="29" y="37"/>
                    <a:pt x="31" y="35"/>
                    <a:pt x="30" y="34"/>
                  </a:cubicBezTo>
                  <a:cubicBezTo>
                    <a:pt x="30" y="32"/>
                    <a:pt x="29" y="31"/>
                    <a:pt x="26" y="31"/>
                  </a:cubicBezTo>
                  <a:cubicBezTo>
                    <a:pt x="24" y="32"/>
                    <a:pt x="20" y="32"/>
                    <a:pt x="14" y="33"/>
                  </a:cubicBezTo>
                  <a:cubicBezTo>
                    <a:pt x="14" y="33"/>
                    <a:pt x="13" y="33"/>
                    <a:pt x="13" y="33"/>
                  </a:cubicBezTo>
                  <a:cubicBezTo>
                    <a:pt x="13" y="29"/>
                    <a:pt x="13" y="24"/>
                    <a:pt x="14" y="18"/>
                  </a:cubicBezTo>
                  <a:cubicBezTo>
                    <a:pt x="16" y="12"/>
                    <a:pt x="17" y="9"/>
                    <a:pt x="19" y="9"/>
                  </a:cubicBezTo>
                  <a:cubicBezTo>
                    <a:pt x="21" y="8"/>
                    <a:pt x="22" y="10"/>
                    <a:pt x="23" y="15"/>
                  </a:cubicBezTo>
                  <a:cubicBezTo>
                    <a:pt x="23" y="18"/>
                    <a:pt x="23" y="18"/>
                    <a:pt x="23" y="18"/>
                  </a:cubicBezTo>
                  <a:cubicBezTo>
                    <a:pt x="23" y="19"/>
                    <a:pt x="24" y="20"/>
                    <a:pt x="24" y="20"/>
                  </a:cubicBezTo>
                  <a:cubicBezTo>
                    <a:pt x="25" y="21"/>
                    <a:pt x="26" y="21"/>
                    <a:pt x="27" y="21"/>
                  </a:cubicBezTo>
                  <a:cubicBezTo>
                    <a:pt x="28" y="20"/>
                    <a:pt x="30" y="19"/>
                    <a:pt x="30" y="16"/>
                  </a:cubicBezTo>
                  <a:cubicBezTo>
                    <a:pt x="31" y="13"/>
                    <a:pt x="31" y="11"/>
                    <a:pt x="31" y="8"/>
                  </a:cubicBezTo>
                  <a:cubicBezTo>
                    <a:pt x="31" y="6"/>
                    <a:pt x="29" y="3"/>
                    <a:pt x="27" y="2"/>
                  </a:cubicBezTo>
                  <a:cubicBezTo>
                    <a:pt x="25" y="0"/>
                    <a:pt x="22" y="0"/>
                    <a:pt x="20" y="0"/>
                  </a:cubicBezTo>
                  <a:cubicBezTo>
                    <a:pt x="15" y="1"/>
                    <a:pt x="11" y="3"/>
                    <a:pt x="8" y="7"/>
                  </a:cubicBezTo>
                  <a:cubicBezTo>
                    <a:pt x="6" y="12"/>
                    <a:pt x="4" y="18"/>
                    <a:pt x="4" y="27"/>
                  </a:cubicBezTo>
                  <a:cubicBezTo>
                    <a:pt x="4" y="30"/>
                    <a:pt x="4" y="31"/>
                    <a:pt x="4" y="32"/>
                  </a:cubicBezTo>
                  <a:cubicBezTo>
                    <a:pt x="4" y="33"/>
                    <a:pt x="3" y="34"/>
                    <a:pt x="2" y="35"/>
                  </a:cubicBezTo>
                  <a:cubicBezTo>
                    <a:pt x="0" y="37"/>
                    <a:pt x="0" y="39"/>
                    <a:pt x="0" y="41"/>
                  </a:cubicBezTo>
                  <a:cubicBezTo>
                    <a:pt x="0" y="42"/>
                    <a:pt x="1" y="43"/>
                    <a:pt x="3"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236"/>
            <p:cNvSpPr>
              <a:spLocks noEditPoints="1"/>
            </p:cNvSpPr>
            <p:nvPr/>
          </p:nvSpPr>
          <p:spPr bwMode="auto">
            <a:xfrm>
              <a:off x="5392738" y="2682875"/>
              <a:ext cx="58738" cy="74613"/>
            </a:xfrm>
            <a:custGeom>
              <a:avLst/>
              <a:gdLst>
                <a:gd name="T0" fmla="*/ 7 w 40"/>
                <a:gd name="T1" fmla="*/ 48 h 51"/>
                <a:gd name="T2" fmla="*/ 19 w 40"/>
                <a:gd name="T3" fmla="*/ 51 h 51"/>
                <a:gd name="T4" fmla="*/ 34 w 40"/>
                <a:gd name="T5" fmla="*/ 42 h 51"/>
                <a:gd name="T6" fmla="*/ 40 w 40"/>
                <a:gd name="T7" fmla="*/ 31 h 51"/>
                <a:gd name="T8" fmla="*/ 37 w 40"/>
                <a:gd name="T9" fmla="*/ 28 h 51"/>
                <a:gd name="T10" fmla="*/ 34 w 40"/>
                <a:gd name="T11" fmla="*/ 31 h 51"/>
                <a:gd name="T12" fmla="*/ 19 w 40"/>
                <a:gd name="T13" fmla="*/ 41 h 51"/>
                <a:gd name="T14" fmla="*/ 14 w 40"/>
                <a:gd name="T15" fmla="*/ 40 h 51"/>
                <a:gd name="T16" fmla="*/ 12 w 40"/>
                <a:gd name="T17" fmla="*/ 37 h 51"/>
                <a:gd name="T18" fmla="*/ 13 w 40"/>
                <a:gd name="T19" fmla="*/ 35 h 51"/>
                <a:gd name="T20" fmla="*/ 29 w 40"/>
                <a:gd name="T21" fmla="*/ 24 h 51"/>
                <a:gd name="T22" fmla="*/ 34 w 40"/>
                <a:gd name="T23" fmla="*/ 9 h 51"/>
                <a:gd name="T24" fmla="*/ 30 w 40"/>
                <a:gd name="T25" fmla="*/ 2 h 51"/>
                <a:gd name="T26" fmla="*/ 23 w 40"/>
                <a:gd name="T27" fmla="*/ 0 h 51"/>
                <a:gd name="T28" fmla="*/ 6 w 40"/>
                <a:gd name="T29" fmla="*/ 13 h 51"/>
                <a:gd name="T30" fmla="*/ 1 w 40"/>
                <a:gd name="T31" fmla="*/ 36 h 51"/>
                <a:gd name="T32" fmla="*/ 7 w 40"/>
                <a:gd name="T33" fmla="*/ 48 h 51"/>
                <a:gd name="T34" fmla="*/ 15 w 40"/>
                <a:gd name="T35" fmla="*/ 15 h 51"/>
                <a:gd name="T36" fmla="*/ 23 w 40"/>
                <a:gd name="T37" fmla="*/ 9 h 51"/>
                <a:gd name="T38" fmla="*/ 25 w 40"/>
                <a:gd name="T39" fmla="*/ 10 h 51"/>
                <a:gd name="T40" fmla="*/ 26 w 40"/>
                <a:gd name="T41" fmla="*/ 12 h 51"/>
                <a:gd name="T42" fmla="*/ 22 w 40"/>
                <a:gd name="T43" fmla="*/ 20 h 51"/>
                <a:gd name="T44" fmla="*/ 11 w 40"/>
                <a:gd name="T45" fmla="*/ 27 h 51"/>
                <a:gd name="T46" fmla="*/ 15 w 40"/>
                <a:gd name="T47" fmla="*/ 1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0" h="51">
                  <a:moveTo>
                    <a:pt x="7" y="48"/>
                  </a:moveTo>
                  <a:cubicBezTo>
                    <a:pt x="10" y="50"/>
                    <a:pt x="14" y="51"/>
                    <a:pt x="19" y="51"/>
                  </a:cubicBezTo>
                  <a:cubicBezTo>
                    <a:pt x="25" y="50"/>
                    <a:pt x="30" y="47"/>
                    <a:pt x="34" y="42"/>
                  </a:cubicBezTo>
                  <a:cubicBezTo>
                    <a:pt x="38" y="38"/>
                    <a:pt x="40" y="34"/>
                    <a:pt x="40" y="31"/>
                  </a:cubicBezTo>
                  <a:cubicBezTo>
                    <a:pt x="40" y="29"/>
                    <a:pt x="39" y="28"/>
                    <a:pt x="37" y="28"/>
                  </a:cubicBezTo>
                  <a:cubicBezTo>
                    <a:pt x="36" y="29"/>
                    <a:pt x="35" y="29"/>
                    <a:pt x="34" y="31"/>
                  </a:cubicBezTo>
                  <a:cubicBezTo>
                    <a:pt x="30" y="37"/>
                    <a:pt x="24" y="41"/>
                    <a:pt x="19" y="41"/>
                  </a:cubicBezTo>
                  <a:cubicBezTo>
                    <a:pt x="17" y="42"/>
                    <a:pt x="15" y="41"/>
                    <a:pt x="14" y="40"/>
                  </a:cubicBezTo>
                  <a:cubicBezTo>
                    <a:pt x="13" y="39"/>
                    <a:pt x="12" y="38"/>
                    <a:pt x="12" y="37"/>
                  </a:cubicBezTo>
                  <a:cubicBezTo>
                    <a:pt x="12" y="36"/>
                    <a:pt x="12" y="35"/>
                    <a:pt x="13" y="35"/>
                  </a:cubicBezTo>
                  <a:cubicBezTo>
                    <a:pt x="20" y="32"/>
                    <a:pt x="25" y="29"/>
                    <a:pt x="29" y="24"/>
                  </a:cubicBezTo>
                  <a:cubicBezTo>
                    <a:pt x="33" y="19"/>
                    <a:pt x="35" y="14"/>
                    <a:pt x="34" y="9"/>
                  </a:cubicBezTo>
                  <a:cubicBezTo>
                    <a:pt x="34" y="6"/>
                    <a:pt x="33" y="4"/>
                    <a:pt x="30" y="2"/>
                  </a:cubicBezTo>
                  <a:cubicBezTo>
                    <a:pt x="28" y="1"/>
                    <a:pt x="26" y="0"/>
                    <a:pt x="23" y="0"/>
                  </a:cubicBezTo>
                  <a:cubicBezTo>
                    <a:pt x="16" y="1"/>
                    <a:pt x="11" y="5"/>
                    <a:pt x="6" y="13"/>
                  </a:cubicBezTo>
                  <a:cubicBezTo>
                    <a:pt x="2" y="20"/>
                    <a:pt x="0" y="28"/>
                    <a:pt x="1" y="36"/>
                  </a:cubicBezTo>
                  <a:cubicBezTo>
                    <a:pt x="2" y="41"/>
                    <a:pt x="4" y="45"/>
                    <a:pt x="7" y="48"/>
                  </a:cubicBezTo>
                  <a:close/>
                  <a:moveTo>
                    <a:pt x="15" y="15"/>
                  </a:moveTo>
                  <a:cubicBezTo>
                    <a:pt x="18" y="11"/>
                    <a:pt x="20" y="9"/>
                    <a:pt x="23" y="9"/>
                  </a:cubicBezTo>
                  <a:cubicBezTo>
                    <a:pt x="23" y="9"/>
                    <a:pt x="24" y="9"/>
                    <a:pt x="25" y="10"/>
                  </a:cubicBezTo>
                  <a:cubicBezTo>
                    <a:pt x="25" y="10"/>
                    <a:pt x="26" y="11"/>
                    <a:pt x="26" y="12"/>
                  </a:cubicBezTo>
                  <a:cubicBezTo>
                    <a:pt x="26" y="14"/>
                    <a:pt x="25" y="17"/>
                    <a:pt x="22" y="20"/>
                  </a:cubicBezTo>
                  <a:cubicBezTo>
                    <a:pt x="19" y="24"/>
                    <a:pt x="15" y="26"/>
                    <a:pt x="11" y="27"/>
                  </a:cubicBezTo>
                  <a:cubicBezTo>
                    <a:pt x="11" y="23"/>
                    <a:pt x="13" y="19"/>
                    <a:pt x="15"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237"/>
            <p:cNvSpPr>
              <a:spLocks/>
            </p:cNvSpPr>
            <p:nvPr/>
          </p:nvSpPr>
          <p:spPr bwMode="auto">
            <a:xfrm>
              <a:off x="5456238" y="2674938"/>
              <a:ext cx="57150" cy="73025"/>
            </a:xfrm>
            <a:custGeom>
              <a:avLst/>
              <a:gdLst>
                <a:gd name="T0" fmla="*/ 6 w 39"/>
                <a:gd name="T1" fmla="*/ 49 h 51"/>
                <a:gd name="T2" fmla="*/ 17 w 39"/>
                <a:gd name="T3" fmla="*/ 51 h 51"/>
                <a:gd name="T4" fmla="*/ 32 w 39"/>
                <a:gd name="T5" fmla="*/ 44 h 51"/>
                <a:gd name="T6" fmla="*/ 38 w 39"/>
                <a:gd name="T7" fmla="*/ 34 h 51"/>
                <a:gd name="T8" fmla="*/ 36 w 39"/>
                <a:gd name="T9" fmla="*/ 32 h 51"/>
                <a:gd name="T10" fmla="*/ 31 w 39"/>
                <a:gd name="T11" fmla="*/ 35 h 51"/>
                <a:gd name="T12" fmla="*/ 18 w 39"/>
                <a:gd name="T13" fmla="*/ 42 h 51"/>
                <a:gd name="T14" fmla="*/ 11 w 39"/>
                <a:gd name="T15" fmla="*/ 37 h 51"/>
                <a:gd name="T16" fmla="*/ 14 w 39"/>
                <a:gd name="T17" fmla="*/ 20 h 51"/>
                <a:gd name="T18" fmla="*/ 22 w 39"/>
                <a:gd name="T19" fmla="*/ 10 h 51"/>
                <a:gd name="T20" fmla="*/ 24 w 39"/>
                <a:gd name="T21" fmla="*/ 14 h 51"/>
                <a:gd name="T22" fmla="*/ 30 w 39"/>
                <a:gd name="T23" fmla="*/ 18 h 51"/>
                <a:gd name="T24" fmla="*/ 32 w 39"/>
                <a:gd name="T25" fmla="*/ 17 h 51"/>
                <a:gd name="T26" fmla="*/ 33 w 39"/>
                <a:gd name="T27" fmla="*/ 11 h 51"/>
                <a:gd name="T28" fmla="*/ 29 w 39"/>
                <a:gd name="T29" fmla="*/ 3 h 51"/>
                <a:gd name="T30" fmla="*/ 22 w 39"/>
                <a:gd name="T31" fmla="*/ 0 h 51"/>
                <a:gd name="T32" fmla="*/ 7 w 39"/>
                <a:gd name="T33" fmla="*/ 15 h 51"/>
                <a:gd name="T34" fmla="*/ 1 w 39"/>
                <a:gd name="T35" fmla="*/ 39 h 51"/>
                <a:gd name="T36" fmla="*/ 6 w 39"/>
                <a:gd name="T37" fmla="*/ 4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9" h="51">
                  <a:moveTo>
                    <a:pt x="6" y="49"/>
                  </a:moveTo>
                  <a:cubicBezTo>
                    <a:pt x="9" y="51"/>
                    <a:pt x="13" y="51"/>
                    <a:pt x="17" y="51"/>
                  </a:cubicBezTo>
                  <a:cubicBezTo>
                    <a:pt x="23" y="50"/>
                    <a:pt x="28" y="48"/>
                    <a:pt x="32" y="44"/>
                  </a:cubicBezTo>
                  <a:cubicBezTo>
                    <a:pt x="36" y="39"/>
                    <a:pt x="39" y="36"/>
                    <a:pt x="38" y="34"/>
                  </a:cubicBezTo>
                  <a:cubicBezTo>
                    <a:pt x="38" y="33"/>
                    <a:pt x="37" y="32"/>
                    <a:pt x="36" y="32"/>
                  </a:cubicBezTo>
                  <a:cubicBezTo>
                    <a:pt x="34" y="32"/>
                    <a:pt x="33" y="33"/>
                    <a:pt x="31" y="35"/>
                  </a:cubicBezTo>
                  <a:cubicBezTo>
                    <a:pt x="27" y="39"/>
                    <a:pt x="23" y="41"/>
                    <a:pt x="18" y="42"/>
                  </a:cubicBezTo>
                  <a:cubicBezTo>
                    <a:pt x="14" y="42"/>
                    <a:pt x="12" y="41"/>
                    <a:pt x="11" y="37"/>
                  </a:cubicBezTo>
                  <a:cubicBezTo>
                    <a:pt x="11" y="32"/>
                    <a:pt x="12" y="27"/>
                    <a:pt x="14" y="20"/>
                  </a:cubicBezTo>
                  <a:cubicBezTo>
                    <a:pt x="17" y="14"/>
                    <a:pt x="19" y="10"/>
                    <a:pt x="22" y="10"/>
                  </a:cubicBezTo>
                  <a:cubicBezTo>
                    <a:pt x="23" y="10"/>
                    <a:pt x="23" y="11"/>
                    <a:pt x="24" y="14"/>
                  </a:cubicBezTo>
                  <a:cubicBezTo>
                    <a:pt x="25" y="17"/>
                    <a:pt x="27" y="19"/>
                    <a:pt x="30" y="18"/>
                  </a:cubicBezTo>
                  <a:cubicBezTo>
                    <a:pt x="31" y="18"/>
                    <a:pt x="31" y="18"/>
                    <a:pt x="32" y="17"/>
                  </a:cubicBezTo>
                  <a:cubicBezTo>
                    <a:pt x="33" y="16"/>
                    <a:pt x="33" y="14"/>
                    <a:pt x="33" y="11"/>
                  </a:cubicBezTo>
                  <a:cubicBezTo>
                    <a:pt x="33" y="8"/>
                    <a:pt x="31" y="6"/>
                    <a:pt x="29" y="3"/>
                  </a:cubicBezTo>
                  <a:cubicBezTo>
                    <a:pt x="27" y="1"/>
                    <a:pt x="24" y="0"/>
                    <a:pt x="22" y="0"/>
                  </a:cubicBezTo>
                  <a:cubicBezTo>
                    <a:pt x="16" y="1"/>
                    <a:pt x="11" y="6"/>
                    <a:pt x="7" y="15"/>
                  </a:cubicBezTo>
                  <a:cubicBezTo>
                    <a:pt x="2" y="24"/>
                    <a:pt x="0" y="32"/>
                    <a:pt x="1" y="39"/>
                  </a:cubicBezTo>
                  <a:cubicBezTo>
                    <a:pt x="2" y="43"/>
                    <a:pt x="4" y="46"/>
                    <a:pt x="6"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238"/>
            <p:cNvSpPr>
              <a:spLocks/>
            </p:cNvSpPr>
            <p:nvPr/>
          </p:nvSpPr>
          <p:spPr bwMode="auto">
            <a:xfrm>
              <a:off x="5511800" y="2647950"/>
              <a:ext cx="60325" cy="92075"/>
            </a:xfrm>
            <a:custGeom>
              <a:avLst/>
              <a:gdLst>
                <a:gd name="T0" fmla="*/ 3 w 42"/>
                <a:gd name="T1" fmla="*/ 29 h 64"/>
                <a:gd name="T2" fmla="*/ 7 w 42"/>
                <a:gd name="T3" fmla="*/ 30 h 64"/>
                <a:gd name="T4" fmla="*/ 8 w 42"/>
                <a:gd name="T5" fmla="*/ 30 h 64"/>
                <a:gd name="T6" fmla="*/ 12 w 42"/>
                <a:gd name="T7" fmla="*/ 29 h 64"/>
                <a:gd name="T8" fmla="*/ 11 w 42"/>
                <a:gd name="T9" fmla="*/ 52 h 64"/>
                <a:gd name="T10" fmla="*/ 15 w 42"/>
                <a:gd name="T11" fmla="*/ 61 h 64"/>
                <a:gd name="T12" fmla="*/ 24 w 42"/>
                <a:gd name="T13" fmla="*/ 63 h 64"/>
                <a:gd name="T14" fmla="*/ 36 w 42"/>
                <a:gd name="T15" fmla="*/ 57 h 64"/>
                <a:gd name="T16" fmla="*/ 40 w 42"/>
                <a:gd name="T17" fmla="*/ 48 h 64"/>
                <a:gd name="T18" fmla="*/ 39 w 42"/>
                <a:gd name="T19" fmla="*/ 46 h 64"/>
                <a:gd name="T20" fmla="*/ 37 w 42"/>
                <a:gd name="T21" fmla="*/ 46 h 64"/>
                <a:gd name="T22" fmla="*/ 34 w 42"/>
                <a:gd name="T23" fmla="*/ 48 h 64"/>
                <a:gd name="T24" fmla="*/ 29 w 42"/>
                <a:gd name="T25" fmla="*/ 53 h 64"/>
                <a:gd name="T26" fmla="*/ 24 w 42"/>
                <a:gd name="T27" fmla="*/ 54 h 64"/>
                <a:gd name="T28" fmla="*/ 22 w 42"/>
                <a:gd name="T29" fmla="*/ 53 h 64"/>
                <a:gd name="T30" fmla="*/ 21 w 42"/>
                <a:gd name="T31" fmla="*/ 48 h 64"/>
                <a:gd name="T32" fmla="*/ 21 w 42"/>
                <a:gd name="T33" fmla="*/ 37 h 64"/>
                <a:gd name="T34" fmla="*/ 22 w 42"/>
                <a:gd name="T35" fmla="*/ 27 h 64"/>
                <a:gd name="T36" fmla="*/ 36 w 42"/>
                <a:gd name="T37" fmla="*/ 23 h 64"/>
                <a:gd name="T38" fmla="*/ 42 w 42"/>
                <a:gd name="T39" fmla="*/ 17 h 64"/>
                <a:gd name="T40" fmla="*/ 41 w 42"/>
                <a:gd name="T41" fmla="*/ 15 h 64"/>
                <a:gd name="T42" fmla="*/ 38 w 42"/>
                <a:gd name="T43" fmla="*/ 15 h 64"/>
                <a:gd name="T44" fmla="*/ 23 w 42"/>
                <a:gd name="T45" fmla="*/ 18 h 64"/>
                <a:gd name="T46" fmla="*/ 25 w 42"/>
                <a:gd name="T47" fmla="*/ 5 h 64"/>
                <a:gd name="T48" fmla="*/ 23 w 42"/>
                <a:gd name="T49" fmla="*/ 2 h 64"/>
                <a:gd name="T50" fmla="*/ 19 w 42"/>
                <a:gd name="T51" fmla="*/ 1 h 64"/>
                <a:gd name="T52" fmla="*/ 15 w 42"/>
                <a:gd name="T53" fmla="*/ 7 h 64"/>
                <a:gd name="T54" fmla="*/ 13 w 42"/>
                <a:gd name="T55" fmla="*/ 20 h 64"/>
                <a:gd name="T56" fmla="*/ 4 w 42"/>
                <a:gd name="T57" fmla="*/ 22 h 64"/>
                <a:gd name="T58" fmla="*/ 1 w 42"/>
                <a:gd name="T59" fmla="*/ 26 h 64"/>
                <a:gd name="T60" fmla="*/ 3 w 42"/>
                <a:gd name="T61" fmla="*/ 29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2" h="64">
                  <a:moveTo>
                    <a:pt x="3" y="29"/>
                  </a:moveTo>
                  <a:cubicBezTo>
                    <a:pt x="5" y="30"/>
                    <a:pt x="6" y="30"/>
                    <a:pt x="7" y="30"/>
                  </a:cubicBezTo>
                  <a:cubicBezTo>
                    <a:pt x="8" y="30"/>
                    <a:pt x="8" y="30"/>
                    <a:pt x="8" y="30"/>
                  </a:cubicBezTo>
                  <a:cubicBezTo>
                    <a:pt x="9" y="30"/>
                    <a:pt x="10" y="30"/>
                    <a:pt x="12" y="29"/>
                  </a:cubicBezTo>
                  <a:cubicBezTo>
                    <a:pt x="11" y="41"/>
                    <a:pt x="10" y="48"/>
                    <a:pt x="11" y="52"/>
                  </a:cubicBezTo>
                  <a:cubicBezTo>
                    <a:pt x="11" y="56"/>
                    <a:pt x="13" y="59"/>
                    <a:pt x="15" y="61"/>
                  </a:cubicBezTo>
                  <a:cubicBezTo>
                    <a:pt x="17" y="63"/>
                    <a:pt x="20" y="64"/>
                    <a:pt x="24" y="63"/>
                  </a:cubicBezTo>
                  <a:cubicBezTo>
                    <a:pt x="28" y="63"/>
                    <a:pt x="32" y="60"/>
                    <a:pt x="36" y="57"/>
                  </a:cubicBezTo>
                  <a:cubicBezTo>
                    <a:pt x="39" y="53"/>
                    <a:pt x="41" y="50"/>
                    <a:pt x="40" y="48"/>
                  </a:cubicBezTo>
                  <a:cubicBezTo>
                    <a:pt x="40" y="47"/>
                    <a:pt x="40" y="47"/>
                    <a:pt x="39" y="46"/>
                  </a:cubicBezTo>
                  <a:cubicBezTo>
                    <a:pt x="39" y="46"/>
                    <a:pt x="38" y="46"/>
                    <a:pt x="37" y="46"/>
                  </a:cubicBezTo>
                  <a:cubicBezTo>
                    <a:pt x="36" y="46"/>
                    <a:pt x="35" y="47"/>
                    <a:pt x="34" y="48"/>
                  </a:cubicBezTo>
                  <a:cubicBezTo>
                    <a:pt x="32" y="50"/>
                    <a:pt x="30" y="52"/>
                    <a:pt x="29" y="53"/>
                  </a:cubicBezTo>
                  <a:cubicBezTo>
                    <a:pt x="27" y="53"/>
                    <a:pt x="26" y="54"/>
                    <a:pt x="24" y="54"/>
                  </a:cubicBezTo>
                  <a:cubicBezTo>
                    <a:pt x="23" y="54"/>
                    <a:pt x="23" y="54"/>
                    <a:pt x="22" y="53"/>
                  </a:cubicBezTo>
                  <a:cubicBezTo>
                    <a:pt x="21" y="52"/>
                    <a:pt x="21" y="51"/>
                    <a:pt x="21" y="48"/>
                  </a:cubicBezTo>
                  <a:cubicBezTo>
                    <a:pt x="20" y="47"/>
                    <a:pt x="20" y="43"/>
                    <a:pt x="21" y="37"/>
                  </a:cubicBezTo>
                  <a:cubicBezTo>
                    <a:pt x="21" y="30"/>
                    <a:pt x="22" y="27"/>
                    <a:pt x="22" y="27"/>
                  </a:cubicBezTo>
                  <a:cubicBezTo>
                    <a:pt x="36" y="23"/>
                    <a:pt x="36" y="23"/>
                    <a:pt x="36" y="23"/>
                  </a:cubicBezTo>
                  <a:cubicBezTo>
                    <a:pt x="40" y="22"/>
                    <a:pt x="42" y="20"/>
                    <a:pt x="42" y="17"/>
                  </a:cubicBezTo>
                  <a:cubicBezTo>
                    <a:pt x="41" y="16"/>
                    <a:pt x="41" y="15"/>
                    <a:pt x="41" y="15"/>
                  </a:cubicBezTo>
                  <a:cubicBezTo>
                    <a:pt x="40" y="15"/>
                    <a:pt x="39" y="14"/>
                    <a:pt x="38" y="15"/>
                  </a:cubicBezTo>
                  <a:cubicBezTo>
                    <a:pt x="37" y="15"/>
                    <a:pt x="32" y="16"/>
                    <a:pt x="23" y="18"/>
                  </a:cubicBezTo>
                  <a:cubicBezTo>
                    <a:pt x="24" y="9"/>
                    <a:pt x="25" y="5"/>
                    <a:pt x="25" y="5"/>
                  </a:cubicBezTo>
                  <a:cubicBezTo>
                    <a:pt x="25" y="3"/>
                    <a:pt x="24" y="2"/>
                    <a:pt x="23" y="2"/>
                  </a:cubicBezTo>
                  <a:cubicBezTo>
                    <a:pt x="22" y="1"/>
                    <a:pt x="21" y="0"/>
                    <a:pt x="19" y="1"/>
                  </a:cubicBezTo>
                  <a:cubicBezTo>
                    <a:pt x="17" y="1"/>
                    <a:pt x="15" y="3"/>
                    <a:pt x="15" y="7"/>
                  </a:cubicBezTo>
                  <a:cubicBezTo>
                    <a:pt x="14" y="12"/>
                    <a:pt x="14" y="17"/>
                    <a:pt x="13" y="20"/>
                  </a:cubicBezTo>
                  <a:cubicBezTo>
                    <a:pt x="4" y="22"/>
                    <a:pt x="4" y="22"/>
                    <a:pt x="4" y="22"/>
                  </a:cubicBezTo>
                  <a:cubicBezTo>
                    <a:pt x="2" y="22"/>
                    <a:pt x="0" y="23"/>
                    <a:pt x="1" y="26"/>
                  </a:cubicBezTo>
                  <a:cubicBezTo>
                    <a:pt x="1" y="28"/>
                    <a:pt x="2" y="29"/>
                    <a:pt x="3"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36" name="组合 135"/>
          <p:cNvGrpSpPr/>
          <p:nvPr/>
        </p:nvGrpSpPr>
        <p:grpSpPr>
          <a:xfrm>
            <a:off x="7005638" y="728663"/>
            <a:ext cx="717550" cy="1454151"/>
            <a:chOff x="7005638" y="728663"/>
            <a:chExt cx="717550" cy="1454151"/>
          </a:xfrm>
          <a:solidFill>
            <a:schemeClr val="tx1">
              <a:lumMod val="65000"/>
              <a:lumOff val="35000"/>
            </a:schemeClr>
          </a:solidFill>
        </p:grpSpPr>
        <p:sp>
          <p:nvSpPr>
            <p:cNvPr id="137" name="Freeform 242"/>
            <p:cNvSpPr>
              <a:spLocks/>
            </p:cNvSpPr>
            <p:nvPr/>
          </p:nvSpPr>
          <p:spPr bwMode="auto">
            <a:xfrm>
              <a:off x="7227888" y="728663"/>
              <a:ext cx="268288" cy="134938"/>
            </a:xfrm>
            <a:custGeom>
              <a:avLst/>
              <a:gdLst>
                <a:gd name="T0" fmla="*/ 6 w 179"/>
                <a:gd name="T1" fmla="*/ 90 h 90"/>
                <a:gd name="T2" fmla="*/ 89 w 179"/>
                <a:gd name="T3" fmla="*/ 70 h 90"/>
                <a:gd name="T4" fmla="*/ 173 w 179"/>
                <a:gd name="T5" fmla="*/ 90 h 90"/>
                <a:gd name="T6" fmla="*/ 179 w 179"/>
                <a:gd name="T7" fmla="*/ 85 h 90"/>
                <a:gd name="T8" fmla="*/ 179 w 179"/>
                <a:gd name="T9" fmla="*/ 85 h 90"/>
                <a:gd name="T10" fmla="*/ 89 w 179"/>
                <a:gd name="T11" fmla="*/ 0 h 90"/>
                <a:gd name="T12" fmla="*/ 0 w 179"/>
                <a:gd name="T13" fmla="*/ 85 h 90"/>
                <a:gd name="T14" fmla="*/ 0 w 179"/>
                <a:gd name="T15" fmla="*/ 85 h 90"/>
                <a:gd name="T16" fmla="*/ 6 w 179"/>
                <a:gd name="T17"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 h="90">
                  <a:moveTo>
                    <a:pt x="6" y="90"/>
                  </a:moveTo>
                  <a:cubicBezTo>
                    <a:pt x="24" y="77"/>
                    <a:pt x="57" y="70"/>
                    <a:pt x="89" y="70"/>
                  </a:cubicBezTo>
                  <a:cubicBezTo>
                    <a:pt x="122" y="70"/>
                    <a:pt x="155" y="77"/>
                    <a:pt x="173" y="90"/>
                  </a:cubicBezTo>
                  <a:cubicBezTo>
                    <a:pt x="175" y="88"/>
                    <a:pt x="177" y="87"/>
                    <a:pt x="179" y="85"/>
                  </a:cubicBezTo>
                  <a:cubicBezTo>
                    <a:pt x="179" y="85"/>
                    <a:pt x="179" y="85"/>
                    <a:pt x="179" y="85"/>
                  </a:cubicBezTo>
                  <a:cubicBezTo>
                    <a:pt x="176" y="38"/>
                    <a:pt x="137" y="0"/>
                    <a:pt x="89" y="0"/>
                  </a:cubicBezTo>
                  <a:cubicBezTo>
                    <a:pt x="42" y="0"/>
                    <a:pt x="3" y="38"/>
                    <a:pt x="0" y="85"/>
                  </a:cubicBezTo>
                  <a:cubicBezTo>
                    <a:pt x="0" y="85"/>
                    <a:pt x="0" y="85"/>
                    <a:pt x="0" y="85"/>
                  </a:cubicBezTo>
                  <a:cubicBezTo>
                    <a:pt x="2" y="87"/>
                    <a:pt x="4" y="88"/>
                    <a:pt x="6"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243"/>
            <p:cNvSpPr>
              <a:spLocks/>
            </p:cNvSpPr>
            <p:nvPr/>
          </p:nvSpPr>
          <p:spPr bwMode="auto">
            <a:xfrm>
              <a:off x="7200900" y="1543051"/>
              <a:ext cx="147638" cy="639763"/>
            </a:xfrm>
            <a:custGeom>
              <a:avLst/>
              <a:gdLst>
                <a:gd name="T0" fmla="*/ 0 w 99"/>
                <a:gd name="T1" fmla="*/ 0 h 429"/>
                <a:gd name="T2" fmla="*/ 0 w 99"/>
                <a:gd name="T3" fmla="*/ 380 h 429"/>
                <a:gd name="T4" fmla="*/ 50 w 99"/>
                <a:gd name="T5" fmla="*/ 429 h 429"/>
                <a:gd name="T6" fmla="*/ 99 w 99"/>
                <a:gd name="T7" fmla="*/ 380 h 429"/>
                <a:gd name="T8" fmla="*/ 99 w 99"/>
                <a:gd name="T9" fmla="*/ 61 h 429"/>
                <a:gd name="T10" fmla="*/ 0 w 99"/>
                <a:gd name="T11" fmla="*/ 0 h 429"/>
              </a:gdLst>
              <a:ahLst/>
              <a:cxnLst>
                <a:cxn ang="0">
                  <a:pos x="T0" y="T1"/>
                </a:cxn>
                <a:cxn ang="0">
                  <a:pos x="T2" y="T3"/>
                </a:cxn>
                <a:cxn ang="0">
                  <a:pos x="T4" y="T5"/>
                </a:cxn>
                <a:cxn ang="0">
                  <a:pos x="T6" y="T7"/>
                </a:cxn>
                <a:cxn ang="0">
                  <a:pos x="T8" y="T9"/>
                </a:cxn>
                <a:cxn ang="0">
                  <a:pos x="T10" y="T11"/>
                </a:cxn>
              </a:cxnLst>
              <a:rect l="0" t="0" r="r" b="b"/>
              <a:pathLst>
                <a:path w="99" h="429">
                  <a:moveTo>
                    <a:pt x="0" y="0"/>
                  </a:moveTo>
                  <a:cubicBezTo>
                    <a:pt x="0" y="380"/>
                    <a:pt x="0" y="380"/>
                    <a:pt x="0" y="380"/>
                  </a:cubicBezTo>
                  <a:cubicBezTo>
                    <a:pt x="0" y="407"/>
                    <a:pt x="22" y="429"/>
                    <a:pt x="50" y="429"/>
                  </a:cubicBezTo>
                  <a:cubicBezTo>
                    <a:pt x="77" y="429"/>
                    <a:pt x="99" y="407"/>
                    <a:pt x="99" y="380"/>
                  </a:cubicBezTo>
                  <a:cubicBezTo>
                    <a:pt x="99" y="61"/>
                    <a:pt x="99" y="61"/>
                    <a:pt x="99" y="61"/>
                  </a:cubicBezTo>
                  <a:cubicBezTo>
                    <a:pt x="77" y="51"/>
                    <a:pt x="57" y="1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244"/>
            <p:cNvSpPr>
              <a:spLocks/>
            </p:cNvSpPr>
            <p:nvPr/>
          </p:nvSpPr>
          <p:spPr bwMode="auto">
            <a:xfrm>
              <a:off x="7377113" y="1543051"/>
              <a:ext cx="147638" cy="639763"/>
            </a:xfrm>
            <a:custGeom>
              <a:avLst/>
              <a:gdLst>
                <a:gd name="T0" fmla="*/ 0 w 99"/>
                <a:gd name="T1" fmla="*/ 61 h 429"/>
                <a:gd name="T2" fmla="*/ 0 w 99"/>
                <a:gd name="T3" fmla="*/ 380 h 429"/>
                <a:gd name="T4" fmla="*/ 49 w 99"/>
                <a:gd name="T5" fmla="*/ 429 h 429"/>
                <a:gd name="T6" fmla="*/ 99 w 99"/>
                <a:gd name="T7" fmla="*/ 380 h 429"/>
                <a:gd name="T8" fmla="*/ 99 w 99"/>
                <a:gd name="T9" fmla="*/ 0 h 429"/>
                <a:gd name="T10" fmla="*/ 0 w 99"/>
                <a:gd name="T11" fmla="*/ 61 h 429"/>
              </a:gdLst>
              <a:ahLst/>
              <a:cxnLst>
                <a:cxn ang="0">
                  <a:pos x="T0" y="T1"/>
                </a:cxn>
                <a:cxn ang="0">
                  <a:pos x="T2" y="T3"/>
                </a:cxn>
                <a:cxn ang="0">
                  <a:pos x="T4" y="T5"/>
                </a:cxn>
                <a:cxn ang="0">
                  <a:pos x="T6" y="T7"/>
                </a:cxn>
                <a:cxn ang="0">
                  <a:pos x="T8" y="T9"/>
                </a:cxn>
                <a:cxn ang="0">
                  <a:pos x="T10" y="T11"/>
                </a:cxn>
              </a:cxnLst>
              <a:rect l="0" t="0" r="r" b="b"/>
              <a:pathLst>
                <a:path w="99" h="429">
                  <a:moveTo>
                    <a:pt x="0" y="61"/>
                  </a:moveTo>
                  <a:cubicBezTo>
                    <a:pt x="0" y="380"/>
                    <a:pt x="0" y="380"/>
                    <a:pt x="0" y="380"/>
                  </a:cubicBezTo>
                  <a:cubicBezTo>
                    <a:pt x="0" y="407"/>
                    <a:pt x="22" y="429"/>
                    <a:pt x="49" y="429"/>
                  </a:cubicBezTo>
                  <a:cubicBezTo>
                    <a:pt x="76" y="429"/>
                    <a:pt x="99" y="407"/>
                    <a:pt x="99" y="380"/>
                  </a:cubicBezTo>
                  <a:cubicBezTo>
                    <a:pt x="99" y="0"/>
                    <a:pt x="99" y="0"/>
                    <a:pt x="99" y="0"/>
                  </a:cubicBezTo>
                  <a:cubicBezTo>
                    <a:pt x="42" y="10"/>
                    <a:pt x="22" y="51"/>
                    <a:pt x="0"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245"/>
            <p:cNvSpPr>
              <a:spLocks noEditPoints="1"/>
            </p:cNvSpPr>
            <p:nvPr/>
          </p:nvSpPr>
          <p:spPr bwMode="auto">
            <a:xfrm>
              <a:off x="7235825" y="836613"/>
              <a:ext cx="252413" cy="200025"/>
            </a:xfrm>
            <a:custGeom>
              <a:avLst/>
              <a:gdLst>
                <a:gd name="T0" fmla="*/ 4 w 169"/>
                <a:gd name="T1" fmla="*/ 69 h 134"/>
                <a:gd name="T2" fmla="*/ 0 w 169"/>
                <a:gd name="T3" fmla="*/ 75 h 134"/>
                <a:gd name="T4" fmla="*/ 84 w 169"/>
                <a:gd name="T5" fmla="*/ 134 h 134"/>
                <a:gd name="T6" fmla="*/ 169 w 169"/>
                <a:gd name="T7" fmla="*/ 75 h 134"/>
                <a:gd name="T8" fmla="*/ 165 w 169"/>
                <a:gd name="T9" fmla="*/ 69 h 134"/>
                <a:gd name="T10" fmla="*/ 158 w 169"/>
                <a:gd name="T11" fmla="*/ 39 h 134"/>
                <a:gd name="T12" fmla="*/ 163 w 169"/>
                <a:gd name="T13" fmla="*/ 24 h 134"/>
                <a:gd name="T14" fmla="*/ 6 w 169"/>
                <a:gd name="T15" fmla="*/ 24 h 134"/>
                <a:gd name="T16" fmla="*/ 4 w 169"/>
                <a:gd name="T17" fmla="*/ 69 h 134"/>
                <a:gd name="T18" fmla="*/ 116 w 169"/>
                <a:gd name="T19" fmla="*/ 31 h 134"/>
                <a:gd name="T20" fmla="*/ 146 w 169"/>
                <a:gd name="T21" fmla="*/ 44 h 134"/>
                <a:gd name="T22" fmla="*/ 124 w 169"/>
                <a:gd name="T23" fmla="*/ 68 h 134"/>
                <a:gd name="T24" fmla="*/ 94 w 169"/>
                <a:gd name="T25" fmla="*/ 54 h 134"/>
                <a:gd name="T26" fmla="*/ 116 w 169"/>
                <a:gd name="T27" fmla="*/ 31 h 134"/>
                <a:gd name="T28" fmla="*/ 23 w 169"/>
                <a:gd name="T29" fmla="*/ 44 h 134"/>
                <a:gd name="T30" fmla="*/ 52 w 169"/>
                <a:gd name="T31" fmla="*/ 31 h 134"/>
                <a:gd name="T32" fmla="*/ 74 w 169"/>
                <a:gd name="T33" fmla="*/ 54 h 134"/>
                <a:gd name="T34" fmla="*/ 45 w 169"/>
                <a:gd name="T35" fmla="*/ 68 h 134"/>
                <a:gd name="T36" fmla="*/ 23 w 169"/>
                <a:gd name="T37" fmla="*/ 4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9" h="134">
                  <a:moveTo>
                    <a:pt x="4" y="69"/>
                  </a:moveTo>
                  <a:cubicBezTo>
                    <a:pt x="3" y="71"/>
                    <a:pt x="1" y="73"/>
                    <a:pt x="0" y="75"/>
                  </a:cubicBezTo>
                  <a:cubicBezTo>
                    <a:pt x="13" y="109"/>
                    <a:pt x="46" y="134"/>
                    <a:pt x="84" y="134"/>
                  </a:cubicBezTo>
                  <a:cubicBezTo>
                    <a:pt x="123" y="134"/>
                    <a:pt x="156" y="109"/>
                    <a:pt x="169" y="75"/>
                  </a:cubicBezTo>
                  <a:cubicBezTo>
                    <a:pt x="167" y="73"/>
                    <a:pt x="166" y="71"/>
                    <a:pt x="165" y="69"/>
                  </a:cubicBezTo>
                  <a:cubicBezTo>
                    <a:pt x="158" y="60"/>
                    <a:pt x="156" y="50"/>
                    <a:pt x="158" y="39"/>
                  </a:cubicBezTo>
                  <a:cubicBezTo>
                    <a:pt x="159" y="34"/>
                    <a:pt x="160" y="29"/>
                    <a:pt x="163" y="24"/>
                  </a:cubicBezTo>
                  <a:cubicBezTo>
                    <a:pt x="131" y="0"/>
                    <a:pt x="38" y="0"/>
                    <a:pt x="6" y="24"/>
                  </a:cubicBezTo>
                  <a:cubicBezTo>
                    <a:pt x="14" y="38"/>
                    <a:pt x="14" y="55"/>
                    <a:pt x="4" y="69"/>
                  </a:cubicBezTo>
                  <a:close/>
                  <a:moveTo>
                    <a:pt x="116" y="31"/>
                  </a:moveTo>
                  <a:cubicBezTo>
                    <a:pt x="131" y="28"/>
                    <a:pt x="144" y="34"/>
                    <a:pt x="146" y="44"/>
                  </a:cubicBezTo>
                  <a:cubicBezTo>
                    <a:pt x="148" y="54"/>
                    <a:pt x="138" y="65"/>
                    <a:pt x="124" y="68"/>
                  </a:cubicBezTo>
                  <a:cubicBezTo>
                    <a:pt x="110" y="71"/>
                    <a:pt x="97" y="65"/>
                    <a:pt x="94" y="54"/>
                  </a:cubicBezTo>
                  <a:cubicBezTo>
                    <a:pt x="92" y="44"/>
                    <a:pt x="102" y="34"/>
                    <a:pt x="116" y="31"/>
                  </a:cubicBezTo>
                  <a:close/>
                  <a:moveTo>
                    <a:pt x="23" y="44"/>
                  </a:moveTo>
                  <a:cubicBezTo>
                    <a:pt x="25" y="34"/>
                    <a:pt x="38" y="28"/>
                    <a:pt x="52" y="31"/>
                  </a:cubicBezTo>
                  <a:cubicBezTo>
                    <a:pt x="67" y="34"/>
                    <a:pt x="76" y="44"/>
                    <a:pt x="74" y="54"/>
                  </a:cubicBezTo>
                  <a:cubicBezTo>
                    <a:pt x="72" y="65"/>
                    <a:pt x="59" y="71"/>
                    <a:pt x="45" y="68"/>
                  </a:cubicBezTo>
                  <a:cubicBezTo>
                    <a:pt x="31" y="65"/>
                    <a:pt x="21" y="54"/>
                    <a:pt x="23"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246"/>
            <p:cNvSpPr>
              <a:spLocks/>
            </p:cNvSpPr>
            <p:nvPr/>
          </p:nvSpPr>
          <p:spPr bwMode="auto">
            <a:xfrm>
              <a:off x="7005638" y="849313"/>
              <a:ext cx="717550" cy="687388"/>
            </a:xfrm>
            <a:custGeom>
              <a:avLst/>
              <a:gdLst>
                <a:gd name="T0" fmla="*/ 22 w 480"/>
                <a:gd name="T1" fmla="*/ 229 h 460"/>
                <a:gd name="T2" fmla="*/ 62 w 480"/>
                <a:gd name="T3" fmla="*/ 245 h 460"/>
                <a:gd name="T4" fmla="*/ 130 w 480"/>
                <a:gd name="T5" fmla="*/ 226 h 460"/>
                <a:gd name="T6" fmla="*/ 130 w 480"/>
                <a:gd name="T7" fmla="*/ 376 h 460"/>
                <a:gd name="T8" fmla="*/ 130 w 480"/>
                <a:gd name="T9" fmla="*/ 439 h 460"/>
                <a:gd name="T10" fmla="*/ 238 w 480"/>
                <a:gd name="T11" fmla="*/ 460 h 460"/>
                <a:gd name="T12" fmla="*/ 347 w 480"/>
                <a:gd name="T13" fmla="*/ 439 h 460"/>
                <a:gd name="T14" fmla="*/ 347 w 480"/>
                <a:gd name="T15" fmla="*/ 376 h 460"/>
                <a:gd name="T16" fmla="*/ 347 w 480"/>
                <a:gd name="T17" fmla="*/ 376 h 460"/>
                <a:gd name="T18" fmla="*/ 347 w 480"/>
                <a:gd name="T19" fmla="*/ 226 h 460"/>
                <a:gd name="T20" fmla="*/ 415 w 480"/>
                <a:gd name="T21" fmla="*/ 245 h 460"/>
                <a:gd name="T22" fmla="*/ 455 w 480"/>
                <a:gd name="T23" fmla="*/ 228 h 460"/>
                <a:gd name="T24" fmla="*/ 438 w 480"/>
                <a:gd name="T25" fmla="*/ 111 h 460"/>
                <a:gd name="T26" fmla="*/ 425 w 480"/>
                <a:gd name="T27" fmla="*/ 90 h 460"/>
                <a:gd name="T28" fmla="*/ 425 w 480"/>
                <a:gd name="T29" fmla="*/ 90 h 460"/>
                <a:gd name="T30" fmla="*/ 425 w 480"/>
                <a:gd name="T31" fmla="*/ 90 h 460"/>
                <a:gd name="T32" fmla="*/ 425 w 480"/>
                <a:gd name="T33" fmla="*/ 90 h 460"/>
                <a:gd name="T34" fmla="*/ 377 w 480"/>
                <a:gd name="T35" fmla="*/ 18 h 460"/>
                <a:gd name="T36" fmla="*/ 332 w 480"/>
                <a:gd name="T37" fmla="*/ 11 h 460"/>
                <a:gd name="T38" fmla="*/ 325 w 480"/>
                <a:gd name="T39" fmla="*/ 55 h 460"/>
                <a:gd name="T40" fmla="*/ 371 w 480"/>
                <a:gd name="T41" fmla="*/ 123 h 460"/>
                <a:gd name="T42" fmla="*/ 371 w 480"/>
                <a:gd name="T43" fmla="*/ 123 h 460"/>
                <a:gd name="T44" fmla="*/ 382 w 480"/>
                <a:gd name="T45" fmla="*/ 143 h 460"/>
                <a:gd name="T46" fmla="*/ 399 w 480"/>
                <a:gd name="T47" fmla="*/ 178 h 460"/>
                <a:gd name="T48" fmla="*/ 355 w 480"/>
                <a:gd name="T49" fmla="*/ 160 h 460"/>
                <a:gd name="T50" fmla="*/ 323 w 480"/>
                <a:gd name="T51" fmla="*/ 148 h 460"/>
                <a:gd name="T52" fmla="*/ 316 w 480"/>
                <a:gd name="T53" fmla="*/ 148 h 460"/>
                <a:gd name="T54" fmla="*/ 161 w 480"/>
                <a:gd name="T55" fmla="*/ 148 h 460"/>
                <a:gd name="T56" fmla="*/ 154 w 480"/>
                <a:gd name="T57" fmla="*/ 148 h 460"/>
                <a:gd name="T58" fmla="*/ 122 w 480"/>
                <a:gd name="T59" fmla="*/ 160 h 460"/>
                <a:gd name="T60" fmla="*/ 78 w 480"/>
                <a:gd name="T61" fmla="*/ 178 h 460"/>
                <a:gd name="T62" fmla="*/ 86 w 480"/>
                <a:gd name="T63" fmla="*/ 159 h 460"/>
                <a:gd name="T64" fmla="*/ 97 w 480"/>
                <a:gd name="T65" fmla="*/ 139 h 460"/>
                <a:gd name="T66" fmla="*/ 97 w 480"/>
                <a:gd name="T67" fmla="*/ 139 h 460"/>
                <a:gd name="T68" fmla="*/ 152 w 480"/>
                <a:gd name="T69" fmla="*/ 55 h 460"/>
                <a:gd name="T70" fmla="*/ 144 w 480"/>
                <a:gd name="T71" fmla="*/ 11 h 460"/>
                <a:gd name="T72" fmla="*/ 100 w 480"/>
                <a:gd name="T73" fmla="*/ 18 h 460"/>
                <a:gd name="T74" fmla="*/ 41 w 480"/>
                <a:gd name="T75" fmla="*/ 108 h 460"/>
                <a:gd name="T76" fmla="*/ 41 w 480"/>
                <a:gd name="T77" fmla="*/ 108 h 460"/>
                <a:gd name="T78" fmla="*/ 30 w 480"/>
                <a:gd name="T79" fmla="*/ 129 h 460"/>
                <a:gd name="T80" fmla="*/ 22 w 480"/>
                <a:gd name="T81" fmla="*/ 229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80" h="460">
                  <a:moveTo>
                    <a:pt x="22" y="229"/>
                  </a:moveTo>
                  <a:cubicBezTo>
                    <a:pt x="33" y="240"/>
                    <a:pt x="47" y="245"/>
                    <a:pt x="62" y="245"/>
                  </a:cubicBezTo>
                  <a:cubicBezTo>
                    <a:pt x="83" y="245"/>
                    <a:pt x="108" y="236"/>
                    <a:pt x="130" y="226"/>
                  </a:cubicBezTo>
                  <a:cubicBezTo>
                    <a:pt x="130" y="376"/>
                    <a:pt x="130" y="376"/>
                    <a:pt x="130" y="376"/>
                  </a:cubicBezTo>
                  <a:cubicBezTo>
                    <a:pt x="130" y="439"/>
                    <a:pt x="130" y="439"/>
                    <a:pt x="130" y="439"/>
                  </a:cubicBezTo>
                  <a:cubicBezTo>
                    <a:pt x="146" y="444"/>
                    <a:pt x="201" y="460"/>
                    <a:pt x="238" y="460"/>
                  </a:cubicBezTo>
                  <a:cubicBezTo>
                    <a:pt x="276" y="460"/>
                    <a:pt x="330" y="444"/>
                    <a:pt x="347" y="439"/>
                  </a:cubicBezTo>
                  <a:cubicBezTo>
                    <a:pt x="347" y="376"/>
                    <a:pt x="347" y="376"/>
                    <a:pt x="347" y="376"/>
                  </a:cubicBezTo>
                  <a:cubicBezTo>
                    <a:pt x="347" y="376"/>
                    <a:pt x="347" y="376"/>
                    <a:pt x="347" y="376"/>
                  </a:cubicBezTo>
                  <a:cubicBezTo>
                    <a:pt x="347" y="226"/>
                    <a:pt x="347" y="226"/>
                    <a:pt x="347" y="226"/>
                  </a:cubicBezTo>
                  <a:cubicBezTo>
                    <a:pt x="369" y="236"/>
                    <a:pt x="394" y="245"/>
                    <a:pt x="415" y="245"/>
                  </a:cubicBezTo>
                  <a:cubicBezTo>
                    <a:pt x="430" y="245"/>
                    <a:pt x="444" y="240"/>
                    <a:pt x="455" y="228"/>
                  </a:cubicBezTo>
                  <a:cubicBezTo>
                    <a:pt x="480" y="200"/>
                    <a:pt x="463" y="156"/>
                    <a:pt x="438" y="111"/>
                  </a:cubicBezTo>
                  <a:cubicBezTo>
                    <a:pt x="434" y="104"/>
                    <a:pt x="429" y="97"/>
                    <a:pt x="425" y="90"/>
                  </a:cubicBezTo>
                  <a:cubicBezTo>
                    <a:pt x="425" y="90"/>
                    <a:pt x="425" y="90"/>
                    <a:pt x="425" y="90"/>
                  </a:cubicBezTo>
                  <a:cubicBezTo>
                    <a:pt x="425" y="90"/>
                    <a:pt x="425" y="90"/>
                    <a:pt x="425" y="90"/>
                  </a:cubicBezTo>
                  <a:cubicBezTo>
                    <a:pt x="425" y="90"/>
                    <a:pt x="425" y="90"/>
                    <a:pt x="425" y="90"/>
                  </a:cubicBezTo>
                  <a:cubicBezTo>
                    <a:pt x="412" y="69"/>
                    <a:pt x="397" y="45"/>
                    <a:pt x="377" y="18"/>
                  </a:cubicBezTo>
                  <a:cubicBezTo>
                    <a:pt x="367" y="4"/>
                    <a:pt x="347" y="0"/>
                    <a:pt x="332" y="11"/>
                  </a:cubicBezTo>
                  <a:cubicBezTo>
                    <a:pt x="318" y="21"/>
                    <a:pt x="315" y="41"/>
                    <a:pt x="325" y="55"/>
                  </a:cubicBezTo>
                  <a:cubicBezTo>
                    <a:pt x="344" y="82"/>
                    <a:pt x="359" y="104"/>
                    <a:pt x="371" y="123"/>
                  </a:cubicBezTo>
                  <a:cubicBezTo>
                    <a:pt x="371" y="123"/>
                    <a:pt x="371" y="123"/>
                    <a:pt x="371" y="123"/>
                  </a:cubicBezTo>
                  <a:cubicBezTo>
                    <a:pt x="375" y="131"/>
                    <a:pt x="379" y="137"/>
                    <a:pt x="382" y="143"/>
                  </a:cubicBezTo>
                  <a:cubicBezTo>
                    <a:pt x="391" y="159"/>
                    <a:pt x="396" y="170"/>
                    <a:pt x="399" y="178"/>
                  </a:cubicBezTo>
                  <a:cubicBezTo>
                    <a:pt x="384" y="173"/>
                    <a:pt x="364" y="164"/>
                    <a:pt x="355" y="160"/>
                  </a:cubicBezTo>
                  <a:cubicBezTo>
                    <a:pt x="340" y="154"/>
                    <a:pt x="331" y="150"/>
                    <a:pt x="323" y="148"/>
                  </a:cubicBezTo>
                  <a:cubicBezTo>
                    <a:pt x="321" y="148"/>
                    <a:pt x="318" y="148"/>
                    <a:pt x="316" y="148"/>
                  </a:cubicBezTo>
                  <a:cubicBezTo>
                    <a:pt x="161" y="148"/>
                    <a:pt x="161" y="148"/>
                    <a:pt x="161" y="148"/>
                  </a:cubicBezTo>
                  <a:cubicBezTo>
                    <a:pt x="159" y="148"/>
                    <a:pt x="156" y="148"/>
                    <a:pt x="154" y="148"/>
                  </a:cubicBezTo>
                  <a:cubicBezTo>
                    <a:pt x="146" y="150"/>
                    <a:pt x="137" y="154"/>
                    <a:pt x="122" y="160"/>
                  </a:cubicBezTo>
                  <a:cubicBezTo>
                    <a:pt x="113" y="164"/>
                    <a:pt x="93" y="173"/>
                    <a:pt x="78" y="178"/>
                  </a:cubicBezTo>
                  <a:cubicBezTo>
                    <a:pt x="80" y="173"/>
                    <a:pt x="82" y="167"/>
                    <a:pt x="86" y="159"/>
                  </a:cubicBezTo>
                  <a:cubicBezTo>
                    <a:pt x="89" y="154"/>
                    <a:pt x="92" y="147"/>
                    <a:pt x="97" y="139"/>
                  </a:cubicBezTo>
                  <a:cubicBezTo>
                    <a:pt x="97" y="139"/>
                    <a:pt x="97" y="139"/>
                    <a:pt x="97" y="139"/>
                  </a:cubicBezTo>
                  <a:cubicBezTo>
                    <a:pt x="109" y="117"/>
                    <a:pt x="127" y="90"/>
                    <a:pt x="152" y="55"/>
                  </a:cubicBezTo>
                  <a:cubicBezTo>
                    <a:pt x="162" y="41"/>
                    <a:pt x="159" y="21"/>
                    <a:pt x="144" y="11"/>
                  </a:cubicBezTo>
                  <a:cubicBezTo>
                    <a:pt x="130" y="0"/>
                    <a:pt x="110" y="4"/>
                    <a:pt x="100" y="18"/>
                  </a:cubicBezTo>
                  <a:cubicBezTo>
                    <a:pt x="74" y="54"/>
                    <a:pt x="55" y="83"/>
                    <a:pt x="41" y="108"/>
                  </a:cubicBezTo>
                  <a:cubicBezTo>
                    <a:pt x="41" y="108"/>
                    <a:pt x="41" y="108"/>
                    <a:pt x="41" y="108"/>
                  </a:cubicBezTo>
                  <a:cubicBezTo>
                    <a:pt x="37" y="115"/>
                    <a:pt x="33" y="122"/>
                    <a:pt x="30" y="129"/>
                  </a:cubicBezTo>
                  <a:cubicBezTo>
                    <a:pt x="11" y="166"/>
                    <a:pt x="0" y="204"/>
                    <a:pt x="22" y="2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42" name="组合 141"/>
          <p:cNvGrpSpPr/>
          <p:nvPr/>
        </p:nvGrpSpPr>
        <p:grpSpPr>
          <a:xfrm>
            <a:off x="6251575" y="728663"/>
            <a:ext cx="620713" cy="1454151"/>
            <a:chOff x="6251575" y="728663"/>
            <a:chExt cx="620713" cy="1454151"/>
          </a:xfrm>
          <a:solidFill>
            <a:schemeClr val="tx1">
              <a:lumMod val="65000"/>
              <a:lumOff val="35000"/>
            </a:schemeClr>
          </a:solidFill>
        </p:grpSpPr>
        <p:sp>
          <p:nvSpPr>
            <p:cNvPr id="143" name="Freeform 247"/>
            <p:cNvSpPr>
              <a:spLocks/>
            </p:cNvSpPr>
            <p:nvPr/>
          </p:nvSpPr>
          <p:spPr bwMode="auto">
            <a:xfrm>
              <a:off x="6251575" y="1069976"/>
              <a:ext cx="620713" cy="571500"/>
            </a:xfrm>
            <a:custGeom>
              <a:avLst/>
              <a:gdLst>
                <a:gd name="T0" fmla="*/ 42 w 415"/>
                <a:gd name="T1" fmla="*/ 382 h 382"/>
                <a:gd name="T2" fmla="*/ 44 w 415"/>
                <a:gd name="T3" fmla="*/ 382 h 382"/>
                <a:gd name="T4" fmla="*/ 74 w 415"/>
                <a:gd name="T5" fmla="*/ 349 h 382"/>
                <a:gd name="T6" fmla="*/ 99 w 415"/>
                <a:gd name="T7" fmla="*/ 96 h 382"/>
                <a:gd name="T8" fmla="*/ 99 w 415"/>
                <a:gd name="T9" fmla="*/ 228 h 382"/>
                <a:gd name="T10" fmla="*/ 99 w 415"/>
                <a:gd name="T11" fmla="*/ 291 h 382"/>
                <a:gd name="T12" fmla="*/ 207 w 415"/>
                <a:gd name="T13" fmla="*/ 312 h 382"/>
                <a:gd name="T14" fmla="*/ 316 w 415"/>
                <a:gd name="T15" fmla="*/ 291 h 382"/>
                <a:gd name="T16" fmla="*/ 316 w 415"/>
                <a:gd name="T17" fmla="*/ 228 h 382"/>
                <a:gd name="T18" fmla="*/ 316 w 415"/>
                <a:gd name="T19" fmla="*/ 228 h 382"/>
                <a:gd name="T20" fmla="*/ 316 w 415"/>
                <a:gd name="T21" fmla="*/ 96 h 382"/>
                <a:gd name="T22" fmla="*/ 341 w 415"/>
                <a:gd name="T23" fmla="*/ 349 h 382"/>
                <a:gd name="T24" fmla="*/ 371 w 415"/>
                <a:gd name="T25" fmla="*/ 382 h 382"/>
                <a:gd name="T26" fmla="*/ 373 w 415"/>
                <a:gd name="T27" fmla="*/ 382 h 382"/>
                <a:gd name="T28" fmla="*/ 405 w 415"/>
                <a:gd name="T29" fmla="*/ 352 h 382"/>
                <a:gd name="T30" fmla="*/ 342 w 415"/>
                <a:gd name="T31" fmla="*/ 25 h 382"/>
                <a:gd name="T32" fmla="*/ 287 w 415"/>
                <a:gd name="T33" fmla="*/ 0 h 382"/>
                <a:gd name="T34" fmla="*/ 285 w 415"/>
                <a:gd name="T35" fmla="*/ 0 h 382"/>
                <a:gd name="T36" fmla="*/ 130 w 415"/>
                <a:gd name="T37" fmla="*/ 0 h 382"/>
                <a:gd name="T38" fmla="*/ 128 w 415"/>
                <a:gd name="T39" fmla="*/ 0 h 382"/>
                <a:gd name="T40" fmla="*/ 73 w 415"/>
                <a:gd name="T41" fmla="*/ 25 h 382"/>
                <a:gd name="T42" fmla="*/ 10 w 415"/>
                <a:gd name="T43" fmla="*/ 352 h 382"/>
                <a:gd name="T44" fmla="*/ 42 w 415"/>
                <a:gd name="T45" fmla="*/ 382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15" h="382">
                  <a:moveTo>
                    <a:pt x="42" y="382"/>
                  </a:moveTo>
                  <a:cubicBezTo>
                    <a:pt x="42" y="382"/>
                    <a:pt x="43" y="382"/>
                    <a:pt x="44" y="382"/>
                  </a:cubicBezTo>
                  <a:cubicBezTo>
                    <a:pt x="61" y="381"/>
                    <a:pt x="75" y="366"/>
                    <a:pt x="74" y="349"/>
                  </a:cubicBezTo>
                  <a:cubicBezTo>
                    <a:pt x="65" y="208"/>
                    <a:pt x="81" y="133"/>
                    <a:pt x="99" y="96"/>
                  </a:cubicBezTo>
                  <a:cubicBezTo>
                    <a:pt x="99" y="228"/>
                    <a:pt x="99" y="228"/>
                    <a:pt x="99" y="228"/>
                  </a:cubicBezTo>
                  <a:cubicBezTo>
                    <a:pt x="99" y="291"/>
                    <a:pt x="99" y="291"/>
                    <a:pt x="99" y="291"/>
                  </a:cubicBezTo>
                  <a:cubicBezTo>
                    <a:pt x="115" y="296"/>
                    <a:pt x="170" y="312"/>
                    <a:pt x="207" y="312"/>
                  </a:cubicBezTo>
                  <a:cubicBezTo>
                    <a:pt x="245" y="312"/>
                    <a:pt x="299" y="296"/>
                    <a:pt x="316" y="291"/>
                  </a:cubicBezTo>
                  <a:cubicBezTo>
                    <a:pt x="316" y="228"/>
                    <a:pt x="316" y="228"/>
                    <a:pt x="316" y="228"/>
                  </a:cubicBezTo>
                  <a:cubicBezTo>
                    <a:pt x="316" y="228"/>
                    <a:pt x="316" y="228"/>
                    <a:pt x="316" y="228"/>
                  </a:cubicBezTo>
                  <a:cubicBezTo>
                    <a:pt x="316" y="96"/>
                    <a:pt x="316" y="96"/>
                    <a:pt x="316" y="96"/>
                  </a:cubicBezTo>
                  <a:cubicBezTo>
                    <a:pt x="333" y="133"/>
                    <a:pt x="349" y="208"/>
                    <a:pt x="341" y="349"/>
                  </a:cubicBezTo>
                  <a:cubicBezTo>
                    <a:pt x="340" y="366"/>
                    <a:pt x="354" y="381"/>
                    <a:pt x="371" y="382"/>
                  </a:cubicBezTo>
                  <a:cubicBezTo>
                    <a:pt x="372" y="382"/>
                    <a:pt x="373" y="382"/>
                    <a:pt x="373" y="382"/>
                  </a:cubicBezTo>
                  <a:cubicBezTo>
                    <a:pt x="390" y="382"/>
                    <a:pt x="404" y="369"/>
                    <a:pt x="405" y="352"/>
                  </a:cubicBezTo>
                  <a:cubicBezTo>
                    <a:pt x="415" y="183"/>
                    <a:pt x="394" y="73"/>
                    <a:pt x="342" y="25"/>
                  </a:cubicBezTo>
                  <a:cubicBezTo>
                    <a:pt x="320" y="4"/>
                    <a:pt x="298" y="0"/>
                    <a:pt x="287" y="0"/>
                  </a:cubicBezTo>
                  <a:cubicBezTo>
                    <a:pt x="286" y="0"/>
                    <a:pt x="285" y="0"/>
                    <a:pt x="285" y="0"/>
                  </a:cubicBezTo>
                  <a:cubicBezTo>
                    <a:pt x="130" y="0"/>
                    <a:pt x="130" y="0"/>
                    <a:pt x="130" y="0"/>
                  </a:cubicBezTo>
                  <a:cubicBezTo>
                    <a:pt x="129" y="0"/>
                    <a:pt x="129" y="0"/>
                    <a:pt x="128" y="0"/>
                  </a:cubicBezTo>
                  <a:cubicBezTo>
                    <a:pt x="117" y="0"/>
                    <a:pt x="95" y="4"/>
                    <a:pt x="73" y="25"/>
                  </a:cubicBezTo>
                  <a:cubicBezTo>
                    <a:pt x="21" y="73"/>
                    <a:pt x="0" y="183"/>
                    <a:pt x="10" y="352"/>
                  </a:cubicBezTo>
                  <a:cubicBezTo>
                    <a:pt x="11" y="369"/>
                    <a:pt x="25" y="382"/>
                    <a:pt x="42" y="3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248"/>
            <p:cNvSpPr>
              <a:spLocks/>
            </p:cNvSpPr>
            <p:nvPr/>
          </p:nvSpPr>
          <p:spPr bwMode="auto">
            <a:xfrm>
              <a:off x="6426200" y="728663"/>
              <a:ext cx="269875" cy="142875"/>
            </a:xfrm>
            <a:custGeom>
              <a:avLst/>
              <a:gdLst>
                <a:gd name="T0" fmla="*/ 90 w 180"/>
                <a:gd name="T1" fmla="*/ 70 h 96"/>
                <a:gd name="T2" fmla="*/ 180 w 180"/>
                <a:gd name="T3" fmla="*/ 96 h 96"/>
                <a:gd name="T4" fmla="*/ 180 w 180"/>
                <a:gd name="T5" fmla="*/ 90 h 96"/>
                <a:gd name="T6" fmla="*/ 90 w 180"/>
                <a:gd name="T7" fmla="*/ 0 h 96"/>
                <a:gd name="T8" fmla="*/ 0 w 180"/>
                <a:gd name="T9" fmla="*/ 90 h 96"/>
                <a:gd name="T10" fmla="*/ 1 w 180"/>
                <a:gd name="T11" fmla="*/ 96 h 96"/>
                <a:gd name="T12" fmla="*/ 90 w 180"/>
                <a:gd name="T13" fmla="*/ 70 h 96"/>
              </a:gdLst>
              <a:ahLst/>
              <a:cxnLst>
                <a:cxn ang="0">
                  <a:pos x="T0" y="T1"/>
                </a:cxn>
                <a:cxn ang="0">
                  <a:pos x="T2" y="T3"/>
                </a:cxn>
                <a:cxn ang="0">
                  <a:pos x="T4" y="T5"/>
                </a:cxn>
                <a:cxn ang="0">
                  <a:pos x="T6" y="T7"/>
                </a:cxn>
                <a:cxn ang="0">
                  <a:pos x="T8" y="T9"/>
                </a:cxn>
                <a:cxn ang="0">
                  <a:pos x="T10" y="T11"/>
                </a:cxn>
                <a:cxn ang="0">
                  <a:pos x="T12" y="T13"/>
                </a:cxn>
              </a:cxnLst>
              <a:rect l="0" t="0" r="r" b="b"/>
              <a:pathLst>
                <a:path w="180" h="96">
                  <a:moveTo>
                    <a:pt x="90" y="70"/>
                  </a:moveTo>
                  <a:cubicBezTo>
                    <a:pt x="127" y="70"/>
                    <a:pt x="164" y="78"/>
                    <a:pt x="180" y="96"/>
                  </a:cubicBezTo>
                  <a:cubicBezTo>
                    <a:pt x="180" y="94"/>
                    <a:pt x="180" y="92"/>
                    <a:pt x="180" y="90"/>
                  </a:cubicBezTo>
                  <a:cubicBezTo>
                    <a:pt x="180" y="41"/>
                    <a:pt x="140" y="0"/>
                    <a:pt x="90" y="0"/>
                  </a:cubicBezTo>
                  <a:cubicBezTo>
                    <a:pt x="41" y="0"/>
                    <a:pt x="0" y="41"/>
                    <a:pt x="0" y="90"/>
                  </a:cubicBezTo>
                  <a:cubicBezTo>
                    <a:pt x="0" y="92"/>
                    <a:pt x="0" y="94"/>
                    <a:pt x="1" y="96"/>
                  </a:cubicBezTo>
                  <a:cubicBezTo>
                    <a:pt x="17" y="78"/>
                    <a:pt x="54" y="70"/>
                    <a:pt x="90"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249"/>
            <p:cNvSpPr>
              <a:spLocks/>
            </p:cNvSpPr>
            <p:nvPr/>
          </p:nvSpPr>
          <p:spPr bwMode="auto">
            <a:xfrm>
              <a:off x="6399213" y="1543051"/>
              <a:ext cx="149225" cy="639763"/>
            </a:xfrm>
            <a:custGeom>
              <a:avLst/>
              <a:gdLst>
                <a:gd name="T0" fmla="*/ 0 w 99"/>
                <a:gd name="T1" fmla="*/ 0 h 429"/>
                <a:gd name="T2" fmla="*/ 0 w 99"/>
                <a:gd name="T3" fmla="*/ 380 h 429"/>
                <a:gd name="T4" fmla="*/ 50 w 99"/>
                <a:gd name="T5" fmla="*/ 429 h 429"/>
                <a:gd name="T6" fmla="*/ 99 w 99"/>
                <a:gd name="T7" fmla="*/ 380 h 429"/>
                <a:gd name="T8" fmla="*/ 99 w 99"/>
                <a:gd name="T9" fmla="*/ 61 h 429"/>
                <a:gd name="T10" fmla="*/ 0 w 99"/>
                <a:gd name="T11" fmla="*/ 0 h 429"/>
              </a:gdLst>
              <a:ahLst/>
              <a:cxnLst>
                <a:cxn ang="0">
                  <a:pos x="T0" y="T1"/>
                </a:cxn>
                <a:cxn ang="0">
                  <a:pos x="T2" y="T3"/>
                </a:cxn>
                <a:cxn ang="0">
                  <a:pos x="T4" y="T5"/>
                </a:cxn>
                <a:cxn ang="0">
                  <a:pos x="T6" y="T7"/>
                </a:cxn>
                <a:cxn ang="0">
                  <a:pos x="T8" y="T9"/>
                </a:cxn>
                <a:cxn ang="0">
                  <a:pos x="T10" y="T11"/>
                </a:cxn>
              </a:cxnLst>
              <a:rect l="0" t="0" r="r" b="b"/>
              <a:pathLst>
                <a:path w="99" h="429">
                  <a:moveTo>
                    <a:pt x="0" y="0"/>
                  </a:moveTo>
                  <a:cubicBezTo>
                    <a:pt x="0" y="380"/>
                    <a:pt x="0" y="380"/>
                    <a:pt x="0" y="380"/>
                  </a:cubicBezTo>
                  <a:cubicBezTo>
                    <a:pt x="0" y="407"/>
                    <a:pt x="22" y="429"/>
                    <a:pt x="50" y="429"/>
                  </a:cubicBezTo>
                  <a:cubicBezTo>
                    <a:pt x="77" y="429"/>
                    <a:pt x="99" y="407"/>
                    <a:pt x="99" y="380"/>
                  </a:cubicBezTo>
                  <a:cubicBezTo>
                    <a:pt x="99" y="61"/>
                    <a:pt x="99" y="61"/>
                    <a:pt x="99" y="61"/>
                  </a:cubicBezTo>
                  <a:cubicBezTo>
                    <a:pt x="77" y="51"/>
                    <a:pt x="57" y="1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250"/>
            <p:cNvSpPr>
              <a:spLocks/>
            </p:cNvSpPr>
            <p:nvPr/>
          </p:nvSpPr>
          <p:spPr bwMode="auto">
            <a:xfrm>
              <a:off x="6575425" y="1543051"/>
              <a:ext cx="149225" cy="639763"/>
            </a:xfrm>
            <a:custGeom>
              <a:avLst/>
              <a:gdLst>
                <a:gd name="T0" fmla="*/ 0 w 99"/>
                <a:gd name="T1" fmla="*/ 61 h 429"/>
                <a:gd name="T2" fmla="*/ 0 w 99"/>
                <a:gd name="T3" fmla="*/ 380 h 429"/>
                <a:gd name="T4" fmla="*/ 49 w 99"/>
                <a:gd name="T5" fmla="*/ 429 h 429"/>
                <a:gd name="T6" fmla="*/ 99 w 99"/>
                <a:gd name="T7" fmla="*/ 380 h 429"/>
                <a:gd name="T8" fmla="*/ 99 w 99"/>
                <a:gd name="T9" fmla="*/ 0 h 429"/>
                <a:gd name="T10" fmla="*/ 0 w 99"/>
                <a:gd name="T11" fmla="*/ 61 h 429"/>
              </a:gdLst>
              <a:ahLst/>
              <a:cxnLst>
                <a:cxn ang="0">
                  <a:pos x="T0" y="T1"/>
                </a:cxn>
                <a:cxn ang="0">
                  <a:pos x="T2" y="T3"/>
                </a:cxn>
                <a:cxn ang="0">
                  <a:pos x="T4" y="T5"/>
                </a:cxn>
                <a:cxn ang="0">
                  <a:pos x="T6" y="T7"/>
                </a:cxn>
                <a:cxn ang="0">
                  <a:pos x="T8" y="T9"/>
                </a:cxn>
                <a:cxn ang="0">
                  <a:pos x="T10" y="T11"/>
                </a:cxn>
              </a:cxnLst>
              <a:rect l="0" t="0" r="r" b="b"/>
              <a:pathLst>
                <a:path w="99" h="429">
                  <a:moveTo>
                    <a:pt x="0" y="61"/>
                  </a:moveTo>
                  <a:cubicBezTo>
                    <a:pt x="0" y="380"/>
                    <a:pt x="0" y="380"/>
                    <a:pt x="0" y="380"/>
                  </a:cubicBezTo>
                  <a:cubicBezTo>
                    <a:pt x="0" y="407"/>
                    <a:pt x="22" y="429"/>
                    <a:pt x="49" y="429"/>
                  </a:cubicBezTo>
                  <a:cubicBezTo>
                    <a:pt x="76" y="429"/>
                    <a:pt x="99" y="407"/>
                    <a:pt x="99" y="380"/>
                  </a:cubicBezTo>
                  <a:cubicBezTo>
                    <a:pt x="99" y="0"/>
                    <a:pt x="99" y="0"/>
                    <a:pt x="99" y="0"/>
                  </a:cubicBezTo>
                  <a:cubicBezTo>
                    <a:pt x="42" y="10"/>
                    <a:pt x="22" y="51"/>
                    <a:pt x="0"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251"/>
            <p:cNvSpPr>
              <a:spLocks noEditPoints="1"/>
            </p:cNvSpPr>
            <p:nvPr/>
          </p:nvSpPr>
          <p:spPr bwMode="auto">
            <a:xfrm>
              <a:off x="6426200" y="827088"/>
              <a:ext cx="269875" cy="209550"/>
            </a:xfrm>
            <a:custGeom>
              <a:avLst/>
              <a:gdLst>
                <a:gd name="T0" fmla="*/ 90 w 180"/>
                <a:gd name="T1" fmla="*/ 140 h 140"/>
                <a:gd name="T2" fmla="*/ 180 w 180"/>
                <a:gd name="T3" fmla="*/ 50 h 140"/>
                <a:gd name="T4" fmla="*/ 0 w 180"/>
                <a:gd name="T5" fmla="*/ 50 h 140"/>
                <a:gd name="T6" fmla="*/ 90 w 180"/>
                <a:gd name="T7" fmla="*/ 140 h 140"/>
                <a:gd name="T8" fmla="*/ 122 w 180"/>
                <a:gd name="T9" fmla="*/ 37 h 140"/>
                <a:gd name="T10" fmla="*/ 152 w 180"/>
                <a:gd name="T11" fmla="*/ 50 h 140"/>
                <a:gd name="T12" fmla="*/ 130 w 180"/>
                <a:gd name="T13" fmla="*/ 74 h 140"/>
                <a:gd name="T14" fmla="*/ 100 w 180"/>
                <a:gd name="T15" fmla="*/ 60 h 140"/>
                <a:gd name="T16" fmla="*/ 122 w 180"/>
                <a:gd name="T17" fmla="*/ 37 h 140"/>
                <a:gd name="T18" fmla="*/ 29 w 180"/>
                <a:gd name="T19" fmla="*/ 50 h 140"/>
                <a:gd name="T20" fmla="*/ 58 w 180"/>
                <a:gd name="T21" fmla="*/ 37 h 140"/>
                <a:gd name="T22" fmla="*/ 80 w 180"/>
                <a:gd name="T23" fmla="*/ 60 h 140"/>
                <a:gd name="T24" fmla="*/ 51 w 180"/>
                <a:gd name="T25" fmla="*/ 74 h 140"/>
                <a:gd name="T26" fmla="*/ 29 w 180"/>
                <a:gd name="T27" fmla="*/ 5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0" h="140">
                  <a:moveTo>
                    <a:pt x="90" y="140"/>
                  </a:moveTo>
                  <a:cubicBezTo>
                    <a:pt x="140" y="140"/>
                    <a:pt x="180" y="99"/>
                    <a:pt x="180" y="50"/>
                  </a:cubicBezTo>
                  <a:cubicBezTo>
                    <a:pt x="180" y="0"/>
                    <a:pt x="0" y="0"/>
                    <a:pt x="0" y="50"/>
                  </a:cubicBezTo>
                  <a:cubicBezTo>
                    <a:pt x="0" y="99"/>
                    <a:pt x="41" y="140"/>
                    <a:pt x="90" y="140"/>
                  </a:cubicBezTo>
                  <a:close/>
                  <a:moveTo>
                    <a:pt x="122" y="37"/>
                  </a:moveTo>
                  <a:cubicBezTo>
                    <a:pt x="137" y="34"/>
                    <a:pt x="150" y="40"/>
                    <a:pt x="152" y="50"/>
                  </a:cubicBezTo>
                  <a:cubicBezTo>
                    <a:pt x="154" y="60"/>
                    <a:pt x="144" y="71"/>
                    <a:pt x="130" y="74"/>
                  </a:cubicBezTo>
                  <a:cubicBezTo>
                    <a:pt x="116" y="77"/>
                    <a:pt x="103" y="71"/>
                    <a:pt x="100" y="60"/>
                  </a:cubicBezTo>
                  <a:cubicBezTo>
                    <a:pt x="98" y="50"/>
                    <a:pt x="108" y="40"/>
                    <a:pt x="122" y="37"/>
                  </a:cubicBezTo>
                  <a:close/>
                  <a:moveTo>
                    <a:pt x="29" y="50"/>
                  </a:moveTo>
                  <a:cubicBezTo>
                    <a:pt x="31" y="40"/>
                    <a:pt x="44" y="34"/>
                    <a:pt x="58" y="37"/>
                  </a:cubicBezTo>
                  <a:cubicBezTo>
                    <a:pt x="73" y="40"/>
                    <a:pt x="82" y="50"/>
                    <a:pt x="80" y="60"/>
                  </a:cubicBezTo>
                  <a:cubicBezTo>
                    <a:pt x="78" y="71"/>
                    <a:pt x="65" y="77"/>
                    <a:pt x="51" y="74"/>
                  </a:cubicBezTo>
                  <a:cubicBezTo>
                    <a:pt x="37" y="71"/>
                    <a:pt x="27" y="60"/>
                    <a:pt x="29"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48" name="Freeform 357"/>
          <p:cNvSpPr>
            <a:spLocks/>
          </p:cNvSpPr>
          <p:nvPr/>
        </p:nvSpPr>
        <p:spPr bwMode="auto">
          <a:xfrm>
            <a:off x="9866313" y="2436813"/>
            <a:ext cx="20638" cy="17463"/>
          </a:xfrm>
          <a:custGeom>
            <a:avLst/>
            <a:gdLst>
              <a:gd name="T0" fmla="*/ 13 w 13"/>
              <a:gd name="T1" fmla="*/ 5 h 12"/>
              <a:gd name="T2" fmla="*/ 12 w 13"/>
              <a:gd name="T3" fmla="*/ 1 h 12"/>
              <a:gd name="T4" fmla="*/ 7 w 13"/>
              <a:gd name="T5" fmla="*/ 0 h 12"/>
              <a:gd name="T6" fmla="*/ 2 w 13"/>
              <a:gd name="T7" fmla="*/ 1 h 12"/>
              <a:gd name="T8" fmla="*/ 0 w 13"/>
              <a:gd name="T9" fmla="*/ 6 h 12"/>
              <a:gd name="T10" fmla="*/ 2 w 13"/>
              <a:gd name="T11" fmla="*/ 10 h 12"/>
              <a:gd name="T12" fmla="*/ 6 w 13"/>
              <a:gd name="T13" fmla="*/ 12 h 12"/>
              <a:gd name="T14" fmla="*/ 11 w 13"/>
              <a:gd name="T15" fmla="*/ 10 h 12"/>
              <a:gd name="T16" fmla="*/ 13 w 13"/>
              <a:gd name="T17"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2">
                <a:moveTo>
                  <a:pt x="13" y="5"/>
                </a:moveTo>
                <a:cubicBezTo>
                  <a:pt x="13" y="3"/>
                  <a:pt x="13" y="2"/>
                  <a:pt x="12" y="1"/>
                </a:cubicBezTo>
                <a:cubicBezTo>
                  <a:pt x="10" y="0"/>
                  <a:pt x="9" y="0"/>
                  <a:pt x="7" y="0"/>
                </a:cubicBezTo>
                <a:cubicBezTo>
                  <a:pt x="5" y="0"/>
                  <a:pt x="3" y="0"/>
                  <a:pt x="2" y="1"/>
                </a:cubicBezTo>
                <a:cubicBezTo>
                  <a:pt x="0" y="3"/>
                  <a:pt x="0" y="4"/>
                  <a:pt x="0" y="6"/>
                </a:cubicBezTo>
                <a:cubicBezTo>
                  <a:pt x="0" y="7"/>
                  <a:pt x="0" y="9"/>
                  <a:pt x="2" y="10"/>
                </a:cubicBezTo>
                <a:cubicBezTo>
                  <a:pt x="3" y="12"/>
                  <a:pt x="4" y="12"/>
                  <a:pt x="6" y="12"/>
                </a:cubicBezTo>
                <a:cubicBezTo>
                  <a:pt x="7" y="12"/>
                  <a:pt x="9" y="12"/>
                  <a:pt x="11" y="10"/>
                </a:cubicBezTo>
                <a:cubicBezTo>
                  <a:pt x="12" y="9"/>
                  <a:pt x="13" y="7"/>
                  <a:pt x="13" y="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149" name="组合 148"/>
          <p:cNvGrpSpPr/>
          <p:nvPr/>
        </p:nvGrpSpPr>
        <p:grpSpPr>
          <a:xfrm>
            <a:off x="642937" y="2244726"/>
            <a:ext cx="11487151" cy="376237"/>
            <a:chOff x="642937" y="2244726"/>
            <a:chExt cx="11487151" cy="376237"/>
          </a:xfrm>
          <a:solidFill>
            <a:schemeClr val="tx1">
              <a:lumMod val="65000"/>
              <a:lumOff val="35000"/>
            </a:schemeClr>
          </a:solidFill>
        </p:grpSpPr>
        <p:sp>
          <p:nvSpPr>
            <p:cNvPr id="150" name="Freeform 5"/>
            <p:cNvSpPr>
              <a:spLocks noEditPoints="1"/>
            </p:cNvSpPr>
            <p:nvPr/>
          </p:nvSpPr>
          <p:spPr bwMode="auto">
            <a:xfrm>
              <a:off x="642937" y="2244726"/>
              <a:ext cx="131763" cy="127000"/>
            </a:xfrm>
            <a:custGeom>
              <a:avLst/>
              <a:gdLst>
                <a:gd name="T0" fmla="*/ 58 w 91"/>
                <a:gd name="T1" fmla="*/ 2 h 88"/>
                <a:gd name="T2" fmla="*/ 51 w 91"/>
                <a:gd name="T3" fmla="*/ 0 h 88"/>
                <a:gd name="T4" fmla="*/ 45 w 91"/>
                <a:gd name="T5" fmla="*/ 3 h 88"/>
                <a:gd name="T6" fmla="*/ 29 w 91"/>
                <a:gd name="T7" fmla="*/ 31 h 88"/>
                <a:gd name="T8" fmla="*/ 15 w 91"/>
                <a:gd name="T9" fmla="*/ 55 h 88"/>
                <a:gd name="T10" fmla="*/ 0 w 91"/>
                <a:gd name="T11" fmla="*/ 79 h 88"/>
                <a:gd name="T12" fmla="*/ 3 w 91"/>
                <a:gd name="T13" fmla="*/ 84 h 88"/>
                <a:gd name="T14" fmla="*/ 8 w 91"/>
                <a:gd name="T15" fmla="*/ 86 h 88"/>
                <a:gd name="T16" fmla="*/ 12 w 91"/>
                <a:gd name="T17" fmla="*/ 85 h 88"/>
                <a:gd name="T18" fmla="*/ 19 w 91"/>
                <a:gd name="T19" fmla="*/ 76 h 88"/>
                <a:gd name="T20" fmla="*/ 25 w 91"/>
                <a:gd name="T21" fmla="*/ 65 h 88"/>
                <a:gd name="T22" fmla="*/ 28 w 91"/>
                <a:gd name="T23" fmla="*/ 66 h 88"/>
                <a:gd name="T24" fmla="*/ 31 w 91"/>
                <a:gd name="T25" fmla="*/ 66 h 88"/>
                <a:gd name="T26" fmla="*/ 48 w 91"/>
                <a:gd name="T27" fmla="*/ 61 h 88"/>
                <a:gd name="T28" fmla="*/ 62 w 91"/>
                <a:gd name="T29" fmla="*/ 59 h 88"/>
                <a:gd name="T30" fmla="*/ 62 w 91"/>
                <a:gd name="T31" fmla="*/ 60 h 88"/>
                <a:gd name="T32" fmla="*/ 66 w 91"/>
                <a:gd name="T33" fmla="*/ 69 h 88"/>
                <a:gd name="T34" fmla="*/ 75 w 91"/>
                <a:gd name="T35" fmla="*/ 83 h 88"/>
                <a:gd name="T36" fmla="*/ 84 w 91"/>
                <a:gd name="T37" fmla="*/ 88 h 88"/>
                <a:gd name="T38" fmla="*/ 89 w 91"/>
                <a:gd name="T39" fmla="*/ 86 h 88"/>
                <a:gd name="T40" fmla="*/ 91 w 91"/>
                <a:gd name="T41" fmla="*/ 81 h 88"/>
                <a:gd name="T42" fmla="*/ 91 w 91"/>
                <a:gd name="T43" fmla="*/ 78 h 88"/>
                <a:gd name="T44" fmla="*/ 87 w 91"/>
                <a:gd name="T45" fmla="*/ 74 h 88"/>
                <a:gd name="T46" fmla="*/ 75 w 91"/>
                <a:gd name="T47" fmla="*/ 55 h 88"/>
                <a:gd name="T48" fmla="*/ 59 w 91"/>
                <a:gd name="T49" fmla="*/ 10 h 88"/>
                <a:gd name="T50" fmla="*/ 59 w 91"/>
                <a:gd name="T51" fmla="*/ 6 h 88"/>
                <a:gd name="T52" fmla="*/ 58 w 91"/>
                <a:gd name="T53" fmla="*/ 2 h 88"/>
                <a:gd name="T54" fmla="*/ 53 w 91"/>
                <a:gd name="T55" fmla="*/ 49 h 88"/>
                <a:gd name="T56" fmla="*/ 40 w 91"/>
                <a:gd name="T57" fmla="*/ 51 h 88"/>
                <a:gd name="T58" fmla="*/ 32 w 91"/>
                <a:gd name="T59" fmla="*/ 52 h 88"/>
                <a:gd name="T60" fmla="*/ 49 w 91"/>
                <a:gd name="T61" fmla="*/ 21 h 88"/>
                <a:gd name="T62" fmla="*/ 49 w 91"/>
                <a:gd name="T63" fmla="*/ 24 h 88"/>
                <a:gd name="T64" fmla="*/ 58 w 91"/>
                <a:gd name="T65" fmla="*/ 48 h 88"/>
                <a:gd name="T66" fmla="*/ 53 w 91"/>
                <a:gd name="T67" fmla="*/ 49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1" h="88">
                  <a:moveTo>
                    <a:pt x="58" y="2"/>
                  </a:moveTo>
                  <a:cubicBezTo>
                    <a:pt x="56" y="0"/>
                    <a:pt x="54" y="0"/>
                    <a:pt x="51" y="0"/>
                  </a:cubicBezTo>
                  <a:cubicBezTo>
                    <a:pt x="49" y="0"/>
                    <a:pt x="47" y="1"/>
                    <a:pt x="45" y="3"/>
                  </a:cubicBezTo>
                  <a:cubicBezTo>
                    <a:pt x="43" y="6"/>
                    <a:pt x="38" y="15"/>
                    <a:pt x="29" y="31"/>
                  </a:cubicBezTo>
                  <a:cubicBezTo>
                    <a:pt x="25" y="39"/>
                    <a:pt x="20" y="47"/>
                    <a:pt x="15" y="55"/>
                  </a:cubicBezTo>
                  <a:cubicBezTo>
                    <a:pt x="5" y="70"/>
                    <a:pt x="0" y="78"/>
                    <a:pt x="0" y="79"/>
                  </a:cubicBezTo>
                  <a:cubicBezTo>
                    <a:pt x="0" y="81"/>
                    <a:pt x="1" y="82"/>
                    <a:pt x="3" y="84"/>
                  </a:cubicBezTo>
                  <a:cubicBezTo>
                    <a:pt x="5" y="85"/>
                    <a:pt x="7" y="86"/>
                    <a:pt x="8" y="86"/>
                  </a:cubicBezTo>
                  <a:cubicBezTo>
                    <a:pt x="9" y="86"/>
                    <a:pt x="10" y="86"/>
                    <a:pt x="12" y="85"/>
                  </a:cubicBezTo>
                  <a:cubicBezTo>
                    <a:pt x="13" y="84"/>
                    <a:pt x="15" y="81"/>
                    <a:pt x="19" y="76"/>
                  </a:cubicBezTo>
                  <a:cubicBezTo>
                    <a:pt x="22" y="70"/>
                    <a:pt x="24" y="67"/>
                    <a:pt x="25" y="65"/>
                  </a:cubicBezTo>
                  <a:cubicBezTo>
                    <a:pt x="25" y="66"/>
                    <a:pt x="26" y="66"/>
                    <a:pt x="28" y="66"/>
                  </a:cubicBezTo>
                  <a:cubicBezTo>
                    <a:pt x="29" y="66"/>
                    <a:pt x="30" y="66"/>
                    <a:pt x="31" y="66"/>
                  </a:cubicBezTo>
                  <a:cubicBezTo>
                    <a:pt x="35" y="64"/>
                    <a:pt x="41" y="63"/>
                    <a:pt x="48" y="61"/>
                  </a:cubicBezTo>
                  <a:cubicBezTo>
                    <a:pt x="55" y="60"/>
                    <a:pt x="60" y="59"/>
                    <a:pt x="62" y="59"/>
                  </a:cubicBezTo>
                  <a:cubicBezTo>
                    <a:pt x="62" y="59"/>
                    <a:pt x="62" y="59"/>
                    <a:pt x="62" y="60"/>
                  </a:cubicBezTo>
                  <a:cubicBezTo>
                    <a:pt x="62" y="60"/>
                    <a:pt x="64" y="64"/>
                    <a:pt x="66" y="69"/>
                  </a:cubicBezTo>
                  <a:cubicBezTo>
                    <a:pt x="69" y="75"/>
                    <a:pt x="72" y="80"/>
                    <a:pt x="75" y="83"/>
                  </a:cubicBezTo>
                  <a:cubicBezTo>
                    <a:pt x="78" y="87"/>
                    <a:pt x="81" y="88"/>
                    <a:pt x="84" y="88"/>
                  </a:cubicBezTo>
                  <a:cubicBezTo>
                    <a:pt x="86" y="88"/>
                    <a:pt x="87" y="88"/>
                    <a:pt x="89" y="86"/>
                  </a:cubicBezTo>
                  <a:cubicBezTo>
                    <a:pt x="91" y="85"/>
                    <a:pt x="91" y="83"/>
                    <a:pt x="91" y="81"/>
                  </a:cubicBezTo>
                  <a:cubicBezTo>
                    <a:pt x="91" y="80"/>
                    <a:pt x="91" y="79"/>
                    <a:pt x="91" y="78"/>
                  </a:cubicBezTo>
                  <a:cubicBezTo>
                    <a:pt x="90" y="78"/>
                    <a:pt x="89" y="76"/>
                    <a:pt x="87" y="74"/>
                  </a:cubicBezTo>
                  <a:cubicBezTo>
                    <a:pt x="83" y="70"/>
                    <a:pt x="79" y="64"/>
                    <a:pt x="75" y="55"/>
                  </a:cubicBezTo>
                  <a:cubicBezTo>
                    <a:pt x="71" y="46"/>
                    <a:pt x="66" y="31"/>
                    <a:pt x="59" y="10"/>
                  </a:cubicBezTo>
                  <a:cubicBezTo>
                    <a:pt x="59" y="9"/>
                    <a:pt x="59" y="7"/>
                    <a:pt x="59" y="6"/>
                  </a:cubicBezTo>
                  <a:cubicBezTo>
                    <a:pt x="59" y="4"/>
                    <a:pt x="59" y="3"/>
                    <a:pt x="58" y="2"/>
                  </a:cubicBezTo>
                  <a:close/>
                  <a:moveTo>
                    <a:pt x="53" y="49"/>
                  </a:moveTo>
                  <a:cubicBezTo>
                    <a:pt x="46" y="50"/>
                    <a:pt x="41" y="51"/>
                    <a:pt x="40" y="51"/>
                  </a:cubicBezTo>
                  <a:cubicBezTo>
                    <a:pt x="37" y="51"/>
                    <a:pt x="35" y="52"/>
                    <a:pt x="32" y="52"/>
                  </a:cubicBezTo>
                  <a:cubicBezTo>
                    <a:pt x="49" y="21"/>
                    <a:pt x="49" y="21"/>
                    <a:pt x="49" y="21"/>
                  </a:cubicBezTo>
                  <a:cubicBezTo>
                    <a:pt x="49" y="21"/>
                    <a:pt x="49" y="22"/>
                    <a:pt x="49" y="24"/>
                  </a:cubicBezTo>
                  <a:cubicBezTo>
                    <a:pt x="54" y="37"/>
                    <a:pt x="57" y="45"/>
                    <a:pt x="58" y="48"/>
                  </a:cubicBezTo>
                  <a:cubicBezTo>
                    <a:pt x="56" y="48"/>
                    <a:pt x="54" y="48"/>
                    <a:pt x="53"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6"/>
            <p:cNvSpPr>
              <a:spLocks/>
            </p:cNvSpPr>
            <p:nvPr/>
          </p:nvSpPr>
          <p:spPr bwMode="auto">
            <a:xfrm>
              <a:off x="784225" y="2273301"/>
              <a:ext cx="73025" cy="96838"/>
            </a:xfrm>
            <a:custGeom>
              <a:avLst/>
              <a:gdLst>
                <a:gd name="T0" fmla="*/ 32 w 51"/>
                <a:gd name="T1" fmla="*/ 13 h 68"/>
                <a:gd name="T2" fmla="*/ 35 w 51"/>
                <a:gd name="T3" fmla="*/ 19 h 68"/>
                <a:gd name="T4" fmla="*/ 42 w 51"/>
                <a:gd name="T5" fmla="*/ 26 h 68"/>
                <a:gd name="T6" fmla="*/ 46 w 51"/>
                <a:gd name="T7" fmla="*/ 24 h 68"/>
                <a:gd name="T8" fmla="*/ 48 w 51"/>
                <a:gd name="T9" fmla="*/ 17 h 68"/>
                <a:gd name="T10" fmla="*/ 44 w 51"/>
                <a:gd name="T11" fmla="*/ 6 h 68"/>
                <a:gd name="T12" fmla="*/ 35 w 51"/>
                <a:gd name="T13" fmla="*/ 0 h 68"/>
                <a:gd name="T14" fmla="*/ 12 w 51"/>
                <a:gd name="T15" fmla="*/ 17 h 68"/>
                <a:gd name="T16" fmla="*/ 0 w 51"/>
                <a:gd name="T17" fmla="*/ 48 h 68"/>
                <a:gd name="T18" fmla="*/ 5 w 51"/>
                <a:gd name="T19" fmla="*/ 63 h 68"/>
                <a:gd name="T20" fmla="*/ 19 w 51"/>
                <a:gd name="T21" fmla="*/ 68 h 68"/>
                <a:gd name="T22" fmla="*/ 40 w 51"/>
                <a:gd name="T23" fmla="*/ 61 h 68"/>
                <a:gd name="T24" fmla="*/ 51 w 51"/>
                <a:gd name="T25" fmla="*/ 49 h 68"/>
                <a:gd name="T26" fmla="*/ 47 w 51"/>
                <a:gd name="T27" fmla="*/ 46 h 68"/>
                <a:gd name="T28" fmla="*/ 40 w 51"/>
                <a:gd name="T29" fmla="*/ 49 h 68"/>
                <a:gd name="T30" fmla="*/ 22 w 51"/>
                <a:gd name="T31" fmla="*/ 56 h 68"/>
                <a:gd name="T32" fmla="*/ 13 w 51"/>
                <a:gd name="T33" fmla="*/ 48 h 68"/>
                <a:gd name="T34" fmla="*/ 21 w 51"/>
                <a:gd name="T35" fmla="*/ 26 h 68"/>
                <a:gd name="T36" fmla="*/ 32 w 51"/>
                <a:gd name="T37" fmla="*/ 1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1" h="68">
                  <a:moveTo>
                    <a:pt x="32" y="13"/>
                  </a:moveTo>
                  <a:cubicBezTo>
                    <a:pt x="34" y="13"/>
                    <a:pt x="35" y="15"/>
                    <a:pt x="35" y="19"/>
                  </a:cubicBezTo>
                  <a:cubicBezTo>
                    <a:pt x="36" y="24"/>
                    <a:pt x="38" y="26"/>
                    <a:pt x="42" y="26"/>
                  </a:cubicBezTo>
                  <a:cubicBezTo>
                    <a:pt x="43" y="26"/>
                    <a:pt x="44" y="26"/>
                    <a:pt x="46" y="24"/>
                  </a:cubicBezTo>
                  <a:cubicBezTo>
                    <a:pt x="47" y="23"/>
                    <a:pt x="48" y="21"/>
                    <a:pt x="48" y="17"/>
                  </a:cubicBezTo>
                  <a:cubicBezTo>
                    <a:pt x="48" y="13"/>
                    <a:pt x="46" y="9"/>
                    <a:pt x="44" y="6"/>
                  </a:cubicBezTo>
                  <a:cubicBezTo>
                    <a:pt x="41" y="2"/>
                    <a:pt x="38" y="0"/>
                    <a:pt x="35" y="0"/>
                  </a:cubicBezTo>
                  <a:cubicBezTo>
                    <a:pt x="27" y="0"/>
                    <a:pt x="19" y="6"/>
                    <a:pt x="12" y="17"/>
                  </a:cubicBezTo>
                  <a:cubicBezTo>
                    <a:pt x="4" y="28"/>
                    <a:pt x="0" y="39"/>
                    <a:pt x="0" y="48"/>
                  </a:cubicBezTo>
                  <a:cubicBezTo>
                    <a:pt x="0" y="55"/>
                    <a:pt x="1" y="59"/>
                    <a:pt x="5" y="63"/>
                  </a:cubicBezTo>
                  <a:cubicBezTo>
                    <a:pt x="8" y="66"/>
                    <a:pt x="13" y="68"/>
                    <a:pt x="19" y="68"/>
                  </a:cubicBezTo>
                  <a:cubicBezTo>
                    <a:pt x="27" y="68"/>
                    <a:pt x="34" y="66"/>
                    <a:pt x="40" y="61"/>
                  </a:cubicBezTo>
                  <a:cubicBezTo>
                    <a:pt x="47" y="56"/>
                    <a:pt x="51" y="52"/>
                    <a:pt x="51" y="49"/>
                  </a:cubicBezTo>
                  <a:cubicBezTo>
                    <a:pt x="51" y="47"/>
                    <a:pt x="49" y="46"/>
                    <a:pt x="47" y="46"/>
                  </a:cubicBezTo>
                  <a:cubicBezTo>
                    <a:pt x="46" y="46"/>
                    <a:pt x="43" y="47"/>
                    <a:pt x="40" y="49"/>
                  </a:cubicBezTo>
                  <a:cubicBezTo>
                    <a:pt x="34" y="54"/>
                    <a:pt x="28" y="56"/>
                    <a:pt x="22" y="56"/>
                  </a:cubicBezTo>
                  <a:cubicBezTo>
                    <a:pt x="16" y="56"/>
                    <a:pt x="13" y="53"/>
                    <a:pt x="13" y="48"/>
                  </a:cubicBezTo>
                  <a:cubicBezTo>
                    <a:pt x="13" y="42"/>
                    <a:pt x="16" y="34"/>
                    <a:pt x="21" y="26"/>
                  </a:cubicBezTo>
                  <a:cubicBezTo>
                    <a:pt x="26" y="17"/>
                    <a:pt x="29" y="13"/>
                    <a:pt x="32"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7"/>
            <p:cNvSpPr>
              <a:spLocks/>
            </p:cNvSpPr>
            <p:nvPr/>
          </p:nvSpPr>
          <p:spPr bwMode="auto">
            <a:xfrm>
              <a:off x="869950" y="2273301"/>
              <a:ext cx="73025" cy="96838"/>
            </a:xfrm>
            <a:custGeom>
              <a:avLst/>
              <a:gdLst>
                <a:gd name="T0" fmla="*/ 33 w 51"/>
                <a:gd name="T1" fmla="*/ 13 h 68"/>
                <a:gd name="T2" fmla="*/ 36 w 51"/>
                <a:gd name="T3" fmla="*/ 19 h 68"/>
                <a:gd name="T4" fmla="*/ 42 w 51"/>
                <a:gd name="T5" fmla="*/ 26 h 68"/>
                <a:gd name="T6" fmla="*/ 46 w 51"/>
                <a:gd name="T7" fmla="*/ 24 h 68"/>
                <a:gd name="T8" fmla="*/ 48 w 51"/>
                <a:gd name="T9" fmla="*/ 17 h 68"/>
                <a:gd name="T10" fmla="*/ 44 w 51"/>
                <a:gd name="T11" fmla="*/ 6 h 68"/>
                <a:gd name="T12" fmla="*/ 35 w 51"/>
                <a:gd name="T13" fmla="*/ 0 h 68"/>
                <a:gd name="T14" fmla="*/ 12 w 51"/>
                <a:gd name="T15" fmla="*/ 17 h 68"/>
                <a:gd name="T16" fmla="*/ 0 w 51"/>
                <a:gd name="T17" fmla="*/ 48 h 68"/>
                <a:gd name="T18" fmla="*/ 5 w 51"/>
                <a:gd name="T19" fmla="*/ 63 h 68"/>
                <a:gd name="T20" fmla="*/ 19 w 51"/>
                <a:gd name="T21" fmla="*/ 68 h 68"/>
                <a:gd name="T22" fmla="*/ 41 w 51"/>
                <a:gd name="T23" fmla="*/ 61 h 68"/>
                <a:gd name="T24" fmla="*/ 51 w 51"/>
                <a:gd name="T25" fmla="*/ 49 h 68"/>
                <a:gd name="T26" fmla="*/ 48 w 51"/>
                <a:gd name="T27" fmla="*/ 46 h 68"/>
                <a:gd name="T28" fmla="*/ 41 w 51"/>
                <a:gd name="T29" fmla="*/ 49 h 68"/>
                <a:gd name="T30" fmla="*/ 22 w 51"/>
                <a:gd name="T31" fmla="*/ 56 h 68"/>
                <a:gd name="T32" fmla="*/ 14 w 51"/>
                <a:gd name="T33" fmla="*/ 48 h 68"/>
                <a:gd name="T34" fmla="*/ 21 w 51"/>
                <a:gd name="T35" fmla="*/ 26 h 68"/>
                <a:gd name="T36" fmla="*/ 33 w 51"/>
                <a:gd name="T37" fmla="*/ 1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1" h="68">
                  <a:moveTo>
                    <a:pt x="33" y="13"/>
                  </a:moveTo>
                  <a:cubicBezTo>
                    <a:pt x="34" y="13"/>
                    <a:pt x="35" y="15"/>
                    <a:pt x="36" y="19"/>
                  </a:cubicBezTo>
                  <a:cubicBezTo>
                    <a:pt x="36" y="24"/>
                    <a:pt x="38" y="26"/>
                    <a:pt x="42" y="26"/>
                  </a:cubicBezTo>
                  <a:cubicBezTo>
                    <a:pt x="43" y="26"/>
                    <a:pt x="45" y="26"/>
                    <a:pt x="46" y="24"/>
                  </a:cubicBezTo>
                  <a:cubicBezTo>
                    <a:pt x="47" y="23"/>
                    <a:pt x="48" y="21"/>
                    <a:pt x="48" y="17"/>
                  </a:cubicBezTo>
                  <a:cubicBezTo>
                    <a:pt x="48" y="13"/>
                    <a:pt x="47" y="9"/>
                    <a:pt x="44" y="6"/>
                  </a:cubicBezTo>
                  <a:cubicBezTo>
                    <a:pt x="42" y="2"/>
                    <a:pt x="39" y="0"/>
                    <a:pt x="35" y="0"/>
                  </a:cubicBezTo>
                  <a:cubicBezTo>
                    <a:pt x="27" y="0"/>
                    <a:pt x="20" y="6"/>
                    <a:pt x="12" y="17"/>
                  </a:cubicBezTo>
                  <a:cubicBezTo>
                    <a:pt x="4" y="28"/>
                    <a:pt x="0" y="39"/>
                    <a:pt x="0" y="48"/>
                  </a:cubicBezTo>
                  <a:cubicBezTo>
                    <a:pt x="0" y="55"/>
                    <a:pt x="2" y="59"/>
                    <a:pt x="5" y="63"/>
                  </a:cubicBezTo>
                  <a:cubicBezTo>
                    <a:pt x="8" y="66"/>
                    <a:pt x="13" y="68"/>
                    <a:pt x="19" y="68"/>
                  </a:cubicBezTo>
                  <a:cubicBezTo>
                    <a:pt x="27" y="68"/>
                    <a:pt x="34" y="66"/>
                    <a:pt x="41" y="61"/>
                  </a:cubicBezTo>
                  <a:cubicBezTo>
                    <a:pt x="48" y="56"/>
                    <a:pt x="51" y="52"/>
                    <a:pt x="51" y="49"/>
                  </a:cubicBezTo>
                  <a:cubicBezTo>
                    <a:pt x="51" y="47"/>
                    <a:pt x="50" y="46"/>
                    <a:pt x="48" y="46"/>
                  </a:cubicBezTo>
                  <a:cubicBezTo>
                    <a:pt x="46" y="46"/>
                    <a:pt x="44" y="47"/>
                    <a:pt x="41" y="49"/>
                  </a:cubicBezTo>
                  <a:cubicBezTo>
                    <a:pt x="34" y="54"/>
                    <a:pt x="28" y="56"/>
                    <a:pt x="22" y="56"/>
                  </a:cubicBezTo>
                  <a:cubicBezTo>
                    <a:pt x="16" y="56"/>
                    <a:pt x="14" y="53"/>
                    <a:pt x="14" y="48"/>
                  </a:cubicBezTo>
                  <a:cubicBezTo>
                    <a:pt x="14" y="42"/>
                    <a:pt x="16" y="34"/>
                    <a:pt x="21" y="26"/>
                  </a:cubicBezTo>
                  <a:cubicBezTo>
                    <a:pt x="26" y="17"/>
                    <a:pt x="30" y="13"/>
                    <a:pt x="33"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8"/>
            <p:cNvSpPr>
              <a:spLocks noEditPoints="1"/>
            </p:cNvSpPr>
            <p:nvPr/>
          </p:nvSpPr>
          <p:spPr bwMode="auto">
            <a:xfrm>
              <a:off x="957262" y="2274888"/>
              <a:ext cx="80963" cy="95250"/>
            </a:xfrm>
            <a:custGeom>
              <a:avLst/>
              <a:gdLst>
                <a:gd name="T0" fmla="*/ 34 w 56"/>
                <a:gd name="T1" fmla="*/ 0 h 66"/>
                <a:gd name="T2" fmla="*/ 10 w 56"/>
                <a:gd name="T3" fmla="*/ 15 h 66"/>
                <a:gd name="T4" fmla="*/ 0 w 56"/>
                <a:gd name="T5" fmla="*/ 44 h 66"/>
                <a:gd name="T6" fmla="*/ 5 w 56"/>
                <a:gd name="T7" fmla="*/ 59 h 66"/>
                <a:gd name="T8" fmla="*/ 19 w 56"/>
                <a:gd name="T9" fmla="*/ 66 h 66"/>
                <a:gd name="T10" fmla="*/ 41 w 56"/>
                <a:gd name="T11" fmla="*/ 56 h 66"/>
                <a:gd name="T12" fmla="*/ 55 w 56"/>
                <a:gd name="T13" fmla="*/ 34 h 66"/>
                <a:gd name="T14" fmla="*/ 55 w 56"/>
                <a:gd name="T15" fmla="*/ 34 h 66"/>
                <a:gd name="T16" fmla="*/ 56 w 56"/>
                <a:gd name="T17" fmla="*/ 25 h 66"/>
                <a:gd name="T18" fmla="*/ 50 w 56"/>
                <a:gd name="T19" fmla="*/ 8 h 66"/>
                <a:gd name="T20" fmla="*/ 34 w 56"/>
                <a:gd name="T21" fmla="*/ 0 h 66"/>
                <a:gd name="T22" fmla="*/ 35 w 56"/>
                <a:gd name="T23" fmla="*/ 45 h 66"/>
                <a:gd name="T24" fmla="*/ 20 w 56"/>
                <a:gd name="T25" fmla="*/ 54 h 66"/>
                <a:gd name="T26" fmla="*/ 15 w 56"/>
                <a:gd name="T27" fmla="*/ 50 h 66"/>
                <a:gd name="T28" fmla="*/ 14 w 56"/>
                <a:gd name="T29" fmla="*/ 43 h 66"/>
                <a:gd name="T30" fmla="*/ 17 w 56"/>
                <a:gd name="T31" fmla="*/ 27 h 66"/>
                <a:gd name="T32" fmla="*/ 25 w 56"/>
                <a:gd name="T33" fmla="*/ 16 h 66"/>
                <a:gd name="T34" fmla="*/ 25 w 56"/>
                <a:gd name="T35" fmla="*/ 16 h 66"/>
                <a:gd name="T36" fmla="*/ 33 w 56"/>
                <a:gd name="T37" fmla="*/ 13 h 66"/>
                <a:gd name="T38" fmla="*/ 40 w 56"/>
                <a:gd name="T39" fmla="*/ 16 h 66"/>
                <a:gd name="T40" fmla="*/ 42 w 56"/>
                <a:gd name="T41" fmla="*/ 26 h 66"/>
                <a:gd name="T42" fmla="*/ 35 w 56"/>
                <a:gd name="T43" fmla="*/ 4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6" h="66">
                  <a:moveTo>
                    <a:pt x="34" y="0"/>
                  </a:moveTo>
                  <a:cubicBezTo>
                    <a:pt x="25" y="0"/>
                    <a:pt x="16" y="5"/>
                    <a:pt x="10" y="15"/>
                  </a:cubicBezTo>
                  <a:cubicBezTo>
                    <a:pt x="3" y="24"/>
                    <a:pt x="0" y="34"/>
                    <a:pt x="0" y="44"/>
                  </a:cubicBezTo>
                  <a:cubicBezTo>
                    <a:pt x="0" y="50"/>
                    <a:pt x="1" y="55"/>
                    <a:pt x="5" y="59"/>
                  </a:cubicBezTo>
                  <a:cubicBezTo>
                    <a:pt x="9" y="63"/>
                    <a:pt x="13" y="66"/>
                    <a:pt x="19" y="66"/>
                  </a:cubicBezTo>
                  <a:cubicBezTo>
                    <a:pt x="26" y="66"/>
                    <a:pt x="33" y="62"/>
                    <a:pt x="41" y="56"/>
                  </a:cubicBezTo>
                  <a:cubicBezTo>
                    <a:pt x="48" y="50"/>
                    <a:pt x="53" y="43"/>
                    <a:pt x="55" y="34"/>
                  </a:cubicBezTo>
                  <a:cubicBezTo>
                    <a:pt x="55" y="34"/>
                    <a:pt x="55" y="34"/>
                    <a:pt x="55" y="34"/>
                  </a:cubicBezTo>
                  <a:cubicBezTo>
                    <a:pt x="56" y="31"/>
                    <a:pt x="56" y="28"/>
                    <a:pt x="56" y="25"/>
                  </a:cubicBezTo>
                  <a:cubicBezTo>
                    <a:pt x="56" y="18"/>
                    <a:pt x="54" y="13"/>
                    <a:pt x="50" y="8"/>
                  </a:cubicBezTo>
                  <a:cubicBezTo>
                    <a:pt x="46" y="3"/>
                    <a:pt x="41" y="0"/>
                    <a:pt x="34" y="0"/>
                  </a:cubicBezTo>
                  <a:close/>
                  <a:moveTo>
                    <a:pt x="35" y="45"/>
                  </a:moveTo>
                  <a:cubicBezTo>
                    <a:pt x="30" y="51"/>
                    <a:pt x="25" y="54"/>
                    <a:pt x="20" y="54"/>
                  </a:cubicBezTo>
                  <a:cubicBezTo>
                    <a:pt x="18" y="54"/>
                    <a:pt x="17" y="52"/>
                    <a:pt x="15" y="50"/>
                  </a:cubicBezTo>
                  <a:cubicBezTo>
                    <a:pt x="14" y="48"/>
                    <a:pt x="14" y="46"/>
                    <a:pt x="14" y="43"/>
                  </a:cubicBezTo>
                  <a:cubicBezTo>
                    <a:pt x="14" y="37"/>
                    <a:pt x="15" y="32"/>
                    <a:pt x="17" y="27"/>
                  </a:cubicBezTo>
                  <a:cubicBezTo>
                    <a:pt x="20" y="22"/>
                    <a:pt x="23" y="18"/>
                    <a:pt x="25" y="16"/>
                  </a:cubicBezTo>
                  <a:cubicBezTo>
                    <a:pt x="25" y="16"/>
                    <a:pt x="25" y="16"/>
                    <a:pt x="25" y="16"/>
                  </a:cubicBezTo>
                  <a:cubicBezTo>
                    <a:pt x="28" y="14"/>
                    <a:pt x="30" y="13"/>
                    <a:pt x="33" y="13"/>
                  </a:cubicBezTo>
                  <a:cubicBezTo>
                    <a:pt x="36" y="13"/>
                    <a:pt x="38" y="14"/>
                    <a:pt x="40" y="16"/>
                  </a:cubicBezTo>
                  <a:cubicBezTo>
                    <a:pt x="42" y="19"/>
                    <a:pt x="42" y="22"/>
                    <a:pt x="42" y="26"/>
                  </a:cubicBezTo>
                  <a:cubicBezTo>
                    <a:pt x="42" y="33"/>
                    <a:pt x="40" y="39"/>
                    <a:pt x="35"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9"/>
            <p:cNvSpPr>
              <a:spLocks/>
            </p:cNvSpPr>
            <p:nvPr/>
          </p:nvSpPr>
          <p:spPr bwMode="auto">
            <a:xfrm>
              <a:off x="1054100" y="2278063"/>
              <a:ext cx="85725" cy="92075"/>
            </a:xfrm>
            <a:custGeom>
              <a:avLst/>
              <a:gdLst>
                <a:gd name="T0" fmla="*/ 18 w 59"/>
                <a:gd name="T1" fmla="*/ 18 h 63"/>
                <a:gd name="T2" fmla="*/ 21 w 59"/>
                <a:gd name="T3" fmla="*/ 7 h 63"/>
                <a:gd name="T4" fmla="*/ 19 w 59"/>
                <a:gd name="T5" fmla="*/ 2 h 63"/>
                <a:gd name="T6" fmla="*/ 13 w 59"/>
                <a:gd name="T7" fmla="*/ 0 h 63"/>
                <a:gd name="T8" fmla="*/ 6 w 59"/>
                <a:gd name="T9" fmla="*/ 5 h 63"/>
                <a:gd name="T10" fmla="*/ 3 w 59"/>
                <a:gd name="T11" fmla="*/ 22 h 63"/>
                <a:gd name="T12" fmla="*/ 0 w 59"/>
                <a:gd name="T13" fmla="*/ 43 h 63"/>
                <a:gd name="T14" fmla="*/ 4 w 59"/>
                <a:gd name="T15" fmla="*/ 57 h 63"/>
                <a:gd name="T16" fmla="*/ 13 w 59"/>
                <a:gd name="T17" fmla="*/ 62 h 63"/>
                <a:gd name="T18" fmla="*/ 28 w 59"/>
                <a:gd name="T19" fmla="*/ 56 h 63"/>
                <a:gd name="T20" fmla="*/ 41 w 59"/>
                <a:gd name="T21" fmla="*/ 40 h 63"/>
                <a:gd name="T22" fmla="*/ 43 w 59"/>
                <a:gd name="T23" fmla="*/ 57 h 63"/>
                <a:gd name="T24" fmla="*/ 50 w 59"/>
                <a:gd name="T25" fmla="*/ 63 h 63"/>
                <a:gd name="T26" fmla="*/ 56 w 59"/>
                <a:gd name="T27" fmla="*/ 62 h 63"/>
                <a:gd name="T28" fmla="*/ 59 w 59"/>
                <a:gd name="T29" fmla="*/ 58 h 63"/>
                <a:gd name="T30" fmla="*/ 57 w 59"/>
                <a:gd name="T31" fmla="*/ 55 h 63"/>
                <a:gd name="T32" fmla="*/ 52 w 59"/>
                <a:gd name="T33" fmla="*/ 37 h 63"/>
                <a:gd name="T34" fmla="*/ 55 w 59"/>
                <a:gd name="T35" fmla="*/ 14 h 63"/>
                <a:gd name="T36" fmla="*/ 56 w 59"/>
                <a:gd name="T37" fmla="*/ 11 h 63"/>
                <a:gd name="T38" fmla="*/ 50 w 59"/>
                <a:gd name="T39" fmla="*/ 4 h 63"/>
                <a:gd name="T40" fmla="*/ 45 w 59"/>
                <a:gd name="T41" fmla="*/ 7 h 63"/>
                <a:gd name="T42" fmla="*/ 40 w 59"/>
                <a:gd name="T43" fmla="*/ 20 h 63"/>
                <a:gd name="T44" fmla="*/ 29 w 59"/>
                <a:gd name="T45" fmla="*/ 39 h 63"/>
                <a:gd name="T46" fmla="*/ 15 w 59"/>
                <a:gd name="T47" fmla="*/ 49 h 63"/>
                <a:gd name="T48" fmla="*/ 12 w 59"/>
                <a:gd name="T49" fmla="*/ 41 h 63"/>
                <a:gd name="T50" fmla="*/ 14 w 59"/>
                <a:gd name="T51" fmla="*/ 31 h 63"/>
                <a:gd name="T52" fmla="*/ 18 w 59"/>
                <a:gd name="T53" fmla="*/ 1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9" h="63">
                  <a:moveTo>
                    <a:pt x="18" y="18"/>
                  </a:moveTo>
                  <a:cubicBezTo>
                    <a:pt x="20" y="13"/>
                    <a:pt x="21" y="9"/>
                    <a:pt x="21" y="7"/>
                  </a:cubicBezTo>
                  <a:cubicBezTo>
                    <a:pt x="21" y="5"/>
                    <a:pt x="20" y="4"/>
                    <a:pt x="19" y="2"/>
                  </a:cubicBezTo>
                  <a:cubicBezTo>
                    <a:pt x="17" y="1"/>
                    <a:pt x="15" y="0"/>
                    <a:pt x="13" y="0"/>
                  </a:cubicBezTo>
                  <a:cubicBezTo>
                    <a:pt x="10" y="0"/>
                    <a:pt x="8" y="2"/>
                    <a:pt x="6" y="5"/>
                  </a:cubicBezTo>
                  <a:cubicBezTo>
                    <a:pt x="6" y="9"/>
                    <a:pt x="5" y="14"/>
                    <a:pt x="3" y="22"/>
                  </a:cubicBezTo>
                  <a:cubicBezTo>
                    <a:pt x="1" y="31"/>
                    <a:pt x="0" y="38"/>
                    <a:pt x="0" y="43"/>
                  </a:cubicBezTo>
                  <a:cubicBezTo>
                    <a:pt x="0" y="49"/>
                    <a:pt x="1" y="54"/>
                    <a:pt x="4" y="57"/>
                  </a:cubicBezTo>
                  <a:cubicBezTo>
                    <a:pt x="7" y="60"/>
                    <a:pt x="10" y="62"/>
                    <a:pt x="13" y="62"/>
                  </a:cubicBezTo>
                  <a:cubicBezTo>
                    <a:pt x="18" y="62"/>
                    <a:pt x="23" y="60"/>
                    <a:pt x="28" y="56"/>
                  </a:cubicBezTo>
                  <a:cubicBezTo>
                    <a:pt x="33" y="52"/>
                    <a:pt x="37" y="46"/>
                    <a:pt x="41" y="40"/>
                  </a:cubicBezTo>
                  <a:cubicBezTo>
                    <a:pt x="41" y="47"/>
                    <a:pt x="41" y="53"/>
                    <a:pt x="43" y="57"/>
                  </a:cubicBezTo>
                  <a:cubicBezTo>
                    <a:pt x="45" y="61"/>
                    <a:pt x="47" y="63"/>
                    <a:pt x="50" y="63"/>
                  </a:cubicBezTo>
                  <a:cubicBezTo>
                    <a:pt x="52" y="63"/>
                    <a:pt x="54" y="63"/>
                    <a:pt x="56" y="62"/>
                  </a:cubicBezTo>
                  <a:cubicBezTo>
                    <a:pt x="58" y="60"/>
                    <a:pt x="59" y="59"/>
                    <a:pt x="59" y="58"/>
                  </a:cubicBezTo>
                  <a:cubicBezTo>
                    <a:pt x="59" y="57"/>
                    <a:pt x="58" y="56"/>
                    <a:pt x="57" y="55"/>
                  </a:cubicBezTo>
                  <a:cubicBezTo>
                    <a:pt x="53" y="53"/>
                    <a:pt x="52" y="47"/>
                    <a:pt x="52" y="37"/>
                  </a:cubicBezTo>
                  <a:cubicBezTo>
                    <a:pt x="52" y="29"/>
                    <a:pt x="53" y="21"/>
                    <a:pt x="55" y="14"/>
                  </a:cubicBezTo>
                  <a:cubicBezTo>
                    <a:pt x="56" y="12"/>
                    <a:pt x="56" y="11"/>
                    <a:pt x="56" y="11"/>
                  </a:cubicBezTo>
                  <a:cubicBezTo>
                    <a:pt x="56" y="6"/>
                    <a:pt x="54" y="4"/>
                    <a:pt x="50" y="4"/>
                  </a:cubicBezTo>
                  <a:cubicBezTo>
                    <a:pt x="48" y="4"/>
                    <a:pt x="46" y="5"/>
                    <a:pt x="45" y="7"/>
                  </a:cubicBezTo>
                  <a:cubicBezTo>
                    <a:pt x="43" y="9"/>
                    <a:pt x="42" y="13"/>
                    <a:pt x="40" y="20"/>
                  </a:cubicBezTo>
                  <a:cubicBezTo>
                    <a:pt x="38" y="26"/>
                    <a:pt x="35" y="33"/>
                    <a:pt x="29" y="39"/>
                  </a:cubicBezTo>
                  <a:cubicBezTo>
                    <a:pt x="23" y="46"/>
                    <a:pt x="19" y="49"/>
                    <a:pt x="15" y="49"/>
                  </a:cubicBezTo>
                  <a:cubicBezTo>
                    <a:pt x="13" y="49"/>
                    <a:pt x="12" y="46"/>
                    <a:pt x="12" y="41"/>
                  </a:cubicBezTo>
                  <a:cubicBezTo>
                    <a:pt x="12" y="40"/>
                    <a:pt x="13" y="36"/>
                    <a:pt x="14" y="31"/>
                  </a:cubicBezTo>
                  <a:cubicBezTo>
                    <a:pt x="15" y="25"/>
                    <a:pt x="17" y="21"/>
                    <a:pt x="18"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10"/>
            <p:cNvSpPr>
              <a:spLocks/>
            </p:cNvSpPr>
            <p:nvPr/>
          </p:nvSpPr>
          <p:spPr bwMode="auto">
            <a:xfrm>
              <a:off x="1155700" y="2281238"/>
              <a:ext cx="106363" cy="85725"/>
            </a:xfrm>
            <a:custGeom>
              <a:avLst/>
              <a:gdLst>
                <a:gd name="T0" fmla="*/ 16 w 73"/>
                <a:gd name="T1" fmla="*/ 2 h 59"/>
                <a:gd name="T2" fmla="*/ 11 w 73"/>
                <a:gd name="T3" fmla="*/ 0 h 59"/>
                <a:gd name="T4" fmla="*/ 6 w 73"/>
                <a:gd name="T5" fmla="*/ 3 h 59"/>
                <a:gd name="T6" fmla="*/ 4 w 73"/>
                <a:gd name="T7" fmla="*/ 9 h 59"/>
                <a:gd name="T8" fmla="*/ 2 w 73"/>
                <a:gd name="T9" fmla="*/ 39 h 59"/>
                <a:gd name="T10" fmla="*/ 0 w 73"/>
                <a:gd name="T11" fmla="*/ 51 h 59"/>
                <a:gd name="T12" fmla="*/ 9 w 73"/>
                <a:gd name="T13" fmla="*/ 59 h 59"/>
                <a:gd name="T14" fmla="*/ 12 w 73"/>
                <a:gd name="T15" fmla="*/ 58 h 59"/>
                <a:gd name="T16" fmla="*/ 13 w 73"/>
                <a:gd name="T17" fmla="*/ 54 h 59"/>
                <a:gd name="T18" fmla="*/ 26 w 73"/>
                <a:gd name="T19" fmla="*/ 32 h 59"/>
                <a:gd name="T20" fmla="*/ 40 w 73"/>
                <a:gd name="T21" fmla="*/ 16 h 59"/>
                <a:gd name="T22" fmla="*/ 46 w 73"/>
                <a:gd name="T23" fmla="*/ 31 h 59"/>
                <a:gd name="T24" fmla="*/ 50 w 73"/>
                <a:gd name="T25" fmla="*/ 50 h 59"/>
                <a:gd name="T26" fmla="*/ 50 w 73"/>
                <a:gd name="T27" fmla="*/ 50 h 59"/>
                <a:gd name="T28" fmla="*/ 59 w 73"/>
                <a:gd name="T29" fmla="*/ 56 h 59"/>
                <a:gd name="T30" fmla="*/ 69 w 73"/>
                <a:gd name="T31" fmla="*/ 53 h 59"/>
                <a:gd name="T32" fmla="*/ 73 w 73"/>
                <a:gd name="T33" fmla="*/ 47 h 59"/>
                <a:gd name="T34" fmla="*/ 70 w 73"/>
                <a:gd name="T35" fmla="*/ 43 h 59"/>
                <a:gd name="T36" fmla="*/ 67 w 73"/>
                <a:gd name="T37" fmla="*/ 44 h 59"/>
                <a:gd name="T38" fmla="*/ 64 w 73"/>
                <a:gd name="T39" fmla="*/ 45 h 59"/>
                <a:gd name="T40" fmla="*/ 58 w 73"/>
                <a:gd name="T41" fmla="*/ 23 h 59"/>
                <a:gd name="T42" fmla="*/ 43 w 73"/>
                <a:gd name="T43" fmla="*/ 2 h 59"/>
                <a:gd name="T44" fmla="*/ 15 w 73"/>
                <a:gd name="T45" fmla="*/ 32 h 59"/>
                <a:gd name="T46" fmla="*/ 18 w 73"/>
                <a:gd name="T47" fmla="*/ 10 h 59"/>
                <a:gd name="T48" fmla="*/ 16 w 73"/>
                <a:gd name="T49" fmla="*/ 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3" h="59">
                  <a:moveTo>
                    <a:pt x="16" y="2"/>
                  </a:moveTo>
                  <a:cubicBezTo>
                    <a:pt x="15" y="0"/>
                    <a:pt x="14" y="0"/>
                    <a:pt x="11" y="0"/>
                  </a:cubicBezTo>
                  <a:cubicBezTo>
                    <a:pt x="10" y="0"/>
                    <a:pt x="8" y="1"/>
                    <a:pt x="6" y="3"/>
                  </a:cubicBezTo>
                  <a:cubicBezTo>
                    <a:pt x="5" y="5"/>
                    <a:pt x="4" y="7"/>
                    <a:pt x="4" y="9"/>
                  </a:cubicBezTo>
                  <a:cubicBezTo>
                    <a:pt x="4" y="21"/>
                    <a:pt x="3" y="31"/>
                    <a:pt x="2" y="39"/>
                  </a:cubicBezTo>
                  <a:cubicBezTo>
                    <a:pt x="1" y="45"/>
                    <a:pt x="0" y="50"/>
                    <a:pt x="0" y="51"/>
                  </a:cubicBezTo>
                  <a:cubicBezTo>
                    <a:pt x="0" y="57"/>
                    <a:pt x="3" y="59"/>
                    <a:pt x="9" y="59"/>
                  </a:cubicBezTo>
                  <a:cubicBezTo>
                    <a:pt x="10" y="59"/>
                    <a:pt x="11" y="59"/>
                    <a:pt x="12" y="58"/>
                  </a:cubicBezTo>
                  <a:cubicBezTo>
                    <a:pt x="12" y="57"/>
                    <a:pt x="13" y="56"/>
                    <a:pt x="13" y="54"/>
                  </a:cubicBezTo>
                  <a:cubicBezTo>
                    <a:pt x="15" y="49"/>
                    <a:pt x="19" y="42"/>
                    <a:pt x="26" y="32"/>
                  </a:cubicBezTo>
                  <a:cubicBezTo>
                    <a:pt x="33" y="21"/>
                    <a:pt x="38" y="16"/>
                    <a:pt x="40" y="16"/>
                  </a:cubicBezTo>
                  <a:cubicBezTo>
                    <a:pt x="43" y="16"/>
                    <a:pt x="45" y="21"/>
                    <a:pt x="46" y="31"/>
                  </a:cubicBezTo>
                  <a:cubicBezTo>
                    <a:pt x="47" y="41"/>
                    <a:pt x="48" y="47"/>
                    <a:pt x="50" y="50"/>
                  </a:cubicBezTo>
                  <a:cubicBezTo>
                    <a:pt x="50" y="50"/>
                    <a:pt x="50" y="50"/>
                    <a:pt x="50" y="50"/>
                  </a:cubicBezTo>
                  <a:cubicBezTo>
                    <a:pt x="52" y="54"/>
                    <a:pt x="55" y="56"/>
                    <a:pt x="59" y="56"/>
                  </a:cubicBezTo>
                  <a:cubicBezTo>
                    <a:pt x="63" y="56"/>
                    <a:pt x="66" y="55"/>
                    <a:pt x="69" y="53"/>
                  </a:cubicBezTo>
                  <a:cubicBezTo>
                    <a:pt x="71" y="51"/>
                    <a:pt x="73" y="49"/>
                    <a:pt x="73" y="47"/>
                  </a:cubicBezTo>
                  <a:cubicBezTo>
                    <a:pt x="73" y="45"/>
                    <a:pt x="72" y="43"/>
                    <a:pt x="70" y="43"/>
                  </a:cubicBezTo>
                  <a:cubicBezTo>
                    <a:pt x="69" y="43"/>
                    <a:pt x="68" y="44"/>
                    <a:pt x="67" y="44"/>
                  </a:cubicBezTo>
                  <a:cubicBezTo>
                    <a:pt x="66" y="45"/>
                    <a:pt x="65" y="45"/>
                    <a:pt x="64" y="45"/>
                  </a:cubicBezTo>
                  <a:cubicBezTo>
                    <a:pt x="62" y="45"/>
                    <a:pt x="60" y="38"/>
                    <a:pt x="58" y="23"/>
                  </a:cubicBezTo>
                  <a:cubicBezTo>
                    <a:pt x="57" y="9"/>
                    <a:pt x="52" y="2"/>
                    <a:pt x="43" y="2"/>
                  </a:cubicBezTo>
                  <a:cubicBezTo>
                    <a:pt x="33" y="2"/>
                    <a:pt x="23" y="12"/>
                    <a:pt x="15" y="32"/>
                  </a:cubicBezTo>
                  <a:cubicBezTo>
                    <a:pt x="17" y="21"/>
                    <a:pt x="18" y="14"/>
                    <a:pt x="18" y="10"/>
                  </a:cubicBezTo>
                  <a:cubicBezTo>
                    <a:pt x="18" y="6"/>
                    <a:pt x="18" y="3"/>
                    <a:pt x="16"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11"/>
            <p:cNvSpPr>
              <a:spLocks/>
            </p:cNvSpPr>
            <p:nvPr/>
          </p:nvSpPr>
          <p:spPr bwMode="auto">
            <a:xfrm>
              <a:off x="1263650" y="2246313"/>
              <a:ext cx="82550" cy="123825"/>
            </a:xfrm>
            <a:custGeom>
              <a:avLst/>
              <a:gdLst>
                <a:gd name="T0" fmla="*/ 35 w 57"/>
                <a:gd name="T1" fmla="*/ 2 h 85"/>
                <a:gd name="T2" fmla="*/ 30 w 57"/>
                <a:gd name="T3" fmla="*/ 0 h 85"/>
                <a:gd name="T4" fmla="*/ 23 w 57"/>
                <a:gd name="T5" fmla="*/ 7 h 85"/>
                <a:gd name="T6" fmla="*/ 18 w 57"/>
                <a:gd name="T7" fmla="*/ 25 h 85"/>
                <a:gd name="T8" fmla="*/ 6 w 57"/>
                <a:gd name="T9" fmla="*/ 25 h 85"/>
                <a:gd name="T10" fmla="*/ 0 w 57"/>
                <a:gd name="T11" fmla="*/ 30 h 85"/>
                <a:gd name="T12" fmla="*/ 3 w 57"/>
                <a:gd name="T13" fmla="*/ 36 h 85"/>
                <a:gd name="T14" fmla="*/ 8 w 57"/>
                <a:gd name="T15" fmla="*/ 37 h 85"/>
                <a:gd name="T16" fmla="*/ 10 w 57"/>
                <a:gd name="T17" fmla="*/ 37 h 85"/>
                <a:gd name="T18" fmla="*/ 15 w 57"/>
                <a:gd name="T19" fmla="*/ 37 h 85"/>
                <a:gd name="T20" fmla="*/ 9 w 57"/>
                <a:gd name="T21" fmla="*/ 68 h 85"/>
                <a:gd name="T22" fmla="*/ 13 w 57"/>
                <a:gd name="T23" fmla="*/ 81 h 85"/>
                <a:gd name="T24" fmla="*/ 24 w 57"/>
                <a:gd name="T25" fmla="*/ 85 h 85"/>
                <a:gd name="T26" fmla="*/ 42 w 57"/>
                <a:gd name="T27" fmla="*/ 79 h 85"/>
                <a:gd name="T28" fmla="*/ 50 w 57"/>
                <a:gd name="T29" fmla="*/ 67 h 85"/>
                <a:gd name="T30" fmla="*/ 49 w 57"/>
                <a:gd name="T31" fmla="*/ 65 h 85"/>
                <a:gd name="T32" fmla="*/ 46 w 57"/>
                <a:gd name="T33" fmla="*/ 64 h 85"/>
                <a:gd name="T34" fmla="*/ 41 w 57"/>
                <a:gd name="T35" fmla="*/ 67 h 85"/>
                <a:gd name="T36" fmla="*/ 33 w 57"/>
                <a:gd name="T37" fmla="*/ 72 h 85"/>
                <a:gd name="T38" fmla="*/ 27 w 57"/>
                <a:gd name="T39" fmla="*/ 73 h 85"/>
                <a:gd name="T40" fmla="*/ 24 w 57"/>
                <a:gd name="T41" fmla="*/ 71 h 85"/>
                <a:gd name="T42" fmla="*/ 23 w 57"/>
                <a:gd name="T43" fmla="*/ 64 h 85"/>
                <a:gd name="T44" fmla="*/ 26 w 57"/>
                <a:gd name="T45" fmla="*/ 49 h 85"/>
                <a:gd name="T46" fmla="*/ 29 w 57"/>
                <a:gd name="T47" fmla="*/ 36 h 85"/>
                <a:gd name="T48" fmla="*/ 49 w 57"/>
                <a:gd name="T49" fmla="*/ 33 h 85"/>
                <a:gd name="T50" fmla="*/ 57 w 57"/>
                <a:gd name="T51" fmla="*/ 26 h 85"/>
                <a:gd name="T52" fmla="*/ 56 w 57"/>
                <a:gd name="T53" fmla="*/ 23 h 85"/>
                <a:gd name="T54" fmla="*/ 52 w 57"/>
                <a:gd name="T55" fmla="*/ 22 h 85"/>
                <a:gd name="T56" fmla="*/ 32 w 57"/>
                <a:gd name="T57" fmla="*/ 24 h 85"/>
                <a:gd name="T58" fmla="*/ 37 w 57"/>
                <a:gd name="T59" fmla="*/ 6 h 85"/>
                <a:gd name="T60" fmla="*/ 35 w 57"/>
                <a:gd name="T61" fmla="*/ 2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7" h="85">
                  <a:moveTo>
                    <a:pt x="35" y="2"/>
                  </a:moveTo>
                  <a:cubicBezTo>
                    <a:pt x="34" y="0"/>
                    <a:pt x="33" y="0"/>
                    <a:pt x="30" y="0"/>
                  </a:cubicBezTo>
                  <a:cubicBezTo>
                    <a:pt x="27" y="0"/>
                    <a:pt x="24" y="2"/>
                    <a:pt x="23" y="7"/>
                  </a:cubicBezTo>
                  <a:cubicBezTo>
                    <a:pt x="21" y="14"/>
                    <a:pt x="20" y="20"/>
                    <a:pt x="18" y="25"/>
                  </a:cubicBezTo>
                  <a:cubicBezTo>
                    <a:pt x="6" y="25"/>
                    <a:pt x="6" y="25"/>
                    <a:pt x="6" y="25"/>
                  </a:cubicBezTo>
                  <a:cubicBezTo>
                    <a:pt x="2" y="25"/>
                    <a:pt x="0" y="27"/>
                    <a:pt x="0" y="30"/>
                  </a:cubicBezTo>
                  <a:cubicBezTo>
                    <a:pt x="0" y="33"/>
                    <a:pt x="1" y="35"/>
                    <a:pt x="3" y="36"/>
                  </a:cubicBezTo>
                  <a:cubicBezTo>
                    <a:pt x="5" y="37"/>
                    <a:pt x="7" y="37"/>
                    <a:pt x="8" y="37"/>
                  </a:cubicBezTo>
                  <a:cubicBezTo>
                    <a:pt x="10" y="37"/>
                    <a:pt x="10" y="37"/>
                    <a:pt x="10" y="37"/>
                  </a:cubicBezTo>
                  <a:cubicBezTo>
                    <a:pt x="11" y="37"/>
                    <a:pt x="12" y="37"/>
                    <a:pt x="15" y="37"/>
                  </a:cubicBezTo>
                  <a:cubicBezTo>
                    <a:pt x="11" y="52"/>
                    <a:pt x="9" y="63"/>
                    <a:pt x="9" y="68"/>
                  </a:cubicBezTo>
                  <a:cubicBezTo>
                    <a:pt x="9" y="74"/>
                    <a:pt x="10" y="78"/>
                    <a:pt x="13" y="81"/>
                  </a:cubicBezTo>
                  <a:cubicBezTo>
                    <a:pt x="16" y="84"/>
                    <a:pt x="19" y="85"/>
                    <a:pt x="24" y="85"/>
                  </a:cubicBezTo>
                  <a:cubicBezTo>
                    <a:pt x="31" y="85"/>
                    <a:pt x="36" y="83"/>
                    <a:pt x="42" y="79"/>
                  </a:cubicBezTo>
                  <a:cubicBezTo>
                    <a:pt x="47" y="75"/>
                    <a:pt x="50" y="71"/>
                    <a:pt x="50" y="67"/>
                  </a:cubicBezTo>
                  <a:cubicBezTo>
                    <a:pt x="50" y="67"/>
                    <a:pt x="50" y="66"/>
                    <a:pt x="49" y="65"/>
                  </a:cubicBezTo>
                  <a:cubicBezTo>
                    <a:pt x="48" y="65"/>
                    <a:pt x="47" y="64"/>
                    <a:pt x="46" y="64"/>
                  </a:cubicBezTo>
                  <a:cubicBezTo>
                    <a:pt x="45" y="64"/>
                    <a:pt x="43" y="65"/>
                    <a:pt x="41" y="67"/>
                  </a:cubicBezTo>
                  <a:cubicBezTo>
                    <a:pt x="38" y="69"/>
                    <a:pt x="35" y="71"/>
                    <a:pt x="33" y="72"/>
                  </a:cubicBezTo>
                  <a:cubicBezTo>
                    <a:pt x="31" y="73"/>
                    <a:pt x="29" y="73"/>
                    <a:pt x="27" y="73"/>
                  </a:cubicBezTo>
                  <a:cubicBezTo>
                    <a:pt x="26" y="73"/>
                    <a:pt x="25" y="72"/>
                    <a:pt x="24" y="71"/>
                  </a:cubicBezTo>
                  <a:cubicBezTo>
                    <a:pt x="23" y="70"/>
                    <a:pt x="23" y="68"/>
                    <a:pt x="23" y="64"/>
                  </a:cubicBezTo>
                  <a:cubicBezTo>
                    <a:pt x="23" y="63"/>
                    <a:pt x="24" y="57"/>
                    <a:pt x="26" y="49"/>
                  </a:cubicBezTo>
                  <a:cubicBezTo>
                    <a:pt x="27" y="40"/>
                    <a:pt x="29" y="36"/>
                    <a:pt x="29" y="36"/>
                  </a:cubicBezTo>
                  <a:cubicBezTo>
                    <a:pt x="49" y="33"/>
                    <a:pt x="49" y="33"/>
                    <a:pt x="49" y="33"/>
                  </a:cubicBezTo>
                  <a:cubicBezTo>
                    <a:pt x="54" y="32"/>
                    <a:pt x="57" y="30"/>
                    <a:pt x="57" y="26"/>
                  </a:cubicBezTo>
                  <a:cubicBezTo>
                    <a:pt x="57" y="25"/>
                    <a:pt x="57" y="23"/>
                    <a:pt x="56" y="23"/>
                  </a:cubicBezTo>
                  <a:cubicBezTo>
                    <a:pt x="56" y="22"/>
                    <a:pt x="54" y="22"/>
                    <a:pt x="52" y="22"/>
                  </a:cubicBezTo>
                  <a:cubicBezTo>
                    <a:pt x="51" y="22"/>
                    <a:pt x="44" y="23"/>
                    <a:pt x="32" y="24"/>
                  </a:cubicBezTo>
                  <a:cubicBezTo>
                    <a:pt x="36" y="12"/>
                    <a:pt x="37" y="6"/>
                    <a:pt x="37" y="6"/>
                  </a:cubicBezTo>
                  <a:cubicBezTo>
                    <a:pt x="37" y="4"/>
                    <a:pt x="37" y="3"/>
                    <a:pt x="3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12"/>
            <p:cNvSpPr>
              <a:spLocks/>
            </p:cNvSpPr>
            <p:nvPr/>
          </p:nvSpPr>
          <p:spPr bwMode="auto">
            <a:xfrm>
              <a:off x="1341437" y="2271713"/>
              <a:ext cx="69850" cy="100013"/>
            </a:xfrm>
            <a:custGeom>
              <a:avLst/>
              <a:gdLst>
                <a:gd name="T0" fmla="*/ 26 w 48"/>
                <a:gd name="T1" fmla="*/ 55 h 70"/>
                <a:gd name="T2" fmla="*/ 14 w 48"/>
                <a:gd name="T3" fmla="*/ 57 h 70"/>
                <a:gd name="T4" fmla="*/ 10 w 48"/>
                <a:gd name="T5" fmla="*/ 56 h 70"/>
                <a:gd name="T6" fmla="*/ 7 w 48"/>
                <a:gd name="T7" fmla="*/ 55 h 70"/>
                <a:gd name="T8" fmla="*/ 2 w 48"/>
                <a:gd name="T9" fmla="*/ 57 h 70"/>
                <a:gd name="T10" fmla="*/ 0 w 48"/>
                <a:gd name="T11" fmla="*/ 62 h 70"/>
                <a:gd name="T12" fmla="*/ 10 w 48"/>
                <a:gd name="T13" fmla="*/ 70 h 70"/>
                <a:gd name="T14" fmla="*/ 35 w 48"/>
                <a:gd name="T15" fmla="*/ 64 h 70"/>
                <a:gd name="T16" fmla="*/ 47 w 48"/>
                <a:gd name="T17" fmla="*/ 50 h 70"/>
                <a:gd name="T18" fmla="*/ 44 w 48"/>
                <a:gd name="T19" fmla="*/ 42 h 70"/>
                <a:gd name="T20" fmla="*/ 31 w 48"/>
                <a:gd name="T21" fmla="*/ 33 h 70"/>
                <a:gd name="T22" fmla="*/ 22 w 48"/>
                <a:gd name="T23" fmla="*/ 28 h 70"/>
                <a:gd name="T24" fmla="*/ 19 w 48"/>
                <a:gd name="T25" fmla="*/ 24 h 70"/>
                <a:gd name="T26" fmla="*/ 26 w 48"/>
                <a:gd name="T27" fmla="*/ 16 h 70"/>
                <a:gd name="T28" fmla="*/ 37 w 48"/>
                <a:gd name="T29" fmla="*/ 12 h 70"/>
                <a:gd name="T30" fmla="*/ 39 w 48"/>
                <a:gd name="T31" fmla="*/ 13 h 70"/>
                <a:gd name="T32" fmla="*/ 42 w 48"/>
                <a:gd name="T33" fmla="*/ 14 h 70"/>
                <a:gd name="T34" fmla="*/ 45 w 48"/>
                <a:gd name="T35" fmla="*/ 12 h 70"/>
                <a:gd name="T36" fmla="*/ 48 w 48"/>
                <a:gd name="T37" fmla="*/ 8 h 70"/>
                <a:gd name="T38" fmla="*/ 38 w 48"/>
                <a:gd name="T39" fmla="*/ 0 h 70"/>
                <a:gd name="T40" fmla="*/ 17 w 48"/>
                <a:gd name="T41" fmla="*/ 7 h 70"/>
                <a:gd name="T42" fmla="*/ 5 w 48"/>
                <a:gd name="T43" fmla="*/ 25 h 70"/>
                <a:gd name="T44" fmla="*/ 8 w 48"/>
                <a:gd name="T45" fmla="*/ 34 h 70"/>
                <a:gd name="T46" fmla="*/ 24 w 48"/>
                <a:gd name="T47" fmla="*/ 44 h 70"/>
                <a:gd name="T48" fmla="*/ 33 w 48"/>
                <a:gd name="T49" fmla="*/ 51 h 70"/>
                <a:gd name="T50" fmla="*/ 26 w 48"/>
                <a:gd name="T51" fmla="*/ 5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70">
                  <a:moveTo>
                    <a:pt x="26" y="55"/>
                  </a:moveTo>
                  <a:cubicBezTo>
                    <a:pt x="22" y="57"/>
                    <a:pt x="18" y="57"/>
                    <a:pt x="14" y="57"/>
                  </a:cubicBezTo>
                  <a:cubicBezTo>
                    <a:pt x="13" y="57"/>
                    <a:pt x="12" y="57"/>
                    <a:pt x="10" y="56"/>
                  </a:cubicBezTo>
                  <a:cubicBezTo>
                    <a:pt x="8" y="56"/>
                    <a:pt x="7" y="55"/>
                    <a:pt x="7" y="55"/>
                  </a:cubicBezTo>
                  <a:cubicBezTo>
                    <a:pt x="5" y="55"/>
                    <a:pt x="3" y="56"/>
                    <a:pt x="2" y="57"/>
                  </a:cubicBezTo>
                  <a:cubicBezTo>
                    <a:pt x="0" y="59"/>
                    <a:pt x="0" y="60"/>
                    <a:pt x="0" y="62"/>
                  </a:cubicBezTo>
                  <a:cubicBezTo>
                    <a:pt x="0" y="67"/>
                    <a:pt x="3" y="70"/>
                    <a:pt x="10" y="70"/>
                  </a:cubicBezTo>
                  <a:cubicBezTo>
                    <a:pt x="19" y="70"/>
                    <a:pt x="28" y="68"/>
                    <a:pt x="35" y="64"/>
                  </a:cubicBezTo>
                  <a:cubicBezTo>
                    <a:pt x="43" y="60"/>
                    <a:pt x="47" y="56"/>
                    <a:pt x="47" y="50"/>
                  </a:cubicBezTo>
                  <a:cubicBezTo>
                    <a:pt x="47" y="47"/>
                    <a:pt x="46" y="44"/>
                    <a:pt x="44" y="42"/>
                  </a:cubicBezTo>
                  <a:cubicBezTo>
                    <a:pt x="41" y="39"/>
                    <a:pt x="37" y="36"/>
                    <a:pt x="31" y="33"/>
                  </a:cubicBezTo>
                  <a:cubicBezTo>
                    <a:pt x="26" y="31"/>
                    <a:pt x="23" y="29"/>
                    <a:pt x="22" y="28"/>
                  </a:cubicBezTo>
                  <a:cubicBezTo>
                    <a:pt x="20" y="27"/>
                    <a:pt x="19" y="25"/>
                    <a:pt x="19" y="24"/>
                  </a:cubicBezTo>
                  <a:cubicBezTo>
                    <a:pt x="19" y="21"/>
                    <a:pt x="21" y="18"/>
                    <a:pt x="26" y="16"/>
                  </a:cubicBezTo>
                  <a:cubicBezTo>
                    <a:pt x="30" y="13"/>
                    <a:pt x="33" y="12"/>
                    <a:pt x="37" y="12"/>
                  </a:cubicBezTo>
                  <a:cubicBezTo>
                    <a:pt x="37" y="12"/>
                    <a:pt x="38" y="12"/>
                    <a:pt x="39" y="13"/>
                  </a:cubicBezTo>
                  <a:cubicBezTo>
                    <a:pt x="40" y="13"/>
                    <a:pt x="41" y="14"/>
                    <a:pt x="42" y="14"/>
                  </a:cubicBezTo>
                  <a:cubicBezTo>
                    <a:pt x="43" y="14"/>
                    <a:pt x="44" y="13"/>
                    <a:pt x="45" y="12"/>
                  </a:cubicBezTo>
                  <a:cubicBezTo>
                    <a:pt x="47" y="11"/>
                    <a:pt x="48" y="9"/>
                    <a:pt x="48" y="8"/>
                  </a:cubicBezTo>
                  <a:cubicBezTo>
                    <a:pt x="48" y="2"/>
                    <a:pt x="44" y="0"/>
                    <a:pt x="38" y="0"/>
                  </a:cubicBezTo>
                  <a:cubicBezTo>
                    <a:pt x="31" y="0"/>
                    <a:pt x="24" y="2"/>
                    <a:pt x="17" y="7"/>
                  </a:cubicBezTo>
                  <a:cubicBezTo>
                    <a:pt x="9" y="12"/>
                    <a:pt x="5" y="18"/>
                    <a:pt x="5" y="25"/>
                  </a:cubicBezTo>
                  <a:cubicBezTo>
                    <a:pt x="5" y="28"/>
                    <a:pt x="6" y="31"/>
                    <a:pt x="8" y="34"/>
                  </a:cubicBezTo>
                  <a:cubicBezTo>
                    <a:pt x="11" y="37"/>
                    <a:pt x="16" y="40"/>
                    <a:pt x="24" y="44"/>
                  </a:cubicBezTo>
                  <a:cubicBezTo>
                    <a:pt x="30" y="47"/>
                    <a:pt x="33" y="49"/>
                    <a:pt x="33" y="51"/>
                  </a:cubicBezTo>
                  <a:cubicBezTo>
                    <a:pt x="32" y="53"/>
                    <a:pt x="30" y="54"/>
                    <a:pt x="26" y="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13"/>
            <p:cNvSpPr>
              <a:spLocks noEditPoints="1"/>
            </p:cNvSpPr>
            <p:nvPr/>
          </p:nvSpPr>
          <p:spPr bwMode="auto">
            <a:xfrm>
              <a:off x="719137" y="2447926"/>
              <a:ext cx="104775" cy="127000"/>
            </a:xfrm>
            <a:custGeom>
              <a:avLst/>
              <a:gdLst>
                <a:gd name="T0" fmla="*/ 17 w 72"/>
                <a:gd name="T1" fmla="*/ 4 h 88"/>
                <a:gd name="T2" fmla="*/ 2 w 72"/>
                <a:gd name="T3" fmla="*/ 12 h 88"/>
                <a:gd name="T4" fmla="*/ 5 w 72"/>
                <a:gd name="T5" fmla="*/ 19 h 88"/>
                <a:gd name="T6" fmla="*/ 6 w 72"/>
                <a:gd name="T7" fmla="*/ 24 h 88"/>
                <a:gd name="T8" fmla="*/ 3 w 72"/>
                <a:gd name="T9" fmla="*/ 49 h 88"/>
                <a:gd name="T10" fmla="*/ 0 w 72"/>
                <a:gd name="T11" fmla="*/ 80 h 88"/>
                <a:gd name="T12" fmla="*/ 7 w 72"/>
                <a:gd name="T13" fmla="*/ 88 h 88"/>
                <a:gd name="T14" fmla="*/ 12 w 72"/>
                <a:gd name="T15" fmla="*/ 86 h 88"/>
                <a:gd name="T16" fmla="*/ 14 w 72"/>
                <a:gd name="T17" fmla="*/ 80 h 88"/>
                <a:gd name="T18" fmla="*/ 15 w 72"/>
                <a:gd name="T19" fmla="*/ 59 h 88"/>
                <a:gd name="T20" fmla="*/ 24 w 72"/>
                <a:gd name="T21" fmla="*/ 57 h 88"/>
                <a:gd name="T22" fmla="*/ 58 w 72"/>
                <a:gd name="T23" fmla="*/ 43 h 88"/>
                <a:gd name="T24" fmla="*/ 72 w 72"/>
                <a:gd name="T25" fmla="*/ 20 h 88"/>
                <a:gd name="T26" fmla="*/ 65 w 72"/>
                <a:gd name="T27" fmla="*/ 5 h 88"/>
                <a:gd name="T28" fmla="*/ 44 w 72"/>
                <a:gd name="T29" fmla="*/ 0 h 88"/>
                <a:gd name="T30" fmla="*/ 17 w 72"/>
                <a:gd name="T31" fmla="*/ 4 h 88"/>
                <a:gd name="T32" fmla="*/ 59 w 72"/>
                <a:gd name="T33" fmla="*/ 21 h 88"/>
                <a:gd name="T34" fmla="*/ 46 w 72"/>
                <a:gd name="T35" fmla="*/ 36 h 88"/>
                <a:gd name="T36" fmla="*/ 17 w 72"/>
                <a:gd name="T37" fmla="*/ 46 h 88"/>
                <a:gd name="T38" fmla="*/ 20 w 72"/>
                <a:gd name="T39" fmla="*/ 16 h 88"/>
                <a:gd name="T40" fmla="*/ 44 w 72"/>
                <a:gd name="T41" fmla="*/ 12 h 88"/>
                <a:gd name="T42" fmla="*/ 59 w 72"/>
                <a:gd name="T43" fmla="*/ 2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2" h="88">
                  <a:moveTo>
                    <a:pt x="17" y="4"/>
                  </a:moveTo>
                  <a:cubicBezTo>
                    <a:pt x="7" y="6"/>
                    <a:pt x="2" y="9"/>
                    <a:pt x="2" y="12"/>
                  </a:cubicBezTo>
                  <a:cubicBezTo>
                    <a:pt x="2" y="15"/>
                    <a:pt x="3" y="18"/>
                    <a:pt x="5" y="19"/>
                  </a:cubicBezTo>
                  <a:cubicBezTo>
                    <a:pt x="6" y="19"/>
                    <a:pt x="6" y="21"/>
                    <a:pt x="6" y="24"/>
                  </a:cubicBezTo>
                  <a:cubicBezTo>
                    <a:pt x="6" y="27"/>
                    <a:pt x="5" y="35"/>
                    <a:pt x="3" y="49"/>
                  </a:cubicBezTo>
                  <a:cubicBezTo>
                    <a:pt x="1" y="67"/>
                    <a:pt x="0" y="77"/>
                    <a:pt x="0" y="80"/>
                  </a:cubicBezTo>
                  <a:cubicBezTo>
                    <a:pt x="0" y="86"/>
                    <a:pt x="2" y="88"/>
                    <a:pt x="7" y="88"/>
                  </a:cubicBezTo>
                  <a:cubicBezTo>
                    <a:pt x="9" y="88"/>
                    <a:pt x="11" y="88"/>
                    <a:pt x="12" y="86"/>
                  </a:cubicBezTo>
                  <a:cubicBezTo>
                    <a:pt x="13" y="84"/>
                    <a:pt x="14" y="82"/>
                    <a:pt x="14" y="80"/>
                  </a:cubicBezTo>
                  <a:cubicBezTo>
                    <a:pt x="14" y="75"/>
                    <a:pt x="14" y="68"/>
                    <a:pt x="15" y="59"/>
                  </a:cubicBezTo>
                  <a:cubicBezTo>
                    <a:pt x="16" y="59"/>
                    <a:pt x="19" y="58"/>
                    <a:pt x="24" y="57"/>
                  </a:cubicBezTo>
                  <a:cubicBezTo>
                    <a:pt x="37" y="54"/>
                    <a:pt x="49" y="49"/>
                    <a:pt x="58" y="43"/>
                  </a:cubicBezTo>
                  <a:cubicBezTo>
                    <a:pt x="68" y="36"/>
                    <a:pt x="72" y="29"/>
                    <a:pt x="72" y="20"/>
                  </a:cubicBezTo>
                  <a:cubicBezTo>
                    <a:pt x="72" y="14"/>
                    <a:pt x="70" y="9"/>
                    <a:pt x="65" y="5"/>
                  </a:cubicBezTo>
                  <a:cubicBezTo>
                    <a:pt x="59" y="2"/>
                    <a:pt x="53" y="0"/>
                    <a:pt x="44" y="0"/>
                  </a:cubicBezTo>
                  <a:cubicBezTo>
                    <a:pt x="37" y="0"/>
                    <a:pt x="28" y="1"/>
                    <a:pt x="17" y="4"/>
                  </a:cubicBezTo>
                  <a:close/>
                  <a:moveTo>
                    <a:pt x="59" y="21"/>
                  </a:moveTo>
                  <a:cubicBezTo>
                    <a:pt x="59" y="26"/>
                    <a:pt x="54" y="31"/>
                    <a:pt x="46" y="36"/>
                  </a:cubicBezTo>
                  <a:cubicBezTo>
                    <a:pt x="38" y="41"/>
                    <a:pt x="28" y="44"/>
                    <a:pt x="17" y="46"/>
                  </a:cubicBezTo>
                  <a:cubicBezTo>
                    <a:pt x="20" y="16"/>
                    <a:pt x="20" y="16"/>
                    <a:pt x="20" y="16"/>
                  </a:cubicBezTo>
                  <a:cubicBezTo>
                    <a:pt x="29" y="13"/>
                    <a:pt x="37" y="12"/>
                    <a:pt x="44" y="12"/>
                  </a:cubicBezTo>
                  <a:cubicBezTo>
                    <a:pt x="54" y="12"/>
                    <a:pt x="59" y="15"/>
                    <a:pt x="59"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14"/>
            <p:cNvSpPr>
              <a:spLocks noEditPoints="1"/>
            </p:cNvSpPr>
            <p:nvPr/>
          </p:nvSpPr>
          <p:spPr bwMode="auto">
            <a:xfrm>
              <a:off x="823912" y="2479676"/>
              <a:ext cx="88900" cy="93663"/>
            </a:xfrm>
            <a:custGeom>
              <a:avLst/>
              <a:gdLst>
                <a:gd name="T0" fmla="*/ 14 w 61"/>
                <a:gd name="T1" fmla="*/ 17 h 65"/>
                <a:gd name="T2" fmla="*/ 0 w 61"/>
                <a:gd name="T3" fmla="*/ 49 h 65"/>
                <a:gd name="T4" fmla="*/ 4 w 61"/>
                <a:gd name="T5" fmla="*/ 60 h 65"/>
                <a:gd name="T6" fmla="*/ 13 w 61"/>
                <a:gd name="T7" fmla="*/ 64 h 65"/>
                <a:gd name="T8" fmla="*/ 42 w 61"/>
                <a:gd name="T9" fmla="*/ 44 h 65"/>
                <a:gd name="T10" fmla="*/ 52 w 61"/>
                <a:gd name="T11" fmla="*/ 65 h 65"/>
                <a:gd name="T12" fmla="*/ 58 w 61"/>
                <a:gd name="T13" fmla="*/ 63 h 65"/>
                <a:gd name="T14" fmla="*/ 61 w 61"/>
                <a:gd name="T15" fmla="*/ 58 h 65"/>
                <a:gd name="T16" fmla="*/ 59 w 61"/>
                <a:gd name="T17" fmla="*/ 55 h 65"/>
                <a:gd name="T18" fmla="*/ 56 w 61"/>
                <a:gd name="T19" fmla="*/ 53 h 65"/>
                <a:gd name="T20" fmla="*/ 54 w 61"/>
                <a:gd name="T21" fmla="*/ 50 h 65"/>
                <a:gd name="T22" fmla="*/ 53 w 61"/>
                <a:gd name="T23" fmla="*/ 39 h 65"/>
                <a:gd name="T24" fmla="*/ 56 w 61"/>
                <a:gd name="T25" fmla="*/ 20 h 65"/>
                <a:gd name="T26" fmla="*/ 57 w 61"/>
                <a:gd name="T27" fmla="*/ 12 h 65"/>
                <a:gd name="T28" fmla="*/ 50 w 61"/>
                <a:gd name="T29" fmla="*/ 7 h 65"/>
                <a:gd name="T30" fmla="*/ 41 w 61"/>
                <a:gd name="T31" fmla="*/ 0 h 65"/>
                <a:gd name="T32" fmla="*/ 14 w 61"/>
                <a:gd name="T33" fmla="*/ 17 h 65"/>
                <a:gd name="T34" fmla="*/ 39 w 61"/>
                <a:gd name="T35" fmla="*/ 12 h 65"/>
                <a:gd name="T36" fmla="*/ 42 w 61"/>
                <a:gd name="T37" fmla="*/ 13 h 65"/>
                <a:gd name="T38" fmla="*/ 43 w 61"/>
                <a:gd name="T39" fmla="*/ 18 h 65"/>
                <a:gd name="T40" fmla="*/ 33 w 61"/>
                <a:gd name="T41" fmla="*/ 39 h 65"/>
                <a:gd name="T42" fmla="*/ 16 w 61"/>
                <a:gd name="T43" fmla="*/ 51 h 65"/>
                <a:gd name="T44" fmla="*/ 14 w 61"/>
                <a:gd name="T45" fmla="*/ 46 h 65"/>
                <a:gd name="T46" fmla="*/ 24 w 61"/>
                <a:gd name="T47" fmla="*/ 25 h 65"/>
                <a:gd name="T48" fmla="*/ 39 w 61"/>
                <a:gd name="T49" fmla="*/ 1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1" h="65">
                  <a:moveTo>
                    <a:pt x="14" y="17"/>
                  </a:moveTo>
                  <a:cubicBezTo>
                    <a:pt x="5" y="28"/>
                    <a:pt x="0" y="39"/>
                    <a:pt x="0" y="49"/>
                  </a:cubicBezTo>
                  <a:cubicBezTo>
                    <a:pt x="0" y="53"/>
                    <a:pt x="2" y="57"/>
                    <a:pt x="4" y="60"/>
                  </a:cubicBezTo>
                  <a:cubicBezTo>
                    <a:pt x="7" y="62"/>
                    <a:pt x="10" y="64"/>
                    <a:pt x="13" y="64"/>
                  </a:cubicBezTo>
                  <a:cubicBezTo>
                    <a:pt x="22" y="64"/>
                    <a:pt x="32" y="57"/>
                    <a:pt x="42" y="44"/>
                  </a:cubicBezTo>
                  <a:cubicBezTo>
                    <a:pt x="41" y="58"/>
                    <a:pt x="45" y="65"/>
                    <a:pt x="52" y="65"/>
                  </a:cubicBezTo>
                  <a:cubicBezTo>
                    <a:pt x="54" y="65"/>
                    <a:pt x="56" y="65"/>
                    <a:pt x="58" y="63"/>
                  </a:cubicBezTo>
                  <a:cubicBezTo>
                    <a:pt x="60" y="62"/>
                    <a:pt x="61" y="60"/>
                    <a:pt x="61" y="58"/>
                  </a:cubicBezTo>
                  <a:cubicBezTo>
                    <a:pt x="61" y="57"/>
                    <a:pt x="60" y="56"/>
                    <a:pt x="59" y="55"/>
                  </a:cubicBezTo>
                  <a:cubicBezTo>
                    <a:pt x="57" y="55"/>
                    <a:pt x="56" y="54"/>
                    <a:pt x="56" y="53"/>
                  </a:cubicBezTo>
                  <a:cubicBezTo>
                    <a:pt x="56" y="53"/>
                    <a:pt x="55" y="52"/>
                    <a:pt x="54" y="50"/>
                  </a:cubicBezTo>
                  <a:cubicBezTo>
                    <a:pt x="54" y="48"/>
                    <a:pt x="53" y="44"/>
                    <a:pt x="53" y="39"/>
                  </a:cubicBezTo>
                  <a:cubicBezTo>
                    <a:pt x="53" y="35"/>
                    <a:pt x="54" y="28"/>
                    <a:pt x="56" y="20"/>
                  </a:cubicBezTo>
                  <a:cubicBezTo>
                    <a:pt x="57" y="16"/>
                    <a:pt x="57" y="13"/>
                    <a:pt x="57" y="12"/>
                  </a:cubicBezTo>
                  <a:cubicBezTo>
                    <a:pt x="57" y="8"/>
                    <a:pt x="55" y="7"/>
                    <a:pt x="50" y="7"/>
                  </a:cubicBezTo>
                  <a:cubicBezTo>
                    <a:pt x="49" y="2"/>
                    <a:pt x="46" y="0"/>
                    <a:pt x="41" y="0"/>
                  </a:cubicBezTo>
                  <a:cubicBezTo>
                    <a:pt x="32" y="0"/>
                    <a:pt x="23" y="5"/>
                    <a:pt x="14" y="17"/>
                  </a:cubicBezTo>
                  <a:close/>
                  <a:moveTo>
                    <a:pt x="39" y="12"/>
                  </a:moveTo>
                  <a:cubicBezTo>
                    <a:pt x="40" y="12"/>
                    <a:pt x="41" y="12"/>
                    <a:pt x="42" y="13"/>
                  </a:cubicBezTo>
                  <a:cubicBezTo>
                    <a:pt x="42" y="15"/>
                    <a:pt x="43" y="16"/>
                    <a:pt x="43" y="18"/>
                  </a:cubicBezTo>
                  <a:cubicBezTo>
                    <a:pt x="43" y="24"/>
                    <a:pt x="40" y="31"/>
                    <a:pt x="33" y="39"/>
                  </a:cubicBezTo>
                  <a:cubicBezTo>
                    <a:pt x="26" y="47"/>
                    <a:pt x="21" y="51"/>
                    <a:pt x="16" y="51"/>
                  </a:cubicBezTo>
                  <a:cubicBezTo>
                    <a:pt x="15" y="51"/>
                    <a:pt x="14" y="50"/>
                    <a:pt x="14" y="46"/>
                  </a:cubicBezTo>
                  <a:cubicBezTo>
                    <a:pt x="14" y="40"/>
                    <a:pt x="17" y="33"/>
                    <a:pt x="24" y="25"/>
                  </a:cubicBezTo>
                  <a:cubicBezTo>
                    <a:pt x="30" y="16"/>
                    <a:pt x="35" y="12"/>
                    <a:pt x="39"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15"/>
            <p:cNvSpPr>
              <a:spLocks/>
            </p:cNvSpPr>
            <p:nvPr/>
          </p:nvSpPr>
          <p:spPr bwMode="auto">
            <a:xfrm>
              <a:off x="919162" y="2481263"/>
              <a:ext cx="90488" cy="139700"/>
            </a:xfrm>
            <a:custGeom>
              <a:avLst/>
              <a:gdLst>
                <a:gd name="T0" fmla="*/ 22 w 63"/>
                <a:gd name="T1" fmla="*/ 3 h 97"/>
                <a:gd name="T2" fmla="*/ 15 w 63"/>
                <a:gd name="T3" fmla="*/ 6 h 97"/>
                <a:gd name="T4" fmla="*/ 10 w 63"/>
                <a:gd name="T5" fmla="*/ 22 h 97"/>
                <a:gd name="T6" fmla="*/ 6 w 63"/>
                <a:gd name="T7" fmla="*/ 42 h 97"/>
                <a:gd name="T8" fmla="*/ 10 w 63"/>
                <a:gd name="T9" fmla="*/ 54 h 97"/>
                <a:gd name="T10" fmla="*/ 20 w 63"/>
                <a:gd name="T11" fmla="*/ 59 h 97"/>
                <a:gd name="T12" fmla="*/ 47 w 63"/>
                <a:gd name="T13" fmla="*/ 45 h 97"/>
                <a:gd name="T14" fmla="*/ 40 w 63"/>
                <a:gd name="T15" fmla="*/ 74 h 97"/>
                <a:gd name="T16" fmla="*/ 29 w 63"/>
                <a:gd name="T17" fmla="*/ 86 h 97"/>
                <a:gd name="T18" fmla="*/ 8 w 63"/>
                <a:gd name="T19" fmla="*/ 76 h 97"/>
                <a:gd name="T20" fmla="*/ 5 w 63"/>
                <a:gd name="T21" fmla="*/ 75 h 97"/>
                <a:gd name="T22" fmla="*/ 1 w 63"/>
                <a:gd name="T23" fmla="*/ 76 h 97"/>
                <a:gd name="T24" fmla="*/ 0 w 63"/>
                <a:gd name="T25" fmla="*/ 81 h 97"/>
                <a:gd name="T26" fmla="*/ 5 w 63"/>
                <a:gd name="T27" fmla="*/ 88 h 97"/>
                <a:gd name="T28" fmla="*/ 15 w 63"/>
                <a:gd name="T29" fmla="*/ 94 h 97"/>
                <a:gd name="T30" fmla="*/ 15 w 63"/>
                <a:gd name="T31" fmla="*/ 94 h 97"/>
                <a:gd name="T32" fmla="*/ 30 w 63"/>
                <a:gd name="T33" fmla="*/ 97 h 97"/>
                <a:gd name="T34" fmla="*/ 42 w 63"/>
                <a:gd name="T35" fmla="*/ 94 h 97"/>
                <a:gd name="T36" fmla="*/ 52 w 63"/>
                <a:gd name="T37" fmla="*/ 79 h 97"/>
                <a:gd name="T38" fmla="*/ 59 w 63"/>
                <a:gd name="T39" fmla="*/ 55 h 97"/>
                <a:gd name="T40" fmla="*/ 62 w 63"/>
                <a:gd name="T41" fmla="*/ 28 h 97"/>
                <a:gd name="T42" fmla="*/ 63 w 63"/>
                <a:gd name="T43" fmla="*/ 9 h 97"/>
                <a:gd name="T44" fmla="*/ 62 w 63"/>
                <a:gd name="T45" fmla="*/ 1 h 97"/>
                <a:gd name="T46" fmla="*/ 56 w 63"/>
                <a:gd name="T47" fmla="*/ 0 h 97"/>
                <a:gd name="T48" fmla="*/ 52 w 63"/>
                <a:gd name="T49" fmla="*/ 1 h 97"/>
                <a:gd name="T50" fmla="*/ 50 w 63"/>
                <a:gd name="T51" fmla="*/ 4 h 97"/>
                <a:gd name="T52" fmla="*/ 49 w 63"/>
                <a:gd name="T53" fmla="*/ 13 h 97"/>
                <a:gd name="T54" fmla="*/ 48 w 63"/>
                <a:gd name="T55" fmla="*/ 28 h 97"/>
                <a:gd name="T56" fmla="*/ 45 w 63"/>
                <a:gd name="T57" fmla="*/ 33 h 97"/>
                <a:gd name="T58" fmla="*/ 38 w 63"/>
                <a:gd name="T59" fmla="*/ 39 h 97"/>
                <a:gd name="T60" fmla="*/ 29 w 63"/>
                <a:gd name="T61" fmla="*/ 45 h 97"/>
                <a:gd name="T62" fmla="*/ 22 w 63"/>
                <a:gd name="T63" fmla="*/ 47 h 97"/>
                <a:gd name="T64" fmla="*/ 20 w 63"/>
                <a:gd name="T65" fmla="*/ 45 h 97"/>
                <a:gd name="T66" fmla="*/ 19 w 63"/>
                <a:gd name="T67" fmla="*/ 39 h 97"/>
                <a:gd name="T68" fmla="*/ 24 w 63"/>
                <a:gd name="T69" fmla="*/ 20 h 97"/>
                <a:gd name="T70" fmla="*/ 28 w 63"/>
                <a:gd name="T71" fmla="*/ 10 h 97"/>
                <a:gd name="T72" fmla="*/ 27 w 63"/>
                <a:gd name="T73" fmla="*/ 5 h 97"/>
                <a:gd name="T74" fmla="*/ 22 w 63"/>
                <a:gd name="T75" fmla="*/ 3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3" h="97">
                  <a:moveTo>
                    <a:pt x="22" y="3"/>
                  </a:moveTo>
                  <a:cubicBezTo>
                    <a:pt x="19" y="3"/>
                    <a:pt x="17" y="4"/>
                    <a:pt x="15" y="6"/>
                  </a:cubicBezTo>
                  <a:cubicBezTo>
                    <a:pt x="14" y="8"/>
                    <a:pt x="12" y="13"/>
                    <a:pt x="10" y="22"/>
                  </a:cubicBezTo>
                  <a:cubicBezTo>
                    <a:pt x="7" y="31"/>
                    <a:pt x="6" y="38"/>
                    <a:pt x="6" y="42"/>
                  </a:cubicBezTo>
                  <a:cubicBezTo>
                    <a:pt x="6" y="47"/>
                    <a:pt x="8" y="51"/>
                    <a:pt x="10" y="54"/>
                  </a:cubicBezTo>
                  <a:cubicBezTo>
                    <a:pt x="12" y="58"/>
                    <a:pt x="16" y="59"/>
                    <a:pt x="20" y="59"/>
                  </a:cubicBezTo>
                  <a:cubicBezTo>
                    <a:pt x="26" y="59"/>
                    <a:pt x="35" y="55"/>
                    <a:pt x="47" y="45"/>
                  </a:cubicBezTo>
                  <a:cubicBezTo>
                    <a:pt x="46" y="56"/>
                    <a:pt x="44" y="66"/>
                    <a:pt x="40" y="74"/>
                  </a:cubicBezTo>
                  <a:cubicBezTo>
                    <a:pt x="37" y="82"/>
                    <a:pt x="33" y="86"/>
                    <a:pt x="29" y="86"/>
                  </a:cubicBezTo>
                  <a:cubicBezTo>
                    <a:pt x="20" y="86"/>
                    <a:pt x="13" y="83"/>
                    <a:pt x="8" y="76"/>
                  </a:cubicBezTo>
                  <a:cubicBezTo>
                    <a:pt x="7" y="75"/>
                    <a:pt x="6" y="75"/>
                    <a:pt x="5" y="75"/>
                  </a:cubicBezTo>
                  <a:cubicBezTo>
                    <a:pt x="4" y="75"/>
                    <a:pt x="2" y="75"/>
                    <a:pt x="1" y="76"/>
                  </a:cubicBezTo>
                  <a:cubicBezTo>
                    <a:pt x="1" y="77"/>
                    <a:pt x="0" y="79"/>
                    <a:pt x="0" y="81"/>
                  </a:cubicBezTo>
                  <a:cubicBezTo>
                    <a:pt x="0" y="82"/>
                    <a:pt x="2" y="85"/>
                    <a:pt x="5" y="88"/>
                  </a:cubicBezTo>
                  <a:cubicBezTo>
                    <a:pt x="8" y="91"/>
                    <a:pt x="11" y="93"/>
                    <a:pt x="15" y="94"/>
                  </a:cubicBezTo>
                  <a:cubicBezTo>
                    <a:pt x="15" y="94"/>
                    <a:pt x="15" y="94"/>
                    <a:pt x="15" y="94"/>
                  </a:cubicBezTo>
                  <a:cubicBezTo>
                    <a:pt x="20" y="96"/>
                    <a:pt x="25" y="97"/>
                    <a:pt x="30" y="97"/>
                  </a:cubicBezTo>
                  <a:cubicBezTo>
                    <a:pt x="35" y="97"/>
                    <a:pt x="39" y="96"/>
                    <a:pt x="42" y="94"/>
                  </a:cubicBezTo>
                  <a:cubicBezTo>
                    <a:pt x="46" y="91"/>
                    <a:pt x="49" y="86"/>
                    <a:pt x="52" y="79"/>
                  </a:cubicBezTo>
                  <a:cubicBezTo>
                    <a:pt x="55" y="72"/>
                    <a:pt x="57" y="64"/>
                    <a:pt x="59" y="55"/>
                  </a:cubicBezTo>
                  <a:cubicBezTo>
                    <a:pt x="60" y="46"/>
                    <a:pt x="61" y="37"/>
                    <a:pt x="62" y="28"/>
                  </a:cubicBezTo>
                  <a:cubicBezTo>
                    <a:pt x="63" y="9"/>
                    <a:pt x="63" y="9"/>
                    <a:pt x="63" y="9"/>
                  </a:cubicBezTo>
                  <a:cubicBezTo>
                    <a:pt x="63" y="5"/>
                    <a:pt x="63" y="3"/>
                    <a:pt x="62" y="1"/>
                  </a:cubicBezTo>
                  <a:cubicBezTo>
                    <a:pt x="61" y="0"/>
                    <a:pt x="59" y="0"/>
                    <a:pt x="56" y="0"/>
                  </a:cubicBezTo>
                  <a:cubicBezTo>
                    <a:pt x="54" y="0"/>
                    <a:pt x="53" y="0"/>
                    <a:pt x="52" y="1"/>
                  </a:cubicBezTo>
                  <a:cubicBezTo>
                    <a:pt x="51" y="2"/>
                    <a:pt x="50" y="3"/>
                    <a:pt x="50" y="4"/>
                  </a:cubicBezTo>
                  <a:cubicBezTo>
                    <a:pt x="50" y="6"/>
                    <a:pt x="49" y="8"/>
                    <a:pt x="49" y="13"/>
                  </a:cubicBezTo>
                  <a:cubicBezTo>
                    <a:pt x="49" y="20"/>
                    <a:pt x="48" y="25"/>
                    <a:pt x="48" y="28"/>
                  </a:cubicBezTo>
                  <a:cubicBezTo>
                    <a:pt x="47" y="30"/>
                    <a:pt x="46" y="32"/>
                    <a:pt x="45" y="33"/>
                  </a:cubicBezTo>
                  <a:cubicBezTo>
                    <a:pt x="44" y="35"/>
                    <a:pt x="42" y="37"/>
                    <a:pt x="38" y="39"/>
                  </a:cubicBezTo>
                  <a:cubicBezTo>
                    <a:pt x="35" y="42"/>
                    <a:pt x="32" y="44"/>
                    <a:pt x="29" y="45"/>
                  </a:cubicBezTo>
                  <a:cubicBezTo>
                    <a:pt x="27" y="46"/>
                    <a:pt x="24" y="47"/>
                    <a:pt x="22" y="47"/>
                  </a:cubicBezTo>
                  <a:cubicBezTo>
                    <a:pt x="22" y="47"/>
                    <a:pt x="21" y="46"/>
                    <a:pt x="20" y="45"/>
                  </a:cubicBezTo>
                  <a:cubicBezTo>
                    <a:pt x="19" y="43"/>
                    <a:pt x="19" y="41"/>
                    <a:pt x="19" y="39"/>
                  </a:cubicBezTo>
                  <a:cubicBezTo>
                    <a:pt x="19" y="33"/>
                    <a:pt x="21" y="27"/>
                    <a:pt x="24" y="20"/>
                  </a:cubicBezTo>
                  <a:cubicBezTo>
                    <a:pt x="27" y="14"/>
                    <a:pt x="28" y="11"/>
                    <a:pt x="28" y="10"/>
                  </a:cubicBezTo>
                  <a:cubicBezTo>
                    <a:pt x="28" y="8"/>
                    <a:pt x="28" y="7"/>
                    <a:pt x="27" y="5"/>
                  </a:cubicBezTo>
                  <a:cubicBezTo>
                    <a:pt x="26" y="3"/>
                    <a:pt x="24" y="3"/>
                    <a:pt x="2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16"/>
            <p:cNvSpPr>
              <a:spLocks noEditPoints="1"/>
            </p:cNvSpPr>
            <p:nvPr/>
          </p:nvSpPr>
          <p:spPr bwMode="auto">
            <a:xfrm>
              <a:off x="1023937" y="2479676"/>
              <a:ext cx="88900" cy="93663"/>
            </a:xfrm>
            <a:custGeom>
              <a:avLst/>
              <a:gdLst>
                <a:gd name="T0" fmla="*/ 0 w 61"/>
                <a:gd name="T1" fmla="*/ 49 h 65"/>
                <a:gd name="T2" fmla="*/ 4 w 61"/>
                <a:gd name="T3" fmla="*/ 60 h 65"/>
                <a:gd name="T4" fmla="*/ 13 w 61"/>
                <a:gd name="T5" fmla="*/ 64 h 65"/>
                <a:gd name="T6" fmla="*/ 42 w 61"/>
                <a:gd name="T7" fmla="*/ 44 h 65"/>
                <a:gd name="T8" fmla="*/ 52 w 61"/>
                <a:gd name="T9" fmla="*/ 65 h 65"/>
                <a:gd name="T10" fmla="*/ 58 w 61"/>
                <a:gd name="T11" fmla="*/ 63 h 65"/>
                <a:gd name="T12" fmla="*/ 61 w 61"/>
                <a:gd name="T13" fmla="*/ 58 h 65"/>
                <a:gd name="T14" fmla="*/ 59 w 61"/>
                <a:gd name="T15" fmla="*/ 55 h 65"/>
                <a:gd name="T16" fmla="*/ 56 w 61"/>
                <a:gd name="T17" fmla="*/ 53 h 65"/>
                <a:gd name="T18" fmla="*/ 55 w 61"/>
                <a:gd name="T19" fmla="*/ 50 h 65"/>
                <a:gd name="T20" fmla="*/ 54 w 61"/>
                <a:gd name="T21" fmla="*/ 39 h 65"/>
                <a:gd name="T22" fmla="*/ 56 w 61"/>
                <a:gd name="T23" fmla="*/ 20 h 65"/>
                <a:gd name="T24" fmla="*/ 57 w 61"/>
                <a:gd name="T25" fmla="*/ 12 h 65"/>
                <a:gd name="T26" fmla="*/ 50 w 61"/>
                <a:gd name="T27" fmla="*/ 7 h 65"/>
                <a:gd name="T28" fmla="*/ 41 w 61"/>
                <a:gd name="T29" fmla="*/ 0 h 65"/>
                <a:gd name="T30" fmla="*/ 14 w 61"/>
                <a:gd name="T31" fmla="*/ 17 h 65"/>
                <a:gd name="T32" fmla="*/ 0 w 61"/>
                <a:gd name="T33" fmla="*/ 49 h 65"/>
                <a:gd name="T34" fmla="*/ 24 w 61"/>
                <a:gd name="T35" fmla="*/ 25 h 65"/>
                <a:gd name="T36" fmla="*/ 39 w 61"/>
                <a:gd name="T37" fmla="*/ 12 h 65"/>
                <a:gd name="T38" fmla="*/ 42 w 61"/>
                <a:gd name="T39" fmla="*/ 13 h 65"/>
                <a:gd name="T40" fmla="*/ 43 w 61"/>
                <a:gd name="T41" fmla="*/ 18 h 65"/>
                <a:gd name="T42" fmla="*/ 33 w 61"/>
                <a:gd name="T43" fmla="*/ 39 h 65"/>
                <a:gd name="T44" fmla="*/ 16 w 61"/>
                <a:gd name="T45" fmla="*/ 51 h 65"/>
                <a:gd name="T46" fmla="*/ 14 w 61"/>
                <a:gd name="T47" fmla="*/ 46 h 65"/>
                <a:gd name="T48" fmla="*/ 24 w 61"/>
                <a:gd name="T49" fmla="*/ 2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1" h="65">
                  <a:moveTo>
                    <a:pt x="0" y="49"/>
                  </a:moveTo>
                  <a:cubicBezTo>
                    <a:pt x="0" y="53"/>
                    <a:pt x="2" y="57"/>
                    <a:pt x="4" y="60"/>
                  </a:cubicBezTo>
                  <a:cubicBezTo>
                    <a:pt x="7" y="62"/>
                    <a:pt x="10" y="64"/>
                    <a:pt x="13" y="64"/>
                  </a:cubicBezTo>
                  <a:cubicBezTo>
                    <a:pt x="22" y="64"/>
                    <a:pt x="32" y="57"/>
                    <a:pt x="42" y="44"/>
                  </a:cubicBezTo>
                  <a:cubicBezTo>
                    <a:pt x="41" y="58"/>
                    <a:pt x="45" y="65"/>
                    <a:pt x="52" y="65"/>
                  </a:cubicBezTo>
                  <a:cubicBezTo>
                    <a:pt x="54" y="65"/>
                    <a:pt x="56" y="65"/>
                    <a:pt x="58" y="63"/>
                  </a:cubicBezTo>
                  <a:cubicBezTo>
                    <a:pt x="60" y="62"/>
                    <a:pt x="61" y="60"/>
                    <a:pt x="61" y="58"/>
                  </a:cubicBezTo>
                  <a:cubicBezTo>
                    <a:pt x="61" y="57"/>
                    <a:pt x="60" y="56"/>
                    <a:pt x="59" y="55"/>
                  </a:cubicBezTo>
                  <a:cubicBezTo>
                    <a:pt x="57" y="55"/>
                    <a:pt x="56" y="54"/>
                    <a:pt x="56" y="53"/>
                  </a:cubicBezTo>
                  <a:cubicBezTo>
                    <a:pt x="56" y="53"/>
                    <a:pt x="55" y="52"/>
                    <a:pt x="55" y="50"/>
                  </a:cubicBezTo>
                  <a:cubicBezTo>
                    <a:pt x="54" y="48"/>
                    <a:pt x="54" y="44"/>
                    <a:pt x="54" y="39"/>
                  </a:cubicBezTo>
                  <a:cubicBezTo>
                    <a:pt x="54" y="35"/>
                    <a:pt x="54" y="28"/>
                    <a:pt x="56" y="20"/>
                  </a:cubicBezTo>
                  <a:cubicBezTo>
                    <a:pt x="57" y="16"/>
                    <a:pt x="57" y="13"/>
                    <a:pt x="57" y="12"/>
                  </a:cubicBezTo>
                  <a:cubicBezTo>
                    <a:pt x="57" y="8"/>
                    <a:pt x="55" y="7"/>
                    <a:pt x="50" y="7"/>
                  </a:cubicBezTo>
                  <a:cubicBezTo>
                    <a:pt x="49" y="2"/>
                    <a:pt x="46" y="0"/>
                    <a:pt x="41" y="0"/>
                  </a:cubicBezTo>
                  <a:cubicBezTo>
                    <a:pt x="32" y="0"/>
                    <a:pt x="23" y="5"/>
                    <a:pt x="14" y="17"/>
                  </a:cubicBezTo>
                  <a:cubicBezTo>
                    <a:pt x="5" y="28"/>
                    <a:pt x="0" y="39"/>
                    <a:pt x="0" y="49"/>
                  </a:cubicBezTo>
                  <a:close/>
                  <a:moveTo>
                    <a:pt x="24" y="25"/>
                  </a:moveTo>
                  <a:cubicBezTo>
                    <a:pt x="30" y="16"/>
                    <a:pt x="35" y="12"/>
                    <a:pt x="39" y="12"/>
                  </a:cubicBezTo>
                  <a:cubicBezTo>
                    <a:pt x="40" y="12"/>
                    <a:pt x="41" y="12"/>
                    <a:pt x="42" y="13"/>
                  </a:cubicBezTo>
                  <a:cubicBezTo>
                    <a:pt x="43" y="15"/>
                    <a:pt x="43" y="16"/>
                    <a:pt x="43" y="18"/>
                  </a:cubicBezTo>
                  <a:cubicBezTo>
                    <a:pt x="43" y="24"/>
                    <a:pt x="40" y="31"/>
                    <a:pt x="33" y="39"/>
                  </a:cubicBezTo>
                  <a:cubicBezTo>
                    <a:pt x="26" y="47"/>
                    <a:pt x="21" y="51"/>
                    <a:pt x="16" y="51"/>
                  </a:cubicBezTo>
                  <a:cubicBezTo>
                    <a:pt x="15" y="51"/>
                    <a:pt x="14" y="50"/>
                    <a:pt x="14" y="46"/>
                  </a:cubicBezTo>
                  <a:cubicBezTo>
                    <a:pt x="14" y="40"/>
                    <a:pt x="18" y="33"/>
                    <a:pt x="24"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17"/>
            <p:cNvSpPr>
              <a:spLocks noEditPoints="1"/>
            </p:cNvSpPr>
            <p:nvPr/>
          </p:nvSpPr>
          <p:spPr bwMode="auto">
            <a:xfrm>
              <a:off x="1128712" y="2424113"/>
              <a:ext cx="85725" cy="147638"/>
            </a:xfrm>
            <a:custGeom>
              <a:avLst/>
              <a:gdLst>
                <a:gd name="T0" fmla="*/ 13 w 59"/>
                <a:gd name="T1" fmla="*/ 6 h 102"/>
                <a:gd name="T2" fmla="*/ 5 w 59"/>
                <a:gd name="T3" fmla="*/ 45 h 102"/>
                <a:gd name="T4" fmla="*/ 2 w 59"/>
                <a:gd name="T5" fmla="*/ 69 h 102"/>
                <a:gd name="T6" fmla="*/ 0 w 59"/>
                <a:gd name="T7" fmla="*/ 84 h 102"/>
                <a:gd name="T8" fmla="*/ 1 w 59"/>
                <a:gd name="T9" fmla="*/ 89 h 102"/>
                <a:gd name="T10" fmla="*/ 3 w 59"/>
                <a:gd name="T11" fmla="*/ 90 h 102"/>
                <a:gd name="T12" fmla="*/ 4 w 59"/>
                <a:gd name="T13" fmla="*/ 93 h 102"/>
                <a:gd name="T14" fmla="*/ 8 w 59"/>
                <a:gd name="T15" fmla="*/ 99 h 102"/>
                <a:gd name="T16" fmla="*/ 17 w 59"/>
                <a:gd name="T17" fmla="*/ 102 h 102"/>
                <a:gd name="T18" fmla="*/ 46 w 59"/>
                <a:gd name="T19" fmla="*/ 86 h 102"/>
                <a:gd name="T20" fmla="*/ 59 w 59"/>
                <a:gd name="T21" fmla="*/ 53 h 102"/>
                <a:gd name="T22" fmla="*/ 56 w 59"/>
                <a:gd name="T23" fmla="*/ 42 h 102"/>
                <a:gd name="T24" fmla="*/ 47 w 59"/>
                <a:gd name="T25" fmla="*/ 37 h 102"/>
                <a:gd name="T26" fmla="*/ 32 w 59"/>
                <a:gd name="T27" fmla="*/ 43 h 102"/>
                <a:gd name="T28" fmla="*/ 16 w 59"/>
                <a:gd name="T29" fmla="*/ 59 h 102"/>
                <a:gd name="T30" fmla="*/ 22 w 59"/>
                <a:gd name="T31" fmla="*/ 32 h 102"/>
                <a:gd name="T32" fmla="*/ 27 w 59"/>
                <a:gd name="T33" fmla="*/ 8 h 102"/>
                <a:gd name="T34" fmla="*/ 22 w 59"/>
                <a:gd name="T35" fmla="*/ 0 h 102"/>
                <a:gd name="T36" fmla="*/ 13 w 59"/>
                <a:gd name="T37" fmla="*/ 6 h 102"/>
                <a:gd name="T38" fmla="*/ 24 w 59"/>
                <a:gd name="T39" fmla="*/ 64 h 102"/>
                <a:gd name="T40" fmla="*/ 44 w 59"/>
                <a:gd name="T41" fmla="*/ 50 h 102"/>
                <a:gd name="T42" fmla="*/ 46 w 59"/>
                <a:gd name="T43" fmla="*/ 56 h 102"/>
                <a:gd name="T44" fmla="*/ 41 w 59"/>
                <a:gd name="T45" fmla="*/ 71 h 102"/>
                <a:gd name="T46" fmla="*/ 30 w 59"/>
                <a:gd name="T47" fmla="*/ 85 h 102"/>
                <a:gd name="T48" fmla="*/ 18 w 59"/>
                <a:gd name="T49" fmla="*/ 90 h 102"/>
                <a:gd name="T50" fmla="*/ 12 w 59"/>
                <a:gd name="T51" fmla="*/ 86 h 102"/>
                <a:gd name="T52" fmla="*/ 24 w 59"/>
                <a:gd name="T53" fmla="*/ 64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9" h="102">
                  <a:moveTo>
                    <a:pt x="13" y="6"/>
                  </a:moveTo>
                  <a:cubicBezTo>
                    <a:pt x="12" y="10"/>
                    <a:pt x="9" y="23"/>
                    <a:pt x="5" y="45"/>
                  </a:cubicBezTo>
                  <a:cubicBezTo>
                    <a:pt x="2" y="69"/>
                    <a:pt x="2" y="69"/>
                    <a:pt x="2" y="69"/>
                  </a:cubicBezTo>
                  <a:cubicBezTo>
                    <a:pt x="0" y="76"/>
                    <a:pt x="0" y="81"/>
                    <a:pt x="0" y="84"/>
                  </a:cubicBezTo>
                  <a:cubicBezTo>
                    <a:pt x="0" y="86"/>
                    <a:pt x="0" y="87"/>
                    <a:pt x="1" y="89"/>
                  </a:cubicBezTo>
                  <a:cubicBezTo>
                    <a:pt x="2" y="89"/>
                    <a:pt x="2" y="90"/>
                    <a:pt x="3" y="90"/>
                  </a:cubicBezTo>
                  <a:cubicBezTo>
                    <a:pt x="3" y="91"/>
                    <a:pt x="3" y="91"/>
                    <a:pt x="4" y="93"/>
                  </a:cubicBezTo>
                  <a:cubicBezTo>
                    <a:pt x="4" y="95"/>
                    <a:pt x="5" y="98"/>
                    <a:pt x="8" y="99"/>
                  </a:cubicBezTo>
                  <a:cubicBezTo>
                    <a:pt x="11" y="101"/>
                    <a:pt x="14" y="102"/>
                    <a:pt x="17" y="102"/>
                  </a:cubicBezTo>
                  <a:cubicBezTo>
                    <a:pt x="27" y="102"/>
                    <a:pt x="36" y="97"/>
                    <a:pt x="46" y="86"/>
                  </a:cubicBezTo>
                  <a:cubicBezTo>
                    <a:pt x="55" y="76"/>
                    <a:pt x="59" y="65"/>
                    <a:pt x="59" y="53"/>
                  </a:cubicBezTo>
                  <a:cubicBezTo>
                    <a:pt x="59" y="49"/>
                    <a:pt x="58" y="45"/>
                    <a:pt x="56" y="42"/>
                  </a:cubicBezTo>
                  <a:cubicBezTo>
                    <a:pt x="53" y="39"/>
                    <a:pt x="50" y="37"/>
                    <a:pt x="47" y="37"/>
                  </a:cubicBezTo>
                  <a:cubicBezTo>
                    <a:pt x="42" y="37"/>
                    <a:pt x="37" y="39"/>
                    <a:pt x="32" y="43"/>
                  </a:cubicBezTo>
                  <a:cubicBezTo>
                    <a:pt x="26" y="47"/>
                    <a:pt x="21" y="52"/>
                    <a:pt x="16" y="59"/>
                  </a:cubicBezTo>
                  <a:cubicBezTo>
                    <a:pt x="18" y="47"/>
                    <a:pt x="20" y="38"/>
                    <a:pt x="22" y="32"/>
                  </a:cubicBezTo>
                  <a:cubicBezTo>
                    <a:pt x="25" y="20"/>
                    <a:pt x="27" y="12"/>
                    <a:pt x="27" y="8"/>
                  </a:cubicBezTo>
                  <a:cubicBezTo>
                    <a:pt x="27" y="3"/>
                    <a:pt x="25" y="0"/>
                    <a:pt x="22" y="0"/>
                  </a:cubicBezTo>
                  <a:cubicBezTo>
                    <a:pt x="18" y="0"/>
                    <a:pt x="15" y="2"/>
                    <a:pt x="13" y="6"/>
                  </a:cubicBezTo>
                  <a:close/>
                  <a:moveTo>
                    <a:pt x="24" y="64"/>
                  </a:moveTo>
                  <a:cubicBezTo>
                    <a:pt x="31" y="55"/>
                    <a:pt x="38" y="50"/>
                    <a:pt x="44" y="50"/>
                  </a:cubicBezTo>
                  <a:cubicBezTo>
                    <a:pt x="45" y="50"/>
                    <a:pt x="46" y="52"/>
                    <a:pt x="46" y="56"/>
                  </a:cubicBezTo>
                  <a:cubicBezTo>
                    <a:pt x="46" y="60"/>
                    <a:pt x="44" y="65"/>
                    <a:pt x="41" y="71"/>
                  </a:cubicBezTo>
                  <a:cubicBezTo>
                    <a:pt x="38" y="77"/>
                    <a:pt x="34" y="82"/>
                    <a:pt x="30" y="85"/>
                  </a:cubicBezTo>
                  <a:cubicBezTo>
                    <a:pt x="25" y="88"/>
                    <a:pt x="21" y="90"/>
                    <a:pt x="18" y="90"/>
                  </a:cubicBezTo>
                  <a:cubicBezTo>
                    <a:pt x="16" y="90"/>
                    <a:pt x="14" y="89"/>
                    <a:pt x="12" y="86"/>
                  </a:cubicBezTo>
                  <a:cubicBezTo>
                    <a:pt x="12" y="80"/>
                    <a:pt x="16" y="73"/>
                    <a:pt x="24" y="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18"/>
            <p:cNvSpPr>
              <a:spLocks/>
            </p:cNvSpPr>
            <p:nvPr/>
          </p:nvSpPr>
          <p:spPr bwMode="auto">
            <a:xfrm>
              <a:off x="1230312" y="2430463"/>
              <a:ext cx="36513" cy="146050"/>
            </a:xfrm>
            <a:custGeom>
              <a:avLst/>
              <a:gdLst>
                <a:gd name="T0" fmla="*/ 12 w 25"/>
                <a:gd name="T1" fmla="*/ 5 h 101"/>
                <a:gd name="T2" fmla="*/ 4 w 25"/>
                <a:gd name="T3" fmla="*/ 37 h 101"/>
                <a:gd name="T4" fmla="*/ 0 w 25"/>
                <a:gd name="T5" fmla="*/ 84 h 101"/>
                <a:gd name="T6" fmla="*/ 1 w 25"/>
                <a:gd name="T7" fmla="*/ 98 h 101"/>
                <a:gd name="T8" fmla="*/ 7 w 25"/>
                <a:gd name="T9" fmla="*/ 101 h 101"/>
                <a:gd name="T10" fmla="*/ 13 w 25"/>
                <a:gd name="T11" fmla="*/ 99 h 101"/>
                <a:gd name="T12" fmla="*/ 15 w 25"/>
                <a:gd name="T13" fmla="*/ 93 h 101"/>
                <a:gd name="T14" fmla="*/ 15 w 25"/>
                <a:gd name="T15" fmla="*/ 90 h 101"/>
                <a:gd name="T16" fmla="*/ 14 w 25"/>
                <a:gd name="T17" fmla="*/ 72 h 101"/>
                <a:gd name="T18" fmla="*/ 15 w 25"/>
                <a:gd name="T19" fmla="*/ 53 h 101"/>
                <a:gd name="T20" fmla="*/ 20 w 25"/>
                <a:gd name="T21" fmla="*/ 31 h 101"/>
                <a:gd name="T22" fmla="*/ 24 w 25"/>
                <a:gd name="T23" fmla="*/ 13 h 101"/>
                <a:gd name="T24" fmla="*/ 25 w 25"/>
                <a:gd name="T25" fmla="*/ 6 h 101"/>
                <a:gd name="T26" fmla="*/ 19 w 25"/>
                <a:gd name="T27" fmla="*/ 0 h 101"/>
                <a:gd name="T28" fmla="*/ 12 w 25"/>
                <a:gd name="T29" fmla="*/ 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01">
                  <a:moveTo>
                    <a:pt x="12" y="5"/>
                  </a:moveTo>
                  <a:cubicBezTo>
                    <a:pt x="10" y="8"/>
                    <a:pt x="8" y="19"/>
                    <a:pt x="4" y="37"/>
                  </a:cubicBezTo>
                  <a:cubicBezTo>
                    <a:pt x="1" y="55"/>
                    <a:pt x="0" y="71"/>
                    <a:pt x="0" y="84"/>
                  </a:cubicBezTo>
                  <a:cubicBezTo>
                    <a:pt x="0" y="91"/>
                    <a:pt x="0" y="95"/>
                    <a:pt x="1" y="98"/>
                  </a:cubicBezTo>
                  <a:cubicBezTo>
                    <a:pt x="3" y="100"/>
                    <a:pt x="4" y="101"/>
                    <a:pt x="7" y="101"/>
                  </a:cubicBezTo>
                  <a:cubicBezTo>
                    <a:pt x="9" y="101"/>
                    <a:pt x="11" y="101"/>
                    <a:pt x="13" y="99"/>
                  </a:cubicBezTo>
                  <a:cubicBezTo>
                    <a:pt x="14" y="97"/>
                    <a:pt x="15" y="95"/>
                    <a:pt x="15" y="93"/>
                  </a:cubicBezTo>
                  <a:cubicBezTo>
                    <a:pt x="15" y="93"/>
                    <a:pt x="15" y="91"/>
                    <a:pt x="15" y="90"/>
                  </a:cubicBezTo>
                  <a:cubicBezTo>
                    <a:pt x="14" y="83"/>
                    <a:pt x="14" y="77"/>
                    <a:pt x="14" y="72"/>
                  </a:cubicBezTo>
                  <a:cubicBezTo>
                    <a:pt x="14" y="68"/>
                    <a:pt x="14" y="61"/>
                    <a:pt x="15" y="53"/>
                  </a:cubicBezTo>
                  <a:cubicBezTo>
                    <a:pt x="16" y="45"/>
                    <a:pt x="18" y="38"/>
                    <a:pt x="20" y="31"/>
                  </a:cubicBezTo>
                  <a:cubicBezTo>
                    <a:pt x="22" y="21"/>
                    <a:pt x="24" y="16"/>
                    <a:pt x="24" y="13"/>
                  </a:cubicBezTo>
                  <a:cubicBezTo>
                    <a:pt x="25" y="11"/>
                    <a:pt x="25" y="9"/>
                    <a:pt x="25" y="6"/>
                  </a:cubicBezTo>
                  <a:cubicBezTo>
                    <a:pt x="25" y="2"/>
                    <a:pt x="23" y="0"/>
                    <a:pt x="19" y="0"/>
                  </a:cubicBezTo>
                  <a:cubicBezTo>
                    <a:pt x="16" y="0"/>
                    <a:pt x="14" y="1"/>
                    <a:pt x="12"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19"/>
            <p:cNvSpPr>
              <a:spLocks noEditPoints="1"/>
            </p:cNvSpPr>
            <p:nvPr/>
          </p:nvSpPr>
          <p:spPr bwMode="auto">
            <a:xfrm>
              <a:off x="1271587" y="2476501"/>
              <a:ext cx="77788" cy="98425"/>
            </a:xfrm>
            <a:custGeom>
              <a:avLst/>
              <a:gdLst>
                <a:gd name="T0" fmla="*/ 16 w 54"/>
                <a:gd name="T1" fmla="*/ 46 h 68"/>
                <a:gd name="T2" fmla="*/ 40 w 54"/>
                <a:gd name="T3" fmla="*/ 33 h 68"/>
                <a:gd name="T4" fmla="*/ 50 w 54"/>
                <a:gd name="T5" fmla="*/ 14 h 68"/>
                <a:gd name="T6" fmla="*/ 46 w 54"/>
                <a:gd name="T7" fmla="*/ 4 h 68"/>
                <a:gd name="T8" fmla="*/ 36 w 54"/>
                <a:gd name="T9" fmla="*/ 0 h 68"/>
                <a:gd name="T10" fmla="*/ 12 w 54"/>
                <a:gd name="T11" fmla="*/ 14 h 68"/>
                <a:gd name="T12" fmla="*/ 0 w 54"/>
                <a:gd name="T13" fmla="*/ 45 h 68"/>
                <a:gd name="T14" fmla="*/ 6 w 54"/>
                <a:gd name="T15" fmla="*/ 62 h 68"/>
                <a:gd name="T16" fmla="*/ 21 w 54"/>
                <a:gd name="T17" fmla="*/ 68 h 68"/>
                <a:gd name="T18" fmla="*/ 44 w 54"/>
                <a:gd name="T19" fmla="*/ 59 h 68"/>
                <a:gd name="T20" fmla="*/ 54 w 54"/>
                <a:gd name="T21" fmla="*/ 45 h 68"/>
                <a:gd name="T22" fmla="*/ 50 w 54"/>
                <a:gd name="T23" fmla="*/ 41 h 68"/>
                <a:gd name="T24" fmla="*/ 46 w 54"/>
                <a:gd name="T25" fmla="*/ 44 h 68"/>
                <a:gd name="T26" fmla="*/ 23 w 54"/>
                <a:gd name="T27" fmla="*/ 55 h 68"/>
                <a:gd name="T28" fmla="*/ 17 w 54"/>
                <a:gd name="T29" fmla="*/ 53 h 68"/>
                <a:gd name="T30" fmla="*/ 14 w 54"/>
                <a:gd name="T31" fmla="*/ 48 h 68"/>
                <a:gd name="T32" fmla="*/ 16 w 54"/>
                <a:gd name="T33" fmla="*/ 46 h 68"/>
                <a:gd name="T34" fmla="*/ 23 w 54"/>
                <a:gd name="T35" fmla="*/ 19 h 68"/>
                <a:gd name="T36" fmla="*/ 34 w 54"/>
                <a:gd name="T37" fmla="*/ 12 h 68"/>
                <a:gd name="T38" fmla="*/ 37 w 54"/>
                <a:gd name="T39" fmla="*/ 13 h 68"/>
                <a:gd name="T40" fmla="*/ 38 w 54"/>
                <a:gd name="T41" fmla="*/ 16 h 68"/>
                <a:gd name="T42" fmla="*/ 31 w 54"/>
                <a:gd name="T43" fmla="*/ 27 h 68"/>
                <a:gd name="T44" fmla="*/ 15 w 54"/>
                <a:gd name="T45" fmla="*/ 35 h 68"/>
                <a:gd name="T46" fmla="*/ 23 w 54"/>
                <a:gd name="T47" fmla="*/ 1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 h="68">
                  <a:moveTo>
                    <a:pt x="16" y="46"/>
                  </a:moveTo>
                  <a:cubicBezTo>
                    <a:pt x="26" y="43"/>
                    <a:pt x="34" y="39"/>
                    <a:pt x="40" y="33"/>
                  </a:cubicBezTo>
                  <a:cubicBezTo>
                    <a:pt x="47" y="27"/>
                    <a:pt x="50" y="21"/>
                    <a:pt x="50" y="14"/>
                  </a:cubicBezTo>
                  <a:cubicBezTo>
                    <a:pt x="50" y="10"/>
                    <a:pt x="49" y="7"/>
                    <a:pt x="46" y="4"/>
                  </a:cubicBezTo>
                  <a:cubicBezTo>
                    <a:pt x="44" y="2"/>
                    <a:pt x="40" y="0"/>
                    <a:pt x="36" y="0"/>
                  </a:cubicBezTo>
                  <a:cubicBezTo>
                    <a:pt x="27" y="0"/>
                    <a:pt x="19" y="5"/>
                    <a:pt x="12" y="14"/>
                  </a:cubicBezTo>
                  <a:cubicBezTo>
                    <a:pt x="4" y="24"/>
                    <a:pt x="0" y="34"/>
                    <a:pt x="0" y="45"/>
                  </a:cubicBezTo>
                  <a:cubicBezTo>
                    <a:pt x="0" y="52"/>
                    <a:pt x="2" y="58"/>
                    <a:pt x="6" y="62"/>
                  </a:cubicBezTo>
                  <a:cubicBezTo>
                    <a:pt x="9" y="66"/>
                    <a:pt x="15" y="68"/>
                    <a:pt x="21" y="68"/>
                  </a:cubicBezTo>
                  <a:cubicBezTo>
                    <a:pt x="29" y="68"/>
                    <a:pt x="37" y="65"/>
                    <a:pt x="44" y="59"/>
                  </a:cubicBezTo>
                  <a:cubicBezTo>
                    <a:pt x="50" y="54"/>
                    <a:pt x="54" y="49"/>
                    <a:pt x="54" y="45"/>
                  </a:cubicBezTo>
                  <a:cubicBezTo>
                    <a:pt x="54" y="43"/>
                    <a:pt x="53" y="41"/>
                    <a:pt x="50" y="41"/>
                  </a:cubicBezTo>
                  <a:cubicBezTo>
                    <a:pt x="49" y="41"/>
                    <a:pt x="47" y="42"/>
                    <a:pt x="46" y="44"/>
                  </a:cubicBezTo>
                  <a:cubicBezTo>
                    <a:pt x="38" y="52"/>
                    <a:pt x="31" y="55"/>
                    <a:pt x="23" y="55"/>
                  </a:cubicBezTo>
                  <a:cubicBezTo>
                    <a:pt x="20" y="55"/>
                    <a:pt x="18" y="55"/>
                    <a:pt x="17" y="53"/>
                  </a:cubicBezTo>
                  <a:cubicBezTo>
                    <a:pt x="15" y="51"/>
                    <a:pt x="14" y="50"/>
                    <a:pt x="14" y="48"/>
                  </a:cubicBezTo>
                  <a:cubicBezTo>
                    <a:pt x="14" y="47"/>
                    <a:pt x="15" y="46"/>
                    <a:pt x="16" y="46"/>
                  </a:cubicBezTo>
                  <a:close/>
                  <a:moveTo>
                    <a:pt x="23" y="19"/>
                  </a:moveTo>
                  <a:cubicBezTo>
                    <a:pt x="27" y="14"/>
                    <a:pt x="31" y="12"/>
                    <a:pt x="34" y="12"/>
                  </a:cubicBezTo>
                  <a:cubicBezTo>
                    <a:pt x="35" y="12"/>
                    <a:pt x="36" y="12"/>
                    <a:pt x="37" y="13"/>
                  </a:cubicBezTo>
                  <a:cubicBezTo>
                    <a:pt x="38" y="14"/>
                    <a:pt x="38" y="15"/>
                    <a:pt x="38" y="16"/>
                  </a:cubicBezTo>
                  <a:cubicBezTo>
                    <a:pt x="38" y="20"/>
                    <a:pt x="36" y="23"/>
                    <a:pt x="31" y="27"/>
                  </a:cubicBezTo>
                  <a:cubicBezTo>
                    <a:pt x="27" y="31"/>
                    <a:pt x="21" y="34"/>
                    <a:pt x="15" y="35"/>
                  </a:cubicBezTo>
                  <a:cubicBezTo>
                    <a:pt x="16" y="29"/>
                    <a:pt x="19" y="24"/>
                    <a:pt x="23"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20"/>
            <p:cNvSpPr>
              <a:spLocks/>
            </p:cNvSpPr>
            <p:nvPr/>
          </p:nvSpPr>
          <p:spPr bwMode="auto">
            <a:xfrm>
              <a:off x="2063750" y="2244726"/>
              <a:ext cx="160338" cy="130175"/>
            </a:xfrm>
            <a:custGeom>
              <a:avLst/>
              <a:gdLst>
                <a:gd name="T0" fmla="*/ 55 w 111"/>
                <a:gd name="T1" fmla="*/ 43 h 90"/>
                <a:gd name="T2" fmla="*/ 61 w 111"/>
                <a:gd name="T3" fmla="*/ 62 h 90"/>
                <a:gd name="T4" fmla="*/ 71 w 111"/>
                <a:gd name="T5" fmla="*/ 82 h 90"/>
                <a:gd name="T6" fmla="*/ 78 w 111"/>
                <a:gd name="T7" fmla="*/ 86 h 90"/>
                <a:gd name="T8" fmla="*/ 81 w 111"/>
                <a:gd name="T9" fmla="*/ 85 h 90"/>
                <a:gd name="T10" fmla="*/ 84 w 111"/>
                <a:gd name="T11" fmla="*/ 82 h 90"/>
                <a:gd name="T12" fmla="*/ 88 w 111"/>
                <a:gd name="T13" fmla="*/ 75 h 90"/>
                <a:gd name="T14" fmla="*/ 97 w 111"/>
                <a:gd name="T15" fmla="*/ 55 h 90"/>
                <a:gd name="T16" fmla="*/ 99 w 111"/>
                <a:gd name="T17" fmla="*/ 51 h 90"/>
                <a:gd name="T18" fmla="*/ 108 w 111"/>
                <a:gd name="T19" fmla="*/ 25 h 90"/>
                <a:gd name="T20" fmla="*/ 111 w 111"/>
                <a:gd name="T21" fmla="*/ 7 h 90"/>
                <a:gd name="T22" fmla="*/ 109 w 111"/>
                <a:gd name="T23" fmla="*/ 2 h 90"/>
                <a:gd name="T24" fmla="*/ 104 w 111"/>
                <a:gd name="T25" fmla="*/ 0 h 90"/>
                <a:gd name="T26" fmla="*/ 100 w 111"/>
                <a:gd name="T27" fmla="*/ 1 h 90"/>
                <a:gd name="T28" fmla="*/ 98 w 111"/>
                <a:gd name="T29" fmla="*/ 4 h 90"/>
                <a:gd name="T30" fmla="*/ 78 w 111"/>
                <a:gd name="T31" fmla="*/ 68 h 90"/>
                <a:gd name="T32" fmla="*/ 71 w 111"/>
                <a:gd name="T33" fmla="*/ 51 h 90"/>
                <a:gd name="T34" fmla="*/ 67 w 111"/>
                <a:gd name="T35" fmla="*/ 39 h 90"/>
                <a:gd name="T36" fmla="*/ 66 w 111"/>
                <a:gd name="T37" fmla="*/ 37 h 90"/>
                <a:gd name="T38" fmla="*/ 60 w 111"/>
                <a:gd name="T39" fmla="*/ 24 h 90"/>
                <a:gd name="T40" fmla="*/ 56 w 111"/>
                <a:gd name="T41" fmla="*/ 22 h 90"/>
                <a:gd name="T42" fmla="*/ 53 w 111"/>
                <a:gd name="T43" fmla="*/ 23 h 90"/>
                <a:gd name="T44" fmla="*/ 50 w 111"/>
                <a:gd name="T45" fmla="*/ 26 h 90"/>
                <a:gd name="T46" fmla="*/ 40 w 111"/>
                <a:gd name="T47" fmla="*/ 46 h 90"/>
                <a:gd name="T48" fmla="*/ 26 w 111"/>
                <a:gd name="T49" fmla="*/ 70 h 90"/>
                <a:gd name="T50" fmla="*/ 23 w 111"/>
                <a:gd name="T51" fmla="*/ 54 h 90"/>
                <a:gd name="T52" fmla="*/ 21 w 111"/>
                <a:gd name="T53" fmla="*/ 44 h 90"/>
                <a:gd name="T54" fmla="*/ 19 w 111"/>
                <a:gd name="T55" fmla="*/ 34 h 90"/>
                <a:gd name="T56" fmla="*/ 17 w 111"/>
                <a:gd name="T57" fmla="*/ 24 h 90"/>
                <a:gd name="T58" fmla="*/ 15 w 111"/>
                <a:gd name="T59" fmla="*/ 12 h 90"/>
                <a:gd name="T60" fmla="*/ 7 w 111"/>
                <a:gd name="T61" fmla="*/ 3 h 90"/>
                <a:gd name="T62" fmla="*/ 2 w 111"/>
                <a:gd name="T63" fmla="*/ 6 h 90"/>
                <a:gd name="T64" fmla="*/ 0 w 111"/>
                <a:gd name="T65" fmla="*/ 10 h 90"/>
                <a:gd name="T66" fmla="*/ 1 w 111"/>
                <a:gd name="T67" fmla="*/ 17 h 90"/>
                <a:gd name="T68" fmla="*/ 2 w 111"/>
                <a:gd name="T69" fmla="*/ 21 h 90"/>
                <a:gd name="T70" fmla="*/ 6 w 111"/>
                <a:gd name="T71" fmla="*/ 38 h 90"/>
                <a:gd name="T72" fmla="*/ 11 w 111"/>
                <a:gd name="T73" fmla="*/ 66 h 90"/>
                <a:gd name="T74" fmla="*/ 16 w 111"/>
                <a:gd name="T75" fmla="*/ 83 h 90"/>
                <a:gd name="T76" fmla="*/ 20 w 111"/>
                <a:gd name="T77" fmla="*/ 89 h 90"/>
                <a:gd name="T78" fmla="*/ 25 w 111"/>
                <a:gd name="T79" fmla="*/ 90 h 90"/>
                <a:gd name="T80" fmla="*/ 40 w 111"/>
                <a:gd name="T81" fmla="*/ 69 h 90"/>
                <a:gd name="T82" fmla="*/ 55 w 111"/>
                <a:gd name="T83" fmla="*/ 43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1" h="90">
                  <a:moveTo>
                    <a:pt x="55" y="43"/>
                  </a:moveTo>
                  <a:cubicBezTo>
                    <a:pt x="55" y="45"/>
                    <a:pt x="57" y="51"/>
                    <a:pt x="61" y="62"/>
                  </a:cubicBezTo>
                  <a:cubicBezTo>
                    <a:pt x="65" y="72"/>
                    <a:pt x="69" y="79"/>
                    <a:pt x="71" y="82"/>
                  </a:cubicBezTo>
                  <a:cubicBezTo>
                    <a:pt x="73" y="84"/>
                    <a:pt x="75" y="86"/>
                    <a:pt x="78" y="86"/>
                  </a:cubicBezTo>
                  <a:cubicBezTo>
                    <a:pt x="79" y="86"/>
                    <a:pt x="80" y="85"/>
                    <a:pt x="81" y="85"/>
                  </a:cubicBezTo>
                  <a:cubicBezTo>
                    <a:pt x="83" y="84"/>
                    <a:pt x="84" y="83"/>
                    <a:pt x="84" y="82"/>
                  </a:cubicBezTo>
                  <a:cubicBezTo>
                    <a:pt x="85" y="81"/>
                    <a:pt x="86" y="78"/>
                    <a:pt x="88" y="75"/>
                  </a:cubicBezTo>
                  <a:cubicBezTo>
                    <a:pt x="93" y="63"/>
                    <a:pt x="97" y="56"/>
                    <a:pt x="97" y="55"/>
                  </a:cubicBezTo>
                  <a:cubicBezTo>
                    <a:pt x="99" y="51"/>
                    <a:pt x="99" y="51"/>
                    <a:pt x="99" y="51"/>
                  </a:cubicBezTo>
                  <a:cubicBezTo>
                    <a:pt x="103" y="42"/>
                    <a:pt x="106" y="33"/>
                    <a:pt x="108" y="25"/>
                  </a:cubicBezTo>
                  <a:cubicBezTo>
                    <a:pt x="110" y="17"/>
                    <a:pt x="111" y="11"/>
                    <a:pt x="111" y="7"/>
                  </a:cubicBezTo>
                  <a:cubicBezTo>
                    <a:pt x="111" y="5"/>
                    <a:pt x="110" y="3"/>
                    <a:pt x="109" y="2"/>
                  </a:cubicBezTo>
                  <a:cubicBezTo>
                    <a:pt x="108" y="0"/>
                    <a:pt x="107" y="0"/>
                    <a:pt x="104" y="0"/>
                  </a:cubicBezTo>
                  <a:cubicBezTo>
                    <a:pt x="103" y="0"/>
                    <a:pt x="101" y="0"/>
                    <a:pt x="100" y="1"/>
                  </a:cubicBezTo>
                  <a:cubicBezTo>
                    <a:pt x="98" y="2"/>
                    <a:pt x="98" y="3"/>
                    <a:pt x="98" y="4"/>
                  </a:cubicBezTo>
                  <a:cubicBezTo>
                    <a:pt x="96" y="26"/>
                    <a:pt x="89" y="47"/>
                    <a:pt x="78" y="68"/>
                  </a:cubicBezTo>
                  <a:cubicBezTo>
                    <a:pt x="78" y="68"/>
                    <a:pt x="75" y="62"/>
                    <a:pt x="71" y="51"/>
                  </a:cubicBezTo>
                  <a:cubicBezTo>
                    <a:pt x="67" y="39"/>
                    <a:pt x="67" y="39"/>
                    <a:pt x="67" y="39"/>
                  </a:cubicBezTo>
                  <a:cubicBezTo>
                    <a:pt x="66" y="38"/>
                    <a:pt x="66" y="38"/>
                    <a:pt x="66" y="37"/>
                  </a:cubicBezTo>
                  <a:cubicBezTo>
                    <a:pt x="63" y="30"/>
                    <a:pt x="62" y="26"/>
                    <a:pt x="60" y="24"/>
                  </a:cubicBezTo>
                  <a:cubicBezTo>
                    <a:pt x="59" y="23"/>
                    <a:pt x="58" y="22"/>
                    <a:pt x="56" y="22"/>
                  </a:cubicBezTo>
                  <a:cubicBezTo>
                    <a:pt x="55" y="22"/>
                    <a:pt x="54" y="22"/>
                    <a:pt x="53" y="23"/>
                  </a:cubicBezTo>
                  <a:cubicBezTo>
                    <a:pt x="51" y="24"/>
                    <a:pt x="50" y="25"/>
                    <a:pt x="50" y="26"/>
                  </a:cubicBezTo>
                  <a:cubicBezTo>
                    <a:pt x="45" y="35"/>
                    <a:pt x="42" y="42"/>
                    <a:pt x="40" y="46"/>
                  </a:cubicBezTo>
                  <a:cubicBezTo>
                    <a:pt x="37" y="50"/>
                    <a:pt x="33" y="58"/>
                    <a:pt x="26" y="70"/>
                  </a:cubicBezTo>
                  <a:cubicBezTo>
                    <a:pt x="25" y="69"/>
                    <a:pt x="24" y="64"/>
                    <a:pt x="23" y="54"/>
                  </a:cubicBezTo>
                  <a:cubicBezTo>
                    <a:pt x="22" y="52"/>
                    <a:pt x="21" y="48"/>
                    <a:pt x="21" y="44"/>
                  </a:cubicBezTo>
                  <a:cubicBezTo>
                    <a:pt x="20" y="41"/>
                    <a:pt x="19" y="37"/>
                    <a:pt x="19" y="34"/>
                  </a:cubicBezTo>
                  <a:cubicBezTo>
                    <a:pt x="17" y="24"/>
                    <a:pt x="17" y="24"/>
                    <a:pt x="17" y="24"/>
                  </a:cubicBezTo>
                  <a:cubicBezTo>
                    <a:pt x="17" y="22"/>
                    <a:pt x="16" y="18"/>
                    <a:pt x="15" y="12"/>
                  </a:cubicBezTo>
                  <a:cubicBezTo>
                    <a:pt x="14" y="6"/>
                    <a:pt x="11" y="3"/>
                    <a:pt x="7" y="3"/>
                  </a:cubicBezTo>
                  <a:cubicBezTo>
                    <a:pt x="5" y="3"/>
                    <a:pt x="4" y="4"/>
                    <a:pt x="2" y="6"/>
                  </a:cubicBezTo>
                  <a:cubicBezTo>
                    <a:pt x="1" y="7"/>
                    <a:pt x="0" y="9"/>
                    <a:pt x="0" y="10"/>
                  </a:cubicBezTo>
                  <a:cubicBezTo>
                    <a:pt x="0" y="12"/>
                    <a:pt x="0" y="14"/>
                    <a:pt x="1" y="17"/>
                  </a:cubicBezTo>
                  <a:cubicBezTo>
                    <a:pt x="2" y="18"/>
                    <a:pt x="2" y="19"/>
                    <a:pt x="2" y="21"/>
                  </a:cubicBezTo>
                  <a:cubicBezTo>
                    <a:pt x="3" y="23"/>
                    <a:pt x="4" y="29"/>
                    <a:pt x="6" y="38"/>
                  </a:cubicBezTo>
                  <a:cubicBezTo>
                    <a:pt x="7" y="47"/>
                    <a:pt x="9" y="56"/>
                    <a:pt x="11" y="66"/>
                  </a:cubicBezTo>
                  <a:cubicBezTo>
                    <a:pt x="13" y="75"/>
                    <a:pt x="15" y="81"/>
                    <a:pt x="16" y="83"/>
                  </a:cubicBezTo>
                  <a:cubicBezTo>
                    <a:pt x="17" y="86"/>
                    <a:pt x="19" y="88"/>
                    <a:pt x="20" y="89"/>
                  </a:cubicBezTo>
                  <a:cubicBezTo>
                    <a:pt x="21" y="89"/>
                    <a:pt x="23" y="90"/>
                    <a:pt x="25" y="90"/>
                  </a:cubicBezTo>
                  <a:cubicBezTo>
                    <a:pt x="27" y="90"/>
                    <a:pt x="33" y="83"/>
                    <a:pt x="40" y="69"/>
                  </a:cubicBezTo>
                  <a:lnTo>
                    <a:pt x="55"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21"/>
            <p:cNvSpPr>
              <a:spLocks noEditPoints="1"/>
            </p:cNvSpPr>
            <p:nvPr/>
          </p:nvSpPr>
          <p:spPr bwMode="auto">
            <a:xfrm>
              <a:off x="2227262" y="2274888"/>
              <a:ext cx="87313" cy="95250"/>
            </a:xfrm>
            <a:custGeom>
              <a:avLst/>
              <a:gdLst>
                <a:gd name="T0" fmla="*/ 61 w 61"/>
                <a:gd name="T1" fmla="*/ 59 h 66"/>
                <a:gd name="T2" fmla="*/ 58 w 61"/>
                <a:gd name="T3" fmla="*/ 56 h 66"/>
                <a:gd name="T4" fmla="*/ 56 w 61"/>
                <a:gd name="T5" fmla="*/ 54 h 66"/>
                <a:gd name="T6" fmla="*/ 54 w 61"/>
                <a:gd name="T7" fmla="*/ 50 h 66"/>
                <a:gd name="T8" fmla="*/ 53 w 61"/>
                <a:gd name="T9" fmla="*/ 40 h 66"/>
                <a:gd name="T10" fmla="*/ 55 w 61"/>
                <a:gd name="T11" fmla="*/ 21 h 66"/>
                <a:gd name="T12" fmla="*/ 57 w 61"/>
                <a:gd name="T13" fmla="*/ 12 h 66"/>
                <a:gd name="T14" fmla="*/ 50 w 61"/>
                <a:gd name="T15" fmla="*/ 7 h 66"/>
                <a:gd name="T16" fmla="*/ 41 w 61"/>
                <a:gd name="T17" fmla="*/ 0 h 66"/>
                <a:gd name="T18" fmla="*/ 14 w 61"/>
                <a:gd name="T19" fmla="*/ 17 h 66"/>
                <a:gd name="T20" fmla="*/ 0 w 61"/>
                <a:gd name="T21" fmla="*/ 50 h 66"/>
                <a:gd name="T22" fmla="*/ 4 w 61"/>
                <a:gd name="T23" fmla="*/ 60 h 66"/>
                <a:gd name="T24" fmla="*/ 13 w 61"/>
                <a:gd name="T25" fmla="*/ 64 h 66"/>
                <a:gd name="T26" fmla="*/ 42 w 61"/>
                <a:gd name="T27" fmla="*/ 44 h 66"/>
                <a:gd name="T28" fmla="*/ 52 w 61"/>
                <a:gd name="T29" fmla="*/ 66 h 66"/>
                <a:gd name="T30" fmla="*/ 58 w 61"/>
                <a:gd name="T31" fmla="*/ 64 h 66"/>
                <a:gd name="T32" fmla="*/ 61 w 61"/>
                <a:gd name="T33" fmla="*/ 59 h 66"/>
                <a:gd name="T34" fmla="*/ 33 w 61"/>
                <a:gd name="T35" fmla="*/ 40 h 66"/>
                <a:gd name="T36" fmla="*/ 16 w 61"/>
                <a:gd name="T37" fmla="*/ 52 h 66"/>
                <a:gd name="T38" fmla="*/ 14 w 61"/>
                <a:gd name="T39" fmla="*/ 47 h 66"/>
                <a:gd name="T40" fmla="*/ 23 w 61"/>
                <a:gd name="T41" fmla="*/ 25 h 66"/>
                <a:gd name="T42" fmla="*/ 38 w 61"/>
                <a:gd name="T43" fmla="*/ 12 h 66"/>
                <a:gd name="T44" fmla="*/ 41 w 61"/>
                <a:gd name="T45" fmla="*/ 14 h 66"/>
                <a:gd name="T46" fmla="*/ 43 w 61"/>
                <a:gd name="T47" fmla="*/ 19 h 66"/>
                <a:gd name="T48" fmla="*/ 33 w 61"/>
                <a:gd name="T49" fmla="*/ 4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1" h="66">
                  <a:moveTo>
                    <a:pt x="61" y="59"/>
                  </a:moveTo>
                  <a:cubicBezTo>
                    <a:pt x="61" y="58"/>
                    <a:pt x="60" y="57"/>
                    <a:pt x="58" y="56"/>
                  </a:cubicBezTo>
                  <a:cubicBezTo>
                    <a:pt x="57" y="55"/>
                    <a:pt x="56" y="55"/>
                    <a:pt x="56" y="54"/>
                  </a:cubicBezTo>
                  <a:cubicBezTo>
                    <a:pt x="55" y="53"/>
                    <a:pt x="55" y="52"/>
                    <a:pt x="54" y="50"/>
                  </a:cubicBezTo>
                  <a:cubicBezTo>
                    <a:pt x="53" y="48"/>
                    <a:pt x="53" y="45"/>
                    <a:pt x="53" y="40"/>
                  </a:cubicBezTo>
                  <a:cubicBezTo>
                    <a:pt x="53" y="35"/>
                    <a:pt x="54" y="29"/>
                    <a:pt x="55" y="21"/>
                  </a:cubicBezTo>
                  <a:cubicBezTo>
                    <a:pt x="56" y="17"/>
                    <a:pt x="57" y="14"/>
                    <a:pt x="57" y="12"/>
                  </a:cubicBezTo>
                  <a:cubicBezTo>
                    <a:pt x="57" y="9"/>
                    <a:pt x="54" y="7"/>
                    <a:pt x="50" y="7"/>
                  </a:cubicBezTo>
                  <a:cubicBezTo>
                    <a:pt x="49" y="2"/>
                    <a:pt x="46" y="0"/>
                    <a:pt x="41" y="0"/>
                  </a:cubicBezTo>
                  <a:cubicBezTo>
                    <a:pt x="32" y="0"/>
                    <a:pt x="23" y="6"/>
                    <a:pt x="14" y="17"/>
                  </a:cubicBezTo>
                  <a:cubicBezTo>
                    <a:pt x="5" y="29"/>
                    <a:pt x="0" y="40"/>
                    <a:pt x="0" y="50"/>
                  </a:cubicBezTo>
                  <a:cubicBezTo>
                    <a:pt x="0" y="54"/>
                    <a:pt x="1" y="57"/>
                    <a:pt x="4" y="60"/>
                  </a:cubicBezTo>
                  <a:cubicBezTo>
                    <a:pt x="6" y="63"/>
                    <a:pt x="9" y="64"/>
                    <a:pt x="13" y="64"/>
                  </a:cubicBezTo>
                  <a:cubicBezTo>
                    <a:pt x="22" y="64"/>
                    <a:pt x="32" y="58"/>
                    <a:pt x="42" y="44"/>
                  </a:cubicBezTo>
                  <a:cubicBezTo>
                    <a:pt x="41" y="59"/>
                    <a:pt x="44" y="66"/>
                    <a:pt x="52" y="66"/>
                  </a:cubicBezTo>
                  <a:cubicBezTo>
                    <a:pt x="54" y="66"/>
                    <a:pt x="56" y="65"/>
                    <a:pt x="58" y="64"/>
                  </a:cubicBezTo>
                  <a:cubicBezTo>
                    <a:pt x="60" y="63"/>
                    <a:pt x="61" y="61"/>
                    <a:pt x="61" y="59"/>
                  </a:cubicBezTo>
                  <a:close/>
                  <a:moveTo>
                    <a:pt x="33" y="40"/>
                  </a:moveTo>
                  <a:cubicBezTo>
                    <a:pt x="26" y="48"/>
                    <a:pt x="20" y="52"/>
                    <a:pt x="16" y="52"/>
                  </a:cubicBezTo>
                  <a:cubicBezTo>
                    <a:pt x="15" y="52"/>
                    <a:pt x="14" y="50"/>
                    <a:pt x="14" y="47"/>
                  </a:cubicBezTo>
                  <a:cubicBezTo>
                    <a:pt x="14" y="41"/>
                    <a:pt x="17" y="34"/>
                    <a:pt x="23" y="25"/>
                  </a:cubicBezTo>
                  <a:cubicBezTo>
                    <a:pt x="29" y="17"/>
                    <a:pt x="34" y="12"/>
                    <a:pt x="38" y="12"/>
                  </a:cubicBezTo>
                  <a:cubicBezTo>
                    <a:pt x="39" y="12"/>
                    <a:pt x="40" y="13"/>
                    <a:pt x="41" y="14"/>
                  </a:cubicBezTo>
                  <a:cubicBezTo>
                    <a:pt x="42" y="15"/>
                    <a:pt x="43" y="17"/>
                    <a:pt x="43" y="19"/>
                  </a:cubicBezTo>
                  <a:cubicBezTo>
                    <a:pt x="43" y="25"/>
                    <a:pt x="39" y="32"/>
                    <a:pt x="33"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22"/>
            <p:cNvSpPr>
              <a:spLocks noEditPoints="1"/>
            </p:cNvSpPr>
            <p:nvPr/>
          </p:nvSpPr>
          <p:spPr bwMode="auto">
            <a:xfrm>
              <a:off x="2311400" y="2278063"/>
              <a:ext cx="103188" cy="141288"/>
            </a:xfrm>
            <a:custGeom>
              <a:avLst/>
              <a:gdLst>
                <a:gd name="T0" fmla="*/ 63 w 72"/>
                <a:gd name="T1" fmla="*/ 60 h 98"/>
                <a:gd name="T2" fmla="*/ 67 w 72"/>
                <a:gd name="T3" fmla="*/ 31 h 98"/>
                <a:gd name="T4" fmla="*/ 70 w 72"/>
                <a:gd name="T5" fmla="*/ 19 h 98"/>
                <a:gd name="T6" fmla="*/ 72 w 72"/>
                <a:gd name="T7" fmla="*/ 12 h 98"/>
                <a:gd name="T8" fmla="*/ 71 w 72"/>
                <a:gd name="T9" fmla="*/ 8 h 98"/>
                <a:gd name="T10" fmla="*/ 68 w 72"/>
                <a:gd name="T11" fmla="*/ 4 h 98"/>
                <a:gd name="T12" fmla="*/ 66 w 72"/>
                <a:gd name="T13" fmla="*/ 3 h 98"/>
                <a:gd name="T14" fmla="*/ 57 w 72"/>
                <a:gd name="T15" fmla="*/ 0 h 98"/>
                <a:gd name="T16" fmla="*/ 36 w 72"/>
                <a:gd name="T17" fmla="*/ 8 h 98"/>
                <a:gd name="T18" fmla="*/ 17 w 72"/>
                <a:gd name="T19" fmla="*/ 27 h 98"/>
                <a:gd name="T20" fmla="*/ 10 w 72"/>
                <a:gd name="T21" fmla="*/ 47 h 98"/>
                <a:gd name="T22" fmla="*/ 14 w 72"/>
                <a:gd name="T23" fmla="*/ 57 h 98"/>
                <a:gd name="T24" fmla="*/ 23 w 72"/>
                <a:gd name="T25" fmla="*/ 60 h 98"/>
                <a:gd name="T26" fmla="*/ 38 w 72"/>
                <a:gd name="T27" fmla="*/ 56 h 98"/>
                <a:gd name="T28" fmla="*/ 53 w 72"/>
                <a:gd name="T29" fmla="*/ 44 h 98"/>
                <a:gd name="T30" fmla="*/ 45 w 72"/>
                <a:gd name="T31" fmla="*/ 77 h 98"/>
                <a:gd name="T32" fmla="*/ 33 w 72"/>
                <a:gd name="T33" fmla="*/ 86 h 98"/>
                <a:gd name="T34" fmla="*/ 11 w 72"/>
                <a:gd name="T35" fmla="*/ 77 h 98"/>
                <a:gd name="T36" fmla="*/ 4 w 72"/>
                <a:gd name="T37" fmla="*/ 74 h 98"/>
                <a:gd name="T38" fmla="*/ 0 w 72"/>
                <a:gd name="T39" fmla="*/ 78 h 98"/>
                <a:gd name="T40" fmla="*/ 10 w 72"/>
                <a:gd name="T41" fmla="*/ 90 h 98"/>
                <a:gd name="T42" fmla="*/ 32 w 72"/>
                <a:gd name="T43" fmla="*/ 98 h 98"/>
                <a:gd name="T44" fmla="*/ 52 w 72"/>
                <a:gd name="T45" fmla="*/ 89 h 98"/>
                <a:gd name="T46" fmla="*/ 63 w 72"/>
                <a:gd name="T47" fmla="*/ 60 h 98"/>
                <a:gd name="T48" fmla="*/ 41 w 72"/>
                <a:gd name="T49" fmla="*/ 42 h 98"/>
                <a:gd name="T50" fmla="*/ 26 w 72"/>
                <a:gd name="T51" fmla="*/ 48 h 98"/>
                <a:gd name="T52" fmla="*/ 24 w 72"/>
                <a:gd name="T53" fmla="*/ 45 h 98"/>
                <a:gd name="T54" fmla="*/ 30 w 72"/>
                <a:gd name="T55" fmla="*/ 31 h 98"/>
                <a:gd name="T56" fmla="*/ 43 w 72"/>
                <a:gd name="T57" fmla="*/ 17 h 98"/>
                <a:gd name="T58" fmla="*/ 54 w 72"/>
                <a:gd name="T59" fmla="*/ 12 h 98"/>
                <a:gd name="T60" fmla="*/ 56 w 72"/>
                <a:gd name="T61" fmla="*/ 13 h 98"/>
                <a:gd name="T62" fmla="*/ 57 w 72"/>
                <a:gd name="T63" fmla="*/ 16 h 98"/>
                <a:gd name="T64" fmla="*/ 53 w 72"/>
                <a:gd name="T65" fmla="*/ 28 h 98"/>
                <a:gd name="T66" fmla="*/ 41 w 72"/>
                <a:gd name="T67" fmla="*/ 42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2" h="98">
                  <a:moveTo>
                    <a:pt x="63" y="60"/>
                  </a:moveTo>
                  <a:cubicBezTo>
                    <a:pt x="65" y="44"/>
                    <a:pt x="66" y="35"/>
                    <a:pt x="67" y="31"/>
                  </a:cubicBezTo>
                  <a:cubicBezTo>
                    <a:pt x="67" y="27"/>
                    <a:pt x="68" y="23"/>
                    <a:pt x="70" y="19"/>
                  </a:cubicBezTo>
                  <a:cubicBezTo>
                    <a:pt x="71" y="15"/>
                    <a:pt x="72" y="13"/>
                    <a:pt x="72" y="12"/>
                  </a:cubicBezTo>
                  <a:cubicBezTo>
                    <a:pt x="72" y="11"/>
                    <a:pt x="71" y="9"/>
                    <a:pt x="71" y="8"/>
                  </a:cubicBezTo>
                  <a:cubicBezTo>
                    <a:pt x="70" y="6"/>
                    <a:pt x="69" y="5"/>
                    <a:pt x="68" y="4"/>
                  </a:cubicBezTo>
                  <a:cubicBezTo>
                    <a:pt x="68" y="4"/>
                    <a:pt x="67" y="3"/>
                    <a:pt x="66" y="3"/>
                  </a:cubicBezTo>
                  <a:cubicBezTo>
                    <a:pt x="64" y="1"/>
                    <a:pt x="61" y="0"/>
                    <a:pt x="57" y="0"/>
                  </a:cubicBezTo>
                  <a:cubicBezTo>
                    <a:pt x="51" y="0"/>
                    <a:pt x="44" y="3"/>
                    <a:pt x="36" y="8"/>
                  </a:cubicBezTo>
                  <a:cubicBezTo>
                    <a:pt x="28" y="14"/>
                    <a:pt x="22" y="20"/>
                    <a:pt x="17" y="27"/>
                  </a:cubicBezTo>
                  <a:cubicBezTo>
                    <a:pt x="13" y="34"/>
                    <a:pt x="10" y="41"/>
                    <a:pt x="10" y="47"/>
                  </a:cubicBezTo>
                  <a:cubicBezTo>
                    <a:pt x="10" y="51"/>
                    <a:pt x="11" y="54"/>
                    <a:pt x="14" y="57"/>
                  </a:cubicBezTo>
                  <a:cubicBezTo>
                    <a:pt x="16" y="59"/>
                    <a:pt x="19" y="60"/>
                    <a:pt x="23" y="60"/>
                  </a:cubicBezTo>
                  <a:cubicBezTo>
                    <a:pt x="27" y="60"/>
                    <a:pt x="32" y="59"/>
                    <a:pt x="38" y="56"/>
                  </a:cubicBezTo>
                  <a:cubicBezTo>
                    <a:pt x="43" y="53"/>
                    <a:pt x="48" y="49"/>
                    <a:pt x="53" y="44"/>
                  </a:cubicBezTo>
                  <a:cubicBezTo>
                    <a:pt x="51" y="60"/>
                    <a:pt x="48" y="71"/>
                    <a:pt x="45" y="77"/>
                  </a:cubicBezTo>
                  <a:cubicBezTo>
                    <a:pt x="42" y="83"/>
                    <a:pt x="38" y="86"/>
                    <a:pt x="33" y="86"/>
                  </a:cubicBezTo>
                  <a:cubicBezTo>
                    <a:pt x="27" y="86"/>
                    <a:pt x="19" y="83"/>
                    <a:pt x="11" y="77"/>
                  </a:cubicBezTo>
                  <a:cubicBezTo>
                    <a:pt x="7" y="75"/>
                    <a:pt x="5" y="74"/>
                    <a:pt x="4" y="74"/>
                  </a:cubicBezTo>
                  <a:cubicBezTo>
                    <a:pt x="1" y="74"/>
                    <a:pt x="0" y="75"/>
                    <a:pt x="0" y="78"/>
                  </a:cubicBezTo>
                  <a:cubicBezTo>
                    <a:pt x="0" y="81"/>
                    <a:pt x="3" y="85"/>
                    <a:pt x="10" y="90"/>
                  </a:cubicBezTo>
                  <a:cubicBezTo>
                    <a:pt x="17" y="96"/>
                    <a:pt x="25" y="98"/>
                    <a:pt x="32" y="98"/>
                  </a:cubicBezTo>
                  <a:cubicBezTo>
                    <a:pt x="39" y="98"/>
                    <a:pt x="46" y="95"/>
                    <a:pt x="52" y="89"/>
                  </a:cubicBezTo>
                  <a:cubicBezTo>
                    <a:pt x="58" y="83"/>
                    <a:pt x="61" y="73"/>
                    <a:pt x="63" y="60"/>
                  </a:cubicBezTo>
                  <a:close/>
                  <a:moveTo>
                    <a:pt x="41" y="42"/>
                  </a:moveTo>
                  <a:cubicBezTo>
                    <a:pt x="36" y="46"/>
                    <a:pt x="31" y="48"/>
                    <a:pt x="26" y="48"/>
                  </a:cubicBezTo>
                  <a:cubicBezTo>
                    <a:pt x="25" y="48"/>
                    <a:pt x="24" y="47"/>
                    <a:pt x="24" y="45"/>
                  </a:cubicBezTo>
                  <a:cubicBezTo>
                    <a:pt x="24" y="41"/>
                    <a:pt x="26" y="36"/>
                    <a:pt x="30" y="31"/>
                  </a:cubicBezTo>
                  <a:cubicBezTo>
                    <a:pt x="34" y="25"/>
                    <a:pt x="38" y="20"/>
                    <a:pt x="43" y="17"/>
                  </a:cubicBezTo>
                  <a:cubicBezTo>
                    <a:pt x="47" y="14"/>
                    <a:pt x="51" y="12"/>
                    <a:pt x="54" y="12"/>
                  </a:cubicBezTo>
                  <a:cubicBezTo>
                    <a:pt x="55" y="12"/>
                    <a:pt x="56" y="12"/>
                    <a:pt x="56" y="13"/>
                  </a:cubicBezTo>
                  <a:cubicBezTo>
                    <a:pt x="57" y="14"/>
                    <a:pt x="57" y="15"/>
                    <a:pt x="57" y="16"/>
                  </a:cubicBezTo>
                  <a:cubicBezTo>
                    <a:pt x="57" y="19"/>
                    <a:pt x="56" y="23"/>
                    <a:pt x="53" y="28"/>
                  </a:cubicBezTo>
                  <a:cubicBezTo>
                    <a:pt x="50" y="33"/>
                    <a:pt x="46" y="38"/>
                    <a:pt x="41"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23"/>
            <p:cNvSpPr>
              <a:spLocks noEditPoints="1"/>
            </p:cNvSpPr>
            <p:nvPr/>
          </p:nvSpPr>
          <p:spPr bwMode="auto">
            <a:xfrm>
              <a:off x="2424112" y="2273301"/>
              <a:ext cx="77788" cy="96838"/>
            </a:xfrm>
            <a:custGeom>
              <a:avLst/>
              <a:gdLst>
                <a:gd name="T0" fmla="*/ 21 w 54"/>
                <a:gd name="T1" fmla="*/ 67 h 67"/>
                <a:gd name="T2" fmla="*/ 44 w 54"/>
                <a:gd name="T3" fmla="*/ 59 h 67"/>
                <a:gd name="T4" fmla="*/ 54 w 54"/>
                <a:gd name="T5" fmla="*/ 45 h 67"/>
                <a:gd name="T6" fmla="*/ 51 w 54"/>
                <a:gd name="T7" fmla="*/ 41 h 67"/>
                <a:gd name="T8" fmla="*/ 46 w 54"/>
                <a:gd name="T9" fmla="*/ 43 h 67"/>
                <a:gd name="T10" fmla="*/ 23 w 54"/>
                <a:gd name="T11" fmla="*/ 55 h 67"/>
                <a:gd name="T12" fmla="*/ 17 w 54"/>
                <a:gd name="T13" fmla="*/ 53 h 67"/>
                <a:gd name="T14" fmla="*/ 14 w 54"/>
                <a:gd name="T15" fmla="*/ 47 h 67"/>
                <a:gd name="T16" fmla="*/ 16 w 54"/>
                <a:gd name="T17" fmla="*/ 45 h 67"/>
                <a:gd name="T18" fmla="*/ 41 w 54"/>
                <a:gd name="T19" fmla="*/ 33 h 67"/>
                <a:gd name="T20" fmla="*/ 50 w 54"/>
                <a:gd name="T21" fmla="*/ 14 h 67"/>
                <a:gd name="T22" fmla="*/ 46 w 54"/>
                <a:gd name="T23" fmla="*/ 4 h 67"/>
                <a:gd name="T24" fmla="*/ 36 w 54"/>
                <a:gd name="T25" fmla="*/ 0 h 67"/>
                <a:gd name="T26" fmla="*/ 12 w 54"/>
                <a:gd name="T27" fmla="*/ 14 h 67"/>
                <a:gd name="T28" fmla="*/ 0 w 54"/>
                <a:gd name="T29" fmla="*/ 44 h 67"/>
                <a:gd name="T30" fmla="*/ 6 w 54"/>
                <a:gd name="T31" fmla="*/ 61 h 67"/>
                <a:gd name="T32" fmla="*/ 21 w 54"/>
                <a:gd name="T33" fmla="*/ 67 h 67"/>
                <a:gd name="T34" fmla="*/ 23 w 54"/>
                <a:gd name="T35" fmla="*/ 19 h 67"/>
                <a:gd name="T36" fmla="*/ 35 w 54"/>
                <a:gd name="T37" fmla="*/ 12 h 67"/>
                <a:gd name="T38" fmla="*/ 37 w 54"/>
                <a:gd name="T39" fmla="*/ 13 h 67"/>
                <a:gd name="T40" fmla="*/ 38 w 54"/>
                <a:gd name="T41" fmla="*/ 16 h 67"/>
                <a:gd name="T42" fmla="*/ 31 w 54"/>
                <a:gd name="T43" fmla="*/ 27 h 67"/>
                <a:gd name="T44" fmla="*/ 15 w 54"/>
                <a:gd name="T45" fmla="*/ 35 h 67"/>
                <a:gd name="T46" fmla="*/ 23 w 54"/>
                <a:gd name="T47" fmla="*/ 1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 h="67">
                  <a:moveTo>
                    <a:pt x="21" y="67"/>
                  </a:moveTo>
                  <a:cubicBezTo>
                    <a:pt x="30" y="67"/>
                    <a:pt x="37" y="65"/>
                    <a:pt x="44" y="59"/>
                  </a:cubicBezTo>
                  <a:cubicBezTo>
                    <a:pt x="51" y="53"/>
                    <a:pt x="54" y="49"/>
                    <a:pt x="54" y="45"/>
                  </a:cubicBezTo>
                  <a:cubicBezTo>
                    <a:pt x="54" y="42"/>
                    <a:pt x="53" y="41"/>
                    <a:pt x="51" y="41"/>
                  </a:cubicBezTo>
                  <a:cubicBezTo>
                    <a:pt x="49" y="41"/>
                    <a:pt x="48" y="42"/>
                    <a:pt x="46" y="43"/>
                  </a:cubicBezTo>
                  <a:cubicBezTo>
                    <a:pt x="39" y="51"/>
                    <a:pt x="31" y="55"/>
                    <a:pt x="23" y="55"/>
                  </a:cubicBezTo>
                  <a:cubicBezTo>
                    <a:pt x="21" y="55"/>
                    <a:pt x="18" y="54"/>
                    <a:pt x="17" y="53"/>
                  </a:cubicBezTo>
                  <a:cubicBezTo>
                    <a:pt x="15" y="51"/>
                    <a:pt x="14" y="49"/>
                    <a:pt x="14" y="47"/>
                  </a:cubicBezTo>
                  <a:cubicBezTo>
                    <a:pt x="14" y="46"/>
                    <a:pt x="15" y="45"/>
                    <a:pt x="16" y="45"/>
                  </a:cubicBezTo>
                  <a:cubicBezTo>
                    <a:pt x="26" y="43"/>
                    <a:pt x="34" y="39"/>
                    <a:pt x="41" y="33"/>
                  </a:cubicBezTo>
                  <a:cubicBezTo>
                    <a:pt x="47" y="27"/>
                    <a:pt x="50" y="20"/>
                    <a:pt x="50" y="14"/>
                  </a:cubicBezTo>
                  <a:cubicBezTo>
                    <a:pt x="50" y="10"/>
                    <a:pt x="49" y="7"/>
                    <a:pt x="46" y="4"/>
                  </a:cubicBezTo>
                  <a:cubicBezTo>
                    <a:pt x="44" y="1"/>
                    <a:pt x="40" y="0"/>
                    <a:pt x="36" y="0"/>
                  </a:cubicBezTo>
                  <a:cubicBezTo>
                    <a:pt x="27" y="0"/>
                    <a:pt x="19" y="5"/>
                    <a:pt x="12" y="14"/>
                  </a:cubicBezTo>
                  <a:cubicBezTo>
                    <a:pt x="4" y="23"/>
                    <a:pt x="0" y="33"/>
                    <a:pt x="0" y="44"/>
                  </a:cubicBezTo>
                  <a:cubicBezTo>
                    <a:pt x="0" y="51"/>
                    <a:pt x="2" y="57"/>
                    <a:pt x="6" y="61"/>
                  </a:cubicBezTo>
                  <a:cubicBezTo>
                    <a:pt x="10" y="65"/>
                    <a:pt x="15" y="67"/>
                    <a:pt x="21" y="67"/>
                  </a:cubicBezTo>
                  <a:close/>
                  <a:moveTo>
                    <a:pt x="23" y="19"/>
                  </a:moveTo>
                  <a:cubicBezTo>
                    <a:pt x="28" y="14"/>
                    <a:pt x="31" y="12"/>
                    <a:pt x="35" y="12"/>
                  </a:cubicBezTo>
                  <a:cubicBezTo>
                    <a:pt x="36" y="12"/>
                    <a:pt x="37" y="12"/>
                    <a:pt x="37" y="13"/>
                  </a:cubicBezTo>
                  <a:cubicBezTo>
                    <a:pt x="38" y="14"/>
                    <a:pt x="38" y="15"/>
                    <a:pt x="38" y="16"/>
                  </a:cubicBezTo>
                  <a:cubicBezTo>
                    <a:pt x="38" y="19"/>
                    <a:pt x="36" y="23"/>
                    <a:pt x="31" y="27"/>
                  </a:cubicBezTo>
                  <a:cubicBezTo>
                    <a:pt x="27" y="31"/>
                    <a:pt x="21" y="33"/>
                    <a:pt x="15" y="35"/>
                  </a:cubicBezTo>
                  <a:cubicBezTo>
                    <a:pt x="17" y="29"/>
                    <a:pt x="19" y="24"/>
                    <a:pt x="23"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24"/>
            <p:cNvSpPr>
              <a:spLocks/>
            </p:cNvSpPr>
            <p:nvPr/>
          </p:nvSpPr>
          <p:spPr bwMode="auto">
            <a:xfrm>
              <a:off x="2506662" y="2271713"/>
              <a:ext cx="68263" cy="100013"/>
            </a:xfrm>
            <a:custGeom>
              <a:avLst/>
              <a:gdLst>
                <a:gd name="T0" fmla="*/ 26 w 48"/>
                <a:gd name="T1" fmla="*/ 16 h 70"/>
                <a:gd name="T2" fmla="*/ 37 w 48"/>
                <a:gd name="T3" fmla="*/ 13 h 70"/>
                <a:gd name="T4" fmla="*/ 39 w 48"/>
                <a:gd name="T5" fmla="*/ 14 h 70"/>
                <a:gd name="T6" fmla="*/ 42 w 48"/>
                <a:gd name="T7" fmla="*/ 14 h 70"/>
                <a:gd name="T8" fmla="*/ 45 w 48"/>
                <a:gd name="T9" fmla="*/ 13 h 70"/>
                <a:gd name="T10" fmla="*/ 48 w 48"/>
                <a:gd name="T11" fmla="*/ 9 h 70"/>
                <a:gd name="T12" fmla="*/ 38 w 48"/>
                <a:gd name="T13" fmla="*/ 0 h 70"/>
                <a:gd name="T14" fmla="*/ 17 w 48"/>
                <a:gd name="T15" fmla="*/ 8 h 70"/>
                <a:gd name="T16" fmla="*/ 5 w 48"/>
                <a:gd name="T17" fmla="*/ 26 h 70"/>
                <a:gd name="T18" fmla="*/ 9 w 48"/>
                <a:gd name="T19" fmla="*/ 35 h 70"/>
                <a:gd name="T20" fmla="*/ 24 w 48"/>
                <a:gd name="T21" fmla="*/ 44 h 70"/>
                <a:gd name="T22" fmla="*/ 34 w 48"/>
                <a:gd name="T23" fmla="*/ 52 h 70"/>
                <a:gd name="T24" fmla="*/ 26 w 48"/>
                <a:gd name="T25" fmla="*/ 56 h 70"/>
                <a:gd name="T26" fmla="*/ 14 w 48"/>
                <a:gd name="T27" fmla="*/ 58 h 70"/>
                <a:gd name="T28" fmla="*/ 10 w 48"/>
                <a:gd name="T29" fmla="*/ 57 h 70"/>
                <a:gd name="T30" fmla="*/ 7 w 48"/>
                <a:gd name="T31" fmla="*/ 56 h 70"/>
                <a:gd name="T32" fmla="*/ 2 w 48"/>
                <a:gd name="T33" fmla="*/ 58 h 70"/>
                <a:gd name="T34" fmla="*/ 0 w 48"/>
                <a:gd name="T35" fmla="*/ 63 h 70"/>
                <a:gd name="T36" fmla="*/ 10 w 48"/>
                <a:gd name="T37" fmla="*/ 70 h 70"/>
                <a:gd name="T38" fmla="*/ 36 w 48"/>
                <a:gd name="T39" fmla="*/ 65 h 70"/>
                <a:gd name="T40" fmla="*/ 47 w 48"/>
                <a:gd name="T41" fmla="*/ 51 h 70"/>
                <a:gd name="T42" fmla="*/ 44 w 48"/>
                <a:gd name="T43" fmla="*/ 42 h 70"/>
                <a:gd name="T44" fmla="*/ 31 w 48"/>
                <a:gd name="T45" fmla="*/ 34 h 70"/>
                <a:gd name="T46" fmla="*/ 22 w 48"/>
                <a:gd name="T47" fmla="*/ 29 h 70"/>
                <a:gd name="T48" fmla="*/ 20 w 48"/>
                <a:gd name="T49" fmla="*/ 24 h 70"/>
                <a:gd name="T50" fmla="*/ 26 w 48"/>
                <a:gd name="T51" fmla="*/ 1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70">
                  <a:moveTo>
                    <a:pt x="26" y="16"/>
                  </a:moveTo>
                  <a:cubicBezTo>
                    <a:pt x="30" y="14"/>
                    <a:pt x="34" y="13"/>
                    <a:pt x="37" y="13"/>
                  </a:cubicBezTo>
                  <a:cubicBezTo>
                    <a:pt x="38" y="13"/>
                    <a:pt x="38" y="13"/>
                    <a:pt x="39" y="14"/>
                  </a:cubicBezTo>
                  <a:cubicBezTo>
                    <a:pt x="41" y="14"/>
                    <a:pt x="41" y="14"/>
                    <a:pt x="42" y="14"/>
                  </a:cubicBezTo>
                  <a:cubicBezTo>
                    <a:pt x="43" y="14"/>
                    <a:pt x="44" y="14"/>
                    <a:pt x="45" y="13"/>
                  </a:cubicBezTo>
                  <a:cubicBezTo>
                    <a:pt x="47" y="11"/>
                    <a:pt x="48" y="10"/>
                    <a:pt x="48" y="9"/>
                  </a:cubicBezTo>
                  <a:cubicBezTo>
                    <a:pt x="48" y="3"/>
                    <a:pt x="44" y="0"/>
                    <a:pt x="38" y="0"/>
                  </a:cubicBezTo>
                  <a:cubicBezTo>
                    <a:pt x="31" y="0"/>
                    <a:pt x="24" y="3"/>
                    <a:pt x="17" y="8"/>
                  </a:cubicBezTo>
                  <a:cubicBezTo>
                    <a:pt x="9" y="13"/>
                    <a:pt x="5" y="19"/>
                    <a:pt x="5" y="26"/>
                  </a:cubicBezTo>
                  <a:cubicBezTo>
                    <a:pt x="5" y="29"/>
                    <a:pt x="6" y="32"/>
                    <a:pt x="9" y="35"/>
                  </a:cubicBezTo>
                  <a:cubicBezTo>
                    <a:pt x="11" y="37"/>
                    <a:pt x="16" y="41"/>
                    <a:pt x="24" y="44"/>
                  </a:cubicBezTo>
                  <a:cubicBezTo>
                    <a:pt x="30" y="47"/>
                    <a:pt x="33" y="50"/>
                    <a:pt x="34" y="52"/>
                  </a:cubicBezTo>
                  <a:cubicBezTo>
                    <a:pt x="32" y="54"/>
                    <a:pt x="30" y="55"/>
                    <a:pt x="26" y="56"/>
                  </a:cubicBezTo>
                  <a:cubicBezTo>
                    <a:pt x="22" y="57"/>
                    <a:pt x="18" y="58"/>
                    <a:pt x="14" y="58"/>
                  </a:cubicBezTo>
                  <a:cubicBezTo>
                    <a:pt x="13" y="58"/>
                    <a:pt x="12" y="58"/>
                    <a:pt x="10" y="57"/>
                  </a:cubicBezTo>
                  <a:cubicBezTo>
                    <a:pt x="9" y="56"/>
                    <a:pt x="8" y="56"/>
                    <a:pt x="7" y="56"/>
                  </a:cubicBezTo>
                  <a:cubicBezTo>
                    <a:pt x="5" y="56"/>
                    <a:pt x="3" y="57"/>
                    <a:pt x="2" y="58"/>
                  </a:cubicBezTo>
                  <a:cubicBezTo>
                    <a:pt x="0" y="59"/>
                    <a:pt x="0" y="61"/>
                    <a:pt x="0" y="63"/>
                  </a:cubicBezTo>
                  <a:cubicBezTo>
                    <a:pt x="0" y="68"/>
                    <a:pt x="3" y="70"/>
                    <a:pt x="10" y="70"/>
                  </a:cubicBezTo>
                  <a:cubicBezTo>
                    <a:pt x="20" y="70"/>
                    <a:pt x="28" y="68"/>
                    <a:pt x="36" y="65"/>
                  </a:cubicBezTo>
                  <a:cubicBezTo>
                    <a:pt x="43" y="61"/>
                    <a:pt x="47" y="56"/>
                    <a:pt x="47" y="51"/>
                  </a:cubicBezTo>
                  <a:cubicBezTo>
                    <a:pt x="47" y="48"/>
                    <a:pt x="46" y="45"/>
                    <a:pt x="44" y="42"/>
                  </a:cubicBezTo>
                  <a:cubicBezTo>
                    <a:pt x="42" y="40"/>
                    <a:pt x="37" y="37"/>
                    <a:pt x="31" y="34"/>
                  </a:cubicBezTo>
                  <a:cubicBezTo>
                    <a:pt x="26" y="32"/>
                    <a:pt x="23" y="30"/>
                    <a:pt x="22" y="29"/>
                  </a:cubicBezTo>
                  <a:cubicBezTo>
                    <a:pt x="20" y="27"/>
                    <a:pt x="20" y="26"/>
                    <a:pt x="20" y="24"/>
                  </a:cubicBezTo>
                  <a:cubicBezTo>
                    <a:pt x="20" y="21"/>
                    <a:pt x="22" y="19"/>
                    <a:pt x="26"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25"/>
            <p:cNvSpPr>
              <a:spLocks noEditPoints="1"/>
            </p:cNvSpPr>
            <p:nvPr/>
          </p:nvSpPr>
          <p:spPr bwMode="auto">
            <a:xfrm>
              <a:off x="3306762" y="2262188"/>
              <a:ext cx="104775" cy="127000"/>
            </a:xfrm>
            <a:custGeom>
              <a:avLst/>
              <a:gdLst>
                <a:gd name="T0" fmla="*/ 0 w 73"/>
                <a:gd name="T1" fmla="*/ 80 h 88"/>
                <a:gd name="T2" fmla="*/ 7 w 73"/>
                <a:gd name="T3" fmla="*/ 88 h 88"/>
                <a:gd name="T4" fmla="*/ 12 w 73"/>
                <a:gd name="T5" fmla="*/ 86 h 88"/>
                <a:gd name="T6" fmla="*/ 14 w 73"/>
                <a:gd name="T7" fmla="*/ 80 h 88"/>
                <a:gd name="T8" fmla="*/ 16 w 73"/>
                <a:gd name="T9" fmla="*/ 59 h 88"/>
                <a:gd name="T10" fmla="*/ 24 w 73"/>
                <a:gd name="T11" fmla="*/ 57 h 88"/>
                <a:gd name="T12" fmla="*/ 58 w 73"/>
                <a:gd name="T13" fmla="*/ 43 h 88"/>
                <a:gd name="T14" fmla="*/ 73 w 73"/>
                <a:gd name="T15" fmla="*/ 20 h 88"/>
                <a:gd name="T16" fmla="*/ 65 w 73"/>
                <a:gd name="T17" fmla="*/ 5 h 88"/>
                <a:gd name="T18" fmla="*/ 44 w 73"/>
                <a:gd name="T19" fmla="*/ 0 h 88"/>
                <a:gd name="T20" fmla="*/ 18 w 73"/>
                <a:gd name="T21" fmla="*/ 4 h 88"/>
                <a:gd name="T22" fmla="*/ 2 w 73"/>
                <a:gd name="T23" fmla="*/ 12 h 88"/>
                <a:gd name="T24" fmla="*/ 6 w 73"/>
                <a:gd name="T25" fmla="*/ 19 h 88"/>
                <a:gd name="T26" fmla="*/ 6 w 73"/>
                <a:gd name="T27" fmla="*/ 24 h 88"/>
                <a:gd name="T28" fmla="*/ 3 w 73"/>
                <a:gd name="T29" fmla="*/ 49 h 88"/>
                <a:gd name="T30" fmla="*/ 0 w 73"/>
                <a:gd name="T31" fmla="*/ 80 h 88"/>
                <a:gd name="T32" fmla="*/ 21 w 73"/>
                <a:gd name="T33" fmla="*/ 16 h 88"/>
                <a:gd name="T34" fmla="*/ 44 w 73"/>
                <a:gd name="T35" fmla="*/ 11 h 88"/>
                <a:gd name="T36" fmla="*/ 59 w 73"/>
                <a:gd name="T37" fmla="*/ 21 h 88"/>
                <a:gd name="T38" fmla="*/ 46 w 73"/>
                <a:gd name="T39" fmla="*/ 36 h 88"/>
                <a:gd name="T40" fmla="*/ 17 w 73"/>
                <a:gd name="T41" fmla="*/ 46 h 88"/>
                <a:gd name="T42" fmla="*/ 21 w 73"/>
                <a:gd name="T43" fmla="*/ 1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8">
                  <a:moveTo>
                    <a:pt x="0" y="80"/>
                  </a:moveTo>
                  <a:cubicBezTo>
                    <a:pt x="0" y="86"/>
                    <a:pt x="2" y="88"/>
                    <a:pt x="7" y="88"/>
                  </a:cubicBezTo>
                  <a:cubicBezTo>
                    <a:pt x="9" y="88"/>
                    <a:pt x="11" y="87"/>
                    <a:pt x="12" y="86"/>
                  </a:cubicBezTo>
                  <a:cubicBezTo>
                    <a:pt x="14" y="84"/>
                    <a:pt x="14" y="82"/>
                    <a:pt x="14" y="80"/>
                  </a:cubicBezTo>
                  <a:cubicBezTo>
                    <a:pt x="14" y="75"/>
                    <a:pt x="15" y="68"/>
                    <a:pt x="16" y="59"/>
                  </a:cubicBezTo>
                  <a:cubicBezTo>
                    <a:pt x="16" y="59"/>
                    <a:pt x="19" y="58"/>
                    <a:pt x="24" y="57"/>
                  </a:cubicBezTo>
                  <a:cubicBezTo>
                    <a:pt x="38" y="54"/>
                    <a:pt x="49" y="49"/>
                    <a:pt x="58" y="43"/>
                  </a:cubicBezTo>
                  <a:cubicBezTo>
                    <a:pt x="68" y="36"/>
                    <a:pt x="73" y="29"/>
                    <a:pt x="73" y="20"/>
                  </a:cubicBezTo>
                  <a:cubicBezTo>
                    <a:pt x="73" y="14"/>
                    <a:pt x="70" y="9"/>
                    <a:pt x="65" y="5"/>
                  </a:cubicBezTo>
                  <a:cubicBezTo>
                    <a:pt x="60" y="2"/>
                    <a:pt x="53" y="0"/>
                    <a:pt x="44" y="0"/>
                  </a:cubicBezTo>
                  <a:cubicBezTo>
                    <a:pt x="37" y="0"/>
                    <a:pt x="28" y="1"/>
                    <a:pt x="18" y="4"/>
                  </a:cubicBezTo>
                  <a:cubicBezTo>
                    <a:pt x="7" y="6"/>
                    <a:pt x="2" y="9"/>
                    <a:pt x="2" y="12"/>
                  </a:cubicBezTo>
                  <a:cubicBezTo>
                    <a:pt x="2" y="15"/>
                    <a:pt x="3" y="18"/>
                    <a:pt x="6" y="19"/>
                  </a:cubicBezTo>
                  <a:cubicBezTo>
                    <a:pt x="6" y="19"/>
                    <a:pt x="6" y="21"/>
                    <a:pt x="6" y="24"/>
                  </a:cubicBezTo>
                  <a:cubicBezTo>
                    <a:pt x="6" y="27"/>
                    <a:pt x="5" y="35"/>
                    <a:pt x="3" y="49"/>
                  </a:cubicBezTo>
                  <a:cubicBezTo>
                    <a:pt x="1" y="67"/>
                    <a:pt x="0" y="77"/>
                    <a:pt x="0" y="80"/>
                  </a:cubicBezTo>
                  <a:close/>
                  <a:moveTo>
                    <a:pt x="21" y="16"/>
                  </a:moveTo>
                  <a:cubicBezTo>
                    <a:pt x="29" y="13"/>
                    <a:pt x="37" y="11"/>
                    <a:pt x="44" y="11"/>
                  </a:cubicBezTo>
                  <a:cubicBezTo>
                    <a:pt x="54" y="11"/>
                    <a:pt x="59" y="15"/>
                    <a:pt x="59" y="21"/>
                  </a:cubicBezTo>
                  <a:cubicBezTo>
                    <a:pt x="59" y="26"/>
                    <a:pt x="55" y="31"/>
                    <a:pt x="46" y="36"/>
                  </a:cubicBezTo>
                  <a:cubicBezTo>
                    <a:pt x="38" y="41"/>
                    <a:pt x="28" y="44"/>
                    <a:pt x="17" y="46"/>
                  </a:cubicBezTo>
                  <a:lnTo>
                    <a:pt x="21"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26"/>
            <p:cNvSpPr>
              <a:spLocks noEditPoints="1"/>
            </p:cNvSpPr>
            <p:nvPr/>
          </p:nvSpPr>
          <p:spPr bwMode="auto">
            <a:xfrm>
              <a:off x="3413125" y="2292351"/>
              <a:ext cx="87313" cy="95250"/>
            </a:xfrm>
            <a:custGeom>
              <a:avLst/>
              <a:gdLst>
                <a:gd name="T0" fmla="*/ 56 w 60"/>
                <a:gd name="T1" fmla="*/ 13 h 66"/>
                <a:gd name="T2" fmla="*/ 50 w 60"/>
                <a:gd name="T3" fmla="*/ 7 h 66"/>
                <a:gd name="T4" fmla="*/ 41 w 60"/>
                <a:gd name="T5" fmla="*/ 0 h 66"/>
                <a:gd name="T6" fmla="*/ 13 w 60"/>
                <a:gd name="T7" fmla="*/ 18 h 66"/>
                <a:gd name="T8" fmla="*/ 0 w 60"/>
                <a:gd name="T9" fmla="*/ 50 h 66"/>
                <a:gd name="T10" fmla="*/ 3 w 60"/>
                <a:gd name="T11" fmla="*/ 60 h 66"/>
                <a:gd name="T12" fmla="*/ 12 w 60"/>
                <a:gd name="T13" fmla="*/ 64 h 66"/>
                <a:gd name="T14" fmla="*/ 41 w 60"/>
                <a:gd name="T15" fmla="*/ 45 h 66"/>
                <a:gd name="T16" fmla="*/ 51 w 60"/>
                <a:gd name="T17" fmla="*/ 66 h 66"/>
                <a:gd name="T18" fmla="*/ 57 w 60"/>
                <a:gd name="T19" fmla="*/ 64 h 66"/>
                <a:gd name="T20" fmla="*/ 60 w 60"/>
                <a:gd name="T21" fmla="*/ 59 h 66"/>
                <a:gd name="T22" fmla="*/ 58 w 60"/>
                <a:gd name="T23" fmla="*/ 56 h 66"/>
                <a:gd name="T24" fmla="*/ 55 w 60"/>
                <a:gd name="T25" fmla="*/ 54 h 66"/>
                <a:gd name="T26" fmla="*/ 54 w 60"/>
                <a:gd name="T27" fmla="*/ 50 h 66"/>
                <a:gd name="T28" fmla="*/ 53 w 60"/>
                <a:gd name="T29" fmla="*/ 40 h 66"/>
                <a:gd name="T30" fmla="*/ 55 w 60"/>
                <a:gd name="T31" fmla="*/ 21 h 66"/>
                <a:gd name="T32" fmla="*/ 56 w 60"/>
                <a:gd name="T33" fmla="*/ 13 h 66"/>
                <a:gd name="T34" fmla="*/ 32 w 60"/>
                <a:gd name="T35" fmla="*/ 40 h 66"/>
                <a:gd name="T36" fmla="*/ 16 w 60"/>
                <a:gd name="T37" fmla="*/ 52 h 66"/>
                <a:gd name="T38" fmla="*/ 14 w 60"/>
                <a:gd name="T39" fmla="*/ 47 h 66"/>
                <a:gd name="T40" fmla="*/ 23 w 60"/>
                <a:gd name="T41" fmla="*/ 26 h 66"/>
                <a:gd name="T42" fmla="*/ 38 w 60"/>
                <a:gd name="T43" fmla="*/ 13 h 66"/>
                <a:gd name="T44" fmla="*/ 41 w 60"/>
                <a:gd name="T45" fmla="*/ 14 h 66"/>
                <a:gd name="T46" fmla="*/ 42 w 60"/>
                <a:gd name="T47" fmla="*/ 19 h 66"/>
                <a:gd name="T48" fmla="*/ 32 w 60"/>
                <a:gd name="T49" fmla="*/ 4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 h="66">
                  <a:moveTo>
                    <a:pt x="56" y="13"/>
                  </a:moveTo>
                  <a:cubicBezTo>
                    <a:pt x="56" y="9"/>
                    <a:pt x="54" y="7"/>
                    <a:pt x="50" y="7"/>
                  </a:cubicBezTo>
                  <a:cubicBezTo>
                    <a:pt x="48" y="3"/>
                    <a:pt x="45" y="0"/>
                    <a:pt x="41" y="0"/>
                  </a:cubicBezTo>
                  <a:cubicBezTo>
                    <a:pt x="31" y="0"/>
                    <a:pt x="22" y="6"/>
                    <a:pt x="13" y="18"/>
                  </a:cubicBezTo>
                  <a:cubicBezTo>
                    <a:pt x="4" y="29"/>
                    <a:pt x="0" y="40"/>
                    <a:pt x="0" y="50"/>
                  </a:cubicBezTo>
                  <a:cubicBezTo>
                    <a:pt x="0" y="54"/>
                    <a:pt x="1" y="58"/>
                    <a:pt x="3" y="60"/>
                  </a:cubicBezTo>
                  <a:cubicBezTo>
                    <a:pt x="6" y="63"/>
                    <a:pt x="9" y="64"/>
                    <a:pt x="12" y="64"/>
                  </a:cubicBezTo>
                  <a:cubicBezTo>
                    <a:pt x="22" y="64"/>
                    <a:pt x="31" y="58"/>
                    <a:pt x="41" y="45"/>
                  </a:cubicBezTo>
                  <a:cubicBezTo>
                    <a:pt x="41" y="59"/>
                    <a:pt x="44" y="66"/>
                    <a:pt x="51" y="66"/>
                  </a:cubicBezTo>
                  <a:cubicBezTo>
                    <a:pt x="53" y="66"/>
                    <a:pt x="55" y="66"/>
                    <a:pt x="57" y="64"/>
                  </a:cubicBezTo>
                  <a:cubicBezTo>
                    <a:pt x="59" y="63"/>
                    <a:pt x="60" y="61"/>
                    <a:pt x="60" y="59"/>
                  </a:cubicBezTo>
                  <a:cubicBezTo>
                    <a:pt x="60" y="58"/>
                    <a:pt x="60" y="57"/>
                    <a:pt x="58" y="56"/>
                  </a:cubicBezTo>
                  <a:cubicBezTo>
                    <a:pt x="56" y="56"/>
                    <a:pt x="56" y="55"/>
                    <a:pt x="55" y="54"/>
                  </a:cubicBezTo>
                  <a:cubicBezTo>
                    <a:pt x="55" y="54"/>
                    <a:pt x="54" y="52"/>
                    <a:pt x="54" y="50"/>
                  </a:cubicBezTo>
                  <a:cubicBezTo>
                    <a:pt x="53" y="48"/>
                    <a:pt x="53" y="45"/>
                    <a:pt x="53" y="40"/>
                  </a:cubicBezTo>
                  <a:cubicBezTo>
                    <a:pt x="53" y="35"/>
                    <a:pt x="54" y="29"/>
                    <a:pt x="55" y="21"/>
                  </a:cubicBezTo>
                  <a:cubicBezTo>
                    <a:pt x="56" y="17"/>
                    <a:pt x="56" y="14"/>
                    <a:pt x="56" y="13"/>
                  </a:cubicBezTo>
                  <a:close/>
                  <a:moveTo>
                    <a:pt x="32" y="40"/>
                  </a:moveTo>
                  <a:cubicBezTo>
                    <a:pt x="26" y="48"/>
                    <a:pt x="20" y="52"/>
                    <a:pt x="16" y="52"/>
                  </a:cubicBezTo>
                  <a:cubicBezTo>
                    <a:pt x="14" y="52"/>
                    <a:pt x="14" y="50"/>
                    <a:pt x="14" y="47"/>
                  </a:cubicBezTo>
                  <a:cubicBezTo>
                    <a:pt x="14" y="41"/>
                    <a:pt x="17" y="34"/>
                    <a:pt x="23" y="26"/>
                  </a:cubicBezTo>
                  <a:cubicBezTo>
                    <a:pt x="29" y="17"/>
                    <a:pt x="34" y="13"/>
                    <a:pt x="38" y="13"/>
                  </a:cubicBezTo>
                  <a:cubicBezTo>
                    <a:pt x="39" y="13"/>
                    <a:pt x="40" y="13"/>
                    <a:pt x="41" y="14"/>
                  </a:cubicBezTo>
                  <a:cubicBezTo>
                    <a:pt x="42" y="16"/>
                    <a:pt x="42" y="17"/>
                    <a:pt x="42" y="19"/>
                  </a:cubicBezTo>
                  <a:cubicBezTo>
                    <a:pt x="42" y="25"/>
                    <a:pt x="39" y="32"/>
                    <a:pt x="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27"/>
            <p:cNvSpPr>
              <a:spLocks/>
            </p:cNvSpPr>
            <p:nvPr/>
          </p:nvSpPr>
          <p:spPr bwMode="auto">
            <a:xfrm>
              <a:off x="3506787" y="2295526"/>
              <a:ext cx="92075" cy="139700"/>
            </a:xfrm>
            <a:custGeom>
              <a:avLst/>
              <a:gdLst>
                <a:gd name="T0" fmla="*/ 30 w 64"/>
                <a:gd name="T1" fmla="*/ 86 h 97"/>
                <a:gd name="T2" fmla="*/ 8 w 64"/>
                <a:gd name="T3" fmla="*/ 76 h 97"/>
                <a:gd name="T4" fmla="*/ 5 w 64"/>
                <a:gd name="T5" fmla="*/ 74 h 97"/>
                <a:gd name="T6" fmla="*/ 2 w 64"/>
                <a:gd name="T7" fmla="*/ 76 h 97"/>
                <a:gd name="T8" fmla="*/ 0 w 64"/>
                <a:gd name="T9" fmla="*/ 80 h 97"/>
                <a:gd name="T10" fmla="*/ 5 w 64"/>
                <a:gd name="T11" fmla="*/ 88 h 97"/>
                <a:gd name="T12" fmla="*/ 15 w 64"/>
                <a:gd name="T13" fmla="*/ 94 h 97"/>
                <a:gd name="T14" fmla="*/ 15 w 64"/>
                <a:gd name="T15" fmla="*/ 94 h 97"/>
                <a:gd name="T16" fmla="*/ 30 w 64"/>
                <a:gd name="T17" fmla="*/ 97 h 97"/>
                <a:gd name="T18" fmla="*/ 43 w 64"/>
                <a:gd name="T19" fmla="*/ 93 h 97"/>
                <a:gd name="T20" fmla="*/ 52 w 64"/>
                <a:gd name="T21" fmla="*/ 79 h 97"/>
                <a:gd name="T22" fmla="*/ 59 w 64"/>
                <a:gd name="T23" fmla="*/ 55 h 97"/>
                <a:gd name="T24" fmla="*/ 62 w 64"/>
                <a:gd name="T25" fmla="*/ 28 h 97"/>
                <a:gd name="T26" fmla="*/ 64 w 64"/>
                <a:gd name="T27" fmla="*/ 9 h 97"/>
                <a:gd name="T28" fmla="*/ 62 w 64"/>
                <a:gd name="T29" fmla="*/ 1 h 97"/>
                <a:gd name="T30" fmla="*/ 57 w 64"/>
                <a:gd name="T31" fmla="*/ 0 h 97"/>
                <a:gd name="T32" fmla="*/ 52 w 64"/>
                <a:gd name="T33" fmla="*/ 1 h 97"/>
                <a:gd name="T34" fmla="*/ 50 w 64"/>
                <a:gd name="T35" fmla="*/ 4 h 97"/>
                <a:gd name="T36" fmla="*/ 49 w 64"/>
                <a:gd name="T37" fmla="*/ 13 h 97"/>
                <a:gd name="T38" fmla="*/ 48 w 64"/>
                <a:gd name="T39" fmla="*/ 28 h 97"/>
                <a:gd name="T40" fmla="*/ 46 w 64"/>
                <a:gd name="T41" fmla="*/ 33 h 97"/>
                <a:gd name="T42" fmla="*/ 39 w 64"/>
                <a:gd name="T43" fmla="*/ 39 h 97"/>
                <a:gd name="T44" fmla="*/ 29 w 64"/>
                <a:gd name="T45" fmla="*/ 45 h 97"/>
                <a:gd name="T46" fmla="*/ 23 w 64"/>
                <a:gd name="T47" fmla="*/ 47 h 97"/>
                <a:gd name="T48" fmla="*/ 20 w 64"/>
                <a:gd name="T49" fmla="*/ 45 h 97"/>
                <a:gd name="T50" fmla="*/ 19 w 64"/>
                <a:gd name="T51" fmla="*/ 38 h 97"/>
                <a:gd name="T52" fmla="*/ 24 w 64"/>
                <a:gd name="T53" fmla="*/ 20 h 97"/>
                <a:gd name="T54" fmla="*/ 29 w 64"/>
                <a:gd name="T55" fmla="*/ 10 h 97"/>
                <a:gd name="T56" fmla="*/ 27 w 64"/>
                <a:gd name="T57" fmla="*/ 5 h 97"/>
                <a:gd name="T58" fmla="*/ 23 w 64"/>
                <a:gd name="T59" fmla="*/ 3 h 97"/>
                <a:gd name="T60" fmla="*/ 15 w 64"/>
                <a:gd name="T61" fmla="*/ 6 h 97"/>
                <a:gd name="T62" fmla="*/ 10 w 64"/>
                <a:gd name="T63" fmla="*/ 22 h 97"/>
                <a:gd name="T64" fmla="*/ 7 w 64"/>
                <a:gd name="T65" fmla="*/ 42 h 97"/>
                <a:gd name="T66" fmla="*/ 10 w 64"/>
                <a:gd name="T67" fmla="*/ 54 h 97"/>
                <a:gd name="T68" fmla="*/ 20 w 64"/>
                <a:gd name="T69" fmla="*/ 59 h 97"/>
                <a:gd name="T70" fmla="*/ 47 w 64"/>
                <a:gd name="T71" fmla="*/ 45 h 97"/>
                <a:gd name="T72" fmla="*/ 41 w 64"/>
                <a:gd name="T73" fmla="*/ 74 h 97"/>
                <a:gd name="T74" fmla="*/ 30 w 64"/>
                <a:gd name="T75" fmla="*/ 86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4" h="97">
                  <a:moveTo>
                    <a:pt x="30" y="86"/>
                  </a:moveTo>
                  <a:cubicBezTo>
                    <a:pt x="20" y="86"/>
                    <a:pt x="13" y="82"/>
                    <a:pt x="8" y="76"/>
                  </a:cubicBezTo>
                  <a:cubicBezTo>
                    <a:pt x="8" y="75"/>
                    <a:pt x="7" y="74"/>
                    <a:pt x="5" y="74"/>
                  </a:cubicBezTo>
                  <a:cubicBezTo>
                    <a:pt x="4" y="74"/>
                    <a:pt x="3" y="75"/>
                    <a:pt x="2" y="76"/>
                  </a:cubicBezTo>
                  <a:cubicBezTo>
                    <a:pt x="1" y="77"/>
                    <a:pt x="0" y="79"/>
                    <a:pt x="0" y="80"/>
                  </a:cubicBezTo>
                  <a:cubicBezTo>
                    <a:pt x="0" y="82"/>
                    <a:pt x="2" y="85"/>
                    <a:pt x="5" y="88"/>
                  </a:cubicBezTo>
                  <a:cubicBezTo>
                    <a:pt x="8" y="90"/>
                    <a:pt x="11" y="93"/>
                    <a:pt x="15" y="94"/>
                  </a:cubicBezTo>
                  <a:cubicBezTo>
                    <a:pt x="15" y="94"/>
                    <a:pt x="15" y="94"/>
                    <a:pt x="15" y="94"/>
                  </a:cubicBezTo>
                  <a:cubicBezTo>
                    <a:pt x="20" y="96"/>
                    <a:pt x="25" y="97"/>
                    <a:pt x="30" y="97"/>
                  </a:cubicBezTo>
                  <a:cubicBezTo>
                    <a:pt x="35" y="97"/>
                    <a:pt x="39" y="96"/>
                    <a:pt x="43" y="93"/>
                  </a:cubicBezTo>
                  <a:cubicBezTo>
                    <a:pt x="46" y="91"/>
                    <a:pt x="49" y="86"/>
                    <a:pt x="52" y="79"/>
                  </a:cubicBezTo>
                  <a:cubicBezTo>
                    <a:pt x="55" y="72"/>
                    <a:pt x="58" y="64"/>
                    <a:pt x="59" y="55"/>
                  </a:cubicBezTo>
                  <a:cubicBezTo>
                    <a:pt x="61" y="46"/>
                    <a:pt x="62" y="37"/>
                    <a:pt x="62" y="28"/>
                  </a:cubicBezTo>
                  <a:cubicBezTo>
                    <a:pt x="64" y="9"/>
                    <a:pt x="64" y="9"/>
                    <a:pt x="64" y="9"/>
                  </a:cubicBezTo>
                  <a:cubicBezTo>
                    <a:pt x="64" y="5"/>
                    <a:pt x="63" y="2"/>
                    <a:pt x="62" y="1"/>
                  </a:cubicBezTo>
                  <a:cubicBezTo>
                    <a:pt x="61" y="0"/>
                    <a:pt x="59" y="0"/>
                    <a:pt x="57" y="0"/>
                  </a:cubicBezTo>
                  <a:cubicBezTo>
                    <a:pt x="55" y="0"/>
                    <a:pt x="53" y="0"/>
                    <a:pt x="52" y="1"/>
                  </a:cubicBezTo>
                  <a:cubicBezTo>
                    <a:pt x="51" y="2"/>
                    <a:pt x="50" y="3"/>
                    <a:pt x="50" y="4"/>
                  </a:cubicBezTo>
                  <a:cubicBezTo>
                    <a:pt x="50" y="6"/>
                    <a:pt x="50" y="8"/>
                    <a:pt x="49" y="13"/>
                  </a:cubicBezTo>
                  <a:cubicBezTo>
                    <a:pt x="49" y="20"/>
                    <a:pt x="49" y="25"/>
                    <a:pt x="48" y="28"/>
                  </a:cubicBezTo>
                  <a:cubicBezTo>
                    <a:pt x="47" y="30"/>
                    <a:pt x="47" y="32"/>
                    <a:pt x="46" y="33"/>
                  </a:cubicBezTo>
                  <a:cubicBezTo>
                    <a:pt x="45" y="34"/>
                    <a:pt x="42" y="37"/>
                    <a:pt x="39" y="39"/>
                  </a:cubicBezTo>
                  <a:cubicBezTo>
                    <a:pt x="35" y="42"/>
                    <a:pt x="32" y="44"/>
                    <a:pt x="29" y="45"/>
                  </a:cubicBezTo>
                  <a:cubicBezTo>
                    <a:pt x="27" y="46"/>
                    <a:pt x="25" y="47"/>
                    <a:pt x="23" y="47"/>
                  </a:cubicBezTo>
                  <a:cubicBezTo>
                    <a:pt x="22" y="47"/>
                    <a:pt x="21" y="46"/>
                    <a:pt x="20" y="45"/>
                  </a:cubicBezTo>
                  <a:cubicBezTo>
                    <a:pt x="20" y="43"/>
                    <a:pt x="19" y="41"/>
                    <a:pt x="19" y="38"/>
                  </a:cubicBezTo>
                  <a:cubicBezTo>
                    <a:pt x="19" y="33"/>
                    <a:pt x="21" y="27"/>
                    <a:pt x="24" y="20"/>
                  </a:cubicBezTo>
                  <a:cubicBezTo>
                    <a:pt x="27" y="14"/>
                    <a:pt x="29" y="11"/>
                    <a:pt x="29" y="10"/>
                  </a:cubicBezTo>
                  <a:cubicBezTo>
                    <a:pt x="29" y="8"/>
                    <a:pt x="28" y="7"/>
                    <a:pt x="27" y="5"/>
                  </a:cubicBezTo>
                  <a:cubicBezTo>
                    <a:pt x="26" y="3"/>
                    <a:pt x="25" y="3"/>
                    <a:pt x="23" y="3"/>
                  </a:cubicBezTo>
                  <a:cubicBezTo>
                    <a:pt x="19" y="3"/>
                    <a:pt x="17" y="4"/>
                    <a:pt x="15" y="6"/>
                  </a:cubicBezTo>
                  <a:cubicBezTo>
                    <a:pt x="14" y="8"/>
                    <a:pt x="12" y="13"/>
                    <a:pt x="10" y="22"/>
                  </a:cubicBezTo>
                  <a:cubicBezTo>
                    <a:pt x="8" y="31"/>
                    <a:pt x="7" y="38"/>
                    <a:pt x="7" y="42"/>
                  </a:cubicBezTo>
                  <a:cubicBezTo>
                    <a:pt x="7" y="47"/>
                    <a:pt x="8" y="51"/>
                    <a:pt x="10" y="54"/>
                  </a:cubicBezTo>
                  <a:cubicBezTo>
                    <a:pt x="13" y="58"/>
                    <a:pt x="16" y="59"/>
                    <a:pt x="20" y="59"/>
                  </a:cubicBezTo>
                  <a:cubicBezTo>
                    <a:pt x="26" y="59"/>
                    <a:pt x="36" y="54"/>
                    <a:pt x="47" y="45"/>
                  </a:cubicBezTo>
                  <a:cubicBezTo>
                    <a:pt x="46" y="56"/>
                    <a:pt x="44" y="66"/>
                    <a:pt x="41" y="74"/>
                  </a:cubicBezTo>
                  <a:cubicBezTo>
                    <a:pt x="37" y="82"/>
                    <a:pt x="34" y="86"/>
                    <a:pt x="30" y="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28"/>
            <p:cNvSpPr>
              <a:spLocks/>
            </p:cNvSpPr>
            <p:nvPr/>
          </p:nvSpPr>
          <p:spPr bwMode="auto">
            <a:xfrm>
              <a:off x="3619500" y="2295526"/>
              <a:ext cx="82550" cy="93663"/>
            </a:xfrm>
            <a:custGeom>
              <a:avLst/>
              <a:gdLst>
                <a:gd name="T0" fmla="*/ 16 w 57"/>
                <a:gd name="T1" fmla="*/ 17 h 65"/>
                <a:gd name="T2" fmla="*/ 18 w 57"/>
                <a:gd name="T3" fmla="*/ 6 h 65"/>
                <a:gd name="T4" fmla="*/ 17 w 57"/>
                <a:gd name="T5" fmla="*/ 2 h 65"/>
                <a:gd name="T6" fmla="*/ 12 w 57"/>
                <a:gd name="T7" fmla="*/ 1 h 65"/>
                <a:gd name="T8" fmla="*/ 6 w 57"/>
                <a:gd name="T9" fmla="*/ 2 h 65"/>
                <a:gd name="T10" fmla="*/ 3 w 57"/>
                <a:gd name="T11" fmla="*/ 6 h 65"/>
                <a:gd name="T12" fmla="*/ 2 w 57"/>
                <a:gd name="T13" fmla="*/ 14 h 65"/>
                <a:gd name="T14" fmla="*/ 2 w 57"/>
                <a:gd name="T15" fmla="*/ 18 h 65"/>
                <a:gd name="T16" fmla="*/ 0 w 57"/>
                <a:gd name="T17" fmla="*/ 34 h 65"/>
                <a:gd name="T18" fmla="*/ 0 w 57"/>
                <a:gd name="T19" fmla="*/ 46 h 65"/>
                <a:gd name="T20" fmla="*/ 2 w 57"/>
                <a:gd name="T21" fmla="*/ 61 h 65"/>
                <a:gd name="T22" fmla="*/ 8 w 57"/>
                <a:gd name="T23" fmla="*/ 65 h 65"/>
                <a:gd name="T24" fmla="*/ 13 w 57"/>
                <a:gd name="T25" fmla="*/ 63 h 65"/>
                <a:gd name="T26" fmla="*/ 16 w 57"/>
                <a:gd name="T27" fmla="*/ 56 h 65"/>
                <a:gd name="T28" fmla="*/ 28 w 57"/>
                <a:gd name="T29" fmla="*/ 26 h 65"/>
                <a:gd name="T30" fmla="*/ 43 w 57"/>
                <a:gd name="T31" fmla="*/ 13 h 65"/>
                <a:gd name="T32" fmla="*/ 46 w 57"/>
                <a:gd name="T33" fmla="*/ 15 h 65"/>
                <a:gd name="T34" fmla="*/ 53 w 57"/>
                <a:gd name="T35" fmla="*/ 18 h 65"/>
                <a:gd name="T36" fmla="*/ 56 w 57"/>
                <a:gd name="T37" fmla="*/ 16 h 65"/>
                <a:gd name="T38" fmla="*/ 57 w 57"/>
                <a:gd name="T39" fmla="*/ 11 h 65"/>
                <a:gd name="T40" fmla="*/ 54 w 57"/>
                <a:gd name="T41" fmla="*/ 3 h 65"/>
                <a:gd name="T42" fmla="*/ 44 w 57"/>
                <a:gd name="T43" fmla="*/ 0 h 65"/>
                <a:gd name="T44" fmla="*/ 28 w 57"/>
                <a:gd name="T45" fmla="*/ 9 h 65"/>
                <a:gd name="T46" fmla="*/ 14 w 57"/>
                <a:gd name="T47" fmla="*/ 31 h 65"/>
                <a:gd name="T48" fmla="*/ 13 w 57"/>
                <a:gd name="T49" fmla="*/ 33 h 65"/>
                <a:gd name="T50" fmla="*/ 14 w 57"/>
                <a:gd name="T51" fmla="*/ 24 h 65"/>
                <a:gd name="T52" fmla="*/ 16 w 57"/>
                <a:gd name="T53" fmla="*/ 17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7" h="65">
                  <a:moveTo>
                    <a:pt x="16" y="17"/>
                  </a:moveTo>
                  <a:cubicBezTo>
                    <a:pt x="17" y="12"/>
                    <a:pt x="18" y="8"/>
                    <a:pt x="18" y="6"/>
                  </a:cubicBezTo>
                  <a:cubicBezTo>
                    <a:pt x="18" y="5"/>
                    <a:pt x="18" y="4"/>
                    <a:pt x="17" y="2"/>
                  </a:cubicBezTo>
                  <a:cubicBezTo>
                    <a:pt x="15" y="1"/>
                    <a:pt x="14" y="1"/>
                    <a:pt x="12" y="1"/>
                  </a:cubicBezTo>
                  <a:cubicBezTo>
                    <a:pt x="10" y="1"/>
                    <a:pt x="8" y="1"/>
                    <a:pt x="6" y="2"/>
                  </a:cubicBezTo>
                  <a:cubicBezTo>
                    <a:pt x="5" y="4"/>
                    <a:pt x="4" y="5"/>
                    <a:pt x="3" y="6"/>
                  </a:cubicBezTo>
                  <a:cubicBezTo>
                    <a:pt x="3" y="8"/>
                    <a:pt x="3" y="10"/>
                    <a:pt x="2" y="14"/>
                  </a:cubicBezTo>
                  <a:cubicBezTo>
                    <a:pt x="2" y="15"/>
                    <a:pt x="2" y="16"/>
                    <a:pt x="2" y="18"/>
                  </a:cubicBezTo>
                  <a:cubicBezTo>
                    <a:pt x="1" y="25"/>
                    <a:pt x="1" y="30"/>
                    <a:pt x="0" y="34"/>
                  </a:cubicBezTo>
                  <a:cubicBezTo>
                    <a:pt x="0" y="39"/>
                    <a:pt x="0" y="43"/>
                    <a:pt x="0" y="46"/>
                  </a:cubicBezTo>
                  <a:cubicBezTo>
                    <a:pt x="0" y="53"/>
                    <a:pt x="1" y="58"/>
                    <a:pt x="2" y="61"/>
                  </a:cubicBezTo>
                  <a:cubicBezTo>
                    <a:pt x="3" y="64"/>
                    <a:pt x="5" y="65"/>
                    <a:pt x="8" y="65"/>
                  </a:cubicBezTo>
                  <a:cubicBezTo>
                    <a:pt x="10" y="65"/>
                    <a:pt x="12" y="64"/>
                    <a:pt x="13" y="63"/>
                  </a:cubicBezTo>
                  <a:cubicBezTo>
                    <a:pt x="15" y="62"/>
                    <a:pt x="16" y="60"/>
                    <a:pt x="16" y="56"/>
                  </a:cubicBezTo>
                  <a:cubicBezTo>
                    <a:pt x="18" y="45"/>
                    <a:pt x="22" y="35"/>
                    <a:pt x="28" y="26"/>
                  </a:cubicBezTo>
                  <a:cubicBezTo>
                    <a:pt x="35" y="17"/>
                    <a:pt x="40" y="13"/>
                    <a:pt x="43" y="13"/>
                  </a:cubicBezTo>
                  <a:cubicBezTo>
                    <a:pt x="44" y="13"/>
                    <a:pt x="45" y="14"/>
                    <a:pt x="46" y="15"/>
                  </a:cubicBezTo>
                  <a:cubicBezTo>
                    <a:pt x="48" y="17"/>
                    <a:pt x="50" y="18"/>
                    <a:pt x="53" y="18"/>
                  </a:cubicBezTo>
                  <a:cubicBezTo>
                    <a:pt x="54" y="18"/>
                    <a:pt x="55" y="17"/>
                    <a:pt x="56" y="16"/>
                  </a:cubicBezTo>
                  <a:cubicBezTo>
                    <a:pt x="57" y="14"/>
                    <a:pt x="57" y="13"/>
                    <a:pt x="57" y="11"/>
                  </a:cubicBezTo>
                  <a:cubicBezTo>
                    <a:pt x="57" y="8"/>
                    <a:pt x="56" y="5"/>
                    <a:pt x="54" y="3"/>
                  </a:cubicBezTo>
                  <a:cubicBezTo>
                    <a:pt x="51" y="1"/>
                    <a:pt x="48" y="0"/>
                    <a:pt x="44" y="0"/>
                  </a:cubicBezTo>
                  <a:cubicBezTo>
                    <a:pt x="39" y="0"/>
                    <a:pt x="34" y="3"/>
                    <a:pt x="28" y="9"/>
                  </a:cubicBezTo>
                  <a:cubicBezTo>
                    <a:pt x="23" y="15"/>
                    <a:pt x="18" y="22"/>
                    <a:pt x="14" y="31"/>
                  </a:cubicBezTo>
                  <a:cubicBezTo>
                    <a:pt x="13" y="33"/>
                    <a:pt x="13" y="33"/>
                    <a:pt x="13" y="33"/>
                  </a:cubicBezTo>
                  <a:cubicBezTo>
                    <a:pt x="14" y="24"/>
                    <a:pt x="14" y="24"/>
                    <a:pt x="14" y="24"/>
                  </a:cubicBezTo>
                  <a:cubicBezTo>
                    <a:pt x="14" y="22"/>
                    <a:pt x="15" y="19"/>
                    <a:pt x="16"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29"/>
            <p:cNvSpPr>
              <a:spLocks noEditPoints="1"/>
            </p:cNvSpPr>
            <p:nvPr/>
          </p:nvSpPr>
          <p:spPr bwMode="auto">
            <a:xfrm>
              <a:off x="3700462" y="2293938"/>
              <a:ext cx="82550" cy="95250"/>
            </a:xfrm>
            <a:custGeom>
              <a:avLst/>
              <a:gdLst>
                <a:gd name="T0" fmla="*/ 20 w 57"/>
                <a:gd name="T1" fmla="*/ 66 h 66"/>
                <a:gd name="T2" fmla="*/ 42 w 57"/>
                <a:gd name="T3" fmla="*/ 56 h 66"/>
                <a:gd name="T4" fmla="*/ 56 w 57"/>
                <a:gd name="T5" fmla="*/ 34 h 66"/>
                <a:gd name="T6" fmla="*/ 56 w 57"/>
                <a:gd name="T7" fmla="*/ 34 h 66"/>
                <a:gd name="T8" fmla="*/ 57 w 57"/>
                <a:gd name="T9" fmla="*/ 25 h 66"/>
                <a:gd name="T10" fmla="*/ 51 w 57"/>
                <a:gd name="T11" fmla="*/ 8 h 66"/>
                <a:gd name="T12" fmla="*/ 35 w 57"/>
                <a:gd name="T13" fmla="*/ 0 h 66"/>
                <a:gd name="T14" fmla="*/ 11 w 57"/>
                <a:gd name="T15" fmla="*/ 15 h 66"/>
                <a:gd name="T16" fmla="*/ 0 w 57"/>
                <a:gd name="T17" fmla="*/ 44 h 66"/>
                <a:gd name="T18" fmla="*/ 6 w 57"/>
                <a:gd name="T19" fmla="*/ 59 h 66"/>
                <a:gd name="T20" fmla="*/ 20 w 57"/>
                <a:gd name="T21" fmla="*/ 66 h 66"/>
                <a:gd name="T22" fmla="*/ 18 w 57"/>
                <a:gd name="T23" fmla="*/ 27 h 66"/>
                <a:gd name="T24" fmla="*/ 26 w 57"/>
                <a:gd name="T25" fmla="*/ 16 h 66"/>
                <a:gd name="T26" fmla="*/ 26 w 57"/>
                <a:gd name="T27" fmla="*/ 16 h 66"/>
                <a:gd name="T28" fmla="*/ 34 w 57"/>
                <a:gd name="T29" fmla="*/ 13 h 66"/>
                <a:gd name="T30" fmla="*/ 41 w 57"/>
                <a:gd name="T31" fmla="*/ 16 h 66"/>
                <a:gd name="T32" fmla="*/ 43 w 57"/>
                <a:gd name="T33" fmla="*/ 26 h 66"/>
                <a:gd name="T34" fmla="*/ 36 w 57"/>
                <a:gd name="T35" fmla="*/ 45 h 66"/>
                <a:gd name="T36" fmla="*/ 21 w 57"/>
                <a:gd name="T37" fmla="*/ 54 h 66"/>
                <a:gd name="T38" fmla="*/ 16 w 57"/>
                <a:gd name="T39" fmla="*/ 50 h 66"/>
                <a:gd name="T40" fmla="*/ 15 w 57"/>
                <a:gd name="T41" fmla="*/ 43 h 66"/>
                <a:gd name="T42" fmla="*/ 18 w 57"/>
                <a:gd name="T43" fmla="*/ 27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 h="66">
                  <a:moveTo>
                    <a:pt x="20" y="66"/>
                  </a:moveTo>
                  <a:cubicBezTo>
                    <a:pt x="27" y="66"/>
                    <a:pt x="34" y="62"/>
                    <a:pt x="42" y="56"/>
                  </a:cubicBezTo>
                  <a:cubicBezTo>
                    <a:pt x="49" y="50"/>
                    <a:pt x="54" y="43"/>
                    <a:pt x="56" y="34"/>
                  </a:cubicBezTo>
                  <a:cubicBezTo>
                    <a:pt x="56" y="34"/>
                    <a:pt x="56" y="34"/>
                    <a:pt x="56" y="34"/>
                  </a:cubicBezTo>
                  <a:cubicBezTo>
                    <a:pt x="57" y="31"/>
                    <a:pt x="57" y="28"/>
                    <a:pt x="57" y="25"/>
                  </a:cubicBezTo>
                  <a:cubicBezTo>
                    <a:pt x="57" y="18"/>
                    <a:pt x="55" y="13"/>
                    <a:pt x="51" y="8"/>
                  </a:cubicBezTo>
                  <a:cubicBezTo>
                    <a:pt x="47" y="3"/>
                    <a:pt x="42" y="0"/>
                    <a:pt x="35" y="0"/>
                  </a:cubicBezTo>
                  <a:cubicBezTo>
                    <a:pt x="25" y="0"/>
                    <a:pt x="17" y="5"/>
                    <a:pt x="11" y="15"/>
                  </a:cubicBezTo>
                  <a:cubicBezTo>
                    <a:pt x="4" y="24"/>
                    <a:pt x="0" y="34"/>
                    <a:pt x="0" y="44"/>
                  </a:cubicBezTo>
                  <a:cubicBezTo>
                    <a:pt x="0" y="50"/>
                    <a:pt x="2" y="55"/>
                    <a:pt x="6" y="59"/>
                  </a:cubicBezTo>
                  <a:cubicBezTo>
                    <a:pt x="10" y="63"/>
                    <a:pt x="14" y="66"/>
                    <a:pt x="20" y="66"/>
                  </a:cubicBezTo>
                  <a:close/>
                  <a:moveTo>
                    <a:pt x="18" y="27"/>
                  </a:moveTo>
                  <a:cubicBezTo>
                    <a:pt x="21" y="22"/>
                    <a:pt x="24" y="18"/>
                    <a:pt x="26" y="16"/>
                  </a:cubicBezTo>
                  <a:cubicBezTo>
                    <a:pt x="26" y="16"/>
                    <a:pt x="26" y="16"/>
                    <a:pt x="26" y="16"/>
                  </a:cubicBezTo>
                  <a:cubicBezTo>
                    <a:pt x="29" y="14"/>
                    <a:pt x="31" y="13"/>
                    <a:pt x="34" y="13"/>
                  </a:cubicBezTo>
                  <a:cubicBezTo>
                    <a:pt x="37" y="13"/>
                    <a:pt x="39" y="14"/>
                    <a:pt x="41" y="16"/>
                  </a:cubicBezTo>
                  <a:cubicBezTo>
                    <a:pt x="43" y="19"/>
                    <a:pt x="43" y="22"/>
                    <a:pt x="43" y="26"/>
                  </a:cubicBezTo>
                  <a:cubicBezTo>
                    <a:pt x="43" y="33"/>
                    <a:pt x="41" y="39"/>
                    <a:pt x="36" y="45"/>
                  </a:cubicBezTo>
                  <a:cubicBezTo>
                    <a:pt x="31" y="51"/>
                    <a:pt x="26" y="54"/>
                    <a:pt x="21" y="54"/>
                  </a:cubicBezTo>
                  <a:cubicBezTo>
                    <a:pt x="19" y="54"/>
                    <a:pt x="17" y="53"/>
                    <a:pt x="16" y="50"/>
                  </a:cubicBezTo>
                  <a:cubicBezTo>
                    <a:pt x="15" y="48"/>
                    <a:pt x="15" y="46"/>
                    <a:pt x="15" y="43"/>
                  </a:cubicBezTo>
                  <a:cubicBezTo>
                    <a:pt x="15" y="37"/>
                    <a:pt x="16" y="32"/>
                    <a:pt x="18"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30"/>
            <p:cNvSpPr>
              <a:spLocks/>
            </p:cNvSpPr>
            <p:nvPr/>
          </p:nvSpPr>
          <p:spPr bwMode="auto">
            <a:xfrm>
              <a:off x="3802062" y="2244726"/>
              <a:ext cx="34925" cy="146050"/>
            </a:xfrm>
            <a:custGeom>
              <a:avLst/>
              <a:gdLst>
                <a:gd name="T0" fmla="*/ 19 w 25"/>
                <a:gd name="T1" fmla="*/ 0 h 101"/>
                <a:gd name="T2" fmla="*/ 12 w 25"/>
                <a:gd name="T3" fmla="*/ 5 h 101"/>
                <a:gd name="T4" fmla="*/ 5 w 25"/>
                <a:gd name="T5" fmla="*/ 37 h 101"/>
                <a:gd name="T6" fmla="*/ 0 w 25"/>
                <a:gd name="T7" fmla="*/ 84 h 101"/>
                <a:gd name="T8" fmla="*/ 2 w 25"/>
                <a:gd name="T9" fmla="*/ 97 h 101"/>
                <a:gd name="T10" fmla="*/ 7 w 25"/>
                <a:gd name="T11" fmla="*/ 101 h 101"/>
                <a:gd name="T12" fmla="*/ 13 w 25"/>
                <a:gd name="T13" fmla="*/ 99 h 101"/>
                <a:gd name="T14" fmla="*/ 15 w 25"/>
                <a:gd name="T15" fmla="*/ 93 h 101"/>
                <a:gd name="T16" fmla="*/ 15 w 25"/>
                <a:gd name="T17" fmla="*/ 90 h 101"/>
                <a:gd name="T18" fmla="*/ 14 w 25"/>
                <a:gd name="T19" fmla="*/ 72 h 101"/>
                <a:gd name="T20" fmla="*/ 15 w 25"/>
                <a:gd name="T21" fmla="*/ 53 h 101"/>
                <a:gd name="T22" fmla="*/ 20 w 25"/>
                <a:gd name="T23" fmla="*/ 31 h 101"/>
                <a:gd name="T24" fmla="*/ 24 w 25"/>
                <a:gd name="T25" fmla="*/ 13 h 101"/>
                <a:gd name="T26" fmla="*/ 25 w 25"/>
                <a:gd name="T27" fmla="*/ 6 h 101"/>
                <a:gd name="T28" fmla="*/ 19 w 25"/>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01">
                  <a:moveTo>
                    <a:pt x="19" y="0"/>
                  </a:moveTo>
                  <a:cubicBezTo>
                    <a:pt x="17" y="0"/>
                    <a:pt x="14" y="1"/>
                    <a:pt x="12" y="5"/>
                  </a:cubicBezTo>
                  <a:cubicBezTo>
                    <a:pt x="10" y="8"/>
                    <a:pt x="8" y="19"/>
                    <a:pt x="5" y="37"/>
                  </a:cubicBezTo>
                  <a:cubicBezTo>
                    <a:pt x="2" y="55"/>
                    <a:pt x="0" y="71"/>
                    <a:pt x="0" y="84"/>
                  </a:cubicBezTo>
                  <a:cubicBezTo>
                    <a:pt x="0" y="91"/>
                    <a:pt x="1" y="95"/>
                    <a:pt x="2" y="97"/>
                  </a:cubicBezTo>
                  <a:cubicBezTo>
                    <a:pt x="3" y="100"/>
                    <a:pt x="5" y="101"/>
                    <a:pt x="7" y="101"/>
                  </a:cubicBezTo>
                  <a:cubicBezTo>
                    <a:pt x="9" y="101"/>
                    <a:pt x="11" y="101"/>
                    <a:pt x="13" y="99"/>
                  </a:cubicBezTo>
                  <a:cubicBezTo>
                    <a:pt x="15" y="97"/>
                    <a:pt x="15" y="95"/>
                    <a:pt x="15" y="93"/>
                  </a:cubicBezTo>
                  <a:cubicBezTo>
                    <a:pt x="15" y="92"/>
                    <a:pt x="15" y="91"/>
                    <a:pt x="15" y="90"/>
                  </a:cubicBezTo>
                  <a:cubicBezTo>
                    <a:pt x="14" y="83"/>
                    <a:pt x="14" y="77"/>
                    <a:pt x="14" y="72"/>
                  </a:cubicBezTo>
                  <a:cubicBezTo>
                    <a:pt x="14" y="68"/>
                    <a:pt x="15" y="61"/>
                    <a:pt x="15" y="53"/>
                  </a:cubicBezTo>
                  <a:cubicBezTo>
                    <a:pt x="16" y="45"/>
                    <a:pt x="18" y="38"/>
                    <a:pt x="20" y="31"/>
                  </a:cubicBezTo>
                  <a:cubicBezTo>
                    <a:pt x="22" y="21"/>
                    <a:pt x="24" y="15"/>
                    <a:pt x="24" y="13"/>
                  </a:cubicBezTo>
                  <a:cubicBezTo>
                    <a:pt x="25" y="11"/>
                    <a:pt x="25" y="8"/>
                    <a:pt x="25" y="6"/>
                  </a:cubicBezTo>
                  <a:cubicBezTo>
                    <a:pt x="25" y="2"/>
                    <a:pt x="23" y="0"/>
                    <a:pt x="1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31"/>
            <p:cNvSpPr>
              <a:spLocks/>
            </p:cNvSpPr>
            <p:nvPr/>
          </p:nvSpPr>
          <p:spPr bwMode="auto">
            <a:xfrm>
              <a:off x="3849687" y="2244726"/>
              <a:ext cx="36513" cy="146050"/>
            </a:xfrm>
            <a:custGeom>
              <a:avLst/>
              <a:gdLst>
                <a:gd name="T0" fmla="*/ 20 w 26"/>
                <a:gd name="T1" fmla="*/ 31 h 101"/>
                <a:gd name="T2" fmla="*/ 25 w 26"/>
                <a:gd name="T3" fmla="*/ 13 h 101"/>
                <a:gd name="T4" fmla="*/ 26 w 26"/>
                <a:gd name="T5" fmla="*/ 6 h 101"/>
                <a:gd name="T6" fmla="*/ 20 w 26"/>
                <a:gd name="T7" fmla="*/ 0 h 101"/>
                <a:gd name="T8" fmla="*/ 13 w 26"/>
                <a:gd name="T9" fmla="*/ 5 h 101"/>
                <a:gd name="T10" fmla="*/ 5 w 26"/>
                <a:gd name="T11" fmla="*/ 37 h 101"/>
                <a:gd name="T12" fmla="*/ 0 w 26"/>
                <a:gd name="T13" fmla="*/ 84 h 101"/>
                <a:gd name="T14" fmla="*/ 2 w 26"/>
                <a:gd name="T15" fmla="*/ 97 h 101"/>
                <a:gd name="T16" fmla="*/ 8 w 26"/>
                <a:gd name="T17" fmla="*/ 101 h 101"/>
                <a:gd name="T18" fmla="*/ 13 w 26"/>
                <a:gd name="T19" fmla="*/ 99 h 101"/>
                <a:gd name="T20" fmla="*/ 16 w 26"/>
                <a:gd name="T21" fmla="*/ 93 h 101"/>
                <a:gd name="T22" fmla="*/ 16 w 26"/>
                <a:gd name="T23" fmla="*/ 90 h 101"/>
                <a:gd name="T24" fmla="*/ 14 w 26"/>
                <a:gd name="T25" fmla="*/ 72 h 101"/>
                <a:gd name="T26" fmla="*/ 16 w 26"/>
                <a:gd name="T27" fmla="*/ 53 h 101"/>
                <a:gd name="T28" fmla="*/ 20 w 26"/>
                <a:gd name="T29" fmla="*/ 3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 h="101">
                  <a:moveTo>
                    <a:pt x="20" y="31"/>
                  </a:moveTo>
                  <a:cubicBezTo>
                    <a:pt x="23" y="21"/>
                    <a:pt x="24" y="15"/>
                    <a:pt x="25" y="13"/>
                  </a:cubicBezTo>
                  <a:cubicBezTo>
                    <a:pt x="25" y="11"/>
                    <a:pt x="26" y="8"/>
                    <a:pt x="26" y="6"/>
                  </a:cubicBezTo>
                  <a:cubicBezTo>
                    <a:pt x="26" y="2"/>
                    <a:pt x="24" y="0"/>
                    <a:pt x="20" y="0"/>
                  </a:cubicBezTo>
                  <a:cubicBezTo>
                    <a:pt x="17" y="0"/>
                    <a:pt x="15" y="1"/>
                    <a:pt x="13" y="5"/>
                  </a:cubicBezTo>
                  <a:cubicBezTo>
                    <a:pt x="11" y="8"/>
                    <a:pt x="8" y="19"/>
                    <a:pt x="5" y="37"/>
                  </a:cubicBezTo>
                  <a:cubicBezTo>
                    <a:pt x="2" y="55"/>
                    <a:pt x="0" y="71"/>
                    <a:pt x="0" y="84"/>
                  </a:cubicBezTo>
                  <a:cubicBezTo>
                    <a:pt x="0" y="91"/>
                    <a:pt x="1" y="95"/>
                    <a:pt x="2" y="97"/>
                  </a:cubicBezTo>
                  <a:cubicBezTo>
                    <a:pt x="3" y="100"/>
                    <a:pt x="5" y="101"/>
                    <a:pt x="8" y="101"/>
                  </a:cubicBezTo>
                  <a:cubicBezTo>
                    <a:pt x="10" y="101"/>
                    <a:pt x="12" y="101"/>
                    <a:pt x="13" y="99"/>
                  </a:cubicBezTo>
                  <a:cubicBezTo>
                    <a:pt x="15" y="97"/>
                    <a:pt x="16" y="95"/>
                    <a:pt x="16" y="93"/>
                  </a:cubicBezTo>
                  <a:cubicBezTo>
                    <a:pt x="16" y="92"/>
                    <a:pt x="16" y="91"/>
                    <a:pt x="16" y="90"/>
                  </a:cubicBezTo>
                  <a:cubicBezTo>
                    <a:pt x="15" y="83"/>
                    <a:pt x="14" y="77"/>
                    <a:pt x="14" y="72"/>
                  </a:cubicBezTo>
                  <a:cubicBezTo>
                    <a:pt x="14" y="68"/>
                    <a:pt x="15" y="61"/>
                    <a:pt x="16" y="53"/>
                  </a:cubicBezTo>
                  <a:cubicBezTo>
                    <a:pt x="17" y="45"/>
                    <a:pt x="18" y="38"/>
                    <a:pt x="20"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32"/>
            <p:cNvSpPr>
              <a:spLocks noEditPoints="1"/>
            </p:cNvSpPr>
            <p:nvPr/>
          </p:nvSpPr>
          <p:spPr bwMode="auto">
            <a:xfrm>
              <a:off x="5126037" y="2270126"/>
              <a:ext cx="117475" cy="128588"/>
            </a:xfrm>
            <a:custGeom>
              <a:avLst/>
              <a:gdLst>
                <a:gd name="T0" fmla="*/ 3 w 81"/>
                <a:gd name="T1" fmla="*/ 64 h 89"/>
                <a:gd name="T2" fmla="*/ 2 w 81"/>
                <a:gd name="T3" fmla="*/ 74 h 89"/>
                <a:gd name="T4" fmla="*/ 1 w 81"/>
                <a:gd name="T5" fmla="*/ 78 h 89"/>
                <a:gd name="T6" fmla="*/ 0 w 81"/>
                <a:gd name="T7" fmla="*/ 81 h 89"/>
                <a:gd name="T8" fmla="*/ 2 w 81"/>
                <a:gd name="T9" fmla="*/ 86 h 89"/>
                <a:gd name="T10" fmla="*/ 7 w 81"/>
                <a:gd name="T11" fmla="*/ 89 h 89"/>
                <a:gd name="T12" fmla="*/ 15 w 81"/>
                <a:gd name="T13" fmla="*/ 86 h 89"/>
                <a:gd name="T14" fmla="*/ 21 w 81"/>
                <a:gd name="T15" fmla="*/ 83 h 89"/>
                <a:gd name="T16" fmla="*/ 29 w 81"/>
                <a:gd name="T17" fmla="*/ 81 h 89"/>
                <a:gd name="T18" fmla="*/ 66 w 81"/>
                <a:gd name="T19" fmla="*/ 63 h 89"/>
                <a:gd name="T20" fmla="*/ 81 w 81"/>
                <a:gd name="T21" fmla="*/ 33 h 89"/>
                <a:gd name="T22" fmla="*/ 71 w 81"/>
                <a:gd name="T23" fmla="*/ 9 h 89"/>
                <a:gd name="T24" fmla="*/ 45 w 81"/>
                <a:gd name="T25" fmla="*/ 0 h 89"/>
                <a:gd name="T26" fmla="*/ 32 w 81"/>
                <a:gd name="T27" fmla="*/ 1 h 89"/>
                <a:gd name="T28" fmla="*/ 18 w 81"/>
                <a:gd name="T29" fmla="*/ 1 h 89"/>
                <a:gd name="T30" fmla="*/ 10 w 81"/>
                <a:gd name="T31" fmla="*/ 1 h 89"/>
                <a:gd name="T32" fmla="*/ 5 w 81"/>
                <a:gd name="T33" fmla="*/ 4 h 89"/>
                <a:gd name="T34" fmla="*/ 2 w 81"/>
                <a:gd name="T35" fmla="*/ 9 h 89"/>
                <a:gd name="T36" fmla="*/ 8 w 81"/>
                <a:gd name="T37" fmla="*/ 14 h 89"/>
                <a:gd name="T38" fmla="*/ 9 w 81"/>
                <a:gd name="T39" fmla="*/ 15 h 89"/>
                <a:gd name="T40" fmla="*/ 8 w 81"/>
                <a:gd name="T41" fmla="*/ 22 h 89"/>
                <a:gd name="T42" fmla="*/ 3 w 81"/>
                <a:gd name="T43" fmla="*/ 64 h 89"/>
                <a:gd name="T44" fmla="*/ 23 w 81"/>
                <a:gd name="T45" fmla="*/ 13 h 89"/>
                <a:gd name="T46" fmla="*/ 25 w 81"/>
                <a:gd name="T47" fmla="*/ 13 h 89"/>
                <a:gd name="T48" fmla="*/ 43 w 81"/>
                <a:gd name="T49" fmla="*/ 12 h 89"/>
                <a:gd name="T50" fmla="*/ 60 w 81"/>
                <a:gd name="T51" fmla="*/ 17 h 89"/>
                <a:gd name="T52" fmla="*/ 67 w 81"/>
                <a:gd name="T53" fmla="*/ 32 h 89"/>
                <a:gd name="T54" fmla="*/ 58 w 81"/>
                <a:gd name="T55" fmla="*/ 53 h 89"/>
                <a:gd name="T56" fmla="*/ 35 w 81"/>
                <a:gd name="T57" fmla="*/ 67 h 89"/>
                <a:gd name="T58" fmla="*/ 17 w 81"/>
                <a:gd name="T59" fmla="*/ 71 h 89"/>
                <a:gd name="T60" fmla="*/ 17 w 81"/>
                <a:gd name="T61" fmla="*/ 67 h 89"/>
                <a:gd name="T62" fmla="*/ 23 w 81"/>
                <a:gd name="T63" fmla="*/ 13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1" h="89">
                  <a:moveTo>
                    <a:pt x="3" y="64"/>
                  </a:moveTo>
                  <a:cubicBezTo>
                    <a:pt x="3" y="69"/>
                    <a:pt x="3" y="72"/>
                    <a:pt x="2" y="74"/>
                  </a:cubicBezTo>
                  <a:cubicBezTo>
                    <a:pt x="1" y="78"/>
                    <a:pt x="1" y="78"/>
                    <a:pt x="1" y="78"/>
                  </a:cubicBezTo>
                  <a:cubicBezTo>
                    <a:pt x="0" y="79"/>
                    <a:pt x="0" y="80"/>
                    <a:pt x="0" y="81"/>
                  </a:cubicBezTo>
                  <a:cubicBezTo>
                    <a:pt x="0" y="82"/>
                    <a:pt x="1" y="84"/>
                    <a:pt x="2" y="86"/>
                  </a:cubicBezTo>
                  <a:cubicBezTo>
                    <a:pt x="4" y="88"/>
                    <a:pt x="5" y="89"/>
                    <a:pt x="7" y="89"/>
                  </a:cubicBezTo>
                  <a:cubicBezTo>
                    <a:pt x="10" y="89"/>
                    <a:pt x="12" y="88"/>
                    <a:pt x="15" y="86"/>
                  </a:cubicBezTo>
                  <a:cubicBezTo>
                    <a:pt x="17" y="85"/>
                    <a:pt x="19" y="84"/>
                    <a:pt x="21" y="83"/>
                  </a:cubicBezTo>
                  <a:cubicBezTo>
                    <a:pt x="22" y="82"/>
                    <a:pt x="25" y="82"/>
                    <a:pt x="29" y="81"/>
                  </a:cubicBezTo>
                  <a:cubicBezTo>
                    <a:pt x="43" y="78"/>
                    <a:pt x="55" y="72"/>
                    <a:pt x="66" y="63"/>
                  </a:cubicBezTo>
                  <a:cubicBezTo>
                    <a:pt x="76" y="54"/>
                    <a:pt x="81" y="44"/>
                    <a:pt x="81" y="33"/>
                  </a:cubicBezTo>
                  <a:cubicBezTo>
                    <a:pt x="81" y="23"/>
                    <a:pt x="78" y="15"/>
                    <a:pt x="71" y="9"/>
                  </a:cubicBezTo>
                  <a:cubicBezTo>
                    <a:pt x="64" y="3"/>
                    <a:pt x="56" y="0"/>
                    <a:pt x="45" y="0"/>
                  </a:cubicBezTo>
                  <a:cubicBezTo>
                    <a:pt x="42" y="0"/>
                    <a:pt x="37" y="0"/>
                    <a:pt x="32" y="1"/>
                  </a:cubicBezTo>
                  <a:cubicBezTo>
                    <a:pt x="26" y="1"/>
                    <a:pt x="21" y="1"/>
                    <a:pt x="18" y="1"/>
                  </a:cubicBezTo>
                  <a:cubicBezTo>
                    <a:pt x="10" y="1"/>
                    <a:pt x="10" y="1"/>
                    <a:pt x="10" y="1"/>
                  </a:cubicBezTo>
                  <a:cubicBezTo>
                    <a:pt x="8" y="1"/>
                    <a:pt x="6" y="2"/>
                    <a:pt x="5" y="4"/>
                  </a:cubicBezTo>
                  <a:cubicBezTo>
                    <a:pt x="3" y="5"/>
                    <a:pt x="2" y="7"/>
                    <a:pt x="2" y="9"/>
                  </a:cubicBezTo>
                  <a:cubicBezTo>
                    <a:pt x="2" y="11"/>
                    <a:pt x="4" y="13"/>
                    <a:pt x="8" y="14"/>
                  </a:cubicBezTo>
                  <a:cubicBezTo>
                    <a:pt x="9" y="14"/>
                    <a:pt x="9" y="15"/>
                    <a:pt x="9" y="15"/>
                  </a:cubicBezTo>
                  <a:cubicBezTo>
                    <a:pt x="9" y="17"/>
                    <a:pt x="9" y="19"/>
                    <a:pt x="8" y="22"/>
                  </a:cubicBezTo>
                  <a:cubicBezTo>
                    <a:pt x="6" y="37"/>
                    <a:pt x="4" y="51"/>
                    <a:pt x="3" y="64"/>
                  </a:cubicBezTo>
                  <a:close/>
                  <a:moveTo>
                    <a:pt x="23" y="13"/>
                  </a:moveTo>
                  <a:cubicBezTo>
                    <a:pt x="24" y="13"/>
                    <a:pt x="24" y="13"/>
                    <a:pt x="25" y="13"/>
                  </a:cubicBezTo>
                  <a:cubicBezTo>
                    <a:pt x="32" y="12"/>
                    <a:pt x="38" y="12"/>
                    <a:pt x="43" y="12"/>
                  </a:cubicBezTo>
                  <a:cubicBezTo>
                    <a:pt x="50" y="12"/>
                    <a:pt x="56" y="13"/>
                    <a:pt x="60" y="17"/>
                  </a:cubicBezTo>
                  <a:cubicBezTo>
                    <a:pt x="65" y="21"/>
                    <a:pt x="67" y="26"/>
                    <a:pt x="67" y="32"/>
                  </a:cubicBezTo>
                  <a:cubicBezTo>
                    <a:pt x="67" y="40"/>
                    <a:pt x="64" y="47"/>
                    <a:pt x="58" y="53"/>
                  </a:cubicBezTo>
                  <a:cubicBezTo>
                    <a:pt x="52" y="59"/>
                    <a:pt x="44" y="64"/>
                    <a:pt x="35" y="67"/>
                  </a:cubicBezTo>
                  <a:cubicBezTo>
                    <a:pt x="25" y="70"/>
                    <a:pt x="19" y="71"/>
                    <a:pt x="17" y="71"/>
                  </a:cubicBezTo>
                  <a:cubicBezTo>
                    <a:pt x="17" y="71"/>
                    <a:pt x="17" y="69"/>
                    <a:pt x="17" y="67"/>
                  </a:cubicBezTo>
                  <a:cubicBezTo>
                    <a:pt x="17" y="57"/>
                    <a:pt x="19" y="39"/>
                    <a:pt x="23"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33"/>
            <p:cNvSpPr>
              <a:spLocks noEditPoints="1"/>
            </p:cNvSpPr>
            <p:nvPr/>
          </p:nvSpPr>
          <p:spPr bwMode="auto">
            <a:xfrm>
              <a:off x="5256212" y="2297113"/>
              <a:ext cx="76200" cy="96838"/>
            </a:xfrm>
            <a:custGeom>
              <a:avLst/>
              <a:gdLst>
                <a:gd name="T0" fmla="*/ 16 w 53"/>
                <a:gd name="T1" fmla="*/ 45 h 67"/>
                <a:gd name="T2" fmla="*/ 40 w 53"/>
                <a:gd name="T3" fmla="*/ 33 h 67"/>
                <a:gd name="T4" fmla="*/ 50 w 53"/>
                <a:gd name="T5" fmla="*/ 14 h 67"/>
                <a:gd name="T6" fmla="*/ 46 w 53"/>
                <a:gd name="T7" fmla="*/ 4 h 67"/>
                <a:gd name="T8" fmla="*/ 35 w 53"/>
                <a:gd name="T9" fmla="*/ 0 h 67"/>
                <a:gd name="T10" fmla="*/ 11 w 53"/>
                <a:gd name="T11" fmla="*/ 14 h 67"/>
                <a:gd name="T12" fmla="*/ 0 w 53"/>
                <a:gd name="T13" fmla="*/ 44 h 67"/>
                <a:gd name="T14" fmla="*/ 5 w 53"/>
                <a:gd name="T15" fmla="*/ 61 h 67"/>
                <a:gd name="T16" fmla="*/ 21 w 53"/>
                <a:gd name="T17" fmla="*/ 67 h 67"/>
                <a:gd name="T18" fmla="*/ 43 w 53"/>
                <a:gd name="T19" fmla="*/ 59 h 67"/>
                <a:gd name="T20" fmla="*/ 53 w 53"/>
                <a:gd name="T21" fmla="*/ 45 h 67"/>
                <a:gd name="T22" fmla="*/ 50 w 53"/>
                <a:gd name="T23" fmla="*/ 41 h 67"/>
                <a:gd name="T24" fmla="*/ 46 w 53"/>
                <a:gd name="T25" fmla="*/ 43 h 67"/>
                <a:gd name="T26" fmla="*/ 23 w 53"/>
                <a:gd name="T27" fmla="*/ 55 h 67"/>
                <a:gd name="T28" fmla="*/ 16 w 53"/>
                <a:gd name="T29" fmla="*/ 53 h 67"/>
                <a:gd name="T30" fmla="*/ 14 w 53"/>
                <a:gd name="T31" fmla="*/ 47 h 67"/>
                <a:gd name="T32" fmla="*/ 16 w 53"/>
                <a:gd name="T33" fmla="*/ 45 h 67"/>
                <a:gd name="T34" fmla="*/ 23 w 53"/>
                <a:gd name="T35" fmla="*/ 19 h 67"/>
                <a:gd name="T36" fmla="*/ 34 w 53"/>
                <a:gd name="T37" fmla="*/ 12 h 67"/>
                <a:gd name="T38" fmla="*/ 37 w 53"/>
                <a:gd name="T39" fmla="*/ 13 h 67"/>
                <a:gd name="T40" fmla="*/ 38 w 53"/>
                <a:gd name="T41" fmla="*/ 16 h 67"/>
                <a:gd name="T42" fmla="*/ 31 w 53"/>
                <a:gd name="T43" fmla="*/ 27 h 67"/>
                <a:gd name="T44" fmla="*/ 15 w 53"/>
                <a:gd name="T45" fmla="*/ 35 h 67"/>
                <a:gd name="T46" fmla="*/ 23 w 53"/>
                <a:gd name="T47" fmla="*/ 1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3" h="67">
                  <a:moveTo>
                    <a:pt x="16" y="45"/>
                  </a:moveTo>
                  <a:cubicBezTo>
                    <a:pt x="26" y="43"/>
                    <a:pt x="34" y="39"/>
                    <a:pt x="40" y="33"/>
                  </a:cubicBezTo>
                  <a:cubicBezTo>
                    <a:pt x="47" y="27"/>
                    <a:pt x="50" y="20"/>
                    <a:pt x="50" y="14"/>
                  </a:cubicBezTo>
                  <a:cubicBezTo>
                    <a:pt x="50" y="10"/>
                    <a:pt x="48" y="7"/>
                    <a:pt x="46" y="4"/>
                  </a:cubicBezTo>
                  <a:cubicBezTo>
                    <a:pt x="43" y="1"/>
                    <a:pt x="40" y="0"/>
                    <a:pt x="35" y="0"/>
                  </a:cubicBezTo>
                  <a:cubicBezTo>
                    <a:pt x="27" y="0"/>
                    <a:pt x="19" y="5"/>
                    <a:pt x="11" y="14"/>
                  </a:cubicBezTo>
                  <a:cubicBezTo>
                    <a:pt x="4" y="23"/>
                    <a:pt x="0" y="33"/>
                    <a:pt x="0" y="44"/>
                  </a:cubicBezTo>
                  <a:cubicBezTo>
                    <a:pt x="0" y="51"/>
                    <a:pt x="2" y="57"/>
                    <a:pt x="5" y="61"/>
                  </a:cubicBezTo>
                  <a:cubicBezTo>
                    <a:pt x="9" y="65"/>
                    <a:pt x="14" y="67"/>
                    <a:pt x="21" y="67"/>
                  </a:cubicBezTo>
                  <a:cubicBezTo>
                    <a:pt x="29" y="67"/>
                    <a:pt x="37" y="65"/>
                    <a:pt x="43" y="59"/>
                  </a:cubicBezTo>
                  <a:cubicBezTo>
                    <a:pt x="50" y="54"/>
                    <a:pt x="53" y="49"/>
                    <a:pt x="53" y="45"/>
                  </a:cubicBezTo>
                  <a:cubicBezTo>
                    <a:pt x="53" y="42"/>
                    <a:pt x="52" y="41"/>
                    <a:pt x="50" y="41"/>
                  </a:cubicBezTo>
                  <a:cubicBezTo>
                    <a:pt x="49" y="41"/>
                    <a:pt x="47" y="42"/>
                    <a:pt x="46" y="43"/>
                  </a:cubicBezTo>
                  <a:cubicBezTo>
                    <a:pt x="38" y="51"/>
                    <a:pt x="30" y="55"/>
                    <a:pt x="23" y="55"/>
                  </a:cubicBezTo>
                  <a:cubicBezTo>
                    <a:pt x="20" y="55"/>
                    <a:pt x="18" y="54"/>
                    <a:pt x="16" y="53"/>
                  </a:cubicBezTo>
                  <a:cubicBezTo>
                    <a:pt x="15" y="51"/>
                    <a:pt x="14" y="49"/>
                    <a:pt x="14" y="47"/>
                  </a:cubicBezTo>
                  <a:cubicBezTo>
                    <a:pt x="14" y="46"/>
                    <a:pt x="14" y="46"/>
                    <a:pt x="16" y="45"/>
                  </a:cubicBezTo>
                  <a:close/>
                  <a:moveTo>
                    <a:pt x="23" y="19"/>
                  </a:moveTo>
                  <a:cubicBezTo>
                    <a:pt x="27" y="14"/>
                    <a:pt x="31" y="12"/>
                    <a:pt x="34" y="12"/>
                  </a:cubicBezTo>
                  <a:cubicBezTo>
                    <a:pt x="35" y="12"/>
                    <a:pt x="36" y="12"/>
                    <a:pt x="37" y="13"/>
                  </a:cubicBezTo>
                  <a:cubicBezTo>
                    <a:pt x="37" y="14"/>
                    <a:pt x="38" y="15"/>
                    <a:pt x="38" y="16"/>
                  </a:cubicBezTo>
                  <a:cubicBezTo>
                    <a:pt x="38" y="19"/>
                    <a:pt x="35" y="23"/>
                    <a:pt x="31" y="27"/>
                  </a:cubicBezTo>
                  <a:cubicBezTo>
                    <a:pt x="26" y="31"/>
                    <a:pt x="21" y="33"/>
                    <a:pt x="15" y="35"/>
                  </a:cubicBezTo>
                  <a:cubicBezTo>
                    <a:pt x="16" y="29"/>
                    <a:pt x="19" y="24"/>
                    <a:pt x="23"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34"/>
            <p:cNvSpPr>
              <a:spLocks noEditPoints="1"/>
            </p:cNvSpPr>
            <p:nvPr/>
          </p:nvSpPr>
          <p:spPr bwMode="auto">
            <a:xfrm>
              <a:off x="5346700" y="2244726"/>
              <a:ext cx="85725" cy="146050"/>
            </a:xfrm>
            <a:custGeom>
              <a:avLst/>
              <a:gdLst>
                <a:gd name="T0" fmla="*/ 27 w 59"/>
                <a:gd name="T1" fmla="*/ 8 h 101"/>
                <a:gd name="T2" fmla="*/ 22 w 59"/>
                <a:gd name="T3" fmla="*/ 0 h 101"/>
                <a:gd name="T4" fmla="*/ 14 w 59"/>
                <a:gd name="T5" fmla="*/ 6 h 101"/>
                <a:gd name="T6" fmla="*/ 6 w 59"/>
                <a:gd name="T7" fmla="*/ 45 h 101"/>
                <a:gd name="T8" fmla="*/ 2 w 59"/>
                <a:gd name="T9" fmla="*/ 69 h 101"/>
                <a:gd name="T10" fmla="*/ 0 w 59"/>
                <a:gd name="T11" fmla="*/ 83 h 101"/>
                <a:gd name="T12" fmla="*/ 2 w 59"/>
                <a:gd name="T13" fmla="*/ 88 h 101"/>
                <a:gd name="T14" fmla="*/ 3 w 59"/>
                <a:gd name="T15" fmla="*/ 90 h 101"/>
                <a:gd name="T16" fmla="*/ 4 w 59"/>
                <a:gd name="T17" fmla="*/ 92 h 101"/>
                <a:gd name="T18" fmla="*/ 8 w 59"/>
                <a:gd name="T19" fmla="*/ 99 h 101"/>
                <a:gd name="T20" fmla="*/ 17 w 59"/>
                <a:gd name="T21" fmla="*/ 101 h 101"/>
                <a:gd name="T22" fmla="*/ 46 w 59"/>
                <a:gd name="T23" fmla="*/ 86 h 101"/>
                <a:gd name="T24" fmla="*/ 59 w 59"/>
                <a:gd name="T25" fmla="*/ 53 h 101"/>
                <a:gd name="T26" fmla="*/ 56 w 59"/>
                <a:gd name="T27" fmla="*/ 42 h 101"/>
                <a:gd name="T28" fmla="*/ 47 w 59"/>
                <a:gd name="T29" fmla="*/ 37 h 101"/>
                <a:gd name="T30" fmla="*/ 32 w 59"/>
                <a:gd name="T31" fmla="*/ 43 h 101"/>
                <a:gd name="T32" fmla="*/ 16 w 59"/>
                <a:gd name="T33" fmla="*/ 58 h 101"/>
                <a:gd name="T34" fmla="*/ 22 w 59"/>
                <a:gd name="T35" fmla="*/ 32 h 101"/>
                <a:gd name="T36" fmla="*/ 27 w 59"/>
                <a:gd name="T37" fmla="*/ 8 h 101"/>
                <a:gd name="T38" fmla="*/ 24 w 59"/>
                <a:gd name="T39" fmla="*/ 63 h 101"/>
                <a:gd name="T40" fmla="*/ 44 w 59"/>
                <a:gd name="T41" fmla="*/ 50 h 101"/>
                <a:gd name="T42" fmla="*/ 46 w 59"/>
                <a:gd name="T43" fmla="*/ 56 h 101"/>
                <a:gd name="T44" fmla="*/ 41 w 59"/>
                <a:gd name="T45" fmla="*/ 71 h 101"/>
                <a:gd name="T46" fmla="*/ 30 w 59"/>
                <a:gd name="T47" fmla="*/ 85 h 101"/>
                <a:gd name="T48" fmla="*/ 18 w 59"/>
                <a:gd name="T49" fmla="*/ 90 h 101"/>
                <a:gd name="T50" fmla="*/ 12 w 59"/>
                <a:gd name="T51" fmla="*/ 86 h 101"/>
                <a:gd name="T52" fmla="*/ 24 w 59"/>
                <a:gd name="T53" fmla="*/ 63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9" h="101">
                  <a:moveTo>
                    <a:pt x="27" y="8"/>
                  </a:moveTo>
                  <a:cubicBezTo>
                    <a:pt x="27" y="2"/>
                    <a:pt x="25" y="0"/>
                    <a:pt x="22" y="0"/>
                  </a:cubicBezTo>
                  <a:cubicBezTo>
                    <a:pt x="18" y="0"/>
                    <a:pt x="15" y="2"/>
                    <a:pt x="14" y="6"/>
                  </a:cubicBezTo>
                  <a:cubicBezTo>
                    <a:pt x="12" y="10"/>
                    <a:pt x="9" y="23"/>
                    <a:pt x="6" y="45"/>
                  </a:cubicBezTo>
                  <a:cubicBezTo>
                    <a:pt x="2" y="69"/>
                    <a:pt x="2" y="69"/>
                    <a:pt x="2" y="69"/>
                  </a:cubicBezTo>
                  <a:cubicBezTo>
                    <a:pt x="1" y="76"/>
                    <a:pt x="0" y="81"/>
                    <a:pt x="0" y="83"/>
                  </a:cubicBezTo>
                  <a:cubicBezTo>
                    <a:pt x="0" y="85"/>
                    <a:pt x="1" y="87"/>
                    <a:pt x="2" y="88"/>
                  </a:cubicBezTo>
                  <a:cubicBezTo>
                    <a:pt x="2" y="89"/>
                    <a:pt x="3" y="89"/>
                    <a:pt x="3" y="90"/>
                  </a:cubicBezTo>
                  <a:cubicBezTo>
                    <a:pt x="3" y="90"/>
                    <a:pt x="4" y="91"/>
                    <a:pt x="4" y="92"/>
                  </a:cubicBezTo>
                  <a:cubicBezTo>
                    <a:pt x="4" y="95"/>
                    <a:pt x="6" y="97"/>
                    <a:pt x="8" y="99"/>
                  </a:cubicBezTo>
                  <a:cubicBezTo>
                    <a:pt x="11" y="101"/>
                    <a:pt x="14" y="101"/>
                    <a:pt x="17" y="101"/>
                  </a:cubicBezTo>
                  <a:cubicBezTo>
                    <a:pt x="27" y="101"/>
                    <a:pt x="37" y="96"/>
                    <a:pt x="46" y="86"/>
                  </a:cubicBezTo>
                  <a:cubicBezTo>
                    <a:pt x="55" y="75"/>
                    <a:pt x="59" y="64"/>
                    <a:pt x="59" y="53"/>
                  </a:cubicBezTo>
                  <a:cubicBezTo>
                    <a:pt x="59" y="48"/>
                    <a:pt x="58" y="45"/>
                    <a:pt x="56" y="42"/>
                  </a:cubicBezTo>
                  <a:cubicBezTo>
                    <a:pt x="53" y="39"/>
                    <a:pt x="50" y="37"/>
                    <a:pt x="47" y="37"/>
                  </a:cubicBezTo>
                  <a:cubicBezTo>
                    <a:pt x="42" y="37"/>
                    <a:pt x="37" y="39"/>
                    <a:pt x="32" y="43"/>
                  </a:cubicBezTo>
                  <a:cubicBezTo>
                    <a:pt x="26" y="47"/>
                    <a:pt x="21" y="52"/>
                    <a:pt x="16" y="58"/>
                  </a:cubicBezTo>
                  <a:cubicBezTo>
                    <a:pt x="19" y="46"/>
                    <a:pt x="21" y="37"/>
                    <a:pt x="22" y="32"/>
                  </a:cubicBezTo>
                  <a:cubicBezTo>
                    <a:pt x="25" y="20"/>
                    <a:pt x="27" y="12"/>
                    <a:pt x="27" y="8"/>
                  </a:cubicBezTo>
                  <a:close/>
                  <a:moveTo>
                    <a:pt x="24" y="63"/>
                  </a:moveTo>
                  <a:cubicBezTo>
                    <a:pt x="31" y="54"/>
                    <a:pt x="38" y="50"/>
                    <a:pt x="44" y="50"/>
                  </a:cubicBezTo>
                  <a:cubicBezTo>
                    <a:pt x="45" y="50"/>
                    <a:pt x="46" y="52"/>
                    <a:pt x="46" y="56"/>
                  </a:cubicBezTo>
                  <a:cubicBezTo>
                    <a:pt x="46" y="60"/>
                    <a:pt x="44" y="65"/>
                    <a:pt x="41" y="71"/>
                  </a:cubicBezTo>
                  <a:cubicBezTo>
                    <a:pt x="38" y="77"/>
                    <a:pt x="34" y="81"/>
                    <a:pt x="30" y="85"/>
                  </a:cubicBezTo>
                  <a:cubicBezTo>
                    <a:pt x="25" y="88"/>
                    <a:pt x="21" y="90"/>
                    <a:pt x="18" y="90"/>
                  </a:cubicBezTo>
                  <a:cubicBezTo>
                    <a:pt x="16" y="90"/>
                    <a:pt x="14" y="88"/>
                    <a:pt x="12" y="86"/>
                  </a:cubicBezTo>
                  <a:cubicBezTo>
                    <a:pt x="12" y="80"/>
                    <a:pt x="16" y="72"/>
                    <a:pt x="2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35"/>
            <p:cNvSpPr>
              <a:spLocks/>
            </p:cNvSpPr>
            <p:nvPr/>
          </p:nvSpPr>
          <p:spPr bwMode="auto">
            <a:xfrm>
              <a:off x="5437187" y="2270126"/>
              <a:ext cx="82550" cy="123825"/>
            </a:xfrm>
            <a:custGeom>
              <a:avLst/>
              <a:gdLst>
                <a:gd name="T0" fmla="*/ 35 w 57"/>
                <a:gd name="T1" fmla="*/ 2 h 86"/>
                <a:gd name="T2" fmla="*/ 30 w 57"/>
                <a:gd name="T3" fmla="*/ 0 h 86"/>
                <a:gd name="T4" fmla="*/ 23 w 57"/>
                <a:gd name="T5" fmla="*/ 7 h 86"/>
                <a:gd name="T6" fmla="*/ 18 w 57"/>
                <a:gd name="T7" fmla="*/ 26 h 86"/>
                <a:gd name="T8" fmla="*/ 5 w 57"/>
                <a:gd name="T9" fmla="*/ 26 h 86"/>
                <a:gd name="T10" fmla="*/ 0 w 57"/>
                <a:gd name="T11" fmla="*/ 31 h 86"/>
                <a:gd name="T12" fmla="*/ 3 w 57"/>
                <a:gd name="T13" fmla="*/ 36 h 86"/>
                <a:gd name="T14" fmla="*/ 8 w 57"/>
                <a:gd name="T15" fmla="*/ 38 h 86"/>
                <a:gd name="T16" fmla="*/ 9 w 57"/>
                <a:gd name="T17" fmla="*/ 38 h 86"/>
                <a:gd name="T18" fmla="*/ 14 w 57"/>
                <a:gd name="T19" fmla="*/ 38 h 86"/>
                <a:gd name="T20" fmla="*/ 9 w 57"/>
                <a:gd name="T21" fmla="*/ 69 h 86"/>
                <a:gd name="T22" fmla="*/ 13 w 57"/>
                <a:gd name="T23" fmla="*/ 82 h 86"/>
                <a:gd name="T24" fmla="*/ 24 w 57"/>
                <a:gd name="T25" fmla="*/ 86 h 86"/>
                <a:gd name="T26" fmla="*/ 41 w 57"/>
                <a:gd name="T27" fmla="*/ 80 h 86"/>
                <a:gd name="T28" fmla="*/ 50 w 57"/>
                <a:gd name="T29" fmla="*/ 68 h 86"/>
                <a:gd name="T30" fmla="*/ 49 w 57"/>
                <a:gd name="T31" fmla="*/ 66 h 86"/>
                <a:gd name="T32" fmla="*/ 46 w 57"/>
                <a:gd name="T33" fmla="*/ 65 h 86"/>
                <a:gd name="T34" fmla="*/ 41 w 57"/>
                <a:gd name="T35" fmla="*/ 68 h 86"/>
                <a:gd name="T36" fmla="*/ 33 w 57"/>
                <a:gd name="T37" fmla="*/ 73 h 86"/>
                <a:gd name="T38" fmla="*/ 27 w 57"/>
                <a:gd name="T39" fmla="*/ 74 h 86"/>
                <a:gd name="T40" fmla="*/ 24 w 57"/>
                <a:gd name="T41" fmla="*/ 72 h 86"/>
                <a:gd name="T42" fmla="*/ 23 w 57"/>
                <a:gd name="T43" fmla="*/ 65 h 86"/>
                <a:gd name="T44" fmla="*/ 25 w 57"/>
                <a:gd name="T45" fmla="*/ 50 h 86"/>
                <a:gd name="T46" fmla="*/ 29 w 57"/>
                <a:gd name="T47" fmla="*/ 37 h 86"/>
                <a:gd name="T48" fmla="*/ 48 w 57"/>
                <a:gd name="T49" fmla="*/ 34 h 86"/>
                <a:gd name="T50" fmla="*/ 57 w 57"/>
                <a:gd name="T51" fmla="*/ 27 h 86"/>
                <a:gd name="T52" fmla="*/ 56 w 57"/>
                <a:gd name="T53" fmla="*/ 24 h 86"/>
                <a:gd name="T54" fmla="*/ 52 w 57"/>
                <a:gd name="T55" fmla="*/ 23 h 86"/>
                <a:gd name="T56" fmla="*/ 32 w 57"/>
                <a:gd name="T57" fmla="*/ 24 h 86"/>
                <a:gd name="T58" fmla="*/ 37 w 57"/>
                <a:gd name="T59" fmla="*/ 7 h 86"/>
                <a:gd name="T60" fmla="*/ 35 w 57"/>
                <a:gd name="T61" fmla="*/ 2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7" h="86">
                  <a:moveTo>
                    <a:pt x="35" y="2"/>
                  </a:moveTo>
                  <a:cubicBezTo>
                    <a:pt x="34" y="1"/>
                    <a:pt x="32" y="0"/>
                    <a:pt x="30" y="0"/>
                  </a:cubicBezTo>
                  <a:cubicBezTo>
                    <a:pt x="26" y="0"/>
                    <a:pt x="24" y="3"/>
                    <a:pt x="23" y="7"/>
                  </a:cubicBezTo>
                  <a:cubicBezTo>
                    <a:pt x="21" y="15"/>
                    <a:pt x="19" y="21"/>
                    <a:pt x="18" y="26"/>
                  </a:cubicBezTo>
                  <a:cubicBezTo>
                    <a:pt x="5" y="26"/>
                    <a:pt x="5" y="26"/>
                    <a:pt x="5" y="26"/>
                  </a:cubicBezTo>
                  <a:cubicBezTo>
                    <a:pt x="2" y="26"/>
                    <a:pt x="0" y="28"/>
                    <a:pt x="0" y="31"/>
                  </a:cubicBezTo>
                  <a:cubicBezTo>
                    <a:pt x="0" y="33"/>
                    <a:pt x="1" y="35"/>
                    <a:pt x="3" y="36"/>
                  </a:cubicBezTo>
                  <a:cubicBezTo>
                    <a:pt x="5" y="38"/>
                    <a:pt x="6" y="38"/>
                    <a:pt x="8" y="38"/>
                  </a:cubicBezTo>
                  <a:cubicBezTo>
                    <a:pt x="9" y="38"/>
                    <a:pt x="9" y="38"/>
                    <a:pt x="9" y="38"/>
                  </a:cubicBezTo>
                  <a:cubicBezTo>
                    <a:pt x="10" y="38"/>
                    <a:pt x="12" y="38"/>
                    <a:pt x="14" y="38"/>
                  </a:cubicBezTo>
                  <a:cubicBezTo>
                    <a:pt x="11" y="53"/>
                    <a:pt x="9" y="64"/>
                    <a:pt x="9" y="69"/>
                  </a:cubicBezTo>
                  <a:cubicBezTo>
                    <a:pt x="9" y="74"/>
                    <a:pt x="10" y="79"/>
                    <a:pt x="13" y="82"/>
                  </a:cubicBezTo>
                  <a:cubicBezTo>
                    <a:pt x="15" y="85"/>
                    <a:pt x="19" y="86"/>
                    <a:pt x="24" y="86"/>
                  </a:cubicBezTo>
                  <a:cubicBezTo>
                    <a:pt x="30" y="86"/>
                    <a:pt x="36" y="84"/>
                    <a:pt x="41" y="80"/>
                  </a:cubicBezTo>
                  <a:cubicBezTo>
                    <a:pt x="47" y="75"/>
                    <a:pt x="50" y="72"/>
                    <a:pt x="50" y="68"/>
                  </a:cubicBezTo>
                  <a:cubicBezTo>
                    <a:pt x="50" y="67"/>
                    <a:pt x="49" y="67"/>
                    <a:pt x="49" y="66"/>
                  </a:cubicBezTo>
                  <a:cubicBezTo>
                    <a:pt x="48" y="65"/>
                    <a:pt x="47" y="65"/>
                    <a:pt x="46" y="65"/>
                  </a:cubicBezTo>
                  <a:cubicBezTo>
                    <a:pt x="45" y="65"/>
                    <a:pt x="43" y="66"/>
                    <a:pt x="41" y="68"/>
                  </a:cubicBezTo>
                  <a:cubicBezTo>
                    <a:pt x="38" y="70"/>
                    <a:pt x="35" y="72"/>
                    <a:pt x="33" y="73"/>
                  </a:cubicBezTo>
                  <a:cubicBezTo>
                    <a:pt x="31" y="73"/>
                    <a:pt x="29" y="74"/>
                    <a:pt x="27" y="74"/>
                  </a:cubicBezTo>
                  <a:cubicBezTo>
                    <a:pt x="25" y="74"/>
                    <a:pt x="24" y="73"/>
                    <a:pt x="24" y="72"/>
                  </a:cubicBezTo>
                  <a:cubicBezTo>
                    <a:pt x="23" y="71"/>
                    <a:pt x="23" y="68"/>
                    <a:pt x="23" y="65"/>
                  </a:cubicBezTo>
                  <a:cubicBezTo>
                    <a:pt x="23" y="63"/>
                    <a:pt x="24" y="58"/>
                    <a:pt x="25" y="50"/>
                  </a:cubicBezTo>
                  <a:cubicBezTo>
                    <a:pt x="27" y="41"/>
                    <a:pt x="28" y="37"/>
                    <a:pt x="29" y="37"/>
                  </a:cubicBezTo>
                  <a:cubicBezTo>
                    <a:pt x="48" y="34"/>
                    <a:pt x="48" y="34"/>
                    <a:pt x="48" y="34"/>
                  </a:cubicBezTo>
                  <a:cubicBezTo>
                    <a:pt x="54" y="33"/>
                    <a:pt x="57" y="30"/>
                    <a:pt x="57" y="27"/>
                  </a:cubicBezTo>
                  <a:cubicBezTo>
                    <a:pt x="57" y="25"/>
                    <a:pt x="57" y="24"/>
                    <a:pt x="56" y="24"/>
                  </a:cubicBezTo>
                  <a:cubicBezTo>
                    <a:pt x="55" y="23"/>
                    <a:pt x="54" y="23"/>
                    <a:pt x="52" y="23"/>
                  </a:cubicBezTo>
                  <a:cubicBezTo>
                    <a:pt x="51" y="23"/>
                    <a:pt x="44" y="23"/>
                    <a:pt x="32" y="24"/>
                  </a:cubicBezTo>
                  <a:cubicBezTo>
                    <a:pt x="35" y="13"/>
                    <a:pt x="37" y="7"/>
                    <a:pt x="37" y="7"/>
                  </a:cubicBezTo>
                  <a:cubicBezTo>
                    <a:pt x="37" y="5"/>
                    <a:pt x="36" y="4"/>
                    <a:pt x="3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252"/>
            <p:cNvSpPr>
              <a:spLocks/>
            </p:cNvSpPr>
            <p:nvPr/>
          </p:nvSpPr>
          <p:spPr bwMode="auto">
            <a:xfrm>
              <a:off x="6448425" y="2354263"/>
              <a:ext cx="73025" cy="95250"/>
            </a:xfrm>
            <a:custGeom>
              <a:avLst/>
              <a:gdLst>
                <a:gd name="T0" fmla="*/ 29 w 49"/>
                <a:gd name="T1" fmla="*/ 51 h 64"/>
                <a:gd name="T2" fmla="*/ 14 w 49"/>
                <a:gd name="T3" fmla="*/ 54 h 64"/>
                <a:gd name="T4" fmla="*/ 6 w 49"/>
                <a:gd name="T5" fmla="*/ 53 h 64"/>
                <a:gd name="T6" fmla="*/ 4 w 49"/>
                <a:gd name="T7" fmla="*/ 52 h 64"/>
                <a:gd name="T8" fmla="*/ 2 w 49"/>
                <a:gd name="T9" fmla="*/ 54 h 64"/>
                <a:gd name="T10" fmla="*/ 0 w 49"/>
                <a:gd name="T11" fmla="*/ 58 h 64"/>
                <a:gd name="T12" fmla="*/ 3 w 49"/>
                <a:gd name="T13" fmla="*/ 62 h 64"/>
                <a:gd name="T14" fmla="*/ 10 w 49"/>
                <a:gd name="T15" fmla="*/ 64 h 64"/>
                <a:gd name="T16" fmla="*/ 35 w 49"/>
                <a:gd name="T17" fmla="*/ 57 h 64"/>
                <a:gd name="T18" fmla="*/ 47 w 49"/>
                <a:gd name="T19" fmla="*/ 43 h 64"/>
                <a:gd name="T20" fmla="*/ 42 w 49"/>
                <a:gd name="T21" fmla="*/ 35 h 64"/>
                <a:gd name="T22" fmla="*/ 28 w 49"/>
                <a:gd name="T23" fmla="*/ 29 h 64"/>
                <a:gd name="T24" fmla="*/ 16 w 49"/>
                <a:gd name="T25" fmla="*/ 24 h 64"/>
                <a:gd name="T26" fmla="*/ 14 w 49"/>
                <a:gd name="T27" fmla="*/ 20 h 64"/>
                <a:gd name="T28" fmla="*/ 20 w 49"/>
                <a:gd name="T29" fmla="*/ 12 h 64"/>
                <a:gd name="T30" fmla="*/ 33 w 49"/>
                <a:gd name="T31" fmla="*/ 9 h 64"/>
                <a:gd name="T32" fmla="*/ 39 w 49"/>
                <a:gd name="T33" fmla="*/ 10 h 64"/>
                <a:gd name="T34" fmla="*/ 41 w 49"/>
                <a:gd name="T35" fmla="*/ 16 h 64"/>
                <a:gd name="T36" fmla="*/ 49 w 49"/>
                <a:gd name="T37" fmla="*/ 9 h 64"/>
                <a:gd name="T38" fmla="*/ 45 w 49"/>
                <a:gd name="T39" fmla="*/ 3 h 64"/>
                <a:gd name="T40" fmla="*/ 34 w 49"/>
                <a:gd name="T41" fmla="*/ 0 h 64"/>
                <a:gd name="T42" fmla="*/ 13 w 49"/>
                <a:gd name="T43" fmla="*/ 6 h 64"/>
                <a:gd name="T44" fmla="*/ 4 w 49"/>
                <a:gd name="T45" fmla="*/ 21 h 64"/>
                <a:gd name="T46" fmla="*/ 6 w 49"/>
                <a:gd name="T47" fmla="*/ 28 h 64"/>
                <a:gd name="T48" fmla="*/ 13 w 49"/>
                <a:gd name="T49" fmla="*/ 33 h 64"/>
                <a:gd name="T50" fmla="*/ 26 w 49"/>
                <a:gd name="T51" fmla="*/ 38 h 64"/>
                <a:gd name="T52" fmla="*/ 35 w 49"/>
                <a:gd name="T53" fmla="*/ 41 h 64"/>
                <a:gd name="T54" fmla="*/ 37 w 49"/>
                <a:gd name="T55" fmla="*/ 44 h 64"/>
                <a:gd name="T56" fmla="*/ 29 w 49"/>
                <a:gd name="T57" fmla="*/ 5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9" h="64">
                  <a:moveTo>
                    <a:pt x="29" y="51"/>
                  </a:moveTo>
                  <a:cubicBezTo>
                    <a:pt x="23" y="53"/>
                    <a:pt x="18" y="54"/>
                    <a:pt x="14" y="54"/>
                  </a:cubicBezTo>
                  <a:cubicBezTo>
                    <a:pt x="12" y="54"/>
                    <a:pt x="9" y="54"/>
                    <a:pt x="6" y="53"/>
                  </a:cubicBezTo>
                  <a:cubicBezTo>
                    <a:pt x="6" y="52"/>
                    <a:pt x="5" y="52"/>
                    <a:pt x="4" y="52"/>
                  </a:cubicBezTo>
                  <a:cubicBezTo>
                    <a:pt x="3" y="52"/>
                    <a:pt x="2" y="53"/>
                    <a:pt x="2" y="54"/>
                  </a:cubicBezTo>
                  <a:cubicBezTo>
                    <a:pt x="1" y="55"/>
                    <a:pt x="0" y="57"/>
                    <a:pt x="0" y="58"/>
                  </a:cubicBezTo>
                  <a:cubicBezTo>
                    <a:pt x="0" y="60"/>
                    <a:pt x="1" y="61"/>
                    <a:pt x="3" y="62"/>
                  </a:cubicBezTo>
                  <a:cubicBezTo>
                    <a:pt x="5" y="63"/>
                    <a:pt x="7" y="64"/>
                    <a:pt x="10" y="64"/>
                  </a:cubicBezTo>
                  <a:cubicBezTo>
                    <a:pt x="18" y="64"/>
                    <a:pt x="27" y="62"/>
                    <a:pt x="35" y="57"/>
                  </a:cubicBezTo>
                  <a:cubicBezTo>
                    <a:pt x="43" y="53"/>
                    <a:pt x="47" y="48"/>
                    <a:pt x="47" y="43"/>
                  </a:cubicBezTo>
                  <a:cubicBezTo>
                    <a:pt x="47" y="40"/>
                    <a:pt x="45" y="37"/>
                    <a:pt x="42" y="35"/>
                  </a:cubicBezTo>
                  <a:cubicBezTo>
                    <a:pt x="39" y="33"/>
                    <a:pt x="34" y="30"/>
                    <a:pt x="28" y="29"/>
                  </a:cubicBezTo>
                  <a:cubicBezTo>
                    <a:pt x="21" y="27"/>
                    <a:pt x="18" y="25"/>
                    <a:pt x="16" y="24"/>
                  </a:cubicBezTo>
                  <a:cubicBezTo>
                    <a:pt x="15" y="23"/>
                    <a:pt x="14" y="21"/>
                    <a:pt x="14" y="20"/>
                  </a:cubicBezTo>
                  <a:cubicBezTo>
                    <a:pt x="14" y="17"/>
                    <a:pt x="16" y="14"/>
                    <a:pt x="20" y="12"/>
                  </a:cubicBezTo>
                  <a:cubicBezTo>
                    <a:pt x="24" y="10"/>
                    <a:pt x="28" y="9"/>
                    <a:pt x="33" y="9"/>
                  </a:cubicBezTo>
                  <a:cubicBezTo>
                    <a:pt x="35" y="9"/>
                    <a:pt x="37" y="9"/>
                    <a:pt x="39" y="10"/>
                  </a:cubicBezTo>
                  <a:cubicBezTo>
                    <a:pt x="40" y="11"/>
                    <a:pt x="41" y="13"/>
                    <a:pt x="41" y="16"/>
                  </a:cubicBezTo>
                  <a:cubicBezTo>
                    <a:pt x="46" y="16"/>
                    <a:pt x="49" y="14"/>
                    <a:pt x="49" y="9"/>
                  </a:cubicBezTo>
                  <a:cubicBezTo>
                    <a:pt x="49" y="6"/>
                    <a:pt x="47" y="4"/>
                    <a:pt x="45" y="3"/>
                  </a:cubicBezTo>
                  <a:cubicBezTo>
                    <a:pt x="42" y="1"/>
                    <a:pt x="38" y="0"/>
                    <a:pt x="34" y="0"/>
                  </a:cubicBezTo>
                  <a:cubicBezTo>
                    <a:pt x="26" y="0"/>
                    <a:pt x="19" y="2"/>
                    <a:pt x="13" y="6"/>
                  </a:cubicBezTo>
                  <a:cubicBezTo>
                    <a:pt x="7" y="11"/>
                    <a:pt x="4" y="16"/>
                    <a:pt x="4" y="21"/>
                  </a:cubicBezTo>
                  <a:cubicBezTo>
                    <a:pt x="4" y="24"/>
                    <a:pt x="5" y="26"/>
                    <a:pt x="6" y="28"/>
                  </a:cubicBezTo>
                  <a:cubicBezTo>
                    <a:pt x="8" y="30"/>
                    <a:pt x="10" y="32"/>
                    <a:pt x="13" y="33"/>
                  </a:cubicBezTo>
                  <a:cubicBezTo>
                    <a:pt x="16" y="34"/>
                    <a:pt x="20" y="36"/>
                    <a:pt x="26" y="38"/>
                  </a:cubicBezTo>
                  <a:cubicBezTo>
                    <a:pt x="30" y="39"/>
                    <a:pt x="33" y="40"/>
                    <a:pt x="35" y="41"/>
                  </a:cubicBezTo>
                  <a:cubicBezTo>
                    <a:pt x="36" y="42"/>
                    <a:pt x="37" y="43"/>
                    <a:pt x="37" y="44"/>
                  </a:cubicBezTo>
                  <a:cubicBezTo>
                    <a:pt x="37" y="46"/>
                    <a:pt x="34" y="49"/>
                    <a:pt x="29"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253"/>
            <p:cNvSpPr>
              <a:spLocks/>
            </p:cNvSpPr>
            <p:nvPr/>
          </p:nvSpPr>
          <p:spPr bwMode="auto">
            <a:xfrm>
              <a:off x="6529388" y="2374901"/>
              <a:ext cx="103188" cy="73025"/>
            </a:xfrm>
            <a:custGeom>
              <a:avLst/>
              <a:gdLst>
                <a:gd name="T0" fmla="*/ 11 w 69"/>
                <a:gd name="T1" fmla="*/ 6 h 49"/>
                <a:gd name="T2" fmla="*/ 10 w 69"/>
                <a:gd name="T3" fmla="*/ 3 h 49"/>
                <a:gd name="T4" fmla="*/ 7 w 69"/>
                <a:gd name="T5" fmla="*/ 2 h 49"/>
                <a:gd name="T6" fmla="*/ 2 w 69"/>
                <a:gd name="T7" fmla="*/ 4 h 49"/>
                <a:gd name="T8" fmla="*/ 0 w 69"/>
                <a:gd name="T9" fmla="*/ 9 h 49"/>
                <a:gd name="T10" fmla="*/ 5 w 69"/>
                <a:gd name="T11" fmla="*/ 34 h 49"/>
                <a:gd name="T12" fmla="*/ 15 w 69"/>
                <a:gd name="T13" fmla="*/ 49 h 49"/>
                <a:gd name="T14" fmla="*/ 26 w 69"/>
                <a:gd name="T15" fmla="*/ 34 h 49"/>
                <a:gd name="T16" fmla="*/ 26 w 69"/>
                <a:gd name="T17" fmla="*/ 33 h 49"/>
                <a:gd name="T18" fmla="*/ 32 w 69"/>
                <a:gd name="T19" fmla="*/ 20 h 49"/>
                <a:gd name="T20" fmla="*/ 35 w 69"/>
                <a:gd name="T21" fmla="*/ 29 h 49"/>
                <a:gd name="T22" fmla="*/ 39 w 69"/>
                <a:gd name="T23" fmla="*/ 38 h 49"/>
                <a:gd name="T24" fmla="*/ 43 w 69"/>
                <a:gd name="T25" fmla="*/ 44 h 49"/>
                <a:gd name="T26" fmla="*/ 50 w 69"/>
                <a:gd name="T27" fmla="*/ 45 h 49"/>
                <a:gd name="T28" fmla="*/ 53 w 69"/>
                <a:gd name="T29" fmla="*/ 42 h 49"/>
                <a:gd name="T30" fmla="*/ 58 w 69"/>
                <a:gd name="T31" fmla="*/ 27 h 49"/>
                <a:gd name="T32" fmla="*/ 68 w 69"/>
                <a:gd name="T33" fmla="*/ 7 h 49"/>
                <a:gd name="T34" fmla="*/ 69 w 69"/>
                <a:gd name="T35" fmla="*/ 4 h 49"/>
                <a:gd name="T36" fmla="*/ 67 w 69"/>
                <a:gd name="T37" fmla="*/ 2 h 49"/>
                <a:gd name="T38" fmla="*/ 65 w 69"/>
                <a:gd name="T39" fmla="*/ 0 h 49"/>
                <a:gd name="T40" fmla="*/ 60 w 69"/>
                <a:gd name="T41" fmla="*/ 2 h 49"/>
                <a:gd name="T42" fmla="*/ 55 w 69"/>
                <a:gd name="T43" fmla="*/ 11 h 49"/>
                <a:gd name="T44" fmla="*/ 49 w 69"/>
                <a:gd name="T45" fmla="*/ 27 h 49"/>
                <a:gd name="T46" fmla="*/ 48 w 69"/>
                <a:gd name="T47" fmla="*/ 33 h 49"/>
                <a:gd name="T48" fmla="*/ 47 w 69"/>
                <a:gd name="T49" fmla="*/ 34 h 49"/>
                <a:gd name="T50" fmla="*/ 40 w 69"/>
                <a:gd name="T51" fmla="*/ 12 h 49"/>
                <a:gd name="T52" fmla="*/ 40 w 69"/>
                <a:gd name="T53" fmla="*/ 10 h 49"/>
                <a:gd name="T54" fmla="*/ 40 w 69"/>
                <a:gd name="T55" fmla="*/ 8 h 49"/>
                <a:gd name="T56" fmla="*/ 39 w 69"/>
                <a:gd name="T57" fmla="*/ 5 h 49"/>
                <a:gd name="T58" fmla="*/ 34 w 69"/>
                <a:gd name="T59" fmla="*/ 4 h 49"/>
                <a:gd name="T60" fmla="*/ 27 w 69"/>
                <a:gd name="T61" fmla="*/ 14 h 49"/>
                <a:gd name="T62" fmla="*/ 27 w 69"/>
                <a:gd name="T63" fmla="*/ 14 h 49"/>
                <a:gd name="T64" fmla="*/ 19 w 69"/>
                <a:gd name="T65" fmla="*/ 28 h 49"/>
                <a:gd name="T66" fmla="*/ 15 w 69"/>
                <a:gd name="T67" fmla="*/ 35 h 49"/>
                <a:gd name="T68" fmla="*/ 13 w 69"/>
                <a:gd name="T69" fmla="*/ 28 h 49"/>
                <a:gd name="T70" fmla="*/ 11 w 69"/>
                <a:gd name="T71" fmla="*/ 17 h 49"/>
                <a:gd name="T72" fmla="*/ 11 w 69"/>
                <a:gd name="T73" fmla="*/ 12 h 49"/>
                <a:gd name="T74" fmla="*/ 11 w 69"/>
                <a:gd name="T75" fmla="*/ 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9" h="49">
                  <a:moveTo>
                    <a:pt x="11" y="6"/>
                  </a:moveTo>
                  <a:cubicBezTo>
                    <a:pt x="11" y="5"/>
                    <a:pt x="11" y="4"/>
                    <a:pt x="10" y="3"/>
                  </a:cubicBezTo>
                  <a:cubicBezTo>
                    <a:pt x="9" y="2"/>
                    <a:pt x="8" y="2"/>
                    <a:pt x="7" y="2"/>
                  </a:cubicBezTo>
                  <a:cubicBezTo>
                    <a:pt x="4" y="2"/>
                    <a:pt x="3" y="2"/>
                    <a:pt x="2" y="4"/>
                  </a:cubicBezTo>
                  <a:cubicBezTo>
                    <a:pt x="1" y="5"/>
                    <a:pt x="0" y="7"/>
                    <a:pt x="0" y="9"/>
                  </a:cubicBezTo>
                  <a:cubicBezTo>
                    <a:pt x="0" y="16"/>
                    <a:pt x="2" y="24"/>
                    <a:pt x="5" y="34"/>
                  </a:cubicBezTo>
                  <a:cubicBezTo>
                    <a:pt x="8" y="44"/>
                    <a:pt x="11" y="49"/>
                    <a:pt x="15" y="49"/>
                  </a:cubicBezTo>
                  <a:cubicBezTo>
                    <a:pt x="17" y="49"/>
                    <a:pt x="21" y="44"/>
                    <a:pt x="26" y="34"/>
                  </a:cubicBezTo>
                  <a:cubicBezTo>
                    <a:pt x="26" y="34"/>
                    <a:pt x="26" y="34"/>
                    <a:pt x="26" y="33"/>
                  </a:cubicBezTo>
                  <a:cubicBezTo>
                    <a:pt x="30" y="25"/>
                    <a:pt x="32" y="21"/>
                    <a:pt x="32" y="20"/>
                  </a:cubicBezTo>
                  <a:cubicBezTo>
                    <a:pt x="33" y="22"/>
                    <a:pt x="33" y="25"/>
                    <a:pt x="35" y="29"/>
                  </a:cubicBezTo>
                  <a:cubicBezTo>
                    <a:pt x="36" y="33"/>
                    <a:pt x="37" y="36"/>
                    <a:pt x="39" y="38"/>
                  </a:cubicBezTo>
                  <a:cubicBezTo>
                    <a:pt x="40" y="41"/>
                    <a:pt x="42" y="43"/>
                    <a:pt x="43" y="44"/>
                  </a:cubicBezTo>
                  <a:cubicBezTo>
                    <a:pt x="45" y="45"/>
                    <a:pt x="47" y="45"/>
                    <a:pt x="50" y="45"/>
                  </a:cubicBezTo>
                  <a:cubicBezTo>
                    <a:pt x="51" y="45"/>
                    <a:pt x="51" y="44"/>
                    <a:pt x="53" y="42"/>
                  </a:cubicBezTo>
                  <a:cubicBezTo>
                    <a:pt x="54" y="40"/>
                    <a:pt x="56" y="35"/>
                    <a:pt x="58" y="27"/>
                  </a:cubicBezTo>
                  <a:cubicBezTo>
                    <a:pt x="61" y="18"/>
                    <a:pt x="64" y="12"/>
                    <a:pt x="68" y="7"/>
                  </a:cubicBezTo>
                  <a:cubicBezTo>
                    <a:pt x="68" y="6"/>
                    <a:pt x="69" y="5"/>
                    <a:pt x="69" y="4"/>
                  </a:cubicBezTo>
                  <a:cubicBezTo>
                    <a:pt x="69" y="3"/>
                    <a:pt x="68" y="2"/>
                    <a:pt x="67" y="2"/>
                  </a:cubicBezTo>
                  <a:cubicBezTo>
                    <a:pt x="67" y="1"/>
                    <a:pt x="66" y="0"/>
                    <a:pt x="65" y="0"/>
                  </a:cubicBezTo>
                  <a:cubicBezTo>
                    <a:pt x="63" y="0"/>
                    <a:pt x="61" y="1"/>
                    <a:pt x="60" y="2"/>
                  </a:cubicBezTo>
                  <a:cubicBezTo>
                    <a:pt x="59" y="3"/>
                    <a:pt x="57" y="6"/>
                    <a:pt x="55" y="11"/>
                  </a:cubicBezTo>
                  <a:cubicBezTo>
                    <a:pt x="53" y="15"/>
                    <a:pt x="51" y="21"/>
                    <a:pt x="49" y="27"/>
                  </a:cubicBezTo>
                  <a:cubicBezTo>
                    <a:pt x="48" y="31"/>
                    <a:pt x="48" y="33"/>
                    <a:pt x="48" y="33"/>
                  </a:cubicBezTo>
                  <a:cubicBezTo>
                    <a:pt x="47" y="34"/>
                    <a:pt x="47" y="34"/>
                    <a:pt x="47" y="34"/>
                  </a:cubicBezTo>
                  <a:cubicBezTo>
                    <a:pt x="42" y="27"/>
                    <a:pt x="40" y="20"/>
                    <a:pt x="40" y="12"/>
                  </a:cubicBezTo>
                  <a:cubicBezTo>
                    <a:pt x="40" y="11"/>
                    <a:pt x="40" y="11"/>
                    <a:pt x="40" y="10"/>
                  </a:cubicBezTo>
                  <a:cubicBezTo>
                    <a:pt x="40" y="10"/>
                    <a:pt x="40" y="9"/>
                    <a:pt x="40" y="8"/>
                  </a:cubicBezTo>
                  <a:cubicBezTo>
                    <a:pt x="40" y="7"/>
                    <a:pt x="40" y="6"/>
                    <a:pt x="39" y="5"/>
                  </a:cubicBezTo>
                  <a:cubicBezTo>
                    <a:pt x="37" y="4"/>
                    <a:pt x="36" y="4"/>
                    <a:pt x="34" y="4"/>
                  </a:cubicBezTo>
                  <a:cubicBezTo>
                    <a:pt x="32" y="5"/>
                    <a:pt x="30" y="9"/>
                    <a:pt x="27" y="14"/>
                  </a:cubicBezTo>
                  <a:cubicBezTo>
                    <a:pt x="27" y="14"/>
                    <a:pt x="27" y="14"/>
                    <a:pt x="27" y="14"/>
                  </a:cubicBezTo>
                  <a:cubicBezTo>
                    <a:pt x="25" y="17"/>
                    <a:pt x="23" y="22"/>
                    <a:pt x="19" y="28"/>
                  </a:cubicBezTo>
                  <a:cubicBezTo>
                    <a:pt x="17" y="33"/>
                    <a:pt x="16" y="35"/>
                    <a:pt x="15" y="35"/>
                  </a:cubicBezTo>
                  <a:cubicBezTo>
                    <a:pt x="15" y="35"/>
                    <a:pt x="14" y="33"/>
                    <a:pt x="13" y="28"/>
                  </a:cubicBezTo>
                  <a:cubicBezTo>
                    <a:pt x="12" y="23"/>
                    <a:pt x="11" y="20"/>
                    <a:pt x="11" y="17"/>
                  </a:cubicBezTo>
                  <a:cubicBezTo>
                    <a:pt x="11" y="15"/>
                    <a:pt x="11" y="13"/>
                    <a:pt x="11" y="12"/>
                  </a:cubicBezTo>
                  <a:lnTo>
                    <a:pt x="11"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254"/>
            <p:cNvSpPr>
              <a:spLocks/>
            </p:cNvSpPr>
            <p:nvPr/>
          </p:nvSpPr>
          <p:spPr bwMode="auto">
            <a:xfrm>
              <a:off x="6651625" y="2344738"/>
              <a:ext cx="22225" cy="19050"/>
            </a:xfrm>
            <a:custGeom>
              <a:avLst/>
              <a:gdLst>
                <a:gd name="T0" fmla="*/ 11 w 14"/>
                <a:gd name="T1" fmla="*/ 10 h 12"/>
                <a:gd name="T2" fmla="*/ 14 w 14"/>
                <a:gd name="T3" fmla="*/ 5 h 12"/>
                <a:gd name="T4" fmla="*/ 12 w 14"/>
                <a:gd name="T5" fmla="*/ 1 h 12"/>
                <a:gd name="T6" fmla="*/ 8 w 14"/>
                <a:gd name="T7" fmla="*/ 0 h 12"/>
                <a:gd name="T8" fmla="*/ 2 w 14"/>
                <a:gd name="T9" fmla="*/ 2 h 12"/>
                <a:gd name="T10" fmla="*/ 0 w 14"/>
                <a:gd name="T11" fmla="*/ 6 h 12"/>
                <a:gd name="T12" fmla="*/ 2 w 14"/>
                <a:gd name="T13" fmla="*/ 10 h 12"/>
                <a:gd name="T14" fmla="*/ 7 w 14"/>
                <a:gd name="T15" fmla="*/ 12 h 12"/>
                <a:gd name="T16" fmla="*/ 11 w 14"/>
                <a:gd name="T17"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2">
                  <a:moveTo>
                    <a:pt x="11" y="10"/>
                  </a:moveTo>
                  <a:cubicBezTo>
                    <a:pt x="13" y="9"/>
                    <a:pt x="14" y="7"/>
                    <a:pt x="14" y="5"/>
                  </a:cubicBezTo>
                  <a:cubicBezTo>
                    <a:pt x="14" y="4"/>
                    <a:pt x="13" y="2"/>
                    <a:pt x="12" y="1"/>
                  </a:cubicBezTo>
                  <a:cubicBezTo>
                    <a:pt x="11" y="0"/>
                    <a:pt x="10" y="0"/>
                    <a:pt x="8" y="0"/>
                  </a:cubicBezTo>
                  <a:cubicBezTo>
                    <a:pt x="5" y="0"/>
                    <a:pt x="4" y="0"/>
                    <a:pt x="2" y="2"/>
                  </a:cubicBezTo>
                  <a:cubicBezTo>
                    <a:pt x="1" y="3"/>
                    <a:pt x="0" y="4"/>
                    <a:pt x="0" y="6"/>
                  </a:cubicBezTo>
                  <a:cubicBezTo>
                    <a:pt x="0" y="8"/>
                    <a:pt x="1" y="9"/>
                    <a:pt x="2" y="10"/>
                  </a:cubicBezTo>
                  <a:cubicBezTo>
                    <a:pt x="4" y="12"/>
                    <a:pt x="5" y="12"/>
                    <a:pt x="7" y="12"/>
                  </a:cubicBezTo>
                  <a:cubicBezTo>
                    <a:pt x="8" y="12"/>
                    <a:pt x="10" y="12"/>
                    <a:pt x="1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255"/>
            <p:cNvSpPr>
              <a:spLocks/>
            </p:cNvSpPr>
            <p:nvPr/>
          </p:nvSpPr>
          <p:spPr bwMode="auto">
            <a:xfrm>
              <a:off x="6638925" y="2379663"/>
              <a:ext cx="22225" cy="66675"/>
            </a:xfrm>
            <a:custGeom>
              <a:avLst/>
              <a:gdLst>
                <a:gd name="T0" fmla="*/ 2 w 15"/>
                <a:gd name="T1" fmla="*/ 20 h 45"/>
                <a:gd name="T2" fmla="*/ 0 w 15"/>
                <a:gd name="T3" fmla="*/ 37 h 45"/>
                <a:gd name="T4" fmla="*/ 6 w 15"/>
                <a:gd name="T5" fmla="*/ 45 h 45"/>
                <a:gd name="T6" fmla="*/ 10 w 15"/>
                <a:gd name="T7" fmla="*/ 44 h 45"/>
                <a:gd name="T8" fmla="*/ 11 w 15"/>
                <a:gd name="T9" fmla="*/ 41 h 45"/>
                <a:gd name="T10" fmla="*/ 11 w 15"/>
                <a:gd name="T11" fmla="*/ 40 h 45"/>
                <a:gd name="T12" fmla="*/ 10 w 15"/>
                <a:gd name="T13" fmla="*/ 33 h 45"/>
                <a:gd name="T14" fmla="*/ 11 w 15"/>
                <a:gd name="T15" fmla="*/ 25 h 45"/>
                <a:gd name="T16" fmla="*/ 14 w 15"/>
                <a:gd name="T17" fmla="*/ 12 h 45"/>
                <a:gd name="T18" fmla="*/ 14 w 15"/>
                <a:gd name="T19" fmla="*/ 11 h 45"/>
                <a:gd name="T20" fmla="*/ 15 w 15"/>
                <a:gd name="T21" fmla="*/ 5 h 45"/>
                <a:gd name="T22" fmla="*/ 14 w 15"/>
                <a:gd name="T23" fmla="*/ 2 h 45"/>
                <a:gd name="T24" fmla="*/ 9 w 15"/>
                <a:gd name="T25" fmla="*/ 0 h 45"/>
                <a:gd name="T26" fmla="*/ 6 w 15"/>
                <a:gd name="T27" fmla="*/ 2 h 45"/>
                <a:gd name="T28" fmla="*/ 4 w 15"/>
                <a:gd name="T29" fmla="*/ 7 h 45"/>
                <a:gd name="T30" fmla="*/ 3 w 15"/>
                <a:gd name="T31" fmla="*/ 16 h 45"/>
                <a:gd name="T32" fmla="*/ 3 w 15"/>
                <a:gd name="T33" fmla="*/ 16 h 45"/>
                <a:gd name="T34" fmla="*/ 2 w 15"/>
                <a:gd name="T35" fmla="*/ 2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45">
                  <a:moveTo>
                    <a:pt x="2" y="20"/>
                  </a:moveTo>
                  <a:cubicBezTo>
                    <a:pt x="1" y="27"/>
                    <a:pt x="0" y="32"/>
                    <a:pt x="0" y="37"/>
                  </a:cubicBezTo>
                  <a:cubicBezTo>
                    <a:pt x="0" y="43"/>
                    <a:pt x="2" y="45"/>
                    <a:pt x="6" y="45"/>
                  </a:cubicBezTo>
                  <a:cubicBezTo>
                    <a:pt x="7" y="45"/>
                    <a:pt x="8" y="45"/>
                    <a:pt x="10" y="44"/>
                  </a:cubicBezTo>
                  <a:cubicBezTo>
                    <a:pt x="11" y="43"/>
                    <a:pt x="11" y="42"/>
                    <a:pt x="11" y="41"/>
                  </a:cubicBezTo>
                  <a:cubicBezTo>
                    <a:pt x="11" y="41"/>
                    <a:pt x="11" y="40"/>
                    <a:pt x="11" y="40"/>
                  </a:cubicBezTo>
                  <a:cubicBezTo>
                    <a:pt x="11" y="37"/>
                    <a:pt x="10" y="35"/>
                    <a:pt x="10" y="33"/>
                  </a:cubicBezTo>
                  <a:cubicBezTo>
                    <a:pt x="10" y="31"/>
                    <a:pt x="11" y="28"/>
                    <a:pt x="11" y="25"/>
                  </a:cubicBezTo>
                  <a:cubicBezTo>
                    <a:pt x="11" y="22"/>
                    <a:pt x="12" y="17"/>
                    <a:pt x="14" y="12"/>
                  </a:cubicBezTo>
                  <a:cubicBezTo>
                    <a:pt x="14" y="11"/>
                    <a:pt x="14" y="11"/>
                    <a:pt x="14" y="11"/>
                  </a:cubicBezTo>
                  <a:cubicBezTo>
                    <a:pt x="15" y="8"/>
                    <a:pt x="15" y="6"/>
                    <a:pt x="15" y="5"/>
                  </a:cubicBezTo>
                  <a:cubicBezTo>
                    <a:pt x="15" y="3"/>
                    <a:pt x="15" y="2"/>
                    <a:pt x="14" y="2"/>
                  </a:cubicBezTo>
                  <a:cubicBezTo>
                    <a:pt x="13" y="1"/>
                    <a:pt x="11" y="0"/>
                    <a:pt x="9" y="0"/>
                  </a:cubicBezTo>
                  <a:cubicBezTo>
                    <a:pt x="8" y="0"/>
                    <a:pt x="7" y="1"/>
                    <a:pt x="6" y="2"/>
                  </a:cubicBezTo>
                  <a:cubicBezTo>
                    <a:pt x="5" y="4"/>
                    <a:pt x="4" y="5"/>
                    <a:pt x="4" y="7"/>
                  </a:cubicBezTo>
                  <a:cubicBezTo>
                    <a:pt x="4" y="8"/>
                    <a:pt x="4" y="11"/>
                    <a:pt x="3" y="16"/>
                  </a:cubicBezTo>
                  <a:cubicBezTo>
                    <a:pt x="3" y="16"/>
                    <a:pt x="3" y="16"/>
                    <a:pt x="3" y="16"/>
                  </a:cubicBezTo>
                  <a:cubicBezTo>
                    <a:pt x="3" y="17"/>
                    <a:pt x="3" y="19"/>
                    <a:pt x="2"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256"/>
            <p:cNvSpPr>
              <a:spLocks/>
            </p:cNvSpPr>
            <p:nvPr/>
          </p:nvSpPr>
          <p:spPr bwMode="auto">
            <a:xfrm>
              <a:off x="6675438" y="2376488"/>
              <a:ext cx="115888" cy="69850"/>
            </a:xfrm>
            <a:custGeom>
              <a:avLst/>
              <a:gdLst>
                <a:gd name="T0" fmla="*/ 12 w 77"/>
                <a:gd name="T1" fmla="*/ 8 h 47"/>
                <a:gd name="T2" fmla="*/ 6 w 77"/>
                <a:gd name="T3" fmla="*/ 0 h 47"/>
                <a:gd name="T4" fmla="*/ 3 w 77"/>
                <a:gd name="T5" fmla="*/ 1 h 47"/>
                <a:gd name="T6" fmla="*/ 2 w 77"/>
                <a:gd name="T7" fmla="*/ 4 h 47"/>
                <a:gd name="T8" fmla="*/ 1 w 77"/>
                <a:gd name="T9" fmla="*/ 18 h 47"/>
                <a:gd name="T10" fmla="*/ 0 w 77"/>
                <a:gd name="T11" fmla="*/ 39 h 47"/>
                <a:gd name="T12" fmla="*/ 5 w 77"/>
                <a:gd name="T13" fmla="*/ 47 h 47"/>
                <a:gd name="T14" fmla="*/ 10 w 77"/>
                <a:gd name="T15" fmla="*/ 43 h 47"/>
                <a:gd name="T16" fmla="*/ 20 w 77"/>
                <a:gd name="T17" fmla="*/ 24 h 47"/>
                <a:gd name="T18" fmla="*/ 28 w 77"/>
                <a:gd name="T19" fmla="*/ 14 h 47"/>
                <a:gd name="T20" fmla="*/ 30 w 77"/>
                <a:gd name="T21" fmla="*/ 26 h 47"/>
                <a:gd name="T22" fmla="*/ 32 w 77"/>
                <a:gd name="T23" fmla="*/ 41 h 47"/>
                <a:gd name="T24" fmla="*/ 37 w 77"/>
                <a:gd name="T25" fmla="*/ 43 h 47"/>
                <a:gd name="T26" fmla="*/ 43 w 77"/>
                <a:gd name="T27" fmla="*/ 40 h 47"/>
                <a:gd name="T28" fmla="*/ 49 w 77"/>
                <a:gd name="T29" fmla="*/ 29 h 47"/>
                <a:gd name="T30" fmla="*/ 55 w 77"/>
                <a:gd name="T31" fmla="*/ 17 h 47"/>
                <a:gd name="T32" fmla="*/ 58 w 77"/>
                <a:gd name="T33" fmla="*/ 14 h 47"/>
                <a:gd name="T34" fmla="*/ 59 w 77"/>
                <a:gd name="T35" fmla="*/ 16 h 47"/>
                <a:gd name="T36" fmla="*/ 60 w 77"/>
                <a:gd name="T37" fmla="*/ 24 h 47"/>
                <a:gd name="T38" fmla="*/ 64 w 77"/>
                <a:gd name="T39" fmla="*/ 40 h 47"/>
                <a:gd name="T40" fmla="*/ 70 w 77"/>
                <a:gd name="T41" fmla="*/ 45 h 47"/>
                <a:gd name="T42" fmla="*/ 75 w 77"/>
                <a:gd name="T43" fmla="*/ 43 h 47"/>
                <a:gd name="T44" fmla="*/ 77 w 77"/>
                <a:gd name="T45" fmla="*/ 39 h 47"/>
                <a:gd name="T46" fmla="*/ 75 w 77"/>
                <a:gd name="T47" fmla="*/ 36 h 47"/>
                <a:gd name="T48" fmla="*/ 72 w 77"/>
                <a:gd name="T49" fmla="*/ 31 h 47"/>
                <a:gd name="T50" fmla="*/ 70 w 77"/>
                <a:gd name="T51" fmla="*/ 20 h 47"/>
                <a:gd name="T52" fmla="*/ 67 w 77"/>
                <a:gd name="T53" fmla="*/ 7 h 47"/>
                <a:gd name="T54" fmla="*/ 60 w 77"/>
                <a:gd name="T55" fmla="*/ 3 h 47"/>
                <a:gd name="T56" fmla="*/ 53 w 77"/>
                <a:gd name="T57" fmla="*/ 6 h 47"/>
                <a:gd name="T58" fmla="*/ 45 w 77"/>
                <a:gd name="T59" fmla="*/ 20 h 47"/>
                <a:gd name="T60" fmla="*/ 40 w 77"/>
                <a:gd name="T61" fmla="*/ 29 h 47"/>
                <a:gd name="T62" fmla="*/ 39 w 77"/>
                <a:gd name="T63" fmla="*/ 19 h 47"/>
                <a:gd name="T64" fmla="*/ 36 w 77"/>
                <a:gd name="T65" fmla="*/ 6 h 47"/>
                <a:gd name="T66" fmla="*/ 30 w 77"/>
                <a:gd name="T67" fmla="*/ 3 h 47"/>
                <a:gd name="T68" fmla="*/ 9 w 77"/>
                <a:gd name="T69" fmla="*/ 29 h 47"/>
                <a:gd name="T70" fmla="*/ 10 w 77"/>
                <a:gd name="T71" fmla="*/ 20 h 47"/>
                <a:gd name="T72" fmla="*/ 12 w 77"/>
                <a:gd name="T73" fmla="*/ 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7" h="47">
                  <a:moveTo>
                    <a:pt x="12" y="8"/>
                  </a:moveTo>
                  <a:cubicBezTo>
                    <a:pt x="12" y="3"/>
                    <a:pt x="10" y="0"/>
                    <a:pt x="6" y="0"/>
                  </a:cubicBezTo>
                  <a:cubicBezTo>
                    <a:pt x="5" y="0"/>
                    <a:pt x="4" y="1"/>
                    <a:pt x="3" y="1"/>
                  </a:cubicBezTo>
                  <a:cubicBezTo>
                    <a:pt x="3" y="2"/>
                    <a:pt x="2" y="3"/>
                    <a:pt x="2" y="4"/>
                  </a:cubicBezTo>
                  <a:cubicBezTo>
                    <a:pt x="2" y="9"/>
                    <a:pt x="2" y="13"/>
                    <a:pt x="1" y="18"/>
                  </a:cubicBezTo>
                  <a:cubicBezTo>
                    <a:pt x="0" y="24"/>
                    <a:pt x="0" y="31"/>
                    <a:pt x="0" y="39"/>
                  </a:cubicBezTo>
                  <a:cubicBezTo>
                    <a:pt x="0" y="44"/>
                    <a:pt x="2" y="47"/>
                    <a:pt x="5" y="47"/>
                  </a:cubicBezTo>
                  <a:cubicBezTo>
                    <a:pt x="8" y="47"/>
                    <a:pt x="10" y="46"/>
                    <a:pt x="10" y="43"/>
                  </a:cubicBezTo>
                  <a:cubicBezTo>
                    <a:pt x="12" y="37"/>
                    <a:pt x="16" y="31"/>
                    <a:pt x="20" y="24"/>
                  </a:cubicBezTo>
                  <a:cubicBezTo>
                    <a:pt x="24" y="18"/>
                    <a:pt x="27" y="14"/>
                    <a:pt x="28" y="14"/>
                  </a:cubicBezTo>
                  <a:cubicBezTo>
                    <a:pt x="29" y="14"/>
                    <a:pt x="30" y="18"/>
                    <a:pt x="30" y="26"/>
                  </a:cubicBezTo>
                  <a:cubicBezTo>
                    <a:pt x="30" y="34"/>
                    <a:pt x="31" y="39"/>
                    <a:pt x="32" y="41"/>
                  </a:cubicBezTo>
                  <a:cubicBezTo>
                    <a:pt x="34" y="42"/>
                    <a:pt x="36" y="43"/>
                    <a:pt x="37" y="43"/>
                  </a:cubicBezTo>
                  <a:cubicBezTo>
                    <a:pt x="39" y="43"/>
                    <a:pt x="41" y="42"/>
                    <a:pt x="43" y="40"/>
                  </a:cubicBezTo>
                  <a:cubicBezTo>
                    <a:pt x="45" y="38"/>
                    <a:pt x="47" y="34"/>
                    <a:pt x="49" y="29"/>
                  </a:cubicBezTo>
                  <a:cubicBezTo>
                    <a:pt x="52" y="23"/>
                    <a:pt x="54" y="19"/>
                    <a:pt x="55" y="17"/>
                  </a:cubicBezTo>
                  <a:cubicBezTo>
                    <a:pt x="56" y="15"/>
                    <a:pt x="57" y="14"/>
                    <a:pt x="58" y="14"/>
                  </a:cubicBezTo>
                  <a:cubicBezTo>
                    <a:pt x="59" y="14"/>
                    <a:pt x="59" y="15"/>
                    <a:pt x="59" y="16"/>
                  </a:cubicBezTo>
                  <a:cubicBezTo>
                    <a:pt x="60" y="17"/>
                    <a:pt x="60" y="20"/>
                    <a:pt x="60" y="24"/>
                  </a:cubicBezTo>
                  <a:cubicBezTo>
                    <a:pt x="61" y="32"/>
                    <a:pt x="62" y="38"/>
                    <a:pt x="64" y="40"/>
                  </a:cubicBezTo>
                  <a:cubicBezTo>
                    <a:pt x="65" y="43"/>
                    <a:pt x="67" y="45"/>
                    <a:pt x="70" y="45"/>
                  </a:cubicBezTo>
                  <a:cubicBezTo>
                    <a:pt x="72" y="45"/>
                    <a:pt x="73" y="44"/>
                    <a:pt x="75" y="43"/>
                  </a:cubicBezTo>
                  <a:cubicBezTo>
                    <a:pt x="76" y="42"/>
                    <a:pt x="77" y="40"/>
                    <a:pt x="77" y="39"/>
                  </a:cubicBezTo>
                  <a:cubicBezTo>
                    <a:pt x="77" y="38"/>
                    <a:pt x="77" y="37"/>
                    <a:pt x="75" y="36"/>
                  </a:cubicBezTo>
                  <a:cubicBezTo>
                    <a:pt x="73" y="35"/>
                    <a:pt x="72" y="34"/>
                    <a:pt x="72" y="31"/>
                  </a:cubicBezTo>
                  <a:cubicBezTo>
                    <a:pt x="71" y="29"/>
                    <a:pt x="70" y="25"/>
                    <a:pt x="70" y="20"/>
                  </a:cubicBezTo>
                  <a:cubicBezTo>
                    <a:pt x="69" y="14"/>
                    <a:pt x="68" y="9"/>
                    <a:pt x="67" y="7"/>
                  </a:cubicBezTo>
                  <a:cubicBezTo>
                    <a:pt x="66" y="4"/>
                    <a:pt x="63" y="3"/>
                    <a:pt x="60" y="3"/>
                  </a:cubicBezTo>
                  <a:cubicBezTo>
                    <a:pt x="58" y="3"/>
                    <a:pt x="55" y="4"/>
                    <a:pt x="53" y="6"/>
                  </a:cubicBezTo>
                  <a:cubicBezTo>
                    <a:pt x="51" y="8"/>
                    <a:pt x="48" y="13"/>
                    <a:pt x="45" y="20"/>
                  </a:cubicBezTo>
                  <a:cubicBezTo>
                    <a:pt x="42" y="26"/>
                    <a:pt x="40" y="29"/>
                    <a:pt x="40" y="29"/>
                  </a:cubicBezTo>
                  <a:cubicBezTo>
                    <a:pt x="39" y="29"/>
                    <a:pt x="39" y="26"/>
                    <a:pt x="39" y="19"/>
                  </a:cubicBezTo>
                  <a:cubicBezTo>
                    <a:pt x="39" y="12"/>
                    <a:pt x="38" y="8"/>
                    <a:pt x="36" y="6"/>
                  </a:cubicBezTo>
                  <a:cubicBezTo>
                    <a:pt x="35" y="4"/>
                    <a:pt x="33" y="3"/>
                    <a:pt x="30" y="3"/>
                  </a:cubicBezTo>
                  <a:cubicBezTo>
                    <a:pt x="24" y="3"/>
                    <a:pt x="17" y="12"/>
                    <a:pt x="9" y="29"/>
                  </a:cubicBezTo>
                  <a:cubicBezTo>
                    <a:pt x="9" y="27"/>
                    <a:pt x="9" y="24"/>
                    <a:pt x="10" y="20"/>
                  </a:cubicBezTo>
                  <a:cubicBezTo>
                    <a:pt x="12" y="14"/>
                    <a:pt x="12" y="9"/>
                    <a:pt x="1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257"/>
            <p:cNvSpPr>
              <a:spLocks/>
            </p:cNvSpPr>
            <p:nvPr/>
          </p:nvSpPr>
          <p:spPr bwMode="auto">
            <a:xfrm>
              <a:off x="6800850" y="2376488"/>
              <a:ext cx="115888" cy="69850"/>
            </a:xfrm>
            <a:custGeom>
              <a:avLst/>
              <a:gdLst>
                <a:gd name="T0" fmla="*/ 36 w 77"/>
                <a:gd name="T1" fmla="*/ 6 h 47"/>
                <a:gd name="T2" fmla="*/ 30 w 77"/>
                <a:gd name="T3" fmla="*/ 3 h 47"/>
                <a:gd name="T4" fmla="*/ 9 w 77"/>
                <a:gd name="T5" fmla="*/ 29 h 47"/>
                <a:gd name="T6" fmla="*/ 10 w 77"/>
                <a:gd name="T7" fmla="*/ 20 h 47"/>
                <a:gd name="T8" fmla="*/ 12 w 77"/>
                <a:gd name="T9" fmla="*/ 8 h 47"/>
                <a:gd name="T10" fmla="*/ 6 w 77"/>
                <a:gd name="T11" fmla="*/ 0 h 47"/>
                <a:gd name="T12" fmla="*/ 3 w 77"/>
                <a:gd name="T13" fmla="*/ 1 h 47"/>
                <a:gd name="T14" fmla="*/ 2 w 77"/>
                <a:gd name="T15" fmla="*/ 4 h 47"/>
                <a:gd name="T16" fmla="*/ 1 w 77"/>
                <a:gd name="T17" fmla="*/ 18 h 47"/>
                <a:gd name="T18" fmla="*/ 0 w 77"/>
                <a:gd name="T19" fmla="*/ 39 h 47"/>
                <a:gd name="T20" fmla="*/ 5 w 77"/>
                <a:gd name="T21" fmla="*/ 47 h 47"/>
                <a:gd name="T22" fmla="*/ 10 w 77"/>
                <a:gd name="T23" fmla="*/ 43 h 47"/>
                <a:gd name="T24" fmla="*/ 20 w 77"/>
                <a:gd name="T25" fmla="*/ 24 h 47"/>
                <a:gd name="T26" fmla="*/ 28 w 77"/>
                <a:gd name="T27" fmla="*/ 14 h 47"/>
                <a:gd name="T28" fmla="*/ 30 w 77"/>
                <a:gd name="T29" fmla="*/ 26 h 47"/>
                <a:gd name="T30" fmla="*/ 32 w 77"/>
                <a:gd name="T31" fmla="*/ 41 h 47"/>
                <a:gd name="T32" fmla="*/ 37 w 77"/>
                <a:gd name="T33" fmla="*/ 43 h 47"/>
                <a:gd name="T34" fmla="*/ 43 w 77"/>
                <a:gd name="T35" fmla="*/ 40 h 47"/>
                <a:gd name="T36" fmla="*/ 49 w 77"/>
                <a:gd name="T37" fmla="*/ 29 h 47"/>
                <a:gd name="T38" fmla="*/ 55 w 77"/>
                <a:gd name="T39" fmla="*/ 17 h 47"/>
                <a:gd name="T40" fmla="*/ 58 w 77"/>
                <a:gd name="T41" fmla="*/ 14 h 47"/>
                <a:gd name="T42" fmla="*/ 59 w 77"/>
                <a:gd name="T43" fmla="*/ 16 h 47"/>
                <a:gd name="T44" fmla="*/ 60 w 77"/>
                <a:gd name="T45" fmla="*/ 24 h 47"/>
                <a:gd name="T46" fmla="*/ 64 w 77"/>
                <a:gd name="T47" fmla="*/ 40 h 47"/>
                <a:gd name="T48" fmla="*/ 70 w 77"/>
                <a:gd name="T49" fmla="*/ 45 h 47"/>
                <a:gd name="T50" fmla="*/ 75 w 77"/>
                <a:gd name="T51" fmla="*/ 43 h 47"/>
                <a:gd name="T52" fmla="*/ 77 w 77"/>
                <a:gd name="T53" fmla="*/ 39 h 47"/>
                <a:gd name="T54" fmla="*/ 75 w 77"/>
                <a:gd name="T55" fmla="*/ 36 h 47"/>
                <a:gd name="T56" fmla="*/ 72 w 77"/>
                <a:gd name="T57" fmla="*/ 31 h 47"/>
                <a:gd name="T58" fmla="*/ 70 w 77"/>
                <a:gd name="T59" fmla="*/ 20 h 47"/>
                <a:gd name="T60" fmla="*/ 67 w 77"/>
                <a:gd name="T61" fmla="*/ 7 h 47"/>
                <a:gd name="T62" fmla="*/ 60 w 77"/>
                <a:gd name="T63" fmla="*/ 3 h 47"/>
                <a:gd name="T64" fmla="*/ 53 w 77"/>
                <a:gd name="T65" fmla="*/ 6 h 47"/>
                <a:gd name="T66" fmla="*/ 45 w 77"/>
                <a:gd name="T67" fmla="*/ 20 h 47"/>
                <a:gd name="T68" fmla="*/ 40 w 77"/>
                <a:gd name="T69" fmla="*/ 29 h 47"/>
                <a:gd name="T70" fmla="*/ 39 w 77"/>
                <a:gd name="T71" fmla="*/ 19 h 47"/>
                <a:gd name="T72" fmla="*/ 36 w 77"/>
                <a:gd name="T73" fmla="*/ 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7" h="47">
                  <a:moveTo>
                    <a:pt x="36" y="6"/>
                  </a:moveTo>
                  <a:cubicBezTo>
                    <a:pt x="35" y="4"/>
                    <a:pt x="33" y="3"/>
                    <a:pt x="30" y="3"/>
                  </a:cubicBezTo>
                  <a:cubicBezTo>
                    <a:pt x="24" y="3"/>
                    <a:pt x="17" y="12"/>
                    <a:pt x="9" y="29"/>
                  </a:cubicBezTo>
                  <a:cubicBezTo>
                    <a:pt x="9" y="27"/>
                    <a:pt x="9" y="24"/>
                    <a:pt x="10" y="20"/>
                  </a:cubicBezTo>
                  <a:cubicBezTo>
                    <a:pt x="12" y="14"/>
                    <a:pt x="12" y="9"/>
                    <a:pt x="12" y="8"/>
                  </a:cubicBezTo>
                  <a:cubicBezTo>
                    <a:pt x="12" y="3"/>
                    <a:pt x="10" y="0"/>
                    <a:pt x="6" y="0"/>
                  </a:cubicBezTo>
                  <a:cubicBezTo>
                    <a:pt x="5" y="0"/>
                    <a:pt x="4" y="1"/>
                    <a:pt x="3" y="1"/>
                  </a:cubicBezTo>
                  <a:cubicBezTo>
                    <a:pt x="3" y="2"/>
                    <a:pt x="2" y="3"/>
                    <a:pt x="2" y="4"/>
                  </a:cubicBezTo>
                  <a:cubicBezTo>
                    <a:pt x="2" y="9"/>
                    <a:pt x="2" y="13"/>
                    <a:pt x="1" y="18"/>
                  </a:cubicBezTo>
                  <a:cubicBezTo>
                    <a:pt x="0" y="24"/>
                    <a:pt x="0" y="31"/>
                    <a:pt x="0" y="39"/>
                  </a:cubicBezTo>
                  <a:cubicBezTo>
                    <a:pt x="0" y="44"/>
                    <a:pt x="2" y="47"/>
                    <a:pt x="5" y="47"/>
                  </a:cubicBezTo>
                  <a:cubicBezTo>
                    <a:pt x="8" y="47"/>
                    <a:pt x="10" y="46"/>
                    <a:pt x="10" y="43"/>
                  </a:cubicBezTo>
                  <a:cubicBezTo>
                    <a:pt x="12" y="37"/>
                    <a:pt x="16" y="31"/>
                    <a:pt x="20" y="24"/>
                  </a:cubicBezTo>
                  <a:cubicBezTo>
                    <a:pt x="24" y="18"/>
                    <a:pt x="27" y="14"/>
                    <a:pt x="28" y="14"/>
                  </a:cubicBezTo>
                  <a:cubicBezTo>
                    <a:pt x="29" y="14"/>
                    <a:pt x="30" y="18"/>
                    <a:pt x="30" y="26"/>
                  </a:cubicBezTo>
                  <a:cubicBezTo>
                    <a:pt x="30" y="34"/>
                    <a:pt x="31" y="39"/>
                    <a:pt x="32" y="41"/>
                  </a:cubicBezTo>
                  <a:cubicBezTo>
                    <a:pt x="34" y="42"/>
                    <a:pt x="36" y="43"/>
                    <a:pt x="37" y="43"/>
                  </a:cubicBezTo>
                  <a:cubicBezTo>
                    <a:pt x="39" y="43"/>
                    <a:pt x="41" y="42"/>
                    <a:pt x="43" y="40"/>
                  </a:cubicBezTo>
                  <a:cubicBezTo>
                    <a:pt x="45" y="38"/>
                    <a:pt x="47" y="34"/>
                    <a:pt x="49" y="29"/>
                  </a:cubicBezTo>
                  <a:cubicBezTo>
                    <a:pt x="52" y="23"/>
                    <a:pt x="54" y="19"/>
                    <a:pt x="55" y="17"/>
                  </a:cubicBezTo>
                  <a:cubicBezTo>
                    <a:pt x="56" y="15"/>
                    <a:pt x="57" y="14"/>
                    <a:pt x="58" y="14"/>
                  </a:cubicBezTo>
                  <a:cubicBezTo>
                    <a:pt x="59" y="14"/>
                    <a:pt x="59" y="15"/>
                    <a:pt x="59" y="16"/>
                  </a:cubicBezTo>
                  <a:cubicBezTo>
                    <a:pt x="60" y="17"/>
                    <a:pt x="60" y="20"/>
                    <a:pt x="60" y="24"/>
                  </a:cubicBezTo>
                  <a:cubicBezTo>
                    <a:pt x="61" y="32"/>
                    <a:pt x="62" y="38"/>
                    <a:pt x="64" y="40"/>
                  </a:cubicBezTo>
                  <a:cubicBezTo>
                    <a:pt x="65" y="43"/>
                    <a:pt x="67" y="45"/>
                    <a:pt x="70" y="45"/>
                  </a:cubicBezTo>
                  <a:cubicBezTo>
                    <a:pt x="72" y="45"/>
                    <a:pt x="73" y="44"/>
                    <a:pt x="75" y="43"/>
                  </a:cubicBezTo>
                  <a:cubicBezTo>
                    <a:pt x="76" y="42"/>
                    <a:pt x="77" y="40"/>
                    <a:pt x="77" y="39"/>
                  </a:cubicBezTo>
                  <a:cubicBezTo>
                    <a:pt x="77" y="38"/>
                    <a:pt x="77" y="37"/>
                    <a:pt x="75" y="36"/>
                  </a:cubicBezTo>
                  <a:cubicBezTo>
                    <a:pt x="73" y="35"/>
                    <a:pt x="72" y="34"/>
                    <a:pt x="72" y="31"/>
                  </a:cubicBezTo>
                  <a:cubicBezTo>
                    <a:pt x="71" y="29"/>
                    <a:pt x="70" y="25"/>
                    <a:pt x="70" y="20"/>
                  </a:cubicBezTo>
                  <a:cubicBezTo>
                    <a:pt x="69" y="14"/>
                    <a:pt x="68" y="9"/>
                    <a:pt x="67" y="7"/>
                  </a:cubicBezTo>
                  <a:cubicBezTo>
                    <a:pt x="66" y="4"/>
                    <a:pt x="63" y="3"/>
                    <a:pt x="60" y="3"/>
                  </a:cubicBezTo>
                  <a:cubicBezTo>
                    <a:pt x="58" y="3"/>
                    <a:pt x="55" y="4"/>
                    <a:pt x="53" y="6"/>
                  </a:cubicBezTo>
                  <a:cubicBezTo>
                    <a:pt x="51" y="8"/>
                    <a:pt x="48" y="13"/>
                    <a:pt x="45" y="20"/>
                  </a:cubicBezTo>
                  <a:cubicBezTo>
                    <a:pt x="42" y="26"/>
                    <a:pt x="40" y="29"/>
                    <a:pt x="40" y="29"/>
                  </a:cubicBezTo>
                  <a:cubicBezTo>
                    <a:pt x="39" y="29"/>
                    <a:pt x="39" y="26"/>
                    <a:pt x="39" y="19"/>
                  </a:cubicBezTo>
                  <a:cubicBezTo>
                    <a:pt x="39" y="12"/>
                    <a:pt x="38" y="8"/>
                    <a:pt x="36"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258"/>
            <p:cNvSpPr>
              <a:spLocks/>
            </p:cNvSpPr>
            <p:nvPr/>
          </p:nvSpPr>
          <p:spPr bwMode="auto">
            <a:xfrm>
              <a:off x="6926263" y="2379663"/>
              <a:ext cx="22225" cy="66675"/>
            </a:xfrm>
            <a:custGeom>
              <a:avLst/>
              <a:gdLst>
                <a:gd name="T0" fmla="*/ 6 w 15"/>
                <a:gd name="T1" fmla="*/ 45 h 45"/>
                <a:gd name="T2" fmla="*/ 10 w 15"/>
                <a:gd name="T3" fmla="*/ 44 h 45"/>
                <a:gd name="T4" fmla="*/ 12 w 15"/>
                <a:gd name="T5" fmla="*/ 41 h 45"/>
                <a:gd name="T6" fmla="*/ 11 w 15"/>
                <a:gd name="T7" fmla="*/ 40 h 45"/>
                <a:gd name="T8" fmla="*/ 11 w 15"/>
                <a:gd name="T9" fmla="*/ 33 h 45"/>
                <a:gd name="T10" fmla="*/ 11 w 15"/>
                <a:gd name="T11" fmla="*/ 25 h 45"/>
                <a:gd name="T12" fmla="*/ 14 w 15"/>
                <a:gd name="T13" fmla="*/ 12 h 45"/>
                <a:gd name="T14" fmla="*/ 14 w 15"/>
                <a:gd name="T15" fmla="*/ 11 h 45"/>
                <a:gd name="T16" fmla="*/ 15 w 15"/>
                <a:gd name="T17" fmla="*/ 5 h 45"/>
                <a:gd name="T18" fmla="*/ 14 w 15"/>
                <a:gd name="T19" fmla="*/ 2 h 45"/>
                <a:gd name="T20" fmla="*/ 10 w 15"/>
                <a:gd name="T21" fmla="*/ 0 h 45"/>
                <a:gd name="T22" fmla="*/ 6 w 15"/>
                <a:gd name="T23" fmla="*/ 2 h 45"/>
                <a:gd name="T24" fmla="*/ 5 w 15"/>
                <a:gd name="T25" fmla="*/ 7 h 45"/>
                <a:gd name="T26" fmla="*/ 3 w 15"/>
                <a:gd name="T27" fmla="*/ 16 h 45"/>
                <a:gd name="T28" fmla="*/ 3 w 15"/>
                <a:gd name="T29" fmla="*/ 16 h 45"/>
                <a:gd name="T30" fmla="*/ 2 w 15"/>
                <a:gd name="T31" fmla="*/ 20 h 45"/>
                <a:gd name="T32" fmla="*/ 0 w 15"/>
                <a:gd name="T33" fmla="*/ 37 h 45"/>
                <a:gd name="T34" fmla="*/ 6 w 15"/>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45">
                  <a:moveTo>
                    <a:pt x="6" y="45"/>
                  </a:moveTo>
                  <a:cubicBezTo>
                    <a:pt x="7" y="45"/>
                    <a:pt x="9" y="45"/>
                    <a:pt x="10" y="44"/>
                  </a:cubicBezTo>
                  <a:cubicBezTo>
                    <a:pt x="11" y="43"/>
                    <a:pt x="12" y="42"/>
                    <a:pt x="12" y="41"/>
                  </a:cubicBezTo>
                  <a:cubicBezTo>
                    <a:pt x="12" y="41"/>
                    <a:pt x="11" y="40"/>
                    <a:pt x="11" y="40"/>
                  </a:cubicBezTo>
                  <a:cubicBezTo>
                    <a:pt x="11" y="37"/>
                    <a:pt x="11" y="35"/>
                    <a:pt x="11" y="33"/>
                  </a:cubicBezTo>
                  <a:cubicBezTo>
                    <a:pt x="11" y="31"/>
                    <a:pt x="11" y="28"/>
                    <a:pt x="11" y="25"/>
                  </a:cubicBezTo>
                  <a:cubicBezTo>
                    <a:pt x="11" y="22"/>
                    <a:pt x="12" y="17"/>
                    <a:pt x="14" y="12"/>
                  </a:cubicBezTo>
                  <a:cubicBezTo>
                    <a:pt x="14" y="11"/>
                    <a:pt x="14" y="11"/>
                    <a:pt x="14" y="11"/>
                  </a:cubicBezTo>
                  <a:cubicBezTo>
                    <a:pt x="15" y="8"/>
                    <a:pt x="15" y="6"/>
                    <a:pt x="15" y="5"/>
                  </a:cubicBezTo>
                  <a:cubicBezTo>
                    <a:pt x="15" y="3"/>
                    <a:pt x="15" y="2"/>
                    <a:pt x="14" y="2"/>
                  </a:cubicBezTo>
                  <a:cubicBezTo>
                    <a:pt x="13" y="1"/>
                    <a:pt x="11" y="0"/>
                    <a:pt x="10" y="0"/>
                  </a:cubicBezTo>
                  <a:cubicBezTo>
                    <a:pt x="8" y="0"/>
                    <a:pt x="7" y="1"/>
                    <a:pt x="6" y="2"/>
                  </a:cubicBezTo>
                  <a:cubicBezTo>
                    <a:pt x="5" y="4"/>
                    <a:pt x="5" y="5"/>
                    <a:pt x="5" y="7"/>
                  </a:cubicBezTo>
                  <a:cubicBezTo>
                    <a:pt x="5" y="8"/>
                    <a:pt x="4" y="11"/>
                    <a:pt x="3" y="16"/>
                  </a:cubicBezTo>
                  <a:cubicBezTo>
                    <a:pt x="3" y="16"/>
                    <a:pt x="3" y="16"/>
                    <a:pt x="3" y="16"/>
                  </a:cubicBezTo>
                  <a:cubicBezTo>
                    <a:pt x="3" y="17"/>
                    <a:pt x="3" y="19"/>
                    <a:pt x="2" y="20"/>
                  </a:cubicBezTo>
                  <a:cubicBezTo>
                    <a:pt x="1" y="27"/>
                    <a:pt x="0" y="32"/>
                    <a:pt x="0" y="37"/>
                  </a:cubicBezTo>
                  <a:cubicBezTo>
                    <a:pt x="0" y="43"/>
                    <a:pt x="2" y="45"/>
                    <a:pt x="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259"/>
            <p:cNvSpPr>
              <a:spLocks/>
            </p:cNvSpPr>
            <p:nvPr/>
          </p:nvSpPr>
          <p:spPr bwMode="auto">
            <a:xfrm>
              <a:off x="6940550" y="2344738"/>
              <a:ext cx="19050" cy="19050"/>
            </a:xfrm>
            <a:custGeom>
              <a:avLst/>
              <a:gdLst>
                <a:gd name="T0" fmla="*/ 6 w 13"/>
                <a:gd name="T1" fmla="*/ 12 h 12"/>
                <a:gd name="T2" fmla="*/ 10 w 13"/>
                <a:gd name="T3" fmla="*/ 10 h 12"/>
                <a:gd name="T4" fmla="*/ 13 w 13"/>
                <a:gd name="T5" fmla="*/ 5 h 12"/>
                <a:gd name="T6" fmla="*/ 11 w 13"/>
                <a:gd name="T7" fmla="*/ 1 h 12"/>
                <a:gd name="T8" fmla="*/ 7 w 13"/>
                <a:gd name="T9" fmla="*/ 0 h 12"/>
                <a:gd name="T10" fmla="*/ 1 w 13"/>
                <a:gd name="T11" fmla="*/ 2 h 12"/>
                <a:gd name="T12" fmla="*/ 0 w 13"/>
                <a:gd name="T13" fmla="*/ 6 h 12"/>
                <a:gd name="T14" fmla="*/ 1 w 13"/>
                <a:gd name="T15" fmla="*/ 10 h 12"/>
                <a:gd name="T16" fmla="*/ 6 w 13"/>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2">
                  <a:moveTo>
                    <a:pt x="6" y="12"/>
                  </a:moveTo>
                  <a:cubicBezTo>
                    <a:pt x="7" y="12"/>
                    <a:pt x="9" y="12"/>
                    <a:pt x="10" y="10"/>
                  </a:cubicBezTo>
                  <a:cubicBezTo>
                    <a:pt x="12" y="9"/>
                    <a:pt x="13" y="7"/>
                    <a:pt x="13" y="5"/>
                  </a:cubicBezTo>
                  <a:cubicBezTo>
                    <a:pt x="13" y="4"/>
                    <a:pt x="12" y="2"/>
                    <a:pt x="11" y="1"/>
                  </a:cubicBezTo>
                  <a:cubicBezTo>
                    <a:pt x="10" y="0"/>
                    <a:pt x="9" y="0"/>
                    <a:pt x="7" y="0"/>
                  </a:cubicBezTo>
                  <a:cubicBezTo>
                    <a:pt x="5" y="0"/>
                    <a:pt x="3" y="0"/>
                    <a:pt x="1" y="2"/>
                  </a:cubicBezTo>
                  <a:cubicBezTo>
                    <a:pt x="0" y="3"/>
                    <a:pt x="0" y="4"/>
                    <a:pt x="0" y="6"/>
                  </a:cubicBezTo>
                  <a:cubicBezTo>
                    <a:pt x="0" y="8"/>
                    <a:pt x="0" y="9"/>
                    <a:pt x="1" y="10"/>
                  </a:cubicBezTo>
                  <a:cubicBezTo>
                    <a:pt x="3" y="12"/>
                    <a:pt x="4" y="12"/>
                    <a:pt x="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260"/>
            <p:cNvSpPr>
              <a:spLocks/>
            </p:cNvSpPr>
            <p:nvPr/>
          </p:nvSpPr>
          <p:spPr bwMode="auto">
            <a:xfrm>
              <a:off x="6959600" y="2381251"/>
              <a:ext cx="77788" cy="63500"/>
            </a:xfrm>
            <a:custGeom>
              <a:avLst/>
              <a:gdLst>
                <a:gd name="T0" fmla="*/ 6 w 52"/>
                <a:gd name="T1" fmla="*/ 43 h 43"/>
                <a:gd name="T2" fmla="*/ 8 w 52"/>
                <a:gd name="T3" fmla="*/ 41 h 43"/>
                <a:gd name="T4" fmla="*/ 10 w 52"/>
                <a:gd name="T5" fmla="*/ 39 h 43"/>
                <a:gd name="T6" fmla="*/ 19 w 52"/>
                <a:gd name="T7" fmla="*/ 23 h 43"/>
                <a:gd name="T8" fmla="*/ 29 w 52"/>
                <a:gd name="T9" fmla="*/ 12 h 43"/>
                <a:gd name="T10" fmla="*/ 33 w 52"/>
                <a:gd name="T11" fmla="*/ 22 h 43"/>
                <a:gd name="T12" fmla="*/ 36 w 52"/>
                <a:gd name="T13" fmla="*/ 36 h 43"/>
                <a:gd name="T14" fmla="*/ 36 w 52"/>
                <a:gd name="T15" fmla="*/ 36 h 43"/>
                <a:gd name="T16" fmla="*/ 43 w 52"/>
                <a:gd name="T17" fmla="*/ 40 h 43"/>
                <a:gd name="T18" fmla="*/ 49 w 52"/>
                <a:gd name="T19" fmla="*/ 38 h 43"/>
                <a:gd name="T20" fmla="*/ 52 w 52"/>
                <a:gd name="T21" fmla="*/ 33 h 43"/>
                <a:gd name="T22" fmla="*/ 50 w 52"/>
                <a:gd name="T23" fmla="*/ 31 h 43"/>
                <a:gd name="T24" fmla="*/ 48 w 52"/>
                <a:gd name="T25" fmla="*/ 32 h 43"/>
                <a:gd name="T26" fmla="*/ 46 w 52"/>
                <a:gd name="T27" fmla="*/ 32 h 43"/>
                <a:gd name="T28" fmla="*/ 42 w 52"/>
                <a:gd name="T29" fmla="*/ 17 h 43"/>
                <a:gd name="T30" fmla="*/ 31 w 52"/>
                <a:gd name="T31" fmla="*/ 2 h 43"/>
                <a:gd name="T32" fmla="*/ 11 w 52"/>
                <a:gd name="T33" fmla="*/ 23 h 43"/>
                <a:gd name="T34" fmla="*/ 13 w 52"/>
                <a:gd name="T35" fmla="*/ 8 h 43"/>
                <a:gd name="T36" fmla="*/ 12 w 52"/>
                <a:gd name="T37" fmla="*/ 1 h 43"/>
                <a:gd name="T38" fmla="*/ 8 w 52"/>
                <a:gd name="T39" fmla="*/ 0 h 43"/>
                <a:gd name="T40" fmla="*/ 5 w 52"/>
                <a:gd name="T41" fmla="*/ 2 h 43"/>
                <a:gd name="T42" fmla="*/ 3 w 52"/>
                <a:gd name="T43" fmla="*/ 6 h 43"/>
                <a:gd name="T44" fmla="*/ 1 w 52"/>
                <a:gd name="T45" fmla="*/ 28 h 43"/>
                <a:gd name="T46" fmla="*/ 0 w 52"/>
                <a:gd name="T47" fmla="*/ 37 h 43"/>
                <a:gd name="T48" fmla="*/ 6 w 52"/>
                <a:gd name="T49"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2" h="43">
                  <a:moveTo>
                    <a:pt x="6" y="43"/>
                  </a:moveTo>
                  <a:cubicBezTo>
                    <a:pt x="7" y="43"/>
                    <a:pt x="8" y="42"/>
                    <a:pt x="8" y="41"/>
                  </a:cubicBezTo>
                  <a:cubicBezTo>
                    <a:pt x="9" y="41"/>
                    <a:pt x="10" y="40"/>
                    <a:pt x="10" y="39"/>
                  </a:cubicBezTo>
                  <a:cubicBezTo>
                    <a:pt x="11" y="35"/>
                    <a:pt x="14" y="30"/>
                    <a:pt x="19" y="23"/>
                  </a:cubicBezTo>
                  <a:cubicBezTo>
                    <a:pt x="24" y="15"/>
                    <a:pt x="27" y="12"/>
                    <a:pt x="29" y="12"/>
                  </a:cubicBezTo>
                  <a:cubicBezTo>
                    <a:pt x="31" y="12"/>
                    <a:pt x="32" y="15"/>
                    <a:pt x="33" y="22"/>
                  </a:cubicBezTo>
                  <a:cubicBezTo>
                    <a:pt x="34" y="29"/>
                    <a:pt x="35" y="34"/>
                    <a:pt x="36" y="36"/>
                  </a:cubicBezTo>
                  <a:cubicBezTo>
                    <a:pt x="36" y="36"/>
                    <a:pt x="36" y="36"/>
                    <a:pt x="36" y="36"/>
                  </a:cubicBezTo>
                  <a:cubicBezTo>
                    <a:pt x="37" y="39"/>
                    <a:pt x="39" y="40"/>
                    <a:pt x="43" y="40"/>
                  </a:cubicBezTo>
                  <a:cubicBezTo>
                    <a:pt x="45" y="40"/>
                    <a:pt x="48" y="39"/>
                    <a:pt x="49" y="38"/>
                  </a:cubicBezTo>
                  <a:cubicBezTo>
                    <a:pt x="51" y="36"/>
                    <a:pt x="52" y="35"/>
                    <a:pt x="52" y="33"/>
                  </a:cubicBezTo>
                  <a:cubicBezTo>
                    <a:pt x="52" y="32"/>
                    <a:pt x="51" y="31"/>
                    <a:pt x="50" y="31"/>
                  </a:cubicBezTo>
                  <a:cubicBezTo>
                    <a:pt x="50" y="31"/>
                    <a:pt x="49" y="31"/>
                    <a:pt x="48" y="32"/>
                  </a:cubicBezTo>
                  <a:cubicBezTo>
                    <a:pt x="47" y="32"/>
                    <a:pt x="46" y="32"/>
                    <a:pt x="46" y="32"/>
                  </a:cubicBezTo>
                  <a:cubicBezTo>
                    <a:pt x="44" y="32"/>
                    <a:pt x="43" y="27"/>
                    <a:pt x="42" y="17"/>
                  </a:cubicBezTo>
                  <a:cubicBezTo>
                    <a:pt x="41" y="7"/>
                    <a:pt x="37" y="2"/>
                    <a:pt x="31" y="2"/>
                  </a:cubicBezTo>
                  <a:cubicBezTo>
                    <a:pt x="23" y="2"/>
                    <a:pt x="17" y="9"/>
                    <a:pt x="11" y="23"/>
                  </a:cubicBezTo>
                  <a:cubicBezTo>
                    <a:pt x="12" y="15"/>
                    <a:pt x="13" y="10"/>
                    <a:pt x="13" y="8"/>
                  </a:cubicBezTo>
                  <a:cubicBezTo>
                    <a:pt x="13" y="4"/>
                    <a:pt x="13" y="2"/>
                    <a:pt x="12" y="1"/>
                  </a:cubicBezTo>
                  <a:cubicBezTo>
                    <a:pt x="11" y="0"/>
                    <a:pt x="10" y="0"/>
                    <a:pt x="8" y="0"/>
                  </a:cubicBezTo>
                  <a:cubicBezTo>
                    <a:pt x="7" y="0"/>
                    <a:pt x="6" y="1"/>
                    <a:pt x="5" y="2"/>
                  </a:cubicBezTo>
                  <a:cubicBezTo>
                    <a:pt x="4" y="4"/>
                    <a:pt x="3" y="5"/>
                    <a:pt x="3" y="6"/>
                  </a:cubicBezTo>
                  <a:cubicBezTo>
                    <a:pt x="3" y="15"/>
                    <a:pt x="3" y="22"/>
                    <a:pt x="1" y="28"/>
                  </a:cubicBezTo>
                  <a:cubicBezTo>
                    <a:pt x="1" y="33"/>
                    <a:pt x="0" y="36"/>
                    <a:pt x="0" y="37"/>
                  </a:cubicBezTo>
                  <a:cubicBezTo>
                    <a:pt x="0" y="41"/>
                    <a:pt x="2" y="43"/>
                    <a:pt x="6"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261"/>
            <p:cNvSpPr>
              <a:spLocks noEditPoints="1"/>
            </p:cNvSpPr>
            <p:nvPr/>
          </p:nvSpPr>
          <p:spPr bwMode="auto">
            <a:xfrm>
              <a:off x="7029450" y="2378076"/>
              <a:ext cx="77788" cy="104775"/>
            </a:xfrm>
            <a:custGeom>
              <a:avLst/>
              <a:gdLst>
                <a:gd name="T0" fmla="*/ 24 w 52"/>
                <a:gd name="T1" fmla="*/ 61 h 70"/>
                <a:gd name="T2" fmla="*/ 8 w 52"/>
                <a:gd name="T3" fmla="*/ 55 h 70"/>
                <a:gd name="T4" fmla="*/ 3 w 52"/>
                <a:gd name="T5" fmla="*/ 53 h 70"/>
                <a:gd name="T6" fmla="*/ 0 w 52"/>
                <a:gd name="T7" fmla="*/ 56 h 70"/>
                <a:gd name="T8" fmla="*/ 8 w 52"/>
                <a:gd name="T9" fmla="*/ 65 h 70"/>
                <a:gd name="T10" fmla="*/ 23 w 52"/>
                <a:gd name="T11" fmla="*/ 70 h 70"/>
                <a:gd name="T12" fmla="*/ 37 w 52"/>
                <a:gd name="T13" fmla="*/ 64 h 70"/>
                <a:gd name="T14" fmla="*/ 45 w 52"/>
                <a:gd name="T15" fmla="*/ 43 h 70"/>
                <a:gd name="T16" fmla="*/ 48 w 52"/>
                <a:gd name="T17" fmla="*/ 22 h 70"/>
                <a:gd name="T18" fmla="*/ 50 w 52"/>
                <a:gd name="T19" fmla="*/ 14 h 70"/>
                <a:gd name="T20" fmla="*/ 52 w 52"/>
                <a:gd name="T21" fmla="*/ 9 h 70"/>
                <a:gd name="T22" fmla="*/ 51 w 52"/>
                <a:gd name="T23" fmla="*/ 6 h 70"/>
                <a:gd name="T24" fmla="*/ 49 w 52"/>
                <a:gd name="T25" fmla="*/ 3 h 70"/>
                <a:gd name="T26" fmla="*/ 48 w 52"/>
                <a:gd name="T27" fmla="*/ 2 h 70"/>
                <a:gd name="T28" fmla="*/ 41 w 52"/>
                <a:gd name="T29" fmla="*/ 0 h 70"/>
                <a:gd name="T30" fmla="*/ 26 w 52"/>
                <a:gd name="T31" fmla="*/ 6 h 70"/>
                <a:gd name="T32" fmla="*/ 13 w 52"/>
                <a:gd name="T33" fmla="*/ 20 h 70"/>
                <a:gd name="T34" fmla="*/ 8 w 52"/>
                <a:gd name="T35" fmla="*/ 34 h 70"/>
                <a:gd name="T36" fmla="*/ 10 w 52"/>
                <a:gd name="T37" fmla="*/ 41 h 70"/>
                <a:gd name="T38" fmla="*/ 17 w 52"/>
                <a:gd name="T39" fmla="*/ 43 h 70"/>
                <a:gd name="T40" fmla="*/ 27 w 52"/>
                <a:gd name="T41" fmla="*/ 40 h 70"/>
                <a:gd name="T42" fmla="*/ 38 w 52"/>
                <a:gd name="T43" fmla="*/ 32 h 70"/>
                <a:gd name="T44" fmla="*/ 33 w 52"/>
                <a:gd name="T45" fmla="*/ 55 h 70"/>
                <a:gd name="T46" fmla="*/ 24 w 52"/>
                <a:gd name="T47" fmla="*/ 61 h 70"/>
                <a:gd name="T48" fmla="*/ 30 w 52"/>
                <a:gd name="T49" fmla="*/ 30 h 70"/>
                <a:gd name="T50" fmla="*/ 19 w 52"/>
                <a:gd name="T51" fmla="*/ 35 h 70"/>
                <a:gd name="T52" fmla="*/ 18 w 52"/>
                <a:gd name="T53" fmla="*/ 32 h 70"/>
                <a:gd name="T54" fmla="*/ 22 w 52"/>
                <a:gd name="T55" fmla="*/ 22 h 70"/>
                <a:gd name="T56" fmla="*/ 31 w 52"/>
                <a:gd name="T57" fmla="*/ 12 h 70"/>
                <a:gd name="T58" fmla="*/ 39 w 52"/>
                <a:gd name="T59" fmla="*/ 9 h 70"/>
                <a:gd name="T60" fmla="*/ 41 w 52"/>
                <a:gd name="T61" fmla="*/ 10 h 70"/>
                <a:gd name="T62" fmla="*/ 41 w 52"/>
                <a:gd name="T63" fmla="*/ 12 h 70"/>
                <a:gd name="T64" fmla="*/ 38 w 52"/>
                <a:gd name="T65" fmla="*/ 20 h 70"/>
                <a:gd name="T66" fmla="*/ 30 w 52"/>
                <a:gd name="T67" fmla="*/ 3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2" h="70">
                  <a:moveTo>
                    <a:pt x="24" y="61"/>
                  </a:moveTo>
                  <a:cubicBezTo>
                    <a:pt x="20" y="61"/>
                    <a:pt x="14" y="59"/>
                    <a:pt x="8" y="55"/>
                  </a:cubicBezTo>
                  <a:cubicBezTo>
                    <a:pt x="6" y="54"/>
                    <a:pt x="4" y="53"/>
                    <a:pt x="3" y="53"/>
                  </a:cubicBezTo>
                  <a:cubicBezTo>
                    <a:pt x="1" y="53"/>
                    <a:pt x="0" y="54"/>
                    <a:pt x="0" y="56"/>
                  </a:cubicBezTo>
                  <a:cubicBezTo>
                    <a:pt x="0" y="58"/>
                    <a:pt x="3" y="61"/>
                    <a:pt x="8" y="65"/>
                  </a:cubicBezTo>
                  <a:cubicBezTo>
                    <a:pt x="13" y="68"/>
                    <a:pt x="18" y="70"/>
                    <a:pt x="23" y="70"/>
                  </a:cubicBezTo>
                  <a:cubicBezTo>
                    <a:pt x="29" y="70"/>
                    <a:pt x="33" y="68"/>
                    <a:pt x="37" y="64"/>
                  </a:cubicBezTo>
                  <a:cubicBezTo>
                    <a:pt x="42" y="59"/>
                    <a:pt x="44" y="52"/>
                    <a:pt x="45" y="43"/>
                  </a:cubicBezTo>
                  <a:cubicBezTo>
                    <a:pt x="47" y="32"/>
                    <a:pt x="48" y="25"/>
                    <a:pt x="48" y="22"/>
                  </a:cubicBezTo>
                  <a:cubicBezTo>
                    <a:pt x="48" y="19"/>
                    <a:pt x="49" y="17"/>
                    <a:pt x="50" y="14"/>
                  </a:cubicBezTo>
                  <a:cubicBezTo>
                    <a:pt x="51" y="11"/>
                    <a:pt x="52" y="9"/>
                    <a:pt x="52" y="9"/>
                  </a:cubicBezTo>
                  <a:cubicBezTo>
                    <a:pt x="52" y="8"/>
                    <a:pt x="52" y="7"/>
                    <a:pt x="51" y="6"/>
                  </a:cubicBezTo>
                  <a:cubicBezTo>
                    <a:pt x="50" y="4"/>
                    <a:pt x="50" y="4"/>
                    <a:pt x="49" y="3"/>
                  </a:cubicBezTo>
                  <a:cubicBezTo>
                    <a:pt x="49" y="3"/>
                    <a:pt x="48" y="3"/>
                    <a:pt x="48" y="2"/>
                  </a:cubicBezTo>
                  <a:cubicBezTo>
                    <a:pt x="46" y="1"/>
                    <a:pt x="44" y="0"/>
                    <a:pt x="41" y="0"/>
                  </a:cubicBezTo>
                  <a:cubicBezTo>
                    <a:pt x="37" y="0"/>
                    <a:pt x="32" y="2"/>
                    <a:pt x="26" y="6"/>
                  </a:cubicBezTo>
                  <a:cubicBezTo>
                    <a:pt x="20" y="10"/>
                    <a:pt x="16" y="14"/>
                    <a:pt x="13" y="20"/>
                  </a:cubicBezTo>
                  <a:cubicBezTo>
                    <a:pt x="9" y="25"/>
                    <a:pt x="8" y="30"/>
                    <a:pt x="8" y="34"/>
                  </a:cubicBezTo>
                  <a:cubicBezTo>
                    <a:pt x="8" y="37"/>
                    <a:pt x="9" y="39"/>
                    <a:pt x="10" y="41"/>
                  </a:cubicBezTo>
                  <a:cubicBezTo>
                    <a:pt x="12" y="42"/>
                    <a:pt x="14" y="43"/>
                    <a:pt x="17" y="43"/>
                  </a:cubicBezTo>
                  <a:cubicBezTo>
                    <a:pt x="20" y="43"/>
                    <a:pt x="23" y="42"/>
                    <a:pt x="27" y="40"/>
                  </a:cubicBezTo>
                  <a:cubicBezTo>
                    <a:pt x="31" y="38"/>
                    <a:pt x="35" y="35"/>
                    <a:pt x="38" y="32"/>
                  </a:cubicBezTo>
                  <a:cubicBezTo>
                    <a:pt x="37" y="43"/>
                    <a:pt x="35" y="51"/>
                    <a:pt x="33" y="55"/>
                  </a:cubicBezTo>
                  <a:cubicBezTo>
                    <a:pt x="30" y="59"/>
                    <a:pt x="27" y="61"/>
                    <a:pt x="24" y="61"/>
                  </a:cubicBezTo>
                  <a:close/>
                  <a:moveTo>
                    <a:pt x="30" y="30"/>
                  </a:moveTo>
                  <a:cubicBezTo>
                    <a:pt x="26" y="33"/>
                    <a:pt x="23" y="35"/>
                    <a:pt x="19" y="35"/>
                  </a:cubicBezTo>
                  <a:cubicBezTo>
                    <a:pt x="18" y="35"/>
                    <a:pt x="18" y="34"/>
                    <a:pt x="18" y="32"/>
                  </a:cubicBezTo>
                  <a:cubicBezTo>
                    <a:pt x="18" y="30"/>
                    <a:pt x="19" y="26"/>
                    <a:pt x="22" y="22"/>
                  </a:cubicBezTo>
                  <a:cubicBezTo>
                    <a:pt x="25" y="18"/>
                    <a:pt x="28" y="15"/>
                    <a:pt x="31" y="12"/>
                  </a:cubicBezTo>
                  <a:cubicBezTo>
                    <a:pt x="34" y="10"/>
                    <a:pt x="37" y="9"/>
                    <a:pt x="39" y="9"/>
                  </a:cubicBezTo>
                  <a:cubicBezTo>
                    <a:pt x="40" y="9"/>
                    <a:pt x="40" y="9"/>
                    <a:pt x="41" y="10"/>
                  </a:cubicBezTo>
                  <a:cubicBezTo>
                    <a:pt x="41" y="10"/>
                    <a:pt x="41" y="11"/>
                    <a:pt x="41" y="12"/>
                  </a:cubicBezTo>
                  <a:cubicBezTo>
                    <a:pt x="41" y="14"/>
                    <a:pt x="40" y="17"/>
                    <a:pt x="38" y="20"/>
                  </a:cubicBezTo>
                  <a:cubicBezTo>
                    <a:pt x="36" y="24"/>
                    <a:pt x="33" y="27"/>
                    <a:pt x="30"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262"/>
            <p:cNvSpPr>
              <a:spLocks noEditPoints="1"/>
            </p:cNvSpPr>
            <p:nvPr/>
          </p:nvSpPr>
          <p:spPr bwMode="auto">
            <a:xfrm>
              <a:off x="7158038" y="2354263"/>
              <a:ext cx="96838" cy="93663"/>
            </a:xfrm>
            <a:custGeom>
              <a:avLst/>
              <a:gdLst>
                <a:gd name="T0" fmla="*/ 41 w 65"/>
                <a:gd name="T1" fmla="*/ 2 h 63"/>
                <a:gd name="T2" fmla="*/ 36 w 65"/>
                <a:gd name="T3" fmla="*/ 0 h 63"/>
                <a:gd name="T4" fmla="*/ 32 w 65"/>
                <a:gd name="T5" fmla="*/ 3 h 63"/>
                <a:gd name="T6" fmla="*/ 21 w 65"/>
                <a:gd name="T7" fmla="*/ 23 h 63"/>
                <a:gd name="T8" fmla="*/ 10 w 65"/>
                <a:gd name="T9" fmla="*/ 39 h 63"/>
                <a:gd name="T10" fmla="*/ 0 w 65"/>
                <a:gd name="T11" fmla="*/ 57 h 63"/>
                <a:gd name="T12" fmla="*/ 2 w 65"/>
                <a:gd name="T13" fmla="*/ 60 h 63"/>
                <a:gd name="T14" fmla="*/ 6 w 65"/>
                <a:gd name="T15" fmla="*/ 62 h 63"/>
                <a:gd name="T16" fmla="*/ 8 w 65"/>
                <a:gd name="T17" fmla="*/ 61 h 63"/>
                <a:gd name="T18" fmla="*/ 13 w 65"/>
                <a:gd name="T19" fmla="*/ 54 h 63"/>
                <a:gd name="T20" fmla="*/ 18 w 65"/>
                <a:gd name="T21" fmla="*/ 47 h 63"/>
                <a:gd name="T22" fmla="*/ 20 w 65"/>
                <a:gd name="T23" fmla="*/ 48 h 63"/>
                <a:gd name="T24" fmla="*/ 22 w 65"/>
                <a:gd name="T25" fmla="*/ 47 h 63"/>
                <a:gd name="T26" fmla="*/ 34 w 65"/>
                <a:gd name="T27" fmla="*/ 44 h 63"/>
                <a:gd name="T28" fmla="*/ 44 w 65"/>
                <a:gd name="T29" fmla="*/ 43 h 63"/>
                <a:gd name="T30" fmla="*/ 44 w 65"/>
                <a:gd name="T31" fmla="*/ 43 h 63"/>
                <a:gd name="T32" fmla="*/ 47 w 65"/>
                <a:gd name="T33" fmla="*/ 50 h 63"/>
                <a:gd name="T34" fmla="*/ 53 w 65"/>
                <a:gd name="T35" fmla="*/ 60 h 63"/>
                <a:gd name="T36" fmla="*/ 60 w 65"/>
                <a:gd name="T37" fmla="*/ 63 h 63"/>
                <a:gd name="T38" fmla="*/ 64 w 65"/>
                <a:gd name="T39" fmla="*/ 62 h 63"/>
                <a:gd name="T40" fmla="*/ 65 w 65"/>
                <a:gd name="T41" fmla="*/ 58 h 63"/>
                <a:gd name="T42" fmla="*/ 65 w 65"/>
                <a:gd name="T43" fmla="*/ 56 h 63"/>
                <a:gd name="T44" fmla="*/ 62 w 65"/>
                <a:gd name="T45" fmla="*/ 53 h 63"/>
                <a:gd name="T46" fmla="*/ 54 w 65"/>
                <a:gd name="T47" fmla="*/ 40 h 63"/>
                <a:gd name="T48" fmla="*/ 42 w 65"/>
                <a:gd name="T49" fmla="*/ 7 h 63"/>
                <a:gd name="T50" fmla="*/ 42 w 65"/>
                <a:gd name="T51" fmla="*/ 5 h 63"/>
                <a:gd name="T52" fmla="*/ 41 w 65"/>
                <a:gd name="T53" fmla="*/ 2 h 63"/>
                <a:gd name="T54" fmla="*/ 38 w 65"/>
                <a:gd name="T55" fmla="*/ 35 h 63"/>
                <a:gd name="T56" fmla="*/ 28 w 65"/>
                <a:gd name="T57" fmla="*/ 37 h 63"/>
                <a:gd name="T58" fmla="*/ 23 w 65"/>
                <a:gd name="T59" fmla="*/ 38 h 63"/>
                <a:gd name="T60" fmla="*/ 35 w 65"/>
                <a:gd name="T61" fmla="*/ 15 h 63"/>
                <a:gd name="T62" fmla="*/ 35 w 65"/>
                <a:gd name="T63" fmla="*/ 17 h 63"/>
                <a:gd name="T64" fmla="*/ 41 w 65"/>
                <a:gd name="T65" fmla="*/ 34 h 63"/>
                <a:gd name="T66" fmla="*/ 38 w 65"/>
                <a:gd name="T67" fmla="*/ 3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5" h="63">
                  <a:moveTo>
                    <a:pt x="41" y="2"/>
                  </a:moveTo>
                  <a:cubicBezTo>
                    <a:pt x="40" y="1"/>
                    <a:pt x="39" y="0"/>
                    <a:pt x="36" y="0"/>
                  </a:cubicBezTo>
                  <a:cubicBezTo>
                    <a:pt x="35" y="0"/>
                    <a:pt x="34" y="1"/>
                    <a:pt x="32" y="3"/>
                  </a:cubicBezTo>
                  <a:cubicBezTo>
                    <a:pt x="31" y="5"/>
                    <a:pt x="27" y="11"/>
                    <a:pt x="21" y="23"/>
                  </a:cubicBezTo>
                  <a:cubicBezTo>
                    <a:pt x="18" y="28"/>
                    <a:pt x="14" y="34"/>
                    <a:pt x="10" y="39"/>
                  </a:cubicBezTo>
                  <a:cubicBezTo>
                    <a:pt x="4" y="50"/>
                    <a:pt x="0" y="56"/>
                    <a:pt x="0" y="57"/>
                  </a:cubicBezTo>
                  <a:cubicBezTo>
                    <a:pt x="0" y="58"/>
                    <a:pt x="1" y="59"/>
                    <a:pt x="2" y="60"/>
                  </a:cubicBezTo>
                  <a:cubicBezTo>
                    <a:pt x="4" y="61"/>
                    <a:pt x="5" y="62"/>
                    <a:pt x="6" y="62"/>
                  </a:cubicBezTo>
                  <a:cubicBezTo>
                    <a:pt x="7" y="62"/>
                    <a:pt x="7" y="61"/>
                    <a:pt x="8" y="61"/>
                  </a:cubicBezTo>
                  <a:cubicBezTo>
                    <a:pt x="9" y="61"/>
                    <a:pt x="11" y="58"/>
                    <a:pt x="13" y="54"/>
                  </a:cubicBezTo>
                  <a:cubicBezTo>
                    <a:pt x="16" y="51"/>
                    <a:pt x="17" y="48"/>
                    <a:pt x="18" y="47"/>
                  </a:cubicBezTo>
                  <a:cubicBezTo>
                    <a:pt x="18" y="47"/>
                    <a:pt x="19" y="48"/>
                    <a:pt x="20" y="48"/>
                  </a:cubicBezTo>
                  <a:cubicBezTo>
                    <a:pt x="21" y="48"/>
                    <a:pt x="21" y="47"/>
                    <a:pt x="22" y="47"/>
                  </a:cubicBezTo>
                  <a:cubicBezTo>
                    <a:pt x="25" y="46"/>
                    <a:pt x="29" y="45"/>
                    <a:pt x="34" y="44"/>
                  </a:cubicBezTo>
                  <a:cubicBezTo>
                    <a:pt x="39" y="43"/>
                    <a:pt x="43" y="43"/>
                    <a:pt x="44" y="43"/>
                  </a:cubicBezTo>
                  <a:cubicBezTo>
                    <a:pt x="44" y="43"/>
                    <a:pt x="44" y="43"/>
                    <a:pt x="44" y="43"/>
                  </a:cubicBezTo>
                  <a:cubicBezTo>
                    <a:pt x="44" y="43"/>
                    <a:pt x="45" y="46"/>
                    <a:pt x="47" y="50"/>
                  </a:cubicBezTo>
                  <a:cubicBezTo>
                    <a:pt x="49" y="54"/>
                    <a:pt x="51" y="57"/>
                    <a:pt x="53" y="60"/>
                  </a:cubicBezTo>
                  <a:cubicBezTo>
                    <a:pt x="56" y="62"/>
                    <a:pt x="58" y="63"/>
                    <a:pt x="60" y="63"/>
                  </a:cubicBezTo>
                  <a:cubicBezTo>
                    <a:pt x="61" y="63"/>
                    <a:pt x="63" y="63"/>
                    <a:pt x="64" y="62"/>
                  </a:cubicBezTo>
                  <a:cubicBezTo>
                    <a:pt x="65" y="61"/>
                    <a:pt x="65" y="60"/>
                    <a:pt x="65" y="58"/>
                  </a:cubicBezTo>
                  <a:cubicBezTo>
                    <a:pt x="65" y="57"/>
                    <a:pt x="65" y="57"/>
                    <a:pt x="65" y="56"/>
                  </a:cubicBezTo>
                  <a:cubicBezTo>
                    <a:pt x="64" y="56"/>
                    <a:pt x="64" y="55"/>
                    <a:pt x="62" y="53"/>
                  </a:cubicBezTo>
                  <a:cubicBezTo>
                    <a:pt x="59" y="50"/>
                    <a:pt x="56" y="46"/>
                    <a:pt x="54" y="40"/>
                  </a:cubicBezTo>
                  <a:cubicBezTo>
                    <a:pt x="51" y="33"/>
                    <a:pt x="47" y="22"/>
                    <a:pt x="42" y="7"/>
                  </a:cubicBezTo>
                  <a:cubicBezTo>
                    <a:pt x="42" y="6"/>
                    <a:pt x="42" y="6"/>
                    <a:pt x="42" y="5"/>
                  </a:cubicBezTo>
                  <a:cubicBezTo>
                    <a:pt x="42" y="3"/>
                    <a:pt x="42" y="2"/>
                    <a:pt x="41" y="2"/>
                  </a:cubicBezTo>
                  <a:close/>
                  <a:moveTo>
                    <a:pt x="38" y="35"/>
                  </a:moveTo>
                  <a:cubicBezTo>
                    <a:pt x="33" y="36"/>
                    <a:pt x="30" y="37"/>
                    <a:pt x="28" y="37"/>
                  </a:cubicBezTo>
                  <a:cubicBezTo>
                    <a:pt x="27" y="37"/>
                    <a:pt x="25" y="37"/>
                    <a:pt x="23" y="38"/>
                  </a:cubicBezTo>
                  <a:cubicBezTo>
                    <a:pt x="35" y="15"/>
                    <a:pt x="35" y="15"/>
                    <a:pt x="35" y="15"/>
                  </a:cubicBezTo>
                  <a:cubicBezTo>
                    <a:pt x="35" y="16"/>
                    <a:pt x="35" y="16"/>
                    <a:pt x="35" y="17"/>
                  </a:cubicBezTo>
                  <a:cubicBezTo>
                    <a:pt x="39" y="27"/>
                    <a:pt x="41" y="33"/>
                    <a:pt x="41" y="34"/>
                  </a:cubicBezTo>
                  <a:cubicBezTo>
                    <a:pt x="40" y="35"/>
                    <a:pt x="39" y="35"/>
                    <a:pt x="38"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263"/>
            <p:cNvSpPr>
              <a:spLocks/>
            </p:cNvSpPr>
            <p:nvPr/>
          </p:nvSpPr>
          <p:spPr bwMode="auto">
            <a:xfrm>
              <a:off x="7261225" y="2355851"/>
              <a:ext cx="119063" cy="90488"/>
            </a:xfrm>
            <a:custGeom>
              <a:avLst/>
              <a:gdLst>
                <a:gd name="T0" fmla="*/ 25 w 80"/>
                <a:gd name="T1" fmla="*/ 1 h 61"/>
                <a:gd name="T2" fmla="*/ 21 w 80"/>
                <a:gd name="T3" fmla="*/ 0 h 61"/>
                <a:gd name="T4" fmla="*/ 16 w 80"/>
                <a:gd name="T5" fmla="*/ 5 h 61"/>
                <a:gd name="T6" fmla="*/ 12 w 80"/>
                <a:gd name="T7" fmla="*/ 18 h 61"/>
                <a:gd name="T8" fmla="*/ 4 w 80"/>
                <a:gd name="T9" fmla="*/ 18 h 61"/>
                <a:gd name="T10" fmla="*/ 0 w 80"/>
                <a:gd name="T11" fmla="*/ 22 h 61"/>
                <a:gd name="T12" fmla="*/ 2 w 80"/>
                <a:gd name="T13" fmla="*/ 25 h 61"/>
                <a:gd name="T14" fmla="*/ 6 w 80"/>
                <a:gd name="T15" fmla="*/ 27 h 61"/>
                <a:gd name="T16" fmla="*/ 6 w 80"/>
                <a:gd name="T17" fmla="*/ 27 h 61"/>
                <a:gd name="T18" fmla="*/ 10 w 80"/>
                <a:gd name="T19" fmla="*/ 26 h 61"/>
                <a:gd name="T20" fmla="*/ 6 w 80"/>
                <a:gd name="T21" fmla="*/ 49 h 61"/>
                <a:gd name="T22" fmla="*/ 9 w 80"/>
                <a:gd name="T23" fmla="*/ 58 h 61"/>
                <a:gd name="T24" fmla="*/ 17 w 80"/>
                <a:gd name="T25" fmla="*/ 61 h 61"/>
                <a:gd name="T26" fmla="*/ 29 w 80"/>
                <a:gd name="T27" fmla="*/ 56 h 61"/>
                <a:gd name="T28" fmla="*/ 35 w 80"/>
                <a:gd name="T29" fmla="*/ 48 h 61"/>
                <a:gd name="T30" fmla="*/ 34 w 80"/>
                <a:gd name="T31" fmla="*/ 47 h 61"/>
                <a:gd name="T32" fmla="*/ 33 w 80"/>
                <a:gd name="T33" fmla="*/ 46 h 61"/>
                <a:gd name="T34" fmla="*/ 29 w 80"/>
                <a:gd name="T35" fmla="*/ 48 h 61"/>
                <a:gd name="T36" fmla="*/ 23 w 80"/>
                <a:gd name="T37" fmla="*/ 51 h 61"/>
                <a:gd name="T38" fmla="*/ 19 w 80"/>
                <a:gd name="T39" fmla="*/ 52 h 61"/>
                <a:gd name="T40" fmla="*/ 17 w 80"/>
                <a:gd name="T41" fmla="*/ 51 h 61"/>
                <a:gd name="T42" fmla="*/ 16 w 80"/>
                <a:gd name="T43" fmla="*/ 46 h 61"/>
                <a:gd name="T44" fmla="*/ 18 w 80"/>
                <a:gd name="T45" fmla="*/ 35 h 61"/>
                <a:gd name="T46" fmla="*/ 20 w 80"/>
                <a:gd name="T47" fmla="*/ 26 h 61"/>
                <a:gd name="T48" fmla="*/ 34 w 80"/>
                <a:gd name="T49" fmla="*/ 23 h 61"/>
                <a:gd name="T50" fmla="*/ 39 w 80"/>
                <a:gd name="T51" fmla="*/ 22 h 61"/>
                <a:gd name="T52" fmla="*/ 41 w 80"/>
                <a:gd name="T53" fmla="*/ 25 h 61"/>
                <a:gd name="T54" fmla="*/ 45 w 80"/>
                <a:gd name="T55" fmla="*/ 27 h 61"/>
                <a:gd name="T56" fmla="*/ 46 w 80"/>
                <a:gd name="T57" fmla="*/ 27 h 61"/>
                <a:gd name="T58" fmla="*/ 49 w 80"/>
                <a:gd name="T59" fmla="*/ 26 h 61"/>
                <a:gd name="T60" fmla="*/ 45 w 80"/>
                <a:gd name="T61" fmla="*/ 49 h 61"/>
                <a:gd name="T62" fmla="*/ 48 w 80"/>
                <a:gd name="T63" fmla="*/ 58 h 61"/>
                <a:gd name="T64" fmla="*/ 56 w 80"/>
                <a:gd name="T65" fmla="*/ 61 h 61"/>
                <a:gd name="T66" fmla="*/ 69 w 80"/>
                <a:gd name="T67" fmla="*/ 56 h 61"/>
                <a:gd name="T68" fmla="*/ 74 w 80"/>
                <a:gd name="T69" fmla="*/ 48 h 61"/>
                <a:gd name="T70" fmla="*/ 74 w 80"/>
                <a:gd name="T71" fmla="*/ 47 h 61"/>
                <a:gd name="T72" fmla="*/ 72 w 80"/>
                <a:gd name="T73" fmla="*/ 46 h 61"/>
                <a:gd name="T74" fmla="*/ 68 w 80"/>
                <a:gd name="T75" fmla="*/ 48 h 61"/>
                <a:gd name="T76" fmla="*/ 63 w 80"/>
                <a:gd name="T77" fmla="*/ 51 h 61"/>
                <a:gd name="T78" fmla="*/ 58 w 80"/>
                <a:gd name="T79" fmla="*/ 52 h 61"/>
                <a:gd name="T80" fmla="*/ 56 w 80"/>
                <a:gd name="T81" fmla="*/ 51 h 61"/>
                <a:gd name="T82" fmla="*/ 55 w 80"/>
                <a:gd name="T83" fmla="*/ 46 h 61"/>
                <a:gd name="T84" fmla="*/ 57 w 80"/>
                <a:gd name="T85" fmla="*/ 35 h 61"/>
                <a:gd name="T86" fmla="*/ 59 w 80"/>
                <a:gd name="T87" fmla="*/ 26 h 61"/>
                <a:gd name="T88" fmla="*/ 73 w 80"/>
                <a:gd name="T89" fmla="*/ 23 h 61"/>
                <a:gd name="T90" fmla="*/ 80 w 80"/>
                <a:gd name="T91" fmla="*/ 19 h 61"/>
                <a:gd name="T92" fmla="*/ 79 w 80"/>
                <a:gd name="T93" fmla="*/ 16 h 61"/>
                <a:gd name="T94" fmla="*/ 76 w 80"/>
                <a:gd name="T95" fmla="*/ 16 h 61"/>
                <a:gd name="T96" fmla="*/ 62 w 80"/>
                <a:gd name="T97" fmla="*/ 17 h 61"/>
                <a:gd name="T98" fmla="*/ 65 w 80"/>
                <a:gd name="T99" fmla="*/ 4 h 61"/>
                <a:gd name="T100" fmla="*/ 64 w 80"/>
                <a:gd name="T101" fmla="*/ 1 h 61"/>
                <a:gd name="T102" fmla="*/ 60 w 80"/>
                <a:gd name="T103" fmla="*/ 0 h 61"/>
                <a:gd name="T104" fmla="*/ 55 w 80"/>
                <a:gd name="T105" fmla="*/ 5 h 61"/>
                <a:gd name="T106" fmla="*/ 52 w 80"/>
                <a:gd name="T107" fmla="*/ 18 h 61"/>
                <a:gd name="T108" fmla="*/ 43 w 80"/>
                <a:gd name="T109" fmla="*/ 18 h 61"/>
                <a:gd name="T110" fmla="*/ 40 w 80"/>
                <a:gd name="T111" fmla="*/ 19 h 61"/>
                <a:gd name="T112" fmla="*/ 40 w 80"/>
                <a:gd name="T113" fmla="*/ 16 h 61"/>
                <a:gd name="T114" fmla="*/ 37 w 80"/>
                <a:gd name="T115" fmla="*/ 16 h 61"/>
                <a:gd name="T116" fmla="*/ 23 w 80"/>
                <a:gd name="T117" fmla="*/ 17 h 61"/>
                <a:gd name="T118" fmla="*/ 26 w 80"/>
                <a:gd name="T119" fmla="*/ 4 h 61"/>
                <a:gd name="T120" fmla="*/ 25 w 80"/>
                <a:gd name="T121" fmla="*/ 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0" h="61">
                  <a:moveTo>
                    <a:pt x="25" y="1"/>
                  </a:moveTo>
                  <a:cubicBezTo>
                    <a:pt x="24" y="0"/>
                    <a:pt x="23" y="0"/>
                    <a:pt x="21" y="0"/>
                  </a:cubicBezTo>
                  <a:cubicBezTo>
                    <a:pt x="19" y="0"/>
                    <a:pt x="17" y="1"/>
                    <a:pt x="16" y="5"/>
                  </a:cubicBezTo>
                  <a:cubicBezTo>
                    <a:pt x="15" y="10"/>
                    <a:pt x="14" y="14"/>
                    <a:pt x="12" y="18"/>
                  </a:cubicBezTo>
                  <a:cubicBezTo>
                    <a:pt x="4" y="18"/>
                    <a:pt x="4" y="18"/>
                    <a:pt x="4" y="18"/>
                  </a:cubicBezTo>
                  <a:cubicBezTo>
                    <a:pt x="1" y="18"/>
                    <a:pt x="0" y="19"/>
                    <a:pt x="0" y="22"/>
                  </a:cubicBezTo>
                  <a:cubicBezTo>
                    <a:pt x="0" y="23"/>
                    <a:pt x="0" y="25"/>
                    <a:pt x="2" y="25"/>
                  </a:cubicBezTo>
                  <a:cubicBezTo>
                    <a:pt x="3" y="26"/>
                    <a:pt x="4" y="27"/>
                    <a:pt x="6" y="27"/>
                  </a:cubicBezTo>
                  <a:cubicBezTo>
                    <a:pt x="6" y="27"/>
                    <a:pt x="6" y="27"/>
                    <a:pt x="6" y="27"/>
                  </a:cubicBezTo>
                  <a:cubicBezTo>
                    <a:pt x="7" y="27"/>
                    <a:pt x="8" y="27"/>
                    <a:pt x="10" y="26"/>
                  </a:cubicBezTo>
                  <a:cubicBezTo>
                    <a:pt x="7" y="37"/>
                    <a:pt x="6" y="45"/>
                    <a:pt x="6" y="49"/>
                  </a:cubicBezTo>
                  <a:cubicBezTo>
                    <a:pt x="6" y="53"/>
                    <a:pt x="7" y="56"/>
                    <a:pt x="9" y="58"/>
                  </a:cubicBezTo>
                  <a:cubicBezTo>
                    <a:pt x="11" y="60"/>
                    <a:pt x="13" y="61"/>
                    <a:pt x="17" y="61"/>
                  </a:cubicBezTo>
                  <a:cubicBezTo>
                    <a:pt x="21" y="61"/>
                    <a:pt x="25" y="59"/>
                    <a:pt x="29" y="56"/>
                  </a:cubicBezTo>
                  <a:cubicBezTo>
                    <a:pt x="33" y="53"/>
                    <a:pt x="35" y="51"/>
                    <a:pt x="35" y="48"/>
                  </a:cubicBezTo>
                  <a:cubicBezTo>
                    <a:pt x="35" y="48"/>
                    <a:pt x="35" y="47"/>
                    <a:pt x="34" y="47"/>
                  </a:cubicBezTo>
                  <a:cubicBezTo>
                    <a:pt x="34" y="46"/>
                    <a:pt x="33" y="46"/>
                    <a:pt x="33" y="46"/>
                  </a:cubicBezTo>
                  <a:cubicBezTo>
                    <a:pt x="32" y="46"/>
                    <a:pt x="30" y="46"/>
                    <a:pt x="29" y="48"/>
                  </a:cubicBezTo>
                  <a:cubicBezTo>
                    <a:pt x="27" y="50"/>
                    <a:pt x="25" y="51"/>
                    <a:pt x="23" y="51"/>
                  </a:cubicBezTo>
                  <a:cubicBezTo>
                    <a:pt x="22" y="52"/>
                    <a:pt x="20" y="52"/>
                    <a:pt x="19" y="52"/>
                  </a:cubicBezTo>
                  <a:cubicBezTo>
                    <a:pt x="18" y="52"/>
                    <a:pt x="17" y="52"/>
                    <a:pt x="17" y="51"/>
                  </a:cubicBezTo>
                  <a:cubicBezTo>
                    <a:pt x="16" y="50"/>
                    <a:pt x="16" y="48"/>
                    <a:pt x="16" y="46"/>
                  </a:cubicBezTo>
                  <a:cubicBezTo>
                    <a:pt x="16" y="45"/>
                    <a:pt x="16" y="41"/>
                    <a:pt x="18" y="35"/>
                  </a:cubicBezTo>
                  <a:cubicBezTo>
                    <a:pt x="19" y="29"/>
                    <a:pt x="20" y="26"/>
                    <a:pt x="20" y="26"/>
                  </a:cubicBezTo>
                  <a:cubicBezTo>
                    <a:pt x="34" y="23"/>
                    <a:pt x="34" y="23"/>
                    <a:pt x="34" y="23"/>
                  </a:cubicBezTo>
                  <a:cubicBezTo>
                    <a:pt x="36" y="23"/>
                    <a:pt x="38" y="23"/>
                    <a:pt x="39" y="22"/>
                  </a:cubicBezTo>
                  <a:cubicBezTo>
                    <a:pt x="39" y="23"/>
                    <a:pt x="40" y="25"/>
                    <a:pt x="41" y="25"/>
                  </a:cubicBezTo>
                  <a:cubicBezTo>
                    <a:pt x="42" y="26"/>
                    <a:pt x="43" y="27"/>
                    <a:pt x="45" y="27"/>
                  </a:cubicBezTo>
                  <a:cubicBezTo>
                    <a:pt x="46" y="27"/>
                    <a:pt x="46" y="27"/>
                    <a:pt x="46" y="27"/>
                  </a:cubicBezTo>
                  <a:cubicBezTo>
                    <a:pt x="46" y="27"/>
                    <a:pt x="47" y="27"/>
                    <a:pt x="49" y="26"/>
                  </a:cubicBezTo>
                  <a:cubicBezTo>
                    <a:pt x="46" y="37"/>
                    <a:pt x="45" y="45"/>
                    <a:pt x="45" y="49"/>
                  </a:cubicBezTo>
                  <a:cubicBezTo>
                    <a:pt x="45" y="53"/>
                    <a:pt x="46" y="56"/>
                    <a:pt x="48" y="58"/>
                  </a:cubicBezTo>
                  <a:cubicBezTo>
                    <a:pt x="50" y="60"/>
                    <a:pt x="53" y="61"/>
                    <a:pt x="56" y="61"/>
                  </a:cubicBezTo>
                  <a:cubicBezTo>
                    <a:pt x="61" y="61"/>
                    <a:pt x="65" y="59"/>
                    <a:pt x="69" y="56"/>
                  </a:cubicBezTo>
                  <a:cubicBezTo>
                    <a:pt x="72" y="53"/>
                    <a:pt x="74" y="51"/>
                    <a:pt x="74" y="48"/>
                  </a:cubicBezTo>
                  <a:cubicBezTo>
                    <a:pt x="74" y="48"/>
                    <a:pt x="74" y="47"/>
                    <a:pt x="74" y="47"/>
                  </a:cubicBezTo>
                  <a:cubicBezTo>
                    <a:pt x="73" y="46"/>
                    <a:pt x="73" y="46"/>
                    <a:pt x="72" y="46"/>
                  </a:cubicBezTo>
                  <a:cubicBezTo>
                    <a:pt x="71" y="46"/>
                    <a:pt x="70" y="46"/>
                    <a:pt x="68" y="48"/>
                  </a:cubicBezTo>
                  <a:cubicBezTo>
                    <a:pt x="66" y="50"/>
                    <a:pt x="64" y="51"/>
                    <a:pt x="63" y="51"/>
                  </a:cubicBezTo>
                  <a:cubicBezTo>
                    <a:pt x="61" y="52"/>
                    <a:pt x="60" y="52"/>
                    <a:pt x="58" y="52"/>
                  </a:cubicBezTo>
                  <a:cubicBezTo>
                    <a:pt x="57" y="52"/>
                    <a:pt x="56" y="52"/>
                    <a:pt x="56" y="51"/>
                  </a:cubicBezTo>
                  <a:cubicBezTo>
                    <a:pt x="55" y="50"/>
                    <a:pt x="55" y="48"/>
                    <a:pt x="55" y="46"/>
                  </a:cubicBezTo>
                  <a:cubicBezTo>
                    <a:pt x="55" y="45"/>
                    <a:pt x="56" y="41"/>
                    <a:pt x="57" y="35"/>
                  </a:cubicBezTo>
                  <a:cubicBezTo>
                    <a:pt x="58" y="29"/>
                    <a:pt x="59" y="26"/>
                    <a:pt x="59" y="26"/>
                  </a:cubicBezTo>
                  <a:cubicBezTo>
                    <a:pt x="73" y="23"/>
                    <a:pt x="73" y="23"/>
                    <a:pt x="73" y="23"/>
                  </a:cubicBezTo>
                  <a:cubicBezTo>
                    <a:pt x="78" y="23"/>
                    <a:pt x="80" y="21"/>
                    <a:pt x="80" y="19"/>
                  </a:cubicBezTo>
                  <a:cubicBezTo>
                    <a:pt x="80" y="18"/>
                    <a:pt x="79" y="17"/>
                    <a:pt x="79" y="16"/>
                  </a:cubicBezTo>
                  <a:cubicBezTo>
                    <a:pt x="79" y="16"/>
                    <a:pt x="78" y="16"/>
                    <a:pt x="76" y="16"/>
                  </a:cubicBezTo>
                  <a:cubicBezTo>
                    <a:pt x="75" y="16"/>
                    <a:pt x="70" y="16"/>
                    <a:pt x="62" y="17"/>
                  </a:cubicBezTo>
                  <a:cubicBezTo>
                    <a:pt x="64" y="9"/>
                    <a:pt x="65" y="5"/>
                    <a:pt x="65" y="4"/>
                  </a:cubicBezTo>
                  <a:cubicBezTo>
                    <a:pt x="65" y="3"/>
                    <a:pt x="65" y="2"/>
                    <a:pt x="64" y="1"/>
                  </a:cubicBezTo>
                  <a:cubicBezTo>
                    <a:pt x="63" y="0"/>
                    <a:pt x="62" y="0"/>
                    <a:pt x="60" y="0"/>
                  </a:cubicBezTo>
                  <a:cubicBezTo>
                    <a:pt x="58" y="0"/>
                    <a:pt x="56" y="1"/>
                    <a:pt x="55" y="5"/>
                  </a:cubicBezTo>
                  <a:cubicBezTo>
                    <a:pt x="54" y="10"/>
                    <a:pt x="53" y="14"/>
                    <a:pt x="52" y="18"/>
                  </a:cubicBezTo>
                  <a:cubicBezTo>
                    <a:pt x="43" y="18"/>
                    <a:pt x="43" y="18"/>
                    <a:pt x="43" y="18"/>
                  </a:cubicBezTo>
                  <a:cubicBezTo>
                    <a:pt x="42" y="18"/>
                    <a:pt x="41" y="18"/>
                    <a:pt x="40" y="19"/>
                  </a:cubicBezTo>
                  <a:cubicBezTo>
                    <a:pt x="40" y="18"/>
                    <a:pt x="40" y="17"/>
                    <a:pt x="40" y="16"/>
                  </a:cubicBezTo>
                  <a:cubicBezTo>
                    <a:pt x="39" y="16"/>
                    <a:pt x="38" y="16"/>
                    <a:pt x="37" y="16"/>
                  </a:cubicBezTo>
                  <a:cubicBezTo>
                    <a:pt x="36" y="16"/>
                    <a:pt x="31" y="16"/>
                    <a:pt x="23" y="17"/>
                  </a:cubicBezTo>
                  <a:cubicBezTo>
                    <a:pt x="25" y="9"/>
                    <a:pt x="26" y="5"/>
                    <a:pt x="26" y="4"/>
                  </a:cubicBezTo>
                  <a:cubicBezTo>
                    <a:pt x="26" y="3"/>
                    <a:pt x="26" y="2"/>
                    <a:pt x="2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264"/>
            <p:cNvSpPr>
              <a:spLocks/>
            </p:cNvSpPr>
            <p:nvPr/>
          </p:nvSpPr>
          <p:spPr bwMode="auto">
            <a:xfrm>
              <a:off x="7397750" y="2344738"/>
              <a:ext cx="20638" cy="19050"/>
            </a:xfrm>
            <a:custGeom>
              <a:avLst/>
              <a:gdLst>
                <a:gd name="T0" fmla="*/ 11 w 14"/>
                <a:gd name="T1" fmla="*/ 10 h 12"/>
                <a:gd name="T2" fmla="*/ 14 w 14"/>
                <a:gd name="T3" fmla="*/ 5 h 12"/>
                <a:gd name="T4" fmla="*/ 12 w 14"/>
                <a:gd name="T5" fmla="*/ 1 h 12"/>
                <a:gd name="T6" fmla="*/ 7 w 14"/>
                <a:gd name="T7" fmla="*/ 0 h 12"/>
                <a:gd name="T8" fmla="*/ 2 w 14"/>
                <a:gd name="T9" fmla="*/ 2 h 12"/>
                <a:gd name="T10" fmla="*/ 0 w 14"/>
                <a:gd name="T11" fmla="*/ 6 h 12"/>
                <a:gd name="T12" fmla="*/ 2 w 14"/>
                <a:gd name="T13" fmla="*/ 10 h 12"/>
                <a:gd name="T14" fmla="*/ 6 w 14"/>
                <a:gd name="T15" fmla="*/ 12 h 12"/>
                <a:gd name="T16" fmla="*/ 11 w 14"/>
                <a:gd name="T17"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2">
                  <a:moveTo>
                    <a:pt x="11" y="10"/>
                  </a:moveTo>
                  <a:cubicBezTo>
                    <a:pt x="13" y="9"/>
                    <a:pt x="14" y="7"/>
                    <a:pt x="14" y="5"/>
                  </a:cubicBezTo>
                  <a:cubicBezTo>
                    <a:pt x="14" y="4"/>
                    <a:pt x="13" y="2"/>
                    <a:pt x="12" y="1"/>
                  </a:cubicBezTo>
                  <a:cubicBezTo>
                    <a:pt x="11" y="0"/>
                    <a:pt x="9" y="0"/>
                    <a:pt x="7" y="0"/>
                  </a:cubicBezTo>
                  <a:cubicBezTo>
                    <a:pt x="5" y="0"/>
                    <a:pt x="3" y="0"/>
                    <a:pt x="2" y="2"/>
                  </a:cubicBezTo>
                  <a:cubicBezTo>
                    <a:pt x="1" y="3"/>
                    <a:pt x="0" y="4"/>
                    <a:pt x="0" y="6"/>
                  </a:cubicBezTo>
                  <a:cubicBezTo>
                    <a:pt x="0" y="8"/>
                    <a:pt x="1" y="9"/>
                    <a:pt x="2" y="10"/>
                  </a:cubicBezTo>
                  <a:cubicBezTo>
                    <a:pt x="3" y="12"/>
                    <a:pt x="5" y="12"/>
                    <a:pt x="6" y="12"/>
                  </a:cubicBezTo>
                  <a:cubicBezTo>
                    <a:pt x="8" y="12"/>
                    <a:pt x="9" y="12"/>
                    <a:pt x="1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265"/>
            <p:cNvSpPr>
              <a:spLocks/>
            </p:cNvSpPr>
            <p:nvPr/>
          </p:nvSpPr>
          <p:spPr bwMode="auto">
            <a:xfrm>
              <a:off x="7383463" y="2379663"/>
              <a:ext cx="22225" cy="66675"/>
            </a:xfrm>
            <a:custGeom>
              <a:avLst/>
              <a:gdLst>
                <a:gd name="T0" fmla="*/ 2 w 15"/>
                <a:gd name="T1" fmla="*/ 20 h 45"/>
                <a:gd name="T2" fmla="*/ 0 w 15"/>
                <a:gd name="T3" fmla="*/ 37 h 45"/>
                <a:gd name="T4" fmla="*/ 5 w 15"/>
                <a:gd name="T5" fmla="*/ 45 h 45"/>
                <a:gd name="T6" fmla="*/ 9 w 15"/>
                <a:gd name="T7" fmla="*/ 44 h 45"/>
                <a:gd name="T8" fmla="*/ 11 w 15"/>
                <a:gd name="T9" fmla="*/ 41 h 45"/>
                <a:gd name="T10" fmla="*/ 11 w 15"/>
                <a:gd name="T11" fmla="*/ 40 h 45"/>
                <a:gd name="T12" fmla="*/ 10 w 15"/>
                <a:gd name="T13" fmla="*/ 33 h 45"/>
                <a:gd name="T14" fmla="*/ 11 w 15"/>
                <a:gd name="T15" fmla="*/ 25 h 45"/>
                <a:gd name="T16" fmla="*/ 13 w 15"/>
                <a:gd name="T17" fmla="*/ 12 h 45"/>
                <a:gd name="T18" fmla="*/ 13 w 15"/>
                <a:gd name="T19" fmla="*/ 11 h 45"/>
                <a:gd name="T20" fmla="*/ 15 w 15"/>
                <a:gd name="T21" fmla="*/ 5 h 45"/>
                <a:gd name="T22" fmla="*/ 13 w 15"/>
                <a:gd name="T23" fmla="*/ 2 h 45"/>
                <a:gd name="T24" fmla="*/ 9 w 15"/>
                <a:gd name="T25" fmla="*/ 0 h 45"/>
                <a:gd name="T26" fmla="*/ 5 w 15"/>
                <a:gd name="T27" fmla="*/ 2 h 45"/>
                <a:gd name="T28" fmla="*/ 4 w 15"/>
                <a:gd name="T29" fmla="*/ 7 h 45"/>
                <a:gd name="T30" fmla="*/ 3 w 15"/>
                <a:gd name="T31" fmla="*/ 16 h 45"/>
                <a:gd name="T32" fmla="*/ 3 w 15"/>
                <a:gd name="T33" fmla="*/ 16 h 45"/>
                <a:gd name="T34" fmla="*/ 2 w 15"/>
                <a:gd name="T35" fmla="*/ 2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45">
                  <a:moveTo>
                    <a:pt x="2" y="20"/>
                  </a:moveTo>
                  <a:cubicBezTo>
                    <a:pt x="1" y="27"/>
                    <a:pt x="0" y="32"/>
                    <a:pt x="0" y="37"/>
                  </a:cubicBezTo>
                  <a:cubicBezTo>
                    <a:pt x="0" y="43"/>
                    <a:pt x="2" y="45"/>
                    <a:pt x="5" y="45"/>
                  </a:cubicBezTo>
                  <a:cubicBezTo>
                    <a:pt x="7" y="45"/>
                    <a:pt x="8" y="45"/>
                    <a:pt x="9" y="44"/>
                  </a:cubicBezTo>
                  <a:cubicBezTo>
                    <a:pt x="10" y="43"/>
                    <a:pt x="11" y="42"/>
                    <a:pt x="11" y="41"/>
                  </a:cubicBezTo>
                  <a:cubicBezTo>
                    <a:pt x="11" y="41"/>
                    <a:pt x="11" y="40"/>
                    <a:pt x="11" y="40"/>
                  </a:cubicBezTo>
                  <a:cubicBezTo>
                    <a:pt x="10" y="37"/>
                    <a:pt x="10" y="35"/>
                    <a:pt x="10" y="33"/>
                  </a:cubicBezTo>
                  <a:cubicBezTo>
                    <a:pt x="10" y="31"/>
                    <a:pt x="10" y="28"/>
                    <a:pt x="11" y="25"/>
                  </a:cubicBezTo>
                  <a:cubicBezTo>
                    <a:pt x="11" y="22"/>
                    <a:pt x="12" y="17"/>
                    <a:pt x="13" y="12"/>
                  </a:cubicBezTo>
                  <a:cubicBezTo>
                    <a:pt x="13" y="11"/>
                    <a:pt x="13" y="11"/>
                    <a:pt x="13" y="11"/>
                  </a:cubicBezTo>
                  <a:cubicBezTo>
                    <a:pt x="14" y="8"/>
                    <a:pt x="15" y="6"/>
                    <a:pt x="15" y="5"/>
                  </a:cubicBezTo>
                  <a:cubicBezTo>
                    <a:pt x="15" y="3"/>
                    <a:pt x="14" y="2"/>
                    <a:pt x="13" y="2"/>
                  </a:cubicBezTo>
                  <a:cubicBezTo>
                    <a:pt x="12" y="1"/>
                    <a:pt x="11" y="0"/>
                    <a:pt x="9" y="0"/>
                  </a:cubicBezTo>
                  <a:cubicBezTo>
                    <a:pt x="7" y="0"/>
                    <a:pt x="6" y="1"/>
                    <a:pt x="5" y="2"/>
                  </a:cubicBezTo>
                  <a:cubicBezTo>
                    <a:pt x="4" y="4"/>
                    <a:pt x="4" y="5"/>
                    <a:pt x="4" y="7"/>
                  </a:cubicBezTo>
                  <a:cubicBezTo>
                    <a:pt x="4" y="8"/>
                    <a:pt x="4" y="11"/>
                    <a:pt x="3" y="16"/>
                  </a:cubicBezTo>
                  <a:cubicBezTo>
                    <a:pt x="3" y="16"/>
                    <a:pt x="3" y="16"/>
                    <a:pt x="3" y="16"/>
                  </a:cubicBezTo>
                  <a:cubicBezTo>
                    <a:pt x="2" y="17"/>
                    <a:pt x="2" y="19"/>
                    <a:pt x="2"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266"/>
            <p:cNvSpPr>
              <a:spLocks/>
            </p:cNvSpPr>
            <p:nvPr/>
          </p:nvSpPr>
          <p:spPr bwMode="auto">
            <a:xfrm>
              <a:off x="7421563" y="2378076"/>
              <a:ext cx="60325" cy="68263"/>
            </a:xfrm>
            <a:custGeom>
              <a:avLst/>
              <a:gdLst>
                <a:gd name="T0" fmla="*/ 11 w 41"/>
                <a:gd name="T1" fmla="*/ 12 h 46"/>
                <a:gd name="T2" fmla="*/ 13 w 41"/>
                <a:gd name="T3" fmla="*/ 4 h 46"/>
                <a:gd name="T4" fmla="*/ 12 w 41"/>
                <a:gd name="T5" fmla="*/ 2 h 46"/>
                <a:gd name="T6" fmla="*/ 9 w 41"/>
                <a:gd name="T7" fmla="*/ 0 h 46"/>
                <a:gd name="T8" fmla="*/ 5 w 41"/>
                <a:gd name="T9" fmla="*/ 2 h 46"/>
                <a:gd name="T10" fmla="*/ 3 w 41"/>
                <a:gd name="T11" fmla="*/ 5 h 46"/>
                <a:gd name="T12" fmla="*/ 2 w 41"/>
                <a:gd name="T13" fmla="*/ 10 h 46"/>
                <a:gd name="T14" fmla="*/ 2 w 41"/>
                <a:gd name="T15" fmla="*/ 13 h 46"/>
                <a:gd name="T16" fmla="*/ 1 w 41"/>
                <a:gd name="T17" fmla="*/ 25 h 46"/>
                <a:gd name="T18" fmla="*/ 0 w 41"/>
                <a:gd name="T19" fmla="*/ 33 h 46"/>
                <a:gd name="T20" fmla="*/ 2 w 41"/>
                <a:gd name="T21" fmla="*/ 43 h 46"/>
                <a:gd name="T22" fmla="*/ 6 w 41"/>
                <a:gd name="T23" fmla="*/ 46 h 46"/>
                <a:gd name="T24" fmla="*/ 10 w 41"/>
                <a:gd name="T25" fmla="*/ 45 h 46"/>
                <a:gd name="T26" fmla="*/ 12 w 41"/>
                <a:gd name="T27" fmla="*/ 40 h 46"/>
                <a:gd name="T28" fmla="*/ 21 w 41"/>
                <a:gd name="T29" fmla="*/ 19 h 46"/>
                <a:gd name="T30" fmla="*/ 31 w 41"/>
                <a:gd name="T31" fmla="*/ 9 h 46"/>
                <a:gd name="T32" fmla="*/ 33 w 41"/>
                <a:gd name="T33" fmla="*/ 11 h 46"/>
                <a:gd name="T34" fmla="*/ 38 w 41"/>
                <a:gd name="T35" fmla="*/ 13 h 46"/>
                <a:gd name="T36" fmla="*/ 40 w 41"/>
                <a:gd name="T37" fmla="*/ 11 h 46"/>
                <a:gd name="T38" fmla="*/ 41 w 41"/>
                <a:gd name="T39" fmla="*/ 8 h 46"/>
                <a:gd name="T40" fmla="*/ 39 w 41"/>
                <a:gd name="T41" fmla="*/ 2 h 46"/>
                <a:gd name="T42" fmla="*/ 32 w 41"/>
                <a:gd name="T43" fmla="*/ 0 h 46"/>
                <a:gd name="T44" fmla="*/ 21 w 41"/>
                <a:gd name="T45" fmla="*/ 6 h 46"/>
                <a:gd name="T46" fmla="*/ 10 w 41"/>
                <a:gd name="T47" fmla="*/ 22 h 46"/>
                <a:gd name="T48" fmla="*/ 9 w 41"/>
                <a:gd name="T49" fmla="*/ 24 h 46"/>
                <a:gd name="T50" fmla="*/ 10 w 41"/>
                <a:gd name="T51" fmla="*/ 17 h 46"/>
                <a:gd name="T52" fmla="*/ 11 w 41"/>
                <a:gd name="T53" fmla="*/ 12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1" h="46">
                  <a:moveTo>
                    <a:pt x="11" y="12"/>
                  </a:moveTo>
                  <a:cubicBezTo>
                    <a:pt x="13" y="8"/>
                    <a:pt x="13" y="6"/>
                    <a:pt x="13" y="4"/>
                  </a:cubicBezTo>
                  <a:cubicBezTo>
                    <a:pt x="13" y="3"/>
                    <a:pt x="13" y="3"/>
                    <a:pt x="12" y="2"/>
                  </a:cubicBezTo>
                  <a:cubicBezTo>
                    <a:pt x="11" y="1"/>
                    <a:pt x="10" y="0"/>
                    <a:pt x="9" y="0"/>
                  </a:cubicBezTo>
                  <a:cubicBezTo>
                    <a:pt x="7" y="0"/>
                    <a:pt x="6" y="1"/>
                    <a:pt x="5" y="2"/>
                  </a:cubicBezTo>
                  <a:cubicBezTo>
                    <a:pt x="4" y="3"/>
                    <a:pt x="3" y="4"/>
                    <a:pt x="3" y="5"/>
                  </a:cubicBezTo>
                  <a:cubicBezTo>
                    <a:pt x="2" y="6"/>
                    <a:pt x="2" y="7"/>
                    <a:pt x="2" y="10"/>
                  </a:cubicBezTo>
                  <a:cubicBezTo>
                    <a:pt x="2" y="11"/>
                    <a:pt x="2" y="12"/>
                    <a:pt x="2" y="13"/>
                  </a:cubicBezTo>
                  <a:cubicBezTo>
                    <a:pt x="1" y="17"/>
                    <a:pt x="1" y="21"/>
                    <a:pt x="1" y="25"/>
                  </a:cubicBezTo>
                  <a:cubicBezTo>
                    <a:pt x="0" y="28"/>
                    <a:pt x="0" y="31"/>
                    <a:pt x="0" y="33"/>
                  </a:cubicBezTo>
                  <a:cubicBezTo>
                    <a:pt x="0" y="38"/>
                    <a:pt x="1" y="41"/>
                    <a:pt x="2" y="43"/>
                  </a:cubicBezTo>
                  <a:cubicBezTo>
                    <a:pt x="2" y="45"/>
                    <a:pt x="4" y="46"/>
                    <a:pt x="6" y="46"/>
                  </a:cubicBezTo>
                  <a:cubicBezTo>
                    <a:pt x="7" y="46"/>
                    <a:pt x="9" y="46"/>
                    <a:pt x="10" y="45"/>
                  </a:cubicBezTo>
                  <a:cubicBezTo>
                    <a:pt x="11" y="44"/>
                    <a:pt x="12" y="43"/>
                    <a:pt x="12" y="40"/>
                  </a:cubicBezTo>
                  <a:cubicBezTo>
                    <a:pt x="13" y="32"/>
                    <a:pt x="16" y="25"/>
                    <a:pt x="21" y="19"/>
                  </a:cubicBezTo>
                  <a:cubicBezTo>
                    <a:pt x="25" y="12"/>
                    <a:pt x="29" y="9"/>
                    <a:pt x="31" y="9"/>
                  </a:cubicBezTo>
                  <a:cubicBezTo>
                    <a:pt x="31" y="9"/>
                    <a:pt x="32" y="10"/>
                    <a:pt x="33" y="11"/>
                  </a:cubicBezTo>
                  <a:cubicBezTo>
                    <a:pt x="35" y="12"/>
                    <a:pt x="36" y="13"/>
                    <a:pt x="38" y="13"/>
                  </a:cubicBezTo>
                  <a:cubicBezTo>
                    <a:pt x="39" y="13"/>
                    <a:pt x="40" y="12"/>
                    <a:pt x="40" y="11"/>
                  </a:cubicBezTo>
                  <a:cubicBezTo>
                    <a:pt x="41" y="10"/>
                    <a:pt x="41" y="9"/>
                    <a:pt x="41" y="8"/>
                  </a:cubicBezTo>
                  <a:cubicBezTo>
                    <a:pt x="41" y="6"/>
                    <a:pt x="40" y="4"/>
                    <a:pt x="39" y="2"/>
                  </a:cubicBezTo>
                  <a:cubicBezTo>
                    <a:pt x="37" y="1"/>
                    <a:pt x="35" y="0"/>
                    <a:pt x="32" y="0"/>
                  </a:cubicBezTo>
                  <a:cubicBezTo>
                    <a:pt x="28" y="0"/>
                    <a:pt x="24" y="2"/>
                    <a:pt x="21" y="6"/>
                  </a:cubicBezTo>
                  <a:cubicBezTo>
                    <a:pt x="17" y="10"/>
                    <a:pt x="13" y="16"/>
                    <a:pt x="10" y="22"/>
                  </a:cubicBezTo>
                  <a:cubicBezTo>
                    <a:pt x="9" y="24"/>
                    <a:pt x="9" y="24"/>
                    <a:pt x="9" y="24"/>
                  </a:cubicBezTo>
                  <a:cubicBezTo>
                    <a:pt x="10" y="17"/>
                    <a:pt x="10" y="17"/>
                    <a:pt x="10" y="17"/>
                  </a:cubicBezTo>
                  <a:cubicBezTo>
                    <a:pt x="10" y="16"/>
                    <a:pt x="11" y="14"/>
                    <a:pt x="11"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267"/>
            <p:cNvSpPr>
              <a:spLocks noEditPoints="1"/>
            </p:cNvSpPr>
            <p:nvPr/>
          </p:nvSpPr>
          <p:spPr bwMode="auto">
            <a:xfrm>
              <a:off x="7480300" y="2374901"/>
              <a:ext cx="58738" cy="71438"/>
            </a:xfrm>
            <a:custGeom>
              <a:avLst/>
              <a:gdLst>
                <a:gd name="T0" fmla="*/ 12 w 39"/>
                <a:gd name="T1" fmla="*/ 32 h 48"/>
                <a:gd name="T2" fmla="*/ 29 w 39"/>
                <a:gd name="T3" fmla="*/ 23 h 48"/>
                <a:gd name="T4" fmla="*/ 36 w 39"/>
                <a:gd name="T5" fmla="*/ 10 h 48"/>
                <a:gd name="T6" fmla="*/ 33 w 39"/>
                <a:gd name="T7" fmla="*/ 3 h 48"/>
                <a:gd name="T8" fmla="*/ 26 w 39"/>
                <a:gd name="T9" fmla="*/ 0 h 48"/>
                <a:gd name="T10" fmla="*/ 9 w 39"/>
                <a:gd name="T11" fmla="*/ 10 h 48"/>
                <a:gd name="T12" fmla="*/ 0 w 39"/>
                <a:gd name="T13" fmla="*/ 32 h 48"/>
                <a:gd name="T14" fmla="*/ 4 w 39"/>
                <a:gd name="T15" fmla="*/ 44 h 48"/>
                <a:gd name="T16" fmla="*/ 15 w 39"/>
                <a:gd name="T17" fmla="*/ 48 h 48"/>
                <a:gd name="T18" fmla="*/ 31 w 39"/>
                <a:gd name="T19" fmla="*/ 42 h 48"/>
                <a:gd name="T20" fmla="*/ 39 w 39"/>
                <a:gd name="T21" fmla="*/ 32 h 48"/>
                <a:gd name="T22" fmla="*/ 36 w 39"/>
                <a:gd name="T23" fmla="*/ 29 h 48"/>
                <a:gd name="T24" fmla="*/ 33 w 39"/>
                <a:gd name="T25" fmla="*/ 31 h 48"/>
                <a:gd name="T26" fmla="*/ 17 w 39"/>
                <a:gd name="T27" fmla="*/ 39 h 48"/>
                <a:gd name="T28" fmla="*/ 12 w 39"/>
                <a:gd name="T29" fmla="*/ 38 h 48"/>
                <a:gd name="T30" fmla="*/ 10 w 39"/>
                <a:gd name="T31" fmla="*/ 34 h 48"/>
                <a:gd name="T32" fmla="*/ 12 w 39"/>
                <a:gd name="T33" fmla="*/ 32 h 48"/>
                <a:gd name="T34" fmla="*/ 17 w 39"/>
                <a:gd name="T35" fmla="*/ 14 h 48"/>
                <a:gd name="T36" fmla="*/ 25 w 39"/>
                <a:gd name="T37" fmla="*/ 8 h 48"/>
                <a:gd name="T38" fmla="*/ 27 w 39"/>
                <a:gd name="T39" fmla="*/ 9 h 48"/>
                <a:gd name="T40" fmla="*/ 27 w 39"/>
                <a:gd name="T41" fmla="*/ 12 h 48"/>
                <a:gd name="T42" fmla="*/ 23 w 39"/>
                <a:gd name="T43" fmla="*/ 19 h 48"/>
                <a:gd name="T44" fmla="*/ 11 w 39"/>
                <a:gd name="T45" fmla="*/ 25 h 48"/>
                <a:gd name="T46" fmla="*/ 17 w 39"/>
                <a:gd name="T47" fmla="*/ 1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9" h="48">
                  <a:moveTo>
                    <a:pt x="12" y="32"/>
                  </a:moveTo>
                  <a:cubicBezTo>
                    <a:pt x="19" y="31"/>
                    <a:pt x="25" y="28"/>
                    <a:pt x="29" y="23"/>
                  </a:cubicBezTo>
                  <a:cubicBezTo>
                    <a:pt x="34" y="19"/>
                    <a:pt x="36" y="15"/>
                    <a:pt x="36" y="10"/>
                  </a:cubicBezTo>
                  <a:cubicBezTo>
                    <a:pt x="36" y="7"/>
                    <a:pt x="35" y="5"/>
                    <a:pt x="33" y="3"/>
                  </a:cubicBezTo>
                  <a:cubicBezTo>
                    <a:pt x="31" y="1"/>
                    <a:pt x="29" y="0"/>
                    <a:pt x="26" y="0"/>
                  </a:cubicBezTo>
                  <a:cubicBezTo>
                    <a:pt x="20" y="0"/>
                    <a:pt x="14" y="3"/>
                    <a:pt x="9" y="10"/>
                  </a:cubicBezTo>
                  <a:cubicBezTo>
                    <a:pt x="3" y="17"/>
                    <a:pt x="0" y="24"/>
                    <a:pt x="0" y="32"/>
                  </a:cubicBezTo>
                  <a:cubicBezTo>
                    <a:pt x="0" y="37"/>
                    <a:pt x="2" y="41"/>
                    <a:pt x="4" y="44"/>
                  </a:cubicBezTo>
                  <a:cubicBezTo>
                    <a:pt x="7" y="47"/>
                    <a:pt x="11" y="48"/>
                    <a:pt x="15" y="48"/>
                  </a:cubicBezTo>
                  <a:cubicBezTo>
                    <a:pt x="21" y="48"/>
                    <a:pt x="27" y="46"/>
                    <a:pt x="31" y="42"/>
                  </a:cubicBezTo>
                  <a:cubicBezTo>
                    <a:pt x="36" y="38"/>
                    <a:pt x="39" y="35"/>
                    <a:pt x="39" y="32"/>
                  </a:cubicBezTo>
                  <a:cubicBezTo>
                    <a:pt x="39" y="30"/>
                    <a:pt x="38" y="29"/>
                    <a:pt x="36" y="29"/>
                  </a:cubicBezTo>
                  <a:cubicBezTo>
                    <a:pt x="35" y="29"/>
                    <a:pt x="34" y="30"/>
                    <a:pt x="33" y="31"/>
                  </a:cubicBezTo>
                  <a:cubicBezTo>
                    <a:pt x="28" y="37"/>
                    <a:pt x="22" y="39"/>
                    <a:pt x="17" y="39"/>
                  </a:cubicBezTo>
                  <a:cubicBezTo>
                    <a:pt x="15" y="39"/>
                    <a:pt x="13" y="39"/>
                    <a:pt x="12" y="38"/>
                  </a:cubicBezTo>
                  <a:cubicBezTo>
                    <a:pt x="11" y="36"/>
                    <a:pt x="10" y="35"/>
                    <a:pt x="10" y="34"/>
                  </a:cubicBezTo>
                  <a:cubicBezTo>
                    <a:pt x="10" y="33"/>
                    <a:pt x="11" y="33"/>
                    <a:pt x="12" y="32"/>
                  </a:cubicBezTo>
                  <a:close/>
                  <a:moveTo>
                    <a:pt x="17" y="14"/>
                  </a:moveTo>
                  <a:cubicBezTo>
                    <a:pt x="20" y="10"/>
                    <a:pt x="22" y="8"/>
                    <a:pt x="25" y="8"/>
                  </a:cubicBezTo>
                  <a:cubicBezTo>
                    <a:pt x="26" y="8"/>
                    <a:pt x="26" y="9"/>
                    <a:pt x="27" y="9"/>
                  </a:cubicBezTo>
                  <a:cubicBezTo>
                    <a:pt x="27" y="10"/>
                    <a:pt x="27" y="11"/>
                    <a:pt x="27" y="12"/>
                  </a:cubicBezTo>
                  <a:cubicBezTo>
                    <a:pt x="27" y="14"/>
                    <a:pt x="26" y="16"/>
                    <a:pt x="23" y="19"/>
                  </a:cubicBezTo>
                  <a:cubicBezTo>
                    <a:pt x="19" y="22"/>
                    <a:pt x="15" y="24"/>
                    <a:pt x="11" y="25"/>
                  </a:cubicBezTo>
                  <a:cubicBezTo>
                    <a:pt x="12" y="21"/>
                    <a:pt x="14" y="17"/>
                    <a:pt x="17"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268"/>
            <p:cNvSpPr>
              <a:spLocks/>
            </p:cNvSpPr>
            <p:nvPr/>
          </p:nvSpPr>
          <p:spPr bwMode="auto">
            <a:xfrm>
              <a:off x="7994650" y="2349501"/>
              <a:ext cx="85725" cy="107950"/>
            </a:xfrm>
            <a:custGeom>
              <a:avLst/>
              <a:gdLst>
                <a:gd name="T0" fmla="*/ 28 w 57"/>
                <a:gd name="T1" fmla="*/ 16 h 72"/>
                <a:gd name="T2" fmla="*/ 43 w 57"/>
                <a:gd name="T3" fmla="*/ 10 h 72"/>
                <a:gd name="T4" fmla="*/ 46 w 57"/>
                <a:gd name="T5" fmla="*/ 10 h 72"/>
                <a:gd name="T6" fmla="*/ 47 w 57"/>
                <a:gd name="T7" fmla="*/ 13 h 72"/>
                <a:gd name="T8" fmla="*/ 49 w 57"/>
                <a:gd name="T9" fmla="*/ 15 h 72"/>
                <a:gd name="T10" fmla="*/ 51 w 57"/>
                <a:gd name="T11" fmla="*/ 16 h 72"/>
                <a:gd name="T12" fmla="*/ 55 w 57"/>
                <a:gd name="T13" fmla="*/ 13 h 72"/>
                <a:gd name="T14" fmla="*/ 57 w 57"/>
                <a:gd name="T15" fmla="*/ 7 h 72"/>
                <a:gd name="T16" fmla="*/ 54 w 57"/>
                <a:gd name="T17" fmla="*/ 2 h 72"/>
                <a:gd name="T18" fmla="*/ 46 w 57"/>
                <a:gd name="T19" fmla="*/ 0 h 72"/>
                <a:gd name="T20" fmla="*/ 25 w 57"/>
                <a:gd name="T21" fmla="*/ 7 h 72"/>
                <a:gd name="T22" fmla="*/ 7 w 57"/>
                <a:gd name="T23" fmla="*/ 24 h 72"/>
                <a:gd name="T24" fmla="*/ 7 w 57"/>
                <a:gd name="T25" fmla="*/ 24 h 72"/>
                <a:gd name="T26" fmla="*/ 0 w 57"/>
                <a:gd name="T27" fmla="*/ 47 h 72"/>
                <a:gd name="T28" fmla="*/ 5 w 57"/>
                <a:gd name="T29" fmla="*/ 59 h 72"/>
                <a:gd name="T30" fmla="*/ 16 w 57"/>
                <a:gd name="T31" fmla="*/ 63 h 72"/>
                <a:gd name="T32" fmla="*/ 41 w 57"/>
                <a:gd name="T33" fmla="*/ 53 h 72"/>
                <a:gd name="T34" fmla="*/ 39 w 57"/>
                <a:gd name="T35" fmla="*/ 61 h 72"/>
                <a:gd name="T36" fmla="*/ 38 w 57"/>
                <a:gd name="T37" fmla="*/ 67 h 72"/>
                <a:gd name="T38" fmla="*/ 40 w 57"/>
                <a:gd name="T39" fmla="*/ 70 h 72"/>
                <a:gd name="T40" fmla="*/ 44 w 57"/>
                <a:gd name="T41" fmla="*/ 72 h 72"/>
                <a:gd name="T42" fmla="*/ 47 w 57"/>
                <a:gd name="T43" fmla="*/ 71 h 72"/>
                <a:gd name="T44" fmla="*/ 49 w 57"/>
                <a:gd name="T45" fmla="*/ 70 h 72"/>
                <a:gd name="T46" fmla="*/ 49 w 57"/>
                <a:gd name="T47" fmla="*/ 67 h 72"/>
                <a:gd name="T48" fmla="*/ 49 w 57"/>
                <a:gd name="T49" fmla="*/ 60 h 72"/>
                <a:gd name="T50" fmla="*/ 50 w 57"/>
                <a:gd name="T51" fmla="*/ 52 h 72"/>
                <a:gd name="T52" fmla="*/ 52 w 57"/>
                <a:gd name="T53" fmla="*/ 43 h 72"/>
                <a:gd name="T54" fmla="*/ 52 w 57"/>
                <a:gd name="T55" fmla="*/ 43 h 72"/>
                <a:gd name="T56" fmla="*/ 54 w 57"/>
                <a:gd name="T57" fmla="*/ 37 h 72"/>
                <a:gd name="T58" fmla="*/ 56 w 57"/>
                <a:gd name="T59" fmla="*/ 32 h 72"/>
                <a:gd name="T60" fmla="*/ 50 w 57"/>
                <a:gd name="T61" fmla="*/ 29 h 72"/>
                <a:gd name="T62" fmla="*/ 47 w 57"/>
                <a:gd name="T63" fmla="*/ 29 h 72"/>
                <a:gd name="T64" fmla="*/ 45 w 57"/>
                <a:gd name="T65" fmla="*/ 32 h 72"/>
                <a:gd name="T66" fmla="*/ 43 w 57"/>
                <a:gd name="T67" fmla="*/ 40 h 72"/>
                <a:gd name="T68" fmla="*/ 36 w 57"/>
                <a:gd name="T69" fmla="*/ 47 h 72"/>
                <a:gd name="T70" fmla="*/ 26 w 57"/>
                <a:gd name="T71" fmla="*/ 52 h 72"/>
                <a:gd name="T72" fmla="*/ 17 w 57"/>
                <a:gd name="T73" fmla="*/ 54 h 72"/>
                <a:gd name="T74" fmla="*/ 10 w 57"/>
                <a:gd name="T75" fmla="*/ 46 h 72"/>
                <a:gd name="T76" fmla="*/ 15 w 57"/>
                <a:gd name="T77" fmla="*/ 30 h 72"/>
                <a:gd name="T78" fmla="*/ 28 w 57"/>
                <a:gd name="T79" fmla="*/ 1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7" h="72">
                  <a:moveTo>
                    <a:pt x="28" y="16"/>
                  </a:moveTo>
                  <a:cubicBezTo>
                    <a:pt x="34" y="12"/>
                    <a:pt x="39" y="10"/>
                    <a:pt x="43" y="10"/>
                  </a:cubicBezTo>
                  <a:cubicBezTo>
                    <a:pt x="44" y="10"/>
                    <a:pt x="45" y="10"/>
                    <a:pt x="46" y="10"/>
                  </a:cubicBezTo>
                  <a:cubicBezTo>
                    <a:pt x="46" y="11"/>
                    <a:pt x="47" y="12"/>
                    <a:pt x="47" y="13"/>
                  </a:cubicBezTo>
                  <a:cubicBezTo>
                    <a:pt x="48" y="14"/>
                    <a:pt x="48" y="15"/>
                    <a:pt x="49" y="15"/>
                  </a:cubicBezTo>
                  <a:cubicBezTo>
                    <a:pt x="49" y="16"/>
                    <a:pt x="50" y="16"/>
                    <a:pt x="51" y="16"/>
                  </a:cubicBezTo>
                  <a:cubicBezTo>
                    <a:pt x="52" y="16"/>
                    <a:pt x="54" y="15"/>
                    <a:pt x="55" y="13"/>
                  </a:cubicBezTo>
                  <a:cubicBezTo>
                    <a:pt x="56" y="11"/>
                    <a:pt x="57" y="9"/>
                    <a:pt x="57" y="7"/>
                  </a:cubicBezTo>
                  <a:cubicBezTo>
                    <a:pt x="57" y="5"/>
                    <a:pt x="56" y="4"/>
                    <a:pt x="54" y="2"/>
                  </a:cubicBezTo>
                  <a:cubicBezTo>
                    <a:pt x="52" y="1"/>
                    <a:pt x="49" y="0"/>
                    <a:pt x="46" y="0"/>
                  </a:cubicBezTo>
                  <a:cubicBezTo>
                    <a:pt x="39" y="0"/>
                    <a:pt x="32" y="2"/>
                    <a:pt x="25" y="7"/>
                  </a:cubicBezTo>
                  <a:cubicBezTo>
                    <a:pt x="18" y="11"/>
                    <a:pt x="12" y="17"/>
                    <a:pt x="7" y="24"/>
                  </a:cubicBezTo>
                  <a:cubicBezTo>
                    <a:pt x="7" y="24"/>
                    <a:pt x="7" y="24"/>
                    <a:pt x="7" y="24"/>
                  </a:cubicBezTo>
                  <a:cubicBezTo>
                    <a:pt x="3" y="32"/>
                    <a:pt x="0" y="39"/>
                    <a:pt x="0" y="47"/>
                  </a:cubicBezTo>
                  <a:cubicBezTo>
                    <a:pt x="0" y="52"/>
                    <a:pt x="2" y="56"/>
                    <a:pt x="5" y="59"/>
                  </a:cubicBezTo>
                  <a:cubicBezTo>
                    <a:pt x="8" y="61"/>
                    <a:pt x="12" y="63"/>
                    <a:pt x="16" y="63"/>
                  </a:cubicBezTo>
                  <a:cubicBezTo>
                    <a:pt x="24" y="63"/>
                    <a:pt x="32" y="60"/>
                    <a:pt x="41" y="53"/>
                  </a:cubicBezTo>
                  <a:cubicBezTo>
                    <a:pt x="41" y="55"/>
                    <a:pt x="40" y="58"/>
                    <a:pt x="39" y="61"/>
                  </a:cubicBezTo>
                  <a:cubicBezTo>
                    <a:pt x="39" y="64"/>
                    <a:pt x="38" y="66"/>
                    <a:pt x="38" y="67"/>
                  </a:cubicBezTo>
                  <a:cubicBezTo>
                    <a:pt x="38" y="68"/>
                    <a:pt x="39" y="69"/>
                    <a:pt x="40" y="70"/>
                  </a:cubicBezTo>
                  <a:cubicBezTo>
                    <a:pt x="41" y="71"/>
                    <a:pt x="43" y="72"/>
                    <a:pt x="44" y="72"/>
                  </a:cubicBezTo>
                  <a:cubicBezTo>
                    <a:pt x="45" y="72"/>
                    <a:pt x="46" y="72"/>
                    <a:pt x="47" y="71"/>
                  </a:cubicBezTo>
                  <a:cubicBezTo>
                    <a:pt x="47" y="71"/>
                    <a:pt x="48" y="70"/>
                    <a:pt x="49" y="70"/>
                  </a:cubicBezTo>
                  <a:cubicBezTo>
                    <a:pt x="49" y="69"/>
                    <a:pt x="49" y="68"/>
                    <a:pt x="49" y="67"/>
                  </a:cubicBezTo>
                  <a:cubicBezTo>
                    <a:pt x="49" y="65"/>
                    <a:pt x="49" y="63"/>
                    <a:pt x="49" y="60"/>
                  </a:cubicBezTo>
                  <a:cubicBezTo>
                    <a:pt x="49" y="58"/>
                    <a:pt x="50" y="56"/>
                    <a:pt x="50" y="52"/>
                  </a:cubicBezTo>
                  <a:cubicBezTo>
                    <a:pt x="51" y="48"/>
                    <a:pt x="52" y="45"/>
                    <a:pt x="52" y="43"/>
                  </a:cubicBezTo>
                  <a:cubicBezTo>
                    <a:pt x="52" y="43"/>
                    <a:pt x="52" y="43"/>
                    <a:pt x="52" y="43"/>
                  </a:cubicBezTo>
                  <a:cubicBezTo>
                    <a:pt x="53" y="41"/>
                    <a:pt x="54" y="39"/>
                    <a:pt x="54" y="37"/>
                  </a:cubicBezTo>
                  <a:cubicBezTo>
                    <a:pt x="55" y="35"/>
                    <a:pt x="56" y="33"/>
                    <a:pt x="56" y="32"/>
                  </a:cubicBezTo>
                  <a:cubicBezTo>
                    <a:pt x="56" y="30"/>
                    <a:pt x="54" y="29"/>
                    <a:pt x="50" y="29"/>
                  </a:cubicBezTo>
                  <a:cubicBezTo>
                    <a:pt x="49" y="29"/>
                    <a:pt x="48" y="29"/>
                    <a:pt x="47" y="29"/>
                  </a:cubicBezTo>
                  <a:cubicBezTo>
                    <a:pt x="46" y="30"/>
                    <a:pt x="45" y="31"/>
                    <a:pt x="45" y="32"/>
                  </a:cubicBezTo>
                  <a:cubicBezTo>
                    <a:pt x="45" y="35"/>
                    <a:pt x="44" y="37"/>
                    <a:pt x="43" y="40"/>
                  </a:cubicBezTo>
                  <a:cubicBezTo>
                    <a:pt x="42" y="42"/>
                    <a:pt x="40" y="44"/>
                    <a:pt x="36" y="47"/>
                  </a:cubicBezTo>
                  <a:cubicBezTo>
                    <a:pt x="33" y="49"/>
                    <a:pt x="29" y="51"/>
                    <a:pt x="26" y="52"/>
                  </a:cubicBezTo>
                  <a:cubicBezTo>
                    <a:pt x="23" y="54"/>
                    <a:pt x="20" y="54"/>
                    <a:pt x="17" y="54"/>
                  </a:cubicBezTo>
                  <a:cubicBezTo>
                    <a:pt x="13" y="54"/>
                    <a:pt x="10" y="52"/>
                    <a:pt x="10" y="46"/>
                  </a:cubicBezTo>
                  <a:cubicBezTo>
                    <a:pt x="10" y="41"/>
                    <a:pt x="12" y="36"/>
                    <a:pt x="15" y="30"/>
                  </a:cubicBezTo>
                  <a:cubicBezTo>
                    <a:pt x="19" y="25"/>
                    <a:pt x="23" y="20"/>
                    <a:pt x="2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269"/>
            <p:cNvSpPr>
              <a:spLocks noEditPoints="1"/>
            </p:cNvSpPr>
            <p:nvPr/>
          </p:nvSpPr>
          <p:spPr bwMode="auto">
            <a:xfrm>
              <a:off x="8089900" y="2374901"/>
              <a:ext cx="57150" cy="71438"/>
            </a:xfrm>
            <a:custGeom>
              <a:avLst/>
              <a:gdLst>
                <a:gd name="T0" fmla="*/ 11 w 38"/>
                <a:gd name="T1" fmla="*/ 32 h 48"/>
                <a:gd name="T2" fmla="*/ 29 w 38"/>
                <a:gd name="T3" fmla="*/ 23 h 48"/>
                <a:gd name="T4" fmla="*/ 36 w 38"/>
                <a:gd name="T5" fmla="*/ 10 h 48"/>
                <a:gd name="T6" fmla="*/ 33 w 38"/>
                <a:gd name="T7" fmla="*/ 3 h 48"/>
                <a:gd name="T8" fmla="*/ 26 w 38"/>
                <a:gd name="T9" fmla="*/ 0 h 48"/>
                <a:gd name="T10" fmla="*/ 8 w 38"/>
                <a:gd name="T11" fmla="*/ 10 h 48"/>
                <a:gd name="T12" fmla="*/ 0 w 38"/>
                <a:gd name="T13" fmla="*/ 32 h 48"/>
                <a:gd name="T14" fmla="*/ 4 w 38"/>
                <a:gd name="T15" fmla="*/ 44 h 48"/>
                <a:gd name="T16" fmla="*/ 15 w 38"/>
                <a:gd name="T17" fmla="*/ 48 h 48"/>
                <a:gd name="T18" fmla="*/ 31 w 38"/>
                <a:gd name="T19" fmla="*/ 42 h 48"/>
                <a:gd name="T20" fmla="*/ 38 w 38"/>
                <a:gd name="T21" fmla="*/ 32 h 48"/>
                <a:gd name="T22" fmla="*/ 36 w 38"/>
                <a:gd name="T23" fmla="*/ 29 h 48"/>
                <a:gd name="T24" fmla="*/ 33 w 38"/>
                <a:gd name="T25" fmla="*/ 31 h 48"/>
                <a:gd name="T26" fmla="*/ 17 w 38"/>
                <a:gd name="T27" fmla="*/ 39 h 48"/>
                <a:gd name="T28" fmla="*/ 12 w 38"/>
                <a:gd name="T29" fmla="*/ 38 h 48"/>
                <a:gd name="T30" fmla="*/ 10 w 38"/>
                <a:gd name="T31" fmla="*/ 34 h 48"/>
                <a:gd name="T32" fmla="*/ 11 w 38"/>
                <a:gd name="T33" fmla="*/ 32 h 48"/>
                <a:gd name="T34" fmla="*/ 17 w 38"/>
                <a:gd name="T35" fmla="*/ 14 h 48"/>
                <a:gd name="T36" fmla="*/ 25 w 38"/>
                <a:gd name="T37" fmla="*/ 8 h 48"/>
                <a:gd name="T38" fmla="*/ 27 w 38"/>
                <a:gd name="T39" fmla="*/ 9 h 48"/>
                <a:gd name="T40" fmla="*/ 27 w 38"/>
                <a:gd name="T41" fmla="*/ 12 h 48"/>
                <a:gd name="T42" fmla="*/ 22 w 38"/>
                <a:gd name="T43" fmla="*/ 19 h 48"/>
                <a:gd name="T44" fmla="*/ 11 w 38"/>
                <a:gd name="T45" fmla="*/ 25 h 48"/>
                <a:gd name="T46" fmla="*/ 17 w 38"/>
                <a:gd name="T47" fmla="*/ 1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8" h="48">
                  <a:moveTo>
                    <a:pt x="11" y="32"/>
                  </a:moveTo>
                  <a:cubicBezTo>
                    <a:pt x="19" y="31"/>
                    <a:pt x="24" y="28"/>
                    <a:pt x="29" y="23"/>
                  </a:cubicBezTo>
                  <a:cubicBezTo>
                    <a:pt x="34" y="19"/>
                    <a:pt x="36" y="15"/>
                    <a:pt x="36" y="10"/>
                  </a:cubicBezTo>
                  <a:cubicBezTo>
                    <a:pt x="36" y="7"/>
                    <a:pt x="35" y="5"/>
                    <a:pt x="33" y="3"/>
                  </a:cubicBezTo>
                  <a:cubicBezTo>
                    <a:pt x="31" y="1"/>
                    <a:pt x="29" y="0"/>
                    <a:pt x="26" y="0"/>
                  </a:cubicBezTo>
                  <a:cubicBezTo>
                    <a:pt x="19" y="0"/>
                    <a:pt x="14" y="3"/>
                    <a:pt x="8" y="10"/>
                  </a:cubicBezTo>
                  <a:cubicBezTo>
                    <a:pt x="3" y="17"/>
                    <a:pt x="0" y="24"/>
                    <a:pt x="0" y="32"/>
                  </a:cubicBezTo>
                  <a:cubicBezTo>
                    <a:pt x="0" y="37"/>
                    <a:pt x="1" y="41"/>
                    <a:pt x="4" y="44"/>
                  </a:cubicBezTo>
                  <a:cubicBezTo>
                    <a:pt x="7" y="47"/>
                    <a:pt x="10" y="48"/>
                    <a:pt x="15" y="48"/>
                  </a:cubicBezTo>
                  <a:cubicBezTo>
                    <a:pt x="21" y="48"/>
                    <a:pt x="26" y="46"/>
                    <a:pt x="31" y="42"/>
                  </a:cubicBezTo>
                  <a:cubicBezTo>
                    <a:pt x="36" y="38"/>
                    <a:pt x="38" y="35"/>
                    <a:pt x="38" y="32"/>
                  </a:cubicBezTo>
                  <a:cubicBezTo>
                    <a:pt x="38" y="30"/>
                    <a:pt x="38" y="29"/>
                    <a:pt x="36" y="29"/>
                  </a:cubicBezTo>
                  <a:cubicBezTo>
                    <a:pt x="35" y="29"/>
                    <a:pt x="34" y="30"/>
                    <a:pt x="33" y="31"/>
                  </a:cubicBezTo>
                  <a:cubicBezTo>
                    <a:pt x="28" y="37"/>
                    <a:pt x="22" y="39"/>
                    <a:pt x="17" y="39"/>
                  </a:cubicBezTo>
                  <a:cubicBezTo>
                    <a:pt x="15" y="39"/>
                    <a:pt x="13" y="39"/>
                    <a:pt x="12" y="38"/>
                  </a:cubicBezTo>
                  <a:cubicBezTo>
                    <a:pt x="11" y="36"/>
                    <a:pt x="10" y="35"/>
                    <a:pt x="10" y="34"/>
                  </a:cubicBezTo>
                  <a:cubicBezTo>
                    <a:pt x="10" y="33"/>
                    <a:pt x="11" y="33"/>
                    <a:pt x="11" y="32"/>
                  </a:cubicBezTo>
                  <a:close/>
                  <a:moveTo>
                    <a:pt x="17" y="14"/>
                  </a:moveTo>
                  <a:cubicBezTo>
                    <a:pt x="20" y="10"/>
                    <a:pt x="22" y="8"/>
                    <a:pt x="25" y="8"/>
                  </a:cubicBezTo>
                  <a:cubicBezTo>
                    <a:pt x="25" y="8"/>
                    <a:pt x="26" y="9"/>
                    <a:pt x="27" y="9"/>
                  </a:cubicBezTo>
                  <a:cubicBezTo>
                    <a:pt x="27" y="10"/>
                    <a:pt x="27" y="11"/>
                    <a:pt x="27" y="12"/>
                  </a:cubicBezTo>
                  <a:cubicBezTo>
                    <a:pt x="27" y="14"/>
                    <a:pt x="26" y="16"/>
                    <a:pt x="22" y="19"/>
                  </a:cubicBezTo>
                  <a:cubicBezTo>
                    <a:pt x="19" y="22"/>
                    <a:pt x="15" y="24"/>
                    <a:pt x="11" y="25"/>
                  </a:cubicBezTo>
                  <a:cubicBezTo>
                    <a:pt x="12" y="21"/>
                    <a:pt x="14" y="17"/>
                    <a:pt x="17"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270"/>
            <p:cNvSpPr>
              <a:spLocks/>
            </p:cNvSpPr>
            <p:nvPr/>
          </p:nvSpPr>
          <p:spPr bwMode="auto">
            <a:xfrm>
              <a:off x="8153400" y="2355851"/>
              <a:ext cx="119063" cy="90488"/>
            </a:xfrm>
            <a:custGeom>
              <a:avLst/>
              <a:gdLst>
                <a:gd name="T0" fmla="*/ 25 w 80"/>
                <a:gd name="T1" fmla="*/ 1 h 61"/>
                <a:gd name="T2" fmla="*/ 21 w 80"/>
                <a:gd name="T3" fmla="*/ 0 h 61"/>
                <a:gd name="T4" fmla="*/ 16 w 80"/>
                <a:gd name="T5" fmla="*/ 5 h 61"/>
                <a:gd name="T6" fmla="*/ 12 w 80"/>
                <a:gd name="T7" fmla="*/ 18 h 61"/>
                <a:gd name="T8" fmla="*/ 3 w 80"/>
                <a:gd name="T9" fmla="*/ 18 h 61"/>
                <a:gd name="T10" fmla="*/ 0 w 80"/>
                <a:gd name="T11" fmla="*/ 22 h 61"/>
                <a:gd name="T12" fmla="*/ 2 w 80"/>
                <a:gd name="T13" fmla="*/ 25 h 61"/>
                <a:gd name="T14" fmla="*/ 5 w 80"/>
                <a:gd name="T15" fmla="*/ 27 h 61"/>
                <a:gd name="T16" fmla="*/ 6 w 80"/>
                <a:gd name="T17" fmla="*/ 27 h 61"/>
                <a:gd name="T18" fmla="*/ 10 w 80"/>
                <a:gd name="T19" fmla="*/ 26 h 61"/>
                <a:gd name="T20" fmla="*/ 6 w 80"/>
                <a:gd name="T21" fmla="*/ 49 h 61"/>
                <a:gd name="T22" fmla="*/ 9 w 80"/>
                <a:gd name="T23" fmla="*/ 58 h 61"/>
                <a:gd name="T24" fmla="*/ 17 w 80"/>
                <a:gd name="T25" fmla="*/ 61 h 61"/>
                <a:gd name="T26" fmla="*/ 29 w 80"/>
                <a:gd name="T27" fmla="*/ 56 h 61"/>
                <a:gd name="T28" fmla="*/ 35 w 80"/>
                <a:gd name="T29" fmla="*/ 48 h 61"/>
                <a:gd name="T30" fmla="*/ 34 w 80"/>
                <a:gd name="T31" fmla="*/ 47 h 61"/>
                <a:gd name="T32" fmla="*/ 32 w 80"/>
                <a:gd name="T33" fmla="*/ 46 h 61"/>
                <a:gd name="T34" fmla="*/ 29 w 80"/>
                <a:gd name="T35" fmla="*/ 48 h 61"/>
                <a:gd name="T36" fmla="*/ 23 w 80"/>
                <a:gd name="T37" fmla="*/ 51 h 61"/>
                <a:gd name="T38" fmla="*/ 19 w 80"/>
                <a:gd name="T39" fmla="*/ 52 h 61"/>
                <a:gd name="T40" fmla="*/ 16 w 80"/>
                <a:gd name="T41" fmla="*/ 51 h 61"/>
                <a:gd name="T42" fmla="*/ 16 w 80"/>
                <a:gd name="T43" fmla="*/ 46 h 61"/>
                <a:gd name="T44" fmla="*/ 18 w 80"/>
                <a:gd name="T45" fmla="*/ 35 h 61"/>
                <a:gd name="T46" fmla="*/ 20 w 80"/>
                <a:gd name="T47" fmla="*/ 26 h 61"/>
                <a:gd name="T48" fmla="*/ 34 w 80"/>
                <a:gd name="T49" fmla="*/ 23 h 61"/>
                <a:gd name="T50" fmla="*/ 39 w 80"/>
                <a:gd name="T51" fmla="*/ 22 h 61"/>
                <a:gd name="T52" fmla="*/ 41 w 80"/>
                <a:gd name="T53" fmla="*/ 25 h 61"/>
                <a:gd name="T54" fmla="*/ 45 w 80"/>
                <a:gd name="T55" fmla="*/ 27 h 61"/>
                <a:gd name="T56" fmla="*/ 45 w 80"/>
                <a:gd name="T57" fmla="*/ 27 h 61"/>
                <a:gd name="T58" fmla="*/ 49 w 80"/>
                <a:gd name="T59" fmla="*/ 26 h 61"/>
                <a:gd name="T60" fmla="*/ 45 w 80"/>
                <a:gd name="T61" fmla="*/ 49 h 61"/>
                <a:gd name="T62" fmla="*/ 48 w 80"/>
                <a:gd name="T63" fmla="*/ 58 h 61"/>
                <a:gd name="T64" fmla="*/ 56 w 80"/>
                <a:gd name="T65" fmla="*/ 61 h 61"/>
                <a:gd name="T66" fmla="*/ 68 w 80"/>
                <a:gd name="T67" fmla="*/ 56 h 61"/>
                <a:gd name="T68" fmla="*/ 74 w 80"/>
                <a:gd name="T69" fmla="*/ 48 h 61"/>
                <a:gd name="T70" fmla="*/ 73 w 80"/>
                <a:gd name="T71" fmla="*/ 47 h 61"/>
                <a:gd name="T72" fmla="*/ 72 w 80"/>
                <a:gd name="T73" fmla="*/ 46 h 61"/>
                <a:gd name="T74" fmla="*/ 68 w 80"/>
                <a:gd name="T75" fmla="*/ 48 h 61"/>
                <a:gd name="T76" fmla="*/ 62 w 80"/>
                <a:gd name="T77" fmla="*/ 51 h 61"/>
                <a:gd name="T78" fmla="*/ 58 w 80"/>
                <a:gd name="T79" fmla="*/ 52 h 61"/>
                <a:gd name="T80" fmla="*/ 56 w 80"/>
                <a:gd name="T81" fmla="*/ 51 h 61"/>
                <a:gd name="T82" fmla="*/ 55 w 80"/>
                <a:gd name="T83" fmla="*/ 46 h 61"/>
                <a:gd name="T84" fmla="*/ 57 w 80"/>
                <a:gd name="T85" fmla="*/ 35 h 61"/>
                <a:gd name="T86" fmla="*/ 59 w 80"/>
                <a:gd name="T87" fmla="*/ 26 h 61"/>
                <a:gd name="T88" fmla="*/ 73 w 80"/>
                <a:gd name="T89" fmla="*/ 23 h 61"/>
                <a:gd name="T90" fmla="*/ 80 w 80"/>
                <a:gd name="T91" fmla="*/ 19 h 61"/>
                <a:gd name="T92" fmla="*/ 79 w 80"/>
                <a:gd name="T93" fmla="*/ 16 h 61"/>
                <a:gd name="T94" fmla="*/ 76 w 80"/>
                <a:gd name="T95" fmla="*/ 16 h 61"/>
                <a:gd name="T96" fmla="*/ 62 w 80"/>
                <a:gd name="T97" fmla="*/ 17 h 61"/>
                <a:gd name="T98" fmla="*/ 65 w 80"/>
                <a:gd name="T99" fmla="*/ 4 h 61"/>
                <a:gd name="T100" fmla="*/ 64 w 80"/>
                <a:gd name="T101" fmla="*/ 1 h 61"/>
                <a:gd name="T102" fmla="*/ 60 w 80"/>
                <a:gd name="T103" fmla="*/ 0 h 61"/>
                <a:gd name="T104" fmla="*/ 55 w 80"/>
                <a:gd name="T105" fmla="*/ 5 h 61"/>
                <a:gd name="T106" fmla="*/ 51 w 80"/>
                <a:gd name="T107" fmla="*/ 18 h 61"/>
                <a:gd name="T108" fmla="*/ 43 w 80"/>
                <a:gd name="T109" fmla="*/ 18 h 61"/>
                <a:gd name="T110" fmla="*/ 40 w 80"/>
                <a:gd name="T111" fmla="*/ 19 h 61"/>
                <a:gd name="T112" fmla="*/ 40 w 80"/>
                <a:gd name="T113" fmla="*/ 16 h 61"/>
                <a:gd name="T114" fmla="*/ 37 w 80"/>
                <a:gd name="T115" fmla="*/ 16 h 61"/>
                <a:gd name="T116" fmla="*/ 22 w 80"/>
                <a:gd name="T117" fmla="*/ 17 h 61"/>
                <a:gd name="T118" fmla="*/ 26 w 80"/>
                <a:gd name="T119" fmla="*/ 4 h 61"/>
                <a:gd name="T120" fmla="*/ 25 w 80"/>
                <a:gd name="T121" fmla="*/ 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0" h="61">
                  <a:moveTo>
                    <a:pt x="25" y="1"/>
                  </a:moveTo>
                  <a:cubicBezTo>
                    <a:pt x="24" y="0"/>
                    <a:pt x="23" y="0"/>
                    <a:pt x="21" y="0"/>
                  </a:cubicBezTo>
                  <a:cubicBezTo>
                    <a:pt x="18" y="0"/>
                    <a:pt x="17" y="1"/>
                    <a:pt x="16" y="5"/>
                  </a:cubicBezTo>
                  <a:cubicBezTo>
                    <a:pt x="15" y="10"/>
                    <a:pt x="13" y="14"/>
                    <a:pt x="12" y="18"/>
                  </a:cubicBezTo>
                  <a:cubicBezTo>
                    <a:pt x="3" y="18"/>
                    <a:pt x="3" y="18"/>
                    <a:pt x="3" y="18"/>
                  </a:cubicBezTo>
                  <a:cubicBezTo>
                    <a:pt x="1" y="18"/>
                    <a:pt x="0" y="19"/>
                    <a:pt x="0" y="22"/>
                  </a:cubicBezTo>
                  <a:cubicBezTo>
                    <a:pt x="0" y="23"/>
                    <a:pt x="0" y="25"/>
                    <a:pt x="2" y="25"/>
                  </a:cubicBezTo>
                  <a:cubicBezTo>
                    <a:pt x="3" y="26"/>
                    <a:pt x="4" y="27"/>
                    <a:pt x="5" y="27"/>
                  </a:cubicBezTo>
                  <a:cubicBezTo>
                    <a:pt x="6" y="27"/>
                    <a:pt x="6" y="27"/>
                    <a:pt x="6" y="27"/>
                  </a:cubicBezTo>
                  <a:cubicBezTo>
                    <a:pt x="7" y="27"/>
                    <a:pt x="8" y="27"/>
                    <a:pt x="10" y="26"/>
                  </a:cubicBezTo>
                  <a:cubicBezTo>
                    <a:pt x="7" y="37"/>
                    <a:pt x="6" y="45"/>
                    <a:pt x="6" y="49"/>
                  </a:cubicBezTo>
                  <a:cubicBezTo>
                    <a:pt x="6" y="53"/>
                    <a:pt x="7" y="56"/>
                    <a:pt x="9" y="58"/>
                  </a:cubicBezTo>
                  <a:cubicBezTo>
                    <a:pt x="10" y="60"/>
                    <a:pt x="13" y="61"/>
                    <a:pt x="17" y="61"/>
                  </a:cubicBezTo>
                  <a:cubicBezTo>
                    <a:pt x="21" y="61"/>
                    <a:pt x="25" y="59"/>
                    <a:pt x="29" y="56"/>
                  </a:cubicBezTo>
                  <a:cubicBezTo>
                    <a:pt x="33" y="53"/>
                    <a:pt x="35" y="51"/>
                    <a:pt x="35" y="48"/>
                  </a:cubicBezTo>
                  <a:cubicBezTo>
                    <a:pt x="35" y="48"/>
                    <a:pt x="35" y="47"/>
                    <a:pt x="34" y="47"/>
                  </a:cubicBezTo>
                  <a:cubicBezTo>
                    <a:pt x="34" y="46"/>
                    <a:pt x="33" y="46"/>
                    <a:pt x="32" y="46"/>
                  </a:cubicBezTo>
                  <a:cubicBezTo>
                    <a:pt x="31" y="46"/>
                    <a:pt x="30" y="46"/>
                    <a:pt x="29" y="48"/>
                  </a:cubicBezTo>
                  <a:cubicBezTo>
                    <a:pt x="26" y="50"/>
                    <a:pt x="25" y="51"/>
                    <a:pt x="23" y="51"/>
                  </a:cubicBezTo>
                  <a:cubicBezTo>
                    <a:pt x="22" y="52"/>
                    <a:pt x="20" y="52"/>
                    <a:pt x="19" y="52"/>
                  </a:cubicBezTo>
                  <a:cubicBezTo>
                    <a:pt x="18" y="52"/>
                    <a:pt x="17" y="52"/>
                    <a:pt x="16" y="51"/>
                  </a:cubicBezTo>
                  <a:cubicBezTo>
                    <a:pt x="16" y="50"/>
                    <a:pt x="16" y="48"/>
                    <a:pt x="16" y="46"/>
                  </a:cubicBezTo>
                  <a:cubicBezTo>
                    <a:pt x="16" y="45"/>
                    <a:pt x="16" y="41"/>
                    <a:pt x="18" y="35"/>
                  </a:cubicBezTo>
                  <a:cubicBezTo>
                    <a:pt x="19" y="29"/>
                    <a:pt x="20" y="26"/>
                    <a:pt x="20" y="26"/>
                  </a:cubicBezTo>
                  <a:cubicBezTo>
                    <a:pt x="34" y="23"/>
                    <a:pt x="34" y="23"/>
                    <a:pt x="34" y="23"/>
                  </a:cubicBezTo>
                  <a:cubicBezTo>
                    <a:pt x="36" y="23"/>
                    <a:pt x="38" y="23"/>
                    <a:pt x="39" y="22"/>
                  </a:cubicBezTo>
                  <a:cubicBezTo>
                    <a:pt x="39" y="23"/>
                    <a:pt x="39" y="25"/>
                    <a:pt x="41" y="25"/>
                  </a:cubicBezTo>
                  <a:cubicBezTo>
                    <a:pt x="42" y="26"/>
                    <a:pt x="43" y="27"/>
                    <a:pt x="45" y="27"/>
                  </a:cubicBezTo>
                  <a:cubicBezTo>
                    <a:pt x="45" y="27"/>
                    <a:pt x="45" y="27"/>
                    <a:pt x="45" y="27"/>
                  </a:cubicBezTo>
                  <a:cubicBezTo>
                    <a:pt x="46" y="27"/>
                    <a:pt x="47" y="27"/>
                    <a:pt x="49" y="26"/>
                  </a:cubicBezTo>
                  <a:cubicBezTo>
                    <a:pt x="46" y="37"/>
                    <a:pt x="45" y="45"/>
                    <a:pt x="45" y="49"/>
                  </a:cubicBezTo>
                  <a:cubicBezTo>
                    <a:pt x="45" y="53"/>
                    <a:pt x="46" y="56"/>
                    <a:pt x="48" y="58"/>
                  </a:cubicBezTo>
                  <a:cubicBezTo>
                    <a:pt x="50" y="60"/>
                    <a:pt x="52" y="61"/>
                    <a:pt x="56" y="61"/>
                  </a:cubicBezTo>
                  <a:cubicBezTo>
                    <a:pt x="60" y="61"/>
                    <a:pt x="64" y="59"/>
                    <a:pt x="68" y="56"/>
                  </a:cubicBezTo>
                  <a:cubicBezTo>
                    <a:pt x="72" y="53"/>
                    <a:pt x="74" y="51"/>
                    <a:pt x="74" y="48"/>
                  </a:cubicBezTo>
                  <a:cubicBezTo>
                    <a:pt x="74" y="48"/>
                    <a:pt x="74" y="47"/>
                    <a:pt x="73" y="47"/>
                  </a:cubicBezTo>
                  <a:cubicBezTo>
                    <a:pt x="73" y="46"/>
                    <a:pt x="72" y="46"/>
                    <a:pt x="72" y="46"/>
                  </a:cubicBezTo>
                  <a:cubicBezTo>
                    <a:pt x="71" y="46"/>
                    <a:pt x="69" y="46"/>
                    <a:pt x="68" y="48"/>
                  </a:cubicBezTo>
                  <a:cubicBezTo>
                    <a:pt x="66" y="50"/>
                    <a:pt x="64" y="51"/>
                    <a:pt x="62" y="51"/>
                  </a:cubicBezTo>
                  <a:cubicBezTo>
                    <a:pt x="61" y="52"/>
                    <a:pt x="60" y="52"/>
                    <a:pt x="58" y="52"/>
                  </a:cubicBezTo>
                  <a:cubicBezTo>
                    <a:pt x="57" y="52"/>
                    <a:pt x="56" y="52"/>
                    <a:pt x="56" y="51"/>
                  </a:cubicBezTo>
                  <a:cubicBezTo>
                    <a:pt x="55" y="50"/>
                    <a:pt x="55" y="48"/>
                    <a:pt x="55" y="46"/>
                  </a:cubicBezTo>
                  <a:cubicBezTo>
                    <a:pt x="55" y="45"/>
                    <a:pt x="56" y="41"/>
                    <a:pt x="57" y="35"/>
                  </a:cubicBezTo>
                  <a:cubicBezTo>
                    <a:pt x="58" y="29"/>
                    <a:pt x="59" y="26"/>
                    <a:pt x="59" y="26"/>
                  </a:cubicBezTo>
                  <a:cubicBezTo>
                    <a:pt x="73" y="23"/>
                    <a:pt x="73" y="23"/>
                    <a:pt x="73" y="23"/>
                  </a:cubicBezTo>
                  <a:cubicBezTo>
                    <a:pt x="77" y="23"/>
                    <a:pt x="80" y="21"/>
                    <a:pt x="80" y="19"/>
                  </a:cubicBezTo>
                  <a:cubicBezTo>
                    <a:pt x="80" y="18"/>
                    <a:pt x="79" y="17"/>
                    <a:pt x="79" y="16"/>
                  </a:cubicBezTo>
                  <a:cubicBezTo>
                    <a:pt x="78" y="16"/>
                    <a:pt x="77" y="16"/>
                    <a:pt x="76" y="16"/>
                  </a:cubicBezTo>
                  <a:cubicBezTo>
                    <a:pt x="75" y="16"/>
                    <a:pt x="70" y="16"/>
                    <a:pt x="62" y="17"/>
                  </a:cubicBezTo>
                  <a:cubicBezTo>
                    <a:pt x="64" y="9"/>
                    <a:pt x="65" y="5"/>
                    <a:pt x="65" y="4"/>
                  </a:cubicBezTo>
                  <a:cubicBezTo>
                    <a:pt x="65" y="3"/>
                    <a:pt x="65" y="2"/>
                    <a:pt x="64" y="1"/>
                  </a:cubicBezTo>
                  <a:cubicBezTo>
                    <a:pt x="63" y="0"/>
                    <a:pt x="62" y="0"/>
                    <a:pt x="60" y="0"/>
                  </a:cubicBezTo>
                  <a:cubicBezTo>
                    <a:pt x="58" y="0"/>
                    <a:pt x="56" y="1"/>
                    <a:pt x="55" y="5"/>
                  </a:cubicBezTo>
                  <a:cubicBezTo>
                    <a:pt x="54" y="10"/>
                    <a:pt x="53" y="14"/>
                    <a:pt x="51" y="18"/>
                  </a:cubicBezTo>
                  <a:cubicBezTo>
                    <a:pt x="43" y="18"/>
                    <a:pt x="43" y="18"/>
                    <a:pt x="43" y="18"/>
                  </a:cubicBezTo>
                  <a:cubicBezTo>
                    <a:pt x="42" y="18"/>
                    <a:pt x="41" y="18"/>
                    <a:pt x="40" y="19"/>
                  </a:cubicBezTo>
                  <a:cubicBezTo>
                    <a:pt x="40" y="18"/>
                    <a:pt x="40" y="17"/>
                    <a:pt x="40" y="16"/>
                  </a:cubicBezTo>
                  <a:cubicBezTo>
                    <a:pt x="39" y="16"/>
                    <a:pt x="38" y="16"/>
                    <a:pt x="37" y="16"/>
                  </a:cubicBezTo>
                  <a:cubicBezTo>
                    <a:pt x="36" y="16"/>
                    <a:pt x="31" y="16"/>
                    <a:pt x="22" y="17"/>
                  </a:cubicBezTo>
                  <a:cubicBezTo>
                    <a:pt x="25" y="9"/>
                    <a:pt x="26" y="5"/>
                    <a:pt x="26" y="4"/>
                  </a:cubicBezTo>
                  <a:cubicBezTo>
                    <a:pt x="26" y="3"/>
                    <a:pt x="26" y="2"/>
                    <a:pt x="2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271"/>
            <p:cNvSpPr>
              <a:spLocks/>
            </p:cNvSpPr>
            <p:nvPr/>
          </p:nvSpPr>
          <p:spPr bwMode="auto">
            <a:xfrm>
              <a:off x="8275638" y="2379663"/>
              <a:ext cx="22225" cy="66675"/>
            </a:xfrm>
            <a:custGeom>
              <a:avLst/>
              <a:gdLst>
                <a:gd name="T0" fmla="*/ 2 w 15"/>
                <a:gd name="T1" fmla="*/ 20 h 45"/>
                <a:gd name="T2" fmla="*/ 0 w 15"/>
                <a:gd name="T3" fmla="*/ 37 h 45"/>
                <a:gd name="T4" fmla="*/ 5 w 15"/>
                <a:gd name="T5" fmla="*/ 45 h 45"/>
                <a:gd name="T6" fmla="*/ 9 w 15"/>
                <a:gd name="T7" fmla="*/ 44 h 45"/>
                <a:gd name="T8" fmla="*/ 11 w 15"/>
                <a:gd name="T9" fmla="*/ 41 h 45"/>
                <a:gd name="T10" fmla="*/ 11 w 15"/>
                <a:gd name="T11" fmla="*/ 40 h 45"/>
                <a:gd name="T12" fmla="*/ 10 w 15"/>
                <a:gd name="T13" fmla="*/ 33 h 45"/>
                <a:gd name="T14" fmla="*/ 10 w 15"/>
                <a:gd name="T15" fmla="*/ 25 h 45"/>
                <a:gd name="T16" fmla="*/ 13 w 15"/>
                <a:gd name="T17" fmla="*/ 12 h 45"/>
                <a:gd name="T18" fmla="*/ 13 w 15"/>
                <a:gd name="T19" fmla="*/ 11 h 45"/>
                <a:gd name="T20" fmla="*/ 15 w 15"/>
                <a:gd name="T21" fmla="*/ 5 h 45"/>
                <a:gd name="T22" fmla="*/ 13 w 15"/>
                <a:gd name="T23" fmla="*/ 2 h 45"/>
                <a:gd name="T24" fmla="*/ 9 w 15"/>
                <a:gd name="T25" fmla="*/ 0 h 45"/>
                <a:gd name="T26" fmla="*/ 5 w 15"/>
                <a:gd name="T27" fmla="*/ 2 h 45"/>
                <a:gd name="T28" fmla="*/ 4 w 15"/>
                <a:gd name="T29" fmla="*/ 7 h 45"/>
                <a:gd name="T30" fmla="*/ 3 w 15"/>
                <a:gd name="T31" fmla="*/ 16 h 45"/>
                <a:gd name="T32" fmla="*/ 3 w 15"/>
                <a:gd name="T33" fmla="*/ 16 h 45"/>
                <a:gd name="T34" fmla="*/ 2 w 15"/>
                <a:gd name="T35" fmla="*/ 2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45">
                  <a:moveTo>
                    <a:pt x="2" y="20"/>
                  </a:moveTo>
                  <a:cubicBezTo>
                    <a:pt x="1" y="27"/>
                    <a:pt x="0" y="32"/>
                    <a:pt x="0" y="37"/>
                  </a:cubicBezTo>
                  <a:cubicBezTo>
                    <a:pt x="0" y="43"/>
                    <a:pt x="2" y="45"/>
                    <a:pt x="5" y="45"/>
                  </a:cubicBezTo>
                  <a:cubicBezTo>
                    <a:pt x="7" y="45"/>
                    <a:pt x="8" y="45"/>
                    <a:pt x="9" y="44"/>
                  </a:cubicBezTo>
                  <a:cubicBezTo>
                    <a:pt x="10" y="43"/>
                    <a:pt x="11" y="42"/>
                    <a:pt x="11" y="41"/>
                  </a:cubicBezTo>
                  <a:cubicBezTo>
                    <a:pt x="11" y="41"/>
                    <a:pt x="11" y="40"/>
                    <a:pt x="11" y="40"/>
                  </a:cubicBezTo>
                  <a:cubicBezTo>
                    <a:pt x="10" y="37"/>
                    <a:pt x="10" y="35"/>
                    <a:pt x="10" y="33"/>
                  </a:cubicBezTo>
                  <a:cubicBezTo>
                    <a:pt x="10" y="31"/>
                    <a:pt x="10" y="28"/>
                    <a:pt x="10" y="25"/>
                  </a:cubicBezTo>
                  <a:cubicBezTo>
                    <a:pt x="11" y="22"/>
                    <a:pt x="12" y="17"/>
                    <a:pt x="13" y="12"/>
                  </a:cubicBezTo>
                  <a:cubicBezTo>
                    <a:pt x="13" y="11"/>
                    <a:pt x="13" y="11"/>
                    <a:pt x="13" y="11"/>
                  </a:cubicBezTo>
                  <a:cubicBezTo>
                    <a:pt x="14" y="8"/>
                    <a:pt x="15" y="6"/>
                    <a:pt x="15" y="5"/>
                  </a:cubicBezTo>
                  <a:cubicBezTo>
                    <a:pt x="15" y="3"/>
                    <a:pt x="14" y="2"/>
                    <a:pt x="13" y="2"/>
                  </a:cubicBezTo>
                  <a:cubicBezTo>
                    <a:pt x="12" y="1"/>
                    <a:pt x="11" y="0"/>
                    <a:pt x="9" y="0"/>
                  </a:cubicBezTo>
                  <a:cubicBezTo>
                    <a:pt x="7" y="0"/>
                    <a:pt x="6" y="1"/>
                    <a:pt x="5" y="2"/>
                  </a:cubicBezTo>
                  <a:cubicBezTo>
                    <a:pt x="4" y="4"/>
                    <a:pt x="4" y="5"/>
                    <a:pt x="4" y="7"/>
                  </a:cubicBezTo>
                  <a:cubicBezTo>
                    <a:pt x="4" y="8"/>
                    <a:pt x="3" y="11"/>
                    <a:pt x="3" y="16"/>
                  </a:cubicBezTo>
                  <a:cubicBezTo>
                    <a:pt x="3" y="16"/>
                    <a:pt x="3" y="16"/>
                    <a:pt x="3" y="16"/>
                  </a:cubicBezTo>
                  <a:cubicBezTo>
                    <a:pt x="2" y="17"/>
                    <a:pt x="2" y="19"/>
                    <a:pt x="2"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272"/>
            <p:cNvSpPr>
              <a:spLocks/>
            </p:cNvSpPr>
            <p:nvPr/>
          </p:nvSpPr>
          <p:spPr bwMode="auto">
            <a:xfrm>
              <a:off x="8288338" y="2344738"/>
              <a:ext cx="19050" cy="19050"/>
            </a:xfrm>
            <a:custGeom>
              <a:avLst/>
              <a:gdLst>
                <a:gd name="T0" fmla="*/ 11 w 13"/>
                <a:gd name="T1" fmla="*/ 10 h 12"/>
                <a:gd name="T2" fmla="*/ 13 w 13"/>
                <a:gd name="T3" fmla="*/ 5 h 12"/>
                <a:gd name="T4" fmla="*/ 12 w 13"/>
                <a:gd name="T5" fmla="*/ 1 h 12"/>
                <a:gd name="T6" fmla="*/ 7 w 13"/>
                <a:gd name="T7" fmla="*/ 0 h 12"/>
                <a:gd name="T8" fmla="*/ 2 w 13"/>
                <a:gd name="T9" fmla="*/ 2 h 12"/>
                <a:gd name="T10" fmla="*/ 0 w 13"/>
                <a:gd name="T11" fmla="*/ 6 h 12"/>
                <a:gd name="T12" fmla="*/ 2 w 13"/>
                <a:gd name="T13" fmla="*/ 10 h 12"/>
                <a:gd name="T14" fmla="*/ 6 w 13"/>
                <a:gd name="T15" fmla="*/ 12 h 12"/>
                <a:gd name="T16" fmla="*/ 11 w 13"/>
                <a:gd name="T17"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2">
                  <a:moveTo>
                    <a:pt x="11" y="10"/>
                  </a:moveTo>
                  <a:cubicBezTo>
                    <a:pt x="13" y="9"/>
                    <a:pt x="13" y="7"/>
                    <a:pt x="13" y="5"/>
                  </a:cubicBezTo>
                  <a:cubicBezTo>
                    <a:pt x="13" y="4"/>
                    <a:pt x="13" y="2"/>
                    <a:pt x="12" y="1"/>
                  </a:cubicBezTo>
                  <a:cubicBezTo>
                    <a:pt x="11" y="0"/>
                    <a:pt x="9" y="0"/>
                    <a:pt x="7" y="0"/>
                  </a:cubicBezTo>
                  <a:cubicBezTo>
                    <a:pt x="5" y="0"/>
                    <a:pt x="3" y="0"/>
                    <a:pt x="2" y="2"/>
                  </a:cubicBezTo>
                  <a:cubicBezTo>
                    <a:pt x="1" y="3"/>
                    <a:pt x="0" y="4"/>
                    <a:pt x="0" y="6"/>
                  </a:cubicBezTo>
                  <a:cubicBezTo>
                    <a:pt x="0" y="8"/>
                    <a:pt x="1" y="9"/>
                    <a:pt x="2" y="10"/>
                  </a:cubicBezTo>
                  <a:cubicBezTo>
                    <a:pt x="3" y="12"/>
                    <a:pt x="5" y="12"/>
                    <a:pt x="6" y="12"/>
                  </a:cubicBezTo>
                  <a:cubicBezTo>
                    <a:pt x="7" y="12"/>
                    <a:pt x="9" y="12"/>
                    <a:pt x="1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273"/>
            <p:cNvSpPr>
              <a:spLocks/>
            </p:cNvSpPr>
            <p:nvPr/>
          </p:nvSpPr>
          <p:spPr bwMode="auto">
            <a:xfrm>
              <a:off x="8308975" y="2381251"/>
              <a:ext cx="77788" cy="63500"/>
            </a:xfrm>
            <a:custGeom>
              <a:avLst/>
              <a:gdLst>
                <a:gd name="T0" fmla="*/ 11 w 52"/>
                <a:gd name="T1" fmla="*/ 1 h 43"/>
                <a:gd name="T2" fmla="*/ 8 w 52"/>
                <a:gd name="T3" fmla="*/ 0 h 43"/>
                <a:gd name="T4" fmla="*/ 4 w 52"/>
                <a:gd name="T5" fmla="*/ 2 h 43"/>
                <a:gd name="T6" fmla="*/ 2 w 52"/>
                <a:gd name="T7" fmla="*/ 6 h 43"/>
                <a:gd name="T8" fmla="*/ 1 w 52"/>
                <a:gd name="T9" fmla="*/ 28 h 43"/>
                <a:gd name="T10" fmla="*/ 0 w 52"/>
                <a:gd name="T11" fmla="*/ 37 h 43"/>
                <a:gd name="T12" fmla="*/ 6 w 52"/>
                <a:gd name="T13" fmla="*/ 43 h 43"/>
                <a:gd name="T14" fmla="*/ 8 w 52"/>
                <a:gd name="T15" fmla="*/ 41 h 43"/>
                <a:gd name="T16" fmla="*/ 9 w 52"/>
                <a:gd name="T17" fmla="*/ 39 h 43"/>
                <a:gd name="T18" fmla="*/ 18 w 52"/>
                <a:gd name="T19" fmla="*/ 23 h 43"/>
                <a:gd name="T20" fmla="*/ 28 w 52"/>
                <a:gd name="T21" fmla="*/ 12 h 43"/>
                <a:gd name="T22" fmla="*/ 32 w 52"/>
                <a:gd name="T23" fmla="*/ 22 h 43"/>
                <a:gd name="T24" fmla="*/ 35 w 52"/>
                <a:gd name="T25" fmla="*/ 36 h 43"/>
                <a:gd name="T26" fmla="*/ 35 w 52"/>
                <a:gd name="T27" fmla="*/ 36 h 43"/>
                <a:gd name="T28" fmla="*/ 42 w 52"/>
                <a:gd name="T29" fmla="*/ 40 h 43"/>
                <a:gd name="T30" fmla="*/ 49 w 52"/>
                <a:gd name="T31" fmla="*/ 38 h 43"/>
                <a:gd name="T32" fmla="*/ 52 w 52"/>
                <a:gd name="T33" fmla="*/ 33 h 43"/>
                <a:gd name="T34" fmla="*/ 50 w 52"/>
                <a:gd name="T35" fmla="*/ 31 h 43"/>
                <a:gd name="T36" fmla="*/ 47 w 52"/>
                <a:gd name="T37" fmla="*/ 32 h 43"/>
                <a:gd name="T38" fmla="*/ 45 w 52"/>
                <a:gd name="T39" fmla="*/ 32 h 43"/>
                <a:gd name="T40" fmla="*/ 41 w 52"/>
                <a:gd name="T41" fmla="*/ 17 h 43"/>
                <a:gd name="T42" fmla="*/ 30 w 52"/>
                <a:gd name="T43" fmla="*/ 2 h 43"/>
                <a:gd name="T44" fmla="*/ 10 w 52"/>
                <a:gd name="T45" fmla="*/ 23 h 43"/>
                <a:gd name="T46" fmla="*/ 13 w 52"/>
                <a:gd name="T47" fmla="*/ 8 h 43"/>
                <a:gd name="T48" fmla="*/ 11 w 52"/>
                <a:gd name="T49" fmla="*/ 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2" h="43">
                  <a:moveTo>
                    <a:pt x="11" y="1"/>
                  </a:moveTo>
                  <a:cubicBezTo>
                    <a:pt x="10" y="0"/>
                    <a:pt x="9" y="0"/>
                    <a:pt x="8" y="0"/>
                  </a:cubicBezTo>
                  <a:cubicBezTo>
                    <a:pt x="6" y="0"/>
                    <a:pt x="5" y="1"/>
                    <a:pt x="4" y="2"/>
                  </a:cubicBezTo>
                  <a:cubicBezTo>
                    <a:pt x="3" y="4"/>
                    <a:pt x="2" y="5"/>
                    <a:pt x="2" y="6"/>
                  </a:cubicBezTo>
                  <a:cubicBezTo>
                    <a:pt x="2" y="15"/>
                    <a:pt x="2" y="22"/>
                    <a:pt x="1" y="28"/>
                  </a:cubicBezTo>
                  <a:cubicBezTo>
                    <a:pt x="0" y="33"/>
                    <a:pt x="0" y="36"/>
                    <a:pt x="0" y="37"/>
                  </a:cubicBezTo>
                  <a:cubicBezTo>
                    <a:pt x="0" y="41"/>
                    <a:pt x="2" y="43"/>
                    <a:pt x="6" y="43"/>
                  </a:cubicBezTo>
                  <a:cubicBezTo>
                    <a:pt x="6" y="43"/>
                    <a:pt x="7" y="42"/>
                    <a:pt x="8" y="41"/>
                  </a:cubicBezTo>
                  <a:cubicBezTo>
                    <a:pt x="8" y="41"/>
                    <a:pt x="9" y="40"/>
                    <a:pt x="9" y="39"/>
                  </a:cubicBezTo>
                  <a:cubicBezTo>
                    <a:pt x="10" y="35"/>
                    <a:pt x="13" y="30"/>
                    <a:pt x="18" y="23"/>
                  </a:cubicBezTo>
                  <a:cubicBezTo>
                    <a:pt x="23" y="15"/>
                    <a:pt x="26" y="12"/>
                    <a:pt x="28" y="12"/>
                  </a:cubicBezTo>
                  <a:cubicBezTo>
                    <a:pt x="30" y="12"/>
                    <a:pt x="32" y="15"/>
                    <a:pt x="32" y="22"/>
                  </a:cubicBezTo>
                  <a:cubicBezTo>
                    <a:pt x="33" y="29"/>
                    <a:pt x="34" y="34"/>
                    <a:pt x="35" y="36"/>
                  </a:cubicBezTo>
                  <a:cubicBezTo>
                    <a:pt x="35" y="36"/>
                    <a:pt x="35" y="36"/>
                    <a:pt x="35" y="36"/>
                  </a:cubicBezTo>
                  <a:cubicBezTo>
                    <a:pt x="37" y="39"/>
                    <a:pt x="39" y="40"/>
                    <a:pt x="42" y="40"/>
                  </a:cubicBezTo>
                  <a:cubicBezTo>
                    <a:pt x="45" y="40"/>
                    <a:pt x="47" y="39"/>
                    <a:pt x="49" y="38"/>
                  </a:cubicBezTo>
                  <a:cubicBezTo>
                    <a:pt x="51" y="36"/>
                    <a:pt x="52" y="35"/>
                    <a:pt x="52" y="33"/>
                  </a:cubicBezTo>
                  <a:cubicBezTo>
                    <a:pt x="52" y="32"/>
                    <a:pt x="51" y="31"/>
                    <a:pt x="50" y="31"/>
                  </a:cubicBezTo>
                  <a:cubicBezTo>
                    <a:pt x="49" y="31"/>
                    <a:pt x="48" y="31"/>
                    <a:pt x="47" y="32"/>
                  </a:cubicBezTo>
                  <a:cubicBezTo>
                    <a:pt x="46" y="32"/>
                    <a:pt x="46" y="32"/>
                    <a:pt x="45" y="32"/>
                  </a:cubicBezTo>
                  <a:cubicBezTo>
                    <a:pt x="44" y="32"/>
                    <a:pt x="42" y="27"/>
                    <a:pt x="41" y="17"/>
                  </a:cubicBezTo>
                  <a:cubicBezTo>
                    <a:pt x="40" y="7"/>
                    <a:pt x="36" y="2"/>
                    <a:pt x="30" y="2"/>
                  </a:cubicBezTo>
                  <a:cubicBezTo>
                    <a:pt x="23" y="2"/>
                    <a:pt x="16" y="9"/>
                    <a:pt x="10" y="23"/>
                  </a:cubicBezTo>
                  <a:cubicBezTo>
                    <a:pt x="12" y="15"/>
                    <a:pt x="13" y="10"/>
                    <a:pt x="13" y="8"/>
                  </a:cubicBezTo>
                  <a:cubicBezTo>
                    <a:pt x="13" y="4"/>
                    <a:pt x="12" y="2"/>
                    <a:pt x="1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274"/>
            <p:cNvSpPr>
              <a:spLocks noEditPoints="1"/>
            </p:cNvSpPr>
            <p:nvPr/>
          </p:nvSpPr>
          <p:spPr bwMode="auto">
            <a:xfrm>
              <a:off x="8380413" y="2378076"/>
              <a:ext cx="76200" cy="104775"/>
            </a:xfrm>
            <a:custGeom>
              <a:avLst/>
              <a:gdLst>
                <a:gd name="T0" fmla="*/ 7 w 51"/>
                <a:gd name="T1" fmla="*/ 65 h 70"/>
                <a:gd name="T2" fmla="*/ 23 w 51"/>
                <a:gd name="T3" fmla="*/ 70 h 70"/>
                <a:gd name="T4" fmla="*/ 37 w 51"/>
                <a:gd name="T5" fmla="*/ 64 h 70"/>
                <a:gd name="T6" fmla="*/ 45 w 51"/>
                <a:gd name="T7" fmla="*/ 43 h 70"/>
                <a:gd name="T8" fmla="*/ 47 w 51"/>
                <a:gd name="T9" fmla="*/ 22 h 70"/>
                <a:gd name="T10" fmla="*/ 50 w 51"/>
                <a:gd name="T11" fmla="*/ 14 h 70"/>
                <a:gd name="T12" fmla="*/ 51 w 51"/>
                <a:gd name="T13" fmla="*/ 9 h 70"/>
                <a:gd name="T14" fmla="*/ 50 w 51"/>
                <a:gd name="T15" fmla="*/ 6 h 70"/>
                <a:gd name="T16" fmla="*/ 48 w 51"/>
                <a:gd name="T17" fmla="*/ 3 h 70"/>
                <a:gd name="T18" fmla="*/ 47 w 51"/>
                <a:gd name="T19" fmla="*/ 2 h 70"/>
                <a:gd name="T20" fmla="*/ 41 w 51"/>
                <a:gd name="T21" fmla="*/ 0 h 70"/>
                <a:gd name="T22" fmla="*/ 25 w 51"/>
                <a:gd name="T23" fmla="*/ 6 h 70"/>
                <a:gd name="T24" fmla="*/ 12 w 51"/>
                <a:gd name="T25" fmla="*/ 20 h 70"/>
                <a:gd name="T26" fmla="*/ 7 w 51"/>
                <a:gd name="T27" fmla="*/ 34 h 70"/>
                <a:gd name="T28" fmla="*/ 10 w 51"/>
                <a:gd name="T29" fmla="*/ 41 h 70"/>
                <a:gd name="T30" fmla="*/ 16 w 51"/>
                <a:gd name="T31" fmla="*/ 43 h 70"/>
                <a:gd name="T32" fmla="*/ 27 w 51"/>
                <a:gd name="T33" fmla="*/ 40 h 70"/>
                <a:gd name="T34" fmla="*/ 37 w 51"/>
                <a:gd name="T35" fmla="*/ 32 h 70"/>
                <a:gd name="T36" fmla="*/ 32 w 51"/>
                <a:gd name="T37" fmla="*/ 55 h 70"/>
                <a:gd name="T38" fmla="*/ 23 w 51"/>
                <a:gd name="T39" fmla="*/ 61 h 70"/>
                <a:gd name="T40" fmla="*/ 7 w 51"/>
                <a:gd name="T41" fmla="*/ 55 h 70"/>
                <a:gd name="T42" fmla="*/ 3 w 51"/>
                <a:gd name="T43" fmla="*/ 53 h 70"/>
                <a:gd name="T44" fmla="*/ 0 w 51"/>
                <a:gd name="T45" fmla="*/ 56 h 70"/>
                <a:gd name="T46" fmla="*/ 7 w 51"/>
                <a:gd name="T47" fmla="*/ 65 h 70"/>
                <a:gd name="T48" fmla="*/ 29 w 51"/>
                <a:gd name="T49" fmla="*/ 30 h 70"/>
                <a:gd name="T50" fmla="*/ 19 w 51"/>
                <a:gd name="T51" fmla="*/ 35 h 70"/>
                <a:gd name="T52" fmla="*/ 17 w 51"/>
                <a:gd name="T53" fmla="*/ 32 h 70"/>
                <a:gd name="T54" fmla="*/ 21 w 51"/>
                <a:gd name="T55" fmla="*/ 22 h 70"/>
                <a:gd name="T56" fmla="*/ 30 w 51"/>
                <a:gd name="T57" fmla="*/ 12 h 70"/>
                <a:gd name="T58" fmla="*/ 38 w 51"/>
                <a:gd name="T59" fmla="*/ 9 h 70"/>
                <a:gd name="T60" fmla="*/ 40 w 51"/>
                <a:gd name="T61" fmla="*/ 10 h 70"/>
                <a:gd name="T62" fmla="*/ 41 w 51"/>
                <a:gd name="T63" fmla="*/ 12 h 70"/>
                <a:gd name="T64" fmla="*/ 38 w 51"/>
                <a:gd name="T65" fmla="*/ 20 h 70"/>
                <a:gd name="T66" fmla="*/ 29 w 51"/>
                <a:gd name="T67" fmla="*/ 3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70">
                  <a:moveTo>
                    <a:pt x="7" y="65"/>
                  </a:moveTo>
                  <a:cubicBezTo>
                    <a:pt x="12" y="68"/>
                    <a:pt x="17" y="70"/>
                    <a:pt x="23" y="70"/>
                  </a:cubicBezTo>
                  <a:cubicBezTo>
                    <a:pt x="28" y="70"/>
                    <a:pt x="33" y="68"/>
                    <a:pt x="37" y="64"/>
                  </a:cubicBezTo>
                  <a:cubicBezTo>
                    <a:pt x="41" y="59"/>
                    <a:pt x="44" y="52"/>
                    <a:pt x="45" y="43"/>
                  </a:cubicBezTo>
                  <a:cubicBezTo>
                    <a:pt x="46" y="32"/>
                    <a:pt x="47" y="25"/>
                    <a:pt x="47" y="22"/>
                  </a:cubicBezTo>
                  <a:cubicBezTo>
                    <a:pt x="48" y="19"/>
                    <a:pt x="49" y="17"/>
                    <a:pt x="50" y="14"/>
                  </a:cubicBezTo>
                  <a:cubicBezTo>
                    <a:pt x="51" y="11"/>
                    <a:pt x="51" y="9"/>
                    <a:pt x="51" y="9"/>
                  </a:cubicBezTo>
                  <a:cubicBezTo>
                    <a:pt x="51" y="8"/>
                    <a:pt x="51" y="7"/>
                    <a:pt x="50" y="6"/>
                  </a:cubicBezTo>
                  <a:cubicBezTo>
                    <a:pt x="50" y="4"/>
                    <a:pt x="49" y="4"/>
                    <a:pt x="48" y="3"/>
                  </a:cubicBezTo>
                  <a:cubicBezTo>
                    <a:pt x="48" y="3"/>
                    <a:pt x="48" y="3"/>
                    <a:pt x="47" y="2"/>
                  </a:cubicBezTo>
                  <a:cubicBezTo>
                    <a:pt x="46" y="1"/>
                    <a:pt x="43" y="0"/>
                    <a:pt x="41" y="0"/>
                  </a:cubicBezTo>
                  <a:cubicBezTo>
                    <a:pt x="36" y="0"/>
                    <a:pt x="31" y="2"/>
                    <a:pt x="25" y="6"/>
                  </a:cubicBezTo>
                  <a:cubicBezTo>
                    <a:pt x="20" y="10"/>
                    <a:pt x="15" y="14"/>
                    <a:pt x="12" y="20"/>
                  </a:cubicBezTo>
                  <a:cubicBezTo>
                    <a:pt x="9" y="25"/>
                    <a:pt x="7" y="30"/>
                    <a:pt x="7" y="34"/>
                  </a:cubicBezTo>
                  <a:cubicBezTo>
                    <a:pt x="7" y="37"/>
                    <a:pt x="8" y="39"/>
                    <a:pt x="10" y="41"/>
                  </a:cubicBezTo>
                  <a:cubicBezTo>
                    <a:pt x="11" y="42"/>
                    <a:pt x="13" y="43"/>
                    <a:pt x="16" y="43"/>
                  </a:cubicBezTo>
                  <a:cubicBezTo>
                    <a:pt x="19" y="43"/>
                    <a:pt x="23" y="42"/>
                    <a:pt x="27" y="40"/>
                  </a:cubicBezTo>
                  <a:cubicBezTo>
                    <a:pt x="31" y="38"/>
                    <a:pt x="34" y="35"/>
                    <a:pt x="37" y="32"/>
                  </a:cubicBezTo>
                  <a:cubicBezTo>
                    <a:pt x="36" y="43"/>
                    <a:pt x="34" y="51"/>
                    <a:pt x="32" y="55"/>
                  </a:cubicBezTo>
                  <a:cubicBezTo>
                    <a:pt x="30" y="59"/>
                    <a:pt x="27" y="61"/>
                    <a:pt x="23" y="61"/>
                  </a:cubicBezTo>
                  <a:cubicBezTo>
                    <a:pt x="19" y="61"/>
                    <a:pt x="14" y="59"/>
                    <a:pt x="7" y="55"/>
                  </a:cubicBezTo>
                  <a:cubicBezTo>
                    <a:pt x="5" y="54"/>
                    <a:pt x="3" y="53"/>
                    <a:pt x="3" y="53"/>
                  </a:cubicBezTo>
                  <a:cubicBezTo>
                    <a:pt x="1" y="53"/>
                    <a:pt x="0" y="54"/>
                    <a:pt x="0" y="56"/>
                  </a:cubicBezTo>
                  <a:cubicBezTo>
                    <a:pt x="0" y="58"/>
                    <a:pt x="2" y="61"/>
                    <a:pt x="7" y="65"/>
                  </a:cubicBezTo>
                  <a:close/>
                  <a:moveTo>
                    <a:pt x="29" y="30"/>
                  </a:moveTo>
                  <a:cubicBezTo>
                    <a:pt x="26" y="33"/>
                    <a:pt x="22" y="35"/>
                    <a:pt x="19" y="35"/>
                  </a:cubicBezTo>
                  <a:cubicBezTo>
                    <a:pt x="18" y="35"/>
                    <a:pt x="17" y="34"/>
                    <a:pt x="17" y="32"/>
                  </a:cubicBezTo>
                  <a:cubicBezTo>
                    <a:pt x="17" y="30"/>
                    <a:pt x="19" y="26"/>
                    <a:pt x="21" y="22"/>
                  </a:cubicBezTo>
                  <a:cubicBezTo>
                    <a:pt x="24" y="18"/>
                    <a:pt x="27" y="15"/>
                    <a:pt x="30" y="12"/>
                  </a:cubicBezTo>
                  <a:cubicBezTo>
                    <a:pt x="34" y="10"/>
                    <a:pt x="36" y="9"/>
                    <a:pt x="38" y="9"/>
                  </a:cubicBezTo>
                  <a:cubicBezTo>
                    <a:pt x="39" y="9"/>
                    <a:pt x="40" y="9"/>
                    <a:pt x="40" y="10"/>
                  </a:cubicBezTo>
                  <a:cubicBezTo>
                    <a:pt x="41" y="10"/>
                    <a:pt x="41" y="11"/>
                    <a:pt x="41" y="12"/>
                  </a:cubicBezTo>
                  <a:cubicBezTo>
                    <a:pt x="41" y="14"/>
                    <a:pt x="40" y="17"/>
                    <a:pt x="38" y="20"/>
                  </a:cubicBezTo>
                  <a:cubicBezTo>
                    <a:pt x="35" y="24"/>
                    <a:pt x="33" y="27"/>
                    <a:pt x="29"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275"/>
            <p:cNvSpPr>
              <a:spLocks noEditPoints="1"/>
            </p:cNvSpPr>
            <p:nvPr/>
          </p:nvSpPr>
          <p:spPr bwMode="auto">
            <a:xfrm>
              <a:off x="8512175" y="2376488"/>
              <a:ext cx="66675" cy="69850"/>
            </a:xfrm>
            <a:custGeom>
              <a:avLst/>
              <a:gdLst>
                <a:gd name="T0" fmla="*/ 37 w 44"/>
                <a:gd name="T1" fmla="*/ 47 h 47"/>
                <a:gd name="T2" fmla="*/ 41 w 44"/>
                <a:gd name="T3" fmla="*/ 45 h 47"/>
                <a:gd name="T4" fmla="*/ 44 w 44"/>
                <a:gd name="T5" fmla="*/ 42 h 47"/>
                <a:gd name="T6" fmla="*/ 42 w 44"/>
                <a:gd name="T7" fmla="*/ 40 h 47"/>
                <a:gd name="T8" fmla="*/ 40 w 44"/>
                <a:gd name="T9" fmla="*/ 38 h 47"/>
                <a:gd name="T10" fmla="*/ 39 w 44"/>
                <a:gd name="T11" fmla="*/ 36 h 47"/>
                <a:gd name="T12" fmla="*/ 38 w 44"/>
                <a:gd name="T13" fmla="*/ 28 h 47"/>
                <a:gd name="T14" fmla="*/ 40 w 44"/>
                <a:gd name="T15" fmla="*/ 15 h 47"/>
                <a:gd name="T16" fmla="*/ 41 w 44"/>
                <a:gd name="T17" fmla="*/ 8 h 47"/>
                <a:gd name="T18" fmla="*/ 36 w 44"/>
                <a:gd name="T19" fmla="*/ 5 h 47"/>
                <a:gd name="T20" fmla="*/ 29 w 44"/>
                <a:gd name="T21" fmla="*/ 0 h 47"/>
                <a:gd name="T22" fmla="*/ 10 w 44"/>
                <a:gd name="T23" fmla="*/ 12 h 47"/>
                <a:gd name="T24" fmla="*/ 0 w 44"/>
                <a:gd name="T25" fmla="*/ 35 h 47"/>
                <a:gd name="T26" fmla="*/ 3 w 44"/>
                <a:gd name="T27" fmla="*/ 43 h 47"/>
                <a:gd name="T28" fmla="*/ 9 w 44"/>
                <a:gd name="T29" fmla="*/ 46 h 47"/>
                <a:gd name="T30" fmla="*/ 30 w 44"/>
                <a:gd name="T31" fmla="*/ 31 h 47"/>
                <a:gd name="T32" fmla="*/ 37 w 44"/>
                <a:gd name="T33" fmla="*/ 47 h 47"/>
                <a:gd name="T34" fmla="*/ 24 w 44"/>
                <a:gd name="T35" fmla="*/ 28 h 47"/>
                <a:gd name="T36" fmla="*/ 12 w 44"/>
                <a:gd name="T37" fmla="*/ 37 h 47"/>
                <a:gd name="T38" fmla="*/ 10 w 44"/>
                <a:gd name="T39" fmla="*/ 33 h 47"/>
                <a:gd name="T40" fmla="*/ 17 w 44"/>
                <a:gd name="T41" fmla="*/ 18 h 47"/>
                <a:gd name="T42" fmla="*/ 28 w 44"/>
                <a:gd name="T43" fmla="*/ 9 h 47"/>
                <a:gd name="T44" fmla="*/ 30 w 44"/>
                <a:gd name="T45" fmla="*/ 10 h 47"/>
                <a:gd name="T46" fmla="*/ 31 w 44"/>
                <a:gd name="T47" fmla="*/ 13 h 47"/>
                <a:gd name="T48" fmla="*/ 24 w 44"/>
                <a:gd name="T49" fmla="*/ 2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4" h="47">
                  <a:moveTo>
                    <a:pt x="37" y="47"/>
                  </a:moveTo>
                  <a:cubicBezTo>
                    <a:pt x="39" y="47"/>
                    <a:pt x="40" y="46"/>
                    <a:pt x="41" y="45"/>
                  </a:cubicBezTo>
                  <a:cubicBezTo>
                    <a:pt x="43" y="45"/>
                    <a:pt x="44" y="43"/>
                    <a:pt x="44" y="42"/>
                  </a:cubicBezTo>
                  <a:cubicBezTo>
                    <a:pt x="44" y="41"/>
                    <a:pt x="43" y="40"/>
                    <a:pt x="42" y="40"/>
                  </a:cubicBezTo>
                  <a:cubicBezTo>
                    <a:pt x="41" y="39"/>
                    <a:pt x="40" y="39"/>
                    <a:pt x="40" y="38"/>
                  </a:cubicBezTo>
                  <a:cubicBezTo>
                    <a:pt x="40" y="38"/>
                    <a:pt x="39" y="37"/>
                    <a:pt x="39" y="36"/>
                  </a:cubicBezTo>
                  <a:cubicBezTo>
                    <a:pt x="38" y="34"/>
                    <a:pt x="38" y="32"/>
                    <a:pt x="38" y="28"/>
                  </a:cubicBezTo>
                  <a:cubicBezTo>
                    <a:pt x="38" y="25"/>
                    <a:pt x="39" y="20"/>
                    <a:pt x="40" y="15"/>
                  </a:cubicBezTo>
                  <a:cubicBezTo>
                    <a:pt x="40" y="12"/>
                    <a:pt x="41" y="10"/>
                    <a:pt x="41" y="8"/>
                  </a:cubicBezTo>
                  <a:cubicBezTo>
                    <a:pt x="41" y="6"/>
                    <a:pt x="39" y="5"/>
                    <a:pt x="36" y="5"/>
                  </a:cubicBezTo>
                  <a:cubicBezTo>
                    <a:pt x="35" y="2"/>
                    <a:pt x="33" y="0"/>
                    <a:pt x="29" y="0"/>
                  </a:cubicBezTo>
                  <a:cubicBezTo>
                    <a:pt x="23" y="0"/>
                    <a:pt x="16" y="4"/>
                    <a:pt x="10" y="12"/>
                  </a:cubicBezTo>
                  <a:cubicBezTo>
                    <a:pt x="3" y="20"/>
                    <a:pt x="0" y="28"/>
                    <a:pt x="0" y="35"/>
                  </a:cubicBezTo>
                  <a:cubicBezTo>
                    <a:pt x="0" y="38"/>
                    <a:pt x="1" y="41"/>
                    <a:pt x="3" y="43"/>
                  </a:cubicBezTo>
                  <a:cubicBezTo>
                    <a:pt x="5" y="45"/>
                    <a:pt x="7" y="46"/>
                    <a:pt x="9" y="46"/>
                  </a:cubicBezTo>
                  <a:cubicBezTo>
                    <a:pt x="16" y="46"/>
                    <a:pt x="23" y="41"/>
                    <a:pt x="30" y="31"/>
                  </a:cubicBezTo>
                  <a:cubicBezTo>
                    <a:pt x="30" y="42"/>
                    <a:pt x="32" y="47"/>
                    <a:pt x="37" y="47"/>
                  </a:cubicBezTo>
                  <a:close/>
                  <a:moveTo>
                    <a:pt x="24" y="28"/>
                  </a:moveTo>
                  <a:cubicBezTo>
                    <a:pt x="19" y="34"/>
                    <a:pt x="15" y="37"/>
                    <a:pt x="12" y="37"/>
                  </a:cubicBezTo>
                  <a:cubicBezTo>
                    <a:pt x="11" y="37"/>
                    <a:pt x="10" y="36"/>
                    <a:pt x="10" y="33"/>
                  </a:cubicBezTo>
                  <a:cubicBezTo>
                    <a:pt x="10" y="29"/>
                    <a:pt x="12" y="24"/>
                    <a:pt x="17" y="18"/>
                  </a:cubicBezTo>
                  <a:cubicBezTo>
                    <a:pt x="21" y="12"/>
                    <a:pt x="25" y="9"/>
                    <a:pt x="28" y="9"/>
                  </a:cubicBezTo>
                  <a:cubicBezTo>
                    <a:pt x="28" y="9"/>
                    <a:pt x="29" y="9"/>
                    <a:pt x="30" y="10"/>
                  </a:cubicBezTo>
                  <a:cubicBezTo>
                    <a:pt x="30" y="11"/>
                    <a:pt x="31" y="12"/>
                    <a:pt x="31" y="13"/>
                  </a:cubicBezTo>
                  <a:cubicBezTo>
                    <a:pt x="31" y="17"/>
                    <a:pt x="28" y="22"/>
                    <a:pt x="24"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Freeform 276"/>
            <p:cNvSpPr>
              <a:spLocks/>
            </p:cNvSpPr>
            <p:nvPr/>
          </p:nvSpPr>
          <p:spPr bwMode="auto">
            <a:xfrm>
              <a:off x="8637588" y="2349501"/>
              <a:ext cx="80963" cy="100013"/>
            </a:xfrm>
            <a:custGeom>
              <a:avLst/>
              <a:gdLst>
                <a:gd name="T0" fmla="*/ 42 w 54"/>
                <a:gd name="T1" fmla="*/ 19 h 67"/>
                <a:gd name="T2" fmla="*/ 43 w 54"/>
                <a:gd name="T3" fmla="*/ 22 h 67"/>
                <a:gd name="T4" fmla="*/ 46 w 54"/>
                <a:gd name="T5" fmla="*/ 23 h 67"/>
                <a:gd name="T6" fmla="*/ 50 w 54"/>
                <a:gd name="T7" fmla="*/ 22 h 67"/>
                <a:gd name="T8" fmla="*/ 53 w 54"/>
                <a:gd name="T9" fmla="*/ 18 h 67"/>
                <a:gd name="T10" fmla="*/ 54 w 54"/>
                <a:gd name="T11" fmla="*/ 11 h 67"/>
                <a:gd name="T12" fmla="*/ 51 w 54"/>
                <a:gd name="T13" fmla="*/ 4 h 67"/>
                <a:gd name="T14" fmla="*/ 42 w 54"/>
                <a:gd name="T15" fmla="*/ 0 h 67"/>
                <a:gd name="T16" fmla="*/ 23 w 54"/>
                <a:gd name="T17" fmla="*/ 8 h 67"/>
                <a:gd name="T18" fmla="*/ 7 w 54"/>
                <a:gd name="T19" fmla="*/ 26 h 67"/>
                <a:gd name="T20" fmla="*/ 0 w 54"/>
                <a:gd name="T21" fmla="*/ 48 h 67"/>
                <a:gd name="T22" fmla="*/ 6 w 54"/>
                <a:gd name="T23" fmla="*/ 62 h 67"/>
                <a:gd name="T24" fmla="*/ 20 w 54"/>
                <a:gd name="T25" fmla="*/ 67 h 67"/>
                <a:gd name="T26" fmla="*/ 38 w 54"/>
                <a:gd name="T27" fmla="*/ 61 h 67"/>
                <a:gd name="T28" fmla="*/ 47 w 54"/>
                <a:gd name="T29" fmla="*/ 52 h 67"/>
                <a:gd name="T30" fmla="*/ 44 w 54"/>
                <a:gd name="T31" fmla="*/ 49 h 67"/>
                <a:gd name="T32" fmla="*/ 38 w 54"/>
                <a:gd name="T33" fmla="*/ 52 h 67"/>
                <a:gd name="T34" fmla="*/ 29 w 54"/>
                <a:gd name="T35" fmla="*/ 56 h 67"/>
                <a:gd name="T36" fmla="*/ 21 w 54"/>
                <a:gd name="T37" fmla="*/ 58 h 67"/>
                <a:gd name="T38" fmla="*/ 13 w 54"/>
                <a:gd name="T39" fmla="*/ 55 h 67"/>
                <a:gd name="T40" fmla="*/ 11 w 54"/>
                <a:gd name="T41" fmla="*/ 47 h 67"/>
                <a:gd name="T42" fmla="*/ 16 w 54"/>
                <a:gd name="T43" fmla="*/ 30 h 67"/>
                <a:gd name="T44" fmla="*/ 28 w 54"/>
                <a:gd name="T45" fmla="*/ 14 h 67"/>
                <a:gd name="T46" fmla="*/ 42 w 54"/>
                <a:gd name="T47" fmla="*/ 8 h 67"/>
                <a:gd name="T48" fmla="*/ 44 w 54"/>
                <a:gd name="T49" fmla="*/ 11 h 67"/>
                <a:gd name="T50" fmla="*/ 43 w 54"/>
                <a:gd name="T51" fmla="*/ 15 h 67"/>
                <a:gd name="T52" fmla="*/ 42 w 54"/>
                <a:gd name="T53" fmla="*/ 1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4" h="67">
                  <a:moveTo>
                    <a:pt x="42" y="19"/>
                  </a:moveTo>
                  <a:cubicBezTo>
                    <a:pt x="42" y="20"/>
                    <a:pt x="43" y="21"/>
                    <a:pt x="43" y="22"/>
                  </a:cubicBezTo>
                  <a:cubicBezTo>
                    <a:pt x="44" y="23"/>
                    <a:pt x="45" y="23"/>
                    <a:pt x="46" y="23"/>
                  </a:cubicBezTo>
                  <a:cubicBezTo>
                    <a:pt x="47" y="23"/>
                    <a:pt x="48" y="23"/>
                    <a:pt x="50" y="22"/>
                  </a:cubicBezTo>
                  <a:cubicBezTo>
                    <a:pt x="52" y="21"/>
                    <a:pt x="53" y="19"/>
                    <a:pt x="53" y="18"/>
                  </a:cubicBezTo>
                  <a:cubicBezTo>
                    <a:pt x="54" y="17"/>
                    <a:pt x="54" y="14"/>
                    <a:pt x="54" y="11"/>
                  </a:cubicBezTo>
                  <a:cubicBezTo>
                    <a:pt x="54" y="8"/>
                    <a:pt x="53" y="6"/>
                    <a:pt x="51" y="4"/>
                  </a:cubicBezTo>
                  <a:cubicBezTo>
                    <a:pt x="49" y="1"/>
                    <a:pt x="46" y="0"/>
                    <a:pt x="42" y="0"/>
                  </a:cubicBezTo>
                  <a:cubicBezTo>
                    <a:pt x="36" y="0"/>
                    <a:pt x="29" y="3"/>
                    <a:pt x="23" y="8"/>
                  </a:cubicBezTo>
                  <a:cubicBezTo>
                    <a:pt x="17" y="12"/>
                    <a:pt x="11" y="19"/>
                    <a:pt x="7" y="26"/>
                  </a:cubicBezTo>
                  <a:cubicBezTo>
                    <a:pt x="2" y="34"/>
                    <a:pt x="0" y="41"/>
                    <a:pt x="0" y="48"/>
                  </a:cubicBezTo>
                  <a:cubicBezTo>
                    <a:pt x="0" y="54"/>
                    <a:pt x="2" y="59"/>
                    <a:pt x="6" y="62"/>
                  </a:cubicBezTo>
                  <a:cubicBezTo>
                    <a:pt x="11" y="65"/>
                    <a:pt x="15" y="67"/>
                    <a:pt x="20" y="67"/>
                  </a:cubicBezTo>
                  <a:cubicBezTo>
                    <a:pt x="26" y="67"/>
                    <a:pt x="32" y="65"/>
                    <a:pt x="38" y="61"/>
                  </a:cubicBezTo>
                  <a:cubicBezTo>
                    <a:pt x="44" y="58"/>
                    <a:pt x="47" y="54"/>
                    <a:pt x="47" y="52"/>
                  </a:cubicBezTo>
                  <a:cubicBezTo>
                    <a:pt x="47" y="50"/>
                    <a:pt x="46" y="49"/>
                    <a:pt x="44" y="49"/>
                  </a:cubicBezTo>
                  <a:cubicBezTo>
                    <a:pt x="43" y="49"/>
                    <a:pt x="41" y="50"/>
                    <a:pt x="38" y="52"/>
                  </a:cubicBezTo>
                  <a:cubicBezTo>
                    <a:pt x="35" y="54"/>
                    <a:pt x="32" y="55"/>
                    <a:pt x="29" y="56"/>
                  </a:cubicBezTo>
                  <a:cubicBezTo>
                    <a:pt x="26" y="57"/>
                    <a:pt x="24" y="58"/>
                    <a:pt x="21" y="58"/>
                  </a:cubicBezTo>
                  <a:cubicBezTo>
                    <a:pt x="18" y="58"/>
                    <a:pt x="15" y="57"/>
                    <a:pt x="13" y="55"/>
                  </a:cubicBezTo>
                  <a:cubicBezTo>
                    <a:pt x="12" y="53"/>
                    <a:pt x="11" y="50"/>
                    <a:pt x="11" y="47"/>
                  </a:cubicBezTo>
                  <a:cubicBezTo>
                    <a:pt x="11" y="42"/>
                    <a:pt x="12" y="36"/>
                    <a:pt x="16" y="30"/>
                  </a:cubicBezTo>
                  <a:cubicBezTo>
                    <a:pt x="19" y="24"/>
                    <a:pt x="24" y="19"/>
                    <a:pt x="28" y="14"/>
                  </a:cubicBezTo>
                  <a:cubicBezTo>
                    <a:pt x="33" y="10"/>
                    <a:pt x="38" y="8"/>
                    <a:pt x="42" y="8"/>
                  </a:cubicBezTo>
                  <a:cubicBezTo>
                    <a:pt x="43" y="8"/>
                    <a:pt x="44" y="9"/>
                    <a:pt x="44" y="11"/>
                  </a:cubicBezTo>
                  <a:cubicBezTo>
                    <a:pt x="44" y="12"/>
                    <a:pt x="43" y="14"/>
                    <a:pt x="43" y="15"/>
                  </a:cubicBezTo>
                  <a:cubicBezTo>
                    <a:pt x="43" y="17"/>
                    <a:pt x="42" y="18"/>
                    <a:pt x="42"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277"/>
            <p:cNvSpPr>
              <a:spLocks noEditPoints="1"/>
            </p:cNvSpPr>
            <p:nvPr/>
          </p:nvSpPr>
          <p:spPr bwMode="auto">
            <a:xfrm>
              <a:off x="8723313" y="2378076"/>
              <a:ext cx="58738" cy="68263"/>
            </a:xfrm>
            <a:custGeom>
              <a:avLst/>
              <a:gdLst>
                <a:gd name="T0" fmla="*/ 29 w 40"/>
                <a:gd name="T1" fmla="*/ 40 h 46"/>
                <a:gd name="T2" fmla="*/ 39 w 40"/>
                <a:gd name="T3" fmla="*/ 23 h 46"/>
                <a:gd name="T4" fmla="*/ 39 w 40"/>
                <a:gd name="T5" fmla="*/ 23 h 46"/>
                <a:gd name="T6" fmla="*/ 40 w 40"/>
                <a:gd name="T7" fmla="*/ 17 h 46"/>
                <a:gd name="T8" fmla="*/ 36 w 40"/>
                <a:gd name="T9" fmla="*/ 5 h 46"/>
                <a:gd name="T10" fmla="*/ 24 w 40"/>
                <a:gd name="T11" fmla="*/ 0 h 46"/>
                <a:gd name="T12" fmla="*/ 7 w 40"/>
                <a:gd name="T13" fmla="*/ 10 h 46"/>
                <a:gd name="T14" fmla="*/ 0 w 40"/>
                <a:gd name="T15" fmla="*/ 31 h 46"/>
                <a:gd name="T16" fmla="*/ 4 w 40"/>
                <a:gd name="T17" fmla="*/ 42 h 46"/>
                <a:gd name="T18" fmla="*/ 14 w 40"/>
                <a:gd name="T19" fmla="*/ 46 h 46"/>
                <a:gd name="T20" fmla="*/ 29 w 40"/>
                <a:gd name="T21" fmla="*/ 40 h 46"/>
                <a:gd name="T22" fmla="*/ 11 w 40"/>
                <a:gd name="T23" fmla="*/ 35 h 46"/>
                <a:gd name="T24" fmla="*/ 10 w 40"/>
                <a:gd name="T25" fmla="*/ 30 h 46"/>
                <a:gd name="T26" fmla="*/ 12 w 40"/>
                <a:gd name="T27" fmla="*/ 18 h 46"/>
                <a:gd name="T28" fmla="*/ 18 w 40"/>
                <a:gd name="T29" fmla="*/ 10 h 46"/>
                <a:gd name="T30" fmla="*/ 18 w 40"/>
                <a:gd name="T31" fmla="*/ 10 h 46"/>
                <a:gd name="T32" fmla="*/ 24 w 40"/>
                <a:gd name="T33" fmla="*/ 8 h 46"/>
                <a:gd name="T34" fmla="*/ 29 w 40"/>
                <a:gd name="T35" fmla="*/ 11 h 46"/>
                <a:gd name="T36" fmla="*/ 30 w 40"/>
                <a:gd name="T37" fmla="*/ 18 h 46"/>
                <a:gd name="T38" fmla="*/ 25 w 40"/>
                <a:gd name="T39" fmla="*/ 31 h 46"/>
                <a:gd name="T40" fmla="*/ 14 w 40"/>
                <a:gd name="T41" fmla="*/ 38 h 46"/>
                <a:gd name="T42" fmla="*/ 11 w 40"/>
                <a:gd name="T43" fmla="*/ 3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0" h="46">
                  <a:moveTo>
                    <a:pt x="29" y="40"/>
                  </a:moveTo>
                  <a:cubicBezTo>
                    <a:pt x="34" y="35"/>
                    <a:pt x="38" y="30"/>
                    <a:pt x="39" y="23"/>
                  </a:cubicBezTo>
                  <a:cubicBezTo>
                    <a:pt x="39" y="23"/>
                    <a:pt x="39" y="23"/>
                    <a:pt x="39" y="23"/>
                  </a:cubicBezTo>
                  <a:cubicBezTo>
                    <a:pt x="40" y="21"/>
                    <a:pt x="40" y="19"/>
                    <a:pt x="40" y="17"/>
                  </a:cubicBezTo>
                  <a:cubicBezTo>
                    <a:pt x="40" y="12"/>
                    <a:pt x="39" y="8"/>
                    <a:pt x="36" y="5"/>
                  </a:cubicBezTo>
                  <a:cubicBezTo>
                    <a:pt x="33" y="1"/>
                    <a:pt x="29" y="0"/>
                    <a:pt x="24" y="0"/>
                  </a:cubicBezTo>
                  <a:cubicBezTo>
                    <a:pt x="18" y="0"/>
                    <a:pt x="12" y="3"/>
                    <a:pt x="7" y="10"/>
                  </a:cubicBezTo>
                  <a:cubicBezTo>
                    <a:pt x="2" y="17"/>
                    <a:pt x="0" y="24"/>
                    <a:pt x="0" y="31"/>
                  </a:cubicBezTo>
                  <a:cubicBezTo>
                    <a:pt x="0" y="35"/>
                    <a:pt x="1" y="39"/>
                    <a:pt x="4" y="42"/>
                  </a:cubicBezTo>
                  <a:cubicBezTo>
                    <a:pt x="6" y="45"/>
                    <a:pt x="10" y="46"/>
                    <a:pt x="14" y="46"/>
                  </a:cubicBezTo>
                  <a:cubicBezTo>
                    <a:pt x="19" y="46"/>
                    <a:pt x="24" y="44"/>
                    <a:pt x="29" y="40"/>
                  </a:cubicBezTo>
                  <a:close/>
                  <a:moveTo>
                    <a:pt x="11" y="35"/>
                  </a:moveTo>
                  <a:cubicBezTo>
                    <a:pt x="10" y="34"/>
                    <a:pt x="10" y="32"/>
                    <a:pt x="10" y="30"/>
                  </a:cubicBezTo>
                  <a:cubicBezTo>
                    <a:pt x="10" y="26"/>
                    <a:pt x="11" y="22"/>
                    <a:pt x="12" y="18"/>
                  </a:cubicBezTo>
                  <a:cubicBezTo>
                    <a:pt x="14" y="15"/>
                    <a:pt x="16" y="12"/>
                    <a:pt x="18" y="10"/>
                  </a:cubicBezTo>
                  <a:cubicBezTo>
                    <a:pt x="18" y="10"/>
                    <a:pt x="18" y="10"/>
                    <a:pt x="18" y="10"/>
                  </a:cubicBezTo>
                  <a:cubicBezTo>
                    <a:pt x="20" y="9"/>
                    <a:pt x="22" y="8"/>
                    <a:pt x="24" y="8"/>
                  </a:cubicBezTo>
                  <a:cubicBezTo>
                    <a:pt x="26" y="8"/>
                    <a:pt x="27" y="9"/>
                    <a:pt x="29" y="11"/>
                  </a:cubicBezTo>
                  <a:cubicBezTo>
                    <a:pt x="30" y="13"/>
                    <a:pt x="30" y="15"/>
                    <a:pt x="30" y="18"/>
                  </a:cubicBezTo>
                  <a:cubicBezTo>
                    <a:pt x="30" y="23"/>
                    <a:pt x="29" y="27"/>
                    <a:pt x="25" y="31"/>
                  </a:cubicBezTo>
                  <a:cubicBezTo>
                    <a:pt x="21" y="36"/>
                    <a:pt x="18" y="38"/>
                    <a:pt x="14" y="38"/>
                  </a:cubicBezTo>
                  <a:cubicBezTo>
                    <a:pt x="13" y="38"/>
                    <a:pt x="12" y="37"/>
                    <a:pt x="11"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278"/>
            <p:cNvSpPr>
              <a:spLocks noEditPoints="1"/>
            </p:cNvSpPr>
            <p:nvPr/>
          </p:nvSpPr>
          <p:spPr bwMode="auto">
            <a:xfrm>
              <a:off x="8791575" y="2376488"/>
              <a:ext cx="66675" cy="69850"/>
            </a:xfrm>
            <a:custGeom>
              <a:avLst/>
              <a:gdLst>
                <a:gd name="T0" fmla="*/ 41 w 44"/>
                <a:gd name="T1" fmla="*/ 8 h 47"/>
                <a:gd name="T2" fmla="*/ 36 w 44"/>
                <a:gd name="T3" fmla="*/ 5 h 47"/>
                <a:gd name="T4" fmla="*/ 29 w 44"/>
                <a:gd name="T5" fmla="*/ 0 h 47"/>
                <a:gd name="T6" fmla="*/ 10 w 44"/>
                <a:gd name="T7" fmla="*/ 12 h 47"/>
                <a:gd name="T8" fmla="*/ 0 w 44"/>
                <a:gd name="T9" fmla="*/ 35 h 47"/>
                <a:gd name="T10" fmla="*/ 3 w 44"/>
                <a:gd name="T11" fmla="*/ 43 h 47"/>
                <a:gd name="T12" fmla="*/ 9 w 44"/>
                <a:gd name="T13" fmla="*/ 46 h 47"/>
                <a:gd name="T14" fmla="*/ 30 w 44"/>
                <a:gd name="T15" fmla="*/ 31 h 47"/>
                <a:gd name="T16" fmla="*/ 37 w 44"/>
                <a:gd name="T17" fmla="*/ 47 h 47"/>
                <a:gd name="T18" fmla="*/ 41 w 44"/>
                <a:gd name="T19" fmla="*/ 45 h 47"/>
                <a:gd name="T20" fmla="*/ 44 w 44"/>
                <a:gd name="T21" fmla="*/ 42 h 47"/>
                <a:gd name="T22" fmla="*/ 42 w 44"/>
                <a:gd name="T23" fmla="*/ 40 h 47"/>
                <a:gd name="T24" fmla="*/ 40 w 44"/>
                <a:gd name="T25" fmla="*/ 38 h 47"/>
                <a:gd name="T26" fmla="*/ 39 w 44"/>
                <a:gd name="T27" fmla="*/ 36 h 47"/>
                <a:gd name="T28" fmla="*/ 38 w 44"/>
                <a:gd name="T29" fmla="*/ 28 h 47"/>
                <a:gd name="T30" fmla="*/ 40 w 44"/>
                <a:gd name="T31" fmla="*/ 15 h 47"/>
                <a:gd name="T32" fmla="*/ 41 w 44"/>
                <a:gd name="T33" fmla="*/ 8 h 47"/>
                <a:gd name="T34" fmla="*/ 24 w 44"/>
                <a:gd name="T35" fmla="*/ 28 h 47"/>
                <a:gd name="T36" fmla="*/ 12 w 44"/>
                <a:gd name="T37" fmla="*/ 37 h 47"/>
                <a:gd name="T38" fmla="*/ 10 w 44"/>
                <a:gd name="T39" fmla="*/ 33 h 47"/>
                <a:gd name="T40" fmla="*/ 17 w 44"/>
                <a:gd name="T41" fmla="*/ 18 h 47"/>
                <a:gd name="T42" fmla="*/ 28 w 44"/>
                <a:gd name="T43" fmla="*/ 9 h 47"/>
                <a:gd name="T44" fmla="*/ 30 w 44"/>
                <a:gd name="T45" fmla="*/ 10 h 47"/>
                <a:gd name="T46" fmla="*/ 31 w 44"/>
                <a:gd name="T47" fmla="*/ 13 h 47"/>
                <a:gd name="T48" fmla="*/ 24 w 44"/>
                <a:gd name="T49" fmla="*/ 2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4" h="47">
                  <a:moveTo>
                    <a:pt x="41" y="8"/>
                  </a:moveTo>
                  <a:cubicBezTo>
                    <a:pt x="41" y="6"/>
                    <a:pt x="39" y="5"/>
                    <a:pt x="36" y="5"/>
                  </a:cubicBezTo>
                  <a:cubicBezTo>
                    <a:pt x="35" y="2"/>
                    <a:pt x="33" y="0"/>
                    <a:pt x="29" y="0"/>
                  </a:cubicBezTo>
                  <a:cubicBezTo>
                    <a:pt x="23" y="0"/>
                    <a:pt x="16" y="4"/>
                    <a:pt x="10" y="12"/>
                  </a:cubicBezTo>
                  <a:cubicBezTo>
                    <a:pt x="3" y="20"/>
                    <a:pt x="0" y="28"/>
                    <a:pt x="0" y="35"/>
                  </a:cubicBezTo>
                  <a:cubicBezTo>
                    <a:pt x="0" y="38"/>
                    <a:pt x="1" y="41"/>
                    <a:pt x="3" y="43"/>
                  </a:cubicBezTo>
                  <a:cubicBezTo>
                    <a:pt x="5" y="45"/>
                    <a:pt x="7" y="46"/>
                    <a:pt x="9" y="46"/>
                  </a:cubicBezTo>
                  <a:cubicBezTo>
                    <a:pt x="16" y="46"/>
                    <a:pt x="23" y="41"/>
                    <a:pt x="30" y="31"/>
                  </a:cubicBezTo>
                  <a:cubicBezTo>
                    <a:pt x="30" y="42"/>
                    <a:pt x="32" y="47"/>
                    <a:pt x="37" y="47"/>
                  </a:cubicBezTo>
                  <a:cubicBezTo>
                    <a:pt x="39" y="47"/>
                    <a:pt x="40" y="46"/>
                    <a:pt x="41" y="45"/>
                  </a:cubicBezTo>
                  <a:cubicBezTo>
                    <a:pt x="43" y="45"/>
                    <a:pt x="44" y="43"/>
                    <a:pt x="44" y="42"/>
                  </a:cubicBezTo>
                  <a:cubicBezTo>
                    <a:pt x="44" y="41"/>
                    <a:pt x="43" y="40"/>
                    <a:pt x="42" y="40"/>
                  </a:cubicBezTo>
                  <a:cubicBezTo>
                    <a:pt x="41" y="39"/>
                    <a:pt x="40" y="39"/>
                    <a:pt x="40" y="38"/>
                  </a:cubicBezTo>
                  <a:cubicBezTo>
                    <a:pt x="40" y="38"/>
                    <a:pt x="39" y="37"/>
                    <a:pt x="39" y="36"/>
                  </a:cubicBezTo>
                  <a:cubicBezTo>
                    <a:pt x="38" y="34"/>
                    <a:pt x="38" y="32"/>
                    <a:pt x="38" y="28"/>
                  </a:cubicBezTo>
                  <a:cubicBezTo>
                    <a:pt x="38" y="25"/>
                    <a:pt x="39" y="20"/>
                    <a:pt x="40" y="15"/>
                  </a:cubicBezTo>
                  <a:cubicBezTo>
                    <a:pt x="40" y="12"/>
                    <a:pt x="41" y="10"/>
                    <a:pt x="41" y="8"/>
                  </a:cubicBezTo>
                  <a:close/>
                  <a:moveTo>
                    <a:pt x="24" y="28"/>
                  </a:moveTo>
                  <a:cubicBezTo>
                    <a:pt x="19" y="34"/>
                    <a:pt x="15" y="37"/>
                    <a:pt x="12" y="37"/>
                  </a:cubicBezTo>
                  <a:cubicBezTo>
                    <a:pt x="11" y="37"/>
                    <a:pt x="10" y="36"/>
                    <a:pt x="10" y="33"/>
                  </a:cubicBezTo>
                  <a:cubicBezTo>
                    <a:pt x="10" y="29"/>
                    <a:pt x="12" y="24"/>
                    <a:pt x="17" y="18"/>
                  </a:cubicBezTo>
                  <a:cubicBezTo>
                    <a:pt x="21" y="12"/>
                    <a:pt x="25" y="9"/>
                    <a:pt x="28" y="9"/>
                  </a:cubicBezTo>
                  <a:cubicBezTo>
                    <a:pt x="28" y="9"/>
                    <a:pt x="29" y="9"/>
                    <a:pt x="30" y="10"/>
                  </a:cubicBezTo>
                  <a:cubicBezTo>
                    <a:pt x="30" y="11"/>
                    <a:pt x="31" y="12"/>
                    <a:pt x="31" y="13"/>
                  </a:cubicBezTo>
                  <a:cubicBezTo>
                    <a:pt x="31" y="17"/>
                    <a:pt x="28" y="22"/>
                    <a:pt x="24"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279"/>
            <p:cNvSpPr>
              <a:spLocks/>
            </p:cNvSpPr>
            <p:nvPr/>
          </p:nvSpPr>
          <p:spPr bwMode="auto">
            <a:xfrm>
              <a:off x="8864600" y="2374901"/>
              <a:ext cx="55563" cy="71438"/>
            </a:xfrm>
            <a:custGeom>
              <a:avLst/>
              <a:gdLst>
                <a:gd name="T0" fmla="*/ 24 w 37"/>
                <a:gd name="T1" fmla="*/ 9 h 48"/>
                <a:gd name="T2" fmla="*/ 26 w 37"/>
                <a:gd name="T3" fmla="*/ 13 h 48"/>
                <a:gd name="T4" fmla="*/ 30 w 37"/>
                <a:gd name="T5" fmla="*/ 19 h 48"/>
                <a:gd name="T6" fmla="*/ 33 w 37"/>
                <a:gd name="T7" fmla="*/ 17 h 48"/>
                <a:gd name="T8" fmla="*/ 35 w 37"/>
                <a:gd name="T9" fmla="*/ 12 h 48"/>
                <a:gd name="T10" fmla="*/ 32 w 37"/>
                <a:gd name="T11" fmla="*/ 4 h 48"/>
                <a:gd name="T12" fmla="*/ 25 w 37"/>
                <a:gd name="T13" fmla="*/ 0 h 48"/>
                <a:gd name="T14" fmla="*/ 9 w 37"/>
                <a:gd name="T15" fmla="*/ 12 h 48"/>
                <a:gd name="T16" fmla="*/ 0 w 37"/>
                <a:gd name="T17" fmla="*/ 34 h 48"/>
                <a:gd name="T18" fmla="*/ 4 w 37"/>
                <a:gd name="T19" fmla="*/ 45 h 48"/>
                <a:gd name="T20" fmla="*/ 14 w 37"/>
                <a:gd name="T21" fmla="*/ 48 h 48"/>
                <a:gd name="T22" fmla="*/ 29 w 37"/>
                <a:gd name="T23" fmla="*/ 43 h 48"/>
                <a:gd name="T24" fmla="*/ 37 w 37"/>
                <a:gd name="T25" fmla="*/ 35 h 48"/>
                <a:gd name="T26" fmla="*/ 34 w 37"/>
                <a:gd name="T27" fmla="*/ 33 h 48"/>
                <a:gd name="T28" fmla="*/ 29 w 37"/>
                <a:gd name="T29" fmla="*/ 35 h 48"/>
                <a:gd name="T30" fmla="*/ 16 w 37"/>
                <a:gd name="T31" fmla="*/ 40 h 48"/>
                <a:gd name="T32" fmla="*/ 10 w 37"/>
                <a:gd name="T33" fmla="*/ 34 h 48"/>
                <a:gd name="T34" fmla="*/ 15 w 37"/>
                <a:gd name="T35" fmla="*/ 18 h 48"/>
                <a:gd name="T36" fmla="*/ 24 w 37"/>
                <a:gd name="T37" fmla="*/ 9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48">
                  <a:moveTo>
                    <a:pt x="24" y="9"/>
                  </a:moveTo>
                  <a:cubicBezTo>
                    <a:pt x="25" y="9"/>
                    <a:pt x="25" y="11"/>
                    <a:pt x="26" y="13"/>
                  </a:cubicBezTo>
                  <a:cubicBezTo>
                    <a:pt x="26" y="17"/>
                    <a:pt x="28" y="19"/>
                    <a:pt x="30" y="19"/>
                  </a:cubicBezTo>
                  <a:cubicBezTo>
                    <a:pt x="31" y="19"/>
                    <a:pt x="32" y="18"/>
                    <a:pt x="33" y="17"/>
                  </a:cubicBezTo>
                  <a:cubicBezTo>
                    <a:pt x="34" y="16"/>
                    <a:pt x="35" y="15"/>
                    <a:pt x="35" y="12"/>
                  </a:cubicBezTo>
                  <a:cubicBezTo>
                    <a:pt x="35" y="9"/>
                    <a:pt x="34" y="7"/>
                    <a:pt x="32" y="4"/>
                  </a:cubicBezTo>
                  <a:cubicBezTo>
                    <a:pt x="30" y="1"/>
                    <a:pt x="28" y="0"/>
                    <a:pt x="25" y="0"/>
                  </a:cubicBezTo>
                  <a:cubicBezTo>
                    <a:pt x="20" y="0"/>
                    <a:pt x="14" y="4"/>
                    <a:pt x="9" y="12"/>
                  </a:cubicBezTo>
                  <a:cubicBezTo>
                    <a:pt x="3" y="20"/>
                    <a:pt x="0" y="28"/>
                    <a:pt x="0" y="34"/>
                  </a:cubicBezTo>
                  <a:cubicBezTo>
                    <a:pt x="0" y="39"/>
                    <a:pt x="2" y="42"/>
                    <a:pt x="4" y="45"/>
                  </a:cubicBezTo>
                  <a:cubicBezTo>
                    <a:pt x="6" y="47"/>
                    <a:pt x="10" y="48"/>
                    <a:pt x="14" y="48"/>
                  </a:cubicBezTo>
                  <a:cubicBezTo>
                    <a:pt x="20" y="48"/>
                    <a:pt x="25" y="47"/>
                    <a:pt x="29" y="43"/>
                  </a:cubicBezTo>
                  <a:cubicBezTo>
                    <a:pt x="34" y="40"/>
                    <a:pt x="37" y="37"/>
                    <a:pt x="37" y="35"/>
                  </a:cubicBezTo>
                  <a:cubicBezTo>
                    <a:pt x="37" y="34"/>
                    <a:pt x="36" y="33"/>
                    <a:pt x="34" y="33"/>
                  </a:cubicBezTo>
                  <a:cubicBezTo>
                    <a:pt x="33" y="33"/>
                    <a:pt x="31" y="34"/>
                    <a:pt x="29" y="35"/>
                  </a:cubicBezTo>
                  <a:cubicBezTo>
                    <a:pt x="25" y="38"/>
                    <a:pt x="20" y="40"/>
                    <a:pt x="16" y="40"/>
                  </a:cubicBezTo>
                  <a:cubicBezTo>
                    <a:pt x="12" y="40"/>
                    <a:pt x="10" y="38"/>
                    <a:pt x="10" y="34"/>
                  </a:cubicBezTo>
                  <a:cubicBezTo>
                    <a:pt x="10" y="30"/>
                    <a:pt x="12" y="24"/>
                    <a:pt x="15" y="18"/>
                  </a:cubicBezTo>
                  <a:cubicBezTo>
                    <a:pt x="19" y="12"/>
                    <a:pt x="22" y="9"/>
                    <a:pt x="2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280"/>
            <p:cNvSpPr>
              <a:spLocks/>
            </p:cNvSpPr>
            <p:nvPr/>
          </p:nvSpPr>
          <p:spPr bwMode="auto">
            <a:xfrm>
              <a:off x="8928100" y="2344738"/>
              <a:ext cx="73025" cy="101600"/>
            </a:xfrm>
            <a:custGeom>
              <a:avLst/>
              <a:gdLst>
                <a:gd name="T0" fmla="*/ 19 w 49"/>
                <a:gd name="T1" fmla="*/ 17 h 69"/>
                <a:gd name="T2" fmla="*/ 20 w 49"/>
                <a:gd name="T3" fmla="*/ 6 h 69"/>
                <a:gd name="T4" fmla="*/ 18 w 49"/>
                <a:gd name="T5" fmla="*/ 1 h 69"/>
                <a:gd name="T6" fmla="*/ 14 w 49"/>
                <a:gd name="T7" fmla="*/ 0 h 69"/>
                <a:gd name="T8" fmla="*/ 11 w 49"/>
                <a:gd name="T9" fmla="*/ 2 h 69"/>
                <a:gd name="T10" fmla="*/ 8 w 49"/>
                <a:gd name="T11" fmla="*/ 10 h 69"/>
                <a:gd name="T12" fmla="*/ 2 w 49"/>
                <a:gd name="T13" fmla="*/ 57 h 69"/>
                <a:gd name="T14" fmla="*/ 0 w 49"/>
                <a:gd name="T15" fmla="*/ 64 h 69"/>
                <a:gd name="T16" fmla="*/ 2 w 49"/>
                <a:gd name="T17" fmla="*/ 67 h 69"/>
                <a:gd name="T18" fmla="*/ 6 w 49"/>
                <a:gd name="T19" fmla="*/ 69 h 69"/>
                <a:gd name="T20" fmla="*/ 9 w 49"/>
                <a:gd name="T21" fmla="*/ 67 h 69"/>
                <a:gd name="T22" fmla="*/ 12 w 49"/>
                <a:gd name="T23" fmla="*/ 62 h 69"/>
                <a:gd name="T24" fmla="*/ 21 w 49"/>
                <a:gd name="T25" fmla="*/ 47 h 69"/>
                <a:gd name="T26" fmla="*/ 31 w 49"/>
                <a:gd name="T27" fmla="*/ 37 h 69"/>
                <a:gd name="T28" fmla="*/ 33 w 49"/>
                <a:gd name="T29" fmla="*/ 39 h 69"/>
                <a:gd name="T30" fmla="*/ 35 w 49"/>
                <a:gd name="T31" fmla="*/ 50 h 69"/>
                <a:gd name="T32" fmla="*/ 38 w 49"/>
                <a:gd name="T33" fmla="*/ 61 h 69"/>
                <a:gd name="T34" fmla="*/ 44 w 49"/>
                <a:gd name="T35" fmla="*/ 65 h 69"/>
                <a:gd name="T36" fmla="*/ 48 w 49"/>
                <a:gd name="T37" fmla="*/ 64 h 69"/>
                <a:gd name="T38" fmla="*/ 49 w 49"/>
                <a:gd name="T39" fmla="*/ 61 h 69"/>
                <a:gd name="T40" fmla="*/ 48 w 49"/>
                <a:gd name="T41" fmla="*/ 58 h 69"/>
                <a:gd name="T42" fmla="*/ 45 w 49"/>
                <a:gd name="T43" fmla="*/ 54 h 69"/>
                <a:gd name="T44" fmla="*/ 44 w 49"/>
                <a:gd name="T45" fmla="*/ 49 h 69"/>
                <a:gd name="T46" fmla="*/ 43 w 49"/>
                <a:gd name="T47" fmla="*/ 41 h 69"/>
                <a:gd name="T48" fmla="*/ 39 w 49"/>
                <a:gd name="T49" fmla="*/ 29 h 69"/>
                <a:gd name="T50" fmla="*/ 34 w 49"/>
                <a:gd name="T51" fmla="*/ 26 h 69"/>
                <a:gd name="T52" fmla="*/ 24 w 49"/>
                <a:gd name="T53" fmla="*/ 31 h 69"/>
                <a:gd name="T54" fmla="*/ 12 w 49"/>
                <a:gd name="T55" fmla="*/ 48 h 69"/>
                <a:gd name="T56" fmla="*/ 14 w 49"/>
                <a:gd name="T57" fmla="*/ 36 h 69"/>
                <a:gd name="T58" fmla="*/ 19 w 49"/>
                <a:gd name="T59" fmla="*/ 1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9" h="69">
                  <a:moveTo>
                    <a:pt x="19" y="17"/>
                  </a:moveTo>
                  <a:cubicBezTo>
                    <a:pt x="19" y="13"/>
                    <a:pt x="20" y="9"/>
                    <a:pt x="20" y="6"/>
                  </a:cubicBezTo>
                  <a:cubicBezTo>
                    <a:pt x="20" y="4"/>
                    <a:pt x="19" y="2"/>
                    <a:pt x="18" y="1"/>
                  </a:cubicBezTo>
                  <a:cubicBezTo>
                    <a:pt x="17" y="0"/>
                    <a:pt x="16" y="0"/>
                    <a:pt x="14" y="0"/>
                  </a:cubicBezTo>
                  <a:cubicBezTo>
                    <a:pt x="13" y="0"/>
                    <a:pt x="12" y="0"/>
                    <a:pt x="11" y="2"/>
                  </a:cubicBezTo>
                  <a:cubicBezTo>
                    <a:pt x="10" y="3"/>
                    <a:pt x="9" y="6"/>
                    <a:pt x="8" y="10"/>
                  </a:cubicBezTo>
                  <a:cubicBezTo>
                    <a:pt x="7" y="27"/>
                    <a:pt x="4" y="42"/>
                    <a:pt x="2" y="57"/>
                  </a:cubicBezTo>
                  <a:cubicBezTo>
                    <a:pt x="1" y="61"/>
                    <a:pt x="0" y="63"/>
                    <a:pt x="0" y="64"/>
                  </a:cubicBezTo>
                  <a:cubicBezTo>
                    <a:pt x="0" y="65"/>
                    <a:pt x="1" y="67"/>
                    <a:pt x="2" y="67"/>
                  </a:cubicBezTo>
                  <a:cubicBezTo>
                    <a:pt x="3" y="68"/>
                    <a:pt x="4" y="69"/>
                    <a:pt x="6" y="69"/>
                  </a:cubicBezTo>
                  <a:cubicBezTo>
                    <a:pt x="7" y="69"/>
                    <a:pt x="8" y="68"/>
                    <a:pt x="9" y="67"/>
                  </a:cubicBezTo>
                  <a:cubicBezTo>
                    <a:pt x="9" y="67"/>
                    <a:pt x="10" y="65"/>
                    <a:pt x="12" y="62"/>
                  </a:cubicBezTo>
                  <a:cubicBezTo>
                    <a:pt x="14" y="58"/>
                    <a:pt x="17" y="53"/>
                    <a:pt x="21" y="47"/>
                  </a:cubicBezTo>
                  <a:cubicBezTo>
                    <a:pt x="26" y="40"/>
                    <a:pt x="29" y="37"/>
                    <a:pt x="31" y="37"/>
                  </a:cubicBezTo>
                  <a:cubicBezTo>
                    <a:pt x="32" y="37"/>
                    <a:pt x="33" y="38"/>
                    <a:pt x="33" y="39"/>
                  </a:cubicBezTo>
                  <a:cubicBezTo>
                    <a:pt x="34" y="41"/>
                    <a:pt x="34" y="45"/>
                    <a:pt x="35" y="50"/>
                  </a:cubicBezTo>
                  <a:cubicBezTo>
                    <a:pt x="35" y="55"/>
                    <a:pt x="36" y="59"/>
                    <a:pt x="38" y="61"/>
                  </a:cubicBezTo>
                  <a:cubicBezTo>
                    <a:pt x="40" y="64"/>
                    <a:pt x="42" y="65"/>
                    <a:pt x="44" y="65"/>
                  </a:cubicBezTo>
                  <a:cubicBezTo>
                    <a:pt x="46" y="65"/>
                    <a:pt x="47" y="65"/>
                    <a:pt x="48" y="64"/>
                  </a:cubicBezTo>
                  <a:cubicBezTo>
                    <a:pt x="49" y="63"/>
                    <a:pt x="49" y="62"/>
                    <a:pt x="49" y="61"/>
                  </a:cubicBezTo>
                  <a:cubicBezTo>
                    <a:pt x="49" y="60"/>
                    <a:pt x="49" y="59"/>
                    <a:pt x="48" y="58"/>
                  </a:cubicBezTo>
                  <a:cubicBezTo>
                    <a:pt x="47" y="57"/>
                    <a:pt x="46" y="56"/>
                    <a:pt x="45" y="54"/>
                  </a:cubicBezTo>
                  <a:cubicBezTo>
                    <a:pt x="45" y="53"/>
                    <a:pt x="44" y="51"/>
                    <a:pt x="44" y="49"/>
                  </a:cubicBezTo>
                  <a:cubicBezTo>
                    <a:pt x="43" y="47"/>
                    <a:pt x="43" y="44"/>
                    <a:pt x="43" y="41"/>
                  </a:cubicBezTo>
                  <a:cubicBezTo>
                    <a:pt x="42" y="34"/>
                    <a:pt x="41" y="30"/>
                    <a:pt x="39" y="29"/>
                  </a:cubicBezTo>
                  <a:cubicBezTo>
                    <a:pt x="38" y="27"/>
                    <a:pt x="36" y="26"/>
                    <a:pt x="34" y="26"/>
                  </a:cubicBezTo>
                  <a:cubicBezTo>
                    <a:pt x="30" y="26"/>
                    <a:pt x="27" y="28"/>
                    <a:pt x="24" y="31"/>
                  </a:cubicBezTo>
                  <a:cubicBezTo>
                    <a:pt x="20" y="34"/>
                    <a:pt x="16" y="40"/>
                    <a:pt x="12" y="48"/>
                  </a:cubicBezTo>
                  <a:cubicBezTo>
                    <a:pt x="12" y="45"/>
                    <a:pt x="13" y="41"/>
                    <a:pt x="14" y="36"/>
                  </a:cubicBezTo>
                  <a:cubicBezTo>
                    <a:pt x="17" y="27"/>
                    <a:pt x="18" y="20"/>
                    <a:pt x="19"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337"/>
            <p:cNvSpPr>
              <a:spLocks/>
            </p:cNvSpPr>
            <p:nvPr/>
          </p:nvSpPr>
          <p:spPr bwMode="auto">
            <a:xfrm>
              <a:off x="9398000" y="2295526"/>
              <a:ext cx="71438" cy="92075"/>
            </a:xfrm>
            <a:custGeom>
              <a:avLst/>
              <a:gdLst>
                <a:gd name="T0" fmla="*/ 17 w 48"/>
                <a:gd name="T1" fmla="*/ 11 h 62"/>
                <a:gd name="T2" fmla="*/ 18 w 48"/>
                <a:gd name="T3" fmla="*/ 5 h 62"/>
                <a:gd name="T4" fmla="*/ 16 w 48"/>
                <a:gd name="T5" fmla="*/ 2 h 62"/>
                <a:gd name="T6" fmla="*/ 13 w 48"/>
                <a:gd name="T7" fmla="*/ 0 h 62"/>
                <a:gd name="T8" fmla="*/ 9 w 48"/>
                <a:gd name="T9" fmla="*/ 1 h 62"/>
                <a:gd name="T10" fmla="*/ 7 w 48"/>
                <a:gd name="T11" fmla="*/ 4 h 62"/>
                <a:gd name="T12" fmla="*/ 6 w 48"/>
                <a:gd name="T13" fmla="*/ 10 h 62"/>
                <a:gd name="T14" fmla="*/ 3 w 48"/>
                <a:gd name="T15" fmla="*/ 44 h 62"/>
                <a:gd name="T16" fmla="*/ 1 w 48"/>
                <a:gd name="T17" fmla="*/ 53 h 62"/>
                <a:gd name="T18" fmla="*/ 0 w 48"/>
                <a:gd name="T19" fmla="*/ 57 h 62"/>
                <a:gd name="T20" fmla="*/ 2 w 48"/>
                <a:gd name="T21" fmla="*/ 60 h 62"/>
                <a:gd name="T22" fmla="*/ 6 w 48"/>
                <a:gd name="T23" fmla="*/ 62 h 62"/>
                <a:gd name="T24" fmla="*/ 12 w 48"/>
                <a:gd name="T25" fmla="*/ 61 h 62"/>
                <a:gd name="T26" fmla="*/ 34 w 48"/>
                <a:gd name="T27" fmla="*/ 58 h 62"/>
                <a:gd name="T28" fmla="*/ 37 w 48"/>
                <a:gd name="T29" fmla="*/ 58 h 62"/>
                <a:gd name="T30" fmla="*/ 41 w 48"/>
                <a:gd name="T31" fmla="*/ 58 h 62"/>
                <a:gd name="T32" fmla="*/ 46 w 48"/>
                <a:gd name="T33" fmla="*/ 56 h 62"/>
                <a:gd name="T34" fmla="*/ 48 w 48"/>
                <a:gd name="T35" fmla="*/ 52 h 62"/>
                <a:gd name="T36" fmla="*/ 46 w 48"/>
                <a:gd name="T37" fmla="*/ 49 h 62"/>
                <a:gd name="T38" fmla="*/ 43 w 48"/>
                <a:gd name="T39" fmla="*/ 48 h 62"/>
                <a:gd name="T40" fmla="*/ 41 w 48"/>
                <a:gd name="T41" fmla="*/ 48 h 62"/>
                <a:gd name="T42" fmla="*/ 28 w 48"/>
                <a:gd name="T43" fmla="*/ 49 h 62"/>
                <a:gd name="T44" fmla="*/ 21 w 48"/>
                <a:gd name="T45" fmla="*/ 50 h 62"/>
                <a:gd name="T46" fmla="*/ 12 w 48"/>
                <a:gd name="T47" fmla="*/ 51 h 62"/>
                <a:gd name="T48" fmla="*/ 12 w 48"/>
                <a:gd name="T49" fmla="*/ 50 h 62"/>
                <a:gd name="T50" fmla="*/ 14 w 48"/>
                <a:gd name="T51" fmla="*/ 33 h 62"/>
                <a:gd name="T52" fmla="*/ 17 w 48"/>
                <a:gd name="T53" fmla="*/ 1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62">
                  <a:moveTo>
                    <a:pt x="17" y="11"/>
                  </a:moveTo>
                  <a:cubicBezTo>
                    <a:pt x="17" y="8"/>
                    <a:pt x="18" y="6"/>
                    <a:pt x="18" y="5"/>
                  </a:cubicBezTo>
                  <a:cubicBezTo>
                    <a:pt x="18" y="4"/>
                    <a:pt x="17" y="3"/>
                    <a:pt x="16" y="2"/>
                  </a:cubicBezTo>
                  <a:cubicBezTo>
                    <a:pt x="15" y="1"/>
                    <a:pt x="14" y="0"/>
                    <a:pt x="13" y="0"/>
                  </a:cubicBezTo>
                  <a:cubicBezTo>
                    <a:pt x="11" y="0"/>
                    <a:pt x="10" y="1"/>
                    <a:pt x="9" y="1"/>
                  </a:cubicBezTo>
                  <a:cubicBezTo>
                    <a:pt x="8" y="2"/>
                    <a:pt x="7" y="3"/>
                    <a:pt x="7" y="4"/>
                  </a:cubicBezTo>
                  <a:cubicBezTo>
                    <a:pt x="7" y="5"/>
                    <a:pt x="7" y="7"/>
                    <a:pt x="6" y="10"/>
                  </a:cubicBezTo>
                  <a:cubicBezTo>
                    <a:pt x="3" y="44"/>
                    <a:pt x="3" y="44"/>
                    <a:pt x="3" y="44"/>
                  </a:cubicBezTo>
                  <a:cubicBezTo>
                    <a:pt x="2" y="48"/>
                    <a:pt x="2" y="50"/>
                    <a:pt x="1" y="53"/>
                  </a:cubicBezTo>
                  <a:cubicBezTo>
                    <a:pt x="1" y="55"/>
                    <a:pt x="0" y="56"/>
                    <a:pt x="0" y="57"/>
                  </a:cubicBezTo>
                  <a:cubicBezTo>
                    <a:pt x="0" y="58"/>
                    <a:pt x="1" y="59"/>
                    <a:pt x="2" y="60"/>
                  </a:cubicBezTo>
                  <a:cubicBezTo>
                    <a:pt x="3" y="62"/>
                    <a:pt x="4" y="62"/>
                    <a:pt x="6" y="62"/>
                  </a:cubicBezTo>
                  <a:cubicBezTo>
                    <a:pt x="7" y="62"/>
                    <a:pt x="9" y="62"/>
                    <a:pt x="12" y="61"/>
                  </a:cubicBezTo>
                  <a:cubicBezTo>
                    <a:pt x="19" y="59"/>
                    <a:pt x="26" y="58"/>
                    <a:pt x="34" y="58"/>
                  </a:cubicBezTo>
                  <a:cubicBezTo>
                    <a:pt x="34" y="58"/>
                    <a:pt x="36" y="58"/>
                    <a:pt x="37" y="58"/>
                  </a:cubicBezTo>
                  <a:cubicBezTo>
                    <a:pt x="39" y="58"/>
                    <a:pt x="40" y="58"/>
                    <a:pt x="41" y="58"/>
                  </a:cubicBezTo>
                  <a:cubicBezTo>
                    <a:pt x="42" y="58"/>
                    <a:pt x="44" y="58"/>
                    <a:pt x="46" y="56"/>
                  </a:cubicBezTo>
                  <a:cubicBezTo>
                    <a:pt x="47" y="55"/>
                    <a:pt x="48" y="54"/>
                    <a:pt x="48" y="52"/>
                  </a:cubicBezTo>
                  <a:cubicBezTo>
                    <a:pt x="48" y="51"/>
                    <a:pt x="47" y="50"/>
                    <a:pt x="46" y="49"/>
                  </a:cubicBezTo>
                  <a:cubicBezTo>
                    <a:pt x="46" y="48"/>
                    <a:pt x="44" y="48"/>
                    <a:pt x="43" y="48"/>
                  </a:cubicBezTo>
                  <a:cubicBezTo>
                    <a:pt x="43" y="48"/>
                    <a:pt x="42" y="48"/>
                    <a:pt x="41" y="48"/>
                  </a:cubicBezTo>
                  <a:cubicBezTo>
                    <a:pt x="39" y="48"/>
                    <a:pt x="34" y="49"/>
                    <a:pt x="28" y="49"/>
                  </a:cubicBezTo>
                  <a:cubicBezTo>
                    <a:pt x="25" y="49"/>
                    <a:pt x="23" y="50"/>
                    <a:pt x="21" y="50"/>
                  </a:cubicBezTo>
                  <a:cubicBezTo>
                    <a:pt x="16" y="51"/>
                    <a:pt x="13" y="51"/>
                    <a:pt x="12" y="51"/>
                  </a:cubicBezTo>
                  <a:cubicBezTo>
                    <a:pt x="12" y="51"/>
                    <a:pt x="12" y="51"/>
                    <a:pt x="12" y="50"/>
                  </a:cubicBezTo>
                  <a:cubicBezTo>
                    <a:pt x="12" y="49"/>
                    <a:pt x="13" y="43"/>
                    <a:pt x="14" y="33"/>
                  </a:cubicBezTo>
                  <a:cubicBezTo>
                    <a:pt x="15" y="22"/>
                    <a:pt x="16" y="14"/>
                    <a:pt x="17"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338"/>
            <p:cNvSpPr>
              <a:spLocks noEditPoints="1"/>
            </p:cNvSpPr>
            <p:nvPr/>
          </p:nvSpPr>
          <p:spPr bwMode="auto">
            <a:xfrm>
              <a:off x="9477375" y="2316163"/>
              <a:ext cx="57150" cy="71438"/>
            </a:xfrm>
            <a:custGeom>
              <a:avLst/>
              <a:gdLst>
                <a:gd name="T0" fmla="*/ 11 w 38"/>
                <a:gd name="T1" fmla="*/ 32 h 48"/>
                <a:gd name="T2" fmla="*/ 28 w 38"/>
                <a:gd name="T3" fmla="*/ 23 h 48"/>
                <a:gd name="T4" fmla="*/ 35 w 38"/>
                <a:gd name="T5" fmla="*/ 10 h 48"/>
                <a:gd name="T6" fmla="*/ 32 w 38"/>
                <a:gd name="T7" fmla="*/ 3 h 48"/>
                <a:gd name="T8" fmla="*/ 25 w 38"/>
                <a:gd name="T9" fmla="*/ 0 h 48"/>
                <a:gd name="T10" fmla="*/ 8 w 38"/>
                <a:gd name="T11" fmla="*/ 10 h 48"/>
                <a:gd name="T12" fmla="*/ 0 w 38"/>
                <a:gd name="T13" fmla="*/ 32 h 48"/>
                <a:gd name="T14" fmla="*/ 4 w 38"/>
                <a:gd name="T15" fmla="*/ 44 h 48"/>
                <a:gd name="T16" fmla="*/ 14 w 38"/>
                <a:gd name="T17" fmla="*/ 48 h 48"/>
                <a:gd name="T18" fmla="*/ 31 w 38"/>
                <a:gd name="T19" fmla="*/ 42 h 48"/>
                <a:gd name="T20" fmla="*/ 38 w 38"/>
                <a:gd name="T21" fmla="*/ 32 h 48"/>
                <a:gd name="T22" fmla="*/ 35 w 38"/>
                <a:gd name="T23" fmla="*/ 29 h 48"/>
                <a:gd name="T24" fmla="*/ 32 w 38"/>
                <a:gd name="T25" fmla="*/ 31 h 48"/>
                <a:gd name="T26" fmla="*/ 16 w 38"/>
                <a:gd name="T27" fmla="*/ 39 h 48"/>
                <a:gd name="T28" fmla="*/ 11 w 38"/>
                <a:gd name="T29" fmla="*/ 38 h 48"/>
                <a:gd name="T30" fmla="*/ 10 w 38"/>
                <a:gd name="T31" fmla="*/ 34 h 48"/>
                <a:gd name="T32" fmla="*/ 11 w 38"/>
                <a:gd name="T33" fmla="*/ 32 h 48"/>
                <a:gd name="T34" fmla="*/ 16 w 38"/>
                <a:gd name="T35" fmla="*/ 14 h 48"/>
                <a:gd name="T36" fmla="*/ 24 w 38"/>
                <a:gd name="T37" fmla="*/ 8 h 48"/>
                <a:gd name="T38" fmla="*/ 26 w 38"/>
                <a:gd name="T39" fmla="*/ 9 h 48"/>
                <a:gd name="T40" fmla="*/ 27 w 38"/>
                <a:gd name="T41" fmla="*/ 12 h 48"/>
                <a:gd name="T42" fmla="*/ 22 w 38"/>
                <a:gd name="T43" fmla="*/ 19 h 48"/>
                <a:gd name="T44" fmla="*/ 10 w 38"/>
                <a:gd name="T45" fmla="*/ 25 h 48"/>
                <a:gd name="T46" fmla="*/ 16 w 38"/>
                <a:gd name="T47" fmla="*/ 1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8" h="48">
                  <a:moveTo>
                    <a:pt x="11" y="32"/>
                  </a:moveTo>
                  <a:cubicBezTo>
                    <a:pt x="18" y="31"/>
                    <a:pt x="24" y="28"/>
                    <a:pt x="28" y="23"/>
                  </a:cubicBezTo>
                  <a:cubicBezTo>
                    <a:pt x="33" y="19"/>
                    <a:pt x="35" y="15"/>
                    <a:pt x="35" y="10"/>
                  </a:cubicBezTo>
                  <a:cubicBezTo>
                    <a:pt x="35" y="7"/>
                    <a:pt x="34" y="5"/>
                    <a:pt x="32" y="3"/>
                  </a:cubicBezTo>
                  <a:cubicBezTo>
                    <a:pt x="31" y="1"/>
                    <a:pt x="28" y="0"/>
                    <a:pt x="25" y="0"/>
                  </a:cubicBezTo>
                  <a:cubicBezTo>
                    <a:pt x="19" y="0"/>
                    <a:pt x="13" y="3"/>
                    <a:pt x="8" y="10"/>
                  </a:cubicBezTo>
                  <a:cubicBezTo>
                    <a:pt x="2" y="17"/>
                    <a:pt x="0" y="24"/>
                    <a:pt x="0" y="32"/>
                  </a:cubicBezTo>
                  <a:cubicBezTo>
                    <a:pt x="0" y="37"/>
                    <a:pt x="1" y="41"/>
                    <a:pt x="4" y="44"/>
                  </a:cubicBezTo>
                  <a:cubicBezTo>
                    <a:pt x="6" y="47"/>
                    <a:pt x="10" y="48"/>
                    <a:pt x="14" y="48"/>
                  </a:cubicBezTo>
                  <a:cubicBezTo>
                    <a:pt x="20" y="48"/>
                    <a:pt x="26" y="46"/>
                    <a:pt x="31" y="42"/>
                  </a:cubicBezTo>
                  <a:cubicBezTo>
                    <a:pt x="35" y="38"/>
                    <a:pt x="38" y="35"/>
                    <a:pt x="38" y="32"/>
                  </a:cubicBezTo>
                  <a:cubicBezTo>
                    <a:pt x="38" y="30"/>
                    <a:pt x="37" y="29"/>
                    <a:pt x="35" y="29"/>
                  </a:cubicBezTo>
                  <a:cubicBezTo>
                    <a:pt x="34" y="29"/>
                    <a:pt x="33" y="30"/>
                    <a:pt x="32" y="31"/>
                  </a:cubicBezTo>
                  <a:cubicBezTo>
                    <a:pt x="27" y="37"/>
                    <a:pt x="21" y="39"/>
                    <a:pt x="16" y="39"/>
                  </a:cubicBezTo>
                  <a:cubicBezTo>
                    <a:pt x="14" y="39"/>
                    <a:pt x="12" y="39"/>
                    <a:pt x="11" y="38"/>
                  </a:cubicBezTo>
                  <a:cubicBezTo>
                    <a:pt x="10" y="36"/>
                    <a:pt x="10" y="35"/>
                    <a:pt x="10" y="34"/>
                  </a:cubicBezTo>
                  <a:cubicBezTo>
                    <a:pt x="10" y="33"/>
                    <a:pt x="10" y="33"/>
                    <a:pt x="11" y="32"/>
                  </a:cubicBezTo>
                  <a:close/>
                  <a:moveTo>
                    <a:pt x="16" y="14"/>
                  </a:moveTo>
                  <a:cubicBezTo>
                    <a:pt x="19" y="10"/>
                    <a:pt x="22" y="8"/>
                    <a:pt x="24" y="8"/>
                  </a:cubicBezTo>
                  <a:cubicBezTo>
                    <a:pt x="25" y="8"/>
                    <a:pt x="25" y="9"/>
                    <a:pt x="26" y="9"/>
                  </a:cubicBezTo>
                  <a:cubicBezTo>
                    <a:pt x="26" y="10"/>
                    <a:pt x="27" y="11"/>
                    <a:pt x="27" y="12"/>
                  </a:cubicBezTo>
                  <a:cubicBezTo>
                    <a:pt x="27" y="14"/>
                    <a:pt x="25" y="16"/>
                    <a:pt x="22" y="19"/>
                  </a:cubicBezTo>
                  <a:cubicBezTo>
                    <a:pt x="18" y="22"/>
                    <a:pt x="15" y="24"/>
                    <a:pt x="10" y="25"/>
                  </a:cubicBezTo>
                  <a:cubicBezTo>
                    <a:pt x="11" y="21"/>
                    <a:pt x="13" y="17"/>
                    <a:pt x="16"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339"/>
            <p:cNvSpPr>
              <a:spLocks noEditPoints="1"/>
            </p:cNvSpPr>
            <p:nvPr/>
          </p:nvSpPr>
          <p:spPr bwMode="auto">
            <a:xfrm>
              <a:off x="9540875" y="2317751"/>
              <a:ext cx="65088" cy="69850"/>
            </a:xfrm>
            <a:custGeom>
              <a:avLst/>
              <a:gdLst>
                <a:gd name="T0" fmla="*/ 41 w 43"/>
                <a:gd name="T1" fmla="*/ 45 h 47"/>
                <a:gd name="T2" fmla="*/ 43 w 43"/>
                <a:gd name="T3" fmla="*/ 42 h 47"/>
                <a:gd name="T4" fmla="*/ 42 w 43"/>
                <a:gd name="T5" fmla="*/ 40 h 47"/>
                <a:gd name="T6" fmla="*/ 40 w 43"/>
                <a:gd name="T7" fmla="*/ 38 h 47"/>
                <a:gd name="T8" fmla="*/ 39 w 43"/>
                <a:gd name="T9" fmla="*/ 36 h 47"/>
                <a:gd name="T10" fmla="*/ 38 w 43"/>
                <a:gd name="T11" fmla="*/ 28 h 47"/>
                <a:gd name="T12" fmla="*/ 39 w 43"/>
                <a:gd name="T13" fmla="*/ 15 h 47"/>
                <a:gd name="T14" fmla="*/ 40 w 43"/>
                <a:gd name="T15" fmla="*/ 8 h 47"/>
                <a:gd name="T16" fmla="*/ 36 w 43"/>
                <a:gd name="T17" fmla="*/ 5 h 47"/>
                <a:gd name="T18" fmla="*/ 29 w 43"/>
                <a:gd name="T19" fmla="*/ 0 h 47"/>
                <a:gd name="T20" fmla="*/ 10 w 43"/>
                <a:gd name="T21" fmla="*/ 12 h 47"/>
                <a:gd name="T22" fmla="*/ 0 w 43"/>
                <a:gd name="T23" fmla="*/ 35 h 47"/>
                <a:gd name="T24" fmla="*/ 3 w 43"/>
                <a:gd name="T25" fmla="*/ 43 h 47"/>
                <a:gd name="T26" fmla="*/ 9 w 43"/>
                <a:gd name="T27" fmla="*/ 46 h 47"/>
                <a:gd name="T28" fmla="*/ 30 w 43"/>
                <a:gd name="T29" fmla="*/ 31 h 47"/>
                <a:gd name="T30" fmla="*/ 37 w 43"/>
                <a:gd name="T31" fmla="*/ 47 h 47"/>
                <a:gd name="T32" fmla="*/ 41 w 43"/>
                <a:gd name="T33" fmla="*/ 45 h 47"/>
                <a:gd name="T34" fmla="*/ 23 w 43"/>
                <a:gd name="T35" fmla="*/ 28 h 47"/>
                <a:gd name="T36" fmla="*/ 11 w 43"/>
                <a:gd name="T37" fmla="*/ 37 h 47"/>
                <a:gd name="T38" fmla="*/ 10 w 43"/>
                <a:gd name="T39" fmla="*/ 33 h 47"/>
                <a:gd name="T40" fmla="*/ 16 w 43"/>
                <a:gd name="T41" fmla="*/ 18 h 47"/>
                <a:gd name="T42" fmla="*/ 27 w 43"/>
                <a:gd name="T43" fmla="*/ 9 h 47"/>
                <a:gd name="T44" fmla="*/ 29 w 43"/>
                <a:gd name="T45" fmla="*/ 10 h 47"/>
                <a:gd name="T46" fmla="*/ 30 w 43"/>
                <a:gd name="T47" fmla="*/ 13 h 47"/>
                <a:gd name="T48" fmla="*/ 23 w 43"/>
                <a:gd name="T49" fmla="*/ 2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3" h="47">
                  <a:moveTo>
                    <a:pt x="41" y="45"/>
                  </a:moveTo>
                  <a:cubicBezTo>
                    <a:pt x="42" y="45"/>
                    <a:pt x="43" y="43"/>
                    <a:pt x="43" y="42"/>
                  </a:cubicBezTo>
                  <a:cubicBezTo>
                    <a:pt x="43" y="41"/>
                    <a:pt x="43" y="40"/>
                    <a:pt x="42" y="40"/>
                  </a:cubicBezTo>
                  <a:cubicBezTo>
                    <a:pt x="40" y="39"/>
                    <a:pt x="40" y="39"/>
                    <a:pt x="40" y="38"/>
                  </a:cubicBezTo>
                  <a:cubicBezTo>
                    <a:pt x="39" y="38"/>
                    <a:pt x="39" y="37"/>
                    <a:pt x="39" y="36"/>
                  </a:cubicBezTo>
                  <a:cubicBezTo>
                    <a:pt x="38" y="34"/>
                    <a:pt x="38" y="32"/>
                    <a:pt x="38" y="28"/>
                  </a:cubicBezTo>
                  <a:cubicBezTo>
                    <a:pt x="38" y="25"/>
                    <a:pt x="38" y="20"/>
                    <a:pt x="39" y="15"/>
                  </a:cubicBezTo>
                  <a:cubicBezTo>
                    <a:pt x="40" y="12"/>
                    <a:pt x="40" y="10"/>
                    <a:pt x="40" y="8"/>
                  </a:cubicBezTo>
                  <a:cubicBezTo>
                    <a:pt x="40" y="6"/>
                    <a:pt x="39" y="5"/>
                    <a:pt x="36" y="5"/>
                  </a:cubicBezTo>
                  <a:cubicBezTo>
                    <a:pt x="35" y="2"/>
                    <a:pt x="32" y="0"/>
                    <a:pt x="29" y="0"/>
                  </a:cubicBezTo>
                  <a:cubicBezTo>
                    <a:pt x="22" y="0"/>
                    <a:pt x="16" y="4"/>
                    <a:pt x="10" y="12"/>
                  </a:cubicBezTo>
                  <a:cubicBezTo>
                    <a:pt x="3" y="20"/>
                    <a:pt x="0" y="28"/>
                    <a:pt x="0" y="35"/>
                  </a:cubicBezTo>
                  <a:cubicBezTo>
                    <a:pt x="0" y="38"/>
                    <a:pt x="1" y="41"/>
                    <a:pt x="3" y="43"/>
                  </a:cubicBezTo>
                  <a:cubicBezTo>
                    <a:pt x="4" y="45"/>
                    <a:pt x="6" y="46"/>
                    <a:pt x="9" y="46"/>
                  </a:cubicBezTo>
                  <a:cubicBezTo>
                    <a:pt x="16" y="46"/>
                    <a:pt x="23" y="41"/>
                    <a:pt x="30" y="31"/>
                  </a:cubicBezTo>
                  <a:cubicBezTo>
                    <a:pt x="29" y="42"/>
                    <a:pt x="32" y="47"/>
                    <a:pt x="37" y="47"/>
                  </a:cubicBezTo>
                  <a:cubicBezTo>
                    <a:pt x="38" y="47"/>
                    <a:pt x="40" y="46"/>
                    <a:pt x="41" y="45"/>
                  </a:cubicBezTo>
                  <a:close/>
                  <a:moveTo>
                    <a:pt x="23" y="28"/>
                  </a:moveTo>
                  <a:cubicBezTo>
                    <a:pt x="18" y="34"/>
                    <a:pt x="14" y="37"/>
                    <a:pt x="11" y="37"/>
                  </a:cubicBezTo>
                  <a:cubicBezTo>
                    <a:pt x="10" y="37"/>
                    <a:pt x="10" y="36"/>
                    <a:pt x="10" y="33"/>
                  </a:cubicBezTo>
                  <a:cubicBezTo>
                    <a:pt x="10" y="29"/>
                    <a:pt x="12" y="24"/>
                    <a:pt x="16" y="18"/>
                  </a:cubicBezTo>
                  <a:cubicBezTo>
                    <a:pt x="21" y="12"/>
                    <a:pt x="24" y="9"/>
                    <a:pt x="27" y="9"/>
                  </a:cubicBezTo>
                  <a:cubicBezTo>
                    <a:pt x="28" y="9"/>
                    <a:pt x="29" y="9"/>
                    <a:pt x="29" y="10"/>
                  </a:cubicBezTo>
                  <a:cubicBezTo>
                    <a:pt x="30" y="11"/>
                    <a:pt x="30" y="12"/>
                    <a:pt x="30" y="13"/>
                  </a:cubicBezTo>
                  <a:cubicBezTo>
                    <a:pt x="30" y="17"/>
                    <a:pt x="28" y="22"/>
                    <a:pt x="23"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340"/>
            <p:cNvSpPr>
              <a:spLocks/>
            </p:cNvSpPr>
            <p:nvPr/>
          </p:nvSpPr>
          <p:spPr bwMode="auto">
            <a:xfrm>
              <a:off x="9618663" y="2319338"/>
              <a:ext cx="61913" cy="68263"/>
            </a:xfrm>
            <a:custGeom>
              <a:avLst/>
              <a:gdLst>
                <a:gd name="T0" fmla="*/ 11 w 41"/>
                <a:gd name="T1" fmla="*/ 12 h 46"/>
                <a:gd name="T2" fmla="*/ 13 w 41"/>
                <a:gd name="T3" fmla="*/ 4 h 46"/>
                <a:gd name="T4" fmla="*/ 12 w 41"/>
                <a:gd name="T5" fmla="*/ 2 h 46"/>
                <a:gd name="T6" fmla="*/ 8 w 41"/>
                <a:gd name="T7" fmla="*/ 0 h 46"/>
                <a:gd name="T8" fmla="*/ 5 w 41"/>
                <a:gd name="T9" fmla="*/ 2 h 46"/>
                <a:gd name="T10" fmla="*/ 2 w 41"/>
                <a:gd name="T11" fmla="*/ 5 h 46"/>
                <a:gd name="T12" fmla="*/ 2 w 41"/>
                <a:gd name="T13" fmla="*/ 10 h 46"/>
                <a:gd name="T14" fmla="*/ 1 w 41"/>
                <a:gd name="T15" fmla="*/ 13 h 46"/>
                <a:gd name="T16" fmla="*/ 0 w 41"/>
                <a:gd name="T17" fmla="*/ 25 h 46"/>
                <a:gd name="T18" fmla="*/ 0 w 41"/>
                <a:gd name="T19" fmla="*/ 33 h 46"/>
                <a:gd name="T20" fmla="*/ 1 w 41"/>
                <a:gd name="T21" fmla="*/ 43 h 46"/>
                <a:gd name="T22" fmla="*/ 5 w 41"/>
                <a:gd name="T23" fmla="*/ 46 h 46"/>
                <a:gd name="T24" fmla="*/ 10 w 41"/>
                <a:gd name="T25" fmla="*/ 45 h 46"/>
                <a:gd name="T26" fmla="*/ 12 w 41"/>
                <a:gd name="T27" fmla="*/ 40 h 46"/>
                <a:gd name="T28" fmla="*/ 20 w 41"/>
                <a:gd name="T29" fmla="*/ 19 h 46"/>
                <a:gd name="T30" fmla="*/ 31 w 41"/>
                <a:gd name="T31" fmla="*/ 9 h 46"/>
                <a:gd name="T32" fmla="*/ 33 w 41"/>
                <a:gd name="T33" fmla="*/ 11 h 46"/>
                <a:gd name="T34" fmla="*/ 38 w 41"/>
                <a:gd name="T35" fmla="*/ 13 h 46"/>
                <a:gd name="T36" fmla="*/ 40 w 41"/>
                <a:gd name="T37" fmla="*/ 11 h 46"/>
                <a:gd name="T38" fmla="*/ 41 w 41"/>
                <a:gd name="T39" fmla="*/ 8 h 46"/>
                <a:gd name="T40" fmla="*/ 38 w 41"/>
                <a:gd name="T41" fmla="*/ 2 h 46"/>
                <a:gd name="T42" fmla="*/ 32 w 41"/>
                <a:gd name="T43" fmla="*/ 0 h 46"/>
                <a:gd name="T44" fmla="*/ 20 w 41"/>
                <a:gd name="T45" fmla="*/ 6 h 46"/>
                <a:gd name="T46" fmla="*/ 10 w 41"/>
                <a:gd name="T47" fmla="*/ 22 h 46"/>
                <a:gd name="T48" fmla="*/ 9 w 41"/>
                <a:gd name="T49" fmla="*/ 24 h 46"/>
                <a:gd name="T50" fmla="*/ 10 w 41"/>
                <a:gd name="T51" fmla="*/ 17 h 46"/>
                <a:gd name="T52" fmla="*/ 11 w 41"/>
                <a:gd name="T53" fmla="*/ 12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1" h="46">
                  <a:moveTo>
                    <a:pt x="11" y="12"/>
                  </a:moveTo>
                  <a:cubicBezTo>
                    <a:pt x="12" y="8"/>
                    <a:pt x="13" y="6"/>
                    <a:pt x="13" y="4"/>
                  </a:cubicBezTo>
                  <a:cubicBezTo>
                    <a:pt x="13" y="3"/>
                    <a:pt x="13" y="3"/>
                    <a:pt x="12" y="2"/>
                  </a:cubicBezTo>
                  <a:cubicBezTo>
                    <a:pt x="11" y="1"/>
                    <a:pt x="10" y="0"/>
                    <a:pt x="8" y="0"/>
                  </a:cubicBezTo>
                  <a:cubicBezTo>
                    <a:pt x="7" y="0"/>
                    <a:pt x="6" y="1"/>
                    <a:pt x="5" y="2"/>
                  </a:cubicBezTo>
                  <a:cubicBezTo>
                    <a:pt x="4" y="3"/>
                    <a:pt x="3" y="4"/>
                    <a:pt x="2" y="5"/>
                  </a:cubicBezTo>
                  <a:cubicBezTo>
                    <a:pt x="2" y="6"/>
                    <a:pt x="2" y="7"/>
                    <a:pt x="2" y="10"/>
                  </a:cubicBezTo>
                  <a:cubicBezTo>
                    <a:pt x="2" y="11"/>
                    <a:pt x="1" y="12"/>
                    <a:pt x="1" y="13"/>
                  </a:cubicBezTo>
                  <a:cubicBezTo>
                    <a:pt x="1" y="17"/>
                    <a:pt x="1" y="21"/>
                    <a:pt x="0" y="25"/>
                  </a:cubicBezTo>
                  <a:cubicBezTo>
                    <a:pt x="0" y="28"/>
                    <a:pt x="0" y="31"/>
                    <a:pt x="0" y="33"/>
                  </a:cubicBezTo>
                  <a:cubicBezTo>
                    <a:pt x="0" y="38"/>
                    <a:pt x="1" y="41"/>
                    <a:pt x="1" y="43"/>
                  </a:cubicBezTo>
                  <a:cubicBezTo>
                    <a:pt x="2" y="45"/>
                    <a:pt x="4" y="46"/>
                    <a:pt x="5" y="46"/>
                  </a:cubicBezTo>
                  <a:cubicBezTo>
                    <a:pt x="7" y="46"/>
                    <a:pt x="9" y="46"/>
                    <a:pt x="10" y="45"/>
                  </a:cubicBezTo>
                  <a:cubicBezTo>
                    <a:pt x="11" y="44"/>
                    <a:pt x="11" y="43"/>
                    <a:pt x="12" y="40"/>
                  </a:cubicBezTo>
                  <a:cubicBezTo>
                    <a:pt x="13" y="32"/>
                    <a:pt x="16" y="25"/>
                    <a:pt x="20" y="19"/>
                  </a:cubicBezTo>
                  <a:cubicBezTo>
                    <a:pt x="25" y="12"/>
                    <a:pt x="29" y="9"/>
                    <a:pt x="31" y="9"/>
                  </a:cubicBezTo>
                  <a:cubicBezTo>
                    <a:pt x="31" y="9"/>
                    <a:pt x="32" y="10"/>
                    <a:pt x="33" y="11"/>
                  </a:cubicBezTo>
                  <a:cubicBezTo>
                    <a:pt x="34" y="12"/>
                    <a:pt x="36" y="13"/>
                    <a:pt x="38" y="13"/>
                  </a:cubicBezTo>
                  <a:cubicBezTo>
                    <a:pt x="39" y="13"/>
                    <a:pt x="40" y="12"/>
                    <a:pt x="40" y="11"/>
                  </a:cubicBezTo>
                  <a:cubicBezTo>
                    <a:pt x="41" y="10"/>
                    <a:pt x="41" y="9"/>
                    <a:pt x="41" y="8"/>
                  </a:cubicBezTo>
                  <a:cubicBezTo>
                    <a:pt x="41" y="6"/>
                    <a:pt x="40" y="4"/>
                    <a:pt x="38" y="2"/>
                  </a:cubicBezTo>
                  <a:cubicBezTo>
                    <a:pt x="37" y="1"/>
                    <a:pt x="34" y="0"/>
                    <a:pt x="32" y="0"/>
                  </a:cubicBezTo>
                  <a:cubicBezTo>
                    <a:pt x="28" y="0"/>
                    <a:pt x="24" y="2"/>
                    <a:pt x="20" y="6"/>
                  </a:cubicBezTo>
                  <a:cubicBezTo>
                    <a:pt x="17" y="10"/>
                    <a:pt x="13" y="16"/>
                    <a:pt x="10" y="22"/>
                  </a:cubicBezTo>
                  <a:cubicBezTo>
                    <a:pt x="9" y="24"/>
                    <a:pt x="9" y="24"/>
                    <a:pt x="9" y="24"/>
                  </a:cubicBezTo>
                  <a:cubicBezTo>
                    <a:pt x="10" y="17"/>
                    <a:pt x="10" y="17"/>
                    <a:pt x="10" y="17"/>
                  </a:cubicBezTo>
                  <a:cubicBezTo>
                    <a:pt x="10" y="16"/>
                    <a:pt x="11" y="14"/>
                    <a:pt x="11"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341"/>
            <p:cNvSpPr>
              <a:spLocks/>
            </p:cNvSpPr>
            <p:nvPr/>
          </p:nvSpPr>
          <p:spPr bwMode="auto">
            <a:xfrm>
              <a:off x="9682163" y="2320926"/>
              <a:ext cx="77788" cy="65088"/>
            </a:xfrm>
            <a:custGeom>
              <a:avLst/>
              <a:gdLst>
                <a:gd name="T0" fmla="*/ 33 w 52"/>
                <a:gd name="T1" fmla="*/ 22 h 43"/>
                <a:gd name="T2" fmla="*/ 35 w 52"/>
                <a:gd name="T3" fmla="*/ 36 h 43"/>
                <a:gd name="T4" fmla="*/ 35 w 52"/>
                <a:gd name="T5" fmla="*/ 36 h 43"/>
                <a:gd name="T6" fmla="*/ 42 w 52"/>
                <a:gd name="T7" fmla="*/ 40 h 43"/>
                <a:gd name="T8" fmla="*/ 49 w 52"/>
                <a:gd name="T9" fmla="*/ 38 h 43"/>
                <a:gd name="T10" fmla="*/ 52 w 52"/>
                <a:gd name="T11" fmla="*/ 33 h 43"/>
                <a:gd name="T12" fmla="*/ 50 w 52"/>
                <a:gd name="T13" fmla="*/ 31 h 43"/>
                <a:gd name="T14" fmla="*/ 47 w 52"/>
                <a:gd name="T15" fmla="*/ 32 h 43"/>
                <a:gd name="T16" fmla="*/ 45 w 52"/>
                <a:gd name="T17" fmla="*/ 32 h 43"/>
                <a:gd name="T18" fmla="*/ 41 w 52"/>
                <a:gd name="T19" fmla="*/ 17 h 43"/>
                <a:gd name="T20" fmla="*/ 30 w 52"/>
                <a:gd name="T21" fmla="*/ 2 h 43"/>
                <a:gd name="T22" fmla="*/ 10 w 52"/>
                <a:gd name="T23" fmla="*/ 23 h 43"/>
                <a:gd name="T24" fmla="*/ 13 w 52"/>
                <a:gd name="T25" fmla="*/ 8 h 43"/>
                <a:gd name="T26" fmla="*/ 12 w 52"/>
                <a:gd name="T27" fmla="*/ 1 h 43"/>
                <a:gd name="T28" fmla="*/ 8 w 52"/>
                <a:gd name="T29" fmla="*/ 0 h 43"/>
                <a:gd name="T30" fmla="*/ 4 w 52"/>
                <a:gd name="T31" fmla="*/ 2 h 43"/>
                <a:gd name="T32" fmla="*/ 3 w 52"/>
                <a:gd name="T33" fmla="*/ 6 h 43"/>
                <a:gd name="T34" fmla="*/ 1 w 52"/>
                <a:gd name="T35" fmla="*/ 28 h 43"/>
                <a:gd name="T36" fmla="*/ 0 w 52"/>
                <a:gd name="T37" fmla="*/ 37 h 43"/>
                <a:gd name="T38" fmla="*/ 6 w 52"/>
                <a:gd name="T39" fmla="*/ 43 h 43"/>
                <a:gd name="T40" fmla="*/ 8 w 52"/>
                <a:gd name="T41" fmla="*/ 41 h 43"/>
                <a:gd name="T42" fmla="*/ 9 w 52"/>
                <a:gd name="T43" fmla="*/ 39 h 43"/>
                <a:gd name="T44" fmla="*/ 18 w 52"/>
                <a:gd name="T45" fmla="*/ 23 h 43"/>
                <a:gd name="T46" fmla="*/ 29 w 52"/>
                <a:gd name="T47" fmla="*/ 12 h 43"/>
                <a:gd name="T48" fmla="*/ 33 w 52"/>
                <a:gd name="T49" fmla="*/ 22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2" h="43">
                  <a:moveTo>
                    <a:pt x="33" y="22"/>
                  </a:moveTo>
                  <a:cubicBezTo>
                    <a:pt x="33" y="29"/>
                    <a:pt x="34" y="34"/>
                    <a:pt x="35" y="36"/>
                  </a:cubicBezTo>
                  <a:cubicBezTo>
                    <a:pt x="35" y="36"/>
                    <a:pt x="35" y="36"/>
                    <a:pt x="35" y="36"/>
                  </a:cubicBezTo>
                  <a:cubicBezTo>
                    <a:pt x="37" y="39"/>
                    <a:pt x="39" y="40"/>
                    <a:pt x="42" y="40"/>
                  </a:cubicBezTo>
                  <a:cubicBezTo>
                    <a:pt x="45" y="40"/>
                    <a:pt x="47" y="39"/>
                    <a:pt x="49" y="38"/>
                  </a:cubicBezTo>
                  <a:cubicBezTo>
                    <a:pt x="51" y="36"/>
                    <a:pt x="52" y="35"/>
                    <a:pt x="52" y="33"/>
                  </a:cubicBezTo>
                  <a:cubicBezTo>
                    <a:pt x="52" y="32"/>
                    <a:pt x="51" y="31"/>
                    <a:pt x="50" y="31"/>
                  </a:cubicBezTo>
                  <a:cubicBezTo>
                    <a:pt x="49" y="31"/>
                    <a:pt x="48" y="31"/>
                    <a:pt x="47" y="32"/>
                  </a:cubicBezTo>
                  <a:cubicBezTo>
                    <a:pt x="47" y="32"/>
                    <a:pt x="46" y="32"/>
                    <a:pt x="45" y="32"/>
                  </a:cubicBezTo>
                  <a:cubicBezTo>
                    <a:pt x="44" y="32"/>
                    <a:pt x="43" y="27"/>
                    <a:pt x="41" y="17"/>
                  </a:cubicBezTo>
                  <a:cubicBezTo>
                    <a:pt x="40" y="7"/>
                    <a:pt x="37" y="2"/>
                    <a:pt x="30" y="2"/>
                  </a:cubicBezTo>
                  <a:cubicBezTo>
                    <a:pt x="23" y="2"/>
                    <a:pt x="16" y="9"/>
                    <a:pt x="10" y="23"/>
                  </a:cubicBezTo>
                  <a:cubicBezTo>
                    <a:pt x="12" y="15"/>
                    <a:pt x="13" y="10"/>
                    <a:pt x="13" y="8"/>
                  </a:cubicBezTo>
                  <a:cubicBezTo>
                    <a:pt x="13" y="4"/>
                    <a:pt x="12" y="2"/>
                    <a:pt x="12" y="1"/>
                  </a:cubicBezTo>
                  <a:cubicBezTo>
                    <a:pt x="11" y="0"/>
                    <a:pt x="9" y="0"/>
                    <a:pt x="8" y="0"/>
                  </a:cubicBezTo>
                  <a:cubicBezTo>
                    <a:pt x="7" y="0"/>
                    <a:pt x="5" y="1"/>
                    <a:pt x="4" y="2"/>
                  </a:cubicBezTo>
                  <a:cubicBezTo>
                    <a:pt x="3" y="4"/>
                    <a:pt x="3" y="5"/>
                    <a:pt x="3" y="6"/>
                  </a:cubicBezTo>
                  <a:cubicBezTo>
                    <a:pt x="3" y="15"/>
                    <a:pt x="2" y="22"/>
                    <a:pt x="1" y="28"/>
                  </a:cubicBezTo>
                  <a:cubicBezTo>
                    <a:pt x="0" y="33"/>
                    <a:pt x="0" y="36"/>
                    <a:pt x="0" y="37"/>
                  </a:cubicBezTo>
                  <a:cubicBezTo>
                    <a:pt x="0" y="41"/>
                    <a:pt x="2" y="43"/>
                    <a:pt x="6" y="43"/>
                  </a:cubicBezTo>
                  <a:cubicBezTo>
                    <a:pt x="7" y="43"/>
                    <a:pt x="7" y="42"/>
                    <a:pt x="8" y="41"/>
                  </a:cubicBezTo>
                  <a:cubicBezTo>
                    <a:pt x="9" y="41"/>
                    <a:pt x="9" y="40"/>
                    <a:pt x="9" y="39"/>
                  </a:cubicBezTo>
                  <a:cubicBezTo>
                    <a:pt x="11" y="35"/>
                    <a:pt x="14" y="30"/>
                    <a:pt x="18" y="23"/>
                  </a:cubicBezTo>
                  <a:cubicBezTo>
                    <a:pt x="23" y="15"/>
                    <a:pt x="27" y="12"/>
                    <a:pt x="29" y="12"/>
                  </a:cubicBezTo>
                  <a:cubicBezTo>
                    <a:pt x="31" y="12"/>
                    <a:pt x="32" y="15"/>
                    <a:pt x="33"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342"/>
            <p:cNvSpPr>
              <a:spLocks/>
            </p:cNvSpPr>
            <p:nvPr/>
          </p:nvSpPr>
          <p:spPr bwMode="auto">
            <a:xfrm>
              <a:off x="9780588" y="2286001"/>
              <a:ext cx="19050" cy="17463"/>
            </a:xfrm>
            <a:custGeom>
              <a:avLst/>
              <a:gdLst>
                <a:gd name="T0" fmla="*/ 11 w 13"/>
                <a:gd name="T1" fmla="*/ 10 h 12"/>
                <a:gd name="T2" fmla="*/ 13 w 13"/>
                <a:gd name="T3" fmla="*/ 5 h 12"/>
                <a:gd name="T4" fmla="*/ 12 w 13"/>
                <a:gd name="T5" fmla="*/ 1 h 12"/>
                <a:gd name="T6" fmla="*/ 7 w 13"/>
                <a:gd name="T7" fmla="*/ 0 h 12"/>
                <a:gd name="T8" fmla="*/ 2 w 13"/>
                <a:gd name="T9" fmla="*/ 2 h 12"/>
                <a:gd name="T10" fmla="*/ 0 w 13"/>
                <a:gd name="T11" fmla="*/ 6 h 12"/>
                <a:gd name="T12" fmla="*/ 2 w 13"/>
                <a:gd name="T13" fmla="*/ 10 h 12"/>
                <a:gd name="T14" fmla="*/ 6 w 13"/>
                <a:gd name="T15" fmla="*/ 12 h 12"/>
                <a:gd name="T16" fmla="*/ 11 w 13"/>
                <a:gd name="T17"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2">
                  <a:moveTo>
                    <a:pt x="11" y="10"/>
                  </a:moveTo>
                  <a:cubicBezTo>
                    <a:pt x="12" y="9"/>
                    <a:pt x="13" y="7"/>
                    <a:pt x="13" y="5"/>
                  </a:cubicBezTo>
                  <a:cubicBezTo>
                    <a:pt x="13" y="4"/>
                    <a:pt x="13" y="2"/>
                    <a:pt x="12" y="1"/>
                  </a:cubicBezTo>
                  <a:cubicBezTo>
                    <a:pt x="10" y="0"/>
                    <a:pt x="9" y="0"/>
                    <a:pt x="7" y="0"/>
                  </a:cubicBezTo>
                  <a:cubicBezTo>
                    <a:pt x="5" y="0"/>
                    <a:pt x="3" y="0"/>
                    <a:pt x="2" y="2"/>
                  </a:cubicBezTo>
                  <a:cubicBezTo>
                    <a:pt x="0" y="3"/>
                    <a:pt x="0" y="4"/>
                    <a:pt x="0" y="6"/>
                  </a:cubicBezTo>
                  <a:cubicBezTo>
                    <a:pt x="0" y="8"/>
                    <a:pt x="0" y="9"/>
                    <a:pt x="2" y="10"/>
                  </a:cubicBezTo>
                  <a:cubicBezTo>
                    <a:pt x="3" y="12"/>
                    <a:pt x="4" y="12"/>
                    <a:pt x="6" y="12"/>
                  </a:cubicBezTo>
                  <a:cubicBezTo>
                    <a:pt x="7" y="12"/>
                    <a:pt x="9" y="12"/>
                    <a:pt x="1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343"/>
            <p:cNvSpPr>
              <a:spLocks/>
            </p:cNvSpPr>
            <p:nvPr/>
          </p:nvSpPr>
          <p:spPr bwMode="auto">
            <a:xfrm>
              <a:off x="9766300" y="2319338"/>
              <a:ext cx="22225" cy="68263"/>
            </a:xfrm>
            <a:custGeom>
              <a:avLst/>
              <a:gdLst>
                <a:gd name="T0" fmla="*/ 2 w 15"/>
                <a:gd name="T1" fmla="*/ 20 h 45"/>
                <a:gd name="T2" fmla="*/ 0 w 15"/>
                <a:gd name="T3" fmla="*/ 37 h 45"/>
                <a:gd name="T4" fmla="*/ 5 w 15"/>
                <a:gd name="T5" fmla="*/ 45 h 45"/>
                <a:gd name="T6" fmla="*/ 9 w 15"/>
                <a:gd name="T7" fmla="*/ 44 h 45"/>
                <a:gd name="T8" fmla="*/ 11 w 15"/>
                <a:gd name="T9" fmla="*/ 41 h 45"/>
                <a:gd name="T10" fmla="*/ 11 w 15"/>
                <a:gd name="T11" fmla="*/ 40 h 45"/>
                <a:gd name="T12" fmla="*/ 10 w 15"/>
                <a:gd name="T13" fmla="*/ 33 h 45"/>
                <a:gd name="T14" fmla="*/ 10 w 15"/>
                <a:gd name="T15" fmla="*/ 25 h 45"/>
                <a:gd name="T16" fmla="*/ 13 w 15"/>
                <a:gd name="T17" fmla="*/ 12 h 45"/>
                <a:gd name="T18" fmla="*/ 13 w 15"/>
                <a:gd name="T19" fmla="*/ 11 h 45"/>
                <a:gd name="T20" fmla="*/ 15 w 15"/>
                <a:gd name="T21" fmla="*/ 5 h 45"/>
                <a:gd name="T22" fmla="*/ 13 w 15"/>
                <a:gd name="T23" fmla="*/ 2 h 45"/>
                <a:gd name="T24" fmla="*/ 9 w 15"/>
                <a:gd name="T25" fmla="*/ 0 h 45"/>
                <a:gd name="T26" fmla="*/ 5 w 15"/>
                <a:gd name="T27" fmla="*/ 2 h 45"/>
                <a:gd name="T28" fmla="*/ 4 w 15"/>
                <a:gd name="T29" fmla="*/ 7 h 45"/>
                <a:gd name="T30" fmla="*/ 2 w 15"/>
                <a:gd name="T31" fmla="*/ 16 h 45"/>
                <a:gd name="T32" fmla="*/ 2 w 15"/>
                <a:gd name="T33" fmla="*/ 16 h 45"/>
                <a:gd name="T34" fmla="*/ 2 w 15"/>
                <a:gd name="T35" fmla="*/ 2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45">
                  <a:moveTo>
                    <a:pt x="2" y="20"/>
                  </a:moveTo>
                  <a:cubicBezTo>
                    <a:pt x="0" y="27"/>
                    <a:pt x="0" y="32"/>
                    <a:pt x="0" y="37"/>
                  </a:cubicBezTo>
                  <a:cubicBezTo>
                    <a:pt x="0" y="43"/>
                    <a:pt x="2" y="45"/>
                    <a:pt x="5" y="45"/>
                  </a:cubicBezTo>
                  <a:cubicBezTo>
                    <a:pt x="7" y="45"/>
                    <a:pt x="8" y="45"/>
                    <a:pt x="9" y="44"/>
                  </a:cubicBezTo>
                  <a:cubicBezTo>
                    <a:pt x="10" y="43"/>
                    <a:pt x="11" y="42"/>
                    <a:pt x="11" y="41"/>
                  </a:cubicBezTo>
                  <a:cubicBezTo>
                    <a:pt x="11" y="41"/>
                    <a:pt x="11" y="40"/>
                    <a:pt x="11" y="40"/>
                  </a:cubicBezTo>
                  <a:cubicBezTo>
                    <a:pt x="10" y="37"/>
                    <a:pt x="10" y="35"/>
                    <a:pt x="10" y="33"/>
                  </a:cubicBezTo>
                  <a:cubicBezTo>
                    <a:pt x="10" y="31"/>
                    <a:pt x="10" y="28"/>
                    <a:pt x="10" y="25"/>
                  </a:cubicBezTo>
                  <a:cubicBezTo>
                    <a:pt x="11" y="22"/>
                    <a:pt x="11" y="17"/>
                    <a:pt x="13" y="12"/>
                  </a:cubicBezTo>
                  <a:cubicBezTo>
                    <a:pt x="13" y="11"/>
                    <a:pt x="13" y="11"/>
                    <a:pt x="13" y="11"/>
                  </a:cubicBezTo>
                  <a:cubicBezTo>
                    <a:pt x="14" y="8"/>
                    <a:pt x="15" y="6"/>
                    <a:pt x="15" y="5"/>
                  </a:cubicBezTo>
                  <a:cubicBezTo>
                    <a:pt x="15" y="3"/>
                    <a:pt x="14" y="2"/>
                    <a:pt x="13" y="2"/>
                  </a:cubicBezTo>
                  <a:cubicBezTo>
                    <a:pt x="12" y="1"/>
                    <a:pt x="11" y="0"/>
                    <a:pt x="9" y="0"/>
                  </a:cubicBezTo>
                  <a:cubicBezTo>
                    <a:pt x="7" y="0"/>
                    <a:pt x="6" y="1"/>
                    <a:pt x="5" y="2"/>
                  </a:cubicBezTo>
                  <a:cubicBezTo>
                    <a:pt x="4" y="4"/>
                    <a:pt x="4" y="5"/>
                    <a:pt x="4" y="7"/>
                  </a:cubicBezTo>
                  <a:cubicBezTo>
                    <a:pt x="4" y="8"/>
                    <a:pt x="3" y="11"/>
                    <a:pt x="2" y="16"/>
                  </a:cubicBezTo>
                  <a:cubicBezTo>
                    <a:pt x="2" y="16"/>
                    <a:pt x="2" y="16"/>
                    <a:pt x="2" y="16"/>
                  </a:cubicBezTo>
                  <a:cubicBezTo>
                    <a:pt x="2" y="17"/>
                    <a:pt x="2" y="19"/>
                    <a:pt x="2"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344"/>
            <p:cNvSpPr>
              <a:spLocks/>
            </p:cNvSpPr>
            <p:nvPr/>
          </p:nvSpPr>
          <p:spPr bwMode="auto">
            <a:xfrm>
              <a:off x="9799638" y="2320926"/>
              <a:ext cx="77788" cy="65088"/>
            </a:xfrm>
            <a:custGeom>
              <a:avLst/>
              <a:gdLst>
                <a:gd name="T0" fmla="*/ 12 w 52"/>
                <a:gd name="T1" fmla="*/ 1 h 43"/>
                <a:gd name="T2" fmla="*/ 9 w 52"/>
                <a:gd name="T3" fmla="*/ 0 h 43"/>
                <a:gd name="T4" fmla="*/ 5 w 52"/>
                <a:gd name="T5" fmla="*/ 2 h 43"/>
                <a:gd name="T6" fmla="*/ 3 w 52"/>
                <a:gd name="T7" fmla="*/ 6 h 43"/>
                <a:gd name="T8" fmla="*/ 2 w 52"/>
                <a:gd name="T9" fmla="*/ 28 h 43"/>
                <a:gd name="T10" fmla="*/ 0 w 52"/>
                <a:gd name="T11" fmla="*/ 37 h 43"/>
                <a:gd name="T12" fmla="*/ 7 w 52"/>
                <a:gd name="T13" fmla="*/ 43 h 43"/>
                <a:gd name="T14" fmla="*/ 9 w 52"/>
                <a:gd name="T15" fmla="*/ 41 h 43"/>
                <a:gd name="T16" fmla="*/ 10 w 52"/>
                <a:gd name="T17" fmla="*/ 39 h 43"/>
                <a:gd name="T18" fmla="*/ 19 w 52"/>
                <a:gd name="T19" fmla="*/ 23 h 43"/>
                <a:gd name="T20" fmla="*/ 29 w 52"/>
                <a:gd name="T21" fmla="*/ 12 h 43"/>
                <a:gd name="T22" fmla="*/ 33 w 52"/>
                <a:gd name="T23" fmla="*/ 22 h 43"/>
                <a:gd name="T24" fmla="*/ 36 w 52"/>
                <a:gd name="T25" fmla="*/ 36 h 43"/>
                <a:gd name="T26" fmla="*/ 36 w 52"/>
                <a:gd name="T27" fmla="*/ 36 h 43"/>
                <a:gd name="T28" fmla="*/ 43 w 52"/>
                <a:gd name="T29" fmla="*/ 40 h 43"/>
                <a:gd name="T30" fmla="*/ 50 w 52"/>
                <a:gd name="T31" fmla="*/ 38 h 43"/>
                <a:gd name="T32" fmla="*/ 52 w 52"/>
                <a:gd name="T33" fmla="*/ 33 h 43"/>
                <a:gd name="T34" fmla="*/ 50 w 52"/>
                <a:gd name="T35" fmla="*/ 31 h 43"/>
                <a:gd name="T36" fmla="*/ 48 w 52"/>
                <a:gd name="T37" fmla="*/ 32 h 43"/>
                <a:gd name="T38" fmla="*/ 46 w 52"/>
                <a:gd name="T39" fmla="*/ 32 h 43"/>
                <a:gd name="T40" fmla="*/ 42 w 52"/>
                <a:gd name="T41" fmla="*/ 17 h 43"/>
                <a:gd name="T42" fmla="*/ 31 w 52"/>
                <a:gd name="T43" fmla="*/ 2 h 43"/>
                <a:gd name="T44" fmla="*/ 11 w 52"/>
                <a:gd name="T45" fmla="*/ 23 h 43"/>
                <a:gd name="T46" fmla="*/ 13 w 52"/>
                <a:gd name="T47" fmla="*/ 8 h 43"/>
                <a:gd name="T48" fmla="*/ 12 w 52"/>
                <a:gd name="T49" fmla="*/ 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2" h="43">
                  <a:moveTo>
                    <a:pt x="12" y="1"/>
                  </a:moveTo>
                  <a:cubicBezTo>
                    <a:pt x="11" y="0"/>
                    <a:pt x="10" y="0"/>
                    <a:pt x="9" y="0"/>
                  </a:cubicBezTo>
                  <a:cubicBezTo>
                    <a:pt x="7" y="0"/>
                    <a:pt x="6" y="1"/>
                    <a:pt x="5" y="2"/>
                  </a:cubicBezTo>
                  <a:cubicBezTo>
                    <a:pt x="4" y="4"/>
                    <a:pt x="3" y="5"/>
                    <a:pt x="3" y="6"/>
                  </a:cubicBezTo>
                  <a:cubicBezTo>
                    <a:pt x="3" y="15"/>
                    <a:pt x="3" y="22"/>
                    <a:pt x="2" y="28"/>
                  </a:cubicBezTo>
                  <a:cubicBezTo>
                    <a:pt x="1" y="33"/>
                    <a:pt x="0" y="36"/>
                    <a:pt x="0" y="37"/>
                  </a:cubicBezTo>
                  <a:cubicBezTo>
                    <a:pt x="0" y="41"/>
                    <a:pt x="3" y="43"/>
                    <a:pt x="7" y="43"/>
                  </a:cubicBezTo>
                  <a:cubicBezTo>
                    <a:pt x="7" y="43"/>
                    <a:pt x="8" y="42"/>
                    <a:pt x="9" y="41"/>
                  </a:cubicBezTo>
                  <a:cubicBezTo>
                    <a:pt x="9" y="41"/>
                    <a:pt x="10" y="40"/>
                    <a:pt x="10" y="39"/>
                  </a:cubicBezTo>
                  <a:cubicBezTo>
                    <a:pt x="11" y="35"/>
                    <a:pt x="14" y="30"/>
                    <a:pt x="19" y="23"/>
                  </a:cubicBezTo>
                  <a:cubicBezTo>
                    <a:pt x="24" y="15"/>
                    <a:pt x="27" y="12"/>
                    <a:pt x="29" y="12"/>
                  </a:cubicBezTo>
                  <a:cubicBezTo>
                    <a:pt x="31" y="12"/>
                    <a:pt x="33" y="15"/>
                    <a:pt x="33" y="22"/>
                  </a:cubicBezTo>
                  <a:cubicBezTo>
                    <a:pt x="34" y="29"/>
                    <a:pt x="35" y="34"/>
                    <a:pt x="36" y="36"/>
                  </a:cubicBezTo>
                  <a:cubicBezTo>
                    <a:pt x="36" y="36"/>
                    <a:pt x="36" y="36"/>
                    <a:pt x="36" y="36"/>
                  </a:cubicBezTo>
                  <a:cubicBezTo>
                    <a:pt x="37" y="39"/>
                    <a:pt x="40" y="40"/>
                    <a:pt x="43" y="40"/>
                  </a:cubicBezTo>
                  <a:cubicBezTo>
                    <a:pt x="46" y="40"/>
                    <a:pt x="48" y="39"/>
                    <a:pt x="50" y="38"/>
                  </a:cubicBezTo>
                  <a:cubicBezTo>
                    <a:pt x="51" y="36"/>
                    <a:pt x="52" y="35"/>
                    <a:pt x="52" y="33"/>
                  </a:cubicBezTo>
                  <a:cubicBezTo>
                    <a:pt x="52" y="32"/>
                    <a:pt x="52" y="31"/>
                    <a:pt x="50" y="31"/>
                  </a:cubicBezTo>
                  <a:cubicBezTo>
                    <a:pt x="50" y="31"/>
                    <a:pt x="49" y="31"/>
                    <a:pt x="48" y="32"/>
                  </a:cubicBezTo>
                  <a:cubicBezTo>
                    <a:pt x="47" y="32"/>
                    <a:pt x="47" y="32"/>
                    <a:pt x="46" y="32"/>
                  </a:cubicBezTo>
                  <a:cubicBezTo>
                    <a:pt x="44" y="32"/>
                    <a:pt x="43" y="27"/>
                    <a:pt x="42" y="17"/>
                  </a:cubicBezTo>
                  <a:cubicBezTo>
                    <a:pt x="41" y="7"/>
                    <a:pt x="37" y="2"/>
                    <a:pt x="31" y="2"/>
                  </a:cubicBezTo>
                  <a:cubicBezTo>
                    <a:pt x="24" y="2"/>
                    <a:pt x="17" y="9"/>
                    <a:pt x="11" y="23"/>
                  </a:cubicBezTo>
                  <a:cubicBezTo>
                    <a:pt x="13" y="15"/>
                    <a:pt x="13" y="10"/>
                    <a:pt x="13" y="8"/>
                  </a:cubicBezTo>
                  <a:cubicBezTo>
                    <a:pt x="13" y="4"/>
                    <a:pt x="13" y="2"/>
                    <a:pt x="1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345"/>
            <p:cNvSpPr>
              <a:spLocks noEditPoints="1"/>
            </p:cNvSpPr>
            <p:nvPr/>
          </p:nvSpPr>
          <p:spPr bwMode="auto">
            <a:xfrm>
              <a:off x="9869488" y="2319338"/>
              <a:ext cx="77788" cy="103188"/>
            </a:xfrm>
            <a:custGeom>
              <a:avLst/>
              <a:gdLst>
                <a:gd name="T0" fmla="*/ 24 w 52"/>
                <a:gd name="T1" fmla="*/ 61 h 70"/>
                <a:gd name="T2" fmla="*/ 8 w 52"/>
                <a:gd name="T3" fmla="*/ 55 h 70"/>
                <a:gd name="T4" fmla="*/ 3 w 52"/>
                <a:gd name="T5" fmla="*/ 53 h 70"/>
                <a:gd name="T6" fmla="*/ 0 w 52"/>
                <a:gd name="T7" fmla="*/ 56 h 70"/>
                <a:gd name="T8" fmla="*/ 8 w 52"/>
                <a:gd name="T9" fmla="*/ 65 h 70"/>
                <a:gd name="T10" fmla="*/ 24 w 52"/>
                <a:gd name="T11" fmla="*/ 70 h 70"/>
                <a:gd name="T12" fmla="*/ 38 w 52"/>
                <a:gd name="T13" fmla="*/ 64 h 70"/>
                <a:gd name="T14" fmla="*/ 46 w 52"/>
                <a:gd name="T15" fmla="*/ 43 h 70"/>
                <a:gd name="T16" fmla="*/ 48 w 52"/>
                <a:gd name="T17" fmla="*/ 22 h 70"/>
                <a:gd name="T18" fmla="*/ 50 w 52"/>
                <a:gd name="T19" fmla="*/ 14 h 70"/>
                <a:gd name="T20" fmla="*/ 52 w 52"/>
                <a:gd name="T21" fmla="*/ 9 h 70"/>
                <a:gd name="T22" fmla="*/ 51 w 52"/>
                <a:gd name="T23" fmla="*/ 6 h 70"/>
                <a:gd name="T24" fmla="*/ 49 w 52"/>
                <a:gd name="T25" fmla="*/ 3 h 70"/>
                <a:gd name="T26" fmla="*/ 48 w 52"/>
                <a:gd name="T27" fmla="*/ 2 h 70"/>
                <a:gd name="T28" fmla="*/ 42 w 52"/>
                <a:gd name="T29" fmla="*/ 0 h 70"/>
                <a:gd name="T30" fmla="*/ 26 w 52"/>
                <a:gd name="T31" fmla="*/ 6 h 70"/>
                <a:gd name="T32" fmla="*/ 13 w 52"/>
                <a:gd name="T33" fmla="*/ 20 h 70"/>
                <a:gd name="T34" fmla="*/ 8 w 52"/>
                <a:gd name="T35" fmla="*/ 34 h 70"/>
                <a:gd name="T36" fmla="*/ 11 w 52"/>
                <a:gd name="T37" fmla="*/ 41 h 70"/>
                <a:gd name="T38" fmla="*/ 17 w 52"/>
                <a:gd name="T39" fmla="*/ 43 h 70"/>
                <a:gd name="T40" fmla="*/ 28 w 52"/>
                <a:gd name="T41" fmla="*/ 40 h 70"/>
                <a:gd name="T42" fmla="*/ 38 w 52"/>
                <a:gd name="T43" fmla="*/ 32 h 70"/>
                <a:gd name="T44" fmla="*/ 33 w 52"/>
                <a:gd name="T45" fmla="*/ 55 h 70"/>
                <a:gd name="T46" fmla="*/ 24 w 52"/>
                <a:gd name="T47" fmla="*/ 61 h 70"/>
                <a:gd name="T48" fmla="*/ 30 w 52"/>
                <a:gd name="T49" fmla="*/ 30 h 70"/>
                <a:gd name="T50" fmla="*/ 20 w 52"/>
                <a:gd name="T51" fmla="*/ 35 h 70"/>
                <a:gd name="T52" fmla="*/ 18 w 52"/>
                <a:gd name="T53" fmla="*/ 32 h 70"/>
                <a:gd name="T54" fmla="*/ 22 w 52"/>
                <a:gd name="T55" fmla="*/ 22 h 70"/>
                <a:gd name="T56" fmla="*/ 31 w 52"/>
                <a:gd name="T57" fmla="*/ 12 h 70"/>
                <a:gd name="T58" fmla="*/ 39 w 52"/>
                <a:gd name="T59" fmla="*/ 9 h 70"/>
                <a:gd name="T60" fmla="*/ 41 w 52"/>
                <a:gd name="T61" fmla="*/ 10 h 70"/>
                <a:gd name="T62" fmla="*/ 42 w 52"/>
                <a:gd name="T63" fmla="*/ 12 h 70"/>
                <a:gd name="T64" fmla="*/ 39 w 52"/>
                <a:gd name="T65" fmla="*/ 20 h 70"/>
                <a:gd name="T66" fmla="*/ 30 w 52"/>
                <a:gd name="T67" fmla="*/ 3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2" h="70">
                  <a:moveTo>
                    <a:pt x="24" y="61"/>
                  </a:moveTo>
                  <a:cubicBezTo>
                    <a:pt x="20" y="61"/>
                    <a:pt x="15" y="59"/>
                    <a:pt x="8" y="55"/>
                  </a:cubicBezTo>
                  <a:cubicBezTo>
                    <a:pt x="6" y="54"/>
                    <a:pt x="4" y="53"/>
                    <a:pt x="3" y="53"/>
                  </a:cubicBezTo>
                  <a:cubicBezTo>
                    <a:pt x="1" y="53"/>
                    <a:pt x="0" y="54"/>
                    <a:pt x="0" y="56"/>
                  </a:cubicBezTo>
                  <a:cubicBezTo>
                    <a:pt x="0" y="58"/>
                    <a:pt x="3" y="61"/>
                    <a:pt x="8" y="65"/>
                  </a:cubicBezTo>
                  <a:cubicBezTo>
                    <a:pt x="13" y="68"/>
                    <a:pt x="18" y="70"/>
                    <a:pt x="24" y="70"/>
                  </a:cubicBezTo>
                  <a:cubicBezTo>
                    <a:pt x="29" y="70"/>
                    <a:pt x="34" y="68"/>
                    <a:pt x="38" y="64"/>
                  </a:cubicBezTo>
                  <a:cubicBezTo>
                    <a:pt x="42" y="59"/>
                    <a:pt x="45" y="52"/>
                    <a:pt x="46" y="43"/>
                  </a:cubicBezTo>
                  <a:cubicBezTo>
                    <a:pt x="47" y="32"/>
                    <a:pt x="48" y="25"/>
                    <a:pt x="48" y="22"/>
                  </a:cubicBezTo>
                  <a:cubicBezTo>
                    <a:pt x="49" y="19"/>
                    <a:pt x="49" y="17"/>
                    <a:pt x="50" y="14"/>
                  </a:cubicBezTo>
                  <a:cubicBezTo>
                    <a:pt x="52" y="11"/>
                    <a:pt x="52" y="9"/>
                    <a:pt x="52" y="9"/>
                  </a:cubicBezTo>
                  <a:cubicBezTo>
                    <a:pt x="52" y="8"/>
                    <a:pt x="52" y="7"/>
                    <a:pt x="51" y="6"/>
                  </a:cubicBezTo>
                  <a:cubicBezTo>
                    <a:pt x="51" y="4"/>
                    <a:pt x="50" y="4"/>
                    <a:pt x="49" y="3"/>
                  </a:cubicBezTo>
                  <a:cubicBezTo>
                    <a:pt x="49" y="3"/>
                    <a:pt x="49" y="3"/>
                    <a:pt x="48" y="2"/>
                  </a:cubicBezTo>
                  <a:cubicBezTo>
                    <a:pt x="46" y="1"/>
                    <a:pt x="44" y="0"/>
                    <a:pt x="42" y="0"/>
                  </a:cubicBezTo>
                  <a:cubicBezTo>
                    <a:pt x="37" y="0"/>
                    <a:pt x="32" y="2"/>
                    <a:pt x="26" y="6"/>
                  </a:cubicBezTo>
                  <a:cubicBezTo>
                    <a:pt x="21" y="10"/>
                    <a:pt x="16" y="14"/>
                    <a:pt x="13" y="20"/>
                  </a:cubicBezTo>
                  <a:cubicBezTo>
                    <a:pt x="10" y="25"/>
                    <a:pt x="8" y="30"/>
                    <a:pt x="8" y="34"/>
                  </a:cubicBezTo>
                  <a:cubicBezTo>
                    <a:pt x="8" y="37"/>
                    <a:pt x="9" y="39"/>
                    <a:pt x="11" y="41"/>
                  </a:cubicBezTo>
                  <a:cubicBezTo>
                    <a:pt x="12" y="42"/>
                    <a:pt x="14" y="43"/>
                    <a:pt x="17" y="43"/>
                  </a:cubicBezTo>
                  <a:cubicBezTo>
                    <a:pt x="20" y="43"/>
                    <a:pt x="24" y="42"/>
                    <a:pt x="28" y="40"/>
                  </a:cubicBezTo>
                  <a:cubicBezTo>
                    <a:pt x="32" y="38"/>
                    <a:pt x="35" y="35"/>
                    <a:pt x="38" y="32"/>
                  </a:cubicBezTo>
                  <a:cubicBezTo>
                    <a:pt x="37" y="43"/>
                    <a:pt x="35" y="51"/>
                    <a:pt x="33" y="55"/>
                  </a:cubicBezTo>
                  <a:cubicBezTo>
                    <a:pt x="31" y="59"/>
                    <a:pt x="28" y="61"/>
                    <a:pt x="24" y="61"/>
                  </a:cubicBezTo>
                  <a:close/>
                  <a:moveTo>
                    <a:pt x="30" y="30"/>
                  </a:moveTo>
                  <a:cubicBezTo>
                    <a:pt x="27" y="33"/>
                    <a:pt x="23" y="35"/>
                    <a:pt x="20" y="35"/>
                  </a:cubicBezTo>
                  <a:cubicBezTo>
                    <a:pt x="19" y="35"/>
                    <a:pt x="18" y="34"/>
                    <a:pt x="18" y="32"/>
                  </a:cubicBezTo>
                  <a:cubicBezTo>
                    <a:pt x="18" y="30"/>
                    <a:pt x="19" y="26"/>
                    <a:pt x="22" y="22"/>
                  </a:cubicBezTo>
                  <a:cubicBezTo>
                    <a:pt x="25" y="18"/>
                    <a:pt x="28" y="15"/>
                    <a:pt x="31" y="12"/>
                  </a:cubicBezTo>
                  <a:cubicBezTo>
                    <a:pt x="35" y="10"/>
                    <a:pt x="37" y="9"/>
                    <a:pt x="39" y="9"/>
                  </a:cubicBezTo>
                  <a:cubicBezTo>
                    <a:pt x="40" y="9"/>
                    <a:pt x="41" y="9"/>
                    <a:pt x="41" y="10"/>
                  </a:cubicBezTo>
                  <a:cubicBezTo>
                    <a:pt x="41" y="10"/>
                    <a:pt x="42" y="11"/>
                    <a:pt x="42" y="12"/>
                  </a:cubicBezTo>
                  <a:cubicBezTo>
                    <a:pt x="42" y="14"/>
                    <a:pt x="41" y="17"/>
                    <a:pt x="39" y="20"/>
                  </a:cubicBezTo>
                  <a:cubicBezTo>
                    <a:pt x="36" y="24"/>
                    <a:pt x="34" y="27"/>
                    <a:pt x="30"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346"/>
            <p:cNvSpPr>
              <a:spLocks/>
            </p:cNvSpPr>
            <p:nvPr/>
          </p:nvSpPr>
          <p:spPr bwMode="auto">
            <a:xfrm>
              <a:off x="10001250" y="2295526"/>
              <a:ext cx="60325" cy="92075"/>
            </a:xfrm>
            <a:custGeom>
              <a:avLst/>
              <a:gdLst>
                <a:gd name="T0" fmla="*/ 4 w 41"/>
                <a:gd name="T1" fmla="*/ 18 h 61"/>
                <a:gd name="T2" fmla="*/ 0 w 41"/>
                <a:gd name="T3" fmla="*/ 22 h 61"/>
                <a:gd name="T4" fmla="*/ 2 w 41"/>
                <a:gd name="T5" fmla="*/ 25 h 61"/>
                <a:gd name="T6" fmla="*/ 6 w 41"/>
                <a:gd name="T7" fmla="*/ 27 h 61"/>
                <a:gd name="T8" fmla="*/ 7 w 41"/>
                <a:gd name="T9" fmla="*/ 27 h 61"/>
                <a:gd name="T10" fmla="*/ 11 w 41"/>
                <a:gd name="T11" fmla="*/ 26 h 61"/>
                <a:gd name="T12" fmla="*/ 6 w 41"/>
                <a:gd name="T13" fmla="*/ 49 h 61"/>
                <a:gd name="T14" fmla="*/ 9 w 41"/>
                <a:gd name="T15" fmla="*/ 58 h 61"/>
                <a:gd name="T16" fmla="*/ 17 w 41"/>
                <a:gd name="T17" fmla="*/ 61 h 61"/>
                <a:gd name="T18" fmla="*/ 30 w 41"/>
                <a:gd name="T19" fmla="*/ 56 h 61"/>
                <a:gd name="T20" fmla="*/ 36 w 41"/>
                <a:gd name="T21" fmla="*/ 48 h 61"/>
                <a:gd name="T22" fmla="*/ 35 w 41"/>
                <a:gd name="T23" fmla="*/ 47 h 61"/>
                <a:gd name="T24" fmla="*/ 33 w 41"/>
                <a:gd name="T25" fmla="*/ 46 h 61"/>
                <a:gd name="T26" fmla="*/ 29 w 41"/>
                <a:gd name="T27" fmla="*/ 48 h 61"/>
                <a:gd name="T28" fmla="*/ 24 w 41"/>
                <a:gd name="T29" fmla="*/ 51 h 61"/>
                <a:gd name="T30" fmla="*/ 19 w 41"/>
                <a:gd name="T31" fmla="*/ 52 h 61"/>
                <a:gd name="T32" fmla="*/ 17 w 41"/>
                <a:gd name="T33" fmla="*/ 51 h 61"/>
                <a:gd name="T34" fmla="*/ 16 w 41"/>
                <a:gd name="T35" fmla="*/ 46 h 61"/>
                <a:gd name="T36" fmla="*/ 18 w 41"/>
                <a:gd name="T37" fmla="*/ 35 h 61"/>
                <a:gd name="T38" fmla="*/ 21 w 41"/>
                <a:gd name="T39" fmla="*/ 26 h 61"/>
                <a:gd name="T40" fmla="*/ 35 w 41"/>
                <a:gd name="T41" fmla="*/ 23 h 61"/>
                <a:gd name="T42" fmla="*/ 41 w 41"/>
                <a:gd name="T43" fmla="*/ 19 h 61"/>
                <a:gd name="T44" fmla="*/ 40 w 41"/>
                <a:gd name="T45" fmla="*/ 16 h 61"/>
                <a:gd name="T46" fmla="*/ 37 w 41"/>
                <a:gd name="T47" fmla="*/ 16 h 61"/>
                <a:gd name="T48" fmla="*/ 23 w 41"/>
                <a:gd name="T49" fmla="*/ 17 h 61"/>
                <a:gd name="T50" fmla="*/ 27 w 41"/>
                <a:gd name="T51" fmla="*/ 4 h 61"/>
                <a:gd name="T52" fmla="*/ 25 w 41"/>
                <a:gd name="T53" fmla="*/ 1 h 61"/>
                <a:gd name="T54" fmla="*/ 22 w 41"/>
                <a:gd name="T55" fmla="*/ 0 h 61"/>
                <a:gd name="T56" fmla="*/ 17 w 41"/>
                <a:gd name="T57" fmla="*/ 5 h 61"/>
                <a:gd name="T58" fmla="*/ 13 w 41"/>
                <a:gd name="T59" fmla="*/ 18 h 61"/>
                <a:gd name="T60" fmla="*/ 4 w 41"/>
                <a:gd name="T61" fmla="*/ 1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1" h="61">
                  <a:moveTo>
                    <a:pt x="4" y="18"/>
                  </a:moveTo>
                  <a:cubicBezTo>
                    <a:pt x="2" y="18"/>
                    <a:pt x="0" y="19"/>
                    <a:pt x="0" y="22"/>
                  </a:cubicBezTo>
                  <a:cubicBezTo>
                    <a:pt x="0" y="23"/>
                    <a:pt x="1" y="25"/>
                    <a:pt x="2" y="25"/>
                  </a:cubicBezTo>
                  <a:cubicBezTo>
                    <a:pt x="3" y="26"/>
                    <a:pt x="5" y="27"/>
                    <a:pt x="6" y="27"/>
                  </a:cubicBezTo>
                  <a:cubicBezTo>
                    <a:pt x="7" y="27"/>
                    <a:pt x="7" y="27"/>
                    <a:pt x="7" y="27"/>
                  </a:cubicBezTo>
                  <a:cubicBezTo>
                    <a:pt x="8" y="27"/>
                    <a:pt x="9" y="27"/>
                    <a:pt x="11" y="26"/>
                  </a:cubicBezTo>
                  <a:cubicBezTo>
                    <a:pt x="8" y="37"/>
                    <a:pt x="6" y="45"/>
                    <a:pt x="6" y="49"/>
                  </a:cubicBezTo>
                  <a:cubicBezTo>
                    <a:pt x="6" y="53"/>
                    <a:pt x="7" y="56"/>
                    <a:pt x="9" y="58"/>
                  </a:cubicBezTo>
                  <a:cubicBezTo>
                    <a:pt x="11" y="60"/>
                    <a:pt x="14" y="61"/>
                    <a:pt x="17" y="61"/>
                  </a:cubicBezTo>
                  <a:cubicBezTo>
                    <a:pt x="22" y="61"/>
                    <a:pt x="26" y="59"/>
                    <a:pt x="30" y="56"/>
                  </a:cubicBezTo>
                  <a:cubicBezTo>
                    <a:pt x="34" y="53"/>
                    <a:pt x="36" y="51"/>
                    <a:pt x="36" y="48"/>
                  </a:cubicBezTo>
                  <a:cubicBezTo>
                    <a:pt x="36" y="48"/>
                    <a:pt x="35" y="47"/>
                    <a:pt x="35" y="47"/>
                  </a:cubicBezTo>
                  <a:cubicBezTo>
                    <a:pt x="34" y="46"/>
                    <a:pt x="34" y="46"/>
                    <a:pt x="33" y="46"/>
                  </a:cubicBezTo>
                  <a:cubicBezTo>
                    <a:pt x="32" y="46"/>
                    <a:pt x="31" y="46"/>
                    <a:pt x="29" y="48"/>
                  </a:cubicBezTo>
                  <a:cubicBezTo>
                    <a:pt x="27" y="50"/>
                    <a:pt x="25" y="51"/>
                    <a:pt x="24" y="51"/>
                  </a:cubicBezTo>
                  <a:cubicBezTo>
                    <a:pt x="22" y="52"/>
                    <a:pt x="21" y="52"/>
                    <a:pt x="19" y="52"/>
                  </a:cubicBezTo>
                  <a:cubicBezTo>
                    <a:pt x="18" y="52"/>
                    <a:pt x="18" y="52"/>
                    <a:pt x="17" y="51"/>
                  </a:cubicBezTo>
                  <a:cubicBezTo>
                    <a:pt x="17" y="50"/>
                    <a:pt x="16" y="48"/>
                    <a:pt x="16" y="46"/>
                  </a:cubicBezTo>
                  <a:cubicBezTo>
                    <a:pt x="16" y="45"/>
                    <a:pt x="17" y="41"/>
                    <a:pt x="18" y="35"/>
                  </a:cubicBezTo>
                  <a:cubicBezTo>
                    <a:pt x="20" y="29"/>
                    <a:pt x="20" y="26"/>
                    <a:pt x="21" y="26"/>
                  </a:cubicBezTo>
                  <a:cubicBezTo>
                    <a:pt x="35" y="23"/>
                    <a:pt x="35" y="23"/>
                    <a:pt x="35" y="23"/>
                  </a:cubicBezTo>
                  <a:cubicBezTo>
                    <a:pt x="39" y="23"/>
                    <a:pt x="41" y="21"/>
                    <a:pt x="41" y="19"/>
                  </a:cubicBezTo>
                  <a:cubicBezTo>
                    <a:pt x="41" y="18"/>
                    <a:pt x="41" y="17"/>
                    <a:pt x="40" y="16"/>
                  </a:cubicBezTo>
                  <a:cubicBezTo>
                    <a:pt x="40" y="16"/>
                    <a:pt x="39" y="16"/>
                    <a:pt x="37" y="16"/>
                  </a:cubicBezTo>
                  <a:cubicBezTo>
                    <a:pt x="37" y="16"/>
                    <a:pt x="32" y="16"/>
                    <a:pt x="23" y="17"/>
                  </a:cubicBezTo>
                  <a:cubicBezTo>
                    <a:pt x="25" y="9"/>
                    <a:pt x="27" y="5"/>
                    <a:pt x="27" y="4"/>
                  </a:cubicBezTo>
                  <a:cubicBezTo>
                    <a:pt x="27" y="3"/>
                    <a:pt x="26" y="2"/>
                    <a:pt x="25" y="1"/>
                  </a:cubicBezTo>
                  <a:cubicBezTo>
                    <a:pt x="24" y="0"/>
                    <a:pt x="23" y="0"/>
                    <a:pt x="22" y="0"/>
                  </a:cubicBezTo>
                  <a:cubicBezTo>
                    <a:pt x="19" y="0"/>
                    <a:pt x="17" y="1"/>
                    <a:pt x="17" y="5"/>
                  </a:cubicBezTo>
                  <a:cubicBezTo>
                    <a:pt x="15" y="10"/>
                    <a:pt x="14" y="14"/>
                    <a:pt x="13" y="18"/>
                  </a:cubicBezTo>
                  <a:lnTo>
                    <a:pt x="4"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347"/>
            <p:cNvSpPr>
              <a:spLocks noEditPoints="1"/>
            </p:cNvSpPr>
            <p:nvPr/>
          </p:nvSpPr>
          <p:spPr bwMode="auto">
            <a:xfrm>
              <a:off x="10063163" y="2319338"/>
              <a:ext cx="61913" cy="68263"/>
            </a:xfrm>
            <a:custGeom>
              <a:avLst/>
              <a:gdLst>
                <a:gd name="T0" fmla="*/ 4 w 41"/>
                <a:gd name="T1" fmla="*/ 42 h 46"/>
                <a:gd name="T2" fmla="*/ 14 w 41"/>
                <a:gd name="T3" fmla="*/ 46 h 46"/>
                <a:gd name="T4" fmla="*/ 29 w 41"/>
                <a:gd name="T5" fmla="*/ 40 h 46"/>
                <a:gd name="T6" fmla="*/ 40 w 41"/>
                <a:gd name="T7" fmla="*/ 23 h 46"/>
                <a:gd name="T8" fmla="*/ 40 w 41"/>
                <a:gd name="T9" fmla="*/ 23 h 46"/>
                <a:gd name="T10" fmla="*/ 41 w 41"/>
                <a:gd name="T11" fmla="*/ 17 h 46"/>
                <a:gd name="T12" fmla="*/ 36 w 41"/>
                <a:gd name="T13" fmla="*/ 5 h 46"/>
                <a:gd name="T14" fmla="*/ 25 w 41"/>
                <a:gd name="T15" fmla="*/ 0 h 46"/>
                <a:gd name="T16" fmla="*/ 7 w 41"/>
                <a:gd name="T17" fmla="*/ 10 h 46"/>
                <a:gd name="T18" fmla="*/ 0 w 41"/>
                <a:gd name="T19" fmla="*/ 31 h 46"/>
                <a:gd name="T20" fmla="*/ 4 w 41"/>
                <a:gd name="T21" fmla="*/ 42 h 46"/>
                <a:gd name="T22" fmla="*/ 13 w 41"/>
                <a:gd name="T23" fmla="*/ 18 h 46"/>
                <a:gd name="T24" fmla="*/ 19 w 41"/>
                <a:gd name="T25" fmla="*/ 10 h 46"/>
                <a:gd name="T26" fmla="*/ 19 w 41"/>
                <a:gd name="T27" fmla="*/ 10 h 46"/>
                <a:gd name="T28" fmla="*/ 24 w 41"/>
                <a:gd name="T29" fmla="*/ 8 h 46"/>
                <a:gd name="T30" fmla="*/ 29 w 41"/>
                <a:gd name="T31" fmla="*/ 11 h 46"/>
                <a:gd name="T32" fmla="*/ 31 w 41"/>
                <a:gd name="T33" fmla="*/ 18 h 46"/>
                <a:gd name="T34" fmla="*/ 25 w 41"/>
                <a:gd name="T35" fmla="*/ 31 h 46"/>
                <a:gd name="T36" fmla="*/ 15 w 41"/>
                <a:gd name="T37" fmla="*/ 38 h 46"/>
                <a:gd name="T38" fmla="*/ 11 w 41"/>
                <a:gd name="T39" fmla="*/ 35 h 46"/>
                <a:gd name="T40" fmla="*/ 10 w 41"/>
                <a:gd name="T41" fmla="*/ 30 h 46"/>
                <a:gd name="T42" fmla="*/ 13 w 41"/>
                <a:gd name="T43" fmla="*/ 1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1" h="46">
                  <a:moveTo>
                    <a:pt x="4" y="42"/>
                  </a:moveTo>
                  <a:cubicBezTo>
                    <a:pt x="7" y="45"/>
                    <a:pt x="10" y="46"/>
                    <a:pt x="14" y="46"/>
                  </a:cubicBezTo>
                  <a:cubicBezTo>
                    <a:pt x="19" y="46"/>
                    <a:pt x="24" y="44"/>
                    <a:pt x="29" y="40"/>
                  </a:cubicBezTo>
                  <a:cubicBezTo>
                    <a:pt x="35" y="35"/>
                    <a:pt x="38" y="30"/>
                    <a:pt x="40" y="23"/>
                  </a:cubicBezTo>
                  <a:cubicBezTo>
                    <a:pt x="40" y="23"/>
                    <a:pt x="40" y="23"/>
                    <a:pt x="40" y="23"/>
                  </a:cubicBezTo>
                  <a:cubicBezTo>
                    <a:pt x="40" y="21"/>
                    <a:pt x="41" y="19"/>
                    <a:pt x="41" y="17"/>
                  </a:cubicBezTo>
                  <a:cubicBezTo>
                    <a:pt x="41" y="12"/>
                    <a:pt x="39" y="8"/>
                    <a:pt x="36" y="5"/>
                  </a:cubicBezTo>
                  <a:cubicBezTo>
                    <a:pt x="33" y="1"/>
                    <a:pt x="29" y="0"/>
                    <a:pt x="25" y="0"/>
                  </a:cubicBezTo>
                  <a:cubicBezTo>
                    <a:pt x="18" y="0"/>
                    <a:pt x="12" y="3"/>
                    <a:pt x="7" y="10"/>
                  </a:cubicBezTo>
                  <a:cubicBezTo>
                    <a:pt x="2" y="17"/>
                    <a:pt x="0" y="24"/>
                    <a:pt x="0" y="31"/>
                  </a:cubicBezTo>
                  <a:cubicBezTo>
                    <a:pt x="0" y="35"/>
                    <a:pt x="1" y="39"/>
                    <a:pt x="4" y="42"/>
                  </a:cubicBezTo>
                  <a:close/>
                  <a:moveTo>
                    <a:pt x="13" y="18"/>
                  </a:moveTo>
                  <a:cubicBezTo>
                    <a:pt x="15" y="15"/>
                    <a:pt x="17" y="12"/>
                    <a:pt x="19" y="10"/>
                  </a:cubicBezTo>
                  <a:cubicBezTo>
                    <a:pt x="19" y="10"/>
                    <a:pt x="19" y="10"/>
                    <a:pt x="19" y="10"/>
                  </a:cubicBezTo>
                  <a:cubicBezTo>
                    <a:pt x="20" y="9"/>
                    <a:pt x="22" y="8"/>
                    <a:pt x="24" y="8"/>
                  </a:cubicBezTo>
                  <a:cubicBezTo>
                    <a:pt x="26" y="8"/>
                    <a:pt x="28" y="9"/>
                    <a:pt x="29" y="11"/>
                  </a:cubicBezTo>
                  <a:cubicBezTo>
                    <a:pt x="30" y="13"/>
                    <a:pt x="31" y="15"/>
                    <a:pt x="31" y="18"/>
                  </a:cubicBezTo>
                  <a:cubicBezTo>
                    <a:pt x="31" y="23"/>
                    <a:pt x="29" y="27"/>
                    <a:pt x="25" y="31"/>
                  </a:cubicBezTo>
                  <a:cubicBezTo>
                    <a:pt x="22" y="36"/>
                    <a:pt x="18" y="38"/>
                    <a:pt x="15" y="38"/>
                  </a:cubicBezTo>
                  <a:cubicBezTo>
                    <a:pt x="13" y="38"/>
                    <a:pt x="12" y="37"/>
                    <a:pt x="11" y="35"/>
                  </a:cubicBezTo>
                  <a:cubicBezTo>
                    <a:pt x="11" y="34"/>
                    <a:pt x="10" y="32"/>
                    <a:pt x="10" y="30"/>
                  </a:cubicBezTo>
                  <a:cubicBezTo>
                    <a:pt x="10" y="26"/>
                    <a:pt x="11" y="22"/>
                    <a:pt x="13"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348"/>
            <p:cNvSpPr>
              <a:spLocks/>
            </p:cNvSpPr>
            <p:nvPr/>
          </p:nvSpPr>
          <p:spPr bwMode="auto">
            <a:xfrm>
              <a:off x="10188575" y="2293938"/>
              <a:ext cx="76200" cy="98425"/>
            </a:xfrm>
            <a:custGeom>
              <a:avLst/>
              <a:gdLst>
                <a:gd name="T0" fmla="*/ 1 w 51"/>
                <a:gd name="T1" fmla="*/ 52 h 66"/>
                <a:gd name="T2" fmla="*/ 0 w 51"/>
                <a:gd name="T3" fmla="*/ 56 h 66"/>
                <a:gd name="T4" fmla="*/ 6 w 51"/>
                <a:gd name="T5" fmla="*/ 63 h 66"/>
                <a:gd name="T6" fmla="*/ 9 w 51"/>
                <a:gd name="T7" fmla="*/ 62 h 66"/>
                <a:gd name="T8" fmla="*/ 11 w 51"/>
                <a:gd name="T9" fmla="*/ 57 h 66"/>
                <a:gd name="T10" fmla="*/ 12 w 51"/>
                <a:gd name="T11" fmla="*/ 51 h 66"/>
                <a:gd name="T12" fmla="*/ 14 w 51"/>
                <a:gd name="T13" fmla="*/ 32 h 66"/>
                <a:gd name="T14" fmla="*/ 17 w 51"/>
                <a:gd name="T15" fmla="*/ 13 h 66"/>
                <a:gd name="T16" fmla="*/ 23 w 51"/>
                <a:gd name="T17" fmla="*/ 10 h 66"/>
                <a:gd name="T18" fmla="*/ 34 w 51"/>
                <a:gd name="T19" fmla="*/ 9 h 66"/>
                <a:gd name="T20" fmla="*/ 40 w 51"/>
                <a:gd name="T21" fmla="*/ 13 h 66"/>
                <a:gd name="T22" fmla="*/ 35 w 51"/>
                <a:gd name="T23" fmla="*/ 20 h 66"/>
                <a:gd name="T24" fmla="*/ 26 w 51"/>
                <a:gd name="T25" fmla="*/ 27 h 66"/>
                <a:gd name="T26" fmla="*/ 17 w 51"/>
                <a:gd name="T27" fmla="*/ 32 h 66"/>
                <a:gd name="T28" fmla="*/ 18 w 51"/>
                <a:gd name="T29" fmla="*/ 36 h 66"/>
                <a:gd name="T30" fmla="*/ 23 w 51"/>
                <a:gd name="T31" fmla="*/ 37 h 66"/>
                <a:gd name="T32" fmla="*/ 28 w 51"/>
                <a:gd name="T33" fmla="*/ 36 h 66"/>
                <a:gd name="T34" fmla="*/ 31 w 51"/>
                <a:gd name="T35" fmla="*/ 35 h 66"/>
                <a:gd name="T36" fmla="*/ 38 w 51"/>
                <a:gd name="T37" fmla="*/ 37 h 66"/>
                <a:gd name="T38" fmla="*/ 40 w 51"/>
                <a:gd name="T39" fmla="*/ 42 h 66"/>
                <a:gd name="T40" fmla="*/ 34 w 51"/>
                <a:gd name="T41" fmla="*/ 51 h 66"/>
                <a:gd name="T42" fmla="*/ 24 w 51"/>
                <a:gd name="T43" fmla="*/ 56 h 66"/>
                <a:gd name="T44" fmla="*/ 22 w 51"/>
                <a:gd name="T45" fmla="*/ 56 h 66"/>
                <a:gd name="T46" fmla="*/ 13 w 51"/>
                <a:gd name="T47" fmla="*/ 62 h 66"/>
                <a:gd name="T48" fmla="*/ 20 w 51"/>
                <a:gd name="T49" fmla="*/ 66 h 66"/>
                <a:gd name="T50" fmla="*/ 41 w 51"/>
                <a:gd name="T51" fmla="*/ 58 h 66"/>
                <a:gd name="T52" fmla="*/ 51 w 51"/>
                <a:gd name="T53" fmla="*/ 42 h 66"/>
                <a:gd name="T54" fmla="*/ 48 w 51"/>
                <a:gd name="T55" fmla="*/ 34 h 66"/>
                <a:gd name="T56" fmla="*/ 38 w 51"/>
                <a:gd name="T57" fmla="*/ 28 h 66"/>
                <a:gd name="T58" fmla="*/ 48 w 51"/>
                <a:gd name="T59" fmla="*/ 19 h 66"/>
                <a:gd name="T60" fmla="*/ 51 w 51"/>
                <a:gd name="T61" fmla="*/ 12 h 66"/>
                <a:gd name="T62" fmla="*/ 47 w 51"/>
                <a:gd name="T63" fmla="*/ 4 h 66"/>
                <a:gd name="T64" fmla="*/ 36 w 51"/>
                <a:gd name="T65" fmla="*/ 0 h 66"/>
                <a:gd name="T66" fmla="*/ 12 w 51"/>
                <a:gd name="T67" fmla="*/ 4 h 66"/>
                <a:gd name="T68" fmla="*/ 1 w 51"/>
                <a:gd name="T69" fmla="*/ 12 h 66"/>
                <a:gd name="T70" fmla="*/ 1 w 51"/>
                <a:gd name="T71" fmla="*/ 13 h 66"/>
                <a:gd name="T72" fmla="*/ 2 w 51"/>
                <a:gd name="T73" fmla="*/ 15 h 66"/>
                <a:gd name="T74" fmla="*/ 4 w 51"/>
                <a:gd name="T75" fmla="*/ 16 h 66"/>
                <a:gd name="T76" fmla="*/ 5 w 51"/>
                <a:gd name="T77" fmla="*/ 15 h 66"/>
                <a:gd name="T78" fmla="*/ 6 w 51"/>
                <a:gd name="T79" fmla="*/ 17 h 66"/>
                <a:gd name="T80" fmla="*/ 4 w 51"/>
                <a:gd name="T81" fmla="*/ 32 h 66"/>
                <a:gd name="T82" fmla="*/ 1 w 51"/>
                <a:gd name="T83" fmla="*/ 5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 h="66">
                  <a:moveTo>
                    <a:pt x="1" y="52"/>
                  </a:moveTo>
                  <a:cubicBezTo>
                    <a:pt x="0" y="54"/>
                    <a:pt x="0" y="56"/>
                    <a:pt x="0" y="56"/>
                  </a:cubicBezTo>
                  <a:cubicBezTo>
                    <a:pt x="0" y="61"/>
                    <a:pt x="2" y="63"/>
                    <a:pt x="6" y="63"/>
                  </a:cubicBezTo>
                  <a:cubicBezTo>
                    <a:pt x="7" y="63"/>
                    <a:pt x="8" y="63"/>
                    <a:pt x="9" y="62"/>
                  </a:cubicBezTo>
                  <a:cubicBezTo>
                    <a:pt x="10" y="61"/>
                    <a:pt x="11" y="60"/>
                    <a:pt x="11" y="57"/>
                  </a:cubicBezTo>
                  <a:cubicBezTo>
                    <a:pt x="12" y="51"/>
                    <a:pt x="12" y="51"/>
                    <a:pt x="12" y="51"/>
                  </a:cubicBezTo>
                  <a:cubicBezTo>
                    <a:pt x="12" y="50"/>
                    <a:pt x="13" y="43"/>
                    <a:pt x="14" y="32"/>
                  </a:cubicBezTo>
                  <a:cubicBezTo>
                    <a:pt x="16" y="20"/>
                    <a:pt x="17" y="14"/>
                    <a:pt x="17" y="13"/>
                  </a:cubicBezTo>
                  <a:cubicBezTo>
                    <a:pt x="18" y="12"/>
                    <a:pt x="20" y="11"/>
                    <a:pt x="23" y="10"/>
                  </a:cubicBezTo>
                  <a:cubicBezTo>
                    <a:pt x="27" y="9"/>
                    <a:pt x="30" y="9"/>
                    <a:pt x="34" y="9"/>
                  </a:cubicBezTo>
                  <a:cubicBezTo>
                    <a:pt x="38" y="9"/>
                    <a:pt x="40" y="10"/>
                    <a:pt x="40" y="13"/>
                  </a:cubicBezTo>
                  <a:cubicBezTo>
                    <a:pt x="40" y="15"/>
                    <a:pt x="38" y="17"/>
                    <a:pt x="35" y="20"/>
                  </a:cubicBezTo>
                  <a:cubicBezTo>
                    <a:pt x="32" y="24"/>
                    <a:pt x="29" y="26"/>
                    <a:pt x="26" y="27"/>
                  </a:cubicBezTo>
                  <a:cubicBezTo>
                    <a:pt x="20" y="29"/>
                    <a:pt x="17" y="31"/>
                    <a:pt x="17" y="32"/>
                  </a:cubicBezTo>
                  <a:cubicBezTo>
                    <a:pt x="17" y="34"/>
                    <a:pt x="18" y="36"/>
                    <a:pt x="18" y="36"/>
                  </a:cubicBezTo>
                  <a:cubicBezTo>
                    <a:pt x="19" y="37"/>
                    <a:pt x="21" y="37"/>
                    <a:pt x="23" y="37"/>
                  </a:cubicBezTo>
                  <a:cubicBezTo>
                    <a:pt x="24" y="37"/>
                    <a:pt x="26" y="37"/>
                    <a:pt x="28" y="36"/>
                  </a:cubicBezTo>
                  <a:cubicBezTo>
                    <a:pt x="30" y="35"/>
                    <a:pt x="31" y="35"/>
                    <a:pt x="31" y="35"/>
                  </a:cubicBezTo>
                  <a:cubicBezTo>
                    <a:pt x="34" y="35"/>
                    <a:pt x="36" y="35"/>
                    <a:pt x="38" y="37"/>
                  </a:cubicBezTo>
                  <a:cubicBezTo>
                    <a:pt x="39" y="38"/>
                    <a:pt x="40" y="40"/>
                    <a:pt x="40" y="42"/>
                  </a:cubicBezTo>
                  <a:cubicBezTo>
                    <a:pt x="40" y="45"/>
                    <a:pt x="38" y="48"/>
                    <a:pt x="34" y="51"/>
                  </a:cubicBezTo>
                  <a:cubicBezTo>
                    <a:pt x="30" y="55"/>
                    <a:pt x="27" y="56"/>
                    <a:pt x="24" y="56"/>
                  </a:cubicBezTo>
                  <a:cubicBezTo>
                    <a:pt x="22" y="56"/>
                    <a:pt x="22" y="56"/>
                    <a:pt x="22" y="56"/>
                  </a:cubicBezTo>
                  <a:cubicBezTo>
                    <a:pt x="16" y="56"/>
                    <a:pt x="13" y="58"/>
                    <a:pt x="13" y="62"/>
                  </a:cubicBezTo>
                  <a:cubicBezTo>
                    <a:pt x="13" y="65"/>
                    <a:pt x="15" y="66"/>
                    <a:pt x="20" y="66"/>
                  </a:cubicBezTo>
                  <a:cubicBezTo>
                    <a:pt x="27" y="66"/>
                    <a:pt x="34" y="63"/>
                    <a:pt x="41" y="58"/>
                  </a:cubicBezTo>
                  <a:cubicBezTo>
                    <a:pt x="47" y="52"/>
                    <a:pt x="51" y="47"/>
                    <a:pt x="51" y="42"/>
                  </a:cubicBezTo>
                  <a:cubicBezTo>
                    <a:pt x="51" y="39"/>
                    <a:pt x="50" y="37"/>
                    <a:pt x="48" y="34"/>
                  </a:cubicBezTo>
                  <a:cubicBezTo>
                    <a:pt x="47" y="32"/>
                    <a:pt x="44" y="30"/>
                    <a:pt x="38" y="28"/>
                  </a:cubicBezTo>
                  <a:cubicBezTo>
                    <a:pt x="43" y="24"/>
                    <a:pt x="46" y="21"/>
                    <a:pt x="48" y="19"/>
                  </a:cubicBezTo>
                  <a:cubicBezTo>
                    <a:pt x="50" y="17"/>
                    <a:pt x="51" y="14"/>
                    <a:pt x="51" y="12"/>
                  </a:cubicBezTo>
                  <a:cubicBezTo>
                    <a:pt x="51" y="9"/>
                    <a:pt x="49" y="6"/>
                    <a:pt x="47" y="4"/>
                  </a:cubicBezTo>
                  <a:cubicBezTo>
                    <a:pt x="44" y="1"/>
                    <a:pt x="40" y="0"/>
                    <a:pt x="36" y="0"/>
                  </a:cubicBezTo>
                  <a:cubicBezTo>
                    <a:pt x="27" y="0"/>
                    <a:pt x="20" y="2"/>
                    <a:pt x="12" y="4"/>
                  </a:cubicBezTo>
                  <a:cubicBezTo>
                    <a:pt x="4" y="6"/>
                    <a:pt x="1" y="9"/>
                    <a:pt x="1" y="12"/>
                  </a:cubicBezTo>
                  <a:cubicBezTo>
                    <a:pt x="1" y="12"/>
                    <a:pt x="1" y="13"/>
                    <a:pt x="1" y="13"/>
                  </a:cubicBezTo>
                  <a:cubicBezTo>
                    <a:pt x="1" y="14"/>
                    <a:pt x="1" y="14"/>
                    <a:pt x="2" y="15"/>
                  </a:cubicBezTo>
                  <a:cubicBezTo>
                    <a:pt x="3" y="15"/>
                    <a:pt x="3" y="16"/>
                    <a:pt x="4" y="16"/>
                  </a:cubicBezTo>
                  <a:cubicBezTo>
                    <a:pt x="5" y="15"/>
                    <a:pt x="5" y="15"/>
                    <a:pt x="5" y="15"/>
                  </a:cubicBezTo>
                  <a:cubicBezTo>
                    <a:pt x="6" y="15"/>
                    <a:pt x="6" y="16"/>
                    <a:pt x="6" y="17"/>
                  </a:cubicBezTo>
                  <a:cubicBezTo>
                    <a:pt x="6" y="18"/>
                    <a:pt x="6" y="23"/>
                    <a:pt x="4" y="32"/>
                  </a:cubicBezTo>
                  <a:cubicBezTo>
                    <a:pt x="3" y="41"/>
                    <a:pt x="2" y="47"/>
                    <a:pt x="1"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349"/>
            <p:cNvSpPr>
              <a:spLocks/>
            </p:cNvSpPr>
            <p:nvPr/>
          </p:nvSpPr>
          <p:spPr bwMode="auto">
            <a:xfrm>
              <a:off x="10280650" y="2319338"/>
              <a:ext cx="60325" cy="68263"/>
            </a:xfrm>
            <a:custGeom>
              <a:avLst/>
              <a:gdLst>
                <a:gd name="T0" fmla="*/ 11 w 41"/>
                <a:gd name="T1" fmla="*/ 12 h 46"/>
                <a:gd name="T2" fmla="*/ 13 w 41"/>
                <a:gd name="T3" fmla="*/ 4 h 46"/>
                <a:gd name="T4" fmla="*/ 12 w 41"/>
                <a:gd name="T5" fmla="*/ 2 h 46"/>
                <a:gd name="T6" fmla="*/ 8 w 41"/>
                <a:gd name="T7" fmla="*/ 0 h 46"/>
                <a:gd name="T8" fmla="*/ 4 w 41"/>
                <a:gd name="T9" fmla="*/ 2 h 46"/>
                <a:gd name="T10" fmla="*/ 2 w 41"/>
                <a:gd name="T11" fmla="*/ 5 h 46"/>
                <a:gd name="T12" fmla="*/ 1 w 41"/>
                <a:gd name="T13" fmla="*/ 10 h 46"/>
                <a:gd name="T14" fmla="*/ 1 w 41"/>
                <a:gd name="T15" fmla="*/ 13 h 46"/>
                <a:gd name="T16" fmla="*/ 0 w 41"/>
                <a:gd name="T17" fmla="*/ 25 h 46"/>
                <a:gd name="T18" fmla="*/ 0 w 41"/>
                <a:gd name="T19" fmla="*/ 33 h 46"/>
                <a:gd name="T20" fmla="*/ 1 w 41"/>
                <a:gd name="T21" fmla="*/ 43 h 46"/>
                <a:gd name="T22" fmla="*/ 5 w 41"/>
                <a:gd name="T23" fmla="*/ 46 h 46"/>
                <a:gd name="T24" fmla="*/ 9 w 41"/>
                <a:gd name="T25" fmla="*/ 45 h 46"/>
                <a:gd name="T26" fmla="*/ 11 w 41"/>
                <a:gd name="T27" fmla="*/ 40 h 46"/>
                <a:gd name="T28" fmla="*/ 20 w 41"/>
                <a:gd name="T29" fmla="*/ 19 h 46"/>
                <a:gd name="T30" fmla="*/ 30 w 41"/>
                <a:gd name="T31" fmla="*/ 9 h 46"/>
                <a:gd name="T32" fmla="*/ 33 w 41"/>
                <a:gd name="T33" fmla="*/ 11 h 46"/>
                <a:gd name="T34" fmla="*/ 37 w 41"/>
                <a:gd name="T35" fmla="*/ 13 h 46"/>
                <a:gd name="T36" fmla="*/ 40 w 41"/>
                <a:gd name="T37" fmla="*/ 11 h 46"/>
                <a:gd name="T38" fmla="*/ 41 w 41"/>
                <a:gd name="T39" fmla="*/ 8 h 46"/>
                <a:gd name="T40" fmla="*/ 38 w 41"/>
                <a:gd name="T41" fmla="*/ 2 h 46"/>
                <a:gd name="T42" fmla="*/ 31 w 41"/>
                <a:gd name="T43" fmla="*/ 0 h 46"/>
                <a:gd name="T44" fmla="*/ 20 w 41"/>
                <a:gd name="T45" fmla="*/ 6 h 46"/>
                <a:gd name="T46" fmla="*/ 9 w 41"/>
                <a:gd name="T47" fmla="*/ 22 h 46"/>
                <a:gd name="T48" fmla="*/ 9 w 41"/>
                <a:gd name="T49" fmla="*/ 24 h 46"/>
                <a:gd name="T50" fmla="*/ 10 w 41"/>
                <a:gd name="T51" fmla="*/ 17 h 46"/>
                <a:gd name="T52" fmla="*/ 11 w 41"/>
                <a:gd name="T53" fmla="*/ 12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1" h="46">
                  <a:moveTo>
                    <a:pt x="11" y="12"/>
                  </a:moveTo>
                  <a:cubicBezTo>
                    <a:pt x="12" y="8"/>
                    <a:pt x="13" y="6"/>
                    <a:pt x="13" y="4"/>
                  </a:cubicBezTo>
                  <a:cubicBezTo>
                    <a:pt x="13" y="3"/>
                    <a:pt x="12" y="3"/>
                    <a:pt x="12" y="2"/>
                  </a:cubicBezTo>
                  <a:cubicBezTo>
                    <a:pt x="11" y="1"/>
                    <a:pt x="10" y="0"/>
                    <a:pt x="8" y="0"/>
                  </a:cubicBezTo>
                  <a:cubicBezTo>
                    <a:pt x="7" y="0"/>
                    <a:pt x="6" y="1"/>
                    <a:pt x="4" y="2"/>
                  </a:cubicBezTo>
                  <a:cubicBezTo>
                    <a:pt x="3" y="3"/>
                    <a:pt x="3" y="4"/>
                    <a:pt x="2" y="5"/>
                  </a:cubicBezTo>
                  <a:cubicBezTo>
                    <a:pt x="2" y="6"/>
                    <a:pt x="2" y="7"/>
                    <a:pt x="1" y="10"/>
                  </a:cubicBezTo>
                  <a:cubicBezTo>
                    <a:pt x="1" y="11"/>
                    <a:pt x="1" y="12"/>
                    <a:pt x="1" y="13"/>
                  </a:cubicBezTo>
                  <a:cubicBezTo>
                    <a:pt x="1" y="17"/>
                    <a:pt x="0" y="21"/>
                    <a:pt x="0" y="25"/>
                  </a:cubicBezTo>
                  <a:cubicBezTo>
                    <a:pt x="0" y="28"/>
                    <a:pt x="0" y="31"/>
                    <a:pt x="0" y="33"/>
                  </a:cubicBezTo>
                  <a:cubicBezTo>
                    <a:pt x="0" y="38"/>
                    <a:pt x="0" y="41"/>
                    <a:pt x="1" y="43"/>
                  </a:cubicBezTo>
                  <a:cubicBezTo>
                    <a:pt x="2" y="45"/>
                    <a:pt x="3" y="46"/>
                    <a:pt x="5" y="46"/>
                  </a:cubicBezTo>
                  <a:cubicBezTo>
                    <a:pt x="7" y="46"/>
                    <a:pt x="8" y="46"/>
                    <a:pt x="9" y="45"/>
                  </a:cubicBezTo>
                  <a:cubicBezTo>
                    <a:pt x="10" y="44"/>
                    <a:pt x="11" y="43"/>
                    <a:pt x="11" y="40"/>
                  </a:cubicBezTo>
                  <a:cubicBezTo>
                    <a:pt x="12" y="32"/>
                    <a:pt x="15" y="25"/>
                    <a:pt x="20" y="19"/>
                  </a:cubicBezTo>
                  <a:cubicBezTo>
                    <a:pt x="25" y="12"/>
                    <a:pt x="28" y="9"/>
                    <a:pt x="30" y="9"/>
                  </a:cubicBezTo>
                  <a:cubicBezTo>
                    <a:pt x="31" y="9"/>
                    <a:pt x="32" y="10"/>
                    <a:pt x="33" y="11"/>
                  </a:cubicBezTo>
                  <a:cubicBezTo>
                    <a:pt x="34" y="12"/>
                    <a:pt x="36" y="13"/>
                    <a:pt x="37" y="13"/>
                  </a:cubicBezTo>
                  <a:cubicBezTo>
                    <a:pt x="38" y="13"/>
                    <a:pt x="39" y="12"/>
                    <a:pt x="40" y="11"/>
                  </a:cubicBezTo>
                  <a:cubicBezTo>
                    <a:pt x="41" y="10"/>
                    <a:pt x="41" y="9"/>
                    <a:pt x="41" y="8"/>
                  </a:cubicBezTo>
                  <a:cubicBezTo>
                    <a:pt x="41" y="6"/>
                    <a:pt x="40" y="4"/>
                    <a:pt x="38" y="2"/>
                  </a:cubicBezTo>
                  <a:cubicBezTo>
                    <a:pt x="36" y="1"/>
                    <a:pt x="34" y="0"/>
                    <a:pt x="31" y="0"/>
                  </a:cubicBezTo>
                  <a:cubicBezTo>
                    <a:pt x="28" y="0"/>
                    <a:pt x="24" y="2"/>
                    <a:pt x="20" y="6"/>
                  </a:cubicBezTo>
                  <a:cubicBezTo>
                    <a:pt x="16" y="10"/>
                    <a:pt x="13" y="16"/>
                    <a:pt x="9" y="22"/>
                  </a:cubicBezTo>
                  <a:cubicBezTo>
                    <a:pt x="9" y="24"/>
                    <a:pt x="9" y="24"/>
                    <a:pt x="9" y="24"/>
                  </a:cubicBezTo>
                  <a:cubicBezTo>
                    <a:pt x="10" y="17"/>
                    <a:pt x="10" y="17"/>
                    <a:pt x="10" y="17"/>
                  </a:cubicBezTo>
                  <a:cubicBezTo>
                    <a:pt x="10" y="16"/>
                    <a:pt x="10" y="14"/>
                    <a:pt x="11"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350"/>
            <p:cNvSpPr>
              <a:spLocks noEditPoints="1"/>
            </p:cNvSpPr>
            <p:nvPr/>
          </p:nvSpPr>
          <p:spPr bwMode="auto">
            <a:xfrm>
              <a:off x="10339388" y="2316163"/>
              <a:ext cx="57150" cy="71438"/>
            </a:xfrm>
            <a:custGeom>
              <a:avLst/>
              <a:gdLst>
                <a:gd name="T0" fmla="*/ 11 w 38"/>
                <a:gd name="T1" fmla="*/ 32 h 48"/>
                <a:gd name="T2" fmla="*/ 29 w 38"/>
                <a:gd name="T3" fmla="*/ 23 h 48"/>
                <a:gd name="T4" fmla="*/ 36 w 38"/>
                <a:gd name="T5" fmla="*/ 10 h 48"/>
                <a:gd name="T6" fmla="*/ 33 w 38"/>
                <a:gd name="T7" fmla="*/ 3 h 48"/>
                <a:gd name="T8" fmla="*/ 25 w 38"/>
                <a:gd name="T9" fmla="*/ 0 h 48"/>
                <a:gd name="T10" fmla="*/ 8 w 38"/>
                <a:gd name="T11" fmla="*/ 10 h 48"/>
                <a:gd name="T12" fmla="*/ 0 w 38"/>
                <a:gd name="T13" fmla="*/ 32 h 48"/>
                <a:gd name="T14" fmla="*/ 4 w 38"/>
                <a:gd name="T15" fmla="*/ 44 h 48"/>
                <a:gd name="T16" fmla="*/ 15 w 38"/>
                <a:gd name="T17" fmla="*/ 48 h 48"/>
                <a:gd name="T18" fmla="*/ 31 w 38"/>
                <a:gd name="T19" fmla="*/ 42 h 48"/>
                <a:gd name="T20" fmla="*/ 38 w 38"/>
                <a:gd name="T21" fmla="*/ 32 h 48"/>
                <a:gd name="T22" fmla="*/ 36 w 38"/>
                <a:gd name="T23" fmla="*/ 29 h 48"/>
                <a:gd name="T24" fmla="*/ 33 w 38"/>
                <a:gd name="T25" fmla="*/ 31 h 48"/>
                <a:gd name="T26" fmla="*/ 16 w 38"/>
                <a:gd name="T27" fmla="*/ 39 h 48"/>
                <a:gd name="T28" fmla="*/ 12 w 38"/>
                <a:gd name="T29" fmla="*/ 38 h 48"/>
                <a:gd name="T30" fmla="*/ 10 w 38"/>
                <a:gd name="T31" fmla="*/ 34 h 48"/>
                <a:gd name="T32" fmla="*/ 11 w 38"/>
                <a:gd name="T33" fmla="*/ 32 h 48"/>
                <a:gd name="T34" fmla="*/ 16 w 38"/>
                <a:gd name="T35" fmla="*/ 14 h 48"/>
                <a:gd name="T36" fmla="*/ 24 w 38"/>
                <a:gd name="T37" fmla="*/ 8 h 48"/>
                <a:gd name="T38" fmla="*/ 26 w 38"/>
                <a:gd name="T39" fmla="*/ 9 h 48"/>
                <a:gd name="T40" fmla="*/ 27 w 38"/>
                <a:gd name="T41" fmla="*/ 12 h 48"/>
                <a:gd name="T42" fmla="*/ 22 w 38"/>
                <a:gd name="T43" fmla="*/ 19 h 48"/>
                <a:gd name="T44" fmla="*/ 11 w 38"/>
                <a:gd name="T45" fmla="*/ 25 h 48"/>
                <a:gd name="T46" fmla="*/ 16 w 38"/>
                <a:gd name="T47" fmla="*/ 1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8" h="48">
                  <a:moveTo>
                    <a:pt x="11" y="32"/>
                  </a:moveTo>
                  <a:cubicBezTo>
                    <a:pt x="18" y="31"/>
                    <a:pt x="24" y="28"/>
                    <a:pt x="29" y="23"/>
                  </a:cubicBezTo>
                  <a:cubicBezTo>
                    <a:pt x="33" y="19"/>
                    <a:pt x="36" y="15"/>
                    <a:pt x="36" y="10"/>
                  </a:cubicBezTo>
                  <a:cubicBezTo>
                    <a:pt x="36" y="7"/>
                    <a:pt x="35" y="5"/>
                    <a:pt x="33" y="3"/>
                  </a:cubicBezTo>
                  <a:cubicBezTo>
                    <a:pt x="31" y="1"/>
                    <a:pt x="29" y="0"/>
                    <a:pt x="25" y="0"/>
                  </a:cubicBezTo>
                  <a:cubicBezTo>
                    <a:pt x="19" y="0"/>
                    <a:pt x="14" y="3"/>
                    <a:pt x="8" y="10"/>
                  </a:cubicBezTo>
                  <a:cubicBezTo>
                    <a:pt x="3" y="17"/>
                    <a:pt x="0" y="24"/>
                    <a:pt x="0" y="32"/>
                  </a:cubicBezTo>
                  <a:cubicBezTo>
                    <a:pt x="0" y="37"/>
                    <a:pt x="1" y="41"/>
                    <a:pt x="4" y="44"/>
                  </a:cubicBezTo>
                  <a:cubicBezTo>
                    <a:pt x="7" y="47"/>
                    <a:pt x="10" y="48"/>
                    <a:pt x="15" y="48"/>
                  </a:cubicBezTo>
                  <a:cubicBezTo>
                    <a:pt x="21" y="48"/>
                    <a:pt x="26" y="46"/>
                    <a:pt x="31" y="42"/>
                  </a:cubicBezTo>
                  <a:cubicBezTo>
                    <a:pt x="36" y="38"/>
                    <a:pt x="38" y="35"/>
                    <a:pt x="38" y="32"/>
                  </a:cubicBezTo>
                  <a:cubicBezTo>
                    <a:pt x="38" y="30"/>
                    <a:pt x="37" y="29"/>
                    <a:pt x="36" y="29"/>
                  </a:cubicBezTo>
                  <a:cubicBezTo>
                    <a:pt x="35" y="29"/>
                    <a:pt x="34" y="30"/>
                    <a:pt x="33" y="31"/>
                  </a:cubicBezTo>
                  <a:cubicBezTo>
                    <a:pt x="27" y="37"/>
                    <a:pt x="22" y="39"/>
                    <a:pt x="16" y="39"/>
                  </a:cubicBezTo>
                  <a:cubicBezTo>
                    <a:pt x="14" y="39"/>
                    <a:pt x="13" y="39"/>
                    <a:pt x="12" y="38"/>
                  </a:cubicBezTo>
                  <a:cubicBezTo>
                    <a:pt x="11" y="36"/>
                    <a:pt x="10" y="35"/>
                    <a:pt x="10" y="34"/>
                  </a:cubicBezTo>
                  <a:cubicBezTo>
                    <a:pt x="10" y="33"/>
                    <a:pt x="10" y="33"/>
                    <a:pt x="11" y="32"/>
                  </a:cubicBezTo>
                  <a:close/>
                  <a:moveTo>
                    <a:pt x="16" y="14"/>
                  </a:moveTo>
                  <a:cubicBezTo>
                    <a:pt x="19" y="10"/>
                    <a:pt x="22" y="8"/>
                    <a:pt x="24" y="8"/>
                  </a:cubicBezTo>
                  <a:cubicBezTo>
                    <a:pt x="25" y="8"/>
                    <a:pt x="26" y="9"/>
                    <a:pt x="26" y="9"/>
                  </a:cubicBezTo>
                  <a:cubicBezTo>
                    <a:pt x="27" y="10"/>
                    <a:pt x="27" y="11"/>
                    <a:pt x="27" y="12"/>
                  </a:cubicBezTo>
                  <a:cubicBezTo>
                    <a:pt x="27" y="14"/>
                    <a:pt x="25" y="16"/>
                    <a:pt x="22" y="19"/>
                  </a:cubicBezTo>
                  <a:cubicBezTo>
                    <a:pt x="19" y="22"/>
                    <a:pt x="15" y="24"/>
                    <a:pt x="11" y="25"/>
                  </a:cubicBezTo>
                  <a:cubicBezTo>
                    <a:pt x="12" y="21"/>
                    <a:pt x="14" y="17"/>
                    <a:pt x="16"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351"/>
            <p:cNvSpPr>
              <a:spLocks noEditPoints="1"/>
            </p:cNvSpPr>
            <p:nvPr/>
          </p:nvSpPr>
          <p:spPr bwMode="auto">
            <a:xfrm>
              <a:off x="10404475" y="2317751"/>
              <a:ext cx="65088" cy="69850"/>
            </a:xfrm>
            <a:custGeom>
              <a:avLst/>
              <a:gdLst>
                <a:gd name="T0" fmla="*/ 41 w 44"/>
                <a:gd name="T1" fmla="*/ 8 h 47"/>
                <a:gd name="T2" fmla="*/ 36 w 44"/>
                <a:gd name="T3" fmla="*/ 5 h 47"/>
                <a:gd name="T4" fmla="*/ 30 w 44"/>
                <a:gd name="T5" fmla="*/ 0 h 47"/>
                <a:gd name="T6" fmla="*/ 10 w 44"/>
                <a:gd name="T7" fmla="*/ 12 h 47"/>
                <a:gd name="T8" fmla="*/ 0 w 44"/>
                <a:gd name="T9" fmla="*/ 35 h 47"/>
                <a:gd name="T10" fmla="*/ 3 w 44"/>
                <a:gd name="T11" fmla="*/ 43 h 47"/>
                <a:gd name="T12" fmla="*/ 9 w 44"/>
                <a:gd name="T13" fmla="*/ 46 h 47"/>
                <a:gd name="T14" fmla="*/ 30 w 44"/>
                <a:gd name="T15" fmla="*/ 31 h 47"/>
                <a:gd name="T16" fmla="*/ 37 w 44"/>
                <a:gd name="T17" fmla="*/ 47 h 47"/>
                <a:gd name="T18" fmla="*/ 41 w 44"/>
                <a:gd name="T19" fmla="*/ 45 h 47"/>
                <a:gd name="T20" fmla="*/ 44 w 44"/>
                <a:gd name="T21" fmla="*/ 42 h 47"/>
                <a:gd name="T22" fmla="*/ 42 w 44"/>
                <a:gd name="T23" fmla="*/ 40 h 47"/>
                <a:gd name="T24" fmla="*/ 40 w 44"/>
                <a:gd name="T25" fmla="*/ 38 h 47"/>
                <a:gd name="T26" fmla="*/ 39 w 44"/>
                <a:gd name="T27" fmla="*/ 36 h 47"/>
                <a:gd name="T28" fmla="*/ 38 w 44"/>
                <a:gd name="T29" fmla="*/ 28 h 47"/>
                <a:gd name="T30" fmla="*/ 40 w 44"/>
                <a:gd name="T31" fmla="*/ 15 h 47"/>
                <a:gd name="T32" fmla="*/ 41 w 44"/>
                <a:gd name="T33" fmla="*/ 8 h 47"/>
                <a:gd name="T34" fmla="*/ 24 w 44"/>
                <a:gd name="T35" fmla="*/ 28 h 47"/>
                <a:gd name="T36" fmla="*/ 12 w 44"/>
                <a:gd name="T37" fmla="*/ 37 h 47"/>
                <a:gd name="T38" fmla="*/ 10 w 44"/>
                <a:gd name="T39" fmla="*/ 33 h 47"/>
                <a:gd name="T40" fmla="*/ 17 w 44"/>
                <a:gd name="T41" fmla="*/ 18 h 47"/>
                <a:gd name="T42" fmla="*/ 28 w 44"/>
                <a:gd name="T43" fmla="*/ 9 h 47"/>
                <a:gd name="T44" fmla="*/ 30 w 44"/>
                <a:gd name="T45" fmla="*/ 10 h 47"/>
                <a:gd name="T46" fmla="*/ 31 w 44"/>
                <a:gd name="T47" fmla="*/ 13 h 47"/>
                <a:gd name="T48" fmla="*/ 24 w 44"/>
                <a:gd name="T49" fmla="*/ 2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4" h="47">
                  <a:moveTo>
                    <a:pt x="41" y="8"/>
                  </a:moveTo>
                  <a:cubicBezTo>
                    <a:pt x="41" y="6"/>
                    <a:pt x="39" y="5"/>
                    <a:pt x="36" y="5"/>
                  </a:cubicBezTo>
                  <a:cubicBezTo>
                    <a:pt x="35" y="2"/>
                    <a:pt x="33" y="0"/>
                    <a:pt x="30" y="0"/>
                  </a:cubicBezTo>
                  <a:cubicBezTo>
                    <a:pt x="23" y="0"/>
                    <a:pt x="16" y="4"/>
                    <a:pt x="10" y="12"/>
                  </a:cubicBezTo>
                  <a:cubicBezTo>
                    <a:pt x="4" y="20"/>
                    <a:pt x="0" y="28"/>
                    <a:pt x="0" y="35"/>
                  </a:cubicBezTo>
                  <a:cubicBezTo>
                    <a:pt x="0" y="38"/>
                    <a:pt x="1" y="41"/>
                    <a:pt x="3" y="43"/>
                  </a:cubicBezTo>
                  <a:cubicBezTo>
                    <a:pt x="5" y="45"/>
                    <a:pt x="7" y="46"/>
                    <a:pt x="9" y="46"/>
                  </a:cubicBezTo>
                  <a:cubicBezTo>
                    <a:pt x="16" y="46"/>
                    <a:pt x="23" y="41"/>
                    <a:pt x="30" y="31"/>
                  </a:cubicBezTo>
                  <a:cubicBezTo>
                    <a:pt x="30" y="42"/>
                    <a:pt x="32" y="47"/>
                    <a:pt x="37" y="47"/>
                  </a:cubicBezTo>
                  <a:cubicBezTo>
                    <a:pt x="39" y="47"/>
                    <a:pt x="40" y="46"/>
                    <a:pt x="41" y="45"/>
                  </a:cubicBezTo>
                  <a:cubicBezTo>
                    <a:pt x="43" y="45"/>
                    <a:pt x="44" y="43"/>
                    <a:pt x="44" y="42"/>
                  </a:cubicBezTo>
                  <a:cubicBezTo>
                    <a:pt x="44" y="41"/>
                    <a:pt x="43" y="40"/>
                    <a:pt x="42" y="40"/>
                  </a:cubicBezTo>
                  <a:cubicBezTo>
                    <a:pt x="41" y="39"/>
                    <a:pt x="40" y="39"/>
                    <a:pt x="40" y="38"/>
                  </a:cubicBezTo>
                  <a:cubicBezTo>
                    <a:pt x="40" y="38"/>
                    <a:pt x="39" y="37"/>
                    <a:pt x="39" y="36"/>
                  </a:cubicBezTo>
                  <a:cubicBezTo>
                    <a:pt x="38" y="34"/>
                    <a:pt x="38" y="32"/>
                    <a:pt x="38" y="28"/>
                  </a:cubicBezTo>
                  <a:cubicBezTo>
                    <a:pt x="38" y="25"/>
                    <a:pt x="39" y="20"/>
                    <a:pt x="40" y="15"/>
                  </a:cubicBezTo>
                  <a:cubicBezTo>
                    <a:pt x="40" y="12"/>
                    <a:pt x="41" y="10"/>
                    <a:pt x="41" y="8"/>
                  </a:cubicBezTo>
                  <a:close/>
                  <a:moveTo>
                    <a:pt x="24" y="28"/>
                  </a:moveTo>
                  <a:cubicBezTo>
                    <a:pt x="19" y="34"/>
                    <a:pt x="15" y="37"/>
                    <a:pt x="12" y="37"/>
                  </a:cubicBezTo>
                  <a:cubicBezTo>
                    <a:pt x="11" y="37"/>
                    <a:pt x="10" y="36"/>
                    <a:pt x="10" y="33"/>
                  </a:cubicBezTo>
                  <a:cubicBezTo>
                    <a:pt x="10" y="29"/>
                    <a:pt x="13" y="24"/>
                    <a:pt x="17" y="18"/>
                  </a:cubicBezTo>
                  <a:cubicBezTo>
                    <a:pt x="21" y="12"/>
                    <a:pt x="25" y="9"/>
                    <a:pt x="28" y="9"/>
                  </a:cubicBezTo>
                  <a:cubicBezTo>
                    <a:pt x="28" y="9"/>
                    <a:pt x="29" y="9"/>
                    <a:pt x="30" y="10"/>
                  </a:cubicBezTo>
                  <a:cubicBezTo>
                    <a:pt x="30" y="11"/>
                    <a:pt x="31" y="12"/>
                    <a:pt x="31" y="13"/>
                  </a:cubicBezTo>
                  <a:cubicBezTo>
                    <a:pt x="31" y="17"/>
                    <a:pt x="28" y="22"/>
                    <a:pt x="24"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Freeform 352"/>
            <p:cNvSpPr>
              <a:spLocks/>
            </p:cNvSpPr>
            <p:nvPr/>
          </p:nvSpPr>
          <p:spPr bwMode="auto">
            <a:xfrm>
              <a:off x="10475913" y="2295526"/>
              <a:ext cx="60325" cy="92075"/>
            </a:xfrm>
            <a:custGeom>
              <a:avLst/>
              <a:gdLst>
                <a:gd name="T0" fmla="*/ 25 w 40"/>
                <a:gd name="T1" fmla="*/ 1 h 61"/>
                <a:gd name="T2" fmla="*/ 21 w 40"/>
                <a:gd name="T3" fmla="*/ 0 h 61"/>
                <a:gd name="T4" fmla="*/ 16 w 40"/>
                <a:gd name="T5" fmla="*/ 5 h 61"/>
                <a:gd name="T6" fmla="*/ 12 w 40"/>
                <a:gd name="T7" fmla="*/ 18 h 61"/>
                <a:gd name="T8" fmla="*/ 3 w 40"/>
                <a:gd name="T9" fmla="*/ 18 h 61"/>
                <a:gd name="T10" fmla="*/ 0 w 40"/>
                <a:gd name="T11" fmla="*/ 22 h 61"/>
                <a:gd name="T12" fmla="*/ 2 w 40"/>
                <a:gd name="T13" fmla="*/ 25 h 61"/>
                <a:gd name="T14" fmla="*/ 5 w 40"/>
                <a:gd name="T15" fmla="*/ 27 h 61"/>
                <a:gd name="T16" fmla="*/ 6 w 40"/>
                <a:gd name="T17" fmla="*/ 27 h 61"/>
                <a:gd name="T18" fmla="*/ 10 w 40"/>
                <a:gd name="T19" fmla="*/ 26 h 61"/>
                <a:gd name="T20" fmla="*/ 6 w 40"/>
                <a:gd name="T21" fmla="*/ 49 h 61"/>
                <a:gd name="T22" fmla="*/ 9 w 40"/>
                <a:gd name="T23" fmla="*/ 58 h 61"/>
                <a:gd name="T24" fmla="*/ 17 w 40"/>
                <a:gd name="T25" fmla="*/ 61 h 61"/>
                <a:gd name="T26" fmla="*/ 29 w 40"/>
                <a:gd name="T27" fmla="*/ 56 h 61"/>
                <a:gd name="T28" fmla="*/ 35 w 40"/>
                <a:gd name="T29" fmla="*/ 48 h 61"/>
                <a:gd name="T30" fmla="*/ 34 w 40"/>
                <a:gd name="T31" fmla="*/ 47 h 61"/>
                <a:gd name="T32" fmla="*/ 32 w 40"/>
                <a:gd name="T33" fmla="*/ 46 h 61"/>
                <a:gd name="T34" fmla="*/ 29 w 40"/>
                <a:gd name="T35" fmla="*/ 48 h 61"/>
                <a:gd name="T36" fmla="*/ 23 w 40"/>
                <a:gd name="T37" fmla="*/ 51 h 61"/>
                <a:gd name="T38" fmla="*/ 19 w 40"/>
                <a:gd name="T39" fmla="*/ 52 h 61"/>
                <a:gd name="T40" fmla="*/ 16 w 40"/>
                <a:gd name="T41" fmla="*/ 51 h 61"/>
                <a:gd name="T42" fmla="*/ 16 w 40"/>
                <a:gd name="T43" fmla="*/ 46 h 61"/>
                <a:gd name="T44" fmla="*/ 18 w 40"/>
                <a:gd name="T45" fmla="*/ 35 h 61"/>
                <a:gd name="T46" fmla="*/ 20 w 40"/>
                <a:gd name="T47" fmla="*/ 26 h 61"/>
                <a:gd name="T48" fmla="*/ 34 w 40"/>
                <a:gd name="T49" fmla="*/ 23 h 61"/>
                <a:gd name="T50" fmla="*/ 40 w 40"/>
                <a:gd name="T51" fmla="*/ 19 h 61"/>
                <a:gd name="T52" fmla="*/ 40 w 40"/>
                <a:gd name="T53" fmla="*/ 16 h 61"/>
                <a:gd name="T54" fmla="*/ 37 w 40"/>
                <a:gd name="T55" fmla="*/ 16 h 61"/>
                <a:gd name="T56" fmla="*/ 22 w 40"/>
                <a:gd name="T57" fmla="*/ 17 h 61"/>
                <a:gd name="T58" fmla="*/ 26 w 40"/>
                <a:gd name="T59" fmla="*/ 4 h 61"/>
                <a:gd name="T60" fmla="*/ 25 w 40"/>
                <a:gd name="T61" fmla="*/ 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0" h="61">
                  <a:moveTo>
                    <a:pt x="25" y="1"/>
                  </a:moveTo>
                  <a:cubicBezTo>
                    <a:pt x="24" y="0"/>
                    <a:pt x="23" y="0"/>
                    <a:pt x="21" y="0"/>
                  </a:cubicBezTo>
                  <a:cubicBezTo>
                    <a:pt x="18" y="0"/>
                    <a:pt x="17" y="1"/>
                    <a:pt x="16" y="5"/>
                  </a:cubicBezTo>
                  <a:cubicBezTo>
                    <a:pt x="15" y="10"/>
                    <a:pt x="13" y="14"/>
                    <a:pt x="12" y="18"/>
                  </a:cubicBezTo>
                  <a:cubicBezTo>
                    <a:pt x="3" y="18"/>
                    <a:pt x="3" y="18"/>
                    <a:pt x="3" y="18"/>
                  </a:cubicBezTo>
                  <a:cubicBezTo>
                    <a:pt x="1" y="18"/>
                    <a:pt x="0" y="19"/>
                    <a:pt x="0" y="22"/>
                  </a:cubicBezTo>
                  <a:cubicBezTo>
                    <a:pt x="0" y="23"/>
                    <a:pt x="0" y="25"/>
                    <a:pt x="2" y="25"/>
                  </a:cubicBezTo>
                  <a:cubicBezTo>
                    <a:pt x="3" y="26"/>
                    <a:pt x="4" y="27"/>
                    <a:pt x="5" y="27"/>
                  </a:cubicBezTo>
                  <a:cubicBezTo>
                    <a:pt x="6" y="27"/>
                    <a:pt x="6" y="27"/>
                    <a:pt x="6" y="27"/>
                  </a:cubicBezTo>
                  <a:cubicBezTo>
                    <a:pt x="7" y="27"/>
                    <a:pt x="8" y="27"/>
                    <a:pt x="10" y="26"/>
                  </a:cubicBezTo>
                  <a:cubicBezTo>
                    <a:pt x="7" y="37"/>
                    <a:pt x="6" y="45"/>
                    <a:pt x="6" y="49"/>
                  </a:cubicBezTo>
                  <a:cubicBezTo>
                    <a:pt x="6" y="53"/>
                    <a:pt x="7" y="56"/>
                    <a:pt x="9" y="58"/>
                  </a:cubicBezTo>
                  <a:cubicBezTo>
                    <a:pt x="10" y="60"/>
                    <a:pt x="13" y="61"/>
                    <a:pt x="17" y="61"/>
                  </a:cubicBezTo>
                  <a:cubicBezTo>
                    <a:pt x="21" y="61"/>
                    <a:pt x="25" y="59"/>
                    <a:pt x="29" y="56"/>
                  </a:cubicBezTo>
                  <a:cubicBezTo>
                    <a:pt x="33" y="53"/>
                    <a:pt x="35" y="51"/>
                    <a:pt x="35" y="48"/>
                  </a:cubicBezTo>
                  <a:cubicBezTo>
                    <a:pt x="35" y="48"/>
                    <a:pt x="35" y="47"/>
                    <a:pt x="34" y="47"/>
                  </a:cubicBezTo>
                  <a:cubicBezTo>
                    <a:pt x="34" y="46"/>
                    <a:pt x="33" y="46"/>
                    <a:pt x="32" y="46"/>
                  </a:cubicBezTo>
                  <a:cubicBezTo>
                    <a:pt x="31" y="46"/>
                    <a:pt x="30" y="46"/>
                    <a:pt x="29" y="48"/>
                  </a:cubicBezTo>
                  <a:cubicBezTo>
                    <a:pt x="26" y="50"/>
                    <a:pt x="25" y="51"/>
                    <a:pt x="23" y="51"/>
                  </a:cubicBezTo>
                  <a:cubicBezTo>
                    <a:pt x="22" y="52"/>
                    <a:pt x="20" y="52"/>
                    <a:pt x="19" y="52"/>
                  </a:cubicBezTo>
                  <a:cubicBezTo>
                    <a:pt x="18" y="52"/>
                    <a:pt x="17" y="52"/>
                    <a:pt x="16" y="51"/>
                  </a:cubicBezTo>
                  <a:cubicBezTo>
                    <a:pt x="16" y="50"/>
                    <a:pt x="16" y="48"/>
                    <a:pt x="16" y="46"/>
                  </a:cubicBezTo>
                  <a:cubicBezTo>
                    <a:pt x="16" y="45"/>
                    <a:pt x="16" y="41"/>
                    <a:pt x="18" y="35"/>
                  </a:cubicBezTo>
                  <a:cubicBezTo>
                    <a:pt x="19" y="29"/>
                    <a:pt x="20" y="26"/>
                    <a:pt x="20" y="26"/>
                  </a:cubicBezTo>
                  <a:cubicBezTo>
                    <a:pt x="34" y="23"/>
                    <a:pt x="34" y="23"/>
                    <a:pt x="34" y="23"/>
                  </a:cubicBezTo>
                  <a:cubicBezTo>
                    <a:pt x="38" y="23"/>
                    <a:pt x="40" y="21"/>
                    <a:pt x="40" y="19"/>
                  </a:cubicBezTo>
                  <a:cubicBezTo>
                    <a:pt x="40" y="18"/>
                    <a:pt x="40" y="17"/>
                    <a:pt x="40" y="16"/>
                  </a:cubicBezTo>
                  <a:cubicBezTo>
                    <a:pt x="39" y="16"/>
                    <a:pt x="38" y="16"/>
                    <a:pt x="37" y="16"/>
                  </a:cubicBezTo>
                  <a:cubicBezTo>
                    <a:pt x="36" y="16"/>
                    <a:pt x="31" y="16"/>
                    <a:pt x="22" y="17"/>
                  </a:cubicBezTo>
                  <a:cubicBezTo>
                    <a:pt x="25" y="9"/>
                    <a:pt x="26" y="5"/>
                    <a:pt x="26" y="4"/>
                  </a:cubicBezTo>
                  <a:cubicBezTo>
                    <a:pt x="26" y="3"/>
                    <a:pt x="25" y="2"/>
                    <a:pt x="2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353"/>
            <p:cNvSpPr>
              <a:spLocks/>
            </p:cNvSpPr>
            <p:nvPr/>
          </p:nvSpPr>
          <p:spPr bwMode="auto">
            <a:xfrm>
              <a:off x="10536238" y="2284413"/>
              <a:ext cx="73025" cy="103188"/>
            </a:xfrm>
            <a:custGeom>
              <a:avLst/>
              <a:gdLst>
                <a:gd name="T0" fmla="*/ 19 w 49"/>
                <a:gd name="T1" fmla="*/ 17 h 69"/>
                <a:gd name="T2" fmla="*/ 20 w 49"/>
                <a:gd name="T3" fmla="*/ 6 h 69"/>
                <a:gd name="T4" fmla="*/ 18 w 49"/>
                <a:gd name="T5" fmla="*/ 1 h 69"/>
                <a:gd name="T6" fmla="*/ 14 w 49"/>
                <a:gd name="T7" fmla="*/ 0 h 69"/>
                <a:gd name="T8" fmla="*/ 11 w 49"/>
                <a:gd name="T9" fmla="*/ 2 h 69"/>
                <a:gd name="T10" fmla="*/ 8 w 49"/>
                <a:gd name="T11" fmla="*/ 10 h 69"/>
                <a:gd name="T12" fmla="*/ 1 w 49"/>
                <a:gd name="T13" fmla="*/ 57 h 69"/>
                <a:gd name="T14" fmla="*/ 0 w 49"/>
                <a:gd name="T15" fmla="*/ 64 h 69"/>
                <a:gd name="T16" fmla="*/ 2 w 49"/>
                <a:gd name="T17" fmla="*/ 67 h 69"/>
                <a:gd name="T18" fmla="*/ 6 w 49"/>
                <a:gd name="T19" fmla="*/ 69 h 69"/>
                <a:gd name="T20" fmla="*/ 9 w 49"/>
                <a:gd name="T21" fmla="*/ 67 h 69"/>
                <a:gd name="T22" fmla="*/ 11 w 49"/>
                <a:gd name="T23" fmla="*/ 62 h 69"/>
                <a:gd name="T24" fmla="*/ 21 w 49"/>
                <a:gd name="T25" fmla="*/ 47 h 69"/>
                <a:gd name="T26" fmla="*/ 31 w 49"/>
                <a:gd name="T27" fmla="*/ 37 h 69"/>
                <a:gd name="T28" fmla="*/ 33 w 49"/>
                <a:gd name="T29" fmla="*/ 39 h 69"/>
                <a:gd name="T30" fmla="*/ 35 w 49"/>
                <a:gd name="T31" fmla="*/ 50 h 69"/>
                <a:gd name="T32" fmla="*/ 38 w 49"/>
                <a:gd name="T33" fmla="*/ 61 h 69"/>
                <a:gd name="T34" fmla="*/ 44 w 49"/>
                <a:gd name="T35" fmla="*/ 65 h 69"/>
                <a:gd name="T36" fmla="*/ 48 w 49"/>
                <a:gd name="T37" fmla="*/ 64 h 69"/>
                <a:gd name="T38" fmla="*/ 49 w 49"/>
                <a:gd name="T39" fmla="*/ 61 h 69"/>
                <a:gd name="T40" fmla="*/ 48 w 49"/>
                <a:gd name="T41" fmla="*/ 58 h 69"/>
                <a:gd name="T42" fmla="*/ 45 w 49"/>
                <a:gd name="T43" fmla="*/ 54 h 69"/>
                <a:gd name="T44" fmla="*/ 44 w 49"/>
                <a:gd name="T45" fmla="*/ 49 h 69"/>
                <a:gd name="T46" fmla="*/ 43 w 49"/>
                <a:gd name="T47" fmla="*/ 41 h 69"/>
                <a:gd name="T48" fmla="*/ 39 w 49"/>
                <a:gd name="T49" fmla="*/ 29 h 69"/>
                <a:gd name="T50" fmla="*/ 33 w 49"/>
                <a:gd name="T51" fmla="*/ 26 h 69"/>
                <a:gd name="T52" fmla="*/ 23 w 49"/>
                <a:gd name="T53" fmla="*/ 31 h 69"/>
                <a:gd name="T54" fmla="*/ 12 w 49"/>
                <a:gd name="T55" fmla="*/ 48 h 69"/>
                <a:gd name="T56" fmla="*/ 14 w 49"/>
                <a:gd name="T57" fmla="*/ 36 h 69"/>
                <a:gd name="T58" fmla="*/ 19 w 49"/>
                <a:gd name="T59" fmla="*/ 1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9" h="69">
                  <a:moveTo>
                    <a:pt x="19" y="17"/>
                  </a:moveTo>
                  <a:cubicBezTo>
                    <a:pt x="19" y="13"/>
                    <a:pt x="20" y="9"/>
                    <a:pt x="20" y="6"/>
                  </a:cubicBezTo>
                  <a:cubicBezTo>
                    <a:pt x="20" y="4"/>
                    <a:pt x="19" y="2"/>
                    <a:pt x="18" y="1"/>
                  </a:cubicBezTo>
                  <a:cubicBezTo>
                    <a:pt x="17" y="0"/>
                    <a:pt x="16" y="0"/>
                    <a:pt x="14" y="0"/>
                  </a:cubicBezTo>
                  <a:cubicBezTo>
                    <a:pt x="13" y="0"/>
                    <a:pt x="12" y="0"/>
                    <a:pt x="11" y="2"/>
                  </a:cubicBezTo>
                  <a:cubicBezTo>
                    <a:pt x="10" y="3"/>
                    <a:pt x="9" y="6"/>
                    <a:pt x="8" y="10"/>
                  </a:cubicBezTo>
                  <a:cubicBezTo>
                    <a:pt x="7" y="27"/>
                    <a:pt x="4" y="42"/>
                    <a:pt x="1" y="57"/>
                  </a:cubicBezTo>
                  <a:cubicBezTo>
                    <a:pt x="1" y="61"/>
                    <a:pt x="0" y="63"/>
                    <a:pt x="0" y="64"/>
                  </a:cubicBezTo>
                  <a:cubicBezTo>
                    <a:pt x="0" y="65"/>
                    <a:pt x="1" y="67"/>
                    <a:pt x="2" y="67"/>
                  </a:cubicBezTo>
                  <a:cubicBezTo>
                    <a:pt x="3" y="68"/>
                    <a:pt x="4" y="69"/>
                    <a:pt x="6" y="69"/>
                  </a:cubicBezTo>
                  <a:cubicBezTo>
                    <a:pt x="7" y="69"/>
                    <a:pt x="8" y="68"/>
                    <a:pt x="9" y="67"/>
                  </a:cubicBezTo>
                  <a:cubicBezTo>
                    <a:pt x="9" y="67"/>
                    <a:pt x="10" y="65"/>
                    <a:pt x="11" y="62"/>
                  </a:cubicBezTo>
                  <a:cubicBezTo>
                    <a:pt x="13" y="58"/>
                    <a:pt x="17" y="53"/>
                    <a:pt x="21" y="47"/>
                  </a:cubicBezTo>
                  <a:cubicBezTo>
                    <a:pt x="26" y="40"/>
                    <a:pt x="29" y="37"/>
                    <a:pt x="31" y="37"/>
                  </a:cubicBezTo>
                  <a:cubicBezTo>
                    <a:pt x="32" y="37"/>
                    <a:pt x="33" y="38"/>
                    <a:pt x="33" y="39"/>
                  </a:cubicBezTo>
                  <a:cubicBezTo>
                    <a:pt x="34" y="41"/>
                    <a:pt x="34" y="45"/>
                    <a:pt x="35" y="50"/>
                  </a:cubicBezTo>
                  <a:cubicBezTo>
                    <a:pt x="35" y="55"/>
                    <a:pt x="36" y="59"/>
                    <a:pt x="38" y="61"/>
                  </a:cubicBezTo>
                  <a:cubicBezTo>
                    <a:pt x="40" y="64"/>
                    <a:pt x="42" y="65"/>
                    <a:pt x="44" y="65"/>
                  </a:cubicBezTo>
                  <a:cubicBezTo>
                    <a:pt x="46" y="65"/>
                    <a:pt x="47" y="65"/>
                    <a:pt x="48" y="64"/>
                  </a:cubicBezTo>
                  <a:cubicBezTo>
                    <a:pt x="49" y="63"/>
                    <a:pt x="49" y="62"/>
                    <a:pt x="49" y="61"/>
                  </a:cubicBezTo>
                  <a:cubicBezTo>
                    <a:pt x="49" y="60"/>
                    <a:pt x="49" y="59"/>
                    <a:pt x="48" y="58"/>
                  </a:cubicBezTo>
                  <a:cubicBezTo>
                    <a:pt x="47" y="57"/>
                    <a:pt x="46" y="56"/>
                    <a:pt x="45" y="54"/>
                  </a:cubicBezTo>
                  <a:cubicBezTo>
                    <a:pt x="45" y="53"/>
                    <a:pt x="44" y="51"/>
                    <a:pt x="44" y="49"/>
                  </a:cubicBezTo>
                  <a:cubicBezTo>
                    <a:pt x="43" y="47"/>
                    <a:pt x="43" y="44"/>
                    <a:pt x="43" y="41"/>
                  </a:cubicBezTo>
                  <a:cubicBezTo>
                    <a:pt x="42" y="34"/>
                    <a:pt x="41" y="30"/>
                    <a:pt x="39" y="29"/>
                  </a:cubicBezTo>
                  <a:cubicBezTo>
                    <a:pt x="38" y="27"/>
                    <a:pt x="36" y="26"/>
                    <a:pt x="33" y="26"/>
                  </a:cubicBezTo>
                  <a:cubicBezTo>
                    <a:pt x="30" y="26"/>
                    <a:pt x="27" y="28"/>
                    <a:pt x="23" y="31"/>
                  </a:cubicBezTo>
                  <a:cubicBezTo>
                    <a:pt x="20" y="34"/>
                    <a:pt x="16" y="40"/>
                    <a:pt x="12" y="48"/>
                  </a:cubicBezTo>
                  <a:cubicBezTo>
                    <a:pt x="12" y="45"/>
                    <a:pt x="13" y="41"/>
                    <a:pt x="14" y="36"/>
                  </a:cubicBezTo>
                  <a:cubicBezTo>
                    <a:pt x="16" y="27"/>
                    <a:pt x="18" y="20"/>
                    <a:pt x="19"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354"/>
            <p:cNvSpPr>
              <a:spLocks noEditPoints="1"/>
            </p:cNvSpPr>
            <p:nvPr/>
          </p:nvSpPr>
          <p:spPr bwMode="auto">
            <a:xfrm>
              <a:off x="10614025" y="2316163"/>
              <a:ext cx="58738" cy="71438"/>
            </a:xfrm>
            <a:custGeom>
              <a:avLst/>
              <a:gdLst>
                <a:gd name="T0" fmla="*/ 12 w 39"/>
                <a:gd name="T1" fmla="*/ 32 h 48"/>
                <a:gd name="T2" fmla="*/ 29 w 39"/>
                <a:gd name="T3" fmla="*/ 23 h 48"/>
                <a:gd name="T4" fmla="*/ 36 w 39"/>
                <a:gd name="T5" fmla="*/ 10 h 48"/>
                <a:gd name="T6" fmla="*/ 33 w 39"/>
                <a:gd name="T7" fmla="*/ 3 h 48"/>
                <a:gd name="T8" fmla="*/ 26 w 39"/>
                <a:gd name="T9" fmla="*/ 0 h 48"/>
                <a:gd name="T10" fmla="*/ 8 w 39"/>
                <a:gd name="T11" fmla="*/ 10 h 48"/>
                <a:gd name="T12" fmla="*/ 0 w 39"/>
                <a:gd name="T13" fmla="*/ 32 h 48"/>
                <a:gd name="T14" fmla="*/ 4 w 39"/>
                <a:gd name="T15" fmla="*/ 44 h 48"/>
                <a:gd name="T16" fmla="*/ 15 w 39"/>
                <a:gd name="T17" fmla="*/ 48 h 48"/>
                <a:gd name="T18" fmla="*/ 31 w 39"/>
                <a:gd name="T19" fmla="*/ 42 h 48"/>
                <a:gd name="T20" fmla="*/ 39 w 39"/>
                <a:gd name="T21" fmla="*/ 32 h 48"/>
                <a:gd name="T22" fmla="*/ 36 w 39"/>
                <a:gd name="T23" fmla="*/ 29 h 48"/>
                <a:gd name="T24" fmla="*/ 33 w 39"/>
                <a:gd name="T25" fmla="*/ 31 h 48"/>
                <a:gd name="T26" fmla="*/ 17 w 39"/>
                <a:gd name="T27" fmla="*/ 39 h 48"/>
                <a:gd name="T28" fmla="*/ 12 w 39"/>
                <a:gd name="T29" fmla="*/ 38 h 48"/>
                <a:gd name="T30" fmla="*/ 10 w 39"/>
                <a:gd name="T31" fmla="*/ 34 h 48"/>
                <a:gd name="T32" fmla="*/ 12 w 39"/>
                <a:gd name="T33" fmla="*/ 32 h 48"/>
                <a:gd name="T34" fmla="*/ 17 w 39"/>
                <a:gd name="T35" fmla="*/ 14 h 48"/>
                <a:gd name="T36" fmla="*/ 25 w 39"/>
                <a:gd name="T37" fmla="*/ 8 h 48"/>
                <a:gd name="T38" fmla="*/ 27 w 39"/>
                <a:gd name="T39" fmla="*/ 9 h 48"/>
                <a:gd name="T40" fmla="*/ 27 w 39"/>
                <a:gd name="T41" fmla="*/ 12 h 48"/>
                <a:gd name="T42" fmla="*/ 22 w 39"/>
                <a:gd name="T43" fmla="*/ 19 h 48"/>
                <a:gd name="T44" fmla="*/ 11 w 39"/>
                <a:gd name="T45" fmla="*/ 25 h 48"/>
                <a:gd name="T46" fmla="*/ 17 w 39"/>
                <a:gd name="T47" fmla="*/ 1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9" h="48">
                  <a:moveTo>
                    <a:pt x="12" y="32"/>
                  </a:moveTo>
                  <a:cubicBezTo>
                    <a:pt x="19" y="31"/>
                    <a:pt x="24" y="28"/>
                    <a:pt x="29" y="23"/>
                  </a:cubicBezTo>
                  <a:cubicBezTo>
                    <a:pt x="34" y="19"/>
                    <a:pt x="36" y="15"/>
                    <a:pt x="36" y="10"/>
                  </a:cubicBezTo>
                  <a:cubicBezTo>
                    <a:pt x="36" y="7"/>
                    <a:pt x="35" y="5"/>
                    <a:pt x="33" y="3"/>
                  </a:cubicBezTo>
                  <a:cubicBezTo>
                    <a:pt x="31" y="1"/>
                    <a:pt x="29" y="0"/>
                    <a:pt x="26" y="0"/>
                  </a:cubicBezTo>
                  <a:cubicBezTo>
                    <a:pt x="20" y="0"/>
                    <a:pt x="14" y="3"/>
                    <a:pt x="8" y="10"/>
                  </a:cubicBezTo>
                  <a:cubicBezTo>
                    <a:pt x="3" y="17"/>
                    <a:pt x="0" y="24"/>
                    <a:pt x="0" y="32"/>
                  </a:cubicBezTo>
                  <a:cubicBezTo>
                    <a:pt x="0" y="37"/>
                    <a:pt x="2" y="41"/>
                    <a:pt x="4" y="44"/>
                  </a:cubicBezTo>
                  <a:cubicBezTo>
                    <a:pt x="7" y="47"/>
                    <a:pt x="11" y="48"/>
                    <a:pt x="15" y="48"/>
                  </a:cubicBezTo>
                  <a:cubicBezTo>
                    <a:pt x="21" y="48"/>
                    <a:pt x="27" y="46"/>
                    <a:pt x="31" y="42"/>
                  </a:cubicBezTo>
                  <a:cubicBezTo>
                    <a:pt x="36" y="38"/>
                    <a:pt x="39" y="35"/>
                    <a:pt x="39" y="32"/>
                  </a:cubicBezTo>
                  <a:cubicBezTo>
                    <a:pt x="39" y="30"/>
                    <a:pt x="38" y="29"/>
                    <a:pt x="36" y="29"/>
                  </a:cubicBezTo>
                  <a:cubicBezTo>
                    <a:pt x="35" y="29"/>
                    <a:pt x="34" y="30"/>
                    <a:pt x="33" y="31"/>
                  </a:cubicBezTo>
                  <a:cubicBezTo>
                    <a:pt x="28" y="37"/>
                    <a:pt x="22" y="39"/>
                    <a:pt x="17" y="39"/>
                  </a:cubicBezTo>
                  <a:cubicBezTo>
                    <a:pt x="15" y="39"/>
                    <a:pt x="13" y="39"/>
                    <a:pt x="12" y="38"/>
                  </a:cubicBezTo>
                  <a:cubicBezTo>
                    <a:pt x="11" y="36"/>
                    <a:pt x="10" y="35"/>
                    <a:pt x="10" y="34"/>
                  </a:cubicBezTo>
                  <a:cubicBezTo>
                    <a:pt x="10" y="33"/>
                    <a:pt x="11" y="33"/>
                    <a:pt x="12" y="32"/>
                  </a:cubicBezTo>
                  <a:close/>
                  <a:moveTo>
                    <a:pt x="17" y="14"/>
                  </a:moveTo>
                  <a:cubicBezTo>
                    <a:pt x="20" y="10"/>
                    <a:pt x="22" y="8"/>
                    <a:pt x="25" y="8"/>
                  </a:cubicBezTo>
                  <a:cubicBezTo>
                    <a:pt x="25" y="8"/>
                    <a:pt x="26" y="9"/>
                    <a:pt x="27" y="9"/>
                  </a:cubicBezTo>
                  <a:cubicBezTo>
                    <a:pt x="27" y="10"/>
                    <a:pt x="27" y="11"/>
                    <a:pt x="27" y="12"/>
                  </a:cubicBezTo>
                  <a:cubicBezTo>
                    <a:pt x="27" y="14"/>
                    <a:pt x="26" y="16"/>
                    <a:pt x="22" y="19"/>
                  </a:cubicBezTo>
                  <a:cubicBezTo>
                    <a:pt x="19" y="22"/>
                    <a:pt x="15" y="24"/>
                    <a:pt x="11" y="25"/>
                  </a:cubicBezTo>
                  <a:cubicBezTo>
                    <a:pt x="12" y="21"/>
                    <a:pt x="14" y="17"/>
                    <a:pt x="17"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355"/>
            <p:cNvSpPr>
              <a:spLocks/>
            </p:cNvSpPr>
            <p:nvPr/>
          </p:nvSpPr>
          <p:spPr bwMode="auto">
            <a:xfrm>
              <a:off x="9672638" y="2439988"/>
              <a:ext cx="47625" cy="127000"/>
            </a:xfrm>
            <a:custGeom>
              <a:avLst/>
              <a:gdLst>
                <a:gd name="T0" fmla="*/ 20 w 32"/>
                <a:gd name="T1" fmla="*/ 16 h 85"/>
                <a:gd name="T2" fmla="*/ 29 w 32"/>
                <a:gd name="T3" fmla="*/ 7 h 85"/>
                <a:gd name="T4" fmla="*/ 32 w 32"/>
                <a:gd name="T5" fmla="*/ 3 h 85"/>
                <a:gd name="T6" fmla="*/ 29 w 32"/>
                <a:gd name="T7" fmla="*/ 0 h 85"/>
                <a:gd name="T8" fmla="*/ 24 w 32"/>
                <a:gd name="T9" fmla="*/ 0 h 85"/>
                <a:gd name="T10" fmla="*/ 20 w 32"/>
                <a:gd name="T11" fmla="*/ 3 h 85"/>
                <a:gd name="T12" fmla="*/ 17 w 32"/>
                <a:gd name="T13" fmla="*/ 7 h 85"/>
                <a:gd name="T14" fmla="*/ 12 w 32"/>
                <a:gd name="T15" fmla="*/ 12 h 85"/>
                <a:gd name="T16" fmla="*/ 8 w 32"/>
                <a:gd name="T17" fmla="*/ 19 h 85"/>
                <a:gd name="T18" fmla="*/ 3 w 32"/>
                <a:gd name="T19" fmla="*/ 30 h 85"/>
                <a:gd name="T20" fmla="*/ 0 w 32"/>
                <a:gd name="T21" fmla="*/ 37 h 85"/>
                <a:gd name="T22" fmla="*/ 0 w 32"/>
                <a:gd name="T23" fmla="*/ 46 h 85"/>
                <a:gd name="T24" fmla="*/ 1 w 32"/>
                <a:gd name="T25" fmla="*/ 58 h 85"/>
                <a:gd name="T26" fmla="*/ 4 w 32"/>
                <a:gd name="T27" fmla="*/ 69 h 85"/>
                <a:gd name="T28" fmla="*/ 9 w 32"/>
                <a:gd name="T29" fmla="*/ 77 h 85"/>
                <a:gd name="T30" fmla="*/ 15 w 32"/>
                <a:gd name="T31" fmla="*/ 83 h 85"/>
                <a:gd name="T32" fmla="*/ 19 w 32"/>
                <a:gd name="T33" fmla="*/ 85 h 85"/>
                <a:gd name="T34" fmla="*/ 23 w 32"/>
                <a:gd name="T35" fmla="*/ 84 h 85"/>
                <a:gd name="T36" fmla="*/ 24 w 32"/>
                <a:gd name="T37" fmla="*/ 81 h 85"/>
                <a:gd name="T38" fmla="*/ 20 w 32"/>
                <a:gd name="T39" fmla="*/ 75 h 85"/>
                <a:gd name="T40" fmla="*/ 14 w 32"/>
                <a:gd name="T41" fmla="*/ 68 h 85"/>
                <a:gd name="T42" fmla="*/ 11 w 32"/>
                <a:gd name="T43" fmla="*/ 59 h 85"/>
                <a:gd name="T44" fmla="*/ 10 w 32"/>
                <a:gd name="T45" fmla="*/ 54 h 85"/>
                <a:gd name="T46" fmla="*/ 10 w 32"/>
                <a:gd name="T47" fmla="*/ 54 h 85"/>
                <a:gd name="T48" fmla="*/ 9 w 32"/>
                <a:gd name="T49" fmla="*/ 50 h 85"/>
                <a:gd name="T50" fmla="*/ 9 w 32"/>
                <a:gd name="T51" fmla="*/ 47 h 85"/>
                <a:gd name="T52" fmla="*/ 9 w 32"/>
                <a:gd name="T53" fmla="*/ 44 h 85"/>
                <a:gd name="T54" fmla="*/ 13 w 32"/>
                <a:gd name="T55" fmla="*/ 28 h 85"/>
                <a:gd name="T56" fmla="*/ 20 w 32"/>
                <a:gd name="T57" fmla="*/ 16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2" h="85">
                  <a:moveTo>
                    <a:pt x="20" y="16"/>
                  </a:moveTo>
                  <a:cubicBezTo>
                    <a:pt x="23" y="13"/>
                    <a:pt x="26" y="10"/>
                    <a:pt x="29" y="7"/>
                  </a:cubicBezTo>
                  <a:cubicBezTo>
                    <a:pt x="31" y="5"/>
                    <a:pt x="32" y="4"/>
                    <a:pt x="32" y="3"/>
                  </a:cubicBezTo>
                  <a:cubicBezTo>
                    <a:pt x="32" y="1"/>
                    <a:pt x="31" y="0"/>
                    <a:pt x="29" y="0"/>
                  </a:cubicBezTo>
                  <a:cubicBezTo>
                    <a:pt x="27" y="0"/>
                    <a:pt x="25" y="0"/>
                    <a:pt x="24" y="0"/>
                  </a:cubicBezTo>
                  <a:cubicBezTo>
                    <a:pt x="23" y="1"/>
                    <a:pt x="22" y="2"/>
                    <a:pt x="20" y="3"/>
                  </a:cubicBezTo>
                  <a:cubicBezTo>
                    <a:pt x="17" y="7"/>
                    <a:pt x="17" y="7"/>
                    <a:pt x="17" y="7"/>
                  </a:cubicBezTo>
                  <a:cubicBezTo>
                    <a:pt x="14" y="9"/>
                    <a:pt x="12" y="11"/>
                    <a:pt x="12" y="12"/>
                  </a:cubicBezTo>
                  <a:cubicBezTo>
                    <a:pt x="11" y="12"/>
                    <a:pt x="10" y="15"/>
                    <a:pt x="8" y="19"/>
                  </a:cubicBezTo>
                  <a:cubicBezTo>
                    <a:pt x="5" y="23"/>
                    <a:pt x="4" y="27"/>
                    <a:pt x="3" y="30"/>
                  </a:cubicBezTo>
                  <a:cubicBezTo>
                    <a:pt x="2" y="33"/>
                    <a:pt x="1" y="35"/>
                    <a:pt x="0" y="37"/>
                  </a:cubicBezTo>
                  <a:cubicBezTo>
                    <a:pt x="0" y="39"/>
                    <a:pt x="0" y="42"/>
                    <a:pt x="0" y="46"/>
                  </a:cubicBezTo>
                  <a:cubicBezTo>
                    <a:pt x="0" y="49"/>
                    <a:pt x="0" y="53"/>
                    <a:pt x="1" y="58"/>
                  </a:cubicBezTo>
                  <a:cubicBezTo>
                    <a:pt x="2" y="63"/>
                    <a:pt x="3" y="67"/>
                    <a:pt x="4" y="69"/>
                  </a:cubicBezTo>
                  <a:cubicBezTo>
                    <a:pt x="5" y="71"/>
                    <a:pt x="6" y="74"/>
                    <a:pt x="9" y="77"/>
                  </a:cubicBezTo>
                  <a:cubicBezTo>
                    <a:pt x="11" y="80"/>
                    <a:pt x="13" y="82"/>
                    <a:pt x="15" y="83"/>
                  </a:cubicBezTo>
                  <a:cubicBezTo>
                    <a:pt x="16" y="84"/>
                    <a:pt x="18" y="85"/>
                    <a:pt x="19" y="85"/>
                  </a:cubicBezTo>
                  <a:cubicBezTo>
                    <a:pt x="20" y="85"/>
                    <a:pt x="22" y="84"/>
                    <a:pt x="23" y="84"/>
                  </a:cubicBezTo>
                  <a:cubicBezTo>
                    <a:pt x="24" y="83"/>
                    <a:pt x="24" y="82"/>
                    <a:pt x="24" y="81"/>
                  </a:cubicBezTo>
                  <a:cubicBezTo>
                    <a:pt x="24" y="80"/>
                    <a:pt x="23" y="77"/>
                    <a:pt x="20" y="75"/>
                  </a:cubicBezTo>
                  <a:cubicBezTo>
                    <a:pt x="17" y="73"/>
                    <a:pt x="16" y="71"/>
                    <a:pt x="14" y="68"/>
                  </a:cubicBezTo>
                  <a:cubicBezTo>
                    <a:pt x="13" y="66"/>
                    <a:pt x="12" y="62"/>
                    <a:pt x="11" y="59"/>
                  </a:cubicBezTo>
                  <a:cubicBezTo>
                    <a:pt x="10" y="54"/>
                    <a:pt x="10" y="54"/>
                    <a:pt x="10" y="54"/>
                  </a:cubicBezTo>
                  <a:cubicBezTo>
                    <a:pt x="10" y="54"/>
                    <a:pt x="10" y="54"/>
                    <a:pt x="10" y="54"/>
                  </a:cubicBezTo>
                  <a:cubicBezTo>
                    <a:pt x="10" y="52"/>
                    <a:pt x="10" y="51"/>
                    <a:pt x="9" y="50"/>
                  </a:cubicBezTo>
                  <a:cubicBezTo>
                    <a:pt x="9" y="49"/>
                    <a:pt x="9" y="48"/>
                    <a:pt x="9" y="47"/>
                  </a:cubicBezTo>
                  <a:cubicBezTo>
                    <a:pt x="9" y="46"/>
                    <a:pt x="9" y="44"/>
                    <a:pt x="9" y="44"/>
                  </a:cubicBezTo>
                  <a:cubicBezTo>
                    <a:pt x="9" y="39"/>
                    <a:pt x="10" y="34"/>
                    <a:pt x="13" y="28"/>
                  </a:cubicBezTo>
                  <a:cubicBezTo>
                    <a:pt x="15" y="23"/>
                    <a:pt x="18" y="19"/>
                    <a:pt x="20"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Freeform 356"/>
            <p:cNvSpPr>
              <a:spLocks/>
            </p:cNvSpPr>
            <p:nvPr/>
          </p:nvSpPr>
          <p:spPr bwMode="auto">
            <a:xfrm>
              <a:off x="9728200" y="2444751"/>
              <a:ext cx="117475" cy="96838"/>
            </a:xfrm>
            <a:custGeom>
              <a:avLst/>
              <a:gdLst>
                <a:gd name="T0" fmla="*/ 2 w 79"/>
                <a:gd name="T1" fmla="*/ 15 h 65"/>
                <a:gd name="T2" fmla="*/ 4 w 79"/>
                <a:gd name="T3" fmla="*/ 28 h 65"/>
                <a:gd name="T4" fmla="*/ 8 w 79"/>
                <a:gd name="T5" fmla="*/ 47 h 65"/>
                <a:gd name="T6" fmla="*/ 12 w 79"/>
                <a:gd name="T7" fmla="*/ 60 h 65"/>
                <a:gd name="T8" fmla="*/ 14 w 79"/>
                <a:gd name="T9" fmla="*/ 64 h 65"/>
                <a:gd name="T10" fmla="*/ 18 w 79"/>
                <a:gd name="T11" fmla="*/ 65 h 65"/>
                <a:gd name="T12" fmla="*/ 29 w 79"/>
                <a:gd name="T13" fmla="*/ 50 h 65"/>
                <a:gd name="T14" fmla="*/ 39 w 79"/>
                <a:gd name="T15" fmla="*/ 31 h 65"/>
                <a:gd name="T16" fmla="*/ 44 w 79"/>
                <a:gd name="T17" fmla="*/ 45 h 65"/>
                <a:gd name="T18" fmla="*/ 51 w 79"/>
                <a:gd name="T19" fmla="*/ 59 h 65"/>
                <a:gd name="T20" fmla="*/ 56 w 79"/>
                <a:gd name="T21" fmla="*/ 62 h 65"/>
                <a:gd name="T22" fmla="*/ 58 w 79"/>
                <a:gd name="T23" fmla="*/ 61 h 65"/>
                <a:gd name="T24" fmla="*/ 60 w 79"/>
                <a:gd name="T25" fmla="*/ 59 h 65"/>
                <a:gd name="T26" fmla="*/ 63 w 79"/>
                <a:gd name="T27" fmla="*/ 54 h 65"/>
                <a:gd name="T28" fmla="*/ 69 w 79"/>
                <a:gd name="T29" fmla="*/ 40 h 65"/>
                <a:gd name="T30" fmla="*/ 71 w 79"/>
                <a:gd name="T31" fmla="*/ 37 h 65"/>
                <a:gd name="T32" fmla="*/ 77 w 79"/>
                <a:gd name="T33" fmla="*/ 18 h 65"/>
                <a:gd name="T34" fmla="*/ 79 w 79"/>
                <a:gd name="T35" fmla="*/ 5 h 65"/>
                <a:gd name="T36" fmla="*/ 78 w 79"/>
                <a:gd name="T37" fmla="*/ 2 h 65"/>
                <a:gd name="T38" fmla="*/ 75 w 79"/>
                <a:gd name="T39" fmla="*/ 0 h 65"/>
                <a:gd name="T40" fmla="*/ 72 w 79"/>
                <a:gd name="T41" fmla="*/ 1 h 65"/>
                <a:gd name="T42" fmla="*/ 70 w 79"/>
                <a:gd name="T43" fmla="*/ 4 h 65"/>
                <a:gd name="T44" fmla="*/ 56 w 79"/>
                <a:gd name="T45" fmla="*/ 49 h 65"/>
                <a:gd name="T46" fmla="*/ 51 w 79"/>
                <a:gd name="T47" fmla="*/ 37 h 65"/>
                <a:gd name="T48" fmla="*/ 48 w 79"/>
                <a:gd name="T49" fmla="*/ 28 h 65"/>
                <a:gd name="T50" fmla="*/ 47 w 79"/>
                <a:gd name="T51" fmla="*/ 27 h 65"/>
                <a:gd name="T52" fmla="*/ 43 w 79"/>
                <a:gd name="T53" fmla="*/ 18 h 65"/>
                <a:gd name="T54" fmla="*/ 40 w 79"/>
                <a:gd name="T55" fmla="*/ 16 h 65"/>
                <a:gd name="T56" fmla="*/ 38 w 79"/>
                <a:gd name="T57" fmla="*/ 17 h 65"/>
                <a:gd name="T58" fmla="*/ 36 w 79"/>
                <a:gd name="T59" fmla="*/ 19 h 65"/>
                <a:gd name="T60" fmla="*/ 29 w 79"/>
                <a:gd name="T61" fmla="*/ 34 h 65"/>
                <a:gd name="T62" fmla="*/ 18 w 79"/>
                <a:gd name="T63" fmla="*/ 50 h 65"/>
                <a:gd name="T64" fmla="*/ 16 w 79"/>
                <a:gd name="T65" fmla="*/ 39 h 65"/>
                <a:gd name="T66" fmla="*/ 15 w 79"/>
                <a:gd name="T67" fmla="*/ 32 h 65"/>
                <a:gd name="T68" fmla="*/ 14 w 79"/>
                <a:gd name="T69" fmla="*/ 25 h 65"/>
                <a:gd name="T70" fmla="*/ 13 w 79"/>
                <a:gd name="T71" fmla="*/ 18 h 65"/>
                <a:gd name="T72" fmla="*/ 11 w 79"/>
                <a:gd name="T73" fmla="*/ 9 h 65"/>
                <a:gd name="T74" fmla="*/ 5 w 79"/>
                <a:gd name="T75" fmla="*/ 3 h 65"/>
                <a:gd name="T76" fmla="*/ 2 w 79"/>
                <a:gd name="T77" fmla="*/ 5 h 65"/>
                <a:gd name="T78" fmla="*/ 0 w 79"/>
                <a:gd name="T79" fmla="*/ 8 h 65"/>
                <a:gd name="T80" fmla="*/ 1 w 79"/>
                <a:gd name="T81" fmla="*/ 13 h 65"/>
                <a:gd name="T82" fmla="*/ 2 w 79"/>
                <a:gd name="T83" fmla="*/ 1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9" h="65">
                  <a:moveTo>
                    <a:pt x="2" y="15"/>
                  </a:moveTo>
                  <a:cubicBezTo>
                    <a:pt x="2" y="17"/>
                    <a:pt x="3" y="21"/>
                    <a:pt x="4" y="28"/>
                  </a:cubicBezTo>
                  <a:cubicBezTo>
                    <a:pt x="5" y="34"/>
                    <a:pt x="7" y="41"/>
                    <a:pt x="8" y="47"/>
                  </a:cubicBezTo>
                  <a:cubicBezTo>
                    <a:pt x="10" y="54"/>
                    <a:pt x="11" y="58"/>
                    <a:pt x="12" y="60"/>
                  </a:cubicBezTo>
                  <a:cubicBezTo>
                    <a:pt x="13" y="62"/>
                    <a:pt x="14" y="63"/>
                    <a:pt x="14" y="64"/>
                  </a:cubicBezTo>
                  <a:cubicBezTo>
                    <a:pt x="15" y="64"/>
                    <a:pt x="17" y="65"/>
                    <a:pt x="18" y="65"/>
                  </a:cubicBezTo>
                  <a:cubicBezTo>
                    <a:pt x="20" y="65"/>
                    <a:pt x="24" y="60"/>
                    <a:pt x="29" y="50"/>
                  </a:cubicBezTo>
                  <a:cubicBezTo>
                    <a:pt x="39" y="31"/>
                    <a:pt x="39" y="31"/>
                    <a:pt x="39" y="31"/>
                  </a:cubicBezTo>
                  <a:cubicBezTo>
                    <a:pt x="40" y="33"/>
                    <a:pt x="41" y="37"/>
                    <a:pt x="44" y="45"/>
                  </a:cubicBezTo>
                  <a:cubicBezTo>
                    <a:pt x="47" y="52"/>
                    <a:pt x="49" y="57"/>
                    <a:pt x="51" y="59"/>
                  </a:cubicBezTo>
                  <a:cubicBezTo>
                    <a:pt x="52" y="61"/>
                    <a:pt x="54" y="62"/>
                    <a:pt x="56" y="62"/>
                  </a:cubicBezTo>
                  <a:cubicBezTo>
                    <a:pt x="56" y="62"/>
                    <a:pt x="57" y="61"/>
                    <a:pt x="58" y="61"/>
                  </a:cubicBezTo>
                  <a:cubicBezTo>
                    <a:pt x="59" y="61"/>
                    <a:pt x="60" y="60"/>
                    <a:pt x="60" y="59"/>
                  </a:cubicBezTo>
                  <a:cubicBezTo>
                    <a:pt x="61" y="58"/>
                    <a:pt x="62" y="56"/>
                    <a:pt x="63" y="54"/>
                  </a:cubicBezTo>
                  <a:cubicBezTo>
                    <a:pt x="67" y="45"/>
                    <a:pt x="69" y="41"/>
                    <a:pt x="69" y="40"/>
                  </a:cubicBezTo>
                  <a:cubicBezTo>
                    <a:pt x="71" y="37"/>
                    <a:pt x="71" y="37"/>
                    <a:pt x="71" y="37"/>
                  </a:cubicBezTo>
                  <a:cubicBezTo>
                    <a:pt x="74" y="30"/>
                    <a:pt x="76" y="24"/>
                    <a:pt x="77" y="18"/>
                  </a:cubicBezTo>
                  <a:cubicBezTo>
                    <a:pt x="79" y="12"/>
                    <a:pt x="79" y="8"/>
                    <a:pt x="79" y="5"/>
                  </a:cubicBezTo>
                  <a:cubicBezTo>
                    <a:pt x="79" y="4"/>
                    <a:pt x="79" y="3"/>
                    <a:pt x="78" y="2"/>
                  </a:cubicBezTo>
                  <a:cubicBezTo>
                    <a:pt x="78" y="1"/>
                    <a:pt x="76" y="0"/>
                    <a:pt x="75" y="0"/>
                  </a:cubicBezTo>
                  <a:cubicBezTo>
                    <a:pt x="74" y="0"/>
                    <a:pt x="72" y="1"/>
                    <a:pt x="72" y="1"/>
                  </a:cubicBezTo>
                  <a:cubicBezTo>
                    <a:pt x="71" y="2"/>
                    <a:pt x="70" y="3"/>
                    <a:pt x="70" y="4"/>
                  </a:cubicBezTo>
                  <a:cubicBezTo>
                    <a:pt x="69" y="19"/>
                    <a:pt x="64" y="34"/>
                    <a:pt x="56" y="49"/>
                  </a:cubicBezTo>
                  <a:cubicBezTo>
                    <a:pt x="56" y="49"/>
                    <a:pt x="54" y="45"/>
                    <a:pt x="51" y="37"/>
                  </a:cubicBezTo>
                  <a:cubicBezTo>
                    <a:pt x="48" y="28"/>
                    <a:pt x="48" y="28"/>
                    <a:pt x="48" y="28"/>
                  </a:cubicBezTo>
                  <a:cubicBezTo>
                    <a:pt x="48" y="28"/>
                    <a:pt x="47" y="28"/>
                    <a:pt x="47" y="27"/>
                  </a:cubicBezTo>
                  <a:cubicBezTo>
                    <a:pt x="45" y="22"/>
                    <a:pt x="44" y="19"/>
                    <a:pt x="43" y="18"/>
                  </a:cubicBezTo>
                  <a:cubicBezTo>
                    <a:pt x="43" y="17"/>
                    <a:pt x="42" y="16"/>
                    <a:pt x="40" y="16"/>
                  </a:cubicBezTo>
                  <a:cubicBezTo>
                    <a:pt x="39" y="16"/>
                    <a:pt x="39" y="16"/>
                    <a:pt x="38" y="17"/>
                  </a:cubicBezTo>
                  <a:cubicBezTo>
                    <a:pt x="37" y="18"/>
                    <a:pt x="36" y="18"/>
                    <a:pt x="36" y="19"/>
                  </a:cubicBezTo>
                  <a:cubicBezTo>
                    <a:pt x="33" y="26"/>
                    <a:pt x="30" y="31"/>
                    <a:pt x="29" y="34"/>
                  </a:cubicBezTo>
                  <a:cubicBezTo>
                    <a:pt x="27" y="37"/>
                    <a:pt x="24" y="42"/>
                    <a:pt x="18" y="50"/>
                  </a:cubicBezTo>
                  <a:cubicBezTo>
                    <a:pt x="18" y="50"/>
                    <a:pt x="17" y="46"/>
                    <a:pt x="16" y="39"/>
                  </a:cubicBezTo>
                  <a:cubicBezTo>
                    <a:pt x="16" y="37"/>
                    <a:pt x="16" y="35"/>
                    <a:pt x="15" y="32"/>
                  </a:cubicBezTo>
                  <a:cubicBezTo>
                    <a:pt x="14" y="30"/>
                    <a:pt x="14" y="27"/>
                    <a:pt x="14" y="25"/>
                  </a:cubicBezTo>
                  <a:cubicBezTo>
                    <a:pt x="13" y="18"/>
                    <a:pt x="13" y="18"/>
                    <a:pt x="13" y="18"/>
                  </a:cubicBezTo>
                  <a:cubicBezTo>
                    <a:pt x="13" y="16"/>
                    <a:pt x="12" y="13"/>
                    <a:pt x="11" y="9"/>
                  </a:cubicBezTo>
                  <a:cubicBezTo>
                    <a:pt x="10" y="5"/>
                    <a:pt x="8" y="3"/>
                    <a:pt x="5" y="3"/>
                  </a:cubicBezTo>
                  <a:cubicBezTo>
                    <a:pt x="4" y="3"/>
                    <a:pt x="3" y="3"/>
                    <a:pt x="2" y="5"/>
                  </a:cubicBezTo>
                  <a:cubicBezTo>
                    <a:pt x="1" y="6"/>
                    <a:pt x="0" y="7"/>
                    <a:pt x="0" y="8"/>
                  </a:cubicBezTo>
                  <a:cubicBezTo>
                    <a:pt x="0" y="9"/>
                    <a:pt x="0" y="11"/>
                    <a:pt x="1" y="13"/>
                  </a:cubicBezTo>
                  <a:cubicBezTo>
                    <a:pt x="1" y="13"/>
                    <a:pt x="2" y="14"/>
                    <a:pt x="2"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358"/>
            <p:cNvSpPr>
              <a:spLocks/>
            </p:cNvSpPr>
            <p:nvPr/>
          </p:nvSpPr>
          <p:spPr bwMode="auto">
            <a:xfrm>
              <a:off x="9853613" y="2470151"/>
              <a:ext cx="22225" cy="68263"/>
            </a:xfrm>
            <a:custGeom>
              <a:avLst/>
              <a:gdLst>
                <a:gd name="T0" fmla="*/ 13 w 15"/>
                <a:gd name="T1" fmla="*/ 12 h 45"/>
                <a:gd name="T2" fmla="*/ 13 w 15"/>
                <a:gd name="T3" fmla="*/ 11 h 45"/>
                <a:gd name="T4" fmla="*/ 15 w 15"/>
                <a:gd name="T5" fmla="*/ 4 h 45"/>
                <a:gd name="T6" fmla="*/ 13 w 15"/>
                <a:gd name="T7" fmla="*/ 1 h 45"/>
                <a:gd name="T8" fmla="*/ 9 w 15"/>
                <a:gd name="T9" fmla="*/ 0 h 45"/>
                <a:gd name="T10" fmla="*/ 5 w 15"/>
                <a:gd name="T11" fmla="*/ 2 h 45"/>
                <a:gd name="T12" fmla="*/ 4 w 15"/>
                <a:gd name="T13" fmla="*/ 7 h 45"/>
                <a:gd name="T14" fmla="*/ 2 w 15"/>
                <a:gd name="T15" fmla="*/ 16 h 45"/>
                <a:gd name="T16" fmla="*/ 2 w 15"/>
                <a:gd name="T17" fmla="*/ 16 h 45"/>
                <a:gd name="T18" fmla="*/ 2 w 15"/>
                <a:gd name="T19" fmla="*/ 20 h 45"/>
                <a:gd name="T20" fmla="*/ 0 w 15"/>
                <a:gd name="T21" fmla="*/ 37 h 45"/>
                <a:gd name="T22" fmla="*/ 5 w 15"/>
                <a:gd name="T23" fmla="*/ 45 h 45"/>
                <a:gd name="T24" fmla="*/ 9 w 15"/>
                <a:gd name="T25" fmla="*/ 43 h 45"/>
                <a:gd name="T26" fmla="*/ 11 w 15"/>
                <a:gd name="T27" fmla="*/ 41 h 45"/>
                <a:gd name="T28" fmla="*/ 11 w 15"/>
                <a:gd name="T29" fmla="*/ 40 h 45"/>
                <a:gd name="T30" fmla="*/ 10 w 15"/>
                <a:gd name="T31" fmla="*/ 33 h 45"/>
                <a:gd name="T32" fmla="*/ 10 w 15"/>
                <a:gd name="T33" fmla="*/ 25 h 45"/>
                <a:gd name="T34" fmla="*/ 13 w 15"/>
                <a:gd name="T35" fmla="*/ 1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45">
                  <a:moveTo>
                    <a:pt x="13" y="12"/>
                  </a:moveTo>
                  <a:cubicBezTo>
                    <a:pt x="13" y="11"/>
                    <a:pt x="13" y="11"/>
                    <a:pt x="13" y="11"/>
                  </a:cubicBezTo>
                  <a:cubicBezTo>
                    <a:pt x="14" y="8"/>
                    <a:pt x="15" y="5"/>
                    <a:pt x="15" y="4"/>
                  </a:cubicBezTo>
                  <a:cubicBezTo>
                    <a:pt x="15" y="3"/>
                    <a:pt x="14" y="2"/>
                    <a:pt x="13" y="1"/>
                  </a:cubicBezTo>
                  <a:cubicBezTo>
                    <a:pt x="12" y="0"/>
                    <a:pt x="11" y="0"/>
                    <a:pt x="9" y="0"/>
                  </a:cubicBezTo>
                  <a:cubicBezTo>
                    <a:pt x="7" y="0"/>
                    <a:pt x="6" y="1"/>
                    <a:pt x="5" y="2"/>
                  </a:cubicBezTo>
                  <a:cubicBezTo>
                    <a:pt x="4" y="3"/>
                    <a:pt x="4" y="5"/>
                    <a:pt x="4" y="7"/>
                  </a:cubicBezTo>
                  <a:cubicBezTo>
                    <a:pt x="4" y="8"/>
                    <a:pt x="3" y="11"/>
                    <a:pt x="2" y="16"/>
                  </a:cubicBezTo>
                  <a:cubicBezTo>
                    <a:pt x="2" y="16"/>
                    <a:pt x="2" y="16"/>
                    <a:pt x="2" y="16"/>
                  </a:cubicBezTo>
                  <a:cubicBezTo>
                    <a:pt x="2" y="17"/>
                    <a:pt x="2" y="18"/>
                    <a:pt x="2" y="20"/>
                  </a:cubicBezTo>
                  <a:cubicBezTo>
                    <a:pt x="0" y="27"/>
                    <a:pt x="0" y="32"/>
                    <a:pt x="0" y="37"/>
                  </a:cubicBezTo>
                  <a:cubicBezTo>
                    <a:pt x="0" y="42"/>
                    <a:pt x="2" y="45"/>
                    <a:pt x="5" y="45"/>
                  </a:cubicBezTo>
                  <a:cubicBezTo>
                    <a:pt x="6" y="45"/>
                    <a:pt x="8" y="45"/>
                    <a:pt x="9" y="43"/>
                  </a:cubicBezTo>
                  <a:cubicBezTo>
                    <a:pt x="10" y="42"/>
                    <a:pt x="11" y="42"/>
                    <a:pt x="11" y="41"/>
                  </a:cubicBezTo>
                  <a:cubicBezTo>
                    <a:pt x="11" y="41"/>
                    <a:pt x="11" y="40"/>
                    <a:pt x="11" y="40"/>
                  </a:cubicBezTo>
                  <a:cubicBezTo>
                    <a:pt x="10" y="37"/>
                    <a:pt x="10" y="35"/>
                    <a:pt x="10" y="33"/>
                  </a:cubicBezTo>
                  <a:cubicBezTo>
                    <a:pt x="10" y="31"/>
                    <a:pt x="10" y="28"/>
                    <a:pt x="10" y="25"/>
                  </a:cubicBezTo>
                  <a:cubicBezTo>
                    <a:pt x="11" y="22"/>
                    <a:pt x="11" y="17"/>
                    <a:pt x="13"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359"/>
            <p:cNvSpPr>
              <a:spLocks/>
            </p:cNvSpPr>
            <p:nvPr/>
          </p:nvSpPr>
          <p:spPr bwMode="auto">
            <a:xfrm>
              <a:off x="9883775" y="2446338"/>
              <a:ext cx="60325" cy="92075"/>
            </a:xfrm>
            <a:custGeom>
              <a:avLst/>
              <a:gdLst>
                <a:gd name="T0" fmla="*/ 9 w 41"/>
                <a:gd name="T1" fmla="*/ 58 h 61"/>
                <a:gd name="T2" fmla="*/ 17 w 41"/>
                <a:gd name="T3" fmla="*/ 61 h 61"/>
                <a:gd name="T4" fmla="*/ 30 w 41"/>
                <a:gd name="T5" fmla="*/ 56 h 61"/>
                <a:gd name="T6" fmla="*/ 35 w 41"/>
                <a:gd name="T7" fmla="*/ 48 h 61"/>
                <a:gd name="T8" fmla="*/ 35 w 41"/>
                <a:gd name="T9" fmla="*/ 46 h 61"/>
                <a:gd name="T10" fmla="*/ 33 w 41"/>
                <a:gd name="T11" fmla="*/ 46 h 61"/>
                <a:gd name="T12" fmla="*/ 29 w 41"/>
                <a:gd name="T13" fmla="*/ 47 h 61"/>
                <a:gd name="T14" fmla="*/ 24 w 41"/>
                <a:gd name="T15" fmla="*/ 51 h 61"/>
                <a:gd name="T16" fmla="*/ 19 w 41"/>
                <a:gd name="T17" fmla="*/ 52 h 61"/>
                <a:gd name="T18" fmla="*/ 17 w 41"/>
                <a:gd name="T19" fmla="*/ 51 h 61"/>
                <a:gd name="T20" fmla="*/ 16 w 41"/>
                <a:gd name="T21" fmla="*/ 46 h 61"/>
                <a:gd name="T22" fmla="*/ 18 w 41"/>
                <a:gd name="T23" fmla="*/ 35 h 61"/>
                <a:gd name="T24" fmla="*/ 20 w 41"/>
                <a:gd name="T25" fmla="*/ 26 h 61"/>
                <a:gd name="T26" fmla="*/ 35 w 41"/>
                <a:gd name="T27" fmla="*/ 23 h 61"/>
                <a:gd name="T28" fmla="*/ 41 w 41"/>
                <a:gd name="T29" fmla="*/ 19 h 61"/>
                <a:gd name="T30" fmla="*/ 40 w 41"/>
                <a:gd name="T31" fmla="*/ 16 h 61"/>
                <a:gd name="T32" fmla="*/ 37 w 41"/>
                <a:gd name="T33" fmla="*/ 16 h 61"/>
                <a:gd name="T34" fmla="*/ 23 w 41"/>
                <a:gd name="T35" fmla="*/ 17 h 61"/>
                <a:gd name="T36" fmla="*/ 26 w 41"/>
                <a:gd name="T37" fmla="*/ 4 h 61"/>
                <a:gd name="T38" fmla="*/ 25 w 41"/>
                <a:gd name="T39" fmla="*/ 1 h 61"/>
                <a:gd name="T40" fmla="*/ 21 w 41"/>
                <a:gd name="T41" fmla="*/ 0 h 61"/>
                <a:gd name="T42" fmla="*/ 16 w 41"/>
                <a:gd name="T43" fmla="*/ 5 h 61"/>
                <a:gd name="T44" fmla="*/ 13 w 41"/>
                <a:gd name="T45" fmla="*/ 18 h 61"/>
                <a:gd name="T46" fmla="*/ 4 w 41"/>
                <a:gd name="T47" fmla="*/ 18 h 61"/>
                <a:gd name="T48" fmla="*/ 0 w 41"/>
                <a:gd name="T49" fmla="*/ 21 h 61"/>
                <a:gd name="T50" fmla="*/ 2 w 41"/>
                <a:gd name="T51" fmla="*/ 25 h 61"/>
                <a:gd name="T52" fmla="*/ 6 w 41"/>
                <a:gd name="T53" fmla="*/ 27 h 61"/>
                <a:gd name="T54" fmla="*/ 7 w 41"/>
                <a:gd name="T55" fmla="*/ 27 h 61"/>
                <a:gd name="T56" fmla="*/ 10 w 41"/>
                <a:gd name="T57" fmla="*/ 26 h 61"/>
                <a:gd name="T58" fmla="*/ 6 w 41"/>
                <a:gd name="T59" fmla="*/ 48 h 61"/>
                <a:gd name="T60" fmla="*/ 9 w 41"/>
                <a:gd name="T61" fmla="*/ 5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1" h="61">
                  <a:moveTo>
                    <a:pt x="9" y="58"/>
                  </a:moveTo>
                  <a:cubicBezTo>
                    <a:pt x="11" y="60"/>
                    <a:pt x="14" y="61"/>
                    <a:pt x="17" y="61"/>
                  </a:cubicBezTo>
                  <a:cubicBezTo>
                    <a:pt x="22" y="61"/>
                    <a:pt x="26" y="59"/>
                    <a:pt x="30" y="56"/>
                  </a:cubicBezTo>
                  <a:cubicBezTo>
                    <a:pt x="33" y="53"/>
                    <a:pt x="35" y="50"/>
                    <a:pt x="35" y="48"/>
                  </a:cubicBezTo>
                  <a:cubicBezTo>
                    <a:pt x="35" y="47"/>
                    <a:pt x="35" y="47"/>
                    <a:pt x="35" y="46"/>
                  </a:cubicBezTo>
                  <a:cubicBezTo>
                    <a:pt x="34" y="46"/>
                    <a:pt x="34" y="46"/>
                    <a:pt x="33" y="46"/>
                  </a:cubicBezTo>
                  <a:cubicBezTo>
                    <a:pt x="32" y="46"/>
                    <a:pt x="31" y="46"/>
                    <a:pt x="29" y="47"/>
                  </a:cubicBezTo>
                  <a:cubicBezTo>
                    <a:pt x="27" y="49"/>
                    <a:pt x="25" y="51"/>
                    <a:pt x="24" y="51"/>
                  </a:cubicBezTo>
                  <a:cubicBezTo>
                    <a:pt x="22" y="52"/>
                    <a:pt x="21" y="52"/>
                    <a:pt x="19" y="52"/>
                  </a:cubicBezTo>
                  <a:cubicBezTo>
                    <a:pt x="18" y="52"/>
                    <a:pt x="17" y="51"/>
                    <a:pt x="17" y="51"/>
                  </a:cubicBezTo>
                  <a:cubicBezTo>
                    <a:pt x="16" y="50"/>
                    <a:pt x="16" y="48"/>
                    <a:pt x="16" y="46"/>
                  </a:cubicBezTo>
                  <a:cubicBezTo>
                    <a:pt x="16" y="45"/>
                    <a:pt x="17" y="41"/>
                    <a:pt x="18" y="35"/>
                  </a:cubicBezTo>
                  <a:cubicBezTo>
                    <a:pt x="19" y="29"/>
                    <a:pt x="20" y="26"/>
                    <a:pt x="20" y="26"/>
                  </a:cubicBezTo>
                  <a:cubicBezTo>
                    <a:pt x="35" y="23"/>
                    <a:pt x="35" y="23"/>
                    <a:pt x="35" y="23"/>
                  </a:cubicBezTo>
                  <a:cubicBezTo>
                    <a:pt x="39" y="23"/>
                    <a:pt x="41" y="21"/>
                    <a:pt x="41" y="19"/>
                  </a:cubicBezTo>
                  <a:cubicBezTo>
                    <a:pt x="41" y="17"/>
                    <a:pt x="40" y="17"/>
                    <a:pt x="40" y="16"/>
                  </a:cubicBezTo>
                  <a:cubicBezTo>
                    <a:pt x="40" y="16"/>
                    <a:pt x="39" y="16"/>
                    <a:pt x="37" y="16"/>
                  </a:cubicBezTo>
                  <a:cubicBezTo>
                    <a:pt x="36" y="16"/>
                    <a:pt x="32" y="16"/>
                    <a:pt x="23" y="17"/>
                  </a:cubicBezTo>
                  <a:cubicBezTo>
                    <a:pt x="25" y="9"/>
                    <a:pt x="26" y="4"/>
                    <a:pt x="26" y="4"/>
                  </a:cubicBezTo>
                  <a:cubicBezTo>
                    <a:pt x="26" y="3"/>
                    <a:pt x="26" y="2"/>
                    <a:pt x="25" y="1"/>
                  </a:cubicBezTo>
                  <a:cubicBezTo>
                    <a:pt x="24" y="0"/>
                    <a:pt x="23" y="0"/>
                    <a:pt x="21" y="0"/>
                  </a:cubicBezTo>
                  <a:cubicBezTo>
                    <a:pt x="19" y="0"/>
                    <a:pt x="17" y="1"/>
                    <a:pt x="16" y="5"/>
                  </a:cubicBezTo>
                  <a:cubicBezTo>
                    <a:pt x="15" y="10"/>
                    <a:pt x="14" y="14"/>
                    <a:pt x="13" y="18"/>
                  </a:cubicBezTo>
                  <a:cubicBezTo>
                    <a:pt x="4" y="18"/>
                    <a:pt x="4" y="18"/>
                    <a:pt x="4" y="18"/>
                  </a:cubicBezTo>
                  <a:cubicBezTo>
                    <a:pt x="1" y="18"/>
                    <a:pt x="0" y="19"/>
                    <a:pt x="0" y="21"/>
                  </a:cubicBezTo>
                  <a:cubicBezTo>
                    <a:pt x="0" y="23"/>
                    <a:pt x="1" y="24"/>
                    <a:pt x="2" y="25"/>
                  </a:cubicBezTo>
                  <a:cubicBezTo>
                    <a:pt x="3" y="26"/>
                    <a:pt x="4" y="27"/>
                    <a:pt x="6" y="27"/>
                  </a:cubicBezTo>
                  <a:cubicBezTo>
                    <a:pt x="7" y="27"/>
                    <a:pt x="7" y="27"/>
                    <a:pt x="7" y="27"/>
                  </a:cubicBezTo>
                  <a:cubicBezTo>
                    <a:pt x="7" y="27"/>
                    <a:pt x="9" y="26"/>
                    <a:pt x="10" y="26"/>
                  </a:cubicBezTo>
                  <a:cubicBezTo>
                    <a:pt x="7" y="37"/>
                    <a:pt x="6" y="45"/>
                    <a:pt x="6" y="48"/>
                  </a:cubicBezTo>
                  <a:cubicBezTo>
                    <a:pt x="6" y="52"/>
                    <a:pt x="7" y="55"/>
                    <a:pt x="9"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360"/>
            <p:cNvSpPr>
              <a:spLocks/>
            </p:cNvSpPr>
            <p:nvPr/>
          </p:nvSpPr>
          <p:spPr bwMode="auto">
            <a:xfrm>
              <a:off x="9944100" y="2433638"/>
              <a:ext cx="71438" cy="103188"/>
            </a:xfrm>
            <a:custGeom>
              <a:avLst/>
              <a:gdLst>
                <a:gd name="T0" fmla="*/ 33 w 48"/>
                <a:gd name="T1" fmla="*/ 40 h 69"/>
                <a:gd name="T2" fmla="*/ 34 w 48"/>
                <a:gd name="T3" fmla="*/ 51 h 69"/>
                <a:gd name="T4" fmla="*/ 37 w 48"/>
                <a:gd name="T5" fmla="*/ 62 h 69"/>
                <a:gd name="T6" fmla="*/ 44 w 48"/>
                <a:gd name="T7" fmla="*/ 66 h 69"/>
                <a:gd name="T8" fmla="*/ 47 w 48"/>
                <a:gd name="T9" fmla="*/ 65 h 69"/>
                <a:gd name="T10" fmla="*/ 48 w 48"/>
                <a:gd name="T11" fmla="*/ 62 h 69"/>
                <a:gd name="T12" fmla="*/ 47 w 48"/>
                <a:gd name="T13" fmla="*/ 59 h 69"/>
                <a:gd name="T14" fmla="*/ 45 w 48"/>
                <a:gd name="T15" fmla="*/ 55 h 69"/>
                <a:gd name="T16" fmla="*/ 43 w 48"/>
                <a:gd name="T17" fmla="*/ 50 h 69"/>
                <a:gd name="T18" fmla="*/ 42 w 48"/>
                <a:gd name="T19" fmla="*/ 42 h 69"/>
                <a:gd name="T20" fmla="*/ 39 w 48"/>
                <a:gd name="T21" fmla="*/ 29 h 69"/>
                <a:gd name="T22" fmla="*/ 33 w 48"/>
                <a:gd name="T23" fmla="*/ 27 h 69"/>
                <a:gd name="T24" fmla="*/ 23 w 48"/>
                <a:gd name="T25" fmla="*/ 32 h 69"/>
                <a:gd name="T26" fmla="*/ 11 w 48"/>
                <a:gd name="T27" fmla="*/ 49 h 69"/>
                <a:gd name="T28" fmla="*/ 14 w 48"/>
                <a:gd name="T29" fmla="*/ 36 h 69"/>
                <a:gd name="T30" fmla="*/ 18 w 48"/>
                <a:gd name="T31" fmla="*/ 17 h 69"/>
                <a:gd name="T32" fmla="*/ 19 w 48"/>
                <a:gd name="T33" fmla="*/ 7 h 69"/>
                <a:gd name="T34" fmla="*/ 17 w 48"/>
                <a:gd name="T35" fmla="*/ 2 h 69"/>
                <a:gd name="T36" fmla="*/ 14 w 48"/>
                <a:gd name="T37" fmla="*/ 0 h 69"/>
                <a:gd name="T38" fmla="*/ 10 w 48"/>
                <a:gd name="T39" fmla="*/ 3 h 69"/>
                <a:gd name="T40" fmla="*/ 8 w 48"/>
                <a:gd name="T41" fmla="*/ 11 h 69"/>
                <a:gd name="T42" fmla="*/ 1 w 48"/>
                <a:gd name="T43" fmla="*/ 58 h 69"/>
                <a:gd name="T44" fmla="*/ 0 w 48"/>
                <a:gd name="T45" fmla="*/ 65 h 69"/>
                <a:gd name="T46" fmla="*/ 1 w 48"/>
                <a:gd name="T47" fmla="*/ 68 h 69"/>
                <a:gd name="T48" fmla="*/ 5 w 48"/>
                <a:gd name="T49" fmla="*/ 69 h 69"/>
                <a:gd name="T50" fmla="*/ 8 w 48"/>
                <a:gd name="T51" fmla="*/ 68 h 69"/>
                <a:gd name="T52" fmla="*/ 11 w 48"/>
                <a:gd name="T53" fmla="*/ 63 h 69"/>
                <a:gd name="T54" fmla="*/ 21 w 48"/>
                <a:gd name="T55" fmla="*/ 47 h 69"/>
                <a:gd name="T56" fmla="*/ 30 w 48"/>
                <a:gd name="T57" fmla="*/ 38 h 69"/>
                <a:gd name="T58" fmla="*/ 33 w 48"/>
                <a:gd name="T59" fmla="*/ 4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8" h="69">
                  <a:moveTo>
                    <a:pt x="33" y="40"/>
                  </a:moveTo>
                  <a:cubicBezTo>
                    <a:pt x="33" y="42"/>
                    <a:pt x="34" y="46"/>
                    <a:pt x="34" y="51"/>
                  </a:cubicBezTo>
                  <a:cubicBezTo>
                    <a:pt x="34" y="56"/>
                    <a:pt x="35" y="60"/>
                    <a:pt x="37" y="62"/>
                  </a:cubicBezTo>
                  <a:cubicBezTo>
                    <a:pt x="39" y="65"/>
                    <a:pt x="41" y="66"/>
                    <a:pt x="44" y="66"/>
                  </a:cubicBezTo>
                  <a:cubicBezTo>
                    <a:pt x="45" y="66"/>
                    <a:pt x="46" y="66"/>
                    <a:pt x="47" y="65"/>
                  </a:cubicBezTo>
                  <a:cubicBezTo>
                    <a:pt x="48" y="64"/>
                    <a:pt x="48" y="63"/>
                    <a:pt x="48" y="62"/>
                  </a:cubicBezTo>
                  <a:cubicBezTo>
                    <a:pt x="48" y="61"/>
                    <a:pt x="48" y="60"/>
                    <a:pt x="47" y="59"/>
                  </a:cubicBezTo>
                  <a:cubicBezTo>
                    <a:pt x="46" y="58"/>
                    <a:pt x="45" y="56"/>
                    <a:pt x="45" y="55"/>
                  </a:cubicBezTo>
                  <a:cubicBezTo>
                    <a:pt x="44" y="53"/>
                    <a:pt x="44" y="52"/>
                    <a:pt x="43" y="50"/>
                  </a:cubicBezTo>
                  <a:cubicBezTo>
                    <a:pt x="43" y="48"/>
                    <a:pt x="42" y="45"/>
                    <a:pt x="42" y="42"/>
                  </a:cubicBezTo>
                  <a:cubicBezTo>
                    <a:pt x="41" y="35"/>
                    <a:pt x="40" y="31"/>
                    <a:pt x="39" y="29"/>
                  </a:cubicBezTo>
                  <a:cubicBezTo>
                    <a:pt x="37" y="28"/>
                    <a:pt x="35" y="27"/>
                    <a:pt x="33" y="27"/>
                  </a:cubicBezTo>
                  <a:cubicBezTo>
                    <a:pt x="30" y="27"/>
                    <a:pt x="26" y="29"/>
                    <a:pt x="23" y="32"/>
                  </a:cubicBezTo>
                  <a:cubicBezTo>
                    <a:pt x="20" y="35"/>
                    <a:pt x="16" y="41"/>
                    <a:pt x="11" y="49"/>
                  </a:cubicBezTo>
                  <a:cubicBezTo>
                    <a:pt x="12" y="46"/>
                    <a:pt x="13" y="42"/>
                    <a:pt x="14" y="36"/>
                  </a:cubicBezTo>
                  <a:cubicBezTo>
                    <a:pt x="16" y="28"/>
                    <a:pt x="17" y="21"/>
                    <a:pt x="18" y="17"/>
                  </a:cubicBezTo>
                  <a:cubicBezTo>
                    <a:pt x="19" y="13"/>
                    <a:pt x="19" y="10"/>
                    <a:pt x="19" y="7"/>
                  </a:cubicBezTo>
                  <a:cubicBezTo>
                    <a:pt x="19" y="5"/>
                    <a:pt x="19" y="3"/>
                    <a:pt x="17" y="2"/>
                  </a:cubicBezTo>
                  <a:cubicBezTo>
                    <a:pt x="16" y="1"/>
                    <a:pt x="15" y="0"/>
                    <a:pt x="14" y="0"/>
                  </a:cubicBezTo>
                  <a:cubicBezTo>
                    <a:pt x="13" y="0"/>
                    <a:pt x="12" y="1"/>
                    <a:pt x="10" y="3"/>
                  </a:cubicBezTo>
                  <a:cubicBezTo>
                    <a:pt x="9" y="4"/>
                    <a:pt x="8" y="7"/>
                    <a:pt x="8" y="11"/>
                  </a:cubicBezTo>
                  <a:cubicBezTo>
                    <a:pt x="6" y="27"/>
                    <a:pt x="4" y="43"/>
                    <a:pt x="1" y="58"/>
                  </a:cubicBezTo>
                  <a:cubicBezTo>
                    <a:pt x="0" y="62"/>
                    <a:pt x="0" y="64"/>
                    <a:pt x="0" y="65"/>
                  </a:cubicBezTo>
                  <a:cubicBezTo>
                    <a:pt x="0" y="66"/>
                    <a:pt x="0" y="67"/>
                    <a:pt x="1" y="68"/>
                  </a:cubicBezTo>
                  <a:cubicBezTo>
                    <a:pt x="2" y="69"/>
                    <a:pt x="4" y="69"/>
                    <a:pt x="5" y="69"/>
                  </a:cubicBezTo>
                  <a:cubicBezTo>
                    <a:pt x="6" y="69"/>
                    <a:pt x="7" y="69"/>
                    <a:pt x="8" y="68"/>
                  </a:cubicBezTo>
                  <a:cubicBezTo>
                    <a:pt x="9" y="67"/>
                    <a:pt x="10" y="65"/>
                    <a:pt x="11" y="63"/>
                  </a:cubicBezTo>
                  <a:cubicBezTo>
                    <a:pt x="13" y="59"/>
                    <a:pt x="16" y="54"/>
                    <a:pt x="21" y="47"/>
                  </a:cubicBezTo>
                  <a:cubicBezTo>
                    <a:pt x="25" y="41"/>
                    <a:pt x="28" y="38"/>
                    <a:pt x="30" y="38"/>
                  </a:cubicBezTo>
                  <a:cubicBezTo>
                    <a:pt x="31" y="38"/>
                    <a:pt x="32" y="39"/>
                    <a:pt x="33"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361"/>
            <p:cNvSpPr>
              <a:spLocks/>
            </p:cNvSpPr>
            <p:nvPr/>
          </p:nvSpPr>
          <p:spPr bwMode="auto">
            <a:xfrm>
              <a:off x="10077450" y="2441576"/>
              <a:ext cx="85725" cy="98425"/>
            </a:xfrm>
            <a:custGeom>
              <a:avLst/>
              <a:gdLst>
                <a:gd name="T0" fmla="*/ 42 w 58"/>
                <a:gd name="T1" fmla="*/ 60 h 66"/>
                <a:gd name="T2" fmla="*/ 43 w 58"/>
                <a:gd name="T3" fmla="*/ 64 h 66"/>
                <a:gd name="T4" fmla="*/ 47 w 58"/>
                <a:gd name="T5" fmla="*/ 65 h 66"/>
                <a:gd name="T6" fmla="*/ 51 w 58"/>
                <a:gd name="T7" fmla="*/ 63 h 66"/>
                <a:gd name="T8" fmla="*/ 53 w 58"/>
                <a:gd name="T9" fmla="*/ 59 h 66"/>
                <a:gd name="T10" fmla="*/ 54 w 58"/>
                <a:gd name="T11" fmla="*/ 40 h 66"/>
                <a:gd name="T12" fmla="*/ 57 w 58"/>
                <a:gd name="T13" fmla="*/ 17 h 66"/>
                <a:gd name="T14" fmla="*/ 58 w 58"/>
                <a:gd name="T15" fmla="*/ 5 h 66"/>
                <a:gd name="T16" fmla="*/ 57 w 58"/>
                <a:gd name="T17" fmla="*/ 2 h 66"/>
                <a:gd name="T18" fmla="*/ 53 w 58"/>
                <a:gd name="T19" fmla="*/ 0 h 66"/>
                <a:gd name="T20" fmla="*/ 49 w 58"/>
                <a:gd name="T21" fmla="*/ 2 h 66"/>
                <a:gd name="T22" fmla="*/ 48 w 58"/>
                <a:gd name="T23" fmla="*/ 5 h 66"/>
                <a:gd name="T24" fmla="*/ 47 w 58"/>
                <a:gd name="T25" fmla="*/ 19 h 66"/>
                <a:gd name="T26" fmla="*/ 45 w 58"/>
                <a:gd name="T27" fmla="*/ 28 h 66"/>
                <a:gd name="T28" fmla="*/ 34 w 58"/>
                <a:gd name="T29" fmla="*/ 30 h 66"/>
                <a:gd name="T30" fmla="*/ 18 w 58"/>
                <a:gd name="T31" fmla="*/ 31 h 66"/>
                <a:gd name="T32" fmla="*/ 15 w 58"/>
                <a:gd name="T33" fmla="*/ 31 h 66"/>
                <a:gd name="T34" fmla="*/ 16 w 58"/>
                <a:gd name="T35" fmla="*/ 19 h 66"/>
                <a:gd name="T36" fmla="*/ 17 w 58"/>
                <a:gd name="T37" fmla="*/ 10 h 66"/>
                <a:gd name="T38" fmla="*/ 12 w 58"/>
                <a:gd name="T39" fmla="*/ 3 h 66"/>
                <a:gd name="T40" fmla="*/ 9 w 58"/>
                <a:gd name="T41" fmla="*/ 4 h 66"/>
                <a:gd name="T42" fmla="*/ 7 w 58"/>
                <a:gd name="T43" fmla="*/ 7 h 66"/>
                <a:gd name="T44" fmla="*/ 1 w 58"/>
                <a:gd name="T45" fmla="*/ 52 h 66"/>
                <a:gd name="T46" fmla="*/ 0 w 58"/>
                <a:gd name="T47" fmla="*/ 60 h 66"/>
                <a:gd name="T48" fmla="*/ 2 w 58"/>
                <a:gd name="T49" fmla="*/ 64 h 66"/>
                <a:gd name="T50" fmla="*/ 6 w 58"/>
                <a:gd name="T51" fmla="*/ 66 h 66"/>
                <a:gd name="T52" fmla="*/ 10 w 58"/>
                <a:gd name="T53" fmla="*/ 62 h 66"/>
                <a:gd name="T54" fmla="*/ 11 w 58"/>
                <a:gd name="T55" fmla="*/ 52 h 66"/>
                <a:gd name="T56" fmla="*/ 13 w 58"/>
                <a:gd name="T57" fmla="*/ 40 h 66"/>
                <a:gd name="T58" fmla="*/ 20 w 58"/>
                <a:gd name="T59" fmla="*/ 39 h 66"/>
                <a:gd name="T60" fmla="*/ 28 w 58"/>
                <a:gd name="T61" fmla="*/ 39 h 66"/>
                <a:gd name="T62" fmla="*/ 36 w 58"/>
                <a:gd name="T63" fmla="*/ 38 h 66"/>
                <a:gd name="T64" fmla="*/ 43 w 58"/>
                <a:gd name="T65" fmla="*/ 38 h 66"/>
                <a:gd name="T66" fmla="*/ 44 w 58"/>
                <a:gd name="T67" fmla="*/ 40 h 66"/>
                <a:gd name="T68" fmla="*/ 43 w 58"/>
                <a:gd name="T69" fmla="*/ 51 h 66"/>
                <a:gd name="T70" fmla="*/ 42 w 58"/>
                <a:gd name="T71" fmla="*/ 6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8" h="66">
                  <a:moveTo>
                    <a:pt x="42" y="60"/>
                  </a:moveTo>
                  <a:cubicBezTo>
                    <a:pt x="42" y="62"/>
                    <a:pt x="42" y="63"/>
                    <a:pt x="43" y="64"/>
                  </a:cubicBezTo>
                  <a:cubicBezTo>
                    <a:pt x="45" y="65"/>
                    <a:pt x="46" y="65"/>
                    <a:pt x="47" y="65"/>
                  </a:cubicBezTo>
                  <a:cubicBezTo>
                    <a:pt x="48" y="65"/>
                    <a:pt x="49" y="64"/>
                    <a:pt x="51" y="63"/>
                  </a:cubicBezTo>
                  <a:cubicBezTo>
                    <a:pt x="52" y="62"/>
                    <a:pt x="53" y="60"/>
                    <a:pt x="53" y="59"/>
                  </a:cubicBezTo>
                  <a:cubicBezTo>
                    <a:pt x="53" y="56"/>
                    <a:pt x="53" y="49"/>
                    <a:pt x="54" y="40"/>
                  </a:cubicBezTo>
                  <a:cubicBezTo>
                    <a:pt x="55" y="30"/>
                    <a:pt x="56" y="23"/>
                    <a:pt x="57" y="17"/>
                  </a:cubicBezTo>
                  <a:cubicBezTo>
                    <a:pt x="58" y="11"/>
                    <a:pt x="58" y="7"/>
                    <a:pt x="58" y="5"/>
                  </a:cubicBezTo>
                  <a:cubicBezTo>
                    <a:pt x="58" y="4"/>
                    <a:pt x="58" y="3"/>
                    <a:pt x="57" y="2"/>
                  </a:cubicBezTo>
                  <a:cubicBezTo>
                    <a:pt x="56" y="1"/>
                    <a:pt x="55" y="0"/>
                    <a:pt x="53" y="0"/>
                  </a:cubicBezTo>
                  <a:cubicBezTo>
                    <a:pt x="52" y="0"/>
                    <a:pt x="51" y="1"/>
                    <a:pt x="49" y="2"/>
                  </a:cubicBezTo>
                  <a:cubicBezTo>
                    <a:pt x="48" y="3"/>
                    <a:pt x="48" y="4"/>
                    <a:pt x="48" y="5"/>
                  </a:cubicBezTo>
                  <a:cubicBezTo>
                    <a:pt x="48" y="10"/>
                    <a:pt x="47" y="15"/>
                    <a:pt x="47" y="19"/>
                  </a:cubicBezTo>
                  <a:cubicBezTo>
                    <a:pt x="46" y="24"/>
                    <a:pt x="46" y="27"/>
                    <a:pt x="45" y="28"/>
                  </a:cubicBezTo>
                  <a:cubicBezTo>
                    <a:pt x="45" y="29"/>
                    <a:pt x="41" y="29"/>
                    <a:pt x="34" y="30"/>
                  </a:cubicBezTo>
                  <a:cubicBezTo>
                    <a:pt x="27" y="31"/>
                    <a:pt x="21" y="31"/>
                    <a:pt x="18" y="31"/>
                  </a:cubicBezTo>
                  <a:cubicBezTo>
                    <a:pt x="16" y="31"/>
                    <a:pt x="15" y="31"/>
                    <a:pt x="15" y="31"/>
                  </a:cubicBezTo>
                  <a:cubicBezTo>
                    <a:pt x="15" y="28"/>
                    <a:pt x="15" y="24"/>
                    <a:pt x="16" y="19"/>
                  </a:cubicBezTo>
                  <a:cubicBezTo>
                    <a:pt x="17" y="15"/>
                    <a:pt x="17" y="12"/>
                    <a:pt x="17" y="10"/>
                  </a:cubicBezTo>
                  <a:cubicBezTo>
                    <a:pt x="17" y="5"/>
                    <a:pt x="15" y="3"/>
                    <a:pt x="12" y="3"/>
                  </a:cubicBezTo>
                  <a:cubicBezTo>
                    <a:pt x="11" y="3"/>
                    <a:pt x="10" y="4"/>
                    <a:pt x="9" y="4"/>
                  </a:cubicBezTo>
                  <a:cubicBezTo>
                    <a:pt x="8" y="5"/>
                    <a:pt x="7" y="6"/>
                    <a:pt x="7" y="7"/>
                  </a:cubicBezTo>
                  <a:cubicBezTo>
                    <a:pt x="5" y="30"/>
                    <a:pt x="3" y="45"/>
                    <a:pt x="1" y="52"/>
                  </a:cubicBezTo>
                  <a:cubicBezTo>
                    <a:pt x="0" y="55"/>
                    <a:pt x="0" y="58"/>
                    <a:pt x="0" y="60"/>
                  </a:cubicBezTo>
                  <a:cubicBezTo>
                    <a:pt x="0" y="62"/>
                    <a:pt x="1" y="63"/>
                    <a:pt x="2" y="64"/>
                  </a:cubicBezTo>
                  <a:cubicBezTo>
                    <a:pt x="3" y="65"/>
                    <a:pt x="4" y="66"/>
                    <a:pt x="6" y="66"/>
                  </a:cubicBezTo>
                  <a:cubicBezTo>
                    <a:pt x="8" y="66"/>
                    <a:pt x="9" y="65"/>
                    <a:pt x="10" y="62"/>
                  </a:cubicBezTo>
                  <a:cubicBezTo>
                    <a:pt x="11" y="59"/>
                    <a:pt x="11" y="56"/>
                    <a:pt x="11" y="52"/>
                  </a:cubicBezTo>
                  <a:cubicBezTo>
                    <a:pt x="12" y="45"/>
                    <a:pt x="12" y="41"/>
                    <a:pt x="13" y="40"/>
                  </a:cubicBezTo>
                  <a:cubicBezTo>
                    <a:pt x="13" y="40"/>
                    <a:pt x="15" y="39"/>
                    <a:pt x="20" y="39"/>
                  </a:cubicBezTo>
                  <a:cubicBezTo>
                    <a:pt x="24" y="39"/>
                    <a:pt x="27" y="39"/>
                    <a:pt x="28" y="39"/>
                  </a:cubicBezTo>
                  <a:cubicBezTo>
                    <a:pt x="29" y="39"/>
                    <a:pt x="32" y="38"/>
                    <a:pt x="36" y="38"/>
                  </a:cubicBezTo>
                  <a:cubicBezTo>
                    <a:pt x="39" y="38"/>
                    <a:pt x="42" y="38"/>
                    <a:pt x="43" y="38"/>
                  </a:cubicBezTo>
                  <a:cubicBezTo>
                    <a:pt x="44" y="38"/>
                    <a:pt x="44" y="38"/>
                    <a:pt x="44" y="40"/>
                  </a:cubicBezTo>
                  <a:cubicBezTo>
                    <a:pt x="44" y="42"/>
                    <a:pt x="44" y="45"/>
                    <a:pt x="43" y="51"/>
                  </a:cubicBezTo>
                  <a:cubicBezTo>
                    <a:pt x="42" y="56"/>
                    <a:pt x="42" y="59"/>
                    <a:pt x="42"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362"/>
            <p:cNvSpPr>
              <a:spLocks noEditPoints="1"/>
            </p:cNvSpPr>
            <p:nvPr/>
          </p:nvSpPr>
          <p:spPr bwMode="auto">
            <a:xfrm>
              <a:off x="10174288" y="2466976"/>
              <a:ext cx="57150" cy="71438"/>
            </a:xfrm>
            <a:custGeom>
              <a:avLst/>
              <a:gdLst>
                <a:gd name="T0" fmla="*/ 8 w 38"/>
                <a:gd name="T1" fmla="*/ 10 h 48"/>
                <a:gd name="T2" fmla="*/ 0 w 38"/>
                <a:gd name="T3" fmla="*/ 31 h 48"/>
                <a:gd name="T4" fmla="*/ 4 w 38"/>
                <a:gd name="T5" fmla="*/ 44 h 48"/>
                <a:gd name="T6" fmla="*/ 15 w 38"/>
                <a:gd name="T7" fmla="*/ 48 h 48"/>
                <a:gd name="T8" fmla="*/ 31 w 38"/>
                <a:gd name="T9" fmla="*/ 42 h 48"/>
                <a:gd name="T10" fmla="*/ 38 w 38"/>
                <a:gd name="T11" fmla="*/ 32 h 48"/>
                <a:gd name="T12" fmla="*/ 36 w 38"/>
                <a:gd name="T13" fmla="*/ 29 h 48"/>
                <a:gd name="T14" fmla="*/ 33 w 38"/>
                <a:gd name="T15" fmla="*/ 31 h 48"/>
                <a:gd name="T16" fmla="*/ 16 w 38"/>
                <a:gd name="T17" fmla="*/ 39 h 48"/>
                <a:gd name="T18" fmla="*/ 12 w 38"/>
                <a:gd name="T19" fmla="*/ 37 h 48"/>
                <a:gd name="T20" fmla="*/ 10 w 38"/>
                <a:gd name="T21" fmla="*/ 34 h 48"/>
                <a:gd name="T22" fmla="*/ 11 w 38"/>
                <a:gd name="T23" fmla="*/ 32 h 48"/>
                <a:gd name="T24" fmla="*/ 29 w 38"/>
                <a:gd name="T25" fmla="*/ 23 h 48"/>
                <a:gd name="T26" fmla="*/ 35 w 38"/>
                <a:gd name="T27" fmla="*/ 10 h 48"/>
                <a:gd name="T28" fmla="*/ 33 w 38"/>
                <a:gd name="T29" fmla="*/ 3 h 48"/>
                <a:gd name="T30" fmla="*/ 25 w 38"/>
                <a:gd name="T31" fmla="*/ 0 h 48"/>
                <a:gd name="T32" fmla="*/ 8 w 38"/>
                <a:gd name="T33" fmla="*/ 10 h 48"/>
                <a:gd name="T34" fmla="*/ 16 w 38"/>
                <a:gd name="T35" fmla="*/ 13 h 48"/>
                <a:gd name="T36" fmla="*/ 24 w 38"/>
                <a:gd name="T37" fmla="*/ 8 h 48"/>
                <a:gd name="T38" fmla="*/ 26 w 38"/>
                <a:gd name="T39" fmla="*/ 9 h 48"/>
                <a:gd name="T40" fmla="*/ 27 w 38"/>
                <a:gd name="T41" fmla="*/ 11 h 48"/>
                <a:gd name="T42" fmla="*/ 22 w 38"/>
                <a:gd name="T43" fmla="*/ 19 h 48"/>
                <a:gd name="T44" fmla="*/ 11 w 38"/>
                <a:gd name="T45" fmla="*/ 25 h 48"/>
                <a:gd name="T46" fmla="*/ 16 w 38"/>
                <a:gd name="T47" fmla="*/ 13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8" h="48">
                  <a:moveTo>
                    <a:pt x="8" y="10"/>
                  </a:moveTo>
                  <a:cubicBezTo>
                    <a:pt x="2" y="17"/>
                    <a:pt x="0" y="24"/>
                    <a:pt x="0" y="31"/>
                  </a:cubicBezTo>
                  <a:cubicBezTo>
                    <a:pt x="0" y="37"/>
                    <a:pt x="1" y="41"/>
                    <a:pt x="4" y="44"/>
                  </a:cubicBezTo>
                  <a:cubicBezTo>
                    <a:pt x="6" y="46"/>
                    <a:pt x="10" y="48"/>
                    <a:pt x="15" y="48"/>
                  </a:cubicBezTo>
                  <a:cubicBezTo>
                    <a:pt x="21" y="48"/>
                    <a:pt x="26" y="46"/>
                    <a:pt x="31" y="42"/>
                  </a:cubicBezTo>
                  <a:cubicBezTo>
                    <a:pt x="36" y="38"/>
                    <a:pt x="38" y="35"/>
                    <a:pt x="38" y="32"/>
                  </a:cubicBezTo>
                  <a:cubicBezTo>
                    <a:pt x="38" y="30"/>
                    <a:pt x="37" y="29"/>
                    <a:pt x="36" y="29"/>
                  </a:cubicBezTo>
                  <a:cubicBezTo>
                    <a:pt x="35" y="29"/>
                    <a:pt x="34" y="30"/>
                    <a:pt x="33" y="31"/>
                  </a:cubicBezTo>
                  <a:cubicBezTo>
                    <a:pt x="27" y="36"/>
                    <a:pt x="22" y="39"/>
                    <a:pt x="16" y="39"/>
                  </a:cubicBezTo>
                  <a:cubicBezTo>
                    <a:pt x="14" y="39"/>
                    <a:pt x="13" y="39"/>
                    <a:pt x="12" y="37"/>
                  </a:cubicBezTo>
                  <a:cubicBezTo>
                    <a:pt x="10" y="36"/>
                    <a:pt x="10" y="35"/>
                    <a:pt x="10" y="34"/>
                  </a:cubicBezTo>
                  <a:cubicBezTo>
                    <a:pt x="10" y="33"/>
                    <a:pt x="10" y="32"/>
                    <a:pt x="11" y="32"/>
                  </a:cubicBezTo>
                  <a:cubicBezTo>
                    <a:pt x="18" y="31"/>
                    <a:pt x="24" y="28"/>
                    <a:pt x="29" y="23"/>
                  </a:cubicBezTo>
                  <a:cubicBezTo>
                    <a:pt x="33" y="19"/>
                    <a:pt x="35" y="14"/>
                    <a:pt x="35" y="10"/>
                  </a:cubicBezTo>
                  <a:cubicBezTo>
                    <a:pt x="35" y="7"/>
                    <a:pt x="35" y="5"/>
                    <a:pt x="33" y="3"/>
                  </a:cubicBezTo>
                  <a:cubicBezTo>
                    <a:pt x="31" y="1"/>
                    <a:pt x="28" y="0"/>
                    <a:pt x="25" y="0"/>
                  </a:cubicBezTo>
                  <a:cubicBezTo>
                    <a:pt x="19" y="0"/>
                    <a:pt x="13" y="3"/>
                    <a:pt x="8" y="10"/>
                  </a:cubicBezTo>
                  <a:close/>
                  <a:moveTo>
                    <a:pt x="16" y="13"/>
                  </a:moveTo>
                  <a:cubicBezTo>
                    <a:pt x="19" y="10"/>
                    <a:pt x="22" y="8"/>
                    <a:pt x="24" y="8"/>
                  </a:cubicBezTo>
                  <a:cubicBezTo>
                    <a:pt x="25" y="8"/>
                    <a:pt x="26" y="8"/>
                    <a:pt x="26" y="9"/>
                  </a:cubicBezTo>
                  <a:cubicBezTo>
                    <a:pt x="27" y="10"/>
                    <a:pt x="27" y="10"/>
                    <a:pt x="27" y="11"/>
                  </a:cubicBezTo>
                  <a:cubicBezTo>
                    <a:pt x="27" y="14"/>
                    <a:pt x="25" y="16"/>
                    <a:pt x="22" y="19"/>
                  </a:cubicBezTo>
                  <a:cubicBezTo>
                    <a:pt x="19" y="22"/>
                    <a:pt x="15" y="24"/>
                    <a:pt x="11" y="25"/>
                  </a:cubicBezTo>
                  <a:cubicBezTo>
                    <a:pt x="11" y="21"/>
                    <a:pt x="13" y="17"/>
                    <a:pt x="1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Freeform 363"/>
            <p:cNvSpPr>
              <a:spLocks/>
            </p:cNvSpPr>
            <p:nvPr/>
          </p:nvSpPr>
          <p:spPr bwMode="auto">
            <a:xfrm>
              <a:off x="10242550" y="2430463"/>
              <a:ext cx="26988" cy="109538"/>
            </a:xfrm>
            <a:custGeom>
              <a:avLst/>
              <a:gdLst>
                <a:gd name="T0" fmla="*/ 14 w 18"/>
                <a:gd name="T1" fmla="*/ 0 h 73"/>
                <a:gd name="T2" fmla="*/ 9 w 18"/>
                <a:gd name="T3" fmla="*/ 4 h 73"/>
                <a:gd name="T4" fmla="*/ 4 w 18"/>
                <a:gd name="T5" fmla="*/ 27 h 73"/>
                <a:gd name="T6" fmla="*/ 0 w 18"/>
                <a:gd name="T7" fmla="*/ 61 h 73"/>
                <a:gd name="T8" fmla="*/ 1 w 18"/>
                <a:gd name="T9" fmla="*/ 70 h 73"/>
                <a:gd name="T10" fmla="*/ 5 w 18"/>
                <a:gd name="T11" fmla="*/ 73 h 73"/>
                <a:gd name="T12" fmla="*/ 9 w 18"/>
                <a:gd name="T13" fmla="*/ 71 h 73"/>
                <a:gd name="T14" fmla="*/ 11 w 18"/>
                <a:gd name="T15" fmla="*/ 67 h 73"/>
                <a:gd name="T16" fmla="*/ 11 w 18"/>
                <a:gd name="T17" fmla="*/ 65 h 73"/>
                <a:gd name="T18" fmla="*/ 10 w 18"/>
                <a:gd name="T19" fmla="*/ 52 h 73"/>
                <a:gd name="T20" fmla="*/ 11 w 18"/>
                <a:gd name="T21" fmla="*/ 39 h 73"/>
                <a:gd name="T22" fmla="*/ 14 w 18"/>
                <a:gd name="T23" fmla="*/ 23 h 73"/>
                <a:gd name="T24" fmla="*/ 18 w 18"/>
                <a:gd name="T25" fmla="*/ 10 h 73"/>
                <a:gd name="T26" fmla="*/ 18 w 18"/>
                <a:gd name="T27" fmla="*/ 5 h 73"/>
                <a:gd name="T28" fmla="*/ 14 w 18"/>
                <a:gd name="T29"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73">
                  <a:moveTo>
                    <a:pt x="14" y="0"/>
                  </a:moveTo>
                  <a:cubicBezTo>
                    <a:pt x="12" y="0"/>
                    <a:pt x="11" y="2"/>
                    <a:pt x="9" y="4"/>
                  </a:cubicBezTo>
                  <a:cubicBezTo>
                    <a:pt x="8" y="6"/>
                    <a:pt x="6" y="14"/>
                    <a:pt x="4" y="27"/>
                  </a:cubicBezTo>
                  <a:cubicBezTo>
                    <a:pt x="1" y="40"/>
                    <a:pt x="0" y="51"/>
                    <a:pt x="0" y="61"/>
                  </a:cubicBezTo>
                  <a:cubicBezTo>
                    <a:pt x="0" y="65"/>
                    <a:pt x="1" y="69"/>
                    <a:pt x="1" y="70"/>
                  </a:cubicBezTo>
                  <a:cubicBezTo>
                    <a:pt x="2" y="72"/>
                    <a:pt x="4" y="73"/>
                    <a:pt x="5" y="73"/>
                  </a:cubicBezTo>
                  <a:cubicBezTo>
                    <a:pt x="7" y="73"/>
                    <a:pt x="8" y="73"/>
                    <a:pt x="9" y="71"/>
                  </a:cubicBezTo>
                  <a:cubicBezTo>
                    <a:pt x="11" y="70"/>
                    <a:pt x="11" y="69"/>
                    <a:pt x="11" y="67"/>
                  </a:cubicBezTo>
                  <a:cubicBezTo>
                    <a:pt x="11" y="67"/>
                    <a:pt x="11" y="66"/>
                    <a:pt x="11" y="65"/>
                  </a:cubicBezTo>
                  <a:cubicBezTo>
                    <a:pt x="10" y="60"/>
                    <a:pt x="10" y="56"/>
                    <a:pt x="10" y="52"/>
                  </a:cubicBezTo>
                  <a:cubicBezTo>
                    <a:pt x="10" y="49"/>
                    <a:pt x="11" y="45"/>
                    <a:pt x="11" y="39"/>
                  </a:cubicBezTo>
                  <a:cubicBezTo>
                    <a:pt x="12" y="33"/>
                    <a:pt x="13" y="28"/>
                    <a:pt x="14" y="23"/>
                  </a:cubicBezTo>
                  <a:cubicBezTo>
                    <a:pt x="16" y="16"/>
                    <a:pt x="17" y="12"/>
                    <a:pt x="18" y="10"/>
                  </a:cubicBezTo>
                  <a:cubicBezTo>
                    <a:pt x="18" y="8"/>
                    <a:pt x="18" y="7"/>
                    <a:pt x="18" y="5"/>
                  </a:cubicBezTo>
                  <a:cubicBezTo>
                    <a:pt x="18" y="2"/>
                    <a:pt x="17" y="0"/>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364"/>
            <p:cNvSpPr>
              <a:spLocks noEditPoints="1"/>
            </p:cNvSpPr>
            <p:nvPr/>
          </p:nvSpPr>
          <p:spPr bwMode="auto">
            <a:xfrm>
              <a:off x="10269538" y="2465388"/>
              <a:ext cx="76200" cy="112713"/>
            </a:xfrm>
            <a:custGeom>
              <a:avLst/>
              <a:gdLst>
                <a:gd name="T0" fmla="*/ 0 w 51"/>
                <a:gd name="T1" fmla="*/ 71 h 76"/>
                <a:gd name="T2" fmla="*/ 2 w 51"/>
                <a:gd name="T3" fmla="*/ 74 h 76"/>
                <a:gd name="T4" fmla="*/ 6 w 51"/>
                <a:gd name="T5" fmla="*/ 76 h 76"/>
                <a:gd name="T6" fmla="*/ 9 w 51"/>
                <a:gd name="T7" fmla="*/ 74 h 76"/>
                <a:gd name="T8" fmla="*/ 11 w 51"/>
                <a:gd name="T9" fmla="*/ 69 h 76"/>
                <a:gd name="T10" fmla="*/ 13 w 51"/>
                <a:gd name="T11" fmla="*/ 53 h 76"/>
                <a:gd name="T12" fmla="*/ 14 w 51"/>
                <a:gd name="T13" fmla="*/ 44 h 76"/>
                <a:gd name="T14" fmla="*/ 20 w 51"/>
                <a:gd name="T15" fmla="*/ 48 h 76"/>
                <a:gd name="T16" fmla="*/ 41 w 51"/>
                <a:gd name="T17" fmla="*/ 37 h 76"/>
                <a:gd name="T18" fmla="*/ 51 w 51"/>
                <a:gd name="T19" fmla="*/ 13 h 76"/>
                <a:gd name="T20" fmla="*/ 48 w 51"/>
                <a:gd name="T21" fmla="*/ 5 h 76"/>
                <a:gd name="T22" fmla="*/ 40 w 51"/>
                <a:gd name="T23" fmla="*/ 1 h 76"/>
                <a:gd name="T24" fmla="*/ 28 w 51"/>
                <a:gd name="T25" fmla="*/ 6 h 76"/>
                <a:gd name="T26" fmla="*/ 17 w 51"/>
                <a:gd name="T27" fmla="*/ 19 h 76"/>
                <a:gd name="T28" fmla="*/ 18 w 51"/>
                <a:gd name="T29" fmla="*/ 17 h 76"/>
                <a:gd name="T30" fmla="*/ 19 w 51"/>
                <a:gd name="T31" fmla="*/ 7 h 76"/>
                <a:gd name="T32" fmla="*/ 14 w 51"/>
                <a:gd name="T33" fmla="*/ 0 h 76"/>
                <a:gd name="T34" fmla="*/ 10 w 51"/>
                <a:gd name="T35" fmla="*/ 2 h 76"/>
                <a:gd name="T36" fmla="*/ 8 w 51"/>
                <a:gd name="T37" fmla="*/ 5 h 76"/>
                <a:gd name="T38" fmla="*/ 8 w 51"/>
                <a:gd name="T39" fmla="*/ 12 h 76"/>
                <a:gd name="T40" fmla="*/ 8 w 51"/>
                <a:gd name="T41" fmla="*/ 13 h 76"/>
                <a:gd name="T42" fmla="*/ 1 w 51"/>
                <a:gd name="T43" fmla="*/ 64 h 76"/>
                <a:gd name="T44" fmla="*/ 0 w 51"/>
                <a:gd name="T45" fmla="*/ 71 h 76"/>
                <a:gd name="T46" fmla="*/ 25 w 51"/>
                <a:gd name="T47" fmla="*/ 20 h 76"/>
                <a:gd name="T48" fmla="*/ 38 w 51"/>
                <a:gd name="T49" fmla="*/ 11 h 76"/>
                <a:gd name="T50" fmla="*/ 40 w 51"/>
                <a:gd name="T51" fmla="*/ 12 h 76"/>
                <a:gd name="T52" fmla="*/ 41 w 51"/>
                <a:gd name="T53" fmla="*/ 15 h 76"/>
                <a:gd name="T54" fmla="*/ 34 w 51"/>
                <a:gd name="T55" fmla="*/ 31 h 76"/>
                <a:gd name="T56" fmla="*/ 22 w 51"/>
                <a:gd name="T57" fmla="*/ 39 h 76"/>
                <a:gd name="T58" fmla="*/ 19 w 51"/>
                <a:gd name="T59" fmla="*/ 38 h 76"/>
                <a:gd name="T60" fmla="*/ 17 w 51"/>
                <a:gd name="T61" fmla="*/ 36 h 76"/>
                <a:gd name="T62" fmla="*/ 25 w 51"/>
                <a:gd name="T63" fmla="*/ 2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1" h="76">
                  <a:moveTo>
                    <a:pt x="0" y="71"/>
                  </a:moveTo>
                  <a:cubicBezTo>
                    <a:pt x="0" y="72"/>
                    <a:pt x="1" y="74"/>
                    <a:pt x="2" y="74"/>
                  </a:cubicBezTo>
                  <a:cubicBezTo>
                    <a:pt x="3" y="75"/>
                    <a:pt x="4" y="76"/>
                    <a:pt x="6" y="76"/>
                  </a:cubicBezTo>
                  <a:cubicBezTo>
                    <a:pt x="7" y="76"/>
                    <a:pt x="8" y="75"/>
                    <a:pt x="9" y="74"/>
                  </a:cubicBezTo>
                  <a:cubicBezTo>
                    <a:pt x="10" y="73"/>
                    <a:pt x="11" y="71"/>
                    <a:pt x="11" y="69"/>
                  </a:cubicBezTo>
                  <a:cubicBezTo>
                    <a:pt x="13" y="53"/>
                    <a:pt x="13" y="53"/>
                    <a:pt x="13" y="53"/>
                  </a:cubicBezTo>
                  <a:cubicBezTo>
                    <a:pt x="13" y="49"/>
                    <a:pt x="14" y="46"/>
                    <a:pt x="14" y="44"/>
                  </a:cubicBezTo>
                  <a:cubicBezTo>
                    <a:pt x="15" y="47"/>
                    <a:pt x="17" y="48"/>
                    <a:pt x="20" y="48"/>
                  </a:cubicBezTo>
                  <a:cubicBezTo>
                    <a:pt x="27" y="48"/>
                    <a:pt x="34" y="44"/>
                    <a:pt x="41" y="37"/>
                  </a:cubicBezTo>
                  <a:cubicBezTo>
                    <a:pt x="48" y="30"/>
                    <a:pt x="51" y="22"/>
                    <a:pt x="51" y="13"/>
                  </a:cubicBezTo>
                  <a:cubicBezTo>
                    <a:pt x="51" y="10"/>
                    <a:pt x="50" y="7"/>
                    <a:pt x="48" y="5"/>
                  </a:cubicBezTo>
                  <a:cubicBezTo>
                    <a:pt x="46" y="2"/>
                    <a:pt x="43" y="1"/>
                    <a:pt x="40" y="1"/>
                  </a:cubicBezTo>
                  <a:cubicBezTo>
                    <a:pt x="37" y="1"/>
                    <a:pt x="33" y="3"/>
                    <a:pt x="28" y="6"/>
                  </a:cubicBezTo>
                  <a:cubicBezTo>
                    <a:pt x="24" y="10"/>
                    <a:pt x="20" y="14"/>
                    <a:pt x="17" y="19"/>
                  </a:cubicBezTo>
                  <a:cubicBezTo>
                    <a:pt x="18" y="17"/>
                    <a:pt x="18" y="17"/>
                    <a:pt x="18" y="17"/>
                  </a:cubicBezTo>
                  <a:cubicBezTo>
                    <a:pt x="18" y="12"/>
                    <a:pt x="19" y="9"/>
                    <a:pt x="19" y="7"/>
                  </a:cubicBezTo>
                  <a:cubicBezTo>
                    <a:pt x="19" y="3"/>
                    <a:pt x="17" y="0"/>
                    <a:pt x="14" y="0"/>
                  </a:cubicBezTo>
                  <a:cubicBezTo>
                    <a:pt x="12" y="0"/>
                    <a:pt x="11" y="1"/>
                    <a:pt x="10" y="2"/>
                  </a:cubicBezTo>
                  <a:cubicBezTo>
                    <a:pt x="9" y="3"/>
                    <a:pt x="9" y="4"/>
                    <a:pt x="8" y="5"/>
                  </a:cubicBezTo>
                  <a:cubicBezTo>
                    <a:pt x="8" y="6"/>
                    <a:pt x="8" y="9"/>
                    <a:pt x="8" y="12"/>
                  </a:cubicBezTo>
                  <a:cubicBezTo>
                    <a:pt x="8" y="13"/>
                    <a:pt x="8" y="13"/>
                    <a:pt x="8" y="13"/>
                  </a:cubicBezTo>
                  <a:cubicBezTo>
                    <a:pt x="8" y="31"/>
                    <a:pt x="5" y="47"/>
                    <a:pt x="1" y="64"/>
                  </a:cubicBezTo>
                  <a:cubicBezTo>
                    <a:pt x="1" y="67"/>
                    <a:pt x="0" y="69"/>
                    <a:pt x="0" y="71"/>
                  </a:cubicBezTo>
                  <a:close/>
                  <a:moveTo>
                    <a:pt x="25" y="20"/>
                  </a:moveTo>
                  <a:cubicBezTo>
                    <a:pt x="31" y="14"/>
                    <a:pt x="35" y="11"/>
                    <a:pt x="38" y="11"/>
                  </a:cubicBezTo>
                  <a:cubicBezTo>
                    <a:pt x="39" y="11"/>
                    <a:pt x="39" y="11"/>
                    <a:pt x="40" y="12"/>
                  </a:cubicBezTo>
                  <a:cubicBezTo>
                    <a:pt x="41" y="13"/>
                    <a:pt x="41" y="14"/>
                    <a:pt x="41" y="15"/>
                  </a:cubicBezTo>
                  <a:cubicBezTo>
                    <a:pt x="41" y="21"/>
                    <a:pt x="39" y="26"/>
                    <a:pt x="34" y="31"/>
                  </a:cubicBezTo>
                  <a:cubicBezTo>
                    <a:pt x="30" y="37"/>
                    <a:pt x="26" y="39"/>
                    <a:pt x="22" y="39"/>
                  </a:cubicBezTo>
                  <a:cubicBezTo>
                    <a:pt x="21" y="39"/>
                    <a:pt x="20" y="39"/>
                    <a:pt x="19" y="38"/>
                  </a:cubicBezTo>
                  <a:cubicBezTo>
                    <a:pt x="18" y="38"/>
                    <a:pt x="17" y="37"/>
                    <a:pt x="17" y="36"/>
                  </a:cubicBezTo>
                  <a:cubicBezTo>
                    <a:pt x="17" y="32"/>
                    <a:pt x="20" y="27"/>
                    <a:pt x="25"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Freeform 365"/>
            <p:cNvSpPr>
              <a:spLocks/>
            </p:cNvSpPr>
            <p:nvPr/>
          </p:nvSpPr>
          <p:spPr bwMode="auto">
            <a:xfrm>
              <a:off x="10350500" y="2438401"/>
              <a:ext cx="39688" cy="128588"/>
            </a:xfrm>
            <a:custGeom>
              <a:avLst/>
              <a:gdLst>
                <a:gd name="T0" fmla="*/ 9 w 27"/>
                <a:gd name="T1" fmla="*/ 74 h 86"/>
                <a:gd name="T2" fmla="*/ 3 w 27"/>
                <a:gd name="T3" fmla="*/ 82 h 86"/>
                <a:gd name="T4" fmla="*/ 5 w 27"/>
                <a:gd name="T5" fmla="*/ 85 h 86"/>
                <a:gd name="T6" fmla="*/ 9 w 27"/>
                <a:gd name="T7" fmla="*/ 86 h 86"/>
                <a:gd name="T8" fmla="*/ 11 w 27"/>
                <a:gd name="T9" fmla="*/ 85 h 86"/>
                <a:gd name="T10" fmla="*/ 14 w 27"/>
                <a:gd name="T11" fmla="*/ 80 h 86"/>
                <a:gd name="T12" fmla="*/ 18 w 27"/>
                <a:gd name="T13" fmla="*/ 74 h 86"/>
                <a:gd name="T14" fmla="*/ 24 w 27"/>
                <a:gd name="T15" fmla="*/ 63 h 86"/>
                <a:gd name="T16" fmla="*/ 27 w 27"/>
                <a:gd name="T17" fmla="*/ 48 h 86"/>
                <a:gd name="T18" fmla="*/ 26 w 27"/>
                <a:gd name="T19" fmla="*/ 37 h 86"/>
                <a:gd name="T20" fmla="*/ 23 w 27"/>
                <a:gd name="T21" fmla="*/ 25 h 86"/>
                <a:gd name="T22" fmla="*/ 22 w 27"/>
                <a:gd name="T23" fmla="*/ 22 h 86"/>
                <a:gd name="T24" fmla="*/ 15 w 27"/>
                <a:gd name="T25" fmla="*/ 9 h 86"/>
                <a:gd name="T26" fmla="*/ 5 w 27"/>
                <a:gd name="T27" fmla="*/ 0 h 86"/>
                <a:gd name="T28" fmla="*/ 1 w 27"/>
                <a:gd name="T29" fmla="*/ 1 h 86"/>
                <a:gd name="T30" fmla="*/ 0 w 27"/>
                <a:gd name="T31" fmla="*/ 4 h 86"/>
                <a:gd name="T32" fmla="*/ 1 w 27"/>
                <a:gd name="T33" fmla="*/ 6 h 86"/>
                <a:gd name="T34" fmla="*/ 8 w 27"/>
                <a:gd name="T35" fmla="*/ 14 h 86"/>
                <a:gd name="T36" fmla="*/ 13 w 27"/>
                <a:gd name="T37" fmla="*/ 25 h 86"/>
                <a:gd name="T38" fmla="*/ 17 w 27"/>
                <a:gd name="T39" fmla="*/ 38 h 86"/>
                <a:gd name="T40" fmla="*/ 18 w 27"/>
                <a:gd name="T41" fmla="*/ 51 h 86"/>
                <a:gd name="T42" fmla="*/ 15 w 27"/>
                <a:gd name="T43" fmla="*/ 62 h 86"/>
                <a:gd name="T44" fmla="*/ 9 w 27"/>
                <a:gd name="T45" fmla="*/ 7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 h="86">
                  <a:moveTo>
                    <a:pt x="9" y="74"/>
                  </a:moveTo>
                  <a:cubicBezTo>
                    <a:pt x="5" y="78"/>
                    <a:pt x="3" y="81"/>
                    <a:pt x="3" y="82"/>
                  </a:cubicBezTo>
                  <a:cubicBezTo>
                    <a:pt x="3" y="83"/>
                    <a:pt x="4" y="84"/>
                    <a:pt x="5" y="85"/>
                  </a:cubicBezTo>
                  <a:cubicBezTo>
                    <a:pt x="6" y="85"/>
                    <a:pt x="7" y="86"/>
                    <a:pt x="9" y="86"/>
                  </a:cubicBezTo>
                  <a:cubicBezTo>
                    <a:pt x="10" y="86"/>
                    <a:pt x="11" y="85"/>
                    <a:pt x="11" y="85"/>
                  </a:cubicBezTo>
                  <a:cubicBezTo>
                    <a:pt x="12" y="84"/>
                    <a:pt x="13" y="82"/>
                    <a:pt x="14" y="80"/>
                  </a:cubicBezTo>
                  <a:cubicBezTo>
                    <a:pt x="15" y="79"/>
                    <a:pt x="16" y="77"/>
                    <a:pt x="18" y="74"/>
                  </a:cubicBezTo>
                  <a:cubicBezTo>
                    <a:pt x="21" y="71"/>
                    <a:pt x="23" y="67"/>
                    <a:pt x="24" y="63"/>
                  </a:cubicBezTo>
                  <a:cubicBezTo>
                    <a:pt x="26" y="58"/>
                    <a:pt x="27" y="53"/>
                    <a:pt x="27" y="48"/>
                  </a:cubicBezTo>
                  <a:cubicBezTo>
                    <a:pt x="27" y="44"/>
                    <a:pt x="27" y="40"/>
                    <a:pt x="26" y="37"/>
                  </a:cubicBezTo>
                  <a:cubicBezTo>
                    <a:pt x="26" y="34"/>
                    <a:pt x="24" y="30"/>
                    <a:pt x="23" y="25"/>
                  </a:cubicBezTo>
                  <a:cubicBezTo>
                    <a:pt x="22" y="24"/>
                    <a:pt x="22" y="23"/>
                    <a:pt x="22" y="22"/>
                  </a:cubicBezTo>
                  <a:cubicBezTo>
                    <a:pt x="21" y="19"/>
                    <a:pt x="19" y="14"/>
                    <a:pt x="15" y="9"/>
                  </a:cubicBezTo>
                  <a:cubicBezTo>
                    <a:pt x="11" y="3"/>
                    <a:pt x="7" y="0"/>
                    <a:pt x="5" y="0"/>
                  </a:cubicBezTo>
                  <a:cubicBezTo>
                    <a:pt x="4" y="0"/>
                    <a:pt x="2" y="0"/>
                    <a:pt x="1" y="1"/>
                  </a:cubicBezTo>
                  <a:cubicBezTo>
                    <a:pt x="0" y="2"/>
                    <a:pt x="0" y="3"/>
                    <a:pt x="0" y="4"/>
                  </a:cubicBezTo>
                  <a:cubicBezTo>
                    <a:pt x="0" y="5"/>
                    <a:pt x="0" y="5"/>
                    <a:pt x="1" y="6"/>
                  </a:cubicBezTo>
                  <a:cubicBezTo>
                    <a:pt x="4" y="9"/>
                    <a:pt x="7" y="12"/>
                    <a:pt x="8" y="14"/>
                  </a:cubicBezTo>
                  <a:cubicBezTo>
                    <a:pt x="9" y="17"/>
                    <a:pt x="11" y="20"/>
                    <a:pt x="13" y="25"/>
                  </a:cubicBezTo>
                  <a:cubicBezTo>
                    <a:pt x="15" y="29"/>
                    <a:pt x="16" y="34"/>
                    <a:pt x="17" y="38"/>
                  </a:cubicBezTo>
                  <a:cubicBezTo>
                    <a:pt x="18" y="42"/>
                    <a:pt x="18" y="47"/>
                    <a:pt x="18" y="51"/>
                  </a:cubicBezTo>
                  <a:cubicBezTo>
                    <a:pt x="18" y="53"/>
                    <a:pt x="17" y="56"/>
                    <a:pt x="15" y="62"/>
                  </a:cubicBezTo>
                  <a:cubicBezTo>
                    <a:pt x="13" y="67"/>
                    <a:pt x="11" y="71"/>
                    <a:pt x="9"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366"/>
            <p:cNvSpPr>
              <a:spLocks/>
            </p:cNvSpPr>
            <p:nvPr/>
          </p:nvSpPr>
          <p:spPr bwMode="auto">
            <a:xfrm>
              <a:off x="10855325" y="2295526"/>
              <a:ext cx="71438" cy="92075"/>
            </a:xfrm>
            <a:custGeom>
              <a:avLst/>
              <a:gdLst>
                <a:gd name="T0" fmla="*/ 12 w 48"/>
                <a:gd name="T1" fmla="*/ 51 h 62"/>
                <a:gd name="T2" fmla="*/ 12 w 48"/>
                <a:gd name="T3" fmla="*/ 50 h 62"/>
                <a:gd name="T4" fmla="*/ 14 w 48"/>
                <a:gd name="T5" fmla="*/ 33 h 62"/>
                <a:gd name="T6" fmla="*/ 17 w 48"/>
                <a:gd name="T7" fmla="*/ 11 h 62"/>
                <a:gd name="T8" fmla="*/ 18 w 48"/>
                <a:gd name="T9" fmla="*/ 5 h 62"/>
                <a:gd name="T10" fmla="*/ 16 w 48"/>
                <a:gd name="T11" fmla="*/ 2 h 62"/>
                <a:gd name="T12" fmla="*/ 13 w 48"/>
                <a:gd name="T13" fmla="*/ 0 h 62"/>
                <a:gd name="T14" fmla="*/ 9 w 48"/>
                <a:gd name="T15" fmla="*/ 1 h 62"/>
                <a:gd name="T16" fmla="*/ 7 w 48"/>
                <a:gd name="T17" fmla="*/ 4 h 62"/>
                <a:gd name="T18" fmla="*/ 6 w 48"/>
                <a:gd name="T19" fmla="*/ 10 h 62"/>
                <a:gd name="T20" fmla="*/ 3 w 48"/>
                <a:gd name="T21" fmla="*/ 44 h 62"/>
                <a:gd name="T22" fmla="*/ 1 w 48"/>
                <a:gd name="T23" fmla="*/ 53 h 62"/>
                <a:gd name="T24" fmla="*/ 0 w 48"/>
                <a:gd name="T25" fmla="*/ 57 h 62"/>
                <a:gd name="T26" fmla="*/ 2 w 48"/>
                <a:gd name="T27" fmla="*/ 60 h 62"/>
                <a:gd name="T28" fmla="*/ 6 w 48"/>
                <a:gd name="T29" fmla="*/ 62 h 62"/>
                <a:gd name="T30" fmla="*/ 12 w 48"/>
                <a:gd name="T31" fmla="*/ 61 h 62"/>
                <a:gd name="T32" fmla="*/ 34 w 48"/>
                <a:gd name="T33" fmla="*/ 58 h 62"/>
                <a:gd name="T34" fmla="*/ 37 w 48"/>
                <a:gd name="T35" fmla="*/ 58 h 62"/>
                <a:gd name="T36" fmla="*/ 41 w 48"/>
                <a:gd name="T37" fmla="*/ 58 h 62"/>
                <a:gd name="T38" fmla="*/ 46 w 48"/>
                <a:gd name="T39" fmla="*/ 56 h 62"/>
                <a:gd name="T40" fmla="*/ 48 w 48"/>
                <a:gd name="T41" fmla="*/ 52 h 62"/>
                <a:gd name="T42" fmla="*/ 46 w 48"/>
                <a:gd name="T43" fmla="*/ 49 h 62"/>
                <a:gd name="T44" fmla="*/ 43 w 48"/>
                <a:gd name="T45" fmla="*/ 48 h 62"/>
                <a:gd name="T46" fmla="*/ 41 w 48"/>
                <a:gd name="T47" fmla="*/ 48 h 62"/>
                <a:gd name="T48" fmla="*/ 28 w 48"/>
                <a:gd name="T49" fmla="*/ 49 h 62"/>
                <a:gd name="T50" fmla="*/ 21 w 48"/>
                <a:gd name="T51" fmla="*/ 50 h 62"/>
                <a:gd name="T52" fmla="*/ 12 w 48"/>
                <a:gd name="T53" fmla="*/ 5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62">
                  <a:moveTo>
                    <a:pt x="12" y="51"/>
                  </a:moveTo>
                  <a:cubicBezTo>
                    <a:pt x="12" y="51"/>
                    <a:pt x="12" y="51"/>
                    <a:pt x="12" y="50"/>
                  </a:cubicBezTo>
                  <a:cubicBezTo>
                    <a:pt x="12" y="49"/>
                    <a:pt x="13" y="43"/>
                    <a:pt x="14" y="33"/>
                  </a:cubicBezTo>
                  <a:cubicBezTo>
                    <a:pt x="15" y="22"/>
                    <a:pt x="16" y="14"/>
                    <a:pt x="17" y="11"/>
                  </a:cubicBezTo>
                  <a:cubicBezTo>
                    <a:pt x="17" y="8"/>
                    <a:pt x="18" y="6"/>
                    <a:pt x="18" y="5"/>
                  </a:cubicBezTo>
                  <a:cubicBezTo>
                    <a:pt x="18" y="4"/>
                    <a:pt x="17" y="3"/>
                    <a:pt x="16" y="2"/>
                  </a:cubicBezTo>
                  <a:cubicBezTo>
                    <a:pt x="15" y="1"/>
                    <a:pt x="14" y="0"/>
                    <a:pt x="13" y="0"/>
                  </a:cubicBezTo>
                  <a:cubicBezTo>
                    <a:pt x="11" y="0"/>
                    <a:pt x="10" y="1"/>
                    <a:pt x="9" y="1"/>
                  </a:cubicBezTo>
                  <a:cubicBezTo>
                    <a:pt x="8" y="2"/>
                    <a:pt x="7" y="3"/>
                    <a:pt x="7" y="4"/>
                  </a:cubicBezTo>
                  <a:cubicBezTo>
                    <a:pt x="7" y="5"/>
                    <a:pt x="7" y="7"/>
                    <a:pt x="6" y="10"/>
                  </a:cubicBezTo>
                  <a:cubicBezTo>
                    <a:pt x="3" y="44"/>
                    <a:pt x="3" y="44"/>
                    <a:pt x="3" y="44"/>
                  </a:cubicBezTo>
                  <a:cubicBezTo>
                    <a:pt x="2" y="48"/>
                    <a:pt x="2" y="50"/>
                    <a:pt x="1" y="53"/>
                  </a:cubicBezTo>
                  <a:cubicBezTo>
                    <a:pt x="1" y="55"/>
                    <a:pt x="0" y="56"/>
                    <a:pt x="0" y="57"/>
                  </a:cubicBezTo>
                  <a:cubicBezTo>
                    <a:pt x="0" y="58"/>
                    <a:pt x="1" y="59"/>
                    <a:pt x="2" y="60"/>
                  </a:cubicBezTo>
                  <a:cubicBezTo>
                    <a:pt x="3" y="62"/>
                    <a:pt x="4" y="62"/>
                    <a:pt x="6" y="62"/>
                  </a:cubicBezTo>
                  <a:cubicBezTo>
                    <a:pt x="7" y="62"/>
                    <a:pt x="9" y="62"/>
                    <a:pt x="12" y="61"/>
                  </a:cubicBezTo>
                  <a:cubicBezTo>
                    <a:pt x="19" y="59"/>
                    <a:pt x="26" y="58"/>
                    <a:pt x="34" y="58"/>
                  </a:cubicBezTo>
                  <a:cubicBezTo>
                    <a:pt x="34" y="58"/>
                    <a:pt x="36" y="58"/>
                    <a:pt x="37" y="58"/>
                  </a:cubicBezTo>
                  <a:cubicBezTo>
                    <a:pt x="39" y="58"/>
                    <a:pt x="40" y="58"/>
                    <a:pt x="41" y="58"/>
                  </a:cubicBezTo>
                  <a:cubicBezTo>
                    <a:pt x="42" y="58"/>
                    <a:pt x="44" y="58"/>
                    <a:pt x="46" y="56"/>
                  </a:cubicBezTo>
                  <a:cubicBezTo>
                    <a:pt x="47" y="55"/>
                    <a:pt x="48" y="54"/>
                    <a:pt x="48" y="52"/>
                  </a:cubicBezTo>
                  <a:cubicBezTo>
                    <a:pt x="48" y="51"/>
                    <a:pt x="47" y="50"/>
                    <a:pt x="46" y="49"/>
                  </a:cubicBezTo>
                  <a:cubicBezTo>
                    <a:pt x="46" y="48"/>
                    <a:pt x="44" y="48"/>
                    <a:pt x="43" y="48"/>
                  </a:cubicBezTo>
                  <a:cubicBezTo>
                    <a:pt x="43" y="48"/>
                    <a:pt x="42" y="48"/>
                    <a:pt x="41" y="48"/>
                  </a:cubicBezTo>
                  <a:cubicBezTo>
                    <a:pt x="39" y="48"/>
                    <a:pt x="34" y="49"/>
                    <a:pt x="28" y="49"/>
                  </a:cubicBezTo>
                  <a:cubicBezTo>
                    <a:pt x="25" y="49"/>
                    <a:pt x="23" y="50"/>
                    <a:pt x="21" y="50"/>
                  </a:cubicBezTo>
                  <a:cubicBezTo>
                    <a:pt x="16" y="51"/>
                    <a:pt x="13" y="51"/>
                    <a:pt x="12"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367"/>
            <p:cNvSpPr>
              <a:spLocks noEditPoints="1"/>
            </p:cNvSpPr>
            <p:nvPr/>
          </p:nvSpPr>
          <p:spPr bwMode="auto">
            <a:xfrm>
              <a:off x="10934700" y="2316163"/>
              <a:ext cx="55563" cy="71438"/>
            </a:xfrm>
            <a:custGeom>
              <a:avLst/>
              <a:gdLst>
                <a:gd name="T0" fmla="*/ 11 w 38"/>
                <a:gd name="T1" fmla="*/ 32 h 48"/>
                <a:gd name="T2" fmla="*/ 28 w 38"/>
                <a:gd name="T3" fmla="*/ 23 h 48"/>
                <a:gd name="T4" fmla="*/ 35 w 38"/>
                <a:gd name="T5" fmla="*/ 10 h 48"/>
                <a:gd name="T6" fmla="*/ 32 w 38"/>
                <a:gd name="T7" fmla="*/ 3 h 48"/>
                <a:gd name="T8" fmla="*/ 25 w 38"/>
                <a:gd name="T9" fmla="*/ 0 h 48"/>
                <a:gd name="T10" fmla="*/ 8 w 38"/>
                <a:gd name="T11" fmla="*/ 10 h 48"/>
                <a:gd name="T12" fmla="*/ 0 w 38"/>
                <a:gd name="T13" fmla="*/ 32 h 48"/>
                <a:gd name="T14" fmla="*/ 4 w 38"/>
                <a:gd name="T15" fmla="*/ 44 h 48"/>
                <a:gd name="T16" fmla="*/ 14 w 38"/>
                <a:gd name="T17" fmla="*/ 48 h 48"/>
                <a:gd name="T18" fmla="*/ 31 w 38"/>
                <a:gd name="T19" fmla="*/ 42 h 48"/>
                <a:gd name="T20" fmla="*/ 38 w 38"/>
                <a:gd name="T21" fmla="*/ 32 h 48"/>
                <a:gd name="T22" fmla="*/ 35 w 38"/>
                <a:gd name="T23" fmla="*/ 29 h 48"/>
                <a:gd name="T24" fmla="*/ 32 w 38"/>
                <a:gd name="T25" fmla="*/ 31 h 48"/>
                <a:gd name="T26" fmla="*/ 16 w 38"/>
                <a:gd name="T27" fmla="*/ 39 h 48"/>
                <a:gd name="T28" fmla="*/ 11 w 38"/>
                <a:gd name="T29" fmla="*/ 38 h 48"/>
                <a:gd name="T30" fmla="*/ 10 w 38"/>
                <a:gd name="T31" fmla="*/ 34 h 48"/>
                <a:gd name="T32" fmla="*/ 11 w 38"/>
                <a:gd name="T33" fmla="*/ 32 h 48"/>
                <a:gd name="T34" fmla="*/ 16 w 38"/>
                <a:gd name="T35" fmla="*/ 14 h 48"/>
                <a:gd name="T36" fmla="*/ 24 w 38"/>
                <a:gd name="T37" fmla="*/ 8 h 48"/>
                <a:gd name="T38" fmla="*/ 26 w 38"/>
                <a:gd name="T39" fmla="*/ 9 h 48"/>
                <a:gd name="T40" fmla="*/ 27 w 38"/>
                <a:gd name="T41" fmla="*/ 12 h 48"/>
                <a:gd name="T42" fmla="*/ 22 w 38"/>
                <a:gd name="T43" fmla="*/ 19 h 48"/>
                <a:gd name="T44" fmla="*/ 10 w 38"/>
                <a:gd name="T45" fmla="*/ 25 h 48"/>
                <a:gd name="T46" fmla="*/ 16 w 38"/>
                <a:gd name="T47" fmla="*/ 1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8" h="48">
                  <a:moveTo>
                    <a:pt x="11" y="32"/>
                  </a:moveTo>
                  <a:cubicBezTo>
                    <a:pt x="18" y="31"/>
                    <a:pt x="24" y="28"/>
                    <a:pt x="28" y="23"/>
                  </a:cubicBezTo>
                  <a:cubicBezTo>
                    <a:pt x="33" y="19"/>
                    <a:pt x="35" y="15"/>
                    <a:pt x="35" y="10"/>
                  </a:cubicBezTo>
                  <a:cubicBezTo>
                    <a:pt x="35" y="7"/>
                    <a:pt x="34" y="5"/>
                    <a:pt x="32" y="3"/>
                  </a:cubicBezTo>
                  <a:cubicBezTo>
                    <a:pt x="31" y="1"/>
                    <a:pt x="28" y="0"/>
                    <a:pt x="25" y="0"/>
                  </a:cubicBezTo>
                  <a:cubicBezTo>
                    <a:pt x="19" y="0"/>
                    <a:pt x="13" y="3"/>
                    <a:pt x="8" y="10"/>
                  </a:cubicBezTo>
                  <a:cubicBezTo>
                    <a:pt x="2" y="17"/>
                    <a:pt x="0" y="24"/>
                    <a:pt x="0" y="32"/>
                  </a:cubicBezTo>
                  <a:cubicBezTo>
                    <a:pt x="0" y="37"/>
                    <a:pt x="1" y="41"/>
                    <a:pt x="4" y="44"/>
                  </a:cubicBezTo>
                  <a:cubicBezTo>
                    <a:pt x="6" y="47"/>
                    <a:pt x="10" y="48"/>
                    <a:pt x="14" y="48"/>
                  </a:cubicBezTo>
                  <a:cubicBezTo>
                    <a:pt x="20" y="48"/>
                    <a:pt x="26" y="46"/>
                    <a:pt x="31" y="42"/>
                  </a:cubicBezTo>
                  <a:cubicBezTo>
                    <a:pt x="35" y="38"/>
                    <a:pt x="38" y="35"/>
                    <a:pt x="38" y="32"/>
                  </a:cubicBezTo>
                  <a:cubicBezTo>
                    <a:pt x="38" y="30"/>
                    <a:pt x="37" y="29"/>
                    <a:pt x="35" y="29"/>
                  </a:cubicBezTo>
                  <a:cubicBezTo>
                    <a:pt x="34" y="29"/>
                    <a:pt x="33" y="30"/>
                    <a:pt x="32" y="31"/>
                  </a:cubicBezTo>
                  <a:cubicBezTo>
                    <a:pt x="27" y="37"/>
                    <a:pt x="21" y="39"/>
                    <a:pt x="16" y="39"/>
                  </a:cubicBezTo>
                  <a:cubicBezTo>
                    <a:pt x="14" y="39"/>
                    <a:pt x="12" y="39"/>
                    <a:pt x="11" y="38"/>
                  </a:cubicBezTo>
                  <a:cubicBezTo>
                    <a:pt x="10" y="36"/>
                    <a:pt x="10" y="35"/>
                    <a:pt x="10" y="34"/>
                  </a:cubicBezTo>
                  <a:cubicBezTo>
                    <a:pt x="10" y="33"/>
                    <a:pt x="10" y="33"/>
                    <a:pt x="11" y="32"/>
                  </a:cubicBezTo>
                  <a:close/>
                  <a:moveTo>
                    <a:pt x="16" y="14"/>
                  </a:moveTo>
                  <a:cubicBezTo>
                    <a:pt x="19" y="10"/>
                    <a:pt x="22" y="8"/>
                    <a:pt x="24" y="8"/>
                  </a:cubicBezTo>
                  <a:cubicBezTo>
                    <a:pt x="25" y="8"/>
                    <a:pt x="25" y="9"/>
                    <a:pt x="26" y="9"/>
                  </a:cubicBezTo>
                  <a:cubicBezTo>
                    <a:pt x="26" y="10"/>
                    <a:pt x="27" y="11"/>
                    <a:pt x="27" y="12"/>
                  </a:cubicBezTo>
                  <a:cubicBezTo>
                    <a:pt x="27" y="14"/>
                    <a:pt x="25" y="16"/>
                    <a:pt x="22" y="19"/>
                  </a:cubicBezTo>
                  <a:cubicBezTo>
                    <a:pt x="18" y="22"/>
                    <a:pt x="15" y="24"/>
                    <a:pt x="10" y="25"/>
                  </a:cubicBezTo>
                  <a:cubicBezTo>
                    <a:pt x="11" y="21"/>
                    <a:pt x="13" y="17"/>
                    <a:pt x="16"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368"/>
            <p:cNvSpPr>
              <a:spLocks noEditPoints="1"/>
            </p:cNvSpPr>
            <p:nvPr/>
          </p:nvSpPr>
          <p:spPr bwMode="auto">
            <a:xfrm>
              <a:off x="10998200" y="2317751"/>
              <a:ext cx="65088" cy="69850"/>
            </a:xfrm>
            <a:custGeom>
              <a:avLst/>
              <a:gdLst>
                <a:gd name="T0" fmla="*/ 40 w 43"/>
                <a:gd name="T1" fmla="*/ 8 h 47"/>
                <a:gd name="T2" fmla="*/ 36 w 43"/>
                <a:gd name="T3" fmla="*/ 5 h 47"/>
                <a:gd name="T4" fmla="*/ 29 w 43"/>
                <a:gd name="T5" fmla="*/ 0 h 47"/>
                <a:gd name="T6" fmla="*/ 10 w 43"/>
                <a:gd name="T7" fmla="*/ 12 h 47"/>
                <a:gd name="T8" fmla="*/ 0 w 43"/>
                <a:gd name="T9" fmla="*/ 35 h 47"/>
                <a:gd name="T10" fmla="*/ 3 w 43"/>
                <a:gd name="T11" fmla="*/ 43 h 47"/>
                <a:gd name="T12" fmla="*/ 9 w 43"/>
                <a:gd name="T13" fmla="*/ 46 h 47"/>
                <a:gd name="T14" fmla="*/ 30 w 43"/>
                <a:gd name="T15" fmla="*/ 31 h 47"/>
                <a:gd name="T16" fmla="*/ 37 w 43"/>
                <a:gd name="T17" fmla="*/ 47 h 47"/>
                <a:gd name="T18" fmla="*/ 41 w 43"/>
                <a:gd name="T19" fmla="*/ 45 h 47"/>
                <a:gd name="T20" fmla="*/ 43 w 43"/>
                <a:gd name="T21" fmla="*/ 42 h 47"/>
                <a:gd name="T22" fmla="*/ 42 w 43"/>
                <a:gd name="T23" fmla="*/ 40 h 47"/>
                <a:gd name="T24" fmla="*/ 40 w 43"/>
                <a:gd name="T25" fmla="*/ 38 h 47"/>
                <a:gd name="T26" fmla="*/ 39 w 43"/>
                <a:gd name="T27" fmla="*/ 36 h 47"/>
                <a:gd name="T28" fmla="*/ 38 w 43"/>
                <a:gd name="T29" fmla="*/ 28 h 47"/>
                <a:gd name="T30" fmla="*/ 39 w 43"/>
                <a:gd name="T31" fmla="*/ 15 h 47"/>
                <a:gd name="T32" fmla="*/ 40 w 43"/>
                <a:gd name="T33" fmla="*/ 8 h 47"/>
                <a:gd name="T34" fmla="*/ 23 w 43"/>
                <a:gd name="T35" fmla="*/ 28 h 47"/>
                <a:gd name="T36" fmla="*/ 11 w 43"/>
                <a:gd name="T37" fmla="*/ 37 h 47"/>
                <a:gd name="T38" fmla="*/ 10 w 43"/>
                <a:gd name="T39" fmla="*/ 33 h 47"/>
                <a:gd name="T40" fmla="*/ 16 w 43"/>
                <a:gd name="T41" fmla="*/ 18 h 47"/>
                <a:gd name="T42" fmla="*/ 27 w 43"/>
                <a:gd name="T43" fmla="*/ 9 h 47"/>
                <a:gd name="T44" fmla="*/ 29 w 43"/>
                <a:gd name="T45" fmla="*/ 10 h 47"/>
                <a:gd name="T46" fmla="*/ 30 w 43"/>
                <a:gd name="T47" fmla="*/ 13 h 47"/>
                <a:gd name="T48" fmla="*/ 23 w 43"/>
                <a:gd name="T49" fmla="*/ 2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3" h="47">
                  <a:moveTo>
                    <a:pt x="40" y="8"/>
                  </a:moveTo>
                  <a:cubicBezTo>
                    <a:pt x="40" y="6"/>
                    <a:pt x="39" y="5"/>
                    <a:pt x="36" y="5"/>
                  </a:cubicBezTo>
                  <a:cubicBezTo>
                    <a:pt x="35" y="2"/>
                    <a:pt x="32" y="0"/>
                    <a:pt x="29" y="0"/>
                  </a:cubicBezTo>
                  <a:cubicBezTo>
                    <a:pt x="22" y="0"/>
                    <a:pt x="16" y="4"/>
                    <a:pt x="10" y="12"/>
                  </a:cubicBezTo>
                  <a:cubicBezTo>
                    <a:pt x="3" y="20"/>
                    <a:pt x="0" y="28"/>
                    <a:pt x="0" y="35"/>
                  </a:cubicBezTo>
                  <a:cubicBezTo>
                    <a:pt x="0" y="38"/>
                    <a:pt x="1" y="41"/>
                    <a:pt x="3" y="43"/>
                  </a:cubicBezTo>
                  <a:cubicBezTo>
                    <a:pt x="4" y="45"/>
                    <a:pt x="6" y="46"/>
                    <a:pt x="9" y="46"/>
                  </a:cubicBezTo>
                  <a:cubicBezTo>
                    <a:pt x="16" y="46"/>
                    <a:pt x="23" y="41"/>
                    <a:pt x="30" y="31"/>
                  </a:cubicBezTo>
                  <a:cubicBezTo>
                    <a:pt x="29" y="42"/>
                    <a:pt x="32" y="47"/>
                    <a:pt x="37" y="47"/>
                  </a:cubicBezTo>
                  <a:cubicBezTo>
                    <a:pt x="38" y="47"/>
                    <a:pt x="40" y="46"/>
                    <a:pt x="41" y="45"/>
                  </a:cubicBezTo>
                  <a:cubicBezTo>
                    <a:pt x="42" y="45"/>
                    <a:pt x="43" y="43"/>
                    <a:pt x="43" y="42"/>
                  </a:cubicBezTo>
                  <a:cubicBezTo>
                    <a:pt x="43" y="41"/>
                    <a:pt x="43" y="40"/>
                    <a:pt x="42" y="40"/>
                  </a:cubicBezTo>
                  <a:cubicBezTo>
                    <a:pt x="40" y="39"/>
                    <a:pt x="40" y="39"/>
                    <a:pt x="40" y="38"/>
                  </a:cubicBezTo>
                  <a:cubicBezTo>
                    <a:pt x="39" y="38"/>
                    <a:pt x="39" y="37"/>
                    <a:pt x="39" y="36"/>
                  </a:cubicBezTo>
                  <a:cubicBezTo>
                    <a:pt x="38" y="34"/>
                    <a:pt x="38" y="32"/>
                    <a:pt x="38" y="28"/>
                  </a:cubicBezTo>
                  <a:cubicBezTo>
                    <a:pt x="38" y="25"/>
                    <a:pt x="38" y="20"/>
                    <a:pt x="39" y="15"/>
                  </a:cubicBezTo>
                  <a:cubicBezTo>
                    <a:pt x="40" y="12"/>
                    <a:pt x="40" y="10"/>
                    <a:pt x="40" y="8"/>
                  </a:cubicBezTo>
                  <a:close/>
                  <a:moveTo>
                    <a:pt x="23" y="28"/>
                  </a:moveTo>
                  <a:cubicBezTo>
                    <a:pt x="18" y="34"/>
                    <a:pt x="14" y="37"/>
                    <a:pt x="11" y="37"/>
                  </a:cubicBezTo>
                  <a:cubicBezTo>
                    <a:pt x="10" y="37"/>
                    <a:pt x="10" y="36"/>
                    <a:pt x="10" y="33"/>
                  </a:cubicBezTo>
                  <a:cubicBezTo>
                    <a:pt x="10" y="29"/>
                    <a:pt x="12" y="24"/>
                    <a:pt x="16" y="18"/>
                  </a:cubicBezTo>
                  <a:cubicBezTo>
                    <a:pt x="21" y="12"/>
                    <a:pt x="24" y="9"/>
                    <a:pt x="27" y="9"/>
                  </a:cubicBezTo>
                  <a:cubicBezTo>
                    <a:pt x="28" y="9"/>
                    <a:pt x="29" y="9"/>
                    <a:pt x="29" y="10"/>
                  </a:cubicBezTo>
                  <a:cubicBezTo>
                    <a:pt x="30" y="11"/>
                    <a:pt x="30" y="12"/>
                    <a:pt x="30" y="13"/>
                  </a:cubicBezTo>
                  <a:cubicBezTo>
                    <a:pt x="30" y="17"/>
                    <a:pt x="28" y="22"/>
                    <a:pt x="23"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369"/>
            <p:cNvSpPr>
              <a:spLocks/>
            </p:cNvSpPr>
            <p:nvPr/>
          </p:nvSpPr>
          <p:spPr bwMode="auto">
            <a:xfrm>
              <a:off x="11075988" y="2319338"/>
              <a:ext cx="61913" cy="68263"/>
            </a:xfrm>
            <a:custGeom>
              <a:avLst/>
              <a:gdLst>
                <a:gd name="T0" fmla="*/ 5 w 41"/>
                <a:gd name="T1" fmla="*/ 46 h 46"/>
                <a:gd name="T2" fmla="*/ 10 w 41"/>
                <a:gd name="T3" fmla="*/ 45 h 46"/>
                <a:gd name="T4" fmla="*/ 12 w 41"/>
                <a:gd name="T5" fmla="*/ 40 h 46"/>
                <a:gd name="T6" fmla="*/ 20 w 41"/>
                <a:gd name="T7" fmla="*/ 19 h 46"/>
                <a:gd name="T8" fmla="*/ 31 w 41"/>
                <a:gd name="T9" fmla="*/ 9 h 46"/>
                <a:gd name="T10" fmla="*/ 33 w 41"/>
                <a:gd name="T11" fmla="*/ 11 h 46"/>
                <a:gd name="T12" fmla="*/ 38 w 41"/>
                <a:gd name="T13" fmla="*/ 13 h 46"/>
                <a:gd name="T14" fmla="*/ 40 w 41"/>
                <a:gd name="T15" fmla="*/ 11 h 46"/>
                <a:gd name="T16" fmla="*/ 41 w 41"/>
                <a:gd name="T17" fmla="*/ 8 h 46"/>
                <a:gd name="T18" fmla="*/ 38 w 41"/>
                <a:gd name="T19" fmla="*/ 2 h 46"/>
                <a:gd name="T20" fmla="*/ 32 w 41"/>
                <a:gd name="T21" fmla="*/ 0 h 46"/>
                <a:gd name="T22" fmla="*/ 20 w 41"/>
                <a:gd name="T23" fmla="*/ 6 h 46"/>
                <a:gd name="T24" fmla="*/ 10 w 41"/>
                <a:gd name="T25" fmla="*/ 22 h 46"/>
                <a:gd name="T26" fmla="*/ 9 w 41"/>
                <a:gd name="T27" fmla="*/ 24 h 46"/>
                <a:gd name="T28" fmla="*/ 10 w 41"/>
                <a:gd name="T29" fmla="*/ 17 h 46"/>
                <a:gd name="T30" fmla="*/ 11 w 41"/>
                <a:gd name="T31" fmla="*/ 12 h 46"/>
                <a:gd name="T32" fmla="*/ 13 w 41"/>
                <a:gd name="T33" fmla="*/ 4 h 46"/>
                <a:gd name="T34" fmla="*/ 12 w 41"/>
                <a:gd name="T35" fmla="*/ 2 h 46"/>
                <a:gd name="T36" fmla="*/ 8 w 41"/>
                <a:gd name="T37" fmla="*/ 0 h 46"/>
                <a:gd name="T38" fmla="*/ 5 w 41"/>
                <a:gd name="T39" fmla="*/ 2 h 46"/>
                <a:gd name="T40" fmla="*/ 2 w 41"/>
                <a:gd name="T41" fmla="*/ 5 h 46"/>
                <a:gd name="T42" fmla="*/ 2 w 41"/>
                <a:gd name="T43" fmla="*/ 10 h 46"/>
                <a:gd name="T44" fmla="*/ 1 w 41"/>
                <a:gd name="T45" fmla="*/ 13 h 46"/>
                <a:gd name="T46" fmla="*/ 0 w 41"/>
                <a:gd name="T47" fmla="*/ 25 h 46"/>
                <a:gd name="T48" fmla="*/ 0 w 41"/>
                <a:gd name="T49" fmla="*/ 33 h 46"/>
                <a:gd name="T50" fmla="*/ 1 w 41"/>
                <a:gd name="T51" fmla="*/ 43 h 46"/>
                <a:gd name="T52" fmla="*/ 5 w 41"/>
                <a:gd name="T53"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1" h="46">
                  <a:moveTo>
                    <a:pt x="5" y="46"/>
                  </a:moveTo>
                  <a:cubicBezTo>
                    <a:pt x="7" y="46"/>
                    <a:pt x="9" y="46"/>
                    <a:pt x="10" y="45"/>
                  </a:cubicBezTo>
                  <a:cubicBezTo>
                    <a:pt x="11" y="44"/>
                    <a:pt x="11" y="43"/>
                    <a:pt x="12" y="40"/>
                  </a:cubicBezTo>
                  <a:cubicBezTo>
                    <a:pt x="13" y="32"/>
                    <a:pt x="16" y="25"/>
                    <a:pt x="20" y="19"/>
                  </a:cubicBezTo>
                  <a:cubicBezTo>
                    <a:pt x="25" y="12"/>
                    <a:pt x="29" y="9"/>
                    <a:pt x="31" y="9"/>
                  </a:cubicBezTo>
                  <a:cubicBezTo>
                    <a:pt x="31" y="9"/>
                    <a:pt x="32" y="10"/>
                    <a:pt x="33" y="11"/>
                  </a:cubicBezTo>
                  <a:cubicBezTo>
                    <a:pt x="34" y="12"/>
                    <a:pt x="36" y="13"/>
                    <a:pt x="38" y="13"/>
                  </a:cubicBezTo>
                  <a:cubicBezTo>
                    <a:pt x="39" y="13"/>
                    <a:pt x="40" y="12"/>
                    <a:pt x="40" y="11"/>
                  </a:cubicBezTo>
                  <a:cubicBezTo>
                    <a:pt x="41" y="10"/>
                    <a:pt x="41" y="9"/>
                    <a:pt x="41" y="8"/>
                  </a:cubicBezTo>
                  <a:cubicBezTo>
                    <a:pt x="41" y="6"/>
                    <a:pt x="40" y="4"/>
                    <a:pt x="38" y="2"/>
                  </a:cubicBezTo>
                  <a:cubicBezTo>
                    <a:pt x="37" y="1"/>
                    <a:pt x="34" y="0"/>
                    <a:pt x="32" y="0"/>
                  </a:cubicBezTo>
                  <a:cubicBezTo>
                    <a:pt x="28" y="0"/>
                    <a:pt x="24" y="2"/>
                    <a:pt x="20" y="6"/>
                  </a:cubicBezTo>
                  <a:cubicBezTo>
                    <a:pt x="17" y="10"/>
                    <a:pt x="13" y="16"/>
                    <a:pt x="10" y="22"/>
                  </a:cubicBezTo>
                  <a:cubicBezTo>
                    <a:pt x="9" y="24"/>
                    <a:pt x="9" y="24"/>
                    <a:pt x="9" y="24"/>
                  </a:cubicBezTo>
                  <a:cubicBezTo>
                    <a:pt x="10" y="17"/>
                    <a:pt x="10" y="17"/>
                    <a:pt x="10" y="17"/>
                  </a:cubicBezTo>
                  <a:cubicBezTo>
                    <a:pt x="10" y="16"/>
                    <a:pt x="11" y="14"/>
                    <a:pt x="11" y="12"/>
                  </a:cubicBezTo>
                  <a:cubicBezTo>
                    <a:pt x="12" y="8"/>
                    <a:pt x="13" y="6"/>
                    <a:pt x="13" y="4"/>
                  </a:cubicBezTo>
                  <a:cubicBezTo>
                    <a:pt x="13" y="3"/>
                    <a:pt x="13" y="3"/>
                    <a:pt x="12" y="2"/>
                  </a:cubicBezTo>
                  <a:cubicBezTo>
                    <a:pt x="11" y="1"/>
                    <a:pt x="10" y="0"/>
                    <a:pt x="8" y="0"/>
                  </a:cubicBezTo>
                  <a:cubicBezTo>
                    <a:pt x="7" y="0"/>
                    <a:pt x="6" y="1"/>
                    <a:pt x="5" y="2"/>
                  </a:cubicBezTo>
                  <a:cubicBezTo>
                    <a:pt x="4" y="3"/>
                    <a:pt x="3" y="4"/>
                    <a:pt x="2" y="5"/>
                  </a:cubicBezTo>
                  <a:cubicBezTo>
                    <a:pt x="2" y="6"/>
                    <a:pt x="2" y="7"/>
                    <a:pt x="2" y="10"/>
                  </a:cubicBezTo>
                  <a:cubicBezTo>
                    <a:pt x="2" y="11"/>
                    <a:pt x="1" y="12"/>
                    <a:pt x="1" y="13"/>
                  </a:cubicBezTo>
                  <a:cubicBezTo>
                    <a:pt x="1" y="17"/>
                    <a:pt x="1" y="21"/>
                    <a:pt x="0" y="25"/>
                  </a:cubicBezTo>
                  <a:cubicBezTo>
                    <a:pt x="0" y="28"/>
                    <a:pt x="0" y="31"/>
                    <a:pt x="0" y="33"/>
                  </a:cubicBezTo>
                  <a:cubicBezTo>
                    <a:pt x="0" y="38"/>
                    <a:pt x="1" y="41"/>
                    <a:pt x="1" y="43"/>
                  </a:cubicBezTo>
                  <a:cubicBezTo>
                    <a:pt x="2" y="45"/>
                    <a:pt x="4" y="46"/>
                    <a:pt x="5"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370"/>
            <p:cNvSpPr>
              <a:spLocks/>
            </p:cNvSpPr>
            <p:nvPr/>
          </p:nvSpPr>
          <p:spPr bwMode="auto">
            <a:xfrm>
              <a:off x="11139488" y="2320926"/>
              <a:ext cx="76200" cy="65088"/>
            </a:xfrm>
            <a:custGeom>
              <a:avLst/>
              <a:gdLst>
                <a:gd name="T0" fmla="*/ 12 w 52"/>
                <a:gd name="T1" fmla="*/ 1 h 43"/>
                <a:gd name="T2" fmla="*/ 8 w 52"/>
                <a:gd name="T3" fmla="*/ 0 h 43"/>
                <a:gd name="T4" fmla="*/ 4 w 52"/>
                <a:gd name="T5" fmla="*/ 2 h 43"/>
                <a:gd name="T6" fmla="*/ 3 w 52"/>
                <a:gd name="T7" fmla="*/ 6 h 43"/>
                <a:gd name="T8" fmla="*/ 1 w 52"/>
                <a:gd name="T9" fmla="*/ 28 h 43"/>
                <a:gd name="T10" fmla="*/ 0 w 52"/>
                <a:gd name="T11" fmla="*/ 37 h 43"/>
                <a:gd name="T12" fmla="*/ 6 w 52"/>
                <a:gd name="T13" fmla="*/ 43 h 43"/>
                <a:gd name="T14" fmla="*/ 8 w 52"/>
                <a:gd name="T15" fmla="*/ 41 h 43"/>
                <a:gd name="T16" fmla="*/ 9 w 52"/>
                <a:gd name="T17" fmla="*/ 39 h 43"/>
                <a:gd name="T18" fmla="*/ 18 w 52"/>
                <a:gd name="T19" fmla="*/ 23 h 43"/>
                <a:gd name="T20" fmla="*/ 29 w 52"/>
                <a:gd name="T21" fmla="*/ 12 h 43"/>
                <a:gd name="T22" fmla="*/ 33 w 52"/>
                <a:gd name="T23" fmla="*/ 22 h 43"/>
                <a:gd name="T24" fmla="*/ 35 w 52"/>
                <a:gd name="T25" fmla="*/ 36 h 43"/>
                <a:gd name="T26" fmla="*/ 35 w 52"/>
                <a:gd name="T27" fmla="*/ 36 h 43"/>
                <a:gd name="T28" fmla="*/ 42 w 52"/>
                <a:gd name="T29" fmla="*/ 40 h 43"/>
                <a:gd name="T30" fmla="*/ 49 w 52"/>
                <a:gd name="T31" fmla="*/ 38 h 43"/>
                <a:gd name="T32" fmla="*/ 52 w 52"/>
                <a:gd name="T33" fmla="*/ 33 h 43"/>
                <a:gd name="T34" fmla="*/ 50 w 52"/>
                <a:gd name="T35" fmla="*/ 31 h 43"/>
                <a:gd name="T36" fmla="*/ 47 w 52"/>
                <a:gd name="T37" fmla="*/ 32 h 43"/>
                <a:gd name="T38" fmla="*/ 45 w 52"/>
                <a:gd name="T39" fmla="*/ 32 h 43"/>
                <a:gd name="T40" fmla="*/ 41 w 52"/>
                <a:gd name="T41" fmla="*/ 17 h 43"/>
                <a:gd name="T42" fmla="*/ 30 w 52"/>
                <a:gd name="T43" fmla="*/ 2 h 43"/>
                <a:gd name="T44" fmla="*/ 10 w 52"/>
                <a:gd name="T45" fmla="*/ 23 h 43"/>
                <a:gd name="T46" fmla="*/ 13 w 52"/>
                <a:gd name="T47" fmla="*/ 8 h 43"/>
                <a:gd name="T48" fmla="*/ 12 w 52"/>
                <a:gd name="T49" fmla="*/ 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2" h="43">
                  <a:moveTo>
                    <a:pt x="12" y="1"/>
                  </a:moveTo>
                  <a:cubicBezTo>
                    <a:pt x="11" y="0"/>
                    <a:pt x="9" y="0"/>
                    <a:pt x="8" y="0"/>
                  </a:cubicBezTo>
                  <a:cubicBezTo>
                    <a:pt x="7" y="0"/>
                    <a:pt x="5" y="1"/>
                    <a:pt x="4" y="2"/>
                  </a:cubicBezTo>
                  <a:cubicBezTo>
                    <a:pt x="3" y="4"/>
                    <a:pt x="3" y="5"/>
                    <a:pt x="3" y="6"/>
                  </a:cubicBezTo>
                  <a:cubicBezTo>
                    <a:pt x="3" y="15"/>
                    <a:pt x="2" y="22"/>
                    <a:pt x="1" y="28"/>
                  </a:cubicBezTo>
                  <a:cubicBezTo>
                    <a:pt x="0" y="33"/>
                    <a:pt x="0" y="36"/>
                    <a:pt x="0" y="37"/>
                  </a:cubicBezTo>
                  <a:cubicBezTo>
                    <a:pt x="0" y="41"/>
                    <a:pt x="2" y="43"/>
                    <a:pt x="6" y="43"/>
                  </a:cubicBezTo>
                  <a:cubicBezTo>
                    <a:pt x="7" y="43"/>
                    <a:pt x="7" y="42"/>
                    <a:pt x="8" y="41"/>
                  </a:cubicBezTo>
                  <a:cubicBezTo>
                    <a:pt x="9" y="41"/>
                    <a:pt x="9" y="40"/>
                    <a:pt x="9" y="39"/>
                  </a:cubicBezTo>
                  <a:cubicBezTo>
                    <a:pt x="11" y="35"/>
                    <a:pt x="14" y="30"/>
                    <a:pt x="18" y="23"/>
                  </a:cubicBezTo>
                  <a:cubicBezTo>
                    <a:pt x="23" y="15"/>
                    <a:pt x="27" y="12"/>
                    <a:pt x="29" y="12"/>
                  </a:cubicBezTo>
                  <a:cubicBezTo>
                    <a:pt x="31" y="12"/>
                    <a:pt x="32" y="15"/>
                    <a:pt x="33" y="22"/>
                  </a:cubicBezTo>
                  <a:cubicBezTo>
                    <a:pt x="33" y="29"/>
                    <a:pt x="34" y="34"/>
                    <a:pt x="35" y="36"/>
                  </a:cubicBezTo>
                  <a:cubicBezTo>
                    <a:pt x="35" y="36"/>
                    <a:pt x="35" y="36"/>
                    <a:pt x="35" y="36"/>
                  </a:cubicBezTo>
                  <a:cubicBezTo>
                    <a:pt x="37" y="39"/>
                    <a:pt x="39" y="40"/>
                    <a:pt x="42" y="40"/>
                  </a:cubicBezTo>
                  <a:cubicBezTo>
                    <a:pt x="45" y="40"/>
                    <a:pt x="47" y="39"/>
                    <a:pt x="49" y="38"/>
                  </a:cubicBezTo>
                  <a:cubicBezTo>
                    <a:pt x="51" y="36"/>
                    <a:pt x="52" y="35"/>
                    <a:pt x="52" y="33"/>
                  </a:cubicBezTo>
                  <a:cubicBezTo>
                    <a:pt x="52" y="32"/>
                    <a:pt x="51" y="31"/>
                    <a:pt x="50" y="31"/>
                  </a:cubicBezTo>
                  <a:cubicBezTo>
                    <a:pt x="49" y="31"/>
                    <a:pt x="48" y="31"/>
                    <a:pt x="47" y="32"/>
                  </a:cubicBezTo>
                  <a:cubicBezTo>
                    <a:pt x="47" y="32"/>
                    <a:pt x="46" y="32"/>
                    <a:pt x="45" y="32"/>
                  </a:cubicBezTo>
                  <a:cubicBezTo>
                    <a:pt x="44" y="32"/>
                    <a:pt x="43" y="27"/>
                    <a:pt x="41" y="17"/>
                  </a:cubicBezTo>
                  <a:cubicBezTo>
                    <a:pt x="40" y="7"/>
                    <a:pt x="37" y="2"/>
                    <a:pt x="30" y="2"/>
                  </a:cubicBezTo>
                  <a:cubicBezTo>
                    <a:pt x="23" y="2"/>
                    <a:pt x="16" y="9"/>
                    <a:pt x="10" y="23"/>
                  </a:cubicBezTo>
                  <a:cubicBezTo>
                    <a:pt x="12" y="15"/>
                    <a:pt x="13" y="10"/>
                    <a:pt x="13" y="8"/>
                  </a:cubicBezTo>
                  <a:cubicBezTo>
                    <a:pt x="13" y="4"/>
                    <a:pt x="12" y="2"/>
                    <a:pt x="1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371"/>
            <p:cNvSpPr>
              <a:spLocks/>
            </p:cNvSpPr>
            <p:nvPr/>
          </p:nvSpPr>
          <p:spPr bwMode="auto">
            <a:xfrm>
              <a:off x="11237913" y="2286001"/>
              <a:ext cx="19050" cy="17463"/>
            </a:xfrm>
            <a:custGeom>
              <a:avLst/>
              <a:gdLst>
                <a:gd name="T0" fmla="*/ 11 w 13"/>
                <a:gd name="T1" fmla="*/ 10 h 12"/>
                <a:gd name="T2" fmla="*/ 13 w 13"/>
                <a:gd name="T3" fmla="*/ 5 h 12"/>
                <a:gd name="T4" fmla="*/ 12 w 13"/>
                <a:gd name="T5" fmla="*/ 1 h 12"/>
                <a:gd name="T6" fmla="*/ 7 w 13"/>
                <a:gd name="T7" fmla="*/ 0 h 12"/>
                <a:gd name="T8" fmla="*/ 2 w 13"/>
                <a:gd name="T9" fmla="*/ 2 h 12"/>
                <a:gd name="T10" fmla="*/ 0 w 13"/>
                <a:gd name="T11" fmla="*/ 6 h 12"/>
                <a:gd name="T12" fmla="*/ 2 w 13"/>
                <a:gd name="T13" fmla="*/ 10 h 12"/>
                <a:gd name="T14" fmla="*/ 6 w 13"/>
                <a:gd name="T15" fmla="*/ 12 h 12"/>
                <a:gd name="T16" fmla="*/ 11 w 13"/>
                <a:gd name="T17"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2">
                  <a:moveTo>
                    <a:pt x="11" y="10"/>
                  </a:moveTo>
                  <a:cubicBezTo>
                    <a:pt x="12" y="9"/>
                    <a:pt x="13" y="7"/>
                    <a:pt x="13" y="5"/>
                  </a:cubicBezTo>
                  <a:cubicBezTo>
                    <a:pt x="13" y="4"/>
                    <a:pt x="13" y="2"/>
                    <a:pt x="12" y="1"/>
                  </a:cubicBezTo>
                  <a:cubicBezTo>
                    <a:pt x="10" y="0"/>
                    <a:pt x="9" y="0"/>
                    <a:pt x="7" y="0"/>
                  </a:cubicBezTo>
                  <a:cubicBezTo>
                    <a:pt x="5" y="0"/>
                    <a:pt x="3" y="0"/>
                    <a:pt x="2" y="2"/>
                  </a:cubicBezTo>
                  <a:cubicBezTo>
                    <a:pt x="0" y="3"/>
                    <a:pt x="0" y="4"/>
                    <a:pt x="0" y="6"/>
                  </a:cubicBezTo>
                  <a:cubicBezTo>
                    <a:pt x="0" y="8"/>
                    <a:pt x="0" y="9"/>
                    <a:pt x="2" y="10"/>
                  </a:cubicBezTo>
                  <a:cubicBezTo>
                    <a:pt x="3" y="12"/>
                    <a:pt x="4" y="12"/>
                    <a:pt x="6" y="12"/>
                  </a:cubicBezTo>
                  <a:cubicBezTo>
                    <a:pt x="7" y="12"/>
                    <a:pt x="9" y="12"/>
                    <a:pt x="1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372"/>
            <p:cNvSpPr>
              <a:spLocks/>
            </p:cNvSpPr>
            <p:nvPr/>
          </p:nvSpPr>
          <p:spPr bwMode="auto">
            <a:xfrm>
              <a:off x="11223625" y="2319338"/>
              <a:ext cx="22225" cy="68263"/>
            </a:xfrm>
            <a:custGeom>
              <a:avLst/>
              <a:gdLst>
                <a:gd name="T0" fmla="*/ 2 w 15"/>
                <a:gd name="T1" fmla="*/ 20 h 45"/>
                <a:gd name="T2" fmla="*/ 0 w 15"/>
                <a:gd name="T3" fmla="*/ 37 h 45"/>
                <a:gd name="T4" fmla="*/ 5 w 15"/>
                <a:gd name="T5" fmla="*/ 45 h 45"/>
                <a:gd name="T6" fmla="*/ 9 w 15"/>
                <a:gd name="T7" fmla="*/ 44 h 45"/>
                <a:gd name="T8" fmla="*/ 11 w 15"/>
                <a:gd name="T9" fmla="*/ 41 h 45"/>
                <a:gd name="T10" fmla="*/ 11 w 15"/>
                <a:gd name="T11" fmla="*/ 40 h 45"/>
                <a:gd name="T12" fmla="*/ 10 w 15"/>
                <a:gd name="T13" fmla="*/ 33 h 45"/>
                <a:gd name="T14" fmla="*/ 10 w 15"/>
                <a:gd name="T15" fmla="*/ 25 h 45"/>
                <a:gd name="T16" fmla="*/ 13 w 15"/>
                <a:gd name="T17" fmla="*/ 12 h 45"/>
                <a:gd name="T18" fmla="*/ 13 w 15"/>
                <a:gd name="T19" fmla="*/ 11 h 45"/>
                <a:gd name="T20" fmla="*/ 15 w 15"/>
                <a:gd name="T21" fmla="*/ 5 h 45"/>
                <a:gd name="T22" fmla="*/ 13 w 15"/>
                <a:gd name="T23" fmla="*/ 2 h 45"/>
                <a:gd name="T24" fmla="*/ 9 w 15"/>
                <a:gd name="T25" fmla="*/ 0 h 45"/>
                <a:gd name="T26" fmla="*/ 5 w 15"/>
                <a:gd name="T27" fmla="*/ 2 h 45"/>
                <a:gd name="T28" fmla="*/ 4 w 15"/>
                <a:gd name="T29" fmla="*/ 7 h 45"/>
                <a:gd name="T30" fmla="*/ 2 w 15"/>
                <a:gd name="T31" fmla="*/ 16 h 45"/>
                <a:gd name="T32" fmla="*/ 2 w 15"/>
                <a:gd name="T33" fmla="*/ 16 h 45"/>
                <a:gd name="T34" fmla="*/ 2 w 15"/>
                <a:gd name="T35" fmla="*/ 2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45">
                  <a:moveTo>
                    <a:pt x="2" y="20"/>
                  </a:moveTo>
                  <a:cubicBezTo>
                    <a:pt x="0" y="27"/>
                    <a:pt x="0" y="32"/>
                    <a:pt x="0" y="37"/>
                  </a:cubicBezTo>
                  <a:cubicBezTo>
                    <a:pt x="0" y="43"/>
                    <a:pt x="2" y="45"/>
                    <a:pt x="5" y="45"/>
                  </a:cubicBezTo>
                  <a:cubicBezTo>
                    <a:pt x="7" y="45"/>
                    <a:pt x="8" y="45"/>
                    <a:pt x="9" y="44"/>
                  </a:cubicBezTo>
                  <a:cubicBezTo>
                    <a:pt x="10" y="43"/>
                    <a:pt x="11" y="42"/>
                    <a:pt x="11" y="41"/>
                  </a:cubicBezTo>
                  <a:cubicBezTo>
                    <a:pt x="11" y="41"/>
                    <a:pt x="11" y="40"/>
                    <a:pt x="11" y="40"/>
                  </a:cubicBezTo>
                  <a:cubicBezTo>
                    <a:pt x="10" y="37"/>
                    <a:pt x="10" y="35"/>
                    <a:pt x="10" y="33"/>
                  </a:cubicBezTo>
                  <a:cubicBezTo>
                    <a:pt x="10" y="31"/>
                    <a:pt x="10" y="28"/>
                    <a:pt x="10" y="25"/>
                  </a:cubicBezTo>
                  <a:cubicBezTo>
                    <a:pt x="11" y="22"/>
                    <a:pt x="11" y="17"/>
                    <a:pt x="13" y="12"/>
                  </a:cubicBezTo>
                  <a:cubicBezTo>
                    <a:pt x="13" y="11"/>
                    <a:pt x="13" y="11"/>
                    <a:pt x="13" y="11"/>
                  </a:cubicBezTo>
                  <a:cubicBezTo>
                    <a:pt x="14" y="8"/>
                    <a:pt x="15" y="6"/>
                    <a:pt x="15" y="5"/>
                  </a:cubicBezTo>
                  <a:cubicBezTo>
                    <a:pt x="15" y="3"/>
                    <a:pt x="14" y="2"/>
                    <a:pt x="13" y="2"/>
                  </a:cubicBezTo>
                  <a:cubicBezTo>
                    <a:pt x="12" y="1"/>
                    <a:pt x="11" y="0"/>
                    <a:pt x="9" y="0"/>
                  </a:cubicBezTo>
                  <a:cubicBezTo>
                    <a:pt x="7" y="0"/>
                    <a:pt x="6" y="1"/>
                    <a:pt x="5" y="2"/>
                  </a:cubicBezTo>
                  <a:cubicBezTo>
                    <a:pt x="4" y="4"/>
                    <a:pt x="4" y="5"/>
                    <a:pt x="4" y="7"/>
                  </a:cubicBezTo>
                  <a:cubicBezTo>
                    <a:pt x="4" y="8"/>
                    <a:pt x="3" y="11"/>
                    <a:pt x="2" y="16"/>
                  </a:cubicBezTo>
                  <a:cubicBezTo>
                    <a:pt x="2" y="16"/>
                    <a:pt x="2" y="16"/>
                    <a:pt x="2" y="16"/>
                  </a:cubicBezTo>
                  <a:cubicBezTo>
                    <a:pt x="2" y="17"/>
                    <a:pt x="2" y="19"/>
                    <a:pt x="2"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373"/>
            <p:cNvSpPr>
              <a:spLocks/>
            </p:cNvSpPr>
            <p:nvPr/>
          </p:nvSpPr>
          <p:spPr bwMode="auto">
            <a:xfrm>
              <a:off x="11256963" y="2320926"/>
              <a:ext cx="77788" cy="65088"/>
            </a:xfrm>
            <a:custGeom>
              <a:avLst/>
              <a:gdLst>
                <a:gd name="T0" fmla="*/ 12 w 52"/>
                <a:gd name="T1" fmla="*/ 1 h 43"/>
                <a:gd name="T2" fmla="*/ 9 w 52"/>
                <a:gd name="T3" fmla="*/ 0 h 43"/>
                <a:gd name="T4" fmla="*/ 5 w 52"/>
                <a:gd name="T5" fmla="*/ 2 h 43"/>
                <a:gd name="T6" fmla="*/ 3 w 52"/>
                <a:gd name="T7" fmla="*/ 6 h 43"/>
                <a:gd name="T8" fmla="*/ 2 w 52"/>
                <a:gd name="T9" fmla="*/ 28 h 43"/>
                <a:gd name="T10" fmla="*/ 0 w 52"/>
                <a:gd name="T11" fmla="*/ 37 h 43"/>
                <a:gd name="T12" fmla="*/ 7 w 52"/>
                <a:gd name="T13" fmla="*/ 43 h 43"/>
                <a:gd name="T14" fmla="*/ 9 w 52"/>
                <a:gd name="T15" fmla="*/ 41 h 43"/>
                <a:gd name="T16" fmla="*/ 10 w 52"/>
                <a:gd name="T17" fmla="*/ 39 h 43"/>
                <a:gd name="T18" fmla="*/ 19 w 52"/>
                <a:gd name="T19" fmla="*/ 23 h 43"/>
                <a:gd name="T20" fmla="*/ 29 w 52"/>
                <a:gd name="T21" fmla="*/ 12 h 43"/>
                <a:gd name="T22" fmla="*/ 33 w 52"/>
                <a:gd name="T23" fmla="*/ 22 h 43"/>
                <a:gd name="T24" fmla="*/ 36 w 52"/>
                <a:gd name="T25" fmla="*/ 36 h 43"/>
                <a:gd name="T26" fmla="*/ 36 w 52"/>
                <a:gd name="T27" fmla="*/ 36 h 43"/>
                <a:gd name="T28" fmla="*/ 43 w 52"/>
                <a:gd name="T29" fmla="*/ 40 h 43"/>
                <a:gd name="T30" fmla="*/ 50 w 52"/>
                <a:gd name="T31" fmla="*/ 38 h 43"/>
                <a:gd name="T32" fmla="*/ 52 w 52"/>
                <a:gd name="T33" fmla="*/ 33 h 43"/>
                <a:gd name="T34" fmla="*/ 50 w 52"/>
                <a:gd name="T35" fmla="*/ 31 h 43"/>
                <a:gd name="T36" fmla="*/ 48 w 52"/>
                <a:gd name="T37" fmla="*/ 32 h 43"/>
                <a:gd name="T38" fmla="*/ 46 w 52"/>
                <a:gd name="T39" fmla="*/ 32 h 43"/>
                <a:gd name="T40" fmla="*/ 42 w 52"/>
                <a:gd name="T41" fmla="*/ 17 h 43"/>
                <a:gd name="T42" fmla="*/ 31 w 52"/>
                <a:gd name="T43" fmla="*/ 2 h 43"/>
                <a:gd name="T44" fmla="*/ 11 w 52"/>
                <a:gd name="T45" fmla="*/ 23 h 43"/>
                <a:gd name="T46" fmla="*/ 13 w 52"/>
                <a:gd name="T47" fmla="*/ 8 h 43"/>
                <a:gd name="T48" fmla="*/ 12 w 52"/>
                <a:gd name="T49" fmla="*/ 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2" h="43">
                  <a:moveTo>
                    <a:pt x="12" y="1"/>
                  </a:moveTo>
                  <a:cubicBezTo>
                    <a:pt x="11" y="0"/>
                    <a:pt x="10" y="0"/>
                    <a:pt x="9" y="0"/>
                  </a:cubicBezTo>
                  <a:cubicBezTo>
                    <a:pt x="7" y="0"/>
                    <a:pt x="6" y="1"/>
                    <a:pt x="5" y="2"/>
                  </a:cubicBezTo>
                  <a:cubicBezTo>
                    <a:pt x="4" y="4"/>
                    <a:pt x="3" y="5"/>
                    <a:pt x="3" y="6"/>
                  </a:cubicBezTo>
                  <a:cubicBezTo>
                    <a:pt x="3" y="15"/>
                    <a:pt x="3" y="22"/>
                    <a:pt x="2" y="28"/>
                  </a:cubicBezTo>
                  <a:cubicBezTo>
                    <a:pt x="1" y="33"/>
                    <a:pt x="0" y="36"/>
                    <a:pt x="0" y="37"/>
                  </a:cubicBezTo>
                  <a:cubicBezTo>
                    <a:pt x="0" y="41"/>
                    <a:pt x="3" y="43"/>
                    <a:pt x="7" y="43"/>
                  </a:cubicBezTo>
                  <a:cubicBezTo>
                    <a:pt x="7" y="43"/>
                    <a:pt x="8" y="42"/>
                    <a:pt x="9" y="41"/>
                  </a:cubicBezTo>
                  <a:cubicBezTo>
                    <a:pt x="9" y="41"/>
                    <a:pt x="10" y="40"/>
                    <a:pt x="10" y="39"/>
                  </a:cubicBezTo>
                  <a:cubicBezTo>
                    <a:pt x="11" y="35"/>
                    <a:pt x="14" y="30"/>
                    <a:pt x="19" y="23"/>
                  </a:cubicBezTo>
                  <a:cubicBezTo>
                    <a:pt x="24" y="15"/>
                    <a:pt x="27" y="12"/>
                    <a:pt x="29" y="12"/>
                  </a:cubicBezTo>
                  <a:cubicBezTo>
                    <a:pt x="31" y="12"/>
                    <a:pt x="33" y="15"/>
                    <a:pt x="33" y="22"/>
                  </a:cubicBezTo>
                  <a:cubicBezTo>
                    <a:pt x="34" y="29"/>
                    <a:pt x="35" y="34"/>
                    <a:pt x="36" y="36"/>
                  </a:cubicBezTo>
                  <a:cubicBezTo>
                    <a:pt x="36" y="36"/>
                    <a:pt x="36" y="36"/>
                    <a:pt x="36" y="36"/>
                  </a:cubicBezTo>
                  <a:cubicBezTo>
                    <a:pt x="37" y="39"/>
                    <a:pt x="40" y="40"/>
                    <a:pt x="43" y="40"/>
                  </a:cubicBezTo>
                  <a:cubicBezTo>
                    <a:pt x="46" y="40"/>
                    <a:pt x="48" y="39"/>
                    <a:pt x="50" y="38"/>
                  </a:cubicBezTo>
                  <a:cubicBezTo>
                    <a:pt x="51" y="36"/>
                    <a:pt x="52" y="35"/>
                    <a:pt x="52" y="33"/>
                  </a:cubicBezTo>
                  <a:cubicBezTo>
                    <a:pt x="52" y="32"/>
                    <a:pt x="52" y="31"/>
                    <a:pt x="50" y="31"/>
                  </a:cubicBezTo>
                  <a:cubicBezTo>
                    <a:pt x="50" y="31"/>
                    <a:pt x="49" y="31"/>
                    <a:pt x="48" y="32"/>
                  </a:cubicBezTo>
                  <a:cubicBezTo>
                    <a:pt x="47" y="32"/>
                    <a:pt x="47" y="32"/>
                    <a:pt x="46" y="32"/>
                  </a:cubicBezTo>
                  <a:cubicBezTo>
                    <a:pt x="44" y="32"/>
                    <a:pt x="43" y="27"/>
                    <a:pt x="42" y="17"/>
                  </a:cubicBezTo>
                  <a:cubicBezTo>
                    <a:pt x="41" y="7"/>
                    <a:pt x="37" y="2"/>
                    <a:pt x="31" y="2"/>
                  </a:cubicBezTo>
                  <a:cubicBezTo>
                    <a:pt x="24" y="2"/>
                    <a:pt x="17" y="9"/>
                    <a:pt x="11" y="23"/>
                  </a:cubicBezTo>
                  <a:cubicBezTo>
                    <a:pt x="13" y="15"/>
                    <a:pt x="13" y="10"/>
                    <a:pt x="13" y="8"/>
                  </a:cubicBezTo>
                  <a:cubicBezTo>
                    <a:pt x="13" y="4"/>
                    <a:pt x="13" y="2"/>
                    <a:pt x="1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Freeform 374"/>
            <p:cNvSpPr>
              <a:spLocks noEditPoints="1"/>
            </p:cNvSpPr>
            <p:nvPr/>
          </p:nvSpPr>
          <p:spPr bwMode="auto">
            <a:xfrm>
              <a:off x="11326813" y="2319338"/>
              <a:ext cx="77788" cy="103188"/>
            </a:xfrm>
            <a:custGeom>
              <a:avLst/>
              <a:gdLst>
                <a:gd name="T0" fmla="*/ 24 w 52"/>
                <a:gd name="T1" fmla="*/ 61 h 70"/>
                <a:gd name="T2" fmla="*/ 8 w 52"/>
                <a:gd name="T3" fmla="*/ 55 h 70"/>
                <a:gd name="T4" fmla="*/ 3 w 52"/>
                <a:gd name="T5" fmla="*/ 53 h 70"/>
                <a:gd name="T6" fmla="*/ 0 w 52"/>
                <a:gd name="T7" fmla="*/ 56 h 70"/>
                <a:gd name="T8" fmla="*/ 8 w 52"/>
                <a:gd name="T9" fmla="*/ 65 h 70"/>
                <a:gd name="T10" fmla="*/ 24 w 52"/>
                <a:gd name="T11" fmla="*/ 70 h 70"/>
                <a:gd name="T12" fmla="*/ 38 w 52"/>
                <a:gd name="T13" fmla="*/ 64 h 70"/>
                <a:gd name="T14" fmla="*/ 46 w 52"/>
                <a:gd name="T15" fmla="*/ 43 h 70"/>
                <a:gd name="T16" fmla="*/ 48 w 52"/>
                <a:gd name="T17" fmla="*/ 22 h 70"/>
                <a:gd name="T18" fmla="*/ 50 w 52"/>
                <a:gd name="T19" fmla="*/ 14 h 70"/>
                <a:gd name="T20" fmla="*/ 52 w 52"/>
                <a:gd name="T21" fmla="*/ 9 h 70"/>
                <a:gd name="T22" fmla="*/ 51 w 52"/>
                <a:gd name="T23" fmla="*/ 6 h 70"/>
                <a:gd name="T24" fmla="*/ 49 w 52"/>
                <a:gd name="T25" fmla="*/ 3 h 70"/>
                <a:gd name="T26" fmla="*/ 48 w 52"/>
                <a:gd name="T27" fmla="*/ 2 h 70"/>
                <a:gd name="T28" fmla="*/ 42 w 52"/>
                <a:gd name="T29" fmla="*/ 0 h 70"/>
                <a:gd name="T30" fmla="*/ 26 w 52"/>
                <a:gd name="T31" fmla="*/ 6 h 70"/>
                <a:gd name="T32" fmla="*/ 13 w 52"/>
                <a:gd name="T33" fmla="*/ 20 h 70"/>
                <a:gd name="T34" fmla="*/ 8 w 52"/>
                <a:gd name="T35" fmla="*/ 34 h 70"/>
                <a:gd name="T36" fmla="*/ 11 w 52"/>
                <a:gd name="T37" fmla="*/ 41 h 70"/>
                <a:gd name="T38" fmla="*/ 17 w 52"/>
                <a:gd name="T39" fmla="*/ 43 h 70"/>
                <a:gd name="T40" fmla="*/ 28 w 52"/>
                <a:gd name="T41" fmla="*/ 40 h 70"/>
                <a:gd name="T42" fmla="*/ 38 w 52"/>
                <a:gd name="T43" fmla="*/ 32 h 70"/>
                <a:gd name="T44" fmla="*/ 33 w 52"/>
                <a:gd name="T45" fmla="*/ 55 h 70"/>
                <a:gd name="T46" fmla="*/ 24 w 52"/>
                <a:gd name="T47" fmla="*/ 61 h 70"/>
                <a:gd name="T48" fmla="*/ 30 w 52"/>
                <a:gd name="T49" fmla="*/ 30 h 70"/>
                <a:gd name="T50" fmla="*/ 20 w 52"/>
                <a:gd name="T51" fmla="*/ 35 h 70"/>
                <a:gd name="T52" fmla="*/ 18 w 52"/>
                <a:gd name="T53" fmla="*/ 32 h 70"/>
                <a:gd name="T54" fmla="*/ 22 w 52"/>
                <a:gd name="T55" fmla="*/ 22 h 70"/>
                <a:gd name="T56" fmla="*/ 31 w 52"/>
                <a:gd name="T57" fmla="*/ 12 h 70"/>
                <a:gd name="T58" fmla="*/ 39 w 52"/>
                <a:gd name="T59" fmla="*/ 9 h 70"/>
                <a:gd name="T60" fmla="*/ 41 w 52"/>
                <a:gd name="T61" fmla="*/ 10 h 70"/>
                <a:gd name="T62" fmla="*/ 42 w 52"/>
                <a:gd name="T63" fmla="*/ 12 h 70"/>
                <a:gd name="T64" fmla="*/ 39 w 52"/>
                <a:gd name="T65" fmla="*/ 20 h 70"/>
                <a:gd name="T66" fmla="*/ 30 w 52"/>
                <a:gd name="T67" fmla="*/ 3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2" h="70">
                  <a:moveTo>
                    <a:pt x="24" y="61"/>
                  </a:moveTo>
                  <a:cubicBezTo>
                    <a:pt x="20" y="61"/>
                    <a:pt x="15" y="59"/>
                    <a:pt x="8" y="55"/>
                  </a:cubicBezTo>
                  <a:cubicBezTo>
                    <a:pt x="6" y="54"/>
                    <a:pt x="4" y="53"/>
                    <a:pt x="3" y="53"/>
                  </a:cubicBezTo>
                  <a:cubicBezTo>
                    <a:pt x="1" y="53"/>
                    <a:pt x="0" y="54"/>
                    <a:pt x="0" y="56"/>
                  </a:cubicBezTo>
                  <a:cubicBezTo>
                    <a:pt x="0" y="58"/>
                    <a:pt x="3" y="61"/>
                    <a:pt x="8" y="65"/>
                  </a:cubicBezTo>
                  <a:cubicBezTo>
                    <a:pt x="13" y="68"/>
                    <a:pt x="18" y="70"/>
                    <a:pt x="24" y="70"/>
                  </a:cubicBezTo>
                  <a:cubicBezTo>
                    <a:pt x="29" y="70"/>
                    <a:pt x="34" y="68"/>
                    <a:pt x="38" y="64"/>
                  </a:cubicBezTo>
                  <a:cubicBezTo>
                    <a:pt x="42" y="59"/>
                    <a:pt x="45" y="52"/>
                    <a:pt x="46" y="43"/>
                  </a:cubicBezTo>
                  <a:cubicBezTo>
                    <a:pt x="47" y="32"/>
                    <a:pt x="48" y="25"/>
                    <a:pt x="48" y="22"/>
                  </a:cubicBezTo>
                  <a:cubicBezTo>
                    <a:pt x="49" y="19"/>
                    <a:pt x="49" y="17"/>
                    <a:pt x="50" y="14"/>
                  </a:cubicBezTo>
                  <a:cubicBezTo>
                    <a:pt x="52" y="11"/>
                    <a:pt x="52" y="9"/>
                    <a:pt x="52" y="9"/>
                  </a:cubicBezTo>
                  <a:cubicBezTo>
                    <a:pt x="52" y="8"/>
                    <a:pt x="52" y="7"/>
                    <a:pt x="51" y="6"/>
                  </a:cubicBezTo>
                  <a:cubicBezTo>
                    <a:pt x="51" y="4"/>
                    <a:pt x="50" y="4"/>
                    <a:pt x="49" y="3"/>
                  </a:cubicBezTo>
                  <a:cubicBezTo>
                    <a:pt x="49" y="3"/>
                    <a:pt x="49" y="3"/>
                    <a:pt x="48" y="2"/>
                  </a:cubicBezTo>
                  <a:cubicBezTo>
                    <a:pt x="46" y="1"/>
                    <a:pt x="44" y="0"/>
                    <a:pt x="42" y="0"/>
                  </a:cubicBezTo>
                  <a:cubicBezTo>
                    <a:pt x="37" y="0"/>
                    <a:pt x="32" y="2"/>
                    <a:pt x="26" y="6"/>
                  </a:cubicBezTo>
                  <a:cubicBezTo>
                    <a:pt x="21" y="10"/>
                    <a:pt x="16" y="14"/>
                    <a:pt x="13" y="20"/>
                  </a:cubicBezTo>
                  <a:cubicBezTo>
                    <a:pt x="10" y="25"/>
                    <a:pt x="8" y="30"/>
                    <a:pt x="8" y="34"/>
                  </a:cubicBezTo>
                  <a:cubicBezTo>
                    <a:pt x="8" y="37"/>
                    <a:pt x="9" y="39"/>
                    <a:pt x="11" y="41"/>
                  </a:cubicBezTo>
                  <a:cubicBezTo>
                    <a:pt x="12" y="42"/>
                    <a:pt x="14" y="43"/>
                    <a:pt x="17" y="43"/>
                  </a:cubicBezTo>
                  <a:cubicBezTo>
                    <a:pt x="20" y="43"/>
                    <a:pt x="24" y="42"/>
                    <a:pt x="28" y="40"/>
                  </a:cubicBezTo>
                  <a:cubicBezTo>
                    <a:pt x="32" y="38"/>
                    <a:pt x="35" y="35"/>
                    <a:pt x="38" y="32"/>
                  </a:cubicBezTo>
                  <a:cubicBezTo>
                    <a:pt x="37" y="43"/>
                    <a:pt x="35" y="51"/>
                    <a:pt x="33" y="55"/>
                  </a:cubicBezTo>
                  <a:cubicBezTo>
                    <a:pt x="31" y="59"/>
                    <a:pt x="28" y="61"/>
                    <a:pt x="24" y="61"/>
                  </a:cubicBezTo>
                  <a:close/>
                  <a:moveTo>
                    <a:pt x="30" y="30"/>
                  </a:moveTo>
                  <a:cubicBezTo>
                    <a:pt x="27" y="33"/>
                    <a:pt x="23" y="35"/>
                    <a:pt x="20" y="35"/>
                  </a:cubicBezTo>
                  <a:cubicBezTo>
                    <a:pt x="19" y="35"/>
                    <a:pt x="18" y="34"/>
                    <a:pt x="18" y="32"/>
                  </a:cubicBezTo>
                  <a:cubicBezTo>
                    <a:pt x="18" y="30"/>
                    <a:pt x="19" y="26"/>
                    <a:pt x="22" y="22"/>
                  </a:cubicBezTo>
                  <a:cubicBezTo>
                    <a:pt x="25" y="18"/>
                    <a:pt x="28" y="15"/>
                    <a:pt x="31" y="12"/>
                  </a:cubicBezTo>
                  <a:cubicBezTo>
                    <a:pt x="35" y="10"/>
                    <a:pt x="37" y="9"/>
                    <a:pt x="39" y="9"/>
                  </a:cubicBezTo>
                  <a:cubicBezTo>
                    <a:pt x="40" y="9"/>
                    <a:pt x="41" y="9"/>
                    <a:pt x="41" y="10"/>
                  </a:cubicBezTo>
                  <a:cubicBezTo>
                    <a:pt x="41" y="10"/>
                    <a:pt x="42" y="11"/>
                    <a:pt x="42" y="12"/>
                  </a:cubicBezTo>
                  <a:cubicBezTo>
                    <a:pt x="42" y="14"/>
                    <a:pt x="41" y="17"/>
                    <a:pt x="39" y="20"/>
                  </a:cubicBezTo>
                  <a:cubicBezTo>
                    <a:pt x="36" y="24"/>
                    <a:pt x="34" y="27"/>
                    <a:pt x="30"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Freeform 375"/>
            <p:cNvSpPr>
              <a:spLocks/>
            </p:cNvSpPr>
            <p:nvPr/>
          </p:nvSpPr>
          <p:spPr bwMode="auto">
            <a:xfrm>
              <a:off x="11458575" y="2295526"/>
              <a:ext cx="60325" cy="92075"/>
            </a:xfrm>
            <a:custGeom>
              <a:avLst/>
              <a:gdLst>
                <a:gd name="T0" fmla="*/ 25 w 41"/>
                <a:gd name="T1" fmla="*/ 1 h 61"/>
                <a:gd name="T2" fmla="*/ 22 w 41"/>
                <a:gd name="T3" fmla="*/ 0 h 61"/>
                <a:gd name="T4" fmla="*/ 17 w 41"/>
                <a:gd name="T5" fmla="*/ 5 h 61"/>
                <a:gd name="T6" fmla="*/ 13 w 41"/>
                <a:gd name="T7" fmla="*/ 18 h 61"/>
                <a:gd name="T8" fmla="*/ 4 w 41"/>
                <a:gd name="T9" fmla="*/ 18 h 61"/>
                <a:gd name="T10" fmla="*/ 0 w 41"/>
                <a:gd name="T11" fmla="*/ 22 h 61"/>
                <a:gd name="T12" fmla="*/ 2 w 41"/>
                <a:gd name="T13" fmla="*/ 25 h 61"/>
                <a:gd name="T14" fmla="*/ 6 w 41"/>
                <a:gd name="T15" fmla="*/ 27 h 61"/>
                <a:gd name="T16" fmla="*/ 7 w 41"/>
                <a:gd name="T17" fmla="*/ 27 h 61"/>
                <a:gd name="T18" fmla="*/ 11 w 41"/>
                <a:gd name="T19" fmla="*/ 26 h 61"/>
                <a:gd name="T20" fmla="*/ 6 w 41"/>
                <a:gd name="T21" fmla="*/ 49 h 61"/>
                <a:gd name="T22" fmla="*/ 9 w 41"/>
                <a:gd name="T23" fmla="*/ 58 h 61"/>
                <a:gd name="T24" fmla="*/ 17 w 41"/>
                <a:gd name="T25" fmla="*/ 61 h 61"/>
                <a:gd name="T26" fmla="*/ 30 w 41"/>
                <a:gd name="T27" fmla="*/ 56 h 61"/>
                <a:gd name="T28" fmla="*/ 36 w 41"/>
                <a:gd name="T29" fmla="*/ 48 h 61"/>
                <a:gd name="T30" fmla="*/ 35 w 41"/>
                <a:gd name="T31" fmla="*/ 47 h 61"/>
                <a:gd name="T32" fmla="*/ 33 w 41"/>
                <a:gd name="T33" fmla="*/ 46 h 61"/>
                <a:gd name="T34" fmla="*/ 29 w 41"/>
                <a:gd name="T35" fmla="*/ 48 h 61"/>
                <a:gd name="T36" fmla="*/ 24 w 41"/>
                <a:gd name="T37" fmla="*/ 51 h 61"/>
                <a:gd name="T38" fmla="*/ 19 w 41"/>
                <a:gd name="T39" fmla="*/ 52 h 61"/>
                <a:gd name="T40" fmla="*/ 17 w 41"/>
                <a:gd name="T41" fmla="*/ 51 h 61"/>
                <a:gd name="T42" fmla="*/ 16 w 41"/>
                <a:gd name="T43" fmla="*/ 46 h 61"/>
                <a:gd name="T44" fmla="*/ 18 w 41"/>
                <a:gd name="T45" fmla="*/ 35 h 61"/>
                <a:gd name="T46" fmla="*/ 21 w 41"/>
                <a:gd name="T47" fmla="*/ 26 h 61"/>
                <a:gd name="T48" fmla="*/ 35 w 41"/>
                <a:gd name="T49" fmla="*/ 23 h 61"/>
                <a:gd name="T50" fmla="*/ 41 w 41"/>
                <a:gd name="T51" fmla="*/ 19 h 61"/>
                <a:gd name="T52" fmla="*/ 40 w 41"/>
                <a:gd name="T53" fmla="*/ 16 h 61"/>
                <a:gd name="T54" fmla="*/ 37 w 41"/>
                <a:gd name="T55" fmla="*/ 16 h 61"/>
                <a:gd name="T56" fmla="*/ 23 w 41"/>
                <a:gd name="T57" fmla="*/ 17 h 61"/>
                <a:gd name="T58" fmla="*/ 27 w 41"/>
                <a:gd name="T59" fmla="*/ 4 h 61"/>
                <a:gd name="T60" fmla="*/ 25 w 41"/>
                <a:gd name="T61" fmla="*/ 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1" h="61">
                  <a:moveTo>
                    <a:pt x="25" y="1"/>
                  </a:moveTo>
                  <a:cubicBezTo>
                    <a:pt x="24" y="0"/>
                    <a:pt x="23" y="0"/>
                    <a:pt x="22" y="0"/>
                  </a:cubicBezTo>
                  <a:cubicBezTo>
                    <a:pt x="19" y="0"/>
                    <a:pt x="17" y="1"/>
                    <a:pt x="17" y="5"/>
                  </a:cubicBezTo>
                  <a:cubicBezTo>
                    <a:pt x="15" y="10"/>
                    <a:pt x="14" y="14"/>
                    <a:pt x="13" y="18"/>
                  </a:cubicBezTo>
                  <a:cubicBezTo>
                    <a:pt x="4" y="18"/>
                    <a:pt x="4" y="18"/>
                    <a:pt x="4" y="18"/>
                  </a:cubicBezTo>
                  <a:cubicBezTo>
                    <a:pt x="2" y="18"/>
                    <a:pt x="0" y="19"/>
                    <a:pt x="0" y="22"/>
                  </a:cubicBezTo>
                  <a:cubicBezTo>
                    <a:pt x="0" y="23"/>
                    <a:pt x="1" y="25"/>
                    <a:pt x="2" y="25"/>
                  </a:cubicBezTo>
                  <a:cubicBezTo>
                    <a:pt x="3" y="26"/>
                    <a:pt x="5" y="27"/>
                    <a:pt x="6" y="27"/>
                  </a:cubicBezTo>
                  <a:cubicBezTo>
                    <a:pt x="7" y="27"/>
                    <a:pt x="7" y="27"/>
                    <a:pt x="7" y="27"/>
                  </a:cubicBezTo>
                  <a:cubicBezTo>
                    <a:pt x="8" y="27"/>
                    <a:pt x="9" y="27"/>
                    <a:pt x="11" y="26"/>
                  </a:cubicBezTo>
                  <a:cubicBezTo>
                    <a:pt x="8" y="37"/>
                    <a:pt x="6" y="45"/>
                    <a:pt x="6" y="49"/>
                  </a:cubicBezTo>
                  <a:cubicBezTo>
                    <a:pt x="6" y="53"/>
                    <a:pt x="7" y="56"/>
                    <a:pt x="9" y="58"/>
                  </a:cubicBezTo>
                  <a:cubicBezTo>
                    <a:pt x="11" y="60"/>
                    <a:pt x="14" y="61"/>
                    <a:pt x="17" y="61"/>
                  </a:cubicBezTo>
                  <a:cubicBezTo>
                    <a:pt x="22" y="61"/>
                    <a:pt x="26" y="59"/>
                    <a:pt x="30" y="56"/>
                  </a:cubicBezTo>
                  <a:cubicBezTo>
                    <a:pt x="34" y="53"/>
                    <a:pt x="36" y="51"/>
                    <a:pt x="36" y="48"/>
                  </a:cubicBezTo>
                  <a:cubicBezTo>
                    <a:pt x="36" y="48"/>
                    <a:pt x="35" y="47"/>
                    <a:pt x="35" y="47"/>
                  </a:cubicBezTo>
                  <a:cubicBezTo>
                    <a:pt x="34" y="46"/>
                    <a:pt x="34" y="46"/>
                    <a:pt x="33" y="46"/>
                  </a:cubicBezTo>
                  <a:cubicBezTo>
                    <a:pt x="32" y="46"/>
                    <a:pt x="31" y="46"/>
                    <a:pt x="29" y="48"/>
                  </a:cubicBezTo>
                  <a:cubicBezTo>
                    <a:pt x="27" y="50"/>
                    <a:pt x="25" y="51"/>
                    <a:pt x="24" y="51"/>
                  </a:cubicBezTo>
                  <a:cubicBezTo>
                    <a:pt x="22" y="52"/>
                    <a:pt x="21" y="52"/>
                    <a:pt x="19" y="52"/>
                  </a:cubicBezTo>
                  <a:cubicBezTo>
                    <a:pt x="18" y="52"/>
                    <a:pt x="18" y="52"/>
                    <a:pt x="17" y="51"/>
                  </a:cubicBezTo>
                  <a:cubicBezTo>
                    <a:pt x="17" y="50"/>
                    <a:pt x="16" y="48"/>
                    <a:pt x="16" y="46"/>
                  </a:cubicBezTo>
                  <a:cubicBezTo>
                    <a:pt x="16" y="45"/>
                    <a:pt x="17" y="41"/>
                    <a:pt x="18" y="35"/>
                  </a:cubicBezTo>
                  <a:cubicBezTo>
                    <a:pt x="20" y="29"/>
                    <a:pt x="20" y="26"/>
                    <a:pt x="21" y="26"/>
                  </a:cubicBezTo>
                  <a:cubicBezTo>
                    <a:pt x="35" y="23"/>
                    <a:pt x="35" y="23"/>
                    <a:pt x="35" y="23"/>
                  </a:cubicBezTo>
                  <a:cubicBezTo>
                    <a:pt x="39" y="23"/>
                    <a:pt x="41" y="21"/>
                    <a:pt x="41" y="19"/>
                  </a:cubicBezTo>
                  <a:cubicBezTo>
                    <a:pt x="41" y="18"/>
                    <a:pt x="41" y="17"/>
                    <a:pt x="40" y="16"/>
                  </a:cubicBezTo>
                  <a:cubicBezTo>
                    <a:pt x="40" y="16"/>
                    <a:pt x="39" y="16"/>
                    <a:pt x="37" y="16"/>
                  </a:cubicBezTo>
                  <a:cubicBezTo>
                    <a:pt x="37" y="16"/>
                    <a:pt x="32" y="16"/>
                    <a:pt x="23" y="17"/>
                  </a:cubicBezTo>
                  <a:cubicBezTo>
                    <a:pt x="25" y="9"/>
                    <a:pt x="27" y="5"/>
                    <a:pt x="27" y="4"/>
                  </a:cubicBezTo>
                  <a:cubicBezTo>
                    <a:pt x="27" y="3"/>
                    <a:pt x="26" y="2"/>
                    <a:pt x="2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376"/>
            <p:cNvSpPr>
              <a:spLocks noEditPoints="1"/>
            </p:cNvSpPr>
            <p:nvPr/>
          </p:nvSpPr>
          <p:spPr bwMode="auto">
            <a:xfrm>
              <a:off x="11520488" y="2319338"/>
              <a:ext cx="61913" cy="68263"/>
            </a:xfrm>
            <a:custGeom>
              <a:avLst/>
              <a:gdLst>
                <a:gd name="T0" fmla="*/ 29 w 41"/>
                <a:gd name="T1" fmla="*/ 40 h 46"/>
                <a:gd name="T2" fmla="*/ 40 w 41"/>
                <a:gd name="T3" fmla="*/ 23 h 46"/>
                <a:gd name="T4" fmla="*/ 40 w 41"/>
                <a:gd name="T5" fmla="*/ 23 h 46"/>
                <a:gd name="T6" fmla="*/ 41 w 41"/>
                <a:gd name="T7" fmla="*/ 17 h 46"/>
                <a:gd name="T8" fmla="*/ 36 w 41"/>
                <a:gd name="T9" fmla="*/ 5 h 46"/>
                <a:gd name="T10" fmla="*/ 25 w 41"/>
                <a:gd name="T11" fmla="*/ 0 h 46"/>
                <a:gd name="T12" fmla="*/ 7 w 41"/>
                <a:gd name="T13" fmla="*/ 10 h 46"/>
                <a:gd name="T14" fmla="*/ 0 w 41"/>
                <a:gd name="T15" fmla="*/ 31 h 46"/>
                <a:gd name="T16" fmla="*/ 4 w 41"/>
                <a:gd name="T17" fmla="*/ 42 h 46"/>
                <a:gd name="T18" fmla="*/ 14 w 41"/>
                <a:gd name="T19" fmla="*/ 46 h 46"/>
                <a:gd name="T20" fmla="*/ 29 w 41"/>
                <a:gd name="T21" fmla="*/ 40 h 46"/>
                <a:gd name="T22" fmla="*/ 11 w 41"/>
                <a:gd name="T23" fmla="*/ 35 h 46"/>
                <a:gd name="T24" fmla="*/ 10 w 41"/>
                <a:gd name="T25" fmla="*/ 30 h 46"/>
                <a:gd name="T26" fmla="*/ 13 w 41"/>
                <a:gd name="T27" fmla="*/ 18 h 46"/>
                <a:gd name="T28" fmla="*/ 19 w 41"/>
                <a:gd name="T29" fmla="*/ 10 h 46"/>
                <a:gd name="T30" fmla="*/ 19 w 41"/>
                <a:gd name="T31" fmla="*/ 10 h 46"/>
                <a:gd name="T32" fmla="*/ 24 w 41"/>
                <a:gd name="T33" fmla="*/ 8 h 46"/>
                <a:gd name="T34" fmla="*/ 29 w 41"/>
                <a:gd name="T35" fmla="*/ 11 h 46"/>
                <a:gd name="T36" fmla="*/ 31 w 41"/>
                <a:gd name="T37" fmla="*/ 18 h 46"/>
                <a:gd name="T38" fmla="*/ 25 w 41"/>
                <a:gd name="T39" fmla="*/ 31 h 46"/>
                <a:gd name="T40" fmla="*/ 15 w 41"/>
                <a:gd name="T41" fmla="*/ 38 h 46"/>
                <a:gd name="T42" fmla="*/ 11 w 41"/>
                <a:gd name="T43" fmla="*/ 3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1" h="46">
                  <a:moveTo>
                    <a:pt x="29" y="40"/>
                  </a:moveTo>
                  <a:cubicBezTo>
                    <a:pt x="35" y="35"/>
                    <a:pt x="38" y="30"/>
                    <a:pt x="40" y="23"/>
                  </a:cubicBezTo>
                  <a:cubicBezTo>
                    <a:pt x="40" y="23"/>
                    <a:pt x="40" y="23"/>
                    <a:pt x="40" y="23"/>
                  </a:cubicBezTo>
                  <a:cubicBezTo>
                    <a:pt x="40" y="21"/>
                    <a:pt x="41" y="19"/>
                    <a:pt x="41" y="17"/>
                  </a:cubicBezTo>
                  <a:cubicBezTo>
                    <a:pt x="41" y="12"/>
                    <a:pt x="39" y="8"/>
                    <a:pt x="36" y="5"/>
                  </a:cubicBezTo>
                  <a:cubicBezTo>
                    <a:pt x="33" y="1"/>
                    <a:pt x="29" y="0"/>
                    <a:pt x="25" y="0"/>
                  </a:cubicBezTo>
                  <a:cubicBezTo>
                    <a:pt x="18" y="0"/>
                    <a:pt x="12" y="3"/>
                    <a:pt x="7" y="10"/>
                  </a:cubicBezTo>
                  <a:cubicBezTo>
                    <a:pt x="2" y="17"/>
                    <a:pt x="0" y="24"/>
                    <a:pt x="0" y="31"/>
                  </a:cubicBezTo>
                  <a:cubicBezTo>
                    <a:pt x="0" y="35"/>
                    <a:pt x="1" y="39"/>
                    <a:pt x="4" y="42"/>
                  </a:cubicBezTo>
                  <a:cubicBezTo>
                    <a:pt x="7" y="45"/>
                    <a:pt x="10" y="46"/>
                    <a:pt x="14" y="46"/>
                  </a:cubicBezTo>
                  <a:cubicBezTo>
                    <a:pt x="19" y="46"/>
                    <a:pt x="24" y="44"/>
                    <a:pt x="29" y="40"/>
                  </a:cubicBezTo>
                  <a:close/>
                  <a:moveTo>
                    <a:pt x="11" y="35"/>
                  </a:moveTo>
                  <a:cubicBezTo>
                    <a:pt x="11" y="34"/>
                    <a:pt x="10" y="32"/>
                    <a:pt x="10" y="30"/>
                  </a:cubicBezTo>
                  <a:cubicBezTo>
                    <a:pt x="10" y="26"/>
                    <a:pt x="11" y="22"/>
                    <a:pt x="13" y="18"/>
                  </a:cubicBezTo>
                  <a:cubicBezTo>
                    <a:pt x="15" y="15"/>
                    <a:pt x="17" y="12"/>
                    <a:pt x="19" y="10"/>
                  </a:cubicBezTo>
                  <a:cubicBezTo>
                    <a:pt x="19" y="10"/>
                    <a:pt x="19" y="10"/>
                    <a:pt x="19" y="10"/>
                  </a:cubicBezTo>
                  <a:cubicBezTo>
                    <a:pt x="20" y="9"/>
                    <a:pt x="22" y="8"/>
                    <a:pt x="24" y="8"/>
                  </a:cubicBezTo>
                  <a:cubicBezTo>
                    <a:pt x="26" y="8"/>
                    <a:pt x="28" y="9"/>
                    <a:pt x="29" y="11"/>
                  </a:cubicBezTo>
                  <a:cubicBezTo>
                    <a:pt x="30" y="13"/>
                    <a:pt x="31" y="15"/>
                    <a:pt x="31" y="18"/>
                  </a:cubicBezTo>
                  <a:cubicBezTo>
                    <a:pt x="31" y="23"/>
                    <a:pt x="29" y="27"/>
                    <a:pt x="25" y="31"/>
                  </a:cubicBezTo>
                  <a:cubicBezTo>
                    <a:pt x="22" y="36"/>
                    <a:pt x="18" y="38"/>
                    <a:pt x="15" y="38"/>
                  </a:cubicBezTo>
                  <a:cubicBezTo>
                    <a:pt x="13" y="38"/>
                    <a:pt x="12" y="37"/>
                    <a:pt x="11"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377"/>
            <p:cNvSpPr>
              <a:spLocks/>
            </p:cNvSpPr>
            <p:nvPr/>
          </p:nvSpPr>
          <p:spPr bwMode="auto">
            <a:xfrm>
              <a:off x="11645900" y="2293938"/>
              <a:ext cx="76200" cy="98425"/>
            </a:xfrm>
            <a:custGeom>
              <a:avLst/>
              <a:gdLst>
                <a:gd name="T0" fmla="*/ 48 w 51"/>
                <a:gd name="T1" fmla="*/ 19 h 66"/>
                <a:gd name="T2" fmla="*/ 51 w 51"/>
                <a:gd name="T3" fmla="*/ 12 h 66"/>
                <a:gd name="T4" fmla="*/ 47 w 51"/>
                <a:gd name="T5" fmla="*/ 4 h 66"/>
                <a:gd name="T6" fmla="*/ 36 w 51"/>
                <a:gd name="T7" fmla="*/ 0 h 66"/>
                <a:gd name="T8" fmla="*/ 12 w 51"/>
                <a:gd name="T9" fmla="*/ 4 h 66"/>
                <a:gd name="T10" fmla="*/ 1 w 51"/>
                <a:gd name="T11" fmla="*/ 12 h 66"/>
                <a:gd name="T12" fmla="*/ 1 w 51"/>
                <a:gd name="T13" fmla="*/ 13 h 66"/>
                <a:gd name="T14" fmla="*/ 2 w 51"/>
                <a:gd name="T15" fmla="*/ 15 h 66"/>
                <a:gd name="T16" fmla="*/ 4 w 51"/>
                <a:gd name="T17" fmla="*/ 16 h 66"/>
                <a:gd name="T18" fmla="*/ 5 w 51"/>
                <a:gd name="T19" fmla="*/ 15 h 66"/>
                <a:gd name="T20" fmla="*/ 6 w 51"/>
                <a:gd name="T21" fmla="*/ 17 h 66"/>
                <a:gd name="T22" fmla="*/ 4 w 51"/>
                <a:gd name="T23" fmla="*/ 32 h 66"/>
                <a:gd name="T24" fmla="*/ 1 w 51"/>
                <a:gd name="T25" fmla="*/ 52 h 66"/>
                <a:gd name="T26" fmla="*/ 0 w 51"/>
                <a:gd name="T27" fmla="*/ 56 h 66"/>
                <a:gd name="T28" fmla="*/ 6 w 51"/>
                <a:gd name="T29" fmla="*/ 63 h 66"/>
                <a:gd name="T30" fmla="*/ 9 w 51"/>
                <a:gd name="T31" fmla="*/ 62 h 66"/>
                <a:gd name="T32" fmla="*/ 11 w 51"/>
                <a:gd name="T33" fmla="*/ 57 h 66"/>
                <a:gd name="T34" fmla="*/ 12 w 51"/>
                <a:gd name="T35" fmla="*/ 51 h 66"/>
                <a:gd name="T36" fmla="*/ 14 w 51"/>
                <a:gd name="T37" fmla="*/ 32 h 66"/>
                <a:gd name="T38" fmla="*/ 17 w 51"/>
                <a:gd name="T39" fmla="*/ 13 h 66"/>
                <a:gd name="T40" fmla="*/ 23 w 51"/>
                <a:gd name="T41" fmla="*/ 10 h 66"/>
                <a:gd name="T42" fmla="*/ 34 w 51"/>
                <a:gd name="T43" fmla="*/ 9 h 66"/>
                <a:gd name="T44" fmla="*/ 40 w 51"/>
                <a:gd name="T45" fmla="*/ 13 h 66"/>
                <a:gd name="T46" fmla="*/ 35 w 51"/>
                <a:gd name="T47" fmla="*/ 20 h 66"/>
                <a:gd name="T48" fmla="*/ 26 w 51"/>
                <a:gd name="T49" fmla="*/ 27 h 66"/>
                <a:gd name="T50" fmla="*/ 17 w 51"/>
                <a:gd name="T51" fmla="*/ 32 h 66"/>
                <a:gd name="T52" fmla="*/ 18 w 51"/>
                <a:gd name="T53" fmla="*/ 36 h 66"/>
                <a:gd name="T54" fmla="*/ 23 w 51"/>
                <a:gd name="T55" fmla="*/ 37 h 66"/>
                <a:gd name="T56" fmla="*/ 28 w 51"/>
                <a:gd name="T57" fmla="*/ 36 h 66"/>
                <a:gd name="T58" fmla="*/ 31 w 51"/>
                <a:gd name="T59" fmla="*/ 35 h 66"/>
                <a:gd name="T60" fmla="*/ 38 w 51"/>
                <a:gd name="T61" fmla="*/ 37 h 66"/>
                <a:gd name="T62" fmla="*/ 40 w 51"/>
                <a:gd name="T63" fmla="*/ 42 h 66"/>
                <a:gd name="T64" fmla="*/ 34 w 51"/>
                <a:gd name="T65" fmla="*/ 51 h 66"/>
                <a:gd name="T66" fmla="*/ 24 w 51"/>
                <a:gd name="T67" fmla="*/ 56 h 66"/>
                <a:gd name="T68" fmla="*/ 22 w 51"/>
                <a:gd name="T69" fmla="*/ 56 h 66"/>
                <a:gd name="T70" fmla="*/ 13 w 51"/>
                <a:gd name="T71" fmla="*/ 62 h 66"/>
                <a:gd name="T72" fmla="*/ 20 w 51"/>
                <a:gd name="T73" fmla="*/ 66 h 66"/>
                <a:gd name="T74" fmla="*/ 41 w 51"/>
                <a:gd name="T75" fmla="*/ 58 h 66"/>
                <a:gd name="T76" fmla="*/ 51 w 51"/>
                <a:gd name="T77" fmla="*/ 42 h 66"/>
                <a:gd name="T78" fmla="*/ 48 w 51"/>
                <a:gd name="T79" fmla="*/ 34 h 66"/>
                <a:gd name="T80" fmla="*/ 38 w 51"/>
                <a:gd name="T81" fmla="*/ 28 h 66"/>
                <a:gd name="T82" fmla="*/ 48 w 51"/>
                <a:gd name="T83" fmla="*/ 19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 h="66">
                  <a:moveTo>
                    <a:pt x="48" y="19"/>
                  </a:moveTo>
                  <a:cubicBezTo>
                    <a:pt x="50" y="17"/>
                    <a:pt x="51" y="14"/>
                    <a:pt x="51" y="12"/>
                  </a:cubicBezTo>
                  <a:cubicBezTo>
                    <a:pt x="51" y="9"/>
                    <a:pt x="49" y="6"/>
                    <a:pt x="47" y="4"/>
                  </a:cubicBezTo>
                  <a:cubicBezTo>
                    <a:pt x="44" y="1"/>
                    <a:pt x="40" y="0"/>
                    <a:pt x="36" y="0"/>
                  </a:cubicBezTo>
                  <a:cubicBezTo>
                    <a:pt x="27" y="0"/>
                    <a:pt x="20" y="2"/>
                    <a:pt x="12" y="4"/>
                  </a:cubicBezTo>
                  <a:cubicBezTo>
                    <a:pt x="4" y="6"/>
                    <a:pt x="1" y="9"/>
                    <a:pt x="1" y="12"/>
                  </a:cubicBezTo>
                  <a:cubicBezTo>
                    <a:pt x="1" y="12"/>
                    <a:pt x="1" y="13"/>
                    <a:pt x="1" y="13"/>
                  </a:cubicBezTo>
                  <a:cubicBezTo>
                    <a:pt x="1" y="14"/>
                    <a:pt x="1" y="14"/>
                    <a:pt x="2" y="15"/>
                  </a:cubicBezTo>
                  <a:cubicBezTo>
                    <a:pt x="3" y="15"/>
                    <a:pt x="3" y="16"/>
                    <a:pt x="4" y="16"/>
                  </a:cubicBezTo>
                  <a:cubicBezTo>
                    <a:pt x="5" y="15"/>
                    <a:pt x="5" y="15"/>
                    <a:pt x="5" y="15"/>
                  </a:cubicBezTo>
                  <a:cubicBezTo>
                    <a:pt x="6" y="15"/>
                    <a:pt x="6" y="16"/>
                    <a:pt x="6" y="17"/>
                  </a:cubicBezTo>
                  <a:cubicBezTo>
                    <a:pt x="6" y="18"/>
                    <a:pt x="6" y="23"/>
                    <a:pt x="4" y="32"/>
                  </a:cubicBezTo>
                  <a:cubicBezTo>
                    <a:pt x="3" y="41"/>
                    <a:pt x="2" y="47"/>
                    <a:pt x="1" y="52"/>
                  </a:cubicBezTo>
                  <a:cubicBezTo>
                    <a:pt x="0" y="54"/>
                    <a:pt x="0" y="56"/>
                    <a:pt x="0" y="56"/>
                  </a:cubicBezTo>
                  <a:cubicBezTo>
                    <a:pt x="0" y="61"/>
                    <a:pt x="2" y="63"/>
                    <a:pt x="6" y="63"/>
                  </a:cubicBezTo>
                  <a:cubicBezTo>
                    <a:pt x="7" y="63"/>
                    <a:pt x="8" y="63"/>
                    <a:pt x="9" y="62"/>
                  </a:cubicBezTo>
                  <a:cubicBezTo>
                    <a:pt x="10" y="61"/>
                    <a:pt x="11" y="60"/>
                    <a:pt x="11" y="57"/>
                  </a:cubicBezTo>
                  <a:cubicBezTo>
                    <a:pt x="12" y="51"/>
                    <a:pt x="12" y="51"/>
                    <a:pt x="12" y="51"/>
                  </a:cubicBezTo>
                  <a:cubicBezTo>
                    <a:pt x="12" y="50"/>
                    <a:pt x="13" y="43"/>
                    <a:pt x="14" y="32"/>
                  </a:cubicBezTo>
                  <a:cubicBezTo>
                    <a:pt x="16" y="20"/>
                    <a:pt x="17" y="14"/>
                    <a:pt x="17" y="13"/>
                  </a:cubicBezTo>
                  <a:cubicBezTo>
                    <a:pt x="18" y="12"/>
                    <a:pt x="20" y="11"/>
                    <a:pt x="23" y="10"/>
                  </a:cubicBezTo>
                  <a:cubicBezTo>
                    <a:pt x="27" y="9"/>
                    <a:pt x="30" y="9"/>
                    <a:pt x="34" y="9"/>
                  </a:cubicBezTo>
                  <a:cubicBezTo>
                    <a:pt x="38" y="9"/>
                    <a:pt x="40" y="10"/>
                    <a:pt x="40" y="13"/>
                  </a:cubicBezTo>
                  <a:cubicBezTo>
                    <a:pt x="40" y="15"/>
                    <a:pt x="38" y="17"/>
                    <a:pt x="35" y="20"/>
                  </a:cubicBezTo>
                  <a:cubicBezTo>
                    <a:pt x="32" y="24"/>
                    <a:pt x="29" y="26"/>
                    <a:pt x="26" y="27"/>
                  </a:cubicBezTo>
                  <a:cubicBezTo>
                    <a:pt x="20" y="29"/>
                    <a:pt x="17" y="31"/>
                    <a:pt x="17" y="32"/>
                  </a:cubicBezTo>
                  <a:cubicBezTo>
                    <a:pt x="17" y="34"/>
                    <a:pt x="18" y="36"/>
                    <a:pt x="18" y="36"/>
                  </a:cubicBezTo>
                  <a:cubicBezTo>
                    <a:pt x="19" y="37"/>
                    <a:pt x="21" y="37"/>
                    <a:pt x="23" y="37"/>
                  </a:cubicBezTo>
                  <a:cubicBezTo>
                    <a:pt x="24" y="37"/>
                    <a:pt x="26" y="37"/>
                    <a:pt x="28" y="36"/>
                  </a:cubicBezTo>
                  <a:cubicBezTo>
                    <a:pt x="30" y="35"/>
                    <a:pt x="31" y="35"/>
                    <a:pt x="31" y="35"/>
                  </a:cubicBezTo>
                  <a:cubicBezTo>
                    <a:pt x="34" y="35"/>
                    <a:pt x="36" y="35"/>
                    <a:pt x="38" y="37"/>
                  </a:cubicBezTo>
                  <a:cubicBezTo>
                    <a:pt x="39" y="38"/>
                    <a:pt x="40" y="40"/>
                    <a:pt x="40" y="42"/>
                  </a:cubicBezTo>
                  <a:cubicBezTo>
                    <a:pt x="40" y="45"/>
                    <a:pt x="38" y="48"/>
                    <a:pt x="34" y="51"/>
                  </a:cubicBezTo>
                  <a:cubicBezTo>
                    <a:pt x="30" y="55"/>
                    <a:pt x="27" y="56"/>
                    <a:pt x="24" y="56"/>
                  </a:cubicBezTo>
                  <a:cubicBezTo>
                    <a:pt x="22" y="56"/>
                    <a:pt x="22" y="56"/>
                    <a:pt x="22" y="56"/>
                  </a:cubicBezTo>
                  <a:cubicBezTo>
                    <a:pt x="16" y="56"/>
                    <a:pt x="13" y="58"/>
                    <a:pt x="13" y="62"/>
                  </a:cubicBezTo>
                  <a:cubicBezTo>
                    <a:pt x="13" y="65"/>
                    <a:pt x="15" y="66"/>
                    <a:pt x="20" y="66"/>
                  </a:cubicBezTo>
                  <a:cubicBezTo>
                    <a:pt x="27" y="66"/>
                    <a:pt x="34" y="63"/>
                    <a:pt x="41" y="58"/>
                  </a:cubicBezTo>
                  <a:cubicBezTo>
                    <a:pt x="47" y="52"/>
                    <a:pt x="51" y="47"/>
                    <a:pt x="51" y="42"/>
                  </a:cubicBezTo>
                  <a:cubicBezTo>
                    <a:pt x="51" y="39"/>
                    <a:pt x="50" y="37"/>
                    <a:pt x="48" y="34"/>
                  </a:cubicBezTo>
                  <a:cubicBezTo>
                    <a:pt x="47" y="32"/>
                    <a:pt x="44" y="30"/>
                    <a:pt x="38" y="28"/>
                  </a:cubicBezTo>
                  <a:cubicBezTo>
                    <a:pt x="43" y="24"/>
                    <a:pt x="46" y="21"/>
                    <a:pt x="48"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Freeform 378"/>
            <p:cNvSpPr>
              <a:spLocks/>
            </p:cNvSpPr>
            <p:nvPr/>
          </p:nvSpPr>
          <p:spPr bwMode="auto">
            <a:xfrm>
              <a:off x="11737975" y="2319338"/>
              <a:ext cx="60325" cy="68263"/>
            </a:xfrm>
            <a:custGeom>
              <a:avLst/>
              <a:gdLst>
                <a:gd name="T0" fmla="*/ 11 w 41"/>
                <a:gd name="T1" fmla="*/ 12 h 46"/>
                <a:gd name="T2" fmla="*/ 13 w 41"/>
                <a:gd name="T3" fmla="*/ 4 h 46"/>
                <a:gd name="T4" fmla="*/ 12 w 41"/>
                <a:gd name="T5" fmla="*/ 2 h 46"/>
                <a:gd name="T6" fmla="*/ 8 w 41"/>
                <a:gd name="T7" fmla="*/ 0 h 46"/>
                <a:gd name="T8" fmla="*/ 4 w 41"/>
                <a:gd name="T9" fmla="*/ 2 h 46"/>
                <a:gd name="T10" fmla="*/ 2 w 41"/>
                <a:gd name="T11" fmla="*/ 5 h 46"/>
                <a:gd name="T12" fmla="*/ 1 w 41"/>
                <a:gd name="T13" fmla="*/ 10 h 46"/>
                <a:gd name="T14" fmla="*/ 1 w 41"/>
                <a:gd name="T15" fmla="*/ 13 h 46"/>
                <a:gd name="T16" fmla="*/ 0 w 41"/>
                <a:gd name="T17" fmla="*/ 25 h 46"/>
                <a:gd name="T18" fmla="*/ 0 w 41"/>
                <a:gd name="T19" fmla="*/ 33 h 46"/>
                <a:gd name="T20" fmla="*/ 1 w 41"/>
                <a:gd name="T21" fmla="*/ 43 h 46"/>
                <a:gd name="T22" fmla="*/ 5 w 41"/>
                <a:gd name="T23" fmla="*/ 46 h 46"/>
                <a:gd name="T24" fmla="*/ 9 w 41"/>
                <a:gd name="T25" fmla="*/ 45 h 46"/>
                <a:gd name="T26" fmla="*/ 11 w 41"/>
                <a:gd name="T27" fmla="*/ 40 h 46"/>
                <a:gd name="T28" fmla="*/ 20 w 41"/>
                <a:gd name="T29" fmla="*/ 19 h 46"/>
                <a:gd name="T30" fmla="*/ 30 w 41"/>
                <a:gd name="T31" fmla="*/ 9 h 46"/>
                <a:gd name="T32" fmla="*/ 33 w 41"/>
                <a:gd name="T33" fmla="*/ 11 h 46"/>
                <a:gd name="T34" fmla="*/ 37 w 41"/>
                <a:gd name="T35" fmla="*/ 13 h 46"/>
                <a:gd name="T36" fmla="*/ 40 w 41"/>
                <a:gd name="T37" fmla="*/ 11 h 46"/>
                <a:gd name="T38" fmla="*/ 41 w 41"/>
                <a:gd name="T39" fmla="*/ 8 h 46"/>
                <a:gd name="T40" fmla="*/ 38 w 41"/>
                <a:gd name="T41" fmla="*/ 2 h 46"/>
                <a:gd name="T42" fmla="*/ 31 w 41"/>
                <a:gd name="T43" fmla="*/ 0 h 46"/>
                <a:gd name="T44" fmla="*/ 20 w 41"/>
                <a:gd name="T45" fmla="*/ 6 h 46"/>
                <a:gd name="T46" fmla="*/ 9 w 41"/>
                <a:gd name="T47" fmla="*/ 22 h 46"/>
                <a:gd name="T48" fmla="*/ 9 w 41"/>
                <a:gd name="T49" fmla="*/ 24 h 46"/>
                <a:gd name="T50" fmla="*/ 10 w 41"/>
                <a:gd name="T51" fmla="*/ 17 h 46"/>
                <a:gd name="T52" fmla="*/ 11 w 41"/>
                <a:gd name="T53" fmla="*/ 12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1" h="46">
                  <a:moveTo>
                    <a:pt x="11" y="12"/>
                  </a:moveTo>
                  <a:cubicBezTo>
                    <a:pt x="12" y="8"/>
                    <a:pt x="13" y="6"/>
                    <a:pt x="13" y="4"/>
                  </a:cubicBezTo>
                  <a:cubicBezTo>
                    <a:pt x="13" y="3"/>
                    <a:pt x="12" y="3"/>
                    <a:pt x="12" y="2"/>
                  </a:cubicBezTo>
                  <a:cubicBezTo>
                    <a:pt x="11" y="1"/>
                    <a:pt x="10" y="0"/>
                    <a:pt x="8" y="0"/>
                  </a:cubicBezTo>
                  <a:cubicBezTo>
                    <a:pt x="7" y="0"/>
                    <a:pt x="6" y="1"/>
                    <a:pt x="4" y="2"/>
                  </a:cubicBezTo>
                  <a:cubicBezTo>
                    <a:pt x="3" y="3"/>
                    <a:pt x="3" y="4"/>
                    <a:pt x="2" y="5"/>
                  </a:cubicBezTo>
                  <a:cubicBezTo>
                    <a:pt x="2" y="6"/>
                    <a:pt x="2" y="7"/>
                    <a:pt x="1" y="10"/>
                  </a:cubicBezTo>
                  <a:cubicBezTo>
                    <a:pt x="1" y="11"/>
                    <a:pt x="1" y="12"/>
                    <a:pt x="1" y="13"/>
                  </a:cubicBezTo>
                  <a:cubicBezTo>
                    <a:pt x="1" y="17"/>
                    <a:pt x="0" y="21"/>
                    <a:pt x="0" y="25"/>
                  </a:cubicBezTo>
                  <a:cubicBezTo>
                    <a:pt x="0" y="28"/>
                    <a:pt x="0" y="31"/>
                    <a:pt x="0" y="33"/>
                  </a:cubicBezTo>
                  <a:cubicBezTo>
                    <a:pt x="0" y="38"/>
                    <a:pt x="0" y="41"/>
                    <a:pt x="1" y="43"/>
                  </a:cubicBezTo>
                  <a:cubicBezTo>
                    <a:pt x="2" y="45"/>
                    <a:pt x="3" y="46"/>
                    <a:pt x="5" y="46"/>
                  </a:cubicBezTo>
                  <a:cubicBezTo>
                    <a:pt x="7" y="46"/>
                    <a:pt x="8" y="46"/>
                    <a:pt x="9" y="45"/>
                  </a:cubicBezTo>
                  <a:cubicBezTo>
                    <a:pt x="10" y="44"/>
                    <a:pt x="11" y="43"/>
                    <a:pt x="11" y="40"/>
                  </a:cubicBezTo>
                  <a:cubicBezTo>
                    <a:pt x="12" y="32"/>
                    <a:pt x="15" y="25"/>
                    <a:pt x="20" y="19"/>
                  </a:cubicBezTo>
                  <a:cubicBezTo>
                    <a:pt x="25" y="12"/>
                    <a:pt x="28" y="9"/>
                    <a:pt x="30" y="9"/>
                  </a:cubicBezTo>
                  <a:cubicBezTo>
                    <a:pt x="31" y="9"/>
                    <a:pt x="32" y="10"/>
                    <a:pt x="33" y="11"/>
                  </a:cubicBezTo>
                  <a:cubicBezTo>
                    <a:pt x="34" y="12"/>
                    <a:pt x="36" y="13"/>
                    <a:pt x="37" y="13"/>
                  </a:cubicBezTo>
                  <a:cubicBezTo>
                    <a:pt x="38" y="13"/>
                    <a:pt x="39" y="12"/>
                    <a:pt x="40" y="11"/>
                  </a:cubicBezTo>
                  <a:cubicBezTo>
                    <a:pt x="41" y="10"/>
                    <a:pt x="41" y="9"/>
                    <a:pt x="41" y="8"/>
                  </a:cubicBezTo>
                  <a:cubicBezTo>
                    <a:pt x="41" y="6"/>
                    <a:pt x="40" y="4"/>
                    <a:pt x="38" y="2"/>
                  </a:cubicBezTo>
                  <a:cubicBezTo>
                    <a:pt x="36" y="1"/>
                    <a:pt x="34" y="0"/>
                    <a:pt x="31" y="0"/>
                  </a:cubicBezTo>
                  <a:cubicBezTo>
                    <a:pt x="28" y="0"/>
                    <a:pt x="24" y="2"/>
                    <a:pt x="20" y="6"/>
                  </a:cubicBezTo>
                  <a:cubicBezTo>
                    <a:pt x="16" y="10"/>
                    <a:pt x="13" y="16"/>
                    <a:pt x="9" y="22"/>
                  </a:cubicBezTo>
                  <a:cubicBezTo>
                    <a:pt x="9" y="24"/>
                    <a:pt x="9" y="24"/>
                    <a:pt x="9" y="24"/>
                  </a:cubicBezTo>
                  <a:cubicBezTo>
                    <a:pt x="10" y="17"/>
                    <a:pt x="10" y="17"/>
                    <a:pt x="10" y="17"/>
                  </a:cubicBezTo>
                  <a:cubicBezTo>
                    <a:pt x="10" y="16"/>
                    <a:pt x="10" y="14"/>
                    <a:pt x="11"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Freeform 379"/>
            <p:cNvSpPr>
              <a:spLocks noEditPoints="1"/>
            </p:cNvSpPr>
            <p:nvPr/>
          </p:nvSpPr>
          <p:spPr bwMode="auto">
            <a:xfrm>
              <a:off x="11796713" y="2316163"/>
              <a:ext cx="57150" cy="71438"/>
            </a:xfrm>
            <a:custGeom>
              <a:avLst/>
              <a:gdLst>
                <a:gd name="T0" fmla="*/ 11 w 38"/>
                <a:gd name="T1" fmla="*/ 32 h 48"/>
                <a:gd name="T2" fmla="*/ 29 w 38"/>
                <a:gd name="T3" fmla="*/ 23 h 48"/>
                <a:gd name="T4" fmla="*/ 36 w 38"/>
                <a:gd name="T5" fmla="*/ 10 h 48"/>
                <a:gd name="T6" fmla="*/ 33 w 38"/>
                <a:gd name="T7" fmla="*/ 3 h 48"/>
                <a:gd name="T8" fmla="*/ 25 w 38"/>
                <a:gd name="T9" fmla="*/ 0 h 48"/>
                <a:gd name="T10" fmla="*/ 8 w 38"/>
                <a:gd name="T11" fmla="*/ 10 h 48"/>
                <a:gd name="T12" fmla="*/ 0 w 38"/>
                <a:gd name="T13" fmla="*/ 32 h 48"/>
                <a:gd name="T14" fmla="*/ 4 w 38"/>
                <a:gd name="T15" fmla="*/ 44 h 48"/>
                <a:gd name="T16" fmla="*/ 15 w 38"/>
                <a:gd name="T17" fmla="*/ 48 h 48"/>
                <a:gd name="T18" fmla="*/ 31 w 38"/>
                <a:gd name="T19" fmla="*/ 42 h 48"/>
                <a:gd name="T20" fmla="*/ 38 w 38"/>
                <a:gd name="T21" fmla="*/ 32 h 48"/>
                <a:gd name="T22" fmla="*/ 36 w 38"/>
                <a:gd name="T23" fmla="*/ 29 h 48"/>
                <a:gd name="T24" fmla="*/ 33 w 38"/>
                <a:gd name="T25" fmla="*/ 31 h 48"/>
                <a:gd name="T26" fmla="*/ 16 w 38"/>
                <a:gd name="T27" fmla="*/ 39 h 48"/>
                <a:gd name="T28" fmla="*/ 12 w 38"/>
                <a:gd name="T29" fmla="*/ 38 h 48"/>
                <a:gd name="T30" fmla="*/ 10 w 38"/>
                <a:gd name="T31" fmla="*/ 34 h 48"/>
                <a:gd name="T32" fmla="*/ 11 w 38"/>
                <a:gd name="T33" fmla="*/ 32 h 48"/>
                <a:gd name="T34" fmla="*/ 16 w 38"/>
                <a:gd name="T35" fmla="*/ 14 h 48"/>
                <a:gd name="T36" fmla="*/ 24 w 38"/>
                <a:gd name="T37" fmla="*/ 8 h 48"/>
                <a:gd name="T38" fmla="*/ 26 w 38"/>
                <a:gd name="T39" fmla="*/ 9 h 48"/>
                <a:gd name="T40" fmla="*/ 27 w 38"/>
                <a:gd name="T41" fmla="*/ 12 h 48"/>
                <a:gd name="T42" fmla="*/ 22 w 38"/>
                <a:gd name="T43" fmla="*/ 19 h 48"/>
                <a:gd name="T44" fmla="*/ 11 w 38"/>
                <a:gd name="T45" fmla="*/ 25 h 48"/>
                <a:gd name="T46" fmla="*/ 16 w 38"/>
                <a:gd name="T47" fmla="*/ 1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8" h="48">
                  <a:moveTo>
                    <a:pt x="11" y="32"/>
                  </a:moveTo>
                  <a:cubicBezTo>
                    <a:pt x="18" y="31"/>
                    <a:pt x="24" y="28"/>
                    <a:pt x="29" y="23"/>
                  </a:cubicBezTo>
                  <a:cubicBezTo>
                    <a:pt x="33" y="19"/>
                    <a:pt x="36" y="15"/>
                    <a:pt x="36" y="10"/>
                  </a:cubicBezTo>
                  <a:cubicBezTo>
                    <a:pt x="36" y="7"/>
                    <a:pt x="35" y="5"/>
                    <a:pt x="33" y="3"/>
                  </a:cubicBezTo>
                  <a:cubicBezTo>
                    <a:pt x="31" y="1"/>
                    <a:pt x="29" y="0"/>
                    <a:pt x="25" y="0"/>
                  </a:cubicBezTo>
                  <a:cubicBezTo>
                    <a:pt x="19" y="0"/>
                    <a:pt x="14" y="3"/>
                    <a:pt x="8" y="10"/>
                  </a:cubicBezTo>
                  <a:cubicBezTo>
                    <a:pt x="3" y="17"/>
                    <a:pt x="0" y="24"/>
                    <a:pt x="0" y="32"/>
                  </a:cubicBezTo>
                  <a:cubicBezTo>
                    <a:pt x="0" y="37"/>
                    <a:pt x="1" y="41"/>
                    <a:pt x="4" y="44"/>
                  </a:cubicBezTo>
                  <a:cubicBezTo>
                    <a:pt x="7" y="47"/>
                    <a:pt x="10" y="48"/>
                    <a:pt x="15" y="48"/>
                  </a:cubicBezTo>
                  <a:cubicBezTo>
                    <a:pt x="21" y="48"/>
                    <a:pt x="26" y="46"/>
                    <a:pt x="31" y="42"/>
                  </a:cubicBezTo>
                  <a:cubicBezTo>
                    <a:pt x="36" y="38"/>
                    <a:pt x="38" y="35"/>
                    <a:pt x="38" y="32"/>
                  </a:cubicBezTo>
                  <a:cubicBezTo>
                    <a:pt x="38" y="30"/>
                    <a:pt x="37" y="29"/>
                    <a:pt x="36" y="29"/>
                  </a:cubicBezTo>
                  <a:cubicBezTo>
                    <a:pt x="35" y="29"/>
                    <a:pt x="34" y="30"/>
                    <a:pt x="33" y="31"/>
                  </a:cubicBezTo>
                  <a:cubicBezTo>
                    <a:pt x="27" y="37"/>
                    <a:pt x="22" y="39"/>
                    <a:pt x="16" y="39"/>
                  </a:cubicBezTo>
                  <a:cubicBezTo>
                    <a:pt x="14" y="39"/>
                    <a:pt x="13" y="39"/>
                    <a:pt x="12" y="38"/>
                  </a:cubicBezTo>
                  <a:cubicBezTo>
                    <a:pt x="11" y="36"/>
                    <a:pt x="10" y="35"/>
                    <a:pt x="10" y="34"/>
                  </a:cubicBezTo>
                  <a:cubicBezTo>
                    <a:pt x="10" y="33"/>
                    <a:pt x="10" y="33"/>
                    <a:pt x="11" y="32"/>
                  </a:cubicBezTo>
                  <a:close/>
                  <a:moveTo>
                    <a:pt x="16" y="14"/>
                  </a:moveTo>
                  <a:cubicBezTo>
                    <a:pt x="19" y="10"/>
                    <a:pt x="22" y="8"/>
                    <a:pt x="24" y="8"/>
                  </a:cubicBezTo>
                  <a:cubicBezTo>
                    <a:pt x="25" y="8"/>
                    <a:pt x="26" y="9"/>
                    <a:pt x="26" y="9"/>
                  </a:cubicBezTo>
                  <a:cubicBezTo>
                    <a:pt x="27" y="10"/>
                    <a:pt x="27" y="11"/>
                    <a:pt x="27" y="12"/>
                  </a:cubicBezTo>
                  <a:cubicBezTo>
                    <a:pt x="27" y="14"/>
                    <a:pt x="25" y="16"/>
                    <a:pt x="22" y="19"/>
                  </a:cubicBezTo>
                  <a:cubicBezTo>
                    <a:pt x="19" y="22"/>
                    <a:pt x="15" y="24"/>
                    <a:pt x="11" y="25"/>
                  </a:cubicBezTo>
                  <a:cubicBezTo>
                    <a:pt x="12" y="21"/>
                    <a:pt x="14" y="17"/>
                    <a:pt x="16"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380"/>
            <p:cNvSpPr>
              <a:spLocks noEditPoints="1"/>
            </p:cNvSpPr>
            <p:nvPr/>
          </p:nvSpPr>
          <p:spPr bwMode="auto">
            <a:xfrm>
              <a:off x="11861800" y="2317751"/>
              <a:ext cx="65088" cy="69850"/>
            </a:xfrm>
            <a:custGeom>
              <a:avLst/>
              <a:gdLst>
                <a:gd name="T0" fmla="*/ 41 w 44"/>
                <a:gd name="T1" fmla="*/ 8 h 47"/>
                <a:gd name="T2" fmla="*/ 36 w 44"/>
                <a:gd name="T3" fmla="*/ 5 h 47"/>
                <a:gd name="T4" fmla="*/ 30 w 44"/>
                <a:gd name="T5" fmla="*/ 0 h 47"/>
                <a:gd name="T6" fmla="*/ 10 w 44"/>
                <a:gd name="T7" fmla="*/ 12 h 47"/>
                <a:gd name="T8" fmla="*/ 0 w 44"/>
                <a:gd name="T9" fmla="*/ 35 h 47"/>
                <a:gd name="T10" fmla="*/ 3 w 44"/>
                <a:gd name="T11" fmla="*/ 43 h 47"/>
                <a:gd name="T12" fmla="*/ 9 w 44"/>
                <a:gd name="T13" fmla="*/ 46 h 47"/>
                <a:gd name="T14" fmla="*/ 30 w 44"/>
                <a:gd name="T15" fmla="*/ 31 h 47"/>
                <a:gd name="T16" fmla="*/ 37 w 44"/>
                <a:gd name="T17" fmla="*/ 47 h 47"/>
                <a:gd name="T18" fmla="*/ 41 w 44"/>
                <a:gd name="T19" fmla="*/ 45 h 47"/>
                <a:gd name="T20" fmla="*/ 44 w 44"/>
                <a:gd name="T21" fmla="*/ 42 h 47"/>
                <a:gd name="T22" fmla="*/ 42 w 44"/>
                <a:gd name="T23" fmla="*/ 40 h 47"/>
                <a:gd name="T24" fmla="*/ 40 w 44"/>
                <a:gd name="T25" fmla="*/ 38 h 47"/>
                <a:gd name="T26" fmla="*/ 39 w 44"/>
                <a:gd name="T27" fmla="*/ 36 h 47"/>
                <a:gd name="T28" fmla="*/ 38 w 44"/>
                <a:gd name="T29" fmla="*/ 28 h 47"/>
                <a:gd name="T30" fmla="*/ 40 w 44"/>
                <a:gd name="T31" fmla="*/ 15 h 47"/>
                <a:gd name="T32" fmla="*/ 41 w 44"/>
                <a:gd name="T33" fmla="*/ 8 h 47"/>
                <a:gd name="T34" fmla="*/ 24 w 44"/>
                <a:gd name="T35" fmla="*/ 28 h 47"/>
                <a:gd name="T36" fmla="*/ 12 w 44"/>
                <a:gd name="T37" fmla="*/ 37 h 47"/>
                <a:gd name="T38" fmla="*/ 10 w 44"/>
                <a:gd name="T39" fmla="*/ 33 h 47"/>
                <a:gd name="T40" fmla="*/ 17 w 44"/>
                <a:gd name="T41" fmla="*/ 18 h 47"/>
                <a:gd name="T42" fmla="*/ 28 w 44"/>
                <a:gd name="T43" fmla="*/ 9 h 47"/>
                <a:gd name="T44" fmla="*/ 30 w 44"/>
                <a:gd name="T45" fmla="*/ 10 h 47"/>
                <a:gd name="T46" fmla="*/ 31 w 44"/>
                <a:gd name="T47" fmla="*/ 13 h 47"/>
                <a:gd name="T48" fmla="*/ 24 w 44"/>
                <a:gd name="T49" fmla="*/ 2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4" h="47">
                  <a:moveTo>
                    <a:pt x="41" y="8"/>
                  </a:moveTo>
                  <a:cubicBezTo>
                    <a:pt x="41" y="6"/>
                    <a:pt x="39" y="5"/>
                    <a:pt x="36" y="5"/>
                  </a:cubicBezTo>
                  <a:cubicBezTo>
                    <a:pt x="35" y="2"/>
                    <a:pt x="33" y="0"/>
                    <a:pt x="30" y="0"/>
                  </a:cubicBezTo>
                  <a:cubicBezTo>
                    <a:pt x="23" y="0"/>
                    <a:pt x="16" y="4"/>
                    <a:pt x="10" y="12"/>
                  </a:cubicBezTo>
                  <a:cubicBezTo>
                    <a:pt x="4" y="20"/>
                    <a:pt x="0" y="28"/>
                    <a:pt x="0" y="35"/>
                  </a:cubicBezTo>
                  <a:cubicBezTo>
                    <a:pt x="0" y="38"/>
                    <a:pt x="1" y="41"/>
                    <a:pt x="3" y="43"/>
                  </a:cubicBezTo>
                  <a:cubicBezTo>
                    <a:pt x="5" y="45"/>
                    <a:pt x="7" y="46"/>
                    <a:pt x="9" y="46"/>
                  </a:cubicBezTo>
                  <a:cubicBezTo>
                    <a:pt x="16" y="46"/>
                    <a:pt x="23" y="41"/>
                    <a:pt x="30" y="31"/>
                  </a:cubicBezTo>
                  <a:cubicBezTo>
                    <a:pt x="30" y="42"/>
                    <a:pt x="32" y="47"/>
                    <a:pt x="37" y="47"/>
                  </a:cubicBezTo>
                  <a:cubicBezTo>
                    <a:pt x="39" y="47"/>
                    <a:pt x="40" y="46"/>
                    <a:pt x="41" y="45"/>
                  </a:cubicBezTo>
                  <a:cubicBezTo>
                    <a:pt x="43" y="45"/>
                    <a:pt x="44" y="43"/>
                    <a:pt x="44" y="42"/>
                  </a:cubicBezTo>
                  <a:cubicBezTo>
                    <a:pt x="44" y="41"/>
                    <a:pt x="43" y="40"/>
                    <a:pt x="42" y="40"/>
                  </a:cubicBezTo>
                  <a:cubicBezTo>
                    <a:pt x="41" y="39"/>
                    <a:pt x="40" y="39"/>
                    <a:pt x="40" y="38"/>
                  </a:cubicBezTo>
                  <a:cubicBezTo>
                    <a:pt x="40" y="38"/>
                    <a:pt x="39" y="37"/>
                    <a:pt x="39" y="36"/>
                  </a:cubicBezTo>
                  <a:cubicBezTo>
                    <a:pt x="38" y="34"/>
                    <a:pt x="38" y="32"/>
                    <a:pt x="38" y="28"/>
                  </a:cubicBezTo>
                  <a:cubicBezTo>
                    <a:pt x="38" y="25"/>
                    <a:pt x="39" y="20"/>
                    <a:pt x="40" y="15"/>
                  </a:cubicBezTo>
                  <a:cubicBezTo>
                    <a:pt x="40" y="12"/>
                    <a:pt x="41" y="10"/>
                    <a:pt x="41" y="8"/>
                  </a:cubicBezTo>
                  <a:close/>
                  <a:moveTo>
                    <a:pt x="24" y="28"/>
                  </a:moveTo>
                  <a:cubicBezTo>
                    <a:pt x="19" y="34"/>
                    <a:pt x="15" y="37"/>
                    <a:pt x="12" y="37"/>
                  </a:cubicBezTo>
                  <a:cubicBezTo>
                    <a:pt x="11" y="37"/>
                    <a:pt x="10" y="36"/>
                    <a:pt x="10" y="33"/>
                  </a:cubicBezTo>
                  <a:cubicBezTo>
                    <a:pt x="10" y="29"/>
                    <a:pt x="13" y="24"/>
                    <a:pt x="17" y="18"/>
                  </a:cubicBezTo>
                  <a:cubicBezTo>
                    <a:pt x="21" y="12"/>
                    <a:pt x="25" y="9"/>
                    <a:pt x="28" y="9"/>
                  </a:cubicBezTo>
                  <a:cubicBezTo>
                    <a:pt x="28" y="9"/>
                    <a:pt x="29" y="9"/>
                    <a:pt x="30" y="10"/>
                  </a:cubicBezTo>
                  <a:cubicBezTo>
                    <a:pt x="30" y="11"/>
                    <a:pt x="31" y="12"/>
                    <a:pt x="31" y="13"/>
                  </a:cubicBezTo>
                  <a:cubicBezTo>
                    <a:pt x="31" y="17"/>
                    <a:pt x="28" y="22"/>
                    <a:pt x="24"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381"/>
            <p:cNvSpPr>
              <a:spLocks/>
            </p:cNvSpPr>
            <p:nvPr/>
          </p:nvSpPr>
          <p:spPr bwMode="auto">
            <a:xfrm>
              <a:off x="11933238" y="2295526"/>
              <a:ext cx="60325" cy="92075"/>
            </a:xfrm>
            <a:custGeom>
              <a:avLst/>
              <a:gdLst>
                <a:gd name="T0" fmla="*/ 25 w 40"/>
                <a:gd name="T1" fmla="*/ 1 h 61"/>
                <a:gd name="T2" fmla="*/ 21 w 40"/>
                <a:gd name="T3" fmla="*/ 0 h 61"/>
                <a:gd name="T4" fmla="*/ 16 w 40"/>
                <a:gd name="T5" fmla="*/ 5 h 61"/>
                <a:gd name="T6" fmla="*/ 12 w 40"/>
                <a:gd name="T7" fmla="*/ 18 h 61"/>
                <a:gd name="T8" fmla="*/ 3 w 40"/>
                <a:gd name="T9" fmla="*/ 18 h 61"/>
                <a:gd name="T10" fmla="*/ 0 w 40"/>
                <a:gd name="T11" fmla="*/ 22 h 61"/>
                <a:gd name="T12" fmla="*/ 2 w 40"/>
                <a:gd name="T13" fmla="*/ 25 h 61"/>
                <a:gd name="T14" fmla="*/ 5 w 40"/>
                <a:gd name="T15" fmla="*/ 27 h 61"/>
                <a:gd name="T16" fmla="*/ 6 w 40"/>
                <a:gd name="T17" fmla="*/ 27 h 61"/>
                <a:gd name="T18" fmla="*/ 10 w 40"/>
                <a:gd name="T19" fmla="*/ 26 h 61"/>
                <a:gd name="T20" fmla="*/ 6 w 40"/>
                <a:gd name="T21" fmla="*/ 49 h 61"/>
                <a:gd name="T22" fmla="*/ 9 w 40"/>
                <a:gd name="T23" fmla="*/ 58 h 61"/>
                <a:gd name="T24" fmla="*/ 17 w 40"/>
                <a:gd name="T25" fmla="*/ 61 h 61"/>
                <a:gd name="T26" fmla="*/ 29 w 40"/>
                <a:gd name="T27" fmla="*/ 56 h 61"/>
                <a:gd name="T28" fmla="*/ 35 w 40"/>
                <a:gd name="T29" fmla="*/ 48 h 61"/>
                <a:gd name="T30" fmla="*/ 34 w 40"/>
                <a:gd name="T31" fmla="*/ 47 h 61"/>
                <a:gd name="T32" fmla="*/ 32 w 40"/>
                <a:gd name="T33" fmla="*/ 46 h 61"/>
                <a:gd name="T34" fmla="*/ 29 w 40"/>
                <a:gd name="T35" fmla="*/ 48 h 61"/>
                <a:gd name="T36" fmla="*/ 23 w 40"/>
                <a:gd name="T37" fmla="*/ 51 h 61"/>
                <a:gd name="T38" fmla="*/ 19 w 40"/>
                <a:gd name="T39" fmla="*/ 52 h 61"/>
                <a:gd name="T40" fmla="*/ 16 w 40"/>
                <a:gd name="T41" fmla="*/ 51 h 61"/>
                <a:gd name="T42" fmla="*/ 16 w 40"/>
                <a:gd name="T43" fmla="*/ 46 h 61"/>
                <a:gd name="T44" fmla="*/ 18 w 40"/>
                <a:gd name="T45" fmla="*/ 35 h 61"/>
                <a:gd name="T46" fmla="*/ 20 w 40"/>
                <a:gd name="T47" fmla="*/ 26 h 61"/>
                <a:gd name="T48" fmla="*/ 34 w 40"/>
                <a:gd name="T49" fmla="*/ 23 h 61"/>
                <a:gd name="T50" fmla="*/ 40 w 40"/>
                <a:gd name="T51" fmla="*/ 19 h 61"/>
                <a:gd name="T52" fmla="*/ 40 w 40"/>
                <a:gd name="T53" fmla="*/ 16 h 61"/>
                <a:gd name="T54" fmla="*/ 37 w 40"/>
                <a:gd name="T55" fmla="*/ 16 h 61"/>
                <a:gd name="T56" fmla="*/ 22 w 40"/>
                <a:gd name="T57" fmla="*/ 17 h 61"/>
                <a:gd name="T58" fmla="*/ 26 w 40"/>
                <a:gd name="T59" fmla="*/ 4 h 61"/>
                <a:gd name="T60" fmla="*/ 25 w 40"/>
                <a:gd name="T61" fmla="*/ 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0" h="61">
                  <a:moveTo>
                    <a:pt x="25" y="1"/>
                  </a:moveTo>
                  <a:cubicBezTo>
                    <a:pt x="24" y="0"/>
                    <a:pt x="23" y="0"/>
                    <a:pt x="21" y="0"/>
                  </a:cubicBezTo>
                  <a:cubicBezTo>
                    <a:pt x="18" y="0"/>
                    <a:pt x="17" y="1"/>
                    <a:pt x="16" y="5"/>
                  </a:cubicBezTo>
                  <a:cubicBezTo>
                    <a:pt x="15" y="10"/>
                    <a:pt x="13" y="14"/>
                    <a:pt x="12" y="18"/>
                  </a:cubicBezTo>
                  <a:cubicBezTo>
                    <a:pt x="3" y="18"/>
                    <a:pt x="3" y="18"/>
                    <a:pt x="3" y="18"/>
                  </a:cubicBezTo>
                  <a:cubicBezTo>
                    <a:pt x="1" y="18"/>
                    <a:pt x="0" y="19"/>
                    <a:pt x="0" y="22"/>
                  </a:cubicBezTo>
                  <a:cubicBezTo>
                    <a:pt x="0" y="23"/>
                    <a:pt x="0" y="25"/>
                    <a:pt x="2" y="25"/>
                  </a:cubicBezTo>
                  <a:cubicBezTo>
                    <a:pt x="3" y="26"/>
                    <a:pt x="4" y="27"/>
                    <a:pt x="5" y="27"/>
                  </a:cubicBezTo>
                  <a:cubicBezTo>
                    <a:pt x="6" y="27"/>
                    <a:pt x="6" y="27"/>
                    <a:pt x="6" y="27"/>
                  </a:cubicBezTo>
                  <a:cubicBezTo>
                    <a:pt x="7" y="27"/>
                    <a:pt x="8" y="27"/>
                    <a:pt x="10" y="26"/>
                  </a:cubicBezTo>
                  <a:cubicBezTo>
                    <a:pt x="7" y="37"/>
                    <a:pt x="6" y="45"/>
                    <a:pt x="6" y="49"/>
                  </a:cubicBezTo>
                  <a:cubicBezTo>
                    <a:pt x="6" y="53"/>
                    <a:pt x="7" y="56"/>
                    <a:pt x="9" y="58"/>
                  </a:cubicBezTo>
                  <a:cubicBezTo>
                    <a:pt x="10" y="60"/>
                    <a:pt x="13" y="61"/>
                    <a:pt x="17" y="61"/>
                  </a:cubicBezTo>
                  <a:cubicBezTo>
                    <a:pt x="21" y="61"/>
                    <a:pt x="25" y="59"/>
                    <a:pt x="29" y="56"/>
                  </a:cubicBezTo>
                  <a:cubicBezTo>
                    <a:pt x="33" y="53"/>
                    <a:pt x="35" y="51"/>
                    <a:pt x="35" y="48"/>
                  </a:cubicBezTo>
                  <a:cubicBezTo>
                    <a:pt x="35" y="48"/>
                    <a:pt x="35" y="47"/>
                    <a:pt x="34" y="47"/>
                  </a:cubicBezTo>
                  <a:cubicBezTo>
                    <a:pt x="34" y="46"/>
                    <a:pt x="33" y="46"/>
                    <a:pt x="32" y="46"/>
                  </a:cubicBezTo>
                  <a:cubicBezTo>
                    <a:pt x="31" y="46"/>
                    <a:pt x="30" y="46"/>
                    <a:pt x="29" y="48"/>
                  </a:cubicBezTo>
                  <a:cubicBezTo>
                    <a:pt x="26" y="50"/>
                    <a:pt x="25" y="51"/>
                    <a:pt x="23" y="51"/>
                  </a:cubicBezTo>
                  <a:cubicBezTo>
                    <a:pt x="22" y="52"/>
                    <a:pt x="20" y="52"/>
                    <a:pt x="19" y="52"/>
                  </a:cubicBezTo>
                  <a:cubicBezTo>
                    <a:pt x="18" y="52"/>
                    <a:pt x="17" y="52"/>
                    <a:pt x="16" y="51"/>
                  </a:cubicBezTo>
                  <a:cubicBezTo>
                    <a:pt x="16" y="50"/>
                    <a:pt x="16" y="48"/>
                    <a:pt x="16" y="46"/>
                  </a:cubicBezTo>
                  <a:cubicBezTo>
                    <a:pt x="16" y="45"/>
                    <a:pt x="16" y="41"/>
                    <a:pt x="18" y="35"/>
                  </a:cubicBezTo>
                  <a:cubicBezTo>
                    <a:pt x="19" y="29"/>
                    <a:pt x="20" y="26"/>
                    <a:pt x="20" y="26"/>
                  </a:cubicBezTo>
                  <a:cubicBezTo>
                    <a:pt x="34" y="23"/>
                    <a:pt x="34" y="23"/>
                    <a:pt x="34" y="23"/>
                  </a:cubicBezTo>
                  <a:cubicBezTo>
                    <a:pt x="38" y="23"/>
                    <a:pt x="40" y="21"/>
                    <a:pt x="40" y="19"/>
                  </a:cubicBezTo>
                  <a:cubicBezTo>
                    <a:pt x="40" y="18"/>
                    <a:pt x="40" y="17"/>
                    <a:pt x="40" y="16"/>
                  </a:cubicBezTo>
                  <a:cubicBezTo>
                    <a:pt x="39" y="16"/>
                    <a:pt x="38" y="16"/>
                    <a:pt x="37" y="16"/>
                  </a:cubicBezTo>
                  <a:cubicBezTo>
                    <a:pt x="36" y="16"/>
                    <a:pt x="31" y="16"/>
                    <a:pt x="22" y="17"/>
                  </a:cubicBezTo>
                  <a:cubicBezTo>
                    <a:pt x="25" y="9"/>
                    <a:pt x="26" y="5"/>
                    <a:pt x="26" y="4"/>
                  </a:cubicBezTo>
                  <a:cubicBezTo>
                    <a:pt x="26" y="3"/>
                    <a:pt x="25" y="2"/>
                    <a:pt x="2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Freeform 382"/>
            <p:cNvSpPr>
              <a:spLocks/>
            </p:cNvSpPr>
            <p:nvPr/>
          </p:nvSpPr>
          <p:spPr bwMode="auto">
            <a:xfrm>
              <a:off x="11993563" y="2284413"/>
              <a:ext cx="73025" cy="103188"/>
            </a:xfrm>
            <a:custGeom>
              <a:avLst/>
              <a:gdLst>
                <a:gd name="T0" fmla="*/ 0 w 49"/>
                <a:gd name="T1" fmla="*/ 64 h 69"/>
                <a:gd name="T2" fmla="*/ 2 w 49"/>
                <a:gd name="T3" fmla="*/ 67 h 69"/>
                <a:gd name="T4" fmla="*/ 6 w 49"/>
                <a:gd name="T5" fmla="*/ 69 h 69"/>
                <a:gd name="T6" fmla="*/ 9 w 49"/>
                <a:gd name="T7" fmla="*/ 67 h 69"/>
                <a:gd name="T8" fmla="*/ 11 w 49"/>
                <a:gd name="T9" fmla="*/ 62 h 69"/>
                <a:gd name="T10" fmla="*/ 21 w 49"/>
                <a:gd name="T11" fmla="*/ 47 h 69"/>
                <a:gd name="T12" fmla="*/ 31 w 49"/>
                <a:gd name="T13" fmla="*/ 37 h 69"/>
                <a:gd name="T14" fmla="*/ 33 w 49"/>
                <a:gd name="T15" fmla="*/ 39 h 69"/>
                <a:gd name="T16" fmla="*/ 35 w 49"/>
                <a:gd name="T17" fmla="*/ 50 h 69"/>
                <a:gd name="T18" fmla="*/ 38 w 49"/>
                <a:gd name="T19" fmla="*/ 61 h 69"/>
                <a:gd name="T20" fmla="*/ 44 w 49"/>
                <a:gd name="T21" fmla="*/ 65 h 69"/>
                <a:gd name="T22" fmla="*/ 48 w 49"/>
                <a:gd name="T23" fmla="*/ 64 h 69"/>
                <a:gd name="T24" fmla="*/ 49 w 49"/>
                <a:gd name="T25" fmla="*/ 61 h 69"/>
                <a:gd name="T26" fmla="*/ 48 w 49"/>
                <a:gd name="T27" fmla="*/ 58 h 69"/>
                <a:gd name="T28" fmla="*/ 45 w 49"/>
                <a:gd name="T29" fmla="*/ 54 h 69"/>
                <a:gd name="T30" fmla="*/ 44 w 49"/>
                <a:gd name="T31" fmla="*/ 49 h 69"/>
                <a:gd name="T32" fmla="*/ 43 w 49"/>
                <a:gd name="T33" fmla="*/ 41 h 69"/>
                <a:gd name="T34" fmla="*/ 39 w 49"/>
                <a:gd name="T35" fmla="*/ 29 h 69"/>
                <a:gd name="T36" fmla="*/ 33 w 49"/>
                <a:gd name="T37" fmla="*/ 26 h 69"/>
                <a:gd name="T38" fmla="*/ 23 w 49"/>
                <a:gd name="T39" fmla="*/ 31 h 69"/>
                <a:gd name="T40" fmla="*/ 12 w 49"/>
                <a:gd name="T41" fmla="*/ 48 h 69"/>
                <a:gd name="T42" fmla="*/ 14 w 49"/>
                <a:gd name="T43" fmla="*/ 36 h 69"/>
                <a:gd name="T44" fmla="*/ 19 w 49"/>
                <a:gd name="T45" fmla="*/ 17 h 69"/>
                <a:gd name="T46" fmla="*/ 20 w 49"/>
                <a:gd name="T47" fmla="*/ 6 h 69"/>
                <a:gd name="T48" fmla="*/ 18 w 49"/>
                <a:gd name="T49" fmla="*/ 1 h 69"/>
                <a:gd name="T50" fmla="*/ 14 w 49"/>
                <a:gd name="T51" fmla="*/ 0 h 69"/>
                <a:gd name="T52" fmla="*/ 11 w 49"/>
                <a:gd name="T53" fmla="*/ 2 h 69"/>
                <a:gd name="T54" fmla="*/ 8 w 49"/>
                <a:gd name="T55" fmla="*/ 10 h 69"/>
                <a:gd name="T56" fmla="*/ 1 w 49"/>
                <a:gd name="T57" fmla="*/ 57 h 69"/>
                <a:gd name="T58" fmla="*/ 0 w 49"/>
                <a:gd name="T59" fmla="*/ 6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9" h="69">
                  <a:moveTo>
                    <a:pt x="0" y="64"/>
                  </a:moveTo>
                  <a:cubicBezTo>
                    <a:pt x="0" y="65"/>
                    <a:pt x="1" y="67"/>
                    <a:pt x="2" y="67"/>
                  </a:cubicBezTo>
                  <a:cubicBezTo>
                    <a:pt x="3" y="68"/>
                    <a:pt x="4" y="69"/>
                    <a:pt x="6" y="69"/>
                  </a:cubicBezTo>
                  <a:cubicBezTo>
                    <a:pt x="7" y="69"/>
                    <a:pt x="8" y="68"/>
                    <a:pt x="9" y="67"/>
                  </a:cubicBezTo>
                  <a:cubicBezTo>
                    <a:pt x="9" y="67"/>
                    <a:pt x="10" y="65"/>
                    <a:pt x="11" y="62"/>
                  </a:cubicBezTo>
                  <a:cubicBezTo>
                    <a:pt x="13" y="58"/>
                    <a:pt x="17" y="53"/>
                    <a:pt x="21" y="47"/>
                  </a:cubicBezTo>
                  <a:cubicBezTo>
                    <a:pt x="26" y="40"/>
                    <a:pt x="29" y="37"/>
                    <a:pt x="31" y="37"/>
                  </a:cubicBezTo>
                  <a:cubicBezTo>
                    <a:pt x="32" y="37"/>
                    <a:pt x="33" y="38"/>
                    <a:pt x="33" y="39"/>
                  </a:cubicBezTo>
                  <a:cubicBezTo>
                    <a:pt x="34" y="41"/>
                    <a:pt x="34" y="45"/>
                    <a:pt x="35" y="50"/>
                  </a:cubicBezTo>
                  <a:cubicBezTo>
                    <a:pt x="35" y="55"/>
                    <a:pt x="36" y="59"/>
                    <a:pt x="38" y="61"/>
                  </a:cubicBezTo>
                  <a:cubicBezTo>
                    <a:pt x="40" y="64"/>
                    <a:pt x="42" y="65"/>
                    <a:pt x="44" y="65"/>
                  </a:cubicBezTo>
                  <a:cubicBezTo>
                    <a:pt x="46" y="65"/>
                    <a:pt x="47" y="65"/>
                    <a:pt x="48" y="64"/>
                  </a:cubicBezTo>
                  <a:cubicBezTo>
                    <a:pt x="49" y="63"/>
                    <a:pt x="49" y="62"/>
                    <a:pt x="49" y="61"/>
                  </a:cubicBezTo>
                  <a:cubicBezTo>
                    <a:pt x="49" y="60"/>
                    <a:pt x="49" y="59"/>
                    <a:pt x="48" y="58"/>
                  </a:cubicBezTo>
                  <a:cubicBezTo>
                    <a:pt x="47" y="57"/>
                    <a:pt x="46" y="56"/>
                    <a:pt x="45" y="54"/>
                  </a:cubicBezTo>
                  <a:cubicBezTo>
                    <a:pt x="45" y="53"/>
                    <a:pt x="44" y="51"/>
                    <a:pt x="44" y="49"/>
                  </a:cubicBezTo>
                  <a:cubicBezTo>
                    <a:pt x="43" y="47"/>
                    <a:pt x="43" y="44"/>
                    <a:pt x="43" y="41"/>
                  </a:cubicBezTo>
                  <a:cubicBezTo>
                    <a:pt x="42" y="34"/>
                    <a:pt x="41" y="30"/>
                    <a:pt x="39" y="29"/>
                  </a:cubicBezTo>
                  <a:cubicBezTo>
                    <a:pt x="38" y="27"/>
                    <a:pt x="36" y="26"/>
                    <a:pt x="33" y="26"/>
                  </a:cubicBezTo>
                  <a:cubicBezTo>
                    <a:pt x="30" y="26"/>
                    <a:pt x="27" y="28"/>
                    <a:pt x="23" y="31"/>
                  </a:cubicBezTo>
                  <a:cubicBezTo>
                    <a:pt x="20" y="34"/>
                    <a:pt x="16" y="40"/>
                    <a:pt x="12" y="48"/>
                  </a:cubicBezTo>
                  <a:cubicBezTo>
                    <a:pt x="12" y="45"/>
                    <a:pt x="13" y="41"/>
                    <a:pt x="14" y="36"/>
                  </a:cubicBezTo>
                  <a:cubicBezTo>
                    <a:pt x="16" y="27"/>
                    <a:pt x="18" y="20"/>
                    <a:pt x="19" y="17"/>
                  </a:cubicBezTo>
                  <a:cubicBezTo>
                    <a:pt x="19" y="13"/>
                    <a:pt x="20" y="9"/>
                    <a:pt x="20" y="6"/>
                  </a:cubicBezTo>
                  <a:cubicBezTo>
                    <a:pt x="20" y="4"/>
                    <a:pt x="19" y="2"/>
                    <a:pt x="18" y="1"/>
                  </a:cubicBezTo>
                  <a:cubicBezTo>
                    <a:pt x="17" y="0"/>
                    <a:pt x="16" y="0"/>
                    <a:pt x="14" y="0"/>
                  </a:cubicBezTo>
                  <a:cubicBezTo>
                    <a:pt x="13" y="0"/>
                    <a:pt x="12" y="0"/>
                    <a:pt x="11" y="2"/>
                  </a:cubicBezTo>
                  <a:cubicBezTo>
                    <a:pt x="10" y="3"/>
                    <a:pt x="9" y="6"/>
                    <a:pt x="8" y="10"/>
                  </a:cubicBezTo>
                  <a:cubicBezTo>
                    <a:pt x="7" y="27"/>
                    <a:pt x="4" y="42"/>
                    <a:pt x="1" y="57"/>
                  </a:cubicBezTo>
                  <a:cubicBezTo>
                    <a:pt x="1" y="61"/>
                    <a:pt x="0" y="63"/>
                    <a:pt x="0" y="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 name="Freeform 383"/>
            <p:cNvSpPr>
              <a:spLocks noEditPoints="1"/>
            </p:cNvSpPr>
            <p:nvPr/>
          </p:nvSpPr>
          <p:spPr bwMode="auto">
            <a:xfrm>
              <a:off x="12071350" y="2316163"/>
              <a:ext cx="58738" cy="71438"/>
            </a:xfrm>
            <a:custGeom>
              <a:avLst/>
              <a:gdLst>
                <a:gd name="T0" fmla="*/ 15 w 39"/>
                <a:gd name="T1" fmla="*/ 48 h 48"/>
                <a:gd name="T2" fmla="*/ 31 w 39"/>
                <a:gd name="T3" fmla="*/ 42 h 48"/>
                <a:gd name="T4" fmla="*/ 39 w 39"/>
                <a:gd name="T5" fmla="*/ 32 h 48"/>
                <a:gd name="T6" fmla="*/ 36 w 39"/>
                <a:gd name="T7" fmla="*/ 29 h 48"/>
                <a:gd name="T8" fmla="*/ 33 w 39"/>
                <a:gd name="T9" fmla="*/ 31 h 48"/>
                <a:gd name="T10" fmla="*/ 17 w 39"/>
                <a:gd name="T11" fmla="*/ 39 h 48"/>
                <a:gd name="T12" fmla="*/ 12 w 39"/>
                <a:gd name="T13" fmla="*/ 38 h 48"/>
                <a:gd name="T14" fmla="*/ 10 w 39"/>
                <a:gd name="T15" fmla="*/ 34 h 48"/>
                <a:gd name="T16" fmla="*/ 12 w 39"/>
                <a:gd name="T17" fmla="*/ 32 h 48"/>
                <a:gd name="T18" fmla="*/ 29 w 39"/>
                <a:gd name="T19" fmla="*/ 23 h 48"/>
                <a:gd name="T20" fmla="*/ 36 w 39"/>
                <a:gd name="T21" fmla="*/ 10 h 48"/>
                <a:gd name="T22" fmla="*/ 33 w 39"/>
                <a:gd name="T23" fmla="*/ 3 h 48"/>
                <a:gd name="T24" fmla="*/ 26 w 39"/>
                <a:gd name="T25" fmla="*/ 0 h 48"/>
                <a:gd name="T26" fmla="*/ 8 w 39"/>
                <a:gd name="T27" fmla="*/ 10 h 48"/>
                <a:gd name="T28" fmla="*/ 0 w 39"/>
                <a:gd name="T29" fmla="*/ 32 h 48"/>
                <a:gd name="T30" fmla="*/ 4 w 39"/>
                <a:gd name="T31" fmla="*/ 44 h 48"/>
                <a:gd name="T32" fmla="*/ 15 w 39"/>
                <a:gd name="T33" fmla="*/ 48 h 48"/>
                <a:gd name="T34" fmla="*/ 17 w 39"/>
                <a:gd name="T35" fmla="*/ 14 h 48"/>
                <a:gd name="T36" fmla="*/ 25 w 39"/>
                <a:gd name="T37" fmla="*/ 8 h 48"/>
                <a:gd name="T38" fmla="*/ 27 w 39"/>
                <a:gd name="T39" fmla="*/ 9 h 48"/>
                <a:gd name="T40" fmla="*/ 27 w 39"/>
                <a:gd name="T41" fmla="*/ 12 h 48"/>
                <a:gd name="T42" fmla="*/ 22 w 39"/>
                <a:gd name="T43" fmla="*/ 19 h 48"/>
                <a:gd name="T44" fmla="*/ 11 w 39"/>
                <a:gd name="T45" fmla="*/ 25 h 48"/>
                <a:gd name="T46" fmla="*/ 17 w 39"/>
                <a:gd name="T47" fmla="*/ 1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9" h="48">
                  <a:moveTo>
                    <a:pt x="15" y="48"/>
                  </a:moveTo>
                  <a:cubicBezTo>
                    <a:pt x="21" y="48"/>
                    <a:pt x="27" y="46"/>
                    <a:pt x="31" y="42"/>
                  </a:cubicBezTo>
                  <a:cubicBezTo>
                    <a:pt x="36" y="38"/>
                    <a:pt x="39" y="35"/>
                    <a:pt x="39" y="32"/>
                  </a:cubicBezTo>
                  <a:cubicBezTo>
                    <a:pt x="39" y="30"/>
                    <a:pt x="38" y="29"/>
                    <a:pt x="36" y="29"/>
                  </a:cubicBezTo>
                  <a:cubicBezTo>
                    <a:pt x="35" y="29"/>
                    <a:pt x="34" y="30"/>
                    <a:pt x="33" y="31"/>
                  </a:cubicBezTo>
                  <a:cubicBezTo>
                    <a:pt x="28" y="37"/>
                    <a:pt x="22" y="39"/>
                    <a:pt x="17" y="39"/>
                  </a:cubicBezTo>
                  <a:cubicBezTo>
                    <a:pt x="15" y="39"/>
                    <a:pt x="13" y="39"/>
                    <a:pt x="12" y="38"/>
                  </a:cubicBezTo>
                  <a:cubicBezTo>
                    <a:pt x="11" y="36"/>
                    <a:pt x="10" y="35"/>
                    <a:pt x="10" y="34"/>
                  </a:cubicBezTo>
                  <a:cubicBezTo>
                    <a:pt x="10" y="33"/>
                    <a:pt x="11" y="33"/>
                    <a:pt x="12" y="32"/>
                  </a:cubicBezTo>
                  <a:cubicBezTo>
                    <a:pt x="19" y="31"/>
                    <a:pt x="24" y="28"/>
                    <a:pt x="29" y="23"/>
                  </a:cubicBezTo>
                  <a:cubicBezTo>
                    <a:pt x="34" y="19"/>
                    <a:pt x="36" y="15"/>
                    <a:pt x="36" y="10"/>
                  </a:cubicBezTo>
                  <a:cubicBezTo>
                    <a:pt x="36" y="7"/>
                    <a:pt x="35" y="5"/>
                    <a:pt x="33" y="3"/>
                  </a:cubicBezTo>
                  <a:cubicBezTo>
                    <a:pt x="31" y="1"/>
                    <a:pt x="29" y="0"/>
                    <a:pt x="26" y="0"/>
                  </a:cubicBezTo>
                  <a:cubicBezTo>
                    <a:pt x="20" y="0"/>
                    <a:pt x="14" y="3"/>
                    <a:pt x="8" y="10"/>
                  </a:cubicBezTo>
                  <a:cubicBezTo>
                    <a:pt x="3" y="17"/>
                    <a:pt x="0" y="24"/>
                    <a:pt x="0" y="32"/>
                  </a:cubicBezTo>
                  <a:cubicBezTo>
                    <a:pt x="0" y="37"/>
                    <a:pt x="2" y="41"/>
                    <a:pt x="4" y="44"/>
                  </a:cubicBezTo>
                  <a:cubicBezTo>
                    <a:pt x="7" y="47"/>
                    <a:pt x="11" y="48"/>
                    <a:pt x="15" y="48"/>
                  </a:cubicBezTo>
                  <a:close/>
                  <a:moveTo>
                    <a:pt x="17" y="14"/>
                  </a:moveTo>
                  <a:cubicBezTo>
                    <a:pt x="20" y="10"/>
                    <a:pt x="22" y="8"/>
                    <a:pt x="25" y="8"/>
                  </a:cubicBezTo>
                  <a:cubicBezTo>
                    <a:pt x="25" y="8"/>
                    <a:pt x="26" y="9"/>
                    <a:pt x="27" y="9"/>
                  </a:cubicBezTo>
                  <a:cubicBezTo>
                    <a:pt x="27" y="10"/>
                    <a:pt x="27" y="11"/>
                    <a:pt x="27" y="12"/>
                  </a:cubicBezTo>
                  <a:cubicBezTo>
                    <a:pt x="27" y="14"/>
                    <a:pt x="26" y="16"/>
                    <a:pt x="22" y="19"/>
                  </a:cubicBezTo>
                  <a:cubicBezTo>
                    <a:pt x="19" y="22"/>
                    <a:pt x="15" y="24"/>
                    <a:pt x="11" y="25"/>
                  </a:cubicBezTo>
                  <a:cubicBezTo>
                    <a:pt x="12" y="21"/>
                    <a:pt x="14" y="17"/>
                    <a:pt x="17"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56" name="组合 255"/>
          <p:cNvGrpSpPr/>
          <p:nvPr/>
        </p:nvGrpSpPr>
        <p:grpSpPr>
          <a:xfrm>
            <a:off x="890587" y="4351338"/>
            <a:ext cx="10977563" cy="301626"/>
            <a:chOff x="890587" y="4351338"/>
            <a:chExt cx="10977563" cy="301626"/>
          </a:xfrm>
          <a:solidFill>
            <a:schemeClr val="tx1">
              <a:lumMod val="65000"/>
              <a:lumOff val="35000"/>
            </a:schemeClr>
          </a:solidFill>
        </p:grpSpPr>
        <p:sp>
          <p:nvSpPr>
            <p:cNvPr id="257" name="Freeform 44"/>
            <p:cNvSpPr>
              <a:spLocks/>
            </p:cNvSpPr>
            <p:nvPr/>
          </p:nvSpPr>
          <p:spPr bwMode="auto">
            <a:xfrm>
              <a:off x="890587" y="4437063"/>
              <a:ext cx="103188" cy="133350"/>
            </a:xfrm>
            <a:custGeom>
              <a:avLst/>
              <a:gdLst>
                <a:gd name="T0" fmla="*/ 1 w 71"/>
                <a:gd name="T1" fmla="*/ 73 h 92"/>
                <a:gd name="T2" fmla="*/ 0 w 71"/>
                <a:gd name="T3" fmla="*/ 78 h 92"/>
                <a:gd name="T4" fmla="*/ 7 w 71"/>
                <a:gd name="T5" fmla="*/ 88 h 92"/>
                <a:gd name="T6" fmla="*/ 12 w 71"/>
                <a:gd name="T7" fmla="*/ 87 h 92"/>
                <a:gd name="T8" fmla="*/ 15 w 71"/>
                <a:gd name="T9" fmla="*/ 79 h 92"/>
                <a:gd name="T10" fmla="*/ 16 w 71"/>
                <a:gd name="T11" fmla="*/ 71 h 92"/>
                <a:gd name="T12" fmla="*/ 19 w 71"/>
                <a:gd name="T13" fmla="*/ 44 h 92"/>
                <a:gd name="T14" fmla="*/ 23 w 71"/>
                <a:gd name="T15" fmla="*/ 18 h 92"/>
                <a:gd name="T16" fmla="*/ 32 w 71"/>
                <a:gd name="T17" fmla="*/ 13 h 92"/>
                <a:gd name="T18" fmla="*/ 47 w 71"/>
                <a:gd name="T19" fmla="*/ 12 h 92"/>
                <a:gd name="T20" fmla="*/ 55 w 71"/>
                <a:gd name="T21" fmla="*/ 17 h 92"/>
                <a:gd name="T22" fmla="*/ 48 w 71"/>
                <a:gd name="T23" fmla="*/ 28 h 92"/>
                <a:gd name="T24" fmla="*/ 35 w 71"/>
                <a:gd name="T25" fmla="*/ 37 h 92"/>
                <a:gd name="T26" fmla="*/ 23 w 71"/>
                <a:gd name="T27" fmla="*/ 45 h 92"/>
                <a:gd name="T28" fmla="*/ 25 w 71"/>
                <a:gd name="T29" fmla="*/ 50 h 92"/>
                <a:gd name="T30" fmla="*/ 32 w 71"/>
                <a:gd name="T31" fmla="*/ 51 h 92"/>
                <a:gd name="T32" fmla="*/ 38 w 71"/>
                <a:gd name="T33" fmla="*/ 50 h 92"/>
                <a:gd name="T34" fmla="*/ 43 w 71"/>
                <a:gd name="T35" fmla="*/ 48 h 92"/>
                <a:gd name="T36" fmla="*/ 52 w 71"/>
                <a:gd name="T37" fmla="*/ 51 h 92"/>
                <a:gd name="T38" fmla="*/ 56 w 71"/>
                <a:gd name="T39" fmla="*/ 58 h 92"/>
                <a:gd name="T40" fmla="*/ 47 w 71"/>
                <a:gd name="T41" fmla="*/ 72 h 92"/>
                <a:gd name="T42" fmla="*/ 33 w 71"/>
                <a:gd name="T43" fmla="*/ 78 h 92"/>
                <a:gd name="T44" fmla="*/ 30 w 71"/>
                <a:gd name="T45" fmla="*/ 78 h 92"/>
                <a:gd name="T46" fmla="*/ 18 w 71"/>
                <a:gd name="T47" fmla="*/ 87 h 92"/>
                <a:gd name="T48" fmla="*/ 27 w 71"/>
                <a:gd name="T49" fmla="*/ 92 h 92"/>
                <a:gd name="T50" fmla="*/ 56 w 71"/>
                <a:gd name="T51" fmla="*/ 80 h 92"/>
                <a:gd name="T52" fmla="*/ 70 w 71"/>
                <a:gd name="T53" fmla="*/ 58 h 92"/>
                <a:gd name="T54" fmla="*/ 67 w 71"/>
                <a:gd name="T55" fmla="*/ 47 h 92"/>
                <a:gd name="T56" fmla="*/ 53 w 71"/>
                <a:gd name="T57" fmla="*/ 38 h 92"/>
                <a:gd name="T58" fmla="*/ 67 w 71"/>
                <a:gd name="T59" fmla="*/ 26 h 92"/>
                <a:gd name="T60" fmla="*/ 71 w 71"/>
                <a:gd name="T61" fmla="*/ 16 h 92"/>
                <a:gd name="T62" fmla="*/ 65 w 71"/>
                <a:gd name="T63" fmla="*/ 5 h 92"/>
                <a:gd name="T64" fmla="*/ 50 w 71"/>
                <a:gd name="T65" fmla="*/ 0 h 92"/>
                <a:gd name="T66" fmla="*/ 16 w 71"/>
                <a:gd name="T67" fmla="*/ 5 h 92"/>
                <a:gd name="T68" fmla="*/ 0 w 71"/>
                <a:gd name="T69" fmla="*/ 16 h 92"/>
                <a:gd name="T70" fmla="*/ 0 w 71"/>
                <a:gd name="T71" fmla="*/ 18 h 92"/>
                <a:gd name="T72" fmla="*/ 2 w 71"/>
                <a:gd name="T73" fmla="*/ 20 h 92"/>
                <a:gd name="T74" fmla="*/ 5 w 71"/>
                <a:gd name="T75" fmla="*/ 21 h 92"/>
                <a:gd name="T76" fmla="*/ 7 w 71"/>
                <a:gd name="T77" fmla="*/ 21 h 92"/>
                <a:gd name="T78" fmla="*/ 8 w 71"/>
                <a:gd name="T79" fmla="*/ 24 h 92"/>
                <a:gd name="T80" fmla="*/ 6 w 71"/>
                <a:gd name="T81" fmla="*/ 44 h 92"/>
                <a:gd name="T82" fmla="*/ 1 w 71"/>
                <a:gd name="T83" fmla="*/ 7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1" h="92">
                  <a:moveTo>
                    <a:pt x="1" y="73"/>
                  </a:moveTo>
                  <a:cubicBezTo>
                    <a:pt x="0" y="76"/>
                    <a:pt x="0" y="77"/>
                    <a:pt x="0" y="78"/>
                  </a:cubicBezTo>
                  <a:cubicBezTo>
                    <a:pt x="0" y="85"/>
                    <a:pt x="2" y="88"/>
                    <a:pt x="7" y="88"/>
                  </a:cubicBezTo>
                  <a:cubicBezTo>
                    <a:pt x="9" y="88"/>
                    <a:pt x="11" y="88"/>
                    <a:pt x="12" y="87"/>
                  </a:cubicBezTo>
                  <a:cubicBezTo>
                    <a:pt x="14" y="86"/>
                    <a:pt x="15" y="83"/>
                    <a:pt x="15" y="79"/>
                  </a:cubicBezTo>
                  <a:cubicBezTo>
                    <a:pt x="16" y="71"/>
                    <a:pt x="16" y="71"/>
                    <a:pt x="16" y="71"/>
                  </a:cubicBezTo>
                  <a:cubicBezTo>
                    <a:pt x="16" y="69"/>
                    <a:pt x="17" y="60"/>
                    <a:pt x="19" y="44"/>
                  </a:cubicBezTo>
                  <a:cubicBezTo>
                    <a:pt x="21" y="28"/>
                    <a:pt x="23" y="19"/>
                    <a:pt x="23" y="18"/>
                  </a:cubicBezTo>
                  <a:cubicBezTo>
                    <a:pt x="24" y="16"/>
                    <a:pt x="27" y="15"/>
                    <a:pt x="32" y="13"/>
                  </a:cubicBezTo>
                  <a:cubicBezTo>
                    <a:pt x="37" y="12"/>
                    <a:pt x="42" y="12"/>
                    <a:pt x="47" y="12"/>
                  </a:cubicBezTo>
                  <a:cubicBezTo>
                    <a:pt x="52" y="12"/>
                    <a:pt x="55" y="14"/>
                    <a:pt x="55" y="17"/>
                  </a:cubicBezTo>
                  <a:cubicBezTo>
                    <a:pt x="55" y="20"/>
                    <a:pt x="53" y="24"/>
                    <a:pt x="48" y="28"/>
                  </a:cubicBezTo>
                  <a:cubicBezTo>
                    <a:pt x="44" y="32"/>
                    <a:pt x="40" y="35"/>
                    <a:pt x="35" y="37"/>
                  </a:cubicBezTo>
                  <a:cubicBezTo>
                    <a:pt x="27" y="40"/>
                    <a:pt x="23" y="43"/>
                    <a:pt x="23" y="45"/>
                  </a:cubicBezTo>
                  <a:cubicBezTo>
                    <a:pt x="23" y="48"/>
                    <a:pt x="24" y="49"/>
                    <a:pt x="25" y="50"/>
                  </a:cubicBezTo>
                  <a:cubicBezTo>
                    <a:pt x="26" y="51"/>
                    <a:pt x="29" y="51"/>
                    <a:pt x="32" y="51"/>
                  </a:cubicBezTo>
                  <a:cubicBezTo>
                    <a:pt x="33" y="51"/>
                    <a:pt x="35" y="51"/>
                    <a:pt x="38" y="50"/>
                  </a:cubicBezTo>
                  <a:cubicBezTo>
                    <a:pt x="41" y="49"/>
                    <a:pt x="42" y="48"/>
                    <a:pt x="43" y="48"/>
                  </a:cubicBezTo>
                  <a:cubicBezTo>
                    <a:pt x="47" y="48"/>
                    <a:pt x="50" y="49"/>
                    <a:pt x="52" y="51"/>
                  </a:cubicBezTo>
                  <a:cubicBezTo>
                    <a:pt x="54" y="53"/>
                    <a:pt x="56" y="56"/>
                    <a:pt x="56" y="58"/>
                  </a:cubicBezTo>
                  <a:cubicBezTo>
                    <a:pt x="56" y="63"/>
                    <a:pt x="53" y="67"/>
                    <a:pt x="47" y="72"/>
                  </a:cubicBezTo>
                  <a:cubicBezTo>
                    <a:pt x="41" y="76"/>
                    <a:pt x="37" y="78"/>
                    <a:pt x="33" y="78"/>
                  </a:cubicBezTo>
                  <a:cubicBezTo>
                    <a:pt x="30" y="78"/>
                    <a:pt x="30" y="78"/>
                    <a:pt x="30" y="78"/>
                  </a:cubicBezTo>
                  <a:cubicBezTo>
                    <a:pt x="22" y="78"/>
                    <a:pt x="18" y="81"/>
                    <a:pt x="18" y="87"/>
                  </a:cubicBezTo>
                  <a:cubicBezTo>
                    <a:pt x="18" y="90"/>
                    <a:pt x="21" y="92"/>
                    <a:pt x="27" y="92"/>
                  </a:cubicBezTo>
                  <a:cubicBezTo>
                    <a:pt x="37" y="92"/>
                    <a:pt x="47" y="88"/>
                    <a:pt x="56" y="80"/>
                  </a:cubicBezTo>
                  <a:cubicBezTo>
                    <a:pt x="66" y="73"/>
                    <a:pt x="70" y="65"/>
                    <a:pt x="70" y="58"/>
                  </a:cubicBezTo>
                  <a:cubicBezTo>
                    <a:pt x="70" y="54"/>
                    <a:pt x="69" y="51"/>
                    <a:pt x="67" y="47"/>
                  </a:cubicBezTo>
                  <a:cubicBezTo>
                    <a:pt x="65" y="44"/>
                    <a:pt x="60" y="41"/>
                    <a:pt x="53" y="38"/>
                  </a:cubicBezTo>
                  <a:cubicBezTo>
                    <a:pt x="60" y="33"/>
                    <a:pt x="64" y="29"/>
                    <a:pt x="67" y="26"/>
                  </a:cubicBezTo>
                  <a:cubicBezTo>
                    <a:pt x="69" y="23"/>
                    <a:pt x="71" y="20"/>
                    <a:pt x="71" y="16"/>
                  </a:cubicBezTo>
                  <a:cubicBezTo>
                    <a:pt x="71" y="12"/>
                    <a:pt x="69" y="8"/>
                    <a:pt x="65" y="5"/>
                  </a:cubicBezTo>
                  <a:cubicBezTo>
                    <a:pt x="61" y="2"/>
                    <a:pt x="56" y="0"/>
                    <a:pt x="50" y="0"/>
                  </a:cubicBezTo>
                  <a:cubicBezTo>
                    <a:pt x="38" y="0"/>
                    <a:pt x="27" y="2"/>
                    <a:pt x="16" y="5"/>
                  </a:cubicBezTo>
                  <a:cubicBezTo>
                    <a:pt x="5" y="8"/>
                    <a:pt x="0" y="12"/>
                    <a:pt x="0" y="16"/>
                  </a:cubicBezTo>
                  <a:cubicBezTo>
                    <a:pt x="0" y="16"/>
                    <a:pt x="0" y="17"/>
                    <a:pt x="0" y="18"/>
                  </a:cubicBezTo>
                  <a:cubicBezTo>
                    <a:pt x="1" y="19"/>
                    <a:pt x="1" y="19"/>
                    <a:pt x="2" y="20"/>
                  </a:cubicBezTo>
                  <a:cubicBezTo>
                    <a:pt x="3" y="21"/>
                    <a:pt x="4" y="21"/>
                    <a:pt x="5" y="21"/>
                  </a:cubicBezTo>
                  <a:cubicBezTo>
                    <a:pt x="7" y="21"/>
                    <a:pt x="7" y="21"/>
                    <a:pt x="7" y="21"/>
                  </a:cubicBezTo>
                  <a:cubicBezTo>
                    <a:pt x="8" y="21"/>
                    <a:pt x="8" y="22"/>
                    <a:pt x="8" y="24"/>
                  </a:cubicBezTo>
                  <a:cubicBezTo>
                    <a:pt x="8" y="25"/>
                    <a:pt x="7" y="32"/>
                    <a:pt x="6" y="44"/>
                  </a:cubicBezTo>
                  <a:cubicBezTo>
                    <a:pt x="4" y="56"/>
                    <a:pt x="2" y="66"/>
                    <a:pt x="1"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Freeform 45"/>
            <p:cNvSpPr>
              <a:spLocks noEditPoints="1"/>
            </p:cNvSpPr>
            <p:nvPr/>
          </p:nvSpPr>
          <p:spPr bwMode="auto">
            <a:xfrm>
              <a:off x="1006475" y="4468813"/>
              <a:ext cx="88900" cy="95250"/>
            </a:xfrm>
            <a:custGeom>
              <a:avLst/>
              <a:gdLst>
                <a:gd name="T0" fmla="*/ 52 w 61"/>
                <a:gd name="T1" fmla="*/ 66 h 66"/>
                <a:gd name="T2" fmla="*/ 58 w 61"/>
                <a:gd name="T3" fmla="*/ 64 h 66"/>
                <a:gd name="T4" fmla="*/ 61 w 61"/>
                <a:gd name="T5" fmla="*/ 59 h 66"/>
                <a:gd name="T6" fmla="*/ 59 w 61"/>
                <a:gd name="T7" fmla="*/ 56 h 66"/>
                <a:gd name="T8" fmla="*/ 56 w 61"/>
                <a:gd name="T9" fmla="*/ 54 h 66"/>
                <a:gd name="T10" fmla="*/ 54 w 61"/>
                <a:gd name="T11" fmla="*/ 50 h 66"/>
                <a:gd name="T12" fmla="*/ 53 w 61"/>
                <a:gd name="T13" fmla="*/ 39 h 66"/>
                <a:gd name="T14" fmla="*/ 56 w 61"/>
                <a:gd name="T15" fmla="*/ 21 h 66"/>
                <a:gd name="T16" fmla="*/ 57 w 61"/>
                <a:gd name="T17" fmla="*/ 12 h 66"/>
                <a:gd name="T18" fmla="*/ 50 w 61"/>
                <a:gd name="T19" fmla="*/ 7 h 66"/>
                <a:gd name="T20" fmla="*/ 41 w 61"/>
                <a:gd name="T21" fmla="*/ 0 h 66"/>
                <a:gd name="T22" fmla="*/ 14 w 61"/>
                <a:gd name="T23" fmla="*/ 17 h 66"/>
                <a:gd name="T24" fmla="*/ 0 w 61"/>
                <a:gd name="T25" fmla="*/ 49 h 66"/>
                <a:gd name="T26" fmla="*/ 4 w 61"/>
                <a:gd name="T27" fmla="*/ 60 h 66"/>
                <a:gd name="T28" fmla="*/ 13 w 61"/>
                <a:gd name="T29" fmla="*/ 64 h 66"/>
                <a:gd name="T30" fmla="*/ 42 w 61"/>
                <a:gd name="T31" fmla="*/ 44 h 66"/>
                <a:gd name="T32" fmla="*/ 52 w 61"/>
                <a:gd name="T33" fmla="*/ 66 h 66"/>
                <a:gd name="T34" fmla="*/ 33 w 61"/>
                <a:gd name="T35" fmla="*/ 39 h 66"/>
                <a:gd name="T36" fmla="*/ 16 w 61"/>
                <a:gd name="T37" fmla="*/ 51 h 66"/>
                <a:gd name="T38" fmla="*/ 14 w 61"/>
                <a:gd name="T39" fmla="*/ 47 h 66"/>
                <a:gd name="T40" fmla="*/ 23 w 61"/>
                <a:gd name="T41" fmla="*/ 25 h 66"/>
                <a:gd name="T42" fmla="*/ 39 w 61"/>
                <a:gd name="T43" fmla="*/ 12 h 66"/>
                <a:gd name="T44" fmla="*/ 41 w 61"/>
                <a:gd name="T45" fmla="*/ 14 h 66"/>
                <a:gd name="T46" fmla="*/ 43 w 61"/>
                <a:gd name="T47" fmla="*/ 18 h 66"/>
                <a:gd name="T48" fmla="*/ 33 w 61"/>
                <a:gd name="T49" fmla="*/ 39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1" h="66">
                  <a:moveTo>
                    <a:pt x="52" y="66"/>
                  </a:moveTo>
                  <a:cubicBezTo>
                    <a:pt x="54" y="66"/>
                    <a:pt x="56" y="65"/>
                    <a:pt x="58" y="64"/>
                  </a:cubicBezTo>
                  <a:cubicBezTo>
                    <a:pt x="60" y="62"/>
                    <a:pt x="61" y="61"/>
                    <a:pt x="61" y="59"/>
                  </a:cubicBezTo>
                  <a:cubicBezTo>
                    <a:pt x="61" y="57"/>
                    <a:pt x="60" y="56"/>
                    <a:pt x="59" y="56"/>
                  </a:cubicBezTo>
                  <a:cubicBezTo>
                    <a:pt x="57" y="55"/>
                    <a:pt x="56" y="54"/>
                    <a:pt x="56" y="54"/>
                  </a:cubicBezTo>
                  <a:cubicBezTo>
                    <a:pt x="55" y="53"/>
                    <a:pt x="55" y="52"/>
                    <a:pt x="54" y="50"/>
                  </a:cubicBezTo>
                  <a:cubicBezTo>
                    <a:pt x="54" y="48"/>
                    <a:pt x="53" y="44"/>
                    <a:pt x="53" y="39"/>
                  </a:cubicBezTo>
                  <a:cubicBezTo>
                    <a:pt x="53" y="35"/>
                    <a:pt x="54" y="28"/>
                    <a:pt x="56" y="21"/>
                  </a:cubicBezTo>
                  <a:cubicBezTo>
                    <a:pt x="56" y="16"/>
                    <a:pt x="57" y="13"/>
                    <a:pt x="57" y="12"/>
                  </a:cubicBezTo>
                  <a:cubicBezTo>
                    <a:pt x="57" y="8"/>
                    <a:pt x="55" y="7"/>
                    <a:pt x="50" y="7"/>
                  </a:cubicBezTo>
                  <a:cubicBezTo>
                    <a:pt x="49" y="2"/>
                    <a:pt x="46" y="0"/>
                    <a:pt x="41" y="0"/>
                  </a:cubicBezTo>
                  <a:cubicBezTo>
                    <a:pt x="32" y="0"/>
                    <a:pt x="23" y="5"/>
                    <a:pt x="14" y="17"/>
                  </a:cubicBezTo>
                  <a:cubicBezTo>
                    <a:pt x="5" y="28"/>
                    <a:pt x="0" y="39"/>
                    <a:pt x="0" y="49"/>
                  </a:cubicBezTo>
                  <a:cubicBezTo>
                    <a:pt x="0" y="54"/>
                    <a:pt x="1" y="57"/>
                    <a:pt x="4" y="60"/>
                  </a:cubicBezTo>
                  <a:cubicBezTo>
                    <a:pt x="6" y="62"/>
                    <a:pt x="9" y="64"/>
                    <a:pt x="13" y="64"/>
                  </a:cubicBezTo>
                  <a:cubicBezTo>
                    <a:pt x="22" y="64"/>
                    <a:pt x="32" y="57"/>
                    <a:pt x="42" y="44"/>
                  </a:cubicBezTo>
                  <a:cubicBezTo>
                    <a:pt x="41" y="58"/>
                    <a:pt x="45" y="66"/>
                    <a:pt x="52" y="66"/>
                  </a:cubicBezTo>
                  <a:close/>
                  <a:moveTo>
                    <a:pt x="33" y="39"/>
                  </a:moveTo>
                  <a:cubicBezTo>
                    <a:pt x="26" y="47"/>
                    <a:pt x="21" y="51"/>
                    <a:pt x="16" y="51"/>
                  </a:cubicBezTo>
                  <a:cubicBezTo>
                    <a:pt x="15" y="51"/>
                    <a:pt x="14" y="50"/>
                    <a:pt x="14" y="47"/>
                  </a:cubicBezTo>
                  <a:cubicBezTo>
                    <a:pt x="14" y="41"/>
                    <a:pt x="17" y="33"/>
                    <a:pt x="23" y="25"/>
                  </a:cubicBezTo>
                  <a:cubicBezTo>
                    <a:pt x="30" y="16"/>
                    <a:pt x="35" y="12"/>
                    <a:pt x="39" y="12"/>
                  </a:cubicBezTo>
                  <a:cubicBezTo>
                    <a:pt x="40" y="12"/>
                    <a:pt x="41" y="13"/>
                    <a:pt x="41" y="14"/>
                  </a:cubicBezTo>
                  <a:cubicBezTo>
                    <a:pt x="42" y="15"/>
                    <a:pt x="43" y="16"/>
                    <a:pt x="43" y="18"/>
                  </a:cubicBezTo>
                  <a:cubicBezTo>
                    <a:pt x="43" y="24"/>
                    <a:pt x="39" y="31"/>
                    <a:pt x="33"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 name="Freeform 46"/>
            <p:cNvSpPr>
              <a:spLocks/>
            </p:cNvSpPr>
            <p:nvPr/>
          </p:nvSpPr>
          <p:spPr bwMode="auto">
            <a:xfrm>
              <a:off x="1108075" y="4475163"/>
              <a:ext cx="104775" cy="85725"/>
            </a:xfrm>
            <a:custGeom>
              <a:avLst/>
              <a:gdLst>
                <a:gd name="T0" fmla="*/ 59 w 72"/>
                <a:gd name="T1" fmla="*/ 57 h 60"/>
                <a:gd name="T2" fmla="*/ 69 w 72"/>
                <a:gd name="T3" fmla="*/ 53 h 60"/>
                <a:gd name="T4" fmla="*/ 72 w 72"/>
                <a:gd name="T5" fmla="*/ 47 h 60"/>
                <a:gd name="T6" fmla="*/ 70 w 72"/>
                <a:gd name="T7" fmla="*/ 44 h 60"/>
                <a:gd name="T8" fmla="*/ 66 w 72"/>
                <a:gd name="T9" fmla="*/ 44 h 60"/>
                <a:gd name="T10" fmla="*/ 63 w 72"/>
                <a:gd name="T11" fmla="*/ 45 h 60"/>
                <a:gd name="T12" fmla="*/ 58 w 72"/>
                <a:gd name="T13" fmla="*/ 24 h 60"/>
                <a:gd name="T14" fmla="*/ 43 w 72"/>
                <a:gd name="T15" fmla="*/ 3 h 60"/>
                <a:gd name="T16" fmla="*/ 15 w 72"/>
                <a:gd name="T17" fmla="*/ 32 h 60"/>
                <a:gd name="T18" fmla="*/ 18 w 72"/>
                <a:gd name="T19" fmla="*/ 11 h 60"/>
                <a:gd name="T20" fmla="*/ 16 w 72"/>
                <a:gd name="T21" fmla="*/ 2 h 60"/>
                <a:gd name="T22" fmla="*/ 11 w 72"/>
                <a:gd name="T23" fmla="*/ 0 h 60"/>
                <a:gd name="T24" fmla="*/ 6 w 72"/>
                <a:gd name="T25" fmla="*/ 3 h 60"/>
                <a:gd name="T26" fmla="*/ 4 w 72"/>
                <a:gd name="T27" fmla="*/ 9 h 60"/>
                <a:gd name="T28" fmla="*/ 2 w 72"/>
                <a:gd name="T29" fmla="*/ 39 h 60"/>
                <a:gd name="T30" fmla="*/ 0 w 72"/>
                <a:gd name="T31" fmla="*/ 52 h 60"/>
                <a:gd name="T32" fmla="*/ 9 w 72"/>
                <a:gd name="T33" fmla="*/ 60 h 60"/>
                <a:gd name="T34" fmla="*/ 11 w 72"/>
                <a:gd name="T35" fmla="*/ 58 h 60"/>
                <a:gd name="T36" fmla="*/ 13 w 72"/>
                <a:gd name="T37" fmla="*/ 55 h 60"/>
                <a:gd name="T38" fmla="*/ 26 w 72"/>
                <a:gd name="T39" fmla="*/ 32 h 60"/>
                <a:gd name="T40" fmla="*/ 40 w 72"/>
                <a:gd name="T41" fmla="*/ 17 h 60"/>
                <a:gd name="T42" fmla="*/ 46 w 72"/>
                <a:gd name="T43" fmla="*/ 31 h 60"/>
                <a:gd name="T44" fmla="*/ 50 w 72"/>
                <a:gd name="T45" fmla="*/ 51 h 60"/>
                <a:gd name="T46" fmla="*/ 50 w 72"/>
                <a:gd name="T47" fmla="*/ 51 h 60"/>
                <a:gd name="T48" fmla="*/ 59 w 72"/>
                <a:gd name="T49" fmla="*/ 57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2" h="60">
                  <a:moveTo>
                    <a:pt x="59" y="57"/>
                  </a:moveTo>
                  <a:cubicBezTo>
                    <a:pt x="63" y="57"/>
                    <a:pt x="66" y="55"/>
                    <a:pt x="69" y="53"/>
                  </a:cubicBezTo>
                  <a:cubicBezTo>
                    <a:pt x="71" y="51"/>
                    <a:pt x="72" y="49"/>
                    <a:pt x="72" y="47"/>
                  </a:cubicBezTo>
                  <a:cubicBezTo>
                    <a:pt x="72" y="45"/>
                    <a:pt x="72" y="44"/>
                    <a:pt x="70" y="44"/>
                  </a:cubicBezTo>
                  <a:cubicBezTo>
                    <a:pt x="69" y="44"/>
                    <a:pt x="68" y="44"/>
                    <a:pt x="66" y="44"/>
                  </a:cubicBezTo>
                  <a:cubicBezTo>
                    <a:pt x="65" y="45"/>
                    <a:pt x="64" y="45"/>
                    <a:pt x="63" y="45"/>
                  </a:cubicBezTo>
                  <a:cubicBezTo>
                    <a:pt x="61" y="45"/>
                    <a:pt x="60" y="38"/>
                    <a:pt x="58" y="24"/>
                  </a:cubicBezTo>
                  <a:cubicBezTo>
                    <a:pt x="57" y="10"/>
                    <a:pt x="51" y="3"/>
                    <a:pt x="43" y="3"/>
                  </a:cubicBezTo>
                  <a:cubicBezTo>
                    <a:pt x="32" y="3"/>
                    <a:pt x="23" y="12"/>
                    <a:pt x="15" y="32"/>
                  </a:cubicBezTo>
                  <a:cubicBezTo>
                    <a:pt x="17" y="21"/>
                    <a:pt x="18" y="14"/>
                    <a:pt x="18" y="11"/>
                  </a:cubicBezTo>
                  <a:cubicBezTo>
                    <a:pt x="18" y="6"/>
                    <a:pt x="17" y="3"/>
                    <a:pt x="16" y="2"/>
                  </a:cubicBezTo>
                  <a:cubicBezTo>
                    <a:pt x="15" y="1"/>
                    <a:pt x="13" y="0"/>
                    <a:pt x="11" y="0"/>
                  </a:cubicBezTo>
                  <a:cubicBezTo>
                    <a:pt x="9" y="0"/>
                    <a:pt x="8" y="1"/>
                    <a:pt x="6" y="3"/>
                  </a:cubicBezTo>
                  <a:cubicBezTo>
                    <a:pt x="5" y="5"/>
                    <a:pt x="4" y="7"/>
                    <a:pt x="4" y="9"/>
                  </a:cubicBezTo>
                  <a:cubicBezTo>
                    <a:pt x="4" y="21"/>
                    <a:pt x="3" y="31"/>
                    <a:pt x="2" y="39"/>
                  </a:cubicBezTo>
                  <a:cubicBezTo>
                    <a:pt x="0" y="46"/>
                    <a:pt x="0" y="50"/>
                    <a:pt x="0" y="52"/>
                  </a:cubicBezTo>
                  <a:cubicBezTo>
                    <a:pt x="0" y="57"/>
                    <a:pt x="3" y="60"/>
                    <a:pt x="9" y="60"/>
                  </a:cubicBezTo>
                  <a:cubicBezTo>
                    <a:pt x="9" y="60"/>
                    <a:pt x="10" y="59"/>
                    <a:pt x="11" y="58"/>
                  </a:cubicBezTo>
                  <a:cubicBezTo>
                    <a:pt x="12" y="57"/>
                    <a:pt x="13" y="56"/>
                    <a:pt x="13" y="55"/>
                  </a:cubicBezTo>
                  <a:cubicBezTo>
                    <a:pt x="15" y="50"/>
                    <a:pt x="19" y="42"/>
                    <a:pt x="26" y="32"/>
                  </a:cubicBezTo>
                  <a:cubicBezTo>
                    <a:pt x="33" y="22"/>
                    <a:pt x="37" y="17"/>
                    <a:pt x="40" y="17"/>
                  </a:cubicBezTo>
                  <a:cubicBezTo>
                    <a:pt x="43" y="17"/>
                    <a:pt x="45" y="22"/>
                    <a:pt x="46" y="31"/>
                  </a:cubicBezTo>
                  <a:cubicBezTo>
                    <a:pt x="47" y="41"/>
                    <a:pt x="48" y="47"/>
                    <a:pt x="50" y="51"/>
                  </a:cubicBezTo>
                  <a:cubicBezTo>
                    <a:pt x="50" y="51"/>
                    <a:pt x="50" y="51"/>
                    <a:pt x="50" y="51"/>
                  </a:cubicBezTo>
                  <a:cubicBezTo>
                    <a:pt x="52" y="55"/>
                    <a:pt x="55" y="57"/>
                    <a:pt x="59"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 name="Freeform 47"/>
            <p:cNvSpPr>
              <a:spLocks/>
            </p:cNvSpPr>
            <p:nvPr/>
          </p:nvSpPr>
          <p:spPr bwMode="auto">
            <a:xfrm>
              <a:off x="1220787" y="4421188"/>
              <a:ext cx="92075" cy="144463"/>
            </a:xfrm>
            <a:custGeom>
              <a:avLst/>
              <a:gdLst>
                <a:gd name="T0" fmla="*/ 26 w 63"/>
                <a:gd name="T1" fmla="*/ 8 h 100"/>
                <a:gd name="T2" fmla="*/ 24 w 63"/>
                <a:gd name="T3" fmla="*/ 3 h 100"/>
                <a:gd name="T4" fmla="*/ 20 w 63"/>
                <a:gd name="T5" fmla="*/ 0 h 100"/>
                <a:gd name="T6" fmla="*/ 15 w 63"/>
                <a:gd name="T7" fmla="*/ 2 h 100"/>
                <a:gd name="T8" fmla="*/ 12 w 63"/>
                <a:gd name="T9" fmla="*/ 7 h 100"/>
                <a:gd name="T10" fmla="*/ 9 w 63"/>
                <a:gd name="T11" fmla="*/ 20 h 100"/>
                <a:gd name="T12" fmla="*/ 6 w 63"/>
                <a:gd name="T13" fmla="*/ 49 h 100"/>
                <a:gd name="T14" fmla="*/ 1 w 63"/>
                <a:gd name="T15" fmla="*/ 85 h 100"/>
                <a:gd name="T16" fmla="*/ 0 w 63"/>
                <a:gd name="T17" fmla="*/ 94 h 100"/>
                <a:gd name="T18" fmla="*/ 2 w 63"/>
                <a:gd name="T19" fmla="*/ 98 h 100"/>
                <a:gd name="T20" fmla="*/ 7 w 63"/>
                <a:gd name="T21" fmla="*/ 100 h 100"/>
                <a:gd name="T22" fmla="*/ 13 w 63"/>
                <a:gd name="T23" fmla="*/ 97 h 100"/>
                <a:gd name="T24" fmla="*/ 15 w 63"/>
                <a:gd name="T25" fmla="*/ 91 h 100"/>
                <a:gd name="T26" fmla="*/ 16 w 63"/>
                <a:gd name="T27" fmla="*/ 78 h 100"/>
                <a:gd name="T28" fmla="*/ 16 w 63"/>
                <a:gd name="T29" fmla="*/ 78 h 100"/>
                <a:gd name="T30" fmla="*/ 19 w 63"/>
                <a:gd name="T31" fmla="*/ 75 h 100"/>
                <a:gd name="T32" fmla="*/ 21 w 63"/>
                <a:gd name="T33" fmla="*/ 73 h 100"/>
                <a:gd name="T34" fmla="*/ 29 w 63"/>
                <a:gd name="T35" fmla="*/ 82 h 100"/>
                <a:gd name="T36" fmla="*/ 42 w 63"/>
                <a:gd name="T37" fmla="*/ 96 h 100"/>
                <a:gd name="T38" fmla="*/ 50 w 63"/>
                <a:gd name="T39" fmla="*/ 99 h 100"/>
                <a:gd name="T40" fmla="*/ 60 w 63"/>
                <a:gd name="T41" fmla="*/ 96 h 100"/>
                <a:gd name="T42" fmla="*/ 63 w 63"/>
                <a:gd name="T43" fmla="*/ 90 h 100"/>
                <a:gd name="T44" fmla="*/ 63 w 63"/>
                <a:gd name="T45" fmla="*/ 88 h 100"/>
                <a:gd name="T46" fmla="*/ 60 w 63"/>
                <a:gd name="T47" fmla="*/ 87 h 100"/>
                <a:gd name="T48" fmla="*/ 58 w 63"/>
                <a:gd name="T49" fmla="*/ 87 h 100"/>
                <a:gd name="T50" fmla="*/ 50 w 63"/>
                <a:gd name="T51" fmla="*/ 84 h 100"/>
                <a:gd name="T52" fmla="*/ 39 w 63"/>
                <a:gd name="T53" fmla="*/ 74 h 100"/>
                <a:gd name="T54" fmla="*/ 33 w 63"/>
                <a:gd name="T55" fmla="*/ 66 h 100"/>
                <a:gd name="T56" fmla="*/ 35 w 63"/>
                <a:gd name="T57" fmla="*/ 63 h 100"/>
                <a:gd name="T58" fmla="*/ 41 w 63"/>
                <a:gd name="T59" fmla="*/ 57 h 100"/>
                <a:gd name="T60" fmla="*/ 49 w 63"/>
                <a:gd name="T61" fmla="*/ 51 h 100"/>
                <a:gd name="T62" fmla="*/ 54 w 63"/>
                <a:gd name="T63" fmla="*/ 48 h 100"/>
                <a:gd name="T64" fmla="*/ 55 w 63"/>
                <a:gd name="T65" fmla="*/ 48 h 100"/>
                <a:gd name="T66" fmla="*/ 55 w 63"/>
                <a:gd name="T67" fmla="*/ 48 h 100"/>
                <a:gd name="T68" fmla="*/ 60 w 63"/>
                <a:gd name="T69" fmla="*/ 39 h 100"/>
                <a:gd name="T70" fmla="*/ 54 w 63"/>
                <a:gd name="T71" fmla="*/ 34 h 100"/>
                <a:gd name="T72" fmla="*/ 35 w 63"/>
                <a:gd name="T73" fmla="*/ 48 h 100"/>
                <a:gd name="T74" fmla="*/ 17 w 63"/>
                <a:gd name="T75" fmla="*/ 63 h 100"/>
                <a:gd name="T76" fmla="*/ 19 w 63"/>
                <a:gd name="T77" fmla="*/ 44 h 100"/>
                <a:gd name="T78" fmla="*/ 19 w 63"/>
                <a:gd name="T79" fmla="*/ 44 h 100"/>
                <a:gd name="T80" fmla="*/ 21 w 63"/>
                <a:gd name="T81" fmla="*/ 37 h 100"/>
                <a:gd name="T82" fmla="*/ 26 w 63"/>
                <a:gd name="T83" fmla="*/ 8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3" h="100">
                  <a:moveTo>
                    <a:pt x="26" y="8"/>
                  </a:moveTo>
                  <a:cubicBezTo>
                    <a:pt x="26" y="6"/>
                    <a:pt x="25" y="4"/>
                    <a:pt x="24" y="3"/>
                  </a:cubicBezTo>
                  <a:cubicBezTo>
                    <a:pt x="23" y="1"/>
                    <a:pt x="22" y="0"/>
                    <a:pt x="20" y="0"/>
                  </a:cubicBezTo>
                  <a:cubicBezTo>
                    <a:pt x="18" y="0"/>
                    <a:pt x="17" y="1"/>
                    <a:pt x="15" y="2"/>
                  </a:cubicBezTo>
                  <a:cubicBezTo>
                    <a:pt x="14" y="4"/>
                    <a:pt x="12" y="5"/>
                    <a:pt x="12" y="7"/>
                  </a:cubicBezTo>
                  <a:cubicBezTo>
                    <a:pt x="11" y="9"/>
                    <a:pt x="10" y="14"/>
                    <a:pt x="9" y="20"/>
                  </a:cubicBezTo>
                  <a:cubicBezTo>
                    <a:pt x="8" y="27"/>
                    <a:pt x="7" y="37"/>
                    <a:pt x="6" y="49"/>
                  </a:cubicBezTo>
                  <a:cubicBezTo>
                    <a:pt x="5" y="64"/>
                    <a:pt x="3" y="76"/>
                    <a:pt x="1" y="85"/>
                  </a:cubicBezTo>
                  <a:cubicBezTo>
                    <a:pt x="0" y="89"/>
                    <a:pt x="0" y="92"/>
                    <a:pt x="0" y="94"/>
                  </a:cubicBezTo>
                  <a:cubicBezTo>
                    <a:pt x="0" y="95"/>
                    <a:pt x="1" y="96"/>
                    <a:pt x="2" y="98"/>
                  </a:cubicBezTo>
                  <a:cubicBezTo>
                    <a:pt x="3" y="99"/>
                    <a:pt x="5" y="100"/>
                    <a:pt x="7" y="100"/>
                  </a:cubicBezTo>
                  <a:cubicBezTo>
                    <a:pt x="9" y="100"/>
                    <a:pt x="11" y="99"/>
                    <a:pt x="13" y="97"/>
                  </a:cubicBezTo>
                  <a:cubicBezTo>
                    <a:pt x="14" y="96"/>
                    <a:pt x="15" y="93"/>
                    <a:pt x="15" y="91"/>
                  </a:cubicBezTo>
                  <a:cubicBezTo>
                    <a:pt x="15" y="86"/>
                    <a:pt x="15" y="82"/>
                    <a:pt x="16" y="78"/>
                  </a:cubicBezTo>
                  <a:cubicBezTo>
                    <a:pt x="16" y="78"/>
                    <a:pt x="16" y="78"/>
                    <a:pt x="16" y="78"/>
                  </a:cubicBezTo>
                  <a:cubicBezTo>
                    <a:pt x="16" y="78"/>
                    <a:pt x="17" y="77"/>
                    <a:pt x="19" y="75"/>
                  </a:cubicBezTo>
                  <a:cubicBezTo>
                    <a:pt x="20" y="74"/>
                    <a:pt x="21" y="73"/>
                    <a:pt x="21" y="73"/>
                  </a:cubicBezTo>
                  <a:cubicBezTo>
                    <a:pt x="21" y="73"/>
                    <a:pt x="24" y="76"/>
                    <a:pt x="29" y="82"/>
                  </a:cubicBezTo>
                  <a:cubicBezTo>
                    <a:pt x="35" y="89"/>
                    <a:pt x="39" y="94"/>
                    <a:pt x="42" y="96"/>
                  </a:cubicBezTo>
                  <a:cubicBezTo>
                    <a:pt x="45" y="98"/>
                    <a:pt x="48" y="99"/>
                    <a:pt x="50" y="99"/>
                  </a:cubicBezTo>
                  <a:cubicBezTo>
                    <a:pt x="55" y="99"/>
                    <a:pt x="59" y="98"/>
                    <a:pt x="60" y="96"/>
                  </a:cubicBezTo>
                  <a:cubicBezTo>
                    <a:pt x="62" y="94"/>
                    <a:pt x="63" y="92"/>
                    <a:pt x="63" y="90"/>
                  </a:cubicBezTo>
                  <a:cubicBezTo>
                    <a:pt x="63" y="89"/>
                    <a:pt x="63" y="88"/>
                    <a:pt x="63" y="88"/>
                  </a:cubicBezTo>
                  <a:cubicBezTo>
                    <a:pt x="62" y="87"/>
                    <a:pt x="61" y="87"/>
                    <a:pt x="60" y="87"/>
                  </a:cubicBezTo>
                  <a:cubicBezTo>
                    <a:pt x="58" y="87"/>
                    <a:pt x="58" y="87"/>
                    <a:pt x="58" y="87"/>
                  </a:cubicBezTo>
                  <a:cubicBezTo>
                    <a:pt x="55" y="87"/>
                    <a:pt x="53" y="86"/>
                    <a:pt x="50" y="84"/>
                  </a:cubicBezTo>
                  <a:cubicBezTo>
                    <a:pt x="47" y="82"/>
                    <a:pt x="44" y="78"/>
                    <a:pt x="39" y="74"/>
                  </a:cubicBezTo>
                  <a:cubicBezTo>
                    <a:pt x="35" y="69"/>
                    <a:pt x="33" y="66"/>
                    <a:pt x="33" y="66"/>
                  </a:cubicBezTo>
                  <a:cubicBezTo>
                    <a:pt x="33" y="65"/>
                    <a:pt x="33" y="64"/>
                    <a:pt x="35" y="63"/>
                  </a:cubicBezTo>
                  <a:cubicBezTo>
                    <a:pt x="36" y="61"/>
                    <a:pt x="38" y="59"/>
                    <a:pt x="41" y="57"/>
                  </a:cubicBezTo>
                  <a:cubicBezTo>
                    <a:pt x="44" y="55"/>
                    <a:pt x="46" y="53"/>
                    <a:pt x="49" y="51"/>
                  </a:cubicBezTo>
                  <a:cubicBezTo>
                    <a:pt x="50" y="51"/>
                    <a:pt x="52" y="49"/>
                    <a:pt x="54" y="48"/>
                  </a:cubicBezTo>
                  <a:cubicBezTo>
                    <a:pt x="55" y="48"/>
                    <a:pt x="55" y="48"/>
                    <a:pt x="55" y="48"/>
                  </a:cubicBezTo>
                  <a:cubicBezTo>
                    <a:pt x="55" y="48"/>
                    <a:pt x="55" y="48"/>
                    <a:pt x="55" y="48"/>
                  </a:cubicBezTo>
                  <a:cubicBezTo>
                    <a:pt x="58" y="46"/>
                    <a:pt x="60" y="43"/>
                    <a:pt x="60" y="39"/>
                  </a:cubicBezTo>
                  <a:cubicBezTo>
                    <a:pt x="60" y="36"/>
                    <a:pt x="58" y="34"/>
                    <a:pt x="54" y="34"/>
                  </a:cubicBezTo>
                  <a:cubicBezTo>
                    <a:pt x="50" y="34"/>
                    <a:pt x="44" y="39"/>
                    <a:pt x="35" y="48"/>
                  </a:cubicBezTo>
                  <a:cubicBezTo>
                    <a:pt x="17" y="63"/>
                    <a:pt x="17" y="63"/>
                    <a:pt x="17" y="63"/>
                  </a:cubicBezTo>
                  <a:cubicBezTo>
                    <a:pt x="17" y="62"/>
                    <a:pt x="18" y="55"/>
                    <a:pt x="19" y="44"/>
                  </a:cubicBezTo>
                  <a:cubicBezTo>
                    <a:pt x="19" y="44"/>
                    <a:pt x="19" y="44"/>
                    <a:pt x="19" y="44"/>
                  </a:cubicBezTo>
                  <a:cubicBezTo>
                    <a:pt x="21" y="37"/>
                    <a:pt x="21" y="37"/>
                    <a:pt x="21" y="37"/>
                  </a:cubicBezTo>
                  <a:cubicBezTo>
                    <a:pt x="24" y="20"/>
                    <a:pt x="26" y="10"/>
                    <a:pt x="26"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 name="Freeform 48"/>
            <p:cNvSpPr>
              <a:spLocks/>
            </p:cNvSpPr>
            <p:nvPr/>
          </p:nvSpPr>
          <p:spPr bwMode="auto">
            <a:xfrm>
              <a:off x="1392237" y="4438651"/>
              <a:ext cx="96838" cy="125413"/>
            </a:xfrm>
            <a:custGeom>
              <a:avLst/>
              <a:gdLst>
                <a:gd name="T0" fmla="*/ 24 w 67"/>
                <a:gd name="T1" fmla="*/ 15 h 87"/>
                <a:gd name="T2" fmla="*/ 25 w 67"/>
                <a:gd name="T3" fmla="*/ 7 h 87"/>
                <a:gd name="T4" fmla="*/ 23 w 67"/>
                <a:gd name="T5" fmla="*/ 2 h 87"/>
                <a:gd name="T6" fmla="*/ 18 w 67"/>
                <a:gd name="T7" fmla="*/ 0 h 87"/>
                <a:gd name="T8" fmla="*/ 12 w 67"/>
                <a:gd name="T9" fmla="*/ 2 h 87"/>
                <a:gd name="T10" fmla="*/ 10 w 67"/>
                <a:gd name="T11" fmla="*/ 6 h 87"/>
                <a:gd name="T12" fmla="*/ 9 w 67"/>
                <a:gd name="T13" fmla="*/ 14 h 87"/>
                <a:gd name="T14" fmla="*/ 4 w 67"/>
                <a:gd name="T15" fmla="*/ 62 h 87"/>
                <a:gd name="T16" fmla="*/ 1 w 67"/>
                <a:gd name="T17" fmla="*/ 74 h 87"/>
                <a:gd name="T18" fmla="*/ 0 w 67"/>
                <a:gd name="T19" fmla="*/ 79 h 87"/>
                <a:gd name="T20" fmla="*/ 2 w 67"/>
                <a:gd name="T21" fmla="*/ 85 h 87"/>
                <a:gd name="T22" fmla="*/ 8 w 67"/>
                <a:gd name="T23" fmla="*/ 87 h 87"/>
                <a:gd name="T24" fmla="*/ 16 w 67"/>
                <a:gd name="T25" fmla="*/ 85 h 87"/>
                <a:gd name="T26" fmla="*/ 47 w 67"/>
                <a:gd name="T27" fmla="*/ 81 h 87"/>
                <a:gd name="T28" fmla="*/ 52 w 67"/>
                <a:gd name="T29" fmla="*/ 81 h 87"/>
                <a:gd name="T30" fmla="*/ 57 w 67"/>
                <a:gd name="T31" fmla="*/ 81 h 87"/>
                <a:gd name="T32" fmla="*/ 64 w 67"/>
                <a:gd name="T33" fmla="*/ 79 h 87"/>
                <a:gd name="T34" fmla="*/ 67 w 67"/>
                <a:gd name="T35" fmla="*/ 73 h 87"/>
                <a:gd name="T36" fmla="*/ 65 w 67"/>
                <a:gd name="T37" fmla="*/ 68 h 87"/>
                <a:gd name="T38" fmla="*/ 60 w 67"/>
                <a:gd name="T39" fmla="*/ 67 h 87"/>
                <a:gd name="T40" fmla="*/ 57 w 67"/>
                <a:gd name="T41" fmla="*/ 67 h 87"/>
                <a:gd name="T42" fmla="*/ 39 w 67"/>
                <a:gd name="T43" fmla="*/ 69 h 87"/>
                <a:gd name="T44" fmla="*/ 29 w 67"/>
                <a:gd name="T45" fmla="*/ 70 h 87"/>
                <a:gd name="T46" fmla="*/ 17 w 67"/>
                <a:gd name="T47" fmla="*/ 71 h 87"/>
                <a:gd name="T48" fmla="*/ 17 w 67"/>
                <a:gd name="T49" fmla="*/ 70 h 87"/>
                <a:gd name="T50" fmla="*/ 19 w 67"/>
                <a:gd name="T51" fmla="*/ 46 h 87"/>
                <a:gd name="T52" fmla="*/ 24 w 67"/>
                <a:gd name="T53" fmla="*/ 1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7" h="87">
                  <a:moveTo>
                    <a:pt x="24" y="15"/>
                  </a:moveTo>
                  <a:cubicBezTo>
                    <a:pt x="24" y="11"/>
                    <a:pt x="25" y="8"/>
                    <a:pt x="25" y="7"/>
                  </a:cubicBezTo>
                  <a:cubicBezTo>
                    <a:pt x="25" y="5"/>
                    <a:pt x="24" y="4"/>
                    <a:pt x="23" y="2"/>
                  </a:cubicBezTo>
                  <a:cubicBezTo>
                    <a:pt x="21" y="1"/>
                    <a:pt x="20" y="0"/>
                    <a:pt x="18" y="0"/>
                  </a:cubicBezTo>
                  <a:cubicBezTo>
                    <a:pt x="15" y="0"/>
                    <a:pt x="14" y="1"/>
                    <a:pt x="12" y="2"/>
                  </a:cubicBezTo>
                  <a:cubicBezTo>
                    <a:pt x="11" y="3"/>
                    <a:pt x="10" y="4"/>
                    <a:pt x="10" y="6"/>
                  </a:cubicBezTo>
                  <a:cubicBezTo>
                    <a:pt x="9" y="7"/>
                    <a:pt x="9" y="10"/>
                    <a:pt x="9" y="14"/>
                  </a:cubicBezTo>
                  <a:cubicBezTo>
                    <a:pt x="4" y="62"/>
                    <a:pt x="4" y="62"/>
                    <a:pt x="4" y="62"/>
                  </a:cubicBezTo>
                  <a:cubicBezTo>
                    <a:pt x="3" y="66"/>
                    <a:pt x="2" y="70"/>
                    <a:pt x="1" y="74"/>
                  </a:cubicBezTo>
                  <a:cubicBezTo>
                    <a:pt x="1" y="77"/>
                    <a:pt x="0" y="79"/>
                    <a:pt x="0" y="79"/>
                  </a:cubicBezTo>
                  <a:cubicBezTo>
                    <a:pt x="0" y="81"/>
                    <a:pt x="1" y="83"/>
                    <a:pt x="2" y="85"/>
                  </a:cubicBezTo>
                  <a:cubicBezTo>
                    <a:pt x="4" y="86"/>
                    <a:pt x="5" y="87"/>
                    <a:pt x="8" y="87"/>
                  </a:cubicBezTo>
                  <a:cubicBezTo>
                    <a:pt x="9" y="87"/>
                    <a:pt x="12" y="87"/>
                    <a:pt x="16" y="85"/>
                  </a:cubicBezTo>
                  <a:cubicBezTo>
                    <a:pt x="26" y="82"/>
                    <a:pt x="36" y="81"/>
                    <a:pt x="47" y="81"/>
                  </a:cubicBezTo>
                  <a:cubicBezTo>
                    <a:pt x="48" y="81"/>
                    <a:pt x="50" y="81"/>
                    <a:pt x="52" y="81"/>
                  </a:cubicBezTo>
                  <a:cubicBezTo>
                    <a:pt x="54" y="81"/>
                    <a:pt x="56" y="81"/>
                    <a:pt x="57" y="81"/>
                  </a:cubicBezTo>
                  <a:cubicBezTo>
                    <a:pt x="59" y="81"/>
                    <a:pt x="62" y="81"/>
                    <a:pt x="64" y="79"/>
                  </a:cubicBezTo>
                  <a:cubicBezTo>
                    <a:pt x="66" y="77"/>
                    <a:pt x="67" y="75"/>
                    <a:pt x="67" y="73"/>
                  </a:cubicBezTo>
                  <a:cubicBezTo>
                    <a:pt x="67" y="71"/>
                    <a:pt x="66" y="70"/>
                    <a:pt x="65" y="68"/>
                  </a:cubicBezTo>
                  <a:cubicBezTo>
                    <a:pt x="64" y="67"/>
                    <a:pt x="62" y="67"/>
                    <a:pt x="60" y="67"/>
                  </a:cubicBezTo>
                  <a:cubicBezTo>
                    <a:pt x="59" y="67"/>
                    <a:pt x="59" y="67"/>
                    <a:pt x="57" y="67"/>
                  </a:cubicBezTo>
                  <a:cubicBezTo>
                    <a:pt x="54" y="68"/>
                    <a:pt x="48" y="68"/>
                    <a:pt x="39" y="69"/>
                  </a:cubicBezTo>
                  <a:cubicBezTo>
                    <a:pt x="35" y="69"/>
                    <a:pt x="32" y="69"/>
                    <a:pt x="29" y="70"/>
                  </a:cubicBezTo>
                  <a:cubicBezTo>
                    <a:pt x="23" y="71"/>
                    <a:pt x="19" y="71"/>
                    <a:pt x="17" y="71"/>
                  </a:cubicBezTo>
                  <a:cubicBezTo>
                    <a:pt x="17" y="71"/>
                    <a:pt x="17" y="71"/>
                    <a:pt x="17" y="70"/>
                  </a:cubicBezTo>
                  <a:cubicBezTo>
                    <a:pt x="17" y="69"/>
                    <a:pt x="18" y="61"/>
                    <a:pt x="19" y="46"/>
                  </a:cubicBezTo>
                  <a:cubicBezTo>
                    <a:pt x="21" y="30"/>
                    <a:pt x="23" y="20"/>
                    <a:pt x="24"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 name="Freeform 49"/>
            <p:cNvSpPr>
              <a:spLocks noEditPoints="1"/>
            </p:cNvSpPr>
            <p:nvPr/>
          </p:nvSpPr>
          <p:spPr bwMode="auto">
            <a:xfrm>
              <a:off x="1498600" y="4470401"/>
              <a:ext cx="82550" cy="93663"/>
            </a:xfrm>
            <a:custGeom>
              <a:avLst/>
              <a:gdLst>
                <a:gd name="T0" fmla="*/ 41 w 57"/>
                <a:gd name="T1" fmla="*/ 56 h 65"/>
                <a:gd name="T2" fmla="*/ 56 w 57"/>
                <a:gd name="T3" fmla="*/ 33 h 65"/>
                <a:gd name="T4" fmla="*/ 56 w 57"/>
                <a:gd name="T5" fmla="*/ 33 h 65"/>
                <a:gd name="T6" fmla="*/ 57 w 57"/>
                <a:gd name="T7" fmla="*/ 24 h 65"/>
                <a:gd name="T8" fmla="*/ 51 w 57"/>
                <a:gd name="T9" fmla="*/ 7 h 65"/>
                <a:gd name="T10" fmla="*/ 35 w 57"/>
                <a:gd name="T11" fmla="*/ 0 h 65"/>
                <a:gd name="T12" fmla="*/ 10 w 57"/>
                <a:gd name="T13" fmla="*/ 14 h 65"/>
                <a:gd name="T14" fmla="*/ 0 w 57"/>
                <a:gd name="T15" fmla="*/ 43 h 65"/>
                <a:gd name="T16" fmla="*/ 6 w 57"/>
                <a:gd name="T17" fmla="*/ 59 h 65"/>
                <a:gd name="T18" fmla="*/ 20 w 57"/>
                <a:gd name="T19" fmla="*/ 65 h 65"/>
                <a:gd name="T20" fmla="*/ 41 w 57"/>
                <a:gd name="T21" fmla="*/ 56 h 65"/>
                <a:gd name="T22" fmla="*/ 16 w 57"/>
                <a:gd name="T23" fmla="*/ 50 h 65"/>
                <a:gd name="T24" fmla="*/ 14 w 57"/>
                <a:gd name="T25" fmla="*/ 42 h 65"/>
                <a:gd name="T26" fmla="*/ 18 w 57"/>
                <a:gd name="T27" fmla="*/ 26 h 65"/>
                <a:gd name="T28" fmla="*/ 26 w 57"/>
                <a:gd name="T29" fmla="*/ 15 h 65"/>
                <a:gd name="T30" fmla="*/ 26 w 57"/>
                <a:gd name="T31" fmla="*/ 15 h 65"/>
                <a:gd name="T32" fmla="*/ 34 w 57"/>
                <a:gd name="T33" fmla="*/ 12 h 65"/>
                <a:gd name="T34" fmla="*/ 41 w 57"/>
                <a:gd name="T35" fmla="*/ 16 h 65"/>
                <a:gd name="T36" fmla="*/ 43 w 57"/>
                <a:gd name="T37" fmla="*/ 25 h 65"/>
                <a:gd name="T38" fmla="*/ 36 w 57"/>
                <a:gd name="T39" fmla="*/ 44 h 65"/>
                <a:gd name="T40" fmla="*/ 21 w 57"/>
                <a:gd name="T41" fmla="*/ 53 h 65"/>
                <a:gd name="T42" fmla="*/ 16 w 57"/>
                <a:gd name="T43" fmla="*/ 5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 h="65">
                  <a:moveTo>
                    <a:pt x="41" y="56"/>
                  </a:moveTo>
                  <a:cubicBezTo>
                    <a:pt x="48" y="49"/>
                    <a:pt x="53" y="42"/>
                    <a:pt x="56" y="33"/>
                  </a:cubicBezTo>
                  <a:cubicBezTo>
                    <a:pt x="56" y="33"/>
                    <a:pt x="56" y="33"/>
                    <a:pt x="56" y="33"/>
                  </a:cubicBezTo>
                  <a:cubicBezTo>
                    <a:pt x="57" y="30"/>
                    <a:pt x="57" y="27"/>
                    <a:pt x="57" y="24"/>
                  </a:cubicBezTo>
                  <a:cubicBezTo>
                    <a:pt x="57" y="18"/>
                    <a:pt x="55" y="12"/>
                    <a:pt x="51" y="7"/>
                  </a:cubicBezTo>
                  <a:cubicBezTo>
                    <a:pt x="47" y="2"/>
                    <a:pt x="41" y="0"/>
                    <a:pt x="35" y="0"/>
                  </a:cubicBezTo>
                  <a:cubicBezTo>
                    <a:pt x="25" y="0"/>
                    <a:pt x="17" y="5"/>
                    <a:pt x="10" y="14"/>
                  </a:cubicBezTo>
                  <a:cubicBezTo>
                    <a:pt x="4" y="24"/>
                    <a:pt x="0" y="33"/>
                    <a:pt x="0" y="43"/>
                  </a:cubicBezTo>
                  <a:cubicBezTo>
                    <a:pt x="0" y="49"/>
                    <a:pt x="2" y="54"/>
                    <a:pt x="6" y="59"/>
                  </a:cubicBezTo>
                  <a:cubicBezTo>
                    <a:pt x="9" y="63"/>
                    <a:pt x="14" y="65"/>
                    <a:pt x="20" y="65"/>
                  </a:cubicBezTo>
                  <a:cubicBezTo>
                    <a:pt x="27" y="65"/>
                    <a:pt x="34" y="62"/>
                    <a:pt x="41" y="56"/>
                  </a:cubicBezTo>
                  <a:close/>
                  <a:moveTo>
                    <a:pt x="16" y="50"/>
                  </a:moveTo>
                  <a:cubicBezTo>
                    <a:pt x="15" y="48"/>
                    <a:pt x="14" y="45"/>
                    <a:pt x="14" y="42"/>
                  </a:cubicBezTo>
                  <a:cubicBezTo>
                    <a:pt x="14" y="37"/>
                    <a:pt x="16" y="31"/>
                    <a:pt x="18" y="26"/>
                  </a:cubicBezTo>
                  <a:cubicBezTo>
                    <a:pt x="21" y="21"/>
                    <a:pt x="23" y="17"/>
                    <a:pt x="26" y="15"/>
                  </a:cubicBezTo>
                  <a:cubicBezTo>
                    <a:pt x="26" y="15"/>
                    <a:pt x="26" y="15"/>
                    <a:pt x="26" y="15"/>
                  </a:cubicBezTo>
                  <a:cubicBezTo>
                    <a:pt x="28" y="13"/>
                    <a:pt x="31" y="12"/>
                    <a:pt x="34" y="12"/>
                  </a:cubicBezTo>
                  <a:cubicBezTo>
                    <a:pt x="37" y="12"/>
                    <a:pt x="39" y="13"/>
                    <a:pt x="41" y="16"/>
                  </a:cubicBezTo>
                  <a:cubicBezTo>
                    <a:pt x="42" y="18"/>
                    <a:pt x="43" y="22"/>
                    <a:pt x="43" y="25"/>
                  </a:cubicBezTo>
                  <a:cubicBezTo>
                    <a:pt x="43" y="32"/>
                    <a:pt x="41" y="39"/>
                    <a:pt x="36" y="44"/>
                  </a:cubicBezTo>
                  <a:cubicBezTo>
                    <a:pt x="30" y="50"/>
                    <a:pt x="25" y="53"/>
                    <a:pt x="21" y="53"/>
                  </a:cubicBezTo>
                  <a:cubicBezTo>
                    <a:pt x="19" y="53"/>
                    <a:pt x="17" y="52"/>
                    <a:pt x="16"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 name="Freeform 50"/>
            <p:cNvSpPr>
              <a:spLocks noEditPoints="1"/>
            </p:cNvSpPr>
            <p:nvPr/>
          </p:nvSpPr>
          <p:spPr bwMode="auto">
            <a:xfrm>
              <a:off x="1593850" y="4468813"/>
              <a:ext cx="87313" cy="95250"/>
            </a:xfrm>
            <a:custGeom>
              <a:avLst/>
              <a:gdLst>
                <a:gd name="T0" fmla="*/ 57 w 61"/>
                <a:gd name="T1" fmla="*/ 12 h 66"/>
                <a:gd name="T2" fmla="*/ 51 w 61"/>
                <a:gd name="T3" fmla="*/ 7 h 66"/>
                <a:gd name="T4" fmla="*/ 41 w 61"/>
                <a:gd name="T5" fmla="*/ 0 h 66"/>
                <a:gd name="T6" fmla="*/ 14 w 61"/>
                <a:gd name="T7" fmla="*/ 17 h 66"/>
                <a:gd name="T8" fmla="*/ 0 w 61"/>
                <a:gd name="T9" fmla="*/ 49 h 66"/>
                <a:gd name="T10" fmla="*/ 4 w 61"/>
                <a:gd name="T11" fmla="*/ 60 h 66"/>
                <a:gd name="T12" fmla="*/ 13 w 61"/>
                <a:gd name="T13" fmla="*/ 64 h 66"/>
                <a:gd name="T14" fmla="*/ 42 w 61"/>
                <a:gd name="T15" fmla="*/ 44 h 66"/>
                <a:gd name="T16" fmla="*/ 52 w 61"/>
                <a:gd name="T17" fmla="*/ 66 h 66"/>
                <a:gd name="T18" fmla="*/ 58 w 61"/>
                <a:gd name="T19" fmla="*/ 64 h 66"/>
                <a:gd name="T20" fmla="*/ 61 w 61"/>
                <a:gd name="T21" fmla="*/ 59 h 66"/>
                <a:gd name="T22" fmla="*/ 59 w 61"/>
                <a:gd name="T23" fmla="*/ 56 h 66"/>
                <a:gd name="T24" fmla="*/ 56 w 61"/>
                <a:gd name="T25" fmla="*/ 54 h 66"/>
                <a:gd name="T26" fmla="*/ 55 w 61"/>
                <a:gd name="T27" fmla="*/ 50 h 66"/>
                <a:gd name="T28" fmla="*/ 54 w 61"/>
                <a:gd name="T29" fmla="*/ 39 h 66"/>
                <a:gd name="T30" fmla="*/ 56 w 61"/>
                <a:gd name="T31" fmla="*/ 21 h 66"/>
                <a:gd name="T32" fmla="*/ 57 w 61"/>
                <a:gd name="T33" fmla="*/ 12 h 66"/>
                <a:gd name="T34" fmla="*/ 33 w 61"/>
                <a:gd name="T35" fmla="*/ 39 h 66"/>
                <a:gd name="T36" fmla="*/ 16 w 61"/>
                <a:gd name="T37" fmla="*/ 51 h 66"/>
                <a:gd name="T38" fmla="*/ 14 w 61"/>
                <a:gd name="T39" fmla="*/ 47 h 66"/>
                <a:gd name="T40" fmla="*/ 24 w 61"/>
                <a:gd name="T41" fmla="*/ 25 h 66"/>
                <a:gd name="T42" fmla="*/ 39 w 61"/>
                <a:gd name="T43" fmla="*/ 12 h 66"/>
                <a:gd name="T44" fmla="*/ 42 w 61"/>
                <a:gd name="T45" fmla="*/ 14 h 66"/>
                <a:gd name="T46" fmla="*/ 43 w 61"/>
                <a:gd name="T47" fmla="*/ 18 h 66"/>
                <a:gd name="T48" fmla="*/ 33 w 61"/>
                <a:gd name="T49" fmla="*/ 39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1" h="66">
                  <a:moveTo>
                    <a:pt x="57" y="12"/>
                  </a:moveTo>
                  <a:cubicBezTo>
                    <a:pt x="57" y="8"/>
                    <a:pt x="55" y="7"/>
                    <a:pt x="51" y="7"/>
                  </a:cubicBezTo>
                  <a:cubicBezTo>
                    <a:pt x="49" y="2"/>
                    <a:pt x="46" y="0"/>
                    <a:pt x="41" y="0"/>
                  </a:cubicBezTo>
                  <a:cubicBezTo>
                    <a:pt x="32" y="0"/>
                    <a:pt x="23" y="5"/>
                    <a:pt x="14" y="17"/>
                  </a:cubicBezTo>
                  <a:cubicBezTo>
                    <a:pt x="5" y="28"/>
                    <a:pt x="0" y="39"/>
                    <a:pt x="0" y="49"/>
                  </a:cubicBezTo>
                  <a:cubicBezTo>
                    <a:pt x="0" y="54"/>
                    <a:pt x="2" y="57"/>
                    <a:pt x="4" y="60"/>
                  </a:cubicBezTo>
                  <a:cubicBezTo>
                    <a:pt x="7" y="62"/>
                    <a:pt x="10" y="64"/>
                    <a:pt x="13" y="64"/>
                  </a:cubicBezTo>
                  <a:cubicBezTo>
                    <a:pt x="22" y="64"/>
                    <a:pt x="32" y="57"/>
                    <a:pt x="42" y="44"/>
                  </a:cubicBezTo>
                  <a:cubicBezTo>
                    <a:pt x="42" y="58"/>
                    <a:pt x="45" y="66"/>
                    <a:pt x="52" y="66"/>
                  </a:cubicBezTo>
                  <a:cubicBezTo>
                    <a:pt x="54" y="66"/>
                    <a:pt x="56" y="65"/>
                    <a:pt x="58" y="64"/>
                  </a:cubicBezTo>
                  <a:cubicBezTo>
                    <a:pt x="60" y="62"/>
                    <a:pt x="61" y="61"/>
                    <a:pt x="61" y="59"/>
                  </a:cubicBezTo>
                  <a:cubicBezTo>
                    <a:pt x="61" y="57"/>
                    <a:pt x="60" y="56"/>
                    <a:pt x="59" y="56"/>
                  </a:cubicBezTo>
                  <a:cubicBezTo>
                    <a:pt x="57" y="55"/>
                    <a:pt x="56" y="54"/>
                    <a:pt x="56" y="54"/>
                  </a:cubicBezTo>
                  <a:cubicBezTo>
                    <a:pt x="56" y="53"/>
                    <a:pt x="55" y="52"/>
                    <a:pt x="55" y="50"/>
                  </a:cubicBezTo>
                  <a:cubicBezTo>
                    <a:pt x="54" y="48"/>
                    <a:pt x="54" y="44"/>
                    <a:pt x="54" y="39"/>
                  </a:cubicBezTo>
                  <a:cubicBezTo>
                    <a:pt x="54" y="35"/>
                    <a:pt x="54" y="28"/>
                    <a:pt x="56" y="21"/>
                  </a:cubicBezTo>
                  <a:cubicBezTo>
                    <a:pt x="57" y="16"/>
                    <a:pt x="57" y="13"/>
                    <a:pt x="57" y="12"/>
                  </a:cubicBezTo>
                  <a:close/>
                  <a:moveTo>
                    <a:pt x="33" y="39"/>
                  </a:moveTo>
                  <a:cubicBezTo>
                    <a:pt x="26" y="47"/>
                    <a:pt x="21" y="51"/>
                    <a:pt x="16" y="51"/>
                  </a:cubicBezTo>
                  <a:cubicBezTo>
                    <a:pt x="15" y="51"/>
                    <a:pt x="14" y="50"/>
                    <a:pt x="14" y="47"/>
                  </a:cubicBezTo>
                  <a:cubicBezTo>
                    <a:pt x="14" y="41"/>
                    <a:pt x="18" y="33"/>
                    <a:pt x="24" y="25"/>
                  </a:cubicBezTo>
                  <a:cubicBezTo>
                    <a:pt x="30" y="16"/>
                    <a:pt x="35" y="12"/>
                    <a:pt x="39" y="12"/>
                  </a:cubicBezTo>
                  <a:cubicBezTo>
                    <a:pt x="40" y="12"/>
                    <a:pt x="41" y="13"/>
                    <a:pt x="42" y="14"/>
                  </a:cubicBezTo>
                  <a:cubicBezTo>
                    <a:pt x="43" y="15"/>
                    <a:pt x="43" y="16"/>
                    <a:pt x="43" y="18"/>
                  </a:cubicBezTo>
                  <a:cubicBezTo>
                    <a:pt x="43" y="24"/>
                    <a:pt x="40" y="31"/>
                    <a:pt x="33"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 name="Freeform 51"/>
            <p:cNvSpPr>
              <a:spLocks/>
            </p:cNvSpPr>
            <p:nvPr/>
          </p:nvSpPr>
          <p:spPr bwMode="auto">
            <a:xfrm>
              <a:off x="1693862" y="4475163"/>
              <a:ext cx="106363" cy="85725"/>
            </a:xfrm>
            <a:custGeom>
              <a:avLst/>
              <a:gdLst>
                <a:gd name="T0" fmla="*/ 16 w 73"/>
                <a:gd name="T1" fmla="*/ 2 h 60"/>
                <a:gd name="T2" fmla="*/ 11 w 73"/>
                <a:gd name="T3" fmla="*/ 0 h 60"/>
                <a:gd name="T4" fmla="*/ 6 w 73"/>
                <a:gd name="T5" fmla="*/ 3 h 60"/>
                <a:gd name="T6" fmla="*/ 4 w 73"/>
                <a:gd name="T7" fmla="*/ 9 h 60"/>
                <a:gd name="T8" fmla="*/ 2 w 73"/>
                <a:gd name="T9" fmla="*/ 39 h 60"/>
                <a:gd name="T10" fmla="*/ 0 w 73"/>
                <a:gd name="T11" fmla="*/ 52 h 60"/>
                <a:gd name="T12" fmla="*/ 9 w 73"/>
                <a:gd name="T13" fmla="*/ 60 h 60"/>
                <a:gd name="T14" fmla="*/ 12 w 73"/>
                <a:gd name="T15" fmla="*/ 58 h 60"/>
                <a:gd name="T16" fmla="*/ 13 w 73"/>
                <a:gd name="T17" fmla="*/ 55 h 60"/>
                <a:gd name="T18" fmla="*/ 26 w 73"/>
                <a:gd name="T19" fmla="*/ 32 h 60"/>
                <a:gd name="T20" fmla="*/ 40 w 73"/>
                <a:gd name="T21" fmla="*/ 17 h 60"/>
                <a:gd name="T22" fmla="*/ 46 w 73"/>
                <a:gd name="T23" fmla="*/ 31 h 60"/>
                <a:gd name="T24" fmla="*/ 50 w 73"/>
                <a:gd name="T25" fmla="*/ 51 h 60"/>
                <a:gd name="T26" fmla="*/ 50 w 73"/>
                <a:gd name="T27" fmla="*/ 51 h 60"/>
                <a:gd name="T28" fmla="*/ 59 w 73"/>
                <a:gd name="T29" fmla="*/ 57 h 60"/>
                <a:gd name="T30" fmla="*/ 69 w 73"/>
                <a:gd name="T31" fmla="*/ 53 h 60"/>
                <a:gd name="T32" fmla="*/ 73 w 73"/>
                <a:gd name="T33" fmla="*/ 47 h 60"/>
                <a:gd name="T34" fmla="*/ 70 w 73"/>
                <a:gd name="T35" fmla="*/ 44 h 60"/>
                <a:gd name="T36" fmla="*/ 67 w 73"/>
                <a:gd name="T37" fmla="*/ 44 h 60"/>
                <a:gd name="T38" fmla="*/ 64 w 73"/>
                <a:gd name="T39" fmla="*/ 45 h 60"/>
                <a:gd name="T40" fmla="*/ 58 w 73"/>
                <a:gd name="T41" fmla="*/ 24 h 60"/>
                <a:gd name="T42" fmla="*/ 43 w 73"/>
                <a:gd name="T43" fmla="*/ 3 h 60"/>
                <a:gd name="T44" fmla="*/ 15 w 73"/>
                <a:gd name="T45" fmla="*/ 32 h 60"/>
                <a:gd name="T46" fmla="*/ 18 w 73"/>
                <a:gd name="T47" fmla="*/ 11 h 60"/>
                <a:gd name="T48" fmla="*/ 16 w 73"/>
                <a:gd name="T49" fmla="*/ 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3" h="60">
                  <a:moveTo>
                    <a:pt x="16" y="2"/>
                  </a:moveTo>
                  <a:cubicBezTo>
                    <a:pt x="15" y="1"/>
                    <a:pt x="14" y="0"/>
                    <a:pt x="11" y="0"/>
                  </a:cubicBezTo>
                  <a:cubicBezTo>
                    <a:pt x="10" y="0"/>
                    <a:pt x="8" y="1"/>
                    <a:pt x="6" y="3"/>
                  </a:cubicBezTo>
                  <a:cubicBezTo>
                    <a:pt x="5" y="5"/>
                    <a:pt x="4" y="7"/>
                    <a:pt x="4" y="9"/>
                  </a:cubicBezTo>
                  <a:cubicBezTo>
                    <a:pt x="4" y="21"/>
                    <a:pt x="3" y="31"/>
                    <a:pt x="2" y="39"/>
                  </a:cubicBezTo>
                  <a:cubicBezTo>
                    <a:pt x="1" y="46"/>
                    <a:pt x="0" y="50"/>
                    <a:pt x="0" y="52"/>
                  </a:cubicBezTo>
                  <a:cubicBezTo>
                    <a:pt x="0" y="57"/>
                    <a:pt x="3" y="60"/>
                    <a:pt x="9" y="60"/>
                  </a:cubicBezTo>
                  <a:cubicBezTo>
                    <a:pt x="10" y="60"/>
                    <a:pt x="11" y="59"/>
                    <a:pt x="12" y="58"/>
                  </a:cubicBezTo>
                  <a:cubicBezTo>
                    <a:pt x="12" y="57"/>
                    <a:pt x="13" y="56"/>
                    <a:pt x="13" y="55"/>
                  </a:cubicBezTo>
                  <a:cubicBezTo>
                    <a:pt x="15" y="50"/>
                    <a:pt x="19" y="42"/>
                    <a:pt x="26" y="32"/>
                  </a:cubicBezTo>
                  <a:cubicBezTo>
                    <a:pt x="33" y="22"/>
                    <a:pt x="38" y="17"/>
                    <a:pt x="40" y="17"/>
                  </a:cubicBezTo>
                  <a:cubicBezTo>
                    <a:pt x="43" y="17"/>
                    <a:pt x="45" y="22"/>
                    <a:pt x="46" y="31"/>
                  </a:cubicBezTo>
                  <a:cubicBezTo>
                    <a:pt x="47" y="41"/>
                    <a:pt x="48" y="47"/>
                    <a:pt x="50" y="51"/>
                  </a:cubicBezTo>
                  <a:cubicBezTo>
                    <a:pt x="50" y="51"/>
                    <a:pt x="50" y="51"/>
                    <a:pt x="50" y="51"/>
                  </a:cubicBezTo>
                  <a:cubicBezTo>
                    <a:pt x="52" y="55"/>
                    <a:pt x="55" y="57"/>
                    <a:pt x="59" y="57"/>
                  </a:cubicBezTo>
                  <a:cubicBezTo>
                    <a:pt x="63" y="57"/>
                    <a:pt x="66" y="55"/>
                    <a:pt x="69" y="53"/>
                  </a:cubicBezTo>
                  <a:cubicBezTo>
                    <a:pt x="71" y="51"/>
                    <a:pt x="73" y="49"/>
                    <a:pt x="73" y="47"/>
                  </a:cubicBezTo>
                  <a:cubicBezTo>
                    <a:pt x="73" y="45"/>
                    <a:pt x="72" y="44"/>
                    <a:pt x="70" y="44"/>
                  </a:cubicBezTo>
                  <a:cubicBezTo>
                    <a:pt x="69" y="44"/>
                    <a:pt x="68" y="44"/>
                    <a:pt x="67" y="44"/>
                  </a:cubicBezTo>
                  <a:cubicBezTo>
                    <a:pt x="66" y="45"/>
                    <a:pt x="65" y="45"/>
                    <a:pt x="64" y="45"/>
                  </a:cubicBezTo>
                  <a:cubicBezTo>
                    <a:pt x="62" y="45"/>
                    <a:pt x="60" y="38"/>
                    <a:pt x="58" y="24"/>
                  </a:cubicBezTo>
                  <a:cubicBezTo>
                    <a:pt x="57" y="10"/>
                    <a:pt x="52" y="3"/>
                    <a:pt x="43" y="3"/>
                  </a:cubicBezTo>
                  <a:cubicBezTo>
                    <a:pt x="33" y="3"/>
                    <a:pt x="23" y="12"/>
                    <a:pt x="15" y="32"/>
                  </a:cubicBezTo>
                  <a:cubicBezTo>
                    <a:pt x="17" y="21"/>
                    <a:pt x="18" y="14"/>
                    <a:pt x="18" y="11"/>
                  </a:cubicBezTo>
                  <a:cubicBezTo>
                    <a:pt x="18" y="6"/>
                    <a:pt x="18" y="3"/>
                    <a:pt x="16"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 name="Freeform 125"/>
            <p:cNvSpPr>
              <a:spLocks/>
            </p:cNvSpPr>
            <p:nvPr/>
          </p:nvSpPr>
          <p:spPr bwMode="auto">
            <a:xfrm>
              <a:off x="2449512" y="4421188"/>
              <a:ext cx="114300" cy="146050"/>
            </a:xfrm>
            <a:custGeom>
              <a:avLst/>
              <a:gdLst>
                <a:gd name="T0" fmla="*/ 39 w 79"/>
                <a:gd name="T1" fmla="*/ 22 h 101"/>
                <a:gd name="T2" fmla="*/ 59 w 79"/>
                <a:gd name="T3" fmla="*/ 14 h 101"/>
                <a:gd name="T4" fmla="*/ 63 w 79"/>
                <a:gd name="T5" fmla="*/ 15 h 101"/>
                <a:gd name="T6" fmla="*/ 65 w 79"/>
                <a:gd name="T7" fmla="*/ 18 h 101"/>
                <a:gd name="T8" fmla="*/ 67 w 79"/>
                <a:gd name="T9" fmla="*/ 21 h 101"/>
                <a:gd name="T10" fmla="*/ 70 w 79"/>
                <a:gd name="T11" fmla="*/ 22 h 101"/>
                <a:gd name="T12" fmla="*/ 76 w 79"/>
                <a:gd name="T13" fmla="*/ 18 h 101"/>
                <a:gd name="T14" fmla="*/ 79 w 79"/>
                <a:gd name="T15" fmla="*/ 10 h 101"/>
                <a:gd name="T16" fmla="*/ 75 w 79"/>
                <a:gd name="T17" fmla="*/ 3 h 101"/>
                <a:gd name="T18" fmla="*/ 63 w 79"/>
                <a:gd name="T19" fmla="*/ 0 h 101"/>
                <a:gd name="T20" fmla="*/ 34 w 79"/>
                <a:gd name="T21" fmla="*/ 9 h 101"/>
                <a:gd name="T22" fmla="*/ 10 w 79"/>
                <a:gd name="T23" fmla="*/ 34 h 101"/>
                <a:gd name="T24" fmla="*/ 10 w 79"/>
                <a:gd name="T25" fmla="*/ 34 h 101"/>
                <a:gd name="T26" fmla="*/ 0 w 79"/>
                <a:gd name="T27" fmla="*/ 66 h 101"/>
                <a:gd name="T28" fmla="*/ 6 w 79"/>
                <a:gd name="T29" fmla="*/ 82 h 101"/>
                <a:gd name="T30" fmla="*/ 22 w 79"/>
                <a:gd name="T31" fmla="*/ 88 h 101"/>
                <a:gd name="T32" fmla="*/ 57 w 79"/>
                <a:gd name="T33" fmla="*/ 74 h 101"/>
                <a:gd name="T34" fmla="*/ 54 w 79"/>
                <a:gd name="T35" fmla="*/ 85 h 101"/>
                <a:gd name="T36" fmla="*/ 53 w 79"/>
                <a:gd name="T37" fmla="*/ 94 h 101"/>
                <a:gd name="T38" fmla="*/ 55 w 79"/>
                <a:gd name="T39" fmla="*/ 99 h 101"/>
                <a:gd name="T40" fmla="*/ 61 w 79"/>
                <a:gd name="T41" fmla="*/ 101 h 101"/>
                <a:gd name="T42" fmla="*/ 64 w 79"/>
                <a:gd name="T43" fmla="*/ 100 h 101"/>
                <a:gd name="T44" fmla="*/ 67 w 79"/>
                <a:gd name="T45" fmla="*/ 97 h 101"/>
                <a:gd name="T46" fmla="*/ 68 w 79"/>
                <a:gd name="T47" fmla="*/ 93 h 101"/>
                <a:gd name="T48" fmla="*/ 68 w 79"/>
                <a:gd name="T49" fmla="*/ 84 h 101"/>
                <a:gd name="T50" fmla="*/ 70 w 79"/>
                <a:gd name="T51" fmla="*/ 73 h 101"/>
                <a:gd name="T52" fmla="*/ 72 w 79"/>
                <a:gd name="T53" fmla="*/ 60 h 101"/>
                <a:gd name="T54" fmla="*/ 72 w 79"/>
                <a:gd name="T55" fmla="*/ 60 h 101"/>
                <a:gd name="T56" fmla="*/ 75 w 79"/>
                <a:gd name="T57" fmla="*/ 52 h 101"/>
                <a:gd name="T58" fmla="*/ 77 w 79"/>
                <a:gd name="T59" fmla="*/ 45 h 101"/>
                <a:gd name="T60" fmla="*/ 70 w 79"/>
                <a:gd name="T61" fmla="*/ 40 h 101"/>
                <a:gd name="T62" fmla="*/ 64 w 79"/>
                <a:gd name="T63" fmla="*/ 41 h 101"/>
                <a:gd name="T64" fmla="*/ 62 w 79"/>
                <a:gd name="T65" fmla="*/ 45 h 101"/>
                <a:gd name="T66" fmla="*/ 60 w 79"/>
                <a:gd name="T67" fmla="*/ 55 h 101"/>
                <a:gd name="T68" fmla="*/ 50 w 79"/>
                <a:gd name="T69" fmla="*/ 65 h 101"/>
                <a:gd name="T70" fmla="*/ 35 w 79"/>
                <a:gd name="T71" fmla="*/ 74 h 101"/>
                <a:gd name="T72" fmla="*/ 23 w 79"/>
                <a:gd name="T73" fmla="*/ 76 h 101"/>
                <a:gd name="T74" fmla="*/ 14 w 79"/>
                <a:gd name="T75" fmla="*/ 65 h 101"/>
                <a:gd name="T76" fmla="*/ 21 w 79"/>
                <a:gd name="T77" fmla="*/ 42 h 101"/>
                <a:gd name="T78" fmla="*/ 39 w 79"/>
                <a:gd name="T79" fmla="*/ 22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9" h="101">
                  <a:moveTo>
                    <a:pt x="39" y="22"/>
                  </a:moveTo>
                  <a:cubicBezTo>
                    <a:pt x="46" y="16"/>
                    <a:pt x="53" y="14"/>
                    <a:pt x="59" y="14"/>
                  </a:cubicBezTo>
                  <a:cubicBezTo>
                    <a:pt x="61" y="14"/>
                    <a:pt x="62" y="14"/>
                    <a:pt x="63" y="15"/>
                  </a:cubicBezTo>
                  <a:cubicBezTo>
                    <a:pt x="64" y="15"/>
                    <a:pt x="65" y="16"/>
                    <a:pt x="65" y="18"/>
                  </a:cubicBezTo>
                  <a:cubicBezTo>
                    <a:pt x="66" y="20"/>
                    <a:pt x="67" y="21"/>
                    <a:pt x="67" y="21"/>
                  </a:cubicBezTo>
                  <a:cubicBezTo>
                    <a:pt x="68" y="22"/>
                    <a:pt x="69" y="22"/>
                    <a:pt x="70" y="22"/>
                  </a:cubicBezTo>
                  <a:cubicBezTo>
                    <a:pt x="72" y="22"/>
                    <a:pt x="74" y="21"/>
                    <a:pt x="76" y="18"/>
                  </a:cubicBezTo>
                  <a:cubicBezTo>
                    <a:pt x="78" y="15"/>
                    <a:pt x="79" y="12"/>
                    <a:pt x="79" y="10"/>
                  </a:cubicBezTo>
                  <a:cubicBezTo>
                    <a:pt x="79" y="7"/>
                    <a:pt x="78" y="5"/>
                    <a:pt x="75" y="3"/>
                  </a:cubicBezTo>
                  <a:cubicBezTo>
                    <a:pt x="72" y="1"/>
                    <a:pt x="68" y="0"/>
                    <a:pt x="63" y="0"/>
                  </a:cubicBezTo>
                  <a:cubicBezTo>
                    <a:pt x="53" y="0"/>
                    <a:pt x="44" y="3"/>
                    <a:pt x="34" y="9"/>
                  </a:cubicBezTo>
                  <a:cubicBezTo>
                    <a:pt x="25" y="16"/>
                    <a:pt x="17" y="24"/>
                    <a:pt x="10" y="34"/>
                  </a:cubicBezTo>
                  <a:cubicBezTo>
                    <a:pt x="10" y="34"/>
                    <a:pt x="10" y="34"/>
                    <a:pt x="10" y="34"/>
                  </a:cubicBezTo>
                  <a:cubicBezTo>
                    <a:pt x="3" y="44"/>
                    <a:pt x="0" y="55"/>
                    <a:pt x="0" y="66"/>
                  </a:cubicBezTo>
                  <a:cubicBezTo>
                    <a:pt x="0" y="73"/>
                    <a:pt x="2" y="78"/>
                    <a:pt x="6" y="82"/>
                  </a:cubicBezTo>
                  <a:cubicBezTo>
                    <a:pt x="10" y="86"/>
                    <a:pt x="15" y="88"/>
                    <a:pt x="22" y="88"/>
                  </a:cubicBezTo>
                  <a:cubicBezTo>
                    <a:pt x="32" y="88"/>
                    <a:pt x="44" y="83"/>
                    <a:pt x="57" y="74"/>
                  </a:cubicBezTo>
                  <a:cubicBezTo>
                    <a:pt x="56" y="77"/>
                    <a:pt x="55" y="81"/>
                    <a:pt x="54" y="85"/>
                  </a:cubicBezTo>
                  <a:cubicBezTo>
                    <a:pt x="53" y="90"/>
                    <a:pt x="53" y="93"/>
                    <a:pt x="53" y="94"/>
                  </a:cubicBezTo>
                  <a:cubicBezTo>
                    <a:pt x="53" y="96"/>
                    <a:pt x="53" y="97"/>
                    <a:pt x="55" y="99"/>
                  </a:cubicBezTo>
                  <a:cubicBezTo>
                    <a:pt x="57" y="100"/>
                    <a:pt x="59" y="101"/>
                    <a:pt x="61" y="101"/>
                  </a:cubicBezTo>
                  <a:cubicBezTo>
                    <a:pt x="62" y="101"/>
                    <a:pt x="63" y="101"/>
                    <a:pt x="64" y="100"/>
                  </a:cubicBezTo>
                  <a:cubicBezTo>
                    <a:pt x="65" y="99"/>
                    <a:pt x="66" y="99"/>
                    <a:pt x="67" y="97"/>
                  </a:cubicBezTo>
                  <a:cubicBezTo>
                    <a:pt x="68" y="96"/>
                    <a:pt x="68" y="95"/>
                    <a:pt x="68" y="93"/>
                  </a:cubicBezTo>
                  <a:cubicBezTo>
                    <a:pt x="68" y="92"/>
                    <a:pt x="68" y="89"/>
                    <a:pt x="68" y="84"/>
                  </a:cubicBezTo>
                  <a:cubicBezTo>
                    <a:pt x="68" y="82"/>
                    <a:pt x="69" y="78"/>
                    <a:pt x="70" y="73"/>
                  </a:cubicBezTo>
                  <a:cubicBezTo>
                    <a:pt x="70" y="67"/>
                    <a:pt x="71" y="63"/>
                    <a:pt x="72" y="60"/>
                  </a:cubicBezTo>
                  <a:cubicBezTo>
                    <a:pt x="72" y="60"/>
                    <a:pt x="72" y="60"/>
                    <a:pt x="72" y="60"/>
                  </a:cubicBezTo>
                  <a:cubicBezTo>
                    <a:pt x="73" y="57"/>
                    <a:pt x="74" y="54"/>
                    <a:pt x="75" y="52"/>
                  </a:cubicBezTo>
                  <a:cubicBezTo>
                    <a:pt x="76" y="49"/>
                    <a:pt x="77" y="46"/>
                    <a:pt x="77" y="45"/>
                  </a:cubicBezTo>
                  <a:cubicBezTo>
                    <a:pt x="77" y="42"/>
                    <a:pt x="75" y="40"/>
                    <a:pt x="70" y="40"/>
                  </a:cubicBezTo>
                  <a:cubicBezTo>
                    <a:pt x="67" y="40"/>
                    <a:pt x="66" y="40"/>
                    <a:pt x="64" y="41"/>
                  </a:cubicBezTo>
                  <a:cubicBezTo>
                    <a:pt x="63" y="42"/>
                    <a:pt x="62" y="43"/>
                    <a:pt x="62" y="45"/>
                  </a:cubicBezTo>
                  <a:cubicBezTo>
                    <a:pt x="61" y="49"/>
                    <a:pt x="61" y="52"/>
                    <a:pt x="60" y="55"/>
                  </a:cubicBezTo>
                  <a:cubicBezTo>
                    <a:pt x="58" y="58"/>
                    <a:pt x="55" y="62"/>
                    <a:pt x="50" y="65"/>
                  </a:cubicBezTo>
                  <a:cubicBezTo>
                    <a:pt x="45" y="69"/>
                    <a:pt x="40" y="72"/>
                    <a:pt x="35" y="74"/>
                  </a:cubicBezTo>
                  <a:cubicBezTo>
                    <a:pt x="31" y="75"/>
                    <a:pt x="27" y="76"/>
                    <a:pt x="23" y="76"/>
                  </a:cubicBezTo>
                  <a:cubicBezTo>
                    <a:pt x="17" y="76"/>
                    <a:pt x="14" y="72"/>
                    <a:pt x="14" y="65"/>
                  </a:cubicBezTo>
                  <a:cubicBezTo>
                    <a:pt x="14" y="58"/>
                    <a:pt x="16" y="50"/>
                    <a:pt x="21" y="42"/>
                  </a:cubicBezTo>
                  <a:cubicBezTo>
                    <a:pt x="25" y="35"/>
                    <a:pt x="31" y="28"/>
                    <a:pt x="39"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 name="Freeform 126"/>
            <p:cNvSpPr>
              <a:spLocks noEditPoints="1"/>
            </p:cNvSpPr>
            <p:nvPr/>
          </p:nvSpPr>
          <p:spPr bwMode="auto">
            <a:xfrm>
              <a:off x="2579687" y="4459288"/>
              <a:ext cx="80963" cy="93663"/>
            </a:xfrm>
            <a:custGeom>
              <a:avLst/>
              <a:gdLst>
                <a:gd name="T0" fmla="*/ 19 w 56"/>
                <a:gd name="T1" fmla="*/ 65 h 65"/>
                <a:gd name="T2" fmla="*/ 41 w 56"/>
                <a:gd name="T3" fmla="*/ 56 h 65"/>
                <a:gd name="T4" fmla="*/ 55 w 56"/>
                <a:gd name="T5" fmla="*/ 33 h 65"/>
                <a:gd name="T6" fmla="*/ 55 w 56"/>
                <a:gd name="T7" fmla="*/ 33 h 65"/>
                <a:gd name="T8" fmla="*/ 56 w 56"/>
                <a:gd name="T9" fmla="*/ 25 h 65"/>
                <a:gd name="T10" fmla="*/ 50 w 56"/>
                <a:gd name="T11" fmla="*/ 7 h 65"/>
                <a:gd name="T12" fmla="*/ 34 w 56"/>
                <a:gd name="T13" fmla="*/ 0 h 65"/>
                <a:gd name="T14" fmla="*/ 10 w 56"/>
                <a:gd name="T15" fmla="*/ 14 h 65"/>
                <a:gd name="T16" fmla="*/ 0 w 56"/>
                <a:gd name="T17" fmla="*/ 44 h 65"/>
                <a:gd name="T18" fmla="*/ 5 w 56"/>
                <a:gd name="T19" fmla="*/ 59 h 65"/>
                <a:gd name="T20" fmla="*/ 19 w 56"/>
                <a:gd name="T21" fmla="*/ 65 h 65"/>
                <a:gd name="T22" fmla="*/ 18 w 56"/>
                <a:gd name="T23" fmla="*/ 27 h 65"/>
                <a:gd name="T24" fmla="*/ 25 w 56"/>
                <a:gd name="T25" fmla="*/ 15 h 65"/>
                <a:gd name="T26" fmla="*/ 26 w 56"/>
                <a:gd name="T27" fmla="*/ 15 h 65"/>
                <a:gd name="T28" fmla="*/ 33 w 56"/>
                <a:gd name="T29" fmla="*/ 12 h 65"/>
                <a:gd name="T30" fmla="*/ 40 w 56"/>
                <a:gd name="T31" fmla="*/ 16 h 65"/>
                <a:gd name="T32" fmla="*/ 43 w 56"/>
                <a:gd name="T33" fmla="*/ 26 h 65"/>
                <a:gd name="T34" fmla="*/ 35 w 56"/>
                <a:gd name="T35" fmla="*/ 45 h 65"/>
                <a:gd name="T36" fmla="*/ 20 w 56"/>
                <a:gd name="T37" fmla="*/ 53 h 65"/>
                <a:gd name="T38" fmla="*/ 16 w 56"/>
                <a:gd name="T39" fmla="*/ 50 h 65"/>
                <a:gd name="T40" fmla="*/ 14 w 56"/>
                <a:gd name="T41" fmla="*/ 42 h 65"/>
                <a:gd name="T42" fmla="*/ 18 w 56"/>
                <a:gd name="T43" fmla="*/ 27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6" h="65">
                  <a:moveTo>
                    <a:pt x="19" y="65"/>
                  </a:moveTo>
                  <a:cubicBezTo>
                    <a:pt x="26" y="65"/>
                    <a:pt x="34" y="62"/>
                    <a:pt x="41" y="56"/>
                  </a:cubicBezTo>
                  <a:cubicBezTo>
                    <a:pt x="48" y="50"/>
                    <a:pt x="53" y="42"/>
                    <a:pt x="55" y="33"/>
                  </a:cubicBezTo>
                  <a:cubicBezTo>
                    <a:pt x="55" y="33"/>
                    <a:pt x="55" y="33"/>
                    <a:pt x="55" y="33"/>
                  </a:cubicBezTo>
                  <a:cubicBezTo>
                    <a:pt x="56" y="30"/>
                    <a:pt x="56" y="28"/>
                    <a:pt x="56" y="25"/>
                  </a:cubicBezTo>
                  <a:cubicBezTo>
                    <a:pt x="56" y="18"/>
                    <a:pt x="54" y="12"/>
                    <a:pt x="50" y="7"/>
                  </a:cubicBezTo>
                  <a:cubicBezTo>
                    <a:pt x="46" y="3"/>
                    <a:pt x="41" y="0"/>
                    <a:pt x="34" y="0"/>
                  </a:cubicBezTo>
                  <a:cubicBezTo>
                    <a:pt x="25" y="0"/>
                    <a:pt x="17" y="5"/>
                    <a:pt x="10" y="14"/>
                  </a:cubicBezTo>
                  <a:cubicBezTo>
                    <a:pt x="3" y="24"/>
                    <a:pt x="0" y="34"/>
                    <a:pt x="0" y="44"/>
                  </a:cubicBezTo>
                  <a:cubicBezTo>
                    <a:pt x="0" y="50"/>
                    <a:pt x="2" y="55"/>
                    <a:pt x="5" y="59"/>
                  </a:cubicBezTo>
                  <a:cubicBezTo>
                    <a:pt x="9" y="63"/>
                    <a:pt x="14" y="65"/>
                    <a:pt x="19" y="65"/>
                  </a:cubicBezTo>
                  <a:close/>
                  <a:moveTo>
                    <a:pt x="18" y="27"/>
                  </a:moveTo>
                  <a:cubicBezTo>
                    <a:pt x="20" y="21"/>
                    <a:pt x="23" y="18"/>
                    <a:pt x="25" y="15"/>
                  </a:cubicBezTo>
                  <a:cubicBezTo>
                    <a:pt x="26" y="15"/>
                    <a:pt x="26" y="15"/>
                    <a:pt x="26" y="15"/>
                  </a:cubicBezTo>
                  <a:cubicBezTo>
                    <a:pt x="28" y="13"/>
                    <a:pt x="30" y="12"/>
                    <a:pt x="33" y="12"/>
                  </a:cubicBezTo>
                  <a:cubicBezTo>
                    <a:pt x="36" y="12"/>
                    <a:pt x="39" y="13"/>
                    <a:pt x="40" y="16"/>
                  </a:cubicBezTo>
                  <a:cubicBezTo>
                    <a:pt x="42" y="19"/>
                    <a:pt x="43" y="22"/>
                    <a:pt x="43" y="26"/>
                  </a:cubicBezTo>
                  <a:cubicBezTo>
                    <a:pt x="43" y="33"/>
                    <a:pt x="40" y="39"/>
                    <a:pt x="35" y="45"/>
                  </a:cubicBezTo>
                  <a:cubicBezTo>
                    <a:pt x="30" y="50"/>
                    <a:pt x="25" y="53"/>
                    <a:pt x="20" y="53"/>
                  </a:cubicBezTo>
                  <a:cubicBezTo>
                    <a:pt x="18" y="53"/>
                    <a:pt x="17" y="52"/>
                    <a:pt x="16" y="50"/>
                  </a:cubicBezTo>
                  <a:cubicBezTo>
                    <a:pt x="14" y="48"/>
                    <a:pt x="14" y="45"/>
                    <a:pt x="14" y="42"/>
                  </a:cubicBezTo>
                  <a:cubicBezTo>
                    <a:pt x="14" y="37"/>
                    <a:pt x="15" y="32"/>
                    <a:pt x="18"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 name="Freeform 127"/>
            <p:cNvSpPr>
              <a:spLocks/>
            </p:cNvSpPr>
            <p:nvPr/>
          </p:nvSpPr>
          <p:spPr bwMode="auto">
            <a:xfrm>
              <a:off x="2673350" y="4459288"/>
              <a:ext cx="95250" cy="96838"/>
            </a:xfrm>
            <a:custGeom>
              <a:avLst/>
              <a:gdLst>
                <a:gd name="T0" fmla="*/ 59 w 66"/>
                <a:gd name="T1" fmla="*/ 0 h 67"/>
                <a:gd name="T2" fmla="*/ 54 w 66"/>
                <a:gd name="T3" fmla="*/ 1 h 67"/>
                <a:gd name="T4" fmla="*/ 46 w 66"/>
                <a:gd name="T5" fmla="*/ 10 h 67"/>
                <a:gd name="T6" fmla="*/ 34 w 66"/>
                <a:gd name="T7" fmla="*/ 28 h 67"/>
                <a:gd name="T8" fmla="*/ 26 w 66"/>
                <a:gd name="T9" fmla="*/ 41 h 67"/>
                <a:gd name="T10" fmla="*/ 23 w 66"/>
                <a:gd name="T11" fmla="*/ 46 h 67"/>
                <a:gd name="T12" fmla="*/ 22 w 66"/>
                <a:gd name="T13" fmla="*/ 42 h 67"/>
                <a:gd name="T14" fmla="*/ 20 w 66"/>
                <a:gd name="T15" fmla="*/ 36 h 67"/>
                <a:gd name="T16" fmla="*/ 17 w 66"/>
                <a:gd name="T17" fmla="*/ 26 h 67"/>
                <a:gd name="T18" fmla="*/ 15 w 66"/>
                <a:gd name="T19" fmla="*/ 17 h 67"/>
                <a:gd name="T20" fmla="*/ 15 w 66"/>
                <a:gd name="T21" fmla="*/ 9 h 67"/>
                <a:gd name="T22" fmla="*/ 8 w 66"/>
                <a:gd name="T23" fmla="*/ 1 h 67"/>
                <a:gd name="T24" fmla="*/ 0 w 66"/>
                <a:gd name="T25" fmla="*/ 10 h 67"/>
                <a:gd name="T26" fmla="*/ 9 w 66"/>
                <a:gd name="T27" fmla="*/ 46 h 67"/>
                <a:gd name="T28" fmla="*/ 14 w 66"/>
                <a:gd name="T29" fmla="*/ 62 h 67"/>
                <a:gd name="T30" fmla="*/ 21 w 66"/>
                <a:gd name="T31" fmla="*/ 67 h 67"/>
                <a:gd name="T32" fmla="*/ 31 w 66"/>
                <a:gd name="T33" fmla="*/ 57 h 67"/>
                <a:gd name="T34" fmla="*/ 48 w 66"/>
                <a:gd name="T35" fmla="*/ 28 h 67"/>
                <a:gd name="T36" fmla="*/ 61 w 66"/>
                <a:gd name="T37" fmla="*/ 13 h 67"/>
                <a:gd name="T38" fmla="*/ 66 w 66"/>
                <a:gd name="T39" fmla="*/ 7 h 67"/>
                <a:gd name="T40" fmla="*/ 64 w 66"/>
                <a:gd name="T41" fmla="*/ 2 h 67"/>
                <a:gd name="T42" fmla="*/ 59 w 66"/>
                <a:gd name="T43"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6" h="67">
                  <a:moveTo>
                    <a:pt x="59" y="0"/>
                  </a:moveTo>
                  <a:cubicBezTo>
                    <a:pt x="57" y="0"/>
                    <a:pt x="55" y="0"/>
                    <a:pt x="54" y="1"/>
                  </a:cubicBezTo>
                  <a:cubicBezTo>
                    <a:pt x="52" y="2"/>
                    <a:pt x="49" y="5"/>
                    <a:pt x="46" y="10"/>
                  </a:cubicBezTo>
                  <a:cubicBezTo>
                    <a:pt x="42" y="14"/>
                    <a:pt x="38" y="20"/>
                    <a:pt x="34" y="28"/>
                  </a:cubicBezTo>
                  <a:cubicBezTo>
                    <a:pt x="29" y="35"/>
                    <a:pt x="26" y="40"/>
                    <a:pt x="26" y="41"/>
                  </a:cubicBezTo>
                  <a:cubicBezTo>
                    <a:pt x="24" y="44"/>
                    <a:pt x="23" y="45"/>
                    <a:pt x="23" y="46"/>
                  </a:cubicBezTo>
                  <a:cubicBezTo>
                    <a:pt x="23" y="45"/>
                    <a:pt x="22" y="44"/>
                    <a:pt x="22" y="42"/>
                  </a:cubicBezTo>
                  <a:cubicBezTo>
                    <a:pt x="21" y="40"/>
                    <a:pt x="20" y="38"/>
                    <a:pt x="20" y="36"/>
                  </a:cubicBezTo>
                  <a:cubicBezTo>
                    <a:pt x="19" y="33"/>
                    <a:pt x="18" y="30"/>
                    <a:pt x="17" y="26"/>
                  </a:cubicBezTo>
                  <a:cubicBezTo>
                    <a:pt x="16" y="22"/>
                    <a:pt x="15" y="19"/>
                    <a:pt x="15" y="17"/>
                  </a:cubicBezTo>
                  <a:cubicBezTo>
                    <a:pt x="15" y="16"/>
                    <a:pt x="15" y="13"/>
                    <a:pt x="15" y="9"/>
                  </a:cubicBezTo>
                  <a:cubicBezTo>
                    <a:pt x="15" y="4"/>
                    <a:pt x="12" y="1"/>
                    <a:pt x="8" y="1"/>
                  </a:cubicBezTo>
                  <a:cubicBezTo>
                    <a:pt x="3" y="1"/>
                    <a:pt x="0" y="4"/>
                    <a:pt x="0" y="10"/>
                  </a:cubicBezTo>
                  <a:cubicBezTo>
                    <a:pt x="0" y="17"/>
                    <a:pt x="3" y="29"/>
                    <a:pt x="9" y="46"/>
                  </a:cubicBezTo>
                  <a:cubicBezTo>
                    <a:pt x="12" y="54"/>
                    <a:pt x="14" y="59"/>
                    <a:pt x="14" y="62"/>
                  </a:cubicBezTo>
                  <a:cubicBezTo>
                    <a:pt x="16" y="65"/>
                    <a:pt x="19" y="67"/>
                    <a:pt x="21" y="67"/>
                  </a:cubicBezTo>
                  <a:cubicBezTo>
                    <a:pt x="24" y="67"/>
                    <a:pt x="27" y="63"/>
                    <a:pt x="31" y="57"/>
                  </a:cubicBezTo>
                  <a:cubicBezTo>
                    <a:pt x="37" y="45"/>
                    <a:pt x="43" y="36"/>
                    <a:pt x="48" y="28"/>
                  </a:cubicBezTo>
                  <a:cubicBezTo>
                    <a:pt x="54" y="20"/>
                    <a:pt x="58" y="15"/>
                    <a:pt x="61" y="13"/>
                  </a:cubicBezTo>
                  <a:cubicBezTo>
                    <a:pt x="64" y="11"/>
                    <a:pt x="66" y="9"/>
                    <a:pt x="66" y="7"/>
                  </a:cubicBezTo>
                  <a:cubicBezTo>
                    <a:pt x="66" y="5"/>
                    <a:pt x="65" y="3"/>
                    <a:pt x="64" y="2"/>
                  </a:cubicBezTo>
                  <a:cubicBezTo>
                    <a:pt x="63" y="1"/>
                    <a:pt x="61"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 name="Freeform 128"/>
            <p:cNvSpPr>
              <a:spLocks noEditPoints="1"/>
            </p:cNvSpPr>
            <p:nvPr/>
          </p:nvSpPr>
          <p:spPr bwMode="auto">
            <a:xfrm>
              <a:off x="2767012" y="4456113"/>
              <a:ext cx="77788" cy="96838"/>
            </a:xfrm>
            <a:custGeom>
              <a:avLst/>
              <a:gdLst>
                <a:gd name="T0" fmla="*/ 21 w 54"/>
                <a:gd name="T1" fmla="*/ 67 h 67"/>
                <a:gd name="T2" fmla="*/ 44 w 54"/>
                <a:gd name="T3" fmla="*/ 59 h 67"/>
                <a:gd name="T4" fmla="*/ 54 w 54"/>
                <a:gd name="T5" fmla="*/ 45 h 67"/>
                <a:gd name="T6" fmla="*/ 50 w 54"/>
                <a:gd name="T7" fmla="*/ 41 h 67"/>
                <a:gd name="T8" fmla="*/ 46 w 54"/>
                <a:gd name="T9" fmla="*/ 43 h 67"/>
                <a:gd name="T10" fmla="*/ 23 w 54"/>
                <a:gd name="T11" fmla="*/ 55 h 67"/>
                <a:gd name="T12" fmla="*/ 17 w 54"/>
                <a:gd name="T13" fmla="*/ 52 h 67"/>
                <a:gd name="T14" fmla="*/ 14 w 54"/>
                <a:gd name="T15" fmla="*/ 47 h 67"/>
                <a:gd name="T16" fmla="*/ 16 w 54"/>
                <a:gd name="T17" fmla="*/ 45 h 67"/>
                <a:gd name="T18" fmla="*/ 40 w 54"/>
                <a:gd name="T19" fmla="*/ 33 h 67"/>
                <a:gd name="T20" fmla="*/ 50 w 54"/>
                <a:gd name="T21" fmla="*/ 14 h 67"/>
                <a:gd name="T22" fmla="*/ 46 w 54"/>
                <a:gd name="T23" fmla="*/ 4 h 67"/>
                <a:gd name="T24" fmla="*/ 36 w 54"/>
                <a:gd name="T25" fmla="*/ 0 h 67"/>
                <a:gd name="T26" fmla="*/ 12 w 54"/>
                <a:gd name="T27" fmla="*/ 14 h 67"/>
                <a:gd name="T28" fmla="*/ 0 w 54"/>
                <a:gd name="T29" fmla="*/ 44 h 67"/>
                <a:gd name="T30" fmla="*/ 6 w 54"/>
                <a:gd name="T31" fmla="*/ 61 h 67"/>
                <a:gd name="T32" fmla="*/ 21 w 54"/>
                <a:gd name="T33" fmla="*/ 67 h 67"/>
                <a:gd name="T34" fmla="*/ 23 w 54"/>
                <a:gd name="T35" fmla="*/ 19 h 67"/>
                <a:gd name="T36" fmla="*/ 34 w 54"/>
                <a:gd name="T37" fmla="*/ 12 h 67"/>
                <a:gd name="T38" fmla="*/ 37 w 54"/>
                <a:gd name="T39" fmla="*/ 13 h 67"/>
                <a:gd name="T40" fmla="*/ 38 w 54"/>
                <a:gd name="T41" fmla="*/ 16 h 67"/>
                <a:gd name="T42" fmla="*/ 31 w 54"/>
                <a:gd name="T43" fmla="*/ 27 h 67"/>
                <a:gd name="T44" fmla="*/ 15 w 54"/>
                <a:gd name="T45" fmla="*/ 34 h 67"/>
                <a:gd name="T46" fmla="*/ 23 w 54"/>
                <a:gd name="T47" fmla="*/ 1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 h="67">
                  <a:moveTo>
                    <a:pt x="21" y="67"/>
                  </a:moveTo>
                  <a:cubicBezTo>
                    <a:pt x="29" y="67"/>
                    <a:pt x="37" y="64"/>
                    <a:pt x="44" y="59"/>
                  </a:cubicBezTo>
                  <a:cubicBezTo>
                    <a:pt x="50" y="53"/>
                    <a:pt x="54" y="49"/>
                    <a:pt x="54" y="45"/>
                  </a:cubicBezTo>
                  <a:cubicBezTo>
                    <a:pt x="54" y="42"/>
                    <a:pt x="53" y="41"/>
                    <a:pt x="50" y="41"/>
                  </a:cubicBezTo>
                  <a:cubicBezTo>
                    <a:pt x="49" y="41"/>
                    <a:pt x="47" y="42"/>
                    <a:pt x="46" y="43"/>
                  </a:cubicBezTo>
                  <a:cubicBezTo>
                    <a:pt x="38" y="51"/>
                    <a:pt x="31" y="55"/>
                    <a:pt x="23" y="55"/>
                  </a:cubicBezTo>
                  <a:cubicBezTo>
                    <a:pt x="20" y="55"/>
                    <a:pt x="18" y="54"/>
                    <a:pt x="17" y="52"/>
                  </a:cubicBezTo>
                  <a:cubicBezTo>
                    <a:pt x="15" y="51"/>
                    <a:pt x="14" y="49"/>
                    <a:pt x="14" y="47"/>
                  </a:cubicBezTo>
                  <a:cubicBezTo>
                    <a:pt x="14" y="46"/>
                    <a:pt x="15" y="45"/>
                    <a:pt x="16" y="45"/>
                  </a:cubicBezTo>
                  <a:cubicBezTo>
                    <a:pt x="26" y="43"/>
                    <a:pt x="34" y="39"/>
                    <a:pt x="40" y="33"/>
                  </a:cubicBezTo>
                  <a:cubicBezTo>
                    <a:pt x="47" y="27"/>
                    <a:pt x="50" y="20"/>
                    <a:pt x="50" y="14"/>
                  </a:cubicBezTo>
                  <a:cubicBezTo>
                    <a:pt x="50" y="10"/>
                    <a:pt x="49" y="7"/>
                    <a:pt x="46" y="4"/>
                  </a:cubicBezTo>
                  <a:cubicBezTo>
                    <a:pt x="44" y="1"/>
                    <a:pt x="40" y="0"/>
                    <a:pt x="36" y="0"/>
                  </a:cubicBezTo>
                  <a:cubicBezTo>
                    <a:pt x="27" y="0"/>
                    <a:pt x="19" y="5"/>
                    <a:pt x="12" y="14"/>
                  </a:cubicBezTo>
                  <a:cubicBezTo>
                    <a:pt x="4" y="23"/>
                    <a:pt x="0" y="33"/>
                    <a:pt x="0" y="44"/>
                  </a:cubicBezTo>
                  <a:cubicBezTo>
                    <a:pt x="0" y="51"/>
                    <a:pt x="2" y="57"/>
                    <a:pt x="6" y="61"/>
                  </a:cubicBezTo>
                  <a:cubicBezTo>
                    <a:pt x="9" y="65"/>
                    <a:pt x="15" y="67"/>
                    <a:pt x="21" y="67"/>
                  </a:cubicBezTo>
                  <a:close/>
                  <a:moveTo>
                    <a:pt x="23" y="19"/>
                  </a:moveTo>
                  <a:cubicBezTo>
                    <a:pt x="27" y="14"/>
                    <a:pt x="31" y="12"/>
                    <a:pt x="34" y="12"/>
                  </a:cubicBezTo>
                  <a:cubicBezTo>
                    <a:pt x="35" y="12"/>
                    <a:pt x="36" y="12"/>
                    <a:pt x="37" y="13"/>
                  </a:cubicBezTo>
                  <a:cubicBezTo>
                    <a:pt x="38" y="14"/>
                    <a:pt x="38" y="15"/>
                    <a:pt x="38" y="16"/>
                  </a:cubicBezTo>
                  <a:cubicBezTo>
                    <a:pt x="38" y="19"/>
                    <a:pt x="36" y="23"/>
                    <a:pt x="31" y="27"/>
                  </a:cubicBezTo>
                  <a:cubicBezTo>
                    <a:pt x="27" y="31"/>
                    <a:pt x="21" y="33"/>
                    <a:pt x="15" y="34"/>
                  </a:cubicBezTo>
                  <a:cubicBezTo>
                    <a:pt x="16" y="29"/>
                    <a:pt x="19" y="24"/>
                    <a:pt x="23"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 name="Freeform 129"/>
            <p:cNvSpPr>
              <a:spLocks/>
            </p:cNvSpPr>
            <p:nvPr/>
          </p:nvSpPr>
          <p:spPr bwMode="auto">
            <a:xfrm>
              <a:off x="2860675" y="4459288"/>
              <a:ext cx="82550" cy="95250"/>
            </a:xfrm>
            <a:custGeom>
              <a:avLst/>
              <a:gdLst>
                <a:gd name="T0" fmla="*/ 16 w 57"/>
                <a:gd name="T1" fmla="*/ 17 h 65"/>
                <a:gd name="T2" fmla="*/ 18 w 57"/>
                <a:gd name="T3" fmla="*/ 6 h 65"/>
                <a:gd name="T4" fmla="*/ 17 w 57"/>
                <a:gd name="T5" fmla="*/ 2 h 65"/>
                <a:gd name="T6" fmla="*/ 12 w 57"/>
                <a:gd name="T7" fmla="*/ 0 h 65"/>
                <a:gd name="T8" fmla="*/ 7 w 57"/>
                <a:gd name="T9" fmla="*/ 2 h 65"/>
                <a:gd name="T10" fmla="*/ 3 w 57"/>
                <a:gd name="T11" fmla="*/ 6 h 65"/>
                <a:gd name="T12" fmla="*/ 2 w 57"/>
                <a:gd name="T13" fmla="*/ 14 h 65"/>
                <a:gd name="T14" fmla="*/ 2 w 57"/>
                <a:gd name="T15" fmla="*/ 18 h 65"/>
                <a:gd name="T16" fmla="*/ 1 w 57"/>
                <a:gd name="T17" fmla="*/ 34 h 65"/>
                <a:gd name="T18" fmla="*/ 0 w 57"/>
                <a:gd name="T19" fmla="*/ 45 h 65"/>
                <a:gd name="T20" fmla="*/ 2 w 57"/>
                <a:gd name="T21" fmla="*/ 60 h 65"/>
                <a:gd name="T22" fmla="*/ 8 w 57"/>
                <a:gd name="T23" fmla="*/ 65 h 65"/>
                <a:gd name="T24" fmla="*/ 14 w 57"/>
                <a:gd name="T25" fmla="*/ 63 h 65"/>
                <a:gd name="T26" fmla="*/ 16 w 57"/>
                <a:gd name="T27" fmla="*/ 56 h 65"/>
                <a:gd name="T28" fmla="*/ 29 w 57"/>
                <a:gd name="T29" fmla="*/ 26 h 65"/>
                <a:gd name="T30" fmla="*/ 43 w 57"/>
                <a:gd name="T31" fmla="*/ 12 h 65"/>
                <a:gd name="T32" fmla="*/ 46 w 57"/>
                <a:gd name="T33" fmla="*/ 14 h 65"/>
                <a:gd name="T34" fmla="*/ 53 w 57"/>
                <a:gd name="T35" fmla="*/ 17 h 65"/>
                <a:gd name="T36" fmla="*/ 56 w 57"/>
                <a:gd name="T37" fmla="*/ 15 h 65"/>
                <a:gd name="T38" fmla="*/ 57 w 57"/>
                <a:gd name="T39" fmla="*/ 11 h 65"/>
                <a:gd name="T40" fmla="*/ 54 w 57"/>
                <a:gd name="T41" fmla="*/ 3 h 65"/>
                <a:gd name="T42" fmla="*/ 44 w 57"/>
                <a:gd name="T43" fmla="*/ 0 h 65"/>
                <a:gd name="T44" fmla="*/ 29 w 57"/>
                <a:gd name="T45" fmla="*/ 8 h 65"/>
                <a:gd name="T46" fmla="*/ 14 w 57"/>
                <a:gd name="T47" fmla="*/ 31 h 65"/>
                <a:gd name="T48" fmla="*/ 13 w 57"/>
                <a:gd name="T49" fmla="*/ 33 h 65"/>
                <a:gd name="T50" fmla="*/ 14 w 57"/>
                <a:gd name="T51" fmla="*/ 24 h 65"/>
                <a:gd name="T52" fmla="*/ 16 w 57"/>
                <a:gd name="T53" fmla="*/ 17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7" h="65">
                  <a:moveTo>
                    <a:pt x="16" y="17"/>
                  </a:moveTo>
                  <a:cubicBezTo>
                    <a:pt x="17" y="11"/>
                    <a:pt x="18" y="8"/>
                    <a:pt x="18" y="6"/>
                  </a:cubicBezTo>
                  <a:cubicBezTo>
                    <a:pt x="18" y="4"/>
                    <a:pt x="18" y="3"/>
                    <a:pt x="17" y="2"/>
                  </a:cubicBezTo>
                  <a:cubicBezTo>
                    <a:pt x="16" y="1"/>
                    <a:pt x="14" y="0"/>
                    <a:pt x="12" y="0"/>
                  </a:cubicBezTo>
                  <a:cubicBezTo>
                    <a:pt x="10" y="0"/>
                    <a:pt x="8" y="1"/>
                    <a:pt x="7" y="2"/>
                  </a:cubicBezTo>
                  <a:cubicBezTo>
                    <a:pt x="5" y="3"/>
                    <a:pt x="4" y="5"/>
                    <a:pt x="3" y="6"/>
                  </a:cubicBezTo>
                  <a:cubicBezTo>
                    <a:pt x="3" y="7"/>
                    <a:pt x="3" y="10"/>
                    <a:pt x="2" y="14"/>
                  </a:cubicBezTo>
                  <a:cubicBezTo>
                    <a:pt x="2" y="15"/>
                    <a:pt x="2" y="16"/>
                    <a:pt x="2" y="18"/>
                  </a:cubicBezTo>
                  <a:cubicBezTo>
                    <a:pt x="1" y="24"/>
                    <a:pt x="1" y="30"/>
                    <a:pt x="1" y="34"/>
                  </a:cubicBezTo>
                  <a:cubicBezTo>
                    <a:pt x="0" y="39"/>
                    <a:pt x="0" y="43"/>
                    <a:pt x="0" y="45"/>
                  </a:cubicBezTo>
                  <a:cubicBezTo>
                    <a:pt x="0" y="52"/>
                    <a:pt x="1" y="57"/>
                    <a:pt x="2" y="60"/>
                  </a:cubicBezTo>
                  <a:cubicBezTo>
                    <a:pt x="3" y="63"/>
                    <a:pt x="5" y="65"/>
                    <a:pt x="8" y="65"/>
                  </a:cubicBezTo>
                  <a:cubicBezTo>
                    <a:pt x="10" y="65"/>
                    <a:pt x="12" y="64"/>
                    <a:pt x="14" y="63"/>
                  </a:cubicBezTo>
                  <a:cubicBezTo>
                    <a:pt x="15" y="61"/>
                    <a:pt x="16" y="59"/>
                    <a:pt x="16" y="56"/>
                  </a:cubicBezTo>
                  <a:cubicBezTo>
                    <a:pt x="18" y="45"/>
                    <a:pt x="22" y="35"/>
                    <a:pt x="29" y="26"/>
                  </a:cubicBezTo>
                  <a:cubicBezTo>
                    <a:pt x="35" y="17"/>
                    <a:pt x="40" y="12"/>
                    <a:pt x="43" y="12"/>
                  </a:cubicBezTo>
                  <a:cubicBezTo>
                    <a:pt x="44" y="12"/>
                    <a:pt x="45" y="13"/>
                    <a:pt x="46" y="14"/>
                  </a:cubicBezTo>
                  <a:cubicBezTo>
                    <a:pt x="48" y="16"/>
                    <a:pt x="50" y="17"/>
                    <a:pt x="53" y="17"/>
                  </a:cubicBezTo>
                  <a:cubicBezTo>
                    <a:pt x="54" y="17"/>
                    <a:pt x="55" y="17"/>
                    <a:pt x="56" y="15"/>
                  </a:cubicBezTo>
                  <a:cubicBezTo>
                    <a:pt x="57" y="14"/>
                    <a:pt x="57" y="12"/>
                    <a:pt x="57" y="11"/>
                  </a:cubicBezTo>
                  <a:cubicBezTo>
                    <a:pt x="57" y="8"/>
                    <a:pt x="56" y="5"/>
                    <a:pt x="54" y="3"/>
                  </a:cubicBezTo>
                  <a:cubicBezTo>
                    <a:pt x="51" y="1"/>
                    <a:pt x="48" y="0"/>
                    <a:pt x="44" y="0"/>
                  </a:cubicBezTo>
                  <a:cubicBezTo>
                    <a:pt x="39" y="0"/>
                    <a:pt x="34" y="3"/>
                    <a:pt x="29" y="8"/>
                  </a:cubicBezTo>
                  <a:cubicBezTo>
                    <a:pt x="23" y="14"/>
                    <a:pt x="18" y="22"/>
                    <a:pt x="14" y="31"/>
                  </a:cubicBezTo>
                  <a:cubicBezTo>
                    <a:pt x="13" y="33"/>
                    <a:pt x="13" y="33"/>
                    <a:pt x="13" y="33"/>
                  </a:cubicBezTo>
                  <a:cubicBezTo>
                    <a:pt x="14" y="24"/>
                    <a:pt x="14" y="24"/>
                    <a:pt x="14" y="24"/>
                  </a:cubicBezTo>
                  <a:cubicBezTo>
                    <a:pt x="14" y="21"/>
                    <a:pt x="15" y="19"/>
                    <a:pt x="16"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 name="Freeform 130"/>
            <p:cNvSpPr>
              <a:spLocks/>
            </p:cNvSpPr>
            <p:nvPr/>
          </p:nvSpPr>
          <p:spPr bwMode="auto">
            <a:xfrm>
              <a:off x="2946400" y="4464051"/>
              <a:ext cx="103188" cy="85725"/>
            </a:xfrm>
            <a:custGeom>
              <a:avLst/>
              <a:gdLst>
                <a:gd name="T0" fmla="*/ 16 w 72"/>
                <a:gd name="T1" fmla="*/ 1 h 59"/>
                <a:gd name="T2" fmla="*/ 11 w 72"/>
                <a:gd name="T3" fmla="*/ 0 h 59"/>
                <a:gd name="T4" fmla="*/ 6 w 72"/>
                <a:gd name="T5" fmla="*/ 3 h 59"/>
                <a:gd name="T6" fmla="*/ 4 w 72"/>
                <a:gd name="T7" fmla="*/ 8 h 59"/>
                <a:gd name="T8" fmla="*/ 1 w 72"/>
                <a:gd name="T9" fmla="*/ 39 h 59"/>
                <a:gd name="T10" fmla="*/ 0 w 72"/>
                <a:gd name="T11" fmla="*/ 51 h 59"/>
                <a:gd name="T12" fmla="*/ 8 w 72"/>
                <a:gd name="T13" fmla="*/ 59 h 59"/>
                <a:gd name="T14" fmla="*/ 11 w 72"/>
                <a:gd name="T15" fmla="*/ 58 h 59"/>
                <a:gd name="T16" fmla="*/ 13 w 72"/>
                <a:gd name="T17" fmla="*/ 54 h 59"/>
                <a:gd name="T18" fmla="*/ 26 w 72"/>
                <a:gd name="T19" fmla="*/ 31 h 59"/>
                <a:gd name="T20" fmla="*/ 40 w 72"/>
                <a:gd name="T21" fmla="*/ 16 h 59"/>
                <a:gd name="T22" fmla="*/ 45 w 72"/>
                <a:gd name="T23" fmla="*/ 31 h 59"/>
                <a:gd name="T24" fmla="*/ 49 w 72"/>
                <a:gd name="T25" fmla="*/ 50 h 59"/>
                <a:gd name="T26" fmla="*/ 49 w 72"/>
                <a:gd name="T27" fmla="*/ 50 h 59"/>
                <a:gd name="T28" fmla="*/ 59 w 72"/>
                <a:gd name="T29" fmla="*/ 56 h 59"/>
                <a:gd name="T30" fmla="*/ 68 w 72"/>
                <a:gd name="T31" fmla="*/ 53 h 59"/>
                <a:gd name="T32" fmla="*/ 72 w 72"/>
                <a:gd name="T33" fmla="*/ 46 h 59"/>
                <a:gd name="T34" fmla="*/ 70 w 72"/>
                <a:gd name="T35" fmla="*/ 43 h 59"/>
                <a:gd name="T36" fmla="*/ 66 w 72"/>
                <a:gd name="T37" fmla="*/ 44 h 59"/>
                <a:gd name="T38" fmla="*/ 63 w 72"/>
                <a:gd name="T39" fmla="*/ 44 h 59"/>
                <a:gd name="T40" fmla="*/ 58 w 72"/>
                <a:gd name="T41" fmla="*/ 23 h 59"/>
                <a:gd name="T42" fmla="*/ 42 w 72"/>
                <a:gd name="T43" fmla="*/ 2 h 59"/>
                <a:gd name="T44" fmla="*/ 14 w 72"/>
                <a:gd name="T45" fmla="*/ 31 h 59"/>
                <a:gd name="T46" fmla="*/ 18 w 72"/>
                <a:gd name="T47" fmla="*/ 10 h 59"/>
                <a:gd name="T48" fmla="*/ 16 w 72"/>
                <a:gd name="T49" fmla="*/ 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2" h="59">
                  <a:moveTo>
                    <a:pt x="16" y="1"/>
                  </a:moveTo>
                  <a:cubicBezTo>
                    <a:pt x="15" y="0"/>
                    <a:pt x="13" y="0"/>
                    <a:pt x="11" y="0"/>
                  </a:cubicBezTo>
                  <a:cubicBezTo>
                    <a:pt x="9" y="0"/>
                    <a:pt x="7" y="1"/>
                    <a:pt x="6" y="3"/>
                  </a:cubicBezTo>
                  <a:cubicBezTo>
                    <a:pt x="4" y="5"/>
                    <a:pt x="4" y="7"/>
                    <a:pt x="4" y="8"/>
                  </a:cubicBezTo>
                  <a:cubicBezTo>
                    <a:pt x="4" y="20"/>
                    <a:pt x="3" y="30"/>
                    <a:pt x="1" y="39"/>
                  </a:cubicBezTo>
                  <a:cubicBezTo>
                    <a:pt x="0" y="45"/>
                    <a:pt x="0" y="49"/>
                    <a:pt x="0" y="51"/>
                  </a:cubicBezTo>
                  <a:cubicBezTo>
                    <a:pt x="0" y="56"/>
                    <a:pt x="2" y="59"/>
                    <a:pt x="8" y="59"/>
                  </a:cubicBezTo>
                  <a:cubicBezTo>
                    <a:pt x="9" y="59"/>
                    <a:pt x="10" y="58"/>
                    <a:pt x="11" y="58"/>
                  </a:cubicBezTo>
                  <a:cubicBezTo>
                    <a:pt x="12" y="57"/>
                    <a:pt x="13" y="55"/>
                    <a:pt x="13" y="54"/>
                  </a:cubicBezTo>
                  <a:cubicBezTo>
                    <a:pt x="15" y="49"/>
                    <a:pt x="19" y="42"/>
                    <a:pt x="26" y="31"/>
                  </a:cubicBezTo>
                  <a:cubicBezTo>
                    <a:pt x="32" y="21"/>
                    <a:pt x="37" y="16"/>
                    <a:pt x="40" y="16"/>
                  </a:cubicBezTo>
                  <a:cubicBezTo>
                    <a:pt x="43" y="16"/>
                    <a:pt x="45" y="21"/>
                    <a:pt x="45" y="31"/>
                  </a:cubicBezTo>
                  <a:cubicBezTo>
                    <a:pt x="46" y="40"/>
                    <a:pt x="48" y="47"/>
                    <a:pt x="49" y="50"/>
                  </a:cubicBezTo>
                  <a:cubicBezTo>
                    <a:pt x="49" y="50"/>
                    <a:pt x="49" y="50"/>
                    <a:pt x="49" y="50"/>
                  </a:cubicBezTo>
                  <a:cubicBezTo>
                    <a:pt x="51" y="54"/>
                    <a:pt x="54" y="56"/>
                    <a:pt x="59" y="56"/>
                  </a:cubicBezTo>
                  <a:cubicBezTo>
                    <a:pt x="63" y="56"/>
                    <a:pt x="66" y="55"/>
                    <a:pt x="68" y="53"/>
                  </a:cubicBezTo>
                  <a:cubicBezTo>
                    <a:pt x="71" y="50"/>
                    <a:pt x="72" y="48"/>
                    <a:pt x="72" y="46"/>
                  </a:cubicBezTo>
                  <a:cubicBezTo>
                    <a:pt x="72" y="44"/>
                    <a:pt x="71" y="43"/>
                    <a:pt x="70" y="43"/>
                  </a:cubicBezTo>
                  <a:cubicBezTo>
                    <a:pt x="69" y="43"/>
                    <a:pt x="68" y="43"/>
                    <a:pt x="66" y="44"/>
                  </a:cubicBezTo>
                  <a:cubicBezTo>
                    <a:pt x="65" y="44"/>
                    <a:pt x="64" y="44"/>
                    <a:pt x="63" y="44"/>
                  </a:cubicBezTo>
                  <a:cubicBezTo>
                    <a:pt x="61" y="44"/>
                    <a:pt x="59" y="37"/>
                    <a:pt x="58" y="23"/>
                  </a:cubicBezTo>
                  <a:cubicBezTo>
                    <a:pt x="56" y="9"/>
                    <a:pt x="51" y="2"/>
                    <a:pt x="42" y="2"/>
                  </a:cubicBezTo>
                  <a:cubicBezTo>
                    <a:pt x="32" y="2"/>
                    <a:pt x="23" y="12"/>
                    <a:pt x="14" y="31"/>
                  </a:cubicBezTo>
                  <a:cubicBezTo>
                    <a:pt x="17" y="21"/>
                    <a:pt x="18" y="14"/>
                    <a:pt x="18" y="10"/>
                  </a:cubicBezTo>
                  <a:cubicBezTo>
                    <a:pt x="18" y="5"/>
                    <a:pt x="17" y="2"/>
                    <a:pt x="16"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 name="Freeform 131"/>
            <p:cNvSpPr>
              <a:spLocks/>
            </p:cNvSpPr>
            <p:nvPr/>
          </p:nvSpPr>
          <p:spPr bwMode="auto">
            <a:xfrm>
              <a:off x="3062287" y="4459288"/>
              <a:ext cx="155575" cy="93663"/>
            </a:xfrm>
            <a:custGeom>
              <a:avLst/>
              <a:gdLst>
                <a:gd name="T0" fmla="*/ 17 w 108"/>
                <a:gd name="T1" fmla="*/ 10 h 65"/>
                <a:gd name="T2" fmla="*/ 9 w 108"/>
                <a:gd name="T3" fmla="*/ 0 h 65"/>
                <a:gd name="T4" fmla="*/ 5 w 108"/>
                <a:gd name="T5" fmla="*/ 1 h 65"/>
                <a:gd name="T6" fmla="*/ 3 w 108"/>
                <a:gd name="T7" fmla="*/ 5 h 65"/>
                <a:gd name="T8" fmla="*/ 2 w 108"/>
                <a:gd name="T9" fmla="*/ 24 h 65"/>
                <a:gd name="T10" fmla="*/ 0 w 108"/>
                <a:gd name="T11" fmla="*/ 54 h 65"/>
                <a:gd name="T12" fmla="*/ 8 w 108"/>
                <a:gd name="T13" fmla="*/ 65 h 65"/>
                <a:gd name="T14" fmla="*/ 14 w 108"/>
                <a:gd name="T15" fmla="*/ 59 h 65"/>
                <a:gd name="T16" fmla="*/ 28 w 108"/>
                <a:gd name="T17" fmla="*/ 34 h 65"/>
                <a:gd name="T18" fmla="*/ 40 w 108"/>
                <a:gd name="T19" fmla="*/ 19 h 65"/>
                <a:gd name="T20" fmla="*/ 42 w 108"/>
                <a:gd name="T21" fmla="*/ 35 h 65"/>
                <a:gd name="T22" fmla="*/ 45 w 108"/>
                <a:gd name="T23" fmla="*/ 56 h 65"/>
                <a:gd name="T24" fmla="*/ 52 w 108"/>
                <a:gd name="T25" fmla="*/ 59 h 65"/>
                <a:gd name="T26" fmla="*/ 60 w 108"/>
                <a:gd name="T27" fmla="*/ 55 h 65"/>
                <a:gd name="T28" fmla="*/ 69 w 108"/>
                <a:gd name="T29" fmla="*/ 39 h 65"/>
                <a:gd name="T30" fmla="*/ 77 w 108"/>
                <a:gd name="T31" fmla="*/ 23 h 65"/>
                <a:gd name="T32" fmla="*/ 81 w 108"/>
                <a:gd name="T33" fmla="*/ 19 h 65"/>
                <a:gd name="T34" fmla="*/ 83 w 108"/>
                <a:gd name="T35" fmla="*/ 22 h 65"/>
                <a:gd name="T36" fmla="*/ 85 w 108"/>
                <a:gd name="T37" fmla="*/ 33 h 65"/>
                <a:gd name="T38" fmla="*/ 89 w 108"/>
                <a:gd name="T39" fmla="*/ 56 h 65"/>
                <a:gd name="T40" fmla="*/ 98 w 108"/>
                <a:gd name="T41" fmla="*/ 62 h 65"/>
                <a:gd name="T42" fmla="*/ 105 w 108"/>
                <a:gd name="T43" fmla="*/ 59 h 65"/>
                <a:gd name="T44" fmla="*/ 108 w 108"/>
                <a:gd name="T45" fmla="*/ 54 h 65"/>
                <a:gd name="T46" fmla="*/ 105 w 108"/>
                <a:gd name="T47" fmla="*/ 50 h 65"/>
                <a:gd name="T48" fmla="*/ 100 w 108"/>
                <a:gd name="T49" fmla="*/ 43 h 65"/>
                <a:gd name="T50" fmla="*/ 98 w 108"/>
                <a:gd name="T51" fmla="*/ 27 h 65"/>
                <a:gd name="T52" fmla="*/ 94 w 108"/>
                <a:gd name="T53" fmla="*/ 9 h 65"/>
                <a:gd name="T54" fmla="*/ 85 w 108"/>
                <a:gd name="T55" fmla="*/ 3 h 65"/>
                <a:gd name="T56" fmla="*/ 74 w 108"/>
                <a:gd name="T57" fmla="*/ 8 h 65"/>
                <a:gd name="T58" fmla="*/ 63 w 108"/>
                <a:gd name="T59" fmla="*/ 27 h 65"/>
                <a:gd name="T60" fmla="*/ 56 w 108"/>
                <a:gd name="T61" fmla="*/ 40 h 65"/>
                <a:gd name="T62" fmla="*/ 54 w 108"/>
                <a:gd name="T63" fmla="*/ 26 h 65"/>
                <a:gd name="T64" fmla="*/ 51 w 108"/>
                <a:gd name="T65" fmla="*/ 8 h 65"/>
                <a:gd name="T66" fmla="*/ 42 w 108"/>
                <a:gd name="T67" fmla="*/ 3 h 65"/>
                <a:gd name="T68" fmla="*/ 13 w 108"/>
                <a:gd name="T69" fmla="*/ 39 h 65"/>
                <a:gd name="T70" fmla="*/ 14 w 108"/>
                <a:gd name="T71" fmla="*/ 27 h 65"/>
                <a:gd name="T72" fmla="*/ 17 w 108"/>
                <a:gd name="T73" fmla="*/ 1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8" h="65">
                  <a:moveTo>
                    <a:pt x="17" y="10"/>
                  </a:moveTo>
                  <a:cubicBezTo>
                    <a:pt x="17" y="3"/>
                    <a:pt x="15" y="0"/>
                    <a:pt x="9" y="0"/>
                  </a:cubicBezTo>
                  <a:cubicBezTo>
                    <a:pt x="7" y="0"/>
                    <a:pt x="6" y="0"/>
                    <a:pt x="5" y="1"/>
                  </a:cubicBezTo>
                  <a:cubicBezTo>
                    <a:pt x="4" y="2"/>
                    <a:pt x="3" y="3"/>
                    <a:pt x="3" y="5"/>
                  </a:cubicBezTo>
                  <a:cubicBezTo>
                    <a:pt x="3" y="11"/>
                    <a:pt x="3" y="18"/>
                    <a:pt x="2" y="24"/>
                  </a:cubicBezTo>
                  <a:cubicBezTo>
                    <a:pt x="1" y="32"/>
                    <a:pt x="0" y="42"/>
                    <a:pt x="0" y="54"/>
                  </a:cubicBezTo>
                  <a:cubicBezTo>
                    <a:pt x="0" y="61"/>
                    <a:pt x="3" y="65"/>
                    <a:pt x="8" y="65"/>
                  </a:cubicBezTo>
                  <a:cubicBezTo>
                    <a:pt x="11" y="65"/>
                    <a:pt x="14" y="63"/>
                    <a:pt x="14" y="59"/>
                  </a:cubicBezTo>
                  <a:cubicBezTo>
                    <a:pt x="17" y="52"/>
                    <a:pt x="22" y="43"/>
                    <a:pt x="28" y="34"/>
                  </a:cubicBezTo>
                  <a:cubicBezTo>
                    <a:pt x="34" y="24"/>
                    <a:pt x="38" y="19"/>
                    <a:pt x="40" y="19"/>
                  </a:cubicBezTo>
                  <a:cubicBezTo>
                    <a:pt x="41" y="19"/>
                    <a:pt x="41" y="25"/>
                    <a:pt x="42" y="35"/>
                  </a:cubicBezTo>
                  <a:cubicBezTo>
                    <a:pt x="42" y="47"/>
                    <a:pt x="43" y="54"/>
                    <a:pt x="45" y="56"/>
                  </a:cubicBezTo>
                  <a:cubicBezTo>
                    <a:pt x="48" y="58"/>
                    <a:pt x="50" y="59"/>
                    <a:pt x="52" y="59"/>
                  </a:cubicBezTo>
                  <a:cubicBezTo>
                    <a:pt x="55" y="59"/>
                    <a:pt x="58" y="58"/>
                    <a:pt x="60" y="55"/>
                  </a:cubicBezTo>
                  <a:cubicBezTo>
                    <a:pt x="63" y="52"/>
                    <a:pt x="66" y="47"/>
                    <a:pt x="69" y="39"/>
                  </a:cubicBezTo>
                  <a:cubicBezTo>
                    <a:pt x="73" y="31"/>
                    <a:pt x="76" y="26"/>
                    <a:pt x="77" y="23"/>
                  </a:cubicBezTo>
                  <a:cubicBezTo>
                    <a:pt x="79" y="20"/>
                    <a:pt x="80" y="19"/>
                    <a:pt x="81" y="19"/>
                  </a:cubicBezTo>
                  <a:cubicBezTo>
                    <a:pt x="82" y="19"/>
                    <a:pt x="83" y="20"/>
                    <a:pt x="83" y="22"/>
                  </a:cubicBezTo>
                  <a:cubicBezTo>
                    <a:pt x="84" y="23"/>
                    <a:pt x="84" y="27"/>
                    <a:pt x="85" y="33"/>
                  </a:cubicBezTo>
                  <a:cubicBezTo>
                    <a:pt x="85" y="44"/>
                    <a:pt x="87" y="52"/>
                    <a:pt x="89" y="56"/>
                  </a:cubicBezTo>
                  <a:cubicBezTo>
                    <a:pt x="91" y="60"/>
                    <a:pt x="94" y="62"/>
                    <a:pt x="98" y="62"/>
                  </a:cubicBezTo>
                  <a:cubicBezTo>
                    <a:pt x="100" y="62"/>
                    <a:pt x="103" y="61"/>
                    <a:pt x="105" y="59"/>
                  </a:cubicBezTo>
                  <a:cubicBezTo>
                    <a:pt x="107" y="57"/>
                    <a:pt x="108" y="56"/>
                    <a:pt x="108" y="54"/>
                  </a:cubicBezTo>
                  <a:cubicBezTo>
                    <a:pt x="108" y="52"/>
                    <a:pt x="107" y="51"/>
                    <a:pt x="105" y="50"/>
                  </a:cubicBezTo>
                  <a:cubicBezTo>
                    <a:pt x="103" y="49"/>
                    <a:pt x="101" y="47"/>
                    <a:pt x="100" y="43"/>
                  </a:cubicBezTo>
                  <a:cubicBezTo>
                    <a:pt x="99" y="39"/>
                    <a:pt x="98" y="34"/>
                    <a:pt x="98" y="27"/>
                  </a:cubicBezTo>
                  <a:cubicBezTo>
                    <a:pt x="97" y="19"/>
                    <a:pt x="96" y="13"/>
                    <a:pt x="94" y="9"/>
                  </a:cubicBezTo>
                  <a:cubicBezTo>
                    <a:pt x="92" y="5"/>
                    <a:pt x="89" y="3"/>
                    <a:pt x="85" y="3"/>
                  </a:cubicBezTo>
                  <a:cubicBezTo>
                    <a:pt x="81" y="3"/>
                    <a:pt x="78" y="5"/>
                    <a:pt x="74" y="8"/>
                  </a:cubicBezTo>
                  <a:cubicBezTo>
                    <a:pt x="71" y="11"/>
                    <a:pt x="67" y="17"/>
                    <a:pt x="63" y="27"/>
                  </a:cubicBezTo>
                  <a:cubicBezTo>
                    <a:pt x="59" y="35"/>
                    <a:pt x="56" y="40"/>
                    <a:pt x="56" y="40"/>
                  </a:cubicBezTo>
                  <a:cubicBezTo>
                    <a:pt x="55" y="40"/>
                    <a:pt x="54" y="35"/>
                    <a:pt x="54" y="26"/>
                  </a:cubicBezTo>
                  <a:cubicBezTo>
                    <a:pt x="54" y="17"/>
                    <a:pt x="53" y="10"/>
                    <a:pt x="51" y="8"/>
                  </a:cubicBezTo>
                  <a:cubicBezTo>
                    <a:pt x="49" y="5"/>
                    <a:pt x="46" y="3"/>
                    <a:pt x="42" y="3"/>
                  </a:cubicBezTo>
                  <a:cubicBezTo>
                    <a:pt x="33" y="3"/>
                    <a:pt x="24" y="15"/>
                    <a:pt x="13" y="39"/>
                  </a:cubicBezTo>
                  <a:cubicBezTo>
                    <a:pt x="13" y="37"/>
                    <a:pt x="13" y="33"/>
                    <a:pt x="14" y="27"/>
                  </a:cubicBezTo>
                  <a:cubicBezTo>
                    <a:pt x="16" y="18"/>
                    <a:pt x="17" y="12"/>
                    <a:pt x="17"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 name="Freeform 132"/>
            <p:cNvSpPr>
              <a:spLocks noEditPoints="1"/>
            </p:cNvSpPr>
            <p:nvPr/>
          </p:nvSpPr>
          <p:spPr bwMode="auto">
            <a:xfrm>
              <a:off x="3227387" y="4456113"/>
              <a:ext cx="77788" cy="96838"/>
            </a:xfrm>
            <a:custGeom>
              <a:avLst/>
              <a:gdLst>
                <a:gd name="T0" fmla="*/ 44 w 54"/>
                <a:gd name="T1" fmla="*/ 59 h 67"/>
                <a:gd name="T2" fmla="*/ 54 w 54"/>
                <a:gd name="T3" fmla="*/ 45 h 67"/>
                <a:gd name="T4" fmla="*/ 51 w 54"/>
                <a:gd name="T5" fmla="*/ 41 h 67"/>
                <a:gd name="T6" fmla="*/ 46 w 54"/>
                <a:gd name="T7" fmla="*/ 43 h 67"/>
                <a:gd name="T8" fmla="*/ 23 w 54"/>
                <a:gd name="T9" fmla="*/ 55 h 67"/>
                <a:gd name="T10" fmla="*/ 17 w 54"/>
                <a:gd name="T11" fmla="*/ 52 h 67"/>
                <a:gd name="T12" fmla="*/ 14 w 54"/>
                <a:gd name="T13" fmla="*/ 47 h 67"/>
                <a:gd name="T14" fmla="*/ 16 w 54"/>
                <a:gd name="T15" fmla="*/ 45 h 67"/>
                <a:gd name="T16" fmla="*/ 41 w 54"/>
                <a:gd name="T17" fmla="*/ 33 h 67"/>
                <a:gd name="T18" fmla="*/ 50 w 54"/>
                <a:gd name="T19" fmla="*/ 14 h 67"/>
                <a:gd name="T20" fmla="*/ 46 w 54"/>
                <a:gd name="T21" fmla="*/ 4 h 67"/>
                <a:gd name="T22" fmla="*/ 36 w 54"/>
                <a:gd name="T23" fmla="*/ 0 h 67"/>
                <a:gd name="T24" fmla="*/ 12 w 54"/>
                <a:gd name="T25" fmla="*/ 14 h 67"/>
                <a:gd name="T26" fmla="*/ 0 w 54"/>
                <a:gd name="T27" fmla="*/ 44 h 67"/>
                <a:gd name="T28" fmla="*/ 6 w 54"/>
                <a:gd name="T29" fmla="*/ 61 h 67"/>
                <a:gd name="T30" fmla="*/ 21 w 54"/>
                <a:gd name="T31" fmla="*/ 67 h 67"/>
                <a:gd name="T32" fmla="*/ 44 w 54"/>
                <a:gd name="T33" fmla="*/ 59 h 67"/>
                <a:gd name="T34" fmla="*/ 23 w 54"/>
                <a:gd name="T35" fmla="*/ 19 h 67"/>
                <a:gd name="T36" fmla="*/ 35 w 54"/>
                <a:gd name="T37" fmla="*/ 12 h 67"/>
                <a:gd name="T38" fmla="*/ 37 w 54"/>
                <a:gd name="T39" fmla="*/ 13 h 67"/>
                <a:gd name="T40" fmla="*/ 38 w 54"/>
                <a:gd name="T41" fmla="*/ 16 h 67"/>
                <a:gd name="T42" fmla="*/ 31 w 54"/>
                <a:gd name="T43" fmla="*/ 27 h 67"/>
                <a:gd name="T44" fmla="*/ 15 w 54"/>
                <a:gd name="T45" fmla="*/ 34 h 67"/>
                <a:gd name="T46" fmla="*/ 23 w 54"/>
                <a:gd name="T47" fmla="*/ 1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 h="67">
                  <a:moveTo>
                    <a:pt x="44" y="59"/>
                  </a:moveTo>
                  <a:cubicBezTo>
                    <a:pt x="51" y="53"/>
                    <a:pt x="54" y="49"/>
                    <a:pt x="54" y="45"/>
                  </a:cubicBezTo>
                  <a:cubicBezTo>
                    <a:pt x="54" y="42"/>
                    <a:pt x="53" y="41"/>
                    <a:pt x="51" y="41"/>
                  </a:cubicBezTo>
                  <a:cubicBezTo>
                    <a:pt x="49" y="41"/>
                    <a:pt x="48" y="42"/>
                    <a:pt x="46" y="43"/>
                  </a:cubicBezTo>
                  <a:cubicBezTo>
                    <a:pt x="39" y="51"/>
                    <a:pt x="31" y="55"/>
                    <a:pt x="23" y="55"/>
                  </a:cubicBezTo>
                  <a:cubicBezTo>
                    <a:pt x="21" y="55"/>
                    <a:pt x="18" y="54"/>
                    <a:pt x="17" y="52"/>
                  </a:cubicBezTo>
                  <a:cubicBezTo>
                    <a:pt x="15" y="51"/>
                    <a:pt x="14" y="49"/>
                    <a:pt x="14" y="47"/>
                  </a:cubicBezTo>
                  <a:cubicBezTo>
                    <a:pt x="14" y="46"/>
                    <a:pt x="15" y="45"/>
                    <a:pt x="16" y="45"/>
                  </a:cubicBezTo>
                  <a:cubicBezTo>
                    <a:pt x="26" y="43"/>
                    <a:pt x="34" y="39"/>
                    <a:pt x="41" y="33"/>
                  </a:cubicBezTo>
                  <a:cubicBezTo>
                    <a:pt x="47" y="27"/>
                    <a:pt x="50" y="20"/>
                    <a:pt x="50" y="14"/>
                  </a:cubicBezTo>
                  <a:cubicBezTo>
                    <a:pt x="50" y="10"/>
                    <a:pt x="49" y="7"/>
                    <a:pt x="46" y="4"/>
                  </a:cubicBezTo>
                  <a:cubicBezTo>
                    <a:pt x="44" y="1"/>
                    <a:pt x="40" y="0"/>
                    <a:pt x="36" y="0"/>
                  </a:cubicBezTo>
                  <a:cubicBezTo>
                    <a:pt x="27" y="0"/>
                    <a:pt x="19" y="5"/>
                    <a:pt x="12" y="14"/>
                  </a:cubicBezTo>
                  <a:cubicBezTo>
                    <a:pt x="4" y="23"/>
                    <a:pt x="0" y="33"/>
                    <a:pt x="0" y="44"/>
                  </a:cubicBezTo>
                  <a:cubicBezTo>
                    <a:pt x="0" y="51"/>
                    <a:pt x="2" y="57"/>
                    <a:pt x="6" y="61"/>
                  </a:cubicBezTo>
                  <a:cubicBezTo>
                    <a:pt x="10" y="65"/>
                    <a:pt x="15" y="67"/>
                    <a:pt x="21" y="67"/>
                  </a:cubicBezTo>
                  <a:cubicBezTo>
                    <a:pt x="30" y="67"/>
                    <a:pt x="37" y="64"/>
                    <a:pt x="44" y="59"/>
                  </a:cubicBezTo>
                  <a:close/>
                  <a:moveTo>
                    <a:pt x="23" y="19"/>
                  </a:moveTo>
                  <a:cubicBezTo>
                    <a:pt x="28" y="14"/>
                    <a:pt x="31" y="12"/>
                    <a:pt x="35" y="12"/>
                  </a:cubicBezTo>
                  <a:cubicBezTo>
                    <a:pt x="36" y="12"/>
                    <a:pt x="37" y="12"/>
                    <a:pt x="37" y="13"/>
                  </a:cubicBezTo>
                  <a:cubicBezTo>
                    <a:pt x="38" y="14"/>
                    <a:pt x="38" y="15"/>
                    <a:pt x="38" y="16"/>
                  </a:cubicBezTo>
                  <a:cubicBezTo>
                    <a:pt x="38" y="19"/>
                    <a:pt x="36" y="23"/>
                    <a:pt x="31" y="27"/>
                  </a:cubicBezTo>
                  <a:cubicBezTo>
                    <a:pt x="27" y="31"/>
                    <a:pt x="22" y="33"/>
                    <a:pt x="15" y="34"/>
                  </a:cubicBezTo>
                  <a:cubicBezTo>
                    <a:pt x="17" y="29"/>
                    <a:pt x="19" y="24"/>
                    <a:pt x="23"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 name="Freeform 133"/>
            <p:cNvSpPr>
              <a:spLocks/>
            </p:cNvSpPr>
            <p:nvPr/>
          </p:nvSpPr>
          <p:spPr bwMode="auto">
            <a:xfrm>
              <a:off x="3316287" y="4464051"/>
              <a:ext cx="106363" cy="85725"/>
            </a:xfrm>
            <a:custGeom>
              <a:avLst/>
              <a:gdLst>
                <a:gd name="T0" fmla="*/ 59 w 73"/>
                <a:gd name="T1" fmla="*/ 56 h 59"/>
                <a:gd name="T2" fmla="*/ 69 w 73"/>
                <a:gd name="T3" fmla="*/ 53 h 59"/>
                <a:gd name="T4" fmla="*/ 73 w 73"/>
                <a:gd name="T5" fmla="*/ 46 h 59"/>
                <a:gd name="T6" fmla="*/ 70 w 73"/>
                <a:gd name="T7" fmla="*/ 43 h 59"/>
                <a:gd name="T8" fmla="*/ 67 w 73"/>
                <a:gd name="T9" fmla="*/ 44 h 59"/>
                <a:gd name="T10" fmla="*/ 63 w 73"/>
                <a:gd name="T11" fmla="*/ 44 h 59"/>
                <a:gd name="T12" fmla="*/ 58 w 73"/>
                <a:gd name="T13" fmla="*/ 23 h 59"/>
                <a:gd name="T14" fmla="*/ 43 w 73"/>
                <a:gd name="T15" fmla="*/ 2 h 59"/>
                <a:gd name="T16" fmla="*/ 15 w 73"/>
                <a:gd name="T17" fmla="*/ 31 h 59"/>
                <a:gd name="T18" fmla="*/ 18 w 73"/>
                <a:gd name="T19" fmla="*/ 10 h 59"/>
                <a:gd name="T20" fmla="*/ 16 w 73"/>
                <a:gd name="T21" fmla="*/ 1 h 59"/>
                <a:gd name="T22" fmla="*/ 11 w 73"/>
                <a:gd name="T23" fmla="*/ 0 h 59"/>
                <a:gd name="T24" fmla="*/ 6 w 73"/>
                <a:gd name="T25" fmla="*/ 3 h 59"/>
                <a:gd name="T26" fmla="*/ 4 w 73"/>
                <a:gd name="T27" fmla="*/ 8 h 59"/>
                <a:gd name="T28" fmla="*/ 2 w 73"/>
                <a:gd name="T29" fmla="*/ 39 h 59"/>
                <a:gd name="T30" fmla="*/ 0 w 73"/>
                <a:gd name="T31" fmla="*/ 51 h 59"/>
                <a:gd name="T32" fmla="*/ 9 w 73"/>
                <a:gd name="T33" fmla="*/ 59 h 59"/>
                <a:gd name="T34" fmla="*/ 11 w 73"/>
                <a:gd name="T35" fmla="*/ 58 h 59"/>
                <a:gd name="T36" fmla="*/ 13 w 73"/>
                <a:gd name="T37" fmla="*/ 54 h 59"/>
                <a:gd name="T38" fmla="*/ 26 w 73"/>
                <a:gd name="T39" fmla="*/ 31 h 59"/>
                <a:gd name="T40" fmla="*/ 40 w 73"/>
                <a:gd name="T41" fmla="*/ 16 h 59"/>
                <a:gd name="T42" fmla="*/ 46 w 73"/>
                <a:gd name="T43" fmla="*/ 31 h 59"/>
                <a:gd name="T44" fmla="*/ 50 w 73"/>
                <a:gd name="T45" fmla="*/ 50 h 59"/>
                <a:gd name="T46" fmla="*/ 50 w 73"/>
                <a:gd name="T47" fmla="*/ 50 h 59"/>
                <a:gd name="T48" fmla="*/ 59 w 73"/>
                <a:gd name="T49" fmla="*/ 56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3" h="59">
                  <a:moveTo>
                    <a:pt x="59" y="56"/>
                  </a:moveTo>
                  <a:cubicBezTo>
                    <a:pt x="63" y="56"/>
                    <a:pt x="66" y="55"/>
                    <a:pt x="69" y="53"/>
                  </a:cubicBezTo>
                  <a:cubicBezTo>
                    <a:pt x="71" y="50"/>
                    <a:pt x="73" y="48"/>
                    <a:pt x="73" y="46"/>
                  </a:cubicBezTo>
                  <a:cubicBezTo>
                    <a:pt x="73" y="44"/>
                    <a:pt x="72" y="43"/>
                    <a:pt x="70" y="43"/>
                  </a:cubicBezTo>
                  <a:cubicBezTo>
                    <a:pt x="69" y="43"/>
                    <a:pt x="68" y="43"/>
                    <a:pt x="67" y="44"/>
                  </a:cubicBezTo>
                  <a:cubicBezTo>
                    <a:pt x="65" y="44"/>
                    <a:pt x="64" y="44"/>
                    <a:pt x="63" y="44"/>
                  </a:cubicBezTo>
                  <a:cubicBezTo>
                    <a:pt x="61" y="44"/>
                    <a:pt x="60" y="37"/>
                    <a:pt x="58" y="23"/>
                  </a:cubicBezTo>
                  <a:cubicBezTo>
                    <a:pt x="57" y="9"/>
                    <a:pt x="51" y="2"/>
                    <a:pt x="43" y="2"/>
                  </a:cubicBezTo>
                  <a:cubicBezTo>
                    <a:pt x="32" y="2"/>
                    <a:pt x="23" y="12"/>
                    <a:pt x="15" y="31"/>
                  </a:cubicBezTo>
                  <a:cubicBezTo>
                    <a:pt x="17" y="21"/>
                    <a:pt x="18" y="14"/>
                    <a:pt x="18" y="10"/>
                  </a:cubicBezTo>
                  <a:cubicBezTo>
                    <a:pt x="18" y="5"/>
                    <a:pt x="17" y="2"/>
                    <a:pt x="16" y="1"/>
                  </a:cubicBezTo>
                  <a:cubicBezTo>
                    <a:pt x="15" y="0"/>
                    <a:pt x="13" y="0"/>
                    <a:pt x="11" y="0"/>
                  </a:cubicBezTo>
                  <a:cubicBezTo>
                    <a:pt x="9" y="0"/>
                    <a:pt x="8" y="1"/>
                    <a:pt x="6" y="3"/>
                  </a:cubicBezTo>
                  <a:cubicBezTo>
                    <a:pt x="5" y="5"/>
                    <a:pt x="4" y="7"/>
                    <a:pt x="4" y="8"/>
                  </a:cubicBezTo>
                  <a:cubicBezTo>
                    <a:pt x="4" y="20"/>
                    <a:pt x="3" y="30"/>
                    <a:pt x="2" y="39"/>
                  </a:cubicBezTo>
                  <a:cubicBezTo>
                    <a:pt x="0" y="45"/>
                    <a:pt x="0" y="49"/>
                    <a:pt x="0" y="51"/>
                  </a:cubicBezTo>
                  <a:cubicBezTo>
                    <a:pt x="0" y="56"/>
                    <a:pt x="3" y="59"/>
                    <a:pt x="9" y="59"/>
                  </a:cubicBezTo>
                  <a:cubicBezTo>
                    <a:pt x="10" y="59"/>
                    <a:pt x="10" y="58"/>
                    <a:pt x="11" y="58"/>
                  </a:cubicBezTo>
                  <a:cubicBezTo>
                    <a:pt x="12" y="57"/>
                    <a:pt x="13" y="55"/>
                    <a:pt x="13" y="54"/>
                  </a:cubicBezTo>
                  <a:cubicBezTo>
                    <a:pt x="15" y="49"/>
                    <a:pt x="19" y="42"/>
                    <a:pt x="26" y="31"/>
                  </a:cubicBezTo>
                  <a:cubicBezTo>
                    <a:pt x="33" y="21"/>
                    <a:pt x="37" y="16"/>
                    <a:pt x="40" y="16"/>
                  </a:cubicBezTo>
                  <a:cubicBezTo>
                    <a:pt x="43" y="16"/>
                    <a:pt x="45" y="21"/>
                    <a:pt x="46" y="31"/>
                  </a:cubicBezTo>
                  <a:cubicBezTo>
                    <a:pt x="47" y="40"/>
                    <a:pt x="48" y="47"/>
                    <a:pt x="50" y="50"/>
                  </a:cubicBezTo>
                  <a:cubicBezTo>
                    <a:pt x="50" y="50"/>
                    <a:pt x="50" y="50"/>
                    <a:pt x="50" y="50"/>
                  </a:cubicBezTo>
                  <a:cubicBezTo>
                    <a:pt x="52" y="54"/>
                    <a:pt x="55" y="56"/>
                    <a:pt x="59" y="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 name="Freeform 134"/>
            <p:cNvSpPr>
              <a:spLocks/>
            </p:cNvSpPr>
            <p:nvPr/>
          </p:nvSpPr>
          <p:spPr bwMode="auto">
            <a:xfrm>
              <a:off x="3424237" y="4427538"/>
              <a:ext cx="82550" cy="125413"/>
            </a:xfrm>
            <a:custGeom>
              <a:avLst/>
              <a:gdLst>
                <a:gd name="T0" fmla="*/ 29 w 57"/>
                <a:gd name="T1" fmla="*/ 37 h 86"/>
                <a:gd name="T2" fmla="*/ 49 w 57"/>
                <a:gd name="T3" fmla="*/ 33 h 86"/>
                <a:gd name="T4" fmla="*/ 57 w 57"/>
                <a:gd name="T5" fmla="*/ 27 h 86"/>
                <a:gd name="T6" fmla="*/ 56 w 57"/>
                <a:gd name="T7" fmla="*/ 24 h 86"/>
                <a:gd name="T8" fmla="*/ 52 w 57"/>
                <a:gd name="T9" fmla="*/ 23 h 86"/>
                <a:gd name="T10" fmla="*/ 32 w 57"/>
                <a:gd name="T11" fmla="*/ 24 h 86"/>
                <a:gd name="T12" fmla="*/ 37 w 57"/>
                <a:gd name="T13" fmla="*/ 7 h 86"/>
                <a:gd name="T14" fmla="*/ 35 w 57"/>
                <a:gd name="T15" fmla="*/ 2 h 86"/>
                <a:gd name="T16" fmla="*/ 30 w 57"/>
                <a:gd name="T17" fmla="*/ 0 h 86"/>
                <a:gd name="T18" fmla="*/ 23 w 57"/>
                <a:gd name="T19" fmla="*/ 7 h 86"/>
                <a:gd name="T20" fmla="*/ 18 w 57"/>
                <a:gd name="T21" fmla="*/ 26 h 86"/>
                <a:gd name="T22" fmla="*/ 6 w 57"/>
                <a:gd name="T23" fmla="*/ 26 h 86"/>
                <a:gd name="T24" fmla="*/ 0 w 57"/>
                <a:gd name="T25" fmla="*/ 31 h 86"/>
                <a:gd name="T26" fmla="*/ 3 w 57"/>
                <a:gd name="T27" fmla="*/ 36 h 86"/>
                <a:gd name="T28" fmla="*/ 8 w 57"/>
                <a:gd name="T29" fmla="*/ 38 h 86"/>
                <a:gd name="T30" fmla="*/ 9 w 57"/>
                <a:gd name="T31" fmla="*/ 38 h 86"/>
                <a:gd name="T32" fmla="*/ 15 w 57"/>
                <a:gd name="T33" fmla="*/ 38 h 86"/>
                <a:gd name="T34" fmla="*/ 9 w 57"/>
                <a:gd name="T35" fmla="*/ 69 h 86"/>
                <a:gd name="T36" fmla="*/ 13 w 57"/>
                <a:gd name="T37" fmla="*/ 81 h 86"/>
                <a:gd name="T38" fmla="*/ 24 w 57"/>
                <a:gd name="T39" fmla="*/ 86 h 86"/>
                <a:gd name="T40" fmla="*/ 42 w 57"/>
                <a:gd name="T41" fmla="*/ 80 h 86"/>
                <a:gd name="T42" fmla="*/ 50 w 57"/>
                <a:gd name="T43" fmla="*/ 68 h 86"/>
                <a:gd name="T44" fmla="*/ 49 w 57"/>
                <a:gd name="T45" fmla="*/ 66 h 86"/>
                <a:gd name="T46" fmla="*/ 46 w 57"/>
                <a:gd name="T47" fmla="*/ 65 h 86"/>
                <a:gd name="T48" fmla="*/ 41 w 57"/>
                <a:gd name="T49" fmla="*/ 67 h 86"/>
                <a:gd name="T50" fmla="*/ 33 w 57"/>
                <a:gd name="T51" fmla="*/ 72 h 86"/>
                <a:gd name="T52" fmla="*/ 27 w 57"/>
                <a:gd name="T53" fmla="*/ 74 h 86"/>
                <a:gd name="T54" fmla="*/ 24 w 57"/>
                <a:gd name="T55" fmla="*/ 72 h 86"/>
                <a:gd name="T56" fmla="*/ 23 w 57"/>
                <a:gd name="T57" fmla="*/ 65 h 86"/>
                <a:gd name="T58" fmla="*/ 25 w 57"/>
                <a:gd name="T59" fmla="*/ 50 h 86"/>
                <a:gd name="T60" fmla="*/ 29 w 57"/>
                <a:gd name="T61" fmla="*/ 3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7" h="86">
                  <a:moveTo>
                    <a:pt x="29" y="37"/>
                  </a:moveTo>
                  <a:cubicBezTo>
                    <a:pt x="49" y="33"/>
                    <a:pt x="49" y="33"/>
                    <a:pt x="49" y="33"/>
                  </a:cubicBezTo>
                  <a:cubicBezTo>
                    <a:pt x="54" y="33"/>
                    <a:pt x="57" y="30"/>
                    <a:pt x="57" y="27"/>
                  </a:cubicBezTo>
                  <a:cubicBezTo>
                    <a:pt x="57" y="25"/>
                    <a:pt x="57" y="24"/>
                    <a:pt x="56" y="24"/>
                  </a:cubicBezTo>
                  <a:cubicBezTo>
                    <a:pt x="56" y="23"/>
                    <a:pt x="54" y="23"/>
                    <a:pt x="52" y="23"/>
                  </a:cubicBezTo>
                  <a:cubicBezTo>
                    <a:pt x="51" y="23"/>
                    <a:pt x="44" y="23"/>
                    <a:pt x="32" y="24"/>
                  </a:cubicBezTo>
                  <a:cubicBezTo>
                    <a:pt x="35" y="13"/>
                    <a:pt x="37" y="7"/>
                    <a:pt x="37" y="7"/>
                  </a:cubicBezTo>
                  <a:cubicBezTo>
                    <a:pt x="37" y="5"/>
                    <a:pt x="36" y="4"/>
                    <a:pt x="35" y="2"/>
                  </a:cubicBezTo>
                  <a:cubicBezTo>
                    <a:pt x="34" y="1"/>
                    <a:pt x="32" y="0"/>
                    <a:pt x="30" y="0"/>
                  </a:cubicBezTo>
                  <a:cubicBezTo>
                    <a:pt x="27" y="0"/>
                    <a:pt x="24" y="3"/>
                    <a:pt x="23" y="7"/>
                  </a:cubicBezTo>
                  <a:cubicBezTo>
                    <a:pt x="21" y="15"/>
                    <a:pt x="20" y="21"/>
                    <a:pt x="18" y="26"/>
                  </a:cubicBezTo>
                  <a:cubicBezTo>
                    <a:pt x="6" y="26"/>
                    <a:pt x="6" y="26"/>
                    <a:pt x="6" y="26"/>
                  </a:cubicBezTo>
                  <a:cubicBezTo>
                    <a:pt x="2" y="26"/>
                    <a:pt x="0" y="28"/>
                    <a:pt x="0" y="31"/>
                  </a:cubicBezTo>
                  <a:cubicBezTo>
                    <a:pt x="0" y="33"/>
                    <a:pt x="1" y="35"/>
                    <a:pt x="3" y="36"/>
                  </a:cubicBezTo>
                  <a:cubicBezTo>
                    <a:pt x="5" y="37"/>
                    <a:pt x="7" y="38"/>
                    <a:pt x="8" y="38"/>
                  </a:cubicBezTo>
                  <a:cubicBezTo>
                    <a:pt x="9" y="38"/>
                    <a:pt x="9" y="38"/>
                    <a:pt x="9" y="38"/>
                  </a:cubicBezTo>
                  <a:cubicBezTo>
                    <a:pt x="10" y="38"/>
                    <a:pt x="12" y="38"/>
                    <a:pt x="15" y="38"/>
                  </a:cubicBezTo>
                  <a:cubicBezTo>
                    <a:pt x="11" y="53"/>
                    <a:pt x="9" y="63"/>
                    <a:pt x="9" y="69"/>
                  </a:cubicBezTo>
                  <a:cubicBezTo>
                    <a:pt x="9" y="74"/>
                    <a:pt x="10" y="78"/>
                    <a:pt x="13" y="81"/>
                  </a:cubicBezTo>
                  <a:cubicBezTo>
                    <a:pt x="15" y="84"/>
                    <a:pt x="19" y="86"/>
                    <a:pt x="24" y="86"/>
                  </a:cubicBezTo>
                  <a:cubicBezTo>
                    <a:pt x="30" y="86"/>
                    <a:pt x="36" y="84"/>
                    <a:pt x="42" y="80"/>
                  </a:cubicBezTo>
                  <a:cubicBezTo>
                    <a:pt x="47" y="75"/>
                    <a:pt x="50" y="71"/>
                    <a:pt x="50" y="68"/>
                  </a:cubicBezTo>
                  <a:cubicBezTo>
                    <a:pt x="50" y="67"/>
                    <a:pt x="49" y="66"/>
                    <a:pt x="49" y="66"/>
                  </a:cubicBezTo>
                  <a:cubicBezTo>
                    <a:pt x="48" y="65"/>
                    <a:pt x="47" y="65"/>
                    <a:pt x="46" y="65"/>
                  </a:cubicBezTo>
                  <a:cubicBezTo>
                    <a:pt x="45" y="65"/>
                    <a:pt x="43" y="66"/>
                    <a:pt x="41" y="67"/>
                  </a:cubicBezTo>
                  <a:cubicBezTo>
                    <a:pt x="38" y="70"/>
                    <a:pt x="35" y="72"/>
                    <a:pt x="33" y="72"/>
                  </a:cubicBezTo>
                  <a:cubicBezTo>
                    <a:pt x="31" y="73"/>
                    <a:pt x="29" y="74"/>
                    <a:pt x="27" y="74"/>
                  </a:cubicBezTo>
                  <a:cubicBezTo>
                    <a:pt x="26" y="74"/>
                    <a:pt x="24" y="73"/>
                    <a:pt x="24" y="72"/>
                  </a:cubicBezTo>
                  <a:cubicBezTo>
                    <a:pt x="23" y="70"/>
                    <a:pt x="23" y="68"/>
                    <a:pt x="23" y="65"/>
                  </a:cubicBezTo>
                  <a:cubicBezTo>
                    <a:pt x="23" y="63"/>
                    <a:pt x="24" y="58"/>
                    <a:pt x="25" y="50"/>
                  </a:cubicBezTo>
                  <a:cubicBezTo>
                    <a:pt x="27" y="41"/>
                    <a:pt x="28" y="37"/>
                    <a:pt x="29"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 name="Freeform 135"/>
            <p:cNvSpPr>
              <a:spLocks/>
            </p:cNvSpPr>
            <p:nvPr/>
          </p:nvSpPr>
          <p:spPr bwMode="auto">
            <a:xfrm>
              <a:off x="3571875" y="4429126"/>
              <a:ext cx="128588" cy="122238"/>
            </a:xfrm>
            <a:custGeom>
              <a:avLst/>
              <a:gdLst>
                <a:gd name="T0" fmla="*/ 50 w 89"/>
                <a:gd name="T1" fmla="*/ 17 h 84"/>
                <a:gd name="T2" fmla="*/ 50 w 89"/>
                <a:gd name="T3" fmla="*/ 14 h 84"/>
                <a:gd name="T4" fmla="*/ 71 w 89"/>
                <a:gd name="T5" fmla="*/ 12 h 84"/>
                <a:gd name="T6" fmla="*/ 79 w 89"/>
                <a:gd name="T7" fmla="*/ 13 h 84"/>
                <a:gd name="T8" fmla="*/ 84 w 89"/>
                <a:gd name="T9" fmla="*/ 13 h 84"/>
                <a:gd name="T10" fmla="*/ 89 w 89"/>
                <a:gd name="T11" fmla="*/ 7 h 84"/>
                <a:gd name="T12" fmla="*/ 87 w 89"/>
                <a:gd name="T13" fmla="*/ 2 h 84"/>
                <a:gd name="T14" fmla="*/ 74 w 89"/>
                <a:gd name="T15" fmla="*/ 0 h 84"/>
                <a:gd name="T16" fmla="*/ 47 w 89"/>
                <a:gd name="T17" fmla="*/ 3 h 84"/>
                <a:gd name="T18" fmla="*/ 15 w 89"/>
                <a:gd name="T19" fmla="*/ 5 h 84"/>
                <a:gd name="T20" fmla="*/ 2 w 89"/>
                <a:gd name="T21" fmla="*/ 6 h 84"/>
                <a:gd name="T22" fmla="*/ 0 w 89"/>
                <a:gd name="T23" fmla="*/ 11 h 84"/>
                <a:gd name="T24" fmla="*/ 2 w 89"/>
                <a:gd name="T25" fmla="*/ 16 h 84"/>
                <a:gd name="T26" fmla="*/ 10 w 89"/>
                <a:gd name="T27" fmla="*/ 17 h 84"/>
                <a:gd name="T28" fmla="*/ 24 w 89"/>
                <a:gd name="T29" fmla="*/ 16 h 84"/>
                <a:gd name="T30" fmla="*/ 36 w 89"/>
                <a:gd name="T31" fmla="*/ 16 h 84"/>
                <a:gd name="T32" fmla="*/ 34 w 89"/>
                <a:gd name="T33" fmla="*/ 35 h 84"/>
                <a:gd name="T34" fmla="*/ 31 w 89"/>
                <a:gd name="T35" fmla="*/ 65 h 84"/>
                <a:gd name="T36" fmla="*/ 32 w 89"/>
                <a:gd name="T37" fmla="*/ 76 h 84"/>
                <a:gd name="T38" fmla="*/ 35 w 89"/>
                <a:gd name="T39" fmla="*/ 83 h 84"/>
                <a:gd name="T40" fmla="*/ 40 w 89"/>
                <a:gd name="T41" fmla="*/ 84 h 84"/>
                <a:gd name="T42" fmla="*/ 45 w 89"/>
                <a:gd name="T43" fmla="*/ 82 h 84"/>
                <a:gd name="T44" fmla="*/ 47 w 89"/>
                <a:gd name="T45" fmla="*/ 76 h 84"/>
                <a:gd name="T46" fmla="*/ 46 w 89"/>
                <a:gd name="T47" fmla="*/ 75 h 84"/>
                <a:gd name="T48" fmla="*/ 45 w 89"/>
                <a:gd name="T49" fmla="*/ 65 h 84"/>
                <a:gd name="T50" fmla="*/ 47 w 89"/>
                <a:gd name="T51" fmla="*/ 37 h 84"/>
                <a:gd name="T52" fmla="*/ 50 w 89"/>
                <a:gd name="T53" fmla="*/ 17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9" h="84">
                  <a:moveTo>
                    <a:pt x="50" y="17"/>
                  </a:moveTo>
                  <a:cubicBezTo>
                    <a:pt x="50" y="15"/>
                    <a:pt x="50" y="15"/>
                    <a:pt x="50" y="14"/>
                  </a:cubicBezTo>
                  <a:cubicBezTo>
                    <a:pt x="54" y="13"/>
                    <a:pt x="61" y="12"/>
                    <a:pt x="71" y="12"/>
                  </a:cubicBezTo>
                  <a:cubicBezTo>
                    <a:pt x="74" y="12"/>
                    <a:pt x="77" y="12"/>
                    <a:pt x="79" y="13"/>
                  </a:cubicBezTo>
                  <a:cubicBezTo>
                    <a:pt x="81" y="13"/>
                    <a:pt x="83" y="13"/>
                    <a:pt x="84" y="13"/>
                  </a:cubicBezTo>
                  <a:cubicBezTo>
                    <a:pt x="87" y="13"/>
                    <a:pt x="89" y="11"/>
                    <a:pt x="89" y="7"/>
                  </a:cubicBezTo>
                  <a:cubicBezTo>
                    <a:pt x="89" y="6"/>
                    <a:pt x="88" y="4"/>
                    <a:pt x="87" y="2"/>
                  </a:cubicBezTo>
                  <a:cubicBezTo>
                    <a:pt x="85" y="1"/>
                    <a:pt x="81" y="0"/>
                    <a:pt x="74" y="0"/>
                  </a:cubicBezTo>
                  <a:cubicBezTo>
                    <a:pt x="68" y="0"/>
                    <a:pt x="59" y="1"/>
                    <a:pt x="47" y="3"/>
                  </a:cubicBezTo>
                  <a:cubicBezTo>
                    <a:pt x="37" y="4"/>
                    <a:pt x="26" y="5"/>
                    <a:pt x="15" y="5"/>
                  </a:cubicBezTo>
                  <a:cubicBezTo>
                    <a:pt x="8" y="5"/>
                    <a:pt x="4" y="5"/>
                    <a:pt x="2" y="6"/>
                  </a:cubicBezTo>
                  <a:cubicBezTo>
                    <a:pt x="1" y="8"/>
                    <a:pt x="0" y="9"/>
                    <a:pt x="0" y="11"/>
                  </a:cubicBezTo>
                  <a:cubicBezTo>
                    <a:pt x="0" y="13"/>
                    <a:pt x="1" y="15"/>
                    <a:pt x="2" y="16"/>
                  </a:cubicBezTo>
                  <a:cubicBezTo>
                    <a:pt x="4" y="17"/>
                    <a:pt x="6" y="17"/>
                    <a:pt x="10" y="17"/>
                  </a:cubicBezTo>
                  <a:cubicBezTo>
                    <a:pt x="12" y="17"/>
                    <a:pt x="16" y="17"/>
                    <a:pt x="24" y="16"/>
                  </a:cubicBezTo>
                  <a:cubicBezTo>
                    <a:pt x="31" y="16"/>
                    <a:pt x="35" y="16"/>
                    <a:pt x="36" y="16"/>
                  </a:cubicBezTo>
                  <a:cubicBezTo>
                    <a:pt x="36" y="16"/>
                    <a:pt x="35" y="22"/>
                    <a:pt x="34" y="35"/>
                  </a:cubicBezTo>
                  <a:cubicBezTo>
                    <a:pt x="32" y="48"/>
                    <a:pt x="31" y="58"/>
                    <a:pt x="31" y="65"/>
                  </a:cubicBezTo>
                  <a:cubicBezTo>
                    <a:pt x="31" y="69"/>
                    <a:pt x="32" y="73"/>
                    <a:pt x="32" y="76"/>
                  </a:cubicBezTo>
                  <a:cubicBezTo>
                    <a:pt x="32" y="79"/>
                    <a:pt x="33" y="81"/>
                    <a:pt x="35" y="83"/>
                  </a:cubicBezTo>
                  <a:cubicBezTo>
                    <a:pt x="37" y="84"/>
                    <a:pt x="39" y="84"/>
                    <a:pt x="40" y="84"/>
                  </a:cubicBezTo>
                  <a:cubicBezTo>
                    <a:pt x="42" y="84"/>
                    <a:pt x="44" y="84"/>
                    <a:pt x="45" y="82"/>
                  </a:cubicBezTo>
                  <a:cubicBezTo>
                    <a:pt x="46" y="80"/>
                    <a:pt x="47" y="78"/>
                    <a:pt x="47" y="76"/>
                  </a:cubicBezTo>
                  <a:cubicBezTo>
                    <a:pt x="47" y="76"/>
                    <a:pt x="47" y="75"/>
                    <a:pt x="46" y="75"/>
                  </a:cubicBezTo>
                  <a:cubicBezTo>
                    <a:pt x="46" y="71"/>
                    <a:pt x="45" y="68"/>
                    <a:pt x="45" y="65"/>
                  </a:cubicBezTo>
                  <a:cubicBezTo>
                    <a:pt x="45" y="58"/>
                    <a:pt x="46" y="48"/>
                    <a:pt x="47" y="37"/>
                  </a:cubicBezTo>
                  <a:cubicBezTo>
                    <a:pt x="48" y="25"/>
                    <a:pt x="49" y="18"/>
                    <a:pt x="50"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 name="Freeform 136"/>
            <p:cNvSpPr>
              <a:spLocks noEditPoints="1"/>
            </p:cNvSpPr>
            <p:nvPr/>
          </p:nvSpPr>
          <p:spPr bwMode="auto">
            <a:xfrm>
              <a:off x="3681412" y="4457701"/>
              <a:ext cx="87313" cy="95250"/>
            </a:xfrm>
            <a:custGeom>
              <a:avLst/>
              <a:gdLst>
                <a:gd name="T0" fmla="*/ 51 w 60"/>
                <a:gd name="T1" fmla="*/ 66 h 66"/>
                <a:gd name="T2" fmla="*/ 57 w 60"/>
                <a:gd name="T3" fmla="*/ 64 h 66"/>
                <a:gd name="T4" fmla="*/ 60 w 60"/>
                <a:gd name="T5" fmla="*/ 59 h 66"/>
                <a:gd name="T6" fmla="*/ 58 w 60"/>
                <a:gd name="T7" fmla="*/ 56 h 66"/>
                <a:gd name="T8" fmla="*/ 55 w 60"/>
                <a:gd name="T9" fmla="*/ 54 h 66"/>
                <a:gd name="T10" fmla="*/ 54 w 60"/>
                <a:gd name="T11" fmla="*/ 50 h 66"/>
                <a:gd name="T12" fmla="*/ 53 w 60"/>
                <a:gd name="T13" fmla="*/ 40 h 66"/>
                <a:gd name="T14" fmla="*/ 55 w 60"/>
                <a:gd name="T15" fmla="*/ 21 h 66"/>
                <a:gd name="T16" fmla="*/ 56 w 60"/>
                <a:gd name="T17" fmla="*/ 12 h 66"/>
                <a:gd name="T18" fmla="*/ 50 w 60"/>
                <a:gd name="T19" fmla="*/ 7 h 66"/>
                <a:gd name="T20" fmla="*/ 41 w 60"/>
                <a:gd name="T21" fmla="*/ 0 h 66"/>
                <a:gd name="T22" fmla="*/ 13 w 60"/>
                <a:gd name="T23" fmla="*/ 17 h 66"/>
                <a:gd name="T24" fmla="*/ 0 w 60"/>
                <a:gd name="T25" fmla="*/ 50 h 66"/>
                <a:gd name="T26" fmla="*/ 4 w 60"/>
                <a:gd name="T27" fmla="*/ 60 h 66"/>
                <a:gd name="T28" fmla="*/ 12 w 60"/>
                <a:gd name="T29" fmla="*/ 64 h 66"/>
                <a:gd name="T30" fmla="*/ 42 w 60"/>
                <a:gd name="T31" fmla="*/ 44 h 66"/>
                <a:gd name="T32" fmla="*/ 51 w 60"/>
                <a:gd name="T33" fmla="*/ 66 h 66"/>
                <a:gd name="T34" fmla="*/ 32 w 60"/>
                <a:gd name="T35" fmla="*/ 40 h 66"/>
                <a:gd name="T36" fmla="*/ 16 w 60"/>
                <a:gd name="T37" fmla="*/ 52 h 66"/>
                <a:gd name="T38" fmla="*/ 14 w 60"/>
                <a:gd name="T39" fmla="*/ 47 h 66"/>
                <a:gd name="T40" fmla="*/ 23 w 60"/>
                <a:gd name="T41" fmla="*/ 25 h 66"/>
                <a:gd name="T42" fmla="*/ 38 w 60"/>
                <a:gd name="T43" fmla="*/ 12 h 66"/>
                <a:gd name="T44" fmla="*/ 41 w 60"/>
                <a:gd name="T45" fmla="*/ 14 h 66"/>
                <a:gd name="T46" fmla="*/ 42 w 60"/>
                <a:gd name="T47" fmla="*/ 19 h 66"/>
                <a:gd name="T48" fmla="*/ 32 w 60"/>
                <a:gd name="T49" fmla="*/ 4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 h="66">
                  <a:moveTo>
                    <a:pt x="51" y="66"/>
                  </a:moveTo>
                  <a:cubicBezTo>
                    <a:pt x="53" y="66"/>
                    <a:pt x="55" y="65"/>
                    <a:pt x="57" y="64"/>
                  </a:cubicBezTo>
                  <a:cubicBezTo>
                    <a:pt x="59" y="63"/>
                    <a:pt x="60" y="61"/>
                    <a:pt x="60" y="59"/>
                  </a:cubicBezTo>
                  <a:cubicBezTo>
                    <a:pt x="60" y="58"/>
                    <a:pt x="60" y="57"/>
                    <a:pt x="58" y="56"/>
                  </a:cubicBezTo>
                  <a:cubicBezTo>
                    <a:pt x="57" y="55"/>
                    <a:pt x="56" y="55"/>
                    <a:pt x="55" y="54"/>
                  </a:cubicBezTo>
                  <a:cubicBezTo>
                    <a:pt x="55" y="53"/>
                    <a:pt x="55" y="52"/>
                    <a:pt x="54" y="50"/>
                  </a:cubicBezTo>
                  <a:cubicBezTo>
                    <a:pt x="53" y="48"/>
                    <a:pt x="53" y="45"/>
                    <a:pt x="53" y="40"/>
                  </a:cubicBezTo>
                  <a:cubicBezTo>
                    <a:pt x="53" y="35"/>
                    <a:pt x="54" y="29"/>
                    <a:pt x="55" y="21"/>
                  </a:cubicBezTo>
                  <a:cubicBezTo>
                    <a:pt x="56" y="17"/>
                    <a:pt x="56" y="14"/>
                    <a:pt x="56" y="12"/>
                  </a:cubicBezTo>
                  <a:cubicBezTo>
                    <a:pt x="56" y="9"/>
                    <a:pt x="54" y="7"/>
                    <a:pt x="50" y="7"/>
                  </a:cubicBezTo>
                  <a:cubicBezTo>
                    <a:pt x="48" y="2"/>
                    <a:pt x="45" y="0"/>
                    <a:pt x="41" y="0"/>
                  </a:cubicBezTo>
                  <a:cubicBezTo>
                    <a:pt x="31" y="0"/>
                    <a:pt x="22" y="6"/>
                    <a:pt x="13" y="17"/>
                  </a:cubicBezTo>
                  <a:cubicBezTo>
                    <a:pt x="4" y="29"/>
                    <a:pt x="0" y="39"/>
                    <a:pt x="0" y="50"/>
                  </a:cubicBezTo>
                  <a:cubicBezTo>
                    <a:pt x="0" y="54"/>
                    <a:pt x="1" y="57"/>
                    <a:pt x="4" y="60"/>
                  </a:cubicBezTo>
                  <a:cubicBezTo>
                    <a:pt x="6" y="63"/>
                    <a:pt x="9" y="64"/>
                    <a:pt x="12" y="64"/>
                  </a:cubicBezTo>
                  <a:cubicBezTo>
                    <a:pt x="22" y="64"/>
                    <a:pt x="32" y="57"/>
                    <a:pt x="42" y="44"/>
                  </a:cubicBezTo>
                  <a:cubicBezTo>
                    <a:pt x="41" y="59"/>
                    <a:pt x="44" y="66"/>
                    <a:pt x="51" y="66"/>
                  </a:cubicBezTo>
                  <a:close/>
                  <a:moveTo>
                    <a:pt x="32" y="40"/>
                  </a:moveTo>
                  <a:cubicBezTo>
                    <a:pt x="26" y="48"/>
                    <a:pt x="20" y="52"/>
                    <a:pt x="16" y="52"/>
                  </a:cubicBezTo>
                  <a:cubicBezTo>
                    <a:pt x="14" y="52"/>
                    <a:pt x="14" y="50"/>
                    <a:pt x="14" y="47"/>
                  </a:cubicBezTo>
                  <a:cubicBezTo>
                    <a:pt x="14" y="41"/>
                    <a:pt x="17" y="34"/>
                    <a:pt x="23" y="25"/>
                  </a:cubicBezTo>
                  <a:cubicBezTo>
                    <a:pt x="29" y="17"/>
                    <a:pt x="34" y="12"/>
                    <a:pt x="38" y="12"/>
                  </a:cubicBezTo>
                  <a:cubicBezTo>
                    <a:pt x="39" y="12"/>
                    <a:pt x="40" y="13"/>
                    <a:pt x="41" y="14"/>
                  </a:cubicBezTo>
                  <a:cubicBezTo>
                    <a:pt x="42" y="15"/>
                    <a:pt x="42" y="17"/>
                    <a:pt x="42" y="19"/>
                  </a:cubicBezTo>
                  <a:cubicBezTo>
                    <a:pt x="42" y="25"/>
                    <a:pt x="39" y="32"/>
                    <a:pt x="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 name="Freeform 137"/>
            <p:cNvSpPr>
              <a:spLocks/>
            </p:cNvSpPr>
            <p:nvPr/>
          </p:nvSpPr>
          <p:spPr bwMode="auto">
            <a:xfrm>
              <a:off x="3773487" y="4454526"/>
              <a:ext cx="93663" cy="103188"/>
            </a:xfrm>
            <a:custGeom>
              <a:avLst/>
              <a:gdLst>
                <a:gd name="T0" fmla="*/ 50 w 64"/>
                <a:gd name="T1" fmla="*/ 6 h 72"/>
                <a:gd name="T2" fmla="*/ 39 w 64"/>
                <a:gd name="T3" fmla="*/ 20 h 72"/>
                <a:gd name="T4" fmla="*/ 37 w 64"/>
                <a:gd name="T5" fmla="*/ 22 h 72"/>
                <a:gd name="T6" fmla="*/ 31 w 64"/>
                <a:gd name="T7" fmla="*/ 28 h 72"/>
                <a:gd name="T8" fmla="*/ 25 w 64"/>
                <a:gd name="T9" fmla="*/ 10 h 72"/>
                <a:gd name="T10" fmla="*/ 18 w 64"/>
                <a:gd name="T11" fmla="*/ 2 h 72"/>
                <a:gd name="T12" fmla="*/ 10 w 64"/>
                <a:gd name="T13" fmla="*/ 11 h 72"/>
                <a:gd name="T14" fmla="*/ 21 w 64"/>
                <a:gd name="T15" fmla="*/ 36 h 72"/>
                <a:gd name="T16" fmla="*/ 18 w 64"/>
                <a:gd name="T17" fmla="*/ 39 h 72"/>
                <a:gd name="T18" fmla="*/ 3 w 64"/>
                <a:gd name="T19" fmla="*/ 56 h 72"/>
                <a:gd name="T20" fmla="*/ 0 w 64"/>
                <a:gd name="T21" fmla="*/ 64 h 72"/>
                <a:gd name="T22" fmla="*/ 2 w 64"/>
                <a:gd name="T23" fmla="*/ 70 h 72"/>
                <a:gd name="T24" fmla="*/ 9 w 64"/>
                <a:gd name="T25" fmla="*/ 72 h 72"/>
                <a:gd name="T26" fmla="*/ 13 w 64"/>
                <a:gd name="T27" fmla="*/ 66 h 72"/>
                <a:gd name="T28" fmla="*/ 28 w 64"/>
                <a:gd name="T29" fmla="*/ 46 h 72"/>
                <a:gd name="T30" fmla="*/ 52 w 64"/>
                <a:gd name="T31" fmla="*/ 66 h 72"/>
                <a:gd name="T32" fmla="*/ 57 w 64"/>
                <a:gd name="T33" fmla="*/ 64 h 72"/>
                <a:gd name="T34" fmla="*/ 60 w 64"/>
                <a:gd name="T35" fmla="*/ 59 h 72"/>
                <a:gd name="T36" fmla="*/ 59 w 64"/>
                <a:gd name="T37" fmla="*/ 56 h 72"/>
                <a:gd name="T38" fmla="*/ 57 w 64"/>
                <a:gd name="T39" fmla="*/ 55 h 72"/>
                <a:gd name="T40" fmla="*/ 37 w 64"/>
                <a:gd name="T41" fmla="*/ 38 h 72"/>
                <a:gd name="T42" fmla="*/ 64 w 64"/>
                <a:gd name="T43" fmla="*/ 8 h 72"/>
                <a:gd name="T44" fmla="*/ 62 w 64"/>
                <a:gd name="T45" fmla="*/ 2 h 72"/>
                <a:gd name="T46" fmla="*/ 57 w 64"/>
                <a:gd name="T47" fmla="*/ 0 h 72"/>
                <a:gd name="T48" fmla="*/ 53 w 64"/>
                <a:gd name="T49" fmla="*/ 1 h 72"/>
                <a:gd name="T50" fmla="*/ 50 w 64"/>
                <a:gd name="T51" fmla="*/ 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4" h="72">
                  <a:moveTo>
                    <a:pt x="50" y="6"/>
                  </a:moveTo>
                  <a:cubicBezTo>
                    <a:pt x="47" y="10"/>
                    <a:pt x="44" y="15"/>
                    <a:pt x="39" y="20"/>
                  </a:cubicBezTo>
                  <a:cubicBezTo>
                    <a:pt x="39" y="20"/>
                    <a:pt x="38" y="21"/>
                    <a:pt x="37" y="22"/>
                  </a:cubicBezTo>
                  <a:cubicBezTo>
                    <a:pt x="35" y="24"/>
                    <a:pt x="33" y="26"/>
                    <a:pt x="31" y="28"/>
                  </a:cubicBezTo>
                  <a:cubicBezTo>
                    <a:pt x="27" y="22"/>
                    <a:pt x="25" y="16"/>
                    <a:pt x="25" y="10"/>
                  </a:cubicBezTo>
                  <a:cubicBezTo>
                    <a:pt x="24" y="4"/>
                    <a:pt x="22" y="2"/>
                    <a:pt x="18" y="2"/>
                  </a:cubicBezTo>
                  <a:cubicBezTo>
                    <a:pt x="13" y="2"/>
                    <a:pt x="10" y="5"/>
                    <a:pt x="10" y="11"/>
                  </a:cubicBezTo>
                  <a:cubicBezTo>
                    <a:pt x="10" y="17"/>
                    <a:pt x="14" y="25"/>
                    <a:pt x="21" y="36"/>
                  </a:cubicBezTo>
                  <a:cubicBezTo>
                    <a:pt x="20" y="37"/>
                    <a:pt x="19" y="38"/>
                    <a:pt x="18" y="39"/>
                  </a:cubicBezTo>
                  <a:cubicBezTo>
                    <a:pt x="10" y="47"/>
                    <a:pt x="5" y="52"/>
                    <a:pt x="3" y="56"/>
                  </a:cubicBezTo>
                  <a:cubicBezTo>
                    <a:pt x="1" y="59"/>
                    <a:pt x="0" y="62"/>
                    <a:pt x="0" y="64"/>
                  </a:cubicBezTo>
                  <a:cubicBezTo>
                    <a:pt x="0" y="67"/>
                    <a:pt x="0" y="69"/>
                    <a:pt x="2" y="70"/>
                  </a:cubicBezTo>
                  <a:cubicBezTo>
                    <a:pt x="3" y="71"/>
                    <a:pt x="6" y="72"/>
                    <a:pt x="9" y="72"/>
                  </a:cubicBezTo>
                  <a:cubicBezTo>
                    <a:pt x="11" y="71"/>
                    <a:pt x="12" y="68"/>
                    <a:pt x="13" y="66"/>
                  </a:cubicBezTo>
                  <a:cubicBezTo>
                    <a:pt x="16" y="59"/>
                    <a:pt x="21" y="52"/>
                    <a:pt x="28" y="46"/>
                  </a:cubicBezTo>
                  <a:cubicBezTo>
                    <a:pt x="38" y="59"/>
                    <a:pt x="46" y="66"/>
                    <a:pt x="52" y="66"/>
                  </a:cubicBezTo>
                  <a:cubicBezTo>
                    <a:pt x="54" y="66"/>
                    <a:pt x="56" y="65"/>
                    <a:pt x="57" y="64"/>
                  </a:cubicBezTo>
                  <a:cubicBezTo>
                    <a:pt x="59" y="63"/>
                    <a:pt x="60" y="61"/>
                    <a:pt x="60" y="59"/>
                  </a:cubicBezTo>
                  <a:cubicBezTo>
                    <a:pt x="60" y="58"/>
                    <a:pt x="59" y="57"/>
                    <a:pt x="59" y="56"/>
                  </a:cubicBezTo>
                  <a:cubicBezTo>
                    <a:pt x="58" y="56"/>
                    <a:pt x="58" y="55"/>
                    <a:pt x="57" y="55"/>
                  </a:cubicBezTo>
                  <a:cubicBezTo>
                    <a:pt x="50" y="51"/>
                    <a:pt x="43" y="45"/>
                    <a:pt x="37" y="38"/>
                  </a:cubicBezTo>
                  <a:cubicBezTo>
                    <a:pt x="55" y="22"/>
                    <a:pt x="64" y="12"/>
                    <a:pt x="64" y="8"/>
                  </a:cubicBezTo>
                  <a:cubicBezTo>
                    <a:pt x="64" y="6"/>
                    <a:pt x="63" y="4"/>
                    <a:pt x="62" y="2"/>
                  </a:cubicBezTo>
                  <a:cubicBezTo>
                    <a:pt x="61" y="1"/>
                    <a:pt x="59" y="0"/>
                    <a:pt x="57" y="0"/>
                  </a:cubicBezTo>
                  <a:cubicBezTo>
                    <a:pt x="55" y="0"/>
                    <a:pt x="54" y="1"/>
                    <a:pt x="53" y="1"/>
                  </a:cubicBezTo>
                  <a:cubicBezTo>
                    <a:pt x="52" y="2"/>
                    <a:pt x="51" y="4"/>
                    <a:pt x="5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 name="Freeform 199"/>
            <p:cNvSpPr>
              <a:spLocks noEditPoints="1"/>
            </p:cNvSpPr>
            <p:nvPr/>
          </p:nvSpPr>
          <p:spPr bwMode="auto">
            <a:xfrm>
              <a:off x="4264025" y="4440238"/>
              <a:ext cx="104775" cy="127000"/>
            </a:xfrm>
            <a:custGeom>
              <a:avLst/>
              <a:gdLst>
                <a:gd name="T0" fmla="*/ 0 w 72"/>
                <a:gd name="T1" fmla="*/ 80 h 88"/>
                <a:gd name="T2" fmla="*/ 7 w 72"/>
                <a:gd name="T3" fmla="*/ 88 h 88"/>
                <a:gd name="T4" fmla="*/ 12 w 72"/>
                <a:gd name="T5" fmla="*/ 86 h 88"/>
                <a:gd name="T6" fmla="*/ 14 w 72"/>
                <a:gd name="T7" fmla="*/ 80 h 88"/>
                <a:gd name="T8" fmla="*/ 15 w 72"/>
                <a:gd name="T9" fmla="*/ 59 h 88"/>
                <a:gd name="T10" fmla="*/ 24 w 72"/>
                <a:gd name="T11" fmla="*/ 57 h 88"/>
                <a:gd name="T12" fmla="*/ 58 w 72"/>
                <a:gd name="T13" fmla="*/ 43 h 88"/>
                <a:gd name="T14" fmla="*/ 72 w 72"/>
                <a:gd name="T15" fmla="*/ 20 h 88"/>
                <a:gd name="T16" fmla="*/ 64 w 72"/>
                <a:gd name="T17" fmla="*/ 5 h 88"/>
                <a:gd name="T18" fmla="*/ 44 w 72"/>
                <a:gd name="T19" fmla="*/ 0 h 88"/>
                <a:gd name="T20" fmla="*/ 17 w 72"/>
                <a:gd name="T21" fmla="*/ 3 h 88"/>
                <a:gd name="T22" fmla="*/ 1 w 72"/>
                <a:gd name="T23" fmla="*/ 12 h 88"/>
                <a:gd name="T24" fmla="*/ 5 w 72"/>
                <a:gd name="T25" fmla="*/ 19 h 88"/>
                <a:gd name="T26" fmla="*/ 6 w 72"/>
                <a:gd name="T27" fmla="*/ 24 h 88"/>
                <a:gd name="T28" fmla="*/ 3 w 72"/>
                <a:gd name="T29" fmla="*/ 49 h 88"/>
                <a:gd name="T30" fmla="*/ 0 w 72"/>
                <a:gd name="T31" fmla="*/ 80 h 88"/>
                <a:gd name="T32" fmla="*/ 20 w 72"/>
                <a:gd name="T33" fmla="*/ 15 h 88"/>
                <a:gd name="T34" fmla="*/ 43 w 72"/>
                <a:gd name="T35" fmla="*/ 11 h 88"/>
                <a:gd name="T36" fmla="*/ 58 w 72"/>
                <a:gd name="T37" fmla="*/ 21 h 88"/>
                <a:gd name="T38" fmla="*/ 46 w 72"/>
                <a:gd name="T39" fmla="*/ 36 h 88"/>
                <a:gd name="T40" fmla="*/ 17 w 72"/>
                <a:gd name="T41" fmla="*/ 46 h 88"/>
                <a:gd name="T42" fmla="*/ 20 w 72"/>
                <a:gd name="T43" fmla="*/ 1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2" h="88">
                  <a:moveTo>
                    <a:pt x="0" y="80"/>
                  </a:moveTo>
                  <a:cubicBezTo>
                    <a:pt x="0" y="85"/>
                    <a:pt x="2" y="88"/>
                    <a:pt x="7" y="88"/>
                  </a:cubicBezTo>
                  <a:cubicBezTo>
                    <a:pt x="9" y="88"/>
                    <a:pt x="10" y="87"/>
                    <a:pt x="12" y="86"/>
                  </a:cubicBezTo>
                  <a:cubicBezTo>
                    <a:pt x="13" y="84"/>
                    <a:pt x="14" y="82"/>
                    <a:pt x="14" y="80"/>
                  </a:cubicBezTo>
                  <a:cubicBezTo>
                    <a:pt x="14" y="75"/>
                    <a:pt x="14" y="67"/>
                    <a:pt x="15" y="59"/>
                  </a:cubicBezTo>
                  <a:cubicBezTo>
                    <a:pt x="16" y="58"/>
                    <a:pt x="19" y="58"/>
                    <a:pt x="24" y="57"/>
                  </a:cubicBezTo>
                  <a:cubicBezTo>
                    <a:pt x="37" y="54"/>
                    <a:pt x="48" y="49"/>
                    <a:pt x="58" y="43"/>
                  </a:cubicBezTo>
                  <a:cubicBezTo>
                    <a:pt x="67" y="36"/>
                    <a:pt x="72" y="28"/>
                    <a:pt x="72" y="20"/>
                  </a:cubicBezTo>
                  <a:cubicBezTo>
                    <a:pt x="72" y="13"/>
                    <a:pt x="69" y="9"/>
                    <a:pt x="64" y="5"/>
                  </a:cubicBezTo>
                  <a:cubicBezTo>
                    <a:pt x="59" y="2"/>
                    <a:pt x="52" y="0"/>
                    <a:pt x="44" y="0"/>
                  </a:cubicBezTo>
                  <a:cubicBezTo>
                    <a:pt x="36" y="0"/>
                    <a:pt x="27" y="1"/>
                    <a:pt x="17" y="3"/>
                  </a:cubicBezTo>
                  <a:cubicBezTo>
                    <a:pt x="7" y="6"/>
                    <a:pt x="1" y="9"/>
                    <a:pt x="1" y="12"/>
                  </a:cubicBezTo>
                  <a:cubicBezTo>
                    <a:pt x="1" y="15"/>
                    <a:pt x="3" y="17"/>
                    <a:pt x="5" y="19"/>
                  </a:cubicBezTo>
                  <a:cubicBezTo>
                    <a:pt x="5" y="19"/>
                    <a:pt x="6" y="21"/>
                    <a:pt x="6" y="24"/>
                  </a:cubicBezTo>
                  <a:cubicBezTo>
                    <a:pt x="6" y="27"/>
                    <a:pt x="5" y="35"/>
                    <a:pt x="3" y="49"/>
                  </a:cubicBezTo>
                  <a:cubicBezTo>
                    <a:pt x="1" y="67"/>
                    <a:pt x="0" y="77"/>
                    <a:pt x="0" y="80"/>
                  </a:cubicBezTo>
                  <a:close/>
                  <a:moveTo>
                    <a:pt x="20" y="15"/>
                  </a:moveTo>
                  <a:cubicBezTo>
                    <a:pt x="29" y="13"/>
                    <a:pt x="36" y="11"/>
                    <a:pt x="43" y="11"/>
                  </a:cubicBezTo>
                  <a:cubicBezTo>
                    <a:pt x="53" y="11"/>
                    <a:pt x="58" y="14"/>
                    <a:pt x="58" y="21"/>
                  </a:cubicBezTo>
                  <a:cubicBezTo>
                    <a:pt x="58" y="26"/>
                    <a:pt x="54" y="31"/>
                    <a:pt x="46" y="36"/>
                  </a:cubicBezTo>
                  <a:cubicBezTo>
                    <a:pt x="38" y="40"/>
                    <a:pt x="28" y="44"/>
                    <a:pt x="17" y="46"/>
                  </a:cubicBezTo>
                  <a:lnTo>
                    <a:pt x="2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 name="Freeform 200"/>
            <p:cNvSpPr>
              <a:spLocks/>
            </p:cNvSpPr>
            <p:nvPr/>
          </p:nvSpPr>
          <p:spPr bwMode="auto">
            <a:xfrm>
              <a:off x="4375150" y="4473576"/>
              <a:ext cx="82550" cy="93663"/>
            </a:xfrm>
            <a:custGeom>
              <a:avLst/>
              <a:gdLst>
                <a:gd name="T0" fmla="*/ 15 w 57"/>
                <a:gd name="T1" fmla="*/ 17 h 65"/>
                <a:gd name="T2" fmla="*/ 18 w 57"/>
                <a:gd name="T3" fmla="*/ 6 h 65"/>
                <a:gd name="T4" fmla="*/ 16 w 57"/>
                <a:gd name="T5" fmla="*/ 2 h 65"/>
                <a:gd name="T6" fmla="*/ 11 w 57"/>
                <a:gd name="T7" fmla="*/ 0 h 65"/>
                <a:gd name="T8" fmla="*/ 6 w 57"/>
                <a:gd name="T9" fmla="*/ 2 h 65"/>
                <a:gd name="T10" fmla="*/ 3 w 57"/>
                <a:gd name="T11" fmla="*/ 6 h 65"/>
                <a:gd name="T12" fmla="*/ 2 w 57"/>
                <a:gd name="T13" fmla="*/ 14 h 65"/>
                <a:gd name="T14" fmla="*/ 1 w 57"/>
                <a:gd name="T15" fmla="*/ 18 h 65"/>
                <a:gd name="T16" fmla="*/ 0 w 57"/>
                <a:gd name="T17" fmla="*/ 34 h 65"/>
                <a:gd name="T18" fmla="*/ 0 w 57"/>
                <a:gd name="T19" fmla="*/ 46 h 65"/>
                <a:gd name="T20" fmla="*/ 1 w 57"/>
                <a:gd name="T21" fmla="*/ 60 h 65"/>
                <a:gd name="T22" fmla="*/ 7 w 57"/>
                <a:gd name="T23" fmla="*/ 65 h 65"/>
                <a:gd name="T24" fmla="*/ 13 w 57"/>
                <a:gd name="T25" fmla="*/ 63 h 65"/>
                <a:gd name="T26" fmla="*/ 16 w 57"/>
                <a:gd name="T27" fmla="*/ 56 h 65"/>
                <a:gd name="T28" fmla="*/ 28 w 57"/>
                <a:gd name="T29" fmla="*/ 26 h 65"/>
                <a:gd name="T30" fmla="*/ 42 w 57"/>
                <a:gd name="T31" fmla="*/ 13 h 65"/>
                <a:gd name="T32" fmla="*/ 46 w 57"/>
                <a:gd name="T33" fmla="*/ 14 h 65"/>
                <a:gd name="T34" fmla="*/ 52 w 57"/>
                <a:gd name="T35" fmla="*/ 17 h 65"/>
                <a:gd name="T36" fmla="*/ 56 w 57"/>
                <a:gd name="T37" fmla="*/ 15 h 65"/>
                <a:gd name="T38" fmla="*/ 57 w 57"/>
                <a:gd name="T39" fmla="*/ 11 h 65"/>
                <a:gd name="T40" fmla="*/ 53 w 57"/>
                <a:gd name="T41" fmla="*/ 3 h 65"/>
                <a:gd name="T42" fmla="*/ 44 w 57"/>
                <a:gd name="T43" fmla="*/ 0 h 65"/>
                <a:gd name="T44" fmla="*/ 28 w 57"/>
                <a:gd name="T45" fmla="*/ 9 h 65"/>
                <a:gd name="T46" fmla="*/ 13 w 57"/>
                <a:gd name="T47" fmla="*/ 31 h 65"/>
                <a:gd name="T48" fmla="*/ 12 w 57"/>
                <a:gd name="T49" fmla="*/ 33 h 65"/>
                <a:gd name="T50" fmla="*/ 13 w 57"/>
                <a:gd name="T51" fmla="*/ 24 h 65"/>
                <a:gd name="T52" fmla="*/ 15 w 57"/>
                <a:gd name="T53" fmla="*/ 17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7" h="65">
                  <a:moveTo>
                    <a:pt x="15" y="17"/>
                  </a:moveTo>
                  <a:cubicBezTo>
                    <a:pt x="17" y="12"/>
                    <a:pt x="18" y="8"/>
                    <a:pt x="18" y="6"/>
                  </a:cubicBezTo>
                  <a:cubicBezTo>
                    <a:pt x="18" y="5"/>
                    <a:pt x="17" y="3"/>
                    <a:pt x="16" y="2"/>
                  </a:cubicBezTo>
                  <a:cubicBezTo>
                    <a:pt x="15" y="1"/>
                    <a:pt x="13" y="0"/>
                    <a:pt x="11" y="0"/>
                  </a:cubicBezTo>
                  <a:cubicBezTo>
                    <a:pt x="9" y="0"/>
                    <a:pt x="8" y="1"/>
                    <a:pt x="6" y="2"/>
                  </a:cubicBezTo>
                  <a:cubicBezTo>
                    <a:pt x="4" y="3"/>
                    <a:pt x="3" y="5"/>
                    <a:pt x="3" y="6"/>
                  </a:cubicBezTo>
                  <a:cubicBezTo>
                    <a:pt x="2" y="7"/>
                    <a:pt x="2" y="10"/>
                    <a:pt x="2" y="14"/>
                  </a:cubicBezTo>
                  <a:cubicBezTo>
                    <a:pt x="2" y="15"/>
                    <a:pt x="1" y="16"/>
                    <a:pt x="1" y="18"/>
                  </a:cubicBezTo>
                  <a:cubicBezTo>
                    <a:pt x="1" y="24"/>
                    <a:pt x="0" y="30"/>
                    <a:pt x="0" y="34"/>
                  </a:cubicBezTo>
                  <a:cubicBezTo>
                    <a:pt x="0" y="39"/>
                    <a:pt x="0" y="43"/>
                    <a:pt x="0" y="46"/>
                  </a:cubicBezTo>
                  <a:cubicBezTo>
                    <a:pt x="0" y="52"/>
                    <a:pt x="0" y="57"/>
                    <a:pt x="1" y="60"/>
                  </a:cubicBezTo>
                  <a:cubicBezTo>
                    <a:pt x="3" y="63"/>
                    <a:pt x="4" y="65"/>
                    <a:pt x="7" y="65"/>
                  </a:cubicBezTo>
                  <a:cubicBezTo>
                    <a:pt x="10" y="65"/>
                    <a:pt x="12" y="64"/>
                    <a:pt x="13" y="63"/>
                  </a:cubicBezTo>
                  <a:cubicBezTo>
                    <a:pt x="14" y="62"/>
                    <a:pt x="15" y="59"/>
                    <a:pt x="16" y="56"/>
                  </a:cubicBezTo>
                  <a:cubicBezTo>
                    <a:pt x="17" y="45"/>
                    <a:pt x="21" y="35"/>
                    <a:pt x="28" y="26"/>
                  </a:cubicBezTo>
                  <a:cubicBezTo>
                    <a:pt x="35" y="17"/>
                    <a:pt x="39" y="13"/>
                    <a:pt x="42" y="13"/>
                  </a:cubicBezTo>
                  <a:cubicBezTo>
                    <a:pt x="43" y="13"/>
                    <a:pt x="44" y="13"/>
                    <a:pt x="46" y="14"/>
                  </a:cubicBezTo>
                  <a:cubicBezTo>
                    <a:pt x="48" y="16"/>
                    <a:pt x="50" y="17"/>
                    <a:pt x="52" y="17"/>
                  </a:cubicBezTo>
                  <a:cubicBezTo>
                    <a:pt x="54" y="17"/>
                    <a:pt x="55" y="17"/>
                    <a:pt x="56" y="15"/>
                  </a:cubicBezTo>
                  <a:cubicBezTo>
                    <a:pt x="56" y="14"/>
                    <a:pt x="57" y="13"/>
                    <a:pt x="57" y="11"/>
                  </a:cubicBezTo>
                  <a:cubicBezTo>
                    <a:pt x="57" y="8"/>
                    <a:pt x="56" y="5"/>
                    <a:pt x="53" y="3"/>
                  </a:cubicBezTo>
                  <a:cubicBezTo>
                    <a:pt x="51" y="1"/>
                    <a:pt x="48" y="0"/>
                    <a:pt x="44" y="0"/>
                  </a:cubicBezTo>
                  <a:cubicBezTo>
                    <a:pt x="39" y="0"/>
                    <a:pt x="33" y="3"/>
                    <a:pt x="28" y="9"/>
                  </a:cubicBezTo>
                  <a:cubicBezTo>
                    <a:pt x="23" y="14"/>
                    <a:pt x="18" y="22"/>
                    <a:pt x="13" y="31"/>
                  </a:cubicBezTo>
                  <a:cubicBezTo>
                    <a:pt x="12" y="33"/>
                    <a:pt x="12" y="33"/>
                    <a:pt x="12" y="33"/>
                  </a:cubicBezTo>
                  <a:cubicBezTo>
                    <a:pt x="13" y="24"/>
                    <a:pt x="13" y="24"/>
                    <a:pt x="13" y="24"/>
                  </a:cubicBezTo>
                  <a:cubicBezTo>
                    <a:pt x="14" y="21"/>
                    <a:pt x="14" y="19"/>
                    <a:pt x="15"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 name="Freeform 201"/>
            <p:cNvSpPr>
              <a:spLocks noEditPoints="1"/>
            </p:cNvSpPr>
            <p:nvPr/>
          </p:nvSpPr>
          <p:spPr bwMode="auto">
            <a:xfrm>
              <a:off x="4456112" y="4471988"/>
              <a:ext cx="82550" cy="93663"/>
            </a:xfrm>
            <a:custGeom>
              <a:avLst/>
              <a:gdLst>
                <a:gd name="T0" fmla="*/ 20 w 57"/>
                <a:gd name="T1" fmla="*/ 65 h 65"/>
                <a:gd name="T2" fmla="*/ 41 w 57"/>
                <a:gd name="T3" fmla="*/ 56 h 65"/>
                <a:gd name="T4" fmla="*/ 56 w 57"/>
                <a:gd name="T5" fmla="*/ 33 h 65"/>
                <a:gd name="T6" fmla="*/ 56 w 57"/>
                <a:gd name="T7" fmla="*/ 33 h 65"/>
                <a:gd name="T8" fmla="*/ 57 w 57"/>
                <a:gd name="T9" fmla="*/ 25 h 65"/>
                <a:gd name="T10" fmla="*/ 51 w 57"/>
                <a:gd name="T11" fmla="*/ 7 h 65"/>
                <a:gd name="T12" fmla="*/ 35 w 57"/>
                <a:gd name="T13" fmla="*/ 0 h 65"/>
                <a:gd name="T14" fmla="*/ 10 w 57"/>
                <a:gd name="T15" fmla="*/ 15 h 65"/>
                <a:gd name="T16" fmla="*/ 0 w 57"/>
                <a:gd name="T17" fmla="*/ 44 h 65"/>
                <a:gd name="T18" fmla="*/ 5 w 57"/>
                <a:gd name="T19" fmla="*/ 59 h 65"/>
                <a:gd name="T20" fmla="*/ 20 w 57"/>
                <a:gd name="T21" fmla="*/ 65 h 65"/>
                <a:gd name="T22" fmla="*/ 18 w 57"/>
                <a:gd name="T23" fmla="*/ 27 h 65"/>
                <a:gd name="T24" fmla="*/ 26 w 57"/>
                <a:gd name="T25" fmla="*/ 15 h 65"/>
                <a:gd name="T26" fmla="*/ 26 w 57"/>
                <a:gd name="T27" fmla="*/ 15 h 65"/>
                <a:gd name="T28" fmla="*/ 33 w 57"/>
                <a:gd name="T29" fmla="*/ 12 h 65"/>
                <a:gd name="T30" fmla="*/ 40 w 57"/>
                <a:gd name="T31" fmla="*/ 16 h 65"/>
                <a:gd name="T32" fmla="*/ 43 w 57"/>
                <a:gd name="T33" fmla="*/ 26 h 65"/>
                <a:gd name="T34" fmla="*/ 35 w 57"/>
                <a:gd name="T35" fmla="*/ 45 h 65"/>
                <a:gd name="T36" fmla="*/ 20 w 57"/>
                <a:gd name="T37" fmla="*/ 53 h 65"/>
                <a:gd name="T38" fmla="*/ 16 w 57"/>
                <a:gd name="T39" fmla="*/ 50 h 65"/>
                <a:gd name="T40" fmla="*/ 14 w 57"/>
                <a:gd name="T41" fmla="*/ 42 h 65"/>
                <a:gd name="T42" fmla="*/ 18 w 57"/>
                <a:gd name="T43" fmla="*/ 27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 h="65">
                  <a:moveTo>
                    <a:pt x="20" y="65"/>
                  </a:moveTo>
                  <a:cubicBezTo>
                    <a:pt x="27" y="65"/>
                    <a:pt x="34" y="62"/>
                    <a:pt x="41" y="56"/>
                  </a:cubicBezTo>
                  <a:cubicBezTo>
                    <a:pt x="48" y="50"/>
                    <a:pt x="53" y="42"/>
                    <a:pt x="56" y="33"/>
                  </a:cubicBezTo>
                  <a:cubicBezTo>
                    <a:pt x="56" y="33"/>
                    <a:pt x="56" y="33"/>
                    <a:pt x="56" y="33"/>
                  </a:cubicBezTo>
                  <a:cubicBezTo>
                    <a:pt x="56" y="31"/>
                    <a:pt x="57" y="28"/>
                    <a:pt x="57" y="25"/>
                  </a:cubicBezTo>
                  <a:cubicBezTo>
                    <a:pt x="57" y="18"/>
                    <a:pt x="55" y="12"/>
                    <a:pt x="51" y="7"/>
                  </a:cubicBezTo>
                  <a:cubicBezTo>
                    <a:pt x="46" y="3"/>
                    <a:pt x="41" y="0"/>
                    <a:pt x="35" y="0"/>
                  </a:cubicBezTo>
                  <a:cubicBezTo>
                    <a:pt x="25" y="0"/>
                    <a:pt x="17" y="5"/>
                    <a:pt x="10" y="15"/>
                  </a:cubicBezTo>
                  <a:cubicBezTo>
                    <a:pt x="3" y="24"/>
                    <a:pt x="0" y="34"/>
                    <a:pt x="0" y="44"/>
                  </a:cubicBezTo>
                  <a:cubicBezTo>
                    <a:pt x="0" y="50"/>
                    <a:pt x="2" y="55"/>
                    <a:pt x="5" y="59"/>
                  </a:cubicBezTo>
                  <a:cubicBezTo>
                    <a:pt x="9" y="63"/>
                    <a:pt x="14" y="65"/>
                    <a:pt x="20" y="65"/>
                  </a:cubicBezTo>
                  <a:close/>
                  <a:moveTo>
                    <a:pt x="18" y="27"/>
                  </a:moveTo>
                  <a:cubicBezTo>
                    <a:pt x="20" y="21"/>
                    <a:pt x="23" y="18"/>
                    <a:pt x="26" y="15"/>
                  </a:cubicBezTo>
                  <a:cubicBezTo>
                    <a:pt x="26" y="15"/>
                    <a:pt x="26" y="15"/>
                    <a:pt x="26" y="15"/>
                  </a:cubicBezTo>
                  <a:cubicBezTo>
                    <a:pt x="28" y="13"/>
                    <a:pt x="31" y="12"/>
                    <a:pt x="33" y="12"/>
                  </a:cubicBezTo>
                  <a:cubicBezTo>
                    <a:pt x="36" y="12"/>
                    <a:pt x="39" y="14"/>
                    <a:pt x="40" y="16"/>
                  </a:cubicBezTo>
                  <a:cubicBezTo>
                    <a:pt x="42" y="19"/>
                    <a:pt x="43" y="22"/>
                    <a:pt x="43" y="26"/>
                  </a:cubicBezTo>
                  <a:cubicBezTo>
                    <a:pt x="43" y="33"/>
                    <a:pt x="40" y="39"/>
                    <a:pt x="35" y="45"/>
                  </a:cubicBezTo>
                  <a:cubicBezTo>
                    <a:pt x="30" y="50"/>
                    <a:pt x="25" y="53"/>
                    <a:pt x="20" y="53"/>
                  </a:cubicBezTo>
                  <a:cubicBezTo>
                    <a:pt x="19" y="53"/>
                    <a:pt x="17" y="52"/>
                    <a:pt x="16" y="50"/>
                  </a:cubicBezTo>
                  <a:cubicBezTo>
                    <a:pt x="15" y="48"/>
                    <a:pt x="14" y="45"/>
                    <a:pt x="14" y="42"/>
                  </a:cubicBezTo>
                  <a:cubicBezTo>
                    <a:pt x="14" y="37"/>
                    <a:pt x="15" y="32"/>
                    <a:pt x="18"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 name="Freeform 202"/>
            <p:cNvSpPr>
              <a:spLocks noEditPoints="1"/>
            </p:cNvSpPr>
            <p:nvPr/>
          </p:nvSpPr>
          <p:spPr bwMode="auto">
            <a:xfrm>
              <a:off x="4551362" y="4421188"/>
              <a:ext cx="101600" cy="142875"/>
            </a:xfrm>
            <a:custGeom>
              <a:avLst/>
              <a:gdLst>
                <a:gd name="T0" fmla="*/ 66 w 71"/>
                <a:gd name="T1" fmla="*/ 18 h 99"/>
                <a:gd name="T2" fmla="*/ 69 w 71"/>
                <a:gd name="T3" fmla="*/ 9 h 99"/>
                <a:gd name="T4" fmla="*/ 67 w 71"/>
                <a:gd name="T5" fmla="*/ 3 h 99"/>
                <a:gd name="T6" fmla="*/ 63 w 71"/>
                <a:gd name="T7" fmla="*/ 0 h 99"/>
                <a:gd name="T8" fmla="*/ 59 w 71"/>
                <a:gd name="T9" fmla="*/ 2 h 99"/>
                <a:gd name="T10" fmla="*/ 55 w 71"/>
                <a:gd name="T11" fmla="*/ 6 h 99"/>
                <a:gd name="T12" fmla="*/ 52 w 71"/>
                <a:gd name="T13" fmla="*/ 18 h 99"/>
                <a:gd name="T14" fmla="*/ 47 w 71"/>
                <a:gd name="T15" fmla="*/ 42 h 99"/>
                <a:gd name="T16" fmla="*/ 37 w 71"/>
                <a:gd name="T17" fmla="*/ 38 h 99"/>
                <a:gd name="T18" fmla="*/ 12 w 71"/>
                <a:gd name="T19" fmla="*/ 53 h 99"/>
                <a:gd name="T20" fmla="*/ 0 w 71"/>
                <a:gd name="T21" fmla="*/ 82 h 99"/>
                <a:gd name="T22" fmla="*/ 3 w 71"/>
                <a:gd name="T23" fmla="*/ 95 h 99"/>
                <a:gd name="T24" fmla="*/ 13 w 71"/>
                <a:gd name="T25" fmla="*/ 99 h 99"/>
                <a:gd name="T26" fmla="*/ 43 w 71"/>
                <a:gd name="T27" fmla="*/ 78 h 99"/>
                <a:gd name="T28" fmla="*/ 45 w 71"/>
                <a:gd name="T29" fmla="*/ 93 h 99"/>
                <a:gd name="T30" fmla="*/ 54 w 71"/>
                <a:gd name="T31" fmla="*/ 99 h 99"/>
                <a:gd name="T32" fmla="*/ 65 w 71"/>
                <a:gd name="T33" fmla="*/ 95 h 99"/>
                <a:gd name="T34" fmla="*/ 71 w 71"/>
                <a:gd name="T35" fmla="*/ 87 h 99"/>
                <a:gd name="T36" fmla="*/ 68 w 71"/>
                <a:gd name="T37" fmla="*/ 84 h 99"/>
                <a:gd name="T38" fmla="*/ 64 w 71"/>
                <a:gd name="T39" fmla="*/ 85 h 99"/>
                <a:gd name="T40" fmla="*/ 59 w 71"/>
                <a:gd name="T41" fmla="*/ 86 h 99"/>
                <a:gd name="T42" fmla="*/ 55 w 71"/>
                <a:gd name="T43" fmla="*/ 76 h 99"/>
                <a:gd name="T44" fmla="*/ 59 w 71"/>
                <a:gd name="T45" fmla="*/ 48 h 99"/>
                <a:gd name="T46" fmla="*/ 66 w 71"/>
                <a:gd name="T47" fmla="*/ 18 h 99"/>
                <a:gd name="T48" fmla="*/ 34 w 71"/>
                <a:gd name="T49" fmla="*/ 74 h 99"/>
                <a:gd name="T50" fmla="*/ 17 w 71"/>
                <a:gd name="T51" fmla="*/ 87 h 99"/>
                <a:gd name="T52" fmla="*/ 13 w 71"/>
                <a:gd name="T53" fmla="*/ 81 h 99"/>
                <a:gd name="T54" fmla="*/ 21 w 71"/>
                <a:gd name="T55" fmla="*/ 60 h 99"/>
                <a:gd name="T56" fmla="*/ 37 w 71"/>
                <a:gd name="T57" fmla="*/ 49 h 99"/>
                <a:gd name="T58" fmla="*/ 42 w 71"/>
                <a:gd name="T59" fmla="*/ 51 h 99"/>
                <a:gd name="T60" fmla="*/ 44 w 71"/>
                <a:gd name="T61" fmla="*/ 55 h 99"/>
                <a:gd name="T62" fmla="*/ 34 w 71"/>
                <a:gd name="T63" fmla="*/ 74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1" h="99">
                  <a:moveTo>
                    <a:pt x="66" y="18"/>
                  </a:moveTo>
                  <a:cubicBezTo>
                    <a:pt x="68" y="13"/>
                    <a:pt x="69" y="10"/>
                    <a:pt x="69" y="9"/>
                  </a:cubicBezTo>
                  <a:cubicBezTo>
                    <a:pt x="69" y="6"/>
                    <a:pt x="68" y="4"/>
                    <a:pt x="67" y="3"/>
                  </a:cubicBezTo>
                  <a:cubicBezTo>
                    <a:pt x="66" y="1"/>
                    <a:pt x="65" y="0"/>
                    <a:pt x="63" y="0"/>
                  </a:cubicBezTo>
                  <a:cubicBezTo>
                    <a:pt x="62" y="0"/>
                    <a:pt x="60" y="1"/>
                    <a:pt x="59" y="2"/>
                  </a:cubicBezTo>
                  <a:cubicBezTo>
                    <a:pt x="57" y="3"/>
                    <a:pt x="56" y="5"/>
                    <a:pt x="55" y="6"/>
                  </a:cubicBezTo>
                  <a:cubicBezTo>
                    <a:pt x="54" y="8"/>
                    <a:pt x="53" y="12"/>
                    <a:pt x="52" y="18"/>
                  </a:cubicBezTo>
                  <a:cubicBezTo>
                    <a:pt x="52" y="21"/>
                    <a:pt x="50" y="29"/>
                    <a:pt x="47" y="42"/>
                  </a:cubicBezTo>
                  <a:cubicBezTo>
                    <a:pt x="45" y="39"/>
                    <a:pt x="42" y="38"/>
                    <a:pt x="37" y="38"/>
                  </a:cubicBezTo>
                  <a:cubicBezTo>
                    <a:pt x="28" y="38"/>
                    <a:pt x="20" y="43"/>
                    <a:pt x="12" y="53"/>
                  </a:cubicBezTo>
                  <a:cubicBezTo>
                    <a:pt x="4" y="62"/>
                    <a:pt x="0" y="72"/>
                    <a:pt x="0" y="82"/>
                  </a:cubicBezTo>
                  <a:cubicBezTo>
                    <a:pt x="0" y="87"/>
                    <a:pt x="1" y="91"/>
                    <a:pt x="3" y="95"/>
                  </a:cubicBezTo>
                  <a:cubicBezTo>
                    <a:pt x="6" y="98"/>
                    <a:pt x="9" y="99"/>
                    <a:pt x="13" y="99"/>
                  </a:cubicBezTo>
                  <a:cubicBezTo>
                    <a:pt x="23" y="99"/>
                    <a:pt x="33" y="92"/>
                    <a:pt x="43" y="78"/>
                  </a:cubicBezTo>
                  <a:cubicBezTo>
                    <a:pt x="43" y="84"/>
                    <a:pt x="43" y="89"/>
                    <a:pt x="45" y="93"/>
                  </a:cubicBezTo>
                  <a:cubicBezTo>
                    <a:pt x="47" y="97"/>
                    <a:pt x="50" y="99"/>
                    <a:pt x="54" y="99"/>
                  </a:cubicBezTo>
                  <a:cubicBezTo>
                    <a:pt x="57" y="99"/>
                    <a:pt x="61" y="97"/>
                    <a:pt x="65" y="95"/>
                  </a:cubicBezTo>
                  <a:cubicBezTo>
                    <a:pt x="69" y="92"/>
                    <a:pt x="71" y="90"/>
                    <a:pt x="71" y="87"/>
                  </a:cubicBezTo>
                  <a:cubicBezTo>
                    <a:pt x="71" y="85"/>
                    <a:pt x="70" y="84"/>
                    <a:pt x="68" y="84"/>
                  </a:cubicBezTo>
                  <a:cubicBezTo>
                    <a:pt x="67" y="84"/>
                    <a:pt x="66" y="84"/>
                    <a:pt x="64" y="85"/>
                  </a:cubicBezTo>
                  <a:cubicBezTo>
                    <a:pt x="62" y="86"/>
                    <a:pt x="61" y="86"/>
                    <a:pt x="59" y="86"/>
                  </a:cubicBezTo>
                  <a:cubicBezTo>
                    <a:pt x="56" y="86"/>
                    <a:pt x="55" y="83"/>
                    <a:pt x="55" y="76"/>
                  </a:cubicBezTo>
                  <a:cubicBezTo>
                    <a:pt x="55" y="69"/>
                    <a:pt x="56" y="60"/>
                    <a:pt x="59" y="48"/>
                  </a:cubicBezTo>
                  <a:cubicBezTo>
                    <a:pt x="61" y="36"/>
                    <a:pt x="63" y="26"/>
                    <a:pt x="66" y="18"/>
                  </a:cubicBezTo>
                  <a:close/>
                  <a:moveTo>
                    <a:pt x="34" y="74"/>
                  </a:moveTo>
                  <a:cubicBezTo>
                    <a:pt x="27" y="83"/>
                    <a:pt x="22" y="87"/>
                    <a:pt x="17" y="87"/>
                  </a:cubicBezTo>
                  <a:cubicBezTo>
                    <a:pt x="14" y="87"/>
                    <a:pt x="13" y="85"/>
                    <a:pt x="13" y="81"/>
                  </a:cubicBezTo>
                  <a:cubicBezTo>
                    <a:pt x="13" y="75"/>
                    <a:pt x="16" y="68"/>
                    <a:pt x="21" y="60"/>
                  </a:cubicBezTo>
                  <a:cubicBezTo>
                    <a:pt x="27" y="53"/>
                    <a:pt x="32" y="49"/>
                    <a:pt x="37" y="49"/>
                  </a:cubicBezTo>
                  <a:cubicBezTo>
                    <a:pt x="39" y="49"/>
                    <a:pt x="40" y="50"/>
                    <a:pt x="42" y="51"/>
                  </a:cubicBezTo>
                  <a:cubicBezTo>
                    <a:pt x="43" y="52"/>
                    <a:pt x="44" y="53"/>
                    <a:pt x="44" y="55"/>
                  </a:cubicBezTo>
                  <a:cubicBezTo>
                    <a:pt x="44" y="60"/>
                    <a:pt x="40" y="66"/>
                    <a:pt x="34"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 name="Freeform 203"/>
            <p:cNvSpPr>
              <a:spLocks/>
            </p:cNvSpPr>
            <p:nvPr/>
          </p:nvSpPr>
          <p:spPr bwMode="auto">
            <a:xfrm>
              <a:off x="4667250" y="4475163"/>
              <a:ext cx="82550" cy="90488"/>
            </a:xfrm>
            <a:custGeom>
              <a:avLst/>
              <a:gdLst>
                <a:gd name="T0" fmla="*/ 41 w 58"/>
                <a:gd name="T1" fmla="*/ 40 h 63"/>
                <a:gd name="T2" fmla="*/ 43 w 58"/>
                <a:gd name="T3" fmla="*/ 57 h 63"/>
                <a:gd name="T4" fmla="*/ 50 w 58"/>
                <a:gd name="T5" fmla="*/ 63 h 63"/>
                <a:gd name="T6" fmla="*/ 56 w 58"/>
                <a:gd name="T7" fmla="*/ 61 h 63"/>
                <a:gd name="T8" fmla="*/ 58 w 58"/>
                <a:gd name="T9" fmla="*/ 57 h 63"/>
                <a:gd name="T10" fmla="*/ 57 w 58"/>
                <a:gd name="T11" fmla="*/ 55 h 63"/>
                <a:gd name="T12" fmla="*/ 52 w 58"/>
                <a:gd name="T13" fmla="*/ 37 h 63"/>
                <a:gd name="T14" fmla="*/ 55 w 58"/>
                <a:gd name="T15" fmla="*/ 14 h 63"/>
                <a:gd name="T16" fmla="*/ 56 w 58"/>
                <a:gd name="T17" fmla="*/ 10 h 63"/>
                <a:gd name="T18" fmla="*/ 50 w 58"/>
                <a:gd name="T19" fmla="*/ 4 h 63"/>
                <a:gd name="T20" fmla="*/ 44 w 58"/>
                <a:gd name="T21" fmla="*/ 7 h 63"/>
                <a:gd name="T22" fmla="*/ 40 w 58"/>
                <a:gd name="T23" fmla="*/ 20 h 63"/>
                <a:gd name="T24" fmla="*/ 29 w 58"/>
                <a:gd name="T25" fmla="*/ 39 h 63"/>
                <a:gd name="T26" fmla="*/ 15 w 58"/>
                <a:gd name="T27" fmla="*/ 49 h 63"/>
                <a:gd name="T28" fmla="*/ 12 w 58"/>
                <a:gd name="T29" fmla="*/ 41 h 63"/>
                <a:gd name="T30" fmla="*/ 14 w 58"/>
                <a:gd name="T31" fmla="*/ 31 h 63"/>
                <a:gd name="T32" fmla="*/ 18 w 58"/>
                <a:gd name="T33" fmla="*/ 18 h 63"/>
                <a:gd name="T34" fmla="*/ 21 w 58"/>
                <a:gd name="T35" fmla="*/ 6 h 63"/>
                <a:gd name="T36" fmla="*/ 19 w 58"/>
                <a:gd name="T37" fmla="*/ 2 h 63"/>
                <a:gd name="T38" fmla="*/ 13 w 58"/>
                <a:gd name="T39" fmla="*/ 0 h 63"/>
                <a:gd name="T40" fmla="*/ 6 w 58"/>
                <a:gd name="T41" fmla="*/ 5 h 63"/>
                <a:gd name="T42" fmla="*/ 3 w 58"/>
                <a:gd name="T43" fmla="*/ 22 h 63"/>
                <a:gd name="T44" fmla="*/ 0 w 58"/>
                <a:gd name="T45" fmla="*/ 42 h 63"/>
                <a:gd name="T46" fmla="*/ 4 w 58"/>
                <a:gd name="T47" fmla="*/ 57 h 63"/>
                <a:gd name="T48" fmla="*/ 13 w 58"/>
                <a:gd name="T49" fmla="*/ 61 h 63"/>
                <a:gd name="T50" fmla="*/ 28 w 58"/>
                <a:gd name="T51" fmla="*/ 55 h 63"/>
                <a:gd name="T52" fmla="*/ 41 w 58"/>
                <a:gd name="T53" fmla="*/ 4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63">
                  <a:moveTo>
                    <a:pt x="41" y="40"/>
                  </a:moveTo>
                  <a:cubicBezTo>
                    <a:pt x="41" y="47"/>
                    <a:pt x="41" y="52"/>
                    <a:pt x="43" y="57"/>
                  </a:cubicBezTo>
                  <a:cubicBezTo>
                    <a:pt x="45" y="61"/>
                    <a:pt x="47" y="63"/>
                    <a:pt x="50" y="63"/>
                  </a:cubicBezTo>
                  <a:cubicBezTo>
                    <a:pt x="52" y="63"/>
                    <a:pt x="54" y="62"/>
                    <a:pt x="56" y="61"/>
                  </a:cubicBezTo>
                  <a:cubicBezTo>
                    <a:pt x="58" y="60"/>
                    <a:pt x="58" y="59"/>
                    <a:pt x="58" y="57"/>
                  </a:cubicBezTo>
                  <a:cubicBezTo>
                    <a:pt x="58" y="56"/>
                    <a:pt x="58" y="56"/>
                    <a:pt x="57" y="55"/>
                  </a:cubicBezTo>
                  <a:cubicBezTo>
                    <a:pt x="53" y="53"/>
                    <a:pt x="52" y="47"/>
                    <a:pt x="52" y="37"/>
                  </a:cubicBezTo>
                  <a:cubicBezTo>
                    <a:pt x="52" y="29"/>
                    <a:pt x="53" y="21"/>
                    <a:pt x="55" y="14"/>
                  </a:cubicBezTo>
                  <a:cubicBezTo>
                    <a:pt x="56" y="12"/>
                    <a:pt x="56" y="11"/>
                    <a:pt x="56" y="10"/>
                  </a:cubicBezTo>
                  <a:cubicBezTo>
                    <a:pt x="56" y="6"/>
                    <a:pt x="54" y="4"/>
                    <a:pt x="50" y="4"/>
                  </a:cubicBezTo>
                  <a:cubicBezTo>
                    <a:pt x="48" y="4"/>
                    <a:pt x="46" y="5"/>
                    <a:pt x="44" y="7"/>
                  </a:cubicBezTo>
                  <a:cubicBezTo>
                    <a:pt x="43" y="9"/>
                    <a:pt x="42" y="13"/>
                    <a:pt x="40" y="20"/>
                  </a:cubicBezTo>
                  <a:cubicBezTo>
                    <a:pt x="38" y="26"/>
                    <a:pt x="34" y="33"/>
                    <a:pt x="29" y="39"/>
                  </a:cubicBezTo>
                  <a:cubicBezTo>
                    <a:pt x="23" y="46"/>
                    <a:pt x="19" y="49"/>
                    <a:pt x="15" y="49"/>
                  </a:cubicBezTo>
                  <a:cubicBezTo>
                    <a:pt x="13" y="49"/>
                    <a:pt x="12" y="46"/>
                    <a:pt x="12" y="41"/>
                  </a:cubicBezTo>
                  <a:cubicBezTo>
                    <a:pt x="12" y="40"/>
                    <a:pt x="13" y="36"/>
                    <a:pt x="14" y="31"/>
                  </a:cubicBezTo>
                  <a:cubicBezTo>
                    <a:pt x="15" y="25"/>
                    <a:pt x="17" y="21"/>
                    <a:pt x="18" y="18"/>
                  </a:cubicBezTo>
                  <a:cubicBezTo>
                    <a:pt x="20" y="13"/>
                    <a:pt x="21" y="9"/>
                    <a:pt x="21" y="6"/>
                  </a:cubicBezTo>
                  <a:cubicBezTo>
                    <a:pt x="21" y="5"/>
                    <a:pt x="20" y="3"/>
                    <a:pt x="19" y="2"/>
                  </a:cubicBezTo>
                  <a:cubicBezTo>
                    <a:pt x="17" y="0"/>
                    <a:pt x="15" y="0"/>
                    <a:pt x="13" y="0"/>
                  </a:cubicBezTo>
                  <a:cubicBezTo>
                    <a:pt x="10" y="0"/>
                    <a:pt x="8" y="1"/>
                    <a:pt x="6" y="5"/>
                  </a:cubicBezTo>
                  <a:cubicBezTo>
                    <a:pt x="6" y="8"/>
                    <a:pt x="5" y="14"/>
                    <a:pt x="3" y="22"/>
                  </a:cubicBezTo>
                  <a:cubicBezTo>
                    <a:pt x="1" y="31"/>
                    <a:pt x="0" y="38"/>
                    <a:pt x="0" y="42"/>
                  </a:cubicBezTo>
                  <a:cubicBezTo>
                    <a:pt x="0" y="49"/>
                    <a:pt x="1" y="54"/>
                    <a:pt x="4" y="57"/>
                  </a:cubicBezTo>
                  <a:cubicBezTo>
                    <a:pt x="7" y="60"/>
                    <a:pt x="10" y="61"/>
                    <a:pt x="13" y="61"/>
                  </a:cubicBezTo>
                  <a:cubicBezTo>
                    <a:pt x="18" y="61"/>
                    <a:pt x="23" y="59"/>
                    <a:pt x="28" y="55"/>
                  </a:cubicBezTo>
                  <a:cubicBezTo>
                    <a:pt x="33" y="52"/>
                    <a:pt x="37" y="46"/>
                    <a:pt x="41"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 name="Freeform 204"/>
            <p:cNvSpPr>
              <a:spLocks/>
            </p:cNvSpPr>
            <p:nvPr/>
          </p:nvSpPr>
          <p:spPr bwMode="auto">
            <a:xfrm>
              <a:off x="4767262" y="4468813"/>
              <a:ext cx="73025" cy="98425"/>
            </a:xfrm>
            <a:custGeom>
              <a:avLst/>
              <a:gdLst>
                <a:gd name="T0" fmla="*/ 33 w 51"/>
                <a:gd name="T1" fmla="*/ 13 h 68"/>
                <a:gd name="T2" fmla="*/ 36 w 51"/>
                <a:gd name="T3" fmla="*/ 18 h 68"/>
                <a:gd name="T4" fmla="*/ 42 w 51"/>
                <a:gd name="T5" fmla="*/ 26 h 68"/>
                <a:gd name="T6" fmla="*/ 46 w 51"/>
                <a:gd name="T7" fmla="*/ 24 h 68"/>
                <a:gd name="T8" fmla="*/ 48 w 51"/>
                <a:gd name="T9" fmla="*/ 17 h 68"/>
                <a:gd name="T10" fmla="*/ 44 w 51"/>
                <a:gd name="T11" fmla="*/ 5 h 68"/>
                <a:gd name="T12" fmla="*/ 35 w 51"/>
                <a:gd name="T13" fmla="*/ 0 h 68"/>
                <a:gd name="T14" fmla="*/ 12 w 51"/>
                <a:gd name="T15" fmla="*/ 17 h 68"/>
                <a:gd name="T16" fmla="*/ 0 w 51"/>
                <a:gd name="T17" fmla="*/ 48 h 68"/>
                <a:gd name="T18" fmla="*/ 5 w 51"/>
                <a:gd name="T19" fmla="*/ 63 h 68"/>
                <a:gd name="T20" fmla="*/ 20 w 51"/>
                <a:gd name="T21" fmla="*/ 68 h 68"/>
                <a:gd name="T22" fmla="*/ 41 w 51"/>
                <a:gd name="T23" fmla="*/ 61 h 68"/>
                <a:gd name="T24" fmla="*/ 51 w 51"/>
                <a:gd name="T25" fmla="*/ 49 h 68"/>
                <a:gd name="T26" fmla="*/ 48 w 51"/>
                <a:gd name="T27" fmla="*/ 46 h 68"/>
                <a:gd name="T28" fmla="*/ 41 w 51"/>
                <a:gd name="T29" fmla="*/ 49 h 68"/>
                <a:gd name="T30" fmla="*/ 22 w 51"/>
                <a:gd name="T31" fmla="*/ 56 h 68"/>
                <a:gd name="T32" fmla="*/ 14 w 51"/>
                <a:gd name="T33" fmla="*/ 48 h 68"/>
                <a:gd name="T34" fmla="*/ 21 w 51"/>
                <a:gd name="T35" fmla="*/ 26 h 68"/>
                <a:gd name="T36" fmla="*/ 33 w 51"/>
                <a:gd name="T37" fmla="*/ 1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1" h="68">
                  <a:moveTo>
                    <a:pt x="33" y="13"/>
                  </a:moveTo>
                  <a:cubicBezTo>
                    <a:pt x="34" y="13"/>
                    <a:pt x="35" y="15"/>
                    <a:pt x="36" y="18"/>
                  </a:cubicBezTo>
                  <a:cubicBezTo>
                    <a:pt x="36" y="24"/>
                    <a:pt x="39" y="26"/>
                    <a:pt x="42" y="26"/>
                  </a:cubicBezTo>
                  <a:cubicBezTo>
                    <a:pt x="44" y="26"/>
                    <a:pt x="45" y="25"/>
                    <a:pt x="46" y="24"/>
                  </a:cubicBezTo>
                  <a:cubicBezTo>
                    <a:pt x="48" y="23"/>
                    <a:pt x="48" y="20"/>
                    <a:pt x="48" y="17"/>
                  </a:cubicBezTo>
                  <a:cubicBezTo>
                    <a:pt x="48" y="13"/>
                    <a:pt x="47" y="9"/>
                    <a:pt x="44" y="5"/>
                  </a:cubicBezTo>
                  <a:cubicBezTo>
                    <a:pt x="42" y="2"/>
                    <a:pt x="39" y="0"/>
                    <a:pt x="35" y="0"/>
                  </a:cubicBezTo>
                  <a:cubicBezTo>
                    <a:pt x="28" y="0"/>
                    <a:pt x="20" y="6"/>
                    <a:pt x="12" y="17"/>
                  </a:cubicBezTo>
                  <a:cubicBezTo>
                    <a:pt x="4" y="28"/>
                    <a:pt x="0" y="39"/>
                    <a:pt x="0" y="48"/>
                  </a:cubicBezTo>
                  <a:cubicBezTo>
                    <a:pt x="0" y="54"/>
                    <a:pt x="2" y="59"/>
                    <a:pt x="5" y="63"/>
                  </a:cubicBezTo>
                  <a:cubicBezTo>
                    <a:pt x="8" y="66"/>
                    <a:pt x="13" y="68"/>
                    <a:pt x="20" y="68"/>
                  </a:cubicBezTo>
                  <a:cubicBezTo>
                    <a:pt x="27" y="68"/>
                    <a:pt x="34" y="65"/>
                    <a:pt x="41" y="61"/>
                  </a:cubicBezTo>
                  <a:cubicBezTo>
                    <a:pt x="48" y="56"/>
                    <a:pt x="51" y="52"/>
                    <a:pt x="51" y="49"/>
                  </a:cubicBezTo>
                  <a:cubicBezTo>
                    <a:pt x="51" y="47"/>
                    <a:pt x="50" y="46"/>
                    <a:pt x="48" y="46"/>
                  </a:cubicBezTo>
                  <a:cubicBezTo>
                    <a:pt x="46" y="46"/>
                    <a:pt x="44" y="47"/>
                    <a:pt x="41" y="49"/>
                  </a:cubicBezTo>
                  <a:cubicBezTo>
                    <a:pt x="35" y="53"/>
                    <a:pt x="28" y="56"/>
                    <a:pt x="22" y="56"/>
                  </a:cubicBezTo>
                  <a:cubicBezTo>
                    <a:pt x="17" y="56"/>
                    <a:pt x="14" y="53"/>
                    <a:pt x="14" y="48"/>
                  </a:cubicBezTo>
                  <a:cubicBezTo>
                    <a:pt x="14" y="41"/>
                    <a:pt x="16" y="34"/>
                    <a:pt x="21" y="26"/>
                  </a:cubicBezTo>
                  <a:cubicBezTo>
                    <a:pt x="26" y="17"/>
                    <a:pt x="30" y="13"/>
                    <a:pt x="33"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 name="Freeform 206"/>
            <p:cNvSpPr>
              <a:spLocks/>
            </p:cNvSpPr>
            <p:nvPr/>
          </p:nvSpPr>
          <p:spPr bwMode="auto">
            <a:xfrm>
              <a:off x="4848225" y="4441825"/>
              <a:ext cx="82550" cy="123825"/>
            </a:xfrm>
            <a:custGeom>
              <a:avLst/>
              <a:gdLst>
                <a:gd name="T0" fmla="*/ 28 w 57"/>
                <a:gd name="T1" fmla="*/ 37 h 86"/>
                <a:gd name="T2" fmla="*/ 48 w 57"/>
                <a:gd name="T3" fmla="*/ 34 h 86"/>
                <a:gd name="T4" fmla="*/ 57 w 57"/>
                <a:gd name="T5" fmla="*/ 27 h 86"/>
                <a:gd name="T6" fmla="*/ 56 w 57"/>
                <a:gd name="T7" fmla="*/ 24 h 86"/>
                <a:gd name="T8" fmla="*/ 52 w 57"/>
                <a:gd name="T9" fmla="*/ 23 h 86"/>
                <a:gd name="T10" fmla="*/ 32 w 57"/>
                <a:gd name="T11" fmla="*/ 24 h 86"/>
                <a:gd name="T12" fmla="*/ 37 w 57"/>
                <a:gd name="T13" fmla="*/ 7 h 86"/>
                <a:gd name="T14" fmla="*/ 35 w 57"/>
                <a:gd name="T15" fmla="*/ 2 h 86"/>
                <a:gd name="T16" fmla="*/ 30 w 57"/>
                <a:gd name="T17" fmla="*/ 0 h 86"/>
                <a:gd name="T18" fmla="*/ 23 w 57"/>
                <a:gd name="T19" fmla="*/ 7 h 86"/>
                <a:gd name="T20" fmla="*/ 18 w 57"/>
                <a:gd name="T21" fmla="*/ 26 h 86"/>
                <a:gd name="T22" fmla="*/ 5 w 57"/>
                <a:gd name="T23" fmla="*/ 26 h 86"/>
                <a:gd name="T24" fmla="*/ 0 w 57"/>
                <a:gd name="T25" fmla="*/ 31 h 86"/>
                <a:gd name="T26" fmla="*/ 3 w 57"/>
                <a:gd name="T27" fmla="*/ 36 h 86"/>
                <a:gd name="T28" fmla="*/ 8 w 57"/>
                <a:gd name="T29" fmla="*/ 38 h 86"/>
                <a:gd name="T30" fmla="*/ 9 w 57"/>
                <a:gd name="T31" fmla="*/ 38 h 86"/>
                <a:gd name="T32" fmla="*/ 14 w 57"/>
                <a:gd name="T33" fmla="*/ 38 h 86"/>
                <a:gd name="T34" fmla="*/ 9 w 57"/>
                <a:gd name="T35" fmla="*/ 69 h 86"/>
                <a:gd name="T36" fmla="*/ 13 w 57"/>
                <a:gd name="T37" fmla="*/ 82 h 86"/>
                <a:gd name="T38" fmla="*/ 24 w 57"/>
                <a:gd name="T39" fmla="*/ 86 h 86"/>
                <a:gd name="T40" fmla="*/ 41 w 57"/>
                <a:gd name="T41" fmla="*/ 80 h 86"/>
                <a:gd name="T42" fmla="*/ 49 w 57"/>
                <a:gd name="T43" fmla="*/ 68 h 86"/>
                <a:gd name="T44" fmla="*/ 48 w 57"/>
                <a:gd name="T45" fmla="*/ 66 h 86"/>
                <a:gd name="T46" fmla="*/ 46 w 57"/>
                <a:gd name="T47" fmla="*/ 65 h 86"/>
                <a:gd name="T48" fmla="*/ 41 w 57"/>
                <a:gd name="T49" fmla="*/ 68 h 86"/>
                <a:gd name="T50" fmla="*/ 33 w 57"/>
                <a:gd name="T51" fmla="*/ 73 h 86"/>
                <a:gd name="T52" fmla="*/ 27 w 57"/>
                <a:gd name="T53" fmla="*/ 74 h 86"/>
                <a:gd name="T54" fmla="*/ 23 w 57"/>
                <a:gd name="T55" fmla="*/ 72 h 86"/>
                <a:gd name="T56" fmla="*/ 22 w 57"/>
                <a:gd name="T57" fmla="*/ 65 h 86"/>
                <a:gd name="T58" fmla="*/ 25 w 57"/>
                <a:gd name="T59" fmla="*/ 50 h 86"/>
                <a:gd name="T60" fmla="*/ 28 w 57"/>
                <a:gd name="T61" fmla="*/ 3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7" h="86">
                  <a:moveTo>
                    <a:pt x="28" y="37"/>
                  </a:moveTo>
                  <a:cubicBezTo>
                    <a:pt x="48" y="34"/>
                    <a:pt x="48" y="34"/>
                    <a:pt x="48" y="34"/>
                  </a:cubicBezTo>
                  <a:cubicBezTo>
                    <a:pt x="54" y="33"/>
                    <a:pt x="57" y="30"/>
                    <a:pt x="57" y="27"/>
                  </a:cubicBezTo>
                  <a:cubicBezTo>
                    <a:pt x="57" y="25"/>
                    <a:pt x="57" y="24"/>
                    <a:pt x="56" y="24"/>
                  </a:cubicBezTo>
                  <a:cubicBezTo>
                    <a:pt x="55" y="23"/>
                    <a:pt x="54" y="23"/>
                    <a:pt x="52" y="23"/>
                  </a:cubicBezTo>
                  <a:cubicBezTo>
                    <a:pt x="51" y="23"/>
                    <a:pt x="44" y="23"/>
                    <a:pt x="32" y="24"/>
                  </a:cubicBezTo>
                  <a:cubicBezTo>
                    <a:pt x="35" y="13"/>
                    <a:pt x="37" y="7"/>
                    <a:pt x="37" y="7"/>
                  </a:cubicBezTo>
                  <a:cubicBezTo>
                    <a:pt x="37" y="5"/>
                    <a:pt x="36" y="4"/>
                    <a:pt x="35" y="2"/>
                  </a:cubicBezTo>
                  <a:cubicBezTo>
                    <a:pt x="34" y="1"/>
                    <a:pt x="32" y="0"/>
                    <a:pt x="30" y="0"/>
                  </a:cubicBezTo>
                  <a:cubicBezTo>
                    <a:pt x="26" y="0"/>
                    <a:pt x="24" y="3"/>
                    <a:pt x="23" y="7"/>
                  </a:cubicBezTo>
                  <a:cubicBezTo>
                    <a:pt x="21" y="15"/>
                    <a:pt x="19" y="21"/>
                    <a:pt x="18" y="26"/>
                  </a:cubicBezTo>
                  <a:cubicBezTo>
                    <a:pt x="5" y="26"/>
                    <a:pt x="5" y="26"/>
                    <a:pt x="5" y="26"/>
                  </a:cubicBezTo>
                  <a:cubicBezTo>
                    <a:pt x="2" y="26"/>
                    <a:pt x="0" y="28"/>
                    <a:pt x="0" y="31"/>
                  </a:cubicBezTo>
                  <a:cubicBezTo>
                    <a:pt x="0" y="33"/>
                    <a:pt x="1" y="35"/>
                    <a:pt x="3" y="36"/>
                  </a:cubicBezTo>
                  <a:cubicBezTo>
                    <a:pt x="4" y="38"/>
                    <a:pt x="6" y="38"/>
                    <a:pt x="8" y="38"/>
                  </a:cubicBezTo>
                  <a:cubicBezTo>
                    <a:pt x="9" y="38"/>
                    <a:pt x="9" y="38"/>
                    <a:pt x="9" y="38"/>
                  </a:cubicBezTo>
                  <a:cubicBezTo>
                    <a:pt x="10" y="38"/>
                    <a:pt x="12" y="38"/>
                    <a:pt x="14" y="38"/>
                  </a:cubicBezTo>
                  <a:cubicBezTo>
                    <a:pt x="10" y="53"/>
                    <a:pt x="9" y="64"/>
                    <a:pt x="9" y="69"/>
                  </a:cubicBezTo>
                  <a:cubicBezTo>
                    <a:pt x="9" y="74"/>
                    <a:pt x="10" y="79"/>
                    <a:pt x="13" y="82"/>
                  </a:cubicBezTo>
                  <a:cubicBezTo>
                    <a:pt x="15" y="85"/>
                    <a:pt x="19" y="86"/>
                    <a:pt x="24" y="86"/>
                  </a:cubicBezTo>
                  <a:cubicBezTo>
                    <a:pt x="30" y="86"/>
                    <a:pt x="36" y="84"/>
                    <a:pt x="41" y="80"/>
                  </a:cubicBezTo>
                  <a:cubicBezTo>
                    <a:pt x="47" y="75"/>
                    <a:pt x="49" y="72"/>
                    <a:pt x="49" y="68"/>
                  </a:cubicBezTo>
                  <a:cubicBezTo>
                    <a:pt x="49" y="67"/>
                    <a:pt x="49" y="67"/>
                    <a:pt x="48" y="66"/>
                  </a:cubicBezTo>
                  <a:cubicBezTo>
                    <a:pt x="48" y="65"/>
                    <a:pt x="47" y="65"/>
                    <a:pt x="46" y="65"/>
                  </a:cubicBezTo>
                  <a:cubicBezTo>
                    <a:pt x="44" y="65"/>
                    <a:pt x="43" y="66"/>
                    <a:pt x="41" y="68"/>
                  </a:cubicBezTo>
                  <a:cubicBezTo>
                    <a:pt x="38" y="70"/>
                    <a:pt x="35" y="72"/>
                    <a:pt x="33" y="73"/>
                  </a:cubicBezTo>
                  <a:cubicBezTo>
                    <a:pt x="31" y="73"/>
                    <a:pt x="29" y="74"/>
                    <a:pt x="27" y="74"/>
                  </a:cubicBezTo>
                  <a:cubicBezTo>
                    <a:pt x="25" y="74"/>
                    <a:pt x="24" y="73"/>
                    <a:pt x="23" y="72"/>
                  </a:cubicBezTo>
                  <a:cubicBezTo>
                    <a:pt x="23" y="71"/>
                    <a:pt x="22" y="68"/>
                    <a:pt x="22" y="65"/>
                  </a:cubicBezTo>
                  <a:cubicBezTo>
                    <a:pt x="22" y="63"/>
                    <a:pt x="23" y="58"/>
                    <a:pt x="25" y="50"/>
                  </a:cubicBezTo>
                  <a:cubicBezTo>
                    <a:pt x="27" y="41"/>
                    <a:pt x="28" y="37"/>
                    <a:pt x="28"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 name="Freeform 207"/>
            <p:cNvSpPr>
              <a:spLocks/>
            </p:cNvSpPr>
            <p:nvPr/>
          </p:nvSpPr>
          <p:spPr bwMode="auto">
            <a:xfrm>
              <a:off x="5005388" y="4440238"/>
              <a:ext cx="160338" cy="130175"/>
            </a:xfrm>
            <a:custGeom>
              <a:avLst/>
              <a:gdLst>
                <a:gd name="T0" fmla="*/ 104 w 111"/>
                <a:gd name="T1" fmla="*/ 0 h 90"/>
                <a:gd name="T2" fmla="*/ 100 w 111"/>
                <a:gd name="T3" fmla="*/ 1 h 90"/>
                <a:gd name="T4" fmla="*/ 98 w 111"/>
                <a:gd name="T5" fmla="*/ 4 h 90"/>
                <a:gd name="T6" fmla="*/ 78 w 111"/>
                <a:gd name="T7" fmla="*/ 68 h 90"/>
                <a:gd name="T8" fmla="*/ 71 w 111"/>
                <a:gd name="T9" fmla="*/ 51 h 90"/>
                <a:gd name="T10" fmla="*/ 67 w 111"/>
                <a:gd name="T11" fmla="*/ 39 h 90"/>
                <a:gd name="T12" fmla="*/ 66 w 111"/>
                <a:gd name="T13" fmla="*/ 37 h 90"/>
                <a:gd name="T14" fmla="*/ 60 w 111"/>
                <a:gd name="T15" fmla="*/ 24 h 90"/>
                <a:gd name="T16" fmla="*/ 56 w 111"/>
                <a:gd name="T17" fmla="*/ 22 h 90"/>
                <a:gd name="T18" fmla="*/ 53 w 111"/>
                <a:gd name="T19" fmla="*/ 23 h 90"/>
                <a:gd name="T20" fmla="*/ 50 w 111"/>
                <a:gd name="T21" fmla="*/ 26 h 90"/>
                <a:gd name="T22" fmla="*/ 40 w 111"/>
                <a:gd name="T23" fmla="*/ 46 h 90"/>
                <a:gd name="T24" fmla="*/ 26 w 111"/>
                <a:gd name="T25" fmla="*/ 70 h 90"/>
                <a:gd name="T26" fmla="*/ 23 w 111"/>
                <a:gd name="T27" fmla="*/ 54 h 90"/>
                <a:gd name="T28" fmla="*/ 21 w 111"/>
                <a:gd name="T29" fmla="*/ 44 h 90"/>
                <a:gd name="T30" fmla="*/ 19 w 111"/>
                <a:gd name="T31" fmla="*/ 34 h 90"/>
                <a:gd name="T32" fmla="*/ 18 w 111"/>
                <a:gd name="T33" fmla="*/ 24 h 90"/>
                <a:gd name="T34" fmla="*/ 15 w 111"/>
                <a:gd name="T35" fmla="*/ 12 h 90"/>
                <a:gd name="T36" fmla="*/ 7 w 111"/>
                <a:gd name="T37" fmla="*/ 3 h 90"/>
                <a:gd name="T38" fmla="*/ 2 w 111"/>
                <a:gd name="T39" fmla="*/ 6 h 90"/>
                <a:gd name="T40" fmla="*/ 0 w 111"/>
                <a:gd name="T41" fmla="*/ 11 h 90"/>
                <a:gd name="T42" fmla="*/ 1 w 111"/>
                <a:gd name="T43" fmla="*/ 17 h 90"/>
                <a:gd name="T44" fmla="*/ 2 w 111"/>
                <a:gd name="T45" fmla="*/ 21 h 90"/>
                <a:gd name="T46" fmla="*/ 6 w 111"/>
                <a:gd name="T47" fmla="*/ 38 h 90"/>
                <a:gd name="T48" fmla="*/ 11 w 111"/>
                <a:gd name="T49" fmla="*/ 66 h 90"/>
                <a:gd name="T50" fmla="*/ 16 w 111"/>
                <a:gd name="T51" fmla="*/ 83 h 90"/>
                <a:gd name="T52" fmla="*/ 20 w 111"/>
                <a:gd name="T53" fmla="*/ 89 h 90"/>
                <a:gd name="T54" fmla="*/ 25 w 111"/>
                <a:gd name="T55" fmla="*/ 90 h 90"/>
                <a:gd name="T56" fmla="*/ 41 w 111"/>
                <a:gd name="T57" fmla="*/ 69 h 90"/>
                <a:gd name="T58" fmla="*/ 55 w 111"/>
                <a:gd name="T59" fmla="*/ 43 h 90"/>
                <a:gd name="T60" fmla="*/ 61 w 111"/>
                <a:gd name="T61" fmla="*/ 62 h 90"/>
                <a:gd name="T62" fmla="*/ 71 w 111"/>
                <a:gd name="T63" fmla="*/ 82 h 90"/>
                <a:gd name="T64" fmla="*/ 78 w 111"/>
                <a:gd name="T65" fmla="*/ 86 h 90"/>
                <a:gd name="T66" fmla="*/ 81 w 111"/>
                <a:gd name="T67" fmla="*/ 85 h 90"/>
                <a:gd name="T68" fmla="*/ 84 w 111"/>
                <a:gd name="T69" fmla="*/ 82 h 90"/>
                <a:gd name="T70" fmla="*/ 88 w 111"/>
                <a:gd name="T71" fmla="*/ 75 h 90"/>
                <a:gd name="T72" fmla="*/ 97 w 111"/>
                <a:gd name="T73" fmla="*/ 55 h 90"/>
                <a:gd name="T74" fmla="*/ 99 w 111"/>
                <a:gd name="T75" fmla="*/ 51 h 90"/>
                <a:gd name="T76" fmla="*/ 108 w 111"/>
                <a:gd name="T77" fmla="*/ 25 h 90"/>
                <a:gd name="T78" fmla="*/ 111 w 111"/>
                <a:gd name="T79" fmla="*/ 7 h 90"/>
                <a:gd name="T80" fmla="*/ 109 w 111"/>
                <a:gd name="T81" fmla="*/ 2 h 90"/>
                <a:gd name="T82" fmla="*/ 104 w 111"/>
                <a:gd name="T83"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1" h="90">
                  <a:moveTo>
                    <a:pt x="104" y="0"/>
                  </a:moveTo>
                  <a:cubicBezTo>
                    <a:pt x="103" y="0"/>
                    <a:pt x="101" y="0"/>
                    <a:pt x="100" y="1"/>
                  </a:cubicBezTo>
                  <a:cubicBezTo>
                    <a:pt x="99" y="2"/>
                    <a:pt x="98" y="3"/>
                    <a:pt x="98" y="4"/>
                  </a:cubicBezTo>
                  <a:cubicBezTo>
                    <a:pt x="96" y="26"/>
                    <a:pt x="89" y="47"/>
                    <a:pt x="78" y="68"/>
                  </a:cubicBezTo>
                  <a:cubicBezTo>
                    <a:pt x="78" y="68"/>
                    <a:pt x="76" y="62"/>
                    <a:pt x="71" y="51"/>
                  </a:cubicBezTo>
                  <a:cubicBezTo>
                    <a:pt x="67" y="39"/>
                    <a:pt x="67" y="39"/>
                    <a:pt x="67" y="39"/>
                  </a:cubicBezTo>
                  <a:cubicBezTo>
                    <a:pt x="66" y="38"/>
                    <a:pt x="66" y="38"/>
                    <a:pt x="66" y="37"/>
                  </a:cubicBezTo>
                  <a:cubicBezTo>
                    <a:pt x="63" y="30"/>
                    <a:pt x="62" y="26"/>
                    <a:pt x="60" y="24"/>
                  </a:cubicBezTo>
                  <a:cubicBezTo>
                    <a:pt x="59" y="23"/>
                    <a:pt x="58" y="22"/>
                    <a:pt x="56" y="22"/>
                  </a:cubicBezTo>
                  <a:cubicBezTo>
                    <a:pt x="55" y="22"/>
                    <a:pt x="54" y="22"/>
                    <a:pt x="53" y="23"/>
                  </a:cubicBezTo>
                  <a:cubicBezTo>
                    <a:pt x="51" y="24"/>
                    <a:pt x="51" y="25"/>
                    <a:pt x="50" y="26"/>
                  </a:cubicBezTo>
                  <a:cubicBezTo>
                    <a:pt x="45" y="35"/>
                    <a:pt x="42" y="42"/>
                    <a:pt x="40" y="46"/>
                  </a:cubicBezTo>
                  <a:cubicBezTo>
                    <a:pt x="37" y="51"/>
                    <a:pt x="33" y="58"/>
                    <a:pt x="26" y="70"/>
                  </a:cubicBezTo>
                  <a:cubicBezTo>
                    <a:pt x="25" y="69"/>
                    <a:pt x="24" y="64"/>
                    <a:pt x="23" y="54"/>
                  </a:cubicBezTo>
                  <a:cubicBezTo>
                    <a:pt x="22" y="52"/>
                    <a:pt x="22" y="48"/>
                    <a:pt x="21" y="44"/>
                  </a:cubicBezTo>
                  <a:cubicBezTo>
                    <a:pt x="20" y="41"/>
                    <a:pt x="19" y="37"/>
                    <a:pt x="19" y="34"/>
                  </a:cubicBezTo>
                  <a:cubicBezTo>
                    <a:pt x="18" y="24"/>
                    <a:pt x="18" y="24"/>
                    <a:pt x="18" y="24"/>
                  </a:cubicBezTo>
                  <a:cubicBezTo>
                    <a:pt x="17" y="22"/>
                    <a:pt x="16" y="18"/>
                    <a:pt x="15" y="12"/>
                  </a:cubicBezTo>
                  <a:cubicBezTo>
                    <a:pt x="14" y="6"/>
                    <a:pt x="11" y="3"/>
                    <a:pt x="7" y="3"/>
                  </a:cubicBezTo>
                  <a:cubicBezTo>
                    <a:pt x="5" y="3"/>
                    <a:pt x="4" y="4"/>
                    <a:pt x="2" y="6"/>
                  </a:cubicBezTo>
                  <a:cubicBezTo>
                    <a:pt x="1" y="7"/>
                    <a:pt x="0" y="9"/>
                    <a:pt x="0" y="11"/>
                  </a:cubicBezTo>
                  <a:cubicBezTo>
                    <a:pt x="0" y="12"/>
                    <a:pt x="0" y="14"/>
                    <a:pt x="1" y="17"/>
                  </a:cubicBezTo>
                  <a:cubicBezTo>
                    <a:pt x="2" y="18"/>
                    <a:pt x="2" y="19"/>
                    <a:pt x="2" y="21"/>
                  </a:cubicBezTo>
                  <a:cubicBezTo>
                    <a:pt x="3" y="23"/>
                    <a:pt x="4" y="29"/>
                    <a:pt x="6" y="38"/>
                  </a:cubicBezTo>
                  <a:cubicBezTo>
                    <a:pt x="7" y="47"/>
                    <a:pt x="9" y="56"/>
                    <a:pt x="11" y="66"/>
                  </a:cubicBezTo>
                  <a:cubicBezTo>
                    <a:pt x="13" y="75"/>
                    <a:pt x="15" y="81"/>
                    <a:pt x="16" y="83"/>
                  </a:cubicBezTo>
                  <a:cubicBezTo>
                    <a:pt x="17" y="86"/>
                    <a:pt x="19" y="88"/>
                    <a:pt x="20" y="89"/>
                  </a:cubicBezTo>
                  <a:cubicBezTo>
                    <a:pt x="21" y="89"/>
                    <a:pt x="23" y="90"/>
                    <a:pt x="25" y="90"/>
                  </a:cubicBezTo>
                  <a:cubicBezTo>
                    <a:pt x="27" y="90"/>
                    <a:pt x="33" y="83"/>
                    <a:pt x="41" y="69"/>
                  </a:cubicBezTo>
                  <a:cubicBezTo>
                    <a:pt x="55" y="43"/>
                    <a:pt x="55" y="43"/>
                    <a:pt x="55" y="43"/>
                  </a:cubicBezTo>
                  <a:cubicBezTo>
                    <a:pt x="55" y="45"/>
                    <a:pt x="57" y="51"/>
                    <a:pt x="61" y="62"/>
                  </a:cubicBezTo>
                  <a:cubicBezTo>
                    <a:pt x="65" y="73"/>
                    <a:pt x="69" y="79"/>
                    <a:pt x="71" y="82"/>
                  </a:cubicBezTo>
                  <a:cubicBezTo>
                    <a:pt x="73" y="84"/>
                    <a:pt x="75" y="86"/>
                    <a:pt x="78" y="86"/>
                  </a:cubicBezTo>
                  <a:cubicBezTo>
                    <a:pt x="79" y="86"/>
                    <a:pt x="80" y="85"/>
                    <a:pt x="81" y="85"/>
                  </a:cubicBezTo>
                  <a:cubicBezTo>
                    <a:pt x="83" y="84"/>
                    <a:pt x="84" y="83"/>
                    <a:pt x="84" y="82"/>
                  </a:cubicBezTo>
                  <a:cubicBezTo>
                    <a:pt x="85" y="81"/>
                    <a:pt x="86" y="78"/>
                    <a:pt x="88" y="75"/>
                  </a:cubicBezTo>
                  <a:cubicBezTo>
                    <a:pt x="94" y="63"/>
                    <a:pt x="97" y="56"/>
                    <a:pt x="97" y="55"/>
                  </a:cubicBezTo>
                  <a:cubicBezTo>
                    <a:pt x="99" y="51"/>
                    <a:pt x="99" y="51"/>
                    <a:pt x="99" y="51"/>
                  </a:cubicBezTo>
                  <a:cubicBezTo>
                    <a:pt x="103" y="42"/>
                    <a:pt x="106" y="33"/>
                    <a:pt x="108" y="25"/>
                  </a:cubicBezTo>
                  <a:cubicBezTo>
                    <a:pt x="110" y="17"/>
                    <a:pt x="111" y="11"/>
                    <a:pt x="111" y="7"/>
                  </a:cubicBezTo>
                  <a:cubicBezTo>
                    <a:pt x="111" y="5"/>
                    <a:pt x="110" y="3"/>
                    <a:pt x="109" y="2"/>
                  </a:cubicBezTo>
                  <a:cubicBezTo>
                    <a:pt x="109" y="0"/>
                    <a:pt x="107" y="0"/>
                    <a:pt x="10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 name="Freeform 208"/>
            <p:cNvSpPr>
              <a:spLocks noEditPoints="1"/>
            </p:cNvSpPr>
            <p:nvPr/>
          </p:nvSpPr>
          <p:spPr bwMode="auto">
            <a:xfrm>
              <a:off x="5168900" y="4470400"/>
              <a:ext cx="88900" cy="95250"/>
            </a:xfrm>
            <a:custGeom>
              <a:avLst/>
              <a:gdLst>
                <a:gd name="T0" fmla="*/ 52 w 61"/>
                <a:gd name="T1" fmla="*/ 66 h 66"/>
                <a:gd name="T2" fmla="*/ 58 w 61"/>
                <a:gd name="T3" fmla="*/ 64 h 66"/>
                <a:gd name="T4" fmla="*/ 61 w 61"/>
                <a:gd name="T5" fmla="*/ 59 h 66"/>
                <a:gd name="T6" fmla="*/ 58 w 61"/>
                <a:gd name="T7" fmla="*/ 56 h 66"/>
                <a:gd name="T8" fmla="*/ 56 w 61"/>
                <a:gd name="T9" fmla="*/ 54 h 66"/>
                <a:gd name="T10" fmla="*/ 54 w 61"/>
                <a:gd name="T11" fmla="*/ 50 h 66"/>
                <a:gd name="T12" fmla="*/ 53 w 61"/>
                <a:gd name="T13" fmla="*/ 40 h 66"/>
                <a:gd name="T14" fmla="*/ 55 w 61"/>
                <a:gd name="T15" fmla="*/ 21 h 66"/>
                <a:gd name="T16" fmla="*/ 57 w 61"/>
                <a:gd name="T17" fmla="*/ 12 h 66"/>
                <a:gd name="T18" fmla="*/ 50 w 61"/>
                <a:gd name="T19" fmla="*/ 7 h 66"/>
                <a:gd name="T20" fmla="*/ 41 w 61"/>
                <a:gd name="T21" fmla="*/ 0 h 66"/>
                <a:gd name="T22" fmla="*/ 14 w 61"/>
                <a:gd name="T23" fmla="*/ 17 h 66"/>
                <a:gd name="T24" fmla="*/ 0 w 61"/>
                <a:gd name="T25" fmla="*/ 50 h 66"/>
                <a:gd name="T26" fmla="*/ 4 w 61"/>
                <a:gd name="T27" fmla="*/ 60 h 66"/>
                <a:gd name="T28" fmla="*/ 13 w 61"/>
                <a:gd name="T29" fmla="*/ 64 h 66"/>
                <a:gd name="T30" fmla="*/ 42 w 61"/>
                <a:gd name="T31" fmla="*/ 44 h 66"/>
                <a:gd name="T32" fmla="*/ 52 w 61"/>
                <a:gd name="T33" fmla="*/ 66 h 66"/>
                <a:gd name="T34" fmla="*/ 33 w 61"/>
                <a:gd name="T35" fmla="*/ 40 h 66"/>
                <a:gd name="T36" fmla="*/ 16 w 61"/>
                <a:gd name="T37" fmla="*/ 52 h 66"/>
                <a:gd name="T38" fmla="*/ 14 w 61"/>
                <a:gd name="T39" fmla="*/ 47 h 66"/>
                <a:gd name="T40" fmla="*/ 23 w 61"/>
                <a:gd name="T41" fmla="*/ 25 h 66"/>
                <a:gd name="T42" fmla="*/ 38 w 61"/>
                <a:gd name="T43" fmla="*/ 12 h 66"/>
                <a:gd name="T44" fmla="*/ 41 w 61"/>
                <a:gd name="T45" fmla="*/ 14 h 66"/>
                <a:gd name="T46" fmla="*/ 43 w 61"/>
                <a:gd name="T47" fmla="*/ 19 h 66"/>
                <a:gd name="T48" fmla="*/ 33 w 61"/>
                <a:gd name="T49" fmla="*/ 4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1" h="66">
                  <a:moveTo>
                    <a:pt x="52" y="66"/>
                  </a:moveTo>
                  <a:cubicBezTo>
                    <a:pt x="54" y="66"/>
                    <a:pt x="56" y="65"/>
                    <a:pt x="58" y="64"/>
                  </a:cubicBezTo>
                  <a:cubicBezTo>
                    <a:pt x="60" y="63"/>
                    <a:pt x="61" y="61"/>
                    <a:pt x="61" y="59"/>
                  </a:cubicBezTo>
                  <a:cubicBezTo>
                    <a:pt x="61" y="58"/>
                    <a:pt x="60" y="57"/>
                    <a:pt x="58" y="56"/>
                  </a:cubicBezTo>
                  <a:cubicBezTo>
                    <a:pt x="57" y="55"/>
                    <a:pt x="56" y="55"/>
                    <a:pt x="56" y="54"/>
                  </a:cubicBezTo>
                  <a:cubicBezTo>
                    <a:pt x="55" y="53"/>
                    <a:pt x="55" y="52"/>
                    <a:pt x="54" y="50"/>
                  </a:cubicBezTo>
                  <a:cubicBezTo>
                    <a:pt x="54" y="48"/>
                    <a:pt x="53" y="45"/>
                    <a:pt x="53" y="40"/>
                  </a:cubicBezTo>
                  <a:cubicBezTo>
                    <a:pt x="53" y="35"/>
                    <a:pt x="54" y="29"/>
                    <a:pt x="55" y="21"/>
                  </a:cubicBezTo>
                  <a:cubicBezTo>
                    <a:pt x="56" y="17"/>
                    <a:pt x="57" y="14"/>
                    <a:pt x="57" y="12"/>
                  </a:cubicBezTo>
                  <a:cubicBezTo>
                    <a:pt x="57" y="9"/>
                    <a:pt x="55" y="7"/>
                    <a:pt x="50" y="7"/>
                  </a:cubicBezTo>
                  <a:cubicBezTo>
                    <a:pt x="49" y="2"/>
                    <a:pt x="46" y="0"/>
                    <a:pt x="41" y="0"/>
                  </a:cubicBezTo>
                  <a:cubicBezTo>
                    <a:pt x="32" y="0"/>
                    <a:pt x="23" y="6"/>
                    <a:pt x="14" y="17"/>
                  </a:cubicBezTo>
                  <a:cubicBezTo>
                    <a:pt x="5" y="29"/>
                    <a:pt x="0" y="40"/>
                    <a:pt x="0" y="50"/>
                  </a:cubicBezTo>
                  <a:cubicBezTo>
                    <a:pt x="0" y="54"/>
                    <a:pt x="1" y="57"/>
                    <a:pt x="4" y="60"/>
                  </a:cubicBezTo>
                  <a:cubicBezTo>
                    <a:pt x="6" y="63"/>
                    <a:pt x="9" y="64"/>
                    <a:pt x="13" y="64"/>
                  </a:cubicBezTo>
                  <a:cubicBezTo>
                    <a:pt x="22" y="64"/>
                    <a:pt x="32" y="58"/>
                    <a:pt x="42" y="44"/>
                  </a:cubicBezTo>
                  <a:cubicBezTo>
                    <a:pt x="41" y="59"/>
                    <a:pt x="44" y="66"/>
                    <a:pt x="52" y="66"/>
                  </a:cubicBezTo>
                  <a:close/>
                  <a:moveTo>
                    <a:pt x="33" y="40"/>
                  </a:moveTo>
                  <a:cubicBezTo>
                    <a:pt x="26" y="48"/>
                    <a:pt x="21" y="52"/>
                    <a:pt x="16" y="52"/>
                  </a:cubicBezTo>
                  <a:cubicBezTo>
                    <a:pt x="15" y="52"/>
                    <a:pt x="14" y="50"/>
                    <a:pt x="14" y="47"/>
                  </a:cubicBezTo>
                  <a:cubicBezTo>
                    <a:pt x="14" y="41"/>
                    <a:pt x="17" y="34"/>
                    <a:pt x="23" y="25"/>
                  </a:cubicBezTo>
                  <a:cubicBezTo>
                    <a:pt x="30" y="17"/>
                    <a:pt x="35" y="12"/>
                    <a:pt x="38" y="12"/>
                  </a:cubicBezTo>
                  <a:cubicBezTo>
                    <a:pt x="39" y="12"/>
                    <a:pt x="40" y="13"/>
                    <a:pt x="41" y="14"/>
                  </a:cubicBezTo>
                  <a:cubicBezTo>
                    <a:pt x="42" y="15"/>
                    <a:pt x="43" y="17"/>
                    <a:pt x="43" y="19"/>
                  </a:cubicBezTo>
                  <a:cubicBezTo>
                    <a:pt x="43" y="25"/>
                    <a:pt x="39" y="32"/>
                    <a:pt x="33"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 name="Freeform 209"/>
            <p:cNvSpPr>
              <a:spLocks/>
            </p:cNvSpPr>
            <p:nvPr/>
          </p:nvSpPr>
          <p:spPr bwMode="auto">
            <a:xfrm>
              <a:off x="5273675" y="4473575"/>
              <a:ext cx="84138" cy="93663"/>
            </a:xfrm>
            <a:custGeom>
              <a:avLst/>
              <a:gdLst>
                <a:gd name="T0" fmla="*/ 16 w 58"/>
                <a:gd name="T1" fmla="*/ 17 h 65"/>
                <a:gd name="T2" fmla="*/ 18 w 58"/>
                <a:gd name="T3" fmla="*/ 6 h 65"/>
                <a:gd name="T4" fmla="*/ 17 w 58"/>
                <a:gd name="T5" fmla="*/ 2 h 65"/>
                <a:gd name="T6" fmla="*/ 12 w 58"/>
                <a:gd name="T7" fmla="*/ 0 h 65"/>
                <a:gd name="T8" fmla="*/ 7 w 58"/>
                <a:gd name="T9" fmla="*/ 2 h 65"/>
                <a:gd name="T10" fmla="*/ 4 w 58"/>
                <a:gd name="T11" fmla="*/ 6 h 65"/>
                <a:gd name="T12" fmla="*/ 2 w 58"/>
                <a:gd name="T13" fmla="*/ 14 h 65"/>
                <a:gd name="T14" fmla="*/ 2 w 58"/>
                <a:gd name="T15" fmla="*/ 18 h 65"/>
                <a:gd name="T16" fmla="*/ 1 w 58"/>
                <a:gd name="T17" fmla="*/ 34 h 65"/>
                <a:gd name="T18" fmla="*/ 0 w 58"/>
                <a:gd name="T19" fmla="*/ 46 h 65"/>
                <a:gd name="T20" fmla="*/ 2 w 58"/>
                <a:gd name="T21" fmla="*/ 60 h 65"/>
                <a:gd name="T22" fmla="*/ 8 w 58"/>
                <a:gd name="T23" fmla="*/ 65 h 65"/>
                <a:gd name="T24" fmla="*/ 14 w 58"/>
                <a:gd name="T25" fmla="*/ 63 h 65"/>
                <a:gd name="T26" fmla="*/ 16 w 58"/>
                <a:gd name="T27" fmla="*/ 56 h 65"/>
                <a:gd name="T28" fmla="*/ 29 w 58"/>
                <a:gd name="T29" fmla="*/ 26 h 65"/>
                <a:gd name="T30" fmla="*/ 43 w 58"/>
                <a:gd name="T31" fmla="*/ 13 h 65"/>
                <a:gd name="T32" fmla="*/ 46 w 58"/>
                <a:gd name="T33" fmla="*/ 14 h 65"/>
                <a:gd name="T34" fmla="*/ 53 w 58"/>
                <a:gd name="T35" fmla="*/ 17 h 65"/>
                <a:gd name="T36" fmla="*/ 56 w 58"/>
                <a:gd name="T37" fmla="*/ 15 h 65"/>
                <a:gd name="T38" fmla="*/ 58 w 58"/>
                <a:gd name="T39" fmla="*/ 11 h 65"/>
                <a:gd name="T40" fmla="*/ 54 w 58"/>
                <a:gd name="T41" fmla="*/ 3 h 65"/>
                <a:gd name="T42" fmla="*/ 44 w 58"/>
                <a:gd name="T43" fmla="*/ 0 h 65"/>
                <a:gd name="T44" fmla="*/ 29 w 58"/>
                <a:gd name="T45" fmla="*/ 9 h 65"/>
                <a:gd name="T46" fmla="*/ 14 w 58"/>
                <a:gd name="T47" fmla="*/ 31 h 65"/>
                <a:gd name="T48" fmla="*/ 13 w 58"/>
                <a:gd name="T49" fmla="*/ 33 h 65"/>
                <a:gd name="T50" fmla="*/ 14 w 58"/>
                <a:gd name="T51" fmla="*/ 24 h 65"/>
                <a:gd name="T52" fmla="*/ 16 w 58"/>
                <a:gd name="T53" fmla="*/ 17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65">
                  <a:moveTo>
                    <a:pt x="16" y="17"/>
                  </a:moveTo>
                  <a:cubicBezTo>
                    <a:pt x="17" y="12"/>
                    <a:pt x="18" y="8"/>
                    <a:pt x="18" y="6"/>
                  </a:cubicBezTo>
                  <a:cubicBezTo>
                    <a:pt x="18" y="5"/>
                    <a:pt x="18" y="3"/>
                    <a:pt x="17" y="2"/>
                  </a:cubicBezTo>
                  <a:cubicBezTo>
                    <a:pt x="16" y="1"/>
                    <a:pt x="14" y="0"/>
                    <a:pt x="12" y="0"/>
                  </a:cubicBezTo>
                  <a:cubicBezTo>
                    <a:pt x="10" y="0"/>
                    <a:pt x="8" y="1"/>
                    <a:pt x="7" y="2"/>
                  </a:cubicBezTo>
                  <a:cubicBezTo>
                    <a:pt x="5" y="3"/>
                    <a:pt x="4" y="5"/>
                    <a:pt x="4" y="6"/>
                  </a:cubicBezTo>
                  <a:cubicBezTo>
                    <a:pt x="3" y="7"/>
                    <a:pt x="3" y="10"/>
                    <a:pt x="2" y="14"/>
                  </a:cubicBezTo>
                  <a:cubicBezTo>
                    <a:pt x="2" y="15"/>
                    <a:pt x="2" y="16"/>
                    <a:pt x="2" y="18"/>
                  </a:cubicBezTo>
                  <a:cubicBezTo>
                    <a:pt x="1" y="24"/>
                    <a:pt x="1" y="30"/>
                    <a:pt x="1" y="34"/>
                  </a:cubicBezTo>
                  <a:cubicBezTo>
                    <a:pt x="0" y="39"/>
                    <a:pt x="0" y="43"/>
                    <a:pt x="0" y="46"/>
                  </a:cubicBezTo>
                  <a:cubicBezTo>
                    <a:pt x="0" y="52"/>
                    <a:pt x="1" y="57"/>
                    <a:pt x="2" y="60"/>
                  </a:cubicBezTo>
                  <a:cubicBezTo>
                    <a:pt x="3" y="63"/>
                    <a:pt x="5" y="65"/>
                    <a:pt x="8" y="65"/>
                  </a:cubicBezTo>
                  <a:cubicBezTo>
                    <a:pt x="10" y="65"/>
                    <a:pt x="12" y="64"/>
                    <a:pt x="14" y="63"/>
                  </a:cubicBezTo>
                  <a:cubicBezTo>
                    <a:pt x="15" y="62"/>
                    <a:pt x="16" y="59"/>
                    <a:pt x="16" y="56"/>
                  </a:cubicBezTo>
                  <a:cubicBezTo>
                    <a:pt x="18" y="45"/>
                    <a:pt x="22" y="35"/>
                    <a:pt x="29" y="26"/>
                  </a:cubicBezTo>
                  <a:cubicBezTo>
                    <a:pt x="35" y="17"/>
                    <a:pt x="40" y="13"/>
                    <a:pt x="43" y="13"/>
                  </a:cubicBezTo>
                  <a:cubicBezTo>
                    <a:pt x="44" y="13"/>
                    <a:pt x="45" y="13"/>
                    <a:pt x="46" y="14"/>
                  </a:cubicBezTo>
                  <a:cubicBezTo>
                    <a:pt x="48" y="16"/>
                    <a:pt x="50" y="17"/>
                    <a:pt x="53" y="17"/>
                  </a:cubicBezTo>
                  <a:cubicBezTo>
                    <a:pt x="54" y="17"/>
                    <a:pt x="55" y="17"/>
                    <a:pt x="56" y="15"/>
                  </a:cubicBezTo>
                  <a:cubicBezTo>
                    <a:pt x="57" y="14"/>
                    <a:pt x="58" y="13"/>
                    <a:pt x="58" y="11"/>
                  </a:cubicBezTo>
                  <a:cubicBezTo>
                    <a:pt x="58" y="8"/>
                    <a:pt x="56" y="5"/>
                    <a:pt x="54" y="3"/>
                  </a:cubicBezTo>
                  <a:cubicBezTo>
                    <a:pt x="51" y="1"/>
                    <a:pt x="48" y="0"/>
                    <a:pt x="44" y="0"/>
                  </a:cubicBezTo>
                  <a:cubicBezTo>
                    <a:pt x="39" y="0"/>
                    <a:pt x="34" y="3"/>
                    <a:pt x="29" y="9"/>
                  </a:cubicBezTo>
                  <a:cubicBezTo>
                    <a:pt x="23" y="14"/>
                    <a:pt x="18" y="22"/>
                    <a:pt x="14" y="31"/>
                  </a:cubicBezTo>
                  <a:cubicBezTo>
                    <a:pt x="13" y="33"/>
                    <a:pt x="13" y="33"/>
                    <a:pt x="13" y="33"/>
                  </a:cubicBezTo>
                  <a:cubicBezTo>
                    <a:pt x="14" y="24"/>
                    <a:pt x="14" y="24"/>
                    <a:pt x="14" y="24"/>
                  </a:cubicBezTo>
                  <a:cubicBezTo>
                    <a:pt x="15" y="21"/>
                    <a:pt x="15" y="19"/>
                    <a:pt x="16"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 name="Freeform 210"/>
            <p:cNvSpPr>
              <a:spLocks/>
            </p:cNvSpPr>
            <p:nvPr/>
          </p:nvSpPr>
          <p:spPr bwMode="auto">
            <a:xfrm>
              <a:off x="5362575" y="4473575"/>
              <a:ext cx="82550" cy="93663"/>
            </a:xfrm>
            <a:custGeom>
              <a:avLst/>
              <a:gdLst>
                <a:gd name="T0" fmla="*/ 7 w 57"/>
                <a:gd name="T1" fmla="*/ 65 h 65"/>
                <a:gd name="T2" fmla="*/ 13 w 57"/>
                <a:gd name="T3" fmla="*/ 63 h 65"/>
                <a:gd name="T4" fmla="*/ 16 w 57"/>
                <a:gd name="T5" fmla="*/ 56 h 65"/>
                <a:gd name="T6" fmla="*/ 28 w 57"/>
                <a:gd name="T7" fmla="*/ 26 h 65"/>
                <a:gd name="T8" fmla="*/ 43 w 57"/>
                <a:gd name="T9" fmla="*/ 13 h 65"/>
                <a:gd name="T10" fmla="*/ 46 w 57"/>
                <a:gd name="T11" fmla="*/ 14 h 65"/>
                <a:gd name="T12" fmla="*/ 53 w 57"/>
                <a:gd name="T13" fmla="*/ 17 h 65"/>
                <a:gd name="T14" fmla="*/ 56 w 57"/>
                <a:gd name="T15" fmla="*/ 15 h 65"/>
                <a:gd name="T16" fmla="*/ 57 w 57"/>
                <a:gd name="T17" fmla="*/ 11 h 65"/>
                <a:gd name="T18" fmla="*/ 54 w 57"/>
                <a:gd name="T19" fmla="*/ 3 h 65"/>
                <a:gd name="T20" fmla="*/ 44 w 57"/>
                <a:gd name="T21" fmla="*/ 0 h 65"/>
                <a:gd name="T22" fmla="*/ 28 w 57"/>
                <a:gd name="T23" fmla="*/ 9 h 65"/>
                <a:gd name="T24" fmla="*/ 13 w 57"/>
                <a:gd name="T25" fmla="*/ 31 h 65"/>
                <a:gd name="T26" fmla="*/ 12 w 57"/>
                <a:gd name="T27" fmla="*/ 33 h 65"/>
                <a:gd name="T28" fmla="*/ 14 w 57"/>
                <a:gd name="T29" fmla="*/ 24 h 65"/>
                <a:gd name="T30" fmla="*/ 15 w 57"/>
                <a:gd name="T31" fmla="*/ 17 h 65"/>
                <a:gd name="T32" fmla="*/ 18 w 57"/>
                <a:gd name="T33" fmla="*/ 6 h 65"/>
                <a:gd name="T34" fmla="*/ 16 w 57"/>
                <a:gd name="T35" fmla="*/ 2 h 65"/>
                <a:gd name="T36" fmla="*/ 12 w 57"/>
                <a:gd name="T37" fmla="*/ 0 h 65"/>
                <a:gd name="T38" fmla="*/ 6 w 57"/>
                <a:gd name="T39" fmla="*/ 2 h 65"/>
                <a:gd name="T40" fmla="*/ 3 w 57"/>
                <a:gd name="T41" fmla="*/ 6 h 65"/>
                <a:gd name="T42" fmla="*/ 2 w 57"/>
                <a:gd name="T43" fmla="*/ 14 h 65"/>
                <a:gd name="T44" fmla="*/ 2 w 57"/>
                <a:gd name="T45" fmla="*/ 18 h 65"/>
                <a:gd name="T46" fmla="*/ 0 w 57"/>
                <a:gd name="T47" fmla="*/ 34 h 65"/>
                <a:gd name="T48" fmla="*/ 0 w 57"/>
                <a:gd name="T49" fmla="*/ 46 h 65"/>
                <a:gd name="T50" fmla="*/ 2 w 57"/>
                <a:gd name="T51" fmla="*/ 60 h 65"/>
                <a:gd name="T52" fmla="*/ 7 w 57"/>
                <a:gd name="T53"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7" h="65">
                  <a:moveTo>
                    <a:pt x="7" y="65"/>
                  </a:moveTo>
                  <a:cubicBezTo>
                    <a:pt x="10" y="65"/>
                    <a:pt x="12" y="64"/>
                    <a:pt x="13" y="63"/>
                  </a:cubicBezTo>
                  <a:cubicBezTo>
                    <a:pt x="15" y="62"/>
                    <a:pt x="16" y="59"/>
                    <a:pt x="16" y="56"/>
                  </a:cubicBezTo>
                  <a:cubicBezTo>
                    <a:pt x="18" y="45"/>
                    <a:pt x="22" y="35"/>
                    <a:pt x="28" y="26"/>
                  </a:cubicBezTo>
                  <a:cubicBezTo>
                    <a:pt x="35" y="17"/>
                    <a:pt x="40" y="13"/>
                    <a:pt x="43" y="13"/>
                  </a:cubicBezTo>
                  <a:cubicBezTo>
                    <a:pt x="44" y="13"/>
                    <a:pt x="45" y="13"/>
                    <a:pt x="46" y="14"/>
                  </a:cubicBezTo>
                  <a:cubicBezTo>
                    <a:pt x="48" y="16"/>
                    <a:pt x="50" y="17"/>
                    <a:pt x="53" y="17"/>
                  </a:cubicBezTo>
                  <a:cubicBezTo>
                    <a:pt x="54" y="17"/>
                    <a:pt x="55" y="17"/>
                    <a:pt x="56" y="15"/>
                  </a:cubicBezTo>
                  <a:cubicBezTo>
                    <a:pt x="57" y="14"/>
                    <a:pt x="57" y="13"/>
                    <a:pt x="57" y="11"/>
                  </a:cubicBezTo>
                  <a:cubicBezTo>
                    <a:pt x="57" y="8"/>
                    <a:pt x="56" y="5"/>
                    <a:pt x="54" y="3"/>
                  </a:cubicBezTo>
                  <a:cubicBezTo>
                    <a:pt x="51" y="1"/>
                    <a:pt x="48" y="0"/>
                    <a:pt x="44" y="0"/>
                  </a:cubicBezTo>
                  <a:cubicBezTo>
                    <a:pt x="39" y="0"/>
                    <a:pt x="34" y="3"/>
                    <a:pt x="28" y="9"/>
                  </a:cubicBezTo>
                  <a:cubicBezTo>
                    <a:pt x="23" y="14"/>
                    <a:pt x="18" y="22"/>
                    <a:pt x="13" y="31"/>
                  </a:cubicBezTo>
                  <a:cubicBezTo>
                    <a:pt x="12" y="33"/>
                    <a:pt x="12" y="33"/>
                    <a:pt x="12" y="33"/>
                  </a:cubicBezTo>
                  <a:cubicBezTo>
                    <a:pt x="14" y="24"/>
                    <a:pt x="14" y="24"/>
                    <a:pt x="14" y="24"/>
                  </a:cubicBezTo>
                  <a:cubicBezTo>
                    <a:pt x="14" y="21"/>
                    <a:pt x="15" y="19"/>
                    <a:pt x="15" y="17"/>
                  </a:cubicBezTo>
                  <a:cubicBezTo>
                    <a:pt x="17" y="12"/>
                    <a:pt x="18" y="8"/>
                    <a:pt x="18" y="6"/>
                  </a:cubicBezTo>
                  <a:cubicBezTo>
                    <a:pt x="18" y="5"/>
                    <a:pt x="18" y="3"/>
                    <a:pt x="16" y="2"/>
                  </a:cubicBezTo>
                  <a:cubicBezTo>
                    <a:pt x="15" y="1"/>
                    <a:pt x="14" y="0"/>
                    <a:pt x="12" y="0"/>
                  </a:cubicBezTo>
                  <a:cubicBezTo>
                    <a:pt x="10" y="0"/>
                    <a:pt x="8" y="1"/>
                    <a:pt x="6" y="2"/>
                  </a:cubicBezTo>
                  <a:cubicBezTo>
                    <a:pt x="5" y="3"/>
                    <a:pt x="4" y="5"/>
                    <a:pt x="3" y="6"/>
                  </a:cubicBezTo>
                  <a:cubicBezTo>
                    <a:pt x="3" y="7"/>
                    <a:pt x="3" y="10"/>
                    <a:pt x="2" y="14"/>
                  </a:cubicBezTo>
                  <a:cubicBezTo>
                    <a:pt x="2" y="15"/>
                    <a:pt x="2" y="16"/>
                    <a:pt x="2" y="18"/>
                  </a:cubicBezTo>
                  <a:cubicBezTo>
                    <a:pt x="1" y="24"/>
                    <a:pt x="1" y="30"/>
                    <a:pt x="0" y="34"/>
                  </a:cubicBezTo>
                  <a:cubicBezTo>
                    <a:pt x="0" y="39"/>
                    <a:pt x="0" y="43"/>
                    <a:pt x="0" y="46"/>
                  </a:cubicBezTo>
                  <a:cubicBezTo>
                    <a:pt x="0" y="52"/>
                    <a:pt x="1" y="57"/>
                    <a:pt x="2" y="60"/>
                  </a:cubicBezTo>
                  <a:cubicBezTo>
                    <a:pt x="3" y="63"/>
                    <a:pt x="5" y="65"/>
                    <a:pt x="7"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 name="Freeform 211"/>
            <p:cNvSpPr>
              <a:spLocks noEditPoints="1"/>
            </p:cNvSpPr>
            <p:nvPr/>
          </p:nvSpPr>
          <p:spPr bwMode="auto">
            <a:xfrm>
              <a:off x="5441950" y="4470400"/>
              <a:ext cx="88900" cy="95250"/>
            </a:xfrm>
            <a:custGeom>
              <a:avLst/>
              <a:gdLst>
                <a:gd name="T0" fmla="*/ 52 w 61"/>
                <a:gd name="T1" fmla="*/ 66 h 66"/>
                <a:gd name="T2" fmla="*/ 58 w 61"/>
                <a:gd name="T3" fmla="*/ 64 h 66"/>
                <a:gd name="T4" fmla="*/ 61 w 61"/>
                <a:gd name="T5" fmla="*/ 59 h 66"/>
                <a:gd name="T6" fmla="*/ 59 w 61"/>
                <a:gd name="T7" fmla="*/ 56 h 66"/>
                <a:gd name="T8" fmla="*/ 56 w 61"/>
                <a:gd name="T9" fmla="*/ 54 h 66"/>
                <a:gd name="T10" fmla="*/ 54 w 61"/>
                <a:gd name="T11" fmla="*/ 50 h 66"/>
                <a:gd name="T12" fmla="*/ 53 w 61"/>
                <a:gd name="T13" fmla="*/ 40 h 66"/>
                <a:gd name="T14" fmla="*/ 56 w 61"/>
                <a:gd name="T15" fmla="*/ 21 h 66"/>
                <a:gd name="T16" fmla="*/ 57 w 61"/>
                <a:gd name="T17" fmla="*/ 12 h 66"/>
                <a:gd name="T18" fmla="*/ 50 w 61"/>
                <a:gd name="T19" fmla="*/ 7 h 66"/>
                <a:gd name="T20" fmla="*/ 41 w 61"/>
                <a:gd name="T21" fmla="*/ 0 h 66"/>
                <a:gd name="T22" fmla="*/ 14 w 61"/>
                <a:gd name="T23" fmla="*/ 17 h 66"/>
                <a:gd name="T24" fmla="*/ 0 w 61"/>
                <a:gd name="T25" fmla="*/ 50 h 66"/>
                <a:gd name="T26" fmla="*/ 4 w 61"/>
                <a:gd name="T27" fmla="*/ 60 h 66"/>
                <a:gd name="T28" fmla="*/ 13 w 61"/>
                <a:gd name="T29" fmla="*/ 64 h 66"/>
                <a:gd name="T30" fmla="*/ 42 w 61"/>
                <a:gd name="T31" fmla="*/ 44 h 66"/>
                <a:gd name="T32" fmla="*/ 52 w 61"/>
                <a:gd name="T33" fmla="*/ 66 h 66"/>
                <a:gd name="T34" fmla="*/ 33 w 61"/>
                <a:gd name="T35" fmla="*/ 40 h 66"/>
                <a:gd name="T36" fmla="*/ 16 w 61"/>
                <a:gd name="T37" fmla="*/ 52 h 66"/>
                <a:gd name="T38" fmla="*/ 14 w 61"/>
                <a:gd name="T39" fmla="*/ 47 h 66"/>
                <a:gd name="T40" fmla="*/ 24 w 61"/>
                <a:gd name="T41" fmla="*/ 25 h 66"/>
                <a:gd name="T42" fmla="*/ 39 w 61"/>
                <a:gd name="T43" fmla="*/ 12 h 66"/>
                <a:gd name="T44" fmla="*/ 42 w 61"/>
                <a:gd name="T45" fmla="*/ 14 h 66"/>
                <a:gd name="T46" fmla="*/ 43 w 61"/>
                <a:gd name="T47" fmla="*/ 19 h 66"/>
                <a:gd name="T48" fmla="*/ 33 w 61"/>
                <a:gd name="T49" fmla="*/ 4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1" h="66">
                  <a:moveTo>
                    <a:pt x="52" y="66"/>
                  </a:moveTo>
                  <a:cubicBezTo>
                    <a:pt x="54" y="66"/>
                    <a:pt x="56" y="65"/>
                    <a:pt x="58" y="64"/>
                  </a:cubicBezTo>
                  <a:cubicBezTo>
                    <a:pt x="60" y="63"/>
                    <a:pt x="61" y="61"/>
                    <a:pt x="61" y="59"/>
                  </a:cubicBezTo>
                  <a:cubicBezTo>
                    <a:pt x="61" y="58"/>
                    <a:pt x="60" y="57"/>
                    <a:pt x="59" y="56"/>
                  </a:cubicBezTo>
                  <a:cubicBezTo>
                    <a:pt x="57" y="55"/>
                    <a:pt x="56" y="55"/>
                    <a:pt x="56" y="54"/>
                  </a:cubicBezTo>
                  <a:cubicBezTo>
                    <a:pt x="56" y="53"/>
                    <a:pt x="55" y="52"/>
                    <a:pt x="54" y="50"/>
                  </a:cubicBezTo>
                  <a:cubicBezTo>
                    <a:pt x="54" y="48"/>
                    <a:pt x="53" y="45"/>
                    <a:pt x="53" y="40"/>
                  </a:cubicBezTo>
                  <a:cubicBezTo>
                    <a:pt x="53" y="35"/>
                    <a:pt x="54" y="29"/>
                    <a:pt x="56" y="21"/>
                  </a:cubicBezTo>
                  <a:cubicBezTo>
                    <a:pt x="57" y="17"/>
                    <a:pt x="57" y="14"/>
                    <a:pt x="57" y="12"/>
                  </a:cubicBezTo>
                  <a:cubicBezTo>
                    <a:pt x="57" y="9"/>
                    <a:pt x="55" y="7"/>
                    <a:pt x="50" y="7"/>
                  </a:cubicBezTo>
                  <a:cubicBezTo>
                    <a:pt x="49" y="2"/>
                    <a:pt x="46" y="0"/>
                    <a:pt x="41" y="0"/>
                  </a:cubicBezTo>
                  <a:cubicBezTo>
                    <a:pt x="32" y="0"/>
                    <a:pt x="23" y="6"/>
                    <a:pt x="14" y="17"/>
                  </a:cubicBezTo>
                  <a:cubicBezTo>
                    <a:pt x="5" y="29"/>
                    <a:pt x="0" y="40"/>
                    <a:pt x="0" y="50"/>
                  </a:cubicBezTo>
                  <a:cubicBezTo>
                    <a:pt x="0" y="54"/>
                    <a:pt x="2" y="57"/>
                    <a:pt x="4" y="60"/>
                  </a:cubicBezTo>
                  <a:cubicBezTo>
                    <a:pt x="7" y="63"/>
                    <a:pt x="10" y="64"/>
                    <a:pt x="13" y="64"/>
                  </a:cubicBezTo>
                  <a:cubicBezTo>
                    <a:pt x="22" y="64"/>
                    <a:pt x="32" y="58"/>
                    <a:pt x="42" y="44"/>
                  </a:cubicBezTo>
                  <a:cubicBezTo>
                    <a:pt x="41" y="59"/>
                    <a:pt x="45" y="66"/>
                    <a:pt x="52" y="66"/>
                  </a:cubicBezTo>
                  <a:close/>
                  <a:moveTo>
                    <a:pt x="33" y="40"/>
                  </a:moveTo>
                  <a:cubicBezTo>
                    <a:pt x="26" y="48"/>
                    <a:pt x="21" y="52"/>
                    <a:pt x="16" y="52"/>
                  </a:cubicBezTo>
                  <a:cubicBezTo>
                    <a:pt x="15" y="52"/>
                    <a:pt x="14" y="50"/>
                    <a:pt x="14" y="47"/>
                  </a:cubicBezTo>
                  <a:cubicBezTo>
                    <a:pt x="14" y="41"/>
                    <a:pt x="17" y="34"/>
                    <a:pt x="24" y="25"/>
                  </a:cubicBezTo>
                  <a:cubicBezTo>
                    <a:pt x="30" y="17"/>
                    <a:pt x="35" y="12"/>
                    <a:pt x="39" y="12"/>
                  </a:cubicBezTo>
                  <a:cubicBezTo>
                    <a:pt x="40" y="12"/>
                    <a:pt x="41" y="13"/>
                    <a:pt x="42" y="14"/>
                  </a:cubicBezTo>
                  <a:cubicBezTo>
                    <a:pt x="42" y="15"/>
                    <a:pt x="43" y="17"/>
                    <a:pt x="43" y="19"/>
                  </a:cubicBezTo>
                  <a:cubicBezTo>
                    <a:pt x="43" y="25"/>
                    <a:pt x="40" y="32"/>
                    <a:pt x="33"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 name="Freeform 212"/>
            <p:cNvSpPr>
              <a:spLocks/>
            </p:cNvSpPr>
            <p:nvPr/>
          </p:nvSpPr>
          <p:spPr bwMode="auto">
            <a:xfrm>
              <a:off x="5543550" y="4476750"/>
              <a:ext cx="106363" cy="85725"/>
            </a:xfrm>
            <a:custGeom>
              <a:avLst/>
              <a:gdLst>
                <a:gd name="T0" fmla="*/ 59 w 73"/>
                <a:gd name="T1" fmla="*/ 56 h 59"/>
                <a:gd name="T2" fmla="*/ 69 w 73"/>
                <a:gd name="T3" fmla="*/ 53 h 59"/>
                <a:gd name="T4" fmla="*/ 73 w 73"/>
                <a:gd name="T5" fmla="*/ 46 h 59"/>
                <a:gd name="T6" fmla="*/ 70 w 73"/>
                <a:gd name="T7" fmla="*/ 43 h 59"/>
                <a:gd name="T8" fmla="*/ 67 w 73"/>
                <a:gd name="T9" fmla="*/ 44 h 59"/>
                <a:gd name="T10" fmla="*/ 64 w 73"/>
                <a:gd name="T11" fmla="*/ 44 h 59"/>
                <a:gd name="T12" fmla="*/ 58 w 73"/>
                <a:gd name="T13" fmla="*/ 23 h 59"/>
                <a:gd name="T14" fmla="*/ 43 w 73"/>
                <a:gd name="T15" fmla="*/ 2 h 59"/>
                <a:gd name="T16" fmla="*/ 15 w 73"/>
                <a:gd name="T17" fmla="*/ 31 h 59"/>
                <a:gd name="T18" fmla="*/ 18 w 73"/>
                <a:gd name="T19" fmla="*/ 10 h 59"/>
                <a:gd name="T20" fmla="*/ 16 w 73"/>
                <a:gd name="T21" fmla="*/ 1 h 59"/>
                <a:gd name="T22" fmla="*/ 11 w 73"/>
                <a:gd name="T23" fmla="*/ 0 h 59"/>
                <a:gd name="T24" fmla="*/ 6 w 73"/>
                <a:gd name="T25" fmla="*/ 3 h 59"/>
                <a:gd name="T26" fmla="*/ 4 w 73"/>
                <a:gd name="T27" fmla="*/ 9 h 59"/>
                <a:gd name="T28" fmla="*/ 2 w 73"/>
                <a:gd name="T29" fmla="*/ 39 h 59"/>
                <a:gd name="T30" fmla="*/ 0 w 73"/>
                <a:gd name="T31" fmla="*/ 51 h 59"/>
                <a:gd name="T32" fmla="*/ 9 w 73"/>
                <a:gd name="T33" fmla="*/ 59 h 59"/>
                <a:gd name="T34" fmla="*/ 11 w 73"/>
                <a:gd name="T35" fmla="*/ 58 h 59"/>
                <a:gd name="T36" fmla="*/ 13 w 73"/>
                <a:gd name="T37" fmla="*/ 54 h 59"/>
                <a:gd name="T38" fmla="*/ 26 w 73"/>
                <a:gd name="T39" fmla="*/ 31 h 59"/>
                <a:gd name="T40" fmla="*/ 40 w 73"/>
                <a:gd name="T41" fmla="*/ 16 h 59"/>
                <a:gd name="T42" fmla="*/ 46 w 73"/>
                <a:gd name="T43" fmla="*/ 31 h 59"/>
                <a:gd name="T44" fmla="*/ 50 w 73"/>
                <a:gd name="T45" fmla="*/ 50 h 59"/>
                <a:gd name="T46" fmla="*/ 50 w 73"/>
                <a:gd name="T47" fmla="*/ 50 h 59"/>
                <a:gd name="T48" fmla="*/ 59 w 73"/>
                <a:gd name="T49" fmla="*/ 56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3" h="59">
                  <a:moveTo>
                    <a:pt x="59" y="56"/>
                  </a:moveTo>
                  <a:cubicBezTo>
                    <a:pt x="63" y="56"/>
                    <a:pt x="66" y="55"/>
                    <a:pt x="69" y="53"/>
                  </a:cubicBezTo>
                  <a:cubicBezTo>
                    <a:pt x="71" y="50"/>
                    <a:pt x="73" y="48"/>
                    <a:pt x="73" y="46"/>
                  </a:cubicBezTo>
                  <a:cubicBezTo>
                    <a:pt x="73" y="44"/>
                    <a:pt x="72" y="43"/>
                    <a:pt x="70" y="43"/>
                  </a:cubicBezTo>
                  <a:cubicBezTo>
                    <a:pt x="69" y="43"/>
                    <a:pt x="68" y="43"/>
                    <a:pt x="67" y="44"/>
                  </a:cubicBezTo>
                  <a:cubicBezTo>
                    <a:pt x="65" y="44"/>
                    <a:pt x="64" y="44"/>
                    <a:pt x="64" y="44"/>
                  </a:cubicBezTo>
                  <a:cubicBezTo>
                    <a:pt x="62" y="44"/>
                    <a:pt x="60" y="37"/>
                    <a:pt x="58" y="23"/>
                  </a:cubicBezTo>
                  <a:cubicBezTo>
                    <a:pt x="57" y="9"/>
                    <a:pt x="52" y="2"/>
                    <a:pt x="43" y="2"/>
                  </a:cubicBezTo>
                  <a:cubicBezTo>
                    <a:pt x="32" y="2"/>
                    <a:pt x="23" y="12"/>
                    <a:pt x="15" y="31"/>
                  </a:cubicBezTo>
                  <a:cubicBezTo>
                    <a:pt x="17" y="21"/>
                    <a:pt x="18" y="14"/>
                    <a:pt x="18" y="10"/>
                  </a:cubicBezTo>
                  <a:cubicBezTo>
                    <a:pt x="18" y="5"/>
                    <a:pt x="18" y="2"/>
                    <a:pt x="16" y="1"/>
                  </a:cubicBezTo>
                  <a:cubicBezTo>
                    <a:pt x="15" y="0"/>
                    <a:pt x="13" y="0"/>
                    <a:pt x="11" y="0"/>
                  </a:cubicBezTo>
                  <a:cubicBezTo>
                    <a:pt x="9" y="0"/>
                    <a:pt x="8" y="1"/>
                    <a:pt x="6" y="3"/>
                  </a:cubicBezTo>
                  <a:cubicBezTo>
                    <a:pt x="5" y="5"/>
                    <a:pt x="4" y="7"/>
                    <a:pt x="4" y="9"/>
                  </a:cubicBezTo>
                  <a:cubicBezTo>
                    <a:pt x="4" y="20"/>
                    <a:pt x="3" y="31"/>
                    <a:pt x="2" y="39"/>
                  </a:cubicBezTo>
                  <a:cubicBezTo>
                    <a:pt x="1" y="45"/>
                    <a:pt x="0" y="49"/>
                    <a:pt x="0" y="51"/>
                  </a:cubicBezTo>
                  <a:cubicBezTo>
                    <a:pt x="0" y="56"/>
                    <a:pt x="3" y="59"/>
                    <a:pt x="9" y="59"/>
                  </a:cubicBezTo>
                  <a:cubicBezTo>
                    <a:pt x="10" y="59"/>
                    <a:pt x="11" y="59"/>
                    <a:pt x="11" y="58"/>
                  </a:cubicBezTo>
                  <a:cubicBezTo>
                    <a:pt x="12" y="57"/>
                    <a:pt x="13" y="56"/>
                    <a:pt x="13" y="54"/>
                  </a:cubicBezTo>
                  <a:cubicBezTo>
                    <a:pt x="15" y="49"/>
                    <a:pt x="19" y="42"/>
                    <a:pt x="26" y="31"/>
                  </a:cubicBezTo>
                  <a:cubicBezTo>
                    <a:pt x="33" y="21"/>
                    <a:pt x="37" y="16"/>
                    <a:pt x="40" y="16"/>
                  </a:cubicBezTo>
                  <a:cubicBezTo>
                    <a:pt x="43" y="16"/>
                    <a:pt x="45" y="21"/>
                    <a:pt x="46" y="31"/>
                  </a:cubicBezTo>
                  <a:cubicBezTo>
                    <a:pt x="47" y="40"/>
                    <a:pt x="48" y="47"/>
                    <a:pt x="50" y="50"/>
                  </a:cubicBezTo>
                  <a:cubicBezTo>
                    <a:pt x="50" y="50"/>
                    <a:pt x="50" y="50"/>
                    <a:pt x="50" y="50"/>
                  </a:cubicBezTo>
                  <a:cubicBezTo>
                    <a:pt x="52" y="54"/>
                    <a:pt x="55" y="56"/>
                    <a:pt x="59" y="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 name="Freeform 213"/>
            <p:cNvSpPr>
              <a:spLocks/>
            </p:cNvSpPr>
            <p:nvPr/>
          </p:nvSpPr>
          <p:spPr bwMode="auto">
            <a:xfrm>
              <a:off x="5649913" y="4441825"/>
              <a:ext cx="82550" cy="123825"/>
            </a:xfrm>
            <a:custGeom>
              <a:avLst/>
              <a:gdLst>
                <a:gd name="T0" fmla="*/ 29 w 57"/>
                <a:gd name="T1" fmla="*/ 37 h 86"/>
                <a:gd name="T2" fmla="*/ 49 w 57"/>
                <a:gd name="T3" fmla="*/ 34 h 86"/>
                <a:gd name="T4" fmla="*/ 57 w 57"/>
                <a:gd name="T5" fmla="*/ 27 h 86"/>
                <a:gd name="T6" fmla="*/ 56 w 57"/>
                <a:gd name="T7" fmla="*/ 24 h 86"/>
                <a:gd name="T8" fmla="*/ 52 w 57"/>
                <a:gd name="T9" fmla="*/ 23 h 86"/>
                <a:gd name="T10" fmla="*/ 32 w 57"/>
                <a:gd name="T11" fmla="*/ 24 h 86"/>
                <a:gd name="T12" fmla="*/ 37 w 57"/>
                <a:gd name="T13" fmla="*/ 7 h 86"/>
                <a:gd name="T14" fmla="*/ 35 w 57"/>
                <a:gd name="T15" fmla="*/ 2 h 86"/>
                <a:gd name="T16" fmla="*/ 30 w 57"/>
                <a:gd name="T17" fmla="*/ 0 h 86"/>
                <a:gd name="T18" fmla="*/ 23 w 57"/>
                <a:gd name="T19" fmla="*/ 7 h 86"/>
                <a:gd name="T20" fmla="*/ 18 w 57"/>
                <a:gd name="T21" fmla="*/ 26 h 86"/>
                <a:gd name="T22" fmla="*/ 6 w 57"/>
                <a:gd name="T23" fmla="*/ 26 h 86"/>
                <a:gd name="T24" fmla="*/ 0 w 57"/>
                <a:gd name="T25" fmla="*/ 31 h 86"/>
                <a:gd name="T26" fmla="*/ 3 w 57"/>
                <a:gd name="T27" fmla="*/ 36 h 86"/>
                <a:gd name="T28" fmla="*/ 8 w 57"/>
                <a:gd name="T29" fmla="*/ 38 h 86"/>
                <a:gd name="T30" fmla="*/ 10 w 57"/>
                <a:gd name="T31" fmla="*/ 38 h 86"/>
                <a:gd name="T32" fmla="*/ 15 w 57"/>
                <a:gd name="T33" fmla="*/ 38 h 86"/>
                <a:gd name="T34" fmla="*/ 9 w 57"/>
                <a:gd name="T35" fmla="*/ 69 h 86"/>
                <a:gd name="T36" fmla="*/ 13 w 57"/>
                <a:gd name="T37" fmla="*/ 82 h 86"/>
                <a:gd name="T38" fmla="*/ 24 w 57"/>
                <a:gd name="T39" fmla="*/ 86 h 86"/>
                <a:gd name="T40" fmla="*/ 42 w 57"/>
                <a:gd name="T41" fmla="*/ 80 h 86"/>
                <a:gd name="T42" fmla="*/ 50 w 57"/>
                <a:gd name="T43" fmla="*/ 68 h 86"/>
                <a:gd name="T44" fmla="*/ 49 w 57"/>
                <a:gd name="T45" fmla="*/ 66 h 86"/>
                <a:gd name="T46" fmla="*/ 46 w 57"/>
                <a:gd name="T47" fmla="*/ 65 h 86"/>
                <a:gd name="T48" fmla="*/ 41 w 57"/>
                <a:gd name="T49" fmla="*/ 68 h 86"/>
                <a:gd name="T50" fmla="*/ 33 w 57"/>
                <a:gd name="T51" fmla="*/ 73 h 86"/>
                <a:gd name="T52" fmla="*/ 27 w 57"/>
                <a:gd name="T53" fmla="*/ 74 h 86"/>
                <a:gd name="T54" fmla="*/ 24 w 57"/>
                <a:gd name="T55" fmla="*/ 72 h 86"/>
                <a:gd name="T56" fmla="*/ 23 w 57"/>
                <a:gd name="T57" fmla="*/ 65 h 86"/>
                <a:gd name="T58" fmla="*/ 26 w 57"/>
                <a:gd name="T59" fmla="*/ 50 h 86"/>
                <a:gd name="T60" fmla="*/ 29 w 57"/>
                <a:gd name="T61" fmla="*/ 3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7" h="86">
                  <a:moveTo>
                    <a:pt x="29" y="37"/>
                  </a:moveTo>
                  <a:cubicBezTo>
                    <a:pt x="49" y="34"/>
                    <a:pt x="49" y="34"/>
                    <a:pt x="49" y="34"/>
                  </a:cubicBezTo>
                  <a:cubicBezTo>
                    <a:pt x="54" y="33"/>
                    <a:pt x="57" y="30"/>
                    <a:pt x="57" y="27"/>
                  </a:cubicBezTo>
                  <a:cubicBezTo>
                    <a:pt x="57" y="25"/>
                    <a:pt x="57" y="24"/>
                    <a:pt x="56" y="24"/>
                  </a:cubicBezTo>
                  <a:cubicBezTo>
                    <a:pt x="56" y="23"/>
                    <a:pt x="54" y="23"/>
                    <a:pt x="52" y="23"/>
                  </a:cubicBezTo>
                  <a:cubicBezTo>
                    <a:pt x="51" y="23"/>
                    <a:pt x="44" y="23"/>
                    <a:pt x="32" y="24"/>
                  </a:cubicBezTo>
                  <a:cubicBezTo>
                    <a:pt x="35" y="13"/>
                    <a:pt x="37" y="7"/>
                    <a:pt x="37" y="7"/>
                  </a:cubicBezTo>
                  <a:cubicBezTo>
                    <a:pt x="37" y="5"/>
                    <a:pt x="37" y="4"/>
                    <a:pt x="35" y="2"/>
                  </a:cubicBezTo>
                  <a:cubicBezTo>
                    <a:pt x="34" y="1"/>
                    <a:pt x="32" y="0"/>
                    <a:pt x="30" y="0"/>
                  </a:cubicBezTo>
                  <a:cubicBezTo>
                    <a:pt x="27" y="0"/>
                    <a:pt x="24" y="3"/>
                    <a:pt x="23" y="7"/>
                  </a:cubicBezTo>
                  <a:cubicBezTo>
                    <a:pt x="21" y="15"/>
                    <a:pt x="20" y="21"/>
                    <a:pt x="18" y="26"/>
                  </a:cubicBezTo>
                  <a:cubicBezTo>
                    <a:pt x="6" y="26"/>
                    <a:pt x="6" y="26"/>
                    <a:pt x="6" y="26"/>
                  </a:cubicBezTo>
                  <a:cubicBezTo>
                    <a:pt x="2" y="26"/>
                    <a:pt x="0" y="28"/>
                    <a:pt x="0" y="31"/>
                  </a:cubicBezTo>
                  <a:cubicBezTo>
                    <a:pt x="0" y="33"/>
                    <a:pt x="1" y="35"/>
                    <a:pt x="3" y="36"/>
                  </a:cubicBezTo>
                  <a:cubicBezTo>
                    <a:pt x="5" y="38"/>
                    <a:pt x="7" y="38"/>
                    <a:pt x="8" y="38"/>
                  </a:cubicBezTo>
                  <a:cubicBezTo>
                    <a:pt x="10" y="38"/>
                    <a:pt x="10" y="38"/>
                    <a:pt x="10" y="38"/>
                  </a:cubicBezTo>
                  <a:cubicBezTo>
                    <a:pt x="11" y="38"/>
                    <a:pt x="12" y="38"/>
                    <a:pt x="15" y="38"/>
                  </a:cubicBezTo>
                  <a:cubicBezTo>
                    <a:pt x="11" y="53"/>
                    <a:pt x="9" y="64"/>
                    <a:pt x="9" y="69"/>
                  </a:cubicBezTo>
                  <a:cubicBezTo>
                    <a:pt x="9" y="74"/>
                    <a:pt x="10" y="79"/>
                    <a:pt x="13" y="82"/>
                  </a:cubicBezTo>
                  <a:cubicBezTo>
                    <a:pt x="16" y="85"/>
                    <a:pt x="19" y="86"/>
                    <a:pt x="24" y="86"/>
                  </a:cubicBezTo>
                  <a:cubicBezTo>
                    <a:pt x="30" y="86"/>
                    <a:pt x="36" y="84"/>
                    <a:pt x="42" y="80"/>
                  </a:cubicBezTo>
                  <a:cubicBezTo>
                    <a:pt x="47" y="75"/>
                    <a:pt x="50" y="72"/>
                    <a:pt x="50" y="68"/>
                  </a:cubicBezTo>
                  <a:cubicBezTo>
                    <a:pt x="50" y="67"/>
                    <a:pt x="49" y="67"/>
                    <a:pt x="49" y="66"/>
                  </a:cubicBezTo>
                  <a:cubicBezTo>
                    <a:pt x="48" y="65"/>
                    <a:pt x="47" y="65"/>
                    <a:pt x="46" y="65"/>
                  </a:cubicBezTo>
                  <a:cubicBezTo>
                    <a:pt x="45" y="65"/>
                    <a:pt x="43" y="66"/>
                    <a:pt x="41" y="68"/>
                  </a:cubicBezTo>
                  <a:cubicBezTo>
                    <a:pt x="38" y="70"/>
                    <a:pt x="35" y="72"/>
                    <a:pt x="33" y="73"/>
                  </a:cubicBezTo>
                  <a:cubicBezTo>
                    <a:pt x="31" y="73"/>
                    <a:pt x="29" y="74"/>
                    <a:pt x="27" y="74"/>
                  </a:cubicBezTo>
                  <a:cubicBezTo>
                    <a:pt x="26" y="74"/>
                    <a:pt x="24" y="73"/>
                    <a:pt x="24" y="72"/>
                  </a:cubicBezTo>
                  <a:cubicBezTo>
                    <a:pt x="23" y="71"/>
                    <a:pt x="23" y="68"/>
                    <a:pt x="23" y="65"/>
                  </a:cubicBezTo>
                  <a:cubicBezTo>
                    <a:pt x="23" y="63"/>
                    <a:pt x="24" y="58"/>
                    <a:pt x="26" y="50"/>
                  </a:cubicBezTo>
                  <a:cubicBezTo>
                    <a:pt x="27" y="41"/>
                    <a:pt x="28" y="37"/>
                    <a:pt x="29"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 name="Freeform 214"/>
            <p:cNvSpPr>
              <a:spLocks/>
            </p:cNvSpPr>
            <p:nvPr/>
          </p:nvSpPr>
          <p:spPr bwMode="auto">
            <a:xfrm>
              <a:off x="5756275" y="4427538"/>
              <a:ext cx="26988" cy="25400"/>
            </a:xfrm>
            <a:custGeom>
              <a:avLst/>
              <a:gdLst>
                <a:gd name="T0" fmla="*/ 15 w 19"/>
                <a:gd name="T1" fmla="*/ 14 h 17"/>
                <a:gd name="T2" fmla="*/ 19 w 19"/>
                <a:gd name="T3" fmla="*/ 7 h 17"/>
                <a:gd name="T4" fmla="*/ 17 w 19"/>
                <a:gd name="T5" fmla="*/ 2 h 17"/>
                <a:gd name="T6" fmla="*/ 10 w 19"/>
                <a:gd name="T7" fmla="*/ 0 h 17"/>
                <a:gd name="T8" fmla="*/ 3 w 19"/>
                <a:gd name="T9" fmla="*/ 2 h 17"/>
                <a:gd name="T10" fmla="*/ 0 w 19"/>
                <a:gd name="T11" fmla="*/ 9 h 17"/>
                <a:gd name="T12" fmla="*/ 3 w 19"/>
                <a:gd name="T13" fmla="*/ 15 h 17"/>
                <a:gd name="T14" fmla="*/ 9 w 19"/>
                <a:gd name="T15" fmla="*/ 17 h 17"/>
                <a:gd name="T16" fmla="*/ 15 w 19"/>
                <a:gd name="T17" fmla="*/ 1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7">
                  <a:moveTo>
                    <a:pt x="15" y="14"/>
                  </a:moveTo>
                  <a:cubicBezTo>
                    <a:pt x="18" y="12"/>
                    <a:pt x="19" y="10"/>
                    <a:pt x="19" y="7"/>
                  </a:cubicBezTo>
                  <a:cubicBezTo>
                    <a:pt x="19" y="5"/>
                    <a:pt x="18" y="3"/>
                    <a:pt x="17" y="2"/>
                  </a:cubicBezTo>
                  <a:cubicBezTo>
                    <a:pt x="15" y="0"/>
                    <a:pt x="13" y="0"/>
                    <a:pt x="10" y="0"/>
                  </a:cubicBezTo>
                  <a:cubicBezTo>
                    <a:pt x="7" y="0"/>
                    <a:pt x="5" y="0"/>
                    <a:pt x="3" y="2"/>
                  </a:cubicBezTo>
                  <a:cubicBezTo>
                    <a:pt x="1" y="4"/>
                    <a:pt x="0" y="6"/>
                    <a:pt x="0" y="9"/>
                  </a:cubicBezTo>
                  <a:cubicBezTo>
                    <a:pt x="0" y="11"/>
                    <a:pt x="1" y="13"/>
                    <a:pt x="3" y="15"/>
                  </a:cubicBezTo>
                  <a:cubicBezTo>
                    <a:pt x="5" y="16"/>
                    <a:pt x="7" y="17"/>
                    <a:pt x="9" y="17"/>
                  </a:cubicBezTo>
                  <a:cubicBezTo>
                    <a:pt x="11" y="17"/>
                    <a:pt x="13" y="16"/>
                    <a:pt x="15"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 name="Freeform 215"/>
            <p:cNvSpPr>
              <a:spLocks/>
            </p:cNvSpPr>
            <p:nvPr/>
          </p:nvSpPr>
          <p:spPr bwMode="auto">
            <a:xfrm>
              <a:off x="5738813" y="4475163"/>
              <a:ext cx="30163" cy="92075"/>
            </a:xfrm>
            <a:custGeom>
              <a:avLst/>
              <a:gdLst>
                <a:gd name="T0" fmla="*/ 18 w 21"/>
                <a:gd name="T1" fmla="*/ 16 h 63"/>
                <a:gd name="T2" fmla="*/ 18 w 21"/>
                <a:gd name="T3" fmla="*/ 15 h 63"/>
                <a:gd name="T4" fmla="*/ 21 w 21"/>
                <a:gd name="T5" fmla="*/ 5 h 63"/>
                <a:gd name="T6" fmla="*/ 18 w 21"/>
                <a:gd name="T7" fmla="*/ 1 h 63"/>
                <a:gd name="T8" fmla="*/ 12 w 21"/>
                <a:gd name="T9" fmla="*/ 0 h 63"/>
                <a:gd name="T10" fmla="*/ 7 w 21"/>
                <a:gd name="T11" fmla="*/ 2 h 63"/>
                <a:gd name="T12" fmla="*/ 5 w 21"/>
                <a:gd name="T13" fmla="*/ 10 h 63"/>
                <a:gd name="T14" fmla="*/ 3 w 21"/>
                <a:gd name="T15" fmla="*/ 21 h 63"/>
                <a:gd name="T16" fmla="*/ 3 w 21"/>
                <a:gd name="T17" fmla="*/ 21 h 63"/>
                <a:gd name="T18" fmla="*/ 2 w 21"/>
                <a:gd name="T19" fmla="*/ 27 h 63"/>
                <a:gd name="T20" fmla="*/ 0 w 21"/>
                <a:gd name="T21" fmla="*/ 51 h 63"/>
                <a:gd name="T22" fmla="*/ 7 w 21"/>
                <a:gd name="T23" fmla="*/ 63 h 63"/>
                <a:gd name="T24" fmla="*/ 12 w 21"/>
                <a:gd name="T25" fmla="*/ 60 h 63"/>
                <a:gd name="T26" fmla="*/ 15 w 21"/>
                <a:gd name="T27" fmla="*/ 57 h 63"/>
                <a:gd name="T28" fmla="*/ 15 w 21"/>
                <a:gd name="T29" fmla="*/ 55 h 63"/>
                <a:gd name="T30" fmla="*/ 14 w 21"/>
                <a:gd name="T31" fmla="*/ 46 h 63"/>
                <a:gd name="T32" fmla="*/ 14 w 21"/>
                <a:gd name="T33" fmla="*/ 34 h 63"/>
                <a:gd name="T34" fmla="*/ 18 w 21"/>
                <a:gd name="T35" fmla="*/ 1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63">
                  <a:moveTo>
                    <a:pt x="18" y="16"/>
                  </a:moveTo>
                  <a:cubicBezTo>
                    <a:pt x="18" y="15"/>
                    <a:pt x="18" y="15"/>
                    <a:pt x="18" y="15"/>
                  </a:cubicBezTo>
                  <a:cubicBezTo>
                    <a:pt x="20" y="10"/>
                    <a:pt x="21" y="7"/>
                    <a:pt x="21" y="5"/>
                  </a:cubicBezTo>
                  <a:cubicBezTo>
                    <a:pt x="21" y="4"/>
                    <a:pt x="20" y="3"/>
                    <a:pt x="18" y="1"/>
                  </a:cubicBezTo>
                  <a:cubicBezTo>
                    <a:pt x="17" y="0"/>
                    <a:pt x="15" y="0"/>
                    <a:pt x="12" y="0"/>
                  </a:cubicBezTo>
                  <a:cubicBezTo>
                    <a:pt x="10" y="0"/>
                    <a:pt x="8" y="0"/>
                    <a:pt x="7" y="2"/>
                  </a:cubicBezTo>
                  <a:cubicBezTo>
                    <a:pt x="6" y="4"/>
                    <a:pt x="5" y="7"/>
                    <a:pt x="5" y="10"/>
                  </a:cubicBezTo>
                  <a:cubicBezTo>
                    <a:pt x="5" y="11"/>
                    <a:pt x="5" y="14"/>
                    <a:pt x="3" y="21"/>
                  </a:cubicBezTo>
                  <a:cubicBezTo>
                    <a:pt x="3" y="21"/>
                    <a:pt x="3" y="21"/>
                    <a:pt x="3" y="21"/>
                  </a:cubicBezTo>
                  <a:cubicBezTo>
                    <a:pt x="3" y="23"/>
                    <a:pt x="3" y="25"/>
                    <a:pt x="2" y="27"/>
                  </a:cubicBezTo>
                  <a:cubicBezTo>
                    <a:pt x="0" y="37"/>
                    <a:pt x="0" y="45"/>
                    <a:pt x="0" y="51"/>
                  </a:cubicBezTo>
                  <a:cubicBezTo>
                    <a:pt x="0" y="59"/>
                    <a:pt x="2" y="63"/>
                    <a:pt x="7" y="63"/>
                  </a:cubicBezTo>
                  <a:cubicBezTo>
                    <a:pt x="9" y="63"/>
                    <a:pt x="11" y="62"/>
                    <a:pt x="12" y="60"/>
                  </a:cubicBezTo>
                  <a:cubicBezTo>
                    <a:pt x="14" y="59"/>
                    <a:pt x="15" y="58"/>
                    <a:pt x="15" y="57"/>
                  </a:cubicBezTo>
                  <a:cubicBezTo>
                    <a:pt x="15" y="56"/>
                    <a:pt x="15" y="56"/>
                    <a:pt x="15" y="55"/>
                  </a:cubicBezTo>
                  <a:cubicBezTo>
                    <a:pt x="14" y="51"/>
                    <a:pt x="14" y="48"/>
                    <a:pt x="14" y="46"/>
                  </a:cubicBezTo>
                  <a:cubicBezTo>
                    <a:pt x="14" y="43"/>
                    <a:pt x="14" y="39"/>
                    <a:pt x="14" y="34"/>
                  </a:cubicBezTo>
                  <a:cubicBezTo>
                    <a:pt x="15" y="30"/>
                    <a:pt x="16" y="24"/>
                    <a:pt x="1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 name="Freeform 216"/>
            <p:cNvSpPr>
              <a:spLocks noEditPoints="1"/>
            </p:cNvSpPr>
            <p:nvPr/>
          </p:nvSpPr>
          <p:spPr bwMode="auto">
            <a:xfrm>
              <a:off x="5783263" y="4468813"/>
              <a:ext cx="77788" cy="96838"/>
            </a:xfrm>
            <a:custGeom>
              <a:avLst/>
              <a:gdLst>
                <a:gd name="T0" fmla="*/ 16 w 53"/>
                <a:gd name="T1" fmla="*/ 45 h 67"/>
                <a:gd name="T2" fmla="*/ 40 w 53"/>
                <a:gd name="T3" fmla="*/ 33 h 67"/>
                <a:gd name="T4" fmla="*/ 50 w 53"/>
                <a:gd name="T5" fmla="*/ 14 h 67"/>
                <a:gd name="T6" fmla="*/ 46 w 53"/>
                <a:gd name="T7" fmla="*/ 4 h 67"/>
                <a:gd name="T8" fmla="*/ 35 w 53"/>
                <a:gd name="T9" fmla="*/ 0 h 67"/>
                <a:gd name="T10" fmla="*/ 11 w 53"/>
                <a:gd name="T11" fmla="*/ 14 h 67"/>
                <a:gd name="T12" fmla="*/ 0 w 53"/>
                <a:gd name="T13" fmla="*/ 44 h 67"/>
                <a:gd name="T14" fmla="*/ 5 w 53"/>
                <a:gd name="T15" fmla="*/ 61 h 67"/>
                <a:gd name="T16" fmla="*/ 21 w 53"/>
                <a:gd name="T17" fmla="*/ 67 h 67"/>
                <a:gd name="T18" fmla="*/ 43 w 53"/>
                <a:gd name="T19" fmla="*/ 59 h 67"/>
                <a:gd name="T20" fmla="*/ 53 w 53"/>
                <a:gd name="T21" fmla="*/ 45 h 67"/>
                <a:gd name="T22" fmla="*/ 50 w 53"/>
                <a:gd name="T23" fmla="*/ 41 h 67"/>
                <a:gd name="T24" fmla="*/ 46 w 53"/>
                <a:gd name="T25" fmla="*/ 43 h 67"/>
                <a:gd name="T26" fmla="*/ 23 w 53"/>
                <a:gd name="T27" fmla="*/ 55 h 67"/>
                <a:gd name="T28" fmla="*/ 16 w 53"/>
                <a:gd name="T29" fmla="*/ 53 h 67"/>
                <a:gd name="T30" fmla="*/ 14 w 53"/>
                <a:gd name="T31" fmla="*/ 47 h 67"/>
                <a:gd name="T32" fmla="*/ 16 w 53"/>
                <a:gd name="T33" fmla="*/ 45 h 67"/>
                <a:gd name="T34" fmla="*/ 23 w 53"/>
                <a:gd name="T35" fmla="*/ 19 h 67"/>
                <a:gd name="T36" fmla="*/ 34 w 53"/>
                <a:gd name="T37" fmla="*/ 12 h 67"/>
                <a:gd name="T38" fmla="*/ 37 w 53"/>
                <a:gd name="T39" fmla="*/ 13 h 67"/>
                <a:gd name="T40" fmla="*/ 38 w 53"/>
                <a:gd name="T41" fmla="*/ 16 h 67"/>
                <a:gd name="T42" fmla="*/ 31 w 53"/>
                <a:gd name="T43" fmla="*/ 27 h 67"/>
                <a:gd name="T44" fmla="*/ 15 w 53"/>
                <a:gd name="T45" fmla="*/ 35 h 67"/>
                <a:gd name="T46" fmla="*/ 23 w 53"/>
                <a:gd name="T47" fmla="*/ 1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3" h="67">
                  <a:moveTo>
                    <a:pt x="16" y="45"/>
                  </a:moveTo>
                  <a:cubicBezTo>
                    <a:pt x="26" y="43"/>
                    <a:pt x="34" y="39"/>
                    <a:pt x="40" y="33"/>
                  </a:cubicBezTo>
                  <a:cubicBezTo>
                    <a:pt x="47" y="27"/>
                    <a:pt x="50" y="20"/>
                    <a:pt x="50" y="14"/>
                  </a:cubicBezTo>
                  <a:cubicBezTo>
                    <a:pt x="50" y="10"/>
                    <a:pt x="48" y="7"/>
                    <a:pt x="46" y="4"/>
                  </a:cubicBezTo>
                  <a:cubicBezTo>
                    <a:pt x="43" y="1"/>
                    <a:pt x="40" y="0"/>
                    <a:pt x="35" y="0"/>
                  </a:cubicBezTo>
                  <a:cubicBezTo>
                    <a:pt x="27" y="0"/>
                    <a:pt x="19" y="5"/>
                    <a:pt x="11" y="14"/>
                  </a:cubicBezTo>
                  <a:cubicBezTo>
                    <a:pt x="4" y="23"/>
                    <a:pt x="0" y="33"/>
                    <a:pt x="0" y="44"/>
                  </a:cubicBezTo>
                  <a:cubicBezTo>
                    <a:pt x="0" y="51"/>
                    <a:pt x="2" y="57"/>
                    <a:pt x="5" y="61"/>
                  </a:cubicBezTo>
                  <a:cubicBezTo>
                    <a:pt x="9" y="65"/>
                    <a:pt x="14" y="67"/>
                    <a:pt x="21" y="67"/>
                  </a:cubicBezTo>
                  <a:cubicBezTo>
                    <a:pt x="29" y="67"/>
                    <a:pt x="37" y="65"/>
                    <a:pt x="43" y="59"/>
                  </a:cubicBezTo>
                  <a:cubicBezTo>
                    <a:pt x="50" y="54"/>
                    <a:pt x="53" y="49"/>
                    <a:pt x="53" y="45"/>
                  </a:cubicBezTo>
                  <a:cubicBezTo>
                    <a:pt x="53" y="42"/>
                    <a:pt x="52" y="41"/>
                    <a:pt x="50" y="41"/>
                  </a:cubicBezTo>
                  <a:cubicBezTo>
                    <a:pt x="49" y="41"/>
                    <a:pt x="47" y="42"/>
                    <a:pt x="46" y="43"/>
                  </a:cubicBezTo>
                  <a:cubicBezTo>
                    <a:pt x="38" y="51"/>
                    <a:pt x="31" y="55"/>
                    <a:pt x="23" y="55"/>
                  </a:cubicBezTo>
                  <a:cubicBezTo>
                    <a:pt x="20" y="55"/>
                    <a:pt x="18" y="54"/>
                    <a:pt x="16" y="53"/>
                  </a:cubicBezTo>
                  <a:cubicBezTo>
                    <a:pt x="15" y="51"/>
                    <a:pt x="14" y="49"/>
                    <a:pt x="14" y="47"/>
                  </a:cubicBezTo>
                  <a:cubicBezTo>
                    <a:pt x="14" y="46"/>
                    <a:pt x="14" y="46"/>
                    <a:pt x="16" y="45"/>
                  </a:cubicBezTo>
                  <a:close/>
                  <a:moveTo>
                    <a:pt x="23" y="19"/>
                  </a:moveTo>
                  <a:cubicBezTo>
                    <a:pt x="27" y="14"/>
                    <a:pt x="31" y="12"/>
                    <a:pt x="34" y="12"/>
                  </a:cubicBezTo>
                  <a:cubicBezTo>
                    <a:pt x="35" y="12"/>
                    <a:pt x="36" y="12"/>
                    <a:pt x="37" y="13"/>
                  </a:cubicBezTo>
                  <a:cubicBezTo>
                    <a:pt x="37" y="14"/>
                    <a:pt x="38" y="15"/>
                    <a:pt x="38" y="16"/>
                  </a:cubicBezTo>
                  <a:cubicBezTo>
                    <a:pt x="38" y="19"/>
                    <a:pt x="35" y="23"/>
                    <a:pt x="31" y="27"/>
                  </a:cubicBezTo>
                  <a:cubicBezTo>
                    <a:pt x="26" y="31"/>
                    <a:pt x="21" y="33"/>
                    <a:pt x="15" y="35"/>
                  </a:cubicBezTo>
                  <a:cubicBezTo>
                    <a:pt x="16" y="29"/>
                    <a:pt x="19" y="24"/>
                    <a:pt x="23"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 name="Freeform 217"/>
            <p:cNvSpPr>
              <a:spLocks/>
            </p:cNvSpPr>
            <p:nvPr/>
          </p:nvSpPr>
          <p:spPr bwMode="auto">
            <a:xfrm>
              <a:off x="5864225" y="4465638"/>
              <a:ext cx="69850" cy="101600"/>
            </a:xfrm>
            <a:custGeom>
              <a:avLst/>
              <a:gdLst>
                <a:gd name="T0" fmla="*/ 26 w 48"/>
                <a:gd name="T1" fmla="*/ 16 h 70"/>
                <a:gd name="T2" fmla="*/ 37 w 48"/>
                <a:gd name="T3" fmla="*/ 13 h 70"/>
                <a:gd name="T4" fmla="*/ 40 w 48"/>
                <a:gd name="T5" fmla="*/ 14 h 70"/>
                <a:gd name="T6" fmla="*/ 42 w 48"/>
                <a:gd name="T7" fmla="*/ 14 h 70"/>
                <a:gd name="T8" fmla="*/ 46 w 48"/>
                <a:gd name="T9" fmla="*/ 13 h 70"/>
                <a:gd name="T10" fmla="*/ 48 w 48"/>
                <a:gd name="T11" fmla="*/ 9 h 70"/>
                <a:gd name="T12" fmla="*/ 38 w 48"/>
                <a:gd name="T13" fmla="*/ 0 h 70"/>
                <a:gd name="T14" fmla="*/ 17 w 48"/>
                <a:gd name="T15" fmla="*/ 8 h 70"/>
                <a:gd name="T16" fmla="*/ 6 w 48"/>
                <a:gd name="T17" fmla="*/ 26 h 70"/>
                <a:gd name="T18" fmla="*/ 9 w 48"/>
                <a:gd name="T19" fmla="*/ 35 h 70"/>
                <a:gd name="T20" fmla="*/ 24 w 48"/>
                <a:gd name="T21" fmla="*/ 44 h 70"/>
                <a:gd name="T22" fmla="*/ 34 w 48"/>
                <a:gd name="T23" fmla="*/ 52 h 70"/>
                <a:gd name="T24" fmla="*/ 26 w 48"/>
                <a:gd name="T25" fmla="*/ 56 h 70"/>
                <a:gd name="T26" fmla="*/ 15 w 48"/>
                <a:gd name="T27" fmla="*/ 58 h 70"/>
                <a:gd name="T28" fmla="*/ 11 w 48"/>
                <a:gd name="T29" fmla="*/ 57 h 70"/>
                <a:gd name="T30" fmla="*/ 7 w 48"/>
                <a:gd name="T31" fmla="*/ 56 h 70"/>
                <a:gd name="T32" fmla="*/ 2 w 48"/>
                <a:gd name="T33" fmla="*/ 58 h 70"/>
                <a:gd name="T34" fmla="*/ 0 w 48"/>
                <a:gd name="T35" fmla="*/ 63 h 70"/>
                <a:gd name="T36" fmla="*/ 11 w 48"/>
                <a:gd name="T37" fmla="*/ 70 h 70"/>
                <a:gd name="T38" fmla="*/ 36 w 48"/>
                <a:gd name="T39" fmla="*/ 65 h 70"/>
                <a:gd name="T40" fmla="*/ 47 w 48"/>
                <a:gd name="T41" fmla="*/ 51 h 70"/>
                <a:gd name="T42" fmla="*/ 44 w 48"/>
                <a:gd name="T43" fmla="*/ 42 h 70"/>
                <a:gd name="T44" fmla="*/ 31 w 48"/>
                <a:gd name="T45" fmla="*/ 34 h 70"/>
                <a:gd name="T46" fmla="*/ 22 w 48"/>
                <a:gd name="T47" fmla="*/ 29 h 70"/>
                <a:gd name="T48" fmla="*/ 20 w 48"/>
                <a:gd name="T49" fmla="*/ 24 h 70"/>
                <a:gd name="T50" fmla="*/ 26 w 48"/>
                <a:gd name="T51" fmla="*/ 1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70">
                  <a:moveTo>
                    <a:pt x="26" y="16"/>
                  </a:moveTo>
                  <a:cubicBezTo>
                    <a:pt x="30" y="14"/>
                    <a:pt x="34" y="13"/>
                    <a:pt x="37" y="13"/>
                  </a:cubicBezTo>
                  <a:cubicBezTo>
                    <a:pt x="38" y="13"/>
                    <a:pt x="39" y="13"/>
                    <a:pt x="40" y="14"/>
                  </a:cubicBezTo>
                  <a:cubicBezTo>
                    <a:pt x="41" y="14"/>
                    <a:pt x="42" y="14"/>
                    <a:pt x="42" y="14"/>
                  </a:cubicBezTo>
                  <a:cubicBezTo>
                    <a:pt x="43" y="14"/>
                    <a:pt x="44" y="14"/>
                    <a:pt x="46" y="13"/>
                  </a:cubicBezTo>
                  <a:cubicBezTo>
                    <a:pt x="47" y="12"/>
                    <a:pt x="48" y="10"/>
                    <a:pt x="48" y="9"/>
                  </a:cubicBezTo>
                  <a:cubicBezTo>
                    <a:pt x="48" y="3"/>
                    <a:pt x="45" y="0"/>
                    <a:pt x="38" y="0"/>
                  </a:cubicBezTo>
                  <a:cubicBezTo>
                    <a:pt x="32" y="0"/>
                    <a:pt x="25" y="3"/>
                    <a:pt x="17" y="8"/>
                  </a:cubicBezTo>
                  <a:cubicBezTo>
                    <a:pt x="10" y="13"/>
                    <a:pt x="6" y="19"/>
                    <a:pt x="6" y="26"/>
                  </a:cubicBezTo>
                  <a:cubicBezTo>
                    <a:pt x="6" y="29"/>
                    <a:pt x="7" y="32"/>
                    <a:pt x="9" y="35"/>
                  </a:cubicBezTo>
                  <a:cubicBezTo>
                    <a:pt x="11" y="37"/>
                    <a:pt x="16" y="41"/>
                    <a:pt x="24" y="44"/>
                  </a:cubicBezTo>
                  <a:cubicBezTo>
                    <a:pt x="31" y="47"/>
                    <a:pt x="34" y="50"/>
                    <a:pt x="34" y="52"/>
                  </a:cubicBezTo>
                  <a:cubicBezTo>
                    <a:pt x="33" y="54"/>
                    <a:pt x="30" y="55"/>
                    <a:pt x="26" y="56"/>
                  </a:cubicBezTo>
                  <a:cubicBezTo>
                    <a:pt x="22" y="57"/>
                    <a:pt x="18" y="58"/>
                    <a:pt x="15" y="58"/>
                  </a:cubicBezTo>
                  <a:cubicBezTo>
                    <a:pt x="14" y="58"/>
                    <a:pt x="12" y="58"/>
                    <a:pt x="11" y="57"/>
                  </a:cubicBezTo>
                  <a:cubicBezTo>
                    <a:pt x="9" y="57"/>
                    <a:pt x="8" y="56"/>
                    <a:pt x="7" y="56"/>
                  </a:cubicBezTo>
                  <a:cubicBezTo>
                    <a:pt x="5" y="56"/>
                    <a:pt x="4" y="57"/>
                    <a:pt x="2" y="58"/>
                  </a:cubicBezTo>
                  <a:cubicBezTo>
                    <a:pt x="1" y="60"/>
                    <a:pt x="0" y="61"/>
                    <a:pt x="0" y="63"/>
                  </a:cubicBezTo>
                  <a:cubicBezTo>
                    <a:pt x="0" y="68"/>
                    <a:pt x="4" y="70"/>
                    <a:pt x="11" y="70"/>
                  </a:cubicBezTo>
                  <a:cubicBezTo>
                    <a:pt x="20" y="70"/>
                    <a:pt x="28" y="69"/>
                    <a:pt x="36" y="65"/>
                  </a:cubicBezTo>
                  <a:cubicBezTo>
                    <a:pt x="44" y="61"/>
                    <a:pt x="47" y="56"/>
                    <a:pt x="47" y="51"/>
                  </a:cubicBezTo>
                  <a:cubicBezTo>
                    <a:pt x="47" y="48"/>
                    <a:pt x="46" y="45"/>
                    <a:pt x="44" y="42"/>
                  </a:cubicBezTo>
                  <a:cubicBezTo>
                    <a:pt x="42" y="40"/>
                    <a:pt x="38" y="37"/>
                    <a:pt x="31" y="34"/>
                  </a:cubicBezTo>
                  <a:cubicBezTo>
                    <a:pt x="27" y="32"/>
                    <a:pt x="24" y="30"/>
                    <a:pt x="22" y="29"/>
                  </a:cubicBezTo>
                  <a:cubicBezTo>
                    <a:pt x="21" y="27"/>
                    <a:pt x="20" y="26"/>
                    <a:pt x="20" y="24"/>
                  </a:cubicBezTo>
                  <a:cubicBezTo>
                    <a:pt x="20" y="21"/>
                    <a:pt x="22" y="19"/>
                    <a:pt x="26"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 name="Freeform 281"/>
            <p:cNvSpPr>
              <a:spLocks/>
            </p:cNvSpPr>
            <p:nvPr/>
          </p:nvSpPr>
          <p:spPr bwMode="auto">
            <a:xfrm>
              <a:off x="7877175" y="4370388"/>
              <a:ext cx="80963" cy="93663"/>
            </a:xfrm>
            <a:custGeom>
              <a:avLst/>
              <a:gdLst>
                <a:gd name="T0" fmla="*/ 12 w 55"/>
                <a:gd name="T1" fmla="*/ 0 h 63"/>
                <a:gd name="T2" fmla="*/ 7 w 55"/>
                <a:gd name="T3" fmla="*/ 3 h 63"/>
                <a:gd name="T4" fmla="*/ 4 w 55"/>
                <a:gd name="T5" fmla="*/ 27 h 63"/>
                <a:gd name="T6" fmla="*/ 0 w 55"/>
                <a:gd name="T7" fmla="*/ 55 h 63"/>
                <a:gd name="T8" fmla="*/ 0 w 55"/>
                <a:gd name="T9" fmla="*/ 58 h 63"/>
                <a:gd name="T10" fmla="*/ 1 w 55"/>
                <a:gd name="T11" fmla="*/ 62 h 63"/>
                <a:gd name="T12" fmla="*/ 5 w 55"/>
                <a:gd name="T13" fmla="*/ 63 h 63"/>
                <a:gd name="T14" fmla="*/ 9 w 55"/>
                <a:gd name="T15" fmla="*/ 61 h 63"/>
                <a:gd name="T16" fmla="*/ 10 w 55"/>
                <a:gd name="T17" fmla="*/ 53 h 63"/>
                <a:gd name="T18" fmla="*/ 13 w 55"/>
                <a:gd name="T19" fmla="*/ 39 h 63"/>
                <a:gd name="T20" fmla="*/ 21 w 55"/>
                <a:gd name="T21" fmla="*/ 44 h 63"/>
                <a:gd name="T22" fmla="*/ 37 w 55"/>
                <a:gd name="T23" fmla="*/ 56 h 63"/>
                <a:gd name="T24" fmla="*/ 49 w 55"/>
                <a:gd name="T25" fmla="*/ 61 h 63"/>
                <a:gd name="T26" fmla="*/ 53 w 55"/>
                <a:gd name="T27" fmla="*/ 59 h 63"/>
                <a:gd name="T28" fmla="*/ 55 w 55"/>
                <a:gd name="T29" fmla="*/ 55 h 63"/>
                <a:gd name="T30" fmla="*/ 54 w 55"/>
                <a:gd name="T31" fmla="*/ 52 h 63"/>
                <a:gd name="T32" fmla="*/ 45 w 55"/>
                <a:gd name="T33" fmla="*/ 51 h 63"/>
                <a:gd name="T34" fmla="*/ 43 w 55"/>
                <a:gd name="T35" fmla="*/ 49 h 63"/>
                <a:gd name="T36" fmla="*/ 39 w 55"/>
                <a:gd name="T37" fmla="*/ 47 h 63"/>
                <a:gd name="T38" fmla="*/ 22 w 55"/>
                <a:gd name="T39" fmla="*/ 34 h 63"/>
                <a:gd name="T40" fmla="*/ 38 w 55"/>
                <a:gd name="T41" fmla="*/ 20 h 63"/>
                <a:gd name="T42" fmla="*/ 45 w 55"/>
                <a:gd name="T43" fmla="*/ 13 h 63"/>
                <a:gd name="T44" fmla="*/ 47 w 55"/>
                <a:gd name="T45" fmla="*/ 8 h 63"/>
                <a:gd name="T46" fmla="*/ 45 w 55"/>
                <a:gd name="T47" fmla="*/ 4 h 63"/>
                <a:gd name="T48" fmla="*/ 41 w 55"/>
                <a:gd name="T49" fmla="*/ 2 h 63"/>
                <a:gd name="T50" fmla="*/ 38 w 55"/>
                <a:gd name="T51" fmla="*/ 4 h 63"/>
                <a:gd name="T52" fmla="*/ 35 w 55"/>
                <a:gd name="T53" fmla="*/ 9 h 63"/>
                <a:gd name="T54" fmla="*/ 30 w 55"/>
                <a:gd name="T55" fmla="*/ 15 h 63"/>
                <a:gd name="T56" fmla="*/ 24 w 55"/>
                <a:gd name="T57" fmla="*/ 21 h 63"/>
                <a:gd name="T58" fmla="*/ 22 w 55"/>
                <a:gd name="T59" fmla="*/ 23 h 63"/>
                <a:gd name="T60" fmla="*/ 13 w 55"/>
                <a:gd name="T61" fmla="*/ 30 h 63"/>
                <a:gd name="T62" fmla="*/ 17 w 55"/>
                <a:gd name="T63" fmla="*/ 6 h 63"/>
                <a:gd name="T64" fmla="*/ 12 w 55"/>
                <a:gd name="T65"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63">
                  <a:moveTo>
                    <a:pt x="12" y="0"/>
                  </a:moveTo>
                  <a:cubicBezTo>
                    <a:pt x="10" y="0"/>
                    <a:pt x="8" y="1"/>
                    <a:pt x="7" y="3"/>
                  </a:cubicBezTo>
                  <a:cubicBezTo>
                    <a:pt x="6" y="5"/>
                    <a:pt x="5" y="13"/>
                    <a:pt x="4" y="27"/>
                  </a:cubicBezTo>
                  <a:cubicBezTo>
                    <a:pt x="2" y="43"/>
                    <a:pt x="1" y="53"/>
                    <a:pt x="0" y="55"/>
                  </a:cubicBezTo>
                  <a:cubicBezTo>
                    <a:pt x="0" y="57"/>
                    <a:pt x="0" y="58"/>
                    <a:pt x="0" y="58"/>
                  </a:cubicBezTo>
                  <a:cubicBezTo>
                    <a:pt x="0" y="60"/>
                    <a:pt x="0" y="61"/>
                    <a:pt x="1" y="62"/>
                  </a:cubicBezTo>
                  <a:cubicBezTo>
                    <a:pt x="2" y="63"/>
                    <a:pt x="3" y="63"/>
                    <a:pt x="5" y="63"/>
                  </a:cubicBezTo>
                  <a:cubicBezTo>
                    <a:pt x="7" y="63"/>
                    <a:pt x="8" y="63"/>
                    <a:pt x="9" y="61"/>
                  </a:cubicBezTo>
                  <a:cubicBezTo>
                    <a:pt x="10" y="59"/>
                    <a:pt x="10" y="57"/>
                    <a:pt x="10" y="53"/>
                  </a:cubicBezTo>
                  <a:cubicBezTo>
                    <a:pt x="11" y="44"/>
                    <a:pt x="12" y="40"/>
                    <a:pt x="13" y="39"/>
                  </a:cubicBezTo>
                  <a:cubicBezTo>
                    <a:pt x="15" y="40"/>
                    <a:pt x="18" y="42"/>
                    <a:pt x="21" y="44"/>
                  </a:cubicBezTo>
                  <a:cubicBezTo>
                    <a:pt x="37" y="56"/>
                    <a:pt x="37" y="56"/>
                    <a:pt x="37" y="56"/>
                  </a:cubicBezTo>
                  <a:cubicBezTo>
                    <a:pt x="42" y="60"/>
                    <a:pt x="46" y="61"/>
                    <a:pt x="49" y="61"/>
                  </a:cubicBezTo>
                  <a:cubicBezTo>
                    <a:pt x="51" y="61"/>
                    <a:pt x="52" y="61"/>
                    <a:pt x="53" y="59"/>
                  </a:cubicBezTo>
                  <a:cubicBezTo>
                    <a:pt x="54" y="58"/>
                    <a:pt x="55" y="57"/>
                    <a:pt x="55" y="55"/>
                  </a:cubicBezTo>
                  <a:cubicBezTo>
                    <a:pt x="55" y="54"/>
                    <a:pt x="55" y="53"/>
                    <a:pt x="54" y="52"/>
                  </a:cubicBezTo>
                  <a:cubicBezTo>
                    <a:pt x="50" y="52"/>
                    <a:pt x="47" y="51"/>
                    <a:pt x="45" y="51"/>
                  </a:cubicBezTo>
                  <a:cubicBezTo>
                    <a:pt x="43" y="49"/>
                    <a:pt x="43" y="49"/>
                    <a:pt x="43" y="49"/>
                  </a:cubicBezTo>
                  <a:cubicBezTo>
                    <a:pt x="42" y="49"/>
                    <a:pt x="41" y="48"/>
                    <a:pt x="39" y="47"/>
                  </a:cubicBezTo>
                  <a:cubicBezTo>
                    <a:pt x="22" y="34"/>
                    <a:pt x="22" y="34"/>
                    <a:pt x="22" y="34"/>
                  </a:cubicBezTo>
                  <a:cubicBezTo>
                    <a:pt x="38" y="20"/>
                    <a:pt x="38" y="20"/>
                    <a:pt x="38" y="20"/>
                  </a:cubicBezTo>
                  <a:cubicBezTo>
                    <a:pt x="41" y="17"/>
                    <a:pt x="43" y="15"/>
                    <a:pt x="45" y="13"/>
                  </a:cubicBezTo>
                  <a:cubicBezTo>
                    <a:pt x="46" y="10"/>
                    <a:pt x="47" y="9"/>
                    <a:pt x="47" y="8"/>
                  </a:cubicBezTo>
                  <a:cubicBezTo>
                    <a:pt x="47" y="6"/>
                    <a:pt x="46" y="5"/>
                    <a:pt x="45" y="4"/>
                  </a:cubicBezTo>
                  <a:cubicBezTo>
                    <a:pt x="43" y="3"/>
                    <a:pt x="42" y="2"/>
                    <a:pt x="41" y="2"/>
                  </a:cubicBezTo>
                  <a:cubicBezTo>
                    <a:pt x="40" y="2"/>
                    <a:pt x="39" y="3"/>
                    <a:pt x="38" y="4"/>
                  </a:cubicBezTo>
                  <a:cubicBezTo>
                    <a:pt x="37" y="5"/>
                    <a:pt x="36" y="7"/>
                    <a:pt x="35" y="9"/>
                  </a:cubicBezTo>
                  <a:cubicBezTo>
                    <a:pt x="34" y="11"/>
                    <a:pt x="32" y="13"/>
                    <a:pt x="30" y="15"/>
                  </a:cubicBezTo>
                  <a:cubicBezTo>
                    <a:pt x="28" y="17"/>
                    <a:pt x="26" y="19"/>
                    <a:pt x="24" y="21"/>
                  </a:cubicBezTo>
                  <a:cubicBezTo>
                    <a:pt x="23" y="22"/>
                    <a:pt x="22" y="22"/>
                    <a:pt x="22" y="23"/>
                  </a:cubicBezTo>
                  <a:cubicBezTo>
                    <a:pt x="20" y="25"/>
                    <a:pt x="17" y="27"/>
                    <a:pt x="13" y="30"/>
                  </a:cubicBezTo>
                  <a:cubicBezTo>
                    <a:pt x="14" y="21"/>
                    <a:pt x="15" y="13"/>
                    <a:pt x="17" y="6"/>
                  </a:cubicBezTo>
                  <a:cubicBezTo>
                    <a:pt x="17" y="2"/>
                    <a:pt x="15" y="0"/>
                    <a:pt x="1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 name="Freeform 282"/>
            <p:cNvSpPr>
              <a:spLocks/>
            </p:cNvSpPr>
            <p:nvPr/>
          </p:nvSpPr>
          <p:spPr bwMode="auto">
            <a:xfrm>
              <a:off x="7981950" y="4360863"/>
              <a:ext cx="20638" cy="17463"/>
            </a:xfrm>
            <a:custGeom>
              <a:avLst/>
              <a:gdLst>
                <a:gd name="T0" fmla="*/ 7 w 13"/>
                <a:gd name="T1" fmla="*/ 0 h 12"/>
                <a:gd name="T2" fmla="*/ 1 w 13"/>
                <a:gd name="T3" fmla="*/ 1 h 12"/>
                <a:gd name="T4" fmla="*/ 0 w 13"/>
                <a:gd name="T5" fmla="*/ 6 h 12"/>
                <a:gd name="T6" fmla="*/ 2 w 13"/>
                <a:gd name="T7" fmla="*/ 10 h 12"/>
                <a:gd name="T8" fmla="*/ 6 w 13"/>
                <a:gd name="T9" fmla="*/ 12 h 12"/>
                <a:gd name="T10" fmla="*/ 10 w 13"/>
                <a:gd name="T11" fmla="*/ 10 h 12"/>
                <a:gd name="T12" fmla="*/ 13 w 13"/>
                <a:gd name="T13" fmla="*/ 5 h 12"/>
                <a:gd name="T14" fmla="*/ 11 w 13"/>
                <a:gd name="T15" fmla="*/ 1 h 12"/>
                <a:gd name="T16" fmla="*/ 7 w 1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2">
                  <a:moveTo>
                    <a:pt x="7" y="0"/>
                  </a:moveTo>
                  <a:cubicBezTo>
                    <a:pt x="5" y="0"/>
                    <a:pt x="3" y="0"/>
                    <a:pt x="1" y="1"/>
                  </a:cubicBezTo>
                  <a:cubicBezTo>
                    <a:pt x="0" y="3"/>
                    <a:pt x="0" y="4"/>
                    <a:pt x="0" y="6"/>
                  </a:cubicBezTo>
                  <a:cubicBezTo>
                    <a:pt x="0" y="8"/>
                    <a:pt x="0" y="9"/>
                    <a:pt x="2" y="10"/>
                  </a:cubicBezTo>
                  <a:cubicBezTo>
                    <a:pt x="3" y="12"/>
                    <a:pt x="4" y="12"/>
                    <a:pt x="6" y="12"/>
                  </a:cubicBezTo>
                  <a:cubicBezTo>
                    <a:pt x="7" y="12"/>
                    <a:pt x="9" y="12"/>
                    <a:pt x="10" y="10"/>
                  </a:cubicBezTo>
                  <a:cubicBezTo>
                    <a:pt x="12" y="9"/>
                    <a:pt x="13" y="7"/>
                    <a:pt x="13" y="5"/>
                  </a:cubicBezTo>
                  <a:cubicBezTo>
                    <a:pt x="13" y="4"/>
                    <a:pt x="12" y="2"/>
                    <a:pt x="11" y="1"/>
                  </a:cubicBezTo>
                  <a:cubicBezTo>
                    <a:pt x="10" y="0"/>
                    <a:pt x="9"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 name="Freeform 283"/>
            <p:cNvSpPr>
              <a:spLocks/>
            </p:cNvSpPr>
            <p:nvPr/>
          </p:nvSpPr>
          <p:spPr bwMode="auto">
            <a:xfrm>
              <a:off x="7969250" y="4395788"/>
              <a:ext cx="22225" cy="66675"/>
            </a:xfrm>
            <a:custGeom>
              <a:avLst/>
              <a:gdLst>
                <a:gd name="T0" fmla="*/ 2 w 15"/>
                <a:gd name="T1" fmla="*/ 20 h 45"/>
                <a:gd name="T2" fmla="*/ 0 w 15"/>
                <a:gd name="T3" fmla="*/ 37 h 45"/>
                <a:gd name="T4" fmla="*/ 5 w 15"/>
                <a:gd name="T5" fmla="*/ 45 h 45"/>
                <a:gd name="T6" fmla="*/ 9 w 15"/>
                <a:gd name="T7" fmla="*/ 44 h 45"/>
                <a:gd name="T8" fmla="*/ 11 w 15"/>
                <a:gd name="T9" fmla="*/ 41 h 45"/>
                <a:gd name="T10" fmla="*/ 10 w 15"/>
                <a:gd name="T11" fmla="*/ 40 h 45"/>
                <a:gd name="T12" fmla="*/ 10 w 15"/>
                <a:gd name="T13" fmla="*/ 33 h 45"/>
                <a:gd name="T14" fmla="*/ 10 w 15"/>
                <a:gd name="T15" fmla="*/ 25 h 45"/>
                <a:gd name="T16" fmla="*/ 13 w 15"/>
                <a:gd name="T17" fmla="*/ 12 h 45"/>
                <a:gd name="T18" fmla="*/ 13 w 15"/>
                <a:gd name="T19" fmla="*/ 11 h 45"/>
                <a:gd name="T20" fmla="*/ 15 w 15"/>
                <a:gd name="T21" fmla="*/ 4 h 45"/>
                <a:gd name="T22" fmla="*/ 13 w 15"/>
                <a:gd name="T23" fmla="*/ 1 h 45"/>
                <a:gd name="T24" fmla="*/ 9 w 15"/>
                <a:gd name="T25" fmla="*/ 0 h 45"/>
                <a:gd name="T26" fmla="*/ 5 w 15"/>
                <a:gd name="T27" fmla="*/ 2 h 45"/>
                <a:gd name="T28" fmla="*/ 4 w 15"/>
                <a:gd name="T29" fmla="*/ 7 h 45"/>
                <a:gd name="T30" fmla="*/ 2 w 15"/>
                <a:gd name="T31" fmla="*/ 16 h 45"/>
                <a:gd name="T32" fmla="*/ 2 w 15"/>
                <a:gd name="T33" fmla="*/ 16 h 45"/>
                <a:gd name="T34" fmla="*/ 2 w 15"/>
                <a:gd name="T35" fmla="*/ 2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45">
                  <a:moveTo>
                    <a:pt x="2" y="20"/>
                  </a:moveTo>
                  <a:cubicBezTo>
                    <a:pt x="0" y="27"/>
                    <a:pt x="0" y="32"/>
                    <a:pt x="0" y="37"/>
                  </a:cubicBezTo>
                  <a:cubicBezTo>
                    <a:pt x="0" y="42"/>
                    <a:pt x="1" y="45"/>
                    <a:pt x="5" y="45"/>
                  </a:cubicBezTo>
                  <a:cubicBezTo>
                    <a:pt x="6" y="45"/>
                    <a:pt x="8" y="45"/>
                    <a:pt x="9" y="44"/>
                  </a:cubicBezTo>
                  <a:cubicBezTo>
                    <a:pt x="10" y="43"/>
                    <a:pt x="11" y="42"/>
                    <a:pt x="11" y="41"/>
                  </a:cubicBezTo>
                  <a:cubicBezTo>
                    <a:pt x="11" y="41"/>
                    <a:pt x="11" y="40"/>
                    <a:pt x="10" y="40"/>
                  </a:cubicBezTo>
                  <a:cubicBezTo>
                    <a:pt x="10" y="37"/>
                    <a:pt x="10" y="35"/>
                    <a:pt x="10" y="33"/>
                  </a:cubicBezTo>
                  <a:cubicBezTo>
                    <a:pt x="10" y="31"/>
                    <a:pt x="10" y="28"/>
                    <a:pt x="10" y="25"/>
                  </a:cubicBezTo>
                  <a:cubicBezTo>
                    <a:pt x="10" y="22"/>
                    <a:pt x="11" y="17"/>
                    <a:pt x="13" y="12"/>
                  </a:cubicBezTo>
                  <a:cubicBezTo>
                    <a:pt x="13" y="11"/>
                    <a:pt x="13" y="11"/>
                    <a:pt x="13" y="11"/>
                  </a:cubicBezTo>
                  <a:cubicBezTo>
                    <a:pt x="14" y="8"/>
                    <a:pt x="15" y="6"/>
                    <a:pt x="15" y="4"/>
                  </a:cubicBezTo>
                  <a:cubicBezTo>
                    <a:pt x="15" y="3"/>
                    <a:pt x="14" y="2"/>
                    <a:pt x="13" y="1"/>
                  </a:cubicBezTo>
                  <a:cubicBezTo>
                    <a:pt x="12" y="1"/>
                    <a:pt x="10" y="0"/>
                    <a:pt x="9" y="0"/>
                  </a:cubicBezTo>
                  <a:cubicBezTo>
                    <a:pt x="7" y="0"/>
                    <a:pt x="6" y="1"/>
                    <a:pt x="5" y="2"/>
                  </a:cubicBezTo>
                  <a:cubicBezTo>
                    <a:pt x="4" y="4"/>
                    <a:pt x="4" y="5"/>
                    <a:pt x="4" y="7"/>
                  </a:cubicBezTo>
                  <a:cubicBezTo>
                    <a:pt x="4" y="8"/>
                    <a:pt x="3" y="11"/>
                    <a:pt x="2" y="16"/>
                  </a:cubicBezTo>
                  <a:cubicBezTo>
                    <a:pt x="2" y="16"/>
                    <a:pt x="2" y="16"/>
                    <a:pt x="2" y="16"/>
                  </a:cubicBezTo>
                  <a:cubicBezTo>
                    <a:pt x="2" y="17"/>
                    <a:pt x="2" y="19"/>
                    <a:pt x="2"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 name="Freeform 284"/>
            <p:cNvSpPr>
              <a:spLocks/>
            </p:cNvSpPr>
            <p:nvPr/>
          </p:nvSpPr>
          <p:spPr bwMode="auto">
            <a:xfrm>
              <a:off x="8002588" y="4391026"/>
              <a:ext cx="52388" cy="71438"/>
            </a:xfrm>
            <a:custGeom>
              <a:avLst/>
              <a:gdLst>
                <a:gd name="T0" fmla="*/ 23 w 36"/>
                <a:gd name="T1" fmla="*/ 9 h 48"/>
                <a:gd name="T2" fmla="*/ 25 w 36"/>
                <a:gd name="T3" fmla="*/ 13 h 48"/>
                <a:gd name="T4" fmla="*/ 30 w 36"/>
                <a:gd name="T5" fmla="*/ 19 h 48"/>
                <a:gd name="T6" fmla="*/ 33 w 36"/>
                <a:gd name="T7" fmla="*/ 17 h 48"/>
                <a:gd name="T8" fmla="*/ 34 w 36"/>
                <a:gd name="T9" fmla="*/ 12 h 48"/>
                <a:gd name="T10" fmla="*/ 31 w 36"/>
                <a:gd name="T11" fmla="*/ 4 h 48"/>
                <a:gd name="T12" fmla="*/ 25 w 36"/>
                <a:gd name="T13" fmla="*/ 0 h 48"/>
                <a:gd name="T14" fmla="*/ 8 w 36"/>
                <a:gd name="T15" fmla="*/ 12 h 48"/>
                <a:gd name="T16" fmla="*/ 0 w 36"/>
                <a:gd name="T17" fmla="*/ 34 h 48"/>
                <a:gd name="T18" fmla="*/ 3 w 36"/>
                <a:gd name="T19" fmla="*/ 45 h 48"/>
                <a:gd name="T20" fmla="*/ 14 w 36"/>
                <a:gd name="T21" fmla="*/ 48 h 48"/>
                <a:gd name="T22" fmla="*/ 29 w 36"/>
                <a:gd name="T23" fmla="*/ 43 h 48"/>
                <a:gd name="T24" fmla="*/ 36 w 36"/>
                <a:gd name="T25" fmla="*/ 35 h 48"/>
                <a:gd name="T26" fmla="*/ 34 w 36"/>
                <a:gd name="T27" fmla="*/ 33 h 48"/>
                <a:gd name="T28" fmla="*/ 29 w 36"/>
                <a:gd name="T29" fmla="*/ 35 h 48"/>
                <a:gd name="T30" fmla="*/ 15 w 36"/>
                <a:gd name="T31" fmla="*/ 40 h 48"/>
                <a:gd name="T32" fmla="*/ 9 w 36"/>
                <a:gd name="T33" fmla="*/ 34 h 48"/>
                <a:gd name="T34" fmla="*/ 15 w 36"/>
                <a:gd name="T35" fmla="*/ 18 h 48"/>
                <a:gd name="T36" fmla="*/ 23 w 36"/>
                <a:gd name="T37" fmla="*/ 9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6" h="48">
                  <a:moveTo>
                    <a:pt x="23" y="9"/>
                  </a:moveTo>
                  <a:cubicBezTo>
                    <a:pt x="24" y="9"/>
                    <a:pt x="25" y="10"/>
                    <a:pt x="25" y="13"/>
                  </a:cubicBezTo>
                  <a:cubicBezTo>
                    <a:pt x="26" y="17"/>
                    <a:pt x="27" y="19"/>
                    <a:pt x="30" y="19"/>
                  </a:cubicBezTo>
                  <a:cubicBezTo>
                    <a:pt x="31" y="19"/>
                    <a:pt x="32" y="18"/>
                    <a:pt x="33" y="17"/>
                  </a:cubicBezTo>
                  <a:cubicBezTo>
                    <a:pt x="34" y="16"/>
                    <a:pt x="34" y="15"/>
                    <a:pt x="34" y="12"/>
                  </a:cubicBezTo>
                  <a:cubicBezTo>
                    <a:pt x="34" y="9"/>
                    <a:pt x="33" y="6"/>
                    <a:pt x="31" y="4"/>
                  </a:cubicBezTo>
                  <a:cubicBezTo>
                    <a:pt x="29" y="1"/>
                    <a:pt x="27" y="0"/>
                    <a:pt x="25" y="0"/>
                  </a:cubicBezTo>
                  <a:cubicBezTo>
                    <a:pt x="19" y="0"/>
                    <a:pt x="14" y="4"/>
                    <a:pt x="8" y="12"/>
                  </a:cubicBezTo>
                  <a:cubicBezTo>
                    <a:pt x="3" y="20"/>
                    <a:pt x="0" y="27"/>
                    <a:pt x="0" y="34"/>
                  </a:cubicBezTo>
                  <a:cubicBezTo>
                    <a:pt x="0" y="39"/>
                    <a:pt x="1" y="42"/>
                    <a:pt x="3" y="45"/>
                  </a:cubicBezTo>
                  <a:cubicBezTo>
                    <a:pt x="6" y="47"/>
                    <a:pt x="9" y="48"/>
                    <a:pt x="14" y="48"/>
                  </a:cubicBezTo>
                  <a:cubicBezTo>
                    <a:pt x="19" y="48"/>
                    <a:pt x="24" y="47"/>
                    <a:pt x="29" y="43"/>
                  </a:cubicBezTo>
                  <a:cubicBezTo>
                    <a:pt x="34" y="40"/>
                    <a:pt x="36" y="37"/>
                    <a:pt x="36" y="35"/>
                  </a:cubicBezTo>
                  <a:cubicBezTo>
                    <a:pt x="36" y="34"/>
                    <a:pt x="35" y="33"/>
                    <a:pt x="34" y="33"/>
                  </a:cubicBezTo>
                  <a:cubicBezTo>
                    <a:pt x="33" y="33"/>
                    <a:pt x="31" y="34"/>
                    <a:pt x="29" y="35"/>
                  </a:cubicBezTo>
                  <a:cubicBezTo>
                    <a:pt x="24" y="38"/>
                    <a:pt x="20" y="40"/>
                    <a:pt x="15" y="40"/>
                  </a:cubicBezTo>
                  <a:cubicBezTo>
                    <a:pt x="11" y="40"/>
                    <a:pt x="9" y="38"/>
                    <a:pt x="9" y="34"/>
                  </a:cubicBezTo>
                  <a:cubicBezTo>
                    <a:pt x="9" y="30"/>
                    <a:pt x="11" y="24"/>
                    <a:pt x="15" y="18"/>
                  </a:cubicBezTo>
                  <a:cubicBezTo>
                    <a:pt x="18" y="12"/>
                    <a:pt x="21" y="9"/>
                    <a:pt x="2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 name="Freeform 285"/>
            <p:cNvSpPr>
              <a:spLocks/>
            </p:cNvSpPr>
            <p:nvPr/>
          </p:nvSpPr>
          <p:spPr bwMode="auto">
            <a:xfrm>
              <a:off x="8066088" y="4357688"/>
              <a:ext cx="66675" cy="106363"/>
            </a:xfrm>
            <a:custGeom>
              <a:avLst/>
              <a:gdLst>
                <a:gd name="T0" fmla="*/ 18 w 45"/>
                <a:gd name="T1" fmla="*/ 5 h 71"/>
                <a:gd name="T2" fmla="*/ 17 w 45"/>
                <a:gd name="T3" fmla="*/ 1 h 71"/>
                <a:gd name="T4" fmla="*/ 14 w 45"/>
                <a:gd name="T5" fmla="*/ 0 h 71"/>
                <a:gd name="T6" fmla="*/ 11 w 45"/>
                <a:gd name="T7" fmla="*/ 1 h 71"/>
                <a:gd name="T8" fmla="*/ 8 w 45"/>
                <a:gd name="T9" fmla="*/ 5 h 71"/>
                <a:gd name="T10" fmla="*/ 7 w 45"/>
                <a:gd name="T11" fmla="*/ 14 h 71"/>
                <a:gd name="T12" fmla="*/ 4 w 45"/>
                <a:gd name="T13" fmla="*/ 34 h 71"/>
                <a:gd name="T14" fmla="*/ 1 w 45"/>
                <a:gd name="T15" fmla="*/ 60 h 71"/>
                <a:gd name="T16" fmla="*/ 0 w 45"/>
                <a:gd name="T17" fmla="*/ 66 h 71"/>
                <a:gd name="T18" fmla="*/ 1 w 45"/>
                <a:gd name="T19" fmla="*/ 69 h 71"/>
                <a:gd name="T20" fmla="*/ 5 w 45"/>
                <a:gd name="T21" fmla="*/ 71 h 71"/>
                <a:gd name="T22" fmla="*/ 9 w 45"/>
                <a:gd name="T23" fmla="*/ 69 h 71"/>
                <a:gd name="T24" fmla="*/ 11 w 45"/>
                <a:gd name="T25" fmla="*/ 64 h 71"/>
                <a:gd name="T26" fmla="*/ 11 w 45"/>
                <a:gd name="T27" fmla="*/ 55 h 71"/>
                <a:gd name="T28" fmla="*/ 11 w 45"/>
                <a:gd name="T29" fmla="*/ 55 h 71"/>
                <a:gd name="T30" fmla="*/ 13 w 45"/>
                <a:gd name="T31" fmla="*/ 53 h 71"/>
                <a:gd name="T32" fmla="*/ 15 w 45"/>
                <a:gd name="T33" fmla="*/ 52 h 71"/>
                <a:gd name="T34" fmla="*/ 21 w 45"/>
                <a:gd name="T35" fmla="*/ 58 h 71"/>
                <a:gd name="T36" fmla="*/ 30 w 45"/>
                <a:gd name="T37" fmla="*/ 68 h 71"/>
                <a:gd name="T38" fmla="*/ 36 w 45"/>
                <a:gd name="T39" fmla="*/ 70 h 71"/>
                <a:gd name="T40" fmla="*/ 43 w 45"/>
                <a:gd name="T41" fmla="*/ 68 h 71"/>
                <a:gd name="T42" fmla="*/ 45 w 45"/>
                <a:gd name="T43" fmla="*/ 64 h 71"/>
                <a:gd name="T44" fmla="*/ 45 w 45"/>
                <a:gd name="T45" fmla="*/ 62 h 71"/>
                <a:gd name="T46" fmla="*/ 43 w 45"/>
                <a:gd name="T47" fmla="*/ 61 h 71"/>
                <a:gd name="T48" fmla="*/ 41 w 45"/>
                <a:gd name="T49" fmla="*/ 61 h 71"/>
                <a:gd name="T50" fmla="*/ 36 w 45"/>
                <a:gd name="T51" fmla="*/ 59 h 71"/>
                <a:gd name="T52" fmla="*/ 28 w 45"/>
                <a:gd name="T53" fmla="*/ 52 h 71"/>
                <a:gd name="T54" fmla="*/ 23 w 45"/>
                <a:gd name="T55" fmla="*/ 46 h 71"/>
                <a:gd name="T56" fmla="*/ 25 w 45"/>
                <a:gd name="T57" fmla="*/ 44 h 71"/>
                <a:gd name="T58" fmla="*/ 30 w 45"/>
                <a:gd name="T59" fmla="*/ 40 h 71"/>
                <a:gd name="T60" fmla="*/ 35 w 45"/>
                <a:gd name="T61" fmla="*/ 36 h 71"/>
                <a:gd name="T62" fmla="*/ 39 w 45"/>
                <a:gd name="T63" fmla="*/ 34 h 71"/>
                <a:gd name="T64" fmla="*/ 39 w 45"/>
                <a:gd name="T65" fmla="*/ 34 h 71"/>
                <a:gd name="T66" fmla="*/ 39 w 45"/>
                <a:gd name="T67" fmla="*/ 34 h 71"/>
                <a:gd name="T68" fmla="*/ 43 w 45"/>
                <a:gd name="T69" fmla="*/ 28 h 71"/>
                <a:gd name="T70" fmla="*/ 39 w 45"/>
                <a:gd name="T71" fmla="*/ 24 h 71"/>
                <a:gd name="T72" fmla="*/ 25 w 45"/>
                <a:gd name="T73" fmla="*/ 33 h 71"/>
                <a:gd name="T74" fmla="*/ 12 w 45"/>
                <a:gd name="T75" fmla="*/ 45 h 71"/>
                <a:gd name="T76" fmla="*/ 14 w 45"/>
                <a:gd name="T77" fmla="*/ 31 h 71"/>
                <a:gd name="T78" fmla="*/ 14 w 45"/>
                <a:gd name="T79" fmla="*/ 31 h 71"/>
                <a:gd name="T80" fmla="*/ 15 w 45"/>
                <a:gd name="T81" fmla="*/ 26 h 71"/>
                <a:gd name="T82" fmla="*/ 18 w 45"/>
                <a:gd name="T83" fmla="*/ 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5" h="71">
                  <a:moveTo>
                    <a:pt x="18" y="5"/>
                  </a:moveTo>
                  <a:cubicBezTo>
                    <a:pt x="18" y="3"/>
                    <a:pt x="18" y="2"/>
                    <a:pt x="17" y="1"/>
                  </a:cubicBezTo>
                  <a:cubicBezTo>
                    <a:pt x="16" y="0"/>
                    <a:pt x="16" y="0"/>
                    <a:pt x="14" y="0"/>
                  </a:cubicBezTo>
                  <a:cubicBezTo>
                    <a:pt x="13" y="0"/>
                    <a:pt x="12" y="0"/>
                    <a:pt x="11" y="1"/>
                  </a:cubicBezTo>
                  <a:cubicBezTo>
                    <a:pt x="10" y="2"/>
                    <a:pt x="9" y="3"/>
                    <a:pt x="8" y="5"/>
                  </a:cubicBezTo>
                  <a:cubicBezTo>
                    <a:pt x="8" y="6"/>
                    <a:pt x="7" y="9"/>
                    <a:pt x="7" y="14"/>
                  </a:cubicBezTo>
                  <a:cubicBezTo>
                    <a:pt x="6" y="19"/>
                    <a:pt x="5" y="26"/>
                    <a:pt x="4" y="34"/>
                  </a:cubicBezTo>
                  <a:cubicBezTo>
                    <a:pt x="3" y="45"/>
                    <a:pt x="2" y="53"/>
                    <a:pt x="1" y="60"/>
                  </a:cubicBezTo>
                  <a:cubicBezTo>
                    <a:pt x="0" y="63"/>
                    <a:pt x="0" y="65"/>
                    <a:pt x="0" y="66"/>
                  </a:cubicBezTo>
                  <a:cubicBezTo>
                    <a:pt x="0" y="67"/>
                    <a:pt x="0" y="68"/>
                    <a:pt x="1" y="69"/>
                  </a:cubicBezTo>
                  <a:cubicBezTo>
                    <a:pt x="2" y="70"/>
                    <a:pt x="3" y="71"/>
                    <a:pt x="5" y="71"/>
                  </a:cubicBezTo>
                  <a:cubicBezTo>
                    <a:pt x="7" y="71"/>
                    <a:pt x="8" y="70"/>
                    <a:pt x="9" y="69"/>
                  </a:cubicBezTo>
                  <a:cubicBezTo>
                    <a:pt x="10" y="68"/>
                    <a:pt x="11" y="66"/>
                    <a:pt x="11" y="64"/>
                  </a:cubicBezTo>
                  <a:cubicBezTo>
                    <a:pt x="11" y="61"/>
                    <a:pt x="11" y="58"/>
                    <a:pt x="11" y="55"/>
                  </a:cubicBezTo>
                  <a:cubicBezTo>
                    <a:pt x="11" y="55"/>
                    <a:pt x="11" y="55"/>
                    <a:pt x="11" y="55"/>
                  </a:cubicBezTo>
                  <a:cubicBezTo>
                    <a:pt x="12" y="55"/>
                    <a:pt x="12" y="54"/>
                    <a:pt x="13" y="53"/>
                  </a:cubicBezTo>
                  <a:cubicBezTo>
                    <a:pt x="14" y="52"/>
                    <a:pt x="15" y="52"/>
                    <a:pt x="15" y="52"/>
                  </a:cubicBezTo>
                  <a:cubicBezTo>
                    <a:pt x="15" y="52"/>
                    <a:pt x="17" y="54"/>
                    <a:pt x="21" y="58"/>
                  </a:cubicBezTo>
                  <a:cubicBezTo>
                    <a:pt x="25" y="63"/>
                    <a:pt x="28" y="66"/>
                    <a:pt x="30" y="68"/>
                  </a:cubicBezTo>
                  <a:cubicBezTo>
                    <a:pt x="32" y="69"/>
                    <a:pt x="34" y="70"/>
                    <a:pt x="36" y="70"/>
                  </a:cubicBezTo>
                  <a:cubicBezTo>
                    <a:pt x="39" y="70"/>
                    <a:pt x="42" y="69"/>
                    <a:pt x="43" y="68"/>
                  </a:cubicBezTo>
                  <a:cubicBezTo>
                    <a:pt x="45" y="66"/>
                    <a:pt x="45" y="65"/>
                    <a:pt x="45" y="64"/>
                  </a:cubicBezTo>
                  <a:cubicBezTo>
                    <a:pt x="45" y="63"/>
                    <a:pt x="45" y="62"/>
                    <a:pt x="45" y="62"/>
                  </a:cubicBezTo>
                  <a:cubicBezTo>
                    <a:pt x="44" y="62"/>
                    <a:pt x="44" y="61"/>
                    <a:pt x="43" y="61"/>
                  </a:cubicBezTo>
                  <a:cubicBezTo>
                    <a:pt x="41" y="61"/>
                    <a:pt x="41" y="61"/>
                    <a:pt x="41" y="61"/>
                  </a:cubicBezTo>
                  <a:cubicBezTo>
                    <a:pt x="39" y="61"/>
                    <a:pt x="38" y="61"/>
                    <a:pt x="36" y="59"/>
                  </a:cubicBezTo>
                  <a:cubicBezTo>
                    <a:pt x="34" y="58"/>
                    <a:pt x="31" y="55"/>
                    <a:pt x="28" y="52"/>
                  </a:cubicBezTo>
                  <a:cubicBezTo>
                    <a:pt x="25" y="49"/>
                    <a:pt x="23" y="47"/>
                    <a:pt x="23" y="46"/>
                  </a:cubicBezTo>
                  <a:cubicBezTo>
                    <a:pt x="23" y="46"/>
                    <a:pt x="24" y="45"/>
                    <a:pt x="25" y="44"/>
                  </a:cubicBezTo>
                  <a:cubicBezTo>
                    <a:pt x="26" y="43"/>
                    <a:pt x="27" y="42"/>
                    <a:pt x="30" y="40"/>
                  </a:cubicBezTo>
                  <a:cubicBezTo>
                    <a:pt x="31" y="39"/>
                    <a:pt x="33" y="37"/>
                    <a:pt x="35" y="36"/>
                  </a:cubicBezTo>
                  <a:cubicBezTo>
                    <a:pt x="36" y="36"/>
                    <a:pt x="37" y="35"/>
                    <a:pt x="39" y="34"/>
                  </a:cubicBezTo>
                  <a:cubicBezTo>
                    <a:pt x="39" y="34"/>
                    <a:pt x="39" y="34"/>
                    <a:pt x="39" y="34"/>
                  </a:cubicBezTo>
                  <a:cubicBezTo>
                    <a:pt x="39" y="34"/>
                    <a:pt x="39" y="34"/>
                    <a:pt x="39" y="34"/>
                  </a:cubicBezTo>
                  <a:cubicBezTo>
                    <a:pt x="42" y="33"/>
                    <a:pt x="43" y="30"/>
                    <a:pt x="43" y="28"/>
                  </a:cubicBezTo>
                  <a:cubicBezTo>
                    <a:pt x="43" y="25"/>
                    <a:pt x="42" y="24"/>
                    <a:pt x="39" y="24"/>
                  </a:cubicBezTo>
                  <a:cubicBezTo>
                    <a:pt x="36" y="24"/>
                    <a:pt x="31" y="27"/>
                    <a:pt x="25" y="33"/>
                  </a:cubicBezTo>
                  <a:cubicBezTo>
                    <a:pt x="12" y="45"/>
                    <a:pt x="12" y="45"/>
                    <a:pt x="12" y="45"/>
                  </a:cubicBezTo>
                  <a:cubicBezTo>
                    <a:pt x="12" y="44"/>
                    <a:pt x="13" y="39"/>
                    <a:pt x="14" y="31"/>
                  </a:cubicBezTo>
                  <a:cubicBezTo>
                    <a:pt x="14" y="31"/>
                    <a:pt x="14" y="31"/>
                    <a:pt x="14" y="31"/>
                  </a:cubicBezTo>
                  <a:cubicBezTo>
                    <a:pt x="15" y="26"/>
                    <a:pt x="15" y="26"/>
                    <a:pt x="15" y="26"/>
                  </a:cubicBezTo>
                  <a:cubicBezTo>
                    <a:pt x="17" y="14"/>
                    <a:pt x="18" y="7"/>
                    <a:pt x="18"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 name="Freeform 286"/>
            <p:cNvSpPr>
              <a:spLocks noEditPoints="1"/>
            </p:cNvSpPr>
            <p:nvPr/>
          </p:nvSpPr>
          <p:spPr bwMode="auto">
            <a:xfrm>
              <a:off x="8140700" y="4351338"/>
              <a:ext cx="65088" cy="109538"/>
            </a:xfrm>
            <a:custGeom>
              <a:avLst/>
              <a:gdLst>
                <a:gd name="T0" fmla="*/ 20 w 43"/>
                <a:gd name="T1" fmla="*/ 6 h 73"/>
                <a:gd name="T2" fmla="*/ 16 w 43"/>
                <a:gd name="T3" fmla="*/ 0 h 73"/>
                <a:gd name="T4" fmla="*/ 10 w 43"/>
                <a:gd name="T5" fmla="*/ 4 h 73"/>
                <a:gd name="T6" fmla="*/ 4 w 43"/>
                <a:gd name="T7" fmla="*/ 32 h 73"/>
                <a:gd name="T8" fmla="*/ 2 w 43"/>
                <a:gd name="T9" fmla="*/ 49 h 73"/>
                <a:gd name="T10" fmla="*/ 0 w 43"/>
                <a:gd name="T11" fmla="*/ 60 h 73"/>
                <a:gd name="T12" fmla="*/ 2 w 43"/>
                <a:gd name="T13" fmla="*/ 63 h 73"/>
                <a:gd name="T14" fmla="*/ 3 w 43"/>
                <a:gd name="T15" fmla="*/ 64 h 73"/>
                <a:gd name="T16" fmla="*/ 3 w 43"/>
                <a:gd name="T17" fmla="*/ 66 h 73"/>
                <a:gd name="T18" fmla="*/ 6 w 43"/>
                <a:gd name="T19" fmla="*/ 71 h 73"/>
                <a:gd name="T20" fmla="*/ 13 w 43"/>
                <a:gd name="T21" fmla="*/ 73 h 73"/>
                <a:gd name="T22" fmla="*/ 33 w 43"/>
                <a:gd name="T23" fmla="*/ 62 h 73"/>
                <a:gd name="T24" fmla="*/ 43 w 43"/>
                <a:gd name="T25" fmla="*/ 38 h 73"/>
                <a:gd name="T26" fmla="*/ 40 w 43"/>
                <a:gd name="T27" fmla="*/ 30 h 73"/>
                <a:gd name="T28" fmla="*/ 34 w 43"/>
                <a:gd name="T29" fmla="*/ 27 h 73"/>
                <a:gd name="T30" fmla="*/ 23 w 43"/>
                <a:gd name="T31" fmla="*/ 31 h 73"/>
                <a:gd name="T32" fmla="*/ 12 w 43"/>
                <a:gd name="T33" fmla="*/ 42 h 73"/>
                <a:gd name="T34" fmla="*/ 16 w 43"/>
                <a:gd name="T35" fmla="*/ 23 h 73"/>
                <a:gd name="T36" fmla="*/ 20 w 43"/>
                <a:gd name="T37" fmla="*/ 6 h 73"/>
                <a:gd name="T38" fmla="*/ 17 w 43"/>
                <a:gd name="T39" fmla="*/ 45 h 73"/>
                <a:gd name="T40" fmla="*/ 32 w 43"/>
                <a:gd name="T41" fmla="*/ 36 h 73"/>
                <a:gd name="T42" fmla="*/ 33 w 43"/>
                <a:gd name="T43" fmla="*/ 40 h 73"/>
                <a:gd name="T44" fmla="*/ 30 w 43"/>
                <a:gd name="T45" fmla="*/ 51 h 73"/>
                <a:gd name="T46" fmla="*/ 22 w 43"/>
                <a:gd name="T47" fmla="*/ 61 h 73"/>
                <a:gd name="T48" fmla="*/ 13 w 43"/>
                <a:gd name="T49" fmla="*/ 64 h 73"/>
                <a:gd name="T50" fmla="*/ 9 w 43"/>
                <a:gd name="T51" fmla="*/ 61 h 73"/>
                <a:gd name="T52" fmla="*/ 17 w 43"/>
                <a:gd name="T53" fmla="*/ 45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 h="73">
                  <a:moveTo>
                    <a:pt x="20" y="6"/>
                  </a:moveTo>
                  <a:cubicBezTo>
                    <a:pt x="20" y="2"/>
                    <a:pt x="19" y="0"/>
                    <a:pt x="16" y="0"/>
                  </a:cubicBezTo>
                  <a:cubicBezTo>
                    <a:pt x="13" y="0"/>
                    <a:pt x="11" y="1"/>
                    <a:pt x="10" y="4"/>
                  </a:cubicBezTo>
                  <a:cubicBezTo>
                    <a:pt x="9" y="7"/>
                    <a:pt x="7" y="16"/>
                    <a:pt x="4" y="32"/>
                  </a:cubicBezTo>
                  <a:cubicBezTo>
                    <a:pt x="2" y="49"/>
                    <a:pt x="2" y="49"/>
                    <a:pt x="2" y="49"/>
                  </a:cubicBezTo>
                  <a:cubicBezTo>
                    <a:pt x="1" y="55"/>
                    <a:pt x="0" y="58"/>
                    <a:pt x="0" y="60"/>
                  </a:cubicBezTo>
                  <a:cubicBezTo>
                    <a:pt x="0" y="61"/>
                    <a:pt x="1" y="62"/>
                    <a:pt x="2" y="63"/>
                  </a:cubicBezTo>
                  <a:cubicBezTo>
                    <a:pt x="2" y="64"/>
                    <a:pt x="2" y="64"/>
                    <a:pt x="3" y="64"/>
                  </a:cubicBezTo>
                  <a:cubicBezTo>
                    <a:pt x="3" y="65"/>
                    <a:pt x="3" y="65"/>
                    <a:pt x="3" y="66"/>
                  </a:cubicBezTo>
                  <a:cubicBezTo>
                    <a:pt x="3" y="68"/>
                    <a:pt x="5" y="70"/>
                    <a:pt x="6" y="71"/>
                  </a:cubicBezTo>
                  <a:cubicBezTo>
                    <a:pt x="8" y="72"/>
                    <a:pt x="10" y="73"/>
                    <a:pt x="13" y="73"/>
                  </a:cubicBezTo>
                  <a:cubicBezTo>
                    <a:pt x="20" y="73"/>
                    <a:pt x="27" y="69"/>
                    <a:pt x="33" y="62"/>
                  </a:cubicBezTo>
                  <a:cubicBezTo>
                    <a:pt x="40" y="54"/>
                    <a:pt x="43" y="46"/>
                    <a:pt x="43" y="38"/>
                  </a:cubicBezTo>
                  <a:cubicBezTo>
                    <a:pt x="43" y="35"/>
                    <a:pt x="42" y="32"/>
                    <a:pt x="40" y="30"/>
                  </a:cubicBezTo>
                  <a:cubicBezTo>
                    <a:pt x="39" y="28"/>
                    <a:pt x="36" y="27"/>
                    <a:pt x="34" y="27"/>
                  </a:cubicBezTo>
                  <a:cubicBezTo>
                    <a:pt x="31" y="27"/>
                    <a:pt x="27" y="28"/>
                    <a:pt x="23" y="31"/>
                  </a:cubicBezTo>
                  <a:cubicBezTo>
                    <a:pt x="19" y="34"/>
                    <a:pt x="15" y="37"/>
                    <a:pt x="12" y="42"/>
                  </a:cubicBezTo>
                  <a:cubicBezTo>
                    <a:pt x="14" y="33"/>
                    <a:pt x="15" y="27"/>
                    <a:pt x="16" y="23"/>
                  </a:cubicBezTo>
                  <a:cubicBezTo>
                    <a:pt x="19" y="14"/>
                    <a:pt x="20" y="9"/>
                    <a:pt x="20" y="6"/>
                  </a:cubicBezTo>
                  <a:close/>
                  <a:moveTo>
                    <a:pt x="17" y="45"/>
                  </a:moveTo>
                  <a:cubicBezTo>
                    <a:pt x="23" y="39"/>
                    <a:pt x="28" y="36"/>
                    <a:pt x="32" y="36"/>
                  </a:cubicBezTo>
                  <a:cubicBezTo>
                    <a:pt x="33" y="36"/>
                    <a:pt x="33" y="37"/>
                    <a:pt x="33" y="40"/>
                  </a:cubicBezTo>
                  <a:cubicBezTo>
                    <a:pt x="33" y="43"/>
                    <a:pt x="32" y="46"/>
                    <a:pt x="30" y="51"/>
                  </a:cubicBezTo>
                  <a:cubicBezTo>
                    <a:pt x="28" y="55"/>
                    <a:pt x="25" y="58"/>
                    <a:pt x="22" y="61"/>
                  </a:cubicBezTo>
                  <a:cubicBezTo>
                    <a:pt x="19" y="63"/>
                    <a:pt x="16" y="64"/>
                    <a:pt x="13" y="64"/>
                  </a:cubicBezTo>
                  <a:cubicBezTo>
                    <a:pt x="12" y="64"/>
                    <a:pt x="10" y="63"/>
                    <a:pt x="9" y="61"/>
                  </a:cubicBezTo>
                  <a:cubicBezTo>
                    <a:pt x="9" y="57"/>
                    <a:pt x="12" y="52"/>
                    <a:pt x="17"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 name="Freeform 287"/>
            <p:cNvSpPr>
              <a:spLocks noEditPoints="1"/>
            </p:cNvSpPr>
            <p:nvPr/>
          </p:nvSpPr>
          <p:spPr bwMode="auto">
            <a:xfrm>
              <a:off x="8212138" y="4394201"/>
              <a:ext cx="61913" cy="68263"/>
            </a:xfrm>
            <a:custGeom>
              <a:avLst/>
              <a:gdLst>
                <a:gd name="T0" fmla="*/ 25 w 41"/>
                <a:gd name="T1" fmla="*/ 0 h 46"/>
                <a:gd name="T2" fmla="*/ 7 w 41"/>
                <a:gd name="T3" fmla="*/ 10 h 46"/>
                <a:gd name="T4" fmla="*/ 0 w 41"/>
                <a:gd name="T5" fmla="*/ 31 h 46"/>
                <a:gd name="T6" fmla="*/ 4 w 41"/>
                <a:gd name="T7" fmla="*/ 42 h 46"/>
                <a:gd name="T8" fmla="*/ 14 w 41"/>
                <a:gd name="T9" fmla="*/ 46 h 46"/>
                <a:gd name="T10" fmla="*/ 29 w 41"/>
                <a:gd name="T11" fmla="*/ 39 h 46"/>
                <a:gd name="T12" fmla="*/ 40 w 41"/>
                <a:gd name="T13" fmla="*/ 23 h 46"/>
                <a:gd name="T14" fmla="*/ 40 w 41"/>
                <a:gd name="T15" fmla="*/ 23 h 46"/>
                <a:gd name="T16" fmla="*/ 41 w 41"/>
                <a:gd name="T17" fmla="*/ 17 h 46"/>
                <a:gd name="T18" fmla="*/ 36 w 41"/>
                <a:gd name="T19" fmla="*/ 5 h 46"/>
                <a:gd name="T20" fmla="*/ 25 w 41"/>
                <a:gd name="T21" fmla="*/ 0 h 46"/>
                <a:gd name="T22" fmla="*/ 25 w 41"/>
                <a:gd name="T23" fmla="*/ 31 h 46"/>
                <a:gd name="T24" fmla="*/ 15 w 41"/>
                <a:gd name="T25" fmla="*/ 37 h 46"/>
                <a:gd name="T26" fmla="*/ 11 w 41"/>
                <a:gd name="T27" fmla="*/ 35 h 46"/>
                <a:gd name="T28" fmla="*/ 10 w 41"/>
                <a:gd name="T29" fmla="*/ 30 h 46"/>
                <a:gd name="T30" fmla="*/ 13 w 41"/>
                <a:gd name="T31" fmla="*/ 18 h 46"/>
                <a:gd name="T32" fmla="*/ 19 w 41"/>
                <a:gd name="T33" fmla="*/ 10 h 46"/>
                <a:gd name="T34" fmla="*/ 19 w 41"/>
                <a:gd name="T35" fmla="*/ 10 h 46"/>
                <a:gd name="T36" fmla="*/ 24 w 41"/>
                <a:gd name="T37" fmla="*/ 8 h 46"/>
                <a:gd name="T38" fmla="*/ 29 w 41"/>
                <a:gd name="T39" fmla="*/ 11 h 46"/>
                <a:gd name="T40" fmla="*/ 31 w 41"/>
                <a:gd name="T41" fmla="*/ 18 h 46"/>
                <a:gd name="T42" fmla="*/ 25 w 41"/>
                <a:gd name="T43" fmla="*/ 3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1" h="46">
                  <a:moveTo>
                    <a:pt x="25" y="0"/>
                  </a:moveTo>
                  <a:cubicBezTo>
                    <a:pt x="18" y="0"/>
                    <a:pt x="12" y="3"/>
                    <a:pt x="7" y="10"/>
                  </a:cubicBezTo>
                  <a:cubicBezTo>
                    <a:pt x="3" y="17"/>
                    <a:pt x="0" y="24"/>
                    <a:pt x="0" y="31"/>
                  </a:cubicBezTo>
                  <a:cubicBezTo>
                    <a:pt x="0" y="35"/>
                    <a:pt x="1" y="39"/>
                    <a:pt x="4" y="42"/>
                  </a:cubicBezTo>
                  <a:cubicBezTo>
                    <a:pt x="7" y="45"/>
                    <a:pt x="10" y="46"/>
                    <a:pt x="14" y="46"/>
                  </a:cubicBezTo>
                  <a:cubicBezTo>
                    <a:pt x="19" y="46"/>
                    <a:pt x="24" y="44"/>
                    <a:pt x="29" y="39"/>
                  </a:cubicBezTo>
                  <a:cubicBezTo>
                    <a:pt x="35" y="35"/>
                    <a:pt x="38" y="30"/>
                    <a:pt x="40" y="23"/>
                  </a:cubicBezTo>
                  <a:cubicBezTo>
                    <a:pt x="40" y="23"/>
                    <a:pt x="40" y="23"/>
                    <a:pt x="40" y="23"/>
                  </a:cubicBezTo>
                  <a:cubicBezTo>
                    <a:pt x="40" y="21"/>
                    <a:pt x="41" y="19"/>
                    <a:pt x="41" y="17"/>
                  </a:cubicBezTo>
                  <a:cubicBezTo>
                    <a:pt x="41" y="12"/>
                    <a:pt x="39" y="8"/>
                    <a:pt x="36" y="5"/>
                  </a:cubicBezTo>
                  <a:cubicBezTo>
                    <a:pt x="33" y="1"/>
                    <a:pt x="30" y="0"/>
                    <a:pt x="25" y="0"/>
                  </a:cubicBezTo>
                  <a:close/>
                  <a:moveTo>
                    <a:pt x="25" y="31"/>
                  </a:moveTo>
                  <a:cubicBezTo>
                    <a:pt x="22" y="35"/>
                    <a:pt x="18" y="37"/>
                    <a:pt x="15" y="37"/>
                  </a:cubicBezTo>
                  <a:cubicBezTo>
                    <a:pt x="13" y="37"/>
                    <a:pt x="12" y="37"/>
                    <a:pt x="11" y="35"/>
                  </a:cubicBezTo>
                  <a:cubicBezTo>
                    <a:pt x="11" y="34"/>
                    <a:pt x="10" y="32"/>
                    <a:pt x="10" y="30"/>
                  </a:cubicBezTo>
                  <a:cubicBezTo>
                    <a:pt x="10" y="26"/>
                    <a:pt x="11" y="22"/>
                    <a:pt x="13" y="18"/>
                  </a:cubicBezTo>
                  <a:cubicBezTo>
                    <a:pt x="15" y="15"/>
                    <a:pt x="17" y="12"/>
                    <a:pt x="19" y="10"/>
                  </a:cubicBezTo>
                  <a:cubicBezTo>
                    <a:pt x="19" y="10"/>
                    <a:pt x="19" y="10"/>
                    <a:pt x="19" y="10"/>
                  </a:cubicBezTo>
                  <a:cubicBezTo>
                    <a:pt x="20" y="9"/>
                    <a:pt x="22" y="8"/>
                    <a:pt x="24" y="8"/>
                  </a:cubicBezTo>
                  <a:cubicBezTo>
                    <a:pt x="26" y="8"/>
                    <a:pt x="28" y="9"/>
                    <a:pt x="29" y="11"/>
                  </a:cubicBezTo>
                  <a:cubicBezTo>
                    <a:pt x="30" y="13"/>
                    <a:pt x="31" y="15"/>
                    <a:pt x="31" y="18"/>
                  </a:cubicBezTo>
                  <a:cubicBezTo>
                    <a:pt x="31" y="23"/>
                    <a:pt x="29" y="27"/>
                    <a:pt x="25"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 name="Freeform 288"/>
            <p:cNvSpPr>
              <a:spLocks noEditPoints="1"/>
            </p:cNvSpPr>
            <p:nvPr/>
          </p:nvSpPr>
          <p:spPr bwMode="auto">
            <a:xfrm>
              <a:off x="8281988" y="4392613"/>
              <a:ext cx="65088" cy="69850"/>
            </a:xfrm>
            <a:custGeom>
              <a:avLst/>
              <a:gdLst>
                <a:gd name="T0" fmla="*/ 41 w 43"/>
                <a:gd name="T1" fmla="*/ 40 h 47"/>
                <a:gd name="T2" fmla="*/ 39 w 43"/>
                <a:gd name="T3" fmla="*/ 38 h 47"/>
                <a:gd name="T4" fmla="*/ 38 w 43"/>
                <a:gd name="T5" fmla="*/ 36 h 47"/>
                <a:gd name="T6" fmla="*/ 38 w 43"/>
                <a:gd name="T7" fmla="*/ 28 h 47"/>
                <a:gd name="T8" fmla="*/ 39 w 43"/>
                <a:gd name="T9" fmla="*/ 15 h 47"/>
                <a:gd name="T10" fmla="*/ 40 w 43"/>
                <a:gd name="T11" fmla="*/ 8 h 47"/>
                <a:gd name="T12" fmla="*/ 35 w 43"/>
                <a:gd name="T13" fmla="*/ 5 h 47"/>
                <a:gd name="T14" fmla="*/ 29 w 43"/>
                <a:gd name="T15" fmla="*/ 0 h 47"/>
                <a:gd name="T16" fmla="*/ 9 w 43"/>
                <a:gd name="T17" fmla="*/ 12 h 47"/>
                <a:gd name="T18" fmla="*/ 0 w 43"/>
                <a:gd name="T19" fmla="*/ 35 h 47"/>
                <a:gd name="T20" fmla="*/ 2 w 43"/>
                <a:gd name="T21" fmla="*/ 43 h 47"/>
                <a:gd name="T22" fmla="*/ 9 w 43"/>
                <a:gd name="T23" fmla="*/ 46 h 47"/>
                <a:gd name="T24" fmla="*/ 30 w 43"/>
                <a:gd name="T25" fmla="*/ 31 h 47"/>
                <a:gd name="T26" fmla="*/ 36 w 43"/>
                <a:gd name="T27" fmla="*/ 47 h 47"/>
                <a:gd name="T28" fmla="*/ 41 w 43"/>
                <a:gd name="T29" fmla="*/ 45 h 47"/>
                <a:gd name="T30" fmla="*/ 43 w 43"/>
                <a:gd name="T31" fmla="*/ 42 h 47"/>
                <a:gd name="T32" fmla="*/ 41 w 43"/>
                <a:gd name="T33" fmla="*/ 40 h 47"/>
                <a:gd name="T34" fmla="*/ 23 w 43"/>
                <a:gd name="T35" fmla="*/ 28 h 47"/>
                <a:gd name="T36" fmla="*/ 11 w 43"/>
                <a:gd name="T37" fmla="*/ 37 h 47"/>
                <a:gd name="T38" fmla="*/ 10 w 43"/>
                <a:gd name="T39" fmla="*/ 33 h 47"/>
                <a:gd name="T40" fmla="*/ 16 w 43"/>
                <a:gd name="T41" fmla="*/ 18 h 47"/>
                <a:gd name="T42" fmla="*/ 27 w 43"/>
                <a:gd name="T43" fmla="*/ 9 h 47"/>
                <a:gd name="T44" fmla="*/ 29 w 43"/>
                <a:gd name="T45" fmla="*/ 10 h 47"/>
                <a:gd name="T46" fmla="*/ 30 w 43"/>
                <a:gd name="T47" fmla="*/ 13 h 47"/>
                <a:gd name="T48" fmla="*/ 23 w 43"/>
                <a:gd name="T49" fmla="*/ 2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3" h="47">
                  <a:moveTo>
                    <a:pt x="41" y="40"/>
                  </a:moveTo>
                  <a:cubicBezTo>
                    <a:pt x="40" y="39"/>
                    <a:pt x="40" y="39"/>
                    <a:pt x="39" y="38"/>
                  </a:cubicBezTo>
                  <a:cubicBezTo>
                    <a:pt x="39" y="38"/>
                    <a:pt x="39" y="37"/>
                    <a:pt x="38" y="36"/>
                  </a:cubicBezTo>
                  <a:cubicBezTo>
                    <a:pt x="38" y="34"/>
                    <a:pt x="38" y="32"/>
                    <a:pt x="38" y="28"/>
                  </a:cubicBezTo>
                  <a:cubicBezTo>
                    <a:pt x="38" y="25"/>
                    <a:pt x="38" y="20"/>
                    <a:pt x="39" y="15"/>
                  </a:cubicBezTo>
                  <a:cubicBezTo>
                    <a:pt x="40" y="12"/>
                    <a:pt x="40" y="10"/>
                    <a:pt x="40" y="8"/>
                  </a:cubicBezTo>
                  <a:cubicBezTo>
                    <a:pt x="40" y="6"/>
                    <a:pt x="39" y="5"/>
                    <a:pt x="35" y="5"/>
                  </a:cubicBezTo>
                  <a:cubicBezTo>
                    <a:pt x="34" y="1"/>
                    <a:pt x="32" y="0"/>
                    <a:pt x="29" y="0"/>
                  </a:cubicBezTo>
                  <a:cubicBezTo>
                    <a:pt x="22" y="0"/>
                    <a:pt x="16" y="4"/>
                    <a:pt x="9" y="12"/>
                  </a:cubicBezTo>
                  <a:cubicBezTo>
                    <a:pt x="3" y="20"/>
                    <a:pt x="0" y="28"/>
                    <a:pt x="0" y="35"/>
                  </a:cubicBezTo>
                  <a:cubicBezTo>
                    <a:pt x="0" y="38"/>
                    <a:pt x="1" y="41"/>
                    <a:pt x="2" y="43"/>
                  </a:cubicBezTo>
                  <a:cubicBezTo>
                    <a:pt x="4" y="45"/>
                    <a:pt x="6" y="46"/>
                    <a:pt x="9" y="46"/>
                  </a:cubicBezTo>
                  <a:cubicBezTo>
                    <a:pt x="15" y="46"/>
                    <a:pt x="22" y="41"/>
                    <a:pt x="30" y="31"/>
                  </a:cubicBezTo>
                  <a:cubicBezTo>
                    <a:pt x="29" y="42"/>
                    <a:pt x="31" y="47"/>
                    <a:pt x="36" y="47"/>
                  </a:cubicBezTo>
                  <a:cubicBezTo>
                    <a:pt x="38" y="47"/>
                    <a:pt x="39" y="46"/>
                    <a:pt x="41" y="45"/>
                  </a:cubicBezTo>
                  <a:cubicBezTo>
                    <a:pt x="42" y="44"/>
                    <a:pt x="43" y="43"/>
                    <a:pt x="43" y="42"/>
                  </a:cubicBezTo>
                  <a:cubicBezTo>
                    <a:pt x="43" y="41"/>
                    <a:pt x="42" y="40"/>
                    <a:pt x="41" y="40"/>
                  </a:cubicBezTo>
                  <a:close/>
                  <a:moveTo>
                    <a:pt x="23" y="28"/>
                  </a:moveTo>
                  <a:cubicBezTo>
                    <a:pt x="18" y="34"/>
                    <a:pt x="14" y="37"/>
                    <a:pt x="11" y="37"/>
                  </a:cubicBezTo>
                  <a:cubicBezTo>
                    <a:pt x="10" y="37"/>
                    <a:pt x="10" y="36"/>
                    <a:pt x="10" y="33"/>
                  </a:cubicBezTo>
                  <a:cubicBezTo>
                    <a:pt x="10" y="29"/>
                    <a:pt x="12" y="24"/>
                    <a:pt x="16" y="18"/>
                  </a:cubicBezTo>
                  <a:cubicBezTo>
                    <a:pt x="21" y="12"/>
                    <a:pt x="24" y="9"/>
                    <a:pt x="27" y="9"/>
                  </a:cubicBezTo>
                  <a:cubicBezTo>
                    <a:pt x="28" y="9"/>
                    <a:pt x="29" y="9"/>
                    <a:pt x="29" y="10"/>
                  </a:cubicBezTo>
                  <a:cubicBezTo>
                    <a:pt x="30" y="11"/>
                    <a:pt x="30" y="12"/>
                    <a:pt x="30" y="13"/>
                  </a:cubicBezTo>
                  <a:cubicBezTo>
                    <a:pt x="30" y="17"/>
                    <a:pt x="28" y="22"/>
                    <a:pt x="23"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 name="Freeform 289"/>
            <p:cNvSpPr>
              <a:spLocks/>
            </p:cNvSpPr>
            <p:nvPr/>
          </p:nvSpPr>
          <p:spPr bwMode="auto">
            <a:xfrm>
              <a:off x="8359775" y="4394201"/>
              <a:ext cx="61913" cy="68263"/>
            </a:xfrm>
            <a:custGeom>
              <a:avLst/>
              <a:gdLst>
                <a:gd name="T0" fmla="*/ 41 w 41"/>
                <a:gd name="T1" fmla="*/ 8 h 46"/>
                <a:gd name="T2" fmla="*/ 38 w 41"/>
                <a:gd name="T3" fmla="*/ 2 h 46"/>
                <a:gd name="T4" fmla="*/ 31 w 41"/>
                <a:gd name="T5" fmla="*/ 0 h 46"/>
                <a:gd name="T6" fmla="*/ 20 w 41"/>
                <a:gd name="T7" fmla="*/ 6 h 46"/>
                <a:gd name="T8" fmla="*/ 10 w 41"/>
                <a:gd name="T9" fmla="*/ 22 h 46"/>
                <a:gd name="T10" fmla="*/ 9 w 41"/>
                <a:gd name="T11" fmla="*/ 24 h 46"/>
                <a:gd name="T12" fmla="*/ 10 w 41"/>
                <a:gd name="T13" fmla="*/ 17 h 46"/>
                <a:gd name="T14" fmla="*/ 11 w 41"/>
                <a:gd name="T15" fmla="*/ 12 h 46"/>
                <a:gd name="T16" fmla="*/ 13 w 41"/>
                <a:gd name="T17" fmla="*/ 4 h 46"/>
                <a:gd name="T18" fmla="*/ 12 w 41"/>
                <a:gd name="T19" fmla="*/ 2 h 46"/>
                <a:gd name="T20" fmla="*/ 8 w 41"/>
                <a:gd name="T21" fmla="*/ 0 h 46"/>
                <a:gd name="T22" fmla="*/ 4 w 41"/>
                <a:gd name="T23" fmla="*/ 2 h 46"/>
                <a:gd name="T24" fmla="*/ 2 w 41"/>
                <a:gd name="T25" fmla="*/ 4 h 46"/>
                <a:gd name="T26" fmla="*/ 1 w 41"/>
                <a:gd name="T27" fmla="*/ 10 h 46"/>
                <a:gd name="T28" fmla="*/ 1 w 41"/>
                <a:gd name="T29" fmla="*/ 13 h 46"/>
                <a:gd name="T30" fmla="*/ 0 w 41"/>
                <a:gd name="T31" fmla="*/ 25 h 46"/>
                <a:gd name="T32" fmla="*/ 0 w 41"/>
                <a:gd name="T33" fmla="*/ 33 h 46"/>
                <a:gd name="T34" fmla="*/ 1 w 41"/>
                <a:gd name="T35" fmla="*/ 43 h 46"/>
                <a:gd name="T36" fmla="*/ 5 w 41"/>
                <a:gd name="T37" fmla="*/ 46 h 46"/>
                <a:gd name="T38" fmla="*/ 9 w 41"/>
                <a:gd name="T39" fmla="*/ 45 h 46"/>
                <a:gd name="T40" fmla="*/ 11 w 41"/>
                <a:gd name="T41" fmla="*/ 40 h 46"/>
                <a:gd name="T42" fmla="*/ 20 w 41"/>
                <a:gd name="T43" fmla="*/ 19 h 46"/>
                <a:gd name="T44" fmla="*/ 30 w 41"/>
                <a:gd name="T45" fmla="*/ 9 h 46"/>
                <a:gd name="T46" fmla="*/ 33 w 41"/>
                <a:gd name="T47" fmla="*/ 10 h 46"/>
                <a:gd name="T48" fmla="*/ 37 w 41"/>
                <a:gd name="T49" fmla="*/ 13 h 46"/>
                <a:gd name="T50" fmla="*/ 40 w 41"/>
                <a:gd name="T51" fmla="*/ 11 h 46"/>
                <a:gd name="T52" fmla="*/ 41 w 41"/>
                <a:gd name="T53" fmla="*/ 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1" h="46">
                  <a:moveTo>
                    <a:pt x="41" y="8"/>
                  </a:moveTo>
                  <a:cubicBezTo>
                    <a:pt x="41" y="6"/>
                    <a:pt x="40" y="4"/>
                    <a:pt x="38" y="2"/>
                  </a:cubicBezTo>
                  <a:cubicBezTo>
                    <a:pt x="36" y="1"/>
                    <a:pt x="34" y="0"/>
                    <a:pt x="31" y="0"/>
                  </a:cubicBezTo>
                  <a:cubicBezTo>
                    <a:pt x="28" y="0"/>
                    <a:pt x="24" y="2"/>
                    <a:pt x="20" y="6"/>
                  </a:cubicBezTo>
                  <a:cubicBezTo>
                    <a:pt x="16" y="10"/>
                    <a:pt x="13" y="16"/>
                    <a:pt x="10" y="22"/>
                  </a:cubicBezTo>
                  <a:cubicBezTo>
                    <a:pt x="9" y="24"/>
                    <a:pt x="9" y="24"/>
                    <a:pt x="9" y="24"/>
                  </a:cubicBezTo>
                  <a:cubicBezTo>
                    <a:pt x="10" y="17"/>
                    <a:pt x="10" y="17"/>
                    <a:pt x="10" y="17"/>
                  </a:cubicBezTo>
                  <a:cubicBezTo>
                    <a:pt x="10" y="15"/>
                    <a:pt x="11" y="14"/>
                    <a:pt x="11" y="12"/>
                  </a:cubicBezTo>
                  <a:cubicBezTo>
                    <a:pt x="12" y="8"/>
                    <a:pt x="13" y="6"/>
                    <a:pt x="13" y="4"/>
                  </a:cubicBezTo>
                  <a:cubicBezTo>
                    <a:pt x="13" y="3"/>
                    <a:pt x="12" y="2"/>
                    <a:pt x="12" y="2"/>
                  </a:cubicBezTo>
                  <a:cubicBezTo>
                    <a:pt x="11" y="1"/>
                    <a:pt x="10" y="0"/>
                    <a:pt x="8" y="0"/>
                  </a:cubicBezTo>
                  <a:cubicBezTo>
                    <a:pt x="7" y="0"/>
                    <a:pt x="6" y="1"/>
                    <a:pt x="4" y="2"/>
                  </a:cubicBezTo>
                  <a:cubicBezTo>
                    <a:pt x="3" y="3"/>
                    <a:pt x="3" y="3"/>
                    <a:pt x="2" y="4"/>
                  </a:cubicBezTo>
                  <a:cubicBezTo>
                    <a:pt x="2" y="5"/>
                    <a:pt x="2" y="7"/>
                    <a:pt x="1" y="10"/>
                  </a:cubicBezTo>
                  <a:cubicBezTo>
                    <a:pt x="1" y="11"/>
                    <a:pt x="1" y="12"/>
                    <a:pt x="1" y="13"/>
                  </a:cubicBezTo>
                  <a:cubicBezTo>
                    <a:pt x="1" y="17"/>
                    <a:pt x="0" y="21"/>
                    <a:pt x="0" y="25"/>
                  </a:cubicBezTo>
                  <a:cubicBezTo>
                    <a:pt x="0" y="28"/>
                    <a:pt x="0" y="31"/>
                    <a:pt x="0" y="33"/>
                  </a:cubicBezTo>
                  <a:cubicBezTo>
                    <a:pt x="0" y="37"/>
                    <a:pt x="0" y="41"/>
                    <a:pt x="1" y="43"/>
                  </a:cubicBezTo>
                  <a:cubicBezTo>
                    <a:pt x="2" y="45"/>
                    <a:pt x="3" y="46"/>
                    <a:pt x="5" y="46"/>
                  </a:cubicBezTo>
                  <a:cubicBezTo>
                    <a:pt x="7" y="46"/>
                    <a:pt x="8" y="46"/>
                    <a:pt x="9" y="45"/>
                  </a:cubicBezTo>
                  <a:cubicBezTo>
                    <a:pt x="11" y="44"/>
                    <a:pt x="11" y="42"/>
                    <a:pt x="11" y="40"/>
                  </a:cubicBezTo>
                  <a:cubicBezTo>
                    <a:pt x="12" y="32"/>
                    <a:pt x="15" y="25"/>
                    <a:pt x="20" y="19"/>
                  </a:cubicBezTo>
                  <a:cubicBezTo>
                    <a:pt x="25" y="12"/>
                    <a:pt x="28" y="9"/>
                    <a:pt x="30" y="9"/>
                  </a:cubicBezTo>
                  <a:cubicBezTo>
                    <a:pt x="31" y="9"/>
                    <a:pt x="32" y="10"/>
                    <a:pt x="33" y="10"/>
                  </a:cubicBezTo>
                  <a:cubicBezTo>
                    <a:pt x="34" y="12"/>
                    <a:pt x="36" y="13"/>
                    <a:pt x="37" y="13"/>
                  </a:cubicBezTo>
                  <a:cubicBezTo>
                    <a:pt x="39" y="13"/>
                    <a:pt x="39" y="12"/>
                    <a:pt x="40" y="11"/>
                  </a:cubicBezTo>
                  <a:cubicBezTo>
                    <a:pt x="41" y="10"/>
                    <a:pt x="41" y="9"/>
                    <a:pt x="4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 name="Freeform 290"/>
            <p:cNvSpPr>
              <a:spLocks noEditPoints="1"/>
            </p:cNvSpPr>
            <p:nvPr/>
          </p:nvSpPr>
          <p:spPr bwMode="auto">
            <a:xfrm>
              <a:off x="8418513" y="4356101"/>
              <a:ext cx="76200" cy="104775"/>
            </a:xfrm>
            <a:custGeom>
              <a:avLst/>
              <a:gdLst>
                <a:gd name="T0" fmla="*/ 49 w 51"/>
                <a:gd name="T1" fmla="*/ 59 h 70"/>
                <a:gd name="T2" fmla="*/ 46 w 51"/>
                <a:gd name="T3" fmla="*/ 60 h 70"/>
                <a:gd name="T4" fmla="*/ 43 w 51"/>
                <a:gd name="T5" fmla="*/ 61 h 70"/>
                <a:gd name="T6" fmla="*/ 40 w 51"/>
                <a:gd name="T7" fmla="*/ 54 h 70"/>
                <a:gd name="T8" fmla="*/ 42 w 51"/>
                <a:gd name="T9" fmla="*/ 34 h 70"/>
                <a:gd name="T10" fmla="*/ 48 w 51"/>
                <a:gd name="T11" fmla="*/ 12 h 70"/>
                <a:gd name="T12" fmla="*/ 49 w 51"/>
                <a:gd name="T13" fmla="*/ 6 h 70"/>
                <a:gd name="T14" fmla="*/ 48 w 51"/>
                <a:gd name="T15" fmla="*/ 1 h 70"/>
                <a:gd name="T16" fmla="*/ 45 w 51"/>
                <a:gd name="T17" fmla="*/ 0 h 70"/>
                <a:gd name="T18" fmla="*/ 42 w 51"/>
                <a:gd name="T19" fmla="*/ 1 h 70"/>
                <a:gd name="T20" fmla="*/ 40 w 51"/>
                <a:gd name="T21" fmla="*/ 4 h 70"/>
                <a:gd name="T22" fmla="*/ 38 w 51"/>
                <a:gd name="T23" fmla="*/ 12 h 70"/>
                <a:gd name="T24" fmla="*/ 34 w 51"/>
                <a:gd name="T25" fmla="*/ 29 h 70"/>
                <a:gd name="T26" fmla="*/ 27 w 51"/>
                <a:gd name="T27" fmla="*/ 26 h 70"/>
                <a:gd name="T28" fmla="*/ 9 w 51"/>
                <a:gd name="T29" fmla="*/ 37 h 70"/>
                <a:gd name="T30" fmla="*/ 0 w 51"/>
                <a:gd name="T31" fmla="*/ 58 h 70"/>
                <a:gd name="T32" fmla="*/ 3 w 51"/>
                <a:gd name="T33" fmla="*/ 67 h 70"/>
                <a:gd name="T34" fmla="*/ 10 w 51"/>
                <a:gd name="T35" fmla="*/ 70 h 70"/>
                <a:gd name="T36" fmla="*/ 31 w 51"/>
                <a:gd name="T37" fmla="*/ 55 h 70"/>
                <a:gd name="T38" fmla="*/ 33 w 51"/>
                <a:gd name="T39" fmla="*/ 66 h 70"/>
                <a:gd name="T40" fmla="*/ 39 w 51"/>
                <a:gd name="T41" fmla="*/ 70 h 70"/>
                <a:gd name="T42" fmla="*/ 47 w 51"/>
                <a:gd name="T43" fmla="*/ 67 h 70"/>
                <a:gd name="T44" fmla="*/ 51 w 51"/>
                <a:gd name="T45" fmla="*/ 61 h 70"/>
                <a:gd name="T46" fmla="*/ 49 w 51"/>
                <a:gd name="T47" fmla="*/ 59 h 70"/>
                <a:gd name="T48" fmla="*/ 24 w 51"/>
                <a:gd name="T49" fmla="*/ 53 h 70"/>
                <a:gd name="T50" fmla="*/ 13 w 51"/>
                <a:gd name="T51" fmla="*/ 61 h 70"/>
                <a:gd name="T52" fmla="*/ 10 w 51"/>
                <a:gd name="T53" fmla="*/ 58 h 70"/>
                <a:gd name="T54" fmla="*/ 15 w 51"/>
                <a:gd name="T55" fmla="*/ 43 h 70"/>
                <a:gd name="T56" fmla="*/ 27 w 51"/>
                <a:gd name="T57" fmla="*/ 34 h 70"/>
                <a:gd name="T58" fmla="*/ 30 w 51"/>
                <a:gd name="T59" fmla="*/ 36 h 70"/>
                <a:gd name="T60" fmla="*/ 31 w 51"/>
                <a:gd name="T61" fmla="*/ 39 h 70"/>
                <a:gd name="T62" fmla="*/ 24 w 51"/>
                <a:gd name="T63" fmla="*/ 53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1" h="70">
                  <a:moveTo>
                    <a:pt x="49" y="59"/>
                  </a:moveTo>
                  <a:cubicBezTo>
                    <a:pt x="48" y="59"/>
                    <a:pt x="47" y="59"/>
                    <a:pt x="46" y="60"/>
                  </a:cubicBezTo>
                  <a:cubicBezTo>
                    <a:pt x="45" y="61"/>
                    <a:pt x="44" y="61"/>
                    <a:pt x="43" y="61"/>
                  </a:cubicBezTo>
                  <a:cubicBezTo>
                    <a:pt x="41" y="61"/>
                    <a:pt x="40" y="58"/>
                    <a:pt x="40" y="54"/>
                  </a:cubicBezTo>
                  <a:cubicBezTo>
                    <a:pt x="40" y="49"/>
                    <a:pt x="40" y="42"/>
                    <a:pt x="42" y="34"/>
                  </a:cubicBezTo>
                  <a:cubicBezTo>
                    <a:pt x="44" y="25"/>
                    <a:pt x="46" y="18"/>
                    <a:pt x="48" y="12"/>
                  </a:cubicBezTo>
                  <a:cubicBezTo>
                    <a:pt x="49" y="9"/>
                    <a:pt x="49" y="7"/>
                    <a:pt x="49" y="6"/>
                  </a:cubicBezTo>
                  <a:cubicBezTo>
                    <a:pt x="49" y="4"/>
                    <a:pt x="49" y="3"/>
                    <a:pt x="48" y="1"/>
                  </a:cubicBezTo>
                  <a:cubicBezTo>
                    <a:pt x="48" y="0"/>
                    <a:pt x="46" y="0"/>
                    <a:pt x="45" y="0"/>
                  </a:cubicBezTo>
                  <a:cubicBezTo>
                    <a:pt x="44" y="0"/>
                    <a:pt x="43" y="0"/>
                    <a:pt x="42" y="1"/>
                  </a:cubicBezTo>
                  <a:cubicBezTo>
                    <a:pt x="41" y="2"/>
                    <a:pt x="40" y="3"/>
                    <a:pt x="40" y="4"/>
                  </a:cubicBezTo>
                  <a:cubicBezTo>
                    <a:pt x="39" y="5"/>
                    <a:pt x="38" y="8"/>
                    <a:pt x="38" y="12"/>
                  </a:cubicBezTo>
                  <a:cubicBezTo>
                    <a:pt x="37" y="15"/>
                    <a:pt x="36" y="20"/>
                    <a:pt x="34" y="29"/>
                  </a:cubicBezTo>
                  <a:cubicBezTo>
                    <a:pt x="33" y="27"/>
                    <a:pt x="30" y="26"/>
                    <a:pt x="27" y="26"/>
                  </a:cubicBezTo>
                  <a:cubicBezTo>
                    <a:pt x="21" y="26"/>
                    <a:pt x="15" y="30"/>
                    <a:pt x="9" y="37"/>
                  </a:cubicBezTo>
                  <a:cubicBezTo>
                    <a:pt x="3" y="44"/>
                    <a:pt x="0" y="51"/>
                    <a:pt x="0" y="58"/>
                  </a:cubicBezTo>
                  <a:cubicBezTo>
                    <a:pt x="0" y="62"/>
                    <a:pt x="1" y="65"/>
                    <a:pt x="3" y="67"/>
                  </a:cubicBezTo>
                  <a:cubicBezTo>
                    <a:pt x="5" y="69"/>
                    <a:pt x="7" y="70"/>
                    <a:pt x="10" y="70"/>
                  </a:cubicBezTo>
                  <a:cubicBezTo>
                    <a:pt x="17" y="70"/>
                    <a:pt x="24" y="65"/>
                    <a:pt x="31" y="55"/>
                  </a:cubicBezTo>
                  <a:cubicBezTo>
                    <a:pt x="31" y="59"/>
                    <a:pt x="31" y="63"/>
                    <a:pt x="33" y="66"/>
                  </a:cubicBezTo>
                  <a:cubicBezTo>
                    <a:pt x="34" y="69"/>
                    <a:pt x="36" y="70"/>
                    <a:pt x="39" y="70"/>
                  </a:cubicBezTo>
                  <a:cubicBezTo>
                    <a:pt x="41" y="70"/>
                    <a:pt x="44" y="69"/>
                    <a:pt x="47" y="67"/>
                  </a:cubicBezTo>
                  <a:cubicBezTo>
                    <a:pt x="49" y="65"/>
                    <a:pt x="51" y="63"/>
                    <a:pt x="51" y="61"/>
                  </a:cubicBezTo>
                  <a:cubicBezTo>
                    <a:pt x="51" y="60"/>
                    <a:pt x="50" y="59"/>
                    <a:pt x="49" y="59"/>
                  </a:cubicBezTo>
                  <a:close/>
                  <a:moveTo>
                    <a:pt x="24" y="53"/>
                  </a:moveTo>
                  <a:cubicBezTo>
                    <a:pt x="20" y="59"/>
                    <a:pt x="16" y="61"/>
                    <a:pt x="13" y="61"/>
                  </a:cubicBezTo>
                  <a:cubicBezTo>
                    <a:pt x="11" y="61"/>
                    <a:pt x="10" y="60"/>
                    <a:pt x="10" y="58"/>
                  </a:cubicBezTo>
                  <a:cubicBezTo>
                    <a:pt x="10" y="53"/>
                    <a:pt x="12" y="48"/>
                    <a:pt x="15" y="43"/>
                  </a:cubicBezTo>
                  <a:cubicBezTo>
                    <a:pt x="19" y="37"/>
                    <a:pt x="23" y="34"/>
                    <a:pt x="27" y="34"/>
                  </a:cubicBezTo>
                  <a:cubicBezTo>
                    <a:pt x="28" y="34"/>
                    <a:pt x="29" y="35"/>
                    <a:pt x="30" y="36"/>
                  </a:cubicBezTo>
                  <a:cubicBezTo>
                    <a:pt x="31" y="37"/>
                    <a:pt x="31" y="37"/>
                    <a:pt x="31" y="39"/>
                  </a:cubicBezTo>
                  <a:cubicBezTo>
                    <a:pt x="31" y="42"/>
                    <a:pt x="29" y="47"/>
                    <a:pt x="24"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 name="Freeform 291"/>
            <p:cNvSpPr>
              <a:spLocks/>
            </p:cNvSpPr>
            <p:nvPr/>
          </p:nvSpPr>
          <p:spPr bwMode="auto">
            <a:xfrm>
              <a:off x="8986838" y="4370388"/>
              <a:ext cx="71438" cy="92075"/>
            </a:xfrm>
            <a:custGeom>
              <a:avLst/>
              <a:gdLst>
                <a:gd name="T0" fmla="*/ 16 w 47"/>
                <a:gd name="T1" fmla="*/ 10 h 62"/>
                <a:gd name="T2" fmla="*/ 17 w 47"/>
                <a:gd name="T3" fmla="*/ 5 h 62"/>
                <a:gd name="T4" fmla="*/ 15 w 47"/>
                <a:gd name="T5" fmla="*/ 2 h 62"/>
                <a:gd name="T6" fmla="*/ 12 w 47"/>
                <a:gd name="T7" fmla="*/ 0 h 62"/>
                <a:gd name="T8" fmla="*/ 8 w 47"/>
                <a:gd name="T9" fmla="*/ 1 h 62"/>
                <a:gd name="T10" fmla="*/ 6 w 47"/>
                <a:gd name="T11" fmla="*/ 4 h 62"/>
                <a:gd name="T12" fmla="*/ 6 w 47"/>
                <a:gd name="T13" fmla="*/ 10 h 62"/>
                <a:gd name="T14" fmla="*/ 2 w 47"/>
                <a:gd name="T15" fmla="*/ 44 h 62"/>
                <a:gd name="T16" fmla="*/ 0 w 47"/>
                <a:gd name="T17" fmla="*/ 53 h 62"/>
                <a:gd name="T18" fmla="*/ 0 w 47"/>
                <a:gd name="T19" fmla="*/ 57 h 62"/>
                <a:gd name="T20" fmla="*/ 1 w 47"/>
                <a:gd name="T21" fmla="*/ 60 h 62"/>
                <a:gd name="T22" fmla="*/ 5 w 47"/>
                <a:gd name="T23" fmla="*/ 62 h 62"/>
                <a:gd name="T24" fmla="*/ 11 w 47"/>
                <a:gd name="T25" fmla="*/ 61 h 62"/>
                <a:gd name="T26" fmla="*/ 33 w 47"/>
                <a:gd name="T27" fmla="*/ 58 h 62"/>
                <a:gd name="T28" fmla="*/ 36 w 47"/>
                <a:gd name="T29" fmla="*/ 58 h 62"/>
                <a:gd name="T30" fmla="*/ 40 w 47"/>
                <a:gd name="T31" fmla="*/ 58 h 62"/>
                <a:gd name="T32" fmla="*/ 45 w 47"/>
                <a:gd name="T33" fmla="*/ 56 h 62"/>
                <a:gd name="T34" fmla="*/ 47 w 47"/>
                <a:gd name="T35" fmla="*/ 52 h 62"/>
                <a:gd name="T36" fmla="*/ 46 w 47"/>
                <a:gd name="T37" fmla="*/ 49 h 62"/>
                <a:gd name="T38" fmla="*/ 42 w 47"/>
                <a:gd name="T39" fmla="*/ 47 h 62"/>
                <a:gd name="T40" fmla="*/ 40 w 47"/>
                <a:gd name="T41" fmla="*/ 48 h 62"/>
                <a:gd name="T42" fmla="*/ 27 w 47"/>
                <a:gd name="T43" fmla="*/ 49 h 62"/>
                <a:gd name="T44" fmla="*/ 20 w 47"/>
                <a:gd name="T45" fmla="*/ 50 h 62"/>
                <a:gd name="T46" fmla="*/ 12 w 47"/>
                <a:gd name="T47" fmla="*/ 51 h 62"/>
                <a:gd name="T48" fmla="*/ 11 w 47"/>
                <a:gd name="T49" fmla="*/ 50 h 62"/>
                <a:gd name="T50" fmla="*/ 13 w 47"/>
                <a:gd name="T51" fmla="*/ 33 h 62"/>
                <a:gd name="T52" fmla="*/ 16 w 47"/>
                <a:gd name="T53" fmla="*/ 1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7" h="62">
                  <a:moveTo>
                    <a:pt x="16" y="10"/>
                  </a:moveTo>
                  <a:cubicBezTo>
                    <a:pt x="17" y="8"/>
                    <a:pt x="17" y="6"/>
                    <a:pt x="17" y="5"/>
                  </a:cubicBezTo>
                  <a:cubicBezTo>
                    <a:pt x="17" y="4"/>
                    <a:pt x="16" y="3"/>
                    <a:pt x="15" y="2"/>
                  </a:cubicBezTo>
                  <a:cubicBezTo>
                    <a:pt x="14" y="1"/>
                    <a:pt x="13" y="0"/>
                    <a:pt x="12" y="0"/>
                  </a:cubicBezTo>
                  <a:cubicBezTo>
                    <a:pt x="10" y="0"/>
                    <a:pt x="9" y="1"/>
                    <a:pt x="8" y="1"/>
                  </a:cubicBezTo>
                  <a:cubicBezTo>
                    <a:pt x="7" y="2"/>
                    <a:pt x="7" y="3"/>
                    <a:pt x="6" y="4"/>
                  </a:cubicBezTo>
                  <a:cubicBezTo>
                    <a:pt x="6" y="5"/>
                    <a:pt x="6" y="7"/>
                    <a:pt x="6" y="10"/>
                  </a:cubicBezTo>
                  <a:cubicBezTo>
                    <a:pt x="2" y="44"/>
                    <a:pt x="2" y="44"/>
                    <a:pt x="2" y="44"/>
                  </a:cubicBezTo>
                  <a:cubicBezTo>
                    <a:pt x="1" y="47"/>
                    <a:pt x="1" y="50"/>
                    <a:pt x="0" y="53"/>
                  </a:cubicBezTo>
                  <a:cubicBezTo>
                    <a:pt x="0" y="55"/>
                    <a:pt x="0" y="56"/>
                    <a:pt x="0" y="57"/>
                  </a:cubicBezTo>
                  <a:cubicBezTo>
                    <a:pt x="0" y="58"/>
                    <a:pt x="0" y="59"/>
                    <a:pt x="1" y="60"/>
                  </a:cubicBezTo>
                  <a:cubicBezTo>
                    <a:pt x="2" y="62"/>
                    <a:pt x="3" y="62"/>
                    <a:pt x="5" y="62"/>
                  </a:cubicBezTo>
                  <a:cubicBezTo>
                    <a:pt x="6" y="62"/>
                    <a:pt x="8" y="62"/>
                    <a:pt x="11" y="61"/>
                  </a:cubicBezTo>
                  <a:cubicBezTo>
                    <a:pt x="18" y="59"/>
                    <a:pt x="25" y="58"/>
                    <a:pt x="33" y="58"/>
                  </a:cubicBezTo>
                  <a:cubicBezTo>
                    <a:pt x="34" y="58"/>
                    <a:pt x="35" y="58"/>
                    <a:pt x="36" y="58"/>
                  </a:cubicBezTo>
                  <a:cubicBezTo>
                    <a:pt x="38" y="58"/>
                    <a:pt x="39" y="58"/>
                    <a:pt x="40" y="58"/>
                  </a:cubicBezTo>
                  <a:cubicBezTo>
                    <a:pt x="42" y="58"/>
                    <a:pt x="43" y="58"/>
                    <a:pt x="45" y="56"/>
                  </a:cubicBezTo>
                  <a:cubicBezTo>
                    <a:pt x="46" y="55"/>
                    <a:pt x="47" y="54"/>
                    <a:pt x="47" y="52"/>
                  </a:cubicBezTo>
                  <a:cubicBezTo>
                    <a:pt x="47" y="51"/>
                    <a:pt x="47" y="50"/>
                    <a:pt x="46" y="49"/>
                  </a:cubicBezTo>
                  <a:cubicBezTo>
                    <a:pt x="45" y="48"/>
                    <a:pt x="44" y="47"/>
                    <a:pt x="42" y="47"/>
                  </a:cubicBezTo>
                  <a:cubicBezTo>
                    <a:pt x="42" y="47"/>
                    <a:pt x="41" y="48"/>
                    <a:pt x="40" y="48"/>
                  </a:cubicBezTo>
                  <a:cubicBezTo>
                    <a:pt x="38" y="48"/>
                    <a:pt x="33" y="49"/>
                    <a:pt x="27" y="49"/>
                  </a:cubicBezTo>
                  <a:cubicBezTo>
                    <a:pt x="25" y="49"/>
                    <a:pt x="22" y="50"/>
                    <a:pt x="20" y="50"/>
                  </a:cubicBezTo>
                  <a:cubicBezTo>
                    <a:pt x="16" y="51"/>
                    <a:pt x="13" y="51"/>
                    <a:pt x="12" y="51"/>
                  </a:cubicBezTo>
                  <a:cubicBezTo>
                    <a:pt x="11" y="51"/>
                    <a:pt x="11" y="51"/>
                    <a:pt x="11" y="50"/>
                  </a:cubicBezTo>
                  <a:cubicBezTo>
                    <a:pt x="11" y="49"/>
                    <a:pt x="12" y="43"/>
                    <a:pt x="13" y="33"/>
                  </a:cubicBezTo>
                  <a:cubicBezTo>
                    <a:pt x="14" y="22"/>
                    <a:pt x="15" y="14"/>
                    <a:pt x="16"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 name="Freeform 292"/>
            <p:cNvSpPr>
              <a:spLocks/>
            </p:cNvSpPr>
            <p:nvPr/>
          </p:nvSpPr>
          <p:spPr bwMode="auto">
            <a:xfrm>
              <a:off x="9080500" y="4360863"/>
              <a:ext cx="19050" cy="17463"/>
            </a:xfrm>
            <a:custGeom>
              <a:avLst/>
              <a:gdLst>
                <a:gd name="T0" fmla="*/ 11 w 13"/>
                <a:gd name="T1" fmla="*/ 10 h 12"/>
                <a:gd name="T2" fmla="*/ 13 w 13"/>
                <a:gd name="T3" fmla="*/ 5 h 12"/>
                <a:gd name="T4" fmla="*/ 12 w 13"/>
                <a:gd name="T5" fmla="*/ 1 h 12"/>
                <a:gd name="T6" fmla="*/ 7 w 13"/>
                <a:gd name="T7" fmla="*/ 0 h 12"/>
                <a:gd name="T8" fmla="*/ 2 w 13"/>
                <a:gd name="T9" fmla="*/ 1 h 12"/>
                <a:gd name="T10" fmla="*/ 0 w 13"/>
                <a:gd name="T11" fmla="*/ 6 h 12"/>
                <a:gd name="T12" fmla="*/ 2 w 13"/>
                <a:gd name="T13" fmla="*/ 10 h 12"/>
                <a:gd name="T14" fmla="*/ 6 w 13"/>
                <a:gd name="T15" fmla="*/ 12 h 12"/>
                <a:gd name="T16" fmla="*/ 11 w 13"/>
                <a:gd name="T17"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2">
                  <a:moveTo>
                    <a:pt x="11" y="10"/>
                  </a:moveTo>
                  <a:cubicBezTo>
                    <a:pt x="12" y="9"/>
                    <a:pt x="13" y="7"/>
                    <a:pt x="13" y="5"/>
                  </a:cubicBezTo>
                  <a:cubicBezTo>
                    <a:pt x="13" y="4"/>
                    <a:pt x="13" y="2"/>
                    <a:pt x="12" y="1"/>
                  </a:cubicBezTo>
                  <a:cubicBezTo>
                    <a:pt x="10" y="0"/>
                    <a:pt x="9" y="0"/>
                    <a:pt x="7" y="0"/>
                  </a:cubicBezTo>
                  <a:cubicBezTo>
                    <a:pt x="5" y="0"/>
                    <a:pt x="3" y="0"/>
                    <a:pt x="2" y="1"/>
                  </a:cubicBezTo>
                  <a:cubicBezTo>
                    <a:pt x="0" y="3"/>
                    <a:pt x="0" y="4"/>
                    <a:pt x="0" y="6"/>
                  </a:cubicBezTo>
                  <a:cubicBezTo>
                    <a:pt x="0" y="8"/>
                    <a:pt x="0" y="9"/>
                    <a:pt x="2" y="10"/>
                  </a:cubicBezTo>
                  <a:cubicBezTo>
                    <a:pt x="3" y="12"/>
                    <a:pt x="4" y="12"/>
                    <a:pt x="6" y="12"/>
                  </a:cubicBezTo>
                  <a:cubicBezTo>
                    <a:pt x="7" y="12"/>
                    <a:pt x="9" y="12"/>
                    <a:pt x="1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 name="Freeform 293"/>
            <p:cNvSpPr>
              <a:spLocks/>
            </p:cNvSpPr>
            <p:nvPr/>
          </p:nvSpPr>
          <p:spPr bwMode="auto">
            <a:xfrm>
              <a:off x="9066213" y="4395788"/>
              <a:ext cx="22225" cy="66675"/>
            </a:xfrm>
            <a:custGeom>
              <a:avLst/>
              <a:gdLst>
                <a:gd name="T0" fmla="*/ 13 w 15"/>
                <a:gd name="T1" fmla="*/ 12 h 45"/>
                <a:gd name="T2" fmla="*/ 13 w 15"/>
                <a:gd name="T3" fmla="*/ 11 h 45"/>
                <a:gd name="T4" fmla="*/ 15 w 15"/>
                <a:gd name="T5" fmla="*/ 4 h 45"/>
                <a:gd name="T6" fmla="*/ 13 w 15"/>
                <a:gd name="T7" fmla="*/ 1 h 45"/>
                <a:gd name="T8" fmla="*/ 9 w 15"/>
                <a:gd name="T9" fmla="*/ 0 h 45"/>
                <a:gd name="T10" fmla="*/ 5 w 15"/>
                <a:gd name="T11" fmla="*/ 2 h 45"/>
                <a:gd name="T12" fmla="*/ 4 w 15"/>
                <a:gd name="T13" fmla="*/ 7 h 45"/>
                <a:gd name="T14" fmla="*/ 2 w 15"/>
                <a:gd name="T15" fmla="*/ 16 h 45"/>
                <a:gd name="T16" fmla="*/ 2 w 15"/>
                <a:gd name="T17" fmla="*/ 16 h 45"/>
                <a:gd name="T18" fmla="*/ 2 w 15"/>
                <a:gd name="T19" fmla="*/ 20 h 45"/>
                <a:gd name="T20" fmla="*/ 0 w 15"/>
                <a:gd name="T21" fmla="*/ 37 h 45"/>
                <a:gd name="T22" fmla="*/ 5 w 15"/>
                <a:gd name="T23" fmla="*/ 45 h 45"/>
                <a:gd name="T24" fmla="*/ 9 w 15"/>
                <a:gd name="T25" fmla="*/ 44 h 45"/>
                <a:gd name="T26" fmla="*/ 11 w 15"/>
                <a:gd name="T27" fmla="*/ 41 h 45"/>
                <a:gd name="T28" fmla="*/ 11 w 15"/>
                <a:gd name="T29" fmla="*/ 40 h 45"/>
                <a:gd name="T30" fmla="*/ 10 w 15"/>
                <a:gd name="T31" fmla="*/ 33 h 45"/>
                <a:gd name="T32" fmla="*/ 10 w 15"/>
                <a:gd name="T33" fmla="*/ 25 h 45"/>
                <a:gd name="T34" fmla="*/ 13 w 15"/>
                <a:gd name="T35" fmla="*/ 1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45">
                  <a:moveTo>
                    <a:pt x="13" y="12"/>
                  </a:moveTo>
                  <a:cubicBezTo>
                    <a:pt x="13" y="11"/>
                    <a:pt x="13" y="11"/>
                    <a:pt x="13" y="11"/>
                  </a:cubicBezTo>
                  <a:cubicBezTo>
                    <a:pt x="14" y="8"/>
                    <a:pt x="15" y="6"/>
                    <a:pt x="15" y="4"/>
                  </a:cubicBezTo>
                  <a:cubicBezTo>
                    <a:pt x="15" y="3"/>
                    <a:pt x="14" y="2"/>
                    <a:pt x="13" y="1"/>
                  </a:cubicBezTo>
                  <a:cubicBezTo>
                    <a:pt x="12" y="1"/>
                    <a:pt x="11" y="0"/>
                    <a:pt x="9" y="0"/>
                  </a:cubicBezTo>
                  <a:cubicBezTo>
                    <a:pt x="7" y="0"/>
                    <a:pt x="6" y="1"/>
                    <a:pt x="5" y="2"/>
                  </a:cubicBezTo>
                  <a:cubicBezTo>
                    <a:pt x="4" y="4"/>
                    <a:pt x="4" y="5"/>
                    <a:pt x="4" y="7"/>
                  </a:cubicBezTo>
                  <a:cubicBezTo>
                    <a:pt x="4" y="8"/>
                    <a:pt x="3" y="11"/>
                    <a:pt x="2" y="16"/>
                  </a:cubicBezTo>
                  <a:cubicBezTo>
                    <a:pt x="2" y="16"/>
                    <a:pt x="2" y="16"/>
                    <a:pt x="2" y="16"/>
                  </a:cubicBezTo>
                  <a:cubicBezTo>
                    <a:pt x="2" y="17"/>
                    <a:pt x="2" y="19"/>
                    <a:pt x="2" y="20"/>
                  </a:cubicBezTo>
                  <a:cubicBezTo>
                    <a:pt x="0" y="27"/>
                    <a:pt x="0" y="32"/>
                    <a:pt x="0" y="37"/>
                  </a:cubicBezTo>
                  <a:cubicBezTo>
                    <a:pt x="0" y="42"/>
                    <a:pt x="2" y="45"/>
                    <a:pt x="5" y="45"/>
                  </a:cubicBezTo>
                  <a:cubicBezTo>
                    <a:pt x="7" y="45"/>
                    <a:pt x="8" y="45"/>
                    <a:pt x="9" y="44"/>
                  </a:cubicBezTo>
                  <a:cubicBezTo>
                    <a:pt x="10" y="43"/>
                    <a:pt x="11" y="42"/>
                    <a:pt x="11" y="41"/>
                  </a:cubicBezTo>
                  <a:cubicBezTo>
                    <a:pt x="11" y="41"/>
                    <a:pt x="11" y="40"/>
                    <a:pt x="11" y="40"/>
                  </a:cubicBezTo>
                  <a:cubicBezTo>
                    <a:pt x="10" y="37"/>
                    <a:pt x="10" y="35"/>
                    <a:pt x="10" y="33"/>
                  </a:cubicBezTo>
                  <a:cubicBezTo>
                    <a:pt x="10" y="31"/>
                    <a:pt x="10" y="28"/>
                    <a:pt x="10" y="25"/>
                  </a:cubicBezTo>
                  <a:cubicBezTo>
                    <a:pt x="11" y="22"/>
                    <a:pt x="11" y="17"/>
                    <a:pt x="13"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 name="Freeform 294"/>
            <p:cNvSpPr>
              <a:spLocks/>
            </p:cNvSpPr>
            <p:nvPr/>
          </p:nvSpPr>
          <p:spPr bwMode="auto">
            <a:xfrm>
              <a:off x="9101138" y="4352926"/>
              <a:ext cx="52388" cy="112713"/>
            </a:xfrm>
            <a:custGeom>
              <a:avLst/>
              <a:gdLst>
                <a:gd name="T0" fmla="*/ 12 w 35"/>
                <a:gd name="T1" fmla="*/ 50 h 75"/>
                <a:gd name="T2" fmla="*/ 12 w 35"/>
                <a:gd name="T3" fmla="*/ 50 h 75"/>
                <a:gd name="T4" fmla="*/ 13 w 35"/>
                <a:gd name="T5" fmla="*/ 39 h 75"/>
                <a:gd name="T6" fmla="*/ 17 w 35"/>
                <a:gd name="T7" fmla="*/ 39 h 75"/>
                <a:gd name="T8" fmla="*/ 26 w 35"/>
                <a:gd name="T9" fmla="*/ 38 h 75"/>
                <a:gd name="T10" fmla="*/ 31 w 35"/>
                <a:gd name="T11" fmla="*/ 34 h 75"/>
                <a:gd name="T12" fmla="*/ 27 w 35"/>
                <a:gd name="T13" fmla="*/ 31 h 75"/>
                <a:gd name="T14" fmla="*/ 15 w 35"/>
                <a:gd name="T15" fmla="*/ 31 h 75"/>
                <a:gd name="T16" fmla="*/ 14 w 35"/>
                <a:gd name="T17" fmla="*/ 30 h 75"/>
                <a:gd name="T18" fmla="*/ 17 w 35"/>
                <a:gd name="T19" fmla="*/ 16 h 75"/>
                <a:gd name="T20" fmla="*/ 23 w 35"/>
                <a:gd name="T21" fmla="*/ 8 h 75"/>
                <a:gd name="T22" fmla="*/ 26 w 35"/>
                <a:gd name="T23" fmla="*/ 14 h 75"/>
                <a:gd name="T24" fmla="*/ 26 w 35"/>
                <a:gd name="T25" fmla="*/ 18 h 75"/>
                <a:gd name="T26" fmla="*/ 27 w 35"/>
                <a:gd name="T27" fmla="*/ 20 h 75"/>
                <a:gd name="T28" fmla="*/ 29 w 35"/>
                <a:gd name="T29" fmla="*/ 21 h 75"/>
                <a:gd name="T30" fmla="*/ 33 w 35"/>
                <a:gd name="T31" fmla="*/ 17 h 75"/>
                <a:gd name="T32" fmla="*/ 35 w 35"/>
                <a:gd name="T33" fmla="*/ 9 h 75"/>
                <a:gd name="T34" fmla="*/ 32 w 35"/>
                <a:gd name="T35" fmla="*/ 2 h 75"/>
                <a:gd name="T36" fmla="*/ 25 w 35"/>
                <a:gd name="T37" fmla="*/ 0 h 75"/>
                <a:gd name="T38" fmla="*/ 13 w 35"/>
                <a:gd name="T39" fmla="*/ 5 h 75"/>
                <a:gd name="T40" fmla="*/ 6 w 35"/>
                <a:gd name="T41" fmla="*/ 24 h 75"/>
                <a:gd name="T42" fmla="*/ 5 w 35"/>
                <a:gd name="T43" fmla="*/ 29 h 75"/>
                <a:gd name="T44" fmla="*/ 3 w 35"/>
                <a:gd name="T45" fmla="*/ 32 h 75"/>
                <a:gd name="T46" fmla="*/ 0 w 35"/>
                <a:gd name="T47" fmla="*/ 36 h 75"/>
                <a:gd name="T48" fmla="*/ 3 w 35"/>
                <a:gd name="T49" fmla="*/ 40 h 75"/>
                <a:gd name="T50" fmla="*/ 3 w 35"/>
                <a:gd name="T51" fmla="*/ 40 h 75"/>
                <a:gd name="T52" fmla="*/ 2 w 35"/>
                <a:gd name="T53" fmla="*/ 53 h 75"/>
                <a:gd name="T54" fmla="*/ 0 w 35"/>
                <a:gd name="T55" fmla="*/ 68 h 75"/>
                <a:gd name="T56" fmla="*/ 6 w 35"/>
                <a:gd name="T57" fmla="*/ 75 h 75"/>
                <a:gd name="T58" fmla="*/ 9 w 35"/>
                <a:gd name="T59" fmla="*/ 74 h 75"/>
                <a:gd name="T60" fmla="*/ 11 w 35"/>
                <a:gd name="T61" fmla="*/ 72 h 75"/>
                <a:gd name="T62" fmla="*/ 11 w 35"/>
                <a:gd name="T63" fmla="*/ 64 h 75"/>
                <a:gd name="T64" fmla="*/ 11 w 35"/>
                <a:gd name="T65" fmla="*/ 58 h 75"/>
                <a:gd name="T66" fmla="*/ 12 w 35"/>
                <a:gd name="T67" fmla="*/ 5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 h="75">
                  <a:moveTo>
                    <a:pt x="12" y="50"/>
                  </a:moveTo>
                  <a:cubicBezTo>
                    <a:pt x="12" y="50"/>
                    <a:pt x="12" y="50"/>
                    <a:pt x="12" y="50"/>
                  </a:cubicBezTo>
                  <a:cubicBezTo>
                    <a:pt x="12" y="47"/>
                    <a:pt x="13" y="43"/>
                    <a:pt x="13" y="39"/>
                  </a:cubicBezTo>
                  <a:cubicBezTo>
                    <a:pt x="14" y="39"/>
                    <a:pt x="15" y="39"/>
                    <a:pt x="17" y="39"/>
                  </a:cubicBezTo>
                  <a:cubicBezTo>
                    <a:pt x="21" y="39"/>
                    <a:pt x="24" y="38"/>
                    <a:pt x="26" y="38"/>
                  </a:cubicBezTo>
                  <a:cubicBezTo>
                    <a:pt x="29" y="37"/>
                    <a:pt x="31" y="35"/>
                    <a:pt x="31" y="34"/>
                  </a:cubicBezTo>
                  <a:cubicBezTo>
                    <a:pt x="31" y="32"/>
                    <a:pt x="29" y="31"/>
                    <a:pt x="27" y="31"/>
                  </a:cubicBezTo>
                  <a:cubicBezTo>
                    <a:pt x="25" y="31"/>
                    <a:pt x="21" y="31"/>
                    <a:pt x="15" y="31"/>
                  </a:cubicBezTo>
                  <a:cubicBezTo>
                    <a:pt x="15" y="31"/>
                    <a:pt x="14" y="31"/>
                    <a:pt x="14" y="30"/>
                  </a:cubicBezTo>
                  <a:cubicBezTo>
                    <a:pt x="14" y="26"/>
                    <a:pt x="15" y="22"/>
                    <a:pt x="17" y="16"/>
                  </a:cubicBezTo>
                  <a:cubicBezTo>
                    <a:pt x="19" y="11"/>
                    <a:pt x="21" y="8"/>
                    <a:pt x="23" y="8"/>
                  </a:cubicBezTo>
                  <a:cubicBezTo>
                    <a:pt x="25" y="8"/>
                    <a:pt x="26" y="10"/>
                    <a:pt x="26" y="14"/>
                  </a:cubicBezTo>
                  <a:cubicBezTo>
                    <a:pt x="26" y="18"/>
                    <a:pt x="26" y="18"/>
                    <a:pt x="26" y="18"/>
                  </a:cubicBezTo>
                  <a:cubicBezTo>
                    <a:pt x="26" y="19"/>
                    <a:pt x="26" y="19"/>
                    <a:pt x="27" y="20"/>
                  </a:cubicBezTo>
                  <a:cubicBezTo>
                    <a:pt x="27" y="20"/>
                    <a:pt x="28" y="21"/>
                    <a:pt x="29" y="21"/>
                  </a:cubicBezTo>
                  <a:cubicBezTo>
                    <a:pt x="30" y="21"/>
                    <a:pt x="32" y="19"/>
                    <a:pt x="33" y="17"/>
                  </a:cubicBezTo>
                  <a:cubicBezTo>
                    <a:pt x="34" y="14"/>
                    <a:pt x="35" y="12"/>
                    <a:pt x="35" y="9"/>
                  </a:cubicBezTo>
                  <a:cubicBezTo>
                    <a:pt x="35" y="6"/>
                    <a:pt x="34" y="4"/>
                    <a:pt x="32" y="2"/>
                  </a:cubicBezTo>
                  <a:cubicBezTo>
                    <a:pt x="30" y="1"/>
                    <a:pt x="28" y="0"/>
                    <a:pt x="25" y="0"/>
                  </a:cubicBezTo>
                  <a:cubicBezTo>
                    <a:pt x="20" y="0"/>
                    <a:pt x="16" y="2"/>
                    <a:pt x="13" y="5"/>
                  </a:cubicBezTo>
                  <a:cubicBezTo>
                    <a:pt x="10" y="9"/>
                    <a:pt x="7" y="15"/>
                    <a:pt x="6" y="24"/>
                  </a:cubicBezTo>
                  <a:cubicBezTo>
                    <a:pt x="6" y="26"/>
                    <a:pt x="5" y="28"/>
                    <a:pt x="5" y="29"/>
                  </a:cubicBezTo>
                  <a:cubicBezTo>
                    <a:pt x="5" y="30"/>
                    <a:pt x="4" y="31"/>
                    <a:pt x="3" y="32"/>
                  </a:cubicBezTo>
                  <a:cubicBezTo>
                    <a:pt x="1" y="33"/>
                    <a:pt x="0" y="35"/>
                    <a:pt x="0" y="36"/>
                  </a:cubicBezTo>
                  <a:cubicBezTo>
                    <a:pt x="0" y="37"/>
                    <a:pt x="1" y="38"/>
                    <a:pt x="3" y="40"/>
                  </a:cubicBezTo>
                  <a:cubicBezTo>
                    <a:pt x="3" y="40"/>
                    <a:pt x="3" y="40"/>
                    <a:pt x="3" y="40"/>
                  </a:cubicBezTo>
                  <a:cubicBezTo>
                    <a:pt x="3" y="43"/>
                    <a:pt x="3" y="47"/>
                    <a:pt x="2" y="53"/>
                  </a:cubicBezTo>
                  <a:cubicBezTo>
                    <a:pt x="1" y="61"/>
                    <a:pt x="0" y="66"/>
                    <a:pt x="0" y="68"/>
                  </a:cubicBezTo>
                  <a:cubicBezTo>
                    <a:pt x="0" y="73"/>
                    <a:pt x="2" y="75"/>
                    <a:pt x="6" y="75"/>
                  </a:cubicBezTo>
                  <a:cubicBezTo>
                    <a:pt x="7" y="75"/>
                    <a:pt x="8" y="75"/>
                    <a:pt x="9" y="74"/>
                  </a:cubicBezTo>
                  <a:cubicBezTo>
                    <a:pt x="10" y="73"/>
                    <a:pt x="11" y="73"/>
                    <a:pt x="11" y="72"/>
                  </a:cubicBezTo>
                  <a:cubicBezTo>
                    <a:pt x="11" y="69"/>
                    <a:pt x="11" y="67"/>
                    <a:pt x="11" y="64"/>
                  </a:cubicBezTo>
                  <a:cubicBezTo>
                    <a:pt x="11" y="62"/>
                    <a:pt x="11" y="60"/>
                    <a:pt x="11" y="58"/>
                  </a:cubicBezTo>
                  <a:lnTo>
                    <a:pt x="12" y="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 name="Freeform 295"/>
            <p:cNvSpPr>
              <a:spLocks noEditPoints="1"/>
            </p:cNvSpPr>
            <p:nvPr/>
          </p:nvSpPr>
          <p:spPr bwMode="auto">
            <a:xfrm>
              <a:off x="9145588" y="4391026"/>
              <a:ext cx="57150" cy="71438"/>
            </a:xfrm>
            <a:custGeom>
              <a:avLst/>
              <a:gdLst>
                <a:gd name="T0" fmla="*/ 15 w 38"/>
                <a:gd name="T1" fmla="*/ 48 h 48"/>
                <a:gd name="T2" fmla="*/ 31 w 38"/>
                <a:gd name="T3" fmla="*/ 42 h 48"/>
                <a:gd name="T4" fmla="*/ 38 w 38"/>
                <a:gd name="T5" fmla="*/ 32 h 48"/>
                <a:gd name="T6" fmla="*/ 36 w 38"/>
                <a:gd name="T7" fmla="*/ 29 h 48"/>
                <a:gd name="T8" fmla="*/ 33 w 38"/>
                <a:gd name="T9" fmla="*/ 31 h 48"/>
                <a:gd name="T10" fmla="*/ 17 w 38"/>
                <a:gd name="T11" fmla="*/ 39 h 48"/>
                <a:gd name="T12" fmla="*/ 12 w 38"/>
                <a:gd name="T13" fmla="*/ 38 h 48"/>
                <a:gd name="T14" fmla="*/ 10 w 38"/>
                <a:gd name="T15" fmla="*/ 34 h 48"/>
                <a:gd name="T16" fmla="*/ 11 w 38"/>
                <a:gd name="T17" fmla="*/ 32 h 48"/>
                <a:gd name="T18" fmla="*/ 29 w 38"/>
                <a:gd name="T19" fmla="*/ 23 h 48"/>
                <a:gd name="T20" fmla="*/ 36 w 38"/>
                <a:gd name="T21" fmla="*/ 10 h 48"/>
                <a:gd name="T22" fmla="*/ 33 w 38"/>
                <a:gd name="T23" fmla="*/ 3 h 48"/>
                <a:gd name="T24" fmla="*/ 26 w 38"/>
                <a:gd name="T25" fmla="*/ 0 h 48"/>
                <a:gd name="T26" fmla="*/ 8 w 38"/>
                <a:gd name="T27" fmla="*/ 10 h 48"/>
                <a:gd name="T28" fmla="*/ 0 w 38"/>
                <a:gd name="T29" fmla="*/ 32 h 48"/>
                <a:gd name="T30" fmla="*/ 4 w 38"/>
                <a:gd name="T31" fmla="*/ 44 h 48"/>
                <a:gd name="T32" fmla="*/ 15 w 38"/>
                <a:gd name="T33" fmla="*/ 48 h 48"/>
                <a:gd name="T34" fmla="*/ 17 w 38"/>
                <a:gd name="T35" fmla="*/ 14 h 48"/>
                <a:gd name="T36" fmla="*/ 25 w 38"/>
                <a:gd name="T37" fmla="*/ 8 h 48"/>
                <a:gd name="T38" fmla="*/ 27 w 38"/>
                <a:gd name="T39" fmla="*/ 9 h 48"/>
                <a:gd name="T40" fmla="*/ 27 w 38"/>
                <a:gd name="T41" fmla="*/ 11 h 48"/>
                <a:gd name="T42" fmla="*/ 22 w 38"/>
                <a:gd name="T43" fmla="*/ 19 h 48"/>
                <a:gd name="T44" fmla="*/ 11 w 38"/>
                <a:gd name="T45" fmla="*/ 25 h 48"/>
                <a:gd name="T46" fmla="*/ 17 w 38"/>
                <a:gd name="T47" fmla="*/ 1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8" h="48">
                  <a:moveTo>
                    <a:pt x="15" y="48"/>
                  </a:moveTo>
                  <a:cubicBezTo>
                    <a:pt x="21" y="48"/>
                    <a:pt x="27" y="46"/>
                    <a:pt x="31" y="42"/>
                  </a:cubicBezTo>
                  <a:cubicBezTo>
                    <a:pt x="36" y="38"/>
                    <a:pt x="38" y="35"/>
                    <a:pt x="38" y="32"/>
                  </a:cubicBezTo>
                  <a:cubicBezTo>
                    <a:pt x="38" y="30"/>
                    <a:pt x="38" y="29"/>
                    <a:pt x="36" y="29"/>
                  </a:cubicBezTo>
                  <a:cubicBezTo>
                    <a:pt x="35" y="29"/>
                    <a:pt x="34" y="30"/>
                    <a:pt x="33" y="31"/>
                  </a:cubicBezTo>
                  <a:cubicBezTo>
                    <a:pt x="28" y="36"/>
                    <a:pt x="22" y="39"/>
                    <a:pt x="17" y="39"/>
                  </a:cubicBezTo>
                  <a:cubicBezTo>
                    <a:pt x="15" y="39"/>
                    <a:pt x="13" y="39"/>
                    <a:pt x="12" y="38"/>
                  </a:cubicBezTo>
                  <a:cubicBezTo>
                    <a:pt x="11" y="36"/>
                    <a:pt x="10" y="35"/>
                    <a:pt x="10" y="34"/>
                  </a:cubicBezTo>
                  <a:cubicBezTo>
                    <a:pt x="10" y="33"/>
                    <a:pt x="11" y="32"/>
                    <a:pt x="11" y="32"/>
                  </a:cubicBezTo>
                  <a:cubicBezTo>
                    <a:pt x="19" y="31"/>
                    <a:pt x="24" y="28"/>
                    <a:pt x="29" y="23"/>
                  </a:cubicBezTo>
                  <a:cubicBezTo>
                    <a:pt x="34" y="19"/>
                    <a:pt x="36" y="15"/>
                    <a:pt x="36" y="10"/>
                  </a:cubicBezTo>
                  <a:cubicBezTo>
                    <a:pt x="36" y="7"/>
                    <a:pt x="35" y="5"/>
                    <a:pt x="33" y="3"/>
                  </a:cubicBezTo>
                  <a:cubicBezTo>
                    <a:pt x="31" y="1"/>
                    <a:pt x="29" y="0"/>
                    <a:pt x="26" y="0"/>
                  </a:cubicBezTo>
                  <a:cubicBezTo>
                    <a:pt x="20" y="0"/>
                    <a:pt x="14" y="3"/>
                    <a:pt x="8" y="10"/>
                  </a:cubicBezTo>
                  <a:cubicBezTo>
                    <a:pt x="3" y="17"/>
                    <a:pt x="0" y="24"/>
                    <a:pt x="0" y="32"/>
                  </a:cubicBezTo>
                  <a:cubicBezTo>
                    <a:pt x="0" y="37"/>
                    <a:pt x="2" y="41"/>
                    <a:pt x="4" y="44"/>
                  </a:cubicBezTo>
                  <a:cubicBezTo>
                    <a:pt x="7" y="47"/>
                    <a:pt x="10" y="48"/>
                    <a:pt x="15" y="48"/>
                  </a:cubicBezTo>
                  <a:close/>
                  <a:moveTo>
                    <a:pt x="17" y="14"/>
                  </a:moveTo>
                  <a:cubicBezTo>
                    <a:pt x="20" y="10"/>
                    <a:pt x="22" y="8"/>
                    <a:pt x="25" y="8"/>
                  </a:cubicBezTo>
                  <a:cubicBezTo>
                    <a:pt x="25" y="8"/>
                    <a:pt x="26" y="9"/>
                    <a:pt x="27" y="9"/>
                  </a:cubicBezTo>
                  <a:cubicBezTo>
                    <a:pt x="27" y="10"/>
                    <a:pt x="27" y="11"/>
                    <a:pt x="27" y="11"/>
                  </a:cubicBezTo>
                  <a:cubicBezTo>
                    <a:pt x="27" y="14"/>
                    <a:pt x="26" y="16"/>
                    <a:pt x="22" y="19"/>
                  </a:cubicBezTo>
                  <a:cubicBezTo>
                    <a:pt x="19" y="22"/>
                    <a:pt x="15" y="24"/>
                    <a:pt x="11" y="25"/>
                  </a:cubicBezTo>
                  <a:cubicBezTo>
                    <a:pt x="12" y="21"/>
                    <a:pt x="14" y="17"/>
                    <a:pt x="17"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 name="Freeform 296"/>
            <p:cNvSpPr>
              <a:spLocks noEditPoints="1"/>
            </p:cNvSpPr>
            <p:nvPr/>
          </p:nvSpPr>
          <p:spPr bwMode="auto">
            <a:xfrm>
              <a:off x="9212263" y="4351338"/>
              <a:ext cx="65088" cy="109538"/>
            </a:xfrm>
            <a:custGeom>
              <a:avLst/>
              <a:gdLst>
                <a:gd name="T0" fmla="*/ 33 w 43"/>
                <a:gd name="T1" fmla="*/ 62 h 73"/>
                <a:gd name="T2" fmla="*/ 43 w 43"/>
                <a:gd name="T3" fmla="*/ 38 h 73"/>
                <a:gd name="T4" fmla="*/ 40 w 43"/>
                <a:gd name="T5" fmla="*/ 30 h 73"/>
                <a:gd name="T6" fmla="*/ 34 w 43"/>
                <a:gd name="T7" fmla="*/ 27 h 73"/>
                <a:gd name="T8" fmla="*/ 23 w 43"/>
                <a:gd name="T9" fmla="*/ 31 h 73"/>
                <a:gd name="T10" fmla="*/ 12 w 43"/>
                <a:gd name="T11" fmla="*/ 42 h 73"/>
                <a:gd name="T12" fmla="*/ 16 w 43"/>
                <a:gd name="T13" fmla="*/ 23 h 73"/>
                <a:gd name="T14" fmla="*/ 20 w 43"/>
                <a:gd name="T15" fmla="*/ 6 h 73"/>
                <a:gd name="T16" fmla="*/ 16 w 43"/>
                <a:gd name="T17" fmla="*/ 0 h 73"/>
                <a:gd name="T18" fmla="*/ 10 w 43"/>
                <a:gd name="T19" fmla="*/ 4 h 73"/>
                <a:gd name="T20" fmla="*/ 4 w 43"/>
                <a:gd name="T21" fmla="*/ 32 h 73"/>
                <a:gd name="T22" fmla="*/ 2 w 43"/>
                <a:gd name="T23" fmla="*/ 49 h 73"/>
                <a:gd name="T24" fmla="*/ 0 w 43"/>
                <a:gd name="T25" fmla="*/ 60 h 73"/>
                <a:gd name="T26" fmla="*/ 2 w 43"/>
                <a:gd name="T27" fmla="*/ 63 h 73"/>
                <a:gd name="T28" fmla="*/ 3 w 43"/>
                <a:gd name="T29" fmla="*/ 64 h 73"/>
                <a:gd name="T30" fmla="*/ 3 w 43"/>
                <a:gd name="T31" fmla="*/ 66 h 73"/>
                <a:gd name="T32" fmla="*/ 6 w 43"/>
                <a:gd name="T33" fmla="*/ 71 h 73"/>
                <a:gd name="T34" fmla="*/ 12 w 43"/>
                <a:gd name="T35" fmla="*/ 73 h 73"/>
                <a:gd name="T36" fmla="*/ 33 w 43"/>
                <a:gd name="T37" fmla="*/ 62 h 73"/>
                <a:gd name="T38" fmla="*/ 9 w 43"/>
                <a:gd name="T39" fmla="*/ 61 h 73"/>
                <a:gd name="T40" fmla="*/ 17 w 43"/>
                <a:gd name="T41" fmla="*/ 45 h 73"/>
                <a:gd name="T42" fmla="*/ 32 w 43"/>
                <a:gd name="T43" fmla="*/ 36 h 73"/>
                <a:gd name="T44" fmla="*/ 33 w 43"/>
                <a:gd name="T45" fmla="*/ 40 h 73"/>
                <a:gd name="T46" fmla="*/ 30 w 43"/>
                <a:gd name="T47" fmla="*/ 51 h 73"/>
                <a:gd name="T48" fmla="*/ 22 w 43"/>
                <a:gd name="T49" fmla="*/ 61 h 73"/>
                <a:gd name="T50" fmla="*/ 13 w 43"/>
                <a:gd name="T51" fmla="*/ 64 h 73"/>
                <a:gd name="T52" fmla="*/ 9 w 43"/>
                <a:gd name="T53" fmla="*/ 61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 h="73">
                  <a:moveTo>
                    <a:pt x="33" y="62"/>
                  </a:moveTo>
                  <a:cubicBezTo>
                    <a:pt x="40" y="54"/>
                    <a:pt x="43" y="46"/>
                    <a:pt x="43" y="38"/>
                  </a:cubicBezTo>
                  <a:cubicBezTo>
                    <a:pt x="43" y="35"/>
                    <a:pt x="42" y="32"/>
                    <a:pt x="40" y="30"/>
                  </a:cubicBezTo>
                  <a:cubicBezTo>
                    <a:pt x="38" y="28"/>
                    <a:pt x="36" y="27"/>
                    <a:pt x="34" y="27"/>
                  </a:cubicBezTo>
                  <a:cubicBezTo>
                    <a:pt x="31" y="27"/>
                    <a:pt x="27" y="28"/>
                    <a:pt x="23" y="31"/>
                  </a:cubicBezTo>
                  <a:cubicBezTo>
                    <a:pt x="19" y="34"/>
                    <a:pt x="15" y="37"/>
                    <a:pt x="12" y="42"/>
                  </a:cubicBezTo>
                  <a:cubicBezTo>
                    <a:pt x="14" y="33"/>
                    <a:pt x="15" y="27"/>
                    <a:pt x="16" y="23"/>
                  </a:cubicBezTo>
                  <a:cubicBezTo>
                    <a:pt x="18" y="14"/>
                    <a:pt x="20" y="9"/>
                    <a:pt x="20" y="6"/>
                  </a:cubicBezTo>
                  <a:cubicBezTo>
                    <a:pt x="20" y="2"/>
                    <a:pt x="18" y="0"/>
                    <a:pt x="16" y="0"/>
                  </a:cubicBezTo>
                  <a:cubicBezTo>
                    <a:pt x="13" y="0"/>
                    <a:pt x="11" y="1"/>
                    <a:pt x="10" y="4"/>
                  </a:cubicBezTo>
                  <a:cubicBezTo>
                    <a:pt x="9" y="7"/>
                    <a:pt x="7" y="16"/>
                    <a:pt x="4" y="32"/>
                  </a:cubicBezTo>
                  <a:cubicBezTo>
                    <a:pt x="2" y="49"/>
                    <a:pt x="2" y="49"/>
                    <a:pt x="2" y="49"/>
                  </a:cubicBezTo>
                  <a:cubicBezTo>
                    <a:pt x="1" y="55"/>
                    <a:pt x="0" y="58"/>
                    <a:pt x="0" y="60"/>
                  </a:cubicBezTo>
                  <a:cubicBezTo>
                    <a:pt x="0" y="61"/>
                    <a:pt x="1" y="62"/>
                    <a:pt x="2" y="63"/>
                  </a:cubicBezTo>
                  <a:cubicBezTo>
                    <a:pt x="2" y="64"/>
                    <a:pt x="2" y="64"/>
                    <a:pt x="3" y="64"/>
                  </a:cubicBezTo>
                  <a:cubicBezTo>
                    <a:pt x="3" y="65"/>
                    <a:pt x="3" y="65"/>
                    <a:pt x="3" y="66"/>
                  </a:cubicBezTo>
                  <a:cubicBezTo>
                    <a:pt x="3" y="68"/>
                    <a:pt x="4" y="70"/>
                    <a:pt x="6" y="71"/>
                  </a:cubicBezTo>
                  <a:cubicBezTo>
                    <a:pt x="8" y="72"/>
                    <a:pt x="10" y="73"/>
                    <a:pt x="12" y="73"/>
                  </a:cubicBezTo>
                  <a:cubicBezTo>
                    <a:pt x="20" y="73"/>
                    <a:pt x="27" y="69"/>
                    <a:pt x="33" y="62"/>
                  </a:cubicBezTo>
                  <a:close/>
                  <a:moveTo>
                    <a:pt x="9" y="61"/>
                  </a:moveTo>
                  <a:cubicBezTo>
                    <a:pt x="9" y="57"/>
                    <a:pt x="12" y="52"/>
                    <a:pt x="17" y="45"/>
                  </a:cubicBezTo>
                  <a:cubicBezTo>
                    <a:pt x="23" y="39"/>
                    <a:pt x="28" y="36"/>
                    <a:pt x="32" y="36"/>
                  </a:cubicBezTo>
                  <a:cubicBezTo>
                    <a:pt x="33" y="36"/>
                    <a:pt x="33" y="37"/>
                    <a:pt x="33" y="40"/>
                  </a:cubicBezTo>
                  <a:cubicBezTo>
                    <a:pt x="33" y="43"/>
                    <a:pt x="32" y="46"/>
                    <a:pt x="30" y="51"/>
                  </a:cubicBezTo>
                  <a:cubicBezTo>
                    <a:pt x="27" y="55"/>
                    <a:pt x="25" y="58"/>
                    <a:pt x="22" y="61"/>
                  </a:cubicBezTo>
                  <a:cubicBezTo>
                    <a:pt x="19" y="63"/>
                    <a:pt x="16" y="64"/>
                    <a:pt x="13" y="64"/>
                  </a:cubicBezTo>
                  <a:cubicBezTo>
                    <a:pt x="12" y="64"/>
                    <a:pt x="10" y="63"/>
                    <a:pt x="9"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 name="Freeform 297"/>
            <p:cNvSpPr>
              <a:spLocks/>
            </p:cNvSpPr>
            <p:nvPr/>
          </p:nvSpPr>
          <p:spPr bwMode="auto">
            <a:xfrm>
              <a:off x="9285288" y="4395788"/>
              <a:ext cx="63500" cy="66675"/>
            </a:xfrm>
            <a:custGeom>
              <a:avLst/>
              <a:gdLst>
                <a:gd name="T0" fmla="*/ 31 w 42"/>
                <a:gd name="T1" fmla="*/ 40 h 45"/>
                <a:gd name="T2" fmla="*/ 36 w 42"/>
                <a:gd name="T3" fmla="*/ 45 h 45"/>
                <a:gd name="T4" fmla="*/ 40 w 42"/>
                <a:gd name="T5" fmla="*/ 44 h 45"/>
                <a:gd name="T6" fmla="*/ 42 w 42"/>
                <a:gd name="T7" fmla="*/ 41 h 45"/>
                <a:gd name="T8" fmla="*/ 41 w 42"/>
                <a:gd name="T9" fmla="*/ 39 h 45"/>
                <a:gd name="T10" fmla="*/ 37 w 42"/>
                <a:gd name="T11" fmla="*/ 26 h 45"/>
                <a:gd name="T12" fmla="*/ 39 w 42"/>
                <a:gd name="T13" fmla="*/ 10 h 45"/>
                <a:gd name="T14" fmla="*/ 40 w 42"/>
                <a:gd name="T15" fmla="*/ 7 h 45"/>
                <a:gd name="T16" fmla="*/ 36 w 42"/>
                <a:gd name="T17" fmla="*/ 2 h 45"/>
                <a:gd name="T18" fmla="*/ 32 w 42"/>
                <a:gd name="T19" fmla="*/ 5 h 45"/>
                <a:gd name="T20" fmla="*/ 28 w 42"/>
                <a:gd name="T21" fmla="*/ 14 h 45"/>
                <a:gd name="T22" fmla="*/ 20 w 42"/>
                <a:gd name="T23" fmla="*/ 28 h 45"/>
                <a:gd name="T24" fmla="*/ 11 w 42"/>
                <a:gd name="T25" fmla="*/ 35 h 45"/>
                <a:gd name="T26" fmla="*/ 9 w 42"/>
                <a:gd name="T27" fmla="*/ 29 h 45"/>
                <a:gd name="T28" fmla="*/ 10 w 42"/>
                <a:gd name="T29" fmla="*/ 22 h 45"/>
                <a:gd name="T30" fmla="*/ 13 w 42"/>
                <a:gd name="T31" fmla="*/ 13 h 45"/>
                <a:gd name="T32" fmla="*/ 15 w 42"/>
                <a:gd name="T33" fmla="*/ 4 h 45"/>
                <a:gd name="T34" fmla="*/ 13 w 42"/>
                <a:gd name="T35" fmla="*/ 1 h 45"/>
                <a:gd name="T36" fmla="*/ 9 w 42"/>
                <a:gd name="T37" fmla="*/ 0 h 45"/>
                <a:gd name="T38" fmla="*/ 4 w 42"/>
                <a:gd name="T39" fmla="*/ 3 h 45"/>
                <a:gd name="T40" fmla="*/ 2 w 42"/>
                <a:gd name="T41" fmla="*/ 15 h 45"/>
                <a:gd name="T42" fmla="*/ 0 w 42"/>
                <a:gd name="T43" fmla="*/ 30 h 45"/>
                <a:gd name="T44" fmla="*/ 3 w 42"/>
                <a:gd name="T45" fmla="*/ 40 h 45"/>
                <a:gd name="T46" fmla="*/ 9 w 42"/>
                <a:gd name="T47" fmla="*/ 44 h 45"/>
                <a:gd name="T48" fmla="*/ 20 w 42"/>
                <a:gd name="T49" fmla="*/ 39 h 45"/>
                <a:gd name="T50" fmla="*/ 29 w 42"/>
                <a:gd name="T51" fmla="*/ 28 h 45"/>
                <a:gd name="T52" fmla="*/ 31 w 42"/>
                <a:gd name="T53" fmla="*/ 4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2" h="45">
                  <a:moveTo>
                    <a:pt x="31" y="40"/>
                  </a:moveTo>
                  <a:cubicBezTo>
                    <a:pt x="32" y="43"/>
                    <a:pt x="33" y="45"/>
                    <a:pt x="36" y="45"/>
                  </a:cubicBezTo>
                  <a:cubicBezTo>
                    <a:pt x="37" y="45"/>
                    <a:pt x="38" y="44"/>
                    <a:pt x="40" y="44"/>
                  </a:cubicBezTo>
                  <a:cubicBezTo>
                    <a:pt x="41" y="43"/>
                    <a:pt x="42" y="42"/>
                    <a:pt x="42" y="41"/>
                  </a:cubicBezTo>
                  <a:cubicBezTo>
                    <a:pt x="42" y="40"/>
                    <a:pt x="41" y="40"/>
                    <a:pt x="41" y="39"/>
                  </a:cubicBezTo>
                  <a:cubicBezTo>
                    <a:pt x="38" y="38"/>
                    <a:pt x="37" y="33"/>
                    <a:pt x="37" y="26"/>
                  </a:cubicBezTo>
                  <a:cubicBezTo>
                    <a:pt x="37" y="20"/>
                    <a:pt x="38" y="15"/>
                    <a:pt x="39" y="10"/>
                  </a:cubicBezTo>
                  <a:cubicBezTo>
                    <a:pt x="40" y="9"/>
                    <a:pt x="40" y="8"/>
                    <a:pt x="40" y="7"/>
                  </a:cubicBezTo>
                  <a:cubicBezTo>
                    <a:pt x="40" y="4"/>
                    <a:pt x="39" y="2"/>
                    <a:pt x="36" y="2"/>
                  </a:cubicBezTo>
                  <a:cubicBezTo>
                    <a:pt x="34" y="2"/>
                    <a:pt x="33" y="3"/>
                    <a:pt x="32" y="5"/>
                  </a:cubicBezTo>
                  <a:cubicBezTo>
                    <a:pt x="31" y="6"/>
                    <a:pt x="30" y="9"/>
                    <a:pt x="28" y="14"/>
                  </a:cubicBezTo>
                  <a:cubicBezTo>
                    <a:pt x="27" y="19"/>
                    <a:pt x="25" y="23"/>
                    <a:pt x="20" y="28"/>
                  </a:cubicBezTo>
                  <a:cubicBezTo>
                    <a:pt x="16" y="32"/>
                    <a:pt x="13" y="35"/>
                    <a:pt x="11" y="35"/>
                  </a:cubicBezTo>
                  <a:cubicBezTo>
                    <a:pt x="9" y="35"/>
                    <a:pt x="9" y="33"/>
                    <a:pt x="9" y="29"/>
                  </a:cubicBezTo>
                  <a:cubicBezTo>
                    <a:pt x="9" y="28"/>
                    <a:pt x="9" y="26"/>
                    <a:pt x="10" y="22"/>
                  </a:cubicBezTo>
                  <a:cubicBezTo>
                    <a:pt x="11" y="18"/>
                    <a:pt x="12" y="15"/>
                    <a:pt x="13" y="13"/>
                  </a:cubicBezTo>
                  <a:cubicBezTo>
                    <a:pt x="14" y="9"/>
                    <a:pt x="15" y="6"/>
                    <a:pt x="15" y="4"/>
                  </a:cubicBezTo>
                  <a:cubicBezTo>
                    <a:pt x="15" y="3"/>
                    <a:pt x="14" y="2"/>
                    <a:pt x="13" y="1"/>
                  </a:cubicBezTo>
                  <a:cubicBezTo>
                    <a:pt x="12" y="0"/>
                    <a:pt x="11" y="0"/>
                    <a:pt x="9" y="0"/>
                  </a:cubicBezTo>
                  <a:cubicBezTo>
                    <a:pt x="7" y="0"/>
                    <a:pt x="5" y="1"/>
                    <a:pt x="4" y="3"/>
                  </a:cubicBezTo>
                  <a:cubicBezTo>
                    <a:pt x="4" y="6"/>
                    <a:pt x="4" y="10"/>
                    <a:pt x="2" y="15"/>
                  </a:cubicBezTo>
                  <a:cubicBezTo>
                    <a:pt x="0" y="22"/>
                    <a:pt x="0" y="27"/>
                    <a:pt x="0" y="30"/>
                  </a:cubicBezTo>
                  <a:cubicBezTo>
                    <a:pt x="0" y="35"/>
                    <a:pt x="1" y="38"/>
                    <a:pt x="3" y="40"/>
                  </a:cubicBezTo>
                  <a:cubicBezTo>
                    <a:pt x="5" y="43"/>
                    <a:pt x="7" y="44"/>
                    <a:pt x="9" y="44"/>
                  </a:cubicBezTo>
                  <a:cubicBezTo>
                    <a:pt x="13" y="44"/>
                    <a:pt x="16" y="42"/>
                    <a:pt x="20" y="39"/>
                  </a:cubicBezTo>
                  <a:cubicBezTo>
                    <a:pt x="23" y="37"/>
                    <a:pt x="26" y="33"/>
                    <a:pt x="29" y="28"/>
                  </a:cubicBezTo>
                  <a:cubicBezTo>
                    <a:pt x="29" y="33"/>
                    <a:pt x="29" y="37"/>
                    <a:pt x="31"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 name="Freeform 298"/>
            <p:cNvSpPr>
              <a:spLocks noEditPoints="1"/>
            </p:cNvSpPr>
            <p:nvPr/>
          </p:nvSpPr>
          <p:spPr bwMode="auto">
            <a:xfrm>
              <a:off x="9359900" y="4394201"/>
              <a:ext cx="61913" cy="68263"/>
            </a:xfrm>
            <a:custGeom>
              <a:avLst/>
              <a:gdLst>
                <a:gd name="T0" fmla="*/ 7 w 41"/>
                <a:gd name="T1" fmla="*/ 10 h 46"/>
                <a:gd name="T2" fmla="*/ 0 w 41"/>
                <a:gd name="T3" fmla="*/ 31 h 46"/>
                <a:gd name="T4" fmla="*/ 4 w 41"/>
                <a:gd name="T5" fmla="*/ 42 h 46"/>
                <a:gd name="T6" fmla="*/ 14 w 41"/>
                <a:gd name="T7" fmla="*/ 46 h 46"/>
                <a:gd name="T8" fmla="*/ 29 w 41"/>
                <a:gd name="T9" fmla="*/ 39 h 46"/>
                <a:gd name="T10" fmla="*/ 40 w 41"/>
                <a:gd name="T11" fmla="*/ 23 h 46"/>
                <a:gd name="T12" fmla="*/ 40 w 41"/>
                <a:gd name="T13" fmla="*/ 23 h 46"/>
                <a:gd name="T14" fmla="*/ 41 w 41"/>
                <a:gd name="T15" fmla="*/ 17 h 46"/>
                <a:gd name="T16" fmla="*/ 36 w 41"/>
                <a:gd name="T17" fmla="*/ 5 h 46"/>
                <a:gd name="T18" fmla="*/ 25 w 41"/>
                <a:gd name="T19" fmla="*/ 0 h 46"/>
                <a:gd name="T20" fmla="*/ 7 w 41"/>
                <a:gd name="T21" fmla="*/ 10 h 46"/>
                <a:gd name="T22" fmla="*/ 29 w 41"/>
                <a:gd name="T23" fmla="*/ 11 h 46"/>
                <a:gd name="T24" fmla="*/ 31 w 41"/>
                <a:gd name="T25" fmla="*/ 18 h 46"/>
                <a:gd name="T26" fmla="*/ 25 w 41"/>
                <a:gd name="T27" fmla="*/ 31 h 46"/>
                <a:gd name="T28" fmla="*/ 15 w 41"/>
                <a:gd name="T29" fmla="*/ 37 h 46"/>
                <a:gd name="T30" fmla="*/ 11 w 41"/>
                <a:gd name="T31" fmla="*/ 35 h 46"/>
                <a:gd name="T32" fmla="*/ 10 w 41"/>
                <a:gd name="T33" fmla="*/ 30 h 46"/>
                <a:gd name="T34" fmla="*/ 13 w 41"/>
                <a:gd name="T35" fmla="*/ 18 h 46"/>
                <a:gd name="T36" fmla="*/ 19 w 41"/>
                <a:gd name="T37" fmla="*/ 10 h 46"/>
                <a:gd name="T38" fmla="*/ 19 w 41"/>
                <a:gd name="T39" fmla="*/ 10 h 46"/>
                <a:gd name="T40" fmla="*/ 24 w 41"/>
                <a:gd name="T41" fmla="*/ 8 h 46"/>
                <a:gd name="T42" fmla="*/ 29 w 41"/>
                <a:gd name="T43"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1" h="46">
                  <a:moveTo>
                    <a:pt x="7" y="10"/>
                  </a:moveTo>
                  <a:cubicBezTo>
                    <a:pt x="3" y="17"/>
                    <a:pt x="0" y="24"/>
                    <a:pt x="0" y="31"/>
                  </a:cubicBezTo>
                  <a:cubicBezTo>
                    <a:pt x="0" y="35"/>
                    <a:pt x="1" y="39"/>
                    <a:pt x="4" y="42"/>
                  </a:cubicBezTo>
                  <a:cubicBezTo>
                    <a:pt x="7" y="45"/>
                    <a:pt x="10" y="46"/>
                    <a:pt x="14" y="46"/>
                  </a:cubicBezTo>
                  <a:cubicBezTo>
                    <a:pt x="19" y="46"/>
                    <a:pt x="24" y="44"/>
                    <a:pt x="29" y="39"/>
                  </a:cubicBezTo>
                  <a:cubicBezTo>
                    <a:pt x="35" y="35"/>
                    <a:pt x="38" y="30"/>
                    <a:pt x="40" y="23"/>
                  </a:cubicBezTo>
                  <a:cubicBezTo>
                    <a:pt x="40" y="23"/>
                    <a:pt x="40" y="23"/>
                    <a:pt x="40" y="23"/>
                  </a:cubicBezTo>
                  <a:cubicBezTo>
                    <a:pt x="40" y="21"/>
                    <a:pt x="41" y="19"/>
                    <a:pt x="41" y="17"/>
                  </a:cubicBezTo>
                  <a:cubicBezTo>
                    <a:pt x="41" y="12"/>
                    <a:pt x="39" y="8"/>
                    <a:pt x="36" y="5"/>
                  </a:cubicBezTo>
                  <a:cubicBezTo>
                    <a:pt x="33" y="1"/>
                    <a:pt x="30" y="0"/>
                    <a:pt x="25" y="0"/>
                  </a:cubicBezTo>
                  <a:cubicBezTo>
                    <a:pt x="18" y="0"/>
                    <a:pt x="12" y="3"/>
                    <a:pt x="7" y="10"/>
                  </a:cubicBezTo>
                  <a:close/>
                  <a:moveTo>
                    <a:pt x="29" y="11"/>
                  </a:moveTo>
                  <a:cubicBezTo>
                    <a:pt x="30" y="13"/>
                    <a:pt x="31" y="15"/>
                    <a:pt x="31" y="18"/>
                  </a:cubicBezTo>
                  <a:cubicBezTo>
                    <a:pt x="31" y="23"/>
                    <a:pt x="29" y="27"/>
                    <a:pt x="25" y="31"/>
                  </a:cubicBezTo>
                  <a:cubicBezTo>
                    <a:pt x="22" y="35"/>
                    <a:pt x="18" y="37"/>
                    <a:pt x="15" y="37"/>
                  </a:cubicBezTo>
                  <a:cubicBezTo>
                    <a:pt x="13" y="37"/>
                    <a:pt x="12" y="37"/>
                    <a:pt x="11" y="35"/>
                  </a:cubicBezTo>
                  <a:cubicBezTo>
                    <a:pt x="11" y="34"/>
                    <a:pt x="10" y="32"/>
                    <a:pt x="10" y="30"/>
                  </a:cubicBezTo>
                  <a:cubicBezTo>
                    <a:pt x="10" y="26"/>
                    <a:pt x="11" y="22"/>
                    <a:pt x="13" y="18"/>
                  </a:cubicBezTo>
                  <a:cubicBezTo>
                    <a:pt x="15" y="15"/>
                    <a:pt x="17" y="12"/>
                    <a:pt x="19" y="10"/>
                  </a:cubicBezTo>
                  <a:cubicBezTo>
                    <a:pt x="19" y="10"/>
                    <a:pt x="19" y="10"/>
                    <a:pt x="19" y="10"/>
                  </a:cubicBezTo>
                  <a:cubicBezTo>
                    <a:pt x="20" y="9"/>
                    <a:pt x="22" y="8"/>
                    <a:pt x="24" y="8"/>
                  </a:cubicBezTo>
                  <a:cubicBezTo>
                    <a:pt x="26" y="8"/>
                    <a:pt x="28" y="9"/>
                    <a:pt x="29"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 name="Freeform 299"/>
            <p:cNvSpPr>
              <a:spLocks/>
            </p:cNvSpPr>
            <p:nvPr/>
          </p:nvSpPr>
          <p:spPr bwMode="auto">
            <a:xfrm>
              <a:off x="9426575" y="4394201"/>
              <a:ext cx="66675" cy="103188"/>
            </a:xfrm>
            <a:custGeom>
              <a:avLst/>
              <a:gdLst>
                <a:gd name="T0" fmla="*/ 21 w 45"/>
                <a:gd name="T1" fmla="*/ 69 h 69"/>
                <a:gd name="T2" fmla="*/ 30 w 45"/>
                <a:gd name="T3" fmla="*/ 67 h 69"/>
                <a:gd name="T4" fmla="*/ 37 w 45"/>
                <a:gd name="T5" fmla="*/ 56 h 69"/>
                <a:gd name="T6" fmla="*/ 42 w 45"/>
                <a:gd name="T7" fmla="*/ 39 h 69"/>
                <a:gd name="T8" fmla="*/ 44 w 45"/>
                <a:gd name="T9" fmla="*/ 20 h 69"/>
                <a:gd name="T10" fmla="*/ 45 w 45"/>
                <a:gd name="T11" fmla="*/ 6 h 69"/>
                <a:gd name="T12" fmla="*/ 44 w 45"/>
                <a:gd name="T13" fmla="*/ 1 h 69"/>
                <a:gd name="T14" fmla="*/ 40 w 45"/>
                <a:gd name="T15" fmla="*/ 0 h 69"/>
                <a:gd name="T16" fmla="*/ 37 w 45"/>
                <a:gd name="T17" fmla="*/ 1 h 69"/>
                <a:gd name="T18" fmla="*/ 35 w 45"/>
                <a:gd name="T19" fmla="*/ 3 h 69"/>
                <a:gd name="T20" fmla="*/ 35 w 45"/>
                <a:gd name="T21" fmla="*/ 9 h 69"/>
                <a:gd name="T22" fmla="*/ 34 w 45"/>
                <a:gd name="T23" fmla="*/ 20 h 69"/>
                <a:gd name="T24" fmla="*/ 32 w 45"/>
                <a:gd name="T25" fmla="*/ 23 h 69"/>
                <a:gd name="T26" fmla="*/ 27 w 45"/>
                <a:gd name="T27" fmla="*/ 28 h 69"/>
                <a:gd name="T28" fmla="*/ 21 w 45"/>
                <a:gd name="T29" fmla="*/ 32 h 69"/>
                <a:gd name="T30" fmla="*/ 16 w 45"/>
                <a:gd name="T31" fmla="*/ 33 h 69"/>
                <a:gd name="T32" fmla="*/ 14 w 45"/>
                <a:gd name="T33" fmla="*/ 32 h 69"/>
                <a:gd name="T34" fmla="*/ 13 w 45"/>
                <a:gd name="T35" fmla="*/ 27 h 69"/>
                <a:gd name="T36" fmla="*/ 17 w 45"/>
                <a:gd name="T37" fmla="*/ 14 h 69"/>
                <a:gd name="T38" fmla="*/ 20 w 45"/>
                <a:gd name="T39" fmla="*/ 7 h 69"/>
                <a:gd name="T40" fmla="*/ 19 w 45"/>
                <a:gd name="T41" fmla="*/ 3 h 69"/>
                <a:gd name="T42" fmla="*/ 16 w 45"/>
                <a:gd name="T43" fmla="*/ 2 h 69"/>
                <a:gd name="T44" fmla="*/ 10 w 45"/>
                <a:gd name="T45" fmla="*/ 4 h 69"/>
                <a:gd name="T46" fmla="*/ 7 w 45"/>
                <a:gd name="T47" fmla="*/ 16 h 69"/>
                <a:gd name="T48" fmla="*/ 4 w 45"/>
                <a:gd name="T49" fmla="*/ 30 h 69"/>
                <a:gd name="T50" fmla="*/ 7 w 45"/>
                <a:gd name="T51" fmla="*/ 39 h 69"/>
                <a:gd name="T52" fmla="*/ 14 w 45"/>
                <a:gd name="T53" fmla="*/ 42 h 69"/>
                <a:gd name="T54" fmla="*/ 33 w 45"/>
                <a:gd name="T55" fmla="*/ 32 h 69"/>
                <a:gd name="T56" fmla="*/ 29 w 45"/>
                <a:gd name="T57" fmla="*/ 53 h 69"/>
                <a:gd name="T58" fmla="*/ 21 w 45"/>
                <a:gd name="T59" fmla="*/ 61 h 69"/>
                <a:gd name="T60" fmla="*/ 5 w 45"/>
                <a:gd name="T61" fmla="*/ 54 h 69"/>
                <a:gd name="T62" fmla="*/ 3 w 45"/>
                <a:gd name="T63" fmla="*/ 53 h 69"/>
                <a:gd name="T64" fmla="*/ 1 w 45"/>
                <a:gd name="T65" fmla="*/ 54 h 69"/>
                <a:gd name="T66" fmla="*/ 0 w 45"/>
                <a:gd name="T67" fmla="*/ 57 h 69"/>
                <a:gd name="T68" fmla="*/ 3 w 45"/>
                <a:gd name="T69" fmla="*/ 62 h 69"/>
                <a:gd name="T70" fmla="*/ 11 w 45"/>
                <a:gd name="T71" fmla="*/ 67 h 69"/>
                <a:gd name="T72" fmla="*/ 10 w 45"/>
                <a:gd name="T73" fmla="*/ 67 h 69"/>
                <a:gd name="T74" fmla="*/ 21 w 45"/>
                <a:gd name="T75"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5" h="69">
                  <a:moveTo>
                    <a:pt x="21" y="69"/>
                  </a:moveTo>
                  <a:cubicBezTo>
                    <a:pt x="24" y="69"/>
                    <a:pt x="27" y="68"/>
                    <a:pt x="30" y="67"/>
                  </a:cubicBezTo>
                  <a:cubicBezTo>
                    <a:pt x="32" y="65"/>
                    <a:pt x="35" y="61"/>
                    <a:pt x="37" y="56"/>
                  </a:cubicBezTo>
                  <a:cubicBezTo>
                    <a:pt x="39" y="51"/>
                    <a:pt x="41" y="45"/>
                    <a:pt x="42" y="39"/>
                  </a:cubicBezTo>
                  <a:cubicBezTo>
                    <a:pt x="43" y="33"/>
                    <a:pt x="44" y="27"/>
                    <a:pt x="44" y="20"/>
                  </a:cubicBezTo>
                  <a:cubicBezTo>
                    <a:pt x="45" y="6"/>
                    <a:pt x="45" y="6"/>
                    <a:pt x="45" y="6"/>
                  </a:cubicBezTo>
                  <a:cubicBezTo>
                    <a:pt x="45" y="3"/>
                    <a:pt x="45" y="2"/>
                    <a:pt x="44" y="1"/>
                  </a:cubicBezTo>
                  <a:cubicBezTo>
                    <a:pt x="43" y="0"/>
                    <a:pt x="42" y="0"/>
                    <a:pt x="40" y="0"/>
                  </a:cubicBezTo>
                  <a:cubicBezTo>
                    <a:pt x="39" y="0"/>
                    <a:pt x="38" y="0"/>
                    <a:pt x="37" y="1"/>
                  </a:cubicBezTo>
                  <a:cubicBezTo>
                    <a:pt x="36" y="1"/>
                    <a:pt x="35" y="2"/>
                    <a:pt x="35" y="3"/>
                  </a:cubicBezTo>
                  <a:cubicBezTo>
                    <a:pt x="35" y="4"/>
                    <a:pt x="35" y="6"/>
                    <a:pt x="35" y="9"/>
                  </a:cubicBezTo>
                  <a:cubicBezTo>
                    <a:pt x="35" y="14"/>
                    <a:pt x="34" y="18"/>
                    <a:pt x="34" y="20"/>
                  </a:cubicBezTo>
                  <a:cubicBezTo>
                    <a:pt x="33" y="21"/>
                    <a:pt x="33" y="22"/>
                    <a:pt x="32" y="23"/>
                  </a:cubicBezTo>
                  <a:cubicBezTo>
                    <a:pt x="31" y="25"/>
                    <a:pt x="30" y="26"/>
                    <a:pt x="27" y="28"/>
                  </a:cubicBezTo>
                  <a:cubicBezTo>
                    <a:pt x="25" y="30"/>
                    <a:pt x="22" y="31"/>
                    <a:pt x="21" y="32"/>
                  </a:cubicBezTo>
                  <a:cubicBezTo>
                    <a:pt x="19" y="33"/>
                    <a:pt x="17" y="33"/>
                    <a:pt x="16" y="33"/>
                  </a:cubicBezTo>
                  <a:cubicBezTo>
                    <a:pt x="15" y="33"/>
                    <a:pt x="15" y="33"/>
                    <a:pt x="14" y="32"/>
                  </a:cubicBezTo>
                  <a:cubicBezTo>
                    <a:pt x="14" y="31"/>
                    <a:pt x="13" y="29"/>
                    <a:pt x="13" y="27"/>
                  </a:cubicBezTo>
                  <a:cubicBezTo>
                    <a:pt x="13" y="24"/>
                    <a:pt x="14" y="19"/>
                    <a:pt x="17" y="14"/>
                  </a:cubicBezTo>
                  <a:cubicBezTo>
                    <a:pt x="19" y="10"/>
                    <a:pt x="20" y="8"/>
                    <a:pt x="20" y="7"/>
                  </a:cubicBezTo>
                  <a:cubicBezTo>
                    <a:pt x="20" y="6"/>
                    <a:pt x="19" y="5"/>
                    <a:pt x="19" y="3"/>
                  </a:cubicBezTo>
                  <a:cubicBezTo>
                    <a:pt x="18" y="2"/>
                    <a:pt x="17" y="2"/>
                    <a:pt x="16" y="2"/>
                  </a:cubicBezTo>
                  <a:cubicBezTo>
                    <a:pt x="13" y="2"/>
                    <a:pt x="12" y="2"/>
                    <a:pt x="10" y="4"/>
                  </a:cubicBezTo>
                  <a:cubicBezTo>
                    <a:pt x="9" y="6"/>
                    <a:pt x="8" y="9"/>
                    <a:pt x="7" y="16"/>
                  </a:cubicBezTo>
                  <a:cubicBezTo>
                    <a:pt x="5" y="22"/>
                    <a:pt x="4" y="27"/>
                    <a:pt x="4" y="30"/>
                  </a:cubicBezTo>
                  <a:cubicBezTo>
                    <a:pt x="4" y="33"/>
                    <a:pt x="5" y="36"/>
                    <a:pt x="7" y="39"/>
                  </a:cubicBezTo>
                  <a:cubicBezTo>
                    <a:pt x="9" y="41"/>
                    <a:pt x="11" y="42"/>
                    <a:pt x="14" y="42"/>
                  </a:cubicBezTo>
                  <a:cubicBezTo>
                    <a:pt x="18" y="42"/>
                    <a:pt x="25" y="39"/>
                    <a:pt x="33" y="32"/>
                  </a:cubicBezTo>
                  <a:cubicBezTo>
                    <a:pt x="33" y="40"/>
                    <a:pt x="31" y="47"/>
                    <a:pt x="29" y="53"/>
                  </a:cubicBezTo>
                  <a:cubicBezTo>
                    <a:pt x="26" y="58"/>
                    <a:pt x="23" y="61"/>
                    <a:pt x="21" y="61"/>
                  </a:cubicBezTo>
                  <a:cubicBezTo>
                    <a:pt x="14" y="61"/>
                    <a:pt x="9" y="59"/>
                    <a:pt x="5" y="54"/>
                  </a:cubicBezTo>
                  <a:cubicBezTo>
                    <a:pt x="5" y="53"/>
                    <a:pt x="4" y="53"/>
                    <a:pt x="3" y="53"/>
                  </a:cubicBezTo>
                  <a:cubicBezTo>
                    <a:pt x="2" y="53"/>
                    <a:pt x="1" y="53"/>
                    <a:pt x="1" y="54"/>
                  </a:cubicBezTo>
                  <a:cubicBezTo>
                    <a:pt x="0" y="55"/>
                    <a:pt x="0" y="56"/>
                    <a:pt x="0" y="57"/>
                  </a:cubicBezTo>
                  <a:cubicBezTo>
                    <a:pt x="0" y="59"/>
                    <a:pt x="1" y="60"/>
                    <a:pt x="3" y="62"/>
                  </a:cubicBezTo>
                  <a:cubicBezTo>
                    <a:pt x="5" y="64"/>
                    <a:pt x="8" y="66"/>
                    <a:pt x="11" y="67"/>
                  </a:cubicBezTo>
                  <a:cubicBezTo>
                    <a:pt x="10" y="67"/>
                    <a:pt x="10" y="67"/>
                    <a:pt x="10" y="67"/>
                  </a:cubicBezTo>
                  <a:cubicBezTo>
                    <a:pt x="14" y="69"/>
                    <a:pt x="17" y="69"/>
                    <a:pt x="2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 name="Freeform 300"/>
            <p:cNvSpPr>
              <a:spLocks/>
            </p:cNvSpPr>
            <p:nvPr/>
          </p:nvSpPr>
          <p:spPr bwMode="auto">
            <a:xfrm>
              <a:off x="10161588" y="4370388"/>
              <a:ext cx="69850" cy="92075"/>
            </a:xfrm>
            <a:custGeom>
              <a:avLst/>
              <a:gdLst>
                <a:gd name="T0" fmla="*/ 43 w 47"/>
                <a:gd name="T1" fmla="*/ 47 h 62"/>
                <a:gd name="T2" fmla="*/ 41 w 47"/>
                <a:gd name="T3" fmla="*/ 48 h 62"/>
                <a:gd name="T4" fmla="*/ 27 w 47"/>
                <a:gd name="T5" fmla="*/ 49 h 62"/>
                <a:gd name="T6" fmla="*/ 21 w 47"/>
                <a:gd name="T7" fmla="*/ 50 h 62"/>
                <a:gd name="T8" fmla="*/ 12 w 47"/>
                <a:gd name="T9" fmla="*/ 51 h 62"/>
                <a:gd name="T10" fmla="*/ 12 w 47"/>
                <a:gd name="T11" fmla="*/ 50 h 62"/>
                <a:gd name="T12" fmla="*/ 14 w 47"/>
                <a:gd name="T13" fmla="*/ 33 h 62"/>
                <a:gd name="T14" fmla="*/ 17 w 47"/>
                <a:gd name="T15" fmla="*/ 10 h 62"/>
                <a:gd name="T16" fmla="*/ 17 w 47"/>
                <a:gd name="T17" fmla="*/ 5 h 62"/>
                <a:gd name="T18" fmla="*/ 16 w 47"/>
                <a:gd name="T19" fmla="*/ 2 h 62"/>
                <a:gd name="T20" fmla="*/ 12 w 47"/>
                <a:gd name="T21" fmla="*/ 0 h 62"/>
                <a:gd name="T22" fmla="*/ 9 w 47"/>
                <a:gd name="T23" fmla="*/ 1 h 62"/>
                <a:gd name="T24" fmla="*/ 7 w 47"/>
                <a:gd name="T25" fmla="*/ 4 h 62"/>
                <a:gd name="T26" fmla="*/ 6 w 47"/>
                <a:gd name="T27" fmla="*/ 10 h 62"/>
                <a:gd name="T28" fmla="*/ 2 w 47"/>
                <a:gd name="T29" fmla="*/ 44 h 62"/>
                <a:gd name="T30" fmla="*/ 1 w 47"/>
                <a:gd name="T31" fmla="*/ 53 h 62"/>
                <a:gd name="T32" fmla="*/ 0 w 47"/>
                <a:gd name="T33" fmla="*/ 57 h 62"/>
                <a:gd name="T34" fmla="*/ 1 w 47"/>
                <a:gd name="T35" fmla="*/ 60 h 62"/>
                <a:gd name="T36" fmla="*/ 5 w 47"/>
                <a:gd name="T37" fmla="*/ 62 h 62"/>
                <a:gd name="T38" fmla="*/ 12 w 47"/>
                <a:gd name="T39" fmla="*/ 61 h 62"/>
                <a:gd name="T40" fmla="*/ 33 w 47"/>
                <a:gd name="T41" fmla="*/ 58 h 62"/>
                <a:gd name="T42" fmla="*/ 37 w 47"/>
                <a:gd name="T43" fmla="*/ 58 h 62"/>
                <a:gd name="T44" fmla="*/ 40 w 47"/>
                <a:gd name="T45" fmla="*/ 58 h 62"/>
                <a:gd name="T46" fmla="*/ 45 w 47"/>
                <a:gd name="T47" fmla="*/ 56 h 62"/>
                <a:gd name="T48" fmla="*/ 47 w 47"/>
                <a:gd name="T49" fmla="*/ 52 h 62"/>
                <a:gd name="T50" fmla="*/ 46 w 47"/>
                <a:gd name="T51" fmla="*/ 49 h 62"/>
                <a:gd name="T52" fmla="*/ 43 w 47"/>
                <a:gd name="T53" fmla="*/ 47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7" h="62">
                  <a:moveTo>
                    <a:pt x="43" y="47"/>
                  </a:moveTo>
                  <a:cubicBezTo>
                    <a:pt x="42" y="47"/>
                    <a:pt x="42" y="48"/>
                    <a:pt x="41" y="48"/>
                  </a:cubicBezTo>
                  <a:cubicBezTo>
                    <a:pt x="38" y="48"/>
                    <a:pt x="34" y="49"/>
                    <a:pt x="27" y="49"/>
                  </a:cubicBezTo>
                  <a:cubicBezTo>
                    <a:pt x="25" y="49"/>
                    <a:pt x="23" y="50"/>
                    <a:pt x="21" y="50"/>
                  </a:cubicBezTo>
                  <a:cubicBezTo>
                    <a:pt x="16" y="51"/>
                    <a:pt x="13" y="51"/>
                    <a:pt x="12" y="51"/>
                  </a:cubicBezTo>
                  <a:cubicBezTo>
                    <a:pt x="12" y="51"/>
                    <a:pt x="12" y="51"/>
                    <a:pt x="12" y="50"/>
                  </a:cubicBezTo>
                  <a:cubicBezTo>
                    <a:pt x="12" y="49"/>
                    <a:pt x="12" y="43"/>
                    <a:pt x="14" y="33"/>
                  </a:cubicBezTo>
                  <a:cubicBezTo>
                    <a:pt x="15" y="22"/>
                    <a:pt x="16" y="14"/>
                    <a:pt x="17" y="10"/>
                  </a:cubicBezTo>
                  <a:cubicBezTo>
                    <a:pt x="17" y="8"/>
                    <a:pt x="17" y="6"/>
                    <a:pt x="17" y="5"/>
                  </a:cubicBezTo>
                  <a:cubicBezTo>
                    <a:pt x="17" y="4"/>
                    <a:pt x="17" y="3"/>
                    <a:pt x="16" y="2"/>
                  </a:cubicBezTo>
                  <a:cubicBezTo>
                    <a:pt x="15" y="1"/>
                    <a:pt x="14" y="0"/>
                    <a:pt x="12" y="0"/>
                  </a:cubicBezTo>
                  <a:cubicBezTo>
                    <a:pt x="11" y="0"/>
                    <a:pt x="10" y="1"/>
                    <a:pt x="9" y="1"/>
                  </a:cubicBezTo>
                  <a:cubicBezTo>
                    <a:pt x="8" y="2"/>
                    <a:pt x="7" y="3"/>
                    <a:pt x="7" y="4"/>
                  </a:cubicBezTo>
                  <a:cubicBezTo>
                    <a:pt x="7" y="5"/>
                    <a:pt x="6" y="7"/>
                    <a:pt x="6" y="10"/>
                  </a:cubicBezTo>
                  <a:cubicBezTo>
                    <a:pt x="2" y="44"/>
                    <a:pt x="2" y="44"/>
                    <a:pt x="2" y="44"/>
                  </a:cubicBezTo>
                  <a:cubicBezTo>
                    <a:pt x="2" y="47"/>
                    <a:pt x="1" y="50"/>
                    <a:pt x="1" y="53"/>
                  </a:cubicBezTo>
                  <a:cubicBezTo>
                    <a:pt x="0" y="55"/>
                    <a:pt x="0" y="56"/>
                    <a:pt x="0" y="57"/>
                  </a:cubicBezTo>
                  <a:cubicBezTo>
                    <a:pt x="0" y="58"/>
                    <a:pt x="0" y="59"/>
                    <a:pt x="1" y="60"/>
                  </a:cubicBezTo>
                  <a:cubicBezTo>
                    <a:pt x="2" y="62"/>
                    <a:pt x="4" y="62"/>
                    <a:pt x="5" y="62"/>
                  </a:cubicBezTo>
                  <a:cubicBezTo>
                    <a:pt x="7" y="62"/>
                    <a:pt x="9" y="62"/>
                    <a:pt x="12" y="61"/>
                  </a:cubicBezTo>
                  <a:cubicBezTo>
                    <a:pt x="19" y="59"/>
                    <a:pt x="26" y="58"/>
                    <a:pt x="33" y="58"/>
                  </a:cubicBezTo>
                  <a:cubicBezTo>
                    <a:pt x="34" y="58"/>
                    <a:pt x="35" y="58"/>
                    <a:pt x="37" y="58"/>
                  </a:cubicBezTo>
                  <a:cubicBezTo>
                    <a:pt x="38" y="58"/>
                    <a:pt x="40" y="58"/>
                    <a:pt x="40" y="58"/>
                  </a:cubicBezTo>
                  <a:cubicBezTo>
                    <a:pt x="42" y="58"/>
                    <a:pt x="44" y="58"/>
                    <a:pt x="45" y="56"/>
                  </a:cubicBezTo>
                  <a:cubicBezTo>
                    <a:pt x="47" y="55"/>
                    <a:pt x="47" y="54"/>
                    <a:pt x="47" y="52"/>
                  </a:cubicBezTo>
                  <a:cubicBezTo>
                    <a:pt x="47" y="51"/>
                    <a:pt x="47" y="50"/>
                    <a:pt x="46" y="49"/>
                  </a:cubicBezTo>
                  <a:cubicBezTo>
                    <a:pt x="45" y="48"/>
                    <a:pt x="44" y="47"/>
                    <a:pt x="43"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 name="Freeform 301"/>
            <p:cNvSpPr>
              <a:spLocks noEditPoints="1"/>
            </p:cNvSpPr>
            <p:nvPr/>
          </p:nvSpPr>
          <p:spPr bwMode="auto">
            <a:xfrm>
              <a:off x="10237788" y="4391026"/>
              <a:ext cx="58738" cy="71438"/>
            </a:xfrm>
            <a:custGeom>
              <a:avLst/>
              <a:gdLst>
                <a:gd name="T0" fmla="*/ 36 w 39"/>
                <a:gd name="T1" fmla="*/ 29 h 48"/>
                <a:gd name="T2" fmla="*/ 33 w 39"/>
                <a:gd name="T3" fmla="*/ 31 h 48"/>
                <a:gd name="T4" fmla="*/ 17 w 39"/>
                <a:gd name="T5" fmla="*/ 39 h 48"/>
                <a:gd name="T6" fmla="*/ 12 w 39"/>
                <a:gd name="T7" fmla="*/ 38 h 48"/>
                <a:gd name="T8" fmla="*/ 10 w 39"/>
                <a:gd name="T9" fmla="*/ 34 h 48"/>
                <a:gd name="T10" fmla="*/ 11 w 39"/>
                <a:gd name="T11" fmla="*/ 32 h 48"/>
                <a:gd name="T12" fmla="*/ 29 w 39"/>
                <a:gd name="T13" fmla="*/ 23 h 48"/>
                <a:gd name="T14" fmla="*/ 36 w 39"/>
                <a:gd name="T15" fmla="*/ 10 h 48"/>
                <a:gd name="T16" fmla="*/ 33 w 39"/>
                <a:gd name="T17" fmla="*/ 3 h 48"/>
                <a:gd name="T18" fmla="*/ 26 w 39"/>
                <a:gd name="T19" fmla="*/ 0 h 48"/>
                <a:gd name="T20" fmla="*/ 8 w 39"/>
                <a:gd name="T21" fmla="*/ 10 h 48"/>
                <a:gd name="T22" fmla="*/ 0 w 39"/>
                <a:gd name="T23" fmla="*/ 32 h 48"/>
                <a:gd name="T24" fmla="*/ 4 w 39"/>
                <a:gd name="T25" fmla="*/ 44 h 48"/>
                <a:gd name="T26" fmla="*/ 15 w 39"/>
                <a:gd name="T27" fmla="*/ 48 h 48"/>
                <a:gd name="T28" fmla="*/ 31 w 39"/>
                <a:gd name="T29" fmla="*/ 42 h 48"/>
                <a:gd name="T30" fmla="*/ 39 w 39"/>
                <a:gd name="T31" fmla="*/ 32 h 48"/>
                <a:gd name="T32" fmla="*/ 36 w 39"/>
                <a:gd name="T33" fmla="*/ 29 h 48"/>
                <a:gd name="T34" fmla="*/ 17 w 39"/>
                <a:gd name="T35" fmla="*/ 14 h 48"/>
                <a:gd name="T36" fmla="*/ 25 w 39"/>
                <a:gd name="T37" fmla="*/ 8 h 48"/>
                <a:gd name="T38" fmla="*/ 27 w 39"/>
                <a:gd name="T39" fmla="*/ 9 h 48"/>
                <a:gd name="T40" fmla="*/ 27 w 39"/>
                <a:gd name="T41" fmla="*/ 11 h 48"/>
                <a:gd name="T42" fmla="*/ 22 w 39"/>
                <a:gd name="T43" fmla="*/ 19 h 48"/>
                <a:gd name="T44" fmla="*/ 11 w 39"/>
                <a:gd name="T45" fmla="*/ 25 h 48"/>
                <a:gd name="T46" fmla="*/ 17 w 39"/>
                <a:gd name="T47" fmla="*/ 1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9" h="48">
                  <a:moveTo>
                    <a:pt x="36" y="29"/>
                  </a:moveTo>
                  <a:cubicBezTo>
                    <a:pt x="35" y="29"/>
                    <a:pt x="34" y="30"/>
                    <a:pt x="33" y="31"/>
                  </a:cubicBezTo>
                  <a:cubicBezTo>
                    <a:pt x="28" y="36"/>
                    <a:pt x="22" y="39"/>
                    <a:pt x="17" y="39"/>
                  </a:cubicBezTo>
                  <a:cubicBezTo>
                    <a:pt x="15" y="39"/>
                    <a:pt x="13" y="39"/>
                    <a:pt x="12" y="38"/>
                  </a:cubicBezTo>
                  <a:cubicBezTo>
                    <a:pt x="11" y="36"/>
                    <a:pt x="10" y="35"/>
                    <a:pt x="10" y="34"/>
                  </a:cubicBezTo>
                  <a:cubicBezTo>
                    <a:pt x="10" y="33"/>
                    <a:pt x="11" y="32"/>
                    <a:pt x="11" y="32"/>
                  </a:cubicBezTo>
                  <a:cubicBezTo>
                    <a:pt x="19" y="31"/>
                    <a:pt x="24" y="28"/>
                    <a:pt x="29" y="23"/>
                  </a:cubicBezTo>
                  <a:cubicBezTo>
                    <a:pt x="34" y="19"/>
                    <a:pt x="36" y="15"/>
                    <a:pt x="36" y="10"/>
                  </a:cubicBezTo>
                  <a:cubicBezTo>
                    <a:pt x="36" y="7"/>
                    <a:pt x="35" y="5"/>
                    <a:pt x="33" y="3"/>
                  </a:cubicBezTo>
                  <a:cubicBezTo>
                    <a:pt x="31" y="1"/>
                    <a:pt x="29" y="0"/>
                    <a:pt x="26" y="0"/>
                  </a:cubicBezTo>
                  <a:cubicBezTo>
                    <a:pt x="20" y="0"/>
                    <a:pt x="14" y="3"/>
                    <a:pt x="8" y="10"/>
                  </a:cubicBezTo>
                  <a:cubicBezTo>
                    <a:pt x="3" y="17"/>
                    <a:pt x="0" y="24"/>
                    <a:pt x="0" y="32"/>
                  </a:cubicBezTo>
                  <a:cubicBezTo>
                    <a:pt x="0" y="37"/>
                    <a:pt x="2" y="41"/>
                    <a:pt x="4" y="44"/>
                  </a:cubicBezTo>
                  <a:cubicBezTo>
                    <a:pt x="7" y="47"/>
                    <a:pt x="11" y="48"/>
                    <a:pt x="15" y="48"/>
                  </a:cubicBezTo>
                  <a:cubicBezTo>
                    <a:pt x="21" y="48"/>
                    <a:pt x="27" y="46"/>
                    <a:pt x="31" y="42"/>
                  </a:cubicBezTo>
                  <a:cubicBezTo>
                    <a:pt x="36" y="38"/>
                    <a:pt x="39" y="35"/>
                    <a:pt x="39" y="32"/>
                  </a:cubicBezTo>
                  <a:cubicBezTo>
                    <a:pt x="39" y="30"/>
                    <a:pt x="38" y="29"/>
                    <a:pt x="36" y="29"/>
                  </a:cubicBezTo>
                  <a:close/>
                  <a:moveTo>
                    <a:pt x="17" y="14"/>
                  </a:moveTo>
                  <a:cubicBezTo>
                    <a:pt x="20" y="10"/>
                    <a:pt x="22" y="8"/>
                    <a:pt x="25" y="8"/>
                  </a:cubicBezTo>
                  <a:cubicBezTo>
                    <a:pt x="25" y="8"/>
                    <a:pt x="26" y="9"/>
                    <a:pt x="27" y="9"/>
                  </a:cubicBezTo>
                  <a:cubicBezTo>
                    <a:pt x="27" y="10"/>
                    <a:pt x="27" y="11"/>
                    <a:pt x="27" y="11"/>
                  </a:cubicBezTo>
                  <a:cubicBezTo>
                    <a:pt x="27" y="14"/>
                    <a:pt x="26" y="16"/>
                    <a:pt x="22" y="19"/>
                  </a:cubicBezTo>
                  <a:cubicBezTo>
                    <a:pt x="19" y="22"/>
                    <a:pt x="15" y="24"/>
                    <a:pt x="11" y="25"/>
                  </a:cubicBezTo>
                  <a:cubicBezTo>
                    <a:pt x="12" y="21"/>
                    <a:pt x="14" y="17"/>
                    <a:pt x="17"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 name="Freeform 302"/>
            <p:cNvSpPr>
              <a:spLocks noEditPoints="1"/>
            </p:cNvSpPr>
            <p:nvPr/>
          </p:nvSpPr>
          <p:spPr bwMode="auto">
            <a:xfrm>
              <a:off x="10304463" y="4392613"/>
              <a:ext cx="63500" cy="69850"/>
            </a:xfrm>
            <a:custGeom>
              <a:avLst/>
              <a:gdLst>
                <a:gd name="T0" fmla="*/ 29 w 43"/>
                <a:gd name="T1" fmla="*/ 31 h 47"/>
                <a:gd name="T2" fmla="*/ 36 w 43"/>
                <a:gd name="T3" fmla="*/ 47 h 47"/>
                <a:gd name="T4" fmla="*/ 41 w 43"/>
                <a:gd name="T5" fmla="*/ 45 h 47"/>
                <a:gd name="T6" fmla="*/ 43 w 43"/>
                <a:gd name="T7" fmla="*/ 42 h 47"/>
                <a:gd name="T8" fmla="*/ 41 w 43"/>
                <a:gd name="T9" fmla="*/ 40 h 47"/>
                <a:gd name="T10" fmla="*/ 39 w 43"/>
                <a:gd name="T11" fmla="*/ 38 h 47"/>
                <a:gd name="T12" fmla="*/ 38 w 43"/>
                <a:gd name="T13" fmla="*/ 36 h 47"/>
                <a:gd name="T14" fmla="*/ 37 w 43"/>
                <a:gd name="T15" fmla="*/ 28 h 47"/>
                <a:gd name="T16" fmla="*/ 39 w 43"/>
                <a:gd name="T17" fmla="*/ 15 h 47"/>
                <a:gd name="T18" fmla="*/ 40 w 43"/>
                <a:gd name="T19" fmla="*/ 8 h 47"/>
                <a:gd name="T20" fmla="*/ 35 w 43"/>
                <a:gd name="T21" fmla="*/ 5 h 47"/>
                <a:gd name="T22" fmla="*/ 29 w 43"/>
                <a:gd name="T23" fmla="*/ 0 h 47"/>
                <a:gd name="T24" fmla="*/ 9 w 43"/>
                <a:gd name="T25" fmla="*/ 12 h 47"/>
                <a:gd name="T26" fmla="*/ 0 w 43"/>
                <a:gd name="T27" fmla="*/ 35 h 47"/>
                <a:gd name="T28" fmla="*/ 2 w 43"/>
                <a:gd name="T29" fmla="*/ 43 h 47"/>
                <a:gd name="T30" fmla="*/ 9 w 43"/>
                <a:gd name="T31" fmla="*/ 46 h 47"/>
                <a:gd name="T32" fmla="*/ 29 w 43"/>
                <a:gd name="T33" fmla="*/ 31 h 47"/>
                <a:gd name="T34" fmla="*/ 11 w 43"/>
                <a:gd name="T35" fmla="*/ 37 h 47"/>
                <a:gd name="T36" fmla="*/ 10 w 43"/>
                <a:gd name="T37" fmla="*/ 33 h 47"/>
                <a:gd name="T38" fmla="*/ 16 w 43"/>
                <a:gd name="T39" fmla="*/ 18 h 47"/>
                <a:gd name="T40" fmla="*/ 27 w 43"/>
                <a:gd name="T41" fmla="*/ 9 h 47"/>
                <a:gd name="T42" fmla="*/ 29 w 43"/>
                <a:gd name="T43" fmla="*/ 10 h 47"/>
                <a:gd name="T44" fmla="*/ 30 w 43"/>
                <a:gd name="T45" fmla="*/ 13 h 47"/>
                <a:gd name="T46" fmla="*/ 23 w 43"/>
                <a:gd name="T47" fmla="*/ 28 h 47"/>
                <a:gd name="T48" fmla="*/ 11 w 43"/>
                <a:gd name="T49" fmla="*/ 3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3" h="47">
                  <a:moveTo>
                    <a:pt x="29" y="31"/>
                  </a:moveTo>
                  <a:cubicBezTo>
                    <a:pt x="29" y="42"/>
                    <a:pt x="31" y="47"/>
                    <a:pt x="36" y="47"/>
                  </a:cubicBezTo>
                  <a:cubicBezTo>
                    <a:pt x="38" y="47"/>
                    <a:pt x="39" y="46"/>
                    <a:pt x="41" y="45"/>
                  </a:cubicBezTo>
                  <a:cubicBezTo>
                    <a:pt x="42" y="44"/>
                    <a:pt x="43" y="43"/>
                    <a:pt x="43" y="42"/>
                  </a:cubicBezTo>
                  <a:cubicBezTo>
                    <a:pt x="43" y="41"/>
                    <a:pt x="42" y="40"/>
                    <a:pt x="41" y="40"/>
                  </a:cubicBezTo>
                  <a:cubicBezTo>
                    <a:pt x="40" y="39"/>
                    <a:pt x="39" y="39"/>
                    <a:pt x="39" y="38"/>
                  </a:cubicBezTo>
                  <a:cubicBezTo>
                    <a:pt x="39" y="38"/>
                    <a:pt x="39" y="37"/>
                    <a:pt x="38" y="36"/>
                  </a:cubicBezTo>
                  <a:cubicBezTo>
                    <a:pt x="38" y="34"/>
                    <a:pt x="37" y="32"/>
                    <a:pt x="37" y="28"/>
                  </a:cubicBezTo>
                  <a:cubicBezTo>
                    <a:pt x="37" y="25"/>
                    <a:pt x="38" y="20"/>
                    <a:pt x="39" y="15"/>
                  </a:cubicBezTo>
                  <a:cubicBezTo>
                    <a:pt x="40" y="12"/>
                    <a:pt x="40" y="10"/>
                    <a:pt x="40" y="8"/>
                  </a:cubicBezTo>
                  <a:cubicBezTo>
                    <a:pt x="40" y="6"/>
                    <a:pt x="38" y="5"/>
                    <a:pt x="35" y="5"/>
                  </a:cubicBezTo>
                  <a:cubicBezTo>
                    <a:pt x="34" y="1"/>
                    <a:pt x="32" y="0"/>
                    <a:pt x="29" y="0"/>
                  </a:cubicBezTo>
                  <a:cubicBezTo>
                    <a:pt x="22" y="0"/>
                    <a:pt x="16" y="4"/>
                    <a:pt x="9" y="12"/>
                  </a:cubicBezTo>
                  <a:cubicBezTo>
                    <a:pt x="3" y="20"/>
                    <a:pt x="0" y="28"/>
                    <a:pt x="0" y="35"/>
                  </a:cubicBezTo>
                  <a:cubicBezTo>
                    <a:pt x="0" y="38"/>
                    <a:pt x="0" y="41"/>
                    <a:pt x="2" y="43"/>
                  </a:cubicBezTo>
                  <a:cubicBezTo>
                    <a:pt x="4" y="45"/>
                    <a:pt x="6" y="46"/>
                    <a:pt x="9" y="46"/>
                  </a:cubicBezTo>
                  <a:cubicBezTo>
                    <a:pt x="15" y="46"/>
                    <a:pt x="22" y="41"/>
                    <a:pt x="29" y="31"/>
                  </a:cubicBezTo>
                  <a:close/>
                  <a:moveTo>
                    <a:pt x="11" y="37"/>
                  </a:moveTo>
                  <a:cubicBezTo>
                    <a:pt x="10" y="37"/>
                    <a:pt x="10" y="36"/>
                    <a:pt x="10" y="33"/>
                  </a:cubicBezTo>
                  <a:cubicBezTo>
                    <a:pt x="10" y="29"/>
                    <a:pt x="12" y="24"/>
                    <a:pt x="16" y="18"/>
                  </a:cubicBezTo>
                  <a:cubicBezTo>
                    <a:pt x="21" y="12"/>
                    <a:pt x="24" y="9"/>
                    <a:pt x="27" y="9"/>
                  </a:cubicBezTo>
                  <a:cubicBezTo>
                    <a:pt x="28" y="9"/>
                    <a:pt x="28" y="9"/>
                    <a:pt x="29" y="10"/>
                  </a:cubicBezTo>
                  <a:cubicBezTo>
                    <a:pt x="30" y="11"/>
                    <a:pt x="30" y="12"/>
                    <a:pt x="30" y="13"/>
                  </a:cubicBezTo>
                  <a:cubicBezTo>
                    <a:pt x="30" y="17"/>
                    <a:pt x="28" y="22"/>
                    <a:pt x="23" y="28"/>
                  </a:cubicBezTo>
                  <a:cubicBezTo>
                    <a:pt x="18" y="34"/>
                    <a:pt x="14" y="37"/>
                    <a:pt x="11"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 name="Freeform 303"/>
            <p:cNvSpPr>
              <a:spLocks/>
            </p:cNvSpPr>
            <p:nvPr/>
          </p:nvSpPr>
          <p:spPr bwMode="auto">
            <a:xfrm>
              <a:off x="10382250" y="4394201"/>
              <a:ext cx="60325" cy="68263"/>
            </a:xfrm>
            <a:custGeom>
              <a:avLst/>
              <a:gdLst>
                <a:gd name="T0" fmla="*/ 11 w 41"/>
                <a:gd name="T1" fmla="*/ 12 h 46"/>
                <a:gd name="T2" fmla="*/ 13 w 41"/>
                <a:gd name="T3" fmla="*/ 4 h 46"/>
                <a:gd name="T4" fmla="*/ 12 w 41"/>
                <a:gd name="T5" fmla="*/ 2 h 46"/>
                <a:gd name="T6" fmla="*/ 8 w 41"/>
                <a:gd name="T7" fmla="*/ 0 h 46"/>
                <a:gd name="T8" fmla="*/ 4 w 41"/>
                <a:gd name="T9" fmla="*/ 2 h 46"/>
                <a:gd name="T10" fmla="*/ 2 w 41"/>
                <a:gd name="T11" fmla="*/ 4 h 46"/>
                <a:gd name="T12" fmla="*/ 1 w 41"/>
                <a:gd name="T13" fmla="*/ 10 h 46"/>
                <a:gd name="T14" fmla="*/ 1 w 41"/>
                <a:gd name="T15" fmla="*/ 13 h 46"/>
                <a:gd name="T16" fmla="*/ 0 w 41"/>
                <a:gd name="T17" fmla="*/ 25 h 46"/>
                <a:gd name="T18" fmla="*/ 0 w 41"/>
                <a:gd name="T19" fmla="*/ 33 h 46"/>
                <a:gd name="T20" fmla="*/ 1 w 41"/>
                <a:gd name="T21" fmla="*/ 43 h 46"/>
                <a:gd name="T22" fmla="*/ 5 w 41"/>
                <a:gd name="T23" fmla="*/ 46 h 46"/>
                <a:gd name="T24" fmla="*/ 9 w 41"/>
                <a:gd name="T25" fmla="*/ 45 h 46"/>
                <a:gd name="T26" fmla="*/ 11 w 41"/>
                <a:gd name="T27" fmla="*/ 40 h 46"/>
                <a:gd name="T28" fmla="*/ 20 w 41"/>
                <a:gd name="T29" fmla="*/ 19 h 46"/>
                <a:gd name="T30" fmla="*/ 30 w 41"/>
                <a:gd name="T31" fmla="*/ 9 h 46"/>
                <a:gd name="T32" fmla="*/ 33 w 41"/>
                <a:gd name="T33" fmla="*/ 10 h 46"/>
                <a:gd name="T34" fmla="*/ 37 w 41"/>
                <a:gd name="T35" fmla="*/ 13 h 46"/>
                <a:gd name="T36" fmla="*/ 40 w 41"/>
                <a:gd name="T37" fmla="*/ 11 h 46"/>
                <a:gd name="T38" fmla="*/ 41 w 41"/>
                <a:gd name="T39" fmla="*/ 8 h 46"/>
                <a:gd name="T40" fmla="*/ 38 w 41"/>
                <a:gd name="T41" fmla="*/ 2 h 46"/>
                <a:gd name="T42" fmla="*/ 31 w 41"/>
                <a:gd name="T43" fmla="*/ 0 h 46"/>
                <a:gd name="T44" fmla="*/ 20 w 41"/>
                <a:gd name="T45" fmla="*/ 6 h 46"/>
                <a:gd name="T46" fmla="*/ 9 w 41"/>
                <a:gd name="T47" fmla="*/ 22 h 46"/>
                <a:gd name="T48" fmla="*/ 9 w 41"/>
                <a:gd name="T49" fmla="*/ 24 h 46"/>
                <a:gd name="T50" fmla="*/ 10 w 41"/>
                <a:gd name="T51" fmla="*/ 17 h 46"/>
                <a:gd name="T52" fmla="*/ 11 w 41"/>
                <a:gd name="T53" fmla="*/ 12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1" h="46">
                  <a:moveTo>
                    <a:pt x="11" y="12"/>
                  </a:moveTo>
                  <a:cubicBezTo>
                    <a:pt x="12" y="8"/>
                    <a:pt x="13" y="6"/>
                    <a:pt x="13" y="4"/>
                  </a:cubicBezTo>
                  <a:cubicBezTo>
                    <a:pt x="13" y="3"/>
                    <a:pt x="12" y="2"/>
                    <a:pt x="12" y="2"/>
                  </a:cubicBezTo>
                  <a:cubicBezTo>
                    <a:pt x="11" y="1"/>
                    <a:pt x="10" y="0"/>
                    <a:pt x="8" y="0"/>
                  </a:cubicBezTo>
                  <a:cubicBezTo>
                    <a:pt x="7" y="0"/>
                    <a:pt x="5" y="1"/>
                    <a:pt x="4" y="2"/>
                  </a:cubicBezTo>
                  <a:cubicBezTo>
                    <a:pt x="3" y="3"/>
                    <a:pt x="2" y="3"/>
                    <a:pt x="2" y="4"/>
                  </a:cubicBezTo>
                  <a:cubicBezTo>
                    <a:pt x="2" y="5"/>
                    <a:pt x="2" y="7"/>
                    <a:pt x="1" y="10"/>
                  </a:cubicBezTo>
                  <a:cubicBezTo>
                    <a:pt x="1" y="11"/>
                    <a:pt x="1" y="12"/>
                    <a:pt x="1" y="13"/>
                  </a:cubicBezTo>
                  <a:cubicBezTo>
                    <a:pt x="1" y="17"/>
                    <a:pt x="0" y="21"/>
                    <a:pt x="0" y="25"/>
                  </a:cubicBezTo>
                  <a:cubicBezTo>
                    <a:pt x="0" y="28"/>
                    <a:pt x="0" y="31"/>
                    <a:pt x="0" y="33"/>
                  </a:cubicBezTo>
                  <a:cubicBezTo>
                    <a:pt x="0" y="37"/>
                    <a:pt x="0" y="41"/>
                    <a:pt x="1" y="43"/>
                  </a:cubicBezTo>
                  <a:cubicBezTo>
                    <a:pt x="2" y="45"/>
                    <a:pt x="3" y="46"/>
                    <a:pt x="5" y="46"/>
                  </a:cubicBezTo>
                  <a:cubicBezTo>
                    <a:pt x="7" y="46"/>
                    <a:pt x="8" y="46"/>
                    <a:pt x="9" y="45"/>
                  </a:cubicBezTo>
                  <a:cubicBezTo>
                    <a:pt x="10" y="44"/>
                    <a:pt x="11" y="42"/>
                    <a:pt x="11" y="40"/>
                  </a:cubicBezTo>
                  <a:cubicBezTo>
                    <a:pt x="12" y="32"/>
                    <a:pt x="15" y="25"/>
                    <a:pt x="20" y="19"/>
                  </a:cubicBezTo>
                  <a:cubicBezTo>
                    <a:pt x="25" y="12"/>
                    <a:pt x="28" y="9"/>
                    <a:pt x="30" y="9"/>
                  </a:cubicBezTo>
                  <a:cubicBezTo>
                    <a:pt x="31" y="9"/>
                    <a:pt x="32" y="10"/>
                    <a:pt x="33" y="10"/>
                  </a:cubicBezTo>
                  <a:cubicBezTo>
                    <a:pt x="34" y="12"/>
                    <a:pt x="36" y="13"/>
                    <a:pt x="37" y="13"/>
                  </a:cubicBezTo>
                  <a:cubicBezTo>
                    <a:pt x="38" y="13"/>
                    <a:pt x="39" y="12"/>
                    <a:pt x="40" y="11"/>
                  </a:cubicBezTo>
                  <a:cubicBezTo>
                    <a:pt x="40" y="10"/>
                    <a:pt x="41" y="9"/>
                    <a:pt x="41" y="8"/>
                  </a:cubicBezTo>
                  <a:cubicBezTo>
                    <a:pt x="41" y="6"/>
                    <a:pt x="40" y="4"/>
                    <a:pt x="38" y="2"/>
                  </a:cubicBezTo>
                  <a:cubicBezTo>
                    <a:pt x="36" y="1"/>
                    <a:pt x="34" y="0"/>
                    <a:pt x="31" y="0"/>
                  </a:cubicBezTo>
                  <a:cubicBezTo>
                    <a:pt x="28" y="0"/>
                    <a:pt x="24" y="2"/>
                    <a:pt x="20" y="6"/>
                  </a:cubicBezTo>
                  <a:cubicBezTo>
                    <a:pt x="16" y="10"/>
                    <a:pt x="13" y="16"/>
                    <a:pt x="9" y="22"/>
                  </a:cubicBezTo>
                  <a:cubicBezTo>
                    <a:pt x="9" y="24"/>
                    <a:pt x="9" y="24"/>
                    <a:pt x="9" y="24"/>
                  </a:cubicBezTo>
                  <a:cubicBezTo>
                    <a:pt x="10" y="17"/>
                    <a:pt x="10" y="17"/>
                    <a:pt x="10" y="17"/>
                  </a:cubicBezTo>
                  <a:cubicBezTo>
                    <a:pt x="10" y="15"/>
                    <a:pt x="10" y="14"/>
                    <a:pt x="11"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 name="Freeform 304"/>
            <p:cNvSpPr>
              <a:spLocks/>
            </p:cNvSpPr>
            <p:nvPr/>
          </p:nvSpPr>
          <p:spPr bwMode="auto">
            <a:xfrm>
              <a:off x="10444163" y="4397376"/>
              <a:ext cx="76200" cy="61913"/>
            </a:xfrm>
            <a:custGeom>
              <a:avLst/>
              <a:gdLst>
                <a:gd name="T0" fmla="*/ 42 w 51"/>
                <a:gd name="T1" fmla="*/ 40 h 42"/>
                <a:gd name="T2" fmla="*/ 49 w 51"/>
                <a:gd name="T3" fmla="*/ 38 h 42"/>
                <a:gd name="T4" fmla="*/ 51 w 51"/>
                <a:gd name="T5" fmla="*/ 33 h 42"/>
                <a:gd name="T6" fmla="*/ 49 w 51"/>
                <a:gd name="T7" fmla="*/ 31 h 42"/>
                <a:gd name="T8" fmla="*/ 47 w 51"/>
                <a:gd name="T9" fmla="*/ 32 h 42"/>
                <a:gd name="T10" fmla="*/ 45 w 51"/>
                <a:gd name="T11" fmla="*/ 32 h 42"/>
                <a:gd name="T12" fmla="*/ 41 w 51"/>
                <a:gd name="T13" fmla="*/ 17 h 42"/>
                <a:gd name="T14" fmla="*/ 30 w 51"/>
                <a:gd name="T15" fmla="*/ 2 h 42"/>
                <a:gd name="T16" fmla="*/ 10 w 51"/>
                <a:gd name="T17" fmla="*/ 23 h 42"/>
                <a:gd name="T18" fmla="*/ 13 w 51"/>
                <a:gd name="T19" fmla="*/ 8 h 42"/>
                <a:gd name="T20" fmla="*/ 11 w 51"/>
                <a:gd name="T21" fmla="*/ 1 h 42"/>
                <a:gd name="T22" fmla="*/ 8 w 51"/>
                <a:gd name="T23" fmla="*/ 0 h 42"/>
                <a:gd name="T24" fmla="*/ 4 w 51"/>
                <a:gd name="T25" fmla="*/ 2 h 42"/>
                <a:gd name="T26" fmla="*/ 2 w 51"/>
                <a:gd name="T27" fmla="*/ 6 h 42"/>
                <a:gd name="T28" fmla="*/ 1 w 51"/>
                <a:gd name="T29" fmla="*/ 28 h 42"/>
                <a:gd name="T30" fmla="*/ 0 w 51"/>
                <a:gd name="T31" fmla="*/ 37 h 42"/>
                <a:gd name="T32" fmla="*/ 6 w 51"/>
                <a:gd name="T33" fmla="*/ 42 h 42"/>
                <a:gd name="T34" fmla="*/ 8 w 51"/>
                <a:gd name="T35" fmla="*/ 41 h 42"/>
                <a:gd name="T36" fmla="*/ 9 w 51"/>
                <a:gd name="T37" fmla="*/ 39 h 42"/>
                <a:gd name="T38" fmla="*/ 18 w 51"/>
                <a:gd name="T39" fmla="*/ 23 h 42"/>
                <a:gd name="T40" fmla="*/ 28 w 51"/>
                <a:gd name="T41" fmla="*/ 12 h 42"/>
                <a:gd name="T42" fmla="*/ 32 w 51"/>
                <a:gd name="T43" fmla="*/ 22 h 42"/>
                <a:gd name="T44" fmla="*/ 35 w 51"/>
                <a:gd name="T45" fmla="*/ 36 h 42"/>
                <a:gd name="T46" fmla="*/ 35 w 51"/>
                <a:gd name="T47" fmla="*/ 36 h 42"/>
                <a:gd name="T48" fmla="*/ 42 w 51"/>
                <a:gd name="T49" fmla="*/ 4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1" h="42">
                  <a:moveTo>
                    <a:pt x="42" y="40"/>
                  </a:moveTo>
                  <a:cubicBezTo>
                    <a:pt x="45" y="40"/>
                    <a:pt x="47" y="39"/>
                    <a:pt x="49" y="38"/>
                  </a:cubicBezTo>
                  <a:cubicBezTo>
                    <a:pt x="51" y="36"/>
                    <a:pt x="51" y="35"/>
                    <a:pt x="51" y="33"/>
                  </a:cubicBezTo>
                  <a:cubicBezTo>
                    <a:pt x="51" y="32"/>
                    <a:pt x="51" y="31"/>
                    <a:pt x="49" y="31"/>
                  </a:cubicBezTo>
                  <a:cubicBezTo>
                    <a:pt x="49" y="31"/>
                    <a:pt x="48" y="31"/>
                    <a:pt x="47" y="32"/>
                  </a:cubicBezTo>
                  <a:cubicBezTo>
                    <a:pt x="46" y="32"/>
                    <a:pt x="46" y="32"/>
                    <a:pt x="45" y="32"/>
                  </a:cubicBezTo>
                  <a:cubicBezTo>
                    <a:pt x="44" y="32"/>
                    <a:pt x="42" y="27"/>
                    <a:pt x="41" y="17"/>
                  </a:cubicBezTo>
                  <a:cubicBezTo>
                    <a:pt x="40" y="7"/>
                    <a:pt x="36" y="2"/>
                    <a:pt x="30" y="2"/>
                  </a:cubicBezTo>
                  <a:cubicBezTo>
                    <a:pt x="23" y="2"/>
                    <a:pt x="16" y="9"/>
                    <a:pt x="10" y="23"/>
                  </a:cubicBezTo>
                  <a:cubicBezTo>
                    <a:pt x="12" y="15"/>
                    <a:pt x="13" y="10"/>
                    <a:pt x="13" y="8"/>
                  </a:cubicBezTo>
                  <a:cubicBezTo>
                    <a:pt x="13" y="4"/>
                    <a:pt x="12" y="2"/>
                    <a:pt x="11" y="1"/>
                  </a:cubicBezTo>
                  <a:cubicBezTo>
                    <a:pt x="10" y="0"/>
                    <a:pt x="9" y="0"/>
                    <a:pt x="8" y="0"/>
                  </a:cubicBezTo>
                  <a:cubicBezTo>
                    <a:pt x="6" y="0"/>
                    <a:pt x="5" y="1"/>
                    <a:pt x="4" y="2"/>
                  </a:cubicBezTo>
                  <a:cubicBezTo>
                    <a:pt x="3" y="4"/>
                    <a:pt x="2" y="5"/>
                    <a:pt x="2" y="6"/>
                  </a:cubicBezTo>
                  <a:cubicBezTo>
                    <a:pt x="2" y="15"/>
                    <a:pt x="2" y="22"/>
                    <a:pt x="1" y="28"/>
                  </a:cubicBezTo>
                  <a:cubicBezTo>
                    <a:pt x="0" y="33"/>
                    <a:pt x="0" y="35"/>
                    <a:pt x="0" y="37"/>
                  </a:cubicBezTo>
                  <a:cubicBezTo>
                    <a:pt x="0" y="41"/>
                    <a:pt x="2" y="42"/>
                    <a:pt x="6" y="42"/>
                  </a:cubicBezTo>
                  <a:cubicBezTo>
                    <a:pt x="6" y="42"/>
                    <a:pt x="7" y="42"/>
                    <a:pt x="8" y="41"/>
                  </a:cubicBezTo>
                  <a:cubicBezTo>
                    <a:pt x="8" y="41"/>
                    <a:pt x="9" y="40"/>
                    <a:pt x="9" y="39"/>
                  </a:cubicBezTo>
                  <a:cubicBezTo>
                    <a:pt x="10" y="35"/>
                    <a:pt x="13" y="30"/>
                    <a:pt x="18" y="23"/>
                  </a:cubicBezTo>
                  <a:cubicBezTo>
                    <a:pt x="23" y="15"/>
                    <a:pt x="26" y="12"/>
                    <a:pt x="28" y="12"/>
                  </a:cubicBezTo>
                  <a:cubicBezTo>
                    <a:pt x="30" y="12"/>
                    <a:pt x="32" y="15"/>
                    <a:pt x="32" y="22"/>
                  </a:cubicBezTo>
                  <a:cubicBezTo>
                    <a:pt x="33" y="29"/>
                    <a:pt x="34" y="34"/>
                    <a:pt x="35" y="36"/>
                  </a:cubicBezTo>
                  <a:cubicBezTo>
                    <a:pt x="35" y="36"/>
                    <a:pt x="35" y="36"/>
                    <a:pt x="35" y="36"/>
                  </a:cubicBezTo>
                  <a:cubicBezTo>
                    <a:pt x="36" y="39"/>
                    <a:pt x="39" y="40"/>
                    <a:pt x="4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 name="Freeform 305"/>
            <p:cNvSpPr>
              <a:spLocks/>
            </p:cNvSpPr>
            <p:nvPr/>
          </p:nvSpPr>
          <p:spPr bwMode="auto">
            <a:xfrm>
              <a:off x="10528300" y="4395788"/>
              <a:ext cx="22225" cy="66675"/>
            </a:xfrm>
            <a:custGeom>
              <a:avLst/>
              <a:gdLst>
                <a:gd name="T0" fmla="*/ 14 w 15"/>
                <a:gd name="T1" fmla="*/ 12 h 45"/>
                <a:gd name="T2" fmla="*/ 14 w 15"/>
                <a:gd name="T3" fmla="*/ 11 h 45"/>
                <a:gd name="T4" fmla="*/ 15 w 15"/>
                <a:gd name="T5" fmla="*/ 4 h 45"/>
                <a:gd name="T6" fmla="*/ 14 w 15"/>
                <a:gd name="T7" fmla="*/ 1 h 45"/>
                <a:gd name="T8" fmla="*/ 10 w 15"/>
                <a:gd name="T9" fmla="*/ 0 h 45"/>
                <a:gd name="T10" fmla="*/ 6 w 15"/>
                <a:gd name="T11" fmla="*/ 2 h 45"/>
                <a:gd name="T12" fmla="*/ 4 w 15"/>
                <a:gd name="T13" fmla="*/ 7 h 45"/>
                <a:gd name="T14" fmla="*/ 3 w 15"/>
                <a:gd name="T15" fmla="*/ 16 h 45"/>
                <a:gd name="T16" fmla="*/ 3 w 15"/>
                <a:gd name="T17" fmla="*/ 16 h 45"/>
                <a:gd name="T18" fmla="*/ 2 w 15"/>
                <a:gd name="T19" fmla="*/ 20 h 45"/>
                <a:gd name="T20" fmla="*/ 0 w 15"/>
                <a:gd name="T21" fmla="*/ 37 h 45"/>
                <a:gd name="T22" fmla="*/ 6 w 15"/>
                <a:gd name="T23" fmla="*/ 45 h 45"/>
                <a:gd name="T24" fmla="*/ 10 w 15"/>
                <a:gd name="T25" fmla="*/ 44 h 45"/>
                <a:gd name="T26" fmla="*/ 11 w 15"/>
                <a:gd name="T27" fmla="*/ 41 h 45"/>
                <a:gd name="T28" fmla="*/ 11 w 15"/>
                <a:gd name="T29" fmla="*/ 40 h 45"/>
                <a:gd name="T30" fmla="*/ 10 w 15"/>
                <a:gd name="T31" fmla="*/ 33 h 45"/>
                <a:gd name="T32" fmla="*/ 11 w 15"/>
                <a:gd name="T33" fmla="*/ 25 h 45"/>
                <a:gd name="T34" fmla="*/ 14 w 15"/>
                <a:gd name="T35" fmla="*/ 1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45">
                  <a:moveTo>
                    <a:pt x="14" y="12"/>
                  </a:moveTo>
                  <a:cubicBezTo>
                    <a:pt x="14" y="11"/>
                    <a:pt x="14" y="11"/>
                    <a:pt x="14" y="11"/>
                  </a:cubicBezTo>
                  <a:cubicBezTo>
                    <a:pt x="15" y="8"/>
                    <a:pt x="15" y="6"/>
                    <a:pt x="15" y="4"/>
                  </a:cubicBezTo>
                  <a:cubicBezTo>
                    <a:pt x="15" y="3"/>
                    <a:pt x="15" y="2"/>
                    <a:pt x="14" y="1"/>
                  </a:cubicBezTo>
                  <a:cubicBezTo>
                    <a:pt x="13" y="1"/>
                    <a:pt x="11" y="0"/>
                    <a:pt x="10" y="0"/>
                  </a:cubicBezTo>
                  <a:cubicBezTo>
                    <a:pt x="8" y="0"/>
                    <a:pt x="7" y="1"/>
                    <a:pt x="6" y="2"/>
                  </a:cubicBezTo>
                  <a:cubicBezTo>
                    <a:pt x="5" y="4"/>
                    <a:pt x="4" y="5"/>
                    <a:pt x="4" y="7"/>
                  </a:cubicBezTo>
                  <a:cubicBezTo>
                    <a:pt x="4" y="8"/>
                    <a:pt x="4" y="11"/>
                    <a:pt x="3" y="16"/>
                  </a:cubicBezTo>
                  <a:cubicBezTo>
                    <a:pt x="3" y="16"/>
                    <a:pt x="3" y="16"/>
                    <a:pt x="3" y="16"/>
                  </a:cubicBezTo>
                  <a:cubicBezTo>
                    <a:pt x="3" y="17"/>
                    <a:pt x="3" y="19"/>
                    <a:pt x="2" y="20"/>
                  </a:cubicBezTo>
                  <a:cubicBezTo>
                    <a:pt x="1" y="27"/>
                    <a:pt x="0" y="32"/>
                    <a:pt x="0" y="37"/>
                  </a:cubicBezTo>
                  <a:cubicBezTo>
                    <a:pt x="0" y="42"/>
                    <a:pt x="2" y="45"/>
                    <a:pt x="6" y="45"/>
                  </a:cubicBezTo>
                  <a:cubicBezTo>
                    <a:pt x="7" y="45"/>
                    <a:pt x="9" y="45"/>
                    <a:pt x="10" y="44"/>
                  </a:cubicBezTo>
                  <a:cubicBezTo>
                    <a:pt x="11" y="43"/>
                    <a:pt x="11" y="42"/>
                    <a:pt x="11" y="41"/>
                  </a:cubicBezTo>
                  <a:cubicBezTo>
                    <a:pt x="11" y="41"/>
                    <a:pt x="11" y="40"/>
                    <a:pt x="11" y="40"/>
                  </a:cubicBezTo>
                  <a:cubicBezTo>
                    <a:pt x="11" y="37"/>
                    <a:pt x="10" y="35"/>
                    <a:pt x="10" y="33"/>
                  </a:cubicBezTo>
                  <a:cubicBezTo>
                    <a:pt x="10" y="31"/>
                    <a:pt x="11" y="28"/>
                    <a:pt x="11" y="25"/>
                  </a:cubicBezTo>
                  <a:cubicBezTo>
                    <a:pt x="11" y="22"/>
                    <a:pt x="12" y="17"/>
                    <a:pt x="1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 name="Freeform 306"/>
            <p:cNvSpPr>
              <a:spLocks/>
            </p:cNvSpPr>
            <p:nvPr/>
          </p:nvSpPr>
          <p:spPr bwMode="auto">
            <a:xfrm>
              <a:off x="10542588" y="4360863"/>
              <a:ext cx="20638" cy="17463"/>
            </a:xfrm>
            <a:custGeom>
              <a:avLst/>
              <a:gdLst>
                <a:gd name="T0" fmla="*/ 10 w 13"/>
                <a:gd name="T1" fmla="*/ 10 h 12"/>
                <a:gd name="T2" fmla="*/ 13 w 13"/>
                <a:gd name="T3" fmla="*/ 5 h 12"/>
                <a:gd name="T4" fmla="*/ 11 w 13"/>
                <a:gd name="T5" fmla="*/ 1 h 12"/>
                <a:gd name="T6" fmla="*/ 7 w 13"/>
                <a:gd name="T7" fmla="*/ 0 h 12"/>
                <a:gd name="T8" fmla="*/ 1 w 13"/>
                <a:gd name="T9" fmla="*/ 1 h 12"/>
                <a:gd name="T10" fmla="*/ 0 w 13"/>
                <a:gd name="T11" fmla="*/ 6 h 12"/>
                <a:gd name="T12" fmla="*/ 1 w 13"/>
                <a:gd name="T13" fmla="*/ 10 h 12"/>
                <a:gd name="T14" fmla="*/ 6 w 13"/>
                <a:gd name="T15" fmla="*/ 12 h 12"/>
                <a:gd name="T16" fmla="*/ 10 w 13"/>
                <a:gd name="T17"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2">
                  <a:moveTo>
                    <a:pt x="10" y="10"/>
                  </a:moveTo>
                  <a:cubicBezTo>
                    <a:pt x="12" y="9"/>
                    <a:pt x="13" y="7"/>
                    <a:pt x="13" y="5"/>
                  </a:cubicBezTo>
                  <a:cubicBezTo>
                    <a:pt x="13" y="4"/>
                    <a:pt x="12" y="2"/>
                    <a:pt x="11" y="1"/>
                  </a:cubicBezTo>
                  <a:cubicBezTo>
                    <a:pt x="10" y="0"/>
                    <a:pt x="9" y="0"/>
                    <a:pt x="7" y="0"/>
                  </a:cubicBezTo>
                  <a:cubicBezTo>
                    <a:pt x="4" y="0"/>
                    <a:pt x="3" y="0"/>
                    <a:pt x="1" y="1"/>
                  </a:cubicBezTo>
                  <a:cubicBezTo>
                    <a:pt x="0" y="3"/>
                    <a:pt x="0" y="4"/>
                    <a:pt x="0" y="6"/>
                  </a:cubicBezTo>
                  <a:cubicBezTo>
                    <a:pt x="0" y="8"/>
                    <a:pt x="0" y="9"/>
                    <a:pt x="1" y="10"/>
                  </a:cubicBezTo>
                  <a:cubicBezTo>
                    <a:pt x="3" y="12"/>
                    <a:pt x="4" y="12"/>
                    <a:pt x="6" y="12"/>
                  </a:cubicBezTo>
                  <a:cubicBezTo>
                    <a:pt x="7" y="12"/>
                    <a:pt x="9" y="12"/>
                    <a:pt x="10"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 name="Freeform 307"/>
            <p:cNvSpPr>
              <a:spLocks/>
            </p:cNvSpPr>
            <p:nvPr/>
          </p:nvSpPr>
          <p:spPr bwMode="auto">
            <a:xfrm>
              <a:off x="10563225" y="4397376"/>
              <a:ext cx="76200" cy="61913"/>
            </a:xfrm>
            <a:custGeom>
              <a:avLst/>
              <a:gdLst>
                <a:gd name="T0" fmla="*/ 43 w 52"/>
                <a:gd name="T1" fmla="*/ 40 h 42"/>
                <a:gd name="T2" fmla="*/ 49 w 52"/>
                <a:gd name="T3" fmla="*/ 38 h 42"/>
                <a:gd name="T4" fmla="*/ 52 w 52"/>
                <a:gd name="T5" fmla="*/ 33 h 42"/>
                <a:gd name="T6" fmla="*/ 50 w 52"/>
                <a:gd name="T7" fmla="*/ 31 h 42"/>
                <a:gd name="T8" fmla="*/ 48 w 52"/>
                <a:gd name="T9" fmla="*/ 32 h 42"/>
                <a:gd name="T10" fmla="*/ 46 w 52"/>
                <a:gd name="T11" fmla="*/ 32 h 42"/>
                <a:gd name="T12" fmla="*/ 42 w 52"/>
                <a:gd name="T13" fmla="*/ 17 h 42"/>
                <a:gd name="T14" fmla="*/ 31 w 52"/>
                <a:gd name="T15" fmla="*/ 2 h 42"/>
                <a:gd name="T16" fmla="*/ 11 w 52"/>
                <a:gd name="T17" fmla="*/ 23 h 42"/>
                <a:gd name="T18" fmla="*/ 13 w 52"/>
                <a:gd name="T19" fmla="*/ 8 h 42"/>
                <a:gd name="T20" fmla="*/ 12 w 52"/>
                <a:gd name="T21" fmla="*/ 1 h 42"/>
                <a:gd name="T22" fmla="*/ 8 w 52"/>
                <a:gd name="T23" fmla="*/ 0 h 42"/>
                <a:gd name="T24" fmla="*/ 5 w 52"/>
                <a:gd name="T25" fmla="*/ 2 h 42"/>
                <a:gd name="T26" fmla="*/ 3 w 52"/>
                <a:gd name="T27" fmla="*/ 6 h 42"/>
                <a:gd name="T28" fmla="*/ 1 w 52"/>
                <a:gd name="T29" fmla="*/ 28 h 42"/>
                <a:gd name="T30" fmla="*/ 0 w 52"/>
                <a:gd name="T31" fmla="*/ 37 h 42"/>
                <a:gd name="T32" fmla="*/ 6 w 52"/>
                <a:gd name="T33" fmla="*/ 42 h 42"/>
                <a:gd name="T34" fmla="*/ 8 w 52"/>
                <a:gd name="T35" fmla="*/ 41 h 42"/>
                <a:gd name="T36" fmla="*/ 10 w 52"/>
                <a:gd name="T37" fmla="*/ 39 h 42"/>
                <a:gd name="T38" fmla="*/ 19 w 52"/>
                <a:gd name="T39" fmla="*/ 23 h 42"/>
                <a:gd name="T40" fmla="*/ 29 w 52"/>
                <a:gd name="T41" fmla="*/ 12 h 42"/>
                <a:gd name="T42" fmla="*/ 33 w 52"/>
                <a:gd name="T43" fmla="*/ 22 h 42"/>
                <a:gd name="T44" fmla="*/ 36 w 52"/>
                <a:gd name="T45" fmla="*/ 36 h 42"/>
                <a:gd name="T46" fmla="*/ 36 w 52"/>
                <a:gd name="T47" fmla="*/ 36 h 42"/>
                <a:gd name="T48" fmla="*/ 43 w 52"/>
                <a:gd name="T49" fmla="*/ 4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2" h="42">
                  <a:moveTo>
                    <a:pt x="43" y="40"/>
                  </a:moveTo>
                  <a:cubicBezTo>
                    <a:pt x="45" y="40"/>
                    <a:pt x="48" y="39"/>
                    <a:pt x="49" y="38"/>
                  </a:cubicBezTo>
                  <a:cubicBezTo>
                    <a:pt x="51" y="36"/>
                    <a:pt x="52" y="35"/>
                    <a:pt x="52" y="33"/>
                  </a:cubicBezTo>
                  <a:cubicBezTo>
                    <a:pt x="52" y="32"/>
                    <a:pt x="51" y="31"/>
                    <a:pt x="50" y="31"/>
                  </a:cubicBezTo>
                  <a:cubicBezTo>
                    <a:pt x="50" y="31"/>
                    <a:pt x="49" y="31"/>
                    <a:pt x="48" y="32"/>
                  </a:cubicBezTo>
                  <a:cubicBezTo>
                    <a:pt x="47" y="32"/>
                    <a:pt x="46" y="32"/>
                    <a:pt x="46" y="32"/>
                  </a:cubicBezTo>
                  <a:cubicBezTo>
                    <a:pt x="44" y="32"/>
                    <a:pt x="43" y="27"/>
                    <a:pt x="42" y="17"/>
                  </a:cubicBezTo>
                  <a:cubicBezTo>
                    <a:pt x="41" y="7"/>
                    <a:pt x="37" y="2"/>
                    <a:pt x="31" y="2"/>
                  </a:cubicBezTo>
                  <a:cubicBezTo>
                    <a:pt x="23" y="2"/>
                    <a:pt x="17" y="9"/>
                    <a:pt x="11" y="23"/>
                  </a:cubicBezTo>
                  <a:cubicBezTo>
                    <a:pt x="12" y="15"/>
                    <a:pt x="13" y="10"/>
                    <a:pt x="13" y="8"/>
                  </a:cubicBezTo>
                  <a:cubicBezTo>
                    <a:pt x="13" y="4"/>
                    <a:pt x="13" y="2"/>
                    <a:pt x="12" y="1"/>
                  </a:cubicBezTo>
                  <a:cubicBezTo>
                    <a:pt x="11" y="0"/>
                    <a:pt x="10" y="0"/>
                    <a:pt x="8" y="0"/>
                  </a:cubicBezTo>
                  <a:cubicBezTo>
                    <a:pt x="7" y="0"/>
                    <a:pt x="6" y="1"/>
                    <a:pt x="5" y="2"/>
                  </a:cubicBezTo>
                  <a:cubicBezTo>
                    <a:pt x="4" y="4"/>
                    <a:pt x="3" y="5"/>
                    <a:pt x="3" y="6"/>
                  </a:cubicBezTo>
                  <a:cubicBezTo>
                    <a:pt x="3" y="15"/>
                    <a:pt x="2" y="22"/>
                    <a:pt x="1" y="28"/>
                  </a:cubicBezTo>
                  <a:cubicBezTo>
                    <a:pt x="1" y="33"/>
                    <a:pt x="0" y="35"/>
                    <a:pt x="0" y="37"/>
                  </a:cubicBezTo>
                  <a:cubicBezTo>
                    <a:pt x="0" y="41"/>
                    <a:pt x="2" y="42"/>
                    <a:pt x="6" y="42"/>
                  </a:cubicBezTo>
                  <a:cubicBezTo>
                    <a:pt x="7" y="42"/>
                    <a:pt x="8" y="42"/>
                    <a:pt x="8" y="41"/>
                  </a:cubicBezTo>
                  <a:cubicBezTo>
                    <a:pt x="9" y="41"/>
                    <a:pt x="10" y="40"/>
                    <a:pt x="10" y="39"/>
                  </a:cubicBezTo>
                  <a:cubicBezTo>
                    <a:pt x="11" y="35"/>
                    <a:pt x="14" y="30"/>
                    <a:pt x="19" y="23"/>
                  </a:cubicBezTo>
                  <a:cubicBezTo>
                    <a:pt x="24" y="15"/>
                    <a:pt x="27" y="12"/>
                    <a:pt x="29" y="12"/>
                  </a:cubicBezTo>
                  <a:cubicBezTo>
                    <a:pt x="31" y="12"/>
                    <a:pt x="32" y="15"/>
                    <a:pt x="33" y="22"/>
                  </a:cubicBezTo>
                  <a:cubicBezTo>
                    <a:pt x="34" y="29"/>
                    <a:pt x="34" y="34"/>
                    <a:pt x="36" y="36"/>
                  </a:cubicBezTo>
                  <a:cubicBezTo>
                    <a:pt x="36" y="36"/>
                    <a:pt x="36" y="36"/>
                    <a:pt x="36" y="36"/>
                  </a:cubicBezTo>
                  <a:cubicBezTo>
                    <a:pt x="37" y="39"/>
                    <a:pt x="39" y="40"/>
                    <a:pt x="43"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 name="Freeform 308"/>
            <p:cNvSpPr>
              <a:spLocks noEditPoints="1"/>
            </p:cNvSpPr>
            <p:nvPr/>
          </p:nvSpPr>
          <p:spPr bwMode="auto">
            <a:xfrm>
              <a:off x="10633075" y="4394201"/>
              <a:ext cx="77788" cy="103188"/>
            </a:xfrm>
            <a:custGeom>
              <a:avLst/>
              <a:gdLst>
                <a:gd name="T0" fmla="*/ 8 w 52"/>
                <a:gd name="T1" fmla="*/ 65 h 70"/>
                <a:gd name="T2" fmla="*/ 23 w 52"/>
                <a:gd name="T3" fmla="*/ 70 h 70"/>
                <a:gd name="T4" fmla="*/ 37 w 52"/>
                <a:gd name="T5" fmla="*/ 64 h 70"/>
                <a:gd name="T6" fmla="*/ 45 w 52"/>
                <a:gd name="T7" fmla="*/ 43 h 70"/>
                <a:gd name="T8" fmla="*/ 48 w 52"/>
                <a:gd name="T9" fmla="*/ 22 h 70"/>
                <a:gd name="T10" fmla="*/ 50 w 52"/>
                <a:gd name="T11" fmla="*/ 14 h 70"/>
                <a:gd name="T12" fmla="*/ 52 w 52"/>
                <a:gd name="T13" fmla="*/ 9 h 70"/>
                <a:gd name="T14" fmla="*/ 51 w 52"/>
                <a:gd name="T15" fmla="*/ 6 h 70"/>
                <a:gd name="T16" fmla="*/ 49 w 52"/>
                <a:gd name="T17" fmla="*/ 3 h 70"/>
                <a:gd name="T18" fmla="*/ 48 w 52"/>
                <a:gd name="T19" fmla="*/ 2 h 70"/>
                <a:gd name="T20" fmla="*/ 41 w 52"/>
                <a:gd name="T21" fmla="*/ 0 h 70"/>
                <a:gd name="T22" fmla="*/ 26 w 52"/>
                <a:gd name="T23" fmla="*/ 6 h 70"/>
                <a:gd name="T24" fmla="*/ 13 w 52"/>
                <a:gd name="T25" fmla="*/ 20 h 70"/>
                <a:gd name="T26" fmla="*/ 8 w 52"/>
                <a:gd name="T27" fmla="*/ 34 h 70"/>
                <a:gd name="T28" fmla="*/ 10 w 52"/>
                <a:gd name="T29" fmla="*/ 41 h 70"/>
                <a:gd name="T30" fmla="*/ 17 w 52"/>
                <a:gd name="T31" fmla="*/ 43 h 70"/>
                <a:gd name="T32" fmla="*/ 27 w 52"/>
                <a:gd name="T33" fmla="*/ 40 h 70"/>
                <a:gd name="T34" fmla="*/ 38 w 52"/>
                <a:gd name="T35" fmla="*/ 31 h 70"/>
                <a:gd name="T36" fmla="*/ 33 w 52"/>
                <a:gd name="T37" fmla="*/ 55 h 70"/>
                <a:gd name="T38" fmla="*/ 24 w 52"/>
                <a:gd name="T39" fmla="*/ 61 h 70"/>
                <a:gd name="T40" fmla="*/ 8 w 52"/>
                <a:gd name="T41" fmla="*/ 55 h 70"/>
                <a:gd name="T42" fmla="*/ 3 w 52"/>
                <a:gd name="T43" fmla="*/ 53 h 70"/>
                <a:gd name="T44" fmla="*/ 0 w 52"/>
                <a:gd name="T45" fmla="*/ 56 h 70"/>
                <a:gd name="T46" fmla="*/ 8 w 52"/>
                <a:gd name="T47" fmla="*/ 65 h 70"/>
                <a:gd name="T48" fmla="*/ 30 w 52"/>
                <a:gd name="T49" fmla="*/ 30 h 70"/>
                <a:gd name="T50" fmla="*/ 19 w 52"/>
                <a:gd name="T51" fmla="*/ 34 h 70"/>
                <a:gd name="T52" fmla="*/ 18 w 52"/>
                <a:gd name="T53" fmla="*/ 32 h 70"/>
                <a:gd name="T54" fmla="*/ 22 w 52"/>
                <a:gd name="T55" fmla="*/ 22 h 70"/>
                <a:gd name="T56" fmla="*/ 31 w 52"/>
                <a:gd name="T57" fmla="*/ 12 h 70"/>
                <a:gd name="T58" fmla="*/ 39 w 52"/>
                <a:gd name="T59" fmla="*/ 9 h 70"/>
                <a:gd name="T60" fmla="*/ 41 w 52"/>
                <a:gd name="T61" fmla="*/ 10 h 70"/>
                <a:gd name="T62" fmla="*/ 41 w 52"/>
                <a:gd name="T63" fmla="*/ 12 h 70"/>
                <a:gd name="T64" fmla="*/ 38 w 52"/>
                <a:gd name="T65" fmla="*/ 20 h 70"/>
                <a:gd name="T66" fmla="*/ 30 w 52"/>
                <a:gd name="T67" fmla="*/ 3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2" h="70">
                  <a:moveTo>
                    <a:pt x="8" y="65"/>
                  </a:moveTo>
                  <a:cubicBezTo>
                    <a:pt x="13" y="68"/>
                    <a:pt x="18" y="70"/>
                    <a:pt x="23" y="70"/>
                  </a:cubicBezTo>
                  <a:cubicBezTo>
                    <a:pt x="29" y="70"/>
                    <a:pt x="33" y="68"/>
                    <a:pt x="37" y="64"/>
                  </a:cubicBezTo>
                  <a:cubicBezTo>
                    <a:pt x="42" y="59"/>
                    <a:pt x="44" y="52"/>
                    <a:pt x="45" y="43"/>
                  </a:cubicBezTo>
                  <a:cubicBezTo>
                    <a:pt x="47" y="32"/>
                    <a:pt x="48" y="25"/>
                    <a:pt x="48" y="22"/>
                  </a:cubicBezTo>
                  <a:cubicBezTo>
                    <a:pt x="48" y="19"/>
                    <a:pt x="49" y="17"/>
                    <a:pt x="50" y="14"/>
                  </a:cubicBezTo>
                  <a:cubicBezTo>
                    <a:pt x="51" y="11"/>
                    <a:pt x="52" y="9"/>
                    <a:pt x="52" y="9"/>
                  </a:cubicBezTo>
                  <a:cubicBezTo>
                    <a:pt x="52" y="8"/>
                    <a:pt x="51" y="7"/>
                    <a:pt x="51" y="6"/>
                  </a:cubicBezTo>
                  <a:cubicBezTo>
                    <a:pt x="50" y="4"/>
                    <a:pt x="50" y="4"/>
                    <a:pt x="49" y="3"/>
                  </a:cubicBezTo>
                  <a:cubicBezTo>
                    <a:pt x="49" y="3"/>
                    <a:pt x="48" y="3"/>
                    <a:pt x="48" y="2"/>
                  </a:cubicBezTo>
                  <a:cubicBezTo>
                    <a:pt x="46" y="1"/>
                    <a:pt x="44" y="0"/>
                    <a:pt x="41" y="0"/>
                  </a:cubicBezTo>
                  <a:cubicBezTo>
                    <a:pt x="37" y="0"/>
                    <a:pt x="32" y="2"/>
                    <a:pt x="26" y="6"/>
                  </a:cubicBezTo>
                  <a:cubicBezTo>
                    <a:pt x="20" y="10"/>
                    <a:pt x="16" y="14"/>
                    <a:pt x="13" y="20"/>
                  </a:cubicBezTo>
                  <a:cubicBezTo>
                    <a:pt x="9" y="25"/>
                    <a:pt x="8" y="29"/>
                    <a:pt x="8" y="34"/>
                  </a:cubicBezTo>
                  <a:cubicBezTo>
                    <a:pt x="8" y="37"/>
                    <a:pt x="9" y="39"/>
                    <a:pt x="10" y="41"/>
                  </a:cubicBezTo>
                  <a:cubicBezTo>
                    <a:pt x="12" y="42"/>
                    <a:pt x="14" y="43"/>
                    <a:pt x="17" y="43"/>
                  </a:cubicBezTo>
                  <a:cubicBezTo>
                    <a:pt x="20" y="43"/>
                    <a:pt x="23" y="42"/>
                    <a:pt x="27" y="40"/>
                  </a:cubicBezTo>
                  <a:cubicBezTo>
                    <a:pt x="31" y="38"/>
                    <a:pt x="35" y="35"/>
                    <a:pt x="38" y="31"/>
                  </a:cubicBezTo>
                  <a:cubicBezTo>
                    <a:pt x="37" y="43"/>
                    <a:pt x="35" y="51"/>
                    <a:pt x="33" y="55"/>
                  </a:cubicBezTo>
                  <a:cubicBezTo>
                    <a:pt x="30" y="59"/>
                    <a:pt x="27" y="61"/>
                    <a:pt x="24" y="61"/>
                  </a:cubicBezTo>
                  <a:cubicBezTo>
                    <a:pt x="20" y="61"/>
                    <a:pt x="14" y="59"/>
                    <a:pt x="8" y="55"/>
                  </a:cubicBezTo>
                  <a:cubicBezTo>
                    <a:pt x="6" y="53"/>
                    <a:pt x="4" y="53"/>
                    <a:pt x="3" y="53"/>
                  </a:cubicBezTo>
                  <a:cubicBezTo>
                    <a:pt x="1" y="53"/>
                    <a:pt x="0" y="54"/>
                    <a:pt x="0" y="56"/>
                  </a:cubicBezTo>
                  <a:cubicBezTo>
                    <a:pt x="0" y="58"/>
                    <a:pt x="3" y="61"/>
                    <a:pt x="8" y="65"/>
                  </a:cubicBezTo>
                  <a:close/>
                  <a:moveTo>
                    <a:pt x="30" y="30"/>
                  </a:moveTo>
                  <a:cubicBezTo>
                    <a:pt x="26" y="33"/>
                    <a:pt x="23" y="34"/>
                    <a:pt x="19" y="34"/>
                  </a:cubicBezTo>
                  <a:cubicBezTo>
                    <a:pt x="18" y="34"/>
                    <a:pt x="18" y="34"/>
                    <a:pt x="18" y="32"/>
                  </a:cubicBezTo>
                  <a:cubicBezTo>
                    <a:pt x="18" y="30"/>
                    <a:pt x="19" y="26"/>
                    <a:pt x="22" y="22"/>
                  </a:cubicBezTo>
                  <a:cubicBezTo>
                    <a:pt x="25" y="18"/>
                    <a:pt x="28" y="15"/>
                    <a:pt x="31" y="12"/>
                  </a:cubicBezTo>
                  <a:cubicBezTo>
                    <a:pt x="34" y="10"/>
                    <a:pt x="37" y="9"/>
                    <a:pt x="39" y="9"/>
                  </a:cubicBezTo>
                  <a:cubicBezTo>
                    <a:pt x="40" y="9"/>
                    <a:pt x="40" y="9"/>
                    <a:pt x="41" y="10"/>
                  </a:cubicBezTo>
                  <a:cubicBezTo>
                    <a:pt x="41" y="10"/>
                    <a:pt x="41" y="11"/>
                    <a:pt x="41" y="12"/>
                  </a:cubicBezTo>
                  <a:cubicBezTo>
                    <a:pt x="41" y="14"/>
                    <a:pt x="40" y="17"/>
                    <a:pt x="38" y="20"/>
                  </a:cubicBezTo>
                  <a:cubicBezTo>
                    <a:pt x="36" y="24"/>
                    <a:pt x="33" y="27"/>
                    <a:pt x="30"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 name="Freeform 309"/>
            <p:cNvSpPr>
              <a:spLocks/>
            </p:cNvSpPr>
            <p:nvPr/>
          </p:nvSpPr>
          <p:spPr bwMode="auto">
            <a:xfrm>
              <a:off x="10772775" y="4368801"/>
              <a:ext cx="74613" cy="98425"/>
            </a:xfrm>
            <a:custGeom>
              <a:avLst/>
              <a:gdLst>
                <a:gd name="T0" fmla="*/ 0 w 50"/>
                <a:gd name="T1" fmla="*/ 52 h 66"/>
                <a:gd name="T2" fmla="*/ 0 w 50"/>
                <a:gd name="T3" fmla="*/ 56 h 66"/>
                <a:gd name="T4" fmla="*/ 5 w 50"/>
                <a:gd name="T5" fmla="*/ 63 h 66"/>
                <a:gd name="T6" fmla="*/ 9 w 50"/>
                <a:gd name="T7" fmla="*/ 62 h 66"/>
                <a:gd name="T8" fmla="*/ 11 w 50"/>
                <a:gd name="T9" fmla="*/ 57 h 66"/>
                <a:gd name="T10" fmla="*/ 11 w 50"/>
                <a:gd name="T11" fmla="*/ 51 h 66"/>
                <a:gd name="T12" fmla="*/ 14 w 50"/>
                <a:gd name="T13" fmla="*/ 32 h 66"/>
                <a:gd name="T14" fmla="*/ 17 w 50"/>
                <a:gd name="T15" fmla="*/ 13 h 66"/>
                <a:gd name="T16" fmla="*/ 23 w 50"/>
                <a:gd name="T17" fmla="*/ 10 h 66"/>
                <a:gd name="T18" fmla="*/ 34 w 50"/>
                <a:gd name="T19" fmla="*/ 9 h 66"/>
                <a:gd name="T20" fmla="*/ 39 w 50"/>
                <a:gd name="T21" fmla="*/ 13 h 66"/>
                <a:gd name="T22" fmla="*/ 35 w 50"/>
                <a:gd name="T23" fmla="*/ 20 h 66"/>
                <a:gd name="T24" fmla="*/ 25 w 50"/>
                <a:gd name="T25" fmla="*/ 27 h 66"/>
                <a:gd name="T26" fmla="*/ 17 w 50"/>
                <a:gd name="T27" fmla="*/ 32 h 66"/>
                <a:gd name="T28" fmla="*/ 18 w 50"/>
                <a:gd name="T29" fmla="*/ 36 h 66"/>
                <a:gd name="T30" fmla="*/ 23 w 50"/>
                <a:gd name="T31" fmla="*/ 37 h 66"/>
                <a:gd name="T32" fmla="*/ 27 w 50"/>
                <a:gd name="T33" fmla="*/ 36 h 66"/>
                <a:gd name="T34" fmla="*/ 31 w 50"/>
                <a:gd name="T35" fmla="*/ 35 h 66"/>
                <a:gd name="T36" fmla="*/ 37 w 50"/>
                <a:gd name="T37" fmla="*/ 37 h 66"/>
                <a:gd name="T38" fmla="*/ 40 w 50"/>
                <a:gd name="T39" fmla="*/ 42 h 66"/>
                <a:gd name="T40" fmla="*/ 34 w 50"/>
                <a:gd name="T41" fmla="*/ 51 h 66"/>
                <a:gd name="T42" fmla="*/ 24 w 50"/>
                <a:gd name="T43" fmla="*/ 56 h 66"/>
                <a:gd name="T44" fmla="*/ 22 w 50"/>
                <a:gd name="T45" fmla="*/ 56 h 66"/>
                <a:gd name="T46" fmla="*/ 13 w 50"/>
                <a:gd name="T47" fmla="*/ 62 h 66"/>
                <a:gd name="T48" fmla="*/ 19 w 50"/>
                <a:gd name="T49" fmla="*/ 66 h 66"/>
                <a:gd name="T50" fmla="*/ 40 w 50"/>
                <a:gd name="T51" fmla="*/ 58 h 66"/>
                <a:gd name="T52" fmla="*/ 50 w 50"/>
                <a:gd name="T53" fmla="*/ 42 h 66"/>
                <a:gd name="T54" fmla="*/ 48 w 50"/>
                <a:gd name="T55" fmla="*/ 34 h 66"/>
                <a:gd name="T56" fmla="*/ 38 w 50"/>
                <a:gd name="T57" fmla="*/ 28 h 66"/>
                <a:gd name="T58" fmla="*/ 48 w 50"/>
                <a:gd name="T59" fmla="*/ 19 h 66"/>
                <a:gd name="T60" fmla="*/ 50 w 50"/>
                <a:gd name="T61" fmla="*/ 12 h 66"/>
                <a:gd name="T62" fmla="*/ 46 w 50"/>
                <a:gd name="T63" fmla="*/ 4 h 66"/>
                <a:gd name="T64" fmla="*/ 35 w 50"/>
                <a:gd name="T65" fmla="*/ 0 h 66"/>
                <a:gd name="T66" fmla="*/ 11 w 50"/>
                <a:gd name="T67" fmla="*/ 4 h 66"/>
                <a:gd name="T68" fmla="*/ 0 w 50"/>
                <a:gd name="T69" fmla="*/ 12 h 66"/>
                <a:gd name="T70" fmla="*/ 0 w 50"/>
                <a:gd name="T71" fmla="*/ 13 h 66"/>
                <a:gd name="T72" fmla="*/ 2 w 50"/>
                <a:gd name="T73" fmla="*/ 15 h 66"/>
                <a:gd name="T74" fmla="*/ 4 w 50"/>
                <a:gd name="T75" fmla="*/ 15 h 66"/>
                <a:gd name="T76" fmla="*/ 5 w 50"/>
                <a:gd name="T77" fmla="*/ 15 h 66"/>
                <a:gd name="T78" fmla="*/ 6 w 50"/>
                <a:gd name="T79" fmla="*/ 17 h 66"/>
                <a:gd name="T80" fmla="*/ 4 w 50"/>
                <a:gd name="T81" fmla="*/ 32 h 66"/>
                <a:gd name="T82" fmla="*/ 0 w 50"/>
                <a:gd name="T83" fmla="*/ 5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0" h="66">
                  <a:moveTo>
                    <a:pt x="0" y="52"/>
                  </a:moveTo>
                  <a:cubicBezTo>
                    <a:pt x="0" y="54"/>
                    <a:pt x="0" y="56"/>
                    <a:pt x="0" y="56"/>
                  </a:cubicBezTo>
                  <a:cubicBezTo>
                    <a:pt x="0" y="61"/>
                    <a:pt x="2" y="63"/>
                    <a:pt x="5" y="63"/>
                  </a:cubicBezTo>
                  <a:cubicBezTo>
                    <a:pt x="7" y="63"/>
                    <a:pt x="8" y="63"/>
                    <a:pt x="9" y="62"/>
                  </a:cubicBezTo>
                  <a:cubicBezTo>
                    <a:pt x="10" y="61"/>
                    <a:pt x="11" y="60"/>
                    <a:pt x="11" y="57"/>
                  </a:cubicBezTo>
                  <a:cubicBezTo>
                    <a:pt x="11" y="51"/>
                    <a:pt x="11" y="51"/>
                    <a:pt x="11" y="51"/>
                  </a:cubicBezTo>
                  <a:cubicBezTo>
                    <a:pt x="11" y="50"/>
                    <a:pt x="12" y="43"/>
                    <a:pt x="14" y="32"/>
                  </a:cubicBezTo>
                  <a:cubicBezTo>
                    <a:pt x="15" y="20"/>
                    <a:pt x="16" y="14"/>
                    <a:pt x="17" y="13"/>
                  </a:cubicBezTo>
                  <a:cubicBezTo>
                    <a:pt x="17" y="12"/>
                    <a:pt x="19" y="11"/>
                    <a:pt x="23" y="10"/>
                  </a:cubicBezTo>
                  <a:cubicBezTo>
                    <a:pt x="26" y="9"/>
                    <a:pt x="30" y="9"/>
                    <a:pt x="34" y="9"/>
                  </a:cubicBezTo>
                  <a:cubicBezTo>
                    <a:pt x="37" y="9"/>
                    <a:pt x="39" y="10"/>
                    <a:pt x="39" y="13"/>
                  </a:cubicBezTo>
                  <a:cubicBezTo>
                    <a:pt x="39" y="15"/>
                    <a:pt x="38" y="17"/>
                    <a:pt x="35" y="20"/>
                  </a:cubicBezTo>
                  <a:cubicBezTo>
                    <a:pt x="31" y="23"/>
                    <a:pt x="28" y="26"/>
                    <a:pt x="25" y="27"/>
                  </a:cubicBezTo>
                  <a:cubicBezTo>
                    <a:pt x="20" y="29"/>
                    <a:pt x="17" y="31"/>
                    <a:pt x="17" y="32"/>
                  </a:cubicBezTo>
                  <a:cubicBezTo>
                    <a:pt x="17" y="34"/>
                    <a:pt x="17" y="35"/>
                    <a:pt x="18" y="36"/>
                  </a:cubicBezTo>
                  <a:cubicBezTo>
                    <a:pt x="19" y="37"/>
                    <a:pt x="20" y="37"/>
                    <a:pt x="23" y="37"/>
                  </a:cubicBezTo>
                  <a:cubicBezTo>
                    <a:pt x="24" y="37"/>
                    <a:pt x="25" y="37"/>
                    <a:pt x="27" y="36"/>
                  </a:cubicBezTo>
                  <a:cubicBezTo>
                    <a:pt x="29" y="35"/>
                    <a:pt x="30" y="35"/>
                    <a:pt x="31" y="35"/>
                  </a:cubicBezTo>
                  <a:cubicBezTo>
                    <a:pt x="33" y="35"/>
                    <a:pt x="36" y="35"/>
                    <a:pt x="37" y="37"/>
                  </a:cubicBezTo>
                  <a:cubicBezTo>
                    <a:pt x="39" y="38"/>
                    <a:pt x="40" y="40"/>
                    <a:pt x="40" y="42"/>
                  </a:cubicBezTo>
                  <a:cubicBezTo>
                    <a:pt x="40" y="45"/>
                    <a:pt x="38" y="48"/>
                    <a:pt x="34" y="51"/>
                  </a:cubicBezTo>
                  <a:cubicBezTo>
                    <a:pt x="30" y="55"/>
                    <a:pt x="26" y="56"/>
                    <a:pt x="24" y="56"/>
                  </a:cubicBezTo>
                  <a:cubicBezTo>
                    <a:pt x="22" y="56"/>
                    <a:pt x="22" y="56"/>
                    <a:pt x="22" y="56"/>
                  </a:cubicBezTo>
                  <a:cubicBezTo>
                    <a:pt x="16" y="56"/>
                    <a:pt x="13" y="58"/>
                    <a:pt x="13" y="62"/>
                  </a:cubicBezTo>
                  <a:cubicBezTo>
                    <a:pt x="13" y="65"/>
                    <a:pt x="15" y="66"/>
                    <a:pt x="19" y="66"/>
                  </a:cubicBezTo>
                  <a:cubicBezTo>
                    <a:pt x="26" y="66"/>
                    <a:pt x="33" y="63"/>
                    <a:pt x="40" y="58"/>
                  </a:cubicBezTo>
                  <a:cubicBezTo>
                    <a:pt x="47" y="52"/>
                    <a:pt x="50" y="47"/>
                    <a:pt x="50" y="42"/>
                  </a:cubicBezTo>
                  <a:cubicBezTo>
                    <a:pt x="50" y="39"/>
                    <a:pt x="49" y="37"/>
                    <a:pt x="48" y="34"/>
                  </a:cubicBezTo>
                  <a:cubicBezTo>
                    <a:pt x="46" y="32"/>
                    <a:pt x="43" y="30"/>
                    <a:pt x="38" y="28"/>
                  </a:cubicBezTo>
                  <a:cubicBezTo>
                    <a:pt x="43" y="24"/>
                    <a:pt x="46" y="21"/>
                    <a:pt x="48" y="19"/>
                  </a:cubicBezTo>
                  <a:cubicBezTo>
                    <a:pt x="50" y="17"/>
                    <a:pt x="50" y="14"/>
                    <a:pt x="50" y="12"/>
                  </a:cubicBezTo>
                  <a:cubicBezTo>
                    <a:pt x="50" y="9"/>
                    <a:pt x="49" y="6"/>
                    <a:pt x="46" y="4"/>
                  </a:cubicBezTo>
                  <a:cubicBezTo>
                    <a:pt x="43" y="1"/>
                    <a:pt x="40" y="0"/>
                    <a:pt x="35" y="0"/>
                  </a:cubicBezTo>
                  <a:cubicBezTo>
                    <a:pt x="27" y="0"/>
                    <a:pt x="19" y="1"/>
                    <a:pt x="11" y="4"/>
                  </a:cubicBezTo>
                  <a:cubicBezTo>
                    <a:pt x="4" y="6"/>
                    <a:pt x="0" y="9"/>
                    <a:pt x="0" y="12"/>
                  </a:cubicBezTo>
                  <a:cubicBezTo>
                    <a:pt x="0" y="12"/>
                    <a:pt x="0" y="12"/>
                    <a:pt x="0" y="13"/>
                  </a:cubicBezTo>
                  <a:cubicBezTo>
                    <a:pt x="1" y="14"/>
                    <a:pt x="1" y="14"/>
                    <a:pt x="2" y="15"/>
                  </a:cubicBezTo>
                  <a:cubicBezTo>
                    <a:pt x="2" y="15"/>
                    <a:pt x="3" y="16"/>
                    <a:pt x="4" y="15"/>
                  </a:cubicBezTo>
                  <a:cubicBezTo>
                    <a:pt x="5" y="15"/>
                    <a:pt x="5" y="15"/>
                    <a:pt x="5" y="15"/>
                  </a:cubicBezTo>
                  <a:cubicBezTo>
                    <a:pt x="5" y="15"/>
                    <a:pt x="6" y="16"/>
                    <a:pt x="6" y="17"/>
                  </a:cubicBezTo>
                  <a:cubicBezTo>
                    <a:pt x="6" y="18"/>
                    <a:pt x="5" y="23"/>
                    <a:pt x="4" y="32"/>
                  </a:cubicBezTo>
                  <a:cubicBezTo>
                    <a:pt x="3" y="41"/>
                    <a:pt x="2" y="47"/>
                    <a:pt x="0"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 name="Freeform 310"/>
            <p:cNvSpPr>
              <a:spLocks/>
            </p:cNvSpPr>
            <p:nvPr/>
          </p:nvSpPr>
          <p:spPr bwMode="auto">
            <a:xfrm>
              <a:off x="10864850" y="4394201"/>
              <a:ext cx="58738" cy="68263"/>
            </a:xfrm>
            <a:custGeom>
              <a:avLst/>
              <a:gdLst>
                <a:gd name="T0" fmla="*/ 10 w 40"/>
                <a:gd name="T1" fmla="*/ 12 h 46"/>
                <a:gd name="T2" fmla="*/ 12 w 40"/>
                <a:gd name="T3" fmla="*/ 4 h 46"/>
                <a:gd name="T4" fmla="*/ 11 w 40"/>
                <a:gd name="T5" fmla="*/ 2 h 46"/>
                <a:gd name="T6" fmla="*/ 8 w 40"/>
                <a:gd name="T7" fmla="*/ 0 h 46"/>
                <a:gd name="T8" fmla="*/ 4 w 40"/>
                <a:gd name="T9" fmla="*/ 2 h 46"/>
                <a:gd name="T10" fmla="*/ 2 w 40"/>
                <a:gd name="T11" fmla="*/ 4 h 46"/>
                <a:gd name="T12" fmla="*/ 1 w 40"/>
                <a:gd name="T13" fmla="*/ 10 h 46"/>
                <a:gd name="T14" fmla="*/ 1 w 40"/>
                <a:gd name="T15" fmla="*/ 13 h 46"/>
                <a:gd name="T16" fmla="*/ 0 w 40"/>
                <a:gd name="T17" fmla="*/ 25 h 46"/>
                <a:gd name="T18" fmla="*/ 0 w 40"/>
                <a:gd name="T19" fmla="*/ 33 h 46"/>
                <a:gd name="T20" fmla="*/ 1 w 40"/>
                <a:gd name="T21" fmla="*/ 43 h 46"/>
                <a:gd name="T22" fmla="*/ 5 w 40"/>
                <a:gd name="T23" fmla="*/ 46 h 46"/>
                <a:gd name="T24" fmla="*/ 9 w 40"/>
                <a:gd name="T25" fmla="*/ 45 h 46"/>
                <a:gd name="T26" fmla="*/ 11 w 40"/>
                <a:gd name="T27" fmla="*/ 40 h 46"/>
                <a:gd name="T28" fmla="*/ 20 w 40"/>
                <a:gd name="T29" fmla="*/ 19 h 46"/>
                <a:gd name="T30" fmla="*/ 30 w 40"/>
                <a:gd name="T31" fmla="*/ 9 h 46"/>
                <a:gd name="T32" fmla="*/ 32 w 40"/>
                <a:gd name="T33" fmla="*/ 10 h 46"/>
                <a:gd name="T34" fmla="*/ 37 w 40"/>
                <a:gd name="T35" fmla="*/ 13 h 46"/>
                <a:gd name="T36" fmla="*/ 39 w 40"/>
                <a:gd name="T37" fmla="*/ 11 h 46"/>
                <a:gd name="T38" fmla="*/ 40 w 40"/>
                <a:gd name="T39" fmla="*/ 8 h 46"/>
                <a:gd name="T40" fmla="*/ 38 w 40"/>
                <a:gd name="T41" fmla="*/ 2 h 46"/>
                <a:gd name="T42" fmla="*/ 31 w 40"/>
                <a:gd name="T43" fmla="*/ 0 h 46"/>
                <a:gd name="T44" fmla="*/ 20 w 40"/>
                <a:gd name="T45" fmla="*/ 6 h 46"/>
                <a:gd name="T46" fmla="*/ 9 w 40"/>
                <a:gd name="T47" fmla="*/ 22 h 46"/>
                <a:gd name="T48" fmla="*/ 8 w 40"/>
                <a:gd name="T49" fmla="*/ 24 h 46"/>
                <a:gd name="T50" fmla="*/ 9 w 40"/>
                <a:gd name="T51" fmla="*/ 17 h 46"/>
                <a:gd name="T52" fmla="*/ 10 w 40"/>
                <a:gd name="T53" fmla="*/ 12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0" h="46">
                  <a:moveTo>
                    <a:pt x="10" y="12"/>
                  </a:moveTo>
                  <a:cubicBezTo>
                    <a:pt x="12" y="8"/>
                    <a:pt x="12" y="6"/>
                    <a:pt x="12" y="4"/>
                  </a:cubicBezTo>
                  <a:cubicBezTo>
                    <a:pt x="12" y="3"/>
                    <a:pt x="12" y="2"/>
                    <a:pt x="11" y="2"/>
                  </a:cubicBezTo>
                  <a:cubicBezTo>
                    <a:pt x="10" y="1"/>
                    <a:pt x="9" y="0"/>
                    <a:pt x="8" y="0"/>
                  </a:cubicBezTo>
                  <a:cubicBezTo>
                    <a:pt x="6" y="0"/>
                    <a:pt x="5" y="1"/>
                    <a:pt x="4" y="2"/>
                  </a:cubicBezTo>
                  <a:cubicBezTo>
                    <a:pt x="3" y="3"/>
                    <a:pt x="2" y="3"/>
                    <a:pt x="2" y="4"/>
                  </a:cubicBezTo>
                  <a:cubicBezTo>
                    <a:pt x="1" y="5"/>
                    <a:pt x="1" y="7"/>
                    <a:pt x="1" y="10"/>
                  </a:cubicBezTo>
                  <a:cubicBezTo>
                    <a:pt x="1" y="11"/>
                    <a:pt x="1" y="12"/>
                    <a:pt x="1" y="13"/>
                  </a:cubicBezTo>
                  <a:cubicBezTo>
                    <a:pt x="0" y="17"/>
                    <a:pt x="0" y="21"/>
                    <a:pt x="0" y="25"/>
                  </a:cubicBezTo>
                  <a:cubicBezTo>
                    <a:pt x="0" y="28"/>
                    <a:pt x="0" y="31"/>
                    <a:pt x="0" y="33"/>
                  </a:cubicBezTo>
                  <a:cubicBezTo>
                    <a:pt x="0" y="37"/>
                    <a:pt x="0" y="41"/>
                    <a:pt x="1" y="43"/>
                  </a:cubicBezTo>
                  <a:cubicBezTo>
                    <a:pt x="2" y="45"/>
                    <a:pt x="3" y="46"/>
                    <a:pt x="5" y="46"/>
                  </a:cubicBezTo>
                  <a:cubicBezTo>
                    <a:pt x="7" y="46"/>
                    <a:pt x="8" y="46"/>
                    <a:pt x="9" y="45"/>
                  </a:cubicBezTo>
                  <a:cubicBezTo>
                    <a:pt x="10" y="44"/>
                    <a:pt x="11" y="42"/>
                    <a:pt x="11" y="40"/>
                  </a:cubicBezTo>
                  <a:cubicBezTo>
                    <a:pt x="12" y="32"/>
                    <a:pt x="15" y="25"/>
                    <a:pt x="20" y="19"/>
                  </a:cubicBezTo>
                  <a:cubicBezTo>
                    <a:pt x="25" y="12"/>
                    <a:pt x="28" y="9"/>
                    <a:pt x="30" y="9"/>
                  </a:cubicBezTo>
                  <a:cubicBezTo>
                    <a:pt x="31" y="9"/>
                    <a:pt x="31" y="10"/>
                    <a:pt x="32" y="10"/>
                  </a:cubicBezTo>
                  <a:cubicBezTo>
                    <a:pt x="34" y="12"/>
                    <a:pt x="35" y="13"/>
                    <a:pt x="37" y="13"/>
                  </a:cubicBezTo>
                  <a:cubicBezTo>
                    <a:pt x="38" y="13"/>
                    <a:pt x="39" y="12"/>
                    <a:pt x="39" y="11"/>
                  </a:cubicBezTo>
                  <a:cubicBezTo>
                    <a:pt x="40" y="10"/>
                    <a:pt x="40" y="9"/>
                    <a:pt x="40" y="8"/>
                  </a:cubicBezTo>
                  <a:cubicBezTo>
                    <a:pt x="40" y="6"/>
                    <a:pt x="39" y="4"/>
                    <a:pt x="38" y="2"/>
                  </a:cubicBezTo>
                  <a:cubicBezTo>
                    <a:pt x="36" y="1"/>
                    <a:pt x="34" y="0"/>
                    <a:pt x="31" y="0"/>
                  </a:cubicBezTo>
                  <a:cubicBezTo>
                    <a:pt x="27" y="0"/>
                    <a:pt x="24" y="2"/>
                    <a:pt x="20" y="6"/>
                  </a:cubicBezTo>
                  <a:cubicBezTo>
                    <a:pt x="16" y="10"/>
                    <a:pt x="12" y="16"/>
                    <a:pt x="9" y="22"/>
                  </a:cubicBezTo>
                  <a:cubicBezTo>
                    <a:pt x="8" y="24"/>
                    <a:pt x="8" y="24"/>
                    <a:pt x="8" y="24"/>
                  </a:cubicBezTo>
                  <a:cubicBezTo>
                    <a:pt x="9" y="17"/>
                    <a:pt x="9" y="17"/>
                    <a:pt x="9" y="17"/>
                  </a:cubicBezTo>
                  <a:cubicBezTo>
                    <a:pt x="10" y="15"/>
                    <a:pt x="10" y="14"/>
                    <a:pt x="1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 name="Freeform 311"/>
            <p:cNvSpPr>
              <a:spLocks noEditPoints="1"/>
            </p:cNvSpPr>
            <p:nvPr/>
          </p:nvSpPr>
          <p:spPr bwMode="auto">
            <a:xfrm>
              <a:off x="10923588" y="4391026"/>
              <a:ext cx="57150" cy="71438"/>
            </a:xfrm>
            <a:custGeom>
              <a:avLst/>
              <a:gdLst>
                <a:gd name="T0" fmla="*/ 11 w 38"/>
                <a:gd name="T1" fmla="*/ 32 h 48"/>
                <a:gd name="T2" fmla="*/ 28 w 38"/>
                <a:gd name="T3" fmla="*/ 23 h 48"/>
                <a:gd name="T4" fmla="*/ 35 w 38"/>
                <a:gd name="T5" fmla="*/ 10 h 48"/>
                <a:gd name="T6" fmla="*/ 32 w 38"/>
                <a:gd name="T7" fmla="*/ 3 h 48"/>
                <a:gd name="T8" fmla="*/ 25 w 38"/>
                <a:gd name="T9" fmla="*/ 0 h 48"/>
                <a:gd name="T10" fmla="*/ 8 w 38"/>
                <a:gd name="T11" fmla="*/ 10 h 48"/>
                <a:gd name="T12" fmla="*/ 0 w 38"/>
                <a:gd name="T13" fmla="*/ 32 h 48"/>
                <a:gd name="T14" fmla="*/ 4 w 38"/>
                <a:gd name="T15" fmla="*/ 44 h 48"/>
                <a:gd name="T16" fmla="*/ 14 w 38"/>
                <a:gd name="T17" fmla="*/ 48 h 48"/>
                <a:gd name="T18" fmla="*/ 31 w 38"/>
                <a:gd name="T19" fmla="*/ 42 h 48"/>
                <a:gd name="T20" fmla="*/ 38 w 38"/>
                <a:gd name="T21" fmla="*/ 32 h 48"/>
                <a:gd name="T22" fmla="*/ 35 w 38"/>
                <a:gd name="T23" fmla="*/ 29 h 48"/>
                <a:gd name="T24" fmla="*/ 32 w 38"/>
                <a:gd name="T25" fmla="*/ 31 h 48"/>
                <a:gd name="T26" fmla="*/ 16 w 38"/>
                <a:gd name="T27" fmla="*/ 39 h 48"/>
                <a:gd name="T28" fmla="*/ 11 w 38"/>
                <a:gd name="T29" fmla="*/ 38 h 48"/>
                <a:gd name="T30" fmla="*/ 10 w 38"/>
                <a:gd name="T31" fmla="*/ 34 h 48"/>
                <a:gd name="T32" fmla="*/ 11 w 38"/>
                <a:gd name="T33" fmla="*/ 32 h 48"/>
                <a:gd name="T34" fmla="*/ 16 w 38"/>
                <a:gd name="T35" fmla="*/ 14 h 48"/>
                <a:gd name="T36" fmla="*/ 24 w 38"/>
                <a:gd name="T37" fmla="*/ 8 h 48"/>
                <a:gd name="T38" fmla="*/ 26 w 38"/>
                <a:gd name="T39" fmla="*/ 9 h 48"/>
                <a:gd name="T40" fmla="*/ 27 w 38"/>
                <a:gd name="T41" fmla="*/ 11 h 48"/>
                <a:gd name="T42" fmla="*/ 22 w 38"/>
                <a:gd name="T43" fmla="*/ 19 h 48"/>
                <a:gd name="T44" fmla="*/ 10 w 38"/>
                <a:gd name="T45" fmla="*/ 25 h 48"/>
                <a:gd name="T46" fmla="*/ 16 w 38"/>
                <a:gd name="T47" fmla="*/ 1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8" h="48">
                  <a:moveTo>
                    <a:pt x="11" y="32"/>
                  </a:moveTo>
                  <a:cubicBezTo>
                    <a:pt x="18" y="31"/>
                    <a:pt x="24" y="28"/>
                    <a:pt x="28" y="23"/>
                  </a:cubicBezTo>
                  <a:cubicBezTo>
                    <a:pt x="33" y="19"/>
                    <a:pt x="35" y="15"/>
                    <a:pt x="35" y="10"/>
                  </a:cubicBezTo>
                  <a:cubicBezTo>
                    <a:pt x="35" y="7"/>
                    <a:pt x="34" y="5"/>
                    <a:pt x="32" y="3"/>
                  </a:cubicBezTo>
                  <a:cubicBezTo>
                    <a:pt x="31" y="1"/>
                    <a:pt x="28" y="0"/>
                    <a:pt x="25" y="0"/>
                  </a:cubicBezTo>
                  <a:cubicBezTo>
                    <a:pt x="19" y="0"/>
                    <a:pt x="13" y="3"/>
                    <a:pt x="8" y="10"/>
                  </a:cubicBezTo>
                  <a:cubicBezTo>
                    <a:pt x="2" y="17"/>
                    <a:pt x="0" y="24"/>
                    <a:pt x="0" y="32"/>
                  </a:cubicBezTo>
                  <a:cubicBezTo>
                    <a:pt x="0" y="37"/>
                    <a:pt x="1" y="41"/>
                    <a:pt x="4" y="44"/>
                  </a:cubicBezTo>
                  <a:cubicBezTo>
                    <a:pt x="6" y="47"/>
                    <a:pt x="10" y="48"/>
                    <a:pt x="14" y="48"/>
                  </a:cubicBezTo>
                  <a:cubicBezTo>
                    <a:pt x="20" y="48"/>
                    <a:pt x="26" y="46"/>
                    <a:pt x="31" y="42"/>
                  </a:cubicBezTo>
                  <a:cubicBezTo>
                    <a:pt x="35" y="38"/>
                    <a:pt x="38" y="35"/>
                    <a:pt x="38" y="32"/>
                  </a:cubicBezTo>
                  <a:cubicBezTo>
                    <a:pt x="38" y="30"/>
                    <a:pt x="37" y="29"/>
                    <a:pt x="35" y="29"/>
                  </a:cubicBezTo>
                  <a:cubicBezTo>
                    <a:pt x="34" y="29"/>
                    <a:pt x="33" y="30"/>
                    <a:pt x="32" y="31"/>
                  </a:cubicBezTo>
                  <a:cubicBezTo>
                    <a:pt x="27" y="36"/>
                    <a:pt x="21" y="39"/>
                    <a:pt x="16" y="39"/>
                  </a:cubicBezTo>
                  <a:cubicBezTo>
                    <a:pt x="14" y="39"/>
                    <a:pt x="12" y="39"/>
                    <a:pt x="11" y="38"/>
                  </a:cubicBezTo>
                  <a:cubicBezTo>
                    <a:pt x="10" y="36"/>
                    <a:pt x="10" y="35"/>
                    <a:pt x="10" y="34"/>
                  </a:cubicBezTo>
                  <a:cubicBezTo>
                    <a:pt x="10" y="33"/>
                    <a:pt x="10" y="32"/>
                    <a:pt x="11" y="32"/>
                  </a:cubicBezTo>
                  <a:close/>
                  <a:moveTo>
                    <a:pt x="16" y="14"/>
                  </a:moveTo>
                  <a:cubicBezTo>
                    <a:pt x="19" y="10"/>
                    <a:pt x="22" y="8"/>
                    <a:pt x="24" y="8"/>
                  </a:cubicBezTo>
                  <a:cubicBezTo>
                    <a:pt x="25" y="8"/>
                    <a:pt x="25" y="9"/>
                    <a:pt x="26" y="9"/>
                  </a:cubicBezTo>
                  <a:cubicBezTo>
                    <a:pt x="26" y="10"/>
                    <a:pt x="27" y="11"/>
                    <a:pt x="27" y="11"/>
                  </a:cubicBezTo>
                  <a:cubicBezTo>
                    <a:pt x="27" y="14"/>
                    <a:pt x="25" y="16"/>
                    <a:pt x="22" y="19"/>
                  </a:cubicBezTo>
                  <a:cubicBezTo>
                    <a:pt x="18" y="22"/>
                    <a:pt x="15" y="24"/>
                    <a:pt x="10" y="25"/>
                  </a:cubicBezTo>
                  <a:cubicBezTo>
                    <a:pt x="11" y="21"/>
                    <a:pt x="13" y="17"/>
                    <a:pt x="16"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 name="Freeform 312"/>
            <p:cNvSpPr>
              <a:spLocks noEditPoints="1"/>
            </p:cNvSpPr>
            <p:nvPr/>
          </p:nvSpPr>
          <p:spPr bwMode="auto">
            <a:xfrm>
              <a:off x="10988675" y="4392613"/>
              <a:ext cx="63500" cy="69850"/>
            </a:xfrm>
            <a:custGeom>
              <a:avLst/>
              <a:gdLst>
                <a:gd name="T0" fmla="*/ 37 w 43"/>
                <a:gd name="T1" fmla="*/ 47 h 47"/>
                <a:gd name="T2" fmla="*/ 41 w 43"/>
                <a:gd name="T3" fmla="*/ 45 h 47"/>
                <a:gd name="T4" fmla="*/ 43 w 43"/>
                <a:gd name="T5" fmla="*/ 42 h 47"/>
                <a:gd name="T6" fmla="*/ 42 w 43"/>
                <a:gd name="T7" fmla="*/ 40 h 47"/>
                <a:gd name="T8" fmla="*/ 40 w 43"/>
                <a:gd name="T9" fmla="*/ 38 h 47"/>
                <a:gd name="T10" fmla="*/ 39 w 43"/>
                <a:gd name="T11" fmla="*/ 36 h 47"/>
                <a:gd name="T12" fmla="*/ 38 w 43"/>
                <a:gd name="T13" fmla="*/ 28 h 47"/>
                <a:gd name="T14" fmla="*/ 39 w 43"/>
                <a:gd name="T15" fmla="*/ 15 h 47"/>
                <a:gd name="T16" fmla="*/ 40 w 43"/>
                <a:gd name="T17" fmla="*/ 8 h 47"/>
                <a:gd name="T18" fmla="*/ 36 w 43"/>
                <a:gd name="T19" fmla="*/ 5 h 47"/>
                <a:gd name="T20" fmla="*/ 29 w 43"/>
                <a:gd name="T21" fmla="*/ 0 h 47"/>
                <a:gd name="T22" fmla="*/ 10 w 43"/>
                <a:gd name="T23" fmla="*/ 12 h 47"/>
                <a:gd name="T24" fmla="*/ 0 w 43"/>
                <a:gd name="T25" fmla="*/ 35 h 47"/>
                <a:gd name="T26" fmla="*/ 3 w 43"/>
                <a:gd name="T27" fmla="*/ 43 h 47"/>
                <a:gd name="T28" fmla="*/ 9 w 43"/>
                <a:gd name="T29" fmla="*/ 46 h 47"/>
                <a:gd name="T30" fmla="*/ 30 w 43"/>
                <a:gd name="T31" fmla="*/ 31 h 47"/>
                <a:gd name="T32" fmla="*/ 37 w 43"/>
                <a:gd name="T33" fmla="*/ 47 h 47"/>
                <a:gd name="T34" fmla="*/ 23 w 43"/>
                <a:gd name="T35" fmla="*/ 28 h 47"/>
                <a:gd name="T36" fmla="*/ 11 w 43"/>
                <a:gd name="T37" fmla="*/ 37 h 47"/>
                <a:gd name="T38" fmla="*/ 10 w 43"/>
                <a:gd name="T39" fmla="*/ 33 h 47"/>
                <a:gd name="T40" fmla="*/ 16 w 43"/>
                <a:gd name="T41" fmla="*/ 18 h 47"/>
                <a:gd name="T42" fmla="*/ 27 w 43"/>
                <a:gd name="T43" fmla="*/ 9 h 47"/>
                <a:gd name="T44" fmla="*/ 29 w 43"/>
                <a:gd name="T45" fmla="*/ 10 h 47"/>
                <a:gd name="T46" fmla="*/ 30 w 43"/>
                <a:gd name="T47" fmla="*/ 13 h 47"/>
                <a:gd name="T48" fmla="*/ 23 w 43"/>
                <a:gd name="T49" fmla="*/ 2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3" h="47">
                  <a:moveTo>
                    <a:pt x="37" y="47"/>
                  </a:moveTo>
                  <a:cubicBezTo>
                    <a:pt x="38" y="47"/>
                    <a:pt x="40" y="46"/>
                    <a:pt x="41" y="45"/>
                  </a:cubicBezTo>
                  <a:cubicBezTo>
                    <a:pt x="42" y="44"/>
                    <a:pt x="43" y="43"/>
                    <a:pt x="43" y="42"/>
                  </a:cubicBezTo>
                  <a:cubicBezTo>
                    <a:pt x="43" y="41"/>
                    <a:pt x="43" y="40"/>
                    <a:pt x="42" y="40"/>
                  </a:cubicBezTo>
                  <a:cubicBezTo>
                    <a:pt x="40" y="39"/>
                    <a:pt x="40" y="39"/>
                    <a:pt x="40" y="38"/>
                  </a:cubicBezTo>
                  <a:cubicBezTo>
                    <a:pt x="39" y="38"/>
                    <a:pt x="39" y="37"/>
                    <a:pt x="39" y="36"/>
                  </a:cubicBezTo>
                  <a:cubicBezTo>
                    <a:pt x="38" y="34"/>
                    <a:pt x="38" y="32"/>
                    <a:pt x="38" y="28"/>
                  </a:cubicBezTo>
                  <a:cubicBezTo>
                    <a:pt x="38" y="25"/>
                    <a:pt x="38" y="20"/>
                    <a:pt x="39" y="15"/>
                  </a:cubicBezTo>
                  <a:cubicBezTo>
                    <a:pt x="40" y="12"/>
                    <a:pt x="40" y="10"/>
                    <a:pt x="40" y="8"/>
                  </a:cubicBezTo>
                  <a:cubicBezTo>
                    <a:pt x="40" y="6"/>
                    <a:pt x="39" y="5"/>
                    <a:pt x="36" y="5"/>
                  </a:cubicBezTo>
                  <a:cubicBezTo>
                    <a:pt x="35" y="1"/>
                    <a:pt x="32" y="0"/>
                    <a:pt x="29" y="0"/>
                  </a:cubicBezTo>
                  <a:cubicBezTo>
                    <a:pt x="22" y="0"/>
                    <a:pt x="16" y="4"/>
                    <a:pt x="10" y="12"/>
                  </a:cubicBezTo>
                  <a:cubicBezTo>
                    <a:pt x="3" y="20"/>
                    <a:pt x="0" y="28"/>
                    <a:pt x="0" y="35"/>
                  </a:cubicBezTo>
                  <a:cubicBezTo>
                    <a:pt x="0" y="38"/>
                    <a:pt x="1" y="41"/>
                    <a:pt x="3" y="43"/>
                  </a:cubicBezTo>
                  <a:cubicBezTo>
                    <a:pt x="4" y="45"/>
                    <a:pt x="6" y="46"/>
                    <a:pt x="9" y="46"/>
                  </a:cubicBezTo>
                  <a:cubicBezTo>
                    <a:pt x="16" y="46"/>
                    <a:pt x="23" y="41"/>
                    <a:pt x="30" y="31"/>
                  </a:cubicBezTo>
                  <a:cubicBezTo>
                    <a:pt x="29" y="42"/>
                    <a:pt x="32" y="47"/>
                    <a:pt x="37" y="47"/>
                  </a:cubicBezTo>
                  <a:close/>
                  <a:moveTo>
                    <a:pt x="23" y="28"/>
                  </a:moveTo>
                  <a:cubicBezTo>
                    <a:pt x="18" y="34"/>
                    <a:pt x="14" y="37"/>
                    <a:pt x="11" y="37"/>
                  </a:cubicBezTo>
                  <a:cubicBezTo>
                    <a:pt x="10" y="37"/>
                    <a:pt x="10" y="36"/>
                    <a:pt x="10" y="33"/>
                  </a:cubicBezTo>
                  <a:cubicBezTo>
                    <a:pt x="10" y="29"/>
                    <a:pt x="12" y="24"/>
                    <a:pt x="16" y="18"/>
                  </a:cubicBezTo>
                  <a:cubicBezTo>
                    <a:pt x="21" y="12"/>
                    <a:pt x="24" y="9"/>
                    <a:pt x="27" y="9"/>
                  </a:cubicBezTo>
                  <a:cubicBezTo>
                    <a:pt x="28" y="9"/>
                    <a:pt x="29" y="9"/>
                    <a:pt x="29" y="10"/>
                  </a:cubicBezTo>
                  <a:cubicBezTo>
                    <a:pt x="30" y="11"/>
                    <a:pt x="30" y="12"/>
                    <a:pt x="30" y="13"/>
                  </a:cubicBezTo>
                  <a:cubicBezTo>
                    <a:pt x="30" y="17"/>
                    <a:pt x="28" y="22"/>
                    <a:pt x="23"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 name="Freeform 313"/>
            <p:cNvSpPr>
              <a:spLocks/>
            </p:cNvSpPr>
            <p:nvPr/>
          </p:nvSpPr>
          <p:spPr bwMode="auto">
            <a:xfrm>
              <a:off x="11056938" y="4389438"/>
              <a:ext cx="50800" cy="74613"/>
            </a:xfrm>
            <a:custGeom>
              <a:avLst/>
              <a:gdLst>
                <a:gd name="T0" fmla="*/ 18 w 34"/>
                <a:gd name="T1" fmla="*/ 11 h 50"/>
                <a:gd name="T2" fmla="*/ 27 w 34"/>
                <a:gd name="T3" fmla="*/ 9 h 50"/>
                <a:gd name="T4" fmla="*/ 28 w 34"/>
                <a:gd name="T5" fmla="*/ 9 h 50"/>
                <a:gd name="T6" fmla="*/ 30 w 34"/>
                <a:gd name="T7" fmla="*/ 10 h 50"/>
                <a:gd name="T8" fmla="*/ 33 w 34"/>
                <a:gd name="T9" fmla="*/ 9 h 50"/>
                <a:gd name="T10" fmla="*/ 34 w 34"/>
                <a:gd name="T11" fmla="*/ 6 h 50"/>
                <a:gd name="T12" fmla="*/ 27 w 34"/>
                <a:gd name="T13" fmla="*/ 0 h 50"/>
                <a:gd name="T14" fmla="*/ 12 w 34"/>
                <a:gd name="T15" fmla="*/ 5 h 50"/>
                <a:gd name="T16" fmla="*/ 4 w 34"/>
                <a:gd name="T17" fmla="*/ 18 h 50"/>
                <a:gd name="T18" fmla="*/ 6 w 34"/>
                <a:gd name="T19" fmla="*/ 24 h 50"/>
                <a:gd name="T20" fmla="*/ 17 w 34"/>
                <a:gd name="T21" fmla="*/ 31 h 50"/>
                <a:gd name="T22" fmla="*/ 24 w 34"/>
                <a:gd name="T23" fmla="*/ 37 h 50"/>
                <a:gd name="T24" fmla="*/ 18 w 34"/>
                <a:gd name="T25" fmla="*/ 40 h 50"/>
                <a:gd name="T26" fmla="*/ 10 w 34"/>
                <a:gd name="T27" fmla="*/ 41 h 50"/>
                <a:gd name="T28" fmla="*/ 7 w 34"/>
                <a:gd name="T29" fmla="*/ 40 h 50"/>
                <a:gd name="T30" fmla="*/ 5 w 34"/>
                <a:gd name="T31" fmla="*/ 40 h 50"/>
                <a:gd name="T32" fmla="*/ 1 w 34"/>
                <a:gd name="T33" fmla="*/ 41 h 50"/>
                <a:gd name="T34" fmla="*/ 0 w 34"/>
                <a:gd name="T35" fmla="*/ 44 h 50"/>
                <a:gd name="T36" fmla="*/ 7 w 34"/>
                <a:gd name="T37" fmla="*/ 50 h 50"/>
                <a:gd name="T38" fmla="*/ 26 w 34"/>
                <a:gd name="T39" fmla="*/ 46 h 50"/>
                <a:gd name="T40" fmla="*/ 34 w 34"/>
                <a:gd name="T41" fmla="*/ 36 h 50"/>
                <a:gd name="T42" fmla="*/ 31 w 34"/>
                <a:gd name="T43" fmla="*/ 30 h 50"/>
                <a:gd name="T44" fmla="*/ 22 w 34"/>
                <a:gd name="T45" fmla="*/ 24 h 50"/>
                <a:gd name="T46" fmla="*/ 16 w 34"/>
                <a:gd name="T47" fmla="*/ 20 h 50"/>
                <a:gd name="T48" fmla="*/ 14 w 34"/>
                <a:gd name="T49" fmla="*/ 17 h 50"/>
                <a:gd name="T50" fmla="*/ 18 w 34"/>
                <a:gd name="T51" fmla="*/ 11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4" h="50">
                  <a:moveTo>
                    <a:pt x="18" y="11"/>
                  </a:moveTo>
                  <a:cubicBezTo>
                    <a:pt x="21" y="10"/>
                    <a:pt x="24" y="9"/>
                    <a:pt x="27" y="9"/>
                  </a:cubicBezTo>
                  <a:cubicBezTo>
                    <a:pt x="27" y="9"/>
                    <a:pt x="28" y="9"/>
                    <a:pt x="28" y="9"/>
                  </a:cubicBezTo>
                  <a:cubicBezTo>
                    <a:pt x="29" y="10"/>
                    <a:pt x="30" y="10"/>
                    <a:pt x="30" y="10"/>
                  </a:cubicBezTo>
                  <a:cubicBezTo>
                    <a:pt x="31" y="10"/>
                    <a:pt x="32" y="9"/>
                    <a:pt x="33" y="9"/>
                  </a:cubicBezTo>
                  <a:cubicBezTo>
                    <a:pt x="34" y="8"/>
                    <a:pt x="34" y="7"/>
                    <a:pt x="34" y="6"/>
                  </a:cubicBezTo>
                  <a:cubicBezTo>
                    <a:pt x="34" y="2"/>
                    <a:pt x="32" y="0"/>
                    <a:pt x="27" y="0"/>
                  </a:cubicBezTo>
                  <a:cubicBezTo>
                    <a:pt x="23" y="0"/>
                    <a:pt x="17" y="2"/>
                    <a:pt x="12" y="5"/>
                  </a:cubicBezTo>
                  <a:cubicBezTo>
                    <a:pt x="7" y="9"/>
                    <a:pt x="4" y="13"/>
                    <a:pt x="4" y="18"/>
                  </a:cubicBezTo>
                  <a:cubicBezTo>
                    <a:pt x="4" y="20"/>
                    <a:pt x="5" y="22"/>
                    <a:pt x="6" y="24"/>
                  </a:cubicBezTo>
                  <a:cubicBezTo>
                    <a:pt x="8" y="26"/>
                    <a:pt x="11" y="29"/>
                    <a:pt x="17" y="31"/>
                  </a:cubicBezTo>
                  <a:cubicBezTo>
                    <a:pt x="22" y="33"/>
                    <a:pt x="24" y="35"/>
                    <a:pt x="24" y="37"/>
                  </a:cubicBezTo>
                  <a:cubicBezTo>
                    <a:pt x="23" y="38"/>
                    <a:pt x="21" y="39"/>
                    <a:pt x="18" y="40"/>
                  </a:cubicBezTo>
                  <a:cubicBezTo>
                    <a:pt x="16" y="40"/>
                    <a:pt x="13" y="41"/>
                    <a:pt x="10" y="41"/>
                  </a:cubicBezTo>
                  <a:cubicBezTo>
                    <a:pt x="9" y="41"/>
                    <a:pt x="8" y="41"/>
                    <a:pt x="7" y="40"/>
                  </a:cubicBezTo>
                  <a:cubicBezTo>
                    <a:pt x="6" y="40"/>
                    <a:pt x="5" y="40"/>
                    <a:pt x="5" y="40"/>
                  </a:cubicBezTo>
                  <a:cubicBezTo>
                    <a:pt x="4" y="40"/>
                    <a:pt x="3" y="40"/>
                    <a:pt x="1" y="41"/>
                  </a:cubicBezTo>
                  <a:cubicBezTo>
                    <a:pt x="0" y="42"/>
                    <a:pt x="0" y="43"/>
                    <a:pt x="0" y="44"/>
                  </a:cubicBezTo>
                  <a:cubicBezTo>
                    <a:pt x="0" y="48"/>
                    <a:pt x="2" y="50"/>
                    <a:pt x="7" y="50"/>
                  </a:cubicBezTo>
                  <a:cubicBezTo>
                    <a:pt x="14" y="50"/>
                    <a:pt x="20" y="49"/>
                    <a:pt x="26" y="46"/>
                  </a:cubicBezTo>
                  <a:cubicBezTo>
                    <a:pt x="31" y="43"/>
                    <a:pt x="34" y="40"/>
                    <a:pt x="34" y="36"/>
                  </a:cubicBezTo>
                  <a:cubicBezTo>
                    <a:pt x="34" y="34"/>
                    <a:pt x="33" y="32"/>
                    <a:pt x="31" y="30"/>
                  </a:cubicBezTo>
                  <a:cubicBezTo>
                    <a:pt x="30" y="28"/>
                    <a:pt x="27" y="26"/>
                    <a:pt x="22" y="24"/>
                  </a:cubicBezTo>
                  <a:cubicBezTo>
                    <a:pt x="19" y="22"/>
                    <a:pt x="17" y="21"/>
                    <a:pt x="16" y="20"/>
                  </a:cubicBezTo>
                  <a:cubicBezTo>
                    <a:pt x="15" y="19"/>
                    <a:pt x="14" y="18"/>
                    <a:pt x="14" y="17"/>
                  </a:cubicBezTo>
                  <a:cubicBezTo>
                    <a:pt x="14" y="15"/>
                    <a:pt x="16" y="13"/>
                    <a:pt x="1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 name="Freeform 314"/>
            <p:cNvSpPr>
              <a:spLocks/>
            </p:cNvSpPr>
            <p:nvPr/>
          </p:nvSpPr>
          <p:spPr bwMode="auto">
            <a:xfrm>
              <a:off x="11112500" y="4371976"/>
              <a:ext cx="58738" cy="90488"/>
            </a:xfrm>
            <a:custGeom>
              <a:avLst/>
              <a:gdLst>
                <a:gd name="T0" fmla="*/ 20 w 40"/>
                <a:gd name="T1" fmla="*/ 26 h 61"/>
                <a:gd name="T2" fmla="*/ 34 w 40"/>
                <a:gd name="T3" fmla="*/ 23 h 61"/>
                <a:gd name="T4" fmla="*/ 40 w 40"/>
                <a:gd name="T5" fmla="*/ 19 h 61"/>
                <a:gd name="T6" fmla="*/ 40 w 40"/>
                <a:gd name="T7" fmla="*/ 16 h 61"/>
                <a:gd name="T8" fmla="*/ 37 w 40"/>
                <a:gd name="T9" fmla="*/ 16 h 61"/>
                <a:gd name="T10" fmla="*/ 22 w 40"/>
                <a:gd name="T11" fmla="*/ 17 h 61"/>
                <a:gd name="T12" fmla="*/ 26 w 40"/>
                <a:gd name="T13" fmla="*/ 4 h 61"/>
                <a:gd name="T14" fmla="*/ 25 w 40"/>
                <a:gd name="T15" fmla="*/ 1 h 61"/>
                <a:gd name="T16" fmla="*/ 21 w 40"/>
                <a:gd name="T17" fmla="*/ 0 h 61"/>
                <a:gd name="T18" fmla="*/ 16 w 40"/>
                <a:gd name="T19" fmla="*/ 5 h 61"/>
                <a:gd name="T20" fmla="*/ 12 w 40"/>
                <a:gd name="T21" fmla="*/ 18 h 61"/>
                <a:gd name="T22" fmla="*/ 3 w 40"/>
                <a:gd name="T23" fmla="*/ 18 h 61"/>
                <a:gd name="T24" fmla="*/ 0 w 40"/>
                <a:gd name="T25" fmla="*/ 21 h 61"/>
                <a:gd name="T26" fmla="*/ 2 w 40"/>
                <a:gd name="T27" fmla="*/ 25 h 61"/>
                <a:gd name="T28" fmla="*/ 5 w 40"/>
                <a:gd name="T29" fmla="*/ 27 h 61"/>
                <a:gd name="T30" fmla="*/ 6 w 40"/>
                <a:gd name="T31" fmla="*/ 27 h 61"/>
                <a:gd name="T32" fmla="*/ 10 w 40"/>
                <a:gd name="T33" fmla="*/ 26 h 61"/>
                <a:gd name="T34" fmla="*/ 6 w 40"/>
                <a:gd name="T35" fmla="*/ 48 h 61"/>
                <a:gd name="T36" fmla="*/ 9 w 40"/>
                <a:gd name="T37" fmla="*/ 58 h 61"/>
                <a:gd name="T38" fmla="*/ 17 w 40"/>
                <a:gd name="T39" fmla="*/ 61 h 61"/>
                <a:gd name="T40" fmla="*/ 29 w 40"/>
                <a:gd name="T41" fmla="*/ 56 h 61"/>
                <a:gd name="T42" fmla="*/ 35 w 40"/>
                <a:gd name="T43" fmla="*/ 48 h 61"/>
                <a:gd name="T44" fmla="*/ 34 w 40"/>
                <a:gd name="T45" fmla="*/ 47 h 61"/>
                <a:gd name="T46" fmla="*/ 32 w 40"/>
                <a:gd name="T47" fmla="*/ 46 h 61"/>
                <a:gd name="T48" fmla="*/ 29 w 40"/>
                <a:gd name="T49" fmla="*/ 48 h 61"/>
                <a:gd name="T50" fmla="*/ 23 w 40"/>
                <a:gd name="T51" fmla="*/ 51 h 61"/>
                <a:gd name="T52" fmla="*/ 19 w 40"/>
                <a:gd name="T53" fmla="*/ 52 h 61"/>
                <a:gd name="T54" fmla="*/ 16 w 40"/>
                <a:gd name="T55" fmla="*/ 51 h 61"/>
                <a:gd name="T56" fmla="*/ 16 w 40"/>
                <a:gd name="T57" fmla="*/ 46 h 61"/>
                <a:gd name="T58" fmla="*/ 18 w 40"/>
                <a:gd name="T59" fmla="*/ 35 h 61"/>
                <a:gd name="T60" fmla="*/ 20 w 40"/>
                <a:gd name="T61" fmla="*/ 2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0" h="61">
                  <a:moveTo>
                    <a:pt x="20" y="26"/>
                  </a:moveTo>
                  <a:cubicBezTo>
                    <a:pt x="34" y="23"/>
                    <a:pt x="34" y="23"/>
                    <a:pt x="34" y="23"/>
                  </a:cubicBezTo>
                  <a:cubicBezTo>
                    <a:pt x="38" y="23"/>
                    <a:pt x="40" y="21"/>
                    <a:pt x="40" y="19"/>
                  </a:cubicBezTo>
                  <a:cubicBezTo>
                    <a:pt x="40" y="18"/>
                    <a:pt x="40" y="17"/>
                    <a:pt x="40" y="16"/>
                  </a:cubicBezTo>
                  <a:cubicBezTo>
                    <a:pt x="39" y="16"/>
                    <a:pt x="38" y="16"/>
                    <a:pt x="37" y="16"/>
                  </a:cubicBezTo>
                  <a:cubicBezTo>
                    <a:pt x="36" y="16"/>
                    <a:pt x="31" y="16"/>
                    <a:pt x="22" y="17"/>
                  </a:cubicBezTo>
                  <a:cubicBezTo>
                    <a:pt x="25" y="9"/>
                    <a:pt x="26" y="5"/>
                    <a:pt x="26" y="4"/>
                  </a:cubicBezTo>
                  <a:cubicBezTo>
                    <a:pt x="26" y="3"/>
                    <a:pt x="25" y="2"/>
                    <a:pt x="25" y="1"/>
                  </a:cubicBezTo>
                  <a:cubicBezTo>
                    <a:pt x="24" y="0"/>
                    <a:pt x="23" y="0"/>
                    <a:pt x="21" y="0"/>
                  </a:cubicBezTo>
                  <a:cubicBezTo>
                    <a:pt x="18" y="0"/>
                    <a:pt x="17" y="1"/>
                    <a:pt x="16" y="5"/>
                  </a:cubicBezTo>
                  <a:cubicBezTo>
                    <a:pt x="15" y="10"/>
                    <a:pt x="13" y="14"/>
                    <a:pt x="12" y="18"/>
                  </a:cubicBezTo>
                  <a:cubicBezTo>
                    <a:pt x="3" y="18"/>
                    <a:pt x="3" y="18"/>
                    <a:pt x="3" y="18"/>
                  </a:cubicBezTo>
                  <a:cubicBezTo>
                    <a:pt x="1" y="18"/>
                    <a:pt x="0" y="19"/>
                    <a:pt x="0" y="21"/>
                  </a:cubicBezTo>
                  <a:cubicBezTo>
                    <a:pt x="0" y="23"/>
                    <a:pt x="0" y="25"/>
                    <a:pt x="2" y="25"/>
                  </a:cubicBezTo>
                  <a:cubicBezTo>
                    <a:pt x="3" y="26"/>
                    <a:pt x="4" y="27"/>
                    <a:pt x="5" y="27"/>
                  </a:cubicBezTo>
                  <a:cubicBezTo>
                    <a:pt x="6" y="27"/>
                    <a:pt x="6" y="27"/>
                    <a:pt x="6" y="27"/>
                  </a:cubicBezTo>
                  <a:cubicBezTo>
                    <a:pt x="7" y="27"/>
                    <a:pt x="8" y="27"/>
                    <a:pt x="10" y="26"/>
                  </a:cubicBezTo>
                  <a:cubicBezTo>
                    <a:pt x="7" y="37"/>
                    <a:pt x="6" y="45"/>
                    <a:pt x="6" y="48"/>
                  </a:cubicBezTo>
                  <a:cubicBezTo>
                    <a:pt x="6" y="52"/>
                    <a:pt x="7" y="56"/>
                    <a:pt x="9" y="58"/>
                  </a:cubicBezTo>
                  <a:cubicBezTo>
                    <a:pt x="10" y="60"/>
                    <a:pt x="13" y="61"/>
                    <a:pt x="17" y="61"/>
                  </a:cubicBezTo>
                  <a:cubicBezTo>
                    <a:pt x="21" y="61"/>
                    <a:pt x="25" y="59"/>
                    <a:pt x="29" y="56"/>
                  </a:cubicBezTo>
                  <a:cubicBezTo>
                    <a:pt x="33" y="53"/>
                    <a:pt x="35" y="51"/>
                    <a:pt x="35" y="48"/>
                  </a:cubicBezTo>
                  <a:cubicBezTo>
                    <a:pt x="35" y="47"/>
                    <a:pt x="35" y="47"/>
                    <a:pt x="34" y="47"/>
                  </a:cubicBezTo>
                  <a:cubicBezTo>
                    <a:pt x="34" y="46"/>
                    <a:pt x="33" y="46"/>
                    <a:pt x="32" y="46"/>
                  </a:cubicBezTo>
                  <a:cubicBezTo>
                    <a:pt x="31" y="46"/>
                    <a:pt x="30" y="46"/>
                    <a:pt x="29" y="48"/>
                  </a:cubicBezTo>
                  <a:cubicBezTo>
                    <a:pt x="26" y="49"/>
                    <a:pt x="25" y="51"/>
                    <a:pt x="23" y="51"/>
                  </a:cubicBezTo>
                  <a:cubicBezTo>
                    <a:pt x="22" y="52"/>
                    <a:pt x="20" y="52"/>
                    <a:pt x="19" y="52"/>
                  </a:cubicBezTo>
                  <a:cubicBezTo>
                    <a:pt x="18" y="52"/>
                    <a:pt x="17" y="52"/>
                    <a:pt x="16" y="51"/>
                  </a:cubicBezTo>
                  <a:cubicBezTo>
                    <a:pt x="16" y="50"/>
                    <a:pt x="16" y="48"/>
                    <a:pt x="16" y="46"/>
                  </a:cubicBezTo>
                  <a:cubicBezTo>
                    <a:pt x="16" y="45"/>
                    <a:pt x="16" y="41"/>
                    <a:pt x="18" y="35"/>
                  </a:cubicBezTo>
                  <a:cubicBezTo>
                    <a:pt x="19" y="29"/>
                    <a:pt x="20" y="26"/>
                    <a:pt x="20"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 name="Freeform 315"/>
            <p:cNvSpPr>
              <a:spLocks/>
            </p:cNvSpPr>
            <p:nvPr/>
          </p:nvSpPr>
          <p:spPr bwMode="auto">
            <a:xfrm>
              <a:off x="11168063" y="4389438"/>
              <a:ext cx="50800" cy="74613"/>
            </a:xfrm>
            <a:custGeom>
              <a:avLst/>
              <a:gdLst>
                <a:gd name="T0" fmla="*/ 18 w 34"/>
                <a:gd name="T1" fmla="*/ 11 h 50"/>
                <a:gd name="T2" fmla="*/ 26 w 34"/>
                <a:gd name="T3" fmla="*/ 9 h 50"/>
                <a:gd name="T4" fmla="*/ 28 w 34"/>
                <a:gd name="T5" fmla="*/ 9 h 50"/>
                <a:gd name="T6" fmla="*/ 30 w 34"/>
                <a:gd name="T7" fmla="*/ 10 h 50"/>
                <a:gd name="T8" fmla="*/ 32 w 34"/>
                <a:gd name="T9" fmla="*/ 9 h 50"/>
                <a:gd name="T10" fmla="*/ 34 w 34"/>
                <a:gd name="T11" fmla="*/ 6 h 50"/>
                <a:gd name="T12" fmla="*/ 27 w 34"/>
                <a:gd name="T13" fmla="*/ 0 h 50"/>
                <a:gd name="T14" fmla="*/ 12 w 34"/>
                <a:gd name="T15" fmla="*/ 5 h 50"/>
                <a:gd name="T16" fmla="*/ 4 w 34"/>
                <a:gd name="T17" fmla="*/ 18 h 50"/>
                <a:gd name="T18" fmla="*/ 6 w 34"/>
                <a:gd name="T19" fmla="*/ 24 h 50"/>
                <a:gd name="T20" fmla="*/ 17 w 34"/>
                <a:gd name="T21" fmla="*/ 31 h 50"/>
                <a:gd name="T22" fmla="*/ 24 w 34"/>
                <a:gd name="T23" fmla="*/ 37 h 50"/>
                <a:gd name="T24" fmla="*/ 18 w 34"/>
                <a:gd name="T25" fmla="*/ 40 h 50"/>
                <a:gd name="T26" fmla="*/ 10 w 34"/>
                <a:gd name="T27" fmla="*/ 41 h 50"/>
                <a:gd name="T28" fmla="*/ 7 w 34"/>
                <a:gd name="T29" fmla="*/ 40 h 50"/>
                <a:gd name="T30" fmla="*/ 5 w 34"/>
                <a:gd name="T31" fmla="*/ 40 h 50"/>
                <a:gd name="T32" fmla="*/ 1 w 34"/>
                <a:gd name="T33" fmla="*/ 41 h 50"/>
                <a:gd name="T34" fmla="*/ 0 w 34"/>
                <a:gd name="T35" fmla="*/ 44 h 50"/>
                <a:gd name="T36" fmla="*/ 7 w 34"/>
                <a:gd name="T37" fmla="*/ 50 h 50"/>
                <a:gd name="T38" fmla="*/ 25 w 34"/>
                <a:gd name="T39" fmla="*/ 46 h 50"/>
                <a:gd name="T40" fmla="*/ 33 w 34"/>
                <a:gd name="T41" fmla="*/ 36 h 50"/>
                <a:gd name="T42" fmla="*/ 31 w 34"/>
                <a:gd name="T43" fmla="*/ 30 h 50"/>
                <a:gd name="T44" fmla="*/ 22 w 34"/>
                <a:gd name="T45" fmla="*/ 24 h 50"/>
                <a:gd name="T46" fmla="*/ 15 w 34"/>
                <a:gd name="T47" fmla="*/ 20 h 50"/>
                <a:gd name="T48" fmla="*/ 14 w 34"/>
                <a:gd name="T49" fmla="*/ 17 h 50"/>
                <a:gd name="T50" fmla="*/ 18 w 34"/>
                <a:gd name="T51" fmla="*/ 11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4" h="50">
                  <a:moveTo>
                    <a:pt x="18" y="11"/>
                  </a:moveTo>
                  <a:cubicBezTo>
                    <a:pt x="21" y="10"/>
                    <a:pt x="24" y="9"/>
                    <a:pt x="26" y="9"/>
                  </a:cubicBezTo>
                  <a:cubicBezTo>
                    <a:pt x="27" y="9"/>
                    <a:pt x="27" y="9"/>
                    <a:pt x="28" y="9"/>
                  </a:cubicBezTo>
                  <a:cubicBezTo>
                    <a:pt x="29" y="10"/>
                    <a:pt x="29" y="10"/>
                    <a:pt x="30" y="10"/>
                  </a:cubicBezTo>
                  <a:cubicBezTo>
                    <a:pt x="30" y="10"/>
                    <a:pt x="31" y="9"/>
                    <a:pt x="32" y="9"/>
                  </a:cubicBezTo>
                  <a:cubicBezTo>
                    <a:pt x="33" y="8"/>
                    <a:pt x="34" y="7"/>
                    <a:pt x="34" y="6"/>
                  </a:cubicBezTo>
                  <a:cubicBezTo>
                    <a:pt x="34" y="2"/>
                    <a:pt x="32" y="0"/>
                    <a:pt x="27" y="0"/>
                  </a:cubicBezTo>
                  <a:cubicBezTo>
                    <a:pt x="22" y="0"/>
                    <a:pt x="17" y="2"/>
                    <a:pt x="12" y="5"/>
                  </a:cubicBezTo>
                  <a:cubicBezTo>
                    <a:pt x="6" y="9"/>
                    <a:pt x="4" y="13"/>
                    <a:pt x="4" y="18"/>
                  </a:cubicBezTo>
                  <a:cubicBezTo>
                    <a:pt x="4" y="20"/>
                    <a:pt x="4" y="22"/>
                    <a:pt x="6" y="24"/>
                  </a:cubicBezTo>
                  <a:cubicBezTo>
                    <a:pt x="7" y="26"/>
                    <a:pt x="11" y="29"/>
                    <a:pt x="17" y="31"/>
                  </a:cubicBezTo>
                  <a:cubicBezTo>
                    <a:pt x="21" y="33"/>
                    <a:pt x="24" y="35"/>
                    <a:pt x="24" y="37"/>
                  </a:cubicBezTo>
                  <a:cubicBezTo>
                    <a:pt x="23" y="38"/>
                    <a:pt x="21" y="39"/>
                    <a:pt x="18" y="40"/>
                  </a:cubicBezTo>
                  <a:cubicBezTo>
                    <a:pt x="15" y="40"/>
                    <a:pt x="13" y="41"/>
                    <a:pt x="10" y="41"/>
                  </a:cubicBezTo>
                  <a:cubicBezTo>
                    <a:pt x="9" y="41"/>
                    <a:pt x="8" y="41"/>
                    <a:pt x="7" y="40"/>
                  </a:cubicBezTo>
                  <a:cubicBezTo>
                    <a:pt x="6" y="40"/>
                    <a:pt x="5" y="40"/>
                    <a:pt x="5" y="40"/>
                  </a:cubicBezTo>
                  <a:cubicBezTo>
                    <a:pt x="3" y="40"/>
                    <a:pt x="2" y="40"/>
                    <a:pt x="1" y="41"/>
                  </a:cubicBezTo>
                  <a:cubicBezTo>
                    <a:pt x="0" y="42"/>
                    <a:pt x="0" y="43"/>
                    <a:pt x="0" y="44"/>
                  </a:cubicBezTo>
                  <a:cubicBezTo>
                    <a:pt x="0" y="48"/>
                    <a:pt x="2" y="50"/>
                    <a:pt x="7" y="50"/>
                  </a:cubicBezTo>
                  <a:cubicBezTo>
                    <a:pt x="14" y="50"/>
                    <a:pt x="20" y="49"/>
                    <a:pt x="25" y="46"/>
                  </a:cubicBezTo>
                  <a:cubicBezTo>
                    <a:pt x="31" y="43"/>
                    <a:pt x="33" y="40"/>
                    <a:pt x="33" y="36"/>
                  </a:cubicBezTo>
                  <a:cubicBezTo>
                    <a:pt x="33" y="34"/>
                    <a:pt x="33" y="32"/>
                    <a:pt x="31" y="30"/>
                  </a:cubicBezTo>
                  <a:cubicBezTo>
                    <a:pt x="30" y="28"/>
                    <a:pt x="26" y="26"/>
                    <a:pt x="22" y="24"/>
                  </a:cubicBezTo>
                  <a:cubicBezTo>
                    <a:pt x="19" y="22"/>
                    <a:pt x="16" y="21"/>
                    <a:pt x="15" y="20"/>
                  </a:cubicBezTo>
                  <a:cubicBezTo>
                    <a:pt x="14" y="19"/>
                    <a:pt x="14" y="18"/>
                    <a:pt x="14" y="17"/>
                  </a:cubicBezTo>
                  <a:cubicBezTo>
                    <a:pt x="14" y="15"/>
                    <a:pt x="15" y="13"/>
                    <a:pt x="1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 name="Freeform 316"/>
            <p:cNvSpPr>
              <a:spLocks/>
            </p:cNvSpPr>
            <p:nvPr/>
          </p:nvSpPr>
          <p:spPr bwMode="auto">
            <a:xfrm>
              <a:off x="11222038" y="4371976"/>
              <a:ext cx="61913" cy="90488"/>
            </a:xfrm>
            <a:custGeom>
              <a:avLst/>
              <a:gdLst>
                <a:gd name="T0" fmla="*/ 36 w 41"/>
                <a:gd name="T1" fmla="*/ 48 h 61"/>
                <a:gd name="T2" fmla="*/ 35 w 41"/>
                <a:gd name="T3" fmla="*/ 47 h 61"/>
                <a:gd name="T4" fmla="*/ 33 w 41"/>
                <a:gd name="T5" fmla="*/ 46 h 61"/>
                <a:gd name="T6" fmla="*/ 29 w 41"/>
                <a:gd name="T7" fmla="*/ 48 h 61"/>
                <a:gd name="T8" fmla="*/ 24 w 41"/>
                <a:gd name="T9" fmla="*/ 51 h 61"/>
                <a:gd name="T10" fmla="*/ 19 w 41"/>
                <a:gd name="T11" fmla="*/ 52 h 61"/>
                <a:gd name="T12" fmla="*/ 17 w 41"/>
                <a:gd name="T13" fmla="*/ 51 h 61"/>
                <a:gd name="T14" fmla="*/ 16 w 41"/>
                <a:gd name="T15" fmla="*/ 46 h 61"/>
                <a:gd name="T16" fmla="*/ 18 w 41"/>
                <a:gd name="T17" fmla="*/ 35 h 61"/>
                <a:gd name="T18" fmla="*/ 21 w 41"/>
                <a:gd name="T19" fmla="*/ 26 h 61"/>
                <a:gd name="T20" fmla="*/ 35 w 41"/>
                <a:gd name="T21" fmla="*/ 23 h 61"/>
                <a:gd name="T22" fmla="*/ 41 w 41"/>
                <a:gd name="T23" fmla="*/ 19 h 61"/>
                <a:gd name="T24" fmla="*/ 40 w 41"/>
                <a:gd name="T25" fmla="*/ 16 h 61"/>
                <a:gd name="T26" fmla="*/ 37 w 41"/>
                <a:gd name="T27" fmla="*/ 16 h 61"/>
                <a:gd name="T28" fmla="*/ 23 w 41"/>
                <a:gd name="T29" fmla="*/ 17 h 61"/>
                <a:gd name="T30" fmla="*/ 27 w 41"/>
                <a:gd name="T31" fmla="*/ 4 h 61"/>
                <a:gd name="T32" fmla="*/ 25 w 41"/>
                <a:gd name="T33" fmla="*/ 1 h 61"/>
                <a:gd name="T34" fmla="*/ 22 w 41"/>
                <a:gd name="T35" fmla="*/ 0 h 61"/>
                <a:gd name="T36" fmla="*/ 17 w 41"/>
                <a:gd name="T37" fmla="*/ 5 h 61"/>
                <a:gd name="T38" fmla="*/ 13 w 41"/>
                <a:gd name="T39" fmla="*/ 18 h 61"/>
                <a:gd name="T40" fmla="*/ 4 w 41"/>
                <a:gd name="T41" fmla="*/ 18 h 61"/>
                <a:gd name="T42" fmla="*/ 0 w 41"/>
                <a:gd name="T43" fmla="*/ 21 h 61"/>
                <a:gd name="T44" fmla="*/ 2 w 41"/>
                <a:gd name="T45" fmla="*/ 25 h 61"/>
                <a:gd name="T46" fmla="*/ 6 w 41"/>
                <a:gd name="T47" fmla="*/ 27 h 61"/>
                <a:gd name="T48" fmla="*/ 7 w 41"/>
                <a:gd name="T49" fmla="*/ 27 h 61"/>
                <a:gd name="T50" fmla="*/ 11 w 41"/>
                <a:gd name="T51" fmla="*/ 26 h 61"/>
                <a:gd name="T52" fmla="*/ 6 w 41"/>
                <a:gd name="T53" fmla="*/ 48 h 61"/>
                <a:gd name="T54" fmla="*/ 9 w 41"/>
                <a:gd name="T55" fmla="*/ 58 h 61"/>
                <a:gd name="T56" fmla="*/ 18 w 41"/>
                <a:gd name="T57" fmla="*/ 61 h 61"/>
                <a:gd name="T58" fmla="*/ 30 w 41"/>
                <a:gd name="T59" fmla="*/ 56 h 61"/>
                <a:gd name="T60" fmla="*/ 36 w 41"/>
                <a:gd name="T61" fmla="*/ 4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1" h="61">
                  <a:moveTo>
                    <a:pt x="36" y="48"/>
                  </a:moveTo>
                  <a:cubicBezTo>
                    <a:pt x="36" y="47"/>
                    <a:pt x="35" y="47"/>
                    <a:pt x="35" y="47"/>
                  </a:cubicBezTo>
                  <a:cubicBezTo>
                    <a:pt x="34" y="46"/>
                    <a:pt x="34" y="46"/>
                    <a:pt x="33" y="46"/>
                  </a:cubicBezTo>
                  <a:cubicBezTo>
                    <a:pt x="32" y="46"/>
                    <a:pt x="31" y="46"/>
                    <a:pt x="29" y="48"/>
                  </a:cubicBezTo>
                  <a:cubicBezTo>
                    <a:pt x="27" y="49"/>
                    <a:pt x="25" y="51"/>
                    <a:pt x="24" y="51"/>
                  </a:cubicBezTo>
                  <a:cubicBezTo>
                    <a:pt x="22" y="52"/>
                    <a:pt x="21" y="52"/>
                    <a:pt x="19" y="52"/>
                  </a:cubicBezTo>
                  <a:cubicBezTo>
                    <a:pt x="18" y="52"/>
                    <a:pt x="18" y="52"/>
                    <a:pt x="17" y="51"/>
                  </a:cubicBezTo>
                  <a:cubicBezTo>
                    <a:pt x="17" y="50"/>
                    <a:pt x="16" y="48"/>
                    <a:pt x="16" y="46"/>
                  </a:cubicBezTo>
                  <a:cubicBezTo>
                    <a:pt x="16" y="45"/>
                    <a:pt x="17" y="41"/>
                    <a:pt x="18" y="35"/>
                  </a:cubicBezTo>
                  <a:cubicBezTo>
                    <a:pt x="20" y="29"/>
                    <a:pt x="20" y="26"/>
                    <a:pt x="21" y="26"/>
                  </a:cubicBezTo>
                  <a:cubicBezTo>
                    <a:pt x="35" y="23"/>
                    <a:pt x="35" y="23"/>
                    <a:pt x="35" y="23"/>
                  </a:cubicBezTo>
                  <a:cubicBezTo>
                    <a:pt x="39" y="23"/>
                    <a:pt x="41" y="21"/>
                    <a:pt x="41" y="19"/>
                  </a:cubicBezTo>
                  <a:cubicBezTo>
                    <a:pt x="41" y="18"/>
                    <a:pt x="41" y="17"/>
                    <a:pt x="40" y="16"/>
                  </a:cubicBezTo>
                  <a:cubicBezTo>
                    <a:pt x="40" y="16"/>
                    <a:pt x="39" y="16"/>
                    <a:pt x="37" y="16"/>
                  </a:cubicBezTo>
                  <a:cubicBezTo>
                    <a:pt x="37" y="16"/>
                    <a:pt x="32" y="16"/>
                    <a:pt x="23" y="17"/>
                  </a:cubicBezTo>
                  <a:cubicBezTo>
                    <a:pt x="25" y="9"/>
                    <a:pt x="27" y="5"/>
                    <a:pt x="27" y="4"/>
                  </a:cubicBezTo>
                  <a:cubicBezTo>
                    <a:pt x="27" y="3"/>
                    <a:pt x="26" y="2"/>
                    <a:pt x="25" y="1"/>
                  </a:cubicBezTo>
                  <a:cubicBezTo>
                    <a:pt x="24" y="0"/>
                    <a:pt x="23" y="0"/>
                    <a:pt x="22" y="0"/>
                  </a:cubicBezTo>
                  <a:cubicBezTo>
                    <a:pt x="19" y="0"/>
                    <a:pt x="17" y="1"/>
                    <a:pt x="17" y="5"/>
                  </a:cubicBezTo>
                  <a:cubicBezTo>
                    <a:pt x="15" y="10"/>
                    <a:pt x="14" y="14"/>
                    <a:pt x="13" y="18"/>
                  </a:cubicBezTo>
                  <a:cubicBezTo>
                    <a:pt x="4" y="18"/>
                    <a:pt x="4" y="18"/>
                    <a:pt x="4" y="18"/>
                  </a:cubicBezTo>
                  <a:cubicBezTo>
                    <a:pt x="2" y="18"/>
                    <a:pt x="0" y="19"/>
                    <a:pt x="0" y="21"/>
                  </a:cubicBezTo>
                  <a:cubicBezTo>
                    <a:pt x="0" y="23"/>
                    <a:pt x="1" y="25"/>
                    <a:pt x="2" y="25"/>
                  </a:cubicBezTo>
                  <a:cubicBezTo>
                    <a:pt x="4" y="26"/>
                    <a:pt x="5" y="27"/>
                    <a:pt x="6" y="27"/>
                  </a:cubicBezTo>
                  <a:cubicBezTo>
                    <a:pt x="7" y="27"/>
                    <a:pt x="7" y="27"/>
                    <a:pt x="7" y="27"/>
                  </a:cubicBezTo>
                  <a:cubicBezTo>
                    <a:pt x="8" y="27"/>
                    <a:pt x="9" y="27"/>
                    <a:pt x="11" y="26"/>
                  </a:cubicBezTo>
                  <a:cubicBezTo>
                    <a:pt x="8" y="37"/>
                    <a:pt x="6" y="45"/>
                    <a:pt x="6" y="48"/>
                  </a:cubicBezTo>
                  <a:cubicBezTo>
                    <a:pt x="6" y="52"/>
                    <a:pt x="7" y="56"/>
                    <a:pt x="9" y="58"/>
                  </a:cubicBezTo>
                  <a:cubicBezTo>
                    <a:pt x="11" y="60"/>
                    <a:pt x="14" y="61"/>
                    <a:pt x="18" y="61"/>
                  </a:cubicBezTo>
                  <a:cubicBezTo>
                    <a:pt x="22" y="61"/>
                    <a:pt x="26" y="59"/>
                    <a:pt x="30" y="56"/>
                  </a:cubicBezTo>
                  <a:cubicBezTo>
                    <a:pt x="34" y="53"/>
                    <a:pt x="36" y="51"/>
                    <a:pt x="36"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 name="Freeform 317"/>
            <p:cNvSpPr>
              <a:spLocks/>
            </p:cNvSpPr>
            <p:nvPr/>
          </p:nvSpPr>
          <p:spPr bwMode="auto">
            <a:xfrm>
              <a:off x="11290300" y="4394201"/>
              <a:ext cx="58738" cy="68263"/>
            </a:xfrm>
            <a:custGeom>
              <a:avLst/>
              <a:gdLst>
                <a:gd name="T0" fmla="*/ 32 w 40"/>
                <a:gd name="T1" fmla="*/ 10 h 46"/>
                <a:gd name="T2" fmla="*/ 37 w 40"/>
                <a:gd name="T3" fmla="*/ 13 h 46"/>
                <a:gd name="T4" fmla="*/ 40 w 40"/>
                <a:gd name="T5" fmla="*/ 11 h 46"/>
                <a:gd name="T6" fmla="*/ 40 w 40"/>
                <a:gd name="T7" fmla="*/ 8 h 46"/>
                <a:gd name="T8" fmla="*/ 38 w 40"/>
                <a:gd name="T9" fmla="*/ 2 h 46"/>
                <a:gd name="T10" fmla="*/ 31 w 40"/>
                <a:gd name="T11" fmla="*/ 0 h 46"/>
                <a:gd name="T12" fmla="*/ 20 w 40"/>
                <a:gd name="T13" fmla="*/ 6 h 46"/>
                <a:gd name="T14" fmla="*/ 9 w 40"/>
                <a:gd name="T15" fmla="*/ 22 h 46"/>
                <a:gd name="T16" fmla="*/ 8 w 40"/>
                <a:gd name="T17" fmla="*/ 24 h 46"/>
                <a:gd name="T18" fmla="*/ 9 w 40"/>
                <a:gd name="T19" fmla="*/ 17 h 46"/>
                <a:gd name="T20" fmla="*/ 11 w 40"/>
                <a:gd name="T21" fmla="*/ 12 h 46"/>
                <a:gd name="T22" fmla="*/ 12 w 40"/>
                <a:gd name="T23" fmla="*/ 4 h 46"/>
                <a:gd name="T24" fmla="*/ 11 w 40"/>
                <a:gd name="T25" fmla="*/ 2 h 46"/>
                <a:gd name="T26" fmla="*/ 8 w 40"/>
                <a:gd name="T27" fmla="*/ 0 h 46"/>
                <a:gd name="T28" fmla="*/ 4 w 40"/>
                <a:gd name="T29" fmla="*/ 2 h 46"/>
                <a:gd name="T30" fmla="*/ 2 w 40"/>
                <a:gd name="T31" fmla="*/ 4 h 46"/>
                <a:gd name="T32" fmla="*/ 1 w 40"/>
                <a:gd name="T33" fmla="*/ 10 h 46"/>
                <a:gd name="T34" fmla="*/ 1 w 40"/>
                <a:gd name="T35" fmla="*/ 13 h 46"/>
                <a:gd name="T36" fmla="*/ 0 w 40"/>
                <a:gd name="T37" fmla="*/ 25 h 46"/>
                <a:gd name="T38" fmla="*/ 0 w 40"/>
                <a:gd name="T39" fmla="*/ 33 h 46"/>
                <a:gd name="T40" fmla="*/ 1 w 40"/>
                <a:gd name="T41" fmla="*/ 43 h 46"/>
                <a:gd name="T42" fmla="*/ 5 w 40"/>
                <a:gd name="T43" fmla="*/ 46 h 46"/>
                <a:gd name="T44" fmla="*/ 9 w 40"/>
                <a:gd name="T45" fmla="*/ 45 h 46"/>
                <a:gd name="T46" fmla="*/ 11 w 40"/>
                <a:gd name="T47" fmla="*/ 40 h 46"/>
                <a:gd name="T48" fmla="*/ 20 w 40"/>
                <a:gd name="T49" fmla="*/ 19 h 46"/>
                <a:gd name="T50" fmla="*/ 30 w 40"/>
                <a:gd name="T51" fmla="*/ 9 h 46"/>
                <a:gd name="T52" fmla="*/ 32 w 40"/>
                <a:gd name="T53" fmla="*/ 1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0" h="46">
                  <a:moveTo>
                    <a:pt x="32" y="10"/>
                  </a:moveTo>
                  <a:cubicBezTo>
                    <a:pt x="34" y="12"/>
                    <a:pt x="35" y="13"/>
                    <a:pt x="37" y="13"/>
                  </a:cubicBezTo>
                  <a:cubicBezTo>
                    <a:pt x="38" y="13"/>
                    <a:pt x="39" y="12"/>
                    <a:pt x="40" y="11"/>
                  </a:cubicBezTo>
                  <a:cubicBezTo>
                    <a:pt x="40" y="10"/>
                    <a:pt x="40" y="9"/>
                    <a:pt x="40" y="8"/>
                  </a:cubicBezTo>
                  <a:cubicBezTo>
                    <a:pt x="40" y="6"/>
                    <a:pt x="40" y="4"/>
                    <a:pt x="38" y="2"/>
                  </a:cubicBezTo>
                  <a:cubicBezTo>
                    <a:pt x="36" y="1"/>
                    <a:pt x="34" y="0"/>
                    <a:pt x="31" y="0"/>
                  </a:cubicBezTo>
                  <a:cubicBezTo>
                    <a:pt x="27" y="0"/>
                    <a:pt x="24" y="2"/>
                    <a:pt x="20" y="6"/>
                  </a:cubicBezTo>
                  <a:cubicBezTo>
                    <a:pt x="16" y="10"/>
                    <a:pt x="12" y="16"/>
                    <a:pt x="9" y="22"/>
                  </a:cubicBezTo>
                  <a:cubicBezTo>
                    <a:pt x="8" y="24"/>
                    <a:pt x="8" y="24"/>
                    <a:pt x="8" y="24"/>
                  </a:cubicBezTo>
                  <a:cubicBezTo>
                    <a:pt x="9" y="17"/>
                    <a:pt x="9" y="17"/>
                    <a:pt x="9" y="17"/>
                  </a:cubicBezTo>
                  <a:cubicBezTo>
                    <a:pt x="10" y="15"/>
                    <a:pt x="10" y="14"/>
                    <a:pt x="11" y="12"/>
                  </a:cubicBezTo>
                  <a:cubicBezTo>
                    <a:pt x="12" y="8"/>
                    <a:pt x="12" y="6"/>
                    <a:pt x="12" y="4"/>
                  </a:cubicBezTo>
                  <a:cubicBezTo>
                    <a:pt x="12" y="3"/>
                    <a:pt x="12" y="2"/>
                    <a:pt x="11" y="2"/>
                  </a:cubicBezTo>
                  <a:cubicBezTo>
                    <a:pt x="10" y="1"/>
                    <a:pt x="9" y="0"/>
                    <a:pt x="8" y="0"/>
                  </a:cubicBezTo>
                  <a:cubicBezTo>
                    <a:pt x="6" y="0"/>
                    <a:pt x="5" y="1"/>
                    <a:pt x="4" y="2"/>
                  </a:cubicBezTo>
                  <a:cubicBezTo>
                    <a:pt x="3" y="3"/>
                    <a:pt x="2" y="3"/>
                    <a:pt x="2" y="4"/>
                  </a:cubicBezTo>
                  <a:cubicBezTo>
                    <a:pt x="2" y="5"/>
                    <a:pt x="1" y="7"/>
                    <a:pt x="1" y="10"/>
                  </a:cubicBezTo>
                  <a:cubicBezTo>
                    <a:pt x="1" y="11"/>
                    <a:pt x="1" y="12"/>
                    <a:pt x="1" y="13"/>
                  </a:cubicBezTo>
                  <a:cubicBezTo>
                    <a:pt x="0" y="17"/>
                    <a:pt x="0" y="21"/>
                    <a:pt x="0" y="25"/>
                  </a:cubicBezTo>
                  <a:cubicBezTo>
                    <a:pt x="0" y="28"/>
                    <a:pt x="0" y="31"/>
                    <a:pt x="0" y="33"/>
                  </a:cubicBezTo>
                  <a:cubicBezTo>
                    <a:pt x="0" y="37"/>
                    <a:pt x="0" y="41"/>
                    <a:pt x="1" y="43"/>
                  </a:cubicBezTo>
                  <a:cubicBezTo>
                    <a:pt x="2" y="45"/>
                    <a:pt x="3" y="46"/>
                    <a:pt x="5" y="46"/>
                  </a:cubicBezTo>
                  <a:cubicBezTo>
                    <a:pt x="7" y="46"/>
                    <a:pt x="8" y="46"/>
                    <a:pt x="9" y="45"/>
                  </a:cubicBezTo>
                  <a:cubicBezTo>
                    <a:pt x="10" y="44"/>
                    <a:pt x="11" y="42"/>
                    <a:pt x="11" y="40"/>
                  </a:cubicBezTo>
                  <a:cubicBezTo>
                    <a:pt x="12" y="32"/>
                    <a:pt x="15" y="25"/>
                    <a:pt x="20" y="19"/>
                  </a:cubicBezTo>
                  <a:cubicBezTo>
                    <a:pt x="25" y="12"/>
                    <a:pt x="28" y="9"/>
                    <a:pt x="30" y="9"/>
                  </a:cubicBezTo>
                  <a:cubicBezTo>
                    <a:pt x="31" y="9"/>
                    <a:pt x="31" y="10"/>
                    <a:pt x="32"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318"/>
            <p:cNvSpPr>
              <a:spLocks noEditPoints="1"/>
            </p:cNvSpPr>
            <p:nvPr/>
          </p:nvSpPr>
          <p:spPr bwMode="auto">
            <a:xfrm>
              <a:off x="11349038" y="4394201"/>
              <a:ext cx="60325" cy="68263"/>
            </a:xfrm>
            <a:custGeom>
              <a:avLst/>
              <a:gdLst>
                <a:gd name="T0" fmla="*/ 7 w 40"/>
                <a:gd name="T1" fmla="*/ 10 h 46"/>
                <a:gd name="T2" fmla="*/ 0 w 40"/>
                <a:gd name="T3" fmla="*/ 31 h 46"/>
                <a:gd name="T4" fmla="*/ 4 w 40"/>
                <a:gd name="T5" fmla="*/ 42 h 46"/>
                <a:gd name="T6" fmla="*/ 14 w 40"/>
                <a:gd name="T7" fmla="*/ 46 h 46"/>
                <a:gd name="T8" fmla="*/ 29 w 40"/>
                <a:gd name="T9" fmla="*/ 39 h 46"/>
                <a:gd name="T10" fmla="*/ 40 w 40"/>
                <a:gd name="T11" fmla="*/ 23 h 46"/>
                <a:gd name="T12" fmla="*/ 40 w 40"/>
                <a:gd name="T13" fmla="*/ 23 h 46"/>
                <a:gd name="T14" fmla="*/ 40 w 40"/>
                <a:gd name="T15" fmla="*/ 17 h 46"/>
                <a:gd name="T16" fmla="*/ 36 w 40"/>
                <a:gd name="T17" fmla="*/ 5 h 46"/>
                <a:gd name="T18" fmla="*/ 24 w 40"/>
                <a:gd name="T19" fmla="*/ 0 h 46"/>
                <a:gd name="T20" fmla="*/ 7 w 40"/>
                <a:gd name="T21" fmla="*/ 10 h 46"/>
                <a:gd name="T22" fmla="*/ 29 w 40"/>
                <a:gd name="T23" fmla="*/ 11 h 46"/>
                <a:gd name="T24" fmla="*/ 30 w 40"/>
                <a:gd name="T25" fmla="*/ 18 h 46"/>
                <a:gd name="T26" fmla="*/ 25 w 40"/>
                <a:gd name="T27" fmla="*/ 31 h 46"/>
                <a:gd name="T28" fmla="*/ 14 w 40"/>
                <a:gd name="T29" fmla="*/ 37 h 46"/>
                <a:gd name="T30" fmla="*/ 11 w 40"/>
                <a:gd name="T31" fmla="*/ 35 h 46"/>
                <a:gd name="T32" fmla="*/ 10 w 40"/>
                <a:gd name="T33" fmla="*/ 30 h 46"/>
                <a:gd name="T34" fmla="*/ 13 w 40"/>
                <a:gd name="T35" fmla="*/ 18 h 46"/>
                <a:gd name="T36" fmla="*/ 18 w 40"/>
                <a:gd name="T37" fmla="*/ 10 h 46"/>
                <a:gd name="T38" fmla="*/ 18 w 40"/>
                <a:gd name="T39" fmla="*/ 10 h 46"/>
                <a:gd name="T40" fmla="*/ 24 w 40"/>
                <a:gd name="T41" fmla="*/ 8 h 46"/>
                <a:gd name="T42" fmla="*/ 29 w 40"/>
                <a:gd name="T43"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0" h="46">
                  <a:moveTo>
                    <a:pt x="7" y="10"/>
                  </a:moveTo>
                  <a:cubicBezTo>
                    <a:pt x="2" y="17"/>
                    <a:pt x="0" y="24"/>
                    <a:pt x="0" y="31"/>
                  </a:cubicBezTo>
                  <a:cubicBezTo>
                    <a:pt x="0" y="35"/>
                    <a:pt x="1" y="39"/>
                    <a:pt x="4" y="42"/>
                  </a:cubicBezTo>
                  <a:cubicBezTo>
                    <a:pt x="6" y="45"/>
                    <a:pt x="10" y="46"/>
                    <a:pt x="14" y="46"/>
                  </a:cubicBezTo>
                  <a:cubicBezTo>
                    <a:pt x="19" y="46"/>
                    <a:pt x="24" y="44"/>
                    <a:pt x="29" y="39"/>
                  </a:cubicBezTo>
                  <a:cubicBezTo>
                    <a:pt x="34" y="35"/>
                    <a:pt x="38" y="30"/>
                    <a:pt x="40" y="23"/>
                  </a:cubicBezTo>
                  <a:cubicBezTo>
                    <a:pt x="40" y="23"/>
                    <a:pt x="40" y="23"/>
                    <a:pt x="40" y="23"/>
                  </a:cubicBezTo>
                  <a:cubicBezTo>
                    <a:pt x="40" y="21"/>
                    <a:pt x="40" y="19"/>
                    <a:pt x="40" y="17"/>
                  </a:cubicBezTo>
                  <a:cubicBezTo>
                    <a:pt x="40" y="12"/>
                    <a:pt x="39" y="8"/>
                    <a:pt x="36" y="5"/>
                  </a:cubicBezTo>
                  <a:cubicBezTo>
                    <a:pt x="33" y="1"/>
                    <a:pt x="29" y="0"/>
                    <a:pt x="24" y="0"/>
                  </a:cubicBezTo>
                  <a:cubicBezTo>
                    <a:pt x="18" y="0"/>
                    <a:pt x="12" y="3"/>
                    <a:pt x="7" y="10"/>
                  </a:cubicBezTo>
                  <a:close/>
                  <a:moveTo>
                    <a:pt x="29" y="11"/>
                  </a:moveTo>
                  <a:cubicBezTo>
                    <a:pt x="30" y="13"/>
                    <a:pt x="30" y="15"/>
                    <a:pt x="30" y="18"/>
                  </a:cubicBezTo>
                  <a:cubicBezTo>
                    <a:pt x="30" y="23"/>
                    <a:pt x="29" y="27"/>
                    <a:pt x="25" y="31"/>
                  </a:cubicBezTo>
                  <a:cubicBezTo>
                    <a:pt x="21" y="35"/>
                    <a:pt x="18" y="37"/>
                    <a:pt x="14" y="37"/>
                  </a:cubicBezTo>
                  <a:cubicBezTo>
                    <a:pt x="13" y="37"/>
                    <a:pt x="12" y="37"/>
                    <a:pt x="11" y="35"/>
                  </a:cubicBezTo>
                  <a:cubicBezTo>
                    <a:pt x="10" y="34"/>
                    <a:pt x="10" y="32"/>
                    <a:pt x="10" y="30"/>
                  </a:cubicBezTo>
                  <a:cubicBezTo>
                    <a:pt x="10" y="26"/>
                    <a:pt x="11" y="22"/>
                    <a:pt x="13" y="18"/>
                  </a:cubicBezTo>
                  <a:cubicBezTo>
                    <a:pt x="14" y="15"/>
                    <a:pt x="16" y="12"/>
                    <a:pt x="18" y="10"/>
                  </a:cubicBezTo>
                  <a:cubicBezTo>
                    <a:pt x="18" y="10"/>
                    <a:pt x="18" y="10"/>
                    <a:pt x="18" y="10"/>
                  </a:cubicBezTo>
                  <a:cubicBezTo>
                    <a:pt x="20" y="9"/>
                    <a:pt x="22" y="8"/>
                    <a:pt x="24" y="8"/>
                  </a:cubicBezTo>
                  <a:cubicBezTo>
                    <a:pt x="26" y="8"/>
                    <a:pt x="27" y="9"/>
                    <a:pt x="29"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319"/>
            <p:cNvSpPr>
              <a:spLocks/>
            </p:cNvSpPr>
            <p:nvPr/>
          </p:nvSpPr>
          <p:spPr bwMode="auto">
            <a:xfrm>
              <a:off x="11418888" y="4357688"/>
              <a:ext cx="69850" cy="106363"/>
            </a:xfrm>
            <a:custGeom>
              <a:avLst/>
              <a:gdLst>
                <a:gd name="T0" fmla="*/ 19 w 46"/>
                <a:gd name="T1" fmla="*/ 5 h 71"/>
                <a:gd name="T2" fmla="*/ 17 w 46"/>
                <a:gd name="T3" fmla="*/ 1 h 71"/>
                <a:gd name="T4" fmla="*/ 15 w 46"/>
                <a:gd name="T5" fmla="*/ 0 h 71"/>
                <a:gd name="T6" fmla="*/ 11 w 46"/>
                <a:gd name="T7" fmla="*/ 1 h 71"/>
                <a:gd name="T8" fmla="*/ 9 w 46"/>
                <a:gd name="T9" fmla="*/ 5 h 71"/>
                <a:gd name="T10" fmla="*/ 7 w 46"/>
                <a:gd name="T11" fmla="*/ 14 h 71"/>
                <a:gd name="T12" fmla="*/ 5 w 46"/>
                <a:gd name="T13" fmla="*/ 34 h 71"/>
                <a:gd name="T14" fmla="*/ 1 w 46"/>
                <a:gd name="T15" fmla="*/ 60 h 71"/>
                <a:gd name="T16" fmla="*/ 0 w 46"/>
                <a:gd name="T17" fmla="*/ 66 h 71"/>
                <a:gd name="T18" fmla="*/ 2 w 46"/>
                <a:gd name="T19" fmla="*/ 69 h 71"/>
                <a:gd name="T20" fmla="*/ 5 w 46"/>
                <a:gd name="T21" fmla="*/ 71 h 71"/>
                <a:gd name="T22" fmla="*/ 9 w 46"/>
                <a:gd name="T23" fmla="*/ 69 h 71"/>
                <a:gd name="T24" fmla="*/ 11 w 46"/>
                <a:gd name="T25" fmla="*/ 64 h 71"/>
                <a:gd name="T26" fmla="*/ 12 w 46"/>
                <a:gd name="T27" fmla="*/ 55 h 71"/>
                <a:gd name="T28" fmla="*/ 12 w 46"/>
                <a:gd name="T29" fmla="*/ 55 h 71"/>
                <a:gd name="T30" fmla="*/ 13 w 46"/>
                <a:gd name="T31" fmla="*/ 53 h 71"/>
                <a:gd name="T32" fmla="*/ 15 w 46"/>
                <a:gd name="T33" fmla="*/ 52 h 71"/>
                <a:gd name="T34" fmla="*/ 21 w 46"/>
                <a:gd name="T35" fmla="*/ 58 h 71"/>
                <a:gd name="T36" fmla="*/ 30 w 46"/>
                <a:gd name="T37" fmla="*/ 68 h 71"/>
                <a:gd name="T38" fmla="*/ 36 w 46"/>
                <a:gd name="T39" fmla="*/ 70 h 71"/>
                <a:gd name="T40" fmla="*/ 43 w 46"/>
                <a:gd name="T41" fmla="*/ 68 h 71"/>
                <a:gd name="T42" fmla="*/ 46 w 46"/>
                <a:gd name="T43" fmla="*/ 64 h 71"/>
                <a:gd name="T44" fmla="*/ 45 w 46"/>
                <a:gd name="T45" fmla="*/ 62 h 71"/>
                <a:gd name="T46" fmla="*/ 43 w 46"/>
                <a:gd name="T47" fmla="*/ 61 h 71"/>
                <a:gd name="T48" fmla="*/ 42 w 46"/>
                <a:gd name="T49" fmla="*/ 61 h 71"/>
                <a:gd name="T50" fmla="*/ 36 w 46"/>
                <a:gd name="T51" fmla="*/ 59 h 71"/>
                <a:gd name="T52" fmla="*/ 28 w 46"/>
                <a:gd name="T53" fmla="*/ 52 h 71"/>
                <a:gd name="T54" fmla="*/ 24 w 46"/>
                <a:gd name="T55" fmla="*/ 46 h 71"/>
                <a:gd name="T56" fmla="*/ 25 w 46"/>
                <a:gd name="T57" fmla="*/ 44 h 71"/>
                <a:gd name="T58" fmla="*/ 30 w 46"/>
                <a:gd name="T59" fmla="*/ 40 h 71"/>
                <a:gd name="T60" fmla="*/ 35 w 46"/>
                <a:gd name="T61" fmla="*/ 36 h 71"/>
                <a:gd name="T62" fmla="*/ 39 w 46"/>
                <a:gd name="T63" fmla="*/ 34 h 71"/>
                <a:gd name="T64" fmla="*/ 39 w 46"/>
                <a:gd name="T65" fmla="*/ 34 h 71"/>
                <a:gd name="T66" fmla="*/ 39 w 46"/>
                <a:gd name="T67" fmla="*/ 34 h 71"/>
                <a:gd name="T68" fmla="*/ 43 w 46"/>
                <a:gd name="T69" fmla="*/ 28 h 71"/>
                <a:gd name="T70" fmla="*/ 39 w 46"/>
                <a:gd name="T71" fmla="*/ 24 h 71"/>
                <a:gd name="T72" fmla="*/ 25 w 46"/>
                <a:gd name="T73" fmla="*/ 33 h 71"/>
                <a:gd name="T74" fmla="*/ 12 w 46"/>
                <a:gd name="T75" fmla="*/ 45 h 71"/>
                <a:gd name="T76" fmla="*/ 14 w 46"/>
                <a:gd name="T77" fmla="*/ 31 h 71"/>
                <a:gd name="T78" fmla="*/ 14 w 46"/>
                <a:gd name="T79" fmla="*/ 31 h 71"/>
                <a:gd name="T80" fmla="*/ 15 w 46"/>
                <a:gd name="T81" fmla="*/ 26 h 71"/>
                <a:gd name="T82" fmla="*/ 19 w 46"/>
                <a:gd name="T83" fmla="*/ 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6" h="71">
                  <a:moveTo>
                    <a:pt x="19" y="5"/>
                  </a:moveTo>
                  <a:cubicBezTo>
                    <a:pt x="19" y="3"/>
                    <a:pt x="18" y="2"/>
                    <a:pt x="17" y="1"/>
                  </a:cubicBezTo>
                  <a:cubicBezTo>
                    <a:pt x="17" y="0"/>
                    <a:pt x="16" y="0"/>
                    <a:pt x="15" y="0"/>
                  </a:cubicBezTo>
                  <a:cubicBezTo>
                    <a:pt x="13" y="0"/>
                    <a:pt x="12" y="0"/>
                    <a:pt x="11" y="1"/>
                  </a:cubicBezTo>
                  <a:cubicBezTo>
                    <a:pt x="10" y="2"/>
                    <a:pt x="9" y="3"/>
                    <a:pt x="9" y="5"/>
                  </a:cubicBezTo>
                  <a:cubicBezTo>
                    <a:pt x="8" y="6"/>
                    <a:pt x="7" y="9"/>
                    <a:pt x="7" y="14"/>
                  </a:cubicBezTo>
                  <a:cubicBezTo>
                    <a:pt x="6" y="19"/>
                    <a:pt x="5" y="26"/>
                    <a:pt x="5" y="34"/>
                  </a:cubicBezTo>
                  <a:cubicBezTo>
                    <a:pt x="4" y="45"/>
                    <a:pt x="3" y="53"/>
                    <a:pt x="1" y="60"/>
                  </a:cubicBezTo>
                  <a:cubicBezTo>
                    <a:pt x="1" y="63"/>
                    <a:pt x="0" y="65"/>
                    <a:pt x="0" y="66"/>
                  </a:cubicBezTo>
                  <a:cubicBezTo>
                    <a:pt x="0" y="67"/>
                    <a:pt x="1" y="68"/>
                    <a:pt x="2" y="69"/>
                  </a:cubicBezTo>
                  <a:cubicBezTo>
                    <a:pt x="2" y="70"/>
                    <a:pt x="4" y="71"/>
                    <a:pt x="5" y="71"/>
                  </a:cubicBezTo>
                  <a:cubicBezTo>
                    <a:pt x="7" y="71"/>
                    <a:pt x="8" y="70"/>
                    <a:pt x="9" y="69"/>
                  </a:cubicBezTo>
                  <a:cubicBezTo>
                    <a:pt x="10" y="68"/>
                    <a:pt x="11" y="66"/>
                    <a:pt x="11" y="64"/>
                  </a:cubicBezTo>
                  <a:cubicBezTo>
                    <a:pt x="11" y="61"/>
                    <a:pt x="11" y="58"/>
                    <a:pt x="12" y="55"/>
                  </a:cubicBezTo>
                  <a:cubicBezTo>
                    <a:pt x="12" y="55"/>
                    <a:pt x="12" y="55"/>
                    <a:pt x="12" y="55"/>
                  </a:cubicBezTo>
                  <a:cubicBezTo>
                    <a:pt x="12" y="55"/>
                    <a:pt x="13" y="54"/>
                    <a:pt x="13" y="53"/>
                  </a:cubicBezTo>
                  <a:cubicBezTo>
                    <a:pt x="14" y="52"/>
                    <a:pt x="15" y="52"/>
                    <a:pt x="15" y="52"/>
                  </a:cubicBezTo>
                  <a:cubicBezTo>
                    <a:pt x="15" y="52"/>
                    <a:pt x="17" y="54"/>
                    <a:pt x="21" y="58"/>
                  </a:cubicBezTo>
                  <a:cubicBezTo>
                    <a:pt x="25" y="63"/>
                    <a:pt x="28" y="66"/>
                    <a:pt x="30" y="68"/>
                  </a:cubicBezTo>
                  <a:cubicBezTo>
                    <a:pt x="32" y="69"/>
                    <a:pt x="34" y="70"/>
                    <a:pt x="36" y="70"/>
                  </a:cubicBezTo>
                  <a:cubicBezTo>
                    <a:pt x="40" y="70"/>
                    <a:pt x="42" y="69"/>
                    <a:pt x="43" y="68"/>
                  </a:cubicBezTo>
                  <a:cubicBezTo>
                    <a:pt x="45" y="66"/>
                    <a:pt x="46" y="65"/>
                    <a:pt x="46" y="64"/>
                  </a:cubicBezTo>
                  <a:cubicBezTo>
                    <a:pt x="46" y="63"/>
                    <a:pt x="45" y="62"/>
                    <a:pt x="45" y="62"/>
                  </a:cubicBezTo>
                  <a:cubicBezTo>
                    <a:pt x="45" y="62"/>
                    <a:pt x="44" y="61"/>
                    <a:pt x="43" y="61"/>
                  </a:cubicBezTo>
                  <a:cubicBezTo>
                    <a:pt x="42" y="61"/>
                    <a:pt x="42" y="61"/>
                    <a:pt x="42" y="61"/>
                  </a:cubicBezTo>
                  <a:cubicBezTo>
                    <a:pt x="40" y="61"/>
                    <a:pt x="38" y="61"/>
                    <a:pt x="36" y="59"/>
                  </a:cubicBezTo>
                  <a:cubicBezTo>
                    <a:pt x="34" y="58"/>
                    <a:pt x="32" y="55"/>
                    <a:pt x="28" y="52"/>
                  </a:cubicBezTo>
                  <a:cubicBezTo>
                    <a:pt x="25" y="49"/>
                    <a:pt x="24" y="47"/>
                    <a:pt x="24" y="46"/>
                  </a:cubicBezTo>
                  <a:cubicBezTo>
                    <a:pt x="24" y="46"/>
                    <a:pt x="24" y="45"/>
                    <a:pt x="25" y="44"/>
                  </a:cubicBezTo>
                  <a:cubicBezTo>
                    <a:pt x="26" y="43"/>
                    <a:pt x="28" y="42"/>
                    <a:pt x="30" y="40"/>
                  </a:cubicBezTo>
                  <a:cubicBezTo>
                    <a:pt x="32" y="39"/>
                    <a:pt x="33" y="37"/>
                    <a:pt x="35" y="36"/>
                  </a:cubicBezTo>
                  <a:cubicBezTo>
                    <a:pt x="36" y="36"/>
                    <a:pt x="38" y="35"/>
                    <a:pt x="39" y="34"/>
                  </a:cubicBezTo>
                  <a:cubicBezTo>
                    <a:pt x="39" y="34"/>
                    <a:pt x="39" y="34"/>
                    <a:pt x="39" y="34"/>
                  </a:cubicBezTo>
                  <a:cubicBezTo>
                    <a:pt x="39" y="34"/>
                    <a:pt x="39" y="34"/>
                    <a:pt x="39" y="34"/>
                  </a:cubicBezTo>
                  <a:cubicBezTo>
                    <a:pt x="42" y="33"/>
                    <a:pt x="43" y="30"/>
                    <a:pt x="43" y="28"/>
                  </a:cubicBezTo>
                  <a:cubicBezTo>
                    <a:pt x="43" y="25"/>
                    <a:pt x="42" y="24"/>
                    <a:pt x="39" y="24"/>
                  </a:cubicBezTo>
                  <a:cubicBezTo>
                    <a:pt x="36" y="24"/>
                    <a:pt x="31" y="27"/>
                    <a:pt x="25" y="33"/>
                  </a:cubicBezTo>
                  <a:cubicBezTo>
                    <a:pt x="12" y="45"/>
                    <a:pt x="12" y="45"/>
                    <a:pt x="12" y="45"/>
                  </a:cubicBezTo>
                  <a:cubicBezTo>
                    <a:pt x="12" y="44"/>
                    <a:pt x="13" y="39"/>
                    <a:pt x="14" y="31"/>
                  </a:cubicBezTo>
                  <a:cubicBezTo>
                    <a:pt x="14" y="31"/>
                    <a:pt x="14" y="31"/>
                    <a:pt x="14" y="31"/>
                  </a:cubicBezTo>
                  <a:cubicBezTo>
                    <a:pt x="15" y="26"/>
                    <a:pt x="15" y="26"/>
                    <a:pt x="15" y="26"/>
                  </a:cubicBezTo>
                  <a:cubicBezTo>
                    <a:pt x="17" y="14"/>
                    <a:pt x="19" y="7"/>
                    <a:pt x="19"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 name="Freeform 320"/>
            <p:cNvSpPr>
              <a:spLocks noEditPoints="1"/>
            </p:cNvSpPr>
            <p:nvPr/>
          </p:nvSpPr>
          <p:spPr bwMode="auto">
            <a:xfrm>
              <a:off x="11491913" y="4391026"/>
              <a:ext cx="57150" cy="71438"/>
            </a:xfrm>
            <a:custGeom>
              <a:avLst/>
              <a:gdLst>
                <a:gd name="T0" fmla="*/ 11 w 38"/>
                <a:gd name="T1" fmla="*/ 32 h 48"/>
                <a:gd name="T2" fmla="*/ 29 w 38"/>
                <a:gd name="T3" fmla="*/ 23 h 48"/>
                <a:gd name="T4" fmla="*/ 36 w 38"/>
                <a:gd name="T5" fmla="*/ 10 h 48"/>
                <a:gd name="T6" fmla="*/ 33 w 38"/>
                <a:gd name="T7" fmla="*/ 3 h 48"/>
                <a:gd name="T8" fmla="*/ 25 w 38"/>
                <a:gd name="T9" fmla="*/ 0 h 48"/>
                <a:gd name="T10" fmla="*/ 8 w 38"/>
                <a:gd name="T11" fmla="*/ 10 h 48"/>
                <a:gd name="T12" fmla="*/ 0 w 38"/>
                <a:gd name="T13" fmla="*/ 32 h 48"/>
                <a:gd name="T14" fmla="*/ 4 w 38"/>
                <a:gd name="T15" fmla="*/ 44 h 48"/>
                <a:gd name="T16" fmla="*/ 15 w 38"/>
                <a:gd name="T17" fmla="*/ 48 h 48"/>
                <a:gd name="T18" fmla="*/ 31 w 38"/>
                <a:gd name="T19" fmla="*/ 42 h 48"/>
                <a:gd name="T20" fmla="*/ 38 w 38"/>
                <a:gd name="T21" fmla="*/ 32 h 48"/>
                <a:gd name="T22" fmla="*/ 36 w 38"/>
                <a:gd name="T23" fmla="*/ 29 h 48"/>
                <a:gd name="T24" fmla="*/ 33 w 38"/>
                <a:gd name="T25" fmla="*/ 31 h 48"/>
                <a:gd name="T26" fmla="*/ 16 w 38"/>
                <a:gd name="T27" fmla="*/ 39 h 48"/>
                <a:gd name="T28" fmla="*/ 12 w 38"/>
                <a:gd name="T29" fmla="*/ 38 h 48"/>
                <a:gd name="T30" fmla="*/ 10 w 38"/>
                <a:gd name="T31" fmla="*/ 34 h 48"/>
                <a:gd name="T32" fmla="*/ 11 w 38"/>
                <a:gd name="T33" fmla="*/ 32 h 48"/>
                <a:gd name="T34" fmla="*/ 17 w 38"/>
                <a:gd name="T35" fmla="*/ 14 h 48"/>
                <a:gd name="T36" fmla="*/ 24 w 38"/>
                <a:gd name="T37" fmla="*/ 8 h 48"/>
                <a:gd name="T38" fmla="*/ 26 w 38"/>
                <a:gd name="T39" fmla="*/ 9 h 48"/>
                <a:gd name="T40" fmla="*/ 27 w 38"/>
                <a:gd name="T41" fmla="*/ 11 h 48"/>
                <a:gd name="T42" fmla="*/ 22 w 38"/>
                <a:gd name="T43" fmla="*/ 19 h 48"/>
                <a:gd name="T44" fmla="*/ 11 w 38"/>
                <a:gd name="T45" fmla="*/ 25 h 48"/>
                <a:gd name="T46" fmla="*/ 17 w 38"/>
                <a:gd name="T47" fmla="*/ 1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8" h="48">
                  <a:moveTo>
                    <a:pt x="11" y="32"/>
                  </a:moveTo>
                  <a:cubicBezTo>
                    <a:pt x="18" y="31"/>
                    <a:pt x="24" y="28"/>
                    <a:pt x="29" y="23"/>
                  </a:cubicBezTo>
                  <a:cubicBezTo>
                    <a:pt x="33" y="19"/>
                    <a:pt x="36" y="15"/>
                    <a:pt x="36" y="10"/>
                  </a:cubicBezTo>
                  <a:cubicBezTo>
                    <a:pt x="36" y="7"/>
                    <a:pt x="35" y="5"/>
                    <a:pt x="33" y="3"/>
                  </a:cubicBezTo>
                  <a:cubicBezTo>
                    <a:pt x="31" y="1"/>
                    <a:pt x="29" y="0"/>
                    <a:pt x="25" y="0"/>
                  </a:cubicBezTo>
                  <a:cubicBezTo>
                    <a:pt x="19" y="0"/>
                    <a:pt x="14" y="3"/>
                    <a:pt x="8" y="10"/>
                  </a:cubicBezTo>
                  <a:cubicBezTo>
                    <a:pt x="3" y="17"/>
                    <a:pt x="0" y="24"/>
                    <a:pt x="0" y="32"/>
                  </a:cubicBezTo>
                  <a:cubicBezTo>
                    <a:pt x="0" y="37"/>
                    <a:pt x="1" y="41"/>
                    <a:pt x="4" y="44"/>
                  </a:cubicBezTo>
                  <a:cubicBezTo>
                    <a:pt x="7" y="47"/>
                    <a:pt x="10" y="48"/>
                    <a:pt x="15" y="48"/>
                  </a:cubicBezTo>
                  <a:cubicBezTo>
                    <a:pt x="21" y="48"/>
                    <a:pt x="26" y="46"/>
                    <a:pt x="31" y="42"/>
                  </a:cubicBezTo>
                  <a:cubicBezTo>
                    <a:pt x="36" y="38"/>
                    <a:pt x="38" y="35"/>
                    <a:pt x="38" y="32"/>
                  </a:cubicBezTo>
                  <a:cubicBezTo>
                    <a:pt x="38" y="30"/>
                    <a:pt x="37" y="29"/>
                    <a:pt x="36" y="29"/>
                  </a:cubicBezTo>
                  <a:cubicBezTo>
                    <a:pt x="35" y="29"/>
                    <a:pt x="34" y="30"/>
                    <a:pt x="33" y="31"/>
                  </a:cubicBezTo>
                  <a:cubicBezTo>
                    <a:pt x="27" y="36"/>
                    <a:pt x="22" y="39"/>
                    <a:pt x="16" y="39"/>
                  </a:cubicBezTo>
                  <a:cubicBezTo>
                    <a:pt x="14" y="39"/>
                    <a:pt x="13" y="39"/>
                    <a:pt x="12" y="38"/>
                  </a:cubicBezTo>
                  <a:cubicBezTo>
                    <a:pt x="11" y="36"/>
                    <a:pt x="10" y="35"/>
                    <a:pt x="10" y="34"/>
                  </a:cubicBezTo>
                  <a:cubicBezTo>
                    <a:pt x="10" y="33"/>
                    <a:pt x="10" y="32"/>
                    <a:pt x="11" y="32"/>
                  </a:cubicBezTo>
                  <a:close/>
                  <a:moveTo>
                    <a:pt x="17" y="14"/>
                  </a:moveTo>
                  <a:cubicBezTo>
                    <a:pt x="19" y="10"/>
                    <a:pt x="22" y="8"/>
                    <a:pt x="24" y="8"/>
                  </a:cubicBezTo>
                  <a:cubicBezTo>
                    <a:pt x="25" y="8"/>
                    <a:pt x="26" y="9"/>
                    <a:pt x="26" y="9"/>
                  </a:cubicBezTo>
                  <a:cubicBezTo>
                    <a:pt x="27" y="10"/>
                    <a:pt x="27" y="11"/>
                    <a:pt x="27" y="11"/>
                  </a:cubicBezTo>
                  <a:cubicBezTo>
                    <a:pt x="27" y="14"/>
                    <a:pt x="25" y="16"/>
                    <a:pt x="22" y="19"/>
                  </a:cubicBezTo>
                  <a:cubicBezTo>
                    <a:pt x="19" y="22"/>
                    <a:pt x="15" y="24"/>
                    <a:pt x="11" y="25"/>
                  </a:cubicBezTo>
                  <a:cubicBezTo>
                    <a:pt x="12" y="21"/>
                    <a:pt x="14" y="17"/>
                    <a:pt x="17"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 name="Freeform 321"/>
            <p:cNvSpPr>
              <a:spLocks/>
            </p:cNvSpPr>
            <p:nvPr/>
          </p:nvSpPr>
          <p:spPr bwMode="auto">
            <a:xfrm>
              <a:off x="11610975" y="4370388"/>
              <a:ext cx="82550" cy="93663"/>
            </a:xfrm>
            <a:custGeom>
              <a:avLst/>
              <a:gdLst>
                <a:gd name="T0" fmla="*/ 12 w 56"/>
                <a:gd name="T1" fmla="*/ 0 h 63"/>
                <a:gd name="T2" fmla="*/ 8 w 56"/>
                <a:gd name="T3" fmla="*/ 3 h 63"/>
                <a:gd name="T4" fmla="*/ 4 w 56"/>
                <a:gd name="T5" fmla="*/ 27 h 63"/>
                <a:gd name="T6" fmla="*/ 1 w 56"/>
                <a:gd name="T7" fmla="*/ 55 h 63"/>
                <a:gd name="T8" fmla="*/ 0 w 56"/>
                <a:gd name="T9" fmla="*/ 58 h 63"/>
                <a:gd name="T10" fmla="*/ 2 w 56"/>
                <a:gd name="T11" fmla="*/ 62 h 63"/>
                <a:gd name="T12" fmla="*/ 5 w 56"/>
                <a:gd name="T13" fmla="*/ 63 h 63"/>
                <a:gd name="T14" fmla="*/ 9 w 56"/>
                <a:gd name="T15" fmla="*/ 61 h 63"/>
                <a:gd name="T16" fmla="*/ 11 w 56"/>
                <a:gd name="T17" fmla="*/ 53 h 63"/>
                <a:gd name="T18" fmla="*/ 14 w 56"/>
                <a:gd name="T19" fmla="*/ 39 h 63"/>
                <a:gd name="T20" fmla="*/ 22 w 56"/>
                <a:gd name="T21" fmla="*/ 44 h 63"/>
                <a:gd name="T22" fmla="*/ 38 w 56"/>
                <a:gd name="T23" fmla="*/ 56 h 63"/>
                <a:gd name="T24" fmla="*/ 49 w 56"/>
                <a:gd name="T25" fmla="*/ 61 h 63"/>
                <a:gd name="T26" fmla="*/ 54 w 56"/>
                <a:gd name="T27" fmla="*/ 59 h 63"/>
                <a:gd name="T28" fmla="*/ 56 w 56"/>
                <a:gd name="T29" fmla="*/ 55 h 63"/>
                <a:gd name="T30" fmla="*/ 55 w 56"/>
                <a:gd name="T31" fmla="*/ 52 h 63"/>
                <a:gd name="T32" fmla="*/ 46 w 56"/>
                <a:gd name="T33" fmla="*/ 51 h 63"/>
                <a:gd name="T34" fmla="*/ 44 w 56"/>
                <a:gd name="T35" fmla="*/ 49 h 63"/>
                <a:gd name="T36" fmla="*/ 40 w 56"/>
                <a:gd name="T37" fmla="*/ 47 h 63"/>
                <a:gd name="T38" fmla="*/ 23 w 56"/>
                <a:gd name="T39" fmla="*/ 34 h 63"/>
                <a:gd name="T40" fmla="*/ 38 w 56"/>
                <a:gd name="T41" fmla="*/ 20 h 63"/>
                <a:gd name="T42" fmla="*/ 45 w 56"/>
                <a:gd name="T43" fmla="*/ 13 h 63"/>
                <a:gd name="T44" fmla="*/ 48 w 56"/>
                <a:gd name="T45" fmla="*/ 8 h 63"/>
                <a:gd name="T46" fmla="*/ 45 w 56"/>
                <a:gd name="T47" fmla="*/ 4 h 63"/>
                <a:gd name="T48" fmla="*/ 42 w 56"/>
                <a:gd name="T49" fmla="*/ 2 h 63"/>
                <a:gd name="T50" fmla="*/ 39 w 56"/>
                <a:gd name="T51" fmla="*/ 4 h 63"/>
                <a:gd name="T52" fmla="*/ 35 w 56"/>
                <a:gd name="T53" fmla="*/ 9 h 63"/>
                <a:gd name="T54" fmla="*/ 31 w 56"/>
                <a:gd name="T55" fmla="*/ 15 h 63"/>
                <a:gd name="T56" fmla="*/ 25 w 56"/>
                <a:gd name="T57" fmla="*/ 21 h 63"/>
                <a:gd name="T58" fmla="*/ 22 w 56"/>
                <a:gd name="T59" fmla="*/ 23 h 63"/>
                <a:gd name="T60" fmla="*/ 14 w 56"/>
                <a:gd name="T61" fmla="*/ 30 h 63"/>
                <a:gd name="T62" fmla="*/ 18 w 56"/>
                <a:gd name="T63" fmla="*/ 6 h 63"/>
                <a:gd name="T64" fmla="*/ 12 w 56"/>
                <a:gd name="T65"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6" h="63">
                  <a:moveTo>
                    <a:pt x="12" y="0"/>
                  </a:moveTo>
                  <a:cubicBezTo>
                    <a:pt x="10" y="0"/>
                    <a:pt x="9" y="1"/>
                    <a:pt x="8" y="3"/>
                  </a:cubicBezTo>
                  <a:cubicBezTo>
                    <a:pt x="7" y="5"/>
                    <a:pt x="6" y="13"/>
                    <a:pt x="4" y="27"/>
                  </a:cubicBezTo>
                  <a:cubicBezTo>
                    <a:pt x="3" y="43"/>
                    <a:pt x="2" y="53"/>
                    <a:pt x="1" y="55"/>
                  </a:cubicBezTo>
                  <a:cubicBezTo>
                    <a:pt x="1" y="57"/>
                    <a:pt x="0" y="58"/>
                    <a:pt x="0" y="58"/>
                  </a:cubicBezTo>
                  <a:cubicBezTo>
                    <a:pt x="0" y="60"/>
                    <a:pt x="1" y="61"/>
                    <a:pt x="2" y="62"/>
                  </a:cubicBezTo>
                  <a:cubicBezTo>
                    <a:pt x="3" y="63"/>
                    <a:pt x="4" y="63"/>
                    <a:pt x="5" y="63"/>
                  </a:cubicBezTo>
                  <a:cubicBezTo>
                    <a:pt x="7" y="63"/>
                    <a:pt x="9" y="63"/>
                    <a:pt x="9" y="61"/>
                  </a:cubicBezTo>
                  <a:cubicBezTo>
                    <a:pt x="10" y="59"/>
                    <a:pt x="11" y="57"/>
                    <a:pt x="11" y="53"/>
                  </a:cubicBezTo>
                  <a:cubicBezTo>
                    <a:pt x="12" y="44"/>
                    <a:pt x="13" y="40"/>
                    <a:pt x="14" y="39"/>
                  </a:cubicBezTo>
                  <a:cubicBezTo>
                    <a:pt x="16" y="40"/>
                    <a:pt x="19" y="42"/>
                    <a:pt x="22" y="44"/>
                  </a:cubicBezTo>
                  <a:cubicBezTo>
                    <a:pt x="38" y="56"/>
                    <a:pt x="38" y="56"/>
                    <a:pt x="38" y="56"/>
                  </a:cubicBezTo>
                  <a:cubicBezTo>
                    <a:pt x="43" y="60"/>
                    <a:pt x="46" y="61"/>
                    <a:pt x="49" y="61"/>
                  </a:cubicBezTo>
                  <a:cubicBezTo>
                    <a:pt x="51" y="61"/>
                    <a:pt x="53" y="61"/>
                    <a:pt x="54" y="59"/>
                  </a:cubicBezTo>
                  <a:cubicBezTo>
                    <a:pt x="55" y="58"/>
                    <a:pt x="56" y="57"/>
                    <a:pt x="56" y="55"/>
                  </a:cubicBezTo>
                  <a:cubicBezTo>
                    <a:pt x="56" y="54"/>
                    <a:pt x="56" y="53"/>
                    <a:pt x="55" y="52"/>
                  </a:cubicBezTo>
                  <a:cubicBezTo>
                    <a:pt x="51" y="52"/>
                    <a:pt x="48" y="51"/>
                    <a:pt x="46" y="51"/>
                  </a:cubicBezTo>
                  <a:cubicBezTo>
                    <a:pt x="44" y="49"/>
                    <a:pt x="44" y="49"/>
                    <a:pt x="44" y="49"/>
                  </a:cubicBezTo>
                  <a:cubicBezTo>
                    <a:pt x="43" y="49"/>
                    <a:pt x="41" y="48"/>
                    <a:pt x="40" y="47"/>
                  </a:cubicBezTo>
                  <a:cubicBezTo>
                    <a:pt x="23" y="34"/>
                    <a:pt x="23" y="34"/>
                    <a:pt x="23" y="34"/>
                  </a:cubicBezTo>
                  <a:cubicBezTo>
                    <a:pt x="38" y="20"/>
                    <a:pt x="38" y="20"/>
                    <a:pt x="38" y="20"/>
                  </a:cubicBezTo>
                  <a:cubicBezTo>
                    <a:pt x="42" y="17"/>
                    <a:pt x="44" y="15"/>
                    <a:pt x="45" y="13"/>
                  </a:cubicBezTo>
                  <a:cubicBezTo>
                    <a:pt x="47" y="10"/>
                    <a:pt x="48" y="9"/>
                    <a:pt x="48" y="8"/>
                  </a:cubicBezTo>
                  <a:cubicBezTo>
                    <a:pt x="48" y="6"/>
                    <a:pt x="47" y="5"/>
                    <a:pt x="45" y="4"/>
                  </a:cubicBezTo>
                  <a:cubicBezTo>
                    <a:pt x="44" y="3"/>
                    <a:pt x="43" y="2"/>
                    <a:pt x="42" y="2"/>
                  </a:cubicBezTo>
                  <a:cubicBezTo>
                    <a:pt x="41" y="2"/>
                    <a:pt x="40" y="3"/>
                    <a:pt x="39" y="4"/>
                  </a:cubicBezTo>
                  <a:cubicBezTo>
                    <a:pt x="38" y="5"/>
                    <a:pt x="37" y="7"/>
                    <a:pt x="35" y="9"/>
                  </a:cubicBezTo>
                  <a:cubicBezTo>
                    <a:pt x="34" y="11"/>
                    <a:pt x="33" y="13"/>
                    <a:pt x="31" y="15"/>
                  </a:cubicBezTo>
                  <a:cubicBezTo>
                    <a:pt x="29" y="17"/>
                    <a:pt x="27" y="19"/>
                    <a:pt x="25" y="21"/>
                  </a:cubicBezTo>
                  <a:cubicBezTo>
                    <a:pt x="24" y="22"/>
                    <a:pt x="23" y="22"/>
                    <a:pt x="22" y="23"/>
                  </a:cubicBezTo>
                  <a:cubicBezTo>
                    <a:pt x="21" y="25"/>
                    <a:pt x="18" y="27"/>
                    <a:pt x="14" y="30"/>
                  </a:cubicBezTo>
                  <a:cubicBezTo>
                    <a:pt x="15" y="21"/>
                    <a:pt x="16" y="13"/>
                    <a:pt x="18" y="6"/>
                  </a:cubicBezTo>
                  <a:cubicBezTo>
                    <a:pt x="18" y="2"/>
                    <a:pt x="16" y="0"/>
                    <a:pt x="1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 name="Freeform 322"/>
            <p:cNvSpPr>
              <a:spLocks/>
            </p:cNvSpPr>
            <p:nvPr/>
          </p:nvSpPr>
          <p:spPr bwMode="auto">
            <a:xfrm>
              <a:off x="11703050" y="4395788"/>
              <a:ext cx="22225" cy="66675"/>
            </a:xfrm>
            <a:custGeom>
              <a:avLst/>
              <a:gdLst>
                <a:gd name="T0" fmla="*/ 2 w 15"/>
                <a:gd name="T1" fmla="*/ 20 h 45"/>
                <a:gd name="T2" fmla="*/ 0 w 15"/>
                <a:gd name="T3" fmla="*/ 37 h 45"/>
                <a:gd name="T4" fmla="*/ 6 w 15"/>
                <a:gd name="T5" fmla="*/ 45 h 45"/>
                <a:gd name="T6" fmla="*/ 9 w 15"/>
                <a:gd name="T7" fmla="*/ 44 h 45"/>
                <a:gd name="T8" fmla="*/ 11 w 15"/>
                <a:gd name="T9" fmla="*/ 41 h 45"/>
                <a:gd name="T10" fmla="*/ 11 w 15"/>
                <a:gd name="T11" fmla="*/ 40 h 45"/>
                <a:gd name="T12" fmla="*/ 10 w 15"/>
                <a:gd name="T13" fmla="*/ 33 h 45"/>
                <a:gd name="T14" fmla="*/ 11 w 15"/>
                <a:gd name="T15" fmla="*/ 25 h 45"/>
                <a:gd name="T16" fmla="*/ 13 w 15"/>
                <a:gd name="T17" fmla="*/ 12 h 45"/>
                <a:gd name="T18" fmla="*/ 14 w 15"/>
                <a:gd name="T19" fmla="*/ 11 h 45"/>
                <a:gd name="T20" fmla="*/ 15 w 15"/>
                <a:gd name="T21" fmla="*/ 4 h 45"/>
                <a:gd name="T22" fmla="*/ 14 w 15"/>
                <a:gd name="T23" fmla="*/ 1 h 45"/>
                <a:gd name="T24" fmla="*/ 9 w 15"/>
                <a:gd name="T25" fmla="*/ 0 h 45"/>
                <a:gd name="T26" fmla="*/ 6 w 15"/>
                <a:gd name="T27" fmla="*/ 2 h 45"/>
                <a:gd name="T28" fmla="*/ 4 w 15"/>
                <a:gd name="T29" fmla="*/ 7 h 45"/>
                <a:gd name="T30" fmla="*/ 3 w 15"/>
                <a:gd name="T31" fmla="*/ 16 h 45"/>
                <a:gd name="T32" fmla="*/ 3 w 15"/>
                <a:gd name="T33" fmla="*/ 16 h 45"/>
                <a:gd name="T34" fmla="*/ 2 w 15"/>
                <a:gd name="T35" fmla="*/ 2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45">
                  <a:moveTo>
                    <a:pt x="2" y="20"/>
                  </a:moveTo>
                  <a:cubicBezTo>
                    <a:pt x="1" y="27"/>
                    <a:pt x="0" y="32"/>
                    <a:pt x="0" y="37"/>
                  </a:cubicBezTo>
                  <a:cubicBezTo>
                    <a:pt x="0" y="42"/>
                    <a:pt x="2" y="45"/>
                    <a:pt x="6" y="45"/>
                  </a:cubicBezTo>
                  <a:cubicBezTo>
                    <a:pt x="7" y="45"/>
                    <a:pt x="8" y="45"/>
                    <a:pt x="9" y="44"/>
                  </a:cubicBezTo>
                  <a:cubicBezTo>
                    <a:pt x="11" y="43"/>
                    <a:pt x="11" y="42"/>
                    <a:pt x="11" y="41"/>
                  </a:cubicBezTo>
                  <a:cubicBezTo>
                    <a:pt x="11" y="41"/>
                    <a:pt x="11" y="40"/>
                    <a:pt x="11" y="40"/>
                  </a:cubicBezTo>
                  <a:cubicBezTo>
                    <a:pt x="11" y="37"/>
                    <a:pt x="10" y="35"/>
                    <a:pt x="10" y="33"/>
                  </a:cubicBezTo>
                  <a:cubicBezTo>
                    <a:pt x="10" y="31"/>
                    <a:pt x="10" y="28"/>
                    <a:pt x="11" y="25"/>
                  </a:cubicBezTo>
                  <a:cubicBezTo>
                    <a:pt x="11" y="22"/>
                    <a:pt x="12" y="17"/>
                    <a:pt x="13" y="12"/>
                  </a:cubicBezTo>
                  <a:cubicBezTo>
                    <a:pt x="14" y="11"/>
                    <a:pt x="14" y="11"/>
                    <a:pt x="14" y="11"/>
                  </a:cubicBezTo>
                  <a:cubicBezTo>
                    <a:pt x="15" y="8"/>
                    <a:pt x="15" y="6"/>
                    <a:pt x="15" y="4"/>
                  </a:cubicBezTo>
                  <a:cubicBezTo>
                    <a:pt x="15" y="3"/>
                    <a:pt x="15" y="2"/>
                    <a:pt x="14" y="1"/>
                  </a:cubicBezTo>
                  <a:cubicBezTo>
                    <a:pt x="13" y="1"/>
                    <a:pt x="11" y="0"/>
                    <a:pt x="9" y="0"/>
                  </a:cubicBezTo>
                  <a:cubicBezTo>
                    <a:pt x="8" y="0"/>
                    <a:pt x="6" y="1"/>
                    <a:pt x="6" y="2"/>
                  </a:cubicBezTo>
                  <a:cubicBezTo>
                    <a:pt x="5" y="4"/>
                    <a:pt x="4" y="5"/>
                    <a:pt x="4" y="7"/>
                  </a:cubicBezTo>
                  <a:cubicBezTo>
                    <a:pt x="4" y="8"/>
                    <a:pt x="4" y="11"/>
                    <a:pt x="3" y="16"/>
                  </a:cubicBezTo>
                  <a:cubicBezTo>
                    <a:pt x="3" y="16"/>
                    <a:pt x="3" y="16"/>
                    <a:pt x="3" y="16"/>
                  </a:cubicBezTo>
                  <a:cubicBezTo>
                    <a:pt x="3" y="17"/>
                    <a:pt x="2" y="19"/>
                    <a:pt x="2"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 name="Freeform 323"/>
            <p:cNvSpPr>
              <a:spLocks/>
            </p:cNvSpPr>
            <p:nvPr/>
          </p:nvSpPr>
          <p:spPr bwMode="auto">
            <a:xfrm>
              <a:off x="11717338" y="4360863"/>
              <a:ext cx="20638" cy="17463"/>
            </a:xfrm>
            <a:custGeom>
              <a:avLst/>
              <a:gdLst>
                <a:gd name="T0" fmla="*/ 8 w 14"/>
                <a:gd name="T1" fmla="*/ 0 h 12"/>
                <a:gd name="T2" fmla="*/ 2 w 14"/>
                <a:gd name="T3" fmla="*/ 1 h 12"/>
                <a:gd name="T4" fmla="*/ 0 w 14"/>
                <a:gd name="T5" fmla="*/ 6 h 12"/>
                <a:gd name="T6" fmla="*/ 2 w 14"/>
                <a:gd name="T7" fmla="*/ 10 h 12"/>
                <a:gd name="T8" fmla="*/ 7 w 14"/>
                <a:gd name="T9" fmla="*/ 12 h 12"/>
                <a:gd name="T10" fmla="*/ 11 w 14"/>
                <a:gd name="T11" fmla="*/ 10 h 12"/>
                <a:gd name="T12" fmla="*/ 14 w 14"/>
                <a:gd name="T13" fmla="*/ 5 h 12"/>
                <a:gd name="T14" fmla="*/ 12 w 14"/>
                <a:gd name="T15" fmla="*/ 1 h 12"/>
                <a:gd name="T16" fmla="*/ 8 w 14"/>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2">
                  <a:moveTo>
                    <a:pt x="8" y="0"/>
                  </a:moveTo>
                  <a:cubicBezTo>
                    <a:pt x="5" y="0"/>
                    <a:pt x="3" y="0"/>
                    <a:pt x="2" y="1"/>
                  </a:cubicBezTo>
                  <a:cubicBezTo>
                    <a:pt x="1" y="3"/>
                    <a:pt x="0" y="4"/>
                    <a:pt x="0" y="6"/>
                  </a:cubicBezTo>
                  <a:cubicBezTo>
                    <a:pt x="0" y="8"/>
                    <a:pt x="1" y="9"/>
                    <a:pt x="2" y="10"/>
                  </a:cubicBezTo>
                  <a:cubicBezTo>
                    <a:pt x="3" y="12"/>
                    <a:pt x="5" y="12"/>
                    <a:pt x="7" y="12"/>
                  </a:cubicBezTo>
                  <a:cubicBezTo>
                    <a:pt x="8" y="12"/>
                    <a:pt x="9" y="12"/>
                    <a:pt x="11" y="10"/>
                  </a:cubicBezTo>
                  <a:cubicBezTo>
                    <a:pt x="13" y="9"/>
                    <a:pt x="14" y="7"/>
                    <a:pt x="14" y="5"/>
                  </a:cubicBezTo>
                  <a:cubicBezTo>
                    <a:pt x="14" y="4"/>
                    <a:pt x="13" y="2"/>
                    <a:pt x="12" y="1"/>
                  </a:cubicBezTo>
                  <a:cubicBezTo>
                    <a:pt x="11" y="0"/>
                    <a:pt x="9"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 name="Freeform 324"/>
            <p:cNvSpPr>
              <a:spLocks/>
            </p:cNvSpPr>
            <p:nvPr/>
          </p:nvSpPr>
          <p:spPr bwMode="auto">
            <a:xfrm>
              <a:off x="11736388" y="4391026"/>
              <a:ext cx="55563" cy="71438"/>
            </a:xfrm>
            <a:custGeom>
              <a:avLst/>
              <a:gdLst>
                <a:gd name="T0" fmla="*/ 24 w 37"/>
                <a:gd name="T1" fmla="*/ 9 h 48"/>
                <a:gd name="T2" fmla="*/ 26 w 37"/>
                <a:gd name="T3" fmla="*/ 13 h 48"/>
                <a:gd name="T4" fmla="*/ 30 w 37"/>
                <a:gd name="T5" fmla="*/ 19 h 48"/>
                <a:gd name="T6" fmla="*/ 33 w 37"/>
                <a:gd name="T7" fmla="*/ 17 h 48"/>
                <a:gd name="T8" fmla="*/ 35 w 37"/>
                <a:gd name="T9" fmla="*/ 12 h 48"/>
                <a:gd name="T10" fmla="*/ 32 w 37"/>
                <a:gd name="T11" fmla="*/ 4 h 48"/>
                <a:gd name="T12" fmla="*/ 25 w 37"/>
                <a:gd name="T13" fmla="*/ 0 h 48"/>
                <a:gd name="T14" fmla="*/ 9 w 37"/>
                <a:gd name="T15" fmla="*/ 12 h 48"/>
                <a:gd name="T16" fmla="*/ 0 w 37"/>
                <a:gd name="T17" fmla="*/ 34 h 48"/>
                <a:gd name="T18" fmla="*/ 4 w 37"/>
                <a:gd name="T19" fmla="*/ 45 h 48"/>
                <a:gd name="T20" fmla="*/ 14 w 37"/>
                <a:gd name="T21" fmla="*/ 48 h 48"/>
                <a:gd name="T22" fmla="*/ 29 w 37"/>
                <a:gd name="T23" fmla="*/ 43 h 48"/>
                <a:gd name="T24" fmla="*/ 37 w 37"/>
                <a:gd name="T25" fmla="*/ 35 h 48"/>
                <a:gd name="T26" fmla="*/ 34 w 37"/>
                <a:gd name="T27" fmla="*/ 33 h 48"/>
                <a:gd name="T28" fmla="*/ 29 w 37"/>
                <a:gd name="T29" fmla="*/ 35 h 48"/>
                <a:gd name="T30" fmla="*/ 16 w 37"/>
                <a:gd name="T31" fmla="*/ 40 h 48"/>
                <a:gd name="T32" fmla="*/ 10 w 37"/>
                <a:gd name="T33" fmla="*/ 34 h 48"/>
                <a:gd name="T34" fmla="*/ 15 w 37"/>
                <a:gd name="T35" fmla="*/ 18 h 48"/>
                <a:gd name="T36" fmla="*/ 24 w 37"/>
                <a:gd name="T37" fmla="*/ 9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48">
                  <a:moveTo>
                    <a:pt x="24" y="9"/>
                  </a:moveTo>
                  <a:cubicBezTo>
                    <a:pt x="25" y="9"/>
                    <a:pt x="25" y="10"/>
                    <a:pt x="26" y="13"/>
                  </a:cubicBezTo>
                  <a:cubicBezTo>
                    <a:pt x="26" y="17"/>
                    <a:pt x="28" y="19"/>
                    <a:pt x="30" y="19"/>
                  </a:cubicBezTo>
                  <a:cubicBezTo>
                    <a:pt x="31" y="19"/>
                    <a:pt x="32" y="18"/>
                    <a:pt x="33" y="17"/>
                  </a:cubicBezTo>
                  <a:cubicBezTo>
                    <a:pt x="34" y="16"/>
                    <a:pt x="35" y="15"/>
                    <a:pt x="35" y="12"/>
                  </a:cubicBezTo>
                  <a:cubicBezTo>
                    <a:pt x="35" y="9"/>
                    <a:pt x="34" y="6"/>
                    <a:pt x="32" y="4"/>
                  </a:cubicBezTo>
                  <a:cubicBezTo>
                    <a:pt x="30" y="1"/>
                    <a:pt x="28" y="0"/>
                    <a:pt x="25" y="0"/>
                  </a:cubicBezTo>
                  <a:cubicBezTo>
                    <a:pt x="20" y="0"/>
                    <a:pt x="14" y="4"/>
                    <a:pt x="9" y="12"/>
                  </a:cubicBezTo>
                  <a:cubicBezTo>
                    <a:pt x="3" y="20"/>
                    <a:pt x="0" y="27"/>
                    <a:pt x="0" y="34"/>
                  </a:cubicBezTo>
                  <a:cubicBezTo>
                    <a:pt x="0" y="39"/>
                    <a:pt x="2" y="42"/>
                    <a:pt x="4" y="45"/>
                  </a:cubicBezTo>
                  <a:cubicBezTo>
                    <a:pt x="6" y="47"/>
                    <a:pt x="10" y="48"/>
                    <a:pt x="14" y="48"/>
                  </a:cubicBezTo>
                  <a:cubicBezTo>
                    <a:pt x="20" y="48"/>
                    <a:pt x="25" y="47"/>
                    <a:pt x="29" y="43"/>
                  </a:cubicBezTo>
                  <a:cubicBezTo>
                    <a:pt x="34" y="40"/>
                    <a:pt x="37" y="37"/>
                    <a:pt x="37" y="35"/>
                  </a:cubicBezTo>
                  <a:cubicBezTo>
                    <a:pt x="37" y="34"/>
                    <a:pt x="36" y="33"/>
                    <a:pt x="34" y="33"/>
                  </a:cubicBezTo>
                  <a:cubicBezTo>
                    <a:pt x="33" y="33"/>
                    <a:pt x="32" y="34"/>
                    <a:pt x="29" y="35"/>
                  </a:cubicBezTo>
                  <a:cubicBezTo>
                    <a:pt x="25" y="38"/>
                    <a:pt x="21" y="40"/>
                    <a:pt x="16" y="40"/>
                  </a:cubicBezTo>
                  <a:cubicBezTo>
                    <a:pt x="12" y="40"/>
                    <a:pt x="10" y="38"/>
                    <a:pt x="10" y="34"/>
                  </a:cubicBezTo>
                  <a:cubicBezTo>
                    <a:pt x="10" y="30"/>
                    <a:pt x="12" y="24"/>
                    <a:pt x="15" y="18"/>
                  </a:cubicBezTo>
                  <a:cubicBezTo>
                    <a:pt x="19" y="12"/>
                    <a:pt x="22" y="9"/>
                    <a:pt x="2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 name="Freeform 325"/>
            <p:cNvSpPr>
              <a:spLocks/>
            </p:cNvSpPr>
            <p:nvPr/>
          </p:nvSpPr>
          <p:spPr bwMode="auto">
            <a:xfrm>
              <a:off x="11801475" y="4357688"/>
              <a:ext cx="66675" cy="106363"/>
            </a:xfrm>
            <a:custGeom>
              <a:avLst/>
              <a:gdLst>
                <a:gd name="T0" fmla="*/ 18 w 45"/>
                <a:gd name="T1" fmla="*/ 5 h 71"/>
                <a:gd name="T2" fmla="*/ 17 w 45"/>
                <a:gd name="T3" fmla="*/ 1 h 71"/>
                <a:gd name="T4" fmla="*/ 14 w 45"/>
                <a:gd name="T5" fmla="*/ 0 h 71"/>
                <a:gd name="T6" fmla="*/ 10 w 45"/>
                <a:gd name="T7" fmla="*/ 1 h 71"/>
                <a:gd name="T8" fmla="*/ 8 w 45"/>
                <a:gd name="T9" fmla="*/ 5 h 71"/>
                <a:gd name="T10" fmla="*/ 6 w 45"/>
                <a:gd name="T11" fmla="*/ 14 h 71"/>
                <a:gd name="T12" fmla="*/ 4 w 45"/>
                <a:gd name="T13" fmla="*/ 34 h 71"/>
                <a:gd name="T14" fmla="*/ 1 w 45"/>
                <a:gd name="T15" fmla="*/ 60 h 71"/>
                <a:gd name="T16" fmla="*/ 0 w 45"/>
                <a:gd name="T17" fmla="*/ 66 h 71"/>
                <a:gd name="T18" fmla="*/ 1 w 45"/>
                <a:gd name="T19" fmla="*/ 69 h 71"/>
                <a:gd name="T20" fmla="*/ 5 w 45"/>
                <a:gd name="T21" fmla="*/ 71 h 71"/>
                <a:gd name="T22" fmla="*/ 9 w 45"/>
                <a:gd name="T23" fmla="*/ 69 h 71"/>
                <a:gd name="T24" fmla="*/ 10 w 45"/>
                <a:gd name="T25" fmla="*/ 64 h 71"/>
                <a:gd name="T26" fmla="*/ 11 w 45"/>
                <a:gd name="T27" fmla="*/ 55 h 71"/>
                <a:gd name="T28" fmla="*/ 11 w 45"/>
                <a:gd name="T29" fmla="*/ 55 h 71"/>
                <a:gd name="T30" fmla="*/ 13 w 45"/>
                <a:gd name="T31" fmla="*/ 53 h 71"/>
                <a:gd name="T32" fmla="*/ 15 w 45"/>
                <a:gd name="T33" fmla="*/ 52 h 71"/>
                <a:gd name="T34" fmla="*/ 20 w 45"/>
                <a:gd name="T35" fmla="*/ 58 h 71"/>
                <a:gd name="T36" fmla="*/ 30 w 45"/>
                <a:gd name="T37" fmla="*/ 68 h 71"/>
                <a:gd name="T38" fmla="*/ 36 w 45"/>
                <a:gd name="T39" fmla="*/ 70 h 71"/>
                <a:gd name="T40" fmla="*/ 43 w 45"/>
                <a:gd name="T41" fmla="*/ 68 h 71"/>
                <a:gd name="T42" fmla="*/ 45 w 45"/>
                <a:gd name="T43" fmla="*/ 64 h 71"/>
                <a:gd name="T44" fmla="*/ 44 w 45"/>
                <a:gd name="T45" fmla="*/ 62 h 71"/>
                <a:gd name="T46" fmla="*/ 43 w 45"/>
                <a:gd name="T47" fmla="*/ 61 h 71"/>
                <a:gd name="T48" fmla="*/ 41 w 45"/>
                <a:gd name="T49" fmla="*/ 61 h 71"/>
                <a:gd name="T50" fmla="*/ 35 w 45"/>
                <a:gd name="T51" fmla="*/ 59 h 71"/>
                <a:gd name="T52" fmla="*/ 28 w 45"/>
                <a:gd name="T53" fmla="*/ 52 h 71"/>
                <a:gd name="T54" fmla="*/ 23 w 45"/>
                <a:gd name="T55" fmla="*/ 46 h 71"/>
                <a:gd name="T56" fmla="*/ 24 w 45"/>
                <a:gd name="T57" fmla="*/ 44 h 71"/>
                <a:gd name="T58" fmla="*/ 29 w 45"/>
                <a:gd name="T59" fmla="*/ 40 h 71"/>
                <a:gd name="T60" fmla="*/ 35 w 45"/>
                <a:gd name="T61" fmla="*/ 36 h 71"/>
                <a:gd name="T62" fmla="*/ 39 w 45"/>
                <a:gd name="T63" fmla="*/ 34 h 71"/>
                <a:gd name="T64" fmla="*/ 39 w 45"/>
                <a:gd name="T65" fmla="*/ 34 h 71"/>
                <a:gd name="T66" fmla="*/ 39 w 45"/>
                <a:gd name="T67" fmla="*/ 34 h 71"/>
                <a:gd name="T68" fmla="*/ 43 w 45"/>
                <a:gd name="T69" fmla="*/ 28 h 71"/>
                <a:gd name="T70" fmla="*/ 39 w 45"/>
                <a:gd name="T71" fmla="*/ 24 h 71"/>
                <a:gd name="T72" fmla="*/ 24 w 45"/>
                <a:gd name="T73" fmla="*/ 33 h 71"/>
                <a:gd name="T74" fmla="*/ 12 w 45"/>
                <a:gd name="T75" fmla="*/ 45 h 71"/>
                <a:gd name="T76" fmla="*/ 14 w 45"/>
                <a:gd name="T77" fmla="*/ 31 h 71"/>
                <a:gd name="T78" fmla="*/ 14 w 45"/>
                <a:gd name="T79" fmla="*/ 31 h 71"/>
                <a:gd name="T80" fmla="*/ 15 w 45"/>
                <a:gd name="T81" fmla="*/ 26 h 71"/>
                <a:gd name="T82" fmla="*/ 18 w 45"/>
                <a:gd name="T83" fmla="*/ 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5" h="71">
                  <a:moveTo>
                    <a:pt x="18" y="5"/>
                  </a:moveTo>
                  <a:cubicBezTo>
                    <a:pt x="18" y="3"/>
                    <a:pt x="18" y="2"/>
                    <a:pt x="17" y="1"/>
                  </a:cubicBezTo>
                  <a:cubicBezTo>
                    <a:pt x="16" y="0"/>
                    <a:pt x="15" y="0"/>
                    <a:pt x="14" y="0"/>
                  </a:cubicBezTo>
                  <a:cubicBezTo>
                    <a:pt x="13" y="0"/>
                    <a:pt x="12" y="0"/>
                    <a:pt x="10" y="1"/>
                  </a:cubicBezTo>
                  <a:cubicBezTo>
                    <a:pt x="9" y="2"/>
                    <a:pt x="9" y="3"/>
                    <a:pt x="8" y="5"/>
                  </a:cubicBezTo>
                  <a:cubicBezTo>
                    <a:pt x="8" y="6"/>
                    <a:pt x="7" y="9"/>
                    <a:pt x="6" y="14"/>
                  </a:cubicBezTo>
                  <a:cubicBezTo>
                    <a:pt x="6" y="19"/>
                    <a:pt x="5" y="26"/>
                    <a:pt x="4" y="34"/>
                  </a:cubicBezTo>
                  <a:cubicBezTo>
                    <a:pt x="3" y="45"/>
                    <a:pt x="2" y="53"/>
                    <a:pt x="1" y="60"/>
                  </a:cubicBezTo>
                  <a:cubicBezTo>
                    <a:pt x="0" y="63"/>
                    <a:pt x="0" y="65"/>
                    <a:pt x="0" y="66"/>
                  </a:cubicBezTo>
                  <a:cubicBezTo>
                    <a:pt x="0" y="67"/>
                    <a:pt x="0" y="68"/>
                    <a:pt x="1" y="69"/>
                  </a:cubicBezTo>
                  <a:cubicBezTo>
                    <a:pt x="2" y="70"/>
                    <a:pt x="3" y="71"/>
                    <a:pt x="5" y="71"/>
                  </a:cubicBezTo>
                  <a:cubicBezTo>
                    <a:pt x="6" y="71"/>
                    <a:pt x="8" y="70"/>
                    <a:pt x="9" y="69"/>
                  </a:cubicBezTo>
                  <a:cubicBezTo>
                    <a:pt x="10" y="68"/>
                    <a:pt x="10" y="66"/>
                    <a:pt x="10" y="64"/>
                  </a:cubicBezTo>
                  <a:cubicBezTo>
                    <a:pt x="10" y="61"/>
                    <a:pt x="11" y="58"/>
                    <a:pt x="11" y="55"/>
                  </a:cubicBezTo>
                  <a:cubicBezTo>
                    <a:pt x="11" y="55"/>
                    <a:pt x="11" y="55"/>
                    <a:pt x="11" y="55"/>
                  </a:cubicBezTo>
                  <a:cubicBezTo>
                    <a:pt x="11" y="55"/>
                    <a:pt x="12" y="54"/>
                    <a:pt x="13" y="53"/>
                  </a:cubicBezTo>
                  <a:cubicBezTo>
                    <a:pt x="14" y="52"/>
                    <a:pt x="14" y="52"/>
                    <a:pt x="15" y="52"/>
                  </a:cubicBezTo>
                  <a:cubicBezTo>
                    <a:pt x="15" y="52"/>
                    <a:pt x="17" y="54"/>
                    <a:pt x="20" y="58"/>
                  </a:cubicBezTo>
                  <a:cubicBezTo>
                    <a:pt x="24" y="63"/>
                    <a:pt x="28" y="66"/>
                    <a:pt x="30" y="68"/>
                  </a:cubicBezTo>
                  <a:cubicBezTo>
                    <a:pt x="32" y="69"/>
                    <a:pt x="34" y="70"/>
                    <a:pt x="36" y="70"/>
                  </a:cubicBezTo>
                  <a:cubicBezTo>
                    <a:pt x="39" y="70"/>
                    <a:pt x="42" y="69"/>
                    <a:pt x="43" y="68"/>
                  </a:cubicBezTo>
                  <a:cubicBezTo>
                    <a:pt x="44" y="66"/>
                    <a:pt x="45" y="65"/>
                    <a:pt x="45" y="64"/>
                  </a:cubicBezTo>
                  <a:cubicBezTo>
                    <a:pt x="45" y="63"/>
                    <a:pt x="45" y="62"/>
                    <a:pt x="44" y="62"/>
                  </a:cubicBezTo>
                  <a:cubicBezTo>
                    <a:pt x="44" y="62"/>
                    <a:pt x="43" y="61"/>
                    <a:pt x="43" y="61"/>
                  </a:cubicBezTo>
                  <a:cubicBezTo>
                    <a:pt x="41" y="61"/>
                    <a:pt x="41" y="61"/>
                    <a:pt x="41" y="61"/>
                  </a:cubicBezTo>
                  <a:cubicBezTo>
                    <a:pt x="39" y="61"/>
                    <a:pt x="37" y="61"/>
                    <a:pt x="35" y="59"/>
                  </a:cubicBezTo>
                  <a:cubicBezTo>
                    <a:pt x="34" y="58"/>
                    <a:pt x="31" y="55"/>
                    <a:pt x="28" y="52"/>
                  </a:cubicBezTo>
                  <a:cubicBezTo>
                    <a:pt x="25" y="49"/>
                    <a:pt x="23" y="47"/>
                    <a:pt x="23" y="46"/>
                  </a:cubicBezTo>
                  <a:cubicBezTo>
                    <a:pt x="23" y="46"/>
                    <a:pt x="23" y="45"/>
                    <a:pt x="24" y="44"/>
                  </a:cubicBezTo>
                  <a:cubicBezTo>
                    <a:pt x="25" y="43"/>
                    <a:pt x="27" y="42"/>
                    <a:pt x="29" y="40"/>
                  </a:cubicBezTo>
                  <a:cubicBezTo>
                    <a:pt x="31" y="39"/>
                    <a:pt x="33" y="37"/>
                    <a:pt x="35" y="36"/>
                  </a:cubicBezTo>
                  <a:cubicBezTo>
                    <a:pt x="36" y="36"/>
                    <a:pt x="37" y="35"/>
                    <a:pt x="39" y="34"/>
                  </a:cubicBezTo>
                  <a:cubicBezTo>
                    <a:pt x="39" y="34"/>
                    <a:pt x="39" y="34"/>
                    <a:pt x="39" y="34"/>
                  </a:cubicBezTo>
                  <a:cubicBezTo>
                    <a:pt x="39" y="34"/>
                    <a:pt x="39" y="34"/>
                    <a:pt x="39" y="34"/>
                  </a:cubicBezTo>
                  <a:cubicBezTo>
                    <a:pt x="41" y="33"/>
                    <a:pt x="43" y="30"/>
                    <a:pt x="43" y="28"/>
                  </a:cubicBezTo>
                  <a:cubicBezTo>
                    <a:pt x="43" y="25"/>
                    <a:pt x="41" y="24"/>
                    <a:pt x="39" y="24"/>
                  </a:cubicBezTo>
                  <a:cubicBezTo>
                    <a:pt x="35" y="24"/>
                    <a:pt x="31" y="27"/>
                    <a:pt x="24" y="33"/>
                  </a:cubicBezTo>
                  <a:cubicBezTo>
                    <a:pt x="12" y="45"/>
                    <a:pt x="12" y="45"/>
                    <a:pt x="12" y="45"/>
                  </a:cubicBezTo>
                  <a:cubicBezTo>
                    <a:pt x="12" y="44"/>
                    <a:pt x="12" y="39"/>
                    <a:pt x="14" y="31"/>
                  </a:cubicBezTo>
                  <a:cubicBezTo>
                    <a:pt x="14" y="31"/>
                    <a:pt x="14" y="31"/>
                    <a:pt x="14" y="31"/>
                  </a:cubicBezTo>
                  <a:cubicBezTo>
                    <a:pt x="15" y="26"/>
                    <a:pt x="15" y="26"/>
                    <a:pt x="15" y="26"/>
                  </a:cubicBezTo>
                  <a:cubicBezTo>
                    <a:pt x="17" y="14"/>
                    <a:pt x="18" y="7"/>
                    <a:pt x="18"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 name="Freeform 326"/>
            <p:cNvSpPr>
              <a:spLocks/>
            </p:cNvSpPr>
            <p:nvPr/>
          </p:nvSpPr>
          <p:spPr bwMode="auto">
            <a:xfrm>
              <a:off x="10650538" y="4514851"/>
              <a:ext cx="47625" cy="127000"/>
            </a:xfrm>
            <a:custGeom>
              <a:avLst/>
              <a:gdLst>
                <a:gd name="T0" fmla="*/ 4 w 32"/>
                <a:gd name="T1" fmla="*/ 69 h 85"/>
                <a:gd name="T2" fmla="*/ 9 w 32"/>
                <a:gd name="T3" fmla="*/ 77 h 85"/>
                <a:gd name="T4" fmla="*/ 15 w 32"/>
                <a:gd name="T5" fmla="*/ 83 h 85"/>
                <a:gd name="T6" fmla="*/ 19 w 32"/>
                <a:gd name="T7" fmla="*/ 85 h 85"/>
                <a:gd name="T8" fmla="*/ 23 w 32"/>
                <a:gd name="T9" fmla="*/ 84 h 85"/>
                <a:gd name="T10" fmla="*/ 24 w 32"/>
                <a:gd name="T11" fmla="*/ 81 h 85"/>
                <a:gd name="T12" fmla="*/ 20 w 32"/>
                <a:gd name="T13" fmla="*/ 75 h 85"/>
                <a:gd name="T14" fmla="*/ 14 w 32"/>
                <a:gd name="T15" fmla="*/ 68 h 85"/>
                <a:gd name="T16" fmla="*/ 11 w 32"/>
                <a:gd name="T17" fmla="*/ 58 h 85"/>
                <a:gd name="T18" fmla="*/ 10 w 32"/>
                <a:gd name="T19" fmla="*/ 54 h 85"/>
                <a:gd name="T20" fmla="*/ 10 w 32"/>
                <a:gd name="T21" fmla="*/ 54 h 85"/>
                <a:gd name="T22" fmla="*/ 10 w 32"/>
                <a:gd name="T23" fmla="*/ 50 h 85"/>
                <a:gd name="T24" fmla="*/ 9 w 32"/>
                <a:gd name="T25" fmla="*/ 47 h 85"/>
                <a:gd name="T26" fmla="*/ 9 w 32"/>
                <a:gd name="T27" fmla="*/ 44 h 85"/>
                <a:gd name="T28" fmla="*/ 13 w 32"/>
                <a:gd name="T29" fmla="*/ 28 h 85"/>
                <a:gd name="T30" fmla="*/ 21 w 32"/>
                <a:gd name="T31" fmla="*/ 16 h 85"/>
                <a:gd name="T32" fmla="*/ 29 w 32"/>
                <a:gd name="T33" fmla="*/ 7 h 85"/>
                <a:gd name="T34" fmla="*/ 32 w 32"/>
                <a:gd name="T35" fmla="*/ 3 h 85"/>
                <a:gd name="T36" fmla="*/ 29 w 32"/>
                <a:gd name="T37" fmla="*/ 0 h 85"/>
                <a:gd name="T38" fmla="*/ 25 w 32"/>
                <a:gd name="T39" fmla="*/ 0 h 85"/>
                <a:gd name="T40" fmla="*/ 21 w 32"/>
                <a:gd name="T41" fmla="*/ 3 h 85"/>
                <a:gd name="T42" fmla="*/ 17 w 32"/>
                <a:gd name="T43" fmla="*/ 7 h 85"/>
                <a:gd name="T44" fmla="*/ 12 w 32"/>
                <a:gd name="T45" fmla="*/ 11 h 85"/>
                <a:gd name="T46" fmla="*/ 8 w 32"/>
                <a:gd name="T47" fmla="*/ 19 h 85"/>
                <a:gd name="T48" fmla="*/ 3 w 32"/>
                <a:gd name="T49" fmla="*/ 30 h 85"/>
                <a:gd name="T50" fmla="*/ 1 w 32"/>
                <a:gd name="T51" fmla="*/ 37 h 85"/>
                <a:gd name="T52" fmla="*/ 0 w 32"/>
                <a:gd name="T53" fmla="*/ 46 h 85"/>
                <a:gd name="T54" fmla="*/ 2 w 32"/>
                <a:gd name="T55" fmla="*/ 58 h 85"/>
                <a:gd name="T56" fmla="*/ 4 w 32"/>
                <a:gd name="T57" fmla="*/ 69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2" h="85">
                  <a:moveTo>
                    <a:pt x="4" y="69"/>
                  </a:moveTo>
                  <a:cubicBezTo>
                    <a:pt x="5" y="71"/>
                    <a:pt x="7" y="74"/>
                    <a:pt x="9" y="77"/>
                  </a:cubicBezTo>
                  <a:cubicBezTo>
                    <a:pt x="11" y="80"/>
                    <a:pt x="13" y="82"/>
                    <a:pt x="15" y="83"/>
                  </a:cubicBezTo>
                  <a:cubicBezTo>
                    <a:pt x="17" y="84"/>
                    <a:pt x="18" y="85"/>
                    <a:pt x="19" y="85"/>
                  </a:cubicBezTo>
                  <a:cubicBezTo>
                    <a:pt x="21" y="85"/>
                    <a:pt x="22" y="84"/>
                    <a:pt x="23" y="84"/>
                  </a:cubicBezTo>
                  <a:cubicBezTo>
                    <a:pt x="24" y="83"/>
                    <a:pt x="24" y="82"/>
                    <a:pt x="24" y="81"/>
                  </a:cubicBezTo>
                  <a:cubicBezTo>
                    <a:pt x="24" y="79"/>
                    <a:pt x="23" y="77"/>
                    <a:pt x="20" y="75"/>
                  </a:cubicBezTo>
                  <a:cubicBezTo>
                    <a:pt x="18" y="73"/>
                    <a:pt x="16" y="71"/>
                    <a:pt x="14" y="68"/>
                  </a:cubicBezTo>
                  <a:cubicBezTo>
                    <a:pt x="13" y="65"/>
                    <a:pt x="12" y="62"/>
                    <a:pt x="11" y="58"/>
                  </a:cubicBezTo>
                  <a:cubicBezTo>
                    <a:pt x="10" y="54"/>
                    <a:pt x="10" y="54"/>
                    <a:pt x="10" y="54"/>
                  </a:cubicBezTo>
                  <a:cubicBezTo>
                    <a:pt x="10" y="54"/>
                    <a:pt x="10" y="54"/>
                    <a:pt x="10" y="54"/>
                  </a:cubicBezTo>
                  <a:cubicBezTo>
                    <a:pt x="10" y="52"/>
                    <a:pt x="10" y="51"/>
                    <a:pt x="10" y="50"/>
                  </a:cubicBezTo>
                  <a:cubicBezTo>
                    <a:pt x="9" y="49"/>
                    <a:pt x="9" y="48"/>
                    <a:pt x="9" y="47"/>
                  </a:cubicBezTo>
                  <a:cubicBezTo>
                    <a:pt x="9" y="45"/>
                    <a:pt x="9" y="44"/>
                    <a:pt x="9" y="44"/>
                  </a:cubicBezTo>
                  <a:cubicBezTo>
                    <a:pt x="9" y="39"/>
                    <a:pt x="10" y="34"/>
                    <a:pt x="13" y="28"/>
                  </a:cubicBezTo>
                  <a:cubicBezTo>
                    <a:pt x="16" y="23"/>
                    <a:pt x="18" y="18"/>
                    <a:pt x="21" y="16"/>
                  </a:cubicBezTo>
                  <a:cubicBezTo>
                    <a:pt x="23" y="13"/>
                    <a:pt x="26" y="10"/>
                    <a:pt x="29" y="7"/>
                  </a:cubicBezTo>
                  <a:cubicBezTo>
                    <a:pt x="31" y="5"/>
                    <a:pt x="32" y="4"/>
                    <a:pt x="32" y="3"/>
                  </a:cubicBezTo>
                  <a:cubicBezTo>
                    <a:pt x="32" y="1"/>
                    <a:pt x="31" y="0"/>
                    <a:pt x="29" y="0"/>
                  </a:cubicBezTo>
                  <a:cubicBezTo>
                    <a:pt x="27" y="0"/>
                    <a:pt x="26" y="0"/>
                    <a:pt x="25" y="0"/>
                  </a:cubicBezTo>
                  <a:cubicBezTo>
                    <a:pt x="23" y="1"/>
                    <a:pt x="22" y="2"/>
                    <a:pt x="21" y="3"/>
                  </a:cubicBezTo>
                  <a:cubicBezTo>
                    <a:pt x="17" y="7"/>
                    <a:pt x="17" y="7"/>
                    <a:pt x="17" y="7"/>
                  </a:cubicBezTo>
                  <a:cubicBezTo>
                    <a:pt x="14" y="9"/>
                    <a:pt x="12" y="11"/>
                    <a:pt x="12" y="11"/>
                  </a:cubicBezTo>
                  <a:cubicBezTo>
                    <a:pt x="12" y="12"/>
                    <a:pt x="10" y="15"/>
                    <a:pt x="8" y="19"/>
                  </a:cubicBezTo>
                  <a:cubicBezTo>
                    <a:pt x="6" y="23"/>
                    <a:pt x="4" y="27"/>
                    <a:pt x="3" y="30"/>
                  </a:cubicBezTo>
                  <a:cubicBezTo>
                    <a:pt x="2" y="33"/>
                    <a:pt x="1" y="35"/>
                    <a:pt x="1" y="37"/>
                  </a:cubicBezTo>
                  <a:cubicBezTo>
                    <a:pt x="0" y="39"/>
                    <a:pt x="0" y="42"/>
                    <a:pt x="0" y="46"/>
                  </a:cubicBezTo>
                  <a:cubicBezTo>
                    <a:pt x="0" y="49"/>
                    <a:pt x="1" y="53"/>
                    <a:pt x="2" y="58"/>
                  </a:cubicBezTo>
                  <a:cubicBezTo>
                    <a:pt x="2" y="63"/>
                    <a:pt x="3" y="67"/>
                    <a:pt x="4"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 name="Freeform 327"/>
            <p:cNvSpPr>
              <a:spLocks/>
            </p:cNvSpPr>
            <p:nvPr/>
          </p:nvSpPr>
          <p:spPr bwMode="auto">
            <a:xfrm>
              <a:off x="10706100" y="4519613"/>
              <a:ext cx="119063" cy="96838"/>
            </a:xfrm>
            <a:custGeom>
              <a:avLst/>
              <a:gdLst>
                <a:gd name="T0" fmla="*/ 41 w 80"/>
                <a:gd name="T1" fmla="*/ 16 h 65"/>
                <a:gd name="T2" fmla="*/ 38 w 80"/>
                <a:gd name="T3" fmla="*/ 17 h 65"/>
                <a:gd name="T4" fmla="*/ 36 w 80"/>
                <a:gd name="T5" fmla="*/ 19 h 65"/>
                <a:gd name="T6" fmla="*/ 29 w 80"/>
                <a:gd name="T7" fmla="*/ 34 h 65"/>
                <a:gd name="T8" fmla="*/ 19 w 80"/>
                <a:gd name="T9" fmla="*/ 50 h 65"/>
                <a:gd name="T10" fmla="*/ 17 w 80"/>
                <a:gd name="T11" fmla="*/ 39 h 65"/>
                <a:gd name="T12" fmla="*/ 15 w 80"/>
                <a:gd name="T13" fmla="*/ 32 h 65"/>
                <a:gd name="T14" fmla="*/ 14 w 80"/>
                <a:gd name="T15" fmla="*/ 25 h 65"/>
                <a:gd name="T16" fmla="*/ 13 w 80"/>
                <a:gd name="T17" fmla="*/ 18 h 65"/>
                <a:gd name="T18" fmla="*/ 11 w 80"/>
                <a:gd name="T19" fmla="*/ 9 h 65"/>
                <a:gd name="T20" fmla="*/ 6 w 80"/>
                <a:gd name="T21" fmla="*/ 3 h 65"/>
                <a:gd name="T22" fmla="*/ 2 w 80"/>
                <a:gd name="T23" fmla="*/ 4 h 65"/>
                <a:gd name="T24" fmla="*/ 0 w 80"/>
                <a:gd name="T25" fmla="*/ 8 h 65"/>
                <a:gd name="T26" fmla="*/ 1 w 80"/>
                <a:gd name="T27" fmla="*/ 13 h 65"/>
                <a:gd name="T28" fmla="*/ 2 w 80"/>
                <a:gd name="T29" fmla="*/ 15 h 65"/>
                <a:gd name="T30" fmla="*/ 4 w 80"/>
                <a:gd name="T31" fmla="*/ 28 h 65"/>
                <a:gd name="T32" fmla="*/ 8 w 80"/>
                <a:gd name="T33" fmla="*/ 47 h 65"/>
                <a:gd name="T34" fmla="*/ 12 w 80"/>
                <a:gd name="T35" fmla="*/ 60 h 65"/>
                <a:gd name="T36" fmla="*/ 15 w 80"/>
                <a:gd name="T37" fmla="*/ 64 h 65"/>
                <a:gd name="T38" fmla="*/ 18 w 80"/>
                <a:gd name="T39" fmla="*/ 65 h 65"/>
                <a:gd name="T40" fmla="*/ 29 w 80"/>
                <a:gd name="T41" fmla="*/ 50 h 65"/>
                <a:gd name="T42" fmla="*/ 39 w 80"/>
                <a:gd name="T43" fmla="*/ 31 h 65"/>
                <a:gd name="T44" fmla="*/ 44 w 80"/>
                <a:gd name="T45" fmla="*/ 45 h 65"/>
                <a:gd name="T46" fmla="*/ 51 w 80"/>
                <a:gd name="T47" fmla="*/ 59 h 65"/>
                <a:gd name="T48" fmla="*/ 56 w 80"/>
                <a:gd name="T49" fmla="*/ 62 h 65"/>
                <a:gd name="T50" fmla="*/ 58 w 80"/>
                <a:gd name="T51" fmla="*/ 61 h 65"/>
                <a:gd name="T52" fmla="*/ 61 w 80"/>
                <a:gd name="T53" fmla="*/ 59 h 65"/>
                <a:gd name="T54" fmla="*/ 63 w 80"/>
                <a:gd name="T55" fmla="*/ 54 h 65"/>
                <a:gd name="T56" fmla="*/ 70 w 80"/>
                <a:gd name="T57" fmla="*/ 40 h 65"/>
                <a:gd name="T58" fmla="*/ 71 w 80"/>
                <a:gd name="T59" fmla="*/ 37 h 65"/>
                <a:gd name="T60" fmla="*/ 77 w 80"/>
                <a:gd name="T61" fmla="*/ 18 h 65"/>
                <a:gd name="T62" fmla="*/ 80 w 80"/>
                <a:gd name="T63" fmla="*/ 5 h 65"/>
                <a:gd name="T64" fmla="*/ 79 w 80"/>
                <a:gd name="T65" fmla="*/ 2 h 65"/>
                <a:gd name="T66" fmla="*/ 75 w 80"/>
                <a:gd name="T67" fmla="*/ 0 h 65"/>
                <a:gd name="T68" fmla="*/ 72 w 80"/>
                <a:gd name="T69" fmla="*/ 1 h 65"/>
                <a:gd name="T70" fmla="*/ 70 w 80"/>
                <a:gd name="T71" fmla="*/ 4 h 65"/>
                <a:gd name="T72" fmla="*/ 56 w 80"/>
                <a:gd name="T73" fmla="*/ 49 h 65"/>
                <a:gd name="T74" fmla="*/ 51 w 80"/>
                <a:gd name="T75" fmla="*/ 37 h 65"/>
                <a:gd name="T76" fmla="*/ 48 w 80"/>
                <a:gd name="T77" fmla="*/ 28 h 65"/>
                <a:gd name="T78" fmla="*/ 48 w 80"/>
                <a:gd name="T79" fmla="*/ 27 h 65"/>
                <a:gd name="T80" fmla="*/ 44 w 80"/>
                <a:gd name="T81" fmla="*/ 18 h 65"/>
                <a:gd name="T82" fmla="*/ 41 w 80"/>
                <a:gd name="T83" fmla="*/ 16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0" h="65">
                  <a:moveTo>
                    <a:pt x="41" y="16"/>
                  </a:moveTo>
                  <a:cubicBezTo>
                    <a:pt x="40" y="16"/>
                    <a:pt x="39" y="16"/>
                    <a:pt x="38" y="17"/>
                  </a:cubicBezTo>
                  <a:cubicBezTo>
                    <a:pt x="37" y="17"/>
                    <a:pt x="36" y="18"/>
                    <a:pt x="36" y="19"/>
                  </a:cubicBezTo>
                  <a:cubicBezTo>
                    <a:pt x="33" y="26"/>
                    <a:pt x="30" y="31"/>
                    <a:pt x="29" y="34"/>
                  </a:cubicBezTo>
                  <a:cubicBezTo>
                    <a:pt x="27" y="37"/>
                    <a:pt x="24" y="42"/>
                    <a:pt x="19" y="50"/>
                  </a:cubicBezTo>
                  <a:cubicBezTo>
                    <a:pt x="18" y="50"/>
                    <a:pt x="18" y="46"/>
                    <a:pt x="17" y="39"/>
                  </a:cubicBezTo>
                  <a:cubicBezTo>
                    <a:pt x="16" y="37"/>
                    <a:pt x="16" y="35"/>
                    <a:pt x="15" y="32"/>
                  </a:cubicBezTo>
                  <a:cubicBezTo>
                    <a:pt x="15" y="30"/>
                    <a:pt x="14" y="27"/>
                    <a:pt x="14" y="25"/>
                  </a:cubicBezTo>
                  <a:cubicBezTo>
                    <a:pt x="13" y="18"/>
                    <a:pt x="13" y="18"/>
                    <a:pt x="13" y="18"/>
                  </a:cubicBezTo>
                  <a:cubicBezTo>
                    <a:pt x="13" y="16"/>
                    <a:pt x="12" y="13"/>
                    <a:pt x="11" y="9"/>
                  </a:cubicBezTo>
                  <a:cubicBezTo>
                    <a:pt x="10" y="5"/>
                    <a:pt x="8" y="3"/>
                    <a:pt x="6" y="3"/>
                  </a:cubicBezTo>
                  <a:cubicBezTo>
                    <a:pt x="4" y="3"/>
                    <a:pt x="3" y="3"/>
                    <a:pt x="2" y="4"/>
                  </a:cubicBezTo>
                  <a:cubicBezTo>
                    <a:pt x="1" y="6"/>
                    <a:pt x="0" y="7"/>
                    <a:pt x="0" y="8"/>
                  </a:cubicBezTo>
                  <a:cubicBezTo>
                    <a:pt x="0" y="9"/>
                    <a:pt x="1" y="11"/>
                    <a:pt x="1" y="13"/>
                  </a:cubicBezTo>
                  <a:cubicBezTo>
                    <a:pt x="2" y="13"/>
                    <a:pt x="2" y="14"/>
                    <a:pt x="2" y="15"/>
                  </a:cubicBezTo>
                  <a:cubicBezTo>
                    <a:pt x="2" y="17"/>
                    <a:pt x="3" y="21"/>
                    <a:pt x="4" y="28"/>
                  </a:cubicBezTo>
                  <a:cubicBezTo>
                    <a:pt x="6" y="34"/>
                    <a:pt x="7" y="41"/>
                    <a:pt x="8" y="47"/>
                  </a:cubicBezTo>
                  <a:cubicBezTo>
                    <a:pt x="10" y="54"/>
                    <a:pt x="11" y="58"/>
                    <a:pt x="12" y="60"/>
                  </a:cubicBezTo>
                  <a:cubicBezTo>
                    <a:pt x="13" y="62"/>
                    <a:pt x="14" y="63"/>
                    <a:pt x="15" y="64"/>
                  </a:cubicBezTo>
                  <a:cubicBezTo>
                    <a:pt x="16" y="64"/>
                    <a:pt x="17" y="65"/>
                    <a:pt x="18" y="65"/>
                  </a:cubicBezTo>
                  <a:cubicBezTo>
                    <a:pt x="20" y="65"/>
                    <a:pt x="24" y="60"/>
                    <a:pt x="29" y="50"/>
                  </a:cubicBezTo>
                  <a:cubicBezTo>
                    <a:pt x="39" y="31"/>
                    <a:pt x="39" y="31"/>
                    <a:pt x="39" y="31"/>
                  </a:cubicBezTo>
                  <a:cubicBezTo>
                    <a:pt x="40" y="33"/>
                    <a:pt x="41" y="37"/>
                    <a:pt x="44" y="45"/>
                  </a:cubicBezTo>
                  <a:cubicBezTo>
                    <a:pt x="47" y="52"/>
                    <a:pt x="49" y="57"/>
                    <a:pt x="51" y="59"/>
                  </a:cubicBezTo>
                  <a:cubicBezTo>
                    <a:pt x="52" y="61"/>
                    <a:pt x="54" y="62"/>
                    <a:pt x="56" y="62"/>
                  </a:cubicBezTo>
                  <a:cubicBezTo>
                    <a:pt x="57" y="62"/>
                    <a:pt x="57" y="61"/>
                    <a:pt x="58" y="61"/>
                  </a:cubicBezTo>
                  <a:cubicBezTo>
                    <a:pt x="59" y="60"/>
                    <a:pt x="60" y="60"/>
                    <a:pt x="61" y="59"/>
                  </a:cubicBezTo>
                  <a:cubicBezTo>
                    <a:pt x="61" y="58"/>
                    <a:pt x="62" y="56"/>
                    <a:pt x="63" y="54"/>
                  </a:cubicBezTo>
                  <a:cubicBezTo>
                    <a:pt x="67" y="45"/>
                    <a:pt x="69" y="41"/>
                    <a:pt x="70" y="40"/>
                  </a:cubicBezTo>
                  <a:cubicBezTo>
                    <a:pt x="71" y="37"/>
                    <a:pt x="71" y="37"/>
                    <a:pt x="71" y="37"/>
                  </a:cubicBezTo>
                  <a:cubicBezTo>
                    <a:pt x="74" y="30"/>
                    <a:pt x="76" y="24"/>
                    <a:pt x="77" y="18"/>
                  </a:cubicBezTo>
                  <a:cubicBezTo>
                    <a:pt x="79" y="12"/>
                    <a:pt x="80" y="8"/>
                    <a:pt x="80" y="5"/>
                  </a:cubicBezTo>
                  <a:cubicBezTo>
                    <a:pt x="80" y="4"/>
                    <a:pt x="79" y="3"/>
                    <a:pt x="79" y="2"/>
                  </a:cubicBezTo>
                  <a:cubicBezTo>
                    <a:pt x="78" y="1"/>
                    <a:pt x="77" y="0"/>
                    <a:pt x="75" y="0"/>
                  </a:cubicBezTo>
                  <a:cubicBezTo>
                    <a:pt x="74" y="0"/>
                    <a:pt x="73" y="1"/>
                    <a:pt x="72" y="1"/>
                  </a:cubicBezTo>
                  <a:cubicBezTo>
                    <a:pt x="71" y="2"/>
                    <a:pt x="70" y="3"/>
                    <a:pt x="70" y="4"/>
                  </a:cubicBezTo>
                  <a:cubicBezTo>
                    <a:pt x="69" y="19"/>
                    <a:pt x="64" y="34"/>
                    <a:pt x="56" y="49"/>
                  </a:cubicBezTo>
                  <a:cubicBezTo>
                    <a:pt x="56" y="49"/>
                    <a:pt x="54" y="45"/>
                    <a:pt x="51" y="37"/>
                  </a:cubicBezTo>
                  <a:cubicBezTo>
                    <a:pt x="48" y="28"/>
                    <a:pt x="48" y="28"/>
                    <a:pt x="48" y="28"/>
                  </a:cubicBezTo>
                  <a:cubicBezTo>
                    <a:pt x="48" y="28"/>
                    <a:pt x="48" y="27"/>
                    <a:pt x="48" y="27"/>
                  </a:cubicBezTo>
                  <a:cubicBezTo>
                    <a:pt x="46" y="22"/>
                    <a:pt x="44" y="19"/>
                    <a:pt x="44" y="18"/>
                  </a:cubicBezTo>
                  <a:cubicBezTo>
                    <a:pt x="43" y="17"/>
                    <a:pt x="42" y="16"/>
                    <a:pt x="41"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 name="Freeform 328"/>
            <p:cNvSpPr>
              <a:spLocks/>
            </p:cNvSpPr>
            <p:nvPr/>
          </p:nvSpPr>
          <p:spPr bwMode="auto">
            <a:xfrm>
              <a:off x="10831513" y="4546601"/>
              <a:ext cx="22225" cy="66675"/>
            </a:xfrm>
            <a:custGeom>
              <a:avLst/>
              <a:gdLst>
                <a:gd name="T0" fmla="*/ 13 w 15"/>
                <a:gd name="T1" fmla="*/ 12 h 45"/>
                <a:gd name="T2" fmla="*/ 13 w 15"/>
                <a:gd name="T3" fmla="*/ 11 h 45"/>
                <a:gd name="T4" fmla="*/ 15 w 15"/>
                <a:gd name="T5" fmla="*/ 4 h 45"/>
                <a:gd name="T6" fmla="*/ 13 w 15"/>
                <a:gd name="T7" fmla="*/ 1 h 45"/>
                <a:gd name="T8" fmla="*/ 9 w 15"/>
                <a:gd name="T9" fmla="*/ 0 h 45"/>
                <a:gd name="T10" fmla="*/ 5 w 15"/>
                <a:gd name="T11" fmla="*/ 2 h 45"/>
                <a:gd name="T12" fmla="*/ 4 w 15"/>
                <a:gd name="T13" fmla="*/ 7 h 45"/>
                <a:gd name="T14" fmla="*/ 3 w 15"/>
                <a:gd name="T15" fmla="*/ 16 h 45"/>
                <a:gd name="T16" fmla="*/ 3 w 15"/>
                <a:gd name="T17" fmla="*/ 16 h 45"/>
                <a:gd name="T18" fmla="*/ 2 w 15"/>
                <a:gd name="T19" fmla="*/ 20 h 45"/>
                <a:gd name="T20" fmla="*/ 0 w 15"/>
                <a:gd name="T21" fmla="*/ 37 h 45"/>
                <a:gd name="T22" fmla="*/ 5 w 15"/>
                <a:gd name="T23" fmla="*/ 45 h 45"/>
                <a:gd name="T24" fmla="*/ 9 w 15"/>
                <a:gd name="T25" fmla="*/ 43 h 45"/>
                <a:gd name="T26" fmla="*/ 11 w 15"/>
                <a:gd name="T27" fmla="*/ 41 h 45"/>
                <a:gd name="T28" fmla="*/ 11 w 15"/>
                <a:gd name="T29" fmla="*/ 40 h 45"/>
                <a:gd name="T30" fmla="*/ 10 w 15"/>
                <a:gd name="T31" fmla="*/ 33 h 45"/>
                <a:gd name="T32" fmla="*/ 10 w 15"/>
                <a:gd name="T33" fmla="*/ 25 h 45"/>
                <a:gd name="T34" fmla="*/ 13 w 15"/>
                <a:gd name="T35" fmla="*/ 1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45">
                  <a:moveTo>
                    <a:pt x="13" y="12"/>
                  </a:moveTo>
                  <a:cubicBezTo>
                    <a:pt x="13" y="11"/>
                    <a:pt x="13" y="11"/>
                    <a:pt x="13" y="11"/>
                  </a:cubicBezTo>
                  <a:cubicBezTo>
                    <a:pt x="14" y="8"/>
                    <a:pt x="15" y="5"/>
                    <a:pt x="15" y="4"/>
                  </a:cubicBezTo>
                  <a:cubicBezTo>
                    <a:pt x="15" y="3"/>
                    <a:pt x="14" y="2"/>
                    <a:pt x="13" y="1"/>
                  </a:cubicBezTo>
                  <a:cubicBezTo>
                    <a:pt x="12" y="0"/>
                    <a:pt x="11" y="0"/>
                    <a:pt x="9" y="0"/>
                  </a:cubicBezTo>
                  <a:cubicBezTo>
                    <a:pt x="7" y="0"/>
                    <a:pt x="6" y="1"/>
                    <a:pt x="5" y="2"/>
                  </a:cubicBezTo>
                  <a:cubicBezTo>
                    <a:pt x="4" y="3"/>
                    <a:pt x="4" y="5"/>
                    <a:pt x="4" y="7"/>
                  </a:cubicBezTo>
                  <a:cubicBezTo>
                    <a:pt x="4" y="8"/>
                    <a:pt x="3" y="11"/>
                    <a:pt x="3" y="16"/>
                  </a:cubicBezTo>
                  <a:cubicBezTo>
                    <a:pt x="3" y="16"/>
                    <a:pt x="3" y="16"/>
                    <a:pt x="3" y="16"/>
                  </a:cubicBezTo>
                  <a:cubicBezTo>
                    <a:pt x="2" y="17"/>
                    <a:pt x="2" y="18"/>
                    <a:pt x="2" y="20"/>
                  </a:cubicBezTo>
                  <a:cubicBezTo>
                    <a:pt x="1" y="26"/>
                    <a:pt x="0" y="32"/>
                    <a:pt x="0" y="37"/>
                  </a:cubicBezTo>
                  <a:cubicBezTo>
                    <a:pt x="0" y="42"/>
                    <a:pt x="2" y="45"/>
                    <a:pt x="5" y="45"/>
                  </a:cubicBezTo>
                  <a:cubicBezTo>
                    <a:pt x="7" y="45"/>
                    <a:pt x="8" y="44"/>
                    <a:pt x="9" y="43"/>
                  </a:cubicBezTo>
                  <a:cubicBezTo>
                    <a:pt x="10" y="42"/>
                    <a:pt x="11" y="41"/>
                    <a:pt x="11" y="41"/>
                  </a:cubicBezTo>
                  <a:cubicBezTo>
                    <a:pt x="11" y="41"/>
                    <a:pt x="11" y="40"/>
                    <a:pt x="11" y="40"/>
                  </a:cubicBezTo>
                  <a:cubicBezTo>
                    <a:pt x="10" y="37"/>
                    <a:pt x="10" y="35"/>
                    <a:pt x="10" y="33"/>
                  </a:cubicBezTo>
                  <a:cubicBezTo>
                    <a:pt x="10" y="31"/>
                    <a:pt x="10" y="28"/>
                    <a:pt x="10" y="25"/>
                  </a:cubicBezTo>
                  <a:cubicBezTo>
                    <a:pt x="11" y="22"/>
                    <a:pt x="12" y="17"/>
                    <a:pt x="13"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Freeform 329"/>
            <p:cNvSpPr>
              <a:spLocks/>
            </p:cNvSpPr>
            <p:nvPr/>
          </p:nvSpPr>
          <p:spPr bwMode="auto">
            <a:xfrm>
              <a:off x="10844213" y="4510088"/>
              <a:ext cx="20638" cy="19050"/>
            </a:xfrm>
            <a:custGeom>
              <a:avLst/>
              <a:gdLst>
                <a:gd name="T0" fmla="*/ 7 w 13"/>
                <a:gd name="T1" fmla="*/ 0 h 13"/>
                <a:gd name="T2" fmla="*/ 2 w 13"/>
                <a:gd name="T3" fmla="*/ 2 h 13"/>
                <a:gd name="T4" fmla="*/ 0 w 13"/>
                <a:gd name="T5" fmla="*/ 7 h 13"/>
                <a:gd name="T6" fmla="*/ 2 w 13"/>
                <a:gd name="T7" fmla="*/ 11 h 13"/>
                <a:gd name="T8" fmla="*/ 6 w 13"/>
                <a:gd name="T9" fmla="*/ 13 h 13"/>
                <a:gd name="T10" fmla="*/ 11 w 13"/>
                <a:gd name="T11" fmla="*/ 11 h 13"/>
                <a:gd name="T12" fmla="*/ 13 w 13"/>
                <a:gd name="T13" fmla="*/ 6 h 13"/>
                <a:gd name="T14" fmla="*/ 12 w 13"/>
                <a:gd name="T15" fmla="*/ 2 h 13"/>
                <a:gd name="T16" fmla="*/ 7 w 13"/>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3">
                  <a:moveTo>
                    <a:pt x="7" y="0"/>
                  </a:moveTo>
                  <a:cubicBezTo>
                    <a:pt x="5" y="0"/>
                    <a:pt x="3" y="1"/>
                    <a:pt x="2" y="2"/>
                  </a:cubicBezTo>
                  <a:cubicBezTo>
                    <a:pt x="1" y="3"/>
                    <a:pt x="0" y="5"/>
                    <a:pt x="0" y="7"/>
                  </a:cubicBezTo>
                  <a:cubicBezTo>
                    <a:pt x="0" y="8"/>
                    <a:pt x="1" y="10"/>
                    <a:pt x="2" y="11"/>
                  </a:cubicBezTo>
                  <a:cubicBezTo>
                    <a:pt x="3" y="13"/>
                    <a:pt x="5" y="13"/>
                    <a:pt x="6" y="13"/>
                  </a:cubicBezTo>
                  <a:cubicBezTo>
                    <a:pt x="8" y="13"/>
                    <a:pt x="9" y="12"/>
                    <a:pt x="11" y="11"/>
                  </a:cubicBezTo>
                  <a:cubicBezTo>
                    <a:pt x="13" y="10"/>
                    <a:pt x="13" y="8"/>
                    <a:pt x="13" y="6"/>
                  </a:cubicBezTo>
                  <a:cubicBezTo>
                    <a:pt x="13" y="4"/>
                    <a:pt x="13" y="3"/>
                    <a:pt x="12" y="2"/>
                  </a:cubicBezTo>
                  <a:cubicBezTo>
                    <a:pt x="11" y="1"/>
                    <a:pt x="9"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Freeform 330"/>
            <p:cNvSpPr>
              <a:spLocks/>
            </p:cNvSpPr>
            <p:nvPr/>
          </p:nvSpPr>
          <p:spPr bwMode="auto">
            <a:xfrm>
              <a:off x="10861675" y="4521201"/>
              <a:ext cx="60325" cy="92075"/>
            </a:xfrm>
            <a:custGeom>
              <a:avLst/>
              <a:gdLst>
                <a:gd name="T0" fmla="*/ 21 w 41"/>
                <a:gd name="T1" fmla="*/ 27 h 62"/>
                <a:gd name="T2" fmla="*/ 35 w 41"/>
                <a:gd name="T3" fmla="*/ 24 h 62"/>
                <a:gd name="T4" fmla="*/ 41 w 41"/>
                <a:gd name="T5" fmla="*/ 20 h 62"/>
                <a:gd name="T6" fmla="*/ 40 w 41"/>
                <a:gd name="T7" fmla="*/ 17 h 62"/>
                <a:gd name="T8" fmla="*/ 37 w 41"/>
                <a:gd name="T9" fmla="*/ 16 h 62"/>
                <a:gd name="T10" fmla="*/ 23 w 41"/>
                <a:gd name="T11" fmla="*/ 18 h 62"/>
                <a:gd name="T12" fmla="*/ 27 w 41"/>
                <a:gd name="T13" fmla="*/ 5 h 62"/>
                <a:gd name="T14" fmla="*/ 25 w 41"/>
                <a:gd name="T15" fmla="*/ 2 h 62"/>
                <a:gd name="T16" fmla="*/ 22 w 41"/>
                <a:gd name="T17" fmla="*/ 0 h 62"/>
                <a:gd name="T18" fmla="*/ 16 w 41"/>
                <a:gd name="T19" fmla="*/ 6 h 62"/>
                <a:gd name="T20" fmla="*/ 13 w 41"/>
                <a:gd name="T21" fmla="*/ 19 h 62"/>
                <a:gd name="T22" fmla="*/ 4 w 41"/>
                <a:gd name="T23" fmla="*/ 19 h 62"/>
                <a:gd name="T24" fmla="*/ 0 w 41"/>
                <a:gd name="T25" fmla="*/ 22 h 62"/>
                <a:gd name="T26" fmla="*/ 2 w 41"/>
                <a:gd name="T27" fmla="*/ 26 h 62"/>
                <a:gd name="T28" fmla="*/ 6 w 41"/>
                <a:gd name="T29" fmla="*/ 27 h 62"/>
                <a:gd name="T30" fmla="*/ 7 w 41"/>
                <a:gd name="T31" fmla="*/ 27 h 62"/>
                <a:gd name="T32" fmla="*/ 10 w 41"/>
                <a:gd name="T33" fmla="*/ 27 h 62"/>
                <a:gd name="T34" fmla="*/ 6 w 41"/>
                <a:gd name="T35" fmla="*/ 49 h 62"/>
                <a:gd name="T36" fmla="*/ 9 w 41"/>
                <a:gd name="T37" fmla="*/ 58 h 62"/>
                <a:gd name="T38" fmla="*/ 17 w 41"/>
                <a:gd name="T39" fmla="*/ 62 h 62"/>
                <a:gd name="T40" fmla="*/ 30 w 41"/>
                <a:gd name="T41" fmla="*/ 57 h 62"/>
                <a:gd name="T42" fmla="*/ 36 w 41"/>
                <a:gd name="T43" fmla="*/ 49 h 62"/>
                <a:gd name="T44" fmla="*/ 35 w 41"/>
                <a:gd name="T45" fmla="*/ 47 h 62"/>
                <a:gd name="T46" fmla="*/ 33 w 41"/>
                <a:gd name="T47" fmla="*/ 47 h 62"/>
                <a:gd name="T48" fmla="*/ 29 w 41"/>
                <a:gd name="T49" fmla="*/ 48 h 62"/>
                <a:gd name="T50" fmla="*/ 24 w 41"/>
                <a:gd name="T51" fmla="*/ 52 h 62"/>
                <a:gd name="T52" fmla="*/ 19 w 41"/>
                <a:gd name="T53" fmla="*/ 53 h 62"/>
                <a:gd name="T54" fmla="*/ 17 w 41"/>
                <a:gd name="T55" fmla="*/ 51 h 62"/>
                <a:gd name="T56" fmla="*/ 16 w 41"/>
                <a:gd name="T57" fmla="*/ 47 h 62"/>
                <a:gd name="T58" fmla="*/ 18 w 41"/>
                <a:gd name="T59" fmla="*/ 36 h 62"/>
                <a:gd name="T60" fmla="*/ 21 w 41"/>
                <a:gd name="T61" fmla="*/ 27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1" h="62">
                  <a:moveTo>
                    <a:pt x="21" y="27"/>
                  </a:moveTo>
                  <a:cubicBezTo>
                    <a:pt x="35" y="24"/>
                    <a:pt x="35" y="24"/>
                    <a:pt x="35" y="24"/>
                  </a:cubicBezTo>
                  <a:cubicBezTo>
                    <a:pt x="39" y="24"/>
                    <a:pt x="41" y="22"/>
                    <a:pt x="41" y="20"/>
                  </a:cubicBezTo>
                  <a:cubicBezTo>
                    <a:pt x="41" y="18"/>
                    <a:pt x="41" y="18"/>
                    <a:pt x="40" y="17"/>
                  </a:cubicBezTo>
                  <a:cubicBezTo>
                    <a:pt x="40" y="17"/>
                    <a:pt x="39" y="16"/>
                    <a:pt x="37" y="16"/>
                  </a:cubicBezTo>
                  <a:cubicBezTo>
                    <a:pt x="36" y="16"/>
                    <a:pt x="32" y="17"/>
                    <a:pt x="23" y="18"/>
                  </a:cubicBezTo>
                  <a:cubicBezTo>
                    <a:pt x="25" y="10"/>
                    <a:pt x="27" y="5"/>
                    <a:pt x="27" y="5"/>
                  </a:cubicBezTo>
                  <a:cubicBezTo>
                    <a:pt x="27" y="4"/>
                    <a:pt x="26" y="3"/>
                    <a:pt x="25" y="2"/>
                  </a:cubicBezTo>
                  <a:cubicBezTo>
                    <a:pt x="24" y="1"/>
                    <a:pt x="23" y="0"/>
                    <a:pt x="22" y="0"/>
                  </a:cubicBezTo>
                  <a:cubicBezTo>
                    <a:pt x="19" y="0"/>
                    <a:pt x="17" y="2"/>
                    <a:pt x="16" y="6"/>
                  </a:cubicBezTo>
                  <a:cubicBezTo>
                    <a:pt x="15" y="11"/>
                    <a:pt x="14" y="15"/>
                    <a:pt x="13" y="19"/>
                  </a:cubicBezTo>
                  <a:cubicBezTo>
                    <a:pt x="4" y="19"/>
                    <a:pt x="4" y="19"/>
                    <a:pt x="4" y="19"/>
                  </a:cubicBezTo>
                  <a:cubicBezTo>
                    <a:pt x="1" y="19"/>
                    <a:pt x="0" y="20"/>
                    <a:pt x="0" y="22"/>
                  </a:cubicBezTo>
                  <a:cubicBezTo>
                    <a:pt x="0" y="24"/>
                    <a:pt x="1" y="25"/>
                    <a:pt x="2" y="26"/>
                  </a:cubicBezTo>
                  <a:cubicBezTo>
                    <a:pt x="3" y="27"/>
                    <a:pt x="5" y="27"/>
                    <a:pt x="6" y="27"/>
                  </a:cubicBezTo>
                  <a:cubicBezTo>
                    <a:pt x="7" y="27"/>
                    <a:pt x="7" y="27"/>
                    <a:pt x="7" y="27"/>
                  </a:cubicBezTo>
                  <a:cubicBezTo>
                    <a:pt x="8" y="27"/>
                    <a:pt x="9" y="27"/>
                    <a:pt x="10" y="27"/>
                  </a:cubicBezTo>
                  <a:cubicBezTo>
                    <a:pt x="8" y="38"/>
                    <a:pt x="6" y="46"/>
                    <a:pt x="6" y="49"/>
                  </a:cubicBezTo>
                  <a:cubicBezTo>
                    <a:pt x="6" y="53"/>
                    <a:pt x="7" y="56"/>
                    <a:pt x="9" y="58"/>
                  </a:cubicBezTo>
                  <a:cubicBezTo>
                    <a:pt x="11" y="61"/>
                    <a:pt x="14" y="62"/>
                    <a:pt x="17" y="62"/>
                  </a:cubicBezTo>
                  <a:cubicBezTo>
                    <a:pt x="22" y="62"/>
                    <a:pt x="26" y="60"/>
                    <a:pt x="30" y="57"/>
                  </a:cubicBezTo>
                  <a:cubicBezTo>
                    <a:pt x="34" y="54"/>
                    <a:pt x="36" y="51"/>
                    <a:pt x="36" y="49"/>
                  </a:cubicBezTo>
                  <a:cubicBezTo>
                    <a:pt x="36" y="48"/>
                    <a:pt x="35" y="48"/>
                    <a:pt x="35" y="47"/>
                  </a:cubicBezTo>
                  <a:cubicBezTo>
                    <a:pt x="34" y="47"/>
                    <a:pt x="34" y="47"/>
                    <a:pt x="33" y="47"/>
                  </a:cubicBezTo>
                  <a:cubicBezTo>
                    <a:pt x="32" y="47"/>
                    <a:pt x="31" y="47"/>
                    <a:pt x="29" y="48"/>
                  </a:cubicBezTo>
                  <a:cubicBezTo>
                    <a:pt x="27" y="50"/>
                    <a:pt x="25" y="51"/>
                    <a:pt x="24" y="52"/>
                  </a:cubicBezTo>
                  <a:cubicBezTo>
                    <a:pt x="22" y="53"/>
                    <a:pt x="21" y="53"/>
                    <a:pt x="19" y="53"/>
                  </a:cubicBezTo>
                  <a:cubicBezTo>
                    <a:pt x="18" y="53"/>
                    <a:pt x="17" y="52"/>
                    <a:pt x="17" y="51"/>
                  </a:cubicBezTo>
                  <a:cubicBezTo>
                    <a:pt x="17" y="51"/>
                    <a:pt x="16" y="49"/>
                    <a:pt x="16" y="47"/>
                  </a:cubicBezTo>
                  <a:cubicBezTo>
                    <a:pt x="16" y="45"/>
                    <a:pt x="17" y="42"/>
                    <a:pt x="18" y="36"/>
                  </a:cubicBezTo>
                  <a:cubicBezTo>
                    <a:pt x="20" y="30"/>
                    <a:pt x="20" y="27"/>
                    <a:pt x="21"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 name="Freeform 331"/>
            <p:cNvSpPr>
              <a:spLocks/>
            </p:cNvSpPr>
            <p:nvPr/>
          </p:nvSpPr>
          <p:spPr bwMode="auto">
            <a:xfrm>
              <a:off x="10922000" y="4508501"/>
              <a:ext cx="73025" cy="103188"/>
            </a:xfrm>
            <a:custGeom>
              <a:avLst/>
              <a:gdLst>
                <a:gd name="T0" fmla="*/ 33 w 49"/>
                <a:gd name="T1" fmla="*/ 40 h 69"/>
                <a:gd name="T2" fmla="*/ 34 w 49"/>
                <a:gd name="T3" fmla="*/ 51 h 69"/>
                <a:gd name="T4" fmla="*/ 38 w 49"/>
                <a:gd name="T5" fmla="*/ 62 h 69"/>
                <a:gd name="T6" fmla="*/ 44 w 49"/>
                <a:gd name="T7" fmla="*/ 66 h 69"/>
                <a:gd name="T8" fmla="*/ 47 w 49"/>
                <a:gd name="T9" fmla="*/ 65 h 69"/>
                <a:gd name="T10" fmla="*/ 49 w 49"/>
                <a:gd name="T11" fmla="*/ 62 h 69"/>
                <a:gd name="T12" fmla="*/ 47 w 49"/>
                <a:gd name="T13" fmla="*/ 59 h 69"/>
                <a:gd name="T14" fmla="*/ 45 w 49"/>
                <a:gd name="T15" fmla="*/ 55 h 69"/>
                <a:gd name="T16" fmla="*/ 43 w 49"/>
                <a:gd name="T17" fmla="*/ 50 h 69"/>
                <a:gd name="T18" fmla="*/ 42 w 49"/>
                <a:gd name="T19" fmla="*/ 42 h 69"/>
                <a:gd name="T20" fmla="*/ 39 w 49"/>
                <a:gd name="T21" fmla="*/ 29 h 69"/>
                <a:gd name="T22" fmla="*/ 33 w 49"/>
                <a:gd name="T23" fmla="*/ 27 h 69"/>
                <a:gd name="T24" fmla="*/ 23 w 49"/>
                <a:gd name="T25" fmla="*/ 32 h 69"/>
                <a:gd name="T26" fmla="*/ 11 w 49"/>
                <a:gd name="T27" fmla="*/ 49 h 69"/>
                <a:gd name="T28" fmla="*/ 14 w 49"/>
                <a:gd name="T29" fmla="*/ 36 h 69"/>
                <a:gd name="T30" fmla="*/ 18 w 49"/>
                <a:gd name="T31" fmla="*/ 17 h 69"/>
                <a:gd name="T32" fmla="*/ 19 w 49"/>
                <a:gd name="T33" fmla="*/ 7 h 69"/>
                <a:gd name="T34" fmla="*/ 18 w 49"/>
                <a:gd name="T35" fmla="*/ 2 h 69"/>
                <a:gd name="T36" fmla="*/ 14 w 49"/>
                <a:gd name="T37" fmla="*/ 0 h 69"/>
                <a:gd name="T38" fmla="*/ 10 w 49"/>
                <a:gd name="T39" fmla="*/ 3 h 69"/>
                <a:gd name="T40" fmla="*/ 8 w 49"/>
                <a:gd name="T41" fmla="*/ 11 h 69"/>
                <a:gd name="T42" fmla="*/ 1 w 49"/>
                <a:gd name="T43" fmla="*/ 58 h 69"/>
                <a:gd name="T44" fmla="*/ 0 w 49"/>
                <a:gd name="T45" fmla="*/ 65 h 69"/>
                <a:gd name="T46" fmla="*/ 2 w 49"/>
                <a:gd name="T47" fmla="*/ 68 h 69"/>
                <a:gd name="T48" fmla="*/ 6 w 49"/>
                <a:gd name="T49" fmla="*/ 69 h 69"/>
                <a:gd name="T50" fmla="*/ 8 w 49"/>
                <a:gd name="T51" fmla="*/ 68 h 69"/>
                <a:gd name="T52" fmla="*/ 11 w 49"/>
                <a:gd name="T53" fmla="*/ 63 h 69"/>
                <a:gd name="T54" fmla="*/ 21 w 49"/>
                <a:gd name="T55" fmla="*/ 47 h 69"/>
                <a:gd name="T56" fmla="*/ 30 w 49"/>
                <a:gd name="T57" fmla="*/ 38 h 69"/>
                <a:gd name="T58" fmla="*/ 33 w 49"/>
                <a:gd name="T59" fmla="*/ 4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9" h="69">
                  <a:moveTo>
                    <a:pt x="33" y="40"/>
                  </a:moveTo>
                  <a:cubicBezTo>
                    <a:pt x="33" y="42"/>
                    <a:pt x="34" y="45"/>
                    <a:pt x="34" y="51"/>
                  </a:cubicBezTo>
                  <a:cubicBezTo>
                    <a:pt x="35" y="56"/>
                    <a:pt x="36" y="59"/>
                    <a:pt x="38" y="62"/>
                  </a:cubicBezTo>
                  <a:cubicBezTo>
                    <a:pt x="39" y="65"/>
                    <a:pt x="42" y="66"/>
                    <a:pt x="44" y="66"/>
                  </a:cubicBezTo>
                  <a:cubicBezTo>
                    <a:pt x="45" y="66"/>
                    <a:pt x="46" y="66"/>
                    <a:pt x="47" y="65"/>
                  </a:cubicBezTo>
                  <a:cubicBezTo>
                    <a:pt x="48" y="64"/>
                    <a:pt x="49" y="63"/>
                    <a:pt x="49" y="62"/>
                  </a:cubicBezTo>
                  <a:cubicBezTo>
                    <a:pt x="49" y="61"/>
                    <a:pt x="48" y="60"/>
                    <a:pt x="47" y="59"/>
                  </a:cubicBezTo>
                  <a:cubicBezTo>
                    <a:pt x="46" y="58"/>
                    <a:pt x="46" y="56"/>
                    <a:pt x="45" y="55"/>
                  </a:cubicBezTo>
                  <a:cubicBezTo>
                    <a:pt x="44" y="53"/>
                    <a:pt x="44" y="52"/>
                    <a:pt x="43" y="50"/>
                  </a:cubicBezTo>
                  <a:cubicBezTo>
                    <a:pt x="43" y="48"/>
                    <a:pt x="43" y="45"/>
                    <a:pt x="42" y="42"/>
                  </a:cubicBezTo>
                  <a:cubicBezTo>
                    <a:pt x="42" y="35"/>
                    <a:pt x="40" y="31"/>
                    <a:pt x="39" y="29"/>
                  </a:cubicBezTo>
                  <a:cubicBezTo>
                    <a:pt x="37" y="28"/>
                    <a:pt x="35" y="27"/>
                    <a:pt x="33" y="27"/>
                  </a:cubicBezTo>
                  <a:cubicBezTo>
                    <a:pt x="30" y="27"/>
                    <a:pt x="26" y="28"/>
                    <a:pt x="23" y="32"/>
                  </a:cubicBezTo>
                  <a:cubicBezTo>
                    <a:pt x="20" y="35"/>
                    <a:pt x="16" y="40"/>
                    <a:pt x="11" y="49"/>
                  </a:cubicBezTo>
                  <a:cubicBezTo>
                    <a:pt x="12" y="46"/>
                    <a:pt x="13" y="42"/>
                    <a:pt x="14" y="36"/>
                  </a:cubicBezTo>
                  <a:cubicBezTo>
                    <a:pt x="16" y="28"/>
                    <a:pt x="17" y="21"/>
                    <a:pt x="18" y="17"/>
                  </a:cubicBezTo>
                  <a:cubicBezTo>
                    <a:pt x="19" y="13"/>
                    <a:pt x="19" y="10"/>
                    <a:pt x="19" y="7"/>
                  </a:cubicBezTo>
                  <a:cubicBezTo>
                    <a:pt x="19" y="5"/>
                    <a:pt x="19" y="3"/>
                    <a:pt x="18" y="2"/>
                  </a:cubicBezTo>
                  <a:cubicBezTo>
                    <a:pt x="17" y="1"/>
                    <a:pt x="15" y="0"/>
                    <a:pt x="14" y="0"/>
                  </a:cubicBezTo>
                  <a:cubicBezTo>
                    <a:pt x="13" y="0"/>
                    <a:pt x="12" y="1"/>
                    <a:pt x="10" y="3"/>
                  </a:cubicBezTo>
                  <a:cubicBezTo>
                    <a:pt x="9" y="4"/>
                    <a:pt x="8" y="7"/>
                    <a:pt x="8" y="11"/>
                  </a:cubicBezTo>
                  <a:cubicBezTo>
                    <a:pt x="6" y="27"/>
                    <a:pt x="4" y="43"/>
                    <a:pt x="1" y="58"/>
                  </a:cubicBezTo>
                  <a:cubicBezTo>
                    <a:pt x="0" y="62"/>
                    <a:pt x="0" y="64"/>
                    <a:pt x="0" y="65"/>
                  </a:cubicBezTo>
                  <a:cubicBezTo>
                    <a:pt x="0" y="66"/>
                    <a:pt x="1" y="67"/>
                    <a:pt x="2" y="68"/>
                  </a:cubicBezTo>
                  <a:cubicBezTo>
                    <a:pt x="3" y="69"/>
                    <a:pt x="4" y="69"/>
                    <a:pt x="6" y="69"/>
                  </a:cubicBezTo>
                  <a:cubicBezTo>
                    <a:pt x="7" y="69"/>
                    <a:pt x="7" y="69"/>
                    <a:pt x="8" y="68"/>
                  </a:cubicBezTo>
                  <a:cubicBezTo>
                    <a:pt x="9" y="67"/>
                    <a:pt x="10" y="65"/>
                    <a:pt x="11" y="63"/>
                  </a:cubicBezTo>
                  <a:cubicBezTo>
                    <a:pt x="13" y="59"/>
                    <a:pt x="16" y="54"/>
                    <a:pt x="21" y="47"/>
                  </a:cubicBezTo>
                  <a:cubicBezTo>
                    <a:pt x="26" y="41"/>
                    <a:pt x="29" y="38"/>
                    <a:pt x="30" y="38"/>
                  </a:cubicBezTo>
                  <a:cubicBezTo>
                    <a:pt x="31" y="38"/>
                    <a:pt x="32" y="39"/>
                    <a:pt x="33"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 name="Freeform 332"/>
            <p:cNvSpPr>
              <a:spLocks/>
            </p:cNvSpPr>
            <p:nvPr/>
          </p:nvSpPr>
          <p:spPr bwMode="auto">
            <a:xfrm>
              <a:off x="11055350" y="4516438"/>
              <a:ext cx="87313" cy="98425"/>
            </a:xfrm>
            <a:custGeom>
              <a:avLst/>
              <a:gdLst>
                <a:gd name="T0" fmla="*/ 53 w 59"/>
                <a:gd name="T1" fmla="*/ 0 h 66"/>
                <a:gd name="T2" fmla="*/ 50 w 59"/>
                <a:gd name="T3" fmla="*/ 2 h 66"/>
                <a:gd name="T4" fmla="*/ 48 w 59"/>
                <a:gd name="T5" fmla="*/ 5 h 66"/>
                <a:gd name="T6" fmla="*/ 47 w 59"/>
                <a:gd name="T7" fmla="*/ 19 h 66"/>
                <a:gd name="T8" fmla="*/ 45 w 59"/>
                <a:gd name="T9" fmla="*/ 28 h 66"/>
                <a:gd name="T10" fmla="*/ 34 w 59"/>
                <a:gd name="T11" fmla="*/ 30 h 66"/>
                <a:gd name="T12" fmla="*/ 18 w 59"/>
                <a:gd name="T13" fmla="*/ 31 h 66"/>
                <a:gd name="T14" fmla="*/ 15 w 59"/>
                <a:gd name="T15" fmla="*/ 30 h 66"/>
                <a:gd name="T16" fmla="*/ 16 w 59"/>
                <a:gd name="T17" fmla="*/ 19 h 66"/>
                <a:gd name="T18" fmla="*/ 18 w 59"/>
                <a:gd name="T19" fmla="*/ 10 h 66"/>
                <a:gd name="T20" fmla="*/ 12 w 59"/>
                <a:gd name="T21" fmla="*/ 3 h 66"/>
                <a:gd name="T22" fmla="*/ 9 w 59"/>
                <a:gd name="T23" fmla="*/ 4 h 66"/>
                <a:gd name="T24" fmla="*/ 7 w 59"/>
                <a:gd name="T25" fmla="*/ 7 h 66"/>
                <a:gd name="T26" fmla="*/ 1 w 59"/>
                <a:gd name="T27" fmla="*/ 52 h 66"/>
                <a:gd name="T28" fmla="*/ 0 w 59"/>
                <a:gd name="T29" fmla="*/ 59 h 66"/>
                <a:gd name="T30" fmla="*/ 2 w 59"/>
                <a:gd name="T31" fmla="*/ 64 h 66"/>
                <a:gd name="T32" fmla="*/ 6 w 59"/>
                <a:gd name="T33" fmla="*/ 66 h 66"/>
                <a:gd name="T34" fmla="*/ 10 w 59"/>
                <a:gd name="T35" fmla="*/ 62 h 66"/>
                <a:gd name="T36" fmla="*/ 12 w 59"/>
                <a:gd name="T37" fmla="*/ 52 h 66"/>
                <a:gd name="T38" fmla="*/ 13 w 59"/>
                <a:gd name="T39" fmla="*/ 40 h 66"/>
                <a:gd name="T40" fmla="*/ 20 w 59"/>
                <a:gd name="T41" fmla="*/ 39 h 66"/>
                <a:gd name="T42" fmla="*/ 28 w 59"/>
                <a:gd name="T43" fmla="*/ 39 h 66"/>
                <a:gd name="T44" fmla="*/ 36 w 59"/>
                <a:gd name="T45" fmla="*/ 38 h 66"/>
                <a:gd name="T46" fmla="*/ 43 w 59"/>
                <a:gd name="T47" fmla="*/ 38 h 66"/>
                <a:gd name="T48" fmla="*/ 44 w 59"/>
                <a:gd name="T49" fmla="*/ 40 h 66"/>
                <a:gd name="T50" fmla="*/ 43 w 59"/>
                <a:gd name="T51" fmla="*/ 51 h 66"/>
                <a:gd name="T52" fmla="*/ 42 w 59"/>
                <a:gd name="T53" fmla="*/ 60 h 66"/>
                <a:gd name="T54" fmla="*/ 44 w 59"/>
                <a:gd name="T55" fmla="*/ 64 h 66"/>
                <a:gd name="T56" fmla="*/ 47 w 59"/>
                <a:gd name="T57" fmla="*/ 65 h 66"/>
                <a:gd name="T58" fmla="*/ 51 w 59"/>
                <a:gd name="T59" fmla="*/ 63 h 66"/>
                <a:gd name="T60" fmla="*/ 53 w 59"/>
                <a:gd name="T61" fmla="*/ 59 h 66"/>
                <a:gd name="T62" fmla="*/ 54 w 59"/>
                <a:gd name="T63" fmla="*/ 40 h 66"/>
                <a:gd name="T64" fmla="*/ 57 w 59"/>
                <a:gd name="T65" fmla="*/ 16 h 66"/>
                <a:gd name="T66" fmla="*/ 59 w 59"/>
                <a:gd name="T67" fmla="*/ 5 h 66"/>
                <a:gd name="T68" fmla="*/ 57 w 59"/>
                <a:gd name="T69" fmla="*/ 2 h 66"/>
                <a:gd name="T70" fmla="*/ 53 w 59"/>
                <a:gd name="T71"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9" h="66">
                  <a:moveTo>
                    <a:pt x="53" y="0"/>
                  </a:moveTo>
                  <a:cubicBezTo>
                    <a:pt x="52" y="0"/>
                    <a:pt x="51" y="1"/>
                    <a:pt x="50" y="2"/>
                  </a:cubicBezTo>
                  <a:cubicBezTo>
                    <a:pt x="49" y="3"/>
                    <a:pt x="48" y="4"/>
                    <a:pt x="48" y="5"/>
                  </a:cubicBezTo>
                  <a:cubicBezTo>
                    <a:pt x="48" y="10"/>
                    <a:pt x="48" y="15"/>
                    <a:pt x="47" y="19"/>
                  </a:cubicBezTo>
                  <a:cubicBezTo>
                    <a:pt x="47" y="24"/>
                    <a:pt x="46" y="27"/>
                    <a:pt x="45" y="28"/>
                  </a:cubicBezTo>
                  <a:cubicBezTo>
                    <a:pt x="45" y="29"/>
                    <a:pt x="41" y="29"/>
                    <a:pt x="34" y="30"/>
                  </a:cubicBezTo>
                  <a:cubicBezTo>
                    <a:pt x="27" y="31"/>
                    <a:pt x="22" y="31"/>
                    <a:pt x="18" y="31"/>
                  </a:cubicBezTo>
                  <a:cubicBezTo>
                    <a:pt x="16" y="31"/>
                    <a:pt x="15" y="31"/>
                    <a:pt x="15" y="30"/>
                  </a:cubicBezTo>
                  <a:cubicBezTo>
                    <a:pt x="15" y="28"/>
                    <a:pt x="15" y="24"/>
                    <a:pt x="16" y="19"/>
                  </a:cubicBezTo>
                  <a:cubicBezTo>
                    <a:pt x="17" y="15"/>
                    <a:pt x="18" y="12"/>
                    <a:pt x="18" y="10"/>
                  </a:cubicBezTo>
                  <a:cubicBezTo>
                    <a:pt x="18" y="5"/>
                    <a:pt x="16" y="3"/>
                    <a:pt x="12" y="3"/>
                  </a:cubicBezTo>
                  <a:cubicBezTo>
                    <a:pt x="11" y="3"/>
                    <a:pt x="10" y="3"/>
                    <a:pt x="9" y="4"/>
                  </a:cubicBezTo>
                  <a:cubicBezTo>
                    <a:pt x="8" y="5"/>
                    <a:pt x="8" y="6"/>
                    <a:pt x="7" y="7"/>
                  </a:cubicBezTo>
                  <a:cubicBezTo>
                    <a:pt x="5" y="30"/>
                    <a:pt x="3" y="45"/>
                    <a:pt x="1" y="52"/>
                  </a:cubicBezTo>
                  <a:cubicBezTo>
                    <a:pt x="1" y="55"/>
                    <a:pt x="0" y="58"/>
                    <a:pt x="0" y="59"/>
                  </a:cubicBezTo>
                  <a:cubicBezTo>
                    <a:pt x="0" y="61"/>
                    <a:pt x="1" y="63"/>
                    <a:pt x="2" y="64"/>
                  </a:cubicBezTo>
                  <a:cubicBezTo>
                    <a:pt x="3" y="65"/>
                    <a:pt x="5" y="66"/>
                    <a:pt x="6" y="66"/>
                  </a:cubicBezTo>
                  <a:cubicBezTo>
                    <a:pt x="8" y="66"/>
                    <a:pt x="9" y="64"/>
                    <a:pt x="10" y="62"/>
                  </a:cubicBezTo>
                  <a:cubicBezTo>
                    <a:pt x="11" y="59"/>
                    <a:pt x="12" y="56"/>
                    <a:pt x="12" y="52"/>
                  </a:cubicBezTo>
                  <a:cubicBezTo>
                    <a:pt x="12" y="45"/>
                    <a:pt x="13" y="41"/>
                    <a:pt x="13" y="40"/>
                  </a:cubicBezTo>
                  <a:cubicBezTo>
                    <a:pt x="13" y="40"/>
                    <a:pt x="16" y="39"/>
                    <a:pt x="20" y="39"/>
                  </a:cubicBezTo>
                  <a:cubicBezTo>
                    <a:pt x="24" y="39"/>
                    <a:pt x="27" y="39"/>
                    <a:pt x="28" y="39"/>
                  </a:cubicBezTo>
                  <a:cubicBezTo>
                    <a:pt x="29" y="39"/>
                    <a:pt x="32" y="38"/>
                    <a:pt x="36" y="38"/>
                  </a:cubicBezTo>
                  <a:cubicBezTo>
                    <a:pt x="40" y="38"/>
                    <a:pt x="42" y="38"/>
                    <a:pt x="43" y="38"/>
                  </a:cubicBezTo>
                  <a:cubicBezTo>
                    <a:pt x="44" y="38"/>
                    <a:pt x="44" y="38"/>
                    <a:pt x="44" y="40"/>
                  </a:cubicBezTo>
                  <a:cubicBezTo>
                    <a:pt x="44" y="42"/>
                    <a:pt x="44" y="45"/>
                    <a:pt x="43" y="51"/>
                  </a:cubicBezTo>
                  <a:cubicBezTo>
                    <a:pt x="42" y="56"/>
                    <a:pt x="42" y="59"/>
                    <a:pt x="42" y="60"/>
                  </a:cubicBezTo>
                  <a:cubicBezTo>
                    <a:pt x="42" y="62"/>
                    <a:pt x="43" y="63"/>
                    <a:pt x="44" y="64"/>
                  </a:cubicBezTo>
                  <a:cubicBezTo>
                    <a:pt x="45" y="65"/>
                    <a:pt x="46" y="65"/>
                    <a:pt x="47" y="65"/>
                  </a:cubicBezTo>
                  <a:cubicBezTo>
                    <a:pt x="48" y="65"/>
                    <a:pt x="50" y="64"/>
                    <a:pt x="51" y="63"/>
                  </a:cubicBezTo>
                  <a:cubicBezTo>
                    <a:pt x="52" y="62"/>
                    <a:pt x="53" y="60"/>
                    <a:pt x="53" y="59"/>
                  </a:cubicBezTo>
                  <a:cubicBezTo>
                    <a:pt x="53" y="55"/>
                    <a:pt x="53" y="49"/>
                    <a:pt x="54" y="40"/>
                  </a:cubicBezTo>
                  <a:cubicBezTo>
                    <a:pt x="55" y="30"/>
                    <a:pt x="56" y="23"/>
                    <a:pt x="57" y="16"/>
                  </a:cubicBezTo>
                  <a:cubicBezTo>
                    <a:pt x="58" y="11"/>
                    <a:pt x="59" y="7"/>
                    <a:pt x="59" y="5"/>
                  </a:cubicBezTo>
                  <a:cubicBezTo>
                    <a:pt x="59" y="4"/>
                    <a:pt x="58" y="3"/>
                    <a:pt x="57" y="2"/>
                  </a:cubicBezTo>
                  <a:cubicBezTo>
                    <a:pt x="56" y="1"/>
                    <a:pt x="55" y="0"/>
                    <a:pt x="5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Freeform 333"/>
            <p:cNvSpPr>
              <a:spLocks noEditPoints="1"/>
            </p:cNvSpPr>
            <p:nvPr/>
          </p:nvSpPr>
          <p:spPr bwMode="auto">
            <a:xfrm>
              <a:off x="11152188" y="4541838"/>
              <a:ext cx="57150" cy="71438"/>
            </a:xfrm>
            <a:custGeom>
              <a:avLst/>
              <a:gdLst>
                <a:gd name="T0" fmla="*/ 36 w 38"/>
                <a:gd name="T1" fmla="*/ 29 h 48"/>
                <a:gd name="T2" fmla="*/ 33 w 38"/>
                <a:gd name="T3" fmla="*/ 31 h 48"/>
                <a:gd name="T4" fmla="*/ 16 w 38"/>
                <a:gd name="T5" fmla="*/ 39 h 48"/>
                <a:gd name="T6" fmla="*/ 12 w 38"/>
                <a:gd name="T7" fmla="*/ 37 h 48"/>
                <a:gd name="T8" fmla="*/ 10 w 38"/>
                <a:gd name="T9" fmla="*/ 34 h 48"/>
                <a:gd name="T10" fmla="*/ 11 w 38"/>
                <a:gd name="T11" fmla="*/ 32 h 48"/>
                <a:gd name="T12" fmla="*/ 29 w 38"/>
                <a:gd name="T13" fmla="*/ 23 h 48"/>
                <a:gd name="T14" fmla="*/ 36 w 38"/>
                <a:gd name="T15" fmla="*/ 10 h 48"/>
                <a:gd name="T16" fmla="*/ 33 w 38"/>
                <a:gd name="T17" fmla="*/ 3 h 48"/>
                <a:gd name="T18" fmla="*/ 25 w 38"/>
                <a:gd name="T19" fmla="*/ 0 h 48"/>
                <a:gd name="T20" fmla="*/ 8 w 38"/>
                <a:gd name="T21" fmla="*/ 10 h 48"/>
                <a:gd name="T22" fmla="*/ 0 w 38"/>
                <a:gd name="T23" fmla="*/ 31 h 48"/>
                <a:gd name="T24" fmla="*/ 4 w 38"/>
                <a:gd name="T25" fmla="*/ 43 h 48"/>
                <a:gd name="T26" fmla="*/ 15 w 38"/>
                <a:gd name="T27" fmla="*/ 48 h 48"/>
                <a:gd name="T28" fmla="*/ 31 w 38"/>
                <a:gd name="T29" fmla="*/ 42 h 48"/>
                <a:gd name="T30" fmla="*/ 38 w 38"/>
                <a:gd name="T31" fmla="*/ 32 h 48"/>
                <a:gd name="T32" fmla="*/ 36 w 38"/>
                <a:gd name="T33" fmla="*/ 29 h 48"/>
                <a:gd name="T34" fmla="*/ 16 w 38"/>
                <a:gd name="T35" fmla="*/ 13 h 48"/>
                <a:gd name="T36" fmla="*/ 24 w 38"/>
                <a:gd name="T37" fmla="*/ 8 h 48"/>
                <a:gd name="T38" fmla="*/ 26 w 38"/>
                <a:gd name="T39" fmla="*/ 9 h 48"/>
                <a:gd name="T40" fmla="*/ 27 w 38"/>
                <a:gd name="T41" fmla="*/ 11 h 48"/>
                <a:gd name="T42" fmla="*/ 22 w 38"/>
                <a:gd name="T43" fmla="*/ 19 h 48"/>
                <a:gd name="T44" fmla="*/ 11 w 38"/>
                <a:gd name="T45" fmla="*/ 24 h 48"/>
                <a:gd name="T46" fmla="*/ 16 w 38"/>
                <a:gd name="T47" fmla="*/ 13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8" h="48">
                  <a:moveTo>
                    <a:pt x="36" y="29"/>
                  </a:moveTo>
                  <a:cubicBezTo>
                    <a:pt x="35" y="29"/>
                    <a:pt x="34" y="30"/>
                    <a:pt x="33" y="31"/>
                  </a:cubicBezTo>
                  <a:cubicBezTo>
                    <a:pt x="27" y="36"/>
                    <a:pt x="22" y="39"/>
                    <a:pt x="16" y="39"/>
                  </a:cubicBezTo>
                  <a:cubicBezTo>
                    <a:pt x="14" y="39"/>
                    <a:pt x="13" y="39"/>
                    <a:pt x="12" y="37"/>
                  </a:cubicBezTo>
                  <a:cubicBezTo>
                    <a:pt x="11" y="36"/>
                    <a:pt x="10" y="35"/>
                    <a:pt x="10" y="34"/>
                  </a:cubicBezTo>
                  <a:cubicBezTo>
                    <a:pt x="10" y="33"/>
                    <a:pt x="10" y="32"/>
                    <a:pt x="11" y="32"/>
                  </a:cubicBezTo>
                  <a:cubicBezTo>
                    <a:pt x="18" y="30"/>
                    <a:pt x="24" y="27"/>
                    <a:pt x="29" y="23"/>
                  </a:cubicBezTo>
                  <a:cubicBezTo>
                    <a:pt x="33" y="19"/>
                    <a:pt x="36" y="14"/>
                    <a:pt x="36" y="10"/>
                  </a:cubicBezTo>
                  <a:cubicBezTo>
                    <a:pt x="36" y="7"/>
                    <a:pt x="35" y="5"/>
                    <a:pt x="33" y="3"/>
                  </a:cubicBezTo>
                  <a:cubicBezTo>
                    <a:pt x="31" y="1"/>
                    <a:pt x="29" y="0"/>
                    <a:pt x="25" y="0"/>
                  </a:cubicBezTo>
                  <a:cubicBezTo>
                    <a:pt x="19" y="0"/>
                    <a:pt x="14" y="3"/>
                    <a:pt x="8" y="10"/>
                  </a:cubicBezTo>
                  <a:cubicBezTo>
                    <a:pt x="3" y="16"/>
                    <a:pt x="0" y="24"/>
                    <a:pt x="0" y="31"/>
                  </a:cubicBezTo>
                  <a:cubicBezTo>
                    <a:pt x="0" y="37"/>
                    <a:pt x="1" y="41"/>
                    <a:pt x="4" y="43"/>
                  </a:cubicBezTo>
                  <a:cubicBezTo>
                    <a:pt x="7" y="46"/>
                    <a:pt x="10" y="48"/>
                    <a:pt x="15" y="48"/>
                  </a:cubicBezTo>
                  <a:cubicBezTo>
                    <a:pt x="21" y="48"/>
                    <a:pt x="26" y="46"/>
                    <a:pt x="31" y="42"/>
                  </a:cubicBezTo>
                  <a:cubicBezTo>
                    <a:pt x="36" y="38"/>
                    <a:pt x="38" y="35"/>
                    <a:pt x="38" y="32"/>
                  </a:cubicBezTo>
                  <a:cubicBezTo>
                    <a:pt x="38" y="30"/>
                    <a:pt x="37" y="29"/>
                    <a:pt x="36" y="29"/>
                  </a:cubicBezTo>
                  <a:close/>
                  <a:moveTo>
                    <a:pt x="16" y="13"/>
                  </a:moveTo>
                  <a:cubicBezTo>
                    <a:pt x="19" y="10"/>
                    <a:pt x="22" y="8"/>
                    <a:pt x="24" y="8"/>
                  </a:cubicBezTo>
                  <a:cubicBezTo>
                    <a:pt x="25" y="8"/>
                    <a:pt x="26" y="8"/>
                    <a:pt x="26" y="9"/>
                  </a:cubicBezTo>
                  <a:cubicBezTo>
                    <a:pt x="27" y="10"/>
                    <a:pt x="27" y="10"/>
                    <a:pt x="27" y="11"/>
                  </a:cubicBezTo>
                  <a:cubicBezTo>
                    <a:pt x="27" y="14"/>
                    <a:pt x="25" y="16"/>
                    <a:pt x="22" y="19"/>
                  </a:cubicBezTo>
                  <a:cubicBezTo>
                    <a:pt x="19" y="22"/>
                    <a:pt x="15" y="24"/>
                    <a:pt x="11" y="24"/>
                  </a:cubicBezTo>
                  <a:cubicBezTo>
                    <a:pt x="12" y="21"/>
                    <a:pt x="14" y="17"/>
                    <a:pt x="1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Freeform 334"/>
            <p:cNvSpPr>
              <a:spLocks/>
            </p:cNvSpPr>
            <p:nvPr/>
          </p:nvSpPr>
          <p:spPr bwMode="auto">
            <a:xfrm>
              <a:off x="11220450" y="4505326"/>
              <a:ext cx="28575" cy="109538"/>
            </a:xfrm>
            <a:custGeom>
              <a:avLst/>
              <a:gdLst>
                <a:gd name="T0" fmla="*/ 14 w 19"/>
                <a:gd name="T1" fmla="*/ 0 h 73"/>
                <a:gd name="T2" fmla="*/ 9 w 19"/>
                <a:gd name="T3" fmla="*/ 4 h 73"/>
                <a:gd name="T4" fmla="*/ 4 w 19"/>
                <a:gd name="T5" fmla="*/ 27 h 73"/>
                <a:gd name="T6" fmla="*/ 0 w 19"/>
                <a:gd name="T7" fmla="*/ 61 h 73"/>
                <a:gd name="T8" fmla="*/ 2 w 19"/>
                <a:gd name="T9" fmla="*/ 70 h 73"/>
                <a:gd name="T10" fmla="*/ 6 w 19"/>
                <a:gd name="T11" fmla="*/ 73 h 73"/>
                <a:gd name="T12" fmla="*/ 10 w 19"/>
                <a:gd name="T13" fmla="*/ 71 h 73"/>
                <a:gd name="T14" fmla="*/ 11 w 19"/>
                <a:gd name="T15" fmla="*/ 67 h 73"/>
                <a:gd name="T16" fmla="*/ 11 w 19"/>
                <a:gd name="T17" fmla="*/ 65 h 73"/>
                <a:gd name="T18" fmla="*/ 10 w 19"/>
                <a:gd name="T19" fmla="*/ 52 h 73"/>
                <a:gd name="T20" fmla="*/ 11 w 19"/>
                <a:gd name="T21" fmla="*/ 39 h 73"/>
                <a:gd name="T22" fmla="*/ 15 w 19"/>
                <a:gd name="T23" fmla="*/ 23 h 73"/>
                <a:gd name="T24" fmla="*/ 18 w 19"/>
                <a:gd name="T25" fmla="*/ 10 h 73"/>
                <a:gd name="T26" fmla="*/ 19 w 19"/>
                <a:gd name="T27" fmla="*/ 5 h 73"/>
                <a:gd name="T28" fmla="*/ 14 w 19"/>
                <a:gd name="T29"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73">
                  <a:moveTo>
                    <a:pt x="14" y="0"/>
                  </a:moveTo>
                  <a:cubicBezTo>
                    <a:pt x="12" y="0"/>
                    <a:pt x="11" y="2"/>
                    <a:pt x="9" y="4"/>
                  </a:cubicBezTo>
                  <a:cubicBezTo>
                    <a:pt x="8" y="6"/>
                    <a:pt x="6" y="14"/>
                    <a:pt x="4" y="27"/>
                  </a:cubicBezTo>
                  <a:cubicBezTo>
                    <a:pt x="2" y="40"/>
                    <a:pt x="0" y="51"/>
                    <a:pt x="0" y="61"/>
                  </a:cubicBezTo>
                  <a:cubicBezTo>
                    <a:pt x="0" y="65"/>
                    <a:pt x="1" y="69"/>
                    <a:pt x="2" y="70"/>
                  </a:cubicBezTo>
                  <a:cubicBezTo>
                    <a:pt x="2" y="72"/>
                    <a:pt x="4" y="73"/>
                    <a:pt x="6" y="73"/>
                  </a:cubicBezTo>
                  <a:cubicBezTo>
                    <a:pt x="7" y="73"/>
                    <a:pt x="8" y="72"/>
                    <a:pt x="10" y="71"/>
                  </a:cubicBezTo>
                  <a:cubicBezTo>
                    <a:pt x="11" y="70"/>
                    <a:pt x="11" y="69"/>
                    <a:pt x="11" y="67"/>
                  </a:cubicBezTo>
                  <a:cubicBezTo>
                    <a:pt x="11" y="67"/>
                    <a:pt x="11" y="66"/>
                    <a:pt x="11" y="65"/>
                  </a:cubicBezTo>
                  <a:cubicBezTo>
                    <a:pt x="11" y="60"/>
                    <a:pt x="10" y="56"/>
                    <a:pt x="10" y="52"/>
                  </a:cubicBezTo>
                  <a:cubicBezTo>
                    <a:pt x="10" y="49"/>
                    <a:pt x="11" y="45"/>
                    <a:pt x="11" y="39"/>
                  </a:cubicBezTo>
                  <a:cubicBezTo>
                    <a:pt x="12" y="33"/>
                    <a:pt x="13" y="28"/>
                    <a:pt x="15" y="23"/>
                  </a:cubicBezTo>
                  <a:cubicBezTo>
                    <a:pt x="16" y="16"/>
                    <a:pt x="17" y="12"/>
                    <a:pt x="18" y="10"/>
                  </a:cubicBezTo>
                  <a:cubicBezTo>
                    <a:pt x="18" y="8"/>
                    <a:pt x="19" y="7"/>
                    <a:pt x="19" y="5"/>
                  </a:cubicBezTo>
                  <a:cubicBezTo>
                    <a:pt x="19" y="2"/>
                    <a:pt x="17" y="0"/>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 name="Freeform 335"/>
            <p:cNvSpPr>
              <a:spLocks noEditPoints="1"/>
            </p:cNvSpPr>
            <p:nvPr/>
          </p:nvSpPr>
          <p:spPr bwMode="auto">
            <a:xfrm>
              <a:off x="11249025" y="4540251"/>
              <a:ext cx="74613" cy="112713"/>
            </a:xfrm>
            <a:custGeom>
              <a:avLst/>
              <a:gdLst>
                <a:gd name="T0" fmla="*/ 39 w 50"/>
                <a:gd name="T1" fmla="*/ 1 h 76"/>
                <a:gd name="T2" fmla="*/ 28 w 50"/>
                <a:gd name="T3" fmla="*/ 6 h 76"/>
                <a:gd name="T4" fmla="*/ 17 w 50"/>
                <a:gd name="T5" fmla="*/ 19 h 76"/>
                <a:gd name="T6" fmla="*/ 17 w 50"/>
                <a:gd name="T7" fmla="*/ 17 h 76"/>
                <a:gd name="T8" fmla="*/ 18 w 50"/>
                <a:gd name="T9" fmla="*/ 7 h 76"/>
                <a:gd name="T10" fmla="*/ 13 w 50"/>
                <a:gd name="T11" fmla="*/ 0 h 76"/>
                <a:gd name="T12" fmla="*/ 9 w 50"/>
                <a:gd name="T13" fmla="*/ 2 h 76"/>
                <a:gd name="T14" fmla="*/ 8 w 50"/>
                <a:gd name="T15" fmla="*/ 5 h 76"/>
                <a:gd name="T16" fmla="*/ 7 w 50"/>
                <a:gd name="T17" fmla="*/ 12 h 76"/>
                <a:gd name="T18" fmla="*/ 7 w 50"/>
                <a:gd name="T19" fmla="*/ 13 h 76"/>
                <a:gd name="T20" fmla="*/ 1 w 50"/>
                <a:gd name="T21" fmla="*/ 64 h 76"/>
                <a:gd name="T22" fmla="*/ 0 w 50"/>
                <a:gd name="T23" fmla="*/ 71 h 76"/>
                <a:gd name="T24" fmla="*/ 1 w 50"/>
                <a:gd name="T25" fmla="*/ 74 h 76"/>
                <a:gd name="T26" fmla="*/ 5 w 50"/>
                <a:gd name="T27" fmla="*/ 76 h 76"/>
                <a:gd name="T28" fmla="*/ 8 w 50"/>
                <a:gd name="T29" fmla="*/ 74 h 76"/>
                <a:gd name="T30" fmla="*/ 10 w 50"/>
                <a:gd name="T31" fmla="*/ 69 h 76"/>
                <a:gd name="T32" fmla="*/ 12 w 50"/>
                <a:gd name="T33" fmla="*/ 53 h 76"/>
                <a:gd name="T34" fmla="*/ 13 w 50"/>
                <a:gd name="T35" fmla="*/ 44 h 76"/>
                <a:gd name="T36" fmla="*/ 20 w 50"/>
                <a:gd name="T37" fmla="*/ 48 h 76"/>
                <a:gd name="T38" fmla="*/ 40 w 50"/>
                <a:gd name="T39" fmla="*/ 37 h 76"/>
                <a:gd name="T40" fmla="*/ 50 w 50"/>
                <a:gd name="T41" fmla="*/ 13 h 76"/>
                <a:gd name="T42" fmla="*/ 47 w 50"/>
                <a:gd name="T43" fmla="*/ 5 h 76"/>
                <a:gd name="T44" fmla="*/ 39 w 50"/>
                <a:gd name="T45" fmla="*/ 1 h 76"/>
                <a:gd name="T46" fmla="*/ 33 w 50"/>
                <a:gd name="T47" fmla="*/ 31 h 76"/>
                <a:gd name="T48" fmla="*/ 21 w 50"/>
                <a:gd name="T49" fmla="*/ 39 h 76"/>
                <a:gd name="T50" fmla="*/ 18 w 50"/>
                <a:gd name="T51" fmla="*/ 38 h 76"/>
                <a:gd name="T52" fmla="*/ 17 w 50"/>
                <a:gd name="T53" fmla="*/ 36 h 76"/>
                <a:gd name="T54" fmla="*/ 25 w 50"/>
                <a:gd name="T55" fmla="*/ 20 h 76"/>
                <a:gd name="T56" fmla="*/ 38 w 50"/>
                <a:gd name="T57" fmla="*/ 11 h 76"/>
                <a:gd name="T58" fmla="*/ 39 w 50"/>
                <a:gd name="T59" fmla="*/ 12 h 76"/>
                <a:gd name="T60" fmla="*/ 40 w 50"/>
                <a:gd name="T61" fmla="*/ 15 h 76"/>
                <a:gd name="T62" fmla="*/ 33 w 50"/>
                <a:gd name="T63" fmla="*/ 3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0" h="76">
                  <a:moveTo>
                    <a:pt x="39" y="1"/>
                  </a:moveTo>
                  <a:cubicBezTo>
                    <a:pt x="36" y="1"/>
                    <a:pt x="32" y="3"/>
                    <a:pt x="28" y="6"/>
                  </a:cubicBezTo>
                  <a:cubicBezTo>
                    <a:pt x="23" y="10"/>
                    <a:pt x="20" y="14"/>
                    <a:pt x="17" y="19"/>
                  </a:cubicBezTo>
                  <a:cubicBezTo>
                    <a:pt x="17" y="17"/>
                    <a:pt x="17" y="17"/>
                    <a:pt x="17" y="17"/>
                  </a:cubicBezTo>
                  <a:cubicBezTo>
                    <a:pt x="18" y="12"/>
                    <a:pt x="18" y="9"/>
                    <a:pt x="18" y="7"/>
                  </a:cubicBezTo>
                  <a:cubicBezTo>
                    <a:pt x="18" y="2"/>
                    <a:pt x="16" y="0"/>
                    <a:pt x="13" y="0"/>
                  </a:cubicBezTo>
                  <a:cubicBezTo>
                    <a:pt x="12" y="0"/>
                    <a:pt x="10" y="1"/>
                    <a:pt x="9" y="2"/>
                  </a:cubicBezTo>
                  <a:cubicBezTo>
                    <a:pt x="8" y="3"/>
                    <a:pt x="8" y="4"/>
                    <a:pt x="8" y="5"/>
                  </a:cubicBezTo>
                  <a:cubicBezTo>
                    <a:pt x="7" y="6"/>
                    <a:pt x="7" y="8"/>
                    <a:pt x="7" y="12"/>
                  </a:cubicBezTo>
                  <a:cubicBezTo>
                    <a:pt x="7" y="13"/>
                    <a:pt x="7" y="13"/>
                    <a:pt x="7" y="13"/>
                  </a:cubicBezTo>
                  <a:cubicBezTo>
                    <a:pt x="7" y="30"/>
                    <a:pt x="5" y="47"/>
                    <a:pt x="1" y="64"/>
                  </a:cubicBezTo>
                  <a:cubicBezTo>
                    <a:pt x="0" y="67"/>
                    <a:pt x="0" y="69"/>
                    <a:pt x="0" y="71"/>
                  </a:cubicBezTo>
                  <a:cubicBezTo>
                    <a:pt x="0" y="72"/>
                    <a:pt x="0" y="73"/>
                    <a:pt x="1" y="74"/>
                  </a:cubicBezTo>
                  <a:cubicBezTo>
                    <a:pt x="2" y="75"/>
                    <a:pt x="3" y="76"/>
                    <a:pt x="5" y="76"/>
                  </a:cubicBezTo>
                  <a:cubicBezTo>
                    <a:pt x="6" y="76"/>
                    <a:pt x="7" y="75"/>
                    <a:pt x="8" y="74"/>
                  </a:cubicBezTo>
                  <a:cubicBezTo>
                    <a:pt x="9" y="73"/>
                    <a:pt x="10" y="71"/>
                    <a:pt x="10" y="69"/>
                  </a:cubicBezTo>
                  <a:cubicBezTo>
                    <a:pt x="12" y="53"/>
                    <a:pt x="12" y="53"/>
                    <a:pt x="12" y="53"/>
                  </a:cubicBezTo>
                  <a:cubicBezTo>
                    <a:pt x="13" y="49"/>
                    <a:pt x="13" y="46"/>
                    <a:pt x="13" y="44"/>
                  </a:cubicBezTo>
                  <a:cubicBezTo>
                    <a:pt x="14" y="46"/>
                    <a:pt x="16" y="48"/>
                    <a:pt x="20" y="48"/>
                  </a:cubicBezTo>
                  <a:cubicBezTo>
                    <a:pt x="26" y="48"/>
                    <a:pt x="33" y="44"/>
                    <a:pt x="40" y="37"/>
                  </a:cubicBezTo>
                  <a:cubicBezTo>
                    <a:pt x="47" y="30"/>
                    <a:pt x="50" y="22"/>
                    <a:pt x="50" y="13"/>
                  </a:cubicBezTo>
                  <a:cubicBezTo>
                    <a:pt x="50" y="9"/>
                    <a:pt x="49" y="7"/>
                    <a:pt x="47" y="5"/>
                  </a:cubicBezTo>
                  <a:cubicBezTo>
                    <a:pt x="45" y="2"/>
                    <a:pt x="42" y="1"/>
                    <a:pt x="39" y="1"/>
                  </a:cubicBezTo>
                  <a:close/>
                  <a:moveTo>
                    <a:pt x="33" y="31"/>
                  </a:moveTo>
                  <a:cubicBezTo>
                    <a:pt x="29" y="37"/>
                    <a:pt x="25" y="39"/>
                    <a:pt x="21" y="39"/>
                  </a:cubicBezTo>
                  <a:cubicBezTo>
                    <a:pt x="20" y="39"/>
                    <a:pt x="19" y="39"/>
                    <a:pt x="18" y="38"/>
                  </a:cubicBezTo>
                  <a:cubicBezTo>
                    <a:pt x="17" y="38"/>
                    <a:pt x="17" y="37"/>
                    <a:pt x="17" y="36"/>
                  </a:cubicBezTo>
                  <a:cubicBezTo>
                    <a:pt x="17" y="32"/>
                    <a:pt x="19" y="27"/>
                    <a:pt x="25" y="20"/>
                  </a:cubicBezTo>
                  <a:cubicBezTo>
                    <a:pt x="30" y="14"/>
                    <a:pt x="34" y="11"/>
                    <a:pt x="38" y="11"/>
                  </a:cubicBezTo>
                  <a:cubicBezTo>
                    <a:pt x="38" y="11"/>
                    <a:pt x="39" y="11"/>
                    <a:pt x="39" y="12"/>
                  </a:cubicBezTo>
                  <a:cubicBezTo>
                    <a:pt x="40" y="12"/>
                    <a:pt x="40" y="14"/>
                    <a:pt x="40" y="15"/>
                  </a:cubicBezTo>
                  <a:cubicBezTo>
                    <a:pt x="40" y="20"/>
                    <a:pt x="38" y="26"/>
                    <a:pt x="33"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Freeform 336"/>
            <p:cNvSpPr>
              <a:spLocks/>
            </p:cNvSpPr>
            <p:nvPr/>
          </p:nvSpPr>
          <p:spPr bwMode="auto">
            <a:xfrm>
              <a:off x="11328400" y="4513263"/>
              <a:ext cx="39688" cy="128588"/>
            </a:xfrm>
            <a:custGeom>
              <a:avLst/>
              <a:gdLst>
                <a:gd name="T0" fmla="*/ 9 w 27"/>
                <a:gd name="T1" fmla="*/ 74 h 86"/>
                <a:gd name="T2" fmla="*/ 4 w 27"/>
                <a:gd name="T3" fmla="*/ 82 h 86"/>
                <a:gd name="T4" fmla="*/ 5 w 27"/>
                <a:gd name="T5" fmla="*/ 84 h 86"/>
                <a:gd name="T6" fmla="*/ 9 w 27"/>
                <a:gd name="T7" fmla="*/ 86 h 86"/>
                <a:gd name="T8" fmla="*/ 12 w 27"/>
                <a:gd name="T9" fmla="*/ 85 h 86"/>
                <a:gd name="T10" fmla="*/ 15 w 27"/>
                <a:gd name="T11" fmla="*/ 80 h 86"/>
                <a:gd name="T12" fmla="*/ 19 w 27"/>
                <a:gd name="T13" fmla="*/ 74 h 86"/>
                <a:gd name="T14" fmla="*/ 25 w 27"/>
                <a:gd name="T15" fmla="*/ 63 h 86"/>
                <a:gd name="T16" fmla="*/ 27 w 27"/>
                <a:gd name="T17" fmla="*/ 48 h 86"/>
                <a:gd name="T18" fmla="*/ 26 w 27"/>
                <a:gd name="T19" fmla="*/ 37 h 86"/>
                <a:gd name="T20" fmla="*/ 23 w 27"/>
                <a:gd name="T21" fmla="*/ 25 h 86"/>
                <a:gd name="T22" fmla="*/ 22 w 27"/>
                <a:gd name="T23" fmla="*/ 21 h 86"/>
                <a:gd name="T24" fmla="*/ 15 w 27"/>
                <a:gd name="T25" fmla="*/ 9 h 86"/>
                <a:gd name="T26" fmla="*/ 5 w 27"/>
                <a:gd name="T27" fmla="*/ 0 h 86"/>
                <a:gd name="T28" fmla="*/ 2 w 27"/>
                <a:gd name="T29" fmla="*/ 1 h 86"/>
                <a:gd name="T30" fmla="*/ 0 w 27"/>
                <a:gd name="T31" fmla="*/ 4 h 86"/>
                <a:gd name="T32" fmla="*/ 1 w 27"/>
                <a:gd name="T33" fmla="*/ 6 h 86"/>
                <a:gd name="T34" fmla="*/ 8 w 27"/>
                <a:gd name="T35" fmla="*/ 14 h 86"/>
                <a:gd name="T36" fmla="*/ 13 w 27"/>
                <a:gd name="T37" fmla="*/ 25 h 86"/>
                <a:gd name="T38" fmla="*/ 17 w 27"/>
                <a:gd name="T39" fmla="*/ 38 h 86"/>
                <a:gd name="T40" fmla="*/ 19 w 27"/>
                <a:gd name="T41" fmla="*/ 51 h 86"/>
                <a:gd name="T42" fmla="*/ 15 w 27"/>
                <a:gd name="T43" fmla="*/ 61 h 86"/>
                <a:gd name="T44" fmla="*/ 9 w 27"/>
                <a:gd name="T45" fmla="*/ 7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 h="86">
                  <a:moveTo>
                    <a:pt x="9" y="74"/>
                  </a:moveTo>
                  <a:cubicBezTo>
                    <a:pt x="5" y="78"/>
                    <a:pt x="4" y="81"/>
                    <a:pt x="4" y="82"/>
                  </a:cubicBezTo>
                  <a:cubicBezTo>
                    <a:pt x="4" y="83"/>
                    <a:pt x="4" y="84"/>
                    <a:pt x="5" y="84"/>
                  </a:cubicBezTo>
                  <a:cubicBezTo>
                    <a:pt x="6" y="85"/>
                    <a:pt x="7" y="86"/>
                    <a:pt x="9" y="86"/>
                  </a:cubicBezTo>
                  <a:cubicBezTo>
                    <a:pt x="10" y="86"/>
                    <a:pt x="11" y="85"/>
                    <a:pt x="12" y="85"/>
                  </a:cubicBezTo>
                  <a:cubicBezTo>
                    <a:pt x="12" y="84"/>
                    <a:pt x="13" y="82"/>
                    <a:pt x="15" y="80"/>
                  </a:cubicBezTo>
                  <a:cubicBezTo>
                    <a:pt x="15" y="79"/>
                    <a:pt x="16" y="77"/>
                    <a:pt x="19" y="74"/>
                  </a:cubicBezTo>
                  <a:cubicBezTo>
                    <a:pt x="21" y="71"/>
                    <a:pt x="23" y="67"/>
                    <a:pt x="25" y="63"/>
                  </a:cubicBezTo>
                  <a:cubicBezTo>
                    <a:pt x="26" y="58"/>
                    <a:pt x="27" y="53"/>
                    <a:pt x="27" y="48"/>
                  </a:cubicBezTo>
                  <a:cubicBezTo>
                    <a:pt x="27" y="44"/>
                    <a:pt x="27" y="40"/>
                    <a:pt x="26" y="37"/>
                  </a:cubicBezTo>
                  <a:cubicBezTo>
                    <a:pt x="26" y="34"/>
                    <a:pt x="25" y="30"/>
                    <a:pt x="23" y="25"/>
                  </a:cubicBezTo>
                  <a:cubicBezTo>
                    <a:pt x="23" y="23"/>
                    <a:pt x="22" y="22"/>
                    <a:pt x="22" y="21"/>
                  </a:cubicBezTo>
                  <a:cubicBezTo>
                    <a:pt x="21" y="19"/>
                    <a:pt x="19" y="14"/>
                    <a:pt x="15" y="9"/>
                  </a:cubicBezTo>
                  <a:cubicBezTo>
                    <a:pt x="11" y="3"/>
                    <a:pt x="8" y="0"/>
                    <a:pt x="5" y="0"/>
                  </a:cubicBezTo>
                  <a:cubicBezTo>
                    <a:pt x="4" y="0"/>
                    <a:pt x="3" y="0"/>
                    <a:pt x="2" y="1"/>
                  </a:cubicBezTo>
                  <a:cubicBezTo>
                    <a:pt x="1" y="2"/>
                    <a:pt x="0" y="3"/>
                    <a:pt x="0" y="4"/>
                  </a:cubicBezTo>
                  <a:cubicBezTo>
                    <a:pt x="0" y="5"/>
                    <a:pt x="0" y="5"/>
                    <a:pt x="1" y="6"/>
                  </a:cubicBezTo>
                  <a:cubicBezTo>
                    <a:pt x="5" y="9"/>
                    <a:pt x="7" y="12"/>
                    <a:pt x="8" y="14"/>
                  </a:cubicBezTo>
                  <a:cubicBezTo>
                    <a:pt x="10" y="16"/>
                    <a:pt x="11" y="20"/>
                    <a:pt x="13" y="25"/>
                  </a:cubicBezTo>
                  <a:cubicBezTo>
                    <a:pt x="15" y="29"/>
                    <a:pt x="17" y="34"/>
                    <a:pt x="17" y="38"/>
                  </a:cubicBezTo>
                  <a:cubicBezTo>
                    <a:pt x="18" y="42"/>
                    <a:pt x="19" y="47"/>
                    <a:pt x="19" y="51"/>
                  </a:cubicBezTo>
                  <a:cubicBezTo>
                    <a:pt x="19" y="53"/>
                    <a:pt x="17" y="56"/>
                    <a:pt x="15" y="61"/>
                  </a:cubicBezTo>
                  <a:cubicBezTo>
                    <a:pt x="13" y="67"/>
                    <a:pt x="11" y="71"/>
                    <a:pt x="9"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 name="Freeform 384"/>
            <p:cNvSpPr>
              <a:spLocks noEditPoints="1"/>
            </p:cNvSpPr>
            <p:nvPr/>
          </p:nvSpPr>
          <p:spPr bwMode="auto">
            <a:xfrm>
              <a:off x="6738938" y="4381501"/>
              <a:ext cx="77788" cy="93663"/>
            </a:xfrm>
            <a:custGeom>
              <a:avLst/>
              <a:gdLst>
                <a:gd name="T0" fmla="*/ 0 w 52"/>
                <a:gd name="T1" fmla="*/ 57 h 63"/>
                <a:gd name="T2" fmla="*/ 5 w 52"/>
                <a:gd name="T3" fmla="*/ 63 h 63"/>
                <a:gd name="T4" fmla="*/ 9 w 52"/>
                <a:gd name="T5" fmla="*/ 61 h 63"/>
                <a:gd name="T6" fmla="*/ 10 w 52"/>
                <a:gd name="T7" fmla="*/ 57 h 63"/>
                <a:gd name="T8" fmla="*/ 11 w 52"/>
                <a:gd name="T9" fmla="*/ 41 h 63"/>
                <a:gd name="T10" fmla="*/ 17 w 52"/>
                <a:gd name="T11" fmla="*/ 40 h 63"/>
                <a:gd name="T12" fmla="*/ 42 w 52"/>
                <a:gd name="T13" fmla="*/ 30 h 63"/>
                <a:gd name="T14" fmla="*/ 52 w 52"/>
                <a:gd name="T15" fmla="*/ 14 h 63"/>
                <a:gd name="T16" fmla="*/ 46 w 52"/>
                <a:gd name="T17" fmla="*/ 3 h 63"/>
                <a:gd name="T18" fmla="*/ 32 w 52"/>
                <a:gd name="T19" fmla="*/ 0 h 63"/>
                <a:gd name="T20" fmla="*/ 13 w 52"/>
                <a:gd name="T21" fmla="*/ 2 h 63"/>
                <a:gd name="T22" fmla="*/ 1 w 52"/>
                <a:gd name="T23" fmla="*/ 8 h 63"/>
                <a:gd name="T24" fmla="*/ 4 w 52"/>
                <a:gd name="T25" fmla="*/ 13 h 63"/>
                <a:gd name="T26" fmla="*/ 4 w 52"/>
                <a:gd name="T27" fmla="*/ 17 h 63"/>
                <a:gd name="T28" fmla="*/ 2 w 52"/>
                <a:gd name="T29" fmla="*/ 35 h 63"/>
                <a:gd name="T30" fmla="*/ 0 w 52"/>
                <a:gd name="T31" fmla="*/ 57 h 63"/>
                <a:gd name="T32" fmla="*/ 15 w 52"/>
                <a:gd name="T33" fmla="*/ 11 h 63"/>
                <a:gd name="T34" fmla="*/ 31 w 52"/>
                <a:gd name="T35" fmla="*/ 8 h 63"/>
                <a:gd name="T36" fmla="*/ 42 w 52"/>
                <a:gd name="T37" fmla="*/ 14 h 63"/>
                <a:gd name="T38" fmla="*/ 33 w 52"/>
                <a:gd name="T39" fmla="*/ 25 h 63"/>
                <a:gd name="T40" fmla="*/ 12 w 52"/>
                <a:gd name="T41" fmla="*/ 32 h 63"/>
                <a:gd name="T42" fmla="*/ 15 w 52"/>
                <a:gd name="T43" fmla="*/ 1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2" h="63">
                  <a:moveTo>
                    <a:pt x="0" y="57"/>
                  </a:moveTo>
                  <a:cubicBezTo>
                    <a:pt x="0" y="61"/>
                    <a:pt x="2" y="63"/>
                    <a:pt x="5" y="63"/>
                  </a:cubicBezTo>
                  <a:cubicBezTo>
                    <a:pt x="7" y="63"/>
                    <a:pt x="8" y="62"/>
                    <a:pt x="9" y="61"/>
                  </a:cubicBezTo>
                  <a:cubicBezTo>
                    <a:pt x="10" y="60"/>
                    <a:pt x="10" y="58"/>
                    <a:pt x="10" y="57"/>
                  </a:cubicBezTo>
                  <a:cubicBezTo>
                    <a:pt x="10" y="53"/>
                    <a:pt x="11" y="48"/>
                    <a:pt x="11" y="41"/>
                  </a:cubicBezTo>
                  <a:cubicBezTo>
                    <a:pt x="12" y="41"/>
                    <a:pt x="14" y="41"/>
                    <a:pt x="17" y="40"/>
                  </a:cubicBezTo>
                  <a:cubicBezTo>
                    <a:pt x="27" y="38"/>
                    <a:pt x="35" y="35"/>
                    <a:pt x="42" y="30"/>
                  </a:cubicBezTo>
                  <a:cubicBezTo>
                    <a:pt x="48" y="25"/>
                    <a:pt x="52" y="20"/>
                    <a:pt x="52" y="14"/>
                  </a:cubicBezTo>
                  <a:cubicBezTo>
                    <a:pt x="52" y="9"/>
                    <a:pt x="50" y="6"/>
                    <a:pt x="46" y="3"/>
                  </a:cubicBezTo>
                  <a:cubicBezTo>
                    <a:pt x="43" y="1"/>
                    <a:pt x="38" y="0"/>
                    <a:pt x="32" y="0"/>
                  </a:cubicBezTo>
                  <a:cubicBezTo>
                    <a:pt x="26" y="0"/>
                    <a:pt x="20" y="0"/>
                    <a:pt x="13" y="2"/>
                  </a:cubicBezTo>
                  <a:cubicBezTo>
                    <a:pt x="5" y="4"/>
                    <a:pt x="1" y="6"/>
                    <a:pt x="1" y="8"/>
                  </a:cubicBezTo>
                  <a:cubicBezTo>
                    <a:pt x="1" y="10"/>
                    <a:pt x="2" y="12"/>
                    <a:pt x="4" y="13"/>
                  </a:cubicBezTo>
                  <a:cubicBezTo>
                    <a:pt x="4" y="13"/>
                    <a:pt x="4" y="15"/>
                    <a:pt x="4" y="17"/>
                  </a:cubicBezTo>
                  <a:cubicBezTo>
                    <a:pt x="4" y="19"/>
                    <a:pt x="4" y="25"/>
                    <a:pt x="2" y="35"/>
                  </a:cubicBezTo>
                  <a:cubicBezTo>
                    <a:pt x="1" y="47"/>
                    <a:pt x="0" y="54"/>
                    <a:pt x="0" y="57"/>
                  </a:cubicBezTo>
                  <a:close/>
                  <a:moveTo>
                    <a:pt x="15" y="11"/>
                  </a:moveTo>
                  <a:cubicBezTo>
                    <a:pt x="21" y="9"/>
                    <a:pt x="26" y="8"/>
                    <a:pt x="31" y="8"/>
                  </a:cubicBezTo>
                  <a:cubicBezTo>
                    <a:pt x="39" y="8"/>
                    <a:pt x="42" y="10"/>
                    <a:pt x="42" y="14"/>
                  </a:cubicBezTo>
                  <a:cubicBezTo>
                    <a:pt x="42" y="18"/>
                    <a:pt x="39" y="22"/>
                    <a:pt x="33" y="25"/>
                  </a:cubicBezTo>
                  <a:cubicBezTo>
                    <a:pt x="27" y="29"/>
                    <a:pt x="20" y="31"/>
                    <a:pt x="12" y="32"/>
                  </a:cubicBezTo>
                  <a:lnTo>
                    <a:pt x="15"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 name="Freeform 385"/>
            <p:cNvSpPr>
              <a:spLocks noEditPoints="1"/>
            </p:cNvSpPr>
            <p:nvPr/>
          </p:nvSpPr>
          <p:spPr bwMode="auto">
            <a:xfrm>
              <a:off x="6818313" y="4403726"/>
              <a:ext cx="63500" cy="69850"/>
            </a:xfrm>
            <a:custGeom>
              <a:avLst/>
              <a:gdLst>
                <a:gd name="T0" fmla="*/ 36 w 43"/>
                <a:gd name="T1" fmla="*/ 47 h 47"/>
                <a:gd name="T2" fmla="*/ 41 w 43"/>
                <a:gd name="T3" fmla="*/ 45 h 47"/>
                <a:gd name="T4" fmla="*/ 43 w 43"/>
                <a:gd name="T5" fmla="*/ 42 h 47"/>
                <a:gd name="T6" fmla="*/ 41 w 43"/>
                <a:gd name="T7" fmla="*/ 40 h 47"/>
                <a:gd name="T8" fmla="*/ 39 w 43"/>
                <a:gd name="T9" fmla="*/ 38 h 47"/>
                <a:gd name="T10" fmla="*/ 38 w 43"/>
                <a:gd name="T11" fmla="*/ 36 h 47"/>
                <a:gd name="T12" fmla="*/ 38 w 43"/>
                <a:gd name="T13" fmla="*/ 28 h 47"/>
                <a:gd name="T14" fmla="*/ 39 w 43"/>
                <a:gd name="T15" fmla="*/ 15 h 47"/>
                <a:gd name="T16" fmla="*/ 40 w 43"/>
                <a:gd name="T17" fmla="*/ 8 h 47"/>
                <a:gd name="T18" fmla="*/ 35 w 43"/>
                <a:gd name="T19" fmla="*/ 5 h 47"/>
                <a:gd name="T20" fmla="*/ 29 w 43"/>
                <a:gd name="T21" fmla="*/ 0 h 47"/>
                <a:gd name="T22" fmla="*/ 9 w 43"/>
                <a:gd name="T23" fmla="*/ 12 h 47"/>
                <a:gd name="T24" fmla="*/ 0 w 43"/>
                <a:gd name="T25" fmla="*/ 35 h 47"/>
                <a:gd name="T26" fmla="*/ 2 w 43"/>
                <a:gd name="T27" fmla="*/ 43 h 47"/>
                <a:gd name="T28" fmla="*/ 9 w 43"/>
                <a:gd name="T29" fmla="*/ 46 h 47"/>
                <a:gd name="T30" fmla="*/ 29 w 43"/>
                <a:gd name="T31" fmla="*/ 31 h 47"/>
                <a:gd name="T32" fmla="*/ 36 w 43"/>
                <a:gd name="T33" fmla="*/ 47 h 47"/>
                <a:gd name="T34" fmla="*/ 23 w 43"/>
                <a:gd name="T35" fmla="*/ 28 h 47"/>
                <a:gd name="T36" fmla="*/ 11 w 43"/>
                <a:gd name="T37" fmla="*/ 37 h 47"/>
                <a:gd name="T38" fmla="*/ 10 w 43"/>
                <a:gd name="T39" fmla="*/ 33 h 47"/>
                <a:gd name="T40" fmla="*/ 16 w 43"/>
                <a:gd name="T41" fmla="*/ 18 h 47"/>
                <a:gd name="T42" fmla="*/ 27 w 43"/>
                <a:gd name="T43" fmla="*/ 9 h 47"/>
                <a:gd name="T44" fmla="*/ 29 w 43"/>
                <a:gd name="T45" fmla="*/ 10 h 47"/>
                <a:gd name="T46" fmla="*/ 30 w 43"/>
                <a:gd name="T47" fmla="*/ 13 h 47"/>
                <a:gd name="T48" fmla="*/ 23 w 43"/>
                <a:gd name="T49" fmla="*/ 2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3" h="47">
                  <a:moveTo>
                    <a:pt x="36" y="47"/>
                  </a:moveTo>
                  <a:cubicBezTo>
                    <a:pt x="38" y="47"/>
                    <a:pt x="39" y="46"/>
                    <a:pt x="41" y="45"/>
                  </a:cubicBezTo>
                  <a:cubicBezTo>
                    <a:pt x="42" y="44"/>
                    <a:pt x="43" y="43"/>
                    <a:pt x="43" y="42"/>
                  </a:cubicBezTo>
                  <a:cubicBezTo>
                    <a:pt x="43" y="41"/>
                    <a:pt x="42" y="40"/>
                    <a:pt x="41" y="40"/>
                  </a:cubicBezTo>
                  <a:cubicBezTo>
                    <a:pt x="40" y="39"/>
                    <a:pt x="40" y="39"/>
                    <a:pt x="39" y="38"/>
                  </a:cubicBezTo>
                  <a:cubicBezTo>
                    <a:pt x="39" y="38"/>
                    <a:pt x="39" y="37"/>
                    <a:pt x="38" y="36"/>
                  </a:cubicBezTo>
                  <a:cubicBezTo>
                    <a:pt x="38" y="34"/>
                    <a:pt x="38" y="32"/>
                    <a:pt x="38" y="28"/>
                  </a:cubicBezTo>
                  <a:cubicBezTo>
                    <a:pt x="38" y="25"/>
                    <a:pt x="38" y="20"/>
                    <a:pt x="39" y="15"/>
                  </a:cubicBezTo>
                  <a:cubicBezTo>
                    <a:pt x="40" y="12"/>
                    <a:pt x="40" y="10"/>
                    <a:pt x="40" y="8"/>
                  </a:cubicBezTo>
                  <a:cubicBezTo>
                    <a:pt x="40" y="6"/>
                    <a:pt x="39" y="5"/>
                    <a:pt x="35" y="5"/>
                  </a:cubicBezTo>
                  <a:cubicBezTo>
                    <a:pt x="34" y="1"/>
                    <a:pt x="32" y="0"/>
                    <a:pt x="29" y="0"/>
                  </a:cubicBezTo>
                  <a:cubicBezTo>
                    <a:pt x="22" y="0"/>
                    <a:pt x="16" y="4"/>
                    <a:pt x="9" y="12"/>
                  </a:cubicBezTo>
                  <a:cubicBezTo>
                    <a:pt x="3" y="20"/>
                    <a:pt x="0" y="28"/>
                    <a:pt x="0" y="35"/>
                  </a:cubicBezTo>
                  <a:cubicBezTo>
                    <a:pt x="0" y="38"/>
                    <a:pt x="1" y="41"/>
                    <a:pt x="2" y="43"/>
                  </a:cubicBezTo>
                  <a:cubicBezTo>
                    <a:pt x="4" y="45"/>
                    <a:pt x="6" y="46"/>
                    <a:pt x="9" y="46"/>
                  </a:cubicBezTo>
                  <a:cubicBezTo>
                    <a:pt x="15" y="46"/>
                    <a:pt x="22" y="41"/>
                    <a:pt x="29" y="31"/>
                  </a:cubicBezTo>
                  <a:cubicBezTo>
                    <a:pt x="29" y="42"/>
                    <a:pt x="31" y="47"/>
                    <a:pt x="36" y="47"/>
                  </a:cubicBezTo>
                  <a:close/>
                  <a:moveTo>
                    <a:pt x="23" y="28"/>
                  </a:moveTo>
                  <a:cubicBezTo>
                    <a:pt x="18" y="34"/>
                    <a:pt x="14" y="37"/>
                    <a:pt x="11" y="37"/>
                  </a:cubicBezTo>
                  <a:cubicBezTo>
                    <a:pt x="10" y="37"/>
                    <a:pt x="10" y="36"/>
                    <a:pt x="10" y="33"/>
                  </a:cubicBezTo>
                  <a:cubicBezTo>
                    <a:pt x="10" y="29"/>
                    <a:pt x="12" y="24"/>
                    <a:pt x="16" y="18"/>
                  </a:cubicBezTo>
                  <a:cubicBezTo>
                    <a:pt x="21" y="12"/>
                    <a:pt x="24" y="9"/>
                    <a:pt x="27" y="9"/>
                  </a:cubicBezTo>
                  <a:cubicBezTo>
                    <a:pt x="28" y="9"/>
                    <a:pt x="28" y="9"/>
                    <a:pt x="29" y="10"/>
                  </a:cubicBezTo>
                  <a:cubicBezTo>
                    <a:pt x="30" y="11"/>
                    <a:pt x="30" y="12"/>
                    <a:pt x="30" y="13"/>
                  </a:cubicBezTo>
                  <a:cubicBezTo>
                    <a:pt x="30" y="17"/>
                    <a:pt x="28" y="22"/>
                    <a:pt x="23"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 name="Freeform 386"/>
            <p:cNvSpPr>
              <a:spLocks/>
            </p:cNvSpPr>
            <p:nvPr/>
          </p:nvSpPr>
          <p:spPr bwMode="auto">
            <a:xfrm>
              <a:off x="6891338" y="4408488"/>
              <a:ext cx="77788" cy="63500"/>
            </a:xfrm>
            <a:custGeom>
              <a:avLst/>
              <a:gdLst>
                <a:gd name="T0" fmla="*/ 43 w 52"/>
                <a:gd name="T1" fmla="*/ 40 h 42"/>
                <a:gd name="T2" fmla="*/ 50 w 52"/>
                <a:gd name="T3" fmla="*/ 38 h 42"/>
                <a:gd name="T4" fmla="*/ 52 w 52"/>
                <a:gd name="T5" fmla="*/ 33 h 42"/>
                <a:gd name="T6" fmla="*/ 50 w 52"/>
                <a:gd name="T7" fmla="*/ 31 h 42"/>
                <a:gd name="T8" fmla="*/ 48 w 52"/>
                <a:gd name="T9" fmla="*/ 32 h 42"/>
                <a:gd name="T10" fmla="*/ 46 w 52"/>
                <a:gd name="T11" fmla="*/ 32 h 42"/>
                <a:gd name="T12" fmla="*/ 42 w 52"/>
                <a:gd name="T13" fmla="*/ 17 h 42"/>
                <a:gd name="T14" fmla="*/ 31 w 52"/>
                <a:gd name="T15" fmla="*/ 2 h 42"/>
                <a:gd name="T16" fmla="*/ 11 w 52"/>
                <a:gd name="T17" fmla="*/ 23 h 42"/>
                <a:gd name="T18" fmla="*/ 13 w 52"/>
                <a:gd name="T19" fmla="*/ 8 h 42"/>
                <a:gd name="T20" fmla="*/ 12 w 52"/>
                <a:gd name="T21" fmla="*/ 1 h 42"/>
                <a:gd name="T22" fmla="*/ 8 w 52"/>
                <a:gd name="T23" fmla="*/ 0 h 42"/>
                <a:gd name="T24" fmla="*/ 5 w 52"/>
                <a:gd name="T25" fmla="*/ 2 h 42"/>
                <a:gd name="T26" fmla="*/ 3 w 52"/>
                <a:gd name="T27" fmla="*/ 6 h 42"/>
                <a:gd name="T28" fmla="*/ 2 w 52"/>
                <a:gd name="T29" fmla="*/ 28 h 42"/>
                <a:gd name="T30" fmla="*/ 0 w 52"/>
                <a:gd name="T31" fmla="*/ 37 h 42"/>
                <a:gd name="T32" fmla="*/ 7 w 52"/>
                <a:gd name="T33" fmla="*/ 42 h 42"/>
                <a:gd name="T34" fmla="*/ 9 w 52"/>
                <a:gd name="T35" fmla="*/ 41 h 42"/>
                <a:gd name="T36" fmla="*/ 10 w 52"/>
                <a:gd name="T37" fmla="*/ 39 h 42"/>
                <a:gd name="T38" fmla="*/ 19 w 52"/>
                <a:gd name="T39" fmla="*/ 23 h 42"/>
                <a:gd name="T40" fmla="*/ 29 w 52"/>
                <a:gd name="T41" fmla="*/ 12 h 42"/>
                <a:gd name="T42" fmla="*/ 33 w 52"/>
                <a:gd name="T43" fmla="*/ 22 h 42"/>
                <a:gd name="T44" fmla="*/ 36 w 52"/>
                <a:gd name="T45" fmla="*/ 36 h 42"/>
                <a:gd name="T46" fmla="*/ 36 w 52"/>
                <a:gd name="T47" fmla="*/ 36 h 42"/>
                <a:gd name="T48" fmla="*/ 43 w 52"/>
                <a:gd name="T49" fmla="*/ 4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2" h="42">
                  <a:moveTo>
                    <a:pt x="43" y="40"/>
                  </a:moveTo>
                  <a:cubicBezTo>
                    <a:pt x="45" y="40"/>
                    <a:pt x="48" y="39"/>
                    <a:pt x="50" y="38"/>
                  </a:cubicBezTo>
                  <a:cubicBezTo>
                    <a:pt x="51" y="36"/>
                    <a:pt x="52" y="35"/>
                    <a:pt x="52" y="33"/>
                  </a:cubicBezTo>
                  <a:cubicBezTo>
                    <a:pt x="52" y="32"/>
                    <a:pt x="52" y="31"/>
                    <a:pt x="50" y="31"/>
                  </a:cubicBezTo>
                  <a:cubicBezTo>
                    <a:pt x="50" y="31"/>
                    <a:pt x="49" y="31"/>
                    <a:pt x="48" y="32"/>
                  </a:cubicBezTo>
                  <a:cubicBezTo>
                    <a:pt x="47" y="32"/>
                    <a:pt x="46" y="32"/>
                    <a:pt x="46" y="32"/>
                  </a:cubicBezTo>
                  <a:cubicBezTo>
                    <a:pt x="44" y="32"/>
                    <a:pt x="43" y="27"/>
                    <a:pt x="42" y="17"/>
                  </a:cubicBezTo>
                  <a:cubicBezTo>
                    <a:pt x="41" y="7"/>
                    <a:pt x="37" y="2"/>
                    <a:pt x="31" y="2"/>
                  </a:cubicBezTo>
                  <a:cubicBezTo>
                    <a:pt x="24" y="2"/>
                    <a:pt x="17" y="9"/>
                    <a:pt x="11" y="23"/>
                  </a:cubicBezTo>
                  <a:cubicBezTo>
                    <a:pt x="13" y="15"/>
                    <a:pt x="13" y="10"/>
                    <a:pt x="13" y="8"/>
                  </a:cubicBezTo>
                  <a:cubicBezTo>
                    <a:pt x="13" y="4"/>
                    <a:pt x="13" y="2"/>
                    <a:pt x="12" y="1"/>
                  </a:cubicBezTo>
                  <a:cubicBezTo>
                    <a:pt x="11" y="0"/>
                    <a:pt x="10" y="0"/>
                    <a:pt x="8" y="0"/>
                  </a:cubicBezTo>
                  <a:cubicBezTo>
                    <a:pt x="7" y="0"/>
                    <a:pt x="6" y="1"/>
                    <a:pt x="5" y="2"/>
                  </a:cubicBezTo>
                  <a:cubicBezTo>
                    <a:pt x="4" y="4"/>
                    <a:pt x="3" y="5"/>
                    <a:pt x="3" y="6"/>
                  </a:cubicBezTo>
                  <a:cubicBezTo>
                    <a:pt x="3" y="15"/>
                    <a:pt x="3" y="22"/>
                    <a:pt x="2" y="28"/>
                  </a:cubicBezTo>
                  <a:cubicBezTo>
                    <a:pt x="1" y="33"/>
                    <a:pt x="0" y="35"/>
                    <a:pt x="0" y="37"/>
                  </a:cubicBezTo>
                  <a:cubicBezTo>
                    <a:pt x="0" y="41"/>
                    <a:pt x="2" y="42"/>
                    <a:pt x="7" y="42"/>
                  </a:cubicBezTo>
                  <a:cubicBezTo>
                    <a:pt x="7" y="42"/>
                    <a:pt x="8" y="42"/>
                    <a:pt x="9" y="41"/>
                  </a:cubicBezTo>
                  <a:cubicBezTo>
                    <a:pt x="9" y="41"/>
                    <a:pt x="10" y="40"/>
                    <a:pt x="10" y="39"/>
                  </a:cubicBezTo>
                  <a:cubicBezTo>
                    <a:pt x="11" y="35"/>
                    <a:pt x="14" y="30"/>
                    <a:pt x="19" y="23"/>
                  </a:cubicBezTo>
                  <a:cubicBezTo>
                    <a:pt x="24" y="15"/>
                    <a:pt x="27" y="12"/>
                    <a:pt x="29" y="12"/>
                  </a:cubicBezTo>
                  <a:cubicBezTo>
                    <a:pt x="31" y="12"/>
                    <a:pt x="32" y="15"/>
                    <a:pt x="33" y="22"/>
                  </a:cubicBezTo>
                  <a:cubicBezTo>
                    <a:pt x="34" y="29"/>
                    <a:pt x="35" y="34"/>
                    <a:pt x="36" y="36"/>
                  </a:cubicBezTo>
                  <a:cubicBezTo>
                    <a:pt x="36" y="36"/>
                    <a:pt x="36" y="36"/>
                    <a:pt x="36" y="36"/>
                  </a:cubicBezTo>
                  <a:cubicBezTo>
                    <a:pt x="37" y="39"/>
                    <a:pt x="40" y="40"/>
                    <a:pt x="43"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 name="Freeform 387"/>
            <p:cNvSpPr>
              <a:spLocks/>
            </p:cNvSpPr>
            <p:nvPr/>
          </p:nvSpPr>
          <p:spPr bwMode="auto">
            <a:xfrm>
              <a:off x="6989763" y="4373563"/>
              <a:ext cx="20638" cy="17463"/>
            </a:xfrm>
            <a:custGeom>
              <a:avLst/>
              <a:gdLst>
                <a:gd name="T0" fmla="*/ 11 w 14"/>
                <a:gd name="T1" fmla="*/ 10 h 12"/>
                <a:gd name="T2" fmla="*/ 14 w 14"/>
                <a:gd name="T3" fmla="*/ 5 h 12"/>
                <a:gd name="T4" fmla="*/ 12 w 14"/>
                <a:gd name="T5" fmla="*/ 1 h 12"/>
                <a:gd name="T6" fmla="*/ 8 w 14"/>
                <a:gd name="T7" fmla="*/ 0 h 12"/>
                <a:gd name="T8" fmla="*/ 2 w 14"/>
                <a:gd name="T9" fmla="*/ 1 h 12"/>
                <a:gd name="T10" fmla="*/ 0 w 14"/>
                <a:gd name="T11" fmla="*/ 6 h 12"/>
                <a:gd name="T12" fmla="*/ 2 w 14"/>
                <a:gd name="T13" fmla="*/ 10 h 12"/>
                <a:gd name="T14" fmla="*/ 7 w 14"/>
                <a:gd name="T15" fmla="*/ 12 h 12"/>
                <a:gd name="T16" fmla="*/ 11 w 14"/>
                <a:gd name="T17"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2">
                  <a:moveTo>
                    <a:pt x="11" y="10"/>
                  </a:moveTo>
                  <a:cubicBezTo>
                    <a:pt x="13" y="9"/>
                    <a:pt x="14" y="7"/>
                    <a:pt x="14" y="5"/>
                  </a:cubicBezTo>
                  <a:cubicBezTo>
                    <a:pt x="14" y="4"/>
                    <a:pt x="13" y="2"/>
                    <a:pt x="12" y="1"/>
                  </a:cubicBezTo>
                  <a:cubicBezTo>
                    <a:pt x="11" y="0"/>
                    <a:pt x="9" y="0"/>
                    <a:pt x="8" y="0"/>
                  </a:cubicBezTo>
                  <a:cubicBezTo>
                    <a:pt x="5" y="0"/>
                    <a:pt x="3" y="0"/>
                    <a:pt x="2" y="1"/>
                  </a:cubicBezTo>
                  <a:cubicBezTo>
                    <a:pt x="1" y="3"/>
                    <a:pt x="0" y="4"/>
                    <a:pt x="0" y="6"/>
                  </a:cubicBezTo>
                  <a:cubicBezTo>
                    <a:pt x="0" y="8"/>
                    <a:pt x="1" y="9"/>
                    <a:pt x="2" y="10"/>
                  </a:cubicBezTo>
                  <a:cubicBezTo>
                    <a:pt x="4" y="12"/>
                    <a:pt x="5" y="12"/>
                    <a:pt x="7" y="12"/>
                  </a:cubicBezTo>
                  <a:cubicBezTo>
                    <a:pt x="8" y="12"/>
                    <a:pt x="9" y="12"/>
                    <a:pt x="1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 name="Freeform 388"/>
            <p:cNvSpPr>
              <a:spLocks/>
            </p:cNvSpPr>
            <p:nvPr/>
          </p:nvSpPr>
          <p:spPr bwMode="auto">
            <a:xfrm>
              <a:off x="6977063" y="4406901"/>
              <a:ext cx="22225" cy="66675"/>
            </a:xfrm>
            <a:custGeom>
              <a:avLst/>
              <a:gdLst>
                <a:gd name="T0" fmla="*/ 13 w 15"/>
                <a:gd name="T1" fmla="*/ 12 h 45"/>
                <a:gd name="T2" fmla="*/ 14 w 15"/>
                <a:gd name="T3" fmla="*/ 11 h 45"/>
                <a:gd name="T4" fmla="*/ 15 w 15"/>
                <a:gd name="T5" fmla="*/ 4 h 45"/>
                <a:gd name="T6" fmla="*/ 14 w 15"/>
                <a:gd name="T7" fmla="*/ 1 h 45"/>
                <a:gd name="T8" fmla="*/ 9 w 15"/>
                <a:gd name="T9" fmla="*/ 0 h 45"/>
                <a:gd name="T10" fmla="*/ 6 w 15"/>
                <a:gd name="T11" fmla="*/ 2 h 45"/>
                <a:gd name="T12" fmla="*/ 4 w 15"/>
                <a:gd name="T13" fmla="*/ 7 h 45"/>
                <a:gd name="T14" fmla="*/ 3 w 15"/>
                <a:gd name="T15" fmla="*/ 16 h 45"/>
                <a:gd name="T16" fmla="*/ 3 w 15"/>
                <a:gd name="T17" fmla="*/ 16 h 45"/>
                <a:gd name="T18" fmla="*/ 2 w 15"/>
                <a:gd name="T19" fmla="*/ 20 h 45"/>
                <a:gd name="T20" fmla="*/ 0 w 15"/>
                <a:gd name="T21" fmla="*/ 37 h 45"/>
                <a:gd name="T22" fmla="*/ 6 w 15"/>
                <a:gd name="T23" fmla="*/ 45 h 45"/>
                <a:gd name="T24" fmla="*/ 10 w 15"/>
                <a:gd name="T25" fmla="*/ 44 h 45"/>
                <a:gd name="T26" fmla="*/ 11 w 15"/>
                <a:gd name="T27" fmla="*/ 41 h 45"/>
                <a:gd name="T28" fmla="*/ 11 w 15"/>
                <a:gd name="T29" fmla="*/ 40 h 45"/>
                <a:gd name="T30" fmla="*/ 10 w 15"/>
                <a:gd name="T31" fmla="*/ 33 h 45"/>
                <a:gd name="T32" fmla="*/ 11 w 15"/>
                <a:gd name="T33" fmla="*/ 25 h 45"/>
                <a:gd name="T34" fmla="*/ 13 w 15"/>
                <a:gd name="T35" fmla="*/ 1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45">
                  <a:moveTo>
                    <a:pt x="13" y="12"/>
                  </a:moveTo>
                  <a:cubicBezTo>
                    <a:pt x="14" y="11"/>
                    <a:pt x="14" y="11"/>
                    <a:pt x="14" y="11"/>
                  </a:cubicBezTo>
                  <a:cubicBezTo>
                    <a:pt x="15" y="8"/>
                    <a:pt x="15" y="6"/>
                    <a:pt x="15" y="4"/>
                  </a:cubicBezTo>
                  <a:cubicBezTo>
                    <a:pt x="15" y="3"/>
                    <a:pt x="15" y="2"/>
                    <a:pt x="14" y="1"/>
                  </a:cubicBezTo>
                  <a:cubicBezTo>
                    <a:pt x="13" y="1"/>
                    <a:pt x="11" y="0"/>
                    <a:pt x="9" y="0"/>
                  </a:cubicBezTo>
                  <a:cubicBezTo>
                    <a:pt x="8" y="0"/>
                    <a:pt x="7" y="1"/>
                    <a:pt x="6" y="2"/>
                  </a:cubicBezTo>
                  <a:cubicBezTo>
                    <a:pt x="5" y="4"/>
                    <a:pt x="4" y="5"/>
                    <a:pt x="4" y="7"/>
                  </a:cubicBezTo>
                  <a:cubicBezTo>
                    <a:pt x="4" y="8"/>
                    <a:pt x="4" y="11"/>
                    <a:pt x="3" y="16"/>
                  </a:cubicBezTo>
                  <a:cubicBezTo>
                    <a:pt x="3" y="16"/>
                    <a:pt x="3" y="16"/>
                    <a:pt x="3" y="16"/>
                  </a:cubicBezTo>
                  <a:cubicBezTo>
                    <a:pt x="3" y="17"/>
                    <a:pt x="3" y="19"/>
                    <a:pt x="2" y="20"/>
                  </a:cubicBezTo>
                  <a:cubicBezTo>
                    <a:pt x="1" y="27"/>
                    <a:pt x="0" y="32"/>
                    <a:pt x="0" y="37"/>
                  </a:cubicBezTo>
                  <a:cubicBezTo>
                    <a:pt x="0" y="42"/>
                    <a:pt x="2" y="45"/>
                    <a:pt x="6" y="45"/>
                  </a:cubicBezTo>
                  <a:cubicBezTo>
                    <a:pt x="7" y="45"/>
                    <a:pt x="8" y="45"/>
                    <a:pt x="10" y="44"/>
                  </a:cubicBezTo>
                  <a:cubicBezTo>
                    <a:pt x="11" y="43"/>
                    <a:pt x="11" y="42"/>
                    <a:pt x="11" y="41"/>
                  </a:cubicBezTo>
                  <a:cubicBezTo>
                    <a:pt x="11" y="41"/>
                    <a:pt x="11" y="40"/>
                    <a:pt x="11" y="40"/>
                  </a:cubicBezTo>
                  <a:cubicBezTo>
                    <a:pt x="11" y="37"/>
                    <a:pt x="10" y="35"/>
                    <a:pt x="10" y="33"/>
                  </a:cubicBezTo>
                  <a:cubicBezTo>
                    <a:pt x="10" y="31"/>
                    <a:pt x="10" y="28"/>
                    <a:pt x="11" y="25"/>
                  </a:cubicBezTo>
                  <a:cubicBezTo>
                    <a:pt x="11" y="22"/>
                    <a:pt x="12" y="17"/>
                    <a:pt x="13"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 name="Freeform 389"/>
            <p:cNvSpPr>
              <a:spLocks/>
            </p:cNvSpPr>
            <p:nvPr/>
          </p:nvSpPr>
          <p:spPr bwMode="auto">
            <a:xfrm>
              <a:off x="7008813" y="4402138"/>
              <a:ext cx="55563" cy="71438"/>
            </a:xfrm>
            <a:custGeom>
              <a:avLst/>
              <a:gdLst>
                <a:gd name="T0" fmla="*/ 14 w 37"/>
                <a:gd name="T1" fmla="*/ 48 h 48"/>
                <a:gd name="T2" fmla="*/ 29 w 37"/>
                <a:gd name="T3" fmla="*/ 43 h 48"/>
                <a:gd name="T4" fmla="*/ 37 w 37"/>
                <a:gd name="T5" fmla="*/ 35 h 48"/>
                <a:gd name="T6" fmla="*/ 34 w 37"/>
                <a:gd name="T7" fmla="*/ 33 h 48"/>
                <a:gd name="T8" fmla="*/ 29 w 37"/>
                <a:gd name="T9" fmla="*/ 35 h 48"/>
                <a:gd name="T10" fmla="*/ 16 w 37"/>
                <a:gd name="T11" fmla="*/ 40 h 48"/>
                <a:gd name="T12" fmla="*/ 10 w 37"/>
                <a:gd name="T13" fmla="*/ 34 h 48"/>
                <a:gd name="T14" fmla="*/ 15 w 37"/>
                <a:gd name="T15" fmla="*/ 18 h 48"/>
                <a:gd name="T16" fmla="*/ 24 w 37"/>
                <a:gd name="T17" fmla="*/ 9 h 48"/>
                <a:gd name="T18" fmla="*/ 26 w 37"/>
                <a:gd name="T19" fmla="*/ 13 h 48"/>
                <a:gd name="T20" fmla="*/ 30 w 37"/>
                <a:gd name="T21" fmla="*/ 19 h 48"/>
                <a:gd name="T22" fmla="*/ 33 w 37"/>
                <a:gd name="T23" fmla="*/ 17 h 48"/>
                <a:gd name="T24" fmla="*/ 35 w 37"/>
                <a:gd name="T25" fmla="*/ 12 h 48"/>
                <a:gd name="T26" fmla="*/ 32 w 37"/>
                <a:gd name="T27" fmla="*/ 4 h 48"/>
                <a:gd name="T28" fmla="*/ 25 w 37"/>
                <a:gd name="T29" fmla="*/ 0 h 48"/>
                <a:gd name="T30" fmla="*/ 9 w 37"/>
                <a:gd name="T31" fmla="*/ 12 h 48"/>
                <a:gd name="T32" fmla="*/ 0 w 37"/>
                <a:gd name="T33" fmla="*/ 34 h 48"/>
                <a:gd name="T34" fmla="*/ 4 w 37"/>
                <a:gd name="T35" fmla="*/ 45 h 48"/>
                <a:gd name="T36" fmla="*/ 14 w 37"/>
                <a:gd name="T3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48">
                  <a:moveTo>
                    <a:pt x="14" y="48"/>
                  </a:moveTo>
                  <a:cubicBezTo>
                    <a:pt x="20" y="48"/>
                    <a:pt x="25" y="47"/>
                    <a:pt x="29" y="43"/>
                  </a:cubicBezTo>
                  <a:cubicBezTo>
                    <a:pt x="34" y="40"/>
                    <a:pt x="37" y="37"/>
                    <a:pt x="37" y="35"/>
                  </a:cubicBezTo>
                  <a:cubicBezTo>
                    <a:pt x="37" y="34"/>
                    <a:pt x="36" y="33"/>
                    <a:pt x="34" y="33"/>
                  </a:cubicBezTo>
                  <a:cubicBezTo>
                    <a:pt x="33" y="33"/>
                    <a:pt x="32" y="34"/>
                    <a:pt x="29" y="35"/>
                  </a:cubicBezTo>
                  <a:cubicBezTo>
                    <a:pt x="25" y="38"/>
                    <a:pt x="21" y="40"/>
                    <a:pt x="16" y="40"/>
                  </a:cubicBezTo>
                  <a:cubicBezTo>
                    <a:pt x="12" y="40"/>
                    <a:pt x="10" y="38"/>
                    <a:pt x="10" y="34"/>
                  </a:cubicBezTo>
                  <a:cubicBezTo>
                    <a:pt x="10" y="30"/>
                    <a:pt x="12" y="24"/>
                    <a:pt x="15" y="18"/>
                  </a:cubicBezTo>
                  <a:cubicBezTo>
                    <a:pt x="19" y="12"/>
                    <a:pt x="22" y="9"/>
                    <a:pt x="24" y="9"/>
                  </a:cubicBezTo>
                  <a:cubicBezTo>
                    <a:pt x="25" y="9"/>
                    <a:pt x="26" y="10"/>
                    <a:pt x="26" y="13"/>
                  </a:cubicBezTo>
                  <a:cubicBezTo>
                    <a:pt x="26" y="17"/>
                    <a:pt x="28" y="19"/>
                    <a:pt x="30" y="19"/>
                  </a:cubicBezTo>
                  <a:cubicBezTo>
                    <a:pt x="31" y="19"/>
                    <a:pt x="32" y="18"/>
                    <a:pt x="33" y="17"/>
                  </a:cubicBezTo>
                  <a:cubicBezTo>
                    <a:pt x="34" y="16"/>
                    <a:pt x="35" y="15"/>
                    <a:pt x="35" y="12"/>
                  </a:cubicBezTo>
                  <a:cubicBezTo>
                    <a:pt x="35" y="9"/>
                    <a:pt x="34" y="6"/>
                    <a:pt x="32" y="4"/>
                  </a:cubicBezTo>
                  <a:cubicBezTo>
                    <a:pt x="30" y="1"/>
                    <a:pt x="28" y="0"/>
                    <a:pt x="25" y="0"/>
                  </a:cubicBezTo>
                  <a:cubicBezTo>
                    <a:pt x="20" y="0"/>
                    <a:pt x="14" y="4"/>
                    <a:pt x="9" y="12"/>
                  </a:cubicBezTo>
                  <a:cubicBezTo>
                    <a:pt x="3" y="20"/>
                    <a:pt x="0" y="27"/>
                    <a:pt x="0" y="34"/>
                  </a:cubicBezTo>
                  <a:cubicBezTo>
                    <a:pt x="0" y="39"/>
                    <a:pt x="2" y="42"/>
                    <a:pt x="4" y="45"/>
                  </a:cubicBezTo>
                  <a:cubicBezTo>
                    <a:pt x="6" y="47"/>
                    <a:pt x="10" y="48"/>
                    <a:pt x="14"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58" name="组合 357"/>
          <p:cNvGrpSpPr/>
          <p:nvPr/>
        </p:nvGrpSpPr>
        <p:grpSpPr>
          <a:xfrm>
            <a:off x="6280150" y="2692401"/>
            <a:ext cx="1239838" cy="1587500"/>
            <a:chOff x="6280150" y="2692401"/>
            <a:chExt cx="1239838" cy="1587500"/>
          </a:xfrm>
          <a:solidFill>
            <a:schemeClr val="tx1">
              <a:lumMod val="65000"/>
              <a:lumOff val="35000"/>
            </a:schemeClr>
          </a:solidFill>
        </p:grpSpPr>
        <p:sp>
          <p:nvSpPr>
            <p:cNvPr id="359" name="Freeform 399"/>
            <p:cNvSpPr>
              <a:spLocks/>
            </p:cNvSpPr>
            <p:nvPr/>
          </p:nvSpPr>
          <p:spPr bwMode="auto">
            <a:xfrm>
              <a:off x="6337300" y="2809876"/>
              <a:ext cx="1144588" cy="1470025"/>
            </a:xfrm>
            <a:custGeom>
              <a:avLst/>
              <a:gdLst>
                <a:gd name="T0" fmla="*/ 586 w 767"/>
                <a:gd name="T1" fmla="*/ 562 h 985"/>
                <a:gd name="T2" fmla="*/ 664 w 767"/>
                <a:gd name="T3" fmla="*/ 731 h 985"/>
                <a:gd name="T4" fmla="*/ 710 w 767"/>
                <a:gd name="T5" fmla="*/ 760 h 985"/>
                <a:gd name="T6" fmla="*/ 731 w 767"/>
                <a:gd name="T7" fmla="*/ 755 h 985"/>
                <a:gd name="T8" fmla="*/ 755 w 767"/>
                <a:gd name="T9" fmla="*/ 688 h 985"/>
                <a:gd name="T10" fmla="*/ 660 w 767"/>
                <a:gd name="T11" fmla="*/ 484 h 985"/>
                <a:gd name="T12" fmla="*/ 606 w 767"/>
                <a:gd name="T13" fmla="*/ 456 h 985"/>
                <a:gd name="T14" fmla="*/ 481 w 767"/>
                <a:gd name="T15" fmla="*/ 480 h 985"/>
                <a:gd name="T16" fmla="*/ 463 w 767"/>
                <a:gd name="T17" fmla="*/ 290 h 985"/>
                <a:gd name="T18" fmla="*/ 581 w 767"/>
                <a:gd name="T19" fmla="*/ 240 h 985"/>
                <a:gd name="T20" fmla="*/ 599 w 767"/>
                <a:gd name="T21" fmla="*/ 221 h 985"/>
                <a:gd name="T22" fmla="*/ 656 w 767"/>
                <a:gd name="T23" fmla="*/ 46 h 985"/>
                <a:gd name="T24" fmla="*/ 635 w 767"/>
                <a:gd name="T25" fmla="*/ 6 h 985"/>
                <a:gd name="T26" fmla="*/ 595 w 767"/>
                <a:gd name="T27" fmla="*/ 26 h 985"/>
                <a:gd name="T28" fmla="*/ 543 w 767"/>
                <a:gd name="T29" fmla="*/ 187 h 985"/>
                <a:gd name="T30" fmla="*/ 422 w 767"/>
                <a:gd name="T31" fmla="*/ 238 h 985"/>
                <a:gd name="T32" fmla="*/ 408 w 767"/>
                <a:gd name="T33" fmla="*/ 240 h 985"/>
                <a:gd name="T34" fmla="*/ 373 w 767"/>
                <a:gd name="T35" fmla="*/ 262 h 985"/>
                <a:gd name="T36" fmla="*/ 284 w 767"/>
                <a:gd name="T37" fmla="*/ 252 h 985"/>
                <a:gd name="T38" fmla="*/ 279 w 767"/>
                <a:gd name="T39" fmla="*/ 252 h 985"/>
                <a:gd name="T40" fmla="*/ 135 w 767"/>
                <a:gd name="T41" fmla="*/ 221 h 985"/>
                <a:gd name="T42" fmla="*/ 65 w 767"/>
                <a:gd name="T43" fmla="*/ 77 h 985"/>
                <a:gd name="T44" fmla="*/ 22 w 767"/>
                <a:gd name="T45" fmla="*/ 62 h 985"/>
                <a:gd name="T46" fmla="*/ 7 w 767"/>
                <a:gd name="T47" fmla="*/ 105 h 985"/>
                <a:gd name="T48" fmla="*/ 85 w 767"/>
                <a:gd name="T49" fmla="*/ 264 h 985"/>
                <a:gd name="T50" fmla="*/ 107 w 767"/>
                <a:gd name="T51" fmla="*/ 281 h 985"/>
                <a:gd name="T52" fmla="*/ 248 w 767"/>
                <a:gd name="T53" fmla="*/ 311 h 985"/>
                <a:gd name="T54" fmla="*/ 270 w 767"/>
                <a:gd name="T55" fmla="*/ 546 h 985"/>
                <a:gd name="T56" fmla="*/ 286 w 767"/>
                <a:gd name="T57" fmla="*/ 586 h 985"/>
                <a:gd name="T58" fmla="*/ 431 w 767"/>
                <a:gd name="T59" fmla="*/ 724 h 985"/>
                <a:gd name="T60" fmla="*/ 381 w 767"/>
                <a:gd name="T61" fmla="*/ 923 h 985"/>
                <a:gd name="T62" fmla="*/ 417 w 767"/>
                <a:gd name="T63" fmla="*/ 983 h 985"/>
                <a:gd name="T64" fmla="*/ 430 w 767"/>
                <a:gd name="T65" fmla="*/ 985 h 985"/>
                <a:gd name="T66" fmla="*/ 478 w 767"/>
                <a:gd name="T67" fmla="*/ 947 h 985"/>
                <a:gd name="T68" fmla="*/ 535 w 767"/>
                <a:gd name="T69" fmla="*/ 720 h 985"/>
                <a:gd name="T70" fmla="*/ 521 w 767"/>
                <a:gd name="T71" fmla="*/ 672 h 985"/>
                <a:gd name="T72" fmla="*/ 436 w 767"/>
                <a:gd name="T73" fmla="*/ 590 h 985"/>
                <a:gd name="T74" fmla="*/ 436 w 767"/>
                <a:gd name="T75" fmla="*/ 590 h 985"/>
                <a:gd name="T76" fmla="*/ 586 w 767"/>
                <a:gd name="T77" fmla="*/ 562 h 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7" h="985">
                  <a:moveTo>
                    <a:pt x="586" y="562"/>
                  </a:moveTo>
                  <a:cubicBezTo>
                    <a:pt x="664" y="731"/>
                    <a:pt x="664" y="731"/>
                    <a:pt x="664" y="731"/>
                  </a:cubicBezTo>
                  <a:cubicBezTo>
                    <a:pt x="673" y="749"/>
                    <a:pt x="691" y="760"/>
                    <a:pt x="710" y="760"/>
                  </a:cubicBezTo>
                  <a:cubicBezTo>
                    <a:pt x="717" y="760"/>
                    <a:pt x="724" y="758"/>
                    <a:pt x="731" y="755"/>
                  </a:cubicBezTo>
                  <a:cubicBezTo>
                    <a:pt x="756" y="743"/>
                    <a:pt x="767" y="714"/>
                    <a:pt x="755" y="688"/>
                  </a:cubicBezTo>
                  <a:cubicBezTo>
                    <a:pt x="660" y="484"/>
                    <a:pt x="660" y="484"/>
                    <a:pt x="660" y="484"/>
                  </a:cubicBezTo>
                  <a:cubicBezTo>
                    <a:pt x="651" y="464"/>
                    <a:pt x="628" y="452"/>
                    <a:pt x="606" y="456"/>
                  </a:cubicBezTo>
                  <a:cubicBezTo>
                    <a:pt x="481" y="480"/>
                    <a:pt x="481" y="480"/>
                    <a:pt x="481" y="480"/>
                  </a:cubicBezTo>
                  <a:cubicBezTo>
                    <a:pt x="463" y="290"/>
                    <a:pt x="463" y="290"/>
                    <a:pt x="463" y="290"/>
                  </a:cubicBezTo>
                  <a:cubicBezTo>
                    <a:pt x="581" y="240"/>
                    <a:pt x="581" y="240"/>
                    <a:pt x="581" y="240"/>
                  </a:cubicBezTo>
                  <a:cubicBezTo>
                    <a:pt x="590" y="237"/>
                    <a:pt x="596" y="230"/>
                    <a:pt x="599" y="221"/>
                  </a:cubicBezTo>
                  <a:cubicBezTo>
                    <a:pt x="656" y="46"/>
                    <a:pt x="656" y="46"/>
                    <a:pt x="656" y="46"/>
                  </a:cubicBezTo>
                  <a:cubicBezTo>
                    <a:pt x="661" y="29"/>
                    <a:pt x="652" y="11"/>
                    <a:pt x="635" y="6"/>
                  </a:cubicBezTo>
                  <a:cubicBezTo>
                    <a:pt x="619" y="0"/>
                    <a:pt x="601" y="9"/>
                    <a:pt x="595" y="26"/>
                  </a:cubicBezTo>
                  <a:cubicBezTo>
                    <a:pt x="543" y="187"/>
                    <a:pt x="543" y="187"/>
                    <a:pt x="543" y="187"/>
                  </a:cubicBezTo>
                  <a:cubicBezTo>
                    <a:pt x="422" y="238"/>
                    <a:pt x="422" y="238"/>
                    <a:pt x="422" y="238"/>
                  </a:cubicBezTo>
                  <a:cubicBezTo>
                    <a:pt x="408" y="240"/>
                    <a:pt x="408" y="240"/>
                    <a:pt x="408" y="240"/>
                  </a:cubicBezTo>
                  <a:cubicBezTo>
                    <a:pt x="398" y="249"/>
                    <a:pt x="387" y="257"/>
                    <a:pt x="373" y="262"/>
                  </a:cubicBezTo>
                  <a:cubicBezTo>
                    <a:pt x="342" y="274"/>
                    <a:pt x="309" y="269"/>
                    <a:pt x="284" y="252"/>
                  </a:cubicBezTo>
                  <a:cubicBezTo>
                    <a:pt x="279" y="252"/>
                    <a:pt x="279" y="252"/>
                    <a:pt x="279" y="252"/>
                  </a:cubicBezTo>
                  <a:cubicBezTo>
                    <a:pt x="135" y="221"/>
                    <a:pt x="135" y="221"/>
                    <a:pt x="135" y="221"/>
                  </a:cubicBezTo>
                  <a:cubicBezTo>
                    <a:pt x="65" y="77"/>
                    <a:pt x="65" y="77"/>
                    <a:pt x="65" y="77"/>
                  </a:cubicBezTo>
                  <a:cubicBezTo>
                    <a:pt x="57" y="61"/>
                    <a:pt x="38" y="54"/>
                    <a:pt x="22" y="62"/>
                  </a:cubicBezTo>
                  <a:cubicBezTo>
                    <a:pt x="6" y="70"/>
                    <a:pt x="0" y="89"/>
                    <a:pt x="7" y="105"/>
                  </a:cubicBezTo>
                  <a:cubicBezTo>
                    <a:pt x="85" y="264"/>
                    <a:pt x="85" y="264"/>
                    <a:pt x="85" y="264"/>
                  </a:cubicBezTo>
                  <a:cubicBezTo>
                    <a:pt x="89" y="272"/>
                    <a:pt x="97" y="279"/>
                    <a:pt x="107" y="281"/>
                  </a:cubicBezTo>
                  <a:cubicBezTo>
                    <a:pt x="248" y="311"/>
                    <a:pt x="248" y="311"/>
                    <a:pt x="248" y="311"/>
                  </a:cubicBezTo>
                  <a:cubicBezTo>
                    <a:pt x="270" y="546"/>
                    <a:pt x="270" y="546"/>
                    <a:pt x="270" y="546"/>
                  </a:cubicBezTo>
                  <a:cubicBezTo>
                    <a:pt x="269" y="560"/>
                    <a:pt x="274" y="575"/>
                    <a:pt x="286" y="586"/>
                  </a:cubicBezTo>
                  <a:cubicBezTo>
                    <a:pt x="431" y="724"/>
                    <a:pt x="431" y="724"/>
                    <a:pt x="431" y="724"/>
                  </a:cubicBezTo>
                  <a:cubicBezTo>
                    <a:pt x="381" y="923"/>
                    <a:pt x="381" y="923"/>
                    <a:pt x="381" y="923"/>
                  </a:cubicBezTo>
                  <a:cubicBezTo>
                    <a:pt x="374" y="949"/>
                    <a:pt x="391" y="977"/>
                    <a:pt x="417" y="983"/>
                  </a:cubicBezTo>
                  <a:cubicBezTo>
                    <a:pt x="421" y="984"/>
                    <a:pt x="426" y="985"/>
                    <a:pt x="430" y="985"/>
                  </a:cubicBezTo>
                  <a:cubicBezTo>
                    <a:pt x="452" y="985"/>
                    <a:pt x="472" y="970"/>
                    <a:pt x="478" y="947"/>
                  </a:cubicBezTo>
                  <a:cubicBezTo>
                    <a:pt x="535" y="720"/>
                    <a:pt x="535" y="720"/>
                    <a:pt x="535" y="720"/>
                  </a:cubicBezTo>
                  <a:cubicBezTo>
                    <a:pt x="540" y="703"/>
                    <a:pt x="534" y="684"/>
                    <a:pt x="521" y="672"/>
                  </a:cubicBezTo>
                  <a:cubicBezTo>
                    <a:pt x="436" y="590"/>
                    <a:pt x="436" y="590"/>
                    <a:pt x="436" y="590"/>
                  </a:cubicBezTo>
                  <a:cubicBezTo>
                    <a:pt x="436" y="590"/>
                    <a:pt x="436" y="590"/>
                    <a:pt x="436" y="590"/>
                  </a:cubicBezTo>
                  <a:lnTo>
                    <a:pt x="586" y="5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 name="Freeform 400"/>
            <p:cNvSpPr>
              <a:spLocks/>
            </p:cNvSpPr>
            <p:nvPr/>
          </p:nvSpPr>
          <p:spPr bwMode="auto">
            <a:xfrm>
              <a:off x="6677025" y="2876551"/>
              <a:ext cx="280988" cy="206375"/>
            </a:xfrm>
            <a:custGeom>
              <a:avLst/>
              <a:gdLst>
                <a:gd name="T0" fmla="*/ 95 w 188"/>
                <a:gd name="T1" fmla="*/ 83 h 138"/>
                <a:gd name="T2" fmla="*/ 188 w 188"/>
                <a:gd name="T3" fmla="*/ 76 h 138"/>
                <a:gd name="T4" fmla="*/ 186 w 188"/>
                <a:gd name="T5" fmla="*/ 71 h 138"/>
                <a:gd name="T6" fmla="*/ 71 w 188"/>
                <a:gd name="T7" fmla="*/ 17 h 138"/>
                <a:gd name="T8" fmla="*/ 18 w 188"/>
                <a:gd name="T9" fmla="*/ 133 h 138"/>
                <a:gd name="T10" fmla="*/ 20 w 188"/>
                <a:gd name="T11" fmla="*/ 138 h 138"/>
                <a:gd name="T12" fmla="*/ 95 w 188"/>
                <a:gd name="T13" fmla="*/ 83 h 138"/>
              </a:gdLst>
              <a:ahLst/>
              <a:cxnLst>
                <a:cxn ang="0">
                  <a:pos x="T0" y="T1"/>
                </a:cxn>
                <a:cxn ang="0">
                  <a:pos x="T2" y="T3"/>
                </a:cxn>
                <a:cxn ang="0">
                  <a:pos x="T4" y="T5"/>
                </a:cxn>
                <a:cxn ang="0">
                  <a:pos x="T6" y="T7"/>
                </a:cxn>
                <a:cxn ang="0">
                  <a:pos x="T8" y="T9"/>
                </a:cxn>
                <a:cxn ang="0">
                  <a:pos x="T10" y="T11"/>
                </a:cxn>
                <a:cxn ang="0">
                  <a:pos x="T12" y="T13"/>
                </a:cxn>
              </a:cxnLst>
              <a:rect l="0" t="0" r="r" b="b"/>
              <a:pathLst>
                <a:path w="188" h="138">
                  <a:moveTo>
                    <a:pt x="95" y="83"/>
                  </a:moveTo>
                  <a:cubicBezTo>
                    <a:pt x="130" y="70"/>
                    <a:pt x="167" y="65"/>
                    <a:pt x="188" y="76"/>
                  </a:cubicBezTo>
                  <a:cubicBezTo>
                    <a:pt x="188" y="74"/>
                    <a:pt x="187" y="72"/>
                    <a:pt x="186" y="71"/>
                  </a:cubicBezTo>
                  <a:cubicBezTo>
                    <a:pt x="169" y="24"/>
                    <a:pt x="117" y="0"/>
                    <a:pt x="71" y="17"/>
                  </a:cubicBezTo>
                  <a:cubicBezTo>
                    <a:pt x="24" y="35"/>
                    <a:pt x="0" y="86"/>
                    <a:pt x="18" y="133"/>
                  </a:cubicBezTo>
                  <a:cubicBezTo>
                    <a:pt x="18" y="135"/>
                    <a:pt x="19" y="136"/>
                    <a:pt x="20" y="138"/>
                  </a:cubicBezTo>
                  <a:cubicBezTo>
                    <a:pt x="29" y="116"/>
                    <a:pt x="61" y="96"/>
                    <a:pt x="95"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 name="Freeform 401"/>
            <p:cNvSpPr>
              <a:spLocks noEditPoints="1"/>
            </p:cNvSpPr>
            <p:nvPr/>
          </p:nvSpPr>
          <p:spPr bwMode="auto">
            <a:xfrm>
              <a:off x="6691313" y="2947988"/>
              <a:ext cx="303213" cy="268288"/>
            </a:xfrm>
            <a:custGeom>
              <a:avLst/>
              <a:gdLst>
                <a:gd name="T0" fmla="*/ 133 w 203"/>
                <a:gd name="T1" fmla="*/ 162 h 179"/>
                <a:gd name="T2" fmla="*/ 186 w 203"/>
                <a:gd name="T3" fmla="*/ 46 h 179"/>
                <a:gd name="T4" fmla="*/ 17 w 203"/>
                <a:gd name="T5" fmla="*/ 109 h 179"/>
                <a:gd name="T6" fmla="*/ 133 w 203"/>
                <a:gd name="T7" fmla="*/ 162 h 179"/>
                <a:gd name="T8" fmla="*/ 113 w 203"/>
                <a:gd name="T9" fmla="*/ 99 h 179"/>
                <a:gd name="T10" fmla="*/ 165 w 203"/>
                <a:gd name="T11" fmla="*/ 105 h 179"/>
                <a:gd name="T12" fmla="*/ 123 w 203"/>
                <a:gd name="T13" fmla="*/ 123 h 179"/>
                <a:gd name="T14" fmla="*/ 81 w 203"/>
                <a:gd name="T15" fmla="*/ 141 h 179"/>
                <a:gd name="T16" fmla="*/ 113 w 203"/>
                <a:gd name="T17" fmla="*/ 9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179">
                  <a:moveTo>
                    <a:pt x="133" y="162"/>
                  </a:moveTo>
                  <a:cubicBezTo>
                    <a:pt x="180" y="145"/>
                    <a:pt x="203" y="93"/>
                    <a:pt x="186" y="46"/>
                  </a:cubicBezTo>
                  <a:cubicBezTo>
                    <a:pt x="169" y="0"/>
                    <a:pt x="0" y="62"/>
                    <a:pt x="17" y="109"/>
                  </a:cubicBezTo>
                  <a:cubicBezTo>
                    <a:pt x="35" y="155"/>
                    <a:pt x="86" y="179"/>
                    <a:pt x="133" y="162"/>
                  </a:cubicBezTo>
                  <a:close/>
                  <a:moveTo>
                    <a:pt x="113" y="99"/>
                  </a:moveTo>
                  <a:cubicBezTo>
                    <a:pt x="136" y="89"/>
                    <a:pt x="159" y="91"/>
                    <a:pt x="165" y="105"/>
                  </a:cubicBezTo>
                  <a:cubicBezTo>
                    <a:pt x="171" y="118"/>
                    <a:pt x="146" y="113"/>
                    <a:pt x="123" y="123"/>
                  </a:cubicBezTo>
                  <a:cubicBezTo>
                    <a:pt x="100" y="133"/>
                    <a:pt x="87" y="154"/>
                    <a:pt x="81" y="141"/>
                  </a:cubicBezTo>
                  <a:cubicBezTo>
                    <a:pt x="76" y="127"/>
                    <a:pt x="90" y="109"/>
                    <a:pt x="113"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 name="Freeform 402"/>
            <p:cNvSpPr>
              <a:spLocks/>
            </p:cNvSpPr>
            <p:nvPr/>
          </p:nvSpPr>
          <p:spPr bwMode="auto">
            <a:xfrm>
              <a:off x="6757988" y="2692401"/>
              <a:ext cx="357188" cy="280988"/>
            </a:xfrm>
            <a:custGeom>
              <a:avLst/>
              <a:gdLst>
                <a:gd name="T0" fmla="*/ 133 w 239"/>
                <a:gd name="T1" fmla="*/ 6 h 189"/>
                <a:gd name="T2" fmla="*/ 128 w 239"/>
                <a:gd name="T3" fmla="*/ 1 h 189"/>
                <a:gd name="T4" fmla="*/ 122 w 239"/>
                <a:gd name="T5" fmla="*/ 4 h 189"/>
                <a:gd name="T6" fmla="*/ 96 w 239"/>
                <a:gd name="T7" fmla="*/ 59 h 189"/>
                <a:gd name="T8" fmla="*/ 66 w 239"/>
                <a:gd name="T9" fmla="*/ 25 h 189"/>
                <a:gd name="T10" fmla="*/ 59 w 239"/>
                <a:gd name="T11" fmla="*/ 23 h 189"/>
                <a:gd name="T12" fmla="*/ 55 w 239"/>
                <a:gd name="T13" fmla="*/ 29 h 189"/>
                <a:gd name="T14" fmla="*/ 55 w 239"/>
                <a:gd name="T15" fmla="*/ 68 h 189"/>
                <a:gd name="T16" fmla="*/ 9 w 239"/>
                <a:gd name="T17" fmla="*/ 43 h 189"/>
                <a:gd name="T18" fmla="*/ 2 w 239"/>
                <a:gd name="T19" fmla="*/ 44 h 189"/>
                <a:gd name="T20" fmla="*/ 1 w 239"/>
                <a:gd name="T21" fmla="*/ 51 h 189"/>
                <a:gd name="T22" fmla="*/ 26 w 239"/>
                <a:gd name="T23" fmla="*/ 101 h 189"/>
                <a:gd name="T24" fmla="*/ 34 w 239"/>
                <a:gd name="T25" fmla="*/ 104 h 189"/>
                <a:gd name="T26" fmla="*/ 37 w 239"/>
                <a:gd name="T27" fmla="*/ 96 h 189"/>
                <a:gd name="T28" fmla="*/ 20 w 239"/>
                <a:gd name="T29" fmla="*/ 63 h 189"/>
                <a:gd name="T30" fmla="*/ 58 w 239"/>
                <a:gd name="T31" fmla="*/ 83 h 189"/>
                <a:gd name="T32" fmla="*/ 64 w 239"/>
                <a:gd name="T33" fmla="*/ 83 h 189"/>
                <a:gd name="T34" fmla="*/ 67 w 239"/>
                <a:gd name="T35" fmla="*/ 77 h 189"/>
                <a:gd name="T36" fmla="*/ 67 w 239"/>
                <a:gd name="T37" fmla="*/ 45 h 189"/>
                <a:gd name="T38" fmla="*/ 93 w 239"/>
                <a:gd name="T39" fmla="*/ 74 h 189"/>
                <a:gd name="T40" fmla="*/ 98 w 239"/>
                <a:gd name="T41" fmla="*/ 76 h 189"/>
                <a:gd name="T42" fmla="*/ 103 w 239"/>
                <a:gd name="T43" fmla="*/ 73 h 189"/>
                <a:gd name="T44" fmla="*/ 125 w 239"/>
                <a:gd name="T45" fmla="*/ 26 h 189"/>
                <a:gd name="T46" fmla="*/ 134 w 239"/>
                <a:gd name="T47" fmla="*/ 75 h 189"/>
                <a:gd name="T48" fmla="*/ 138 w 239"/>
                <a:gd name="T49" fmla="*/ 79 h 189"/>
                <a:gd name="T50" fmla="*/ 143 w 239"/>
                <a:gd name="T51" fmla="*/ 79 h 189"/>
                <a:gd name="T52" fmla="*/ 182 w 239"/>
                <a:gd name="T53" fmla="*/ 55 h 189"/>
                <a:gd name="T54" fmla="*/ 166 w 239"/>
                <a:gd name="T55" fmla="*/ 102 h 189"/>
                <a:gd name="T56" fmla="*/ 167 w 239"/>
                <a:gd name="T57" fmla="*/ 108 h 189"/>
                <a:gd name="T58" fmla="*/ 173 w 239"/>
                <a:gd name="T59" fmla="*/ 110 h 189"/>
                <a:gd name="T60" fmla="*/ 215 w 239"/>
                <a:gd name="T61" fmla="*/ 106 h 189"/>
                <a:gd name="T62" fmla="*/ 175 w 239"/>
                <a:gd name="T63" fmla="*/ 144 h 189"/>
                <a:gd name="T64" fmla="*/ 173 w 239"/>
                <a:gd name="T65" fmla="*/ 149 h 189"/>
                <a:gd name="T66" fmla="*/ 176 w 239"/>
                <a:gd name="T67" fmla="*/ 154 h 189"/>
                <a:gd name="T68" fmla="*/ 203 w 239"/>
                <a:gd name="T69" fmla="*/ 171 h 189"/>
                <a:gd name="T70" fmla="*/ 172 w 239"/>
                <a:gd name="T71" fmla="*/ 177 h 189"/>
                <a:gd name="T72" fmla="*/ 168 w 239"/>
                <a:gd name="T73" fmla="*/ 184 h 189"/>
                <a:gd name="T74" fmla="*/ 174 w 239"/>
                <a:gd name="T75" fmla="*/ 189 h 189"/>
                <a:gd name="T76" fmla="*/ 175 w 239"/>
                <a:gd name="T77" fmla="*/ 189 h 189"/>
                <a:gd name="T78" fmla="*/ 220 w 239"/>
                <a:gd name="T79" fmla="*/ 179 h 189"/>
                <a:gd name="T80" fmla="*/ 224 w 239"/>
                <a:gd name="T81" fmla="*/ 174 h 189"/>
                <a:gd name="T82" fmla="*/ 222 w 239"/>
                <a:gd name="T83" fmla="*/ 168 h 189"/>
                <a:gd name="T84" fmla="*/ 189 w 239"/>
                <a:gd name="T85" fmla="*/ 148 h 189"/>
                <a:gd name="T86" fmla="*/ 236 w 239"/>
                <a:gd name="T87" fmla="*/ 103 h 189"/>
                <a:gd name="T88" fmla="*/ 238 w 239"/>
                <a:gd name="T89" fmla="*/ 96 h 189"/>
                <a:gd name="T90" fmla="*/ 231 w 239"/>
                <a:gd name="T91" fmla="*/ 92 h 189"/>
                <a:gd name="T92" fmla="*/ 181 w 239"/>
                <a:gd name="T93" fmla="*/ 97 h 189"/>
                <a:gd name="T94" fmla="*/ 199 w 239"/>
                <a:gd name="T95" fmla="*/ 43 h 189"/>
                <a:gd name="T96" fmla="*/ 197 w 239"/>
                <a:gd name="T97" fmla="*/ 37 h 189"/>
                <a:gd name="T98" fmla="*/ 190 w 239"/>
                <a:gd name="T99" fmla="*/ 36 h 189"/>
                <a:gd name="T100" fmla="*/ 145 w 239"/>
                <a:gd name="T101" fmla="*/ 64 h 189"/>
                <a:gd name="T102" fmla="*/ 133 w 239"/>
                <a:gd name="T103" fmla="*/ 6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39" h="189">
                  <a:moveTo>
                    <a:pt x="133" y="6"/>
                  </a:moveTo>
                  <a:cubicBezTo>
                    <a:pt x="132" y="3"/>
                    <a:pt x="130" y="1"/>
                    <a:pt x="128" y="1"/>
                  </a:cubicBezTo>
                  <a:cubicBezTo>
                    <a:pt x="125" y="0"/>
                    <a:pt x="123" y="2"/>
                    <a:pt x="122" y="4"/>
                  </a:cubicBezTo>
                  <a:cubicBezTo>
                    <a:pt x="96" y="59"/>
                    <a:pt x="96" y="59"/>
                    <a:pt x="96" y="59"/>
                  </a:cubicBezTo>
                  <a:cubicBezTo>
                    <a:pt x="66" y="25"/>
                    <a:pt x="66" y="25"/>
                    <a:pt x="66" y="25"/>
                  </a:cubicBezTo>
                  <a:cubicBezTo>
                    <a:pt x="64" y="23"/>
                    <a:pt x="62" y="22"/>
                    <a:pt x="59" y="23"/>
                  </a:cubicBezTo>
                  <a:cubicBezTo>
                    <a:pt x="57" y="24"/>
                    <a:pt x="55" y="26"/>
                    <a:pt x="55" y="29"/>
                  </a:cubicBezTo>
                  <a:cubicBezTo>
                    <a:pt x="55" y="68"/>
                    <a:pt x="55" y="68"/>
                    <a:pt x="55" y="68"/>
                  </a:cubicBezTo>
                  <a:cubicBezTo>
                    <a:pt x="9" y="43"/>
                    <a:pt x="9" y="43"/>
                    <a:pt x="9" y="43"/>
                  </a:cubicBezTo>
                  <a:cubicBezTo>
                    <a:pt x="7" y="42"/>
                    <a:pt x="4" y="42"/>
                    <a:pt x="2" y="44"/>
                  </a:cubicBezTo>
                  <a:cubicBezTo>
                    <a:pt x="0" y="46"/>
                    <a:pt x="0" y="49"/>
                    <a:pt x="1" y="51"/>
                  </a:cubicBezTo>
                  <a:cubicBezTo>
                    <a:pt x="26" y="101"/>
                    <a:pt x="26" y="101"/>
                    <a:pt x="26" y="101"/>
                  </a:cubicBezTo>
                  <a:cubicBezTo>
                    <a:pt x="27" y="104"/>
                    <a:pt x="31" y="105"/>
                    <a:pt x="34" y="104"/>
                  </a:cubicBezTo>
                  <a:cubicBezTo>
                    <a:pt x="37" y="102"/>
                    <a:pt x="38" y="99"/>
                    <a:pt x="37" y="96"/>
                  </a:cubicBezTo>
                  <a:cubicBezTo>
                    <a:pt x="20" y="63"/>
                    <a:pt x="20" y="63"/>
                    <a:pt x="20" y="63"/>
                  </a:cubicBezTo>
                  <a:cubicBezTo>
                    <a:pt x="58" y="83"/>
                    <a:pt x="58" y="83"/>
                    <a:pt x="58" y="83"/>
                  </a:cubicBezTo>
                  <a:cubicBezTo>
                    <a:pt x="60" y="84"/>
                    <a:pt x="62" y="84"/>
                    <a:pt x="64" y="83"/>
                  </a:cubicBezTo>
                  <a:cubicBezTo>
                    <a:pt x="66" y="82"/>
                    <a:pt x="67" y="80"/>
                    <a:pt x="67" y="77"/>
                  </a:cubicBezTo>
                  <a:cubicBezTo>
                    <a:pt x="67" y="45"/>
                    <a:pt x="67" y="45"/>
                    <a:pt x="67" y="45"/>
                  </a:cubicBezTo>
                  <a:cubicBezTo>
                    <a:pt x="93" y="74"/>
                    <a:pt x="93" y="74"/>
                    <a:pt x="93" y="74"/>
                  </a:cubicBezTo>
                  <a:cubicBezTo>
                    <a:pt x="94" y="76"/>
                    <a:pt x="96" y="76"/>
                    <a:pt x="98" y="76"/>
                  </a:cubicBezTo>
                  <a:cubicBezTo>
                    <a:pt x="100" y="76"/>
                    <a:pt x="102" y="75"/>
                    <a:pt x="103" y="73"/>
                  </a:cubicBezTo>
                  <a:cubicBezTo>
                    <a:pt x="125" y="26"/>
                    <a:pt x="125" y="26"/>
                    <a:pt x="125" y="26"/>
                  </a:cubicBezTo>
                  <a:cubicBezTo>
                    <a:pt x="134" y="75"/>
                    <a:pt x="134" y="75"/>
                    <a:pt x="134" y="75"/>
                  </a:cubicBezTo>
                  <a:cubicBezTo>
                    <a:pt x="135" y="77"/>
                    <a:pt x="136" y="78"/>
                    <a:pt x="138" y="79"/>
                  </a:cubicBezTo>
                  <a:cubicBezTo>
                    <a:pt x="140" y="80"/>
                    <a:pt x="142" y="80"/>
                    <a:pt x="143" y="79"/>
                  </a:cubicBezTo>
                  <a:cubicBezTo>
                    <a:pt x="182" y="55"/>
                    <a:pt x="182" y="55"/>
                    <a:pt x="182" y="55"/>
                  </a:cubicBezTo>
                  <a:cubicBezTo>
                    <a:pt x="166" y="102"/>
                    <a:pt x="166" y="102"/>
                    <a:pt x="166" y="102"/>
                  </a:cubicBezTo>
                  <a:cubicBezTo>
                    <a:pt x="166" y="104"/>
                    <a:pt x="166" y="107"/>
                    <a:pt x="167" y="108"/>
                  </a:cubicBezTo>
                  <a:cubicBezTo>
                    <a:pt x="169" y="110"/>
                    <a:pt x="171" y="111"/>
                    <a:pt x="173" y="110"/>
                  </a:cubicBezTo>
                  <a:cubicBezTo>
                    <a:pt x="215" y="106"/>
                    <a:pt x="215" y="106"/>
                    <a:pt x="215" y="106"/>
                  </a:cubicBezTo>
                  <a:cubicBezTo>
                    <a:pt x="175" y="144"/>
                    <a:pt x="175" y="144"/>
                    <a:pt x="175" y="144"/>
                  </a:cubicBezTo>
                  <a:cubicBezTo>
                    <a:pt x="174" y="145"/>
                    <a:pt x="173" y="147"/>
                    <a:pt x="173" y="149"/>
                  </a:cubicBezTo>
                  <a:cubicBezTo>
                    <a:pt x="173" y="151"/>
                    <a:pt x="174" y="153"/>
                    <a:pt x="176" y="154"/>
                  </a:cubicBezTo>
                  <a:cubicBezTo>
                    <a:pt x="203" y="171"/>
                    <a:pt x="203" y="171"/>
                    <a:pt x="203" y="171"/>
                  </a:cubicBezTo>
                  <a:cubicBezTo>
                    <a:pt x="172" y="177"/>
                    <a:pt x="172" y="177"/>
                    <a:pt x="172" y="177"/>
                  </a:cubicBezTo>
                  <a:cubicBezTo>
                    <a:pt x="169" y="178"/>
                    <a:pt x="167" y="181"/>
                    <a:pt x="168" y="184"/>
                  </a:cubicBezTo>
                  <a:cubicBezTo>
                    <a:pt x="168" y="187"/>
                    <a:pt x="171" y="189"/>
                    <a:pt x="174" y="189"/>
                  </a:cubicBezTo>
                  <a:cubicBezTo>
                    <a:pt x="174" y="189"/>
                    <a:pt x="175" y="189"/>
                    <a:pt x="175" y="189"/>
                  </a:cubicBezTo>
                  <a:cubicBezTo>
                    <a:pt x="220" y="179"/>
                    <a:pt x="220" y="179"/>
                    <a:pt x="220" y="179"/>
                  </a:cubicBezTo>
                  <a:cubicBezTo>
                    <a:pt x="222" y="179"/>
                    <a:pt x="224" y="177"/>
                    <a:pt x="224" y="174"/>
                  </a:cubicBezTo>
                  <a:cubicBezTo>
                    <a:pt x="225" y="172"/>
                    <a:pt x="224" y="170"/>
                    <a:pt x="222" y="168"/>
                  </a:cubicBezTo>
                  <a:cubicBezTo>
                    <a:pt x="189" y="148"/>
                    <a:pt x="189" y="148"/>
                    <a:pt x="189" y="148"/>
                  </a:cubicBezTo>
                  <a:cubicBezTo>
                    <a:pt x="236" y="103"/>
                    <a:pt x="236" y="103"/>
                    <a:pt x="236" y="103"/>
                  </a:cubicBezTo>
                  <a:cubicBezTo>
                    <a:pt x="238" y="101"/>
                    <a:pt x="239" y="98"/>
                    <a:pt x="238" y="96"/>
                  </a:cubicBezTo>
                  <a:cubicBezTo>
                    <a:pt x="236" y="93"/>
                    <a:pt x="234" y="92"/>
                    <a:pt x="231" y="92"/>
                  </a:cubicBezTo>
                  <a:cubicBezTo>
                    <a:pt x="181" y="97"/>
                    <a:pt x="181" y="97"/>
                    <a:pt x="181" y="97"/>
                  </a:cubicBezTo>
                  <a:cubicBezTo>
                    <a:pt x="199" y="43"/>
                    <a:pt x="199" y="43"/>
                    <a:pt x="199" y="43"/>
                  </a:cubicBezTo>
                  <a:cubicBezTo>
                    <a:pt x="200" y="41"/>
                    <a:pt x="199" y="38"/>
                    <a:pt x="197" y="37"/>
                  </a:cubicBezTo>
                  <a:cubicBezTo>
                    <a:pt x="195" y="35"/>
                    <a:pt x="192" y="35"/>
                    <a:pt x="190" y="36"/>
                  </a:cubicBezTo>
                  <a:cubicBezTo>
                    <a:pt x="145" y="64"/>
                    <a:pt x="145" y="64"/>
                    <a:pt x="145" y="64"/>
                  </a:cubicBezTo>
                  <a:lnTo>
                    <a:pt x="133"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 name="Freeform 403"/>
            <p:cNvSpPr>
              <a:spLocks/>
            </p:cNvSpPr>
            <p:nvPr/>
          </p:nvSpPr>
          <p:spPr bwMode="auto">
            <a:xfrm>
              <a:off x="6530975" y="2732088"/>
              <a:ext cx="42863" cy="115888"/>
            </a:xfrm>
            <a:custGeom>
              <a:avLst/>
              <a:gdLst>
                <a:gd name="T0" fmla="*/ 19 w 28"/>
                <a:gd name="T1" fmla="*/ 0 h 78"/>
                <a:gd name="T2" fmla="*/ 12 w 28"/>
                <a:gd name="T3" fmla="*/ 3 h 78"/>
                <a:gd name="T4" fmla="*/ 8 w 28"/>
                <a:gd name="T5" fmla="*/ 12 h 78"/>
                <a:gd name="T6" fmla="*/ 7 w 28"/>
                <a:gd name="T7" fmla="*/ 18 h 78"/>
                <a:gd name="T8" fmla="*/ 3 w 28"/>
                <a:gd name="T9" fmla="*/ 44 h 78"/>
                <a:gd name="T10" fmla="*/ 1 w 28"/>
                <a:gd name="T11" fmla="*/ 75 h 78"/>
                <a:gd name="T12" fmla="*/ 13 w 28"/>
                <a:gd name="T13" fmla="*/ 78 h 78"/>
                <a:gd name="T14" fmla="*/ 15 w 28"/>
                <a:gd name="T15" fmla="*/ 69 h 78"/>
                <a:gd name="T16" fmla="*/ 19 w 28"/>
                <a:gd name="T17" fmla="*/ 49 h 78"/>
                <a:gd name="T18" fmla="*/ 25 w 28"/>
                <a:gd name="T19" fmla="*/ 24 h 78"/>
                <a:gd name="T20" fmla="*/ 28 w 28"/>
                <a:gd name="T21" fmla="*/ 8 h 78"/>
                <a:gd name="T22" fmla="*/ 25 w 28"/>
                <a:gd name="T23" fmla="*/ 3 h 78"/>
                <a:gd name="T24" fmla="*/ 19 w 28"/>
                <a:gd name="T25"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 h="78">
                  <a:moveTo>
                    <a:pt x="19" y="0"/>
                  </a:moveTo>
                  <a:cubicBezTo>
                    <a:pt x="17" y="0"/>
                    <a:pt x="15" y="1"/>
                    <a:pt x="12" y="3"/>
                  </a:cubicBezTo>
                  <a:cubicBezTo>
                    <a:pt x="10" y="5"/>
                    <a:pt x="8" y="8"/>
                    <a:pt x="8" y="12"/>
                  </a:cubicBezTo>
                  <a:cubicBezTo>
                    <a:pt x="7" y="16"/>
                    <a:pt x="7" y="18"/>
                    <a:pt x="7" y="18"/>
                  </a:cubicBezTo>
                  <a:cubicBezTo>
                    <a:pt x="7" y="24"/>
                    <a:pt x="5" y="33"/>
                    <a:pt x="3" y="44"/>
                  </a:cubicBezTo>
                  <a:cubicBezTo>
                    <a:pt x="1" y="55"/>
                    <a:pt x="0" y="65"/>
                    <a:pt x="1" y="75"/>
                  </a:cubicBezTo>
                  <a:cubicBezTo>
                    <a:pt x="4" y="77"/>
                    <a:pt x="8" y="78"/>
                    <a:pt x="13" y="78"/>
                  </a:cubicBezTo>
                  <a:cubicBezTo>
                    <a:pt x="14" y="76"/>
                    <a:pt x="15" y="72"/>
                    <a:pt x="15" y="69"/>
                  </a:cubicBezTo>
                  <a:cubicBezTo>
                    <a:pt x="15" y="64"/>
                    <a:pt x="17" y="57"/>
                    <a:pt x="19" y="49"/>
                  </a:cubicBezTo>
                  <a:cubicBezTo>
                    <a:pt x="21" y="41"/>
                    <a:pt x="23" y="33"/>
                    <a:pt x="25" y="24"/>
                  </a:cubicBezTo>
                  <a:cubicBezTo>
                    <a:pt x="27" y="14"/>
                    <a:pt x="28" y="9"/>
                    <a:pt x="28" y="8"/>
                  </a:cubicBezTo>
                  <a:cubicBezTo>
                    <a:pt x="28" y="6"/>
                    <a:pt x="27" y="4"/>
                    <a:pt x="25" y="3"/>
                  </a:cubicBezTo>
                  <a:cubicBezTo>
                    <a:pt x="23" y="1"/>
                    <a:pt x="21" y="0"/>
                    <a:pt x="1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 name="Freeform 404"/>
            <p:cNvSpPr>
              <a:spLocks/>
            </p:cNvSpPr>
            <p:nvPr/>
          </p:nvSpPr>
          <p:spPr bwMode="auto">
            <a:xfrm>
              <a:off x="6521450" y="2870201"/>
              <a:ext cx="31750" cy="31750"/>
            </a:xfrm>
            <a:custGeom>
              <a:avLst/>
              <a:gdLst>
                <a:gd name="T0" fmla="*/ 4 w 22"/>
                <a:gd name="T1" fmla="*/ 4 h 22"/>
                <a:gd name="T2" fmla="*/ 0 w 22"/>
                <a:gd name="T3" fmla="*/ 13 h 22"/>
                <a:gd name="T4" fmla="*/ 9 w 22"/>
                <a:gd name="T5" fmla="*/ 22 h 22"/>
                <a:gd name="T6" fmla="*/ 16 w 22"/>
                <a:gd name="T7" fmla="*/ 19 h 22"/>
                <a:gd name="T8" fmla="*/ 21 w 22"/>
                <a:gd name="T9" fmla="*/ 11 h 22"/>
                <a:gd name="T10" fmla="*/ 22 w 22"/>
                <a:gd name="T11" fmla="*/ 7 h 22"/>
                <a:gd name="T12" fmla="*/ 18 w 22"/>
                <a:gd name="T13" fmla="*/ 2 h 22"/>
                <a:gd name="T14" fmla="*/ 11 w 22"/>
                <a:gd name="T15" fmla="*/ 0 h 22"/>
                <a:gd name="T16" fmla="*/ 4 w 22"/>
                <a:gd name="T17"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22">
                  <a:moveTo>
                    <a:pt x="4" y="4"/>
                  </a:moveTo>
                  <a:cubicBezTo>
                    <a:pt x="1" y="7"/>
                    <a:pt x="0" y="10"/>
                    <a:pt x="0" y="13"/>
                  </a:cubicBezTo>
                  <a:cubicBezTo>
                    <a:pt x="0" y="19"/>
                    <a:pt x="3" y="22"/>
                    <a:pt x="9" y="22"/>
                  </a:cubicBezTo>
                  <a:cubicBezTo>
                    <a:pt x="11" y="22"/>
                    <a:pt x="13" y="21"/>
                    <a:pt x="16" y="19"/>
                  </a:cubicBezTo>
                  <a:cubicBezTo>
                    <a:pt x="19" y="17"/>
                    <a:pt x="21" y="15"/>
                    <a:pt x="21" y="11"/>
                  </a:cubicBezTo>
                  <a:cubicBezTo>
                    <a:pt x="22" y="7"/>
                    <a:pt x="22" y="7"/>
                    <a:pt x="22" y="7"/>
                  </a:cubicBezTo>
                  <a:cubicBezTo>
                    <a:pt x="22" y="5"/>
                    <a:pt x="20" y="4"/>
                    <a:pt x="18" y="2"/>
                  </a:cubicBezTo>
                  <a:cubicBezTo>
                    <a:pt x="15" y="1"/>
                    <a:pt x="13" y="0"/>
                    <a:pt x="11" y="0"/>
                  </a:cubicBezTo>
                  <a:cubicBezTo>
                    <a:pt x="9" y="0"/>
                    <a:pt x="6" y="1"/>
                    <a:pt x="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 name="Freeform 405"/>
            <p:cNvSpPr>
              <a:spLocks/>
            </p:cNvSpPr>
            <p:nvPr/>
          </p:nvSpPr>
          <p:spPr bwMode="auto">
            <a:xfrm>
              <a:off x="6613525" y="2728913"/>
              <a:ext cx="95250" cy="133350"/>
            </a:xfrm>
            <a:custGeom>
              <a:avLst/>
              <a:gdLst>
                <a:gd name="T0" fmla="*/ 4 w 64"/>
                <a:gd name="T1" fmla="*/ 13 h 89"/>
                <a:gd name="T2" fmla="*/ 0 w 64"/>
                <a:gd name="T3" fmla="*/ 22 h 89"/>
                <a:gd name="T4" fmla="*/ 7 w 64"/>
                <a:gd name="T5" fmla="*/ 29 h 89"/>
                <a:gd name="T6" fmla="*/ 19 w 64"/>
                <a:gd name="T7" fmla="*/ 22 h 89"/>
                <a:gd name="T8" fmla="*/ 22 w 64"/>
                <a:gd name="T9" fmla="*/ 18 h 89"/>
                <a:gd name="T10" fmla="*/ 34 w 64"/>
                <a:gd name="T11" fmla="*/ 16 h 89"/>
                <a:gd name="T12" fmla="*/ 39 w 64"/>
                <a:gd name="T13" fmla="*/ 17 h 89"/>
                <a:gd name="T14" fmla="*/ 43 w 64"/>
                <a:gd name="T15" fmla="*/ 19 h 89"/>
                <a:gd name="T16" fmla="*/ 45 w 64"/>
                <a:gd name="T17" fmla="*/ 25 h 89"/>
                <a:gd name="T18" fmla="*/ 47 w 64"/>
                <a:gd name="T19" fmla="*/ 32 h 89"/>
                <a:gd name="T20" fmla="*/ 45 w 64"/>
                <a:gd name="T21" fmla="*/ 39 h 89"/>
                <a:gd name="T22" fmla="*/ 40 w 64"/>
                <a:gd name="T23" fmla="*/ 44 h 89"/>
                <a:gd name="T24" fmla="*/ 30 w 64"/>
                <a:gd name="T25" fmla="*/ 48 h 89"/>
                <a:gd name="T26" fmla="*/ 16 w 64"/>
                <a:gd name="T27" fmla="*/ 54 h 89"/>
                <a:gd name="T28" fmla="*/ 8 w 64"/>
                <a:gd name="T29" fmla="*/ 59 h 89"/>
                <a:gd name="T30" fmla="*/ 3 w 64"/>
                <a:gd name="T31" fmla="*/ 72 h 89"/>
                <a:gd name="T32" fmla="*/ 2 w 64"/>
                <a:gd name="T33" fmla="*/ 79 h 89"/>
                <a:gd name="T34" fmla="*/ 3 w 64"/>
                <a:gd name="T35" fmla="*/ 85 h 89"/>
                <a:gd name="T36" fmla="*/ 6 w 64"/>
                <a:gd name="T37" fmla="*/ 89 h 89"/>
                <a:gd name="T38" fmla="*/ 16 w 64"/>
                <a:gd name="T39" fmla="*/ 87 h 89"/>
                <a:gd name="T40" fmla="*/ 19 w 64"/>
                <a:gd name="T41" fmla="*/ 81 h 89"/>
                <a:gd name="T42" fmla="*/ 23 w 64"/>
                <a:gd name="T43" fmla="*/ 68 h 89"/>
                <a:gd name="T44" fmla="*/ 48 w 64"/>
                <a:gd name="T45" fmla="*/ 58 h 89"/>
                <a:gd name="T46" fmla="*/ 59 w 64"/>
                <a:gd name="T47" fmla="*/ 48 h 89"/>
                <a:gd name="T48" fmla="*/ 64 w 64"/>
                <a:gd name="T49" fmla="*/ 29 h 89"/>
                <a:gd name="T50" fmla="*/ 64 w 64"/>
                <a:gd name="T51" fmla="*/ 29 h 89"/>
                <a:gd name="T52" fmla="*/ 61 w 64"/>
                <a:gd name="T53" fmla="*/ 14 h 89"/>
                <a:gd name="T54" fmla="*/ 51 w 64"/>
                <a:gd name="T55" fmla="*/ 3 h 89"/>
                <a:gd name="T56" fmla="*/ 37 w 64"/>
                <a:gd name="T57" fmla="*/ 0 h 89"/>
                <a:gd name="T58" fmla="*/ 28 w 64"/>
                <a:gd name="T59" fmla="*/ 0 h 89"/>
                <a:gd name="T60" fmla="*/ 16 w 64"/>
                <a:gd name="T61" fmla="*/ 4 h 89"/>
                <a:gd name="T62" fmla="*/ 16 w 64"/>
                <a:gd name="T63" fmla="*/ 4 h 89"/>
                <a:gd name="T64" fmla="*/ 4 w 64"/>
                <a:gd name="T65" fmla="*/ 13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4" h="89">
                  <a:moveTo>
                    <a:pt x="4" y="13"/>
                  </a:moveTo>
                  <a:cubicBezTo>
                    <a:pt x="1" y="16"/>
                    <a:pt x="0" y="20"/>
                    <a:pt x="0" y="22"/>
                  </a:cubicBezTo>
                  <a:cubicBezTo>
                    <a:pt x="0" y="27"/>
                    <a:pt x="2" y="29"/>
                    <a:pt x="7" y="29"/>
                  </a:cubicBezTo>
                  <a:cubicBezTo>
                    <a:pt x="14" y="29"/>
                    <a:pt x="18" y="27"/>
                    <a:pt x="19" y="22"/>
                  </a:cubicBezTo>
                  <a:cubicBezTo>
                    <a:pt x="19" y="21"/>
                    <a:pt x="20" y="19"/>
                    <a:pt x="22" y="18"/>
                  </a:cubicBezTo>
                  <a:cubicBezTo>
                    <a:pt x="24" y="17"/>
                    <a:pt x="28" y="16"/>
                    <a:pt x="34" y="16"/>
                  </a:cubicBezTo>
                  <a:cubicBezTo>
                    <a:pt x="35" y="16"/>
                    <a:pt x="37" y="16"/>
                    <a:pt x="39" y="17"/>
                  </a:cubicBezTo>
                  <a:cubicBezTo>
                    <a:pt x="41" y="18"/>
                    <a:pt x="43" y="18"/>
                    <a:pt x="43" y="19"/>
                  </a:cubicBezTo>
                  <a:cubicBezTo>
                    <a:pt x="44" y="20"/>
                    <a:pt x="45" y="22"/>
                    <a:pt x="45" y="25"/>
                  </a:cubicBezTo>
                  <a:cubicBezTo>
                    <a:pt x="46" y="28"/>
                    <a:pt x="47" y="30"/>
                    <a:pt x="47" y="32"/>
                  </a:cubicBezTo>
                  <a:cubicBezTo>
                    <a:pt x="47" y="34"/>
                    <a:pt x="46" y="37"/>
                    <a:pt x="45" y="39"/>
                  </a:cubicBezTo>
                  <a:cubicBezTo>
                    <a:pt x="43" y="42"/>
                    <a:pt x="42" y="43"/>
                    <a:pt x="40" y="44"/>
                  </a:cubicBezTo>
                  <a:cubicBezTo>
                    <a:pt x="30" y="48"/>
                    <a:pt x="30" y="48"/>
                    <a:pt x="30" y="48"/>
                  </a:cubicBezTo>
                  <a:cubicBezTo>
                    <a:pt x="23" y="51"/>
                    <a:pt x="19" y="53"/>
                    <a:pt x="16" y="54"/>
                  </a:cubicBezTo>
                  <a:cubicBezTo>
                    <a:pt x="14" y="55"/>
                    <a:pt x="11" y="57"/>
                    <a:pt x="8" y="59"/>
                  </a:cubicBezTo>
                  <a:cubicBezTo>
                    <a:pt x="5" y="66"/>
                    <a:pt x="3" y="70"/>
                    <a:pt x="3" y="72"/>
                  </a:cubicBezTo>
                  <a:cubicBezTo>
                    <a:pt x="2" y="74"/>
                    <a:pt x="2" y="77"/>
                    <a:pt x="2" y="79"/>
                  </a:cubicBezTo>
                  <a:cubicBezTo>
                    <a:pt x="2" y="81"/>
                    <a:pt x="2" y="83"/>
                    <a:pt x="3" y="85"/>
                  </a:cubicBezTo>
                  <a:cubicBezTo>
                    <a:pt x="4" y="88"/>
                    <a:pt x="5" y="89"/>
                    <a:pt x="6" y="89"/>
                  </a:cubicBezTo>
                  <a:cubicBezTo>
                    <a:pt x="11" y="89"/>
                    <a:pt x="14" y="88"/>
                    <a:pt x="16" y="87"/>
                  </a:cubicBezTo>
                  <a:cubicBezTo>
                    <a:pt x="17" y="85"/>
                    <a:pt x="19" y="83"/>
                    <a:pt x="19" y="81"/>
                  </a:cubicBezTo>
                  <a:cubicBezTo>
                    <a:pt x="20" y="76"/>
                    <a:pt x="21" y="71"/>
                    <a:pt x="23" y="68"/>
                  </a:cubicBezTo>
                  <a:cubicBezTo>
                    <a:pt x="36" y="63"/>
                    <a:pt x="44" y="60"/>
                    <a:pt x="48" y="58"/>
                  </a:cubicBezTo>
                  <a:cubicBezTo>
                    <a:pt x="53" y="56"/>
                    <a:pt x="56" y="53"/>
                    <a:pt x="59" y="48"/>
                  </a:cubicBezTo>
                  <a:cubicBezTo>
                    <a:pt x="62" y="43"/>
                    <a:pt x="64" y="37"/>
                    <a:pt x="64" y="29"/>
                  </a:cubicBezTo>
                  <a:cubicBezTo>
                    <a:pt x="64" y="29"/>
                    <a:pt x="64" y="29"/>
                    <a:pt x="64" y="29"/>
                  </a:cubicBezTo>
                  <a:cubicBezTo>
                    <a:pt x="64" y="22"/>
                    <a:pt x="63" y="17"/>
                    <a:pt x="61" y="14"/>
                  </a:cubicBezTo>
                  <a:cubicBezTo>
                    <a:pt x="60" y="10"/>
                    <a:pt x="56" y="7"/>
                    <a:pt x="51" y="3"/>
                  </a:cubicBezTo>
                  <a:cubicBezTo>
                    <a:pt x="47" y="1"/>
                    <a:pt x="43" y="0"/>
                    <a:pt x="37" y="0"/>
                  </a:cubicBezTo>
                  <a:cubicBezTo>
                    <a:pt x="34" y="0"/>
                    <a:pt x="31" y="0"/>
                    <a:pt x="28" y="0"/>
                  </a:cubicBezTo>
                  <a:cubicBezTo>
                    <a:pt x="24" y="0"/>
                    <a:pt x="20" y="1"/>
                    <a:pt x="16" y="4"/>
                  </a:cubicBezTo>
                  <a:cubicBezTo>
                    <a:pt x="16" y="4"/>
                    <a:pt x="16" y="4"/>
                    <a:pt x="16" y="4"/>
                  </a:cubicBezTo>
                  <a:cubicBezTo>
                    <a:pt x="11" y="6"/>
                    <a:pt x="7" y="9"/>
                    <a:pt x="4"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 name="Freeform 406"/>
            <p:cNvSpPr>
              <a:spLocks/>
            </p:cNvSpPr>
            <p:nvPr/>
          </p:nvSpPr>
          <p:spPr bwMode="auto">
            <a:xfrm>
              <a:off x="6600825" y="2878138"/>
              <a:ext cx="41275" cy="31750"/>
            </a:xfrm>
            <a:custGeom>
              <a:avLst/>
              <a:gdLst>
                <a:gd name="T0" fmla="*/ 13 w 27"/>
                <a:gd name="T1" fmla="*/ 0 h 21"/>
                <a:gd name="T2" fmla="*/ 8 w 27"/>
                <a:gd name="T3" fmla="*/ 2 h 21"/>
                <a:gd name="T4" fmla="*/ 6 w 27"/>
                <a:gd name="T5" fmla="*/ 3 h 21"/>
                <a:gd name="T6" fmla="*/ 0 w 27"/>
                <a:gd name="T7" fmla="*/ 11 h 21"/>
                <a:gd name="T8" fmla="*/ 3 w 27"/>
                <a:gd name="T9" fmla="*/ 18 h 21"/>
                <a:gd name="T10" fmla="*/ 11 w 27"/>
                <a:gd name="T11" fmla="*/ 21 h 21"/>
                <a:gd name="T12" fmla="*/ 21 w 27"/>
                <a:gd name="T13" fmla="*/ 18 h 21"/>
                <a:gd name="T14" fmla="*/ 27 w 27"/>
                <a:gd name="T15" fmla="*/ 9 h 21"/>
                <a:gd name="T16" fmla="*/ 20 w 27"/>
                <a:gd name="T17" fmla="*/ 3 h 21"/>
                <a:gd name="T18" fmla="*/ 13 w 27"/>
                <a:gd name="T1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21">
                  <a:moveTo>
                    <a:pt x="13" y="0"/>
                  </a:moveTo>
                  <a:cubicBezTo>
                    <a:pt x="11" y="0"/>
                    <a:pt x="9" y="1"/>
                    <a:pt x="8" y="2"/>
                  </a:cubicBezTo>
                  <a:cubicBezTo>
                    <a:pt x="7" y="2"/>
                    <a:pt x="7" y="3"/>
                    <a:pt x="6" y="3"/>
                  </a:cubicBezTo>
                  <a:cubicBezTo>
                    <a:pt x="2" y="6"/>
                    <a:pt x="0" y="9"/>
                    <a:pt x="0" y="11"/>
                  </a:cubicBezTo>
                  <a:cubicBezTo>
                    <a:pt x="0" y="14"/>
                    <a:pt x="1" y="16"/>
                    <a:pt x="3" y="18"/>
                  </a:cubicBezTo>
                  <a:cubicBezTo>
                    <a:pt x="5" y="20"/>
                    <a:pt x="8" y="21"/>
                    <a:pt x="11" y="21"/>
                  </a:cubicBezTo>
                  <a:cubicBezTo>
                    <a:pt x="14" y="21"/>
                    <a:pt x="18" y="20"/>
                    <a:pt x="21" y="18"/>
                  </a:cubicBezTo>
                  <a:cubicBezTo>
                    <a:pt x="25" y="15"/>
                    <a:pt x="27" y="13"/>
                    <a:pt x="27" y="9"/>
                  </a:cubicBezTo>
                  <a:cubicBezTo>
                    <a:pt x="27" y="5"/>
                    <a:pt x="24" y="3"/>
                    <a:pt x="20" y="3"/>
                  </a:cubicBezTo>
                  <a:cubicBezTo>
                    <a:pt x="17" y="1"/>
                    <a:pt x="15" y="0"/>
                    <a:pt x="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 name="Rectangle 407"/>
            <p:cNvSpPr>
              <a:spLocks noChangeArrowheads="1"/>
            </p:cNvSpPr>
            <p:nvPr/>
          </p:nvSpPr>
          <p:spPr bwMode="auto">
            <a:xfrm>
              <a:off x="6605588" y="3378201"/>
              <a:ext cx="77788"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 name="Rectangle 408"/>
            <p:cNvSpPr>
              <a:spLocks noChangeArrowheads="1"/>
            </p:cNvSpPr>
            <p:nvPr/>
          </p:nvSpPr>
          <p:spPr bwMode="auto">
            <a:xfrm>
              <a:off x="6424613" y="3378201"/>
              <a:ext cx="144463"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 name="Rectangle 409"/>
            <p:cNvSpPr>
              <a:spLocks noChangeArrowheads="1"/>
            </p:cNvSpPr>
            <p:nvPr/>
          </p:nvSpPr>
          <p:spPr bwMode="auto">
            <a:xfrm>
              <a:off x="6280150" y="3378201"/>
              <a:ext cx="119063"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 name="Rectangle 410"/>
            <p:cNvSpPr>
              <a:spLocks noChangeArrowheads="1"/>
            </p:cNvSpPr>
            <p:nvPr/>
          </p:nvSpPr>
          <p:spPr bwMode="auto">
            <a:xfrm>
              <a:off x="7067550" y="3378201"/>
              <a:ext cx="77788"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 name="Rectangle 411"/>
            <p:cNvSpPr>
              <a:spLocks noChangeArrowheads="1"/>
            </p:cNvSpPr>
            <p:nvPr/>
          </p:nvSpPr>
          <p:spPr bwMode="auto">
            <a:xfrm>
              <a:off x="7181850" y="3378201"/>
              <a:ext cx="144463"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 name="Rectangle 412"/>
            <p:cNvSpPr>
              <a:spLocks noChangeArrowheads="1"/>
            </p:cNvSpPr>
            <p:nvPr/>
          </p:nvSpPr>
          <p:spPr bwMode="auto">
            <a:xfrm>
              <a:off x="7351713" y="3378201"/>
              <a:ext cx="168275"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73" name="组合 372"/>
          <p:cNvGrpSpPr/>
          <p:nvPr/>
        </p:nvGrpSpPr>
        <p:grpSpPr>
          <a:xfrm>
            <a:off x="10815638" y="806451"/>
            <a:ext cx="1185862" cy="1303338"/>
            <a:chOff x="10815638" y="806451"/>
            <a:chExt cx="1185862" cy="1303338"/>
          </a:xfrm>
          <a:solidFill>
            <a:schemeClr val="tx1">
              <a:lumMod val="65000"/>
              <a:lumOff val="35000"/>
            </a:schemeClr>
          </a:solidFill>
        </p:grpSpPr>
        <p:sp>
          <p:nvSpPr>
            <p:cNvPr id="374" name="Freeform 413"/>
            <p:cNvSpPr>
              <a:spLocks/>
            </p:cNvSpPr>
            <p:nvPr/>
          </p:nvSpPr>
          <p:spPr bwMode="auto">
            <a:xfrm>
              <a:off x="11696700" y="841376"/>
              <a:ext cx="304800" cy="1268413"/>
            </a:xfrm>
            <a:custGeom>
              <a:avLst/>
              <a:gdLst>
                <a:gd name="T0" fmla="*/ 33 w 204"/>
                <a:gd name="T1" fmla="*/ 46 h 850"/>
                <a:gd name="T2" fmla="*/ 0 w 204"/>
                <a:gd name="T3" fmla="*/ 70 h 850"/>
                <a:gd name="T4" fmla="*/ 0 w 204"/>
                <a:gd name="T5" fmla="*/ 850 h 850"/>
                <a:gd name="T6" fmla="*/ 204 w 204"/>
                <a:gd name="T7" fmla="*/ 850 h 850"/>
                <a:gd name="T8" fmla="*/ 204 w 204"/>
                <a:gd name="T9" fmla="*/ 0 h 850"/>
                <a:gd name="T10" fmla="*/ 48 w 204"/>
                <a:gd name="T11" fmla="*/ 0 h 850"/>
                <a:gd name="T12" fmla="*/ 33 w 204"/>
                <a:gd name="T13" fmla="*/ 46 h 850"/>
              </a:gdLst>
              <a:ahLst/>
              <a:cxnLst>
                <a:cxn ang="0">
                  <a:pos x="T0" y="T1"/>
                </a:cxn>
                <a:cxn ang="0">
                  <a:pos x="T2" y="T3"/>
                </a:cxn>
                <a:cxn ang="0">
                  <a:pos x="T4" y="T5"/>
                </a:cxn>
                <a:cxn ang="0">
                  <a:pos x="T6" y="T7"/>
                </a:cxn>
                <a:cxn ang="0">
                  <a:pos x="T8" y="T9"/>
                </a:cxn>
                <a:cxn ang="0">
                  <a:pos x="T10" y="T11"/>
                </a:cxn>
                <a:cxn ang="0">
                  <a:pos x="T12" y="T13"/>
                </a:cxn>
              </a:cxnLst>
              <a:rect l="0" t="0" r="r" b="b"/>
              <a:pathLst>
                <a:path w="204" h="850">
                  <a:moveTo>
                    <a:pt x="33" y="46"/>
                  </a:moveTo>
                  <a:cubicBezTo>
                    <a:pt x="0" y="70"/>
                    <a:pt x="0" y="70"/>
                    <a:pt x="0" y="70"/>
                  </a:cubicBezTo>
                  <a:cubicBezTo>
                    <a:pt x="0" y="850"/>
                    <a:pt x="0" y="850"/>
                    <a:pt x="0" y="850"/>
                  </a:cubicBezTo>
                  <a:cubicBezTo>
                    <a:pt x="204" y="850"/>
                    <a:pt x="204" y="850"/>
                    <a:pt x="204" y="850"/>
                  </a:cubicBezTo>
                  <a:cubicBezTo>
                    <a:pt x="204" y="0"/>
                    <a:pt x="204" y="0"/>
                    <a:pt x="204" y="0"/>
                  </a:cubicBezTo>
                  <a:cubicBezTo>
                    <a:pt x="48" y="0"/>
                    <a:pt x="48" y="0"/>
                    <a:pt x="48" y="0"/>
                  </a:cubicBezTo>
                  <a:cubicBezTo>
                    <a:pt x="53" y="16"/>
                    <a:pt x="48" y="35"/>
                    <a:pt x="33"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 name="Rectangle 414"/>
            <p:cNvSpPr>
              <a:spLocks noChangeArrowheads="1"/>
            </p:cNvSpPr>
            <p:nvPr/>
          </p:nvSpPr>
          <p:spPr bwMode="auto">
            <a:xfrm>
              <a:off x="10815638" y="893763"/>
              <a:ext cx="77788"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 name="Rectangle 415"/>
            <p:cNvSpPr>
              <a:spLocks noChangeArrowheads="1"/>
            </p:cNvSpPr>
            <p:nvPr/>
          </p:nvSpPr>
          <p:spPr bwMode="auto">
            <a:xfrm>
              <a:off x="10931525" y="893763"/>
              <a:ext cx="142875"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 name="Rectangle 416"/>
            <p:cNvSpPr>
              <a:spLocks noChangeArrowheads="1"/>
            </p:cNvSpPr>
            <p:nvPr/>
          </p:nvSpPr>
          <p:spPr bwMode="auto">
            <a:xfrm>
              <a:off x="11441113" y="893763"/>
              <a:ext cx="93663"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 name="Rectangle 417"/>
            <p:cNvSpPr>
              <a:spLocks noChangeArrowheads="1"/>
            </p:cNvSpPr>
            <p:nvPr/>
          </p:nvSpPr>
          <p:spPr bwMode="auto">
            <a:xfrm>
              <a:off x="11099800" y="893763"/>
              <a:ext cx="306388"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 name="Freeform 418"/>
            <p:cNvSpPr>
              <a:spLocks/>
            </p:cNvSpPr>
            <p:nvPr/>
          </p:nvSpPr>
          <p:spPr bwMode="auto">
            <a:xfrm>
              <a:off x="11358563" y="1035051"/>
              <a:ext cx="252413" cy="228600"/>
            </a:xfrm>
            <a:custGeom>
              <a:avLst/>
              <a:gdLst>
                <a:gd name="T0" fmla="*/ 79 w 169"/>
                <a:gd name="T1" fmla="*/ 153 h 153"/>
                <a:gd name="T2" fmla="*/ 169 w 169"/>
                <a:gd name="T3" fmla="*/ 63 h 153"/>
                <a:gd name="T4" fmla="*/ 144 w 169"/>
                <a:gd name="T5" fmla="*/ 0 h 153"/>
                <a:gd name="T6" fmla="*/ 0 w 169"/>
                <a:gd name="T7" fmla="*/ 105 h 153"/>
                <a:gd name="T8" fmla="*/ 79 w 169"/>
                <a:gd name="T9" fmla="*/ 153 h 153"/>
              </a:gdLst>
              <a:ahLst/>
              <a:cxnLst>
                <a:cxn ang="0">
                  <a:pos x="T0" y="T1"/>
                </a:cxn>
                <a:cxn ang="0">
                  <a:pos x="T2" y="T3"/>
                </a:cxn>
                <a:cxn ang="0">
                  <a:pos x="T4" y="T5"/>
                </a:cxn>
                <a:cxn ang="0">
                  <a:pos x="T6" y="T7"/>
                </a:cxn>
                <a:cxn ang="0">
                  <a:pos x="T8" y="T9"/>
                </a:cxn>
              </a:cxnLst>
              <a:rect l="0" t="0" r="r" b="b"/>
              <a:pathLst>
                <a:path w="169" h="153">
                  <a:moveTo>
                    <a:pt x="79" y="153"/>
                  </a:moveTo>
                  <a:cubicBezTo>
                    <a:pt x="129" y="153"/>
                    <a:pt x="169" y="113"/>
                    <a:pt x="169" y="63"/>
                  </a:cubicBezTo>
                  <a:cubicBezTo>
                    <a:pt x="169" y="39"/>
                    <a:pt x="160" y="17"/>
                    <a:pt x="144" y="0"/>
                  </a:cubicBezTo>
                  <a:cubicBezTo>
                    <a:pt x="0" y="105"/>
                    <a:pt x="0" y="105"/>
                    <a:pt x="0" y="105"/>
                  </a:cubicBezTo>
                  <a:cubicBezTo>
                    <a:pt x="15" y="134"/>
                    <a:pt x="45" y="153"/>
                    <a:pt x="79" y="1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 name="Freeform 419"/>
            <p:cNvSpPr>
              <a:spLocks/>
            </p:cNvSpPr>
            <p:nvPr/>
          </p:nvSpPr>
          <p:spPr bwMode="auto">
            <a:xfrm>
              <a:off x="11075988" y="1117601"/>
              <a:ext cx="515938" cy="798513"/>
            </a:xfrm>
            <a:custGeom>
              <a:avLst/>
              <a:gdLst>
                <a:gd name="T0" fmla="*/ 103 w 345"/>
                <a:gd name="T1" fmla="*/ 363 h 535"/>
                <a:gd name="T2" fmla="*/ 127 w 345"/>
                <a:gd name="T3" fmla="*/ 362 h 535"/>
                <a:gd name="T4" fmla="*/ 140 w 345"/>
                <a:gd name="T5" fmla="*/ 359 h 535"/>
                <a:gd name="T6" fmla="*/ 196 w 345"/>
                <a:gd name="T7" fmla="*/ 340 h 535"/>
                <a:gd name="T8" fmla="*/ 138 w 345"/>
                <a:gd name="T9" fmla="*/ 464 h 535"/>
                <a:gd name="T10" fmla="*/ 162 w 345"/>
                <a:gd name="T11" fmla="*/ 530 h 535"/>
                <a:gd name="T12" fmla="*/ 184 w 345"/>
                <a:gd name="T13" fmla="*/ 535 h 535"/>
                <a:gd name="T14" fmla="*/ 229 w 345"/>
                <a:gd name="T15" fmla="*/ 506 h 535"/>
                <a:gd name="T16" fmla="*/ 337 w 345"/>
                <a:gd name="T17" fmla="*/ 276 h 535"/>
                <a:gd name="T18" fmla="*/ 329 w 345"/>
                <a:gd name="T19" fmla="*/ 222 h 535"/>
                <a:gd name="T20" fmla="*/ 275 w 345"/>
                <a:gd name="T21" fmla="*/ 207 h 535"/>
                <a:gd name="T22" fmla="*/ 151 w 345"/>
                <a:gd name="T23" fmla="*/ 250 h 535"/>
                <a:gd name="T24" fmla="*/ 174 w 345"/>
                <a:gd name="T25" fmla="*/ 98 h 535"/>
                <a:gd name="T26" fmla="*/ 177 w 345"/>
                <a:gd name="T27" fmla="*/ 58 h 535"/>
                <a:gd name="T28" fmla="*/ 144 w 345"/>
                <a:gd name="T29" fmla="*/ 83 h 535"/>
                <a:gd name="T30" fmla="*/ 120 w 345"/>
                <a:gd name="T31" fmla="*/ 90 h 535"/>
                <a:gd name="T32" fmla="*/ 86 w 345"/>
                <a:gd name="T33" fmla="*/ 73 h 535"/>
                <a:gd name="T34" fmla="*/ 95 w 345"/>
                <a:gd name="T35" fmla="*/ 16 h 535"/>
                <a:gd name="T36" fmla="*/ 117 w 345"/>
                <a:gd name="T37" fmla="*/ 0 h 535"/>
                <a:gd name="T38" fmla="*/ 33 w 345"/>
                <a:gd name="T39" fmla="*/ 71 h 535"/>
                <a:gd name="T40" fmla="*/ 10 w 345"/>
                <a:gd name="T41" fmla="*/ 293 h 535"/>
                <a:gd name="T42" fmla="*/ 103 w 345"/>
                <a:gd name="T43" fmla="*/ 363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5" h="535">
                  <a:moveTo>
                    <a:pt x="103" y="363"/>
                  </a:moveTo>
                  <a:cubicBezTo>
                    <a:pt x="113" y="363"/>
                    <a:pt x="121" y="363"/>
                    <a:pt x="127" y="362"/>
                  </a:cubicBezTo>
                  <a:cubicBezTo>
                    <a:pt x="131" y="361"/>
                    <a:pt x="136" y="361"/>
                    <a:pt x="140" y="359"/>
                  </a:cubicBezTo>
                  <a:cubicBezTo>
                    <a:pt x="196" y="340"/>
                    <a:pt x="196" y="340"/>
                    <a:pt x="196" y="340"/>
                  </a:cubicBezTo>
                  <a:cubicBezTo>
                    <a:pt x="138" y="464"/>
                    <a:pt x="138" y="464"/>
                    <a:pt x="138" y="464"/>
                  </a:cubicBezTo>
                  <a:cubicBezTo>
                    <a:pt x="127" y="489"/>
                    <a:pt x="137" y="518"/>
                    <a:pt x="162" y="530"/>
                  </a:cubicBezTo>
                  <a:cubicBezTo>
                    <a:pt x="169" y="533"/>
                    <a:pt x="176" y="535"/>
                    <a:pt x="184" y="535"/>
                  </a:cubicBezTo>
                  <a:cubicBezTo>
                    <a:pt x="202" y="535"/>
                    <a:pt x="220" y="524"/>
                    <a:pt x="229" y="506"/>
                  </a:cubicBezTo>
                  <a:cubicBezTo>
                    <a:pt x="337" y="276"/>
                    <a:pt x="337" y="276"/>
                    <a:pt x="337" y="276"/>
                  </a:cubicBezTo>
                  <a:cubicBezTo>
                    <a:pt x="345" y="258"/>
                    <a:pt x="342" y="236"/>
                    <a:pt x="329" y="222"/>
                  </a:cubicBezTo>
                  <a:cubicBezTo>
                    <a:pt x="315" y="207"/>
                    <a:pt x="294" y="201"/>
                    <a:pt x="275" y="207"/>
                  </a:cubicBezTo>
                  <a:cubicBezTo>
                    <a:pt x="151" y="250"/>
                    <a:pt x="151" y="250"/>
                    <a:pt x="151" y="250"/>
                  </a:cubicBezTo>
                  <a:cubicBezTo>
                    <a:pt x="153" y="196"/>
                    <a:pt x="166" y="140"/>
                    <a:pt x="174" y="98"/>
                  </a:cubicBezTo>
                  <a:cubicBezTo>
                    <a:pt x="178" y="85"/>
                    <a:pt x="179" y="71"/>
                    <a:pt x="177" y="58"/>
                  </a:cubicBezTo>
                  <a:cubicBezTo>
                    <a:pt x="144" y="83"/>
                    <a:pt x="144" y="83"/>
                    <a:pt x="144" y="83"/>
                  </a:cubicBezTo>
                  <a:cubicBezTo>
                    <a:pt x="137" y="88"/>
                    <a:pt x="128" y="90"/>
                    <a:pt x="120" y="90"/>
                  </a:cubicBezTo>
                  <a:cubicBezTo>
                    <a:pt x="106" y="90"/>
                    <a:pt x="94" y="84"/>
                    <a:pt x="86" y="73"/>
                  </a:cubicBezTo>
                  <a:cubicBezTo>
                    <a:pt x="73" y="55"/>
                    <a:pt x="77" y="29"/>
                    <a:pt x="95" y="16"/>
                  </a:cubicBezTo>
                  <a:cubicBezTo>
                    <a:pt x="117" y="0"/>
                    <a:pt x="117" y="0"/>
                    <a:pt x="117" y="0"/>
                  </a:cubicBezTo>
                  <a:cubicBezTo>
                    <a:pt x="85" y="2"/>
                    <a:pt x="49" y="23"/>
                    <a:pt x="33" y="71"/>
                  </a:cubicBezTo>
                  <a:cubicBezTo>
                    <a:pt x="5" y="152"/>
                    <a:pt x="0" y="204"/>
                    <a:pt x="10" y="293"/>
                  </a:cubicBezTo>
                  <a:cubicBezTo>
                    <a:pt x="22" y="357"/>
                    <a:pt x="67" y="364"/>
                    <a:pt x="103" y="3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 name="Oval 420"/>
            <p:cNvSpPr>
              <a:spLocks noChangeArrowheads="1"/>
            </p:cNvSpPr>
            <p:nvPr/>
          </p:nvSpPr>
          <p:spPr bwMode="auto">
            <a:xfrm>
              <a:off x="11560175" y="1250951"/>
              <a:ext cx="31750" cy="317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 name="Freeform 421"/>
            <p:cNvSpPr>
              <a:spLocks noEditPoints="1"/>
            </p:cNvSpPr>
            <p:nvPr/>
          </p:nvSpPr>
          <p:spPr bwMode="auto">
            <a:xfrm>
              <a:off x="11609388" y="1208088"/>
              <a:ext cx="49213" cy="49213"/>
            </a:xfrm>
            <a:custGeom>
              <a:avLst/>
              <a:gdLst>
                <a:gd name="T0" fmla="*/ 0 w 33"/>
                <a:gd name="T1" fmla="*/ 16 h 33"/>
                <a:gd name="T2" fmla="*/ 17 w 33"/>
                <a:gd name="T3" fmla="*/ 33 h 33"/>
                <a:gd name="T4" fmla="*/ 33 w 33"/>
                <a:gd name="T5" fmla="*/ 16 h 33"/>
                <a:gd name="T6" fmla="*/ 17 w 33"/>
                <a:gd name="T7" fmla="*/ 0 h 33"/>
                <a:gd name="T8" fmla="*/ 0 w 33"/>
                <a:gd name="T9" fmla="*/ 16 h 33"/>
                <a:gd name="T10" fmla="*/ 15 w 33"/>
                <a:gd name="T11" fmla="*/ 8 h 33"/>
                <a:gd name="T12" fmla="*/ 25 w 33"/>
                <a:gd name="T13" fmla="*/ 17 h 33"/>
                <a:gd name="T14" fmla="*/ 15 w 33"/>
                <a:gd name="T15" fmla="*/ 27 h 33"/>
                <a:gd name="T16" fmla="*/ 6 w 33"/>
                <a:gd name="T17" fmla="*/ 17 h 33"/>
                <a:gd name="T18" fmla="*/ 15 w 33"/>
                <a:gd name="T19" fmla="*/ 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33">
                  <a:moveTo>
                    <a:pt x="0" y="16"/>
                  </a:moveTo>
                  <a:cubicBezTo>
                    <a:pt x="0" y="25"/>
                    <a:pt x="7" y="33"/>
                    <a:pt x="17" y="33"/>
                  </a:cubicBezTo>
                  <a:cubicBezTo>
                    <a:pt x="26" y="33"/>
                    <a:pt x="33" y="25"/>
                    <a:pt x="33" y="16"/>
                  </a:cubicBezTo>
                  <a:cubicBezTo>
                    <a:pt x="33" y="7"/>
                    <a:pt x="26" y="0"/>
                    <a:pt x="17" y="0"/>
                  </a:cubicBezTo>
                  <a:cubicBezTo>
                    <a:pt x="7" y="0"/>
                    <a:pt x="0" y="7"/>
                    <a:pt x="0" y="16"/>
                  </a:cubicBezTo>
                  <a:close/>
                  <a:moveTo>
                    <a:pt x="15" y="8"/>
                  </a:moveTo>
                  <a:cubicBezTo>
                    <a:pt x="20" y="8"/>
                    <a:pt x="25" y="12"/>
                    <a:pt x="25" y="17"/>
                  </a:cubicBezTo>
                  <a:cubicBezTo>
                    <a:pt x="25" y="22"/>
                    <a:pt x="20" y="27"/>
                    <a:pt x="15" y="27"/>
                  </a:cubicBezTo>
                  <a:cubicBezTo>
                    <a:pt x="10" y="27"/>
                    <a:pt x="6" y="22"/>
                    <a:pt x="6" y="17"/>
                  </a:cubicBezTo>
                  <a:cubicBezTo>
                    <a:pt x="6" y="12"/>
                    <a:pt x="10" y="8"/>
                    <a:pt x="15"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 name="Freeform 422"/>
            <p:cNvSpPr>
              <a:spLocks noEditPoints="1"/>
            </p:cNvSpPr>
            <p:nvPr/>
          </p:nvSpPr>
          <p:spPr bwMode="auto">
            <a:xfrm>
              <a:off x="11622088" y="1125538"/>
              <a:ext cx="63500" cy="63500"/>
            </a:xfrm>
            <a:custGeom>
              <a:avLst/>
              <a:gdLst>
                <a:gd name="T0" fmla="*/ 21 w 42"/>
                <a:gd name="T1" fmla="*/ 42 h 42"/>
                <a:gd name="T2" fmla="*/ 42 w 42"/>
                <a:gd name="T3" fmla="*/ 21 h 42"/>
                <a:gd name="T4" fmla="*/ 21 w 42"/>
                <a:gd name="T5" fmla="*/ 0 h 42"/>
                <a:gd name="T6" fmla="*/ 0 w 42"/>
                <a:gd name="T7" fmla="*/ 21 h 42"/>
                <a:gd name="T8" fmla="*/ 21 w 42"/>
                <a:gd name="T9" fmla="*/ 42 h 42"/>
                <a:gd name="T10" fmla="*/ 21 w 42"/>
                <a:gd name="T11" fmla="*/ 9 h 42"/>
                <a:gd name="T12" fmla="*/ 35 w 42"/>
                <a:gd name="T13" fmla="*/ 22 h 42"/>
                <a:gd name="T14" fmla="*/ 21 w 42"/>
                <a:gd name="T15" fmla="*/ 36 h 42"/>
                <a:gd name="T16" fmla="*/ 8 w 42"/>
                <a:gd name="T17" fmla="*/ 22 h 42"/>
                <a:gd name="T18" fmla="*/ 21 w 42"/>
                <a:gd name="T19" fmla="*/ 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42">
                  <a:moveTo>
                    <a:pt x="21" y="42"/>
                  </a:moveTo>
                  <a:cubicBezTo>
                    <a:pt x="33" y="42"/>
                    <a:pt x="42" y="33"/>
                    <a:pt x="42" y="21"/>
                  </a:cubicBezTo>
                  <a:cubicBezTo>
                    <a:pt x="42" y="10"/>
                    <a:pt x="33" y="0"/>
                    <a:pt x="21" y="0"/>
                  </a:cubicBezTo>
                  <a:cubicBezTo>
                    <a:pt x="10" y="0"/>
                    <a:pt x="0" y="10"/>
                    <a:pt x="0" y="21"/>
                  </a:cubicBezTo>
                  <a:cubicBezTo>
                    <a:pt x="0" y="33"/>
                    <a:pt x="10" y="42"/>
                    <a:pt x="21" y="42"/>
                  </a:cubicBezTo>
                  <a:close/>
                  <a:moveTo>
                    <a:pt x="21" y="9"/>
                  </a:moveTo>
                  <a:cubicBezTo>
                    <a:pt x="29" y="9"/>
                    <a:pt x="35" y="15"/>
                    <a:pt x="35" y="22"/>
                  </a:cubicBezTo>
                  <a:cubicBezTo>
                    <a:pt x="35" y="30"/>
                    <a:pt x="29" y="36"/>
                    <a:pt x="21" y="36"/>
                  </a:cubicBezTo>
                  <a:cubicBezTo>
                    <a:pt x="14" y="36"/>
                    <a:pt x="8" y="30"/>
                    <a:pt x="8" y="22"/>
                  </a:cubicBezTo>
                  <a:cubicBezTo>
                    <a:pt x="8" y="15"/>
                    <a:pt x="14" y="9"/>
                    <a:pt x="21"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 name="Freeform 423"/>
            <p:cNvSpPr>
              <a:spLocks noEditPoints="1"/>
            </p:cNvSpPr>
            <p:nvPr/>
          </p:nvSpPr>
          <p:spPr bwMode="auto">
            <a:xfrm>
              <a:off x="11623675" y="1042988"/>
              <a:ext cx="63500" cy="61913"/>
            </a:xfrm>
            <a:custGeom>
              <a:avLst/>
              <a:gdLst>
                <a:gd name="T0" fmla="*/ 21 w 42"/>
                <a:gd name="T1" fmla="*/ 42 h 42"/>
                <a:gd name="T2" fmla="*/ 42 w 42"/>
                <a:gd name="T3" fmla="*/ 21 h 42"/>
                <a:gd name="T4" fmla="*/ 21 w 42"/>
                <a:gd name="T5" fmla="*/ 0 h 42"/>
                <a:gd name="T6" fmla="*/ 0 w 42"/>
                <a:gd name="T7" fmla="*/ 21 h 42"/>
                <a:gd name="T8" fmla="*/ 21 w 42"/>
                <a:gd name="T9" fmla="*/ 42 h 42"/>
                <a:gd name="T10" fmla="*/ 21 w 42"/>
                <a:gd name="T11" fmla="*/ 8 h 42"/>
                <a:gd name="T12" fmla="*/ 34 w 42"/>
                <a:gd name="T13" fmla="*/ 22 h 42"/>
                <a:gd name="T14" fmla="*/ 21 w 42"/>
                <a:gd name="T15" fmla="*/ 35 h 42"/>
                <a:gd name="T16" fmla="*/ 7 w 42"/>
                <a:gd name="T17" fmla="*/ 22 h 42"/>
                <a:gd name="T18" fmla="*/ 21 w 42"/>
                <a:gd name="T19" fmla="*/ 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42">
                  <a:moveTo>
                    <a:pt x="21" y="42"/>
                  </a:moveTo>
                  <a:cubicBezTo>
                    <a:pt x="32" y="42"/>
                    <a:pt x="42" y="33"/>
                    <a:pt x="42" y="21"/>
                  </a:cubicBezTo>
                  <a:cubicBezTo>
                    <a:pt x="42" y="10"/>
                    <a:pt x="32" y="0"/>
                    <a:pt x="21" y="0"/>
                  </a:cubicBezTo>
                  <a:cubicBezTo>
                    <a:pt x="9" y="0"/>
                    <a:pt x="0" y="10"/>
                    <a:pt x="0" y="21"/>
                  </a:cubicBezTo>
                  <a:cubicBezTo>
                    <a:pt x="0" y="33"/>
                    <a:pt x="9" y="42"/>
                    <a:pt x="21" y="42"/>
                  </a:cubicBezTo>
                  <a:close/>
                  <a:moveTo>
                    <a:pt x="21" y="8"/>
                  </a:moveTo>
                  <a:cubicBezTo>
                    <a:pt x="28" y="8"/>
                    <a:pt x="34" y="14"/>
                    <a:pt x="34" y="22"/>
                  </a:cubicBezTo>
                  <a:cubicBezTo>
                    <a:pt x="34" y="29"/>
                    <a:pt x="28" y="35"/>
                    <a:pt x="21" y="35"/>
                  </a:cubicBezTo>
                  <a:cubicBezTo>
                    <a:pt x="13" y="35"/>
                    <a:pt x="7" y="29"/>
                    <a:pt x="7" y="22"/>
                  </a:cubicBezTo>
                  <a:cubicBezTo>
                    <a:pt x="7" y="14"/>
                    <a:pt x="13" y="8"/>
                    <a:pt x="2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 name="Freeform 424"/>
            <p:cNvSpPr>
              <a:spLocks/>
            </p:cNvSpPr>
            <p:nvPr/>
          </p:nvSpPr>
          <p:spPr bwMode="auto">
            <a:xfrm>
              <a:off x="11610975" y="963613"/>
              <a:ext cx="69850" cy="61913"/>
            </a:xfrm>
            <a:custGeom>
              <a:avLst/>
              <a:gdLst>
                <a:gd name="T0" fmla="*/ 38 w 47"/>
                <a:gd name="T1" fmla="*/ 16 h 42"/>
                <a:gd name="T2" fmla="*/ 21 w 47"/>
                <a:gd name="T3" fmla="*/ 33 h 42"/>
                <a:gd name="T4" fmla="*/ 7 w 47"/>
                <a:gd name="T5" fmla="*/ 25 h 42"/>
                <a:gd name="T6" fmla="*/ 0 w 47"/>
                <a:gd name="T7" fmla="*/ 30 h 42"/>
                <a:gd name="T8" fmla="*/ 21 w 47"/>
                <a:gd name="T9" fmla="*/ 42 h 42"/>
                <a:gd name="T10" fmla="*/ 47 w 47"/>
                <a:gd name="T11" fmla="*/ 16 h 42"/>
                <a:gd name="T12" fmla="*/ 42 w 47"/>
                <a:gd name="T13" fmla="*/ 0 h 42"/>
                <a:gd name="T14" fmla="*/ 34 w 47"/>
                <a:gd name="T15" fmla="*/ 6 h 42"/>
                <a:gd name="T16" fmla="*/ 38 w 47"/>
                <a:gd name="T17" fmla="*/ 1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42">
                  <a:moveTo>
                    <a:pt x="38" y="16"/>
                  </a:moveTo>
                  <a:cubicBezTo>
                    <a:pt x="38" y="26"/>
                    <a:pt x="30" y="33"/>
                    <a:pt x="21" y="33"/>
                  </a:cubicBezTo>
                  <a:cubicBezTo>
                    <a:pt x="15" y="33"/>
                    <a:pt x="10" y="30"/>
                    <a:pt x="7" y="25"/>
                  </a:cubicBezTo>
                  <a:cubicBezTo>
                    <a:pt x="0" y="30"/>
                    <a:pt x="0" y="30"/>
                    <a:pt x="0" y="30"/>
                  </a:cubicBezTo>
                  <a:cubicBezTo>
                    <a:pt x="4" y="37"/>
                    <a:pt x="12" y="42"/>
                    <a:pt x="21" y="42"/>
                  </a:cubicBezTo>
                  <a:cubicBezTo>
                    <a:pt x="35" y="42"/>
                    <a:pt x="47" y="30"/>
                    <a:pt x="47" y="16"/>
                  </a:cubicBezTo>
                  <a:cubicBezTo>
                    <a:pt x="47" y="10"/>
                    <a:pt x="45" y="4"/>
                    <a:pt x="42" y="0"/>
                  </a:cubicBezTo>
                  <a:cubicBezTo>
                    <a:pt x="34" y="6"/>
                    <a:pt x="34" y="6"/>
                    <a:pt x="34" y="6"/>
                  </a:cubicBezTo>
                  <a:cubicBezTo>
                    <a:pt x="36" y="8"/>
                    <a:pt x="38" y="12"/>
                    <a:pt x="3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 name="Freeform 425"/>
            <p:cNvSpPr>
              <a:spLocks/>
            </p:cNvSpPr>
            <p:nvPr/>
          </p:nvSpPr>
          <p:spPr bwMode="auto">
            <a:xfrm>
              <a:off x="11199813" y="806451"/>
              <a:ext cx="565150" cy="431800"/>
            </a:xfrm>
            <a:custGeom>
              <a:avLst/>
              <a:gdLst>
                <a:gd name="T0" fmla="*/ 11 w 378"/>
                <a:gd name="T1" fmla="*/ 276 h 289"/>
                <a:gd name="T2" fmla="*/ 37 w 378"/>
                <a:gd name="T3" fmla="*/ 289 h 289"/>
                <a:gd name="T4" fmla="*/ 55 w 378"/>
                <a:gd name="T5" fmla="*/ 283 h 289"/>
                <a:gd name="T6" fmla="*/ 361 w 378"/>
                <a:gd name="T7" fmla="*/ 62 h 289"/>
                <a:gd name="T8" fmla="*/ 368 w 378"/>
                <a:gd name="T9" fmla="*/ 17 h 289"/>
                <a:gd name="T10" fmla="*/ 323 w 378"/>
                <a:gd name="T11" fmla="*/ 10 h 289"/>
                <a:gd name="T12" fmla="*/ 18 w 378"/>
                <a:gd name="T13" fmla="*/ 231 h 289"/>
                <a:gd name="T14" fmla="*/ 11 w 378"/>
                <a:gd name="T15" fmla="*/ 276 h 2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8" h="289">
                  <a:moveTo>
                    <a:pt x="11" y="276"/>
                  </a:moveTo>
                  <a:cubicBezTo>
                    <a:pt x="17" y="285"/>
                    <a:pt x="27" y="289"/>
                    <a:pt x="37" y="289"/>
                  </a:cubicBezTo>
                  <a:cubicBezTo>
                    <a:pt x="43" y="289"/>
                    <a:pt x="50" y="287"/>
                    <a:pt x="55" y="283"/>
                  </a:cubicBezTo>
                  <a:cubicBezTo>
                    <a:pt x="361" y="62"/>
                    <a:pt x="361" y="62"/>
                    <a:pt x="361" y="62"/>
                  </a:cubicBezTo>
                  <a:cubicBezTo>
                    <a:pt x="375" y="51"/>
                    <a:pt x="378" y="31"/>
                    <a:pt x="368" y="17"/>
                  </a:cubicBezTo>
                  <a:cubicBezTo>
                    <a:pt x="357" y="3"/>
                    <a:pt x="337" y="0"/>
                    <a:pt x="323" y="10"/>
                  </a:cubicBezTo>
                  <a:cubicBezTo>
                    <a:pt x="18" y="231"/>
                    <a:pt x="18" y="231"/>
                    <a:pt x="18" y="231"/>
                  </a:cubicBezTo>
                  <a:cubicBezTo>
                    <a:pt x="3" y="242"/>
                    <a:pt x="0" y="262"/>
                    <a:pt x="11" y="2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87" name="组合 386"/>
          <p:cNvGrpSpPr/>
          <p:nvPr/>
        </p:nvGrpSpPr>
        <p:grpSpPr>
          <a:xfrm>
            <a:off x="9183688" y="773113"/>
            <a:ext cx="1581150" cy="1409701"/>
            <a:chOff x="9183688" y="773113"/>
            <a:chExt cx="1581150" cy="1409701"/>
          </a:xfrm>
          <a:solidFill>
            <a:schemeClr val="tx1">
              <a:lumMod val="65000"/>
              <a:lumOff val="35000"/>
            </a:schemeClr>
          </a:solidFill>
        </p:grpSpPr>
        <p:sp>
          <p:nvSpPr>
            <p:cNvPr id="388" name="Freeform 426"/>
            <p:cNvSpPr>
              <a:spLocks/>
            </p:cNvSpPr>
            <p:nvPr/>
          </p:nvSpPr>
          <p:spPr bwMode="auto">
            <a:xfrm>
              <a:off x="9932988" y="1246188"/>
              <a:ext cx="77788" cy="63500"/>
            </a:xfrm>
            <a:custGeom>
              <a:avLst/>
              <a:gdLst>
                <a:gd name="T0" fmla="*/ 8 w 52"/>
                <a:gd name="T1" fmla="*/ 28 h 42"/>
                <a:gd name="T2" fmla="*/ 26 w 52"/>
                <a:gd name="T3" fmla="*/ 10 h 42"/>
                <a:gd name="T4" fmla="*/ 44 w 52"/>
                <a:gd name="T5" fmla="*/ 28 h 42"/>
                <a:gd name="T6" fmla="*/ 40 w 52"/>
                <a:gd name="T7" fmla="*/ 40 h 42"/>
                <a:gd name="T8" fmla="*/ 47 w 52"/>
                <a:gd name="T9" fmla="*/ 42 h 42"/>
                <a:gd name="T10" fmla="*/ 52 w 52"/>
                <a:gd name="T11" fmla="*/ 26 h 42"/>
                <a:gd name="T12" fmla="*/ 26 w 52"/>
                <a:gd name="T13" fmla="*/ 0 h 42"/>
                <a:gd name="T14" fmla="*/ 0 w 52"/>
                <a:gd name="T15" fmla="*/ 26 h 42"/>
                <a:gd name="T16" fmla="*/ 0 w 52"/>
                <a:gd name="T17" fmla="*/ 31 h 42"/>
                <a:gd name="T18" fmla="*/ 8 w 52"/>
                <a:gd name="T19" fmla="*/ 32 h 42"/>
                <a:gd name="T20" fmla="*/ 8 w 52"/>
                <a:gd name="T21" fmla="*/ 2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42">
                  <a:moveTo>
                    <a:pt x="8" y="28"/>
                  </a:moveTo>
                  <a:cubicBezTo>
                    <a:pt x="8" y="19"/>
                    <a:pt x="16" y="10"/>
                    <a:pt x="26" y="10"/>
                  </a:cubicBezTo>
                  <a:cubicBezTo>
                    <a:pt x="36" y="10"/>
                    <a:pt x="44" y="19"/>
                    <a:pt x="44" y="28"/>
                  </a:cubicBezTo>
                  <a:cubicBezTo>
                    <a:pt x="44" y="33"/>
                    <a:pt x="42" y="37"/>
                    <a:pt x="40" y="40"/>
                  </a:cubicBezTo>
                  <a:cubicBezTo>
                    <a:pt x="47" y="42"/>
                    <a:pt x="47" y="42"/>
                    <a:pt x="47" y="42"/>
                  </a:cubicBezTo>
                  <a:cubicBezTo>
                    <a:pt x="50" y="38"/>
                    <a:pt x="52" y="32"/>
                    <a:pt x="52" y="26"/>
                  </a:cubicBezTo>
                  <a:cubicBezTo>
                    <a:pt x="52" y="12"/>
                    <a:pt x="40" y="0"/>
                    <a:pt x="26" y="0"/>
                  </a:cubicBezTo>
                  <a:cubicBezTo>
                    <a:pt x="12" y="0"/>
                    <a:pt x="0" y="12"/>
                    <a:pt x="0" y="26"/>
                  </a:cubicBezTo>
                  <a:cubicBezTo>
                    <a:pt x="0" y="28"/>
                    <a:pt x="0" y="30"/>
                    <a:pt x="0" y="31"/>
                  </a:cubicBezTo>
                  <a:cubicBezTo>
                    <a:pt x="3" y="31"/>
                    <a:pt x="6" y="31"/>
                    <a:pt x="8" y="32"/>
                  </a:cubicBezTo>
                  <a:cubicBezTo>
                    <a:pt x="8" y="31"/>
                    <a:pt x="8" y="30"/>
                    <a:pt x="8"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 name="Freeform 427"/>
            <p:cNvSpPr>
              <a:spLocks noEditPoints="1"/>
            </p:cNvSpPr>
            <p:nvPr/>
          </p:nvSpPr>
          <p:spPr bwMode="auto">
            <a:xfrm>
              <a:off x="9972675" y="1176338"/>
              <a:ext cx="68263" cy="68263"/>
            </a:xfrm>
            <a:custGeom>
              <a:avLst/>
              <a:gdLst>
                <a:gd name="T0" fmla="*/ 0 w 46"/>
                <a:gd name="T1" fmla="*/ 23 h 46"/>
                <a:gd name="T2" fmla="*/ 23 w 46"/>
                <a:gd name="T3" fmla="*/ 46 h 46"/>
                <a:gd name="T4" fmla="*/ 46 w 46"/>
                <a:gd name="T5" fmla="*/ 23 h 46"/>
                <a:gd name="T6" fmla="*/ 23 w 46"/>
                <a:gd name="T7" fmla="*/ 0 h 46"/>
                <a:gd name="T8" fmla="*/ 0 w 46"/>
                <a:gd name="T9" fmla="*/ 23 h 46"/>
                <a:gd name="T10" fmla="*/ 39 w 46"/>
                <a:gd name="T11" fmla="*/ 25 h 46"/>
                <a:gd name="T12" fmla="*/ 23 w 46"/>
                <a:gd name="T13" fmla="*/ 41 h 46"/>
                <a:gd name="T14" fmla="*/ 7 w 46"/>
                <a:gd name="T15" fmla="*/ 25 h 46"/>
                <a:gd name="T16" fmla="*/ 23 w 46"/>
                <a:gd name="T17" fmla="*/ 9 h 46"/>
                <a:gd name="T18" fmla="*/ 39 w 46"/>
                <a:gd name="T19" fmla="*/ 2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46">
                  <a:moveTo>
                    <a:pt x="0" y="23"/>
                  </a:moveTo>
                  <a:cubicBezTo>
                    <a:pt x="0" y="36"/>
                    <a:pt x="10" y="46"/>
                    <a:pt x="23" y="46"/>
                  </a:cubicBezTo>
                  <a:cubicBezTo>
                    <a:pt x="36" y="46"/>
                    <a:pt x="46" y="36"/>
                    <a:pt x="46" y="23"/>
                  </a:cubicBezTo>
                  <a:cubicBezTo>
                    <a:pt x="46" y="11"/>
                    <a:pt x="36" y="0"/>
                    <a:pt x="23" y="0"/>
                  </a:cubicBezTo>
                  <a:cubicBezTo>
                    <a:pt x="10" y="0"/>
                    <a:pt x="0" y="11"/>
                    <a:pt x="0" y="23"/>
                  </a:cubicBezTo>
                  <a:close/>
                  <a:moveTo>
                    <a:pt x="39" y="25"/>
                  </a:moveTo>
                  <a:cubicBezTo>
                    <a:pt x="39" y="34"/>
                    <a:pt x="32" y="41"/>
                    <a:pt x="23" y="41"/>
                  </a:cubicBezTo>
                  <a:cubicBezTo>
                    <a:pt x="14" y="41"/>
                    <a:pt x="7" y="34"/>
                    <a:pt x="7" y="25"/>
                  </a:cubicBezTo>
                  <a:cubicBezTo>
                    <a:pt x="7" y="16"/>
                    <a:pt x="14" y="9"/>
                    <a:pt x="23" y="9"/>
                  </a:cubicBezTo>
                  <a:cubicBezTo>
                    <a:pt x="32" y="9"/>
                    <a:pt x="39" y="16"/>
                    <a:pt x="39"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 name="Freeform 428"/>
            <p:cNvSpPr>
              <a:spLocks/>
            </p:cNvSpPr>
            <p:nvPr/>
          </p:nvSpPr>
          <p:spPr bwMode="auto">
            <a:xfrm>
              <a:off x="10074275" y="1276351"/>
              <a:ext cx="215900" cy="109538"/>
            </a:xfrm>
            <a:custGeom>
              <a:avLst/>
              <a:gdLst>
                <a:gd name="T0" fmla="*/ 135 w 145"/>
                <a:gd name="T1" fmla="*/ 53 h 73"/>
                <a:gd name="T2" fmla="*/ 10 w 145"/>
                <a:gd name="T3" fmla="*/ 27 h 73"/>
                <a:gd name="T4" fmla="*/ 0 w 145"/>
                <a:gd name="T5" fmla="*/ 35 h 73"/>
                <a:gd name="T6" fmla="*/ 145 w 145"/>
                <a:gd name="T7" fmla="*/ 73 h 73"/>
                <a:gd name="T8" fmla="*/ 135 w 145"/>
                <a:gd name="T9" fmla="*/ 53 h 73"/>
              </a:gdLst>
              <a:ahLst/>
              <a:cxnLst>
                <a:cxn ang="0">
                  <a:pos x="T0" y="T1"/>
                </a:cxn>
                <a:cxn ang="0">
                  <a:pos x="T2" y="T3"/>
                </a:cxn>
                <a:cxn ang="0">
                  <a:pos x="T4" y="T5"/>
                </a:cxn>
                <a:cxn ang="0">
                  <a:pos x="T6" y="T7"/>
                </a:cxn>
                <a:cxn ang="0">
                  <a:pos x="T8" y="T9"/>
                </a:cxn>
              </a:cxnLst>
              <a:rect l="0" t="0" r="r" b="b"/>
              <a:pathLst>
                <a:path w="145" h="73">
                  <a:moveTo>
                    <a:pt x="135" y="53"/>
                  </a:moveTo>
                  <a:cubicBezTo>
                    <a:pt x="108" y="11"/>
                    <a:pt x="52" y="0"/>
                    <a:pt x="10" y="27"/>
                  </a:cubicBezTo>
                  <a:cubicBezTo>
                    <a:pt x="7" y="30"/>
                    <a:pt x="3" y="32"/>
                    <a:pt x="0" y="35"/>
                  </a:cubicBezTo>
                  <a:cubicBezTo>
                    <a:pt x="145" y="73"/>
                    <a:pt x="145" y="73"/>
                    <a:pt x="145" y="73"/>
                  </a:cubicBezTo>
                  <a:cubicBezTo>
                    <a:pt x="142" y="66"/>
                    <a:pt x="139" y="59"/>
                    <a:pt x="135"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 name="Freeform 429"/>
            <p:cNvSpPr>
              <a:spLocks/>
            </p:cNvSpPr>
            <p:nvPr/>
          </p:nvSpPr>
          <p:spPr bwMode="auto">
            <a:xfrm>
              <a:off x="10029825" y="1443038"/>
              <a:ext cx="242888" cy="139700"/>
            </a:xfrm>
            <a:custGeom>
              <a:avLst/>
              <a:gdLst>
                <a:gd name="T0" fmla="*/ 15 w 163"/>
                <a:gd name="T1" fmla="*/ 40 h 93"/>
                <a:gd name="T2" fmla="*/ 139 w 163"/>
                <a:gd name="T3" fmla="*/ 65 h 93"/>
                <a:gd name="T4" fmla="*/ 163 w 163"/>
                <a:gd name="T5" fmla="*/ 43 h 93"/>
                <a:gd name="T6" fmla="*/ 0 w 163"/>
                <a:gd name="T7" fmla="*/ 0 h 93"/>
                <a:gd name="T8" fmla="*/ 15 w 163"/>
                <a:gd name="T9" fmla="*/ 40 h 93"/>
              </a:gdLst>
              <a:ahLst/>
              <a:cxnLst>
                <a:cxn ang="0">
                  <a:pos x="T0" y="T1"/>
                </a:cxn>
                <a:cxn ang="0">
                  <a:pos x="T2" y="T3"/>
                </a:cxn>
                <a:cxn ang="0">
                  <a:pos x="T4" y="T5"/>
                </a:cxn>
                <a:cxn ang="0">
                  <a:pos x="T6" y="T7"/>
                </a:cxn>
                <a:cxn ang="0">
                  <a:pos x="T8" y="T9"/>
                </a:cxn>
              </a:cxnLst>
              <a:rect l="0" t="0" r="r" b="b"/>
              <a:pathLst>
                <a:path w="163" h="93">
                  <a:moveTo>
                    <a:pt x="15" y="40"/>
                  </a:moveTo>
                  <a:cubicBezTo>
                    <a:pt x="42" y="81"/>
                    <a:pt x="98" y="93"/>
                    <a:pt x="139" y="65"/>
                  </a:cubicBezTo>
                  <a:cubicBezTo>
                    <a:pt x="149" y="59"/>
                    <a:pt x="157" y="52"/>
                    <a:pt x="163" y="43"/>
                  </a:cubicBezTo>
                  <a:cubicBezTo>
                    <a:pt x="0" y="0"/>
                    <a:pt x="0" y="0"/>
                    <a:pt x="0" y="0"/>
                  </a:cubicBezTo>
                  <a:cubicBezTo>
                    <a:pt x="2" y="14"/>
                    <a:pt x="7" y="28"/>
                    <a:pt x="15"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 name="Freeform 430"/>
            <p:cNvSpPr>
              <a:spLocks/>
            </p:cNvSpPr>
            <p:nvPr/>
          </p:nvSpPr>
          <p:spPr bwMode="auto">
            <a:xfrm>
              <a:off x="10229850" y="1358901"/>
              <a:ext cx="534988" cy="823913"/>
            </a:xfrm>
            <a:custGeom>
              <a:avLst/>
              <a:gdLst>
                <a:gd name="T0" fmla="*/ 162 w 359"/>
                <a:gd name="T1" fmla="*/ 62 h 552"/>
                <a:gd name="T2" fmla="*/ 167 w 359"/>
                <a:gd name="T3" fmla="*/ 94 h 552"/>
                <a:gd name="T4" fmla="*/ 127 w 359"/>
                <a:gd name="T5" fmla="*/ 124 h 552"/>
                <a:gd name="T6" fmla="*/ 116 w 359"/>
                <a:gd name="T7" fmla="*/ 123 h 552"/>
                <a:gd name="T8" fmla="*/ 69 w 359"/>
                <a:gd name="T9" fmla="*/ 110 h 552"/>
                <a:gd name="T10" fmla="*/ 89 w 359"/>
                <a:gd name="T11" fmla="*/ 135 h 552"/>
                <a:gd name="T12" fmla="*/ 184 w 359"/>
                <a:gd name="T13" fmla="*/ 238 h 552"/>
                <a:gd name="T14" fmla="*/ 48 w 359"/>
                <a:gd name="T15" fmla="*/ 250 h 552"/>
                <a:gd name="T16" fmla="*/ 10 w 359"/>
                <a:gd name="T17" fmla="*/ 273 h 552"/>
                <a:gd name="T18" fmla="*/ 6 w 359"/>
                <a:gd name="T19" fmla="*/ 318 h 552"/>
                <a:gd name="T20" fmla="*/ 89 w 359"/>
                <a:gd name="T21" fmla="*/ 521 h 552"/>
                <a:gd name="T22" fmla="*/ 135 w 359"/>
                <a:gd name="T23" fmla="*/ 552 h 552"/>
                <a:gd name="T24" fmla="*/ 154 w 359"/>
                <a:gd name="T25" fmla="*/ 549 h 552"/>
                <a:gd name="T26" fmla="*/ 182 w 359"/>
                <a:gd name="T27" fmla="*/ 484 h 552"/>
                <a:gd name="T28" fmla="*/ 124 w 359"/>
                <a:gd name="T29" fmla="*/ 343 h 552"/>
                <a:gd name="T30" fmla="*/ 258 w 359"/>
                <a:gd name="T31" fmla="*/ 332 h 552"/>
                <a:gd name="T32" fmla="*/ 271 w 359"/>
                <a:gd name="T33" fmla="*/ 330 h 552"/>
                <a:gd name="T34" fmla="*/ 292 w 359"/>
                <a:gd name="T35" fmla="*/ 319 h 552"/>
                <a:gd name="T36" fmla="*/ 295 w 359"/>
                <a:gd name="T37" fmla="*/ 317 h 552"/>
                <a:gd name="T38" fmla="*/ 334 w 359"/>
                <a:gd name="T39" fmla="*/ 207 h 552"/>
                <a:gd name="T40" fmla="*/ 192 w 359"/>
                <a:gd name="T41" fmla="*/ 34 h 552"/>
                <a:gd name="T42" fmla="*/ 76 w 359"/>
                <a:gd name="T43" fmla="*/ 27 h 552"/>
                <a:gd name="T44" fmla="*/ 137 w 359"/>
                <a:gd name="T45" fmla="*/ 43 h 552"/>
                <a:gd name="T46" fmla="*/ 162 w 359"/>
                <a:gd name="T47" fmla="*/ 62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59" h="552">
                  <a:moveTo>
                    <a:pt x="162" y="62"/>
                  </a:moveTo>
                  <a:cubicBezTo>
                    <a:pt x="168" y="72"/>
                    <a:pt x="169" y="83"/>
                    <a:pt x="167" y="94"/>
                  </a:cubicBezTo>
                  <a:cubicBezTo>
                    <a:pt x="162" y="112"/>
                    <a:pt x="145" y="124"/>
                    <a:pt x="127" y="124"/>
                  </a:cubicBezTo>
                  <a:cubicBezTo>
                    <a:pt x="123" y="124"/>
                    <a:pt x="120" y="124"/>
                    <a:pt x="116" y="123"/>
                  </a:cubicBezTo>
                  <a:cubicBezTo>
                    <a:pt x="69" y="110"/>
                    <a:pt x="69" y="110"/>
                    <a:pt x="69" y="110"/>
                  </a:cubicBezTo>
                  <a:cubicBezTo>
                    <a:pt x="74" y="120"/>
                    <a:pt x="81" y="128"/>
                    <a:pt x="89" y="135"/>
                  </a:cubicBezTo>
                  <a:cubicBezTo>
                    <a:pt x="117" y="163"/>
                    <a:pt x="154" y="198"/>
                    <a:pt x="184" y="238"/>
                  </a:cubicBezTo>
                  <a:cubicBezTo>
                    <a:pt x="48" y="250"/>
                    <a:pt x="48" y="250"/>
                    <a:pt x="48" y="250"/>
                  </a:cubicBezTo>
                  <a:cubicBezTo>
                    <a:pt x="32" y="251"/>
                    <a:pt x="18" y="260"/>
                    <a:pt x="10" y="273"/>
                  </a:cubicBezTo>
                  <a:cubicBezTo>
                    <a:pt x="1" y="287"/>
                    <a:pt x="0" y="304"/>
                    <a:pt x="6" y="318"/>
                  </a:cubicBezTo>
                  <a:cubicBezTo>
                    <a:pt x="89" y="521"/>
                    <a:pt x="89" y="521"/>
                    <a:pt x="89" y="521"/>
                  </a:cubicBezTo>
                  <a:cubicBezTo>
                    <a:pt x="97" y="541"/>
                    <a:pt x="116" y="552"/>
                    <a:pt x="135" y="552"/>
                  </a:cubicBezTo>
                  <a:cubicBezTo>
                    <a:pt x="142" y="552"/>
                    <a:pt x="148" y="551"/>
                    <a:pt x="154" y="549"/>
                  </a:cubicBezTo>
                  <a:cubicBezTo>
                    <a:pt x="180" y="538"/>
                    <a:pt x="192" y="509"/>
                    <a:pt x="182" y="484"/>
                  </a:cubicBezTo>
                  <a:cubicBezTo>
                    <a:pt x="124" y="343"/>
                    <a:pt x="124" y="343"/>
                    <a:pt x="124" y="343"/>
                  </a:cubicBezTo>
                  <a:cubicBezTo>
                    <a:pt x="258" y="332"/>
                    <a:pt x="258" y="332"/>
                    <a:pt x="258" y="332"/>
                  </a:cubicBezTo>
                  <a:cubicBezTo>
                    <a:pt x="263" y="332"/>
                    <a:pt x="267" y="331"/>
                    <a:pt x="271" y="330"/>
                  </a:cubicBezTo>
                  <a:cubicBezTo>
                    <a:pt x="279" y="328"/>
                    <a:pt x="286" y="324"/>
                    <a:pt x="292" y="319"/>
                  </a:cubicBezTo>
                  <a:cubicBezTo>
                    <a:pt x="293" y="318"/>
                    <a:pt x="294" y="318"/>
                    <a:pt x="295" y="317"/>
                  </a:cubicBezTo>
                  <a:cubicBezTo>
                    <a:pt x="326" y="298"/>
                    <a:pt x="359" y="268"/>
                    <a:pt x="334" y="207"/>
                  </a:cubicBezTo>
                  <a:cubicBezTo>
                    <a:pt x="293" y="127"/>
                    <a:pt x="260" y="87"/>
                    <a:pt x="192" y="34"/>
                  </a:cubicBezTo>
                  <a:cubicBezTo>
                    <a:pt x="148" y="0"/>
                    <a:pt x="102" y="6"/>
                    <a:pt x="76" y="27"/>
                  </a:cubicBezTo>
                  <a:cubicBezTo>
                    <a:pt x="137" y="43"/>
                    <a:pt x="137" y="43"/>
                    <a:pt x="137" y="43"/>
                  </a:cubicBezTo>
                  <a:cubicBezTo>
                    <a:pt x="148" y="46"/>
                    <a:pt x="157" y="53"/>
                    <a:pt x="162"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 name="Oval 431"/>
            <p:cNvSpPr>
              <a:spLocks noChangeArrowheads="1"/>
            </p:cNvSpPr>
            <p:nvPr/>
          </p:nvSpPr>
          <p:spPr bwMode="auto">
            <a:xfrm>
              <a:off x="9539288" y="773113"/>
              <a:ext cx="269875" cy="2698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 name="Freeform 432"/>
            <p:cNvSpPr>
              <a:spLocks/>
            </p:cNvSpPr>
            <p:nvPr/>
          </p:nvSpPr>
          <p:spPr bwMode="auto">
            <a:xfrm>
              <a:off x="9374188" y="1041401"/>
              <a:ext cx="334963" cy="1139825"/>
            </a:xfrm>
            <a:custGeom>
              <a:avLst/>
              <a:gdLst>
                <a:gd name="T0" fmla="*/ 66 w 224"/>
                <a:gd name="T1" fmla="*/ 366 h 764"/>
                <a:gd name="T2" fmla="*/ 58 w 224"/>
                <a:gd name="T3" fmla="*/ 696 h 764"/>
                <a:gd name="T4" fmla="*/ 88 w 224"/>
                <a:gd name="T5" fmla="*/ 760 h 764"/>
                <a:gd name="T6" fmla="*/ 105 w 224"/>
                <a:gd name="T7" fmla="*/ 764 h 764"/>
                <a:gd name="T8" fmla="*/ 152 w 224"/>
                <a:gd name="T9" fmla="*/ 731 h 764"/>
                <a:gd name="T10" fmla="*/ 153 w 224"/>
                <a:gd name="T11" fmla="*/ 309 h 764"/>
                <a:gd name="T12" fmla="*/ 159 w 224"/>
                <a:gd name="T13" fmla="*/ 183 h 764"/>
                <a:gd name="T14" fmla="*/ 85 w 224"/>
                <a:gd name="T15" fmla="*/ 111 h 764"/>
                <a:gd name="T16" fmla="*/ 73 w 224"/>
                <a:gd name="T17" fmla="*/ 82 h 764"/>
                <a:gd name="T18" fmla="*/ 85 w 224"/>
                <a:gd name="T19" fmla="*/ 52 h 764"/>
                <a:gd name="T20" fmla="*/ 114 w 224"/>
                <a:gd name="T21" fmla="*/ 40 h 764"/>
                <a:gd name="T22" fmla="*/ 143 w 224"/>
                <a:gd name="T23" fmla="*/ 52 h 764"/>
                <a:gd name="T24" fmla="*/ 178 w 224"/>
                <a:gd name="T25" fmla="*/ 86 h 764"/>
                <a:gd name="T26" fmla="*/ 136 w 224"/>
                <a:gd name="T27" fmla="*/ 8 h 764"/>
                <a:gd name="T28" fmla="*/ 33 w 224"/>
                <a:gd name="T29" fmla="*/ 77 h 764"/>
                <a:gd name="T30" fmla="*/ 10 w 224"/>
                <a:gd name="T31" fmla="*/ 299 h 764"/>
                <a:gd name="T32" fmla="*/ 66 w 224"/>
                <a:gd name="T33" fmla="*/ 366 h 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4" h="764">
                  <a:moveTo>
                    <a:pt x="66" y="366"/>
                  </a:moveTo>
                  <a:cubicBezTo>
                    <a:pt x="84" y="426"/>
                    <a:pt x="111" y="555"/>
                    <a:pt x="58" y="696"/>
                  </a:cubicBezTo>
                  <a:cubicBezTo>
                    <a:pt x="49" y="722"/>
                    <a:pt x="62" y="751"/>
                    <a:pt x="88" y="760"/>
                  </a:cubicBezTo>
                  <a:cubicBezTo>
                    <a:pt x="94" y="763"/>
                    <a:pt x="99" y="764"/>
                    <a:pt x="105" y="764"/>
                  </a:cubicBezTo>
                  <a:cubicBezTo>
                    <a:pt x="125" y="764"/>
                    <a:pt x="145" y="751"/>
                    <a:pt x="152" y="731"/>
                  </a:cubicBezTo>
                  <a:cubicBezTo>
                    <a:pt x="224" y="537"/>
                    <a:pt x="174" y="366"/>
                    <a:pt x="153" y="309"/>
                  </a:cubicBezTo>
                  <a:cubicBezTo>
                    <a:pt x="148" y="269"/>
                    <a:pt x="152" y="224"/>
                    <a:pt x="159" y="183"/>
                  </a:cubicBezTo>
                  <a:cubicBezTo>
                    <a:pt x="85" y="111"/>
                    <a:pt x="85" y="111"/>
                    <a:pt x="85" y="111"/>
                  </a:cubicBezTo>
                  <a:cubicBezTo>
                    <a:pt x="78" y="103"/>
                    <a:pt x="73" y="93"/>
                    <a:pt x="73" y="82"/>
                  </a:cubicBezTo>
                  <a:cubicBezTo>
                    <a:pt x="73" y="71"/>
                    <a:pt x="77" y="60"/>
                    <a:pt x="85" y="52"/>
                  </a:cubicBezTo>
                  <a:cubicBezTo>
                    <a:pt x="93" y="45"/>
                    <a:pt x="103" y="40"/>
                    <a:pt x="114" y="40"/>
                  </a:cubicBezTo>
                  <a:cubicBezTo>
                    <a:pt x="125" y="40"/>
                    <a:pt x="136" y="44"/>
                    <a:pt x="143" y="52"/>
                  </a:cubicBezTo>
                  <a:cubicBezTo>
                    <a:pt x="178" y="86"/>
                    <a:pt x="178" y="86"/>
                    <a:pt x="178" y="86"/>
                  </a:cubicBezTo>
                  <a:cubicBezTo>
                    <a:pt x="181" y="51"/>
                    <a:pt x="165" y="15"/>
                    <a:pt x="136" y="8"/>
                  </a:cubicBezTo>
                  <a:cubicBezTo>
                    <a:pt x="102" y="0"/>
                    <a:pt x="53" y="18"/>
                    <a:pt x="33" y="77"/>
                  </a:cubicBezTo>
                  <a:cubicBezTo>
                    <a:pt x="5" y="158"/>
                    <a:pt x="0" y="210"/>
                    <a:pt x="10" y="299"/>
                  </a:cubicBezTo>
                  <a:cubicBezTo>
                    <a:pt x="18" y="342"/>
                    <a:pt x="41" y="359"/>
                    <a:pt x="66" y="3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 name="Oval 433"/>
            <p:cNvSpPr>
              <a:spLocks noChangeArrowheads="1"/>
            </p:cNvSpPr>
            <p:nvPr/>
          </p:nvSpPr>
          <p:spPr bwMode="auto">
            <a:xfrm>
              <a:off x="10021888" y="1550988"/>
              <a:ext cx="31750" cy="317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 name="Oval 434"/>
            <p:cNvSpPr>
              <a:spLocks noChangeArrowheads="1"/>
            </p:cNvSpPr>
            <p:nvPr/>
          </p:nvSpPr>
          <p:spPr bwMode="auto">
            <a:xfrm>
              <a:off x="10071100" y="1560513"/>
              <a:ext cx="31750" cy="317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 name="Freeform 435"/>
            <p:cNvSpPr>
              <a:spLocks noEditPoints="1"/>
            </p:cNvSpPr>
            <p:nvPr/>
          </p:nvSpPr>
          <p:spPr bwMode="auto">
            <a:xfrm>
              <a:off x="9955213" y="1508126"/>
              <a:ext cx="49213" cy="49213"/>
            </a:xfrm>
            <a:custGeom>
              <a:avLst/>
              <a:gdLst>
                <a:gd name="T0" fmla="*/ 16 w 33"/>
                <a:gd name="T1" fmla="*/ 0 h 33"/>
                <a:gd name="T2" fmla="*/ 0 w 33"/>
                <a:gd name="T3" fmla="*/ 16 h 33"/>
                <a:gd name="T4" fmla="*/ 16 w 33"/>
                <a:gd name="T5" fmla="*/ 33 h 33"/>
                <a:gd name="T6" fmla="*/ 33 w 33"/>
                <a:gd name="T7" fmla="*/ 16 h 33"/>
                <a:gd name="T8" fmla="*/ 16 w 33"/>
                <a:gd name="T9" fmla="*/ 0 h 33"/>
                <a:gd name="T10" fmla="*/ 17 w 33"/>
                <a:gd name="T11" fmla="*/ 26 h 33"/>
                <a:gd name="T12" fmla="*/ 8 w 33"/>
                <a:gd name="T13" fmla="*/ 17 h 33"/>
                <a:gd name="T14" fmla="*/ 17 w 33"/>
                <a:gd name="T15" fmla="*/ 8 h 33"/>
                <a:gd name="T16" fmla="*/ 27 w 33"/>
                <a:gd name="T17" fmla="*/ 17 h 33"/>
                <a:gd name="T18" fmla="*/ 17 w 33"/>
                <a:gd name="T19" fmla="*/ 26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33">
                  <a:moveTo>
                    <a:pt x="16" y="0"/>
                  </a:moveTo>
                  <a:cubicBezTo>
                    <a:pt x="7" y="0"/>
                    <a:pt x="0" y="7"/>
                    <a:pt x="0" y="16"/>
                  </a:cubicBezTo>
                  <a:cubicBezTo>
                    <a:pt x="0" y="25"/>
                    <a:pt x="7" y="33"/>
                    <a:pt x="16" y="33"/>
                  </a:cubicBezTo>
                  <a:cubicBezTo>
                    <a:pt x="25" y="33"/>
                    <a:pt x="33" y="25"/>
                    <a:pt x="33" y="16"/>
                  </a:cubicBezTo>
                  <a:cubicBezTo>
                    <a:pt x="33" y="7"/>
                    <a:pt x="25" y="0"/>
                    <a:pt x="16" y="0"/>
                  </a:cubicBezTo>
                  <a:close/>
                  <a:moveTo>
                    <a:pt x="17" y="26"/>
                  </a:moveTo>
                  <a:cubicBezTo>
                    <a:pt x="12" y="26"/>
                    <a:pt x="8" y="22"/>
                    <a:pt x="8" y="17"/>
                  </a:cubicBezTo>
                  <a:cubicBezTo>
                    <a:pt x="8" y="12"/>
                    <a:pt x="12" y="8"/>
                    <a:pt x="17" y="8"/>
                  </a:cubicBezTo>
                  <a:cubicBezTo>
                    <a:pt x="23" y="8"/>
                    <a:pt x="27" y="12"/>
                    <a:pt x="27" y="17"/>
                  </a:cubicBezTo>
                  <a:cubicBezTo>
                    <a:pt x="27" y="22"/>
                    <a:pt x="23" y="26"/>
                    <a:pt x="17"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 name="Freeform 436"/>
            <p:cNvSpPr>
              <a:spLocks/>
            </p:cNvSpPr>
            <p:nvPr/>
          </p:nvSpPr>
          <p:spPr bwMode="auto">
            <a:xfrm>
              <a:off x="9928225" y="1433513"/>
              <a:ext cx="61913" cy="55563"/>
            </a:xfrm>
            <a:custGeom>
              <a:avLst/>
              <a:gdLst>
                <a:gd name="T0" fmla="*/ 34 w 42"/>
                <a:gd name="T1" fmla="*/ 17 h 37"/>
                <a:gd name="T2" fmla="*/ 20 w 42"/>
                <a:gd name="T3" fmla="*/ 31 h 37"/>
                <a:gd name="T4" fmla="*/ 7 w 42"/>
                <a:gd name="T5" fmla="*/ 17 h 37"/>
                <a:gd name="T6" fmla="*/ 9 w 42"/>
                <a:gd name="T7" fmla="*/ 11 h 37"/>
                <a:gd name="T8" fmla="*/ 6 w 42"/>
                <a:gd name="T9" fmla="*/ 11 h 37"/>
                <a:gd name="T10" fmla="*/ 0 w 42"/>
                <a:gd name="T11" fmla="*/ 11 h 37"/>
                <a:gd name="T12" fmla="*/ 0 w 42"/>
                <a:gd name="T13" fmla="*/ 16 h 37"/>
                <a:gd name="T14" fmla="*/ 21 w 42"/>
                <a:gd name="T15" fmla="*/ 37 h 37"/>
                <a:gd name="T16" fmla="*/ 42 w 42"/>
                <a:gd name="T17" fmla="*/ 16 h 37"/>
                <a:gd name="T18" fmla="*/ 34 w 42"/>
                <a:gd name="T19" fmla="*/ 0 h 37"/>
                <a:gd name="T20" fmla="*/ 27 w 42"/>
                <a:gd name="T21" fmla="*/ 5 h 37"/>
                <a:gd name="T22" fmla="*/ 34 w 42"/>
                <a:gd name="T23" fmla="*/ 1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37">
                  <a:moveTo>
                    <a:pt x="34" y="17"/>
                  </a:moveTo>
                  <a:cubicBezTo>
                    <a:pt x="34" y="25"/>
                    <a:pt x="28" y="31"/>
                    <a:pt x="20" y="31"/>
                  </a:cubicBezTo>
                  <a:cubicBezTo>
                    <a:pt x="13" y="31"/>
                    <a:pt x="7" y="25"/>
                    <a:pt x="7" y="17"/>
                  </a:cubicBezTo>
                  <a:cubicBezTo>
                    <a:pt x="7" y="15"/>
                    <a:pt x="8" y="13"/>
                    <a:pt x="9" y="11"/>
                  </a:cubicBezTo>
                  <a:cubicBezTo>
                    <a:pt x="8" y="11"/>
                    <a:pt x="7" y="11"/>
                    <a:pt x="6" y="11"/>
                  </a:cubicBezTo>
                  <a:cubicBezTo>
                    <a:pt x="4" y="11"/>
                    <a:pt x="2" y="11"/>
                    <a:pt x="0" y="11"/>
                  </a:cubicBezTo>
                  <a:cubicBezTo>
                    <a:pt x="0" y="12"/>
                    <a:pt x="0" y="14"/>
                    <a:pt x="0" y="16"/>
                  </a:cubicBezTo>
                  <a:cubicBezTo>
                    <a:pt x="0" y="28"/>
                    <a:pt x="9" y="37"/>
                    <a:pt x="21" y="37"/>
                  </a:cubicBezTo>
                  <a:cubicBezTo>
                    <a:pt x="32" y="37"/>
                    <a:pt x="42" y="28"/>
                    <a:pt x="42" y="16"/>
                  </a:cubicBezTo>
                  <a:cubicBezTo>
                    <a:pt x="42" y="10"/>
                    <a:pt x="38" y="4"/>
                    <a:pt x="34" y="0"/>
                  </a:cubicBezTo>
                  <a:cubicBezTo>
                    <a:pt x="32" y="2"/>
                    <a:pt x="29" y="4"/>
                    <a:pt x="27" y="5"/>
                  </a:cubicBezTo>
                  <a:cubicBezTo>
                    <a:pt x="31" y="8"/>
                    <a:pt x="34" y="12"/>
                    <a:pt x="34"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 name="Freeform 437"/>
            <p:cNvSpPr>
              <a:spLocks/>
            </p:cNvSpPr>
            <p:nvPr/>
          </p:nvSpPr>
          <p:spPr bwMode="auto">
            <a:xfrm>
              <a:off x="9491663" y="1109663"/>
              <a:ext cx="473075" cy="327025"/>
            </a:xfrm>
            <a:custGeom>
              <a:avLst/>
              <a:gdLst>
                <a:gd name="T0" fmla="*/ 13 w 317"/>
                <a:gd name="T1" fmla="*/ 13 h 219"/>
                <a:gd name="T2" fmla="*/ 13 w 317"/>
                <a:gd name="T3" fmla="*/ 58 h 219"/>
                <a:gd name="T4" fmla="*/ 129 w 317"/>
                <a:gd name="T5" fmla="*/ 172 h 219"/>
                <a:gd name="T6" fmla="*/ 143 w 317"/>
                <a:gd name="T7" fmla="*/ 180 h 219"/>
                <a:gd name="T8" fmla="*/ 290 w 317"/>
                <a:gd name="T9" fmla="*/ 218 h 219"/>
                <a:gd name="T10" fmla="*/ 298 w 317"/>
                <a:gd name="T11" fmla="*/ 219 h 219"/>
                <a:gd name="T12" fmla="*/ 317 w 317"/>
                <a:gd name="T13" fmla="*/ 213 h 219"/>
                <a:gd name="T14" fmla="*/ 283 w 317"/>
                <a:gd name="T15" fmla="*/ 204 h 219"/>
                <a:gd name="T16" fmla="*/ 258 w 317"/>
                <a:gd name="T17" fmla="*/ 185 h 219"/>
                <a:gd name="T18" fmla="*/ 254 w 317"/>
                <a:gd name="T19" fmla="*/ 154 h 219"/>
                <a:gd name="T20" fmla="*/ 258 w 317"/>
                <a:gd name="T21" fmla="*/ 144 h 219"/>
                <a:gd name="T22" fmla="*/ 168 w 317"/>
                <a:gd name="T23" fmla="*/ 121 h 219"/>
                <a:gd name="T24" fmla="*/ 58 w 317"/>
                <a:gd name="T25" fmla="*/ 13 h 219"/>
                <a:gd name="T26" fmla="*/ 13 w 317"/>
                <a:gd name="T27" fmla="*/ 13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17" h="219">
                  <a:moveTo>
                    <a:pt x="13" y="13"/>
                  </a:moveTo>
                  <a:cubicBezTo>
                    <a:pt x="0" y="25"/>
                    <a:pt x="0" y="46"/>
                    <a:pt x="13" y="58"/>
                  </a:cubicBezTo>
                  <a:cubicBezTo>
                    <a:pt x="129" y="172"/>
                    <a:pt x="129" y="172"/>
                    <a:pt x="129" y="172"/>
                  </a:cubicBezTo>
                  <a:cubicBezTo>
                    <a:pt x="133" y="176"/>
                    <a:pt x="138" y="179"/>
                    <a:pt x="143" y="180"/>
                  </a:cubicBezTo>
                  <a:cubicBezTo>
                    <a:pt x="290" y="218"/>
                    <a:pt x="290" y="218"/>
                    <a:pt x="290" y="218"/>
                  </a:cubicBezTo>
                  <a:cubicBezTo>
                    <a:pt x="293" y="218"/>
                    <a:pt x="295" y="219"/>
                    <a:pt x="298" y="219"/>
                  </a:cubicBezTo>
                  <a:cubicBezTo>
                    <a:pt x="305" y="219"/>
                    <a:pt x="311" y="217"/>
                    <a:pt x="317" y="213"/>
                  </a:cubicBezTo>
                  <a:cubicBezTo>
                    <a:pt x="283" y="204"/>
                    <a:pt x="283" y="204"/>
                    <a:pt x="283" y="204"/>
                  </a:cubicBezTo>
                  <a:cubicBezTo>
                    <a:pt x="273" y="201"/>
                    <a:pt x="264" y="194"/>
                    <a:pt x="258" y="185"/>
                  </a:cubicBezTo>
                  <a:cubicBezTo>
                    <a:pt x="253" y="175"/>
                    <a:pt x="251" y="164"/>
                    <a:pt x="254" y="154"/>
                  </a:cubicBezTo>
                  <a:cubicBezTo>
                    <a:pt x="255" y="150"/>
                    <a:pt x="256" y="147"/>
                    <a:pt x="258" y="144"/>
                  </a:cubicBezTo>
                  <a:cubicBezTo>
                    <a:pt x="168" y="121"/>
                    <a:pt x="168" y="121"/>
                    <a:pt x="168" y="121"/>
                  </a:cubicBezTo>
                  <a:cubicBezTo>
                    <a:pt x="58" y="13"/>
                    <a:pt x="58" y="13"/>
                    <a:pt x="58" y="13"/>
                  </a:cubicBezTo>
                  <a:cubicBezTo>
                    <a:pt x="45" y="0"/>
                    <a:pt x="25" y="0"/>
                    <a:pt x="13"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 name="Freeform 438"/>
            <p:cNvSpPr>
              <a:spLocks/>
            </p:cNvSpPr>
            <p:nvPr/>
          </p:nvSpPr>
          <p:spPr bwMode="auto">
            <a:xfrm>
              <a:off x="9877425" y="1301751"/>
              <a:ext cx="593725" cy="228600"/>
            </a:xfrm>
            <a:custGeom>
              <a:avLst/>
              <a:gdLst>
                <a:gd name="T0" fmla="*/ 5 w 398"/>
                <a:gd name="T1" fmla="*/ 27 h 153"/>
                <a:gd name="T2" fmla="*/ 28 w 398"/>
                <a:gd name="T3" fmla="*/ 66 h 153"/>
                <a:gd name="T4" fmla="*/ 355 w 398"/>
                <a:gd name="T5" fmla="*/ 152 h 153"/>
                <a:gd name="T6" fmla="*/ 363 w 398"/>
                <a:gd name="T7" fmla="*/ 153 h 153"/>
                <a:gd name="T8" fmla="*/ 394 w 398"/>
                <a:gd name="T9" fmla="*/ 129 h 153"/>
                <a:gd name="T10" fmla="*/ 371 w 398"/>
                <a:gd name="T11" fmla="*/ 90 h 153"/>
                <a:gd name="T12" fmla="*/ 44 w 398"/>
                <a:gd name="T13" fmla="*/ 4 h 153"/>
                <a:gd name="T14" fmla="*/ 5 w 398"/>
                <a:gd name="T15" fmla="*/ 27 h 1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8" h="153">
                  <a:moveTo>
                    <a:pt x="5" y="27"/>
                  </a:moveTo>
                  <a:cubicBezTo>
                    <a:pt x="0" y="44"/>
                    <a:pt x="11" y="62"/>
                    <a:pt x="28" y="66"/>
                  </a:cubicBezTo>
                  <a:cubicBezTo>
                    <a:pt x="355" y="152"/>
                    <a:pt x="355" y="152"/>
                    <a:pt x="355" y="152"/>
                  </a:cubicBezTo>
                  <a:cubicBezTo>
                    <a:pt x="357" y="153"/>
                    <a:pt x="360" y="153"/>
                    <a:pt x="363" y="153"/>
                  </a:cubicBezTo>
                  <a:cubicBezTo>
                    <a:pt x="377" y="153"/>
                    <a:pt x="390" y="144"/>
                    <a:pt x="394" y="129"/>
                  </a:cubicBezTo>
                  <a:cubicBezTo>
                    <a:pt x="398" y="112"/>
                    <a:pt x="388" y="95"/>
                    <a:pt x="371" y="90"/>
                  </a:cubicBezTo>
                  <a:cubicBezTo>
                    <a:pt x="44" y="4"/>
                    <a:pt x="44" y="4"/>
                    <a:pt x="44" y="4"/>
                  </a:cubicBezTo>
                  <a:cubicBezTo>
                    <a:pt x="27" y="0"/>
                    <a:pt x="9" y="10"/>
                    <a:pt x="5"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 name="Rectangle 439"/>
            <p:cNvSpPr>
              <a:spLocks noChangeArrowheads="1"/>
            </p:cNvSpPr>
            <p:nvPr/>
          </p:nvSpPr>
          <p:spPr bwMode="auto">
            <a:xfrm>
              <a:off x="9686925" y="1154113"/>
              <a:ext cx="77788"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 name="Rectangle 440"/>
            <p:cNvSpPr>
              <a:spLocks noChangeArrowheads="1"/>
            </p:cNvSpPr>
            <p:nvPr/>
          </p:nvSpPr>
          <p:spPr bwMode="auto">
            <a:xfrm>
              <a:off x="9296400" y="1154113"/>
              <a:ext cx="77788"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 name="Rectangle 441"/>
            <p:cNvSpPr>
              <a:spLocks noChangeArrowheads="1"/>
            </p:cNvSpPr>
            <p:nvPr/>
          </p:nvSpPr>
          <p:spPr bwMode="auto">
            <a:xfrm>
              <a:off x="9183688" y="1154113"/>
              <a:ext cx="76200"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 name="Rectangle 443"/>
            <p:cNvSpPr>
              <a:spLocks noChangeArrowheads="1"/>
            </p:cNvSpPr>
            <p:nvPr/>
          </p:nvSpPr>
          <p:spPr bwMode="auto">
            <a:xfrm>
              <a:off x="10444163" y="1154113"/>
              <a:ext cx="77788"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 name="Rectangle 444"/>
            <p:cNvSpPr>
              <a:spLocks noChangeArrowheads="1"/>
            </p:cNvSpPr>
            <p:nvPr/>
          </p:nvSpPr>
          <p:spPr bwMode="auto">
            <a:xfrm>
              <a:off x="10550525" y="1154113"/>
              <a:ext cx="192088"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 name="Rectangle 445"/>
            <p:cNvSpPr>
              <a:spLocks noChangeArrowheads="1"/>
            </p:cNvSpPr>
            <p:nvPr/>
          </p:nvSpPr>
          <p:spPr bwMode="auto">
            <a:xfrm>
              <a:off x="10312400" y="1154113"/>
              <a:ext cx="920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 name="Freeform 446"/>
            <p:cNvSpPr>
              <a:spLocks noEditPoints="1"/>
            </p:cNvSpPr>
            <p:nvPr/>
          </p:nvSpPr>
          <p:spPr bwMode="auto">
            <a:xfrm>
              <a:off x="9802813" y="1154113"/>
              <a:ext cx="180975" cy="77788"/>
            </a:xfrm>
            <a:custGeom>
              <a:avLst/>
              <a:gdLst>
                <a:gd name="T0" fmla="*/ 23 w 121"/>
                <a:gd name="T1" fmla="*/ 0 h 52"/>
                <a:gd name="T2" fmla="*/ 0 w 121"/>
                <a:gd name="T3" fmla="*/ 0 h 52"/>
                <a:gd name="T4" fmla="*/ 0 w 121"/>
                <a:gd name="T5" fmla="*/ 10 h 52"/>
                <a:gd name="T6" fmla="*/ 36 w 121"/>
                <a:gd name="T7" fmla="*/ 10 h 52"/>
                <a:gd name="T8" fmla="*/ 35 w 121"/>
                <a:gd name="T9" fmla="*/ 15 h 52"/>
                <a:gd name="T10" fmla="*/ 72 w 121"/>
                <a:gd name="T11" fmla="*/ 52 h 52"/>
                <a:gd name="T12" fmla="*/ 109 w 121"/>
                <a:gd name="T13" fmla="*/ 15 h 52"/>
                <a:gd name="T14" fmla="*/ 109 w 121"/>
                <a:gd name="T15" fmla="*/ 10 h 52"/>
                <a:gd name="T16" fmla="*/ 121 w 121"/>
                <a:gd name="T17" fmla="*/ 10 h 52"/>
                <a:gd name="T18" fmla="*/ 121 w 121"/>
                <a:gd name="T19" fmla="*/ 5 h 52"/>
                <a:gd name="T20" fmla="*/ 121 w 121"/>
                <a:gd name="T21" fmla="*/ 0 h 52"/>
                <a:gd name="T22" fmla="*/ 23 w 121"/>
                <a:gd name="T23" fmla="*/ 0 h 52"/>
                <a:gd name="T24" fmla="*/ 98 w 121"/>
                <a:gd name="T25" fmla="*/ 17 h 52"/>
                <a:gd name="T26" fmla="*/ 72 w 121"/>
                <a:gd name="T27" fmla="*/ 43 h 52"/>
                <a:gd name="T28" fmla="*/ 47 w 121"/>
                <a:gd name="T29" fmla="*/ 17 h 52"/>
                <a:gd name="T30" fmla="*/ 48 w 121"/>
                <a:gd name="T31" fmla="*/ 10 h 52"/>
                <a:gd name="T32" fmla="*/ 97 w 121"/>
                <a:gd name="T33" fmla="*/ 10 h 52"/>
                <a:gd name="T34" fmla="*/ 98 w 121"/>
                <a:gd name="T35" fmla="*/ 1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1" h="52">
                  <a:moveTo>
                    <a:pt x="23" y="0"/>
                  </a:moveTo>
                  <a:cubicBezTo>
                    <a:pt x="0" y="0"/>
                    <a:pt x="0" y="0"/>
                    <a:pt x="0" y="0"/>
                  </a:cubicBezTo>
                  <a:cubicBezTo>
                    <a:pt x="0" y="10"/>
                    <a:pt x="0" y="10"/>
                    <a:pt x="0" y="10"/>
                  </a:cubicBezTo>
                  <a:cubicBezTo>
                    <a:pt x="36" y="10"/>
                    <a:pt x="36" y="10"/>
                    <a:pt x="36" y="10"/>
                  </a:cubicBezTo>
                  <a:cubicBezTo>
                    <a:pt x="35" y="11"/>
                    <a:pt x="35" y="13"/>
                    <a:pt x="35" y="15"/>
                  </a:cubicBezTo>
                  <a:cubicBezTo>
                    <a:pt x="35" y="35"/>
                    <a:pt x="52" y="52"/>
                    <a:pt x="72" y="52"/>
                  </a:cubicBezTo>
                  <a:cubicBezTo>
                    <a:pt x="93" y="52"/>
                    <a:pt x="109" y="35"/>
                    <a:pt x="109" y="15"/>
                  </a:cubicBezTo>
                  <a:cubicBezTo>
                    <a:pt x="109" y="13"/>
                    <a:pt x="109" y="11"/>
                    <a:pt x="109" y="10"/>
                  </a:cubicBezTo>
                  <a:cubicBezTo>
                    <a:pt x="121" y="10"/>
                    <a:pt x="121" y="10"/>
                    <a:pt x="121" y="10"/>
                  </a:cubicBezTo>
                  <a:cubicBezTo>
                    <a:pt x="121" y="5"/>
                    <a:pt x="121" y="5"/>
                    <a:pt x="121" y="5"/>
                  </a:cubicBezTo>
                  <a:cubicBezTo>
                    <a:pt x="121" y="0"/>
                    <a:pt x="121" y="0"/>
                    <a:pt x="121" y="0"/>
                  </a:cubicBezTo>
                  <a:lnTo>
                    <a:pt x="23" y="0"/>
                  </a:lnTo>
                  <a:close/>
                  <a:moveTo>
                    <a:pt x="98" y="17"/>
                  </a:moveTo>
                  <a:cubicBezTo>
                    <a:pt x="98" y="32"/>
                    <a:pt x="86" y="43"/>
                    <a:pt x="72" y="43"/>
                  </a:cubicBezTo>
                  <a:cubicBezTo>
                    <a:pt x="58" y="43"/>
                    <a:pt x="47" y="32"/>
                    <a:pt x="47" y="17"/>
                  </a:cubicBezTo>
                  <a:cubicBezTo>
                    <a:pt x="47" y="15"/>
                    <a:pt x="47" y="12"/>
                    <a:pt x="48" y="10"/>
                  </a:cubicBezTo>
                  <a:cubicBezTo>
                    <a:pt x="97" y="10"/>
                    <a:pt x="97" y="10"/>
                    <a:pt x="97" y="10"/>
                  </a:cubicBezTo>
                  <a:cubicBezTo>
                    <a:pt x="98" y="12"/>
                    <a:pt x="98" y="15"/>
                    <a:pt x="98"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 name="Freeform 447"/>
            <p:cNvSpPr>
              <a:spLocks/>
            </p:cNvSpPr>
            <p:nvPr/>
          </p:nvSpPr>
          <p:spPr bwMode="auto">
            <a:xfrm>
              <a:off x="10015538" y="1154113"/>
              <a:ext cx="261938" cy="14288"/>
            </a:xfrm>
            <a:custGeom>
              <a:avLst/>
              <a:gdLst>
                <a:gd name="T0" fmla="*/ 0 w 165"/>
                <a:gd name="T1" fmla="*/ 5 h 9"/>
                <a:gd name="T2" fmla="*/ 0 w 165"/>
                <a:gd name="T3" fmla="*/ 9 h 9"/>
                <a:gd name="T4" fmla="*/ 165 w 165"/>
                <a:gd name="T5" fmla="*/ 9 h 9"/>
                <a:gd name="T6" fmla="*/ 165 w 165"/>
                <a:gd name="T7" fmla="*/ 0 h 9"/>
                <a:gd name="T8" fmla="*/ 23 w 165"/>
                <a:gd name="T9" fmla="*/ 0 h 9"/>
                <a:gd name="T10" fmla="*/ 0 w 165"/>
                <a:gd name="T11" fmla="*/ 0 h 9"/>
                <a:gd name="T12" fmla="*/ 0 w 165"/>
                <a:gd name="T13" fmla="*/ 5 h 9"/>
              </a:gdLst>
              <a:ahLst/>
              <a:cxnLst>
                <a:cxn ang="0">
                  <a:pos x="T0" y="T1"/>
                </a:cxn>
                <a:cxn ang="0">
                  <a:pos x="T2" y="T3"/>
                </a:cxn>
                <a:cxn ang="0">
                  <a:pos x="T4" y="T5"/>
                </a:cxn>
                <a:cxn ang="0">
                  <a:pos x="T6" y="T7"/>
                </a:cxn>
                <a:cxn ang="0">
                  <a:pos x="T8" y="T9"/>
                </a:cxn>
                <a:cxn ang="0">
                  <a:pos x="T10" y="T11"/>
                </a:cxn>
                <a:cxn ang="0">
                  <a:pos x="T12" y="T13"/>
                </a:cxn>
              </a:cxnLst>
              <a:rect l="0" t="0" r="r" b="b"/>
              <a:pathLst>
                <a:path w="165" h="9">
                  <a:moveTo>
                    <a:pt x="0" y="5"/>
                  </a:moveTo>
                  <a:lnTo>
                    <a:pt x="0" y="9"/>
                  </a:lnTo>
                  <a:lnTo>
                    <a:pt x="165" y="9"/>
                  </a:lnTo>
                  <a:lnTo>
                    <a:pt x="165" y="0"/>
                  </a:lnTo>
                  <a:lnTo>
                    <a:pt x="23" y="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09" name="组合 408"/>
          <p:cNvGrpSpPr/>
          <p:nvPr/>
        </p:nvGrpSpPr>
        <p:grpSpPr>
          <a:xfrm>
            <a:off x="7696200" y="2744788"/>
            <a:ext cx="849313" cy="1452563"/>
            <a:chOff x="7696200" y="2744788"/>
            <a:chExt cx="849313" cy="1452563"/>
          </a:xfrm>
          <a:solidFill>
            <a:schemeClr val="tx1">
              <a:lumMod val="65000"/>
              <a:lumOff val="35000"/>
            </a:schemeClr>
          </a:solidFill>
        </p:grpSpPr>
        <p:sp>
          <p:nvSpPr>
            <p:cNvPr id="410" name="Freeform 448"/>
            <p:cNvSpPr>
              <a:spLocks/>
            </p:cNvSpPr>
            <p:nvPr/>
          </p:nvSpPr>
          <p:spPr bwMode="auto">
            <a:xfrm>
              <a:off x="7931150" y="3084513"/>
              <a:ext cx="614363" cy="571500"/>
            </a:xfrm>
            <a:custGeom>
              <a:avLst/>
              <a:gdLst>
                <a:gd name="T0" fmla="*/ 339 w 411"/>
                <a:gd name="T1" fmla="*/ 26 h 383"/>
                <a:gd name="T2" fmla="*/ 283 w 411"/>
                <a:gd name="T3" fmla="*/ 1 h 383"/>
                <a:gd name="T4" fmla="*/ 281 w 411"/>
                <a:gd name="T5" fmla="*/ 0 h 383"/>
                <a:gd name="T6" fmla="*/ 126 w 411"/>
                <a:gd name="T7" fmla="*/ 0 h 383"/>
                <a:gd name="T8" fmla="*/ 124 w 411"/>
                <a:gd name="T9" fmla="*/ 1 h 383"/>
                <a:gd name="T10" fmla="*/ 69 w 411"/>
                <a:gd name="T11" fmla="*/ 26 h 383"/>
                <a:gd name="T12" fmla="*/ 20 w 411"/>
                <a:gd name="T13" fmla="*/ 120 h 383"/>
                <a:gd name="T14" fmla="*/ 6 w 411"/>
                <a:gd name="T15" fmla="*/ 353 h 383"/>
                <a:gd name="T16" fmla="*/ 38 w 411"/>
                <a:gd name="T17" fmla="*/ 383 h 383"/>
                <a:gd name="T18" fmla="*/ 40 w 411"/>
                <a:gd name="T19" fmla="*/ 383 h 383"/>
                <a:gd name="T20" fmla="*/ 70 w 411"/>
                <a:gd name="T21" fmla="*/ 350 h 383"/>
                <a:gd name="T22" fmla="*/ 87 w 411"/>
                <a:gd name="T23" fmla="*/ 119 h 383"/>
                <a:gd name="T24" fmla="*/ 96 w 411"/>
                <a:gd name="T25" fmla="*/ 97 h 383"/>
                <a:gd name="T26" fmla="*/ 96 w 411"/>
                <a:gd name="T27" fmla="*/ 119 h 383"/>
                <a:gd name="T28" fmla="*/ 97 w 411"/>
                <a:gd name="T29" fmla="*/ 119 h 383"/>
                <a:gd name="T30" fmla="*/ 96 w 411"/>
                <a:gd name="T31" fmla="*/ 122 h 383"/>
                <a:gd name="T32" fmla="*/ 96 w 411"/>
                <a:gd name="T33" fmla="*/ 135 h 383"/>
                <a:gd name="T34" fmla="*/ 264 w 411"/>
                <a:gd name="T35" fmla="*/ 155 h 383"/>
                <a:gd name="T36" fmla="*/ 299 w 411"/>
                <a:gd name="T37" fmla="*/ 295 h 383"/>
                <a:gd name="T38" fmla="*/ 312 w 411"/>
                <a:gd name="T39" fmla="*/ 292 h 383"/>
                <a:gd name="T40" fmla="*/ 312 w 411"/>
                <a:gd name="T41" fmla="*/ 229 h 383"/>
                <a:gd name="T42" fmla="*/ 312 w 411"/>
                <a:gd name="T43" fmla="*/ 229 h 383"/>
                <a:gd name="T44" fmla="*/ 312 w 411"/>
                <a:gd name="T45" fmla="*/ 97 h 383"/>
                <a:gd name="T46" fmla="*/ 338 w 411"/>
                <a:gd name="T47" fmla="*/ 350 h 383"/>
                <a:gd name="T48" fmla="*/ 368 w 411"/>
                <a:gd name="T49" fmla="*/ 383 h 383"/>
                <a:gd name="T50" fmla="*/ 370 w 411"/>
                <a:gd name="T51" fmla="*/ 383 h 383"/>
                <a:gd name="T52" fmla="*/ 401 w 411"/>
                <a:gd name="T53" fmla="*/ 353 h 383"/>
                <a:gd name="T54" fmla="*/ 339 w 411"/>
                <a:gd name="T55" fmla="*/ 26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11" h="383">
                  <a:moveTo>
                    <a:pt x="339" y="26"/>
                  </a:moveTo>
                  <a:cubicBezTo>
                    <a:pt x="316" y="5"/>
                    <a:pt x="294" y="1"/>
                    <a:pt x="283" y="1"/>
                  </a:cubicBezTo>
                  <a:cubicBezTo>
                    <a:pt x="282" y="1"/>
                    <a:pt x="282" y="0"/>
                    <a:pt x="281" y="0"/>
                  </a:cubicBezTo>
                  <a:cubicBezTo>
                    <a:pt x="126" y="0"/>
                    <a:pt x="126" y="0"/>
                    <a:pt x="126" y="0"/>
                  </a:cubicBezTo>
                  <a:cubicBezTo>
                    <a:pt x="126" y="0"/>
                    <a:pt x="125" y="1"/>
                    <a:pt x="124" y="1"/>
                  </a:cubicBezTo>
                  <a:cubicBezTo>
                    <a:pt x="113" y="1"/>
                    <a:pt x="91" y="5"/>
                    <a:pt x="69" y="26"/>
                  </a:cubicBezTo>
                  <a:cubicBezTo>
                    <a:pt x="47" y="46"/>
                    <a:pt x="31" y="78"/>
                    <a:pt x="20" y="120"/>
                  </a:cubicBezTo>
                  <a:cubicBezTo>
                    <a:pt x="5" y="178"/>
                    <a:pt x="0" y="256"/>
                    <a:pt x="6" y="353"/>
                  </a:cubicBezTo>
                  <a:cubicBezTo>
                    <a:pt x="7" y="370"/>
                    <a:pt x="21" y="383"/>
                    <a:pt x="38" y="383"/>
                  </a:cubicBezTo>
                  <a:cubicBezTo>
                    <a:pt x="39" y="383"/>
                    <a:pt x="39" y="383"/>
                    <a:pt x="40" y="383"/>
                  </a:cubicBezTo>
                  <a:cubicBezTo>
                    <a:pt x="58" y="382"/>
                    <a:pt x="71" y="367"/>
                    <a:pt x="70" y="350"/>
                  </a:cubicBezTo>
                  <a:cubicBezTo>
                    <a:pt x="63" y="233"/>
                    <a:pt x="73" y="161"/>
                    <a:pt x="87" y="119"/>
                  </a:cubicBezTo>
                  <a:cubicBezTo>
                    <a:pt x="90" y="110"/>
                    <a:pt x="93" y="103"/>
                    <a:pt x="96" y="97"/>
                  </a:cubicBezTo>
                  <a:cubicBezTo>
                    <a:pt x="96" y="119"/>
                    <a:pt x="96" y="119"/>
                    <a:pt x="96" y="119"/>
                  </a:cubicBezTo>
                  <a:cubicBezTo>
                    <a:pt x="97" y="119"/>
                    <a:pt x="97" y="119"/>
                    <a:pt x="97" y="119"/>
                  </a:cubicBezTo>
                  <a:cubicBezTo>
                    <a:pt x="96" y="120"/>
                    <a:pt x="96" y="121"/>
                    <a:pt x="96" y="122"/>
                  </a:cubicBezTo>
                  <a:cubicBezTo>
                    <a:pt x="96" y="135"/>
                    <a:pt x="96" y="135"/>
                    <a:pt x="96" y="135"/>
                  </a:cubicBezTo>
                  <a:cubicBezTo>
                    <a:pt x="152" y="107"/>
                    <a:pt x="220" y="112"/>
                    <a:pt x="264" y="155"/>
                  </a:cubicBezTo>
                  <a:cubicBezTo>
                    <a:pt x="301" y="191"/>
                    <a:pt x="313" y="245"/>
                    <a:pt x="299" y="295"/>
                  </a:cubicBezTo>
                  <a:cubicBezTo>
                    <a:pt x="305" y="294"/>
                    <a:pt x="309" y="293"/>
                    <a:pt x="312" y="292"/>
                  </a:cubicBezTo>
                  <a:cubicBezTo>
                    <a:pt x="312" y="229"/>
                    <a:pt x="312" y="229"/>
                    <a:pt x="312" y="229"/>
                  </a:cubicBezTo>
                  <a:cubicBezTo>
                    <a:pt x="312" y="229"/>
                    <a:pt x="312" y="229"/>
                    <a:pt x="312" y="229"/>
                  </a:cubicBezTo>
                  <a:cubicBezTo>
                    <a:pt x="312" y="97"/>
                    <a:pt x="312" y="97"/>
                    <a:pt x="312" y="97"/>
                  </a:cubicBezTo>
                  <a:cubicBezTo>
                    <a:pt x="330" y="134"/>
                    <a:pt x="346" y="209"/>
                    <a:pt x="338" y="350"/>
                  </a:cubicBezTo>
                  <a:cubicBezTo>
                    <a:pt x="337" y="367"/>
                    <a:pt x="350" y="382"/>
                    <a:pt x="368" y="383"/>
                  </a:cubicBezTo>
                  <a:cubicBezTo>
                    <a:pt x="368" y="383"/>
                    <a:pt x="369" y="383"/>
                    <a:pt x="370" y="383"/>
                  </a:cubicBezTo>
                  <a:cubicBezTo>
                    <a:pt x="386" y="383"/>
                    <a:pt x="400" y="370"/>
                    <a:pt x="401" y="353"/>
                  </a:cubicBezTo>
                  <a:cubicBezTo>
                    <a:pt x="411" y="184"/>
                    <a:pt x="390" y="74"/>
                    <a:pt x="339"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 name="Freeform 449"/>
            <p:cNvSpPr>
              <a:spLocks/>
            </p:cNvSpPr>
            <p:nvPr/>
          </p:nvSpPr>
          <p:spPr bwMode="auto">
            <a:xfrm>
              <a:off x="8102600" y="2744788"/>
              <a:ext cx="268288" cy="142875"/>
            </a:xfrm>
            <a:custGeom>
              <a:avLst/>
              <a:gdLst>
                <a:gd name="T0" fmla="*/ 90 w 180"/>
                <a:gd name="T1" fmla="*/ 70 h 96"/>
                <a:gd name="T2" fmla="*/ 180 w 180"/>
                <a:gd name="T3" fmla="*/ 96 h 96"/>
                <a:gd name="T4" fmla="*/ 180 w 180"/>
                <a:gd name="T5" fmla="*/ 90 h 96"/>
                <a:gd name="T6" fmla="*/ 90 w 180"/>
                <a:gd name="T7" fmla="*/ 0 h 96"/>
                <a:gd name="T8" fmla="*/ 0 w 180"/>
                <a:gd name="T9" fmla="*/ 90 h 96"/>
                <a:gd name="T10" fmla="*/ 0 w 180"/>
                <a:gd name="T11" fmla="*/ 96 h 96"/>
                <a:gd name="T12" fmla="*/ 90 w 180"/>
                <a:gd name="T13" fmla="*/ 70 h 96"/>
              </a:gdLst>
              <a:ahLst/>
              <a:cxnLst>
                <a:cxn ang="0">
                  <a:pos x="T0" y="T1"/>
                </a:cxn>
                <a:cxn ang="0">
                  <a:pos x="T2" y="T3"/>
                </a:cxn>
                <a:cxn ang="0">
                  <a:pos x="T4" y="T5"/>
                </a:cxn>
                <a:cxn ang="0">
                  <a:pos x="T6" y="T7"/>
                </a:cxn>
                <a:cxn ang="0">
                  <a:pos x="T8" y="T9"/>
                </a:cxn>
                <a:cxn ang="0">
                  <a:pos x="T10" y="T11"/>
                </a:cxn>
                <a:cxn ang="0">
                  <a:pos x="T12" y="T13"/>
                </a:cxn>
              </a:cxnLst>
              <a:rect l="0" t="0" r="r" b="b"/>
              <a:pathLst>
                <a:path w="180" h="96">
                  <a:moveTo>
                    <a:pt x="90" y="70"/>
                  </a:moveTo>
                  <a:cubicBezTo>
                    <a:pt x="127" y="70"/>
                    <a:pt x="164" y="78"/>
                    <a:pt x="180" y="96"/>
                  </a:cubicBezTo>
                  <a:cubicBezTo>
                    <a:pt x="180" y="94"/>
                    <a:pt x="180" y="92"/>
                    <a:pt x="180" y="90"/>
                  </a:cubicBezTo>
                  <a:cubicBezTo>
                    <a:pt x="180" y="41"/>
                    <a:pt x="139" y="0"/>
                    <a:pt x="90" y="0"/>
                  </a:cubicBezTo>
                  <a:cubicBezTo>
                    <a:pt x="40" y="0"/>
                    <a:pt x="0" y="41"/>
                    <a:pt x="0" y="90"/>
                  </a:cubicBezTo>
                  <a:cubicBezTo>
                    <a:pt x="0" y="92"/>
                    <a:pt x="0" y="94"/>
                    <a:pt x="0" y="96"/>
                  </a:cubicBezTo>
                  <a:cubicBezTo>
                    <a:pt x="16" y="78"/>
                    <a:pt x="53" y="70"/>
                    <a:pt x="90"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 name="Freeform 450"/>
            <p:cNvSpPr>
              <a:spLocks/>
            </p:cNvSpPr>
            <p:nvPr/>
          </p:nvSpPr>
          <p:spPr bwMode="auto">
            <a:xfrm>
              <a:off x="8075613" y="3733800"/>
              <a:ext cx="146050" cy="463550"/>
            </a:xfrm>
            <a:custGeom>
              <a:avLst/>
              <a:gdLst>
                <a:gd name="T0" fmla="*/ 0 w 98"/>
                <a:gd name="T1" fmla="*/ 103 h 311"/>
                <a:gd name="T2" fmla="*/ 0 w 98"/>
                <a:gd name="T3" fmla="*/ 262 h 311"/>
                <a:gd name="T4" fmla="*/ 49 w 98"/>
                <a:gd name="T5" fmla="*/ 311 h 311"/>
                <a:gd name="T6" fmla="*/ 98 w 98"/>
                <a:gd name="T7" fmla="*/ 262 h 311"/>
                <a:gd name="T8" fmla="*/ 98 w 98"/>
                <a:gd name="T9" fmla="*/ 0 h 311"/>
                <a:gd name="T10" fmla="*/ 3 w 98"/>
                <a:gd name="T11" fmla="*/ 100 h 311"/>
                <a:gd name="T12" fmla="*/ 0 w 98"/>
                <a:gd name="T13" fmla="*/ 103 h 311"/>
              </a:gdLst>
              <a:ahLst/>
              <a:cxnLst>
                <a:cxn ang="0">
                  <a:pos x="T0" y="T1"/>
                </a:cxn>
                <a:cxn ang="0">
                  <a:pos x="T2" y="T3"/>
                </a:cxn>
                <a:cxn ang="0">
                  <a:pos x="T4" y="T5"/>
                </a:cxn>
                <a:cxn ang="0">
                  <a:pos x="T6" y="T7"/>
                </a:cxn>
                <a:cxn ang="0">
                  <a:pos x="T8" y="T9"/>
                </a:cxn>
                <a:cxn ang="0">
                  <a:pos x="T10" y="T11"/>
                </a:cxn>
                <a:cxn ang="0">
                  <a:pos x="T12" y="T13"/>
                </a:cxn>
              </a:cxnLst>
              <a:rect l="0" t="0" r="r" b="b"/>
              <a:pathLst>
                <a:path w="98" h="311">
                  <a:moveTo>
                    <a:pt x="0" y="103"/>
                  </a:moveTo>
                  <a:cubicBezTo>
                    <a:pt x="0" y="262"/>
                    <a:pt x="0" y="262"/>
                    <a:pt x="0" y="262"/>
                  </a:cubicBezTo>
                  <a:cubicBezTo>
                    <a:pt x="0" y="289"/>
                    <a:pt x="22" y="311"/>
                    <a:pt x="49" y="311"/>
                  </a:cubicBezTo>
                  <a:cubicBezTo>
                    <a:pt x="76" y="311"/>
                    <a:pt x="98" y="289"/>
                    <a:pt x="98" y="262"/>
                  </a:cubicBezTo>
                  <a:cubicBezTo>
                    <a:pt x="98" y="0"/>
                    <a:pt x="98" y="0"/>
                    <a:pt x="98" y="0"/>
                  </a:cubicBezTo>
                  <a:cubicBezTo>
                    <a:pt x="3" y="100"/>
                    <a:pt x="3" y="100"/>
                    <a:pt x="3" y="100"/>
                  </a:cubicBezTo>
                  <a:cubicBezTo>
                    <a:pt x="2" y="101"/>
                    <a:pt x="1" y="102"/>
                    <a:pt x="0"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 name="Freeform 451"/>
            <p:cNvSpPr>
              <a:spLocks/>
            </p:cNvSpPr>
            <p:nvPr/>
          </p:nvSpPr>
          <p:spPr bwMode="auto">
            <a:xfrm>
              <a:off x="8250238" y="3557588"/>
              <a:ext cx="147638" cy="639763"/>
            </a:xfrm>
            <a:custGeom>
              <a:avLst/>
              <a:gdLst>
                <a:gd name="T0" fmla="*/ 76 w 99"/>
                <a:gd name="T1" fmla="*/ 6 h 429"/>
                <a:gd name="T2" fmla="*/ 43 w 99"/>
                <a:gd name="T3" fmla="*/ 54 h 429"/>
                <a:gd name="T4" fmla="*/ 0 w 99"/>
                <a:gd name="T5" fmla="*/ 99 h 429"/>
                <a:gd name="T6" fmla="*/ 0 w 99"/>
                <a:gd name="T7" fmla="*/ 380 h 429"/>
                <a:gd name="T8" fmla="*/ 49 w 99"/>
                <a:gd name="T9" fmla="*/ 429 h 429"/>
                <a:gd name="T10" fmla="*/ 99 w 99"/>
                <a:gd name="T11" fmla="*/ 380 h 429"/>
                <a:gd name="T12" fmla="*/ 99 w 99"/>
                <a:gd name="T13" fmla="*/ 0 h 429"/>
                <a:gd name="T14" fmla="*/ 76 w 99"/>
                <a:gd name="T15" fmla="*/ 6 h 4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9" h="429">
                  <a:moveTo>
                    <a:pt x="76" y="6"/>
                  </a:moveTo>
                  <a:cubicBezTo>
                    <a:pt x="68" y="23"/>
                    <a:pt x="57" y="39"/>
                    <a:pt x="43" y="54"/>
                  </a:cubicBezTo>
                  <a:cubicBezTo>
                    <a:pt x="0" y="99"/>
                    <a:pt x="0" y="99"/>
                    <a:pt x="0" y="99"/>
                  </a:cubicBezTo>
                  <a:cubicBezTo>
                    <a:pt x="0" y="380"/>
                    <a:pt x="0" y="380"/>
                    <a:pt x="0" y="380"/>
                  </a:cubicBezTo>
                  <a:cubicBezTo>
                    <a:pt x="0" y="407"/>
                    <a:pt x="22" y="429"/>
                    <a:pt x="49" y="429"/>
                  </a:cubicBezTo>
                  <a:cubicBezTo>
                    <a:pt x="77" y="429"/>
                    <a:pt x="99" y="407"/>
                    <a:pt x="99" y="380"/>
                  </a:cubicBezTo>
                  <a:cubicBezTo>
                    <a:pt x="99" y="0"/>
                    <a:pt x="99" y="0"/>
                    <a:pt x="99" y="0"/>
                  </a:cubicBezTo>
                  <a:cubicBezTo>
                    <a:pt x="91" y="1"/>
                    <a:pt x="83" y="3"/>
                    <a:pt x="76"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 name="Freeform 452"/>
            <p:cNvSpPr>
              <a:spLocks noEditPoints="1"/>
            </p:cNvSpPr>
            <p:nvPr/>
          </p:nvSpPr>
          <p:spPr bwMode="auto">
            <a:xfrm>
              <a:off x="8102600" y="2843213"/>
              <a:ext cx="268288" cy="207963"/>
            </a:xfrm>
            <a:custGeom>
              <a:avLst/>
              <a:gdLst>
                <a:gd name="T0" fmla="*/ 90 w 180"/>
                <a:gd name="T1" fmla="*/ 140 h 140"/>
                <a:gd name="T2" fmla="*/ 180 w 180"/>
                <a:gd name="T3" fmla="*/ 50 h 140"/>
                <a:gd name="T4" fmla="*/ 0 w 180"/>
                <a:gd name="T5" fmla="*/ 50 h 140"/>
                <a:gd name="T6" fmla="*/ 90 w 180"/>
                <a:gd name="T7" fmla="*/ 140 h 140"/>
                <a:gd name="T8" fmla="*/ 122 w 180"/>
                <a:gd name="T9" fmla="*/ 37 h 140"/>
                <a:gd name="T10" fmla="*/ 151 w 180"/>
                <a:gd name="T11" fmla="*/ 50 h 140"/>
                <a:gd name="T12" fmla="*/ 129 w 180"/>
                <a:gd name="T13" fmla="*/ 74 h 140"/>
                <a:gd name="T14" fmla="*/ 100 w 180"/>
                <a:gd name="T15" fmla="*/ 60 h 140"/>
                <a:gd name="T16" fmla="*/ 122 w 180"/>
                <a:gd name="T17" fmla="*/ 37 h 140"/>
                <a:gd name="T18" fmla="*/ 28 w 180"/>
                <a:gd name="T19" fmla="*/ 50 h 140"/>
                <a:gd name="T20" fmla="*/ 58 w 180"/>
                <a:gd name="T21" fmla="*/ 37 h 140"/>
                <a:gd name="T22" fmla="*/ 80 w 180"/>
                <a:gd name="T23" fmla="*/ 60 h 140"/>
                <a:gd name="T24" fmla="*/ 50 w 180"/>
                <a:gd name="T25" fmla="*/ 74 h 140"/>
                <a:gd name="T26" fmla="*/ 28 w 180"/>
                <a:gd name="T27" fmla="*/ 5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0" h="140">
                  <a:moveTo>
                    <a:pt x="90" y="140"/>
                  </a:moveTo>
                  <a:cubicBezTo>
                    <a:pt x="139" y="140"/>
                    <a:pt x="180" y="99"/>
                    <a:pt x="180" y="50"/>
                  </a:cubicBezTo>
                  <a:cubicBezTo>
                    <a:pt x="180" y="0"/>
                    <a:pt x="0" y="0"/>
                    <a:pt x="0" y="50"/>
                  </a:cubicBezTo>
                  <a:cubicBezTo>
                    <a:pt x="0" y="99"/>
                    <a:pt x="40" y="140"/>
                    <a:pt x="90" y="140"/>
                  </a:cubicBezTo>
                  <a:close/>
                  <a:moveTo>
                    <a:pt x="122" y="37"/>
                  </a:moveTo>
                  <a:cubicBezTo>
                    <a:pt x="136" y="34"/>
                    <a:pt x="149" y="40"/>
                    <a:pt x="151" y="50"/>
                  </a:cubicBezTo>
                  <a:cubicBezTo>
                    <a:pt x="153" y="60"/>
                    <a:pt x="144" y="71"/>
                    <a:pt x="129" y="74"/>
                  </a:cubicBezTo>
                  <a:cubicBezTo>
                    <a:pt x="115" y="77"/>
                    <a:pt x="102" y="71"/>
                    <a:pt x="100" y="60"/>
                  </a:cubicBezTo>
                  <a:cubicBezTo>
                    <a:pt x="98" y="50"/>
                    <a:pt x="108" y="39"/>
                    <a:pt x="122" y="37"/>
                  </a:cubicBezTo>
                  <a:close/>
                  <a:moveTo>
                    <a:pt x="28" y="50"/>
                  </a:moveTo>
                  <a:cubicBezTo>
                    <a:pt x="30" y="40"/>
                    <a:pt x="43" y="34"/>
                    <a:pt x="58" y="37"/>
                  </a:cubicBezTo>
                  <a:cubicBezTo>
                    <a:pt x="72" y="39"/>
                    <a:pt x="82" y="50"/>
                    <a:pt x="80" y="60"/>
                  </a:cubicBezTo>
                  <a:cubicBezTo>
                    <a:pt x="78" y="71"/>
                    <a:pt x="64" y="77"/>
                    <a:pt x="50" y="74"/>
                  </a:cubicBezTo>
                  <a:cubicBezTo>
                    <a:pt x="36" y="71"/>
                    <a:pt x="26" y="60"/>
                    <a:pt x="28"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 name="Freeform 453"/>
            <p:cNvSpPr>
              <a:spLocks/>
            </p:cNvSpPr>
            <p:nvPr/>
          </p:nvSpPr>
          <p:spPr bwMode="auto">
            <a:xfrm>
              <a:off x="7696200" y="3262313"/>
              <a:ext cx="695325" cy="695325"/>
            </a:xfrm>
            <a:custGeom>
              <a:avLst/>
              <a:gdLst>
                <a:gd name="T0" fmla="*/ 414 w 466"/>
                <a:gd name="T1" fmla="*/ 44 h 466"/>
                <a:gd name="T2" fmla="*/ 414 w 466"/>
                <a:gd name="T3" fmla="*/ 44 h 466"/>
                <a:gd name="T4" fmla="*/ 245 w 466"/>
                <a:gd name="T5" fmla="*/ 35 h 466"/>
                <a:gd name="T6" fmla="*/ 237 w 466"/>
                <a:gd name="T7" fmla="*/ 230 h 466"/>
                <a:gd name="T8" fmla="*/ 227 w 466"/>
                <a:gd name="T9" fmla="*/ 260 h 466"/>
                <a:gd name="T10" fmla="*/ 198 w 466"/>
                <a:gd name="T11" fmla="*/ 274 h 466"/>
                <a:gd name="T12" fmla="*/ 196 w 466"/>
                <a:gd name="T13" fmla="*/ 274 h 466"/>
                <a:gd name="T14" fmla="*/ 196 w 466"/>
                <a:gd name="T15" fmla="*/ 274 h 466"/>
                <a:gd name="T16" fmla="*/ 155 w 466"/>
                <a:gd name="T17" fmla="*/ 235 h 466"/>
                <a:gd name="T18" fmla="*/ 153 w 466"/>
                <a:gd name="T19" fmla="*/ 124 h 466"/>
                <a:gd name="T20" fmla="*/ 57 w 466"/>
                <a:gd name="T21" fmla="*/ 224 h 466"/>
                <a:gd name="T22" fmla="*/ 149 w 466"/>
                <a:gd name="T23" fmla="*/ 319 h 466"/>
                <a:gd name="T24" fmla="*/ 149 w 466"/>
                <a:gd name="T25" fmla="*/ 319 h 466"/>
                <a:gd name="T26" fmla="*/ 248 w 466"/>
                <a:gd name="T27" fmla="*/ 407 h 466"/>
                <a:gd name="T28" fmla="*/ 406 w 466"/>
                <a:gd name="T29" fmla="*/ 244 h 466"/>
                <a:gd name="T30" fmla="*/ 414 w 466"/>
                <a:gd name="T31" fmla="*/ 44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66" h="466">
                  <a:moveTo>
                    <a:pt x="414" y="44"/>
                  </a:moveTo>
                  <a:cubicBezTo>
                    <a:pt x="414" y="44"/>
                    <a:pt x="414" y="44"/>
                    <a:pt x="414" y="44"/>
                  </a:cubicBezTo>
                  <a:cubicBezTo>
                    <a:pt x="370" y="2"/>
                    <a:pt x="300" y="0"/>
                    <a:pt x="245" y="35"/>
                  </a:cubicBezTo>
                  <a:cubicBezTo>
                    <a:pt x="237" y="77"/>
                    <a:pt x="232" y="139"/>
                    <a:pt x="237" y="230"/>
                  </a:cubicBezTo>
                  <a:cubicBezTo>
                    <a:pt x="238" y="241"/>
                    <a:pt x="234" y="252"/>
                    <a:pt x="227" y="260"/>
                  </a:cubicBezTo>
                  <a:cubicBezTo>
                    <a:pt x="220" y="268"/>
                    <a:pt x="209" y="273"/>
                    <a:pt x="198" y="274"/>
                  </a:cubicBezTo>
                  <a:cubicBezTo>
                    <a:pt x="198" y="274"/>
                    <a:pt x="197" y="274"/>
                    <a:pt x="196" y="274"/>
                  </a:cubicBezTo>
                  <a:cubicBezTo>
                    <a:pt x="196" y="274"/>
                    <a:pt x="196" y="274"/>
                    <a:pt x="196" y="274"/>
                  </a:cubicBezTo>
                  <a:cubicBezTo>
                    <a:pt x="174" y="274"/>
                    <a:pt x="156" y="257"/>
                    <a:pt x="155" y="235"/>
                  </a:cubicBezTo>
                  <a:cubicBezTo>
                    <a:pt x="153" y="195"/>
                    <a:pt x="152" y="158"/>
                    <a:pt x="153" y="124"/>
                  </a:cubicBezTo>
                  <a:cubicBezTo>
                    <a:pt x="57" y="224"/>
                    <a:pt x="57" y="224"/>
                    <a:pt x="57" y="224"/>
                  </a:cubicBezTo>
                  <a:cubicBezTo>
                    <a:pt x="0" y="283"/>
                    <a:pt x="96" y="269"/>
                    <a:pt x="149" y="319"/>
                  </a:cubicBezTo>
                  <a:cubicBezTo>
                    <a:pt x="149" y="319"/>
                    <a:pt x="149" y="319"/>
                    <a:pt x="149" y="319"/>
                  </a:cubicBezTo>
                  <a:cubicBezTo>
                    <a:pt x="201" y="370"/>
                    <a:pt x="191" y="466"/>
                    <a:pt x="248" y="407"/>
                  </a:cubicBezTo>
                  <a:cubicBezTo>
                    <a:pt x="406" y="244"/>
                    <a:pt x="406" y="244"/>
                    <a:pt x="406" y="244"/>
                  </a:cubicBezTo>
                  <a:cubicBezTo>
                    <a:pt x="463" y="185"/>
                    <a:pt x="466" y="95"/>
                    <a:pt x="414"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16" name="组合 415"/>
          <p:cNvGrpSpPr/>
          <p:nvPr/>
        </p:nvGrpSpPr>
        <p:grpSpPr>
          <a:xfrm>
            <a:off x="7958138" y="728663"/>
            <a:ext cx="1139825" cy="1454150"/>
            <a:chOff x="7958138" y="728663"/>
            <a:chExt cx="1139825" cy="1454150"/>
          </a:xfrm>
          <a:solidFill>
            <a:schemeClr val="tx1">
              <a:lumMod val="65000"/>
              <a:lumOff val="35000"/>
            </a:schemeClr>
          </a:solidFill>
        </p:grpSpPr>
        <p:sp>
          <p:nvSpPr>
            <p:cNvPr id="417" name="Freeform 454"/>
            <p:cNvSpPr>
              <a:spLocks noEditPoints="1"/>
            </p:cNvSpPr>
            <p:nvPr/>
          </p:nvSpPr>
          <p:spPr bwMode="auto">
            <a:xfrm>
              <a:off x="7958138" y="1069975"/>
              <a:ext cx="647700" cy="1112838"/>
            </a:xfrm>
            <a:custGeom>
              <a:avLst/>
              <a:gdLst>
                <a:gd name="T0" fmla="*/ 41 w 433"/>
                <a:gd name="T1" fmla="*/ 383 h 745"/>
                <a:gd name="T2" fmla="*/ 43 w 433"/>
                <a:gd name="T3" fmla="*/ 383 h 745"/>
                <a:gd name="T4" fmla="*/ 73 w 433"/>
                <a:gd name="T5" fmla="*/ 349 h 745"/>
                <a:gd name="T6" fmla="*/ 99 w 433"/>
                <a:gd name="T7" fmla="*/ 97 h 745"/>
                <a:gd name="T8" fmla="*/ 99 w 433"/>
                <a:gd name="T9" fmla="*/ 228 h 745"/>
                <a:gd name="T10" fmla="*/ 99 w 433"/>
                <a:gd name="T11" fmla="*/ 228 h 745"/>
                <a:gd name="T12" fmla="*/ 99 w 433"/>
                <a:gd name="T13" fmla="*/ 696 h 745"/>
                <a:gd name="T14" fmla="*/ 148 w 433"/>
                <a:gd name="T15" fmla="*/ 745 h 745"/>
                <a:gd name="T16" fmla="*/ 198 w 433"/>
                <a:gd name="T17" fmla="*/ 696 h 745"/>
                <a:gd name="T18" fmla="*/ 198 w 433"/>
                <a:gd name="T19" fmla="*/ 336 h 745"/>
                <a:gd name="T20" fmla="*/ 216 w 433"/>
                <a:gd name="T21" fmla="*/ 336 h 745"/>
                <a:gd name="T22" fmla="*/ 216 w 433"/>
                <a:gd name="T23" fmla="*/ 696 h 745"/>
                <a:gd name="T24" fmla="*/ 266 w 433"/>
                <a:gd name="T25" fmla="*/ 745 h 745"/>
                <a:gd name="T26" fmla="*/ 315 w 433"/>
                <a:gd name="T27" fmla="*/ 696 h 745"/>
                <a:gd name="T28" fmla="*/ 315 w 433"/>
                <a:gd name="T29" fmla="*/ 228 h 745"/>
                <a:gd name="T30" fmla="*/ 315 w 433"/>
                <a:gd name="T31" fmla="*/ 228 h 745"/>
                <a:gd name="T32" fmla="*/ 315 w 433"/>
                <a:gd name="T33" fmla="*/ 64 h 745"/>
                <a:gd name="T34" fmla="*/ 378 w 433"/>
                <a:gd name="T35" fmla="*/ 64 h 745"/>
                <a:gd name="T36" fmla="*/ 412 w 433"/>
                <a:gd name="T37" fmla="*/ 16 h 745"/>
                <a:gd name="T38" fmla="*/ 433 w 433"/>
                <a:gd name="T39" fmla="*/ 0 h 745"/>
                <a:gd name="T40" fmla="*/ 284 w 433"/>
                <a:gd name="T41" fmla="*/ 0 h 745"/>
                <a:gd name="T42" fmla="*/ 259 w 433"/>
                <a:gd name="T43" fmla="*/ 0 h 745"/>
                <a:gd name="T44" fmla="*/ 211 w 433"/>
                <a:gd name="T45" fmla="*/ 68 h 745"/>
                <a:gd name="T46" fmla="*/ 211 w 433"/>
                <a:gd name="T47" fmla="*/ 114 h 745"/>
                <a:gd name="T48" fmla="*/ 203 w 433"/>
                <a:gd name="T49" fmla="*/ 114 h 745"/>
                <a:gd name="T50" fmla="*/ 203 w 433"/>
                <a:gd name="T51" fmla="*/ 68 h 745"/>
                <a:gd name="T52" fmla="*/ 155 w 433"/>
                <a:gd name="T53" fmla="*/ 0 h 745"/>
                <a:gd name="T54" fmla="*/ 130 w 433"/>
                <a:gd name="T55" fmla="*/ 0 h 745"/>
                <a:gd name="T56" fmla="*/ 128 w 433"/>
                <a:gd name="T57" fmla="*/ 0 h 745"/>
                <a:gd name="T58" fmla="*/ 72 w 433"/>
                <a:gd name="T59" fmla="*/ 25 h 745"/>
                <a:gd name="T60" fmla="*/ 9 w 433"/>
                <a:gd name="T61" fmla="*/ 353 h 745"/>
                <a:gd name="T62" fmla="*/ 41 w 433"/>
                <a:gd name="T63" fmla="*/ 383 h 745"/>
                <a:gd name="T64" fmla="*/ 194 w 433"/>
                <a:gd name="T65" fmla="*/ 121 h 745"/>
                <a:gd name="T66" fmla="*/ 209 w 433"/>
                <a:gd name="T67" fmla="*/ 121 h 745"/>
                <a:gd name="T68" fmla="*/ 209 w 433"/>
                <a:gd name="T69" fmla="*/ 147 h 745"/>
                <a:gd name="T70" fmla="*/ 211 w 433"/>
                <a:gd name="T71" fmla="*/ 147 h 745"/>
                <a:gd name="T72" fmla="*/ 228 w 433"/>
                <a:gd name="T73" fmla="*/ 164 h 745"/>
                <a:gd name="T74" fmla="*/ 211 w 433"/>
                <a:gd name="T75" fmla="*/ 181 h 745"/>
                <a:gd name="T76" fmla="*/ 194 w 433"/>
                <a:gd name="T77" fmla="*/ 164 h 745"/>
                <a:gd name="T78" fmla="*/ 194 w 433"/>
                <a:gd name="T79" fmla="*/ 121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33" h="745">
                  <a:moveTo>
                    <a:pt x="41" y="383"/>
                  </a:moveTo>
                  <a:cubicBezTo>
                    <a:pt x="42" y="383"/>
                    <a:pt x="43" y="383"/>
                    <a:pt x="43" y="383"/>
                  </a:cubicBezTo>
                  <a:cubicBezTo>
                    <a:pt x="61" y="382"/>
                    <a:pt x="74" y="367"/>
                    <a:pt x="73" y="349"/>
                  </a:cubicBezTo>
                  <a:cubicBezTo>
                    <a:pt x="65" y="209"/>
                    <a:pt x="81" y="134"/>
                    <a:pt x="99" y="97"/>
                  </a:cubicBezTo>
                  <a:cubicBezTo>
                    <a:pt x="99" y="228"/>
                    <a:pt x="99" y="228"/>
                    <a:pt x="99" y="228"/>
                  </a:cubicBezTo>
                  <a:cubicBezTo>
                    <a:pt x="99" y="228"/>
                    <a:pt x="99" y="228"/>
                    <a:pt x="99" y="228"/>
                  </a:cubicBezTo>
                  <a:cubicBezTo>
                    <a:pt x="99" y="696"/>
                    <a:pt x="99" y="696"/>
                    <a:pt x="99" y="696"/>
                  </a:cubicBezTo>
                  <a:cubicBezTo>
                    <a:pt x="99" y="723"/>
                    <a:pt x="121" y="745"/>
                    <a:pt x="148" y="745"/>
                  </a:cubicBezTo>
                  <a:cubicBezTo>
                    <a:pt x="176" y="745"/>
                    <a:pt x="198" y="723"/>
                    <a:pt x="198" y="696"/>
                  </a:cubicBezTo>
                  <a:cubicBezTo>
                    <a:pt x="198" y="336"/>
                    <a:pt x="198" y="336"/>
                    <a:pt x="198" y="336"/>
                  </a:cubicBezTo>
                  <a:cubicBezTo>
                    <a:pt x="216" y="336"/>
                    <a:pt x="216" y="336"/>
                    <a:pt x="216" y="336"/>
                  </a:cubicBezTo>
                  <a:cubicBezTo>
                    <a:pt x="216" y="696"/>
                    <a:pt x="216" y="696"/>
                    <a:pt x="216" y="696"/>
                  </a:cubicBezTo>
                  <a:cubicBezTo>
                    <a:pt x="216" y="723"/>
                    <a:pt x="238" y="745"/>
                    <a:pt x="266" y="745"/>
                  </a:cubicBezTo>
                  <a:cubicBezTo>
                    <a:pt x="293" y="745"/>
                    <a:pt x="315" y="723"/>
                    <a:pt x="315" y="696"/>
                  </a:cubicBezTo>
                  <a:cubicBezTo>
                    <a:pt x="315" y="228"/>
                    <a:pt x="315" y="228"/>
                    <a:pt x="315" y="228"/>
                  </a:cubicBezTo>
                  <a:cubicBezTo>
                    <a:pt x="315" y="228"/>
                    <a:pt x="315" y="228"/>
                    <a:pt x="315" y="228"/>
                  </a:cubicBezTo>
                  <a:cubicBezTo>
                    <a:pt x="315" y="64"/>
                    <a:pt x="315" y="64"/>
                    <a:pt x="315" y="64"/>
                  </a:cubicBezTo>
                  <a:cubicBezTo>
                    <a:pt x="378" y="64"/>
                    <a:pt x="378" y="64"/>
                    <a:pt x="378" y="64"/>
                  </a:cubicBezTo>
                  <a:cubicBezTo>
                    <a:pt x="387" y="44"/>
                    <a:pt x="399" y="28"/>
                    <a:pt x="412" y="16"/>
                  </a:cubicBezTo>
                  <a:cubicBezTo>
                    <a:pt x="419" y="9"/>
                    <a:pt x="426" y="4"/>
                    <a:pt x="433" y="0"/>
                  </a:cubicBezTo>
                  <a:cubicBezTo>
                    <a:pt x="284" y="0"/>
                    <a:pt x="284" y="0"/>
                    <a:pt x="284" y="0"/>
                  </a:cubicBezTo>
                  <a:cubicBezTo>
                    <a:pt x="259" y="0"/>
                    <a:pt x="259" y="0"/>
                    <a:pt x="259" y="0"/>
                  </a:cubicBezTo>
                  <a:cubicBezTo>
                    <a:pt x="252" y="14"/>
                    <a:pt x="233" y="46"/>
                    <a:pt x="211" y="68"/>
                  </a:cubicBezTo>
                  <a:cubicBezTo>
                    <a:pt x="211" y="114"/>
                    <a:pt x="211" y="114"/>
                    <a:pt x="211" y="114"/>
                  </a:cubicBezTo>
                  <a:cubicBezTo>
                    <a:pt x="203" y="114"/>
                    <a:pt x="203" y="114"/>
                    <a:pt x="203" y="114"/>
                  </a:cubicBezTo>
                  <a:cubicBezTo>
                    <a:pt x="203" y="68"/>
                    <a:pt x="203" y="68"/>
                    <a:pt x="203" y="68"/>
                  </a:cubicBezTo>
                  <a:cubicBezTo>
                    <a:pt x="181" y="46"/>
                    <a:pt x="162" y="14"/>
                    <a:pt x="155" y="0"/>
                  </a:cubicBezTo>
                  <a:cubicBezTo>
                    <a:pt x="130" y="0"/>
                    <a:pt x="130" y="0"/>
                    <a:pt x="130" y="0"/>
                  </a:cubicBezTo>
                  <a:cubicBezTo>
                    <a:pt x="129" y="0"/>
                    <a:pt x="128" y="0"/>
                    <a:pt x="128" y="0"/>
                  </a:cubicBezTo>
                  <a:cubicBezTo>
                    <a:pt x="117" y="1"/>
                    <a:pt x="95" y="4"/>
                    <a:pt x="72" y="25"/>
                  </a:cubicBezTo>
                  <a:cubicBezTo>
                    <a:pt x="21" y="74"/>
                    <a:pt x="0" y="184"/>
                    <a:pt x="9" y="353"/>
                  </a:cubicBezTo>
                  <a:cubicBezTo>
                    <a:pt x="10" y="370"/>
                    <a:pt x="25" y="383"/>
                    <a:pt x="41" y="383"/>
                  </a:cubicBezTo>
                  <a:close/>
                  <a:moveTo>
                    <a:pt x="194" y="121"/>
                  </a:moveTo>
                  <a:cubicBezTo>
                    <a:pt x="209" y="121"/>
                    <a:pt x="209" y="121"/>
                    <a:pt x="209" y="121"/>
                  </a:cubicBezTo>
                  <a:cubicBezTo>
                    <a:pt x="209" y="147"/>
                    <a:pt x="209" y="147"/>
                    <a:pt x="209" y="147"/>
                  </a:cubicBezTo>
                  <a:cubicBezTo>
                    <a:pt x="210" y="147"/>
                    <a:pt x="211" y="147"/>
                    <a:pt x="211" y="147"/>
                  </a:cubicBezTo>
                  <a:cubicBezTo>
                    <a:pt x="220" y="147"/>
                    <a:pt x="228" y="154"/>
                    <a:pt x="228" y="164"/>
                  </a:cubicBezTo>
                  <a:cubicBezTo>
                    <a:pt x="228" y="173"/>
                    <a:pt x="220" y="181"/>
                    <a:pt x="211" y="181"/>
                  </a:cubicBezTo>
                  <a:cubicBezTo>
                    <a:pt x="202" y="181"/>
                    <a:pt x="194" y="173"/>
                    <a:pt x="194" y="164"/>
                  </a:cubicBezTo>
                  <a:lnTo>
                    <a:pt x="194" y="1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 name="Freeform 455"/>
            <p:cNvSpPr>
              <a:spLocks/>
            </p:cNvSpPr>
            <p:nvPr/>
          </p:nvSpPr>
          <p:spPr bwMode="auto">
            <a:xfrm>
              <a:off x="8205788" y="1069975"/>
              <a:ext cx="125413" cy="90488"/>
            </a:xfrm>
            <a:custGeom>
              <a:avLst/>
              <a:gdLst>
                <a:gd name="T0" fmla="*/ 84 w 84"/>
                <a:gd name="T1" fmla="*/ 0 h 60"/>
                <a:gd name="T2" fmla="*/ 84 w 84"/>
                <a:gd name="T3" fmla="*/ 0 h 60"/>
                <a:gd name="T4" fmla="*/ 0 w 84"/>
                <a:gd name="T5" fmla="*/ 0 h 60"/>
                <a:gd name="T6" fmla="*/ 42 w 84"/>
                <a:gd name="T7" fmla="*/ 60 h 60"/>
                <a:gd name="T8" fmla="*/ 84 w 84"/>
                <a:gd name="T9" fmla="*/ 0 h 60"/>
              </a:gdLst>
              <a:ahLst/>
              <a:cxnLst>
                <a:cxn ang="0">
                  <a:pos x="T0" y="T1"/>
                </a:cxn>
                <a:cxn ang="0">
                  <a:pos x="T2" y="T3"/>
                </a:cxn>
                <a:cxn ang="0">
                  <a:pos x="T4" y="T5"/>
                </a:cxn>
                <a:cxn ang="0">
                  <a:pos x="T6" y="T7"/>
                </a:cxn>
                <a:cxn ang="0">
                  <a:pos x="T8" y="T9"/>
                </a:cxn>
              </a:cxnLst>
              <a:rect l="0" t="0" r="r" b="b"/>
              <a:pathLst>
                <a:path w="84" h="60">
                  <a:moveTo>
                    <a:pt x="84" y="0"/>
                  </a:moveTo>
                  <a:cubicBezTo>
                    <a:pt x="84" y="0"/>
                    <a:pt x="84" y="0"/>
                    <a:pt x="84" y="0"/>
                  </a:cubicBezTo>
                  <a:cubicBezTo>
                    <a:pt x="0" y="0"/>
                    <a:pt x="0" y="0"/>
                    <a:pt x="0" y="0"/>
                  </a:cubicBezTo>
                  <a:cubicBezTo>
                    <a:pt x="8" y="15"/>
                    <a:pt x="24" y="41"/>
                    <a:pt x="42" y="60"/>
                  </a:cubicBezTo>
                  <a:cubicBezTo>
                    <a:pt x="60" y="41"/>
                    <a:pt x="76" y="15"/>
                    <a:pt x="8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 name="Freeform 456"/>
            <p:cNvSpPr>
              <a:spLocks/>
            </p:cNvSpPr>
            <p:nvPr/>
          </p:nvSpPr>
          <p:spPr bwMode="auto">
            <a:xfrm>
              <a:off x="8132763" y="768350"/>
              <a:ext cx="365125" cy="268288"/>
            </a:xfrm>
            <a:custGeom>
              <a:avLst/>
              <a:gdLst>
                <a:gd name="T0" fmla="*/ 90 w 244"/>
                <a:gd name="T1" fmla="*/ 180 h 180"/>
                <a:gd name="T2" fmla="*/ 179 w 244"/>
                <a:gd name="T3" fmla="*/ 103 h 180"/>
                <a:gd name="T4" fmla="*/ 154 w 244"/>
                <a:gd name="T5" fmla="*/ 100 h 180"/>
                <a:gd name="T6" fmla="*/ 73 w 244"/>
                <a:gd name="T7" fmla="*/ 59 h 180"/>
                <a:gd name="T8" fmla="*/ 158 w 244"/>
                <a:gd name="T9" fmla="*/ 84 h 180"/>
                <a:gd name="T10" fmla="*/ 234 w 244"/>
                <a:gd name="T11" fmla="*/ 69 h 180"/>
                <a:gd name="T12" fmla="*/ 244 w 244"/>
                <a:gd name="T13" fmla="*/ 55 h 180"/>
                <a:gd name="T14" fmla="*/ 158 w 244"/>
                <a:gd name="T15" fmla="*/ 26 h 180"/>
                <a:gd name="T16" fmla="*/ 153 w 244"/>
                <a:gd name="T17" fmla="*/ 26 h 180"/>
                <a:gd name="T18" fmla="*/ 90 w 244"/>
                <a:gd name="T19" fmla="*/ 0 h 180"/>
                <a:gd name="T20" fmla="*/ 0 w 244"/>
                <a:gd name="T21" fmla="*/ 90 h 180"/>
                <a:gd name="T22" fmla="*/ 90 w 244"/>
                <a:gd name="T23" fmla="*/ 18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4" h="180">
                  <a:moveTo>
                    <a:pt x="90" y="180"/>
                  </a:moveTo>
                  <a:cubicBezTo>
                    <a:pt x="136" y="180"/>
                    <a:pt x="173" y="147"/>
                    <a:pt x="179" y="103"/>
                  </a:cubicBezTo>
                  <a:cubicBezTo>
                    <a:pt x="171" y="102"/>
                    <a:pt x="163" y="101"/>
                    <a:pt x="154" y="100"/>
                  </a:cubicBezTo>
                  <a:cubicBezTo>
                    <a:pt x="108" y="93"/>
                    <a:pt x="72" y="75"/>
                    <a:pt x="73" y="59"/>
                  </a:cubicBezTo>
                  <a:cubicBezTo>
                    <a:pt x="79" y="73"/>
                    <a:pt x="115" y="84"/>
                    <a:pt x="158" y="84"/>
                  </a:cubicBezTo>
                  <a:cubicBezTo>
                    <a:pt x="191" y="84"/>
                    <a:pt x="219" y="78"/>
                    <a:pt x="234" y="69"/>
                  </a:cubicBezTo>
                  <a:cubicBezTo>
                    <a:pt x="240" y="65"/>
                    <a:pt x="244" y="60"/>
                    <a:pt x="244" y="55"/>
                  </a:cubicBezTo>
                  <a:cubicBezTo>
                    <a:pt x="244" y="39"/>
                    <a:pt x="206" y="26"/>
                    <a:pt x="158" y="26"/>
                  </a:cubicBezTo>
                  <a:cubicBezTo>
                    <a:pt x="157" y="26"/>
                    <a:pt x="155" y="26"/>
                    <a:pt x="153" y="26"/>
                  </a:cubicBezTo>
                  <a:cubicBezTo>
                    <a:pt x="137" y="10"/>
                    <a:pt x="115" y="0"/>
                    <a:pt x="90" y="0"/>
                  </a:cubicBezTo>
                  <a:cubicBezTo>
                    <a:pt x="40" y="0"/>
                    <a:pt x="0" y="41"/>
                    <a:pt x="0" y="90"/>
                  </a:cubicBezTo>
                  <a:cubicBezTo>
                    <a:pt x="0" y="140"/>
                    <a:pt x="40" y="180"/>
                    <a:pt x="90" y="1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 name="Freeform 457"/>
            <p:cNvSpPr>
              <a:spLocks/>
            </p:cNvSpPr>
            <p:nvPr/>
          </p:nvSpPr>
          <p:spPr bwMode="auto">
            <a:xfrm>
              <a:off x="8653463" y="728663"/>
              <a:ext cx="268288" cy="142875"/>
            </a:xfrm>
            <a:custGeom>
              <a:avLst/>
              <a:gdLst>
                <a:gd name="T0" fmla="*/ 90 w 180"/>
                <a:gd name="T1" fmla="*/ 70 h 96"/>
                <a:gd name="T2" fmla="*/ 180 w 180"/>
                <a:gd name="T3" fmla="*/ 96 h 96"/>
                <a:gd name="T4" fmla="*/ 180 w 180"/>
                <a:gd name="T5" fmla="*/ 90 h 96"/>
                <a:gd name="T6" fmla="*/ 90 w 180"/>
                <a:gd name="T7" fmla="*/ 0 h 96"/>
                <a:gd name="T8" fmla="*/ 0 w 180"/>
                <a:gd name="T9" fmla="*/ 90 h 96"/>
                <a:gd name="T10" fmla="*/ 0 w 180"/>
                <a:gd name="T11" fmla="*/ 96 h 96"/>
                <a:gd name="T12" fmla="*/ 90 w 180"/>
                <a:gd name="T13" fmla="*/ 70 h 96"/>
              </a:gdLst>
              <a:ahLst/>
              <a:cxnLst>
                <a:cxn ang="0">
                  <a:pos x="T0" y="T1"/>
                </a:cxn>
                <a:cxn ang="0">
                  <a:pos x="T2" y="T3"/>
                </a:cxn>
                <a:cxn ang="0">
                  <a:pos x="T4" y="T5"/>
                </a:cxn>
                <a:cxn ang="0">
                  <a:pos x="T6" y="T7"/>
                </a:cxn>
                <a:cxn ang="0">
                  <a:pos x="T8" y="T9"/>
                </a:cxn>
                <a:cxn ang="0">
                  <a:pos x="T10" y="T11"/>
                </a:cxn>
                <a:cxn ang="0">
                  <a:pos x="T12" y="T13"/>
                </a:cxn>
              </a:cxnLst>
              <a:rect l="0" t="0" r="r" b="b"/>
              <a:pathLst>
                <a:path w="180" h="96">
                  <a:moveTo>
                    <a:pt x="90" y="70"/>
                  </a:moveTo>
                  <a:cubicBezTo>
                    <a:pt x="127" y="70"/>
                    <a:pt x="164" y="78"/>
                    <a:pt x="180" y="96"/>
                  </a:cubicBezTo>
                  <a:cubicBezTo>
                    <a:pt x="180" y="94"/>
                    <a:pt x="180" y="92"/>
                    <a:pt x="180" y="90"/>
                  </a:cubicBezTo>
                  <a:cubicBezTo>
                    <a:pt x="180" y="41"/>
                    <a:pt x="140" y="0"/>
                    <a:pt x="90" y="0"/>
                  </a:cubicBezTo>
                  <a:cubicBezTo>
                    <a:pt x="40" y="0"/>
                    <a:pt x="0" y="41"/>
                    <a:pt x="0" y="90"/>
                  </a:cubicBezTo>
                  <a:cubicBezTo>
                    <a:pt x="0" y="92"/>
                    <a:pt x="0" y="94"/>
                    <a:pt x="0" y="96"/>
                  </a:cubicBezTo>
                  <a:cubicBezTo>
                    <a:pt x="16" y="78"/>
                    <a:pt x="53" y="70"/>
                    <a:pt x="90"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 name="Freeform 458"/>
            <p:cNvSpPr>
              <a:spLocks/>
            </p:cNvSpPr>
            <p:nvPr/>
          </p:nvSpPr>
          <p:spPr bwMode="auto">
            <a:xfrm>
              <a:off x="8626475" y="1543050"/>
              <a:ext cx="147638" cy="639763"/>
            </a:xfrm>
            <a:custGeom>
              <a:avLst/>
              <a:gdLst>
                <a:gd name="T0" fmla="*/ 0 w 99"/>
                <a:gd name="T1" fmla="*/ 0 h 429"/>
                <a:gd name="T2" fmla="*/ 0 w 99"/>
                <a:gd name="T3" fmla="*/ 380 h 429"/>
                <a:gd name="T4" fmla="*/ 49 w 99"/>
                <a:gd name="T5" fmla="*/ 429 h 429"/>
                <a:gd name="T6" fmla="*/ 99 w 99"/>
                <a:gd name="T7" fmla="*/ 380 h 429"/>
                <a:gd name="T8" fmla="*/ 99 w 99"/>
                <a:gd name="T9" fmla="*/ 61 h 429"/>
                <a:gd name="T10" fmla="*/ 0 w 99"/>
                <a:gd name="T11" fmla="*/ 0 h 429"/>
              </a:gdLst>
              <a:ahLst/>
              <a:cxnLst>
                <a:cxn ang="0">
                  <a:pos x="T0" y="T1"/>
                </a:cxn>
                <a:cxn ang="0">
                  <a:pos x="T2" y="T3"/>
                </a:cxn>
                <a:cxn ang="0">
                  <a:pos x="T4" y="T5"/>
                </a:cxn>
                <a:cxn ang="0">
                  <a:pos x="T6" y="T7"/>
                </a:cxn>
                <a:cxn ang="0">
                  <a:pos x="T8" y="T9"/>
                </a:cxn>
                <a:cxn ang="0">
                  <a:pos x="T10" y="T11"/>
                </a:cxn>
              </a:cxnLst>
              <a:rect l="0" t="0" r="r" b="b"/>
              <a:pathLst>
                <a:path w="99" h="429">
                  <a:moveTo>
                    <a:pt x="0" y="0"/>
                  </a:moveTo>
                  <a:cubicBezTo>
                    <a:pt x="0" y="380"/>
                    <a:pt x="0" y="380"/>
                    <a:pt x="0" y="380"/>
                  </a:cubicBezTo>
                  <a:cubicBezTo>
                    <a:pt x="0" y="407"/>
                    <a:pt x="22" y="429"/>
                    <a:pt x="49" y="429"/>
                  </a:cubicBezTo>
                  <a:cubicBezTo>
                    <a:pt x="77" y="429"/>
                    <a:pt x="99" y="407"/>
                    <a:pt x="99" y="380"/>
                  </a:cubicBezTo>
                  <a:cubicBezTo>
                    <a:pt x="99" y="61"/>
                    <a:pt x="99" y="61"/>
                    <a:pt x="99" y="61"/>
                  </a:cubicBezTo>
                  <a:cubicBezTo>
                    <a:pt x="77" y="51"/>
                    <a:pt x="57" y="1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 name="Freeform 459"/>
            <p:cNvSpPr>
              <a:spLocks/>
            </p:cNvSpPr>
            <p:nvPr/>
          </p:nvSpPr>
          <p:spPr bwMode="auto">
            <a:xfrm>
              <a:off x="8478838" y="1069975"/>
              <a:ext cx="619125" cy="571500"/>
            </a:xfrm>
            <a:custGeom>
              <a:avLst/>
              <a:gdLst>
                <a:gd name="T0" fmla="*/ 9 w 415"/>
                <a:gd name="T1" fmla="*/ 352 h 382"/>
                <a:gd name="T2" fmla="*/ 41 w 415"/>
                <a:gd name="T3" fmla="*/ 382 h 382"/>
                <a:gd name="T4" fmla="*/ 43 w 415"/>
                <a:gd name="T5" fmla="*/ 382 h 382"/>
                <a:gd name="T6" fmla="*/ 73 w 415"/>
                <a:gd name="T7" fmla="*/ 349 h 382"/>
                <a:gd name="T8" fmla="*/ 99 w 415"/>
                <a:gd name="T9" fmla="*/ 96 h 382"/>
                <a:gd name="T10" fmla="*/ 99 w 415"/>
                <a:gd name="T11" fmla="*/ 228 h 382"/>
                <a:gd name="T12" fmla="*/ 99 w 415"/>
                <a:gd name="T13" fmla="*/ 291 h 382"/>
                <a:gd name="T14" fmla="*/ 207 w 415"/>
                <a:gd name="T15" fmla="*/ 312 h 382"/>
                <a:gd name="T16" fmla="*/ 315 w 415"/>
                <a:gd name="T17" fmla="*/ 291 h 382"/>
                <a:gd name="T18" fmla="*/ 315 w 415"/>
                <a:gd name="T19" fmla="*/ 228 h 382"/>
                <a:gd name="T20" fmla="*/ 315 w 415"/>
                <a:gd name="T21" fmla="*/ 228 h 382"/>
                <a:gd name="T22" fmla="*/ 315 w 415"/>
                <a:gd name="T23" fmla="*/ 96 h 382"/>
                <a:gd name="T24" fmla="*/ 341 w 415"/>
                <a:gd name="T25" fmla="*/ 349 h 382"/>
                <a:gd name="T26" fmla="*/ 371 w 415"/>
                <a:gd name="T27" fmla="*/ 382 h 382"/>
                <a:gd name="T28" fmla="*/ 373 w 415"/>
                <a:gd name="T29" fmla="*/ 382 h 382"/>
                <a:gd name="T30" fmla="*/ 405 w 415"/>
                <a:gd name="T31" fmla="*/ 352 h 382"/>
                <a:gd name="T32" fmla="*/ 342 w 415"/>
                <a:gd name="T33" fmla="*/ 25 h 382"/>
                <a:gd name="T34" fmla="*/ 286 w 415"/>
                <a:gd name="T35" fmla="*/ 0 h 382"/>
                <a:gd name="T36" fmla="*/ 284 w 415"/>
                <a:gd name="T37" fmla="*/ 0 h 382"/>
                <a:gd name="T38" fmla="*/ 130 w 415"/>
                <a:gd name="T39" fmla="*/ 0 h 382"/>
                <a:gd name="T40" fmla="*/ 128 w 415"/>
                <a:gd name="T41" fmla="*/ 0 h 382"/>
                <a:gd name="T42" fmla="*/ 72 w 415"/>
                <a:gd name="T43" fmla="*/ 25 h 382"/>
                <a:gd name="T44" fmla="*/ 9 w 415"/>
                <a:gd name="T45" fmla="*/ 352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15" h="382">
                  <a:moveTo>
                    <a:pt x="9" y="352"/>
                  </a:moveTo>
                  <a:cubicBezTo>
                    <a:pt x="10" y="369"/>
                    <a:pt x="25" y="382"/>
                    <a:pt x="41" y="382"/>
                  </a:cubicBezTo>
                  <a:cubicBezTo>
                    <a:pt x="42" y="382"/>
                    <a:pt x="43" y="382"/>
                    <a:pt x="43" y="382"/>
                  </a:cubicBezTo>
                  <a:cubicBezTo>
                    <a:pt x="61" y="381"/>
                    <a:pt x="74" y="366"/>
                    <a:pt x="73" y="349"/>
                  </a:cubicBezTo>
                  <a:cubicBezTo>
                    <a:pt x="65" y="208"/>
                    <a:pt x="81" y="133"/>
                    <a:pt x="99" y="96"/>
                  </a:cubicBezTo>
                  <a:cubicBezTo>
                    <a:pt x="99" y="228"/>
                    <a:pt x="99" y="228"/>
                    <a:pt x="99" y="228"/>
                  </a:cubicBezTo>
                  <a:cubicBezTo>
                    <a:pt x="99" y="291"/>
                    <a:pt x="99" y="291"/>
                    <a:pt x="99" y="291"/>
                  </a:cubicBezTo>
                  <a:cubicBezTo>
                    <a:pt x="115" y="296"/>
                    <a:pt x="169" y="312"/>
                    <a:pt x="207" y="312"/>
                  </a:cubicBezTo>
                  <a:cubicBezTo>
                    <a:pt x="245" y="312"/>
                    <a:pt x="299" y="296"/>
                    <a:pt x="315" y="291"/>
                  </a:cubicBezTo>
                  <a:cubicBezTo>
                    <a:pt x="315" y="228"/>
                    <a:pt x="315" y="228"/>
                    <a:pt x="315" y="228"/>
                  </a:cubicBezTo>
                  <a:cubicBezTo>
                    <a:pt x="315" y="228"/>
                    <a:pt x="315" y="228"/>
                    <a:pt x="315" y="228"/>
                  </a:cubicBezTo>
                  <a:cubicBezTo>
                    <a:pt x="315" y="96"/>
                    <a:pt x="315" y="96"/>
                    <a:pt x="315" y="96"/>
                  </a:cubicBezTo>
                  <a:cubicBezTo>
                    <a:pt x="333" y="133"/>
                    <a:pt x="349" y="208"/>
                    <a:pt x="341" y="349"/>
                  </a:cubicBezTo>
                  <a:cubicBezTo>
                    <a:pt x="340" y="366"/>
                    <a:pt x="353" y="381"/>
                    <a:pt x="371" y="382"/>
                  </a:cubicBezTo>
                  <a:cubicBezTo>
                    <a:pt x="372" y="382"/>
                    <a:pt x="372" y="382"/>
                    <a:pt x="373" y="382"/>
                  </a:cubicBezTo>
                  <a:cubicBezTo>
                    <a:pt x="390" y="382"/>
                    <a:pt x="404" y="369"/>
                    <a:pt x="405" y="352"/>
                  </a:cubicBezTo>
                  <a:cubicBezTo>
                    <a:pt x="415" y="183"/>
                    <a:pt x="394" y="73"/>
                    <a:pt x="342" y="25"/>
                  </a:cubicBezTo>
                  <a:cubicBezTo>
                    <a:pt x="320" y="4"/>
                    <a:pt x="298" y="0"/>
                    <a:pt x="286" y="0"/>
                  </a:cubicBezTo>
                  <a:cubicBezTo>
                    <a:pt x="286" y="0"/>
                    <a:pt x="285" y="0"/>
                    <a:pt x="284" y="0"/>
                  </a:cubicBezTo>
                  <a:cubicBezTo>
                    <a:pt x="130" y="0"/>
                    <a:pt x="130" y="0"/>
                    <a:pt x="130" y="0"/>
                  </a:cubicBezTo>
                  <a:cubicBezTo>
                    <a:pt x="129" y="0"/>
                    <a:pt x="128" y="0"/>
                    <a:pt x="128" y="0"/>
                  </a:cubicBezTo>
                  <a:cubicBezTo>
                    <a:pt x="116" y="0"/>
                    <a:pt x="95" y="4"/>
                    <a:pt x="72" y="25"/>
                  </a:cubicBezTo>
                  <a:cubicBezTo>
                    <a:pt x="21" y="73"/>
                    <a:pt x="0" y="183"/>
                    <a:pt x="9" y="3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 name="Freeform 460"/>
            <p:cNvSpPr>
              <a:spLocks/>
            </p:cNvSpPr>
            <p:nvPr/>
          </p:nvSpPr>
          <p:spPr bwMode="auto">
            <a:xfrm>
              <a:off x="8801100" y="1543050"/>
              <a:ext cx="147638" cy="639763"/>
            </a:xfrm>
            <a:custGeom>
              <a:avLst/>
              <a:gdLst>
                <a:gd name="T0" fmla="*/ 0 w 99"/>
                <a:gd name="T1" fmla="*/ 61 h 429"/>
                <a:gd name="T2" fmla="*/ 0 w 99"/>
                <a:gd name="T3" fmla="*/ 380 h 429"/>
                <a:gd name="T4" fmla="*/ 50 w 99"/>
                <a:gd name="T5" fmla="*/ 429 h 429"/>
                <a:gd name="T6" fmla="*/ 99 w 99"/>
                <a:gd name="T7" fmla="*/ 380 h 429"/>
                <a:gd name="T8" fmla="*/ 99 w 99"/>
                <a:gd name="T9" fmla="*/ 0 h 429"/>
                <a:gd name="T10" fmla="*/ 0 w 99"/>
                <a:gd name="T11" fmla="*/ 61 h 429"/>
              </a:gdLst>
              <a:ahLst/>
              <a:cxnLst>
                <a:cxn ang="0">
                  <a:pos x="T0" y="T1"/>
                </a:cxn>
                <a:cxn ang="0">
                  <a:pos x="T2" y="T3"/>
                </a:cxn>
                <a:cxn ang="0">
                  <a:pos x="T4" y="T5"/>
                </a:cxn>
                <a:cxn ang="0">
                  <a:pos x="T6" y="T7"/>
                </a:cxn>
                <a:cxn ang="0">
                  <a:pos x="T8" y="T9"/>
                </a:cxn>
                <a:cxn ang="0">
                  <a:pos x="T10" y="T11"/>
                </a:cxn>
              </a:cxnLst>
              <a:rect l="0" t="0" r="r" b="b"/>
              <a:pathLst>
                <a:path w="99" h="429">
                  <a:moveTo>
                    <a:pt x="0" y="61"/>
                  </a:moveTo>
                  <a:cubicBezTo>
                    <a:pt x="0" y="380"/>
                    <a:pt x="0" y="380"/>
                    <a:pt x="0" y="380"/>
                  </a:cubicBezTo>
                  <a:cubicBezTo>
                    <a:pt x="0" y="407"/>
                    <a:pt x="23" y="429"/>
                    <a:pt x="50" y="429"/>
                  </a:cubicBezTo>
                  <a:cubicBezTo>
                    <a:pt x="77" y="429"/>
                    <a:pt x="99" y="407"/>
                    <a:pt x="99" y="380"/>
                  </a:cubicBezTo>
                  <a:cubicBezTo>
                    <a:pt x="99" y="0"/>
                    <a:pt x="99" y="0"/>
                    <a:pt x="99" y="0"/>
                  </a:cubicBezTo>
                  <a:cubicBezTo>
                    <a:pt x="42" y="10"/>
                    <a:pt x="22" y="51"/>
                    <a:pt x="0"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 name="Freeform 461"/>
            <p:cNvSpPr>
              <a:spLocks noEditPoints="1"/>
            </p:cNvSpPr>
            <p:nvPr/>
          </p:nvSpPr>
          <p:spPr bwMode="auto">
            <a:xfrm>
              <a:off x="8653463" y="827088"/>
              <a:ext cx="268288" cy="209550"/>
            </a:xfrm>
            <a:custGeom>
              <a:avLst/>
              <a:gdLst>
                <a:gd name="T0" fmla="*/ 90 w 180"/>
                <a:gd name="T1" fmla="*/ 140 h 140"/>
                <a:gd name="T2" fmla="*/ 180 w 180"/>
                <a:gd name="T3" fmla="*/ 50 h 140"/>
                <a:gd name="T4" fmla="*/ 0 w 180"/>
                <a:gd name="T5" fmla="*/ 50 h 140"/>
                <a:gd name="T6" fmla="*/ 90 w 180"/>
                <a:gd name="T7" fmla="*/ 140 h 140"/>
                <a:gd name="T8" fmla="*/ 146 w 180"/>
                <a:gd name="T9" fmla="*/ 84 h 140"/>
                <a:gd name="T10" fmla="*/ 90 w 180"/>
                <a:gd name="T11" fmla="*/ 115 h 140"/>
                <a:gd name="T12" fmla="*/ 34 w 180"/>
                <a:gd name="T13" fmla="*/ 84 h 140"/>
                <a:gd name="T14" fmla="*/ 146 w 180"/>
                <a:gd name="T15" fmla="*/ 84 h 1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0" h="140">
                  <a:moveTo>
                    <a:pt x="90" y="140"/>
                  </a:moveTo>
                  <a:cubicBezTo>
                    <a:pt x="140" y="140"/>
                    <a:pt x="180" y="99"/>
                    <a:pt x="180" y="50"/>
                  </a:cubicBezTo>
                  <a:cubicBezTo>
                    <a:pt x="180" y="0"/>
                    <a:pt x="0" y="0"/>
                    <a:pt x="0" y="50"/>
                  </a:cubicBezTo>
                  <a:cubicBezTo>
                    <a:pt x="0" y="99"/>
                    <a:pt x="40" y="140"/>
                    <a:pt x="90" y="140"/>
                  </a:cubicBezTo>
                  <a:close/>
                  <a:moveTo>
                    <a:pt x="146" y="84"/>
                  </a:moveTo>
                  <a:cubicBezTo>
                    <a:pt x="135" y="102"/>
                    <a:pt x="114" y="115"/>
                    <a:pt x="90" y="115"/>
                  </a:cubicBezTo>
                  <a:cubicBezTo>
                    <a:pt x="66" y="115"/>
                    <a:pt x="46" y="102"/>
                    <a:pt x="34" y="84"/>
                  </a:cubicBezTo>
                  <a:lnTo>
                    <a:pt x="146" y="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25" name="组合 424"/>
          <p:cNvGrpSpPr/>
          <p:nvPr/>
        </p:nvGrpSpPr>
        <p:grpSpPr>
          <a:xfrm>
            <a:off x="9910763" y="2771775"/>
            <a:ext cx="2189162" cy="1450976"/>
            <a:chOff x="9910763" y="2771775"/>
            <a:chExt cx="2189162" cy="1450976"/>
          </a:xfrm>
          <a:solidFill>
            <a:schemeClr val="tx1">
              <a:lumMod val="65000"/>
              <a:lumOff val="35000"/>
            </a:schemeClr>
          </a:solidFill>
        </p:grpSpPr>
        <p:sp>
          <p:nvSpPr>
            <p:cNvPr id="426" name="Freeform 462"/>
            <p:cNvSpPr>
              <a:spLocks/>
            </p:cNvSpPr>
            <p:nvPr/>
          </p:nvSpPr>
          <p:spPr bwMode="auto">
            <a:xfrm>
              <a:off x="11795125" y="2954338"/>
              <a:ext cx="304800" cy="1268413"/>
            </a:xfrm>
            <a:custGeom>
              <a:avLst/>
              <a:gdLst>
                <a:gd name="T0" fmla="*/ 204 w 204"/>
                <a:gd name="T1" fmla="*/ 0 h 850"/>
                <a:gd name="T2" fmla="*/ 50 w 204"/>
                <a:gd name="T3" fmla="*/ 0 h 850"/>
                <a:gd name="T4" fmla="*/ 54 w 204"/>
                <a:gd name="T5" fmla="*/ 18 h 850"/>
                <a:gd name="T6" fmla="*/ 13 w 204"/>
                <a:gd name="T7" fmla="*/ 59 h 850"/>
                <a:gd name="T8" fmla="*/ 0 w 204"/>
                <a:gd name="T9" fmla="*/ 59 h 850"/>
                <a:gd name="T10" fmla="*/ 0 w 204"/>
                <a:gd name="T11" fmla="*/ 850 h 850"/>
                <a:gd name="T12" fmla="*/ 204 w 204"/>
                <a:gd name="T13" fmla="*/ 850 h 850"/>
                <a:gd name="T14" fmla="*/ 204 w 204"/>
                <a:gd name="T15" fmla="*/ 0 h 8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850">
                  <a:moveTo>
                    <a:pt x="204" y="0"/>
                  </a:moveTo>
                  <a:cubicBezTo>
                    <a:pt x="50" y="0"/>
                    <a:pt x="50" y="0"/>
                    <a:pt x="50" y="0"/>
                  </a:cubicBezTo>
                  <a:cubicBezTo>
                    <a:pt x="53" y="5"/>
                    <a:pt x="54" y="11"/>
                    <a:pt x="54" y="18"/>
                  </a:cubicBezTo>
                  <a:cubicBezTo>
                    <a:pt x="54" y="41"/>
                    <a:pt x="36" y="59"/>
                    <a:pt x="13" y="59"/>
                  </a:cubicBezTo>
                  <a:cubicBezTo>
                    <a:pt x="0" y="59"/>
                    <a:pt x="0" y="59"/>
                    <a:pt x="0" y="59"/>
                  </a:cubicBezTo>
                  <a:cubicBezTo>
                    <a:pt x="0" y="850"/>
                    <a:pt x="0" y="850"/>
                    <a:pt x="0" y="850"/>
                  </a:cubicBezTo>
                  <a:cubicBezTo>
                    <a:pt x="204" y="850"/>
                    <a:pt x="204" y="850"/>
                    <a:pt x="204" y="850"/>
                  </a:cubicBezTo>
                  <a:lnTo>
                    <a:pt x="20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 name="Rectangle 463"/>
            <p:cNvSpPr>
              <a:spLocks noChangeArrowheads="1"/>
            </p:cNvSpPr>
            <p:nvPr/>
          </p:nvSpPr>
          <p:spPr bwMode="auto">
            <a:xfrm>
              <a:off x="10020300" y="3100388"/>
              <a:ext cx="79375"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 name="Rectangle 464"/>
            <p:cNvSpPr>
              <a:spLocks noChangeArrowheads="1"/>
            </p:cNvSpPr>
            <p:nvPr/>
          </p:nvSpPr>
          <p:spPr bwMode="auto">
            <a:xfrm>
              <a:off x="9910763" y="3100388"/>
              <a:ext cx="79375"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 name="Rectangle 465"/>
            <p:cNvSpPr>
              <a:spLocks noChangeArrowheads="1"/>
            </p:cNvSpPr>
            <p:nvPr/>
          </p:nvSpPr>
          <p:spPr bwMode="auto">
            <a:xfrm>
              <a:off x="10726738" y="3100388"/>
              <a:ext cx="73025"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 name="Rectangle 466"/>
            <p:cNvSpPr>
              <a:spLocks noChangeArrowheads="1"/>
            </p:cNvSpPr>
            <p:nvPr/>
          </p:nvSpPr>
          <p:spPr bwMode="auto">
            <a:xfrm>
              <a:off x="11091863" y="3100388"/>
              <a:ext cx="93663"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 name="Rectangle 467"/>
            <p:cNvSpPr>
              <a:spLocks noChangeArrowheads="1"/>
            </p:cNvSpPr>
            <p:nvPr/>
          </p:nvSpPr>
          <p:spPr bwMode="auto">
            <a:xfrm>
              <a:off x="11493500" y="3100388"/>
              <a:ext cx="93663"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 name="Rectangle 468"/>
            <p:cNvSpPr>
              <a:spLocks noChangeArrowheads="1"/>
            </p:cNvSpPr>
            <p:nvPr/>
          </p:nvSpPr>
          <p:spPr bwMode="auto">
            <a:xfrm>
              <a:off x="10847388" y="3100388"/>
              <a:ext cx="217488"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 name="Rectangle 469"/>
            <p:cNvSpPr>
              <a:spLocks noChangeArrowheads="1"/>
            </p:cNvSpPr>
            <p:nvPr/>
          </p:nvSpPr>
          <p:spPr bwMode="auto">
            <a:xfrm>
              <a:off x="10364788" y="3100388"/>
              <a:ext cx="147638"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 name="Freeform 470"/>
            <p:cNvSpPr>
              <a:spLocks/>
            </p:cNvSpPr>
            <p:nvPr/>
          </p:nvSpPr>
          <p:spPr bwMode="auto">
            <a:xfrm>
              <a:off x="10547350" y="3046413"/>
              <a:ext cx="919163" cy="434975"/>
            </a:xfrm>
            <a:custGeom>
              <a:avLst/>
              <a:gdLst>
                <a:gd name="T0" fmla="*/ 516 w 616"/>
                <a:gd name="T1" fmla="*/ 62 h 292"/>
                <a:gd name="T2" fmla="*/ 556 w 616"/>
                <a:gd name="T3" fmla="*/ 32 h 292"/>
                <a:gd name="T4" fmla="*/ 567 w 616"/>
                <a:gd name="T5" fmla="*/ 34 h 292"/>
                <a:gd name="T6" fmla="*/ 616 w 616"/>
                <a:gd name="T7" fmla="*/ 48 h 292"/>
                <a:gd name="T8" fmla="*/ 609 w 616"/>
                <a:gd name="T9" fmla="*/ 33 h 292"/>
                <a:gd name="T10" fmla="*/ 507 w 616"/>
                <a:gd name="T11" fmla="*/ 22 h 292"/>
                <a:gd name="T12" fmla="*/ 314 w 616"/>
                <a:gd name="T13" fmla="*/ 95 h 292"/>
                <a:gd name="T14" fmla="*/ 268 w 616"/>
                <a:gd name="T15" fmla="*/ 156 h 292"/>
                <a:gd name="T16" fmla="*/ 163 w 616"/>
                <a:gd name="T17" fmla="*/ 183 h 292"/>
                <a:gd name="T18" fmla="*/ 95 w 616"/>
                <a:gd name="T19" fmla="*/ 46 h 292"/>
                <a:gd name="T20" fmla="*/ 28 w 616"/>
                <a:gd name="T21" fmla="*/ 24 h 292"/>
                <a:gd name="T22" fmla="*/ 0 w 616"/>
                <a:gd name="T23" fmla="*/ 69 h 292"/>
                <a:gd name="T24" fmla="*/ 20 w 616"/>
                <a:gd name="T25" fmla="*/ 54 h 292"/>
                <a:gd name="T26" fmla="*/ 46 w 616"/>
                <a:gd name="T27" fmla="*/ 45 h 292"/>
                <a:gd name="T28" fmla="*/ 78 w 616"/>
                <a:gd name="T29" fmla="*/ 60 h 292"/>
                <a:gd name="T30" fmla="*/ 87 w 616"/>
                <a:gd name="T31" fmla="*/ 90 h 292"/>
                <a:gd name="T32" fmla="*/ 72 w 616"/>
                <a:gd name="T33" fmla="*/ 118 h 292"/>
                <a:gd name="T34" fmla="*/ 33 w 616"/>
                <a:gd name="T35" fmla="*/ 146 h 292"/>
                <a:gd name="T36" fmla="*/ 92 w 616"/>
                <a:gd name="T37" fmla="*/ 265 h 292"/>
                <a:gd name="T38" fmla="*/ 137 w 616"/>
                <a:gd name="T39" fmla="*/ 292 h 292"/>
                <a:gd name="T40" fmla="*/ 150 w 616"/>
                <a:gd name="T41" fmla="*/ 291 h 292"/>
                <a:gd name="T42" fmla="*/ 414 w 616"/>
                <a:gd name="T43" fmla="*/ 221 h 292"/>
                <a:gd name="T44" fmla="*/ 417 w 616"/>
                <a:gd name="T45" fmla="*/ 220 h 292"/>
                <a:gd name="T46" fmla="*/ 570 w 616"/>
                <a:gd name="T47" fmla="*/ 151 h 292"/>
                <a:gd name="T48" fmla="*/ 596 w 616"/>
                <a:gd name="T49" fmla="*/ 128 h 292"/>
                <a:gd name="T50" fmla="*/ 544 w 616"/>
                <a:gd name="T51" fmla="*/ 113 h 292"/>
                <a:gd name="T52" fmla="*/ 516 w 616"/>
                <a:gd name="T53" fmla="*/ 62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6" h="292">
                  <a:moveTo>
                    <a:pt x="516" y="62"/>
                  </a:moveTo>
                  <a:cubicBezTo>
                    <a:pt x="521" y="44"/>
                    <a:pt x="537" y="32"/>
                    <a:pt x="556" y="32"/>
                  </a:cubicBezTo>
                  <a:cubicBezTo>
                    <a:pt x="560" y="32"/>
                    <a:pt x="564" y="33"/>
                    <a:pt x="567" y="34"/>
                  </a:cubicBezTo>
                  <a:cubicBezTo>
                    <a:pt x="616" y="48"/>
                    <a:pt x="616" y="48"/>
                    <a:pt x="616" y="48"/>
                  </a:cubicBezTo>
                  <a:cubicBezTo>
                    <a:pt x="614" y="43"/>
                    <a:pt x="612" y="38"/>
                    <a:pt x="609" y="33"/>
                  </a:cubicBezTo>
                  <a:cubicBezTo>
                    <a:pt x="592" y="3"/>
                    <a:pt x="543" y="0"/>
                    <a:pt x="507" y="22"/>
                  </a:cubicBezTo>
                  <a:cubicBezTo>
                    <a:pt x="456" y="47"/>
                    <a:pt x="383" y="86"/>
                    <a:pt x="314" y="95"/>
                  </a:cubicBezTo>
                  <a:cubicBezTo>
                    <a:pt x="261" y="106"/>
                    <a:pt x="260" y="122"/>
                    <a:pt x="268" y="156"/>
                  </a:cubicBezTo>
                  <a:cubicBezTo>
                    <a:pt x="163" y="183"/>
                    <a:pt x="163" y="183"/>
                    <a:pt x="163" y="183"/>
                  </a:cubicBezTo>
                  <a:cubicBezTo>
                    <a:pt x="95" y="46"/>
                    <a:pt x="95" y="46"/>
                    <a:pt x="95" y="46"/>
                  </a:cubicBezTo>
                  <a:cubicBezTo>
                    <a:pt x="83" y="22"/>
                    <a:pt x="53" y="12"/>
                    <a:pt x="28" y="24"/>
                  </a:cubicBezTo>
                  <a:cubicBezTo>
                    <a:pt x="10" y="33"/>
                    <a:pt x="0" y="51"/>
                    <a:pt x="0" y="69"/>
                  </a:cubicBezTo>
                  <a:cubicBezTo>
                    <a:pt x="7" y="65"/>
                    <a:pt x="14" y="60"/>
                    <a:pt x="20" y="54"/>
                  </a:cubicBezTo>
                  <a:cubicBezTo>
                    <a:pt x="27" y="48"/>
                    <a:pt x="37" y="45"/>
                    <a:pt x="46" y="45"/>
                  </a:cubicBezTo>
                  <a:cubicBezTo>
                    <a:pt x="59" y="45"/>
                    <a:pt x="70" y="50"/>
                    <a:pt x="78" y="60"/>
                  </a:cubicBezTo>
                  <a:cubicBezTo>
                    <a:pt x="85" y="69"/>
                    <a:pt x="88" y="79"/>
                    <a:pt x="87" y="90"/>
                  </a:cubicBezTo>
                  <a:cubicBezTo>
                    <a:pt x="86" y="101"/>
                    <a:pt x="81" y="111"/>
                    <a:pt x="72" y="118"/>
                  </a:cubicBezTo>
                  <a:cubicBezTo>
                    <a:pt x="59" y="129"/>
                    <a:pt x="46" y="138"/>
                    <a:pt x="33" y="146"/>
                  </a:cubicBezTo>
                  <a:cubicBezTo>
                    <a:pt x="92" y="265"/>
                    <a:pt x="92" y="265"/>
                    <a:pt x="92" y="265"/>
                  </a:cubicBezTo>
                  <a:cubicBezTo>
                    <a:pt x="101" y="282"/>
                    <a:pt x="118" y="292"/>
                    <a:pt x="137" y="292"/>
                  </a:cubicBezTo>
                  <a:cubicBezTo>
                    <a:pt x="141" y="292"/>
                    <a:pt x="145" y="292"/>
                    <a:pt x="150" y="291"/>
                  </a:cubicBezTo>
                  <a:cubicBezTo>
                    <a:pt x="414" y="221"/>
                    <a:pt x="414" y="221"/>
                    <a:pt x="414" y="221"/>
                  </a:cubicBezTo>
                  <a:cubicBezTo>
                    <a:pt x="415" y="221"/>
                    <a:pt x="416" y="221"/>
                    <a:pt x="417" y="220"/>
                  </a:cubicBezTo>
                  <a:cubicBezTo>
                    <a:pt x="473" y="207"/>
                    <a:pt x="515" y="188"/>
                    <a:pt x="570" y="151"/>
                  </a:cubicBezTo>
                  <a:cubicBezTo>
                    <a:pt x="580" y="144"/>
                    <a:pt x="589" y="137"/>
                    <a:pt x="596" y="128"/>
                  </a:cubicBezTo>
                  <a:cubicBezTo>
                    <a:pt x="544" y="113"/>
                    <a:pt x="544" y="113"/>
                    <a:pt x="544" y="113"/>
                  </a:cubicBezTo>
                  <a:cubicBezTo>
                    <a:pt x="522" y="106"/>
                    <a:pt x="510" y="83"/>
                    <a:pt x="516"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 name="Freeform 471"/>
            <p:cNvSpPr>
              <a:spLocks/>
            </p:cNvSpPr>
            <p:nvPr/>
          </p:nvSpPr>
          <p:spPr bwMode="auto">
            <a:xfrm>
              <a:off x="11363325" y="2771775"/>
              <a:ext cx="304800" cy="306388"/>
            </a:xfrm>
            <a:custGeom>
              <a:avLst/>
              <a:gdLst>
                <a:gd name="T0" fmla="*/ 20 w 205"/>
                <a:gd name="T1" fmla="*/ 139 h 205"/>
                <a:gd name="T2" fmla="*/ 139 w 205"/>
                <a:gd name="T3" fmla="*/ 185 h 205"/>
                <a:gd name="T4" fmla="*/ 185 w 205"/>
                <a:gd name="T5" fmla="*/ 66 h 205"/>
                <a:gd name="T6" fmla="*/ 66 w 205"/>
                <a:gd name="T7" fmla="*/ 20 h 205"/>
                <a:gd name="T8" fmla="*/ 20 w 205"/>
                <a:gd name="T9" fmla="*/ 139 h 205"/>
              </a:gdLst>
              <a:ahLst/>
              <a:cxnLst>
                <a:cxn ang="0">
                  <a:pos x="T0" y="T1"/>
                </a:cxn>
                <a:cxn ang="0">
                  <a:pos x="T2" y="T3"/>
                </a:cxn>
                <a:cxn ang="0">
                  <a:pos x="T4" y="T5"/>
                </a:cxn>
                <a:cxn ang="0">
                  <a:pos x="T6" y="T7"/>
                </a:cxn>
                <a:cxn ang="0">
                  <a:pos x="T8" y="T9"/>
                </a:cxn>
              </a:cxnLst>
              <a:rect l="0" t="0" r="r" b="b"/>
              <a:pathLst>
                <a:path w="205" h="205">
                  <a:moveTo>
                    <a:pt x="20" y="139"/>
                  </a:moveTo>
                  <a:cubicBezTo>
                    <a:pt x="40" y="185"/>
                    <a:pt x="93" y="205"/>
                    <a:pt x="139" y="185"/>
                  </a:cubicBezTo>
                  <a:cubicBezTo>
                    <a:pt x="184" y="165"/>
                    <a:pt x="205" y="112"/>
                    <a:pt x="185" y="66"/>
                  </a:cubicBezTo>
                  <a:cubicBezTo>
                    <a:pt x="164" y="21"/>
                    <a:pt x="111" y="0"/>
                    <a:pt x="66" y="20"/>
                  </a:cubicBezTo>
                  <a:cubicBezTo>
                    <a:pt x="20" y="41"/>
                    <a:pt x="0" y="94"/>
                    <a:pt x="20" y="1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 name="Freeform 472"/>
            <p:cNvSpPr>
              <a:spLocks/>
            </p:cNvSpPr>
            <p:nvPr/>
          </p:nvSpPr>
          <p:spPr bwMode="auto">
            <a:xfrm>
              <a:off x="11323638" y="2933700"/>
              <a:ext cx="539750" cy="339725"/>
            </a:xfrm>
            <a:custGeom>
              <a:avLst/>
              <a:gdLst>
                <a:gd name="T0" fmla="*/ 361 w 361"/>
                <a:gd name="T1" fmla="*/ 32 h 228"/>
                <a:gd name="T2" fmla="*/ 329 w 361"/>
                <a:gd name="T3" fmla="*/ 0 h 228"/>
                <a:gd name="T4" fmla="*/ 292 w 361"/>
                <a:gd name="T5" fmla="*/ 0 h 228"/>
                <a:gd name="T6" fmla="*/ 265 w 361"/>
                <a:gd name="T7" fmla="*/ 15 h 228"/>
                <a:gd name="T8" fmla="*/ 178 w 361"/>
                <a:gd name="T9" fmla="*/ 158 h 228"/>
                <a:gd name="T10" fmla="*/ 45 w 361"/>
                <a:gd name="T11" fmla="*/ 118 h 228"/>
                <a:gd name="T12" fmla="*/ 5 w 361"/>
                <a:gd name="T13" fmla="*/ 139 h 228"/>
                <a:gd name="T14" fmla="*/ 26 w 361"/>
                <a:gd name="T15" fmla="*/ 179 h 228"/>
                <a:gd name="T16" fmla="*/ 183 w 361"/>
                <a:gd name="T17" fmla="*/ 226 h 228"/>
                <a:gd name="T18" fmla="*/ 193 w 361"/>
                <a:gd name="T19" fmla="*/ 228 h 228"/>
                <a:gd name="T20" fmla="*/ 220 w 361"/>
                <a:gd name="T21" fmla="*/ 212 h 228"/>
                <a:gd name="T22" fmla="*/ 310 w 361"/>
                <a:gd name="T23" fmla="*/ 64 h 228"/>
                <a:gd name="T24" fmla="*/ 329 w 361"/>
                <a:gd name="T25" fmla="*/ 64 h 228"/>
                <a:gd name="T26" fmla="*/ 361 w 361"/>
                <a:gd name="T27" fmla="*/ 32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1" h="228">
                  <a:moveTo>
                    <a:pt x="361" y="32"/>
                  </a:moveTo>
                  <a:cubicBezTo>
                    <a:pt x="361" y="14"/>
                    <a:pt x="347" y="0"/>
                    <a:pt x="329" y="0"/>
                  </a:cubicBezTo>
                  <a:cubicBezTo>
                    <a:pt x="292" y="0"/>
                    <a:pt x="292" y="0"/>
                    <a:pt x="292" y="0"/>
                  </a:cubicBezTo>
                  <a:cubicBezTo>
                    <a:pt x="281" y="0"/>
                    <a:pt x="270" y="6"/>
                    <a:pt x="265" y="15"/>
                  </a:cubicBezTo>
                  <a:cubicBezTo>
                    <a:pt x="178" y="158"/>
                    <a:pt x="178" y="158"/>
                    <a:pt x="178" y="158"/>
                  </a:cubicBezTo>
                  <a:cubicBezTo>
                    <a:pt x="45" y="118"/>
                    <a:pt x="45" y="118"/>
                    <a:pt x="45" y="118"/>
                  </a:cubicBezTo>
                  <a:cubicBezTo>
                    <a:pt x="28" y="113"/>
                    <a:pt x="10" y="122"/>
                    <a:pt x="5" y="139"/>
                  </a:cubicBezTo>
                  <a:cubicBezTo>
                    <a:pt x="0" y="156"/>
                    <a:pt x="9" y="174"/>
                    <a:pt x="26" y="179"/>
                  </a:cubicBezTo>
                  <a:cubicBezTo>
                    <a:pt x="183" y="226"/>
                    <a:pt x="183" y="226"/>
                    <a:pt x="183" y="226"/>
                  </a:cubicBezTo>
                  <a:cubicBezTo>
                    <a:pt x="186" y="227"/>
                    <a:pt x="189" y="228"/>
                    <a:pt x="193" y="228"/>
                  </a:cubicBezTo>
                  <a:cubicBezTo>
                    <a:pt x="204" y="228"/>
                    <a:pt x="214" y="222"/>
                    <a:pt x="220" y="212"/>
                  </a:cubicBezTo>
                  <a:cubicBezTo>
                    <a:pt x="310" y="64"/>
                    <a:pt x="310" y="64"/>
                    <a:pt x="310" y="64"/>
                  </a:cubicBezTo>
                  <a:cubicBezTo>
                    <a:pt x="329" y="64"/>
                    <a:pt x="329" y="64"/>
                    <a:pt x="329" y="64"/>
                  </a:cubicBezTo>
                  <a:cubicBezTo>
                    <a:pt x="347" y="64"/>
                    <a:pt x="361" y="50"/>
                    <a:pt x="361"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 name="Oval 473"/>
            <p:cNvSpPr>
              <a:spLocks noChangeArrowheads="1"/>
            </p:cNvSpPr>
            <p:nvPr/>
          </p:nvSpPr>
          <p:spPr bwMode="auto">
            <a:xfrm>
              <a:off x="10217150" y="2805113"/>
              <a:ext cx="269875" cy="2682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 name="Freeform 474"/>
            <p:cNvSpPr>
              <a:spLocks/>
            </p:cNvSpPr>
            <p:nvPr/>
          </p:nvSpPr>
          <p:spPr bwMode="auto">
            <a:xfrm>
              <a:off x="10052050" y="3071813"/>
              <a:ext cx="334963" cy="1141413"/>
            </a:xfrm>
            <a:custGeom>
              <a:avLst/>
              <a:gdLst>
                <a:gd name="T0" fmla="*/ 89 w 224"/>
                <a:gd name="T1" fmla="*/ 51 h 764"/>
                <a:gd name="T2" fmla="*/ 121 w 224"/>
                <a:gd name="T3" fmla="*/ 36 h 764"/>
                <a:gd name="T4" fmla="*/ 147 w 224"/>
                <a:gd name="T5" fmla="*/ 46 h 764"/>
                <a:gd name="T6" fmla="*/ 177 w 224"/>
                <a:gd name="T7" fmla="*/ 63 h 764"/>
                <a:gd name="T8" fmla="*/ 136 w 224"/>
                <a:gd name="T9" fmla="*/ 8 h 764"/>
                <a:gd name="T10" fmla="*/ 33 w 224"/>
                <a:gd name="T11" fmla="*/ 77 h 764"/>
                <a:gd name="T12" fmla="*/ 10 w 224"/>
                <a:gd name="T13" fmla="*/ 299 h 764"/>
                <a:gd name="T14" fmla="*/ 66 w 224"/>
                <a:gd name="T15" fmla="*/ 366 h 764"/>
                <a:gd name="T16" fmla="*/ 58 w 224"/>
                <a:gd name="T17" fmla="*/ 696 h 764"/>
                <a:gd name="T18" fmla="*/ 88 w 224"/>
                <a:gd name="T19" fmla="*/ 760 h 764"/>
                <a:gd name="T20" fmla="*/ 105 w 224"/>
                <a:gd name="T21" fmla="*/ 764 h 764"/>
                <a:gd name="T22" fmla="*/ 152 w 224"/>
                <a:gd name="T23" fmla="*/ 731 h 764"/>
                <a:gd name="T24" fmla="*/ 153 w 224"/>
                <a:gd name="T25" fmla="*/ 309 h 764"/>
                <a:gd name="T26" fmla="*/ 165 w 224"/>
                <a:gd name="T27" fmla="*/ 147 h 764"/>
                <a:gd name="T28" fmla="*/ 95 w 224"/>
                <a:gd name="T29" fmla="*/ 109 h 764"/>
                <a:gd name="T30" fmla="*/ 89 w 224"/>
                <a:gd name="T31" fmla="*/ 51 h 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4" h="764">
                  <a:moveTo>
                    <a:pt x="89" y="51"/>
                  </a:moveTo>
                  <a:cubicBezTo>
                    <a:pt x="97" y="42"/>
                    <a:pt x="109" y="36"/>
                    <a:pt x="121" y="36"/>
                  </a:cubicBezTo>
                  <a:cubicBezTo>
                    <a:pt x="130" y="36"/>
                    <a:pt x="140" y="40"/>
                    <a:pt x="147" y="46"/>
                  </a:cubicBezTo>
                  <a:cubicBezTo>
                    <a:pt x="148" y="46"/>
                    <a:pt x="159" y="55"/>
                    <a:pt x="177" y="63"/>
                  </a:cubicBezTo>
                  <a:cubicBezTo>
                    <a:pt x="173" y="37"/>
                    <a:pt x="159" y="14"/>
                    <a:pt x="136" y="8"/>
                  </a:cubicBezTo>
                  <a:cubicBezTo>
                    <a:pt x="102" y="0"/>
                    <a:pt x="53" y="18"/>
                    <a:pt x="33" y="77"/>
                  </a:cubicBezTo>
                  <a:cubicBezTo>
                    <a:pt x="5" y="158"/>
                    <a:pt x="0" y="210"/>
                    <a:pt x="10" y="299"/>
                  </a:cubicBezTo>
                  <a:cubicBezTo>
                    <a:pt x="18" y="342"/>
                    <a:pt x="41" y="359"/>
                    <a:pt x="66" y="366"/>
                  </a:cubicBezTo>
                  <a:cubicBezTo>
                    <a:pt x="84" y="426"/>
                    <a:pt x="111" y="555"/>
                    <a:pt x="58" y="696"/>
                  </a:cubicBezTo>
                  <a:cubicBezTo>
                    <a:pt x="49" y="722"/>
                    <a:pt x="62" y="751"/>
                    <a:pt x="88" y="760"/>
                  </a:cubicBezTo>
                  <a:cubicBezTo>
                    <a:pt x="94" y="763"/>
                    <a:pt x="99" y="764"/>
                    <a:pt x="105" y="764"/>
                  </a:cubicBezTo>
                  <a:cubicBezTo>
                    <a:pt x="125" y="764"/>
                    <a:pt x="145" y="751"/>
                    <a:pt x="152" y="731"/>
                  </a:cubicBezTo>
                  <a:cubicBezTo>
                    <a:pt x="224" y="537"/>
                    <a:pt x="174" y="366"/>
                    <a:pt x="153" y="309"/>
                  </a:cubicBezTo>
                  <a:cubicBezTo>
                    <a:pt x="146" y="257"/>
                    <a:pt x="156" y="197"/>
                    <a:pt x="165" y="147"/>
                  </a:cubicBezTo>
                  <a:cubicBezTo>
                    <a:pt x="123" y="132"/>
                    <a:pt x="96" y="110"/>
                    <a:pt x="95" y="109"/>
                  </a:cubicBezTo>
                  <a:cubicBezTo>
                    <a:pt x="77" y="95"/>
                    <a:pt x="75" y="69"/>
                    <a:pt x="89"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 name="Freeform 475"/>
            <p:cNvSpPr>
              <a:spLocks/>
            </p:cNvSpPr>
            <p:nvPr/>
          </p:nvSpPr>
          <p:spPr bwMode="auto">
            <a:xfrm>
              <a:off x="10179050" y="3121025"/>
              <a:ext cx="490538" cy="177800"/>
            </a:xfrm>
            <a:custGeom>
              <a:avLst/>
              <a:gdLst>
                <a:gd name="T0" fmla="*/ 318 w 329"/>
                <a:gd name="T1" fmla="*/ 16 h 120"/>
                <a:gd name="T2" fmla="*/ 273 w 329"/>
                <a:gd name="T3" fmla="*/ 11 h 120"/>
                <a:gd name="T4" fmla="*/ 56 w 329"/>
                <a:gd name="T5" fmla="*/ 21 h 120"/>
                <a:gd name="T6" fmla="*/ 11 w 329"/>
                <a:gd name="T7" fmla="*/ 25 h 120"/>
                <a:gd name="T8" fmla="*/ 16 w 329"/>
                <a:gd name="T9" fmla="*/ 70 h 120"/>
                <a:gd name="T10" fmla="*/ 107 w 329"/>
                <a:gd name="T11" fmla="*/ 113 h 120"/>
                <a:gd name="T12" fmla="*/ 160 w 329"/>
                <a:gd name="T13" fmla="*/ 120 h 120"/>
                <a:gd name="T14" fmla="*/ 314 w 329"/>
                <a:gd name="T15" fmla="*/ 61 h 120"/>
                <a:gd name="T16" fmla="*/ 318 w 329"/>
                <a:gd name="T17" fmla="*/ 16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9" h="120">
                  <a:moveTo>
                    <a:pt x="318" y="16"/>
                  </a:moveTo>
                  <a:cubicBezTo>
                    <a:pt x="307" y="2"/>
                    <a:pt x="287" y="0"/>
                    <a:pt x="273" y="11"/>
                  </a:cubicBezTo>
                  <a:cubicBezTo>
                    <a:pt x="161" y="103"/>
                    <a:pt x="61" y="24"/>
                    <a:pt x="56" y="21"/>
                  </a:cubicBezTo>
                  <a:cubicBezTo>
                    <a:pt x="43" y="10"/>
                    <a:pt x="22" y="12"/>
                    <a:pt x="11" y="25"/>
                  </a:cubicBezTo>
                  <a:cubicBezTo>
                    <a:pt x="0" y="39"/>
                    <a:pt x="2" y="59"/>
                    <a:pt x="16" y="70"/>
                  </a:cubicBezTo>
                  <a:cubicBezTo>
                    <a:pt x="17" y="71"/>
                    <a:pt x="52" y="100"/>
                    <a:pt x="107" y="113"/>
                  </a:cubicBezTo>
                  <a:cubicBezTo>
                    <a:pt x="122" y="117"/>
                    <a:pt x="140" y="120"/>
                    <a:pt x="160" y="120"/>
                  </a:cubicBezTo>
                  <a:cubicBezTo>
                    <a:pt x="204" y="120"/>
                    <a:pt x="258" y="106"/>
                    <a:pt x="314" y="61"/>
                  </a:cubicBezTo>
                  <a:cubicBezTo>
                    <a:pt x="327" y="50"/>
                    <a:pt x="329" y="30"/>
                    <a:pt x="31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40" name="组合 439"/>
          <p:cNvGrpSpPr/>
          <p:nvPr/>
        </p:nvGrpSpPr>
        <p:grpSpPr>
          <a:xfrm>
            <a:off x="8696325" y="2744788"/>
            <a:ext cx="904876" cy="1452563"/>
            <a:chOff x="8696325" y="2744788"/>
            <a:chExt cx="904876" cy="1452563"/>
          </a:xfrm>
          <a:solidFill>
            <a:schemeClr val="tx1">
              <a:lumMod val="65000"/>
              <a:lumOff val="35000"/>
            </a:schemeClr>
          </a:solidFill>
        </p:grpSpPr>
        <p:sp>
          <p:nvSpPr>
            <p:cNvPr id="441" name="Freeform 476"/>
            <p:cNvSpPr>
              <a:spLocks/>
            </p:cNvSpPr>
            <p:nvPr/>
          </p:nvSpPr>
          <p:spPr bwMode="auto">
            <a:xfrm>
              <a:off x="8990013" y="3084513"/>
              <a:ext cx="611188" cy="571500"/>
            </a:xfrm>
            <a:custGeom>
              <a:avLst/>
              <a:gdLst>
                <a:gd name="T0" fmla="*/ 365 w 409"/>
                <a:gd name="T1" fmla="*/ 383 h 383"/>
                <a:gd name="T2" fmla="*/ 367 w 409"/>
                <a:gd name="T3" fmla="*/ 383 h 383"/>
                <a:gd name="T4" fmla="*/ 399 w 409"/>
                <a:gd name="T5" fmla="*/ 353 h 383"/>
                <a:gd name="T6" fmla="*/ 336 w 409"/>
                <a:gd name="T7" fmla="*/ 26 h 383"/>
                <a:gd name="T8" fmla="*/ 281 w 409"/>
                <a:gd name="T9" fmla="*/ 1 h 383"/>
                <a:gd name="T10" fmla="*/ 279 w 409"/>
                <a:gd name="T11" fmla="*/ 0 h 383"/>
                <a:gd name="T12" fmla="*/ 124 w 409"/>
                <a:gd name="T13" fmla="*/ 0 h 383"/>
                <a:gd name="T14" fmla="*/ 122 w 409"/>
                <a:gd name="T15" fmla="*/ 1 h 383"/>
                <a:gd name="T16" fmla="*/ 67 w 409"/>
                <a:gd name="T17" fmla="*/ 26 h 383"/>
                <a:gd name="T18" fmla="*/ 5 w 409"/>
                <a:gd name="T19" fmla="*/ 196 h 383"/>
                <a:gd name="T20" fmla="*/ 4 w 409"/>
                <a:gd name="T21" fmla="*/ 353 h 383"/>
                <a:gd name="T22" fmla="*/ 36 w 409"/>
                <a:gd name="T23" fmla="*/ 383 h 383"/>
                <a:gd name="T24" fmla="*/ 38 w 409"/>
                <a:gd name="T25" fmla="*/ 383 h 383"/>
                <a:gd name="T26" fmla="*/ 68 w 409"/>
                <a:gd name="T27" fmla="*/ 350 h 383"/>
                <a:gd name="T28" fmla="*/ 69 w 409"/>
                <a:gd name="T29" fmla="*/ 199 h 383"/>
                <a:gd name="T30" fmla="*/ 93 w 409"/>
                <a:gd name="T31" fmla="*/ 97 h 383"/>
                <a:gd name="T32" fmla="*/ 93 w 409"/>
                <a:gd name="T33" fmla="*/ 229 h 383"/>
                <a:gd name="T34" fmla="*/ 93 w 409"/>
                <a:gd name="T35" fmla="*/ 240 h 383"/>
                <a:gd name="T36" fmla="*/ 222 w 409"/>
                <a:gd name="T37" fmla="*/ 312 h 383"/>
                <a:gd name="T38" fmla="*/ 310 w 409"/>
                <a:gd name="T39" fmla="*/ 292 h 383"/>
                <a:gd name="T40" fmla="*/ 310 w 409"/>
                <a:gd name="T41" fmla="*/ 229 h 383"/>
                <a:gd name="T42" fmla="*/ 310 w 409"/>
                <a:gd name="T43" fmla="*/ 229 h 383"/>
                <a:gd name="T44" fmla="*/ 310 w 409"/>
                <a:gd name="T45" fmla="*/ 97 h 383"/>
                <a:gd name="T46" fmla="*/ 335 w 409"/>
                <a:gd name="T47" fmla="*/ 350 h 383"/>
                <a:gd name="T48" fmla="*/ 365 w 409"/>
                <a:gd name="T49" fmla="*/ 383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09" h="383">
                  <a:moveTo>
                    <a:pt x="365" y="383"/>
                  </a:moveTo>
                  <a:cubicBezTo>
                    <a:pt x="366" y="383"/>
                    <a:pt x="367" y="383"/>
                    <a:pt x="367" y="383"/>
                  </a:cubicBezTo>
                  <a:cubicBezTo>
                    <a:pt x="384" y="383"/>
                    <a:pt x="398" y="370"/>
                    <a:pt x="399" y="353"/>
                  </a:cubicBezTo>
                  <a:cubicBezTo>
                    <a:pt x="409" y="184"/>
                    <a:pt x="388" y="74"/>
                    <a:pt x="336" y="26"/>
                  </a:cubicBezTo>
                  <a:cubicBezTo>
                    <a:pt x="314" y="5"/>
                    <a:pt x="292" y="1"/>
                    <a:pt x="281" y="1"/>
                  </a:cubicBezTo>
                  <a:cubicBezTo>
                    <a:pt x="280" y="1"/>
                    <a:pt x="279" y="0"/>
                    <a:pt x="279" y="0"/>
                  </a:cubicBezTo>
                  <a:cubicBezTo>
                    <a:pt x="124" y="0"/>
                    <a:pt x="124" y="0"/>
                    <a:pt x="124" y="0"/>
                  </a:cubicBezTo>
                  <a:cubicBezTo>
                    <a:pt x="123" y="0"/>
                    <a:pt x="123" y="1"/>
                    <a:pt x="122" y="1"/>
                  </a:cubicBezTo>
                  <a:cubicBezTo>
                    <a:pt x="111" y="1"/>
                    <a:pt x="89" y="5"/>
                    <a:pt x="67" y="26"/>
                  </a:cubicBezTo>
                  <a:cubicBezTo>
                    <a:pt x="33" y="57"/>
                    <a:pt x="13" y="114"/>
                    <a:pt x="5" y="196"/>
                  </a:cubicBezTo>
                  <a:cubicBezTo>
                    <a:pt x="1" y="241"/>
                    <a:pt x="0" y="293"/>
                    <a:pt x="4" y="353"/>
                  </a:cubicBezTo>
                  <a:cubicBezTo>
                    <a:pt x="5" y="370"/>
                    <a:pt x="19" y="383"/>
                    <a:pt x="36" y="383"/>
                  </a:cubicBezTo>
                  <a:cubicBezTo>
                    <a:pt x="36" y="383"/>
                    <a:pt x="37" y="383"/>
                    <a:pt x="38" y="383"/>
                  </a:cubicBezTo>
                  <a:cubicBezTo>
                    <a:pt x="55" y="382"/>
                    <a:pt x="69" y="367"/>
                    <a:pt x="68" y="350"/>
                  </a:cubicBezTo>
                  <a:cubicBezTo>
                    <a:pt x="64" y="287"/>
                    <a:pt x="65" y="238"/>
                    <a:pt x="69" y="199"/>
                  </a:cubicBezTo>
                  <a:cubicBezTo>
                    <a:pt x="74" y="150"/>
                    <a:pt x="83" y="118"/>
                    <a:pt x="93" y="97"/>
                  </a:cubicBezTo>
                  <a:cubicBezTo>
                    <a:pt x="93" y="229"/>
                    <a:pt x="93" y="229"/>
                    <a:pt x="93" y="229"/>
                  </a:cubicBezTo>
                  <a:cubicBezTo>
                    <a:pt x="93" y="240"/>
                    <a:pt x="93" y="240"/>
                    <a:pt x="93" y="240"/>
                  </a:cubicBezTo>
                  <a:cubicBezTo>
                    <a:pt x="143" y="251"/>
                    <a:pt x="188" y="276"/>
                    <a:pt x="222" y="312"/>
                  </a:cubicBezTo>
                  <a:cubicBezTo>
                    <a:pt x="257" y="308"/>
                    <a:pt x="296" y="296"/>
                    <a:pt x="310" y="292"/>
                  </a:cubicBezTo>
                  <a:cubicBezTo>
                    <a:pt x="310" y="229"/>
                    <a:pt x="310" y="229"/>
                    <a:pt x="310" y="229"/>
                  </a:cubicBezTo>
                  <a:cubicBezTo>
                    <a:pt x="310" y="229"/>
                    <a:pt x="310" y="229"/>
                    <a:pt x="310" y="229"/>
                  </a:cubicBezTo>
                  <a:cubicBezTo>
                    <a:pt x="310" y="97"/>
                    <a:pt x="310" y="97"/>
                    <a:pt x="310" y="97"/>
                  </a:cubicBezTo>
                  <a:cubicBezTo>
                    <a:pt x="327" y="134"/>
                    <a:pt x="343" y="209"/>
                    <a:pt x="335" y="350"/>
                  </a:cubicBezTo>
                  <a:cubicBezTo>
                    <a:pt x="334" y="367"/>
                    <a:pt x="348" y="382"/>
                    <a:pt x="365" y="3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 name="Freeform 477"/>
            <p:cNvSpPr>
              <a:spLocks/>
            </p:cNvSpPr>
            <p:nvPr/>
          </p:nvSpPr>
          <p:spPr bwMode="auto">
            <a:xfrm>
              <a:off x="9156700" y="2744788"/>
              <a:ext cx="268288" cy="142875"/>
            </a:xfrm>
            <a:custGeom>
              <a:avLst/>
              <a:gdLst>
                <a:gd name="T0" fmla="*/ 90 w 180"/>
                <a:gd name="T1" fmla="*/ 70 h 96"/>
                <a:gd name="T2" fmla="*/ 180 w 180"/>
                <a:gd name="T3" fmla="*/ 96 h 96"/>
                <a:gd name="T4" fmla="*/ 180 w 180"/>
                <a:gd name="T5" fmla="*/ 90 h 96"/>
                <a:gd name="T6" fmla="*/ 90 w 180"/>
                <a:gd name="T7" fmla="*/ 0 h 96"/>
                <a:gd name="T8" fmla="*/ 0 w 180"/>
                <a:gd name="T9" fmla="*/ 90 h 96"/>
                <a:gd name="T10" fmla="*/ 1 w 180"/>
                <a:gd name="T11" fmla="*/ 96 h 96"/>
                <a:gd name="T12" fmla="*/ 90 w 180"/>
                <a:gd name="T13" fmla="*/ 70 h 96"/>
              </a:gdLst>
              <a:ahLst/>
              <a:cxnLst>
                <a:cxn ang="0">
                  <a:pos x="T0" y="T1"/>
                </a:cxn>
                <a:cxn ang="0">
                  <a:pos x="T2" y="T3"/>
                </a:cxn>
                <a:cxn ang="0">
                  <a:pos x="T4" y="T5"/>
                </a:cxn>
                <a:cxn ang="0">
                  <a:pos x="T6" y="T7"/>
                </a:cxn>
                <a:cxn ang="0">
                  <a:pos x="T8" y="T9"/>
                </a:cxn>
                <a:cxn ang="0">
                  <a:pos x="T10" y="T11"/>
                </a:cxn>
                <a:cxn ang="0">
                  <a:pos x="T12" y="T13"/>
                </a:cxn>
              </a:cxnLst>
              <a:rect l="0" t="0" r="r" b="b"/>
              <a:pathLst>
                <a:path w="180" h="96">
                  <a:moveTo>
                    <a:pt x="90" y="70"/>
                  </a:moveTo>
                  <a:cubicBezTo>
                    <a:pt x="127" y="70"/>
                    <a:pt x="164" y="78"/>
                    <a:pt x="180" y="96"/>
                  </a:cubicBezTo>
                  <a:cubicBezTo>
                    <a:pt x="180" y="94"/>
                    <a:pt x="180" y="92"/>
                    <a:pt x="180" y="90"/>
                  </a:cubicBezTo>
                  <a:cubicBezTo>
                    <a:pt x="180" y="41"/>
                    <a:pt x="140" y="0"/>
                    <a:pt x="90" y="0"/>
                  </a:cubicBezTo>
                  <a:cubicBezTo>
                    <a:pt x="41" y="0"/>
                    <a:pt x="0" y="41"/>
                    <a:pt x="0" y="90"/>
                  </a:cubicBezTo>
                  <a:cubicBezTo>
                    <a:pt x="0" y="92"/>
                    <a:pt x="0" y="94"/>
                    <a:pt x="1" y="96"/>
                  </a:cubicBezTo>
                  <a:cubicBezTo>
                    <a:pt x="17" y="78"/>
                    <a:pt x="54" y="70"/>
                    <a:pt x="90"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 name="Freeform 478"/>
            <p:cNvSpPr>
              <a:spLocks/>
            </p:cNvSpPr>
            <p:nvPr/>
          </p:nvSpPr>
          <p:spPr bwMode="auto">
            <a:xfrm>
              <a:off x="9144000" y="4105275"/>
              <a:ext cx="133350" cy="92075"/>
            </a:xfrm>
            <a:custGeom>
              <a:avLst/>
              <a:gdLst>
                <a:gd name="T0" fmla="*/ 40 w 89"/>
                <a:gd name="T1" fmla="*/ 62 h 62"/>
                <a:gd name="T2" fmla="*/ 89 w 89"/>
                <a:gd name="T3" fmla="*/ 13 h 62"/>
                <a:gd name="T4" fmla="*/ 89 w 89"/>
                <a:gd name="T5" fmla="*/ 0 h 62"/>
                <a:gd name="T6" fmla="*/ 0 w 89"/>
                <a:gd name="T7" fmla="*/ 42 h 62"/>
                <a:gd name="T8" fmla="*/ 40 w 89"/>
                <a:gd name="T9" fmla="*/ 62 h 62"/>
              </a:gdLst>
              <a:ahLst/>
              <a:cxnLst>
                <a:cxn ang="0">
                  <a:pos x="T0" y="T1"/>
                </a:cxn>
                <a:cxn ang="0">
                  <a:pos x="T2" y="T3"/>
                </a:cxn>
                <a:cxn ang="0">
                  <a:pos x="T4" y="T5"/>
                </a:cxn>
                <a:cxn ang="0">
                  <a:pos x="T6" y="T7"/>
                </a:cxn>
                <a:cxn ang="0">
                  <a:pos x="T8" y="T9"/>
                </a:cxn>
              </a:cxnLst>
              <a:rect l="0" t="0" r="r" b="b"/>
              <a:pathLst>
                <a:path w="89" h="62">
                  <a:moveTo>
                    <a:pt x="40" y="62"/>
                  </a:moveTo>
                  <a:cubicBezTo>
                    <a:pt x="67" y="62"/>
                    <a:pt x="89" y="40"/>
                    <a:pt x="89" y="13"/>
                  </a:cubicBezTo>
                  <a:cubicBezTo>
                    <a:pt x="89" y="0"/>
                    <a:pt x="89" y="0"/>
                    <a:pt x="89" y="0"/>
                  </a:cubicBezTo>
                  <a:cubicBezTo>
                    <a:pt x="63" y="19"/>
                    <a:pt x="33" y="34"/>
                    <a:pt x="0" y="42"/>
                  </a:cubicBezTo>
                  <a:cubicBezTo>
                    <a:pt x="9" y="54"/>
                    <a:pt x="23" y="62"/>
                    <a:pt x="40"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 name="Freeform 479"/>
            <p:cNvSpPr>
              <a:spLocks/>
            </p:cNvSpPr>
            <p:nvPr/>
          </p:nvSpPr>
          <p:spPr bwMode="auto">
            <a:xfrm>
              <a:off x="9129713" y="3644900"/>
              <a:ext cx="104775" cy="327025"/>
            </a:xfrm>
            <a:custGeom>
              <a:avLst/>
              <a:gdLst>
                <a:gd name="T0" fmla="*/ 70 w 70"/>
                <a:gd name="T1" fmla="*/ 109 h 219"/>
                <a:gd name="T2" fmla="*/ 0 w 70"/>
                <a:gd name="T3" fmla="*/ 0 h 219"/>
                <a:gd name="T4" fmla="*/ 0 w 70"/>
                <a:gd name="T5" fmla="*/ 219 h 219"/>
                <a:gd name="T6" fmla="*/ 70 w 70"/>
                <a:gd name="T7" fmla="*/ 109 h 219"/>
              </a:gdLst>
              <a:ahLst/>
              <a:cxnLst>
                <a:cxn ang="0">
                  <a:pos x="T0" y="T1"/>
                </a:cxn>
                <a:cxn ang="0">
                  <a:pos x="T2" y="T3"/>
                </a:cxn>
                <a:cxn ang="0">
                  <a:pos x="T4" y="T5"/>
                </a:cxn>
                <a:cxn ang="0">
                  <a:pos x="T6" y="T7"/>
                </a:cxn>
              </a:cxnLst>
              <a:rect l="0" t="0" r="r" b="b"/>
              <a:pathLst>
                <a:path w="70" h="219">
                  <a:moveTo>
                    <a:pt x="70" y="109"/>
                  </a:moveTo>
                  <a:cubicBezTo>
                    <a:pt x="70" y="61"/>
                    <a:pt x="41" y="19"/>
                    <a:pt x="0" y="0"/>
                  </a:cubicBezTo>
                  <a:cubicBezTo>
                    <a:pt x="0" y="219"/>
                    <a:pt x="0" y="219"/>
                    <a:pt x="0" y="219"/>
                  </a:cubicBezTo>
                  <a:cubicBezTo>
                    <a:pt x="41" y="199"/>
                    <a:pt x="70" y="158"/>
                    <a:pt x="70"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 name="Freeform 480"/>
            <p:cNvSpPr>
              <a:spLocks/>
            </p:cNvSpPr>
            <p:nvPr/>
          </p:nvSpPr>
          <p:spPr bwMode="auto">
            <a:xfrm>
              <a:off x="9305925" y="3557588"/>
              <a:ext cx="147638" cy="639763"/>
            </a:xfrm>
            <a:custGeom>
              <a:avLst/>
              <a:gdLst>
                <a:gd name="T0" fmla="*/ 39 w 99"/>
                <a:gd name="T1" fmla="*/ 28 h 429"/>
                <a:gd name="T2" fmla="*/ 81 w 99"/>
                <a:gd name="T3" fmla="*/ 167 h 429"/>
                <a:gd name="T4" fmla="*/ 0 w 99"/>
                <a:gd name="T5" fmla="*/ 351 h 429"/>
                <a:gd name="T6" fmla="*/ 0 w 99"/>
                <a:gd name="T7" fmla="*/ 380 h 429"/>
                <a:gd name="T8" fmla="*/ 49 w 99"/>
                <a:gd name="T9" fmla="*/ 429 h 429"/>
                <a:gd name="T10" fmla="*/ 99 w 99"/>
                <a:gd name="T11" fmla="*/ 380 h 429"/>
                <a:gd name="T12" fmla="*/ 99 w 99"/>
                <a:gd name="T13" fmla="*/ 0 h 429"/>
                <a:gd name="T14" fmla="*/ 39 w 99"/>
                <a:gd name="T15" fmla="*/ 28 h 4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9" h="429">
                  <a:moveTo>
                    <a:pt x="39" y="28"/>
                  </a:moveTo>
                  <a:cubicBezTo>
                    <a:pt x="65" y="68"/>
                    <a:pt x="81" y="116"/>
                    <a:pt x="81" y="167"/>
                  </a:cubicBezTo>
                  <a:cubicBezTo>
                    <a:pt x="81" y="240"/>
                    <a:pt x="50" y="306"/>
                    <a:pt x="0" y="351"/>
                  </a:cubicBezTo>
                  <a:cubicBezTo>
                    <a:pt x="0" y="380"/>
                    <a:pt x="0" y="380"/>
                    <a:pt x="0" y="380"/>
                  </a:cubicBezTo>
                  <a:cubicBezTo>
                    <a:pt x="0" y="407"/>
                    <a:pt x="22" y="429"/>
                    <a:pt x="49" y="429"/>
                  </a:cubicBezTo>
                  <a:cubicBezTo>
                    <a:pt x="76" y="429"/>
                    <a:pt x="99" y="407"/>
                    <a:pt x="99" y="380"/>
                  </a:cubicBezTo>
                  <a:cubicBezTo>
                    <a:pt x="99" y="0"/>
                    <a:pt x="99" y="0"/>
                    <a:pt x="99" y="0"/>
                  </a:cubicBezTo>
                  <a:cubicBezTo>
                    <a:pt x="72" y="5"/>
                    <a:pt x="53" y="16"/>
                    <a:pt x="39"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 name="Freeform 481"/>
            <p:cNvSpPr>
              <a:spLocks noEditPoints="1"/>
            </p:cNvSpPr>
            <p:nvPr/>
          </p:nvSpPr>
          <p:spPr bwMode="auto">
            <a:xfrm>
              <a:off x="9156700" y="2843213"/>
              <a:ext cx="268288" cy="207963"/>
            </a:xfrm>
            <a:custGeom>
              <a:avLst/>
              <a:gdLst>
                <a:gd name="T0" fmla="*/ 90 w 180"/>
                <a:gd name="T1" fmla="*/ 140 h 140"/>
                <a:gd name="T2" fmla="*/ 180 w 180"/>
                <a:gd name="T3" fmla="*/ 50 h 140"/>
                <a:gd name="T4" fmla="*/ 0 w 180"/>
                <a:gd name="T5" fmla="*/ 50 h 140"/>
                <a:gd name="T6" fmla="*/ 90 w 180"/>
                <a:gd name="T7" fmla="*/ 140 h 140"/>
                <a:gd name="T8" fmla="*/ 122 w 180"/>
                <a:gd name="T9" fmla="*/ 37 h 140"/>
                <a:gd name="T10" fmla="*/ 152 w 180"/>
                <a:gd name="T11" fmla="*/ 50 h 140"/>
                <a:gd name="T12" fmla="*/ 130 w 180"/>
                <a:gd name="T13" fmla="*/ 74 h 140"/>
                <a:gd name="T14" fmla="*/ 100 w 180"/>
                <a:gd name="T15" fmla="*/ 60 h 140"/>
                <a:gd name="T16" fmla="*/ 122 w 180"/>
                <a:gd name="T17" fmla="*/ 37 h 140"/>
                <a:gd name="T18" fmla="*/ 29 w 180"/>
                <a:gd name="T19" fmla="*/ 50 h 140"/>
                <a:gd name="T20" fmla="*/ 58 w 180"/>
                <a:gd name="T21" fmla="*/ 37 h 140"/>
                <a:gd name="T22" fmla="*/ 80 w 180"/>
                <a:gd name="T23" fmla="*/ 60 h 140"/>
                <a:gd name="T24" fmla="*/ 51 w 180"/>
                <a:gd name="T25" fmla="*/ 74 h 140"/>
                <a:gd name="T26" fmla="*/ 29 w 180"/>
                <a:gd name="T27" fmla="*/ 5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0" h="140">
                  <a:moveTo>
                    <a:pt x="90" y="140"/>
                  </a:moveTo>
                  <a:cubicBezTo>
                    <a:pt x="140" y="140"/>
                    <a:pt x="180" y="99"/>
                    <a:pt x="180" y="50"/>
                  </a:cubicBezTo>
                  <a:cubicBezTo>
                    <a:pt x="180" y="0"/>
                    <a:pt x="0" y="0"/>
                    <a:pt x="0" y="50"/>
                  </a:cubicBezTo>
                  <a:cubicBezTo>
                    <a:pt x="0" y="99"/>
                    <a:pt x="41" y="140"/>
                    <a:pt x="90" y="140"/>
                  </a:cubicBezTo>
                  <a:close/>
                  <a:moveTo>
                    <a:pt x="122" y="37"/>
                  </a:moveTo>
                  <a:cubicBezTo>
                    <a:pt x="137" y="34"/>
                    <a:pt x="150" y="40"/>
                    <a:pt x="152" y="50"/>
                  </a:cubicBezTo>
                  <a:cubicBezTo>
                    <a:pt x="154" y="60"/>
                    <a:pt x="144" y="71"/>
                    <a:pt x="130" y="74"/>
                  </a:cubicBezTo>
                  <a:cubicBezTo>
                    <a:pt x="116" y="77"/>
                    <a:pt x="103" y="71"/>
                    <a:pt x="100" y="60"/>
                  </a:cubicBezTo>
                  <a:cubicBezTo>
                    <a:pt x="98" y="50"/>
                    <a:pt x="108" y="39"/>
                    <a:pt x="122" y="37"/>
                  </a:cubicBezTo>
                  <a:close/>
                  <a:moveTo>
                    <a:pt x="29" y="50"/>
                  </a:moveTo>
                  <a:cubicBezTo>
                    <a:pt x="31" y="40"/>
                    <a:pt x="44" y="34"/>
                    <a:pt x="58" y="37"/>
                  </a:cubicBezTo>
                  <a:cubicBezTo>
                    <a:pt x="73" y="39"/>
                    <a:pt x="82" y="50"/>
                    <a:pt x="80" y="60"/>
                  </a:cubicBezTo>
                  <a:cubicBezTo>
                    <a:pt x="78" y="71"/>
                    <a:pt x="65" y="77"/>
                    <a:pt x="51" y="74"/>
                  </a:cubicBezTo>
                  <a:cubicBezTo>
                    <a:pt x="37" y="71"/>
                    <a:pt x="27" y="60"/>
                    <a:pt x="29"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 name="Freeform 482"/>
            <p:cNvSpPr>
              <a:spLocks noEditPoints="1"/>
            </p:cNvSpPr>
            <p:nvPr/>
          </p:nvSpPr>
          <p:spPr bwMode="auto">
            <a:xfrm>
              <a:off x="8696325" y="3451225"/>
              <a:ext cx="715963" cy="714375"/>
            </a:xfrm>
            <a:custGeom>
              <a:avLst/>
              <a:gdLst>
                <a:gd name="T0" fmla="*/ 272 w 480"/>
                <a:gd name="T1" fmla="*/ 0 h 478"/>
                <a:gd name="T2" fmla="*/ 274 w 480"/>
                <a:gd name="T3" fmla="*/ 103 h 478"/>
                <a:gd name="T4" fmla="*/ 273 w 480"/>
                <a:gd name="T5" fmla="*/ 113 h 478"/>
                <a:gd name="T6" fmla="*/ 369 w 480"/>
                <a:gd name="T7" fmla="*/ 238 h 478"/>
                <a:gd name="T8" fmla="*/ 240 w 480"/>
                <a:gd name="T9" fmla="*/ 368 h 478"/>
                <a:gd name="T10" fmla="*/ 110 w 480"/>
                <a:gd name="T11" fmla="*/ 238 h 478"/>
                <a:gd name="T12" fmla="*/ 193 w 480"/>
                <a:gd name="T13" fmla="*/ 117 h 478"/>
                <a:gd name="T14" fmla="*/ 192 w 480"/>
                <a:gd name="T15" fmla="*/ 108 h 478"/>
                <a:gd name="T16" fmla="*/ 190 w 480"/>
                <a:gd name="T17" fmla="*/ 4 h 478"/>
                <a:gd name="T18" fmla="*/ 0 w 480"/>
                <a:gd name="T19" fmla="*/ 238 h 478"/>
                <a:gd name="T20" fmla="*/ 240 w 480"/>
                <a:gd name="T21" fmla="*/ 478 h 478"/>
                <a:gd name="T22" fmla="*/ 480 w 480"/>
                <a:gd name="T23" fmla="*/ 238 h 478"/>
                <a:gd name="T24" fmla="*/ 272 w 480"/>
                <a:gd name="T25" fmla="*/ 0 h 478"/>
                <a:gd name="T26" fmla="*/ 110 w 480"/>
                <a:gd name="T27" fmla="*/ 51 h 478"/>
                <a:gd name="T28" fmla="*/ 172 w 480"/>
                <a:gd name="T29" fmla="*/ 113 h 478"/>
                <a:gd name="T30" fmla="*/ 115 w 480"/>
                <a:gd name="T31" fmla="*/ 171 h 478"/>
                <a:gd name="T32" fmla="*/ 53 w 480"/>
                <a:gd name="T33" fmla="*/ 109 h 478"/>
                <a:gd name="T34" fmla="*/ 110 w 480"/>
                <a:gd name="T35" fmla="*/ 51 h 478"/>
                <a:gd name="T36" fmla="*/ 110 w 480"/>
                <a:gd name="T37" fmla="*/ 425 h 478"/>
                <a:gd name="T38" fmla="*/ 53 w 480"/>
                <a:gd name="T39" fmla="*/ 368 h 478"/>
                <a:gd name="T40" fmla="*/ 115 w 480"/>
                <a:gd name="T41" fmla="*/ 306 h 478"/>
                <a:gd name="T42" fmla="*/ 172 w 480"/>
                <a:gd name="T43" fmla="*/ 363 h 478"/>
                <a:gd name="T44" fmla="*/ 110 w 480"/>
                <a:gd name="T45" fmla="*/ 425 h 478"/>
                <a:gd name="T46" fmla="*/ 365 w 480"/>
                <a:gd name="T47" fmla="*/ 171 h 478"/>
                <a:gd name="T48" fmla="*/ 307 w 480"/>
                <a:gd name="T49" fmla="*/ 113 h 478"/>
                <a:gd name="T50" fmla="*/ 369 w 480"/>
                <a:gd name="T51" fmla="*/ 51 h 478"/>
                <a:gd name="T52" fmla="*/ 427 w 480"/>
                <a:gd name="T53" fmla="*/ 109 h 478"/>
                <a:gd name="T54" fmla="*/ 365 w 480"/>
                <a:gd name="T55" fmla="*/ 171 h 478"/>
                <a:gd name="T56" fmla="*/ 369 w 480"/>
                <a:gd name="T57" fmla="*/ 425 h 478"/>
                <a:gd name="T58" fmla="*/ 307 w 480"/>
                <a:gd name="T59" fmla="*/ 363 h 478"/>
                <a:gd name="T60" fmla="*/ 365 w 480"/>
                <a:gd name="T61" fmla="*/ 306 h 478"/>
                <a:gd name="T62" fmla="*/ 427 w 480"/>
                <a:gd name="T63" fmla="*/ 368 h 478"/>
                <a:gd name="T64" fmla="*/ 369 w 480"/>
                <a:gd name="T65" fmla="*/ 425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80" h="478">
                  <a:moveTo>
                    <a:pt x="272" y="0"/>
                  </a:moveTo>
                  <a:cubicBezTo>
                    <a:pt x="271" y="30"/>
                    <a:pt x="272" y="64"/>
                    <a:pt x="274" y="103"/>
                  </a:cubicBezTo>
                  <a:cubicBezTo>
                    <a:pt x="274" y="106"/>
                    <a:pt x="274" y="110"/>
                    <a:pt x="273" y="113"/>
                  </a:cubicBezTo>
                  <a:cubicBezTo>
                    <a:pt x="329" y="128"/>
                    <a:pt x="369" y="178"/>
                    <a:pt x="369" y="238"/>
                  </a:cubicBezTo>
                  <a:cubicBezTo>
                    <a:pt x="369" y="310"/>
                    <a:pt x="311" y="368"/>
                    <a:pt x="240" y="368"/>
                  </a:cubicBezTo>
                  <a:cubicBezTo>
                    <a:pt x="168" y="368"/>
                    <a:pt x="110" y="310"/>
                    <a:pt x="110" y="238"/>
                  </a:cubicBezTo>
                  <a:cubicBezTo>
                    <a:pt x="110" y="183"/>
                    <a:pt x="145" y="136"/>
                    <a:pt x="193" y="117"/>
                  </a:cubicBezTo>
                  <a:cubicBezTo>
                    <a:pt x="192" y="114"/>
                    <a:pt x="192" y="111"/>
                    <a:pt x="192" y="108"/>
                  </a:cubicBezTo>
                  <a:cubicBezTo>
                    <a:pt x="189" y="70"/>
                    <a:pt x="189" y="35"/>
                    <a:pt x="190" y="4"/>
                  </a:cubicBezTo>
                  <a:cubicBezTo>
                    <a:pt x="81" y="27"/>
                    <a:pt x="0" y="123"/>
                    <a:pt x="0" y="238"/>
                  </a:cubicBezTo>
                  <a:cubicBezTo>
                    <a:pt x="0" y="371"/>
                    <a:pt x="107" y="478"/>
                    <a:pt x="240" y="478"/>
                  </a:cubicBezTo>
                  <a:cubicBezTo>
                    <a:pt x="372" y="478"/>
                    <a:pt x="480" y="371"/>
                    <a:pt x="480" y="238"/>
                  </a:cubicBezTo>
                  <a:cubicBezTo>
                    <a:pt x="480" y="117"/>
                    <a:pt x="389" y="16"/>
                    <a:pt x="272" y="0"/>
                  </a:cubicBezTo>
                  <a:close/>
                  <a:moveTo>
                    <a:pt x="110" y="51"/>
                  </a:moveTo>
                  <a:cubicBezTo>
                    <a:pt x="172" y="113"/>
                    <a:pt x="172" y="113"/>
                    <a:pt x="172" y="113"/>
                  </a:cubicBezTo>
                  <a:cubicBezTo>
                    <a:pt x="148" y="126"/>
                    <a:pt x="128" y="146"/>
                    <a:pt x="115" y="171"/>
                  </a:cubicBezTo>
                  <a:cubicBezTo>
                    <a:pt x="53" y="109"/>
                    <a:pt x="53" y="109"/>
                    <a:pt x="53" y="109"/>
                  </a:cubicBezTo>
                  <a:cubicBezTo>
                    <a:pt x="68" y="86"/>
                    <a:pt x="88" y="67"/>
                    <a:pt x="110" y="51"/>
                  </a:cubicBezTo>
                  <a:close/>
                  <a:moveTo>
                    <a:pt x="110" y="425"/>
                  </a:moveTo>
                  <a:cubicBezTo>
                    <a:pt x="88" y="410"/>
                    <a:pt x="68" y="390"/>
                    <a:pt x="53" y="368"/>
                  </a:cubicBezTo>
                  <a:cubicBezTo>
                    <a:pt x="115" y="306"/>
                    <a:pt x="115" y="306"/>
                    <a:pt x="115" y="306"/>
                  </a:cubicBezTo>
                  <a:cubicBezTo>
                    <a:pt x="128" y="330"/>
                    <a:pt x="148" y="350"/>
                    <a:pt x="172" y="363"/>
                  </a:cubicBezTo>
                  <a:lnTo>
                    <a:pt x="110" y="425"/>
                  </a:lnTo>
                  <a:close/>
                  <a:moveTo>
                    <a:pt x="365" y="171"/>
                  </a:moveTo>
                  <a:cubicBezTo>
                    <a:pt x="352" y="146"/>
                    <a:pt x="332" y="126"/>
                    <a:pt x="307" y="113"/>
                  </a:cubicBezTo>
                  <a:cubicBezTo>
                    <a:pt x="369" y="51"/>
                    <a:pt x="369" y="51"/>
                    <a:pt x="369" y="51"/>
                  </a:cubicBezTo>
                  <a:cubicBezTo>
                    <a:pt x="392" y="67"/>
                    <a:pt x="411" y="86"/>
                    <a:pt x="427" y="109"/>
                  </a:cubicBezTo>
                  <a:lnTo>
                    <a:pt x="365" y="171"/>
                  </a:lnTo>
                  <a:close/>
                  <a:moveTo>
                    <a:pt x="369" y="425"/>
                  </a:moveTo>
                  <a:cubicBezTo>
                    <a:pt x="307" y="363"/>
                    <a:pt x="307" y="363"/>
                    <a:pt x="307" y="363"/>
                  </a:cubicBezTo>
                  <a:cubicBezTo>
                    <a:pt x="332" y="350"/>
                    <a:pt x="352" y="330"/>
                    <a:pt x="365" y="306"/>
                  </a:cubicBezTo>
                  <a:cubicBezTo>
                    <a:pt x="427" y="368"/>
                    <a:pt x="427" y="368"/>
                    <a:pt x="427" y="368"/>
                  </a:cubicBezTo>
                  <a:cubicBezTo>
                    <a:pt x="411" y="390"/>
                    <a:pt x="392" y="410"/>
                    <a:pt x="369" y="4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48" name="组合 447"/>
          <p:cNvGrpSpPr/>
          <p:nvPr/>
        </p:nvGrpSpPr>
        <p:grpSpPr>
          <a:xfrm>
            <a:off x="6453188" y="4859338"/>
            <a:ext cx="1773238" cy="1355725"/>
            <a:chOff x="6453188" y="4859338"/>
            <a:chExt cx="1773238" cy="1355725"/>
          </a:xfrm>
          <a:solidFill>
            <a:schemeClr val="tx1">
              <a:lumMod val="65000"/>
              <a:lumOff val="35000"/>
            </a:schemeClr>
          </a:solidFill>
        </p:grpSpPr>
        <p:sp>
          <p:nvSpPr>
            <p:cNvPr id="449" name="Freeform 483"/>
            <p:cNvSpPr>
              <a:spLocks/>
            </p:cNvSpPr>
            <p:nvPr/>
          </p:nvSpPr>
          <p:spPr bwMode="auto">
            <a:xfrm>
              <a:off x="6610350" y="4859338"/>
              <a:ext cx="379413" cy="230188"/>
            </a:xfrm>
            <a:custGeom>
              <a:avLst/>
              <a:gdLst>
                <a:gd name="T0" fmla="*/ 149 w 254"/>
                <a:gd name="T1" fmla="*/ 152 h 154"/>
                <a:gd name="T2" fmla="*/ 163 w 254"/>
                <a:gd name="T3" fmla="*/ 154 h 154"/>
                <a:gd name="T4" fmla="*/ 179 w 254"/>
                <a:gd name="T5" fmla="*/ 126 h 154"/>
                <a:gd name="T6" fmla="*/ 155 w 254"/>
                <a:gd name="T7" fmla="*/ 118 h 154"/>
                <a:gd name="T8" fmla="*/ 83 w 254"/>
                <a:gd name="T9" fmla="*/ 64 h 154"/>
                <a:gd name="T10" fmla="*/ 162 w 254"/>
                <a:gd name="T11" fmla="*/ 103 h 154"/>
                <a:gd name="T12" fmla="*/ 239 w 254"/>
                <a:gd name="T13" fmla="*/ 102 h 154"/>
                <a:gd name="T14" fmla="*/ 252 w 254"/>
                <a:gd name="T15" fmla="*/ 91 h 154"/>
                <a:gd name="T16" fmla="*/ 172 w 254"/>
                <a:gd name="T17" fmla="*/ 47 h 154"/>
                <a:gd name="T18" fmla="*/ 167 w 254"/>
                <a:gd name="T19" fmla="*/ 46 h 154"/>
                <a:gd name="T20" fmla="*/ 110 w 254"/>
                <a:gd name="T21" fmla="*/ 9 h 154"/>
                <a:gd name="T22" fmla="*/ 5 w 254"/>
                <a:gd name="T23" fmla="*/ 81 h 154"/>
                <a:gd name="T24" fmla="*/ 22 w 254"/>
                <a:gd name="T25" fmla="*/ 153 h 154"/>
                <a:gd name="T26" fmla="*/ 146 w 254"/>
                <a:gd name="T27" fmla="*/ 153 h 154"/>
                <a:gd name="T28" fmla="*/ 149 w 254"/>
                <a:gd name="T29" fmla="*/ 152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4" h="154">
                  <a:moveTo>
                    <a:pt x="149" y="152"/>
                  </a:moveTo>
                  <a:cubicBezTo>
                    <a:pt x="153" y="152"/>
                    <a:pt x="158" y="153"/>
                    <a:pt x="163" y="154"/>
                  </a:cubicBezTo>
                  <a:cubicBezTo>
                    <a:pt x="170" y="146"/>
                    <a:pt x="176" y="136"/>
                    <a:pt x="179" y="126"/>
                  </a:cubicBezTo>
                  <a:cubicBezTo>
                    <a:pt x="171" y="124"/>
                    <a:pt x="163" y="121"/>
                    <a:pt x="155" y="118"/>
                  </a:cubicBezTo>
                  <a:cubicBezTo>
                    <a:pt x="110" y="103"/>
                    <a:pt x="79" y="79"/>
                    <a:pt x="83" y="64"/>
                  </a:cubicBezTo>
                  <a:cubicBezTo>
                    <a:pt x="86" y="79"/>
                    <a:pt x="119" y="96"/>
                    <a:pt x="162" y="103"/>
                  </a:cubicBezTo>
                  <a:cubicBezTo>
                    <a:pt x="194" y="109"/>
                    <a:pt x="223" y="108"/>
                    <a:pt x="239" y="102"/>
                  </a:cubicBezTo>
                  <a:cubicBezTo>
                    <a:pt x="246" y="99"/>
                    <a:pt x="251" y="96"/>
                    <a:pt x="252" y="91"/>
                  </a:cubicBezTo>
                  <a:cubicBezTo>
                    <a:pt x="254" y="75"/>
                    <a:pt x="219" y="56"/>
                    <a:pt x="172" y="47"/>
                  </a:cubicBezTo>
                  <a:cubicBezTo>
                    <a:pt x="171" y="47"/>
                    <a:pt x="169" y="46"/>
                    <a:pt x="167" y="46"/>
                  </a:cubicBezTo>
                  <a:cubicBezTo>
                    <a:pt x="154" y="27"/>
                    <a:pt x="134" y="14"/>
                    <a:pt x="110" y="9"/>
                  </a:cubicBezTo>
                  <a:cubicBezTo>
                    <a:pt x="61" y="0"/>
                    <a:pt x="14" y="33"/>
                    <a:pt x="5" y="81"/>
                  </a:cubicBezTo>
                  <a:cubicBezTo>
                    <a:pt x="0" y="108"/>
                    <a:pt x="7" y="133"/>
                    <a:pt x="22" y="153"/>
                  </a:cubicBezTo>
                  <a:cubicBezTo>
                    <a:pt x="146" y="153"/>
                    <a:pt x="146" y="153"/>
                    <a:pt x="146" y="153"/>
                  </a:cubicBezTo>
                  <a:cubicBezTo>
                    <a:pt x="147" y="152"/>
                    <a:pt x="148" y="152"/>
                    <a:pt x="149"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 name="Freeform 484"/>
            <p:cNvSpPr>
              <a:spLocks/>
            </p:cNvSpPr>
            <p:nvPr/>
          </p:nvSpPr>
          <p:spPr bwMode="auto">
            <a:xfrm>
              <a:off x="6453188" y="5099050"/>
              <a:ext cx="760413" cy="1116013"/>
            </a:xfrm>
            <a:custGeom>
              <a:avLst/>
              <a:gdLst>
                <a:gd name="T0" fmla="*/ 284 w 509"/>
                <a:gd name="T1" fmla="*/ 306 h 747"/>
                <a:gd name="T2" fmla="*/ 284 w 509"/>
                <a:gd name="T3" fmla="*/ 230 h 747"/>
                <a:gd name="T4" fmla="*/ 284 w 509"/>
                <a:gd name="T5" fmla="*/ 138 h 747"/>
                <a:gd name="T6" fmla="*/ 297 w 509"/>
                <a:gd name="T7" fmla="*/ 149 h 747"/>
                <a:gd name="T8" fmla="*/ 428 w 509"/>
                <a:gd name="T9" fmla="*/ 213 h 747"/>
                <a:gd name="T10" fmla="*/ 441 w 509"/>
                <a:gd name="T11" fmla="*/ 216 h 747"/>
                <a:gd name="T12" fmla="*/ 460 w 509"/>
                <a:gd name="T13" fmla="*/ 174 h 747"/>
                <a:gd name="T14" fmla="*/ 497 w 509"/>
                <a:gd name="T15" fmla="*/ 190 h 747"/>
                <a:gd name="T16" fmla="*/ 508 w 509"/>
                <a:gd name="T17" fmla="*/ 185 h 747"/>
                <a:gd name="T18" fmla="*/ 503 w 509"/>
                <a:gd name="T19" fmla="*/ 175 h 747"/>
                <a:gd name="T20" fmla="*/ 426 w 509"/>
                <a:gd name="T21" fmla="*/ 143 h 747"/>
                <a:gd name="T22" fmla="*/ 341 w 509"/>
                <a:gd name="T23" fmla="*/ 101 h 747"/>
                <a:gd name="T24" fmla="*/ 329 w 509"/>
                <a:gd name="T25" fmla="*/ 93 h 747"/>
                <a:gd name="T26" fmla="*/ 251 w 509"/>
                <a:gd name="T27" fmla="*/ 1 h 747"/>
                <a:gd name="T28" fmla="*/ 99 w 509"/>
                <a:gd name="T29" fmla="*/ 1 h 747"/>
                <a:gd name="T30" fmla="*/ 63 w 509"/>
                <a:gd name="T31" fmla="*/ 12 h 747"/>
                <a:gd name="T32" fmla="*/ 60 w 509"/>
                <a:gd name="T33" fmla="*/ 15 h 747"/>
                <a:gd name="T34" fmla="*/ 1 w 509"/>
                <a:gd name="T35" fmla="*/ 193 h 747"/>
                <a:gd name="T36" fmla="*/ 16 w 509"/>
                <a:gd name="T37" fmla="*/ 232 h 747"/>
                <a:gd name="T38" fmla="*/ 58 w 509"/>
                <a:gd name="T39" fmla="*/ 251 h 747"/>
                <a:gd name="T40" fmla="*/ 59 w 509"/>
                <a:gd name="T41" fmla="*/ 252 h 747"/>
                <a:gd name="T42" fmla="*/ 59 w 509"/>
                <a:gd name="T43" fmla="*/ 148 h 747"/>
                <a:gd name="T44" fmla="*/ 67 w 509"/>
                <a:gd name="T45" fmla="*/ 148 h 747"/>
                <a:gd name="T46" fmla="*/ 67 w 509"/>
                <a:gd name="T47" fmla="*/ 230 h 747"/>
                <a:gd name="T48" fmla="*/ 67 w 509"/>
                <a:gd name="T49" fmla="*/ 306 h 747"/>
                <a:gd name="T50" fmla="*/ 67 w 509"/>
                <a:gd name="T51" fmla="*/ 332 h 747"/>
                <a:gd name="T52" fmla="*/ 67 w 509"/>
                <a:gd name="T53" fmla="*/ 698 h 747"/>
                <a:gd name="T54" fmla="*/ 117 w 509"/>
                <a:gd name="T55" fmla="*/ 747 h 747"/>
                <a:gd name="T56" fmla="*/ 166 w 509"/>
                <a:gd name="T57" fmla="*/ 698 h 747"/>
                <a:gd name="T58" fmla="*/ 166 w 509"/>
                <a:gd name="T59" fmla="*/ 346 h 747"/>
                <a:gd name="T60" fmla="*/ 166 w 509"/>
                <a:gd name="T61" fmla="*/ 337 h 747"/>
                <a:gd name="T62" fmla="*/ 185 w 509"/>
                <a:gd name="T63" fmla="*/ 337 h 747"/>
                <a:gd name="T64" fmla="*/ 185 w 509"/>
                <a:gd name="T65" fmla="*/ 346 h 747"/>
                <a:gd name="T66" fmla="*/ 185 w 509"/>
                <a:gd name="T67" fmla="*/ 698 h 747"/>
                <a:gd name="T68" fmla="*/ 234 w 509"/>
                <a:gd name="T69" fmla="*/ 747 h 747"/>
                <a:gd name="T70" fmla="*/ 284 w 509"/>
                <a:gd name="T71" fmla="*/ 698 h 747"/>
                <a:gd name="T72" fmla="*/ 284 w 509"/>
                <a:gd name="T73" fmla="*/ 332 h 747"/>
                <a:gd name="T74" fmla="*/ 284 w 509"/>
                <a:gd name="T75" fmla="*/ 306 h 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09" h="747">
                  <a:moveTo>
                    <a:pt x="284" y="306"/>
                  </a:moveTo>
                  <a:cubicBezTo>
                    <a:pt x="284" y="230"/>
                    <a:pt x="284" y="230"/>
                    <a:pt x="284" y="230"/>
                  </a:cubicBezTo>
                  <a:cubicBezTo>
                    <a:pt x="284" y="138"/>
                    <a:pt x="284" y="138"/>
                    <a:pt x="284" y="138"/>
                  </a:cubicBezTo>
                  <a:cubicBezTo>
                    <a:pt x="287" y="141"/>
                    <a:pt x="292" y="145"/>
                    <a:pt x="297" y="149"/>
                  </a:cubicBezTo>
                  <a:cubicBezTo>
                    <a:pt x="319" y="164"/>
                    <a:pt x="358" y="184"/>
                    <a:pt x="428" y="213"/>
                  </a:cubicBezTo>
                  <a:cubicBezTo>
                    <a:pt x="432" y="215"/>
                    <a:pt x="436" y="216"/>
                    <a:pt x="441" y="216"/>
                  </a:cubicBezTo>
                  <a:cubicBezTo>
                    <a:pt x="449" y="216"/>
                    <a:pt x="458" y="192"/>
                    <a:pt x="460" y="174"/>
                  </a:cubicBezTo>
                  <a:cubicBezTo>
                    <a:pt x="497" y="190"/>
                    <a:pt x="497" y="190"/>
                    <a:pt x="497" y="190"/>
                  </a:cubicBezTo>
                  <a:cubicBezTo>
                    <a:pt x="501" y="191"/>
                    <a:pt x="506" y="190"/>
                    <a:pt x="508" y="185"/>
                  </a:cubicBezTo>
                  <a:cubicBezTo>
                    <a:pt x="509" y="181"/>
                    <a:pt x="507" y="177"/>
                    <a:pt x="503" y="175"/>
                  </a:cubicBezTo>
                  <a:cubicBezTo>
                    <a:pt x="426" y="143"/>
                    <a:pt x="426" y="143"/>
                    <a:pt x="426" y="143"/>
                  </a:cubicBezTo>
                  <a:cubicBezTo>
                    <a:pt x="393" y="128"/>
                    <a:pt x="360" y="112"/>
                    <a:pt x="341" y="101"/>
                  </a:cubicBezTo>
                  <a:cubicBezTo>
                    <a:pt x="336" y="98"/>
                    <a:pt x="332" y="95"/>
                    <a:pt x="329" y="93"/>
                  </a:cubicBezTo>
                  <a:cubicBezTo>
                    <a:pt x="306" y="9"/>
                    <a:pt x="269" y="0"/>
                    <a:pt x="251" y="1"/>
                  </a:cubicBezTo>
                  <a:cubicBezTo>
                    <a:pt x="99" y="1"/>
                    <a:pt x="99" y="1"/>
                    <a:pt x="99" y="1"/>
                  </a:cubicBezTo>
                  <a:cubicBezTo>
                    <a:pt x="91" y="1"/>
                    <a:pt x="77" y="2"/>
                    <a:pt x="63" y="12"/>
                  </a:cubicBezTo>
                  <a:cubicBezTo>
                    <a:pt x="62" y="13"/>
                    <a:pt x="61" y="14"/>
                    <a:pt x="60" y="15"/>
                  </a:cubicBezTo>
                  <a:cubicBezTo>
                    <a:pt x="26" y="40"/>
                    <a:pt x="6" y="99"/>
                    <a:pt x="1" y="193"/>
                  </a:cubicBezTo>
                  <a:cubicBezTo>
                    <a:pt x="0" y="208"/>
                    <a:pt x="5" y="222"/>
                    <a:pt x="16" y="232"/>
                  </a:cubicBezTo>
                  <a:cubicBezTo>
                    <a:pt x="26" y="242"/>
                    <a:pt x="41" y="248"/>
                    <a:pt x="58" y="251"/>
                  </a:cubicBezTo>
                  <a:cubicBezTo>
                    <a:pt x="58" y="251"/>
                    <a:pt x="58" y="252"/>
                    <a:pt x="59" y="252"/>
                  </a:cubicBezTo>
                  <a:cubicBezTo>
                    <a:pt x="59" y="148"/>
                    <a:pt x="59" y="148"/>
                    <a:pt x="59" y="148"/>
                  </a:cubicBezTo>
                  <a:cubicBezTo>
                    <a:pt x="67" y="148"/>
                    <a:pt x="67" y="148"/>
                    <a:pt x="67" y="148"/>
                  </a:cubicBezTo>
                  <a:cubicBezTo>
                    <a:pt x="67" y="230"/>
                    <a:pt x="67" y="230"/>
                    <a:pt x="67" y="230"/>
                  </a:cubicBezTo>
                  <a:cubicBezTo>
                    <a:pt x="67" y="306"/>
                    <a:pt x="67" y="306"/>
                    <a:pt x="67" y="306"/>
                  </a:cubicBezTo>
                  <a:cubicBezTo>
                    <a:pt x="67" y="332"/>
                    <a:pt x="67" y="332"/>
                    <a:pt x="67" y="332"/>
                  </a:cubicBezTo>
                  <a:cubicBezTo>
                    <a:pt x="67" y="698"/>
                    <a:pt x="67" y="698"/>
                    <a:pt x="67" y="698"/>
                  </a:cubicBezTo>
                  <a:cubicBezTo>
                    <a:pt x="67" y="725"/>
                    <a:pt x="90" y="747"/>
                    <a:pt x="117" y="747"/>
                  </a:cubicBezTo>
                  <a:cubicBezTo>
                    <a:pt x="144" y="747"/>
                    <a:pt x="166" y="725"/>
                    <a:pt x="166" y="698"/>
                  </a:cubicBezTo>
                  <a:cubicBezTo>
                    <a:pt x="166" y="346"/>
                    <a:pt x="166" y="346"/>
                    <a:pt x="166" y="346"/>
                  </a:cubicBezTo>
                  <a:cubicBezTo>
                    <a:pt x="166" y="337"/>
                    <a:pt x="166" y="337"/>
                    <a:pt x="166" y="337"/>
                  </a:cubicBezTo>
                  <a:cubicBezTo>
                    <a:pt x="185" y="337"/>
                    <a:pt x="185" y="337"/>
                    <a:pt x="185" y="337"/>
                  </a:cubicBezTo>
                  <a:cubicBezTo>
                    <a:pt x="185" y="346"/>
                    <a:pt x="185" y="346"/>
                    <a:pt x="185" y="346"/>
                  </a:cubicBezTo>
                  <a:cubicBezTo>
                    <a:pt x="185" y="698"/>
                    <a:pt x="185" y="698"/>
                    <a:pt x="185" y="698"/>
                  </a:cubicBezTo>
                  <a:cubicBezTo>
                    <a:pt x="185" y="725"/>
                    <a:pt x="207" y="747"/>
                    <a:pt x="234" y="747"/>
                  </a:cubicBezTo>
                  <a:cubicBezTo>
                    <a:pt x="262" y="747"/>
                    <a:pt x="284" y="725"/>
                    <a:pt x="284" y="698"/>
                  </a:cubicBezTo>
                  <a:cubicBezTo>
                    <a:pt x="284" y="332"/>
                    <a:pt x="284" y="332"/>
                    <a:pt x="284" y="332"/>
                  </a:cubicBezTo>
                  <a:lnTo>
                    <a:pt x="284" y="3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 name="Rectangle 485"/>
            <p:cNvSpPr>
              <a:spLocks noChangeArrowheads="1"/>
            </p:cNvSpPr>
            <p:nvPr/>
          </p:nvSpPr>
          <p:spPr bwMode="auto">
            <a:xfrm>
              <a:off x="6929438" y="5940425"/>
              <a:ext cx="1296988" cy="698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 name="Freeform 486"/>
            <p:cNvSpPr>
              <a:spLocks/>
            </p:cNvSpPr>
            <p:nvPr/>
          </p:nvSpPr>
          <p:spPr bwMode="auto">
            <a:xfrm>
              <a:off x="7635875" y="5497513"/>
              <a:ext cx="185738" cy="127000"/>
            </a:xfrm>
            <a:custGeom>
              <a:avLst/>
              <a:gdLst>
                <a:gd name="T0" fmla="*/ 118 w 124"/>
                <a:gd name="T1" fmla="*/ 37 h 86"/>
                <a:gd name="T2" fmla="*/ 89 w 124"/>
                <a:gd name="T3" fmla="*/ 41 h 86"/>
                <a:gd name="T4" fmla="*/ 74 w 124"/>
                <a:gd name="T5" fmla="*/ 16 h 86"/>
                <a:gd name="T6" fmla="*/ 77 w 124"/>
                <a:gd name="T7" fmla="*/ 13 h 86"/>
                <a:gd name="T8" fmla="*/ 61 w 124"/>
                <a:gd name="T9" fmla="*/ 7 h 86"/>
                <a:gd name="T10" fmla="*/ 9 w 124"/>
                <a:gd name="T11" fmla="*/ 3 h 86"/>
                <a:gd name="T12" fmla="*/ 48 w 124"/>
                <a:gd name="T13" fmla="*/ 77 h 86"/>
                <a:gd name="T14" fmla="*/ 123 w 124"/>
                <a:gd name="T15" fmla="*/ 37 h 86"/>
                <a:gd name="T16" fmla="*/ 124 w 124"/>
                <a:gd name="T17" fmla="*/ 37 h 86"/>
                <a:gd name="T18" fmla="*/ 118 w 124"/>
                <a:gd name="T19" fmla="*/ 3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 h="86">
                  <a:moveTo>
                    <a:pt x="118" y="37"/>
                  </a:moveTo>
                  <a:cubicBezTo>
                    <a:pt x="114" y="44"/>
                    <a:pt x="101" y="46"/>
                    <a:pt x="89" y="41"/>
                  </a:cubicBezTo>
                  <a:cubicBezTo>
                    <a:pt x="77" y="35"/>
                    <a:pt x="71" y="24"/>
                    <a:pt x="74" y="16"/>
                  </a:cubicBezTo>
                  <a:cubicBezTo>
                    <a:pt x="75" y="15"/>
                    <a:pt x="76" y="14"/>
                    <a:pt x="77" y="13"/>
                  </a:cubicBezTo>
                  <a:cubicBezTo>
                    <a:pt x="72" y="11"/>
                    <a:pt x="67" y="8"/>
                    <a:pt x="61" y="7"/>
                  </a:cubicBezTo>
                  <a:cubicBezTo>
                    <a:pt x="40" y="0"/>
                    <a:pt x="20" y="5"/>
                    <a:pt x="9" y="3"/>
                  </a:cubicBezTo>
                  <a:cubicBezTo>
                    <a:pt x="0" y="34"/>
                    <a:pt x="17" y="67"/>
                    <a:pt x="48" y="77"/>
                  </a:cubicBezTo>
                  <a:cubicBezTo>
                    <a:pt x="80" y="86"/>
                    <a:pt x="114" y="69"/>
                    <a:pt x="123" y="37"/>
                  </a:cubicBezTo>
                  <a:cubicBezTo>
                    <a:pt x="123" y="37"/>
                    <a:pt x="123" y="37"/>
                    <a:pt x="124" y="37"/>
                  </a:cubicBezTo>
                  <a:cubicBezTo>
                    <a:pt x="122" y="37"/>
                    <a:pt x="120" y="37"/>
                    <a:pt x="118"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 name="Freeform 487"/>
            <p:cNvSpPr>
              <a:spLocks/>
            </p:cNvSpPr>
            <p:nvPr/>
          </p:nvSpPr>
          <p:spPr bwMode="auto">
            <a:xfrm>
              <a:off x="7635875" y="5387975"/>
              <a:ext cx="217488" cy="153988"/>
            </a:xfrm>
            <a:custGeom>
              <a:avLst/>
              <a:gdLst>
                <a:gd name="T0" fmla="*/ 93 w 145"/>
                <a:gd name="T1" fmla="*/ 4 h 103"/>
                <a:gd name="T2" fmla="*/ 48 w 145"/>
                <a:gd name="T3" fmla="*/ 7 h 103"/>
                <a:gd name="T4" fmla="*/ 11 w 145"/>
                <a:gd name="T5" fmla="*/ 48 h 103"/>
                <a:gd name="T6" fmla="*/ 67 w 145"/>
                <a:gd name="T7" fmla="*/ 73 h 103"/>
                <a:gd name="T8" fmla="*/ 88 w 145"/>
                <a:gd name="T9" fmla="*/ 82 h 103"/>
                <a:gd name="T10" fmla="*/ 103 w 145"/>
                <a:gd name="T11" fmla="*/ 85 h 103"/>
                <a:gd name="T12" fmla="*/ 118 w 145"/>
                <a:gd name="T13" fmla="*/ 100 h 103"/>
                <a:gd name="T14" fmla="*/ 136 w 145"/>
                <a:gd name="T15" fmla="*/ 87 h 103"/>
                <a:gd name="T16" fmla="*/ 138 w 145"/>
                <a:gd name="T17" fmla="*/ 81 h 103"/>
                <a:gd name="T18" fmla="*/ 93 w 145"/>
                <a:gd name="T19" fmla="*/ 4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5" h="103">
                  <a:moveTo>
                    <a:pt x="93" y="4"/>
                  </a:moveTo>
                  <a:cubicBezTo>
                    <a:pt x="77" y="0"/>
                    <a:pt x="61" y="1"/>
                    <a:pt x="48" y="7"/>
                  </a:cubicBezTo>
                  <a:cubicBezTo>
                    <a:pt x="31" y="14"/>
                    <a:pt x="17" y="29"/>
                    <a:pt x="11" y="48"/>
                  </a:cubicBezTo>
                  <a:cubicBezTo>
                    <a:pt x="0" y="82"/>
                    <a:pt x="33" y="62"/>
                    <a:pt x="67" y="73"/>
                  </a:cubicBezTo>
                  <a:cubicBezTo>
                    <a:pt x="75" y="75"/>
                    <a:pt x="81" y="78"/>
                    <a:pt x="88" y="82"/>
                  </a:cubicBezTo>
                  <a:cubicBezTo>
                    <a:pt x="92" y="82"/>
                    <a:pt x="98" y="82"/>
                    <a:pt x="103" y="85"/>
                  </a:cubicBezTo>
                  <a:cubicBezTo>
                    <a:pt x="110" y="88"/>
                    <a:pt x="116" y="94"/>
                    <a:pt x="118" y="100"/>
                  </a:cubicBezTo>
                  <a:cubicBezTo>
                    <a:pt x="126" y="103"/>
                    <a:pt x="132" y="100"/>
                    <a:pt x="136" y="87"/>
                  </a:cubicBezTo>
                  <a:cubicBezTo>
                    <a:pt x="137" y="85"/>
                    <a:pt x="137" y="83"/>
                    <a:pt x="138" y="81"/>
                  </a:cubicBezTo>
                  <a:cubicBezTo>
                    <a:pt x="145" y="48"/>
                    <a:pt x="126" y="15"/>
                    <a:pt x="93"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 name="Freeform 488"/>
            <p:cNvSpPr>
              <a:spLocks/>
            </p:cNvSpPr>
            <p:nvPr/>
          </p:nvSpPr>
          <p:spPr bwMode="auto">
            <a:xfrm>
              <a:off x="7162800" y="5583238"/>
              <a:ext cx="136525" cy="46038"/>
            </a:xfrm>
            <a:custGeom>
              <a:avLst/>
              <a:gdLst>
                <a:gd name="T0" fmla="*/ 90 w 91"/>
                <a:gd name="T1" fmla="*/ 26 h 31"/>
                <a:gd name="T2" fmla="*/ 25 w 91"/>
                <a:gd name="T3" fmla="*/ 4 h 31"/>
                <a:gd name="T4" fmla="*/ 1 w 91"/>
                <a:gd name="T5" fmla="*/ 7 h 31"/>
                <a:gd name="T6" fmla="*/ 21 w 91"/>
                <a:gd name="T7" fmla="*/ 19 h 31"/>
                <a:gd name="T8" fmla="*/ 90 w 91"/>
                <a:gd name="T9" fmla="*/ 26 h 31"/>
              </a:gdLst>
              <a:ahLst/>
              <a:cxnLst>
                <a:cxn ang="0">
                  <a:pos x="T0" y="T1"/>
                </a:cxn>
                <a:cxn ang="0">
                  <a:pos x="T2" y="T3"/>
                </a:cxn>
                <a:cxn ang="0">
                  <a:pos x="T4" y="T5"/>
                </a:cxn>
                <a:cxn ang="0">
                  <a:pos x="T6" y="T7"/>
                </a:cxn>
                <a:cxn ang="0">
                  <a:pos x="T8" y="T9"/>
                </a:cxn>
              </a:cxnLst>
              <a:rect l="0" t="0" r="r" b="b"/>
              <a:pathLst>
                <a:path w="91" h="31">
                  <a:moveTo>
                    <a:pt x="90" y="26"/>
                  </a:moveTo>
                  <a:cubicBezTo>
                    <a:pt x="91" y="22"/>
                    <a:pt x="41" y="8"/>
                    <a:pt x="25" y="4"/>
                  </a:cubicBezTo>
                  <a:cubicBezTo>
                    <a:pt x="9" y="0"/>
                    <a:pt x="2" y="3"/>
                    <a:pt x="1" y="7"/>
                  </a:cubicBezTo>
                  <a:cubicBezTo>
                    <a:pt x="0" y="11"/>
                    <a:pt x="5" y="16"/>
                    <a:pt x="21" y="19"/>
                  </a:cubicBezTo>
                  <a:cubicBezTo>
                    <a:pt x="37" y="23"/>
                    <a:pt x="89" y="31"/>
                    <a:pt x="90"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 name="Freeform 489"/>
            <p:cNvSpPr>
              <a:spLocks/>
            </p:cNvSpPr>
            <p:nvPr/>
          </p:nvSpPr>
          <p:spPr bwMode="auto">
            <a:xfrm>
              <a:off x="7277100" y="5410200"/>
              <a:ext cx="741363" cy="357188"/>
            </a:xfrm>
            <a:custGeom>
              <a:avLst/>
              <a:gdLst>
                <a:gd name="T0" fmla="*/ 284 w 496"/>
                <a:gd name="T1" fmla="*/ 179 h 239"/>
                <a:gd name="T2" fmla="*/ 258 w 496"/>
                <a:gd name="T3" fmla="*/ 171 h 239"/>
                <a:gd name="T4" fmla="*/ 258 w 496"/>
                <a:gd name="T5" fmla="*/ 170 h 239"/>
                <a:gd name="T6" fmla="*/ 258 w 496"/>
                <a:gd name="T7" fmla="*/ 170 h 239"/>
                <a:gd name="T8" fmla="*/ 182 w 496"/>
                <a:gd name="T9" fmla="*/ 14 h 239"/>
                <a:gd name="T10" fmla="*/ 159 w 496"/>
                <a:gd name="T11" fmla="*/ 2 h 239"/>
                <a:gd name="T12" fmla="*/ 90 w 496"/>
                <a:gd name="T13" fmla="*/ 15 h 239"/>
                <a:gd name="T14" fmla="*/ 43 w 496"/>
                <a:gd name="T15" fmla="*/ 25 h 239"/>
                <a:gd name="T16" fmla="*/ 26 w 496"/>
                <a:gd name="T17" fmla="*/ 28 h 239"/>
                <a:gd name="T18" fmla="*/ 22 w 496"/>
                <a:gd name="T19" fmla="*/ 29 h 239"/>
                <a:gd name="T20" fmla="*/ 20 w 496"/>
                <a:gd name="T21" fmla="*/ 30 h 239"/>
                <a:gd name="T22" fmla="*/ 18 w 496"/>
                <a:gd name="T23" fmla="*/ 30 h 239"/>
                <a:gd name="T24" fmla="*/ 17 w 496"/>
                <a:gd name="T25" fmla="*/ 31 h 239"/>
                <a:gd name="T26" fmla="*/ 12 w 496"/>
                <a:gd name="T27" fmla="*/ 33 h 239"/>
                <a:gd name="T28" fmla="*/ 7 w 496"/>
                <a:gd name="T29" fmla="*/ 63 h 239"/>
                <a:gd name="T30" fmla="*/ 31 w 496"/>
                <a:gd name="T31" fmla="*/ 71 h 239"/>
                <a:gd name="T32" fmla="*/ 58 w 496"/>
                <a:gd name="T33" fmla="*/ 65 h 239"/>
                <a:gd name="T34" fmla="*/ 128 w 496"/>
                <a:gd name="T35" fmla="*/ 51 h 239"/>
                <a:gd name="T36" fmla="*/ 151 w 496"/>
                <a:gd name="T37" fmla="*/ 47 h 239"/>
                <a:gd name="T38" fmla="*/ 167 w 496"/>
                <a:gd name="T39" fmla="*/ 80 h 239"/>
                <a:gd name="T40" fmla="*/ 41 w 496"/>
                <a:gd name="T41" fmla="*/ 180 h 239"/>
                <a:gd name="T42" fmla="*/ 35 w 496"/>
                <a:gd name="T43" fmla="*/ 219 h 239"/>
                <a:gd name="T44" fmla="*/ 255 w 496"/>
                <a:gd name="T45" fmla="*/ 215 h 239"/>
                <a:gd name="T46" fmla="*/ 383 w 496"/>
                <a:gd name="T47" fmla="*/ 235 h 239"/>
                <a:gd name="T48" fmla="*/ 479 w 496"/>
                <a:gd name="T49" fmla="*/ 220 h 239"/>
                <a:gd name="T50" fmla="*/ 493 w 496"/>
                <a:gd name="T51" fmla="*/ 193 h 239"/>
                <a:gd name="T52" fmla="*/ 466 w 496"/>
                <a:gd name="T53" fmla="*/ 180 h 239"/>
                <a:gd name="T54" fmla="*/ 383 w 496"/>
                <a:gd name="T55" fmla="*/ 192 h 239"/>
                <a:gd name="T56" fmla="*/ 284 w 496"/>
                <a:gd name="T57" fmla="*/ 179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96" h="239">
                  <a:moveTo>
                    <a:pt x="284" y="179"/>
                  </a:moveTo>
                  <a:cubicBezTo>
                    <a:pt x="274" y="176"/>
                    <a:pt x="265" y="173"/>
                    <a:pt x="258" y="171"/>
                  </a:cubicBezTo>
                  <a:cubicBezTo>
                    <a:pt x="258" y="171"/>
                    <a:pt x="258" y="170"/>
                    <a:pt x="258" y="170"/>
                  </a:cubicBezTo>
                  <a:cubicBezTo>
                    <a:pt x="258" y="170"/>
                    <a:pt x="258" y="170"/>
                    <a:pt x="258" y="170"/>
                  </a:cubicBezTo>
                  <a:cubicBezTo>
                    <a:pt x="182" y="14"/>
                    <a:pt x="182" y="14"/>
                    <a:pt x="182" y="14"/>
                  </a:cubicBezTo>
                  <a:cubicBezTo>
                    <a:pt x="178" y="5"/>
                    <a:pt x="169" y="0"/>
                    <a:pt x="159" y="2"/>
                  </a:cubicBezTo>
                  <a:cubicBezTo>
                    <a:pt x="159" y="2"/>
                    <a:pt x="125" y="9"/>
                    <a:pt x="90" y="15"/>
                  </a:cubicBezTo>
                  <a:cubicBezTo>
                    <a:pt x="73" y="19"/>
                    <a:pt x="56" y="22"/>
                    <a:pt x="43" y="25"/>
                  </a:cubicBezTo>
                  <a:cubicBezTo>
                    <a:pt x="36" y="26"/>
                    <a:pt x="31" y="27"/>
                    <a:pt x="26" y="28"/>
                  </a:cubicBezTo>
                  <a:cubicBezTo>
                    <a:pt x="24" y="29"/>
                    <a:pt x="23" y="29"/>
                    <a:pt x="22" y="29"/>
                  </a:cubicBezTo>
                  <a:cubicBezTo>
                    <a:pt x="21" y="29"/>
                    <a:pt x="20" y="29"/>
                    <a:pt x="20" y="30"/>
                  </a:cubicBezTo>
                  <a:cubicBezTo>
                    <a:pt x="19" y="30"/>
                    <a:pt x="19" y="30"/>
                    <a:pt x="18" y="30"/>
                  </a:cubicBezTo>
                  <a:cubicBezTo>
                    <a:pt x="18" y="30"/>
                    <a:pt x="17" y="30"/>
                    <a:pt x="17" y="31"/>
                  </a:cubicBezTo>
                  <a:cubicBezTo>
                    <a:pt x="16" y="31"/>
                    <a:pt x="15" y="31"/>
                    <a:pt x="12" y="33"/>
                  </a:cubicBezTo>
                  <a:cubicBezTo>
                    <a:pt x="2" y="40"/>
                    <a:pt x="0" y="54"/>
                    <a:pt x="7" y="63"/>
                  </a:cubicBezTo>
                  <a:cubicBezTo>
                    <a:pt x="13" y="71"/>
                    <a:pt x="23" y="73"/>
                    <a:pt x="31" y="71"/>
                  </a:cubicBezTo>
                  <a:cubicBezTo>
                    <a:pt x="34" y="70"/>
                    <a:pt x="45" y="68"/>
                    <a:pt x="58" y="65"/>
                  </a:cubicBezTo>
                  <a:cubicBezTo>
                    <a:pt x="78" y="61"/>
                    <a:pt x="105" y="56"/>
                    <a:pt x="128" y="51"/>
                  </a:cubicBezTo>
                  <a:cubicBezTo>
                    <a:pt x="136" y="50"/>
                    <a:pt x="145" y="48"/>
                    <a:pt x="151" y="47"/>
                  </a:cubicBezTo>
                  <a:cubicBezTo>
                    <a:pt x="167" y="80"/>
                    <a:pt x="167" y="80"/>
                    <a:pt x="167" y="80"/>
                  </a:cubicBezTo>
                  <a:cubicBezTo>
                    <a:pt x="108" y="109"/>
                    <a:pt x="87" y="126"/>
                    <a:pt x="41" y="180"/>
                  </a:cubicBezTo>
                  <a:cubicBezTo>
                    <a:pt x="32" y="191"/>
                    <a:pt x="26" y="212"/>
                    <a:pt x="35" y="219"/>
                  </a:cubicBezTo>
                  <a:cubicBezTo>
                    <a:pt x="60" y="239"/>
                    <a:pt x="195" y="220"/>
                    <a:pt x="255" y="215"/>
                  </a:cubicBezTo>
                  <a:cubicBezTo>
                    <a:pt x="283" y="224"/>
                    <a:pt x="330" y="235"/>
                    <a:pt x="383" y="235"/>
                  </a:cubicBezTo>
                  <a:cubicBezTo>
                    <a:pt x="414" y="235"/>
                    <a:pt x="447" y="231"/>
                    <a:pt x="479" y="220"/>
                  </a:cubicBezTo>
                  <a:cubicBezTo>
                    <a:pt x="490" y="217"/>
                    <a:pt x="496" y="205"/>
                    <a:pt x="493" y="193"/>
                  </a:cubicBezTo>
                  <a:cubicBezTo>
                    <a:pt x="489" y="182"/>
                    <a:pt x="477" y="176"/>
                    <a:pt x="466" y="180"/>
                  </a:cubicBezTo>
                  <a:cubicBezTo>
                    <a:pt x="439" y="189"/>
                    <a:pt x="410" y="192"/>
                    <a:pt x="383" y="192"/>
                  </a:cubicBezTo>
                  <a:cubicBezTo>
                    <a:pt x="345" y="192"/>
                    <a:pt x="310" y="185"/>
                    <a:pt x="284" y="1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 name="Freeform 490"/>
            <p:cNvSpPr>
              <a:spLocks/>
            </p:cNvSpPr>
            <p:nvPr/>
          </p:nvSpPr>
          <p:spPr bwMode="auto">
            <a:xfrm>
              <a:off x="7637463" y="5626100"/>
              <a:ext cx="515938" cy="233363"/>
            </a:xfrm>
            <a:custGeom>
              <a:avLst/>
              <a:gdLst>
                <a:gd name="T0" fmla="*/ 262 w 345"/>
                <a:gd name="T1" fmla="*/ 6 h 156"/>
                <a:gd name="T2" fmla="*/ 315 w 345"/>
                <a:gd name="T3" fmla="*/ 53 h 156"/>
                <a:gd name="T4" fmla="*/ 303 w 345"/>
                <a:gd name="T5" fmla="*/ 89 h 156"/>
                <a:gd name="T6" fmla="*/ 219 w 345"/>
                <a:gd name="T7" fmla="*/ 133 h 156"/>
                <a:gd name="T8" fmla="*/ 16 w 345"/>
                <a:gd name="T9" fmla="*/ 148 h 156"/>
                <a:gd name="T10" fmla="*/ 12 w 345"/>
                <a:gd name="T11" fmla="*/ 154 h 156"/>
                <a:gd name="T12" fmla="*/ 250 w 345"/>
                <a:gd name="T13" fmla="*/ 132 h 156"/>
                <a:gd name="T14" fmla="*/ 327 w 345"/>
                <a:gd name="T15" fmla="*/ 77 h 156"/>
                <a:gd name="T16" fmla="*/ 270 w 345"/>
                <a:gd name="T17" fmla="*/ 1 h 156"/>
                <a:gd name="T18" fmla="*/ 262 w 345"/>
                <a:gd name="T19" fmla="*/ 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5" h="156">
                  <a:moveTo>
                    <a:pt x="262" y="6"/>
                  </a:moveTo>
                  <a:cubicBezTo>
                    <a:pt x="288" y="12"/>
                    <a:pt x="314" y="23"/>
                    <a:pt x="315" y="53"/>
                  </a:cubicBezTo>
                  <a:cubicBezTo>
                    <a:pt x="316" y="66"/>
                    <a:pt x="311" y="79"/>
                    <a:pt x="303" y="89"/>
                  </a:cubicBezTo>
                  <a:cubicBezTo>
                    <a:pt x="284" y="115"/>
                    <a:pt x="249" y="126"/>
                    <a:pt x="219" y="133"/>
                  </a:cubicBezTo>
                  <a:cubicBezTo>
                    <a:pt x="153" y="149"/>
                    <a:pt x="83" y="150"/>
                    <a:pt x="16" y="148"/>
                  </a:cubicBezTo>
                  <a:cubicBezTo>
                    <a:pt x="9" y="148"/>
                    <a:pt x="0" y="153"/>
                    <a:pt x="12" y="154"/>
                  </a:cubicBezTo>
                  <a:cubicBezTo>
                    <a:pt x="90" y="156"/>
                    <a:pt x="174" y="156"/>
                    <a:pt x="250" y="132"/>
                  </a:cubicBezTo>
                  <a:cubicBezTo>
                    <a:pt x="279" y="122"/>
                    <a:pt x="314" y="107"/>
                    <a:pt x="327" y="77"/>
                  </a:cubicBezTo>
                  <a:cubicBezTo>
                    <a:pt x="345" y="33"/>
                    <a:pt x="308" y="9"/>
                    <a:pt x="270" y="1"/>
                  </a:cubicBezTo>
                  <a:cubicBezTo>
                    <a:pt x="266" y="0"/>
                    <a:pt x="252" y="4"/>
                    <a:pt x="262"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 name="Freeform 491"/>
            <p:cNvSpPr>
              <a:spLocks/>
            </p:cNvSpPr>
            <p:nvPr/>
          </p:nvSpPr>
          <p:spPr bwMode="auto">
            <a:xfrm>
              <a:off x="7842250" y="5611813"/>
              <a:ext cx="146050" cy="14288"/>
            </a:xfrm>
            <a:custGeom>
              <a:avLst/>
              <a:gdLst>
                <a:gd name="T0" fmla="*/ 15 w 98"/>
                <a:gd name="T1" fmla="*/ 9 h 10"/>
                <a:gd name="T2" fmla="*/ 80 w 98"/>
                <a:gd name="T3" fmla="*/ 8 h 10"/>
                <a:gd name="T4" fmla="*/ 88 w 98"/>
                <a:gd name="T5" fmla="*/ 3 h 10"/>
                <a:gd name="T6" fmla="*/ 11 w 98"/>
                <a:gd name="T7" fmla="*/ 4 h 10"/>
                <a:gd name="T8" fmla="*/ 15 w 98"/>
                <a:gd name="T9" fmla="*/ 9 h 10"/>
              </a:gdLst>
              <a:ahLst/>
              <a:cxnLst>
                <a:cxn ang="0">
                  <a:pos x="T0" y="T1"/>
                </a:cxn>
                <a:cxn ang="0">
                  <a:pos x="T2" y="T3"/>
                </a:cxn>
                <a:cxn ang="0">
                  <a:pos x="T4" y="T5"/>
                </a:cxn>
                <a:cxn ang="0">
                  <a:pos x="T6" y="T7"/>
                </a:cxn>
                <a:cxn ang="0">
                  <a:pos x="T8" y="T9"/>
                </a:cxn>
              </a:cxnLst>
              <a:rect l="0" t="0" r="r" b="b"/>
              <a:pathLst>
                <a:path w="98" h="10">
                  <a:moveTo>
                    <a:pt x="15" y="9"/>
                  </a:moveTo>
                  <a:cubicBezTo>
                    <a:pt x="36" y="6"/>
                    <a:pt x="58" y="5"/>
                    <a:pt x="80" y="8"/>
                  </a:cubicBezTo>
                  <a:cubicBezTo>
                    <a:pt x="84" y="9"/>
                    <a:pt x="98" y="4"/>
                    <a:pt x="88" y="3"/>
                  </a:cubicBezTo>
                  <a:cubicBezTo>
                    <a:pt x="62" y="0"/>
                    <a:pt x="36" y="0"/>
                    <a:pt x="11" y="4"/>
                  </a:cubicBezTo>
                  <a:cubicBezTo>
                    <a:pt x="0" y="5"/>
                    <a:pt x="8" y="10"/>
                    <a:pt x="1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 name="Freeform 492"/>
            <p:cNvSpPr>
              <a:spLocks/>
            </p:cNvSpPr>
            <p:nvPr/>
          </p:nvSpPr>
          <p:spPr bwMode="auto">
            <a:xfrm>
              <a:off x="7392988" y="5807075"/>
              <a:ext cx="190500" cy="23813"/>
            </a:xfrm>
            <a:custGeom>
              <a:avLst/>
              <a:gdLst>
                <a:gd name="T0" fmla="*/ 120 w 128"/>
                <a:gd name="T1" fmla="*/ 4 h 16"/>
                <a:gd name="T2" fmla="*/ 43 w 128"/>
                <a:gd name="T3" fmla="*/ 3 h 16"/>
                <a:gd name="T4" fmla="*/ 6 w 128"/>
                <a:gd name="T5" fmla="*/ 4 h 16"/>
                <a:gd name="T6" fmla="*/ 7 w 128"/>
                <a:gd name="T7" fmla="*/ 9 h 16"/>
                <a:gd name="T8" fmla="*/ 59 w 128"/>
                <a:gd name="T9" fmla="*/ 13 h 16"/>
                <a:gd name="T10" fmla="*/ 121 w 128"/>
                <a:gd name="T11" fmla="*/ 9 h 16"/>
                <a:gd name="T12" fmla="*/ 120 w 128"/>
                <a:gd name="T13" fmla="*/ 4 h 16"/>
              </a:gdLst>
              <a:ahLst/>
              <a:cxnLst>
                <a:cxn ang="0">
                  <a:pos x="T0" y="T1"/>
                </a:cxn>
                <a:cxn ang="0">
                  <a:pos x="T2" y="T3"/>
                </a:cxn>
                <a:cxn ang="0">
                  <a:pos x="T4" y="T5"/>
                </a:cxn>
                <a:cxn ang="0">
                  <a:pos x="T6" y="T7"/>
                </a:cxn>
                <a:cxn ang="0">
                  <a:pos x="T8" y="T9"/>
                </a:cxn>
                <a:cxn ang="0">
                  <a:pos x="T10" y="T11"/>
                </a:cxn>
                <a:cxn ang="0">
                  <a:pos x="T12" y="T13"/>
                </a:cxn>
              </a:cxnLst>
              <a:rect l="0" t="0" r="r" b="b"/>
              <a:pathLst>
                <a:path w="128" h="16">
                  <a:moveTo>
                    <a:pt x="120" y="4"/>
                  </a:moveTo>
                  <a:cubicBezTo>
                    <a:pt x="93" y="10"/>
                    <a:pt x="69" y="8"/>
                    <a:pt x="43" y="3"/>
                  </a:cubicBezTo>
                  <a:cubicBezTo>
                    <a:pt x="30" y="1"/>
                    <a:pt x="19" y="0"/>
                    <a:pt x="6" y="4"/>
                  </a:cubicBezTo>
                  <a:cubicBezTo>
                    <a:pt x="0" y="6"/>
                    <a:pt x="1" y="11"/>
                    <a:pt x="7" y="9"/>
                  </a:cubicBezTo>
                  <a:cubicBezTo>
                    <a:pt x="25" y="4"/>
                    <a:pt x="41" y="11"/>
                    <a:pt x="59" y="13"/>
                  </a:cubicBezTo>
                  <a:cubicBezTo>
                    <a:pt x="80" y="16"/>
                    <a:pt x="101" y="13"/>
                    <a:pt x="121" y="9"/>
                  </a:cubicBezTo>
                  <a:cubicBezTo>
                    <a:pt x="128" y="8"/>
                    <a:pt x="126" y="3"/>
                    <a:pt x="12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 name="Freeform 493"/>
            <p:cNvSpPr>
              <a:spLocks/>
            </p:cNvSpPr>
            <p:nvPr/>
          </p:nvSpPr>
          <p:spPr bwMode="auto">
            <a:xfrm>
              <a:off x="7265988" y="5846763"/>
              <a:ext cx="98425" cy="20638"/>
            </a:xfrm>
            <a:custGeom>
              <a:avLst/>
              <a:gdLst>
                <a:gd name="T0" fmla="*/ 13 w 66"/>
                <a:gd name="T1" fmla="*/ 12 h 14"/>
                <a:gd name="T2" fmla="*/ 53 w 66"/>
                <a:gd name="T3" fmla="*/ 13 h 14"/>
                <a:gd name="T4" fmla="*/ 61 w 66"/>
                <a:gd name="T5" fmla="*/ 8 h 14"/>
                <a:gd name="T6" fmla="*/ 7 w 66"/>
                <a:gd name="T7" fmla="*/ 9 h 14"/>
                <a:gd name="T8" fmla="*/ 13 w 66"/>
                <a:gd name="T9" fmla="*/ 12 h 14"/>
              </a:gdLst>
              <a:ahLst/>
              <a:cxnLst>
                <a:cxn ang="0">
                  <a:pos x="T0" y="T1"/>
                </a:cxn>
                <a:cxn ang="0">
                  <a:pos x="T2" y="T3"/>
                </a:cxn>
                <a:cxn ang="0">
                  <a:pos x="T4" y="T5"/>
                </a:cxn>
                <a:cxn ang="0">
                  <a:pos x="T6" y="T7"/>
                </a:cxn>
                <a:cxn ang="0">
                  <a:pos x="T8" y="T9"/>
                </a:cxn>
              </a:cxnLst>
              <a:rect l="0" t="0" r="r" b="b"/>
              <a:pathLst>
                <a:path w="66" h="14">
                  <a:moveTo>
                    <a:pt x="13" y="12"/>
                  </a:moveTo>
                  <a:cubicBezTo>
                    <a:pt x="25" y="5"/>
                    <a:pt x="41" y="8"/>
                    <a:pt x="53" y="13"/>
                  </a:cubicBezTo>
                  <a:cubicBezTo>
                    <a:pt x="56" y="14"/>
                    <a:pt x="66" y="9"/>
                    <a:pt x="61" y="8"/>
                  </a:cubicBezTo>
                  <a:cubicBezTo>
                    <a:pt x="44" y="1"/>
                    <a:pt x="23" y="0"/>
                    <a:pt x="7" y="9"/>
                  </a:cubicBezTo>
                  <a:cubicBezTo>
                    <a:pt x="0" y="12"/>
                    <a:pt x="10" y="13"/>
                    <a:pt x="13"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 name="Freeform 494"/>
            <p:cNvSpPr>
              <a:spLocks/>
            </p:cNvSpPr>
            <p:nvPr/>
          </p:nvSpPr>
          <p:spPr bwMode="auto">
            <a:xfrm>
              <a:off x="7040563" y="5749925"/>
              <a:ext cx="247650" cy="31750"/>
            </a:xfrm>
            <a:custGeom>
              <a:avLst/>
              <a:gdLst>
                <a:gd name="T0" fmla="*/ 6 w 166"/>
                <a:gd name="T1" fmla="*/ 9 h 22"/>
                <a:gd name="T2" fmla="*/ 13 w 166"/>
                <a:gd name="T3" fmla="*/ 14 h 22"/>
                <a:gd name="T4" fmla="*/ 93 w 166"/>
                <a:gd name="T5" fmla="*/ 19 h 22"/>
                <a:gd name="T6" fmla="*/ 160 w 166"/>
                <a:gd name="T7" fmla="*/ 17 h 22"/>
                <a:gd name="T8" fmla="*/ 158 w 166"/>
                <a:gd name="T9" fmla="*/ 10 h 22"/>
                <a:gd name="T10" fmla="*/ 52 w 166"/>
                <a:gd name="T11" fmla="*/ 3 h 22"/>
                <a:gd name="T12" fmla="*/ 6 w 166"/>
                <a:gd name="T13" fmla="*/ 9 h 22"/>
              </a:gdLst>
              <a:ahLst/>
              <a:cxnLst>
                <a:cxn ang="0">
                  <a:pos x="T0" y="T1"/>
                </a:cxn>
                <a:cxn ang="0">
                  <a:pos x="T2" y="T3"/>
                </a:cxn>
                <a:cxn ang="0">
                  <a:pos x="T4" y="T5"/>
                </a:cxn>
                <a:cxn ang="0">
                  <a:pos x="T6" y="T7"/>
                </a:cxn>
                <a:cxn ang="0">
                  <a:pos x="T8" y="T9"/>
                </a:cxn>
                <a:cxn ang="0">
                  <a:pos x="T10" y="T11"/>
                </a:cxn>
                <a:cxn ang="0">
                  <a:pos x="T12" y="T13"/>
                </a:cxn>
              </a:cxnLst>
              <a:rect l="0" t="0" r="r" b="b"/>
              <a:pathLst>
                <a:path w="166" h="22">
                  <a:moveTo>
                    <a:pt x="6" y="9"/>
                  </a:moveTo>
                  <a:cubicBezTo>
                    <a:pt x="0" y="13"/>
                    <a:pt x="9" y="17"/>
                    <a:pt x="13" y="14"/>
                  </a:cubicBezTo>
                  <a:cubicBezTo>
                    <a:pt x="34" y="0"/>
                    <a:pt x="71" y="15"/>
                    <a:pt x="93" y="19"/>
                  </a:cubicBezTo>
                  <a:cubicBezTo>
                    <a:pt x="116" y="22"/>
                    <a:pt x="137" y="22"/>
                    <a:pt x="160" y="17"/>
                  </a:cubicBezTo>
                  <a:cubicBezTo>
                    <a:pt x="166" y="15"/>
                    <a:pt x="164" y="8"/>
                    <a:pt x="158" y="10"/>
                  </a:cubicBezTo>
                  <a:cubicBezTo>
                    <a:pt x="121" y="18"/>
                    <a:pt x="88" y="8"/>
                    <a:pt x="52" y="3"/>
                  </a:cubicBezTo>
                  <a:cubicBezTo>
                    <a:pt x="36" y="1"/>
                    <a:pt x="21" y="0"/>
                    <a:pt x="6"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61" name="组合 460"/>
          <p:cNvGrpSpPr/>
          <p:nvPr/>
        </p:nvGrpSpPr>
        <p:grpSpPr>
          <a:xfrm>
            <a:off x="409575" y="6292851"/>
            <a:ext cx="11634788" cy="196850"/>
            <a:chOff x="409575" y="6292851"/>
            <a:chExt cx="11634788" cy="196850"/>
          </a:xfrm>
          <a:solidFill>
            <a:schemeClr val="tx1">
              <a:lumMod val="65000"/>
              <a:lumOff val="35000"/>
            </a:schemeClr>
          </a:solidFill>
        </p:grpSpPr>
        <p:sp>
          <p:nvSpPr>
            <p:cNvPr id="462" name="Freeform 109"/>
            <p:cNvSpPr>
              <a:spLocks/>
            </p:cNvSpPr>
            <p:nvPr/>
          </p:nvSpPr>
          <p:spPr bwMode="auto">
            <a:xfrm>
              <a:off x="4733925" y="6311901"/>
              <a:ext cx="112713" cy="125413"/>
            </a:xfrm>
            <a:custGeom>
              <a:avLst/>
              <a:gdLst>
                <a:gd name="T0" fmla="*/ 74 w 78"/>
                <a:gd name="T1" fmla="*/ 73 h 87"/>
                <a:gd name="T2" fmla="*/ 43 w 78"/>
                <a:gd name="T3" fmla="*/ 50 h 87"/>
                <a:gd name="T4" fmla="*/ 63 w 78"/>
                <a:gd name="T5" fmla="*/ 37 h 87"/>
                <a:gd name="T6" fmla="*/ 70 w 78"/>
                <a:gd name="T7" fmla="*/ 21 h 87"/>
                <a:gd name="T8" fmla="*/ 63 w 78"/>
                <a:gd name="T9" fmla="*/ 6 h 87"/>
                <a:gd name="T10" fmla="*/ 42 w 78"/>
                <a:gd name="T11" fmla="*/ 0 h 87"/>
                <a:gd name="T12" fmla="*/ 19 w 78"/>
                <a:gd name="T13" fmla="*/ 3 h 87"/>
                <a:gd name="T14" fmla="*/ 17 w 78"/>
                <a:gd name="T15" fmla="*/ 3 h 87"/>
                <a:gd name="T16" fmla="*/ 14 w 78"/>
                <a:gd name="T17" fmla="*/ 2 h 87"/>
                <a:gd name="T18" fmla="*/ 9 w 78"/>
                <a:gd name="T19" fmla="*/ 4 h 87"/>
                <a:gd name="T20" fmla="*/ 6 w 78"/>
                <a:gd name="T21" fmla="*/ 9 h 87"/>
                <a:gd name="T22" fmla="*/ 8 w 78"/>
                <a:gd name="T23" fmla="*/ 13 h 87"/>
                <a:gd name="T24" fmla="*/ 9 w 78"/>
                <a:gd name="T25" fmla="*/ 15 h 87"/>
                <a:gd name="T26" fmla="*/ 8 w 78"/>
                <a:gd name="T27" fmla="*/ 19 h 87"/>
                <a:gd name="T28" fmla="*/ 7 w 78"/>
                <a:gd name="T29" fmla="*/ 22 h 87"/>
                <a:gd name="T30" fmla="*/ 2 w 78"/>
                <a:gd name="T31" fmla="*/ 51 h 87"/>
                <a:gd name="T32" fmla="*/ 0 w 78"/>
                <a:gd name="T33" fmla="*/ 76 h 87"/>
                <a:gd name="T34" fmla="*/ 8 w 78"/>
                <a:gd name="T35" fmla="*/ 87 h 87"/>
                <a:gd name="T36" fmla="*/ 14 w 78"/>
                <a:gd name="T37" fmla="*/ 85 h 87"/>
                <a:gd name="T38" fmla="*/ 16 w 78"/>
                <a:gd name="T39" fmla="*/ 80 h 87"/>
                <a:gd name="T40" fmla="*/ 16 w 78"/>
                <a:gd name="T41" fmla="*/ 75 h 87"/>
                <a:gd name="T42" fmla="*/ 15 w 78"/>
                <a:gd name="T43" fmla="*/ 68 h 87"/>
                <a:gd name="T44" fmla="*/ 17 w 78"/>
                <a:gd name="T45" fmla="*/ 50 h 87"/>
                <a:gd name="T46" fmla="*/ 20 w 78"/>
                <a:gd name="T47" fmla="*/ 27 h 87"/>
                <a:gd name="T48" fmla="*/ 23 w 78"/>
                <a:gd name="T49" fmla="*/ 15 h 87"/>
                <a:gd name="T50" fmla="*/ 24 w 78"/>
                <a:gd name="T51" fmla="*/ 14 h 87"/>
                <a:gd name="T52" fmla="*/ 29 w 78"/>
                <a:gd name="T53" fmla="*/ 12 h 87"/>
                <a:gd name="T54" fmla="*/ 41 w 78"/>
                <a:gd name="T55" fmla="*/ 11 h 87"/>
                <a:gd name="T56" fmla="*/ 52 w 78"/>
                <a:gd name="T57" fmla="*/ 14 h 87"/>
                <a:gd name="T58" fmla="*/ 56 w 78"/>
                <a:gd name="T59" fmla="*/ 21 h 87"/>
                <a:gd name="T60" fmla="*/ 46 w 78"/>
                <a:gd name="T61" fmla="*/ 35 h 87"/>
                <a:gd name="T62" fmla="*/ 32 w 78"/>
                <a:gd name="T63" fmla="*/ 42 h 87"/>
                <a:gd name="T64" fmla="*/ 31 w 78"/>
                <a:gd name="T65" fmla="*/ 41 h 87"/>
                <a:gd name="T66" fmla="*/ 29 w 78"/>
                <a:gd name="T67" fmla="*/ 41 h 87"/>
                <a:gd name="T68" fmla="*/ 23 w 78"/>
                <a:gd name="T69" fmla="*/ 43 h 87"/>
                <a:gd name="T70" fmla="*/ 20 w 78"/>
                <a:gd name="T71" fmla="*/ 48 h 87"/>
                <a:gd name="T72" fmla="*/ 26 w 78"/>
                <a:gd name="T73" fmla="*/ 54 h 87"/>
                <a:gd name="T74" fmla="*/ 42 w 78"/>
                <a:gd name="T75" fmla="*/ 66 h 87"/>
                <a:gd name="T76" fmla="*/ 51 w 78"/>
                <a:gd name="T77" fmla="*/ 73 h 87"/>
                <a:gd name="T78" fmla="*/ 63 w 78"/>
                <a:gd name="T79" fmla="*/ 82 h 87"/>
                <a:gd name="T80" fmla="*/ 70 w 78"/>
                <a:gd name="T81" fmla="*/ 85 h 87"/>
                <a:gd name="T82" fmla="*/ 75 w 78"/>
                <a:gd name="T83" fmla="*/ 83 h 87"/>
                <a:gd name="T84" fmla="*/ 78 w 78"/>
                <a:gd name="T85" fmla="*/ 78 h 87"/>
                <a:gd name="T86" fmla="*/ 74 w 78"/>
                <a:gd name="T87"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8" h="87">
                  <a:moveTo>
                    <a:pt x="74" y="73"/>
                  </a:moveTo>
                  <a:cubicBezTo>
                    <a:pt x="67" y="68"/>
                    <a:pt x="57" y="61"/>
                    <a:pt x="43" y="50"/>
                  </a:cubicBezTo>
                  <a:cubicBezTo>
                    <a:pt x="51" y="47"/>
                    <a:pt x="58" y="42"/>
                    <a:pt x="63" y="37"/>
                  </a:cubicBezTo>
                  <a:cubicBezTo>
                    <a:pt x="68" y="32"/>
                    <a:pt x="70" y="27"/>
                    <a:pt x="70" y="21"/>
                  </a:cubicBezTo>
                  <a:cubicBezTo>
                    <a:pt x="70" y="15"/>
                    <a:pt x="68" y="10"/>
                    <a:pt x="63" y="6"/>
                  </a:cubicBezTo>
                  <a:cubicBezTo>
                    <a:pt x="58" y="2"/>
                    <a:pt x="51" y="0"/>
                    <a:pt x="42" y="0"/>
                  </a:cubicBezTo>
                  <a:cubicBezTo>
                    <a:pt x="38" y="0"/>
                    <a:pt x="30" y="1"/>
                    <a:pt x="19" y="3"/>
                  </a:cubicBezTo>
                  <a:cubicBezTo>
                    <a:pt x="18" y="3"/>
                    <a:pt x="18" y="3"/>
                    <a:pt x="17" y="3"/>
                  </a:cubicBezTo>
                  <a:cubicBezTo>
                    <a:pt x="16" y="2"/>
                    <a:pt x="15" y="2"/>
                    <a:pt x="14" y="2"/>
                  </a:cubicBezTo>
                  <a:cubicBezTo>
                    <a:pt x="12" y="2"/>
                    <a:pt x="11" y="3"/>
                    <a:pt x="9" y="4"/>
                  </a:cubicBezTo>
                  <a:cubicBezTo>
                    <a:pt x="7" y="6"/>
                    <a:pt x="6" y="7"/>
                    <a:pt x="6" y="9"/>
                  </a:cubicBezTo>
                  <a:cubicBezTo>
                    <a:pt x="6" y="10"/>
                    <a:pt x="7" y="12"/>
                    <a:pt x="8" y="13"/>
                  </a:cubicBezTo>
                  <a:cubicBezTo>
                    <a:pt x="9" y="15"/>
                    <a:pt x="9" y="15"/>
                    <a:pt x="9" y="15"/>
                  </a:cubicBezTo>
                  <a:cubicBezTo>
                    <a:pt x="8" y="19"/>
                    <a:pt x="8" y="19"/>
                    <a:pt x="8" y="19"/>
                  </a:cubicBezTo>
                  <a:cubicBezTo>
                    <a:pt x="8" y="20"/>
                    <a:pt x="7" y="21"/>
                    <a:pt x="7" y="22"/>
                  </a:cubicBezTo>
                  <a:cubicBezTo>
                    <a:pt x="5" y="31"/>
                    <a:pt x="4" y="40"/>
                    <a:pt x="2" y="51"/>
                  </a:cubicBezTo>
                  <a:cubicBezTo>
                    <a:pt x="1" y="62"/>
                    <a:pt x="0" y="70"/>
                    <a:pt x="0" y="76"/>
                  </a:cubicBezTo>
                  <a:cubicBezTo>
                    <a:pt x="0" y="83"/>
                    <a:pt x="3" y="87"/>
                    <a:pt x="8" y="87"/>
                  </a:cubicBezTo>
                  <a:cubicBezTo>
                    <a:pt x="10" y="87"/>
                    <a:pt x="12" y="86"/>
                    <a:pt x="14" y="85"/>
                  </a:cubicBezTo>
                  <a:cubicBezTo>
                    <a:pt x="15" y="83"/>
                    <a:pt x="16" y="81"/>
                    <a:pt x="16" y="80"/>
                  </a:cubicBezTo>
                  <a:cubicBezTo>
                    <a:pt x="16" y="79"/>
                    <a:pt x="16" y="77"/>
                    <a:pt x="16" y="75"/>
                  </a:cubicBezTo>
                  <a:cubicBezTo>
                    <a:pt x="15" y="73"/>
                    <a:pt x="15" y="71"/>
                    <a:pt x="15" y="68"/>
                  </a:cubicBezTo>
                  <a:cubicBezTo>
                    <a:pt x="15" y="64"/>
                    <a:pt x="16" y="58"/>
                    <a:pt x="17" y="50"/>
                  </a:cubicBezTo>
                  <a:cubicBezTo>
                    <a:pt x="18" y="42"/>
                    <a:pt x="19" y="34"/>
                    <a:pt x="20" y="27"/>
                  </a:cubicBezTo>
                  <a:cubicBezTo>
                    <a:pt x="22" y="20"/>
                    <a:pt x="22" y="16"/>
                    <a:pt x="23" y="15"/>
                  </a:cubicBezTo>
                  <a:cubicBezTo>
                    <a:pt x="23" y="14"/>
                    <a:pt x="24" y="14"/>
                    <a:pt x="24" y="14"/>
                  </a:cubicBezTo>
                  <a:cubicBezTo>
                    <a:pt x="24" y="13"/>
                    <a:pt x="26" y="13"/>
                    <a:pt x="29" y="12"/>
                  </a:cubicBezTo>
                  <a:cubicBezTo>
                    <a:pt x="32" y="12"/>
                    <a:pt x="36" y="11"/>
                    <a:pt x="41" y="11"/>
                  </a:cubicBezTo>
                  <a:cubicBezTo>
                    <a:pt x="46" y="11"/>
                    <a:pt x="49" y="12"/>
                    <a:pt x="52" y="14"/>
                  </a:cubicBezTo>
                  <a:cubicBezTo>
                    <a:pt x="55" y="16"/>
                    <a:pt x="56" y="18"/>
                    <a:pt x="56" y="21"/>
                  </a:cubicBezTo>
                  <a:cubicBezTo>
                    <a:pt x="56" y="27"/>
                    <a:pt x="53" y="31"/>
                    <a:pt x="46" y="35"/>
                  </a:cubicBezTo>
                  <a:cubicBezTo>
                    <a:pt x="39" y="39"/>
                    <a:pt x="35" y="42"/>
                    <a:pt x="32" y="42"/>
                  </a:cubicBezTo>
                  <a:cubicBezTo>
                    <a:pt x="32" y="42"/>
                    <a:pt x="32" y="41"/>
                    <a:pt x="31" y="41"/>
                  </a:cubicBezTo>
                  <a:cubicBezTo>
                    <a:pt x="30" y="41"/>
                    <a:pt x="29" y="41"/>
                    <a:pt x="29" y="41"/>
                  </a:cubicBezTo>
                  <a:cubicBezTo>
                    <a:pt x="26" y="41"/>
                    <a:pt x="24" y="42"/>
                    <a:pt x="23" y="43"/>
                  </a:cubicBezTo>
                  <a:cubicBezTo>
                    <a:pt x="21" y="44"/>
                    <a:pt x="20" y="46"/>
                    <a:pt x="20" y="48"/>
                  </a:cubicBezTo>
                  <a:cubicBezTo>
                    <a:pt x="20" y="52"/>
                    <a:pt x="22" y="54"/>
                    <a:pt x="26" y="54"/>
                  </a:cubicBezTo>
                  <a:cubicBezTo>
                    <a:pt x="29" y="56"/>
                    <a:pt x="34" y="60"/>
                    <a:pt x="42" y="66"/>
                  </a:cubicBezTo>
                  <a:cubicBezTo>
                    <a:pt x="43" y="67"/>
                    <a:pt x="46" y="69"/>
                    <a:pt x="51" y="73"/>
                  </a:cubicBezTo>
                  <a:cubicBezTo>
                    <a:pt x="56" y="77"/>
                    <a:pt x="60" y="80"/>
                    <a:pt x="63" y="82"/>
                  </a:cubicBezTo>
                  <a:cubicBezTo>
                    <a:pt x="66" y="84"/>
                    <a:pt x="68" y="85"/>
                    <a:pt x="70" y="85"/>
                  </a:cubicBezTo>
                  <a:cubicBezTo>
                    <a:pt x="72" y="85"/>
                    <a:pt x="73" y="84"/>
                    <a:pt x="75" y="83"/>
                  </a:cubicBezTo>
                  <a:cubicBezTo>
                    <a:pt x="77" y="81"/>
                    <a:pt x="78" y="80"/>
                    <a:pt x="78" y="78"/>
                  </a:cubicBezTo>
                  <a:cubicBezTo>
                    <a:pt x="78" y="76"/>
                    <a:pt x="77" y="74"/>
                    <a:pt x="74"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3" name="Freeform 110"/>
            <p:cNvSpPr>
              <a:spLocks noEditPoints="1"/>
            </p:cNvSpPr>
            <p:nvPr/>
          </p:nvSpPr>
          <p:spPr bwMode="auto">
            <a:xfrm>
              <a:off x="4851400" y="6338888"/>
              <a:ext cx="79375" cy="98425"/>
            </a:xfrm>
            <a:custGeom>
              <a:avLst/>
              <a:gdLst>
                <a:gd name="T0" fmla="*/ 51 w 54"/>
                <a:gd name="T1" fmla="*/ 41 h 68"/>
                <a:gd name="T2" fmla="*/ 46 w 54"/>
                <a:gd name="T3" fmla="*/ 44 h 68"/>
                <a:gd name="T4" fmla="*/ 23 w 54"/>
                <a:gd name="T5" fmla="*/ 56 h 68"/>
                <a:gd name="T6" fmla="*/ 17 w 54"/>
                <a:gd name="T7" fmla="*/ 53 h 68"/>
                <a:gd name="T8" fmla="*/ 14 w 54"/>
                <a:gd name="T9" fmla="*/ 48 h 68"/>
                <a:gd name="T10" fmla="*/ 16 w 54"/>
                <a:gd name="T11" fmla="*/ 46 h 68"/>
                <a:gd name="T12" fmla="*/ 41 w 54"/>
                <a:gd name="T13" fmla="*/ 33 h 68"/>
                <a:gd name="T14" fmla="*/ 50 w 54"/>
                <a:gd name="T15" fmla="*/ 14 h 68"/>
                <a:gd name="T16" fmla="*/ 46 w 54"/>
                <a:gd name="T17" fmla="*/ 5 h 68"/>
                <a:gd name="T18" fmla="*/ 36 w 54"/>
                <a:gd name="T19" fmla="*/ 0 h 68"/>
                <a:gd name="T20" fmla="*/ 12 w 54"/>
                <a:gd name="T21" fmla="*/ 15 h 68"/>
                <a:gd name="T22" fmla="*/ 0 w 54"/>
                <a:gd name="T23" fmla="*/ 45 h 68"/>
                <a:gd name="T24" fmla="*/ 6 w 54"/>
                <a:gd name="T25" fmla="*/ 62 h 68"/>
                <a:gd name="T26" fmla="*/ 21 w 54"/>
                <a:gd name="T27" fmla="*/ 68 h 68"/>
                <a:gd name="T28" fmla="*/ 44 w 54"/>
                <a:gd name="T29" fmla="*/ 60 h 68"/>
                <a:gd name="T30" fmla="*/ 54 w 54"/>
                <a:gd name="T31" fmla="*/ 45 h 68"/>
                <a:gd name="T32" fmla="*/ 51 w 54"/>
                <a:gd name="T33" fmla="*/ 41 h 68"/>
                <a:gd name="T34" fmla="*/ 24 w 54"/>
                <a:gd name="T35" fmla="*/ 19 h 68"/>
                <a:gd name="T36" fmla="*/ 35 w 54"/>
                <a:gd name="T37" fmla="*/ 12 h 68"/>
                <a:gd name="T38" fmla="*/ 37 w 54"/>
                <a:gd name="T39" fmla="*/ 13 h 68"/>
                <a:gd name="T40" fmla="*/ 38 w 54"/>
                <a:gd name="T41" fmla="*/ 17 h 68"/>
                <a:gd name="T42" fmla="*/ 31 w 54"/>
                <a:gd name="T43" fmla="*/ 27 h 68"/>
                <a:gd name="T44" fmla="*/ 16 w 54"/>
                <a:gd name="T45" fmla="*/ 35 h 68"/>
                <a:gd name="T46" fmla="*/ 24 w 54"/>
                <a:gd name="T47" fmla="*/ 1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 h="68">
                  <a:moveTo>
                    <a:pt x="51" y="41"/>
                  </a:moveTo>
                  <a:cubicBezTo>
                    <a:pt x="49" y="41"/>
                    <a:pt x="48" y="42"/>
                    <a:pt x="46" y="44"/>
                  </a:cubicBezTo>
                  <a:cubicBezTo>
                    <a:pt x="39" y="52"/>
                    <a:pt x="31" y="56"/>
                    <a:pt x="23" y="56"/>
                  </a:cubicBezTo>
                  <a:cubicBezTo>
                    <a:pt x="21" y="56"/>
                    <a:pt x="19" y="55"/>
                    <a:pt x="17" y="53"/>
                  </a:cubicBezTo>
                  <a:cubicBezTo>
                    <a:pt x="15" y="51"/>
                    <a:pt x="14" y="50"/>
                    <a:pt x="14" y="48"/>
                  </a:cubicBezTo>
                  <a:cubicBezTo>
                    <a:pt x="14" y="47"/>
                    <a:pt x="15" y="46"/>
                    <a:pt x="16" y="46"/>
                  </a:cubicBezTo>
                  <a:cubicBezTo>
                    <a:pt x="26" y="43"/>
                    <a:pt x="34" y="39"/>
                    <a:pt x="41" y="33"/>
                  </a:cubicBezTo>
                  <a:cubicBezTo>
                    <a:pt x="47" y="27"/>
                    <a:pt x="50" y="21"/>
                    <a:pt x="50" y="14"/>
                  </a:cubicBezTo>
                  <a:cubicBezTo>
                    <a:pt x="50" y="10"/>
                    <a:pt x="49" y="7"/>
                    <a:pt x="46" y="5"/>
                  </a:cubicBezTo>
                  <a:cubicBezTo>
                    <a:pt x="44" y="2"/>
                    <a:pt x="40" y="0"/>
                    <a:pt x="36" y="0"/>
                  </a:cubicBezTo>
                  <a:cubicBezTo>
                    <a:pt x="28" y="0"/>
                    <a:pt x="19" y="5"/>
                    <a:pt x="12" y="15"/>
                  </a:cubicBezTo>
                  <a:cubicBezTo>
                    <a:pt x="4" y="24"/>
                    <a:pt x="0" y="34"/>
                    <a:pt x="0" y="45"/>
                  </a:cubicBezTo>
                  <a:cubicBezTo>
                    <a:pt x="0" y="52"/>
                    <a:pt x="2" y="58"/>
                    <a:pt x="6" y="62"/>
                  </a:cubicBezTo>
                  <a:cubicBezTo>
                    <a:pt x="10" y="66"/>
                    <a:pt x="15" y="68"/>
                    <a:pt x="21" y="68"/>
                  </a:cubicBezTo>
                  <a:cubicBezTo>
                    <a:pt x="30" y="68"/>
                    <a:pt x="37" y="65"/>
                    <a:pt x="44" y="60"/>
                  </a:cubicBezTo>
                  <a:cubicBezTo>
                    <a:pt x="51" y="54"/>
                    <a:pt x="54" y="49"/>
                    <a:pt x="54" y="45"/>
                  </a:cubicBezTo>
                  <a:cubicBezTo>
                    <a:pt x="54" y="43"/>
                    <a:pt x="53" y="41"/>
                    <a:pt x="51" y="41"/>
                  </a:cubicBezTo>
                  <a:close/>
                  <a:moveTo>
                    <a:pt x="24" y="19"/>
                  </a:moveTo>
                  <a:cubicBezTo>
                    <a:pt x="28" y="15"/>
                    <a:pt x="31" y="12"/>
                    <a:pt x="35" y="12"/>
                  </a:cubicBezTo>
                  <a:cubicBezTo>
                    <a:pt x="36" y="12"/>
                    <a:pt x="37" y="13"/>
                    <a:pt x="37" y="13"/>
                  </a:cubicBezTo>
                  <a:cubicBezTo>
                    <a:pt x="38" y="14"/>
                    <a:pt x="38" y="15"/>
                    <a:pt x="38" y="17"/>
                  </a:cubicBezTo>
                  <a:cubicBezTo>
                    <a:pt x="38" y="20"/>
                    <a:pt x="36" y="23"/>
                    <a:pt x="31" y="27"/>
                  </a:cubicBezTo>
                  <a:cubicBezTo>
                    <a:pt x="27" y="31"/>
                    <a:pt x="22" y="34"/>
                    <a:pt x="16" y="35"/>
                  </a:cubicBezTo>
                  <a:cubicBezTo>
                    <a:pt x="17" y="30"/>
                    <a:pt x="19" y="24"/>
                    <a:pt x="24"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4" name="Freeform 111"/>
            <p:cNvSpPr>
              <a:spLocks/>
            </p:cNvSpPr>
            <p:nvPr/>
          </p:nvSpPr>
          <p:spPr bwMode="auto">
            <a:xfrm>
              <a:off x="4941887" y="6348413"/>
              <a:ext cx="104775" cy="85725"/>
            </a:xfrm>
            <a:custGeom>
              <a:avLst/>
              <a:gdLst>
                <a:gd name="T0" fmla="*/ 70 w 73"/>
                <a:gd name="T1" fmla="*/ 44 h 60"/>
                <a:gd name="T2" fmla="*/ 67 w 73"/>
                <a:gd name="T3" fmla="*/ 44 h 60"/>
                <a:gd name="T4" fmla="*/ 64 w 73"/>
                <a:gd name="T5" fmla="*/ 45 h 60"/>
                <a:gd name="T6" fmla="*/ 58 w 73"/>
                <a:gd name="T7" fmla="*/ 24 h 60"/>
                <a:gd name="T8" fmla="*/ 43 w 73"/>
                <a:gd name="T9" fmla="*/ 3 h 60"/>
                <a:gd name="T10" fmla="*/ 15 w 73"/>
                <a:gd name="T11" fmla="*/ 32 h 60"/>
                <a:gd name="T12" fmla="*/ 18 w 73"/>
                <a:gd name="T13" fmla="*/ 11 h 60"/>
                <a:gd name="T14" fmla="*/ 16 w 73"/>
                <a:gd name="T15" fmla="*/ 2 h 60"/>
                <a:gd name="T16" fmla="*/ 11 w 73"/>
                <a:gd name="T17" fmla="*/ 0 h 60"/>
                <a:gd name="T18" fmla="*/ 6 w 73"/>
                <a:gd name="T19" fmla="*/ 3 h 60"/>
                <a:gd name="T20" fmla="*/ 4 w 73"/>
                <a:gd name="T21" fmla="*/ 9 h 60"/>
                <a:gd name="T22" fmla="*/ 2 w 73"/>
                <a:gd name="T23" fmla="*/ 39 h 60"/>
                <a:gd name="T24" fmla="*/ 0 w 73"/>
                <a:gd name="T25" fmla="*/ 52 h 60"/>
                <a:gd name="T26" fmla="*/ 9 w 73"/>
                <a:gd name="T27" fmla="*/ 60 h 60"/>
                <a:gd name="T28" fmla="*/ 11 w 73"/>
                <a:gd name="T29" fmla="*/ 58 h 60"/>
                <a:gd name="T30" fmla="*/ 13 w 73"/>
                <a:gd name="T31" fmla="*/ 55 h 60"/>
                <a:gd name="T32" fmla="*/ 26 w 73"/>
                <a:gd name="T33" fmla="*/ 32 h 60"/>
                <a:gd name="T34" fmla="*/ 40 w 73"/>
                <a:gd name="T35" fmla="*/ 17 h 60"/>
                <a:gd name="T36" fmla="*/ 46 w 73"/>
                <a:gd name="T37" fmla="*/ 31 h 60"/>
                <a:gd name="T38" fmla="*/ 50 w 73"/>
                <a:gd name="T39" fmla="*/ 51 h 60"/>
                <a:gd name="T40" fmla="*/ 50 w 73"/>
                <a:gd name="T41" fmla="*/ 51 h 60"/>
                <a:gd name="T42" fmla="*/ 59 w 73"/>
                <a:gd name="T43" fmla="*/ 56 h 60"/>
                <a:gd name="T44" fmla="*/ 69 w 73"/>
                <a:gd name="T45" fmla="*/ 53 h 60"/>
                <a:gd name="T46" fmla="*/ 73 w 73"/>
                <a:gd name="T47" fmla="*/ 47 h 60"/>
                <a:gd name="T48" fmla="*/ 70 w 73"/>
                <a:gd name="T49" fmla="*/ 4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3" h="60">
                  <a:moveTo>
                    <a:pt x="70" y="44"/>
                  </a:moveTo>
                  <a:cubicBezTo>
                    <a:pt x="69" y="44"/>
                    <a:pt x="68" y="44"/>
                    <a:pt x="67" y="44"/>
                  </a:cubicBezTo>
                  <a:cubicBezTo>
                    <a:pt x="65" y="45"/>
                    <a:pt x="64" y="45"/>
                    <a:pt x="64" y="45"/>
                  </a:cubicBezTo>
                  <a:cubicBezTo>
                    <a:pt x="62" y="45"/>
                    <a:pt x="60" y="38"/>
                    <a:pt x="58" y="24"/>
                  </a:cubicBezTo>
                  <a:cubicBezTo>
                    <a:pt x="57" y="10"/>
                    <a:pt x="52" y="3"/>
                    <a:pt x="43" y="3"/>
                  </a:cubicBezTo>
                  <a:cubicBezTo>
                    <a:pt x="32" y="3"/>
                    <a:pt x="23" y="12"/>
                    <a:pt x="15" y="32"/>
                  </a:cubicBezTo>
                  <a:cubicBezTo>
                    <a:pt x="17" y="21"/>
                    <a:pt x="18" y="14"/>
                    <a:pt x="18" y="11"/>
                  </a:cubicBezTo>
                  <a:cubicBezTo>
                    <a:pt x="18" y="6"/>
                    <a:pt x="18" y="3"/>
                    <a:pt x="16" y="2"/>
                  </a:cubicBezTo>
                  <a:cubicBezTo>
                    <a:pt x="15" y="1"/>
                    <a:pt x="13" y="0"/>
                    <a:pt x="11" y="0"/>
                  </a:cubicBezTo>
                  <a:cubicBezTo>
                    <a:pt x="9" y="0"/>
                    <a:pt x="8" y="1"/>
                    <a:pt x="6" y="3"/>
                  </a:cubicBezTo>
                  <a:cubicBezTo>
                    <a:pt x="5" y="5"/>
                    <a:pt x="4" y="7"/>
                    <a:pt x="4" y="9"/>
                  </a:cubicBezTo>
                  <a:cubicBezTo>
                    <a:pt x="4" y="21"/>
                    <a:pt x="3" y="31"/>
                    <a:pt x="2" y="39"/>
                  </a:cubicBezTo>
                  <a:cubicBezTo>
                    <a:pt x="0" y="46"/>
                    <a:pt x="0" y="50"/>
                    <a:pt x="0" y="52"/>
                  </a:cubicBezTo>
                  <a:cubicBezTo>
                    <a:pt x="0" y="57"/>
                    <a:pt x="3" y="60"/>
                    <a:pt x="9" y="60"/>
                  </a:cubicBezTo>
                  <a:cubicBezTo>
                    <a:pt x="10" y="60"/>
                    <a:pt x="10" y="59"/>
                    <a:pt x="11" y="58"/>
                  </a:cubicBezTo>
                  <a:cubicBezTo>
                    <a:pt x="12" y="57"/>
                    <a:pt x="13" y="56"/>
                    <a:pt x="13" y="55"/>
                  </a:cubicBezTo>
                  <a:cubicBezTo>
                    <a:pt x="15" y="50"/>
                    <a:pt x="19" y="42"/>
                    <a:pt x="26" y="32"/>
                  </a:cubicBezTo>
                  <a:cubicBezTo>
                    <a:pt x="33" y="22"/>
                    <a:pt x="37" y="17"/>
                    <a:pt x="40" y="17"/>
                  </a:cubicBezTo>
                  <a:cubicBezTo>
                    <a:pt x="43" y="17"/>
                    <a:pt x="45" y="22"/>
                    <a:pt x="46" y="31"/>
                  </a:cubicBezTo>
                  <a:cubicBezTo>
                    <a:pt x="47" y="41"/>
                    <a:pt x="48" y="47"/>
                    <a:pt x="50" y="51"/>
                  </a:cubicBezTo>
                  <a:cubicBezTo>
                    <a:pt x="50" y="51"/>
                    <a:pt x="50" y="51"/>
                    <a:pt x="50" y="51"/>
                  </a:cubicBezTo>
                  <a:cubicBezTo>
                    <a:pt x="52" y="54"/>
                    <a:pt x="55" y="56"/>
                    <a:pt x="59" y="56"/>
                  </a:cubicBezTo>
                  <a:cubicBezTo>
                    <a:pt x="63" y="56"/>
                    <a:pt x="66" y="55"/>
                    <a:pt x="69" y="53"/>
                  </a:cubicBezTo>
                  <a:cubicBezTo>
                    <a:pt x="71" y="51"/>
                    <a:pt x="73" y="49"/>
                    <a:pt x="73" y="47"/>
                  </a:cubicBezTo>
                  <a:cubicBezTo>
                    <a:pt x="73" y="45"/>
                    <a:pt x="72" y="44"/>
                    <a:pt x="70"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5" name="Freeform 112"/>
            <p:cNvSpPr>
              <a:spLocks/>
            </p:cNvSpPr>
            <p:nvPr/>
          </p:nvSpPr>
          <p:spPr bwMode="auto">
            <a:xfrm>
              <a:off x="5048250" y="6313488"/>
              <a:ext cx="82550" cy="123825"/>
            </a:xfrm>
            <a:custGeom>
              <a:avLst/>
              <a:gdLst>
                <a:gd name="T0" fmla="*/ 52 w 57"/>
                <a:gd name="T1" fmla="*/ 22 h 86"/>
                <a:gd name="T2" fmla="*/ 32 w 57"/>
                <a:gd name="T3" fmla="*/ 24 h 86"/>
                <a:gd name="T4" fmla="*/ 37 w 57"/>
                <a:gd name="T5" fmla="*/ 6 h 86"/>
                <a:gd name="T6" fmla="*/ 35 w 57"/>
                <a:gd name="T7" fmla="*/ 2 h 86"/>
                <a:gd name="T8" fmla="*/ 30 w 57"/>
                <a:gd name="T9" fmla="*/ 0 h 86"/>
                <a:gd name="T10" fmla="*/ 23 w 57"/>
                <a:gd name="T11" fmla="*/ 7 h 86"/>
                <a:gd name="T12" fmla="*/ 18 w 57"/>
                <a:gd name="T13" fmla="*/ 25 h 86"/>
                <a:gd name="T14" fmla="*/ 6 w 57"/>
                <a:gd name="T15" fmla="*/ 26 h 86"/>
                <a:gd name="T16" fmla="*/ 0 w 57"/>
                <a:gd name="T17" fmla="*/ 30 h 86"/>
                <a:gd name="T18" fmla="*/ 3 w 57"/>
                <a:gd name="T19" fmla="*/ 36 h 86"/>
                <a:gd name="T20" fmla="*/ 8 w 57"/>
                <a:gd name="T21" fmla="*/ 38 h 86"/>
                <a:gd name="T22" fmla="*/ 10 w 57"/>
                <a:gd name="T23" fmla="*/ 38 h 86"/>
                <a:gd name="T24" fmla="*/ 15 w 57"/>
                <a:gd name="T25" fmla="*/ 37 h 86"/>
                <a:gd name="T26" fmla="*/ 9 w 57"/>
                <a:gd name="T27" fmla="*/ 68 h 86"/>
                <a:gd name="T28" fmla="*/ 13 w 57"/>
                <a:gd name="T29" fmla="*/ 81 h 86"/>
                <a:gd name="T30" fmla="*/ 24 w 57"/>
                <a:gd name="T31" fmla="*/ 86 h 86"/>
                <a:gd name="T32" fmla="*/ 42 w 57"/>
                <a:gd name="T33" fmla="*/ 79 h 86"/>
                <a:gd name="T34" fmla="*/ 50 w 57"/>
                <a:gd name="T35" fmla="*/ 68 h 86"/>
                <a:gd name="T36" fmla="*/ 49 w 57"/>
                <a:gd name="T37" fmla="*/ 65 h 86"/>
                <a:gd name="T38" fmla="*/ 46 w 57"/>
                <a:gd name="T39" fmla="*/ 65 h 86"/>
                <a:gd name="T40" fmla="*/ 41 w 57"/>
                <a:gd name="T41" fmla="*/ 67 h 86"/>
                <a:gd name="T42" fmla="*/ 33 w 57"/>
                <a:gd name="T43" fmla="*/ 72 h 86"/>
                <a:gd name="T44" fmla="*/ 27 w 57"/>
                <a:gd name="T45" fmla="*/ 73 h 86"/>
                <a:gd name="T46" fmla="*/ 24 w 57"/>
                <a:gd name="T47" fmla="*/ 71 h 86"/>
                <a:gd name="T48" fmla="*/ 23 w 57"/>
                <a:gd name="T49" fmla="*/ 65 h 86"/>
                <a:gd name="T50" fmla="*/ 26 w 57"/>
                <a:gd name="T51" fmla="*/ 49 h 86"/>
                <a:gd name="T52" fmla="*/ 29 w 57"/>
                <a:gd name="T53" fmla="*/ 36 h 86"/>
                <a:gd name="T54" fmla="*/ 49 w 57"/>
                <a:gd name="T55" fmla="*/ 33 h 86"/>
                <a:gd name="T56" fmla="*/ 57 w 57"/>
                <a:gd name="T57" fmla="*/ 27 h 86"/>
                <a:gd name="T58" fmla="*/ 56 w 57"/>
                <a:gd name="T59" fmla="*/ 23 h 86"/>
                <a:gd name="T60" fmla="*/ 52 w 57"/>
                <a:gd name="T61" fmla="*/ 22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7" h="86">
                  <a:moveTo>
                    <a:pt x="52" y="22"/>
                  </a:moveTo>
                  <a:cubicBezTo>
                    <a:pt x="51" y="22"/>
                    <a:pt x="44" y="23"/>
                    <a:pt x="32" y="24"/>
                  </a:cubicBezTo>
                  <a:cubicBezTo>
                    <a:pt x="35" y="13"/>
                    <a:pt x="37" y="7"/>
                    <a:pt x="37" y="6"/>
                  </a:cubicBezTo>
                  <a:cubicBezTo>
                    <a:pt x="37" y="5"/>
                    <a:pt x="36" y="3"/>
                    <a:pt x="35" y="2"/>
                  </a:cubicBezTo>
                  <a:cubicBezTo>
                    <a:pt x="34" y="1"/>
                    <a:pt x="32" y="0"/>
                    <a:pt x="30" y="0"/>
                  </a:cubicBezTo>
                  <a:cubicBezTo>
                    <a:pt x="27" y="0"/>
                    <a:pt x="24" y="2"/>
                    <a:pt x="23" y="7"/>
                  </a:cubicBezTo>
                  <a:cubicBezTo>
                    <a:pt x="21" y="14"/>
                    <a:pt x="20" y="20"/>
                    <a:pt x="18" y="25"/>
                  </a:cubicBezTo>
                  <a:cubicBezTo>
                    <a:pt x="6" y="26"/>
                    <a:pt x="6" y="26"/>
                    <a:pt x="6" y="26"/>
                  </a:cubicBezTo>
                  <a:cubicBezTo>
                    <a:pt x="2" y="26"/>
                    <a:pt x="0" y="27"/>
                    <a:pt x="0" y="30"/>
                  </a:cubicBezTo>
                  <a:cubicBezTo>
                    <a:pt x="0" y="33"/>
                    <a:pt x="1" y="35"/>
                    <a:pt x="3" y="36"/>
                  </a:cubicBezTo>
                  <a:cubicBezTo>
                    <a:pt x="5" y="37"/>
                    <a:pt x="7" y="38"/>
                    <a:pt x="8" y="38"/>
                  </a:cubicBezTo>
                  <a:cubicBezTo>
                    <a:pt x="10" y="38"/>
                    <a:pt x="10" y="38"/>
                    <a:pt x="10" y="38"/>
                  </a:cubicBezTo>
                  <a:cubicBezTo>
                    <a:pt x="10" y="38"/>
                    <a:pt x="12" y="37"/>
                    <a:pt x="15" y="37"/>
                  </a:cubicBezTo>
                  <a:cubicBezTo>
                    <a:pt x="11" y="53"/>
                    <a:pt x="9" y="63"/>
                    <a:pt x="9" y="68"/>
                  </a:cubicBezTo>
                  <a:cubicBezTo>
                    <a:pt x="9" y="74"/>
                    <a:pt x="10" y="78"/>
                    <a:pt x="13" y="81"/>
                  </a:cubicBezTo>
                  <a:cubicBezTo>
                    <a:pt x="15" y="84"/>
                    <a:pt x="19" y="86"/>
                    <a:pt x="24" y="86"/>
                  </a:cubicBezTo>
                  <a:cubicBezTo>
                    <a:pt x="30" y="86"/>
                    <a:pt x="36" y="83"/>
                    <a:pt x="42" y="79"/>
                  </a:cubicBezTo>
                  <a:cubicBezTo>
                    <a:pt x="47" y="75"/>
                    <a:pt x="50" y="71"/>
                    <a:pt x="50" y="68"/>
                  </a:cubicBezTo>
                  <a:cubicBezTo>
                    <a:pt x="50" y="67"/>
                    <a:pt x="49" y="66"/>
                    <a:pt x="49" y="65"/>
                  </a:cubicBezTo>
                  <a:cubicBezTo>
                    <a:pt x="48" y="65"/>
                    <a:pt x="47" y="65"/>
                    <a:pt x="46" y="65"/>
                  </a:cubicBezTo>
                  <a:cubicBezTo>
                    <a:pt x="45" y="65"/>
                    <a:pt x="43" y="65"/>
                    <a:pt x="41" y="67"/>
                  </a:cubicBezTo>
                  <a:cubicBezTo>
                    <a:pt x="38" y="70"/>
                    <a:pt x="35" y="71"/>
                    <a:pt x="33" y="72"/>
                  </a:cubicBezTo>
                  <a:cubicBezTo>
                    <a:pt x="31" y="73"/>
                    <a:pt x="29" y="73"/>
                    <a:pt x="27" y="73"/>
                  </a:cubicBezTo>
                  <a:cubicBezTo>
                    <a:pt x="26" y="73"/>
                    <a:pt x="24" y="72"/>
                    <a:pt x="24" y="71"/>
                  </a:cubicBezTo>
                  <a:cubicBezTo>
                    <a:pt x="23" y="70"/>
                    <a:pt x="23" y="68"/>
                    <a:pt x="23" y="65"/>
                  </a:cubicBezTo>
                  <a:cubicBezTo>
                    <a:pt x="23" y="63"/>
                    <a:pt x="24" y="58"/>
                    <a:pt x="26" y="49"/>
                  </a:cubicBezTo>
                  <a:cubicBezTo>
                    <a:pt x="27" y="41"/>
                    <a:pt x="28" y="36"/>
                    <a:pt x="29" y="36"/>
                  </a:cubicBezTo>
                  <a:cubicBezTo>
                    <a:pt x="49" y="33"/>
                    <a:pt x="49" y="33"/>
                    <a:pt x="49" y="33"/>
                  </a:cubicBezTo>
                  <a:cubicBezTo>
                    <a:pt x="54" y="32"/>
                    <a:pt x="57" y="30"/>
                    <a:pt x="57" y="27"/>
                  </a:cubicBezTo>
                  <a:cubicBezTo>
                    <a:pt x="57" y="25"/>
                    <a:pt x="57" y="24"/>
                    <a:pt x="56" y="23"/>
                  </a:cubicBezTo>
                  <a:cubicBezTo>
                    <a:pt x="56" y="23"/>
                    <a:pt x="54" y="22"/>
                    <a:pt x="52"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6" name="Freeform 113"/>
            <p:cNvSpPr>
              <a:spLocks noEditPoints="1"/>
            </p:cNvSpPr>
            <p:nvPr/>
          </p:nvSpPr>
          <p:spPr bwMode="auto">
            <a:xfrm>
              <a:off x="5132387" y="6342063"/>
              <a:ext cx="87313" cy="93663"/>
            </a:xfrm>
            <a:custGeom>
              <a:avLst/>
              <a:gdLst>
                <a:gd name="T0" fmla="*/ 58 w 60"/>
                <a:gd name="T1" fmla="*/ 56 h 65"/>
                <a:gd name="T2" fmla="*/ 55 w 60"/>
                <a:gd name="T3" fmla="*/ 54 h 65"/>
                <a:gd name="T4" fmla="*/ 54 w 60"/>
                <a:gd name="T5" fmla="*/ 50 h 65"/>
                <a:gd name="T6" fmla="*/ 53 w 60"/>
                <a:gd name="T7" fmla="*/ 39 h 65"/>
                <a:gd name="T8" fmla="*/ 55 w 60"/>
                <a:gd name="T9" fmla="*/ 20 h 65"/>
                <a:gd name="T10" fmla="*/ 56 w 60"/>
                <a:gd name="T11" fmla="*/ 12 h 65"/>
                <a:gd name="T12" fmla="*/ 50 w 60"/>
                <a:gd name="T13" fmla="*/ 7 h 65"/>
                <a:gd name="T14" fmla="*/ 41 w 60"/>
                <a:gd name="T15" fmla="*/ 0 h 65"/>
                <a:gd name="T16" fmla="*/ 13 w 60"/>
                <a:gd name="T17" fmla="*/ 17 h 65"/>
                <a:gd name="T18" fmla="*/ 0 w 60"/>
                <a:gd name="T19" fmla="*/ 49 h 65"/>
                <a:gd name="T20" fmla="*/ 3 w 60"/>
                <a:gd name="T21" fmla="*/ 60 h 65"/>
                <a:gd name="T22" fmla="*/ 12 w 60"/>
                <a:gd name="T23" fmla="*/ 64 h 65"/>
                <a:gd name="T24" fmla="*/ 42 w 60"/>
                <a:gd name="T25" fmla="*/ 44 h 65"/>
                <a:gd name="T26" fmla="*/ 51 w 60"/>
                <a:gd name="T27" fmla="*/ 65 h 65"/>
                <a:gd name="T28" fmla="*/ 57 w 60"/>
                <a:gd name="T29" fmla="*/ 63 h 65"/>
                <a:gd name="T30" fmla="*/ 60 w 60"/>
                <a:gd name="T31" fmla="*/ 59 h 65"/>
                <a:gd name="T32" fmla="*/ 58 w 60"/>
                <a:gd name="T33" fmla="*/ 56 h 65"/>
                <a:gd name="T34" fmla="*/ 32 w 60"/>
                <a:gd name="T35" fmla="*/ 39 h 65"/>
                <a:gd name="T36" fmla="*/ 16 w 60"/>
                <a:gd name="T37" fmla="*/ 51 h 65"/>
                <a:gd name="T38" fmla="*/ 14 w 60"/>
                <a:gd name="T39" fmla="*/ 47 h 65"/>
                <a:gd name="T40" fmla="*/ 23 w 60"/>
                <a:gd name="T41" fmla="*/ 25 h 65"/>
                <a:gd name="T42" fmla="*/ 38 w 60"/>
                <a:gd name="T43" fmla="*/ 12 h 65"/>
                <a:gd name="T44" fmla="*/ 41 w 60"/>
                <a:gd name="T45" fmla="*/ 14 h 65"/>
                <a:gd name="T46" fmla="*/ 42 w 60"/>
                <a:gd name="T47" fmla="*/ 18 h 65"/>
                <a:gd name="T48" fmla="*/ 32 w 60"/>
                <a:gd name="T49" fmla="*/ 39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 h="65">
                  <a:moveTo>
                    <a:pt x="58" y="56"/>
                  </a:moveTo>
                  <a:cubicBezTo>
                    <a:pt x="57" y="55"/>
                    <a:pt x="56" y="54"/>
                    <a:pt x="55" y="54"/>
                  </a:cubicBezTo>
                  <a:cubicBezTo>
                    <a:pt x="55" y="53"/>
                    <a:pt x="55" y="52"/>
                    <a:pt x="54" y="50"/>
                  </a:cubicBezTo>
                  <a:cubicBezTo>
                    <a:pt x="53" y="48"/>
                    <a:pt x="53" y="44"/>
                    <a:pt x="53" y="39"/>
                  </a:cubicBezTo>
                  <a:cubicBezTo>
                    <a:pt x="53" y="35"/>
                    <a:pt x="54" y="28"/>
                    <a:pt x="55" y="20"/>
                  </a:cubicBezTo>
                  <a:cubicBezTo>
                    <a:pt x="56" y="16"/>
                    <a:pt x="56" y="13"/>
                    <a:pt x="56" y="12"/>
                  </a:cubicBezTo>
                  <a:cubicBezTo>
                    <a:pt x="56" y="8"/>
                    <a:pt x="54" y="7"/>
                    <a:pt x="50" y="7"/>
                  </a:cubicBezTo>
                  <a:cubicBezTo>
                    <a:pt x="48" y="2"/>
                    <a:pt x="45" y="0"/>
                    <a:pt x="41" y="0"/>
                  </a:cubicBezTo>
                  <a:cubicBezTo>
                    <a:pt x="31" y="0"/>
                    <a:pt x="22" y="5"/>
                    <a:pt x="13" y="17"/>
                  </a:cubicBezTo>
                  <a:cubicBezTo>
                    <a:pt x="4" y="28"/>
                    <a:pt x="0" y="39"/>
                    <a:pt x="0" y="49"/>
                  </a:cubicBezTo>
                  <a:cubicBezTo>
                    <a:pt x="0" y="53"/>
                    <a:pt x="1" y="57"/>
                    <a:pt x="3" y="60"/>
                  </a:cubicBezTo>
                  <a:cubicBezTo>
                    <a:pt x="6" y="62"/>
                    <a:pt x="9" y="64"/>
                    <a:pt x="12" y="64"/>
                  </a:cubicBezTo>
                  <a:cubicBezTo>
                    <a:pt x="22" y="64"/>
                    <a:pt x="31" y="57"/>
                    <a:pt x="42" y="44"/>
                  </a:cubicBezTo>
                  <a:cubicBezTo>
                    <a:pt x="41" y="58"/>
                    <a:pt x="44" y="65"/>
                    <a:pt x="51" y="65"/>
                  </a:cubicBezTo>
                  <a:cubicBezTo>
                    <a:pt x="53" y="65"/>
                    <a:pt x="55" y="65"/>
                    <a:pt x="57" y="63"/>
                  </a:cubicBezTo>
                  <a:cubicBezTo>
                    <a:pt x="59" y="62"/>
                    <a:pt x="60" y="61"/>
                    <a:pt x="60" y="59"/>
                  </a:cubicBezTo>
                  <a:cubicBezTo>
                    <a:pt x="60" y="57"/>
                    <a:pt x="60" y="56"/>
                    <a:pt x="58" y="56"/>
                  </a:cubicBezTo>
                  <a:close/>
                  <a:moveTo>
                    <a:pt x="32" y="39"/>
                  </a:moveTo>
                  <a:cubicBezTo>
                    <a:pt x="26" y="47"/>
                    <a:pt x="20" y="51"/>
                    <a:pt x="16" y="51"/>
                  </a:cubicBezTo>
                  <a:cubicBezTo>
                    <a:pt x="14" y="51"/>
                    <a:pt x="14" y="50"/>
                    <a:pt x="14" y="47"/>
                  </a:cubicBezTo>
                  <a:cubicBezTo>
                    <a:pt x="14" y="41"/>
                    <a:pt x="17" y="33"/>
                    <a:pt x="23" y="25"/>
                  </a:cubicBezTo>
                  <a:cubicBezTo>
                    <a:pt x="29" y="16"/>
                    <a:pt x="34" y="12"/>
                    <a:pt x="38" y="12"/>
                  </a:cubicBezTo>
                  <a:cubicBezTo>
                    <a:pt x="39" y="12"/>
                    <a:pt x="40" y="12"/>
                    <a:pt x="41" y="14"/>
                  </a:cubicBezTo>
                  <a:cubicBezTo>
                    <a:pt x="42" y="15"/>
                    <a:pt x="42" y="16"/>
                    <a:pt x="42" y="18"/>
                  </a:cubicBezTo>
                  <a:cubicBezTo>
                    <a:pt x="42" y="24"/>
                    <a:pt x="39" y="31"/>
                    <a:pt x="32"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7" name="Freeform 114"/>
            <p:cNvSpPr>
              <a:spLocks/>
            </p:cNvSpPr>
            <p:nvPr/>
          </p:nvSpPr>
          <p:spPr bwMode="auto">
            <a:xfrm>
              <a:off x="5238750" y="6292851"/>
              <a:ext cx="34925" cy="147638"/>
            </a:xfrm>
            <a:custGeom>
              <a:avLst/>
              <a:gdLst>
                <a:gd name="T0" fmla="*/ 19 w 25"/>
                <a:gd name="T1" fmla="*/ 0 h 102"/>
                <a:gd name="T2" fmla="*/ 12 w 25"/>
                <a:gd name="T3" fmla="*/ 5 h 102"/>
                <a:gd name="T4" fmla="*/ 5 w 25"/>
                <a:gd name="T5" fmla="*/ 37 h 102"/>
                <a:gd name="T6" fmla="*/ 0 w 25"/>
                <a:gd name="T7" fmla="*/ 84 h 102"/>
                <a:gd name="T8" fmla="*/ 2 w 25"/>
                <a:gd name="T9" fmla="*/ 98 h 102"/>
                <a:gd name="T10" fmla="*/ 7 w 25"/>
                <a:gd name="T11" fmla="*/ 102 h 102"/>
                <a:gd name="T12" fmla="*/ 13 w 25"/>
                <a:gd name="T13" fmla="*/ 99 h 102"/>
                <a:gd name="T14" fmla="*/ 15 w 25"/>
                <a:gd name="T15" fmla="*/ 93 h 102"/>
                <a:gd name="T16" fmla="*/ 15 w 25"/>
                <a:gd name="T17" fmla="*/ 90 h 102"/>
                <a:gd name="T18" fmla="*/ 14 w 25"/>
                <a:gd name="T19" fmla="*/ 72 h 102"/>
                <a:gd name="T20" fmla="*/ 15 w 25"/>
                <a:gd name="T21" fmla="*/ 53 h 102"/>
                <a:gd name="T22" fmla="*/ 20 w 25"/>
                <a:gd name="T23" fmla="*/ 31 h 102"/>
                <a:gd name="T24" fmla="*/ 24 w 25"/>
                <a:gd name="T25" fmla="*/ 13 h 102"/>
                <a:gd name="T26" fmla="*/ 25 w 25"/>
                <a:gd name="T27" fmla="*/ 7 h 102"/>
                <a:gd name="T28" fmla="*/ 19 w 25"/>
                <a:gd name="T2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02">
                  <a:moveTo>
                    <a:pt x="19" y="0"/>
                  </a:moveTo>
                  <a:cubicBezTo>
                    <a:pt x="17" y="0"/>
                    <a:pt x="14" y="1"/>
                    <a:pt x="12" y="5"/>
                  </a:cubicBezTo>
                  <a:cubicBezTo>
                    <a:pt x="10" y="8"/>
                    <a:pt x="8" y="19"/>
                    <a:pt x="5" y="37"/>
                  </a:cubicBezTo>
                  <a:cubicBezTo>
                    <a:pt x="1" y="55"/>
                    <a:pt x="0" y="71"/>
                    <a:pt x="0" y="84"/>
                  </a:cubicBezTo>
                  <a:cubicBezTo>
                    <a:pt x="0" y="91"/>
                    <a:pt x="0" y="95"/>
                    <a:pt x="2" y="98"/>
                  </a:cubicBezTo>
                  <a:cubicBezTo>
                    <a:pt x="3" y="100"/>
                    <a:pt x="5" y="102"/>
                    <a:pt x="7" y="102"/>
                  </a:cubicBezTo>
                  <a:cubicBezTo>
                    <a:pt x="9" y="102"/>
                    <a:pt x="11" y="101"/>
                    <a:pt x="13" y="99"/>
                  </a:cubicBezTo>
                  <a:cubicBezTo>
                    <a:pt x="14" y="97"/>
                    <a:pt x="15" y="95"/>
                    <a:pt x="15" y="93"/>
                  </a:cubicBezTo>
                  <a:cubicBezTo>
                    <a:pt x="15" y="93"/>
                    <a:pt x="15" y="92"/>
                    <a:pt x="15" y="90"/>
                  </a:cubicBezTo>
                  <a:cubicBezTo>
                    <a:pt x="14" y="83"/>
                    <a:pt x="14" y="77"/>
                    <a:pt x="14" y="72"/>
                  </a:cubicBezTo>
                  <a:cubicBezTo>
                    <a:pt x="14" y="68"/>
                    <a:pt x="14" y="62"/>
                    <a:pt x="15" y="53"/>
                  </a:cubicBezTo>
                  <a:cubicBezTo>
                    <a:pt x="16" y="45"/>
                    <a:pt x="18" y="38"/>
                    <a:pt x="20" y="31"/>
                  </a:cubicBezTo>
                  <a:cubicBezTo>
                    <a:pt x="22" y="22"/>
                    <a:pt x="24" y="16"/>
                    <a:pt x="24" y="13"/>
                  </a:cubicBezTo>
                  <a:cubicBezTo>
                    <a:pt x="25" y="11"/>
                    <a:pt x="25" y="9"/>
                    <a:pt x="25" y="7"/>
                  </a:cubicBezTo>
                  <a:cubicBezTo>
                    <a:pt x="25" y="2"/>
                    <a:pt x="23" y="0"/>
                    <a:pt x="1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8" name="Freeform 145"/>
            <p:cNvSpPr>
              <a:spLocks noEditPoints="1"/>
            </p:cNvSpPr>
            <p:nvPr/>
          </p:nvSpPr>
          <p:spPr bwMode="auto">
            <a:xfrm>
              <a:off x="409575" y="6318251"/>
              <a:ext cx="117475" cy="128588"/>
            </a:xfrm>
            <a:custGeom>
              <a:avLst/>
              <a:gdLst>
                <a:gd name="T0" fmla="*/ 45 w 81"/>
                <a:gd name="T1" fmla="*/ 0 h 89"/>
                <a:gd name="T2" fmla="*/ 33 w 81"/>
                <a:gd name="T3" fmla="*/ 1 h 89"/>
                <a:gd name="T4" fmla="*/ 18 w 81"/>
                <a:gd name="T5" fmla="*/ 2 h 89"/>
                <a:gd name="T6" fmla="*/ 10 w 81"/>
                <a:gd name="T7" fmla="*/ 1 h 89"/>
                <a:gd name="T8" fmla="*/ 5 w 81"/>
                <a:gd name="T9" fmla="*/ 4 h 89"/>
                <a:gd name="T10" fmla="*/ 2 w 81"/>
                <a:gd name="T11" fmla="*/ 9 h 89"/>
                <a:gd name="T12" fmla="*/ 9 w 81"/>
                <a:gd name="T13" fmla="*/ 14 h 89"/>
                <a:gd name="T14" fmla="*/ 9 w 81"/>
                <a:gd name="T15" fmla="*/ 16 h 89"/>
                <a:gd name="T16" fmla="*/ 9 w 81"/>
                <a:gd name="T17" fmla="*/ 23 h 89"/>
                <a:gd name="T18" fmla="*/ 4 w 81"/>
                <a:gd name="T19" fmla="*/ 64 h 89"/>
                <a:gd name="T20" fmla="*/ 3 w 81"/>
                <a:gd name="T21" fmla="*/ 74 h 89"/>
                <a:gd name="T22" fmla="*/ 1 w 81"/>
                <a:gd name="T23" fmla="*/ 78 h 89"/>
                <a:gd name="T24" fmla="*/ 0 w 81"/>
                <a:gd name="T25" fmla="*/ 81 h 89"/>
                <a:gd name="T26" fmla="*/ 2 w 81"/>
                <a:gd name="T27" fmla="*/ 86 h 89"/>
                <a:gd name="T28" fmla="*/ 8 w 81"/>
                <a:gd name="T29" fmla="*/ 89 h 89"/>
                <a:gd name="T30" fmla="*/ 15 w 81"/>
                <a:gd name="T31" fmla="*/ 86 h 89"/>
                <a:gd name="T32" fmla="*/ 21 w 81"/>
                <a:gd name="T33" fmla="*/ 83 h 89"/>
                <a:gd name="T34" fmla="*/ 29 w 81"/>
                <a:gd name="T35" fmla="*/ 81 h 89"/>
                <a:gd name="T36" fmla="*/ 66 w 81"/>
                <a:gd name="T37" fmla="*/ 63 h 89"/>
                <a:gd name="T38" fmla="*/ 81 w 81"/>
                <a:gd name="T39" fmla="*/ 33 h 89"/>
                <a:gd name="T40" fmla="*/ 71 w 81"/>
                <a:gd name="T41" fmla="*/ 9 h 89"/>
                <a:gd name="T42" fmla="*/ 45 w 81"/>
                <a:gd name="T43" fmla="*/ 0 h 89"/>
                <a:gd name="T44" fmla="*/ 58 w 81"/>
                <a:gd name="T45" fmla="*/ 53 h 89"/>
                <a:gd name="T46" fmla="*/ 35 w 81"/>
                <a:gd name="T47" fmla="*/ 67 h 89"/>
                <a:gd name="T48" fmla="*/ 18 w 81"/>
                <a:gd name="T49" fmla="*/ 72 h 89"/>
                <a:gd name="T50" fmla="*/ 17 w 81"/>
                <a:gd name="T51" fmla="*/ 67 h 89"/>
                <a:gd name="T52" fmla="*/ 24 w 81"/>
                <a:gd name="T53" fmla="*/ 13 h 89"/>
                <a:gd name="T54" fmla="*/ 26 w 81"/>
                <a:gd name="T55" fmla="*/ 13 h 89"/>
                <a:gd name="T56" fmla="*/ 43 w 81"/>
                <a:gd name="T57" fmla="*/ 12 h 89"/>
                <a:gd name="T58" fmla="*/ 61 w 81"/>
                <a:gd name="T59" fmla="*/ 17 h 89"/>
                <a:gd name="T60" fmla="*/ 67 w 81"/>
                <a:gd name="T61" fmla="*/ 32 h 89"/>
                <a:gd name="T62" fmla="*/ 58 w 81"/>
                <a:gd name="T63" fmla="*/ 53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1" h="89">
                  <a:moveTo>
                    <a:pt x="45" y="0"/>
                  </a:moveTo>
                  <a:cubicBezTo>
                    <a:pt x="42" y="0"/>
                    <a:pt x="38" y="0"/>
                    <a:pt x="33" y="1"/>
                  </a:cubicBezTo>
                  <a:cubicBezTo>
                    <a:pt x="26" y="1"/>
                    <a:pt x="22" y="2"/>
                    <a:pt x="18" y="2"/>
                  </a:cubicBezTo>
                  <a:cubicBezTo>
                    <a:pt x="10" y="1"/>
                    <a:pt x="10" y="1"/>
                    <a:pt x="10" y="1"/>
                  </a:cubicBezTo>
                  <a:cubicBezTo>
                    <a:pt x="8" y="1"/>
                    <a:pt x="7" y="2"/>
                    <a:pt x="5" y="4"/>
                  </a:cubicBezTo>
                  <a:cubicBezTo>
                    <a:pt x="3" y="5"/>
                    <a:pt x="2" y="7"/>
                    <a:pt x="2" y="9"/>
                  </a:cubicBezTo>
                  <a:cubicBezTo>
                    <a:pt x="2" y="11"/>
                    <a:pt x="4" y="13"/>
                    <a:pt x="9" y="14"/>
                  </a:cubicBezTo>
                  <a:cubicBezTo>
                    <a:pt x="9" y="14"/>
                    <a:pt x="9" y="15"/>
                    <a:pt x="9" y="16"/>
                  </a:cubicBezTo>
                  <a:cubicBezTo>
                    <a:pt x="9" y="17"/>
                    <a:pt x="9" y="20"/>
                    <a:pt x="9" y="23"/>
                  </a:cubicBezTo>
                  <a:cubicBezTo>
                    <a:pt x="6" y="37"/>
                    <a:pt x="4" y="51"/>
                    <a:pt x="4" y="64"/>
                  </a:cubicBezTo>
                  <a:cubicBezTo>
                    <a:pt x="3" y="69"/>
                    <a:pt x="3" y="73"/>
                    <a:pt x="3" y="74"/>
                  </a:cubicBezTo>
                  <a:cubicBezTo>
                    <a:pt x="1" y="78"/>
                    <a:pt x="1" y="78"/>
                    <a:pt x="1" y="78"/>
                  </a:cubicBezTo>
                  <a:cubicBezTo>
                    <a:pt x="1" y="79"/>
                    <a:pt x="0" y="81"/>
                    <a:pt x="0" y="81"/>
                  </a:cubicBezTo>
                  <a:cubicBezTo>
                    <a:pt x="0" y="83"/>
                    <a:pt x="1" y="84"/>
                    <a:pt x="2" y="86"/>
                  </a:cubicBezTo>
                  <a:cubicBezTo>
                    <a:pt x="4" y="88"/>
                    <a:pt x="6" y="89"/>
                    <a:pt x="8" y="89"/>
                  </a:cubicBezTo>
                  <a:cubicBezTo>
                    <a:pt x="10" y="89"/>
                    <a:pt x="13" y="88"/>
                    <a:pt x="15" y="86"/>
                  </a:cubicBezTo>
                  <a:cubicBezTo>
                    <a:pt x="17" y="85"/>
                    <a:pt x="19" y="84"/>
                    <a:pt x="21" y="83"/>
                  </a:cubicBezTo>
                  <a:cubicBezTo>
                    <a:pt x="22" y="83"/>
                    <a:pt x="25" y="82"/>
                    <a:pt x="29" y="81"/>
                  </a:cubicBezTo>
                  <a:cubicBezTo>
                    <a:pt x="43" y="78"/>
                    <a:pt x="56" y="72"/>
                    <a:pt x="66" y="63"/>
                  </a:cubicBezTo>
                  <a:cubicBezTo>
                    <a:pt x="76" y="54"/>
                    <a:pt x="81" y="44"/>
                    <a:pt x="81" y="33"/>
                  </a:cubicBezTo>
                  <a:cubicBezTo>
                    <a:pt x="81" y="23"/>
                    <a:pt x="78" y="15"/>
                    <a:pt x="71" y="9"/>
                  </a:cubicBezTo>
                  <a:cubicBezTo>
                    <a:pt x="65" y="3"/>
                    <a:pt x="56" y="0"/>
                    <a:pt x="45" y="0"/>
                  </a:cubicBezTo>
                  <a:close/>
                  <a:moveTo>
                    <a:pt x="58" y="53"/>
                  </a:moveTo>
                  <a:cubicBezTo>
                    <a:pt x="52" y="60"/>
                    <a:pt x="45" y="64"/>
                    <a:pt x="35" y="67"/>
                  </a:cubicBezTo>
                  <a:cubicBezTo>
                    <a:pt x="25" y="70"/>
                    <a:pt x="20" y="72"/>
                    <a:pt x="18" y="72"/>
                  </a:cubicBezTo>
                  <a:cubicBezTo>
                    <a:pt x="17" y="71"/>
                    <a:pt x="17" y="69"/>
                    <a:pt x="17" y="67"/>
                  </a:cubicBezTo>
                  <a:cubicBezTo>
                    <a:pt x="17" y="57"/>
                    <a:pt x="19" y="39"/>
                    <a:pt x="24" y="13"/>
                  </a:cubicBezTo>
                  <a:cubicBezTo>
                    <a:pt x="24" y="13"/>
                    <a:pt x="25" y="13"/>
                    <a:pt x="26" y="13"/>
                  </a:cubicBezTo>
                  <a:cubicBezTo>
                    <a:pt x="33" y="12"/>
                    <a:pt x="38" y="12"/>
                    <a:pt x="43" y="12"/>
                  </a:cubicBezTo>
                  <a:cubicBezTo>
                    <a:pt x="50" y="12"/>
                    <a:pt x="56" y="14"/>
                    <a:pt x="61" y="17"/>
                  </a:cubicBezTo>
                  <a:cubicBezTo>
                    <a:pt x="65" y="21"/>
                    <a:pt x="67" y="26"/>
                    <a:pt x="67" y="32"/>
                  </a:cubicBezTo>
                  <a:cubicBezTo>
                    <a:pt x="67" y="40"/>
                    <a:pt x="64" y="47"/>
                    <a:pt x="58"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9" name="Freeform 146"/>
            <p:cNvSpPr>
              <a:spLocks/>
            </p:cNvSpPr>
            <p:nvPr/>
          </p:nvSpPr>
          <p:spPr bwMode="auto">
            <a:xfrm>
              <a:off x="560387" y="6303963"/>
              <a:ext cx="26988" cy="26988"/>
            </a:xfrm>
            <a:custGeom>
              <a:avLst/>
              <a:gdLst>
                <a:gd name="T0" fmla="*/ 17 w 19"/>
                <a:gd name="T1" fmla="*/ 2 h 18"/>
                <a:gd name="T2" fmla="*/ 10 w 19"/>
                <a:gd name="T3" fmla="*/ 0 h 18"/>
                <a:gd name="T4" fmla="*/ 3 w 19"/>
                <a:gd name="T5" fmla="*/ 2 h 18"/>
                <a:gd name="T6" fmla="*/ 0 w 19"/>
                <a:gd name="T7" fmla="*/ 9 h 18"/>
                <a:gd name="T8" fmla="*/ 3 w 19"/>
                <a:gd name="T9" fmla="*/ 15 h 18"/>
                <a:gd name="T10" fmla="*/ 9 w 19"/>
                <a:gd name="T11" fmla="*/ 18 h 18"/>
                <a:gd name="T12" fmla="*/ 15 w 19"/>
                <a:gd name="T13" fmla="*/ 15 h 18"/>
                <a:gd name="T14" fmla="*/ 19 w 19"/>
                <a:gd name="T15" fmla="*/ 7 h 18"/>
                <a:gd name="T16" fmla="*/ 17 w 19"/>
                <a:gd name="T17"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8">
                  <a:moveTo>
                    <a:pt x="17" y="2"/>
                  </a:moveTo>
                  <a:cubicBezTo>
                    <a:pt x="15" y="1"/>
                    <a:pt x="13" y="0"/>
                    <a:pt x="10" y="0"/>
                  </a:cubicBezTo>
                  <a:cubicBezTo>
                    <a:pt x="7" y="0"/>
                    <a:pt x="5" y="1"/>
                    <a:pt x="3" y="2"/>
                  </a:cubicBezTo>
                  <a:cubicBezTo>
                    <a:pt x="1" y="4"/>
                    <a:pt x="0" y="6"/>
                    <a:pt x="0" y="9"/>
                  </a:cubicBezTo>
                  <a:cubicBezTo>
                    <a:pt x="0" y="11"/>
                    <a:pt x="1" y="13"/>
                    <a:pt x="3" y="15"/>
                  </a:cubicBezTo>
                  <a:cubicBezTo>
                    <a:pt x="5" y="17"/>
                    <a:pt x="7" y="18"/>
                    <a:pt x="9" y="18"/>
                  </a:cubicBezTo>
                  <a:cubicBezTo>
                    <a:pt x="11" y="18"/>
                    <a:pt x="13" y="17"/>
                    <a:pt x="15" y="15"/>
                  </a:cubicBezTo>
                  <a:cubicBezTo>
                    <a:pt x="18" y="12"/>
                    <a:pt x="19" y="10"/>
                    <a:pt x="19" y="7"/>
                  </a:cubicBezTo>
                  <a:cubicBezTo>
                    <a:pt x="19" y="5"/>
                    <a:pt x="18" y="4"/>
                    <a:pt x="1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0" name="Freeform 147"/>
            <p:cNvSpPr>
              <a:spLocks/>
            </p:cNvSpPr>
            <p:nvPr/>
          </p:nvSpPr>
          <p:spPr bwMode="auto">
            <a:xfrm>
              <a:off x="542925" y="6351588"/>
              <a:ext cx="30163" cy="92075"/>
            </a:xfrm>
            <a:custGeom>
              <a:avLst/>
              <a:gdLst>
                <a:gd name="T0" fmla="*/ 18 w 21"/>
                <a:gd name="T1" fmla="*/ 2 h 63"/>
                <a:gd name="T2" fmla="*/ 12 w 21"/>
                <a:gd name="T3" fmla="*/ 0 h 63"/>
                <a:gd name="T4" fmla="*/ 7 w 21"/>
                <a:gd name="T5" fmla="*/ 3 h 63"/>
                <a:gd name="T6" fmla="*/ 5 w 21"/>
                <a:gd name="T7" fmla="*/ 10 h 63"/>
                <a:gd name="T8" fmla="*/ 3 w 21"/>
                <a:gd name="T9" fmla="*/ 22 h 63"/>
                <a:gd name="T10" fmla="*/ 3 w 21"/>
                <a:gd name="T11" fmla="*/ 22 h 63"/>
                <a:gd name="T12" fmla="*/ 2 w 21"/>
                <a:gd name="T13" fmla="*/ 27 h 63"/>
                <a:gd name="T14" fmla="*/ 0 w 21"/>
                <a:gd name="T15" fmla="*/ 51 h 63"/>
                <a:gd name="T16" fmla="*/ 7 w 21"/>
                <a:gd name="T17" fmla="*/ 63 h 63"/>
                <a:gd name="T18" fmla="*/ 13 w 21"/>
                <a:gd name="T19" fmla="*/ 60 h 63"/>
                <a:gd name="T20" fmla="*/ 15 w 21"/>
                <a:gd name="T21" fmla="*/ 57 h 63"/>
                <a:gd name="T22" fmla="*/ 15 w 21"/>
                <a:gd name="T23" fmla="*/ 55 h 63"/>
                <a:gd name="T24" fmla="*/ 14 w 21"/>
                <a:gd name="T25" fmla="*/ 46 h 63"/>
                <a:gd name="T26" fmla="*/ 14 w 21"/>
                <a:gd name="T27" fmla="*/ 35 h 63"/>
                <a:gd name="T28" fmla="*/ 18 w 21"/>
                <a:gd name="T29" fmla="*/ 16 h 63"/>
                <a:gd name="T30" fmla="*/ 18 w 21"/>
                <a:gd name="T31" fmla="*/ 15 h 63"/>
                <a:gd name="T32" fmla="*/ 21 w 21"/>
                <a:gd name="T33" fmla="*/ 6 h 63"/>
                <a:gd name="T34" fmla="*/ 18 w 21"/>
                <a:gd name="T35" fmla="*/ 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63">
                  <a:moveTo>
                    <a:pt x="18" y="2"/>
                  </a:moveTo>
                  <a:cubicBezTo>
                    <a:pt x="17" y="0"/>
                    <a:pt x="15" y="0"/>
                    <a:pt x="12" y="0"/>
                  </a:cubicBezTo>
                  <a:cubicBezTo>
                    <a:pt x="10" y="0"/>
                    <a:pt x="8" y="1"/>
                    <a:pt x="7" y="3"/>
                  </a:cubicBezTo>
                  <a:cubicBezTo>
                    <a:pt x="6" y="5"/>
                    <a:pt x="5" y="7"/>
                    <a:pt x="5" y="10"/>
                  </a:cubicBezTo>
                  <a:cubicBezTo>
                    <a:pt x="5" y="11"/>
                    <a:pt x="5" y="15"/>
                    <a:pt x="3" y="22"/>
                  </a:cubicBezTo>
                  <a:cubicBezTo>
                    <a:pt x="3" y="22"/>
                    <a:pt x="3" y="22"/>
                    <a:pt x="3" y="22"/>
                  </a:cubicBezTo>
                  <a:cubicBezTo>
                    <a:pt x="3" y="23"/>
                    <a:pt x="3" y="25"/>
                    <a:pt x="2" y="27"/>
                  </a:cubicBezTo>
                  <a:cubicBezTo>
                    <a:pt x="0" y="37"/>
                    <a:pt x="0" y="45"/>
                    <a:pt x="0" y="51"/>
                  </a:cubicBezTo>
                  <a:cubicBezTo>
                    <a:pt x="0" y="59"/>
                    <a:pt x="2" y="63"/>
                    <a:pt x="7" y="63"/>
                  </a:cubicBezTo>
                  <a:cubicBezTo>
                    <a:pt x="9" y="63"/>
                    <a:pt x="11" y="62"/>
                    <a:pt x="13" y="60"/>
                  </a:cubicBezTo>
                  <a:cubicBezTo>
                    <a:pt x="14" y="59"/>
                    <a:pt x="15" y="58"/>
                    <a:pt x="15" y="57"/>
                  </a:cubicBezTo>
                  <a:cubicBezTo>
                    <a:pt x="15" y="56"/>
                    <a:pt x="15" y="56"/>
                    <a:pt x="15" y="55"/>
                  </a:cubicBezTo>
                  <a:cubicBezTo>
                    <a:pt x="14" y="51"/>
                    <a:pt x="14" y="48"/>
                    <a:pt x="14" y="46"/>
                  </a:cubicBezTo>
                  <a:cubicBezTo>
                    <a:pt x="14" y="43"/>
                    <a:pt x="14" y="39"/>
                    <a:pt x="14" y="35"/>
                  </a:cubicBezTo>
                  <a:cubicBezTo>
                    <a:pt x="15" y="30"/>
                    <a:pt x="16" y="24"/>
                    <a:pt x="18" y="16"/>
                  </a:cubicBezTo>
                  <a:cubicBezTo>
                    <a:pt x="18" y="15"/>
                    <a:pt x="18" y="15"/>
                    <a:pt x="18" y="15"/>
                  </a:cubicBezTo>
                  <a:cubicBezTo>
                    <a:pt x="20" y="10"/>
                    <a:pt x="21" y="7"/>
                    <a:pt x="21" y="6"/>
                  </a:cubicBezTo>
                  <a:cubicBezTo>
                    <a:pt x="21" y="4"/>
                    <a:pt x="20" y="3"/>
                    <a:pt x="1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1" name="Freeform 148"/>
            <p:cNvSpPr>
              <a:spLocks/>
            </p:cNvSpPr>
            <p:nvPr/>
          </p:nvSpPr>
          <p:spPr bwMode="auto">
            <a:xfrm>
              <a:off x="585787" y="6348413"/>
              <a:ext cx="95250" cy="96838"/>
            </a:xfrm>
            <a:custGeom>
              <a:avLst/>
              <a:gdLst>
                <a:gd name="T0" fmla="*/ 59 w 66"/>
                <a:gd name="T1" fmla="*/ 0 h 67"/>
                <a:gd name="T2" fmla="*/ 53 w 66"/>
                <a:gd name="T3" fmla="*/ 2 h 67"/>
                <a:gd name="T4" fmla="*/ 46 w 66"/>
                <a:gd name="T5" fmla="*/ 10 h 67"/>
                <a:gd name="T6" fmla="*/ 33 w 66"/>
                <a:gd name="T7" fmla="*/ 28 h 67"/>
                <a:gd name="T8" fmla="*/ 25 w 66"/>
                <a:gd name="T9" fmla="*/ 42 h 67"/>
                <a:gd name="T10" fmla="*/ 23 w 66"/>
                <a:gd name="T11" fmla="*/ 46 h 67"/>
                <a:gd name="T12" fmla="*/ 22 w 66"/>
                <a:gd name="T13" fmla="*/ 43 h 67"/>
                <a:gd name="T14" fmla="*/ 20 w 66"/>
                <a:gd name="T15" fmla="*/ 36 h 67"/>
                <a:gd name="T16" fmla="*/ 17 w 66"/>
                <a:gd name="T17" fmla="*/ 26 h 67"/>
                <a:gd name="T18" fmla="*/ 15 w 66"/>
                <a:gd name="T19" fmla="*/ 18 h 67"/>
                <a:gd name="T20" fmla="*/ 14 w 66"/>
                <a:gd name="T21" fmla="*/ 10 h 67"/>
                <a:gd name="T22" fmla="*/ 7 w 66"/>
                <a:gd name="T23" fmla="*/ 1 h 67"/>
                <a:gd name="T24" fmla="*/ 0 w 66"/>
                <a:gd name="T25" fmla="*/ 11 h 67"/>
                <a:gd name="T26" fmla="*/ 9 w 66"/>
                <a:gd name="T27" fmla="*/ 46 h 67"/>
                <a:gd name="T28" fmla="*/ 14 w 66"/>
                <a:gd name="T29" fmla="*/ 62 h 67"/>
                <a:gd name="T30" fmla="*/ 21 w 66"/>
                <a:gd name="T31" fmla="*/ 67 h 67"/>
                <a:gd name="T32" fmla="*/ 31 w 66"/>
                <a:gd name="T33" fmla="*/ 57 h 67"/>
                <a:gd name="T34" fmla="*/ 48 w 66"/>
                <a:gd name="T35" fmla="*/ 28 h 67"/>
                <a:gd name="T36" fmla="*/ 61 w 66"/>
                <a:gd name="T37" fmla="*/ 14 h 67"/>
                <a:gd name="T38" fmla="*/ 66 w 66"/>
                <a:gd name="T39" fmla="*/ 7 h 67"/>
                <a:gd name="T40" fmla="*/ 64 w 66"/>
                <a:gd name="T41" fmla="*/ 2 h 67"/>
                <a:gd name="T42" fmla="*/ 59 w 66"/>
                <a:gd name="T43"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6" h="67">
                  <a:moveTo>
                    <a:pt x="59" y="0"/>
                  </a:moveTo>
                  <a:cubicBezTo>
                    <a:pt x="57" y="0"/>
                    <a:pt x="55" y="1"/>
                    <a:pt x="53" y="2"/>
                  </a:cubicBezTo>
                  <a:cubicBezTo>
                    <a:pt x="52" y="3"/>
                    <a:pt x="49" y="5"/>
                    <a:pt x="46" y="10"/>
                  </a:cubicBezTo>
                  <a:cubicBezTo>
                    <a:pt x="42" y="14"/>
                    <a:pt x="38" y="20"/>
                    <a:pt x="33" y="28"/>
                  </a:cubicBezTo>
                  <a:cubicBezTo>
                    <a:pt x="29" y="35"/>
                    <a:pt x="26" y="40"/>
                    <a:pt x="25" y="42"/>
                  </a:cubicBezTo>
                  <a:cubicBezTo>
                    <a:pt x="24" y="44"/>
                    <a:pt x="23" y="46"/>
                    <a:pt x="23" y="46"/>
                  </a:cubicBezTo>
                  <a:cubicBezTo>
                    <a:pt x="22" y="45"/>
                    <a:pt x="22" y="44"/>
                    <a:pt x="22" y="43"/>
                  </a:cubicBezTo>
                  <a:cubicBezTo>
                    <a:pt x="21" y="40"/>
                    <a:pt x="20" y="38"/>
                    <a:pt x="20" y="36"/>
                  </a:cubicBezTo>
                  <a:cubicBezTo>
                    <a:pt x="19" y="34"/>
                    <a:pt x="18" y="30"/>
                    <a:pt x="17" y="26"/>
                  </a:cubicBezTo>
                  <a:cubicBezTo>
                    <a:pt x="16" y="22"/>
                    <a:pt x="15" y="19"/>
                    <a:pt x="15" y="18"/>
                  </a:cubicBezTo>
                  <a:cubicBezTo>
                    <a:pt x="15" y="16"/>
                    <a:pt x="14" y="13"/>
                    <a:pt x="14" y="10"/>
                  </a:cubicBezTo>
                  <a:cubicBezTo>
                    <a:pt x="14" y="4"/>
                    <a:pt x="12" y="1"/>
                    <a:pt x="7" y="1"/>
                  </a:cubicBezTo>
                  <a:cubicBezTo>
                    <a:pt x="2" y="1"/>
                    <a:pt x="0" y="4"/>
                    <a:pt x="0" y="11"/>
                  </a:cubicBezTo>
                  <a:cubicBezTo>
                    <a:pt x="0" y="18"/>
                    <a:pt x="3" y="29"/>
                    <a:pt x="9" y="46"/>
                  </a:cubicBezTo>
                  <a:cubicBezTo>
                    <a:pt x="12" y="54"/>
                    <a:pt x="14" y="60"/>
                    <a:pt x="14" y="62"/>
                  </a:cubicBezTo>
                  <a:cubicBezTo>
                    <a:pt x="16" y="65"/>
                    <a:pt x="19" y="67"/>
                    <a:pt x="21" y="67"/>
                  </a:cubicBezTo>
                  <a:cubicBezTo>
                    <a:pt x="24" y="67"/>
                    <a:pt x="27" y="64"/>
                    <a:pt x="31" y="57"/>
                  </a:cubicBezTo>
                  <a:cubicBezTo>
                    <a:pt x="37" y="46"/>
                    <a:pt x="43" y="36"/>
                    <a:pt x="48" y="28"/>
                  </a:cubicBezTo>
                  <a:cubicBezTo>
                    <a:pt x="53" y="21"/>
                    <a:pt x="58" y="16"/>
                    <a:pt x="61" y="14"/>
                  </a:cubicBezTo>
                  <a:cubicBezTo>
                    <a:pt x="64" y="11"/>
                    <a:pt x="66" y="9"/>
                    <a:pt x="66" y="7"/>
                  </a:cubicBezTo>
                  <a:cubicBezTo>
                    <a:pt x="66" y="5"/>
                    <a:pt x="65" y="4"/>
                    <a:pt x="64" y="2"/>
                  </a:cubicBezTo>
                  <a:cubicBezTo>
                    <a:pt x="63" y="1"/>
                    <a:pt x="61"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2" name="Freeform 149"/>
            <p:cNvSpPr>
              <a:spLocks/>
            </p:cNvSpPr>
            <p:nvPr/>
          </p:nvSpPr>
          <p:spPr bwMode="auto">
            <a:xfrm>
              <a:off x="701675" y="6303963"/>
              <a:ext cx="26988" cy="26988"/>
            </a:xfrm>
            <a:custGeom>
              <a:avLst/>
              <a:gdLst>
                <a:gd name="T0" fmla="*/ 16 w 19"/>
                <a:gd name="T1" fmla="*/ 2 h 18"/>
                <a:gd name="T2" fmla="*/ 10 w 19"/>
                <a:gd name="T3" fmla="*/ 0 h 18"/>
                <a:gd name="T4" fmla="*/ 3 w 19"/>
                <a:gd name="T5" fmla="*/ 2 h 18"/>
                <a:gd name="T6" fmla="*/ 0 w 19"/>
                <a:gd name="T7" fmla="*/ 9 h 18"/>
                <a:gd name="T8" fmla="*/ 3 w 19"/>
                <a:gd name="T9" fmla="*/ 15 h 18"/>
                <a:gd name="T10" fmla="*/ 9 w 19"/>
                <a:gd name="T11" fmla="*/ 18 h 18"/>
                <a:gd name="T12" fmla="*/ 15 w 19"/>
                <a:gd name="T13" fmla="*/ 15 h 18"/>
                <a:gd name="T14" fmla="*/ 19 w 19"/>
                <a:gd name="T15" fmla="*/ 7 h 18"/>
                <a:gd name="T16" fmla="*/ 16 w 19"/>
                <a:gd name="T17"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8">
                  <a:moveTo>
                    <a:pt x="16" y="2"/>
                  </a:moveTo>
                  <a:cubicBezTo>
                    <a:pt x="15" y="1"/>
                    <a:pt x="13" y="0"/>
                    <a:pt x="10" y="0"/>
                  </a:cubicBezTo>
                  <a:cubicBezTo>
                    <a:pt x="7" y="0"/>
                    <a:pt x="4" y="1"/>
                    <a:pt x="3" y="2"/>
                  </a:cubicBezTo>
                  <a:cubicBezTo>
                    <a:pt x="1" y="4"/>
                    <a:pt x="0" y="6"/>
                    <a:pt x="0" y="9"/>
                  </a:cubicBezTo>
                  <a:cubicBezTo>
                    <a:pt x="0" y="11"/>
                    <a:pt x="1" y="13"/>
                    <a:pt x="3" y="15"/>
                  </a:cubicBezTo>
                  <a:cubicBezTo>
                    <a:pt x="4" y="17"/>
                    <a:pt x="6" y="18"/>
                    <a:pt x="9" y="18"/>
                  </a:cubicBezTo>
                  <a:cubicBezTo>
                    <a:pt x="11" y="18"/>
                    <a:pt x="13" y="17"/>
                    <a:pt x="15" y="15"/>
                  </a:cubicBezTo>
                  <a:cubicBezTo>
                    <a:pt x="18" y="12"/>
                    <a:pt x="19" y="10"/>
                    <a:pt x="19" y="7"/>
                  </a:cubicBezTo>
                  <a:cubicBezTo>
                    <a:pt x="19" y="5"/>
                    <a:pt x="18" y="4"/>
                    <a:pt x="16"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3" name="Freeform 150"/>
            <p:cNvSpPr>
              <a:spLocks/>
            </p:cNvSpPr>
            <p:nvPr/>
          </p:nvSpPr>
          <p:spPr bwMode="auto">
            <a:xfrm>
              <a:off x="682625" y="6351588"/>
              <a:ext cx="30163" cy="92075"/>
            </a:xfrm>
            <a:custGeom>
              <a:avLst/>
              <a:gdLst>
                <a:gd name="T0" fmla="*/ 19 w 21"/>
                <a:gd name="T1" fmla="*/ 2 h 63"/>
                <a:gd name="T2" fmla="*/ 13 w 21"/>
                <a:gd name="T3" fmla="*/ 0 h 63"/>
                <a:gd name="T4" fmla="*/ 8 w 21"/>
                <a:gd name="T5" fmla="*/ 3 h 63"/>
                <a:gd name="T6" fmla="*/ 6 w 21"/>
                <a:gd name="T7" fmla="*/ 10 h 63"/>
                <a:gd name="T8" fmla="*/ 4 w 21"/>
                <a:gd name="T9" fmla="*/ 22 h 63"/>
                <a:gd name="T10" fmla="*/ 4 w 21"/>
                <a:gd name="T11" fmla="*/ 22 h 63"/>
                <a:gd name="T12" fmla="*/ 3 w 21"/>
                <a:gd name="T13" fmla="*/ 27 h 63"/>
                <a:gd name="T14" fmla="*/ 0 w 21"/>
                <a:gd name="T15" fmla="*/ 51 h 63"/>
                <a:gd name="T16" fmla="*/ 8 w 21"/>
                <a:gd name="T17" fmla="*/ 63 h 63"/>
                <a:gd name="T18" fmla="*/ 13 w 21"/>
                <a:gd name="T19" fmla="*/ 60 h 63"/>
                <a:gd name="T20" fmla="*/ 16 w 21"/>
                <a:gd name="T21" fmla="*/ 57 h 63"/>
                <a:gd name="T22" fmla="*/ 16 w 21"/>
                <a:gd name="T23" fmla="*/ 55 h 63"/>
                <a:gd name="T24" fmla="*/ 14 w 21"/>
                <a:gd name="T25" fmla="*/ 46 h 63"/>
                <a:gd name="T26" fmla="*/ 15 w 21"/>
                <a:gd name="T27" fmla="*/ 35 h 63"/>
                <a:gd name="T28" fmla="*/ 19 w 21"/>
                <a:gd name="T29" fmla="*/ 16 h 63"/>
                <a:gd name="T30" fmla="*/ 19 w 21"/>
                <a:gd name="T31" fmla="*/ 15 h 63"/>
                <a:gd name="T32" fmla="*/ 21 w 21"/>
                <a:gd name="T33" fmla="*/ 6 h 63"/>
                <a:gd name="T34" fmla="*/ 19 w 21"/>
                <a:gd name="T35" fmla="*/ 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63">
                  <a:moveTo>
                    <a:pt x="19" y="2"/>
                  </a:moveTo>
                  <a:cubicBezTo>
                    <a:pt x="18" y="0"/>
                    <a:pt x="16" y="0"/>
                    <a:pt x="13" y="0"/>
                  </a:cubicBezTo>
                  <a:cubicBezTo>
                    <a:pt x="11" y="0"/>
                    <a:pt x="9" y="1"/>
                    <a:pt x="8" y="3"/>
                  </a:cubicBezTo>
                  <a:cubicBezTo>
                    <a:pt x="7" y="5"/>
                    <a:pt x="6" y="7"/>
                    <a:pt x="6" y="10"/>
                  </a:cubicBezTo>
                  <a:cubicBezTo>
                    <a:pt x="6" y="11"/>
                    <a:pt x="5" y="15"/>
                    <a:pt x="4" y="22"/>
                  </a:cubicBezTo>
                  <a:cubicBezTo>
                    <a:pt x="4" y="22"/>
                    <a:pt x="4" y="22"/>
                    <a:pt x="4" y="22"/>
                  </a:cubicBezTo>
                  <a:cubicBezTo>
                    <a:pt x="4" y="23"/>
                    <a:pt x="3" y="25"/>
                    <a:pt x="3" y="27"/>
                  </a:cubicBezTo>
                  <a:cubicBezTo>
                    <a:pt x="1" y="37"/>
                    <a:pt x="0" y="45"/>
                    <a:pt x="0" y="51"/>
                  </a:cubicBezTo>
                  <a:cubicBezTo>
                    <a:pt x="0" y="59"/>
                    <a:pt x="3" y="63"/>
                    <a:pt x="8" y="63"/>
                  </a:cubicBezTo>
                  <a:cubicBezTo>
                    <a:pt x="10" y="63"/>
                    <a:pt x="12" y="62"/>
                    <a:pt x="13" y="60"/>
                  </a:cubicBezTo>
                  <a:cubicBezTo>
                    <a:pt x="15" y="59"/>
                    <a:pt x="16" y="58"/>
                    <a:pt x="16" y="57"/>
                  </a:cubicBezTo>
                  <a:cubicBezTo>
                    <a:pt x="16" y="56"/>
                    <a:pt x="16" y="56"/>
                    <a:pt x="16" y="55"/>
                  </a:cubicBezTo>
                  <a:cubicBezTo>
                    <a:pt x="15" y="51"/>
                    <a:pt x="14" y="48"/>
                    <a:pt x="14" y="46"/>
                  </a:cubicBezTo>
                  <a:cubicBezTo>
                    <a:pt x="14" y="43"/>
                    <a:pt x="15" y="39"/>
                    <a:pt x="15" y="35"/>
                  </a:cubicBezTo>
                  <a:cubicBezTo>
                    <a:pt x="15" y="30"/>
                    <a:pt x="17" y="24"/>
                    <a:pt x="19" y="16"/>
                  </a:cubicBezTo>
                  <a:cubicBezTo>
                    <a:pt x="19" y="15"/>
                    <a:pt x="19" y="15"/>
                    <a:pt x="19" y="15"/>
                  </a:cubicBezTo>
                  <a:cubicBezTo>
                    <a:pt x="21" y="10"/>
                    <a:pt x="21" y="7"/>
                    <a:pt x="21" y="6"/>
                  </a:cubicBezTo>
                  <a:cubicBezTo>
                    <a:pt x="21" y="4"/>
                    <a:pt x="21" y="3"/>
                    <a:pt x="1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4" name="Freeform 151"/>
            <p:cNvSpPr>
              <a:spLocks noEditPoints="1"/>
            </p:cNvSpPr>
            <p:nvPr/>
          </p:nvSpPr>
          <p:spPr bwMode="auto">
            <a:xfrm>
              <a:off x="727075" y="6299201"/>
              <a:ext cx="103188" cy="142875"/>
            </a:xfrm>
            <a:custGeom>
              <a:avLst/>
              <a:gdLst>
                <a:gd name="T0" fmla="*/ 68 w 71"/>
                <a:gd name="T1" fmla="*/ 83 h 99"/>
                <a:gd name="T2" fmla="*/ 64 w 71"/>
                <a:gd name="T3" fmla="*/ 84 h 99"/>
                <a:gd name="T4" fmla="*/ 60 w 71"/>
                <a:gd name="T5" fmla="*/ 85 h 99"/>
                <a:gd name="T6" fmla="*/ 55 w 71"/>
                <a:gd name="T7" fmla="*/ 75 h 99"/>
                <a:gd name="T8" fmla="*/ 59 w 71"/>
                <a:gd name="T9" fmla="*/ 47 h 99"/>
                <a:gd name="T10" fmla="*/ 66 w 71"/>
                <a:gd name="T11" fmla="*/ 17 h 99"/>
                <a:gd name="T12" fmla="*/ 69 w 71"/>
                <a:gd name="T13" fmla="*/ 8 h 99"/>
                <a:gd name="T14" fmla="*/ 67 w 71"/>
                <a:gd name="T15" fmla="*/ 2 h 99"/>
                <a:gd name="T16" fmla="*/ 63 w 71"/>
                <a:gd name="T17" fmla="*/ 0 h 99"/>
                <a:gd name="T18" fmla="*/ 59 w 71"/>
                <a:gd name="T19" fmla="*/ 1 h 99"/>
                <a:gd name="T20" fmla="*/ 55 w 71"/>
                <a:gd name="T21" fmla="*/ 6 h 99"/>
                <a:gd name="T22" fmla="*/ 52 w 71"/>
                <a:gd name="T23" fmla="*/ 17 h 99"/>
                <a:gd name="T24" fmla="*/ 47 w 71"/>
                <a:gd name="T25" fmla="*/ 41 h 99"/>
                <a:gd name="T26" fmla="*/ 37 w 71"/>
                <a:gd name="T27" fmla="*/ 37 h 99"/>
                <a:gd name="T28" fmla="*/ 12 w 71"/>
                <a:gd name="T29" fmla="*/ 52 h 99"/>
                <a:gd name="T30" fmla="*/ 0 w 71"/>
                <a:gd name="T31" fmla="*/ 82 h 99"/>
                <a:gd name="T32" fmla="*/ 4 w 71"/>
                <a:gd name="T33" fmla="*/ 94 h 99"/>
                <a:gd name="T34" fmla="*/ 13 w 71"/>
                <a:gd name="T35" fmla="*/ 99 h 99"/>
                <a:gd name="T36" fmla="*/ 43 w 71"/>
                <a:gd name="T37" fmla="*/ 78 h 99"/>
                <a:gd name="T38" fmla="*/ 46 w 71"/>
                <a:gd name="T39" fmla="*/ 92 h 99"/>
                <a:gd name="T40" fmla="*/ 54 w 71"/>
                <a:gd name="T41" fmla="*/ 98 h 99"/>
                <a:gd name="T42" fmla="*/ 65 w 71"/>
                <a:gd name="T43" fmla="*/ 94 h 99"/>
                <a:gd name="T44" fmla="*/ 71 w 71"/>
                <a:gd name="T45" fmla="*/ 86 h 99"/>
                <a:gd name="T46" fmla="*/ 68 w 71"/>
                <a:gd name="T47" fmla="*/ 83 h 99"/>
                <a:gd name="T48" fmla="*/ 34 w 71"/>
                <a:gd name="T49" fmla="*/ 74 h 99"/>
                <a:gd name="T50" fmla="*/ 17 w 71"/>
                <a:gd name="T51" fmla="*/ 86 h 99"/>
                <a:gd name="T52" fmla="*/ 13 w 71"/>
                <a:gd name="T53" fmla="*/ 81 h 99"/>
                <a:gd name="T54" fmla="*/ 21 w 71"/>
                <a:gd name="T55" fmla="*/ 60 h 99"/>
                <a:gd name="T56" fmla="*/ 37 w 71"/>
                <a:gd name="T57" fmla="*/ 48 h 99"/>
                <a:gd name="T58" fmla="*/ 42 w 71"/>
                <a:gd name="T59" fmla="*/ 50 h 99"/>
                <a:gd name="T60" fmla="*/ 44 w 71"/>
                <a:gd name="T61" fmla="*/ 54 h 99"/>
                <a:gd name="T62" fmla="*/ 34 w 71"/>
                <a:gd name="T63" fmla="*/ 74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1" h="99">
                  <a:moveTo>
                    <a:pt x="68" y="83"/>
                  </a:moveTo>
                  <a:cubicBezTo>
                    <a:pt x="67" y="83"/>
                    <a:pt x="66" y="83"/>
                    <a:pt x="64" y="84"/>
                  </a:cubicBezTo>
                  <a:cubicBezTo>
                    <a:pt x="63" y="85"/>
                    <a:pt x="61" y="85"/>
                    <a:pt x="60" y="85"/>
                  </a:cubicBezTo>
                  <a:cubicBezTo>
                    <a:pt x="57" y="85"/>
                    <a:pt x="55" y="82"/>
                    <a:pt x="55" y="75"/>
                  </a:cubicBezTo>
                  <a:cubicBezTo>
                    <a:pt x="55" y="68"/>
                    <a:pt x="56" y="59"/>
                    <a:pt x="59" y="47"/>
                  </a:cubicBezTo>
                  <a:cubicBezTo>
                    <a:pt x="61" y="36"/>
                    <a:pt x="64" y="26"/>
                    <a:pt x="66" y="17"/>
                  </a:cubicBezTo>
                  <a:cubicBezTo>
                    <a:pt x="68" y="12"/>
                    <a:pt x="69" y="9"/>
                    <a:pt x="69" y="8"/>
                  </a:cubicBezTo>
                  <a:cubicBezTo>
                    <a:pt x="69" y="6"/>
                    <a:pt x="68" y="4"/>
                    <a:pt x="67" y="2"/>
                  </a:cubicBezTo>
                  <a:cubicBezTo>
                    <a:pt x="66" y="0"/>
                    <a:pt x="65" y="0"/>
                    <a:pt x="63" y="0"/>
                  </a:cubicBezTo>
                  <a:cubicBezTo>
                    <a:pt x="62" y="0"/>
                    <a:pt x="60" y="0"/>
                    <a:pt x="59" y="1"/>
                  </a:cubicBezTo>
                  <a:cubicBezTo>
                    <a:pt x="57" y="2"/>
                    <a:pt x="56" y="4"/>
                    <a:pt x="55" y="6"/>
                  </a:cubicBezTo>
                  <a:cubicBezTo>
                    <a:pt x="55" y="8"/>
                    <a:pt x="54" y="11"/>
                    <a:pt x="52" y="17"/>
                  </a:cubicBezTo>
                  <a:cubicBezTo>
                    <a:pt x="52" y="20"/>
                    <a:pt x="50" y="28"/>
                    <a:pt x="47" y="41"/>
                  </a:cubicBezTo>
                  <a:cubicBezTo>
                    <a:pt x="45" y="38"/>
                    <a:pt x="42" y="37"/>
                    <a:pt x="37" y="37"/>
                  </a:cubicBezTo>
                  <a:cubicBezTo>
                    <a:pt x="29" y="37"/>
                    <a:pt x="20" y="42"/>
                    <a:pt x="12" y="52"/>
                  </a:cubicBezTo>
                  <a:cubicBezTo>
                    <a:pt x="4" y="62"/>
                    <a:pt x="0" y="72"/>
                    <a:pt x="0" y="82"/>
                  </a:cubicBezTo>
                  <a:cubicBezTo>
                    <a:pt x="0" y="87"/>
                    <a:pt x="1" y="91"/>
                    <a:pt x="4" y="94"/>
                  </a:cubicBezTo>
                  <a:cubicBezTo>
                    <a:pt x="6" y="97"/>
                    <a:pt x="9" y="99"/>
                    <a:pt x="13" y="99"/>
                  </a:cubicBezTo>
                  <a:cubicBezTo>
                    <a:pt x="24" y="99"/>
                    <a:pt x="33" y="92"/>
                    <a:pt x="43" y="78"/>
                  </a:cubicBezTo>
                  <a:cubicBezTo>
                    <a:pt x="43" y="83"/>
                    <a:pt x="44" y="88"/>
                    <a:pt x="46" y="92"/>
                  </a:cubicBezTo>
                  <a:cubicBezTo>
                    <a:pt x="48" y="96"/>
                    <a:pt x="50" y="98"/>
                    <a:pt x="54" y="98"/>
                  </a:cubicBezTo>
                  <a:cubicBezTo>
                    <a:pt x="58" y="98"/>
                    <a:pt x="61" y="97"/>
                    <a:pt x="65" y="94"/>
                  </a:cubicBezTo>
                  <a:cubicBezTo>
                    <a:pt x="69" y="91"/>
                    <a:pt x="71" y="89"/>
                    <a:pt x="71" y="86"/>
                  </a:cubicBezTo>
                  <a:cubicBezTo>
                    <a:pt x="71" y="84"/>
                    <a:pt x="70" y="83"/>
                    <a:pt x="68" y="83"/>
                  </a:cubicBezTo>
                  <a:close/>
                  <a:moveTo>
                    <a:pt x="34" y="74"/>
                  </a:moveTo>
                  <a:cubicBezTo>
                    <a:pt x="28" y="82"/>
                    <a:pt x="22" y="86"/>
                    <a:pt x="17" y="86"/>
                  </a:cubicBezTo>
                  <a:cubicBezTo>
                    <a:pt x="15" y="86"/>
                    <a:pt x="13" y="84"/>
                    <a:pt x="13" y="81"/>
                  </a:cubicBezTo>
                  <a:cubicBezTo>
                    <a:pt x="13" y="74"/>
                    <a:pt x="16" y="67"/>
                    <a:pt x="21" y="60"/>
                  </a:cubicBezTo>
                  <a:cubicBezTo>
                    <a:pt x="27" y="52"/>
                    <a:pt x="32" y="48"/>
                    <a:pt x="37" y="48"/>
                  </a:cubicBezTo>
                  <a:cubicBezTo>
                    <a:pt x="39" y="48"/>
                    <a:pt x="41" y="49"/>
                    <a:pt x="42" y="50"/>
                  </a:cubicBezTo>
                  <a:cubicBezTo>
                    <a:pt x="43" y="51"/>
                    <a:pt x="44" y="53"/>
                    <a:pt x="44" y="54"/>
                  </a:cubicBezTo>
                  <a:cubicBezTo>
                    <a:pt x="44" y="59"/>
                    <a:pt x="40" y="65"/>
                    <a:pt x="34"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5" name="Freeform 152"/>
            <p:cNvSpPr>
              <a:spLocks noEditPoints="1"/>
            </p:cNvSpPr>
            <p:nvPr/>
          </p:nvSpPr>
          <p:spPr bwMode="auto">
            <a:xfrm>
              <a:off x="841375" y="6345238"/>
              <a:ext cx="77788" cy="98425"/>
            </a:xfrm>
            <a:custGeom>
              <a:avLst/>
              <a:gdLst>
                <a:gd name="T0" fmla="*/ 50 w 54"/>
                <a:gd name="T1" fmla="*/ 41 h 68"/>
                <a:gd name="T2" fmla="*/ 46 w 54"/>
                <a:gd name="T3" fmla="*/ 43 h 68"/>
                <a:gd name="T4" fmla="*/ 23 w 54"/>
                <a:gd name="T5" fmla="*/ 55 h 68"/>
                <a:gd name="T6" fmla="*/ 17 w 54"/>
                <a:gd name="T7" fmla="*/ 53 h 68"/>
                <a:gd name="T8" fmla="*/ 14 w 54"/>
                <a:gd name="T9" fmla="*/ 48 h 68"/>
                <a:gd name="T10" fmla="*/ 16 w 54"/>
                <a:gd name="T11" fmla="*/ 45 h 68"/>
                <a:gd name="T12" fmla="*/ 40 w 54"/>
                <a:gd name="T13" fmla="*/ 33 h 68"/>
                <a:gd name="T14" fmla="*/ 50 w 54"/>
                <a:gd name="T15" fmla="*/ 14 h 68"/>
                <a:gd name="T16" fmla="*/ 46 w 54"/>
                <a:gd name="T17" fmla="*/ 4 h 68"/>
                <a:gd name="T18" fmla="*/ 36 w 54"/>
                <a:gd name="T19" fmla="*/ 0 h 68"/>
                <a:gd name="T20" fmla="*/ 12 w 54"/>
                <a:gd name="T21" fmla="*/ 14 h 68"/>
                <a:gd name="T22" fmla="*/ 0 w 54"/>
                <a:gd name="T23" fmla="*/ 44 h 68"/>
                <a:gd name="T24" fmla="*/ 6 w 54"/>
                <a:gd name="T25" fmla="*/ 61 h 68"/>
                <a:gd name="T26" fmla="*/ 21 w 54"/>
                <a:gd name="T27" fmla="*/ 68 h 68"/>
                <a:gd name="T28" fmla="*/ 44 w 54"/>
                <a:gd name="T29" fmla="*/ 59 h 68"/>
                <a:gd name="T30" fmla="*/ 54 w 54"/>
                <a:gd name="T31" fmla="*/ 45 h 68"/>
                <a:gd name="T32" fmla="*/ 50 w 54"/>
                <a:gd name="T33" fmla="*/ 41 h 68"/>
                <a:gd name="T34" fmla="*/ 23 w 54"/>
                <a:gd name="T35" fmla="*/ 19 h 68"/>
                <a:gd name="T36" fmla="*/ 34 w 54"/>
                <a:gd name="T37" fmla="*/ 12 h 68"/>
                <a:gd name="T38" fmla="*/ 37 w 54"/>
                <a:gd name="T39" fmla="*/ 13 h 68"/>
                <a:gd name="T40" fmla="*/ 38 w 54"/>
                <a:gd name="T41" fmla="*/ 16 h 68"/>
                <a:gd name="T42" fmla="*/ 31 w 54"/>
                <a:gd name="T43" fmla="*/ 27 h 68"/>
                <a:gd name="T44" fmla="*/ 15 w 54"/>
                <a:gd name="T45" fmla="*/ 35 h 68"/>
                <a:gd name="T46" fmla="*/ 23 w 54"/>
                <a:gd name="T47" fmla="*/ 1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 h="68">
                  <a:moveTo>
                    <a:pt x="50" y="41"/>
                  </a:moveTo>
                  <a:cubicBezTo>
                    <a:pt x="49" y="41"/>
                    <a:pt x="47" y="42"/>
                    <a:pt x="46" y="43"/>
                  </a:cubicBezTo>
                  <a:cubicBezTo>
                    <a:pt x="38" y="51"/>
                    <a:pt x="31" y="55"/>
                    <a:pt x="23" y="55"/>
                  </a:cubicBezTo>
                  <a:cubicBezTo>
                    <a:pt x="20" y="55"/>
                    <a:pt x="18" y="54"/>
                    <a:pt x="17" y="53"/>
                  </a:cubicBezTo>
                  <a:cubicBezTo>
                    <a:pt x="15" y="51"/>
                    <a:pt x="14" y="49"/>
                    <a:pt x="14" y="48"/>
                  </a:cubicBezTo>
                  <a:cubicBezTo>
                    <a:pt x="14" y="46"/>
                    <a:pt x="15" y="46"/>
                    <a:pt x="16" y="45"/>
                  </a:cubicBezTo>
                  <a:cubicBezTo>
                    <a:pt x="26" y="43"/>
                    <a:pt x="34" y="39"/>
                    <a:pt x="40" y="33"/>
                  </a:cubicBezTo>
                  <a:cubicBezTo>
                    <a:pt x="47" y="27"/>
                    <a:pt x="50" y="21"/>
                    <a:pt x="50" y="14"/>
                  </a:cubicBezTo>
                  <a:cubicBezTo>
                    <a:pt x="50" y="10"/>
                    <a:pt x="49" y="7"/>
                    <a:pt x="46" y="4"/>
                  </a:cubicBezTo>
                  <a:cubicBezTo>
                    <a:pt x="44" y="2"/>
                    <a:pt x="40" y="0"/>
                    <a:pt x="36" y="0"/>
                  </a:cubicBezTo>
                  <a:cubicBezTo>
                    <a:pt x="27" y="0"/>
                    <a:pt x="19" y="5"/>
                    <a:pt x="12" y="14"/>
                  </a:cubicBezTo>
                  <a:cubicBezTo>
                    <a:pt x="4" y="24"/>
                    <a:pt x="0" y="34"/>
                    <a:pt x="0" y="44"/>
                  </a:cubicBezTo>
                  <a:cubicBezTo>
                    <a:pt x="0" y="52"/>
                    <a:pt x="2" y="57"/>
                    <a:pt x="6" y="61"/>
                  </a:cubicBezTo>
                  <a:cubicBezTo>
                    <a:pt x="9" y="66"/>
                    <a:pt x="15" y="68"/>
                    <a:pt x="21" y="68"/>
                  </a:cubicBezTo>
                  <a:cubicBezTo>
                    <a:pt x="29" y="68"/>
                    <a:pt x="37" y="65"/>
                    <a:pt x="44" y="59"/>
                  </a:cubicBezTo>
                  <a:cubicBezTo>
                    <a:pt x="50" y="54"/>
                    <a:pt x="54" y="49"/>
                    <a:pt x="54" y="45"/>
                  </a:cubicBezTo>
                  <a:cubicBezTo>
                    <a:pt x="54" y="42"/>
                    <a:pt x="53" y="41"/>
                    <a:pt x="50" y="41"/>
                  </a:cubicBezTo>
                  <a:close/>
                  <a:moveTo>
                    <a:pt x="23" y="19"/>
                  </a:moveTo>
                  <a:cubicBezTo>
                    <a:pt x="27" y="14"/>
                    <a:pt x="31" y="12"/>
                    <a:pt x="34" y="12"/>
                  </a:cubicBezTo>
                  <a:cubicBezTo>
                    <a:pt x="35" y="12"/>
                    <a:pt x="36" y="12"/>
                    <a:pt x="37" y="13"/>
                  </a:cubicBezTo>
                  <a:cubicBezTo>
                    <a:pt x="38" y="14"/>
                    <a:pt x="38" y="15"/>
                    <a:pt x="38" y="16"/>
                  </a:cubicBezTo>
                  <a:cubicBezTo>
                    <a:pt x="38" y="20"/>
                    <a:pt x="36" y="23"/>
                    <a:pt x="31" y="27"/>
                  </a:cubicBezTo>
                  <a:cubicBezTo>
                    <a:pt x="27" y="31"/>
                    <a:pt x="21" y="34"/>
                    <a:pt x="15" y="35"/>
                  </a:cubicBezTo>
                  <a:cubicBezTo>
                    <a:pt x="16" y="29"/>
                    <a:pt x="19" y="24"/>
                    <a:pt x="23"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6" name="Freeform 153"/>
            <p:cNvSpPr>
              <a:spLocks/>
            </p:cNvSpPr>
            <p:nvPr/>
          </p:nvSpPr>
          <p:spPr bwMode="auto">
            <a:xfrm>
              <a:off x="930275" y="6353176"/>
              <a:ext cx="104775" cy="85725"/>
            </a:xfrm>
            <a:custGeom>
              <a:avLst/>
              <a:gdLst>
                <a:gd name="T0" fmla="*/ 70 w 72"/>
                <a:gd name="T1" fmla="*/ 43 h 59"/>
                <a:gd name="T2" fmla="*/ 66 w 72"/>
                <a:gd name="T3" fmla="*/ 44 h 59"/>
                <a:gd name="T4" fmla="*/ 63 w 72"/>
                <a:gd name="T5" fmla="*/ 45 h 59"/>
                <a:gd name="T6" fmla="*/ 58 w 72"/>
                <a:gd name="T7" fmla="*/ 23 h 59"/>
                <a:gd name="T8" fmla="*/ 42 w 72"/>
                <a:gd name="T9" fmla="*/ 2 h 59"/>
                <a:gd name="T10" fmla="*/ 15 w 72"/>
                <a:gd name="T11" fmla="*/ 32 h 59"/>
                <a:gd name="T12" fmla="*/ 18 w 72"/>
                <a:gd name="T13" fmla="*/ 10 h 59"/>
                <a:gd name="T14" fmla="*/ 16 w 72"/>
                <a:gd name="T15" fmla="*/ 2 h 59"/>
                <a:gd name="T16" fmla="*/ 11 w 72"/>
                <a:gd name="T17" fmla="*/ 0 h 59"/>
                <a:gd name="T18" fmla="*/ 6 w 72"/>
                <a:gd name="T19" fmla="*/ 3 h 59"/>
                <a:gd name="T20" fmla="*/ 4 w 72"/>
                <a:gd name="T21" fmla="*/ 9 h 59"/>
                <a:gd name="T22" fmla="*/ 1 w 72"/>
                <a:gd name="T23" fmla="*/ 39 h 59"/>
                <a:gd name="T24" fmla="*/ 0 w 72"/>
                <a:gd name="T25" fmla="*/ 51 h 59"/>
                <a:gd name="T26" fmla="*/ 8 w 72"/>
                <a:gd name="T27" fmla="*/ 59 h 59"/>
                <a:gd name="T28" fmla="*/ 11 w 72"/>
                <a:gd name="T29" fmla="*/ 58 h 59"/>
                <a:gd name="T30" fmla="*/ 13 w 72"/>
                <a:gd name="T31" fmla="*/ 54 h 59"/>
                <a:gd name="T32" fmla="*/ 26 w 72"/>
                <a:gd name="T33" fmla="*/ 32 h 59"/>
                <a:gd name="T34" fmla="*/ 40 w 72"/>
                <a:gd name="T35" fmla="*/ 16 h 59"/>
                <a:gd name="T36" fmla="*/ 45 w 72"/>
                <a:gd name="T37" fmla="*/ 31 h 59"/>
                <a:gd name="T38" fmla="*/ 49 w 72"/>
                <a:gd name="T39" fmla="*/ 50 h 59"/>
                <a:gd name="T40" fmla="*/ 49 w 72"/>
                <a:gd name="T41" fmla="*/ 50 h 59"/>
                <a:gd name="T42" fmla="*/ 59 w 72"/>
                <a:gd name="T43" fmla="*/ 56 h 59"/>
                <a:gd name="T44" fmla="*/ 68 w 72"/>
                <a:gd name="T45" fmla="*/ 53 h 59"/>
                <a:gd name="T46" fmla="*/ 72 w 72"/>
                <a:gd name="T47" fmla="*/ 47 h 59"/>
                <a:gd name="T48" fmla="*/ 70 w 72"/>
                <a:gd name="T49" fmla="*/ 43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2" h="59">
                  <a:moveTo>
                    <a:pt x="70" y="43"/>
                  </a:moveTo>
                  <a:cubicBezTo>
                    <a:pt x="69" y="43"/>
                    <a:pt x="68" y="44"/>
                    <a:pt x="66" y="44"/>
                  </a:cubicBezTo>
                  <a:cubicBezTo>
                    <a:pt x="65" y="44"/>
                    <a:pt x="64" y="45"/>
                    <a:pt x="63" y="45"/>
                  </a:cubicBezTo>
                  <a:cubicBezTo>
                    <a:pt x="61" y="45"/>
                    <a:pt x="59" y="38"/>
                    <a:pt x="58" y="23"/>
                  </a:cubicBezTo>
                  <a:cubicBezTo>
                    <a:pt x="56" y="9"/>
                    <a:pt x="51" y="2"/>
                    <a:pt x="42" y="2"/>
                  </a:cubicBezTo>
                  <a:cubicBezTo>
                    <a:pt x="32" y="2"/>
                    <a:pt x="23" y="12"/>
                    <a:pt x="15" y="32"/>
                  </a:cubicBezTo>
                  <a:cubicBezTo>
                    <a:pt x="17" y="21"/>
                    <a:pt x="18" y="14"/>
                    <a:pt x="18" y="10"/>
                  </a:cubicBezTo>
                  <a:cubicBezTo>
                    <a:pt x="18" y="6"/>
                    <a:pt x="17" y="3"/>
                    <a:pt x="16" y="2"/>
                  </a:cubicBezTo>
                  <a:cubicBezTo>
                    <a:pt x="15" y="0"/>
                    <a:pt x="13" y="0"/>
                    <a:pt x="11" y="0"/>
                  </a:cubicBezTo>
                  <a:cubicBezTo>
                    <a:pt x="9" y="0"/>
                    <a:pt x="7" y="1"/>
                    <a:pt x="6" y="3"/>
                  </a:cubicBezTo>
                  <a:cubicBezTo>
                    <a:pt x="4" y="5"/>
                    <a:pt x="4" y="7"/>
                    <a:pt x="4" y="9"/>
                  </a:cubicBezTo>
                  <a:cubicBezTo>
                    <a:pt x="4" y="21"/>
                    <a:pt x="3" y="31"/>
                    <a:pt x="1" y="39"/>
                  </a:cubicBezTo>
                  <a:cubicBezTo>
                    <a:pt x="0" y="45"/>
                    <a:pt x="0" y="50"/>
                    <a:pt x="0" y="51"/>
                  </a:cubicBezTo>
                  <a:cubicBezTo>
                    <a:pt x="0" y="57"/>
                    <a:pt x="2" y="59"/>
                    <a:pt x="8" y="59"/>
                  </a:cubicBezTo>
                  <a:cubicBezTo>
                    <a:pt x="9" y="59"/>
                    <a:pt x="10" y="59"/>
                    <a:pt x="11" y="58"/>
                  </a:cubicBezTo>
                  <a:cubicBezTo>
                    <a:pt x="12" y="57"/>
                    <a:pt x="13" y="56"/>
                    <a:pt x="13" y="54"/>
                  </a:cubicBezTo>
                  <a:cubicBezTo>
                    <a:pt x="15" y="49"/>
                    <a:pt x="19" y="42"/>
                    <a:pt x="26" y="32"/>
                  </a:cubicBezTo>
                  <a:cubicBezTo>
                    <a:pt x="32" y="21"/>
                    <a:pt x="37" y="16"/>
                    <a:pt x="40" y="16"/>
                  </a:cubicBezTo>
                  <a:cubicBezTo>
                    <a:pt x="43" y="16"/>
                    <a:pt x="45" y="21"/>
                    <a:pt x="45" y="31"/>
                  </a:cubicBezTo>
                  <a:cubicBezTo>
                    <a:pt x="46" y="40"/>
                    <a:pt x="48" y="47"/>
                    <a:pt x="49" y="50"/>
                  </a:cubicBezTo>
                  <a:cubicBezTo>
                    <a:pt x="49" y="50"/>
                    <a:pt x="49" y="50"/>
                    <a:pt x="49" y="50"/>
                  </a:cubicBezTo>
                  <a:cubicBezTo>
                    <a:pt x="51" y="54"/>
                    <a:pt x="55" y="56"/>
                    <a:pt x="59" y="56"/>
                  </a:cubicBezTo>
                  <a:cubicBezTo>
                    <a:pt x="63" y="56"/>
                    <a:pt x="66" y="55"/>
                    <a:pt x="68" y="53"/>
                  </a:cubicBezTo>
                  <a:cubicBezTo>
                    <a:pt x="71" y="51"/>
                    <a:pt x="72" y="49"/>
                    <a:pt x="72" y="47"/>
                  </a:cubicBezTo>
                  <a:cubicBezTo>
                    <a:pt x="72" y="44"/>
                    <a:pt x="71" y="43"/>
                    <a:pt x="70"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7" name="Freeform 154"/>
            <p:cNvSpPr>
              <a:spLocks noEditPoints="1"/>
            </p:cNvSpPr>
            <p:nvPr/>
          </p:nvSpPr>
          <p:spPr bwMode="auto">
            <a:xfrm>
              <a:off x="1039812" y="6299201"/>
              <a:ext cx="103188" cy="142875"/>
            </a:xfrm>
            <a:custGeom>
              <a:avLst/>
              <a:gdLst>
                <a:gd name="T0" fmla="*/ 68 w 71"/>
                <a:gd name="T1" fmla="*/ 83 h 99"/>
                <a:gd name="T2" fmla="*/ 65 w 71"/>
                <a:gd name="T3" fmla="*/ 84 h 99"/>
                <a:gd name="T4" fmla="*/ 60 w 71"/>
                <a:gd name="T5" fmla="*/ 85 h 99"/>
                <a:gd name="T6" fmla="*/ 55 w 71"/>
                <a:gd name="T7" fmla="*/ 75 h 99"/>
                <a:gd name="T8" fmla="*/ 59 w 71"/>
                <a:gd name="T9" fmla="*/ 47 h 99"/>
                <a:gd name="T10" fmla="*/ 67 w 71"/>
                <a:gd name="T11" fmla="*/ 17 h 99"/>
                <a:gd name="T12" fmla="*/ 69 w 71"/>
                <a:gd name="T13" fmla="*/ 8 h 99"/>
                <a:gd name="T14" fmla="*/ 68 w 71"/>
                <a:gd name="T15" fmla="*/ 2 h 99"/>
                <a:gd name="T16" fmla="*/ 63 w 71"/>
                <a:gd name="T17" fmla="*/ 0 h 99"/>
                <a:gd name="T18" fmla="*/ 59 w 71"/>
                <a:gd name="T19" fmla="*/ 1 h 99"/>
                <a:gd name="T20" fmla="*/ 55 w 71"/>
                <a:gd name="T21" fmla="*/ 6 h 99"/>
                <a:gd name="T22" fmla="*/ 53 w 71"/>
                <a:gd name="T23" fmla="*/ 17 h 99"/>
                <a:gd name="T24" fmla="*/ 48 w 71"/>
                <a:gd name="T25" fmla="*/ 41 h 99"/>
                <a:gd name="T26" fmla="*/ 37 w 71"/>
                <a:gd name="T27" fmla="*/ 37 h 99"/>
                <a:gd name="T28" fmla="*/ 12 w 71"/>
                <a:gd name="T29" fmla="*/ 52 h 99"/>
                <a:gd name="T30" fmla="*/ 0 w 71"/>
                <a:gd name="T31" fmla="*/ 82 h 99"/>
                <a:gd name="T32" fmla="*/ 4 w 71"/>
                <a:gd name="T33" fmla="*/ 94 h 99"/>
                <a:gd name="T34" fmla="*/ 14 w 71"/>
                <a:gd name="T35" fmla="*/ 99 h 99"/>
                <a:gd name="T36" fmla="*/ 44 w 71"/>
                <a:gd name="T37" fmla="*/ 78 h 99"/>
                <a:gd name="T38" fmla="*/ 46 w 71"/>
                <a:gd name="T39" fmla="*/ 92 h 99"/>
                <a:gd name="T40" fmla="*/ 54 w 71"/>
                <a:gd name="T41" fmla="*/ 98 h 99"/>
                <a:gd name="T42" fmla="*/ 65 w 71"/>
                <a:gd name="T43" fmla="*/ 94 h 99"/>
                <a:gd name="T44" fmla="*/ 71 w 71"/>
                <a:gd name="T45" fmla="*/ 86 h 99"/>
                <a:gd name="T46" fmla="*/ 68 w 71"/>
                <a:gd name="T47" fmla="*/ 83 h 99"/>
                <a:gd name="T48" fmla="*/ 34 w 71"/>
                <a:gd name="T49" fmla="*/ 74 h 99"/>
                <a:gd name="T50" fmla="*/ 17 w 71"/>
                <a:gd name="T51" fmla="*/ 86 h 99"/>
                <a:gd name="T52" fmla="*/ 13 w 71"/>
                <a:gd name="T53" fmla="*/ 81 h 99"/>
                <a:gd name="T54" fmla="*/ 22 w 71"/>
                <a:gd name="T55" fmla="*/ 60 h 99"/>
                <a:gd name="T56" fmla="*/ 37 w 71"/>
                <a:gd name="T57" fmla="*/ 48 h 99"/>
                <a:gd name="T58" fmla="*/ 42 w 71"/>
                <a:gd name="T59" fmla="*/ 50 h 99"/>
                <a:gd name="T60" fmla="*/ 44 w 71"/>
                <a:gd name="T61" fmla="*/ 54 h 99"/>
                <a:gd name="T62" fmla="*/ 34 w 71"/>
                <a:gd name="T63" fmla="*/ 74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1" h="99">
                  <a:moveTo>
                    <a:pt x="68" y="83"/>
                  </a:moveTo>
                  <a:cubicBezTo>
                    <a:pt x="67" y="83"/>
                    <a:pt x="66" y="83"/>
                    <a:pt x="65" y="84"/>
                  </a:cubicBezTo>
                  <a:cubicBezTo>
                    <a:pt x="63" y="85"/>
                    <a:pt x="61" y="85"/>
                    <a:pt x="60" y="85"/>
                  </a:cubicBezTo>
                  <a:cubicBezTo>
                    <a:pt x="57" y="85"/>
                    <a:pt x="55" y="82"/>
                    <a:pt x="55" y="75"/>
                  </a:cubicBezTo>
                  <a:cubicBezTo>
                    <a:pt x="55" y="68"/>
                    <a:pt x="57" y="59"/>
                    <a:pt x="59" y="47"/>
                  </a:cubicBezTo>
                  <a:cubicBezTo>
                    <a:pt x="61" y="36"/>
                    <a:pt x="64" y="26"/>
                    <a:pt x="67" y="17"/>
                  </a:cubicBezTo>
                  <a:cubicBezTo>
                    <a:pt x="68" y="12"/>
                    <a:pt x="69" y="9"/>
                    <a:pt x="69" y="8"/>
                  </a:cubicBezTo>
                  <a:cubicBezTo>
                    <a:pt x="69" y="6"/>
                    <a:pt x="69" y="4"/>
                    <a:pt x="68" y="2"/>
                  </a:cubicBezTo>
                  <a:cubicBezTo>
                    <a:pt x="67" y="0"/>
                    <a:pt x="65" y="0"/>
                    <a:pt x="63" y="0"/>
                  </a:cubicBezTo>
                  <a:cubicBezTo>
                    <a:pt x="62" y="0"/>
                    <a:pt x="61" y="0"/>
                    <a:pt x="59" y="1"/>
                  </a:cubicBezTo>
                  <a:cubicBezTo>
                    <a:pt x="57" y="2"/>
                    <a:pt x="56" y="4"/>
                    <a:pt x="55" y="6"/>
                  </a:cubicBezTo>
                  <a:cubicBezTo>
                    <a:pt x="55" y="8"/>
                    <a:pt x="54" y="11"/>
                    <a:pt x="53" y="17"/>
                  </a:cubicBezTo>
                  <a:cubicBezTo>
                    <a:pt x="52" y="20"/>
                    <a:pt x="50" y="28"/>
                    <a:pt x="48" y="41"/>
                  </a:cubicBezTo>
                  <a:cubicBezTo>
                    <a:pt x="45" y="38"/>
                    <a:pt x="42" y="37"/>
                    <a:pt x="37" y="37"/>
                  </a:cubicBezTo>
                  <a:cubicBezTo>
                    <a:pt x="29" y="37"/>
                    <a:pt x="21" y="42"/>
                    <a:pt x="12" y="52"/>
                  </a:cubicBezTo>
                  <a:cubicBezTo>
                    <a:pt x="4" y="62"/>
                    <a:pt x="0" y="72"/>
                    <a:pt x="0" y="82"/>
                  </a:cubicBezTo>
                  <a:cubicBezTo>
                    <a:pt x="0" y="87"/>
                    <a:pt x="1" y="91"/>
                    <a:pt x="4" y="94"/>
                  </a:cubicBezTo>
                  <a:cubicBezTo>
                    <a:pt x="6" y="97"/>
                    <a:pt x="10" y="99"/>
                    <a:pt x="14" y="99"/>
                  </a:cubicBezTo>
                  <a:cubicBezTo>
                    <a:pt x="24" y="99"/>
                    <a:pt x="34" y="92"/>
                    <a:pt x="44" y="78"/>
                  </a:cubicBezTo>
                  <a:cubicBezTo>
                    <a:pt x="43" y="83"/>
                    <a:pt x="44" y="88"/>
                    <a:pt x="46" y="92"/>
                  </a:cubicBezTo>
                  <a:cubicBezTo>
                    <a:pt x="48" y="96"/>
                    <a:pt x="51" y="98"/>
                    <a:pt x="54" y="98"/>
                  </a:cubicBezTo>
                  <a:cubicBezTo>
                    <a:pt x="58" y="98"/>
                    <a:pt x="61" y="97"/>
                    <a:pt x="65" y="94"/>
                  </a:cubicBezTo>
                  <a:cubicBezTo>
                    <a:pt x="69" y="91"/>
                    <a:pt x="71" y="89"/>
                    <a:pt x="71" y="86"/>
                  </a:cubicBezTo>
                  <a:cubicBezTo>
                    <a:pt x="71" y="84"/>
                    <a:pt x="70" y="83"/>
                    <a:pt x="68" y="83"/>
                  </a:cubicBezTo>
                  <a:close/>
                  <a:moveTo>
                    <a:pt x="34" y="74"/>
                  </a:moveTo>
                  <a:cubicBezTo>
                    <a:pt x="28" y="82"/>
                    <a:pt x="22" y="86"/>
                    <a:pt x="17" y="86"/>
                  </a:cubicBezTo>
                  <a:cubicBezTo>
                    <a:pt x="15" y="86"/>
                    <a:pt x="13" y="84"/>
                    <a:pt x="13" y="81"/>
                  </a:cubicBezTo>
                  <a:cubicBezTo>
                    <a:pt x="13" y="74"/>
                    <a:pt x="16" y="67"/>
                    <a:pt x="22" y="60"/>
                  </a:cubicBezTo>
                  <a:cubicBezTo>
                    <a:pt x="27" y="52"/>
                    <a:pt x="32" y="48"/>
                    <a:pt x="37" y="48"/>
                  </a:cubicBezTo>
                  <a:cubicBezTo>
                    <a:pt x="39" y="48"/>
                    <a:pt x="41" y="49"/>
                    <a:pt x="42" y="50"/>
                  </a:cubicBezTo>
                  <a:cubicBezTo>
                    <a:pt x="43" y="51"/>
                    <a:pt x="44" y="53"/>
                    <a:pt x="44" y="54"/>
                  </a:cubicBezTo>
                  <a:cubicBezTo>
                    <a:pt x="44" y="59"/>
                    <a:pt x="41" y="65"/>
                    <a:pt x="34"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8" name="Freeform 155"/>
            <p:cNvSpPr>
              <a:spLocks/>
            </p:cNvSpPr>
            <p:nvPr/>
          </p:nvSpPr>
          <p:spPr bwMode="auto">
            <a:xfrm>
              <a:off x="1147762" y="6342063"/>
              <a:ext cx="69850" cy="103188"/>
            </a:xfrm>
            <a:custGeom>
              <a:avLst/>
              <a:gdLst>
                <a:gd name="T0" fmla="*/ 26 w 48"/>
                <a:gd name="T1" fmla="*/ 17 h 71"/>
                <a:gd name="T2" fmla="*/ 37 w 48"/>
                <a:gd name="T3" fmla="*/ 13 h 71"/>
                <a:gd name="T4" fmla="*/ 39 w 48"/>
                <a:gd name="T5" fmla="*/ 14 h 71"/>
                <a:gd name="T6" fmla="*/ 42 w 48"/>
                <a:gd name="T7" fmla="*/ 15 h 71"/>
                <a:gd name="T8" fmla="*/ 45 w 48"/>
                <a:gd name="T9" fmla="*/ 13 h 71"/>
                <a:gd name="T10" fmla="*/ 48 w 48"/>
                <a:gd name="T11" fmla="*/ 9 h 71"/>
                <a:gd name="T12" fmla="*/ 38 w 48"/>
                <a:gd name="T13" fmla="*/ 0 h 71"/>
                <a:gd name="T14" fmla="*/ 17 w 48"/>
                <a:gd name="T15" fmla="*/ 8 h 71"/>
                <a:gd name="T16" fmla="*/ 5 w 48"/>
                <a:gd name="T17" fmla="*/ 26 h 71"/>
                <a:gd name="T18" fmla="*/ 9 w 48"/>
                <a:gd name="T19" fmla="*/ 35 h 71"/>
                <a:gd name="T20" fmla="*/ 24 w 48"/>
                <a:gd name="T21" fmla="*/ 45 h 71"/>
                <a:gd name="T22" fmla="*/ 34 w 48"/>
                <a:gd name="T23" fmla="*/ 52 h 71"/>
                <a:gd name="T24" fmla="*/ 26 w 48"/>
                <a:gd name="T25" fmla="*/ 56 h 71"/>
                <a:gd name="T26" fmla="*/ 14 w 48"/>
                <a:gd name="T27" fmla="*/ 58 h 71"/>
                <a:gd name="T28" fmla="*/ 10 w 48"/>
                <a:gd name="T29" fmla="*/ 57 h 71"/>
                <a:gd name="T30" fmla="*/ 7 w 48"/>
                <a:gd name="T31" fmla="*/ 56 h 71"/>
                <a:gd name="T32" fmla="*/ 2 w 48"/>
                <a:gd name="T33" fmla="*/ 58 h 71"/>
                <a:gd name="T34" fmla="*/ 0 w 48"/>
                <a:gd name="T35" fmla="*/ 63 h 71"/>
                <a:gd name="T36" fmla="*/ 10 w 48"/>
                <a:gd name="T37" fmla="*/ 71 h 71"/>
                <a:gd name="T38" fmla="*/ 36 w 48"/>
                <a:gd name="T39" fmla="*/ 65 h 71"/>
                <a:gd name="T40" fmla="*/ 47 w 48"/>
                <a:gd name="T41" fmla="*/ 51 h 71"/>
                <a:gd name="T42" fmla="*/ 44 w 48"/>
                <a:gd name="T43" fmla="*/ 43 h 71"/>
                <a:gd name="T44" fmla="*/ 31 w 48"/>
                <a:gd name="T45" fmla="*/ 34 h 71"/>
                <a:gd name="T46" fmla="*/ 22 w 48"/>
                <a:gd name="T47" fmla="*/ 29 h 71"/>
                <a:gd name="T48" fmla="*/ 20 w 48"/>
                <a:gd name="T49" fmla="*/ 25 h 71"/>
                <a:gd name="T50" fmla="*/ 26 w 48"/>
                <a:gd name="T51" fmla="*/ 1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71">
                  <a:moveTo>
                    <a:pt x="26" y="17"/>
                  </a:moveTo>
                  <a:cubicBezTo>
                    <a:pt x="30" y="14"/>
                    <a:pt x="34" y="13"/>
                    <a:pt x="37" y="13"/>
                  </a:cubicBezTo>
                  <a:cubicBezTo>
                    <a:pt x="38" y="13"/>
                    <a:pt x="38" y="13"/>
                    <a:pt x="39" y="14"/>
                  </a:cubicBezTo>
                  <a:cubicBezTo>
                    <a:pt x="41" y="14"/>
                    <a:pt x="41" y="15"/>
                    <a:pt x="42" y="15"/>
                  </a:cubicBezTo>
                  <a:cubicBezTo>
                    <a:pt x="43" y="15"/>
                    <a:pt x="44" y="14"/>
                    <a:pt x="45" y="13"/>
                  </a:cubicBezTo>
                  <a:cubicBezTo>
                    <a:pt x="47" y="12"/>
                    <a:pt x="48" y="10"/>
                    <a:pt x="48" y="9"/>
                  </a:cubicBezTo>
                  <a:cubicBezTo>
                    <a:pt x="48" y="3"/>
                    <a:pt x="44" y="0"/>
                    <a:pt x="38" y="0"/>
                  </a:cubicBezTo>
                  <a:cubicBezTo>
                    <a:pt x="31" y="0"/>
                    <a:pt x="24" y="3"/>
                    <a:pt x="17" y="8"/>
                  </a:cubicBezTo>
                  <a:cubicBezTo>
                    <a:pt x="9" y="13"/>
                    <a:pt x="5" y="19"/>
                    <a:pt x="5" y="26"/>
                  </a:cubicBezTo>
                  <a:cubicBezTo>
                    <a:pt x="5" y="29"/>
                    <a:pt x="6" y="32"/>
                    <a:pt x="9" y="35"/>
                  </a:cubicBezTo>
                  <a:cubicBezTo>
                    <a:pt x="11" y="38"/>
                    <a:pt x="16" y="41"/>
                    <a:pt x="24" y="45"/>
                  </a:cubicBezTo>
                  <a:cubicBezTo>
                    <a:pt x="30" y="48"/>
                    <a:pt x="33" y="50"/>
                    <a:pt x="34" y="52"/>
                  </a:cubicBezTo>
                  <a:cubicBezTo>
                    <a:pt x="32" y="54"/>
                    <a:pt x="30" y="55"/>
                    <a:pt x="26" y="56"/>
                  </a:cubicBezTo>
                  <a:cubicBezTo>
                    <a:pt x="22" y="58"/>
                    <a:pt x="18" y="58"/>
                    <a:pt x="14" y="58"/>
                  </a:cubicBezTo>
                  <a:cubicBezTo>
                    <a:pt x="13" y="58"/>
                    <a:pt x="12" y="58"/>
                    <a:pt x="10" y="57"/>
                  </a:cubicBezTo>
                  <a:cubicBezTo>
                    <a:pt x="9" y="57"/>
                    <a:pt x="8" y="56"/>
                    <a:pt x="7" y="56"/>
                  </a:cubicBezTo>
                  <a:cubicBezTo>
                    <a:pt x="5" y="56"/>
                    <a:pt x="3" y="57"/>
                    <a:pt x="2" y="58"/>
                  </a:cubicBezTo>
                  <a:cubicBezTo>
                    <a:pt x="0" y="60"/>
                    <a:pt x="0" y="61"/>
                    <a:pt x="0" y="63"/>
                  </a:cubicBezTo>
                  <a:cubicBezTo>
                    <a:pt x="0" y="68"/>
                    <a:pt x="3" y="71"/>
                    <a:pt x="10" y="71"/>
                  </a:cubicBezTo>
                  <a:cubicBezTo>
                    <a:pt x="20" y="71"/>
                    <a:pt x="28" y="69"/>
                    <a:pt x="36" y="65"/>
                  </a:cubicBezTo>
                  <a:cubicBezTo>
                    <a:pt x="43" y="61"/>
                    <a:pt x="47" y="57"/>
                    <a:pt x="47" y="51"/>
                  </a:cubicBezTo>
                  <a:cubicBezTo>
                    <a:pt x="47" y="48"/>
                    <a:pt x="46" y="45"/>
                    <a:pt x="44" y="43"/>
                  </a:cubicBezTo>
                  <a:cubicBezTo>
                    <a:pt x="42" y="40"/>
                    <a:pt x="37" y="37"/>
                    <a:pt x="31" y="34"/>
                  </a:cubicBezTo>
                  <a:cubicBezTo>
                    <a:pt x="26" y="32"/>
                    <a:pt x="23" y="30"/>
                    <a:pt x="22" y="29"/>
                  </a:cubicBezTo>
                  <a:cubicBezTo>
                    <a:pt x="20" y="28"/>
                    <a:pt x="20" y="26"/>
                    <a:pt x="20" y="25"/>
                  </a:cubicBezTo>
                  <a:cubicBezTo>
                    <a:pt x="20" y="22"/>
                    <a:pt x="22" y="19"/>
                    <a:pt x="26"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9" name="Freeform 156"/>
            <p:cNvSpPr>
              <a:spLocks noEditPoints="1"/>
            </p:cNvSpPr>
            <p:nvPr/>
          </p:nvSpPr>
          <p:spPr bwMode="auto">
            <a:xfrm>
              <a:off x="1301750" y="6316663"/>
              <a:ext cx="106363" cy="127000"/>
            </a:xfrm>
            <a:custGeom>
              <a:avLst/>
              <a:gdLst>
                <a:gd name="T0" fmla="*/ 65 w 73"/>
                <a:gd name="T1" fmla="*/ 5 h 88"/>
                <a:gd name="T2" fmla="*/ 45 w 73"/>
                <a:gd name="T3" fmla="*/ 0 h 88"/>
                <a:gd name="T4" fmla="*/ 18 w 73"/>
                <a:gd name="T5" fmla="*/ 4 h 88"/>
                <a:gd name="T6" fmla="*/ 2 w 73"/>
                <a:gd name="T7" fmla="*/ 12 h 88"/>
                <a:gd name="T8" fmla="*/ 6 w 73"/>
                <a:gd name="T9" fmla="*/ 19 h 88"/>
                <a:gd name="T10" fmla="*/ 7 w 73"/>
                <a:gd name="T11" fmla="*/ 24 h 88"/>
                <a:gd name="T12" fmla="*/ 4 w 73"/>
                <a:gd name="T13" fmla="*/ 49 h 88"/>
                <a:gd name="T14" fmla="*/ 0 w 73"/>
                <a:gd name="T15" fmla="*/ 80 h 88"/>
                <a:gd name="T16" fmla="*/ 8 w 73"/>
                <a:gd name="T17" fmla="*/ 88 h 88"/>
                <a:gd name="T18" fmla="*/ 13 w 73"/>
                <a:gd name="T19" fmla="*/ 86 h 88"/>
                <a:gd name="T20" fmla="*/ 15 w 73"/>
                <a:gd name="T21" fmla="*/ 80 h 88"/>
                <a:gd name="T22" fmla="*/ 16 w 73"/>
                <a:gd name="T23" fmla="*/ 59 h 88"/>
                <a:gd name="T24" fmla="*/ 24 w 73"/>
                <a:gd name="T25" fmla="*/ 57 h 88"/>
                <a:gd name="T26" fmla="*/ 59 w 73"/>
                <a:gd name="T27" fmla="*/ 43 h 88"/>
                <a:gd name="T28" fmla="*/ 73 w 73"/>
                <a:gd name="T29" fmla="*/ 20 h 88"/>
                <a:gd name="T30" fmla="*/ 65 w 73"/>
                <a:gd name="T31" fmla="*/ 5 h 88"/>
                <a:gd name="T32" fmla="*/ 47 w 73"/>
                <a:gd name="T33" fmla="*/ 36 h 88"/>
                <a:gd name="T34" fmla="*/ 18 w 73"/>
                <a:gd name="T35" fmla="*/ 46 h 88"/>
                <a:gd name="T36" fmla="*/ 21 w 73"/>
                <a:gd name="T37" fmla="*/ 16 h 88"/>
                <a:gd name="T38" fmla="*/ 44 w 73"/>
                <a:gd name="T39" fmla="*/ 11 h 88"/>
                <a:gd name="T40" fmla="*/ 59 w 73"/>
                <a:gd name="T41" fmla="*/ 21 h 88"/>
                <a:gd name="T42" fmla="*/ 47 w 73"/>
                <a:gd name="T43" fmla="*/ 3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8">
                  <a:moveTo>
                    <a:pt x="65" y="5"/>
                  </a:moveTo>
                  <a:cubicBezTo>
                    <a:pt x="60" y="2"/>
                    <a:pt x="53" y="0"/>
                    <a:pt x="45" y="0"/>
                  </a:cubicBezTo>
                  <a:cubicBezTo>
                    <a:pt x="37" y="0"/>
                    <a:pt x="28" y="1"/>
                    <a:pt x="18" y="4"/>
                  </a:cubicBezTo>
                  <a:cubicBezTo>
                    <a:pt x="8" y="6"/>
                    <a:pt x="2" y="9"/>
                    <a:pt x="2" y="12"/>
                  </a:cubicBezTo>
                  <a:cubicBezTo>
                    <a:pt x="2" y="15"/>
                    <a:pt x="4" y="18"/>
                    <a:pt x="6" y="19"/>
                  </a:cubicBezTo>
                  <a:cubicBezTo>
                    <a:pt x="6" y="19"/>
                    <a:pt x="7" y="21"/>
                    <a:pt x="7" y="24"/>
                  </a:cubicBezTo>
                  <a:cubicBezTo>
                    <a:pt x="7" y="27"/>
                    <a:pt x="6" y="35"/>
                    <a:pt x="4" y="49"/>
                  </a:cubicBezTo>
                  <a:cubicBezTo>
                    <a:pt x="2" y="67"/>
                    <a:pt x="0" y="77"/>
                    <a:pt x="0" y="80"/>
                  </a:cubicBezTo>
                  <a:cubicBezTo>
                    <a:pt x="0" y="85"/>
                    <a:pt x="3" y="88"/>
                    <a:pt x="8" y="88"/>
                  </a:cubicBezTo>
                  <a:cubicBezTo>
                    <a:pt x="10" y="88"/>
                    <a:pt x="11" y="87"/>
                    <a:pt x="13" y="86"/>
                  </a:cubicBezTo>
                  <a:cubicBezTo>
                    <a:pt x="14" y="84"/>
                    <a:pt x="15" y="82"/>
                    <a:pt x="15" y="80"/>
                  </a:cubicBezTo>
                  <a:cubicBezTo>
                    <a:pt x="15" y="75"/>
                    <a:pt x="15" y="68"/>
                    <a:pt x="16" y="59"/>
                  </a:cubicBezTo>
                  <a:cubicBezTo>
                    <a:pt x="17" y="58"/>
                    <a:pt x="20" y="58"/>
                    <a:pt x="24" y="57"/>
                  </a:cubicBezTo>
                  <a:cubicBezTo>
                    <a:pt x="38" y="54"/>
                    <a:pt x="49" y="49"/>
                    <a:pt x="59" y="43"/>
                  </a:cubicBezTo>
                  <a:cubicBezTo>
                    <a:pt x="68" y="36"/>
                    <a:pt x="73" y="28"/>
                    <a:pt x="73" y="20"/>
                  </a:cubicBezTo>
                  <a:cubicBezTo>
                    <a:pt x="73" y="14"/>
                    <a:pt x="70" y="9"/>
                    <a:pt x="65" y="5"/>
                  </a:cubicBezTo>
                  <a:close/>
                  <a:moveTo>
                    <a:pt x="47" y="36"/>
                  </a:moveTo>
                  <a:cubicBezTo>
                    <a:pt x="38" y="41"/>
                    <a:pt x="29" y="44"/>
                    <a:pt x="18" y="46"/>
                  </a:cubicBezTo>
                  <a:cubicBezTo>
                    <a:pt x="21" y="16"/>
                    <a:pt x="21" y="16"/>
                    <a:pt x="21" y="16"/>
                  </a:cubicBezTo>
                  <a:cubicBezTo>
                    <a:pt x="30" y="13"/>
                    <a:pt x="37" y="11"/>
                    <a:pt x="44" y="11"/>
                  </a:cubicBezTo>
                  <a:cubicBezTo>
                    <a:pt x="54" y="11"/>
                    <a:pt x="59" y="15"/>
                    <a:pt x="59" y="21"/>
                  </a:cubicBezTo>
                  <a:cubicBezTo>
                    <a:pt x="59" y="26"/>
                    <a:pt x="55" y="31"/>
                    <a:pt x="47"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0" name="Freeform 157"/>
            <p:cNvSpPr>
              <a:spLocks noEditPoints="1"/>
            </p:cNvSpPr>
            <p:nvPr/>
          </p:nvSpPr>
          <p:spPr bwMode="auto">
            <a:xfrm>
              <a:off x="1409700" y="6346826"/>
              <a:ext cx="87313" cy="95250"/>
            </a:xfrm>
            <a:custGeom>
              <a:avLst/>
              <a:gdLst>
                <a:gd name="T0" fmla="*/ 58 w 61"/>
                <a:gd name="T1" fmla="*/ 56 h 66"/>
                <a:gd name="T2" fmla="*/ 56 w 61"/>
                <a:gd name="T3" fmla="*/ 54 h 66"/>
                <a:gd name="T4" fmla="*/ 54 w 61"/>
                <a:gd name="T5" fmla="*/ 50 h 66"/>
                <a:gd name="T6" fmla="*/ 53 w 61"/>
                <a:gd name="T7" fmla="*/ 40 h 66"/>
                <a:gd name="T8" fmla="*/ 55 w 61"/>
                <a:gd name="T9" fmla="*/ 21 h 66"/>
                <a:gd name="T10" fmla="*/ 57 w 61"/>
                <a:gd name="T11" fmla="*/ 12 h 66"/>
                <a:gd name="T12" fmla="*/ 50 w 61"/>
                <a:gd name="T13" fmla="*/ 7 h 66"/>
                <a:gd name="T14" fmla="*/ 41 w 61"/>
                <a:gd name="T15" fmla="*/ 0 h 66"/>
                <a:gd name="T16" fmla="*/ 14 w 61"/>
                <a:gd name="T17" fmla="*/ 18 h 66"/>
                <a:gd name="T18" fmla="*/ 0 w 61"/>
                <a:gd name="T19" fmla="*/ 50 h 66"/>
                <a:gd name="T20" fmla="*/ 4 w 61"/>
                <a:gd name="T21" fmla="*/ 60 h 66"/>
                <a:gd name="T22" fmla="*/ 13 w 61"/>
                <a:gd name="T23" fmla="*/ 64 h 66"/>
                <a:gd name="T24" fmla="*/ 42 w 61"/>
                <a:gd name="T25" fmla="*/ 44 h 66"/>
                <a:gd name="T26" fmla="*/ 52 w 61"/>
                <a:gd name="T27" fmla="*/ 66 h 66"/>
                <a:gd name="T28" fmla="*/ 58 w 61"/>
                <a:gd name="T29" fmla="*/ 64 h 66"/>
                <a:gd name="T30" fmla="*/ 61 w 61"/>
                <a:gd name="T31" fmla="*/ 59 h 66"/>
                <a:gd name="T32" fmla="*/ 58 w 61"/>
                <a:gd name="T33" fmla="*/ 56 h 66"/>
                <a:gd name="T34" fmla="*/ 33 w 61"/>
                <a:gd name="T35" fmla="*/ 40 h 66"/>
                <a:gd name="T36" fmla="*/ 16 w 61"/>
                <a:gd name="T37" fmla="*/ 52 h 66"/>
                <a:gd name="T38" fmla="*/ 14 w 61"/>
                <a:gd name="T39" fmla="*/ 47 h 66"/>
                <a:gd name="T40" fmla="*/ 23 w 61"/>
                <a:gd name="T41" fmla="*/ 25 h 66"/>
                <a:gd name="T42" fmla="*/ 38 w 61"/>
                <a:gd name="T43" fmla="*/ 13 h 66"/>
                <a:gd name="T44" fmla="*/ 41 w 61"/>
                <a:gd name="T45" fmla="*/ 14 h 66"/>
                <a:gd name="T46" fmla="*/ 43 w 61"/>
                <a:gd name="T47" fmla="*/ 19 h 66"/>
                <a:gd name="T48" fmla="*/ 33 w 61"/>
                <a:gd name="T49" fmla="*/ 4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1" h="66">
                  <a:moveTo>
                    <a:pt x="58" y="56"/>
                  </a:moveTo>
                  <a:cubicBezTo>
                    <a:pt x="57" y="56"/>
                    <a:pt x="56" y="55"/>
                    <a:pt x="56" y="54"/>
                  </a:cubicBezTo>
                  <a:cubicBezTo>
                    <a:pt x="55" y="54"/>
                    <a:pt x="55" y="52"/>
                    <a:pt x="54" y="50"/>
                  </a:cubicBezTo>
                  <a:cubicBezTo>
                    <a:pt x="54" y="48"/>
                    <a:pt x="53" y="45"/>
                    <a:pt x="53" y="40"/>
                  </a:cubicBezTo>
                  <a:cubicBezTo>
                    <a:pt x="53" y="35"/>
                    <a:pt x="54" y="29"/>
                    <a:pt x="55" y="21"/>
                  </a:cubicBezTo>
                  <a:cubicBezTo>
                    <a:pt x="56" y="17"/>
                    <a:pt x="57" y="14"/>
                    <a:pt x="57" y="12"/>
                  </a:cubicBezTo>
                  <a:cubicBezTo>
                    <a:pt x="57" y="9"/>
                    <a:pt x="55" y="7"/>
                    <a:pt x="50" y="7"/>
                  </a:cubicBezTo>
                  <a:cubicBezTo>
                    <a:pt x="49" y="3"/>
                    <a:pt x="46" y="0"/>
                    <a:pt x="41" y="0"/>
                  </a:cubicBezTo>
                  <a:cubicBezTo>
                    <a:pt x="32" y="0"/>
                    <a:pt x="23" y="6"/>
                    <a:pt x="14" y="18"/>
                  </a:cubicBezTo>
                  <a:cubicBezTo>
                    <a:pt x="5" y="29"/>
                    <a:pt x="0" y="40"/>
                    <a:pt x="0" y="50"/>
                  </a:cubicBezTo>
                  <a:cubicBezTo>
                    <a:pt x="0" y="54"/>
                    <a:pt x="1" y="58"/>
                    <a:pt x="4" y="60"/>
                  </a:cubicBezTo>
                  <a:cubicBezTo>
                    <a:pt x="6" y="63"/>
                    <a:pt x="9" y="64"/>
                    <a:pt x="13" y="64"/>
                  </a:cubicBezTo>
                  <a:cubicBezTo>
                    <a:pt x="22" y="64"/>
                    <a:pt x="32" y="58"/>
                    <a:pt x="42" y="44"/>
                  </a:cubicBezTo>
                  <a:cubicBezTo>
                    <a:pt x="41" y="59"/>
                    <a:pt x="44" y="66"/>
                    <a:pt x="52" y="66"/>
                  </a:cubicBezTo>
                  <a:cubicBezTo>
                    <a:pt x="54" y="66"/>
                    <a:pt x="56" y="65"/>
                    <a:pt x="58" y="64"/>
                  </a:cubicBezTo>
                  <a:cubicBezTo>
                    <a:pt x="60" y="63"/>
                    <a:pt x="61" y="61"/>
                    <a:pt x="61" y="59"/>
                  </a:cubicBezTo>
                  <a:cubicBezTo>
                    <a:pt x="61" y="58"/>
                    <a:pt x="60" y="57"/>
                    <a:pt x="58" y="56"/>
                  </a:cubicBezTo>
                  <a:close/>
                  <a:moveTo>
                    <a:pt x="33" y="40"/>
                  </a:moveTo>
                  <a:cubicBezTo>
                    <a:pt x="26" y="48"/>
                    <a:pt x="21" y="52"/>
                    <a:pt x="16" y="52"/>
                  </a:cubicBezTo>
                  <a:cubicBezTo>
                    <a:pt x="15" y="52"/>
                    <a:pt x="14" y="50"/>
                    <a:pt x="14" y="47"/>
                  </a:cubicBezTo>
                  <a:cubicBezTo>
                    <a:pt x="14" y="41"/>
                    <a:pt x="17" y="34"/>
                    <a:pt x="23" y="25"/>
                  </a:cubicBezTo>
                  <a:cubicBezTo>
                    <a:pt x="30" y="17"/>
                    <a:pt x="35" y="13"/>
                    <a:pt x="38" y="13"/>
                  </a:cubicBezTo>
                  <a:cubicBezTo>
                    <a:pt x="39" y="13"/>
                    <a:pt x="40" y="13"/>
                    <a:pt x="41" y="14"/>
                  </a:cubicBezTo>
                  <a:cubicBezTo>
                    <a:pt x="42" y="15"/>
                    <a:pt x="43" y="17"/>
                    <a:pt x="43" y="19"/>
                  </a:cubicBezTo>
                  <a:cubicBezTo>
                    <a:pt x="43" y="25"/>
                    <a:pt x="39" y="32"/>
                    <a:pt x="33"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1" name="Freeform 158"/>
            <p:cNvSpPr>
              <a:spLocks/>
            </p:cNvSpPr>
            <p:nvPr/>
          </p:nvSpPr>
          <p:spPr bwMode="auto">
            <a:xfrm>
              <a:off x="1503362" y="6350001"/>
              <a:ext cx="90488" cy="139700"/>
            </a:xfrm>
            <a:custGeom>
              <a:avLst/>
              <a:gdLst>
                <a:gd name="T0" fmla="*/ 56 w 63"/>
                <a:gd name="T1" fmla="*/ 0 h 97"/>
                <a:gd name="T2" fmla="*/ 52 w 63"/>
                <a:gd name="T3" fmla="*/ 1 h 97"/>
                <a:gd name="T4" fmla="*/ 50 w 63"/>
                <a:gd name="T5" fmla="*/ 4 h 97"/>
                <a:gd name="T6" fmla="*/ 49 w 63"/>
                <a:gd name="T7" fmla="*/ 13 h 97"/>
                <a:gd name="T8" fmla="*/ 47 w 63"/>
                <a:gd name="T9" fmla="*/ 27 h 97"/>
                <a:gd name="T10" fmla="*/ 45 w 63"/>
                <a:gd name="T11" fmla="*/ 33 h 97"/>
                <a:gd name="T12" fmla="*/ 38 w 63"/>
                <a:gd name="T13" fmla="*/ 39 h 97"/>
                <a:gd name="T14" fmla="*/ 29 w 63"/>
                <a:gd name="T15" fmla="*/ 45 h 97"/>
                <a:gd name="T16" fmla="*/ 22 w 63"/>
                <a:gd name="T17" fmla="*/ 47 h 97"/>
                <a:gd name="T18" fmla="*/ 20 w 63"/>
                <a:gd name="T19" fmla="*/ 45 h 97"/>
                <a:gd name="T20" fmla="*/ 19 w 63"/>
                <a:gd name="T21" fmla="*/ 38 h 97"/>
                <a:gd name="T22" fmla="*/ 24 w 63"/>
                <a:gd name="T23" fmla="*/ 20 h 97"/>
                <a:gd name="T24" fmla="*/ 28 w 63"/>
                <a:gd name="T25" fmla="*/ 10 h 97"/>
                <a:gd name="T26" fmla="*/ 26 w 63"/>
                <a:gd name="T27" fmla="*/ 5 h 97"/>
                <a:gd name="T28" fmla="*/ 22 w 63"/>
                <a:gd name="T29" fmla="*/ 2 h 97"/>
                <a:gd name="T30" fmla="*/ 15 w 63"/>
                <a:gd name="T31" fmla="*/ 6 h 97"/>
                <a:gd name="T32" fmla="*/ 9 w 63"/>
                <a:gd name="T33" fmla="*/ 22 h 97"/>
                <a:gd name="T34" fmla="*/ 6 w 63"/>
                <a:gd name="T35" fmla="*/ 42 h 97"/>
                <a:gd name="T36" fmla="*/ 10 w 63"/>
                <a:gd name="T37" fmla="*/ 54 h 97"/>
                <a:gd name="T38" fmla="*/ 19 w 63"/>
                <a:gd name="T39" fmla="*/ 59 h 97"/>
                <a:gd name="T40" fmla="*/ 47 w 63"/>
                <a:gd name="T41" fmla="*/ 45 h 97"/>
                <a:gd name="T42" fmla="*/ 40 w 63"/>
                <a:gd name="T43" fmla="*/ 74 h 97"/>
                <a:gd name="T44" fmla="*/ 29 w 63"/>
                <a:gd name="T45" fmla="*/ 86 h 97"/>
                <a:gd name="T46" fmla="*/ 8 w 63"/>
                <a:gd name="T47" fmla="*/ 76 h 97"/>
                <a:gd name="T48" fmla="*/ 5 w 63"/>
                <a:gd name="T49" fmla="*/ 74 h 97"/>
                <a:gd name="T50" fmla="*/ 1 w 63"/>
                <a:gd name="T51" fmla="*/ 76 h 97"/>
                <a:gd name="T52" fmla="*/ 0 w 63"/>
                <a:gd name="T53" fmla="*/ 80 h 97"/>
                <a:gd name="T54" fmla="*/ 4 w 63"/>
                <a:gd name="T55" fmla="*/ 88 h 97"/>
                <a:gd name="T56" fmla="*/ 15 w 63"/>
                <a:gd name="T57" fmla="*/ 94 h 97"/>
                <a:gd name="T58" fmla="*/ 15 w 63"/>
                <a:gd name="T59" fmla="*/ 94 h 97"/>
                <a:gd name="T60" fmla="*/ 30 w 63"/>
                <a:gd name="T61" fmla="*/ 97 h 97"/>
                <a:gd name="T62" fmla="*/ 42 w 63"/>
                <a:gd name="T63" fmla="*/ 93 h 97"/>
                <a:gd name="T64" fmla="*/ 52 w 63"/>
                <a:gd name="T65" fmla="*/ 79 h 97"/>
                <a:gd name="T66" fmla="*/ 58 w 63"/>
                <a:gd name="T67" fmla="*/ 55 h 97"/>
                <a:gd name="T68" fmla="*/ 62 w 63"/>
                <a:gd name="T69" fmla="*/ 28 h 97"/>
                <a:gd name="T70" fmla="*/ 63 w 63"/>
                <a:gd name="T71" fmla="*/ 9 h 97"/>
                <a:gd name="T72" fmla="*/ 61 w 63"/>
                <a:gd name="T73" fmla="*/ 1 h 97"/>
                <a:gd name="T74" fmla="*/ 56 w 63"/>
                <a:gd name="T75"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3" h="97">
                  <a:moveTo>
                    <a:pt x="56" y="0"/>
                  </a:moveTo>
                  <a:cubicBezTo>
                    <a:pt x="54" y="0"/>
                    <a:pt x="53" y="0"/>
                    <a:pt x="52" y="1"/>
                  </a:cubicBezTo>
                  <a:cubicBezTo>
                    <a:pt x="50" y="2"/>
                    <a:pt x="50" y="3"/>
                    <a:pt x="50" y="4"/>
                  </a:cubicBezTo>
                  <a:cubicBezTo>
                    <a:pt x="49" y="5"/>
                    <a:pt x="49" y="8"/>
                    <a:pt x="49" y="13"/>
                  </a:cubicBezTo>
                  <a:cubicBezTo>
                    <a:pt x="49" y="20"/>
                    <a:pt x="48" y="25"/>
                    <a:pt x="47" y="27"/>
                  </a:cubicBezTo>
                  <a:cubicBezTo>
                    <a:pt x="47" y="30"/>
                    <a:pt x="46" y="32"/>
                    <a:pt x="45" y="33"/>
                  </a:cubicBezTo>
                  <a:cubicBezTo>
                    <a:pt x="44" y="34"/>
                    <a:pt x="42" y="36"/>
                    <a:pt x="38" y="39"/>
                  </a:cubicBezTo>
                  <a:cubicBezTo>
                    <a:pt x="35" y="42"/>
                    <a:pt x="31" y="44"/>
                    <a:pt x="29" y="45"/>
                  </a:cubicBezTo>
                  <a:cubicBezTo>
                    <a:pt x="26" y="46"/>
                    <a:pt x="24" y="47"/>
                    <a:pt x="22" y="47"/>
                  </a:cubicBezTo>
                  <a:cubicBezTo>
                    <a:pt x="21" y="47"/>
                    <a:pt x="21" y="46"/>
                    <a:pt x="20" y="45"/>
                  </a:cubicBezTo>
                  <a:cubicBezTo>
                    <a:pt x="19" y="43"/>
                    <a:pt x="19" y="41"/>
                    <a:pt x="19" y="38"/>
                  </a:cubicBezTo>
                  <a:cubicBezTo>
                    <a:pt x="19" y="33"/>
                    <a:pt x="20" y="27"/>
                    <a:pt x="24" y="20"/>
                  </a:cubicBezTo>
                  <a:cubicBezTo>
                    <a:pt x="27" y="14"/>
                    <a:pt x="28" y="11"/>
                    <a:pt x="28" y="10"/>
                  </a:cubicBezTo>
                  <a:cubicBezTo>
                    <a:pt x="28" y="8"/>
                    <a:pt x="27" y="6"/>
                    <a:pt x="26" y="5"/>
                  </a:cubicBezTo>
                  <a:cubicBezTo>
                    <a:pt x="25" y="3"/>
                    <a:pt x="24" y="2"/>
                    <a:pt x="22" y="2"/>
                  </a:cubicBezTo>
                  <a:cubicBezTo>
                    <a:pt x="19" y="2"/>
                    <a:pt x="16" y="4"/>
                    <a:pt x="15" y="6"/>
                  </a:cubicBezTo>
                  <a:cubicBezTo>
                    <a:pt x="13" y="8"/>
                    <a:pt x="11" y="13"/>
                    <a:pt x="9" y="22"/>
                  </a:cubicBezTo>
                  <a:cubicBezTo>
                    <a:pt x="7" y="31"/>
                    <a:pt x="6" y="38"/>
                    <a:pt x="6" y="42"/>
                  </a:cubicBezTo>
                  <a:cubicBezTo>
                    <a:pt x="6" y="47"/>
                    <a:pt x="7" y="51"/>
                    <a:pt x="10" y="54"/>
                  </a:cubicBezTo>
                  <a:cubicBezTo>
                    <a:pt x="12" y="57"/>
                    <a:pt x="15" y="59"/>
                    <a:pt x="19" y="59"/>
                  </a:cubicBezTo>
                  <a:cubicBezTo>
                    <a:pt x="26" y="59"/>
                    <a:pt x="35" y="54"/>
                    <a:pt x="47" y="45"/>
                  </a:cubicBezTo>
                  <a:cubicBezTo>
                    <a:pt x="46" y="56"/>
                    <a:pt x="44" y="66"/>
                    <a:pt x="40" y="74"/>
                  </a:cubicBezTo>
                  <a:cubicBezTo>
                    <a:pt x="37" y="82"/>
                    <a:pt x="33" y="86"/>
                    <a:pt x="29" y="86"/>
                  </a:cubicBezTo>
                  <a:cubicBezTo>
                    <a:pt x="20" y="86"/>
                    <a:pt x="13" y="82"/>
                    <a:pt x="8" y="76"/>
                  </a:cubicBezTo>
                  <a:cubicBezTo>
                    <a:pt x="7" y="75"/>
                    <a:pt x="6" y="74"/>
                    <a:pt x="5" y="74"/>
                  </a:cubicBezTo>
                  <a:cubicBezTo>
                    <a:pt x="3" y="74"/>
                    <a:pt x="2" y="75"/>
                    <a:pt x="1" y="76"/>
                  </a:cubicBezTo>
                  <a:cubicBezTo>
                    <a:pt x="0" y="77"/>
                    <a:pt x="0" y="79"/>
                    <a:pt x="0" y="80"/>
                  </a:cubicBezTo>
                  <a:cubicBezTo>
                    <a:pt x="0" y="82"/>
                    <a:pt x="1" y="85"/>
                    <a:pt x="4" y="88"/>
                  </a:cubicBezTo>
                  <a:cubicBezTo>
                    <a:pt x="7" y="90"/>
                    <a:pt x="11" y="93"/>
                    <a:pt x="15" y="94"/>
                  </a:cubicBezTo>
                  <a:cubicBezTo>
                    <a:pt x="15" y="94"/>
                    <a:pt x="15" y="94"/>
                    <a:pt x="15" y="94"/>
                  </a:cubicBezTo>
                  <a:cubicBezTo>
                    <a:pt x="20" y="96"/>
                    <a:pt x="24" y="97"/>
                    <a:pt x="30" y="97"/>
                  </a:cubicBezTo>
                  <a:cubicBezTo>
                    <a:pt x="34" y="97"/>
                    <a:pt x="38" y="96"/>
                    <a:pt x="42" y="93"/>
                  </a:cubicBezTo>
                  <a:cubicBezTo>
                    <a:pt x="45" y="91"/>
                    <a:pt x="49" y="86"/>
                    <a:pt x="52" y="79"/>
                  </a:cubicBezTo>
                  <a:cubicBezTo>
                    <a:pt x="55" y="72"/>
                    <a:pt x="57" y="64"/>
                    <a:pt x="58" y="55"/>
                  </a:cubicBezTo>
                  <a:cubicBezTo>
                    <a:pt x="60" y="46"/>
                    <a:pt x="61" y="37"/>
                    <a:pt x="62" y="28"/>
                  </a:cubicBezTo>
                  <a:cubicBezTo>
                    <a:pt x="63" y="9"/>
                    <a:pt x="63" y="9"/>
                    <a:pt x="63" y="9"/>
                  </a:cubicBezTo>
                  <a:cubicBezTo>
                    <a:pt x="63" y="5"/>
                    <a:pt x="62" y="2"/>
                    <a:pt x="61" y="1"/>
                  </a:cubicBezTo>
                  <a:cubicBezTo>
                    <a:pt x="60" y="0"/>
                    <a:pt x="59" y="0"/>
                    <a:pt x="5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2" name="Freeform 159"/>
            <p:cNvSpPr>
              <a:spLocks noEditPoints="1"/>
            </p:cNvSpPr>
            <p:nvPr/>
          </p:nvSpPr>
          <p:spPr bwMode="auto">
            <a:xfrm>
              <a:off x="1609725" y="6346826"/>
              <a:ext cx="87313" cy="95250"/>
            </a:xfrm>
            <a:custGeom>
              <a:avLst/>
              <a:gdLst>
                <a:gd name="T0" fmla="*/ 58 w 61"/>
                <a:gd name="T1" fmla="*/ 56 h 66"/>
                <a:gd name="T2" fmla="*/ 56 w 61"/>
                <a:gd name="T3" fmla="*/ 54 h 66"/>
                <a:gd name="T4" fmla="*/ 54 w 61"/>
                <a:gd name="T5" fmla="*/ 50 h 66"/>
                <a:gd name="T6" fmla="*/ 53 w 61"/>
                <a:gd name="T7" fmla="*/ 40 h 66"/>
                <a:gd name="T8" fmla="*/ 56 w 61"/>
                <a:gd name="T9" fmla="*/ 21 h 66"/>
                <a:gd name="T10" fmla="*/ 57 w 61"/>
                <a:gd name="T11" fmla="*/ 12 h 66"/>
                <a:gd name="T12" fmla="*/ 50 w 61"/>
                <a:gd name="T13" fmla="*/ 7 h 66"/>
                <a:gd name="T14" fmla="*/ 41 w 61"/>
                <a:gd name="T15" fmla="*/ 0 h 66"/>
                <a:gd name="T16" fmla="*/ 14 w 61"/>
                <a:gd name="T17" fmla="*/ 18 h 66"/>
                <a:gd name="T18" fmla="*/ 0 w 61"/>
                <a:gd name="T19" fmla="*/ 50 h 66"/>
                <a:gd name="T20" fmla="*/ 4 w 61"/>
                <a:gd name="T21" fmla="*/ 60 h 66"/>
                <a:gd name="T22" fmla="*/ 13 w 61"/>
                <a:gd name="T23" fmla="*/ 64 h 66"/>
                <a:gd name="T24" fmla="*/ 42 w 61"/>
                <a:gd name="T25" fmla="*/ 44 h 66"/>
                <a:gd name="T26" fmla="*/ 52 w 61"/>
                <a:gd name="T27" fmla="*/ 66 h 66"/>
                <a:gd name="T28" fmla="*/ 58 w 61"/>
                <a:gd name="T29" fmla="*/ 64 h 66"/>
                <a:gd name="T30" fmla="*/ 61 w 61"/>
                <a:gd name="T31" fmla="*/ 59 h 66"/>
                <a:gd name="T32" fmla="*/ 58 w 61"/>
                <a:gd name="T33" fmla="*/ 56 h 66"/>
                <a:gd name="T34" fmla="*/ 33 w 61"/>
                <a:gd name="T35" fmla="*/ 40 h 66"/>
                <a:gd name="T36" fmla="*/ 16 w 61"/>
                <a:gd name="T37" fmla="*/ 52 h 66"/>
                <a:gd name="T38" fmla="*/ 14 w 61"/>
                <a:gd name="T39" fmla="*/ 47 h 66"/>
                <a:gd name="T40" fmla="*/ 23 w 61"/>
                <a:gd name="T41" fmla="*/ 25 h 66"/>
                <a:gd name="T42" fmla="*/ 38 w 61"/>
                <a:gd name="T43" fmla="*/ 13 h 66"/>
                <a:gd name="T44" fmla="*/ 41 w 61"/>
                <a:gd name="T45" fmla="*/ 14 h 66"/>
                <a:gd name="T46" fmla="*/ 43 w 61"/>
                <a:gd name="T47" fmla="*/ 19 h 66"/>
                <a:gd name="T48" fmla="*/ 33 w 61"/>
                <a:gd name="T49" fmla="*/ 4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1" h="66">
                  <a:moveTo>
                    <a:pt x="58" y="56"/>
                  </a:moveTo>
                  <a:cubicBezTo>
                    <a:pt x="57" y="56"/>
                    <a:pt x="56" y="55"/>
                    <a:pt x="56" y="54"/>
                  </a:cubicBezTo>
                  <a:cubicBezTo>
                    <a:pt x="55" y="54"/>
                    <a:pt x="55" y="52"/>
                    <a:pt x="54" y="50"/>
                  </a:cubicBezTo>
                  <a:cubicBezTo>
                    <a:pt x="54" y="48"/>
                    <a:pt x="53" y="45"/>
                    <a:pt x="53" y="40"/>
                  </a:cubicBezTo>
                  <a:cubicBezTo>
                    <a:pt x="53" y="35"/>
                    <a:pt x="54" y="29"/>
                    <a:pt x="56" y="21"/>
                  </a:cubicBezTo>
                  <a:cubicBezTo>
                    <a:pt x="56" y="17"/>
                    <a:pt x="57" y="14"/>
                    <a:pt x="57" y="12"/>
                  </a:cubicBezTo>
                  <a:cubicBezTo>
                    <a:pt x="57" y="9"/>
                    <a:pt x="55" y="7"/>
                    <a:pt x="50" y="7"/>
                  </a:cubicBezTo>
                  <a:cubicBezTo>
                    <a:pt x="49" y="3"/>
                    <a:pt x="46" y="0"/>
                    <a:pt x="41" y="0"/>
                  </a:cubicBezTo>
                  <a:cubicBezTo>
                    <a:pt x="32" y="0"/>
                    <a:pt x="23" y="6"/>
                    <a:pt x="14" y="18"/>
                  </a:cubicBezTo>
                  <a:cubicBezTo>
                    <a:pt x="5" y="29"/>
                    <a:pt x="0" y="40"/>
                    <a:pt x="0" y="50"/>
                  </a:cubicBezTo>
                  <a:cubicBezTo>
                    <a:pt x="0" y="54"/>
                    <a:pt x="1" y="58"/>
                    <a:pt x="4" y="60"/>
                  </a:cubicBezTo>
                  <a:cubicBezTo>
                    <a:pt x="6" y="63"/>
                    <a:pt x="9" y="64"/>
                    <a:pt x="13" y="64"/>
                  </a:cubicBezTo>
                  <a:cubicBezTo>
                    <a:pt x="22" y="64"/>
                    <a:pt x="32" y="58"/>
                    <a:pt x="42" y="44"/>
                  </a:cubicBezTo>
                  <a:cubicBezTo>
                    <a:pt x="41" y="59"/>
                    <a:pt x="44" y="66"/>
                    <a:pt x="52" y="66"/>
                  </a:cubicBezTo>
                  <a:cubicBezTo>
                    <a:pt x="54" y="66"/>
                    <a:pt x="56" y="65"/>
                    <a:pt x="58" y="64"/>
                  </a:cubicBezTo>
                  <a:cubicBezTo>
                    <a:pt x="60" y="63"/>
                    <a:pt x="61" y="61"/>
                    <a:pt x="61" y="59"/>
                  </a:cubicBezTo>
                  <a:cubicBezTo>
                    <a:pt x="61" y="58"/>
                    <a:pt x="60" y="57"/>
                    <a:pt x="58" y="56"/>
                  </a:cubicBezTo>
                  <a:close/>
                  <a:moveTo>
                    <a:pt x="33" y="40"/>
                  </a:moveTo>
                  <a:cubicBezTo>
                    <a:pt x="26" y="48"/>
                    <a:pt x="21" y="52"/>
                    <a:pt x="16" y="52"/>
                  </a:cubicBezTo>
                  <a:cubicBezTo>
                    <a:pt x="15" y="52"/>
                    <a:pt x="14" y="50"/>
                    <a:pt x="14" y="47"/>
                  </a:cubicBezTo>
                  <a:cubicBezTo>
                    <a:pt x="14" y="41"/>
                    <a:pt x="17" y="34"/>
                    <a:pt x="23" y="25"/>
                  </a:cubicBezTo>
                  <a:cubicBezTo>
                    <a:pt x="30" y="17"/>
                    <a:pt x="35" y="13"/>
                    <a:pt x="38" y="13"/>
                  </a:cubicBezTo>
                  <a:cubicBezTo>
                    <a:pt x="40" y="13"/>
                    <a:pt x="40" y="13"/>
                    <a:pt x="41" y="14"/>
                  </a:cubicBezTo>
                  <a:cubicBezTo>
                    <a:pt x="42" y="15"/>
                    <a:pt x="43" y="17"/>
                    <a:pt x="43" y="19"/>
                  </a:cubicBezTo>
                  <a:cubicBezTo>
                    <a:pt x="43" y="25"/>
                    <a:pt x="39" y="32"/>
                    <a:pt x="33"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3" name="Freeform 160"/>
            <p:cNvSpPr>
              <a:spLocks noEditPoints="1"/>
            </p:cNvSpPr>
            <p:nvPr/>
          </p:nvSpPr>
          <p:spPr bwMode="auto">
            <a:xfrm>
              <a:off x="1711325" y="6292851"/>
              <a:ext cx="87313" cy="147638"/>
            </a:xfrm>
            <a:custGeom>
              <a:avLst/>
              <a:gdLst>
                <a:gd name="T0" fmla="*/ 47 w 60"/>
                <a:gd name="T1" fmla="*/ 37 h 102"/>
                <a:gd name="T2" fmla="*/ 32 w 60"/>
                <a:gd name="T3" fmla="*/ 43 h 102"/>
                <a:gd name="T4" fmla="*/ 17 w 60"/>
                <a:gd name="T5" fmla="*/ 58 h 102"/>
                <a:gd name="T6" fmla="*/ 23 w 60"/>
                <a:gd name="T7" fmla="*/ 32 h 102"/>
                <a:gd name="T8" fmla="*/ 27 w 60"/>
                <a:gd name="T9" fmla="*/ 8 h 102"/>
                <a:gd name="T10" fmla="*/ 23 w 60"/>
                <a:gd name="T11" fmla="*/ 0 h 102"/>
                <a:gd name="T12" fmla="*/ 14 w 60"/>
                <a:gd name="T13" fmla="*/ 6 h 102"/>
                <a:gd name="T14" fmla="*/ 6 w 60"/>
                <a:gd name="T15" fmla="*/ 45 h 102"/>
                <a:gd name="T16" fmla="*/ 2 w 60"/>
                <a:gd name="T17" fmla="*/ 69 h 102"/>
                <a:gd name="T18" fmla="*/ 0 w 60"/>
                <a:gd name="T19" fmla="*/ 84 h 102"/>
                <a:gd name="T20" fmla="*/ 2 w 60"/>
                <a:gd name="T21" fmla="*/ 88 h 102"/>
                <a:gd name="T22" fmla="*/ 3 w 60"/>
                <a:gd name="T23" fmla="*/ 90 h 102"/>
                <a:gd name="T24" fmla="*/ 4 w 60"/>
                <a:gd name="T25" fmla="*/ 93 h 102"/>
                <a:gd name="T26" fmla="*/ 9 w 60"/>
                <a:gd name="T27" fmla="*/ 99 h 102"/>
                <a:gd name="T28" fmla="*/ 17 w 60"/>
                <a:gd name="T29" fmla="*/ 102 h 102"/>
                <a:gd name="T30" fmla="*/ 46 w 60"/>
                <a:gd name="T31" fmla="*/ 86 h 102"/>
                <a:gd name="T32" fmla="*/ 60 w 60"/>
                <a:gd name="T33" fmla="*/ 53 h 102"/>
                <a:gd name="T34" fmla="*/ 56 w 60"/>
                <a:gd name="T35" fmla="*/ 42 h 102"/>
                <a:gd name="T36" fmla="*/ 47 w 60"/>
                <a:gd name="T37" fmla="*/ 37 h 102"/>
                <a:gd name="T38" fmla="*/ 42 w 60"/>
                <a:gd name="T39" fmla="*/ 71 h 102"/>
                <a:gd name="T40" fmla="*/ 30 w 60"/>
                <a:gd name="T41" fmla="*/ 85 h 102"/>
                <a:gd name="T42" fmla="*/ 18 w 60"/>
                <a:gd name="T43" fmla="*/ 90 h 102"/>
                <a:gd name="T44" fmla="*/ 13 w 60"/>
                <a:gd name="T45" fmla="*/ 86 h 102"/>
                <a:gd name="T46" fmla="*/ 24 w 60"/>
                <a:gd name="T47" fmla="*/ 63 h 102"/>
                <a:gd name="T48" fmla="*/ 45 w 60"/>
                <a:gd name="T49" fmla="*/ 50 h 102"/>
                <a:gd name="T50" fmla="*/ 47 w 60"/>
                <a:gd name="T51" fmla="*/ 56 h 102"/>
                <a:gd name="T52" fmla="*/ 42 w 60"/>
                <a:gd name="T53" fmla="*/ 7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0" h="102">
                  <a:moveTo>
                    <a:pt x="47" y="37"/>
                  </a:moveTo>
                  <a:cubicBezTo>
                    <a:pt x="43" y="37"/>
                    <a:pt x="38" y="39"/>
                    <a:pt x="32" y="43"/>
                  </a:cubicBezTo>
                  <a:cubicBezTo>
                    <a:pt x="27" y="47"/>
                    <a:pt x="21" y="52"/>
                    <a:pt x="17" y="58"/>
                  </a:cubicBezTo>
                  <a:cubicBezTo>
                    <a:pt x="19" y="47"/>
                    <a:pt x="21" y="38"/>
                    <a:pt x="23" y="32"/>
                  </a:cubicBezTo>
                  <a:cubicBezTo>
                    <a:pt x="26" y="20"/>
                    <a:pt x="27" y="12"/>
                    <a:pt x="27" y="8"/>
                  </a:cubicBezTo>
                  <a:cubicBezTo>
                    <a:pt x="27" y="3"/>
                    <a:pt x="26" y="0"/>
                    <a:pt x="23" y="0"/>
                  </a:cubicBezTo>
                  <a:cubicBezTo>
                    <a:pt x="19" y="0"/>
                    <a:pt x="16" y="2"/>
                    <a:pt x="14" y="6"/>
                  </a:cubicBezTo>
                  <a:cubicBezTo>
                    <a:pt x="12" y="10"/>
                    <a:pt x="10" y="23"/>
                    <a:pt x="6" y="45"/>
                  </a:cubicBezTo>
                  <a:cubicBezTo>
                    <a:pt x="2" y="69"/>
                    <a:pt x="2" y="69"/>
                    <a:pt x="2" y="69"/>
                  </a:cubicBezTo>
                  <a:cubicBezTo>
                    <a:pt x="1" y="76"/>
                    <a:pt x="0" y="81"/>
                    <a:pt x="0" y="84"/>
                  </a:cubicBezTo>
                  <a:cubicBezTo>
                    <a:pt x="0" y="86"/>
                    <a:pt x="1" y="87"/>
                    <a:pt x="2" y="88"/>
                  </a:cubicBezTo>
                  <a:cubicBezTo>
                    <a:pt x="3" y="89"/>
                    <a:pt x="3" y="89"/>
                    <a:pt x="3" y="90"/>
                  </a:cubicBezTo>
                  <a:cubicBezTo>
                    <a:pt x="4" y="90"/>
                    <a:pt x="4" y="91"/>
                    <a:pt x="4" y="93"/>
                  </a:cubicBezTo>
                  <a:cubicBezTo>
                    <a:pt x="5" y="95"/>
                    <a:pt x="6" y="97"/>
                    <a:pt x="9" y="99"/>
                  </a:cubicBezTo>
                  <a:cubicBezTo>
                    <a:pt x="11" y="101"/>
                    <a:pt x="14" y="102"/>
                    <a:pt x="17" y="102"/>
                  </a:cubicBezTo>
                  <a:cubicBezTo>
                    <a:pt x="28" y="102"/>
                    <a:pt x="37" y="96"/>
                    <a:pt x="46" y="86"/>
                  </a:cubicBezTo>
                  <a:cubicBezTo>
                    <a:pt x="55" y="76"/>
                    <a:pt x="60" y="65"/>
                    <a:pt x="60" y="53"/>
                  </a:cubicBezTo>
                  <a:cubicBezTo>
                    <a:pt x="60" y="49"/>
                    <a:pt x="59" y="45"/>
                    <a:pt x="56" y="42"/>
                  </a:cubicBezTo>
                  <a:cubicBezTo>
                    <a:pt x="54" y="39"/>
                    <a:pt x="51" y="37"/>
                    <a:pt x="47" y="37"/>
                  </a:cubicBezTo>
                  <a:close/>
                  <a:moveTo>
                    <a:pt x="42" y="71"/>
                  </a:moveTo>
                  <a:cubicBezTo>
                    <a:pt x="38" y="77"/>
                    <a:pt x="35" y="81"/>
                    <a:pt x="30" y="85"/>
                  </a:cubicBezTo>
                  <a:cubicBezTo>
                    <a:pt x="26" y="88"/>
                    <a:pt x="22" y="90"/>
                    <a:pt x="18" y="90"/>
                  </a:cubicBezTo>
                  <a:cubicBezTo>
                    <a:pt x="16" y="90"/>
                    <a:pt x="14" y="88"/>
                    <a:pt x="13" y="86"/>
                  </a:cubicBezTo>
                  <a:cubicBezTo>
                    <a:pt x="13" y="80"/>
                    <a:pt x="17" y="72"/>
                    <a:pt x="24" y="63"/>
                  </a:cubicBezTo>
                  <a:cubicBezTo>
                    <a:pt x="32" y="55"/>
                    <a:pt x="39" y="50"/>
                    <a:pt x="45" y="50"/>
                  </a:cubicBezTo>
                  <a:cubicBezTo>
                    <a:pt x="46" y="50"/>
                    <a:pt x="47" y="52"/>
                    <a:pt x="47" y="56"/>
                  </a:cubicBezTo>
                  <a:cubicBezTo>
                    <a:pt x="47" y="60"/>
                    <a:pt x="45" y="65"/>
                    <a:pt x="42"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4" name="Freeform 161"/>
            <p:cNvSpPr>
              <a:spLocks/>
            </p:cNvSpPr>
            <p:nvPr/>
          </p:nvSpPr>
          <p:spPr bwMode="auto">
            <a:xfrm>
              <a:off x="1812925" y="6299201"/>
              <a:ext cx="38100" cy="146050"/>
            </a:xfrm>
            <a:custGeom>
              <a:avLst/>
              <a:gdLst>
                <a:gd name="T0" fmla="*/ 20 w 26"/>
                <a:gd name="T1" fmla="*/ 0 h 101"/>
                <a:gd name="T2" fmla="*/ 13 w 26"/>
                <a:gd name="T3" fmla="*/ 4 h 101"/>
                <a:gd name="T4" fmla="*/ 5 w 26"/>
                <a:gd name="T5" fmla="*/ 37 h 101"/>
                <a:gd name="T6" fmla="*/ 0 w 26"/>
                <a:gd name="T7" fmla="*/ 84 h 101"/>
                <a:gd name="T8" fmla="*/ 2 w 26"/>
                <a:gd name="T9" fmla="*/ 97 h 101"/>
                <a:gd name="T10" fmla="*/ 8 w 26"/>
                <a:gd name="T11" fmla="*/ 101 h 101"/>
                <a:gd name="T12" fmla="*/ 13 w 26"/>
                <a:gd name="T13" fmla="*/ 99 h 101"/>
                <a:gd name="T14" fmla="*/ 16 w 26"/>
                <a:gd name="T15" fmla="*/ 93 h 101"/>
                <a:gd name="T16" fmla="*/ 16 w 26"/>
                <a:gd name="T17" fmla="*/ 89 h 101"/>
                <a:gd name="T18" fmla="*/ 14 w 26"/>
                <a:gd name="T19" fmla="*/ 72 h 101"/>
                <a:gd name="T20" fmla="*/ 16 w 26"/>
                <a:gd name="T21" fmla="*/ 53 h 101"/>
                <a:gd name="T22" fmla="*/ 20 w 26"/>
                <a:gd name="T23" fmla="*/ 31 h 101"/>
                <a:gd name="T24" fmla="*/ 25 w 26"/>
                <a:gd name="T25" fmla="*/ 13 h 101"/>
                <a:gd name="T26" fmla="*/ 26 w 26"/>
                <a:gd name="T27" fmla="*/ 6 h 101"/>
                <a:gd name="T28" fmla="*/ 20 w 26"/>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 h="101">
                  <a:moveTo>
                    <a:pt x="20" y="0"/>
                  </a:moveTo>
                  <a:cubicBezTo>
                    <a:pt x="17" y="0"/>
                    <a:pt x="15" y="1"/>
                    <a:pt x="13" y="4"/>
                  </a:cubicBezTo>
                  <a:cubicBezTo>
                    <a:pt x="11" y="8"/>
                    <a:pt x="8" y="18"/>
                    <a:pt x="5" y="37"/>
                  </a:cubicBezTo>
                  <a:cubicBezTo>
                    <a:pt x="2" y="55"/>
                    <a:pt x="0" y="71"/>
                    <a:pt x="0" y="84"/>
                  </a:cubicBezTo>
                  <a:cubicBezTo>
                    <a:pt x="0" y="90"/>
                    <a:pt x="1" y="95"/>
                    <a:pt x="2" y="97"/>
                  </a:cubicBezTo>
                  <a:cubicBezTo>
                    <a:pt x="3" y="100"/>
                    <a:pt x="5" y="101"/>
                    <a:pt x="8" y="101"/>
                  </a:cubicBezTo>
                  <a:cubicBezTo>
                    <a:pt x="10" y="101"/>
                    <a:pt x="12" y="100"/>
                    <a:pt x="13" y="99"/>
                  </a:cubicBezTo>
                  <a:cubicBezTo>
                    <a:pt x="15" y="97"/>
                    <a:pt x="16" y="95"/>
                    <a:pt x="16" y="93"/>
                  </a:cubicBezTo>
                  <a:cubicBezTo>
                    <a:pt x="16" y="92"/>
                    <a:pt x="16" y="91"/>
                    <a:pt x="16" y="89"/>
                  </a:cubicBezTo>
                  <a:cubicBezTo>
                    <a:pt x="15" y="83"/>
                    <a:pt x="14" y="77"/>
                    <a:pt x="14" y="72"/>
                  </a:cubicBezTo>
                  <a:cubicBezTo>
                    <a:pt x="14" y="68"/>
                    <a:pt x="15" y="61"/>
                    <a:pt x="16" y="53"/>
                  </a:cubicBezTo>
                  <a:cubicBezTo>
                    <a:pt x="17" y="45"/>
                    <a:pt x="18" y="38"/>
                    <a:pt x="20" y="31"/>
                  </a:cubicBezTo>
                  <a:cubicBezTo>
                    <a:pt x="23" y="21"/>
                    <a:pt x="24" y="15"/>
                    <a:pt x="25" y="13"/>
                  </a:cubicBezTo>
                  <a:cubicBezTo>
                    <a:pt x="26" y="11"/>
                    <a:pt x="26" y="8"/>
                    <a:pt x="26" y="6"/>
                  </a:cubicBezTo>
                  <a:cubicBezTo>
                    <a:pt x="26" y="2"/>
                    <a:pt x="24" y="0"/>
                    <a:pt x="2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5" name="Freeform 162"/>
            <p:cNvSpPr>
              <a:spLocks noEditPoints="1"/>
            </p:cNvSpPr>
            <p:nvPr/>
          </p:nvSpPr>
          <p:spPr bwMode="auto">
            <a:xfrm>
              <a:off x="1855787" y="6345238"/>
              <a:ext cx="77788" cy="98425"/>
            </a:xfrm>
            <a:custGeom>
              <a:avLst/>
              <a:gdLst>
                <a:gd name="T0" fmla="*/ 50 w 53"/>
                <a:gd name="T1" fmla="*/ 41 h 68"/>
                <a:gd name="T2" fmla="*/ 46 w 53"/>
                <a:gd name="T3" fmla="*/ 43 h 68"/>
                <a:gd name="T4" fmla="*/ 23 w 53"/>
                <a:gd name="T5" fmla="*/ 55 h 68"/>
                <a:gd name="T6" fmla="*/ 16 w 53"/>
                <a:gd name="T7" fmla="*/ 53 h 68"/>
                <a:gd name="T8" fmla="*/ 14 w 53"/>
                <a:gd name="T9" fmla="*/ 48 h 68"/>
                <a:gd name="T10" fmla="*/ 16 w 53"/>
                <a:gd name="T11" fmla="*/ 45 h 68"/>
                <a:gd name="T12" fmla="*/ 40 w 53"/>
                <a:gd name="T13" fmla="*/ 33 h 68"/>
                <a:gd name="T14" fmla="*/ 50 w 53"/>
                <a:gd name="T15" fmla="*/ 14 h 68"/>
                <a:gd name="T16" fmla="*/ 46 w 53"/>
                <a:gd name="T17" fmla="*/ 4 h 68"/>
                <a:gd name="T18" fmla="*/ 35 w 53"/>
                <a:gd name="T19" fmla="*/ 0 h 68"/>
                <a:gd name="T20" fmla="*/ 11 w 53"/>
                <a:gd name="T21" fmla="*/ 14 h 68"/>
                <a:gd name="T22" fmla="*/ 0 w 53"/>
                <a:gd name="T23" fmla="*/ 44 h 68"/>
                <a:gd name="T24" fmla="*/ 5 w 53"/>
                <a:gd name="T25" fmla="*/ 61 h 68"/>
                <a:gd name="T26" fmla="*/ 21 w 53"/>
                <a:gd name="T27" fmla="*/ 68 h 68"/>
                <a:gd name="T28" fmla="*/ 43 w 53"/>
                <a:gd name="T29" fmla="*/ 59 h 68"/>
                <a:gd name="T30" fmla="*/ 53 w 53"/>
                <a:gd name="T31" fmla="*/ 45 h 68"/>
                <a:gd name="T32" fmla="*/ 50 w 53"/>
                <a:gd name="T33" fmla="*/ 41 h 68"/>
                <a:gd name="T34" fmla="*/ 23 w 53"/>
                <a:gd name="T35" fmla="*/ 19 h 68"/>
                <a:gd name="T36" fmla="*/ 34 w 53"/>
                <a:gd name="T37" fmla="*/ 12 h 68"/>
                <a:gd name="T38" fmla="*/ 37 w 53"/>
                <a:gd name="T39" fmla="*/ 13 h 68"/>
                <a:gd name="T40" fmla="*/ 38 w 53"/>
                <a:gd name="T41" fmla="*/ 16 h 68"/>
                <a:gd name="T42" fmla="*/ 31 w 53"/>
                <a:gd name="T43" fmla="*/ 27 h 68"/>
                <a:gd name="T44" fmla="*/ 15 w 53"/>
                <a:gd name="T45" fmla="*/ 35 h 68"/>
                <a:gd name="T46" fmla="*/ 23 w 53"/>
                <a:gd name="T47" fmla="*/ 1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3" h="68">
                  <a:moveTo>
                    <a:pt x="50" y="41"/>
                  </a:moveTo>
                  <a:cubicBezTo>
                    <a:pt x="49" y="41"/>
                    <a:pt x="47" y="42"/>
                    <a:pt x="46" y="43"/>
                  </a:cubicBezTo>
                  <a:cubicBezTo>
                    <a:pt x="38" y="51"/>
                    <a:pt x="30" y="55"/>
                    <a:pt x="23" y="55"/>
                  </a:cubicBezTo>
                  <a:cubicBezTo>
                    <a:pt x="20" y="55"/>
                    <a:pt x="18" y="54"/>
                    <a:pt x="16" y="53"/>
                  </a:cubicBezTo>
                  <a:cubicBezTo>
                    <a:pt x="15" y="51"/>
                    <a:pt x="14" y="49"/>
                    <a:pt x="14" y="48"/>
                  </a:cubicBezTo>
                  <a:cubicBezTo>
                    <a:pt x="14" y="46"/>
                    <a:pt x="14" y="46"/>
                    <a:pt x="16" y="45"/>
                  </a:cubicBezTo>
                  <a:cubicBezTo>
                    <a:pt x="26" y="43"/>
                    <a:pt x="34" y="39"/>
                    <a:pt x="40" y="33"/>
                  </a:cubicBezTo>
                  <a:cubicBezTo>
                    <a:pt x="47" y="27"/>
                    <a:pt x="50" y="21"/>
                    <a:pt x="50" y="14"/>
                  </a:cubicBezTo>
                  <a:cubicBezTo>
                    <a:pt x="50" y="10"/>
                    <a:pt x="48" y="7"/>
                    <a:pt x="46" y="4"/>
                  </a:cubicBezTo>
                  <a:cubicBezTo>
                    <a:pt x="43" y="2"/>
                    <a:pt x="40" y="0"/>
                    <a:pt x="35" y="0"/>
                  </a:cubicBezTo>
                  <a:cubicBezTo>
                    <a:pt x="27" y="0"/>
                    <a:pt x="19" y="5"/>
                    <a:pt x="11" y="14"/>
                  </a:cubicBezTo>
                  <a:cubicBezTo>
                    <a:pt x="4" y="24"/>
                    <a:pt x="0" y="34"/>
                    <a:pt x="0" y="44"/>
                  </a:cubicBezTo>
                  <a:cubicBezTo>
                    <a:pt x="0" y="52"/>
                    <a:pt x="2" y="57"/>
                    <a:pt x="5" y="61"/>
                  </a:cubicBezTo>
                  <a:cubicBezTo>
                    <a:pt x="9" y="66"/>
                    <a:pt x="14" y="68"/>
                    <a:pt x="21" y="68"/>
                  </a:cubicBezTo>
                  <a:cubicBezTo>
                    <a:pt x="29" y="68"/>
                    <a:pt x="37" y="65"/>
                    <a:pt x="43" y="59"/>
                  </a:cubicBezTo>
                  <a:cubicBezTo>
                    <a:pt x="50" y="54"/>
                    <a:pt x="53" y="49"/>
                    <a:pt x="53" y="45"/>
                  </a:cubicBezTo>
                  <a:cubicBezTo>
                    <a:pt x="53" y="42"/>
                    <a:pt x="52" y="41"/>
                    <a:pt x="50" y="41"/>
                  </a:cubicBezTo>
                  <a:close/>
                  <a:moveTo>
                    <a:pt x="23" y="19"/>
                  </a:moveTo>
                  <a:cubicBezTo>
                    <a:pt x="27" y="14"/>
                    <a:pt x="31" y="12"/>
                    <a:pt x="34" y="12"/>
                  </a:cubicBezTo>
                  <a:cubicBezTo>
                    <a:pt x="35" y="12"/>
                    <a:pt x="36" y="12"/>
                    <a:pt x="37" y="13"/>
                  </a:cubicBezTo>
                  <a:cubicBezTo>
                    <a:pt x="37" y="14"/>
                    <a:pt x="38" y="15"/>
                    <a:pt x="38" y="16"/>
                  </a:cubicBezTo>
                  <a:cubicBezTo>
                    <a:pt x="38" y="20"/>
                    <a:pt x="35" y="23"/>
                    <a:pt x="31" y="27"/>
                  </a:cubicBezTo>
                  <a:cubicBezTo>
                    <a:pt x="26" y="31"/>
                    <a:pt x="21" y="34"/>
                    <a:pt x="15" y="35"/>
                  </a:cubicBezTo>
                  <a:cubicBezTo>
                    <a:pt x="16" y="29"/>
                    <a:pt x="19" y="24"/>
                    <a:pt x="23"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6" name="Freeform 163"/>
            <p:cNvSpPr>
              <a:spLocks/>
            </p:cNvSpPr>
            <p:nvPr/>
          </p:nvSpPr>
          <p:spPr bwMode="auto">
            <a:xfrm>
              <a:off x="2381250" y="6311901"/>
              <a:ext cx="112713" cy="127000"/>
            </a:xfrm>
            <a:custGeom>
              <a:avLst/>
              <a:gdLst>
                <a:gd name="T0" fmla="*/ 72 w 78"/>
                <a:gd name="T1" fmla="*/ 2 h 88"/>
                <a:gd name="T2" fmla="*/ 64 w 78"/>
                <a:gd name="T3" fmla="*/ 7 h 88"/>
                <a:gd name="T4" fmla="*/ 60 w 78"/>
                <a:gd name="T5" fmla="*/ 32 h 88"/>
                <a:gd name="T6" fmla="*/ 59 w 78"/>
                <a:gd name="T7" fmla="*/ 44 h 88"/>
                <a:gd name="T8" fmla="*/ 59 w 78"/>
                <a:gd name="T9" fmla="*/ 49 h 88"/>
                <a:gd name="T10" fmla="*/ 52 w 78"/>
                <a:gd name="T11" fmla="*/ 69 h 88"/>
                <a:gd name="T12" fmla="*/ 31 w 78"/>
                <a:gd name="T13" fmla="*/ 75 h 88"/>
                <a:gd name="T14" fmla="*/ 21 w 78"/>
                <a:gd name="T15" fmla="*/ 70 h 88"/>
                <a:gd name="T16" fmla="*/ 14 w 78"/>
                <a:gd name="T17" fmla="*/ 50 h 88"/>
                <a:gd name="T18" fmla="*/ 16 w 78"/>
                <a:gd name="T19" fmla="*/ 35 h 88"/>
                <a:gd name="T20" fmla="*/ 18 w 78"/>
                <a:gd name="T21" fmla="*/ 21 h 88"/>
                <a:gd name="T22" fmla="*/ 21 w 78"/>
                <a:gd name="T23" fmla="*/ 8 h 88"/>
                <a:gd name="T24" fmla="*/ 19 w 78"/>
                <a:gd name="T25" fmla="*/ 4 h 88"/>
                <a:gd name="T26" fmla="*/ 15 w 78"/>
                <a:gd name="T27" fmla="*/ 0 h 88"/>
                <a:gd name="T28" fmla="*/ 8 w 78"/>
                <a:gd name="T29" fmla="*/ 3 h 88"/>
                <a:gd name="T30" fmla="*/ 6 w 78"/>
                <a:gd name="T31" fmla="*/ 13 h 88"/>
                <a:gd name="T32" fmla="*/ 4 w 78"/>
                <a:gd name="T33" fmla="*/ 21 h 88"/>
                <a:gd name="T34" fmla="*/ 4 w 78"/>
                <a:gd name="T35" fmla="*/ 26 h 88"/>
                <a:gd name="T36" fmla="*/ 2 w 78"/>
                <a:gd name="T37" fmla="*/ 37 h 88"/>
                <a:gd name="T38" fmla="*/ 0 w 78"/>
                <a:gd name="T39" fmla="*/ 51 h 88"/>
                <a:gd name="T40" fmla="*/ 4 w 78"/>
                <a:gd name="T41" fmla="*/ 71 h 88"/>
                <a:gd name="T42" fmla="*/ 17 w 78"/>
                <a:gd name="T43" fmla="*/ 84 h 88"/>
                <a:gd name="T44" fmla="*/ 32 w 78"/>
                <a:gd name="T45" fmla="*/ 88 h 88"/>
                <a:gd name="T46" fmla="*/ 55 w 78"/>
                <a:gd name="T47" fmla="*/ 81 h 88"/>
                <a:gd name="T48" fmla="*/ 69 w 78"/>
                <a:gd name="T49" fmla="*/ 67 h 88"/>
                <a:gd name="T50" fmla="*/ 74 w 78"/>
                <a:gd name="T51" fmla="*/ 42 h 88"/>
                <a:gd name="T52" fmla="*/ 75 w 78"/>
                <a:gd name="T53" fmla="*/ 27 h 88"/>
                <a:gd name="T54" fmla="*/ 78 w 78"/>
                <a:gd name="T55" fmla="*/ 10 h 88"/>
                <a:gd name="T56" fmla="*/ 72 w 78"/>
                <a:gd name="T57" fmla="*/ 2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8" h="88">
                  <a:moveTo>
                    <a:pt x="72" y="2"/>
                  </a:moveTo>
                  <a:cubicBezTo>
                    <a:pt x="69" y="2"/>
                    <a:pt x="66" y="4"/>
                    <a:pt x="64" y="7"/>
                  </a:cubicBezTo>
                  <a:cubicBezTo>
                    <a:pt x="63" y="11"/>
                    <a:pt x="61" y="19"/>
                    <a:pt x="60" y="32"/>
                  </a:cubicBezTo>
                  <a:cubicBezTo>
                    <a:pt x="60" y="36"/>
                    <a:pt x="60" y="40"/>
                    <a:pt x="59" y="44"/>
                  </a:cubicBezTo>
                  <a:cubicBezTo>
                    <a:pt x="59" y="45"/>
                    <a:pt x="59" y="47"/>
                    <a:pt x="59" y="49"/>
                  </a:cubicBezTo>
                  <a:cubicBezTo>
                    <a:pt x="58" y="58"/>
                    <a:pt x="55" y="65"/>
                    <a:pt x="52" y="69"/>
                  </a:cubicBezTo>
                  <a:cubicBezTo>
                    <a:pt x="48" y="73"/>
                    <a:pt x="41" y="75"/>
                    <a:pt x="31" y="75"/>
                  </a:cubicBezTo>
                  <a:cubicBezTo>
                    <a:pt x="28" y="75"/>
                    <a:pt x="25" y="73"/>
                    <a:pt x="21" y="70"/>
                  </a:cubicBezTo>
                  <a:cubicBezTo>
                    <a:pt x="16" y="67"/>
                    <a:pt x="14" y="60"/>
                    <a:pt x="14" y="50"/>
                  </a:cubicBezTo>
                  <a:cubicBezTo>
                    <a:pt x="14" y="48"/>
                    <a:pt x="15" y="43"/>
                    <a:pt x="16" y="35"/>
                  </a:cubicBezTo>
                  <a:cubicBezTo>
                    <a:pt x="17" y="28"/>
                    <a:pt x="18" y="23"/>
                    <a:pt x="18" y="21"/>
                  </a:cubicBezTo>
                  <a:cubicBezTo>
                    <a:pt x="20" y="13"/>
                    <a:pt x="21" y="9"/>
                    <a:pt x="21" y="8"/>
                  </a:cubicBezTo>
                  <a:cubicBezTo>
                    <a:pt x="21" y="7"/>
                    <a:pt x="20" y="6"/>
                    <a:pt x="19" y="4"/>
                  </a:cubicBezTo>
                  <a:cubicBezTo>
                    <a:pt x="17" y="1"/>
                    <a:pt x="16" y="0"/>
                    <a:pt x="15" y="0"/>
                  </a:cubicBezTo>
                  <a:cubicBezTo>
                    <a:pt x="12" y="0"/>
                    <a:pt x="10" y="1"/>
                    <a:pt x="8" y="3"/>
                  </a:cubicBezTo>
                  <a:cubicBezTo>
                    <a:pt x="7" y="6"/>
                    <a:pt x="6" y="9"/>
                    <a:pt x="6" y="13"/>
                  </a:cubicBezTo>
                  <a:cubicBezTo>
                    <a:pt x="5" y="15"/>
                    <a:pt x="5" y="18"/>
                    <a:pt x="4" y="21"/>
                  </a:cubicBezTo>
                  <a:cubicBezTo>
                    <a:pt x="4" y="22"/>
                    <a:pt x="4" y="24"/>
                    <a:pt x="4" y="26"/>
                  </a:cubicBezTo>
                  <a:cubicBezTo>
                    <a:pt x="2" y="37"/>
                    <a:pt x="2" y="37"/>
                    <a:pt x="2" y="37"/>
                  </a:cubicBezTo>
                  <a:cubicBezTo>
                    <a:pt x="1" y="42"/>
                    <a:pt x="0" y="47"/>
                    <a:pt x="0" y="51"/>
                  </a:cubicBezTo>
                  <a:cubicBezTo>
                    <a:pt x="0" y="58"/>
                    <a:pt x="2" y="65"/>
                    <a:pt x="4" y="71"/>
                  </a:cubicBezTo>
                  <a:cubicBezTo>
                    <a:pt x="7" y="77"/>
                    <a:pt x="12" y="81"/>
                    <a:pt x="17" y="84"/>
                  </a:cubicBezTo>
                  <a:cubicBezTo>
                    <a:pt x="23" y="86"/>
                    <a:pt x="28" y="88"/>
                    <a:pt x="32" y="88"/>
                  </a:cubicBezTo>
                  <a:cubicBezTo>
                    <a:pt x="41" y="88"/>
                    <a:pt x="49" y="86"/>
                    <a:pt x="55" y="81"/>
                  </a:cubicBezTo>
                  <a:cubicBezTo>
                    <a:pt x="62" y="77"/>
                    <a:pt x="66" y="73"/>
                    <a:pt x="69" y="67"/>
                  </a:cubicBezTo>
                  <a:cubicBezTo>
                    <a:pt x="71" y="62"/>
                    <a:pt x="73" y="53"/>
                    <a:pt x="74" y="42"/>
                  </a:cubicBezTo>
                  <a:cubicBezTo>
                    <a:pt x="74" y="37"/>
                    <a:pt x="75" y="32"/>
                    <a:pt x="75" y="27"/>
                  </a:cubicBezTo>
                  <a:cubicBezTo>
                    <a:pt x="77" y="19"/>
                    <a:pt x="78" y="13"/>
                    <a:pt x="78" y="10"/>
                  </a:cubicBezTo>
                  <a:cubicBezTo>
                    <a:pt x="78" y="5"/>
                    <a:pt x="76" y="2"/>
                    <a:pt x="7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7" name="Freeform 164"/>
            <p:cNvSpPr>
              <a:spLocks/>
            </p:cNvSpPr>
            <p:nvPr/>
          </p:nvSpPr>
          <p:spPr bwMode="auto">
            <a:xfrm>
              <a:off x="2506662" y="6348413"/>
              <a:ext cx="104775" cy="84138"/>
            </a:xfrm>
            <a:custGeom>
              <a:avLst/>
              <a:gdLst>
                <a:gd name="T0" fmla="*/ 70 w 73"/>
                <a:gd name="T1" fmla="*/ 44 h 59"/>
                <a:gd name="T2" fmla="*/ 67 w 73"/>
                <a:gd name="T3" fmla="*/ 44 h 59"/>
                <a:gd name="T4" fmla="*/ 64 w 73"/>
                <a:gd name="T5" fmla="*/ 45 h 59"/>
                <a:gd name="T6" fmla="*/ 59 w 73"/>
                <a:gd name="T7" fmla="*/ 23 h 59"/>
                <a:gd name="T8" fmla="*/ 43 w 73"/>
                <a:gd name="T9" fmla="*/ 2 h 59"/>
                <a:gd name="T10" fmla="*/ 15 w 73"/>
                <a:gd name="T11" fmla="*/ 32 h 59"/>
                <a:gd name="T12" fmla="*/ 19 w 73"/>
                <a:gd name="T13" fmla="*/ 11 h 59"/>
                <a:gd name="T14" fmla="*/ 17 w 73"/>
                <a:gd name="T15" fmla="*/ 2 h 59"/>
                <a:gd name="T16" fmla="*/ 12 w 73"/>
                <a:gd name="T17" fmla="*/ 0 h 59"/>
                <a:gd name="T18" fmla="*/ 7 w 73"/>
                <a:gd name="T19" fmla="*/ 3 h 59"/>
                <a:gd name="T20" fmla="*/ 4 w 73"/>
                <a:gd name="T21" fmla="*/ 9 h 59"/>
                <a:gd name="T22" fmla="*/ 2 w 73"/>
                <a:gd name="T23" fmla="*/ 39 h 59"/>
                <a:gd name="T24" fmla="*/ 0 w 73"/>
                <a:gd name="T25" fmla="*/ 51 h 59"/>
                <a:gd name="T26" fmla="*/ 9 w 73"/>
                <a:gd name="T27" fmla="*/ 59 h 59"/>
                <a:gd name="T28" fmla="*/ 12 w 73"/>
                <a:gd name="T29" fmla="*/ 58 h 59"/>
                <a:gd name="T30" fmla="*/ 14 w 73"/>
                <a:gd name="T31" fmla="*/ 54 h 59"/>
                <a:gd name="T32" fmla="*/ 26 w 73"/>
                <a:gd name="T33" fmla="*/ 32 h 59"/>
                <a:gd name="T34" fmla="*/ 41 w 73"/>
                <a:gd name="T35" fmla="*/ 17 h 59"/>
                <a:gd name="T36" fmla="*/ 46 w 73"/>
                <a:gd name="T37" fmla="*/ 31 h 59"/>
                <a:gd name="T38" fmla="*/ 50 w 73"/>
                <a:gd name="T39" fmla="*/ 50 h 59"/>
                <a:gd name="T40" fmla="*/ 50 w 73"/>
                <a:gd name="T41" fmla="*/ 50 h 59"/>
                <a:gd name="T42" fmla="*/ 60 w 73"/>
                <a:gd name="T43" fmla="*/ 56 h 59"/>
                <a:gd name="T44" fmla="*/ 69 w 73"/>
                <a:gd name="T45" fmla="*/ 53 h 59"/>
                <a:gd name="T46" fmla="*/ 73 w 73"/>
                <a:gd name="T47" fmla="*/ 47 h 59"/>
                <a:gd name="T48" fmla="*/ 70 w 73"/>
                <a:gd name="T49" fmla="*/ 4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3" h="59">
                  <a:moveTo>
                    <a:pt x="70" y="44"/>
                  </a:moveTo>
                  <a:cubicBezTo>
                    <a:pt x="69" y="44"/>
                    <a:pt x="68" y="44"/>
                    <a:pt x="67" y="44"/>
                  </a:cubicBezTo>
                  <a:cubicBezTo>
                    <a:pt x="66" y="45"/>
                    <a:pt x="65" y="45"/>
                    <a:pt x="64" y="45"/>
                  </a:cubicBezTo>
                  <a:cubicBezTo>
                    <a:pt x="62" y="45"/>
                    <a:pt x="60" y="38"/>
                    <a:pt x="59" y="23"/>
                  </a:cubicBezTo>
                  <a:cubicBezTo>
                    <a:pt x="57" y="9"/>
                    <a:pt x="52" y="2"/>
                    <a:pt x="43" y="2"/>
                  </a:cubicBezTo>
                  <a:cubicBezTo>
                    <a:pt x="33" y="2"/>
                    <a:pt x="24" y="12"/>
                    <a:pt x="15" y="32"/>
                  </a:cubicBezTo>
                  <a:cubicBezTo>
                    <a:pt x="17" y="21"/>
                    <a:pt x="19" y="14"/>
                    <a:pt x="19" y="11"/>
                  </a:cubicBezTo>
                  <a:cubicBezTo>
                    <a:pt x="19" y="6"/>
                    <a:pt x="18" y="3"/>
                    <a:pt x="17" y="2"/>
                  </a:cubicBezTo>
                  <a:cubicBezTo>
                    <a:pt x="16" y="1"/>
                    <a:pt x="14" y="0"/>
                    <a:pt x="12" y="0"/>
                  </a:cubicBezTo>
                  <a:cubicBezTo>
                    <a:pt x="10" y="0"/>
                    <a:pt x="8" y="1"/>
                    <a:pt x="7" y="3"/>
                  </a:cubicBezTo>
                  <a:cubicBezTo>
                    <a:pt x="5" y="5"/>
                    <a:pt x="4" y="7"/>
                    <a:pt x="4" y="9"/>
                  </a:cubicBezTo>
                  <a:cubicBezTo>
                    <a:pt x="4" y="21"/>
                    <a:pt x="4" y="31"/>
                    <a:pt x="2" y="39"/>
                  </a:cubicBezTo>
                  <a:cubicBezTo>
                    <a:pt x="1" y="46"/>
                    <a:pt x="0" y="50"/>
                    <a:pt x="0" y="51"/>
                  </a:cubicBezTo>
                  <a:cubicBezTo>
                    <a:pt x="0" y="57"/>
                    <a:pt x="3" y="59"/>
                    <a:pt x="9" y="59"/>
                  </a:cubicBezTo>
                  <a:cubicBezTo>
                    <a:pt x="10" y="59"/>
                    <a:pt x="11" y="59"/>
                    <a:pt x="12" y="58"/>
                  </a:cubicBezTo>
                  <a:cubicBezTo>
                    <a:pt x="13" y="57"/>
                    <a:pt x="13" y="56"/>
                    <a:pt x="14" y="54"/>
                  </a:cubicBezTo>
                  <a:cubicBezTo>
                    <a:pt x="15" y="50"/>
                    <a:pt x="20" y="42"/>
                    <a:pt x="26" y="32"/>
                  </a:cubicBezTo>
                  <a:cubicBezTo>
                    <a:pt x="33" y="22"/>
                    <a:pt x="38" y="17"/>
                    <a:pt x="41" y="17"/>
                  </a:cubicBezTo>
                  <a:cubicBezTo>
                    <a:pt x="43" y="17"/>
                    <a:pt x="45" y="21"/>
                    <a:pt x="46" y="31"/>
                  </a:cubicBezTo>
                  <a:cubicBezTo>
                    <a:pt x="47" y="41"/>
                    <a:pt x="48" y="47"/>
                    <a:pt x="50" y="50"/>
                  </a:cubicBezTo>
                  <a:cubicBezTo>
                    <a:pt x="50" y="50"/>
                    <a:pt x="50" y="50"/>
                    <a:pt x="50" y="50"/>
                  </a:cubicBezTo>
                  <a:cubicBezTo>
                    <a:pt x="52" y="54"/>
                    <a:pt x="55" y="56"/>
                    <a:pt x="60" y="56"/>
                  </a:cubicBezTo>
                  <a:cubicBezTo>
                    <a:pt x="64" y="56"/>
                    <a:pt x="67" y="55"/>
                    <a:pt x="69" y="53"/>
                  </a:cubicBezTo>
                  <a:cubicBezTo>
                    <a:pt x="72" y="51"/>
                    <a:pt x="73" y="49"/>
                    <a:pt x="73" y="47"/>
                  </a:cubicBezTo>
                  <a:cubicBezTo>
                    <a:pt x="73" y="45"/>
                    <a:pt x="72" y="44"/>
                    <a:pt x="70"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8" name="Freeform 165"/>
            <p:cNvSpPr>
              <a:spLocks noEditPoints="1"/>
            </p:cNvSpPr>
            <p:nvPr/>
          </p:nvSpPr>
          <p:spPr bwMode="auto">
            <a:xfrm>
              <a:off x="2619375" y="6338888"/>
              <a:ext cx="76200" cy="98425"/>
            </a:xfrm>
            <a:custGeom>
              <a:avLst/>
              <a:gdLst>
                <a:gd name="T0" fmla="*/ 50 w 53"/>
                <a:gd name="T1" fmla="*/ 41 h 68"/>
                <a:gd name="T2" fmla="*/ 45 w 53"/>
                <a:gd name="T3" fmla="*/ 44 h 68"/>
                <a:gd name="T4" fmla="*/ 23 w 53"/>
                <a:gd name="T5" fmla="*/ 55 h 68"/>
                <a:gd name="T6" fmla="*/ 16 w 53"/>
                <a:gd name="T7" fmla="*/ 53 h 68"/>
                <a:gd name="T8" fmla="*/ 14 w 53"/>
                <a:gd name="T9" fmla="*/ 48 h 68"/>
                <a:gd name="T10" fmla="*/ 15 w 53"/>
                <a:gd name="T11" fmla="*/ 46 h 68"/>
                <a:gd name="T12" fmla="*/ 40 w 53"/>
                <a:gd name="T13" fmla="*/ 33 h 68"/>
                <a:gd name="T14" fmla="*/ 49 w 53"/>
                <a:gd name="T15" fmla="*/ 14 h 68"/>
                <a:gd name="T16" fmla="*/ 46 w 53"/>
                <a:gd name="T17" fmla="*/ 4 h 68"/>
                <a:gd name="T18" fmla="*/ 35 w 53"/>
                <a:gd name="T19" fmla="*/ 0 h 68"/>
                <a:gd name="T20" fmla="*/ 11 w 53"/>
                <a:gd name="T21" fmla="*/ 14 h 68"/>
                <a:gd name="T22" fmla="*/ 0 w 53"/>
                <a:gd name="T23" fmla="*/ 45 h 68"/>
                <a:gd name="T24" fmla="*/ 5 w 53"/>
                <a:gd name="T25" fmla="*/ 62 h 68"/>
                <a:gd name="T26" fmla="*/ 20 w 53"/>
                <a:gd name="T27" fmla="*/ 68 h 68"/>
                <a:gd name="T28" fmla="*/ 43 w 53"/>
                <a:gd name="T29" fmla="*/ 59 h 68"/>
                <a:gd name="T30" fmla="*/ 53 w 53"/>
                <a:gd name="T31" fmla="*/ 45 h 68"/>
                <a:gd name="T32" fmla="*/ 50 w 53"/>
                <a:gd name="T33" fmla="*/ 41 h 68"/>
                <a:gd name="T34" fmla="*/ 23 w 53"/>
                <a:gd name="T35" fmla="*/ 19 h 68"/>
                <a:gd name="T36" fmla="*/ 34 w 53"/>
                <a:gd name="T37" fmla="*/ 12 h 68"/>
                <a:gd name="T38" fmla="*/ 36 w 53"/>
                <a:gd name="T39" fmla="*/ 13 h 68"/>
                <a:gd name="T40" fmla="*/ 38 w 53"/>
                <a:gd name="T41" fmla="*/ 16 h 68"/>
                <a:gd name="T42" fmla="*/ 31 w 53"/>
                <a:gd name="T43" fmla="*/ 27 h 68"/>
                <a:gd name="T44" fmla="*/ 15 w 53"/>
                <a:gd name="T45" fmla="*/ 35 h 68"/>
                <a:gd name="T46" fmla="*/ 23 w 53"/>
                <a:gd name="T47" fmla="*/ 1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3" h="68">
                  <a:moveTo>
                    <a:pt x="50" y="41"/>
                  </a:moveTo>
                  <a:cubicBezTo>
                    <a:pt x="48" y="41"/>
                    <a:pt x="47" y="42"/>
                    <a:pt x="45" y="44"/>
                  </a:cubicBezTo>
                  <a:cubicBezTo>
                    <a:pt x="38" y="52"/>
                    <a:pt x="30" y="55"/>
                    <a:pt x="23" y="55"/>
                  </a:cubicBezTo>
                  <a:cubicBezTo>
                    <a:pt x="20" y="55"/>
                    <a:pt x="18" y="55"/>
                    <a:pt x="16" y="53"/>
                  </a:cubicBezTo>
                  <a:cubicBezTo>
                    <a:pt x="14" y="51"/>
                    <a:pt x="14" y="50"/>
                    <a:pt x="14" y="48"/>
                  </a:cubicBezTo>
                  <a:cubicBezTo>
                    <a:pt x="14" y="47"/>
                    <a:pt x="14" y="46"/>
                    <a:pt x="15" y="46"/>
                  </a:cubicBezTo>
                  <a:cubicBezTo>
                    <a:pt x="25" y="43"/>
                    <a:pt x="33" y="39"/>
                    <a:pt x="40" y="33"/>
                  </a:cubicBezTo>
                  <a:cubicBezTo>
                    <a:pt x="46" y="27"/>
                    <a:pt x="49" y="21"/>
                    <a:pt x="49" y="14"/>
                  </a:cubicBezTo>
                  <a:cubicBezTo>
                    <a:pt x="49" y="10"/>
                    <a:pt x="48" y="7"/>
                    <a:pt x="46" y="4"/>
                  </a:cubicBezTo>
                  <a:cubicBezTo>
                    <a:pt x="43" y="2"/>
                    <a:pt x="40" y="0"/>
                    <a:pt x="35" y="0"/>
                  </a:cubicBezTo>
                  <a:cubicBezTo>
                    <a:pt x="27" y="0"/>
                    <a:pt x="19" y="5"/>
                    <a:pt x="11" y="14"/>
                  </a:cubicBezTo>
                  <a:cubicBezTo>
                    <a:pt x="3" y="24"/>
                    <a:pt x="0" y="34"/>
                    <a:pt x="0" y="45"/>
                  </a:cubicBezTo>
                  <a:cubicBezTo>
                    <a:pt x="0" y="52"/>
                    <a:pt x="1" y="58"/>
                    <a:pt x="5" y="62"/>
                  </a:cubicBezTo>
                  <a:cubicBezTo>
                    <a:pt x="9" y="66"/>
                    <a:pt x="14" y="68"/>
                    <a:pt x="20" y="68"/>
                  </a:cubicBezTo>
                  <a:cubicBezTo>
                    <a:pt x="29" y="68"/>
                    <a:pt x="36" y="65"/>
                    <a:pt x="43" y="59"/>
                  </a:cubicBezTo>
                  <a:cubicBezTo>
                    <a:pt x="50" y="54"/>
                    <a:pt x="53" y="49"/>
                    <a:pt x="53" y="45"/>
                  </a:cubicBezTo>
                  <a:cubicBezTo>
                    <a:pt x="53" y="43"/>
                    <a:pt x="52" y="41"/>
                    <a:pt x="50" y="41"/>
                  </a:cubicBezTo>
                  <a:close/>
                  <a:moveTo>
                    <a:pt x="23" y="19"/>
                  </a:moveTo>
                  <a:cubicBezTo>
                    <a:pt x="27" y="14"/>
                    <a:pt x="30" y="12"/>
                    <a:pt x="34" y="12"/>
                  </a:cubicBezTo>
                  <a:cubicBezTo>
                    <a:pt x="35" y="12"/>
                    <a:pt x="36" y="12"/>
                    <a:pt x="36" y="13"/>
                  </a:cubicBezTo>
                  <a:cubicBezTo>
                    <a:pt x="37" y="14"/>
                    <a:pt x="38" y="15"/>
                    <a:pt x="38" y="16"/>
                  </a:cubicBezTo>
                  <a:cubicBezTo>
                    <a:pt x="38" y="20"/>
                    <a:pt x="35" y="23"/>
                    <a:pt x="31" y="27"/>
                  </a:cubicBezTo>
                  <a:cubicBezTo>
                    <a:pt x="26" y="31"/>
                    <a:pt x="21" y="34"/>
                    <a:pt x="15" y="35"/>
                  </a:cubicBezTo>
                  <a:cubicBezTo>
                    <a:pt x="16" y="29"/>
                    <a:pt x="19" y="24"/>
                    <a:pt x="23"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9" name="Freeform 166"/>
            <p:cNvSpPr>
              <a:spLocks noEditPoints="1"/>
            </p:cNvSpPr>
            <p:nvPr/>
          </p:nvSpPr>
          <p:spPr bwMode="auto">
            <a:xfrm>
              <a:off x="2705100" y="6340476"/>
              <a:ext cx="88900" cy="95250"/>
            </a:xfrm>
            <a:custGeom>
              <a:avLst/>
              <a:gdLst>
                <a:gd name="T0" fmla="*/ 59 w 61"/>
                <a:gd name="T1" fmla="*/ 56 h 66"/>
                <a:gd name="T2" fmla="*/ 56 w 61"/>
                <a:gd name="T3" fmla="*/ 54 h 66"/>
                <a:gd name="T4" fmla="*/ 54 w 61"/>
                <a:gd name="T5" fmla="*/ 51 h 66"/>
                <a:gd name="T6" fmla="*/ 53 w 61"/>
                <a:gd name="T7" fmla="*/ 40 h 66"/>
                <a:gd name="T8" fmla="*/ 56 w 61"/>
                <a:gd name="T9" fmla="*/ 21 h 66"/>
                <a:gd name="T10" fmla="*/ 57 w 61"/>
                <a:gd name="T11" fmla="*/ 13 h 66"/>
                <a:gd name="T12" fmla="*/ 50 w 61"/>
                <a:gd name="T13" fmla="*/ 8 h 66"/>
                <a:gd name="T14" fmla="*/ 41 w 61"/>
                <a:gd name="T15" fmla="*/ 0 h 66"/>
                <a:gd name="T16" fmla="*/ 14 w 61"/>
                <a:gd name="T17" fmla="*/ 18 h 66"/>
                <a:gd name="T18" fmla="*/ 0 w 61"/>
                <a:gd name="T19" fmla="*/ 50 h 66"/>
                <a:gd name="T20" fmla="*/ 4 w 61"/>
                <a:gd name="T21" fmla="*/ 60 h 66"/>
                <a:gd name="T22" fmla="*/ 13 w 61"/>
                <a:gd name="T23" fmla="*/ 65 h 66"/>
                <a:gd name="T24" fmla="*/ 42 w 61"/>
                <a:gd name="T25" fmla="*/ 45 h 66"/>
                <a:gd name="T26" fmla="*/ 52 w 61"/>
                <a:gd name="T27" fmla="*/ 66 h 66"/>
                <a:gd name="T28" fmla="*/ 58 w 61"/>
                <a:gd name="T29" fmla="*/ 64 h 66"/>
                <a:gd name="T30" fmla="*/ 61 w 61"/>
                <a:gd name="T31" fmla="*/ 59 h 66"/>
                <a:gd name="T32" fmla="*/ 59 w 61"/>
                <a:gd name="T33" fmla="*/ 56 h 66"/>
                <a:gd name="T34" fmla="*/ 33 w 61"/>
                <a:gd name="T35" fmla="*/ 40 h 66"/>
                <a:gd name="T36" fmla="*/ 16 w 61"/>
                <a:gd name="T37" fmla="*/ 52 h 66"/>
                <a:gd name="T38" fmla="*/ 14 w 61"/>
                <a:gd name="T39" fmla="*/ 47 h 66"/>
                <a:gd name="T40" fmla="*/ 23 w 61"/>
                <a:gd name="T41" fmla="*/ 26 h 66"/>
                <a:gd name="T42" fmla="*/ 39 w 61"/>
                <a:gd name="T43" fmla="*/ 13 h 66"/>
                <a:gd name="T44" fmla="*/ 41 w 61"/>
                <a:gd name="T45" fmla="*/ 14 h 66"/>
                <a:gd name="T46" fmla="*/ 43 w 61"/>
                <a:gd name="T47" fmla="*/ 19 h 66"/>
                <a:gd name="T48" fmla="*/ 33 w 61"/>
                <a:gd name="T49" fmla="*/ 4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1" h="66">
                  <a:moveTo>
                    <a:pt x="59" y="56"/>
                  </a:moveTo>
                  <a:cubicBezTo>
                    <a:pt x="57" y="56"/>
                    <a:pt x="56" y="55"/>
                    <a:pt x="56" y="54"/>
                  </a:cubicBezTo>
                  <a:cubicBezTo>
                    <a:pt x="55" y="54"/>
                    <a:pt x="55" y="53"/>
                    <a:pt x="54" y="51"/>
                  </a:cubicBezTo>
                  <a:cubicBezTo>
                    <a:pt x="54" y="49"/>
                    <a:pt x="53" y="45"/>
                    <a:pt x="53" y="40"/>
                  </a:cubicBezTo>
                  <a:cubicBezTo>
                    <a:pt x="53" y="36"/>
                    <a:pt x="54" y="29"/>
                    <a:pt x="56" y="21"/>
                  </a:cubicBezTo>
                  <a:cubicBezTo>
                    <a:pt x="56" y="17"/>
                    <a:pt x="57" y="14"/>
                    <a:pt x="57" y="13"/>
                  </a:cubicBezTo>
                  <a:cubicBezTo>
                    <a:pt x="57" y="9"/>
                    <a:pt x="55" y="8"/>
                    <a:pt x="50" y="8"/>
                  </a:cubicBezTo>
                  <a:cubicBezTo>
                    <a:pt x="49" y="3"/>
                    <a:pt x="46" y="0"/>
                    <a:pt x="41" y="0"/>
                  </a:cubicBezTo>
                  <a:cubicBezTo>
                    <a:pt x="32" y="0"/>
                    <a:pt x="23" y="6"/>
                    <a:pt x="14" y="18"/>
                  </a:cubicBezTo>
                  <a:cubicBezTo>
                    <a:pt x="5" y="29"/>
                    <a:pt x="0" y="40"/>
                    <a:pt x="0" y="50"/>
                  </a:cubicBezTo>
                  <a:cubicBezTo>
                    <a:pt x="0" y="54"/>
                    <a:pt x="1" y="58"/>
                    <a:pt x="4" y="60"/>
                  </a:cubicBezTo>
                  <a:cubicBezTo>
                    <a:pt x="6" y="63"/>
                    <a:pt x="9" y="65"/>
                    <a:pt x="13" y="65"/>
                  </a:cubicBezTo>
                  <a:cubicBezTo>
                    <a:pt x="22" y="65"/>
                    <a:pt x="32" y="58"/>
                    <a:pt x="42" y="45"/>
                  </a:cubicBezTo>
                  <a:cubicBezTo>
                    <a:pt x="41" y="59"/>
                    <a:pt x="45" y="66"/>
                    <a:pt x="52" y="66"/>
                  </a:cubicBezTo>
                  <a:cubicBezTo>
                    <a:pt x="54" y="66"/>
                    <a:pt x="56" y="66"/>
                    <a:pt x="58" y="64"/>
                  </a:cubicBezTo>
                  <a:cubicBezTo>
                    <a:pt x="60" y="63"/>
                    <a:pt x="61" y="61"/>
                    <a:pt x="61" y="59"/>
                  </a:cubicBezTo>
                  <a:cubicBezTo>
                    <a:pt x="61" y="58"/>
                    <a:pt x="60" y="57"/>
                    <a:pt x="59" y="56"/>
                  </a:cubicBezTo>
                  <a:close/>
                  <a:moveTo>
                    <a:pt x="33" y="40"/>
                  </a:moveTo>
                  <a:cubicBezTo>
                    <a:pt x="26" y="48"/>
                    <a:pt x="21" y="52"/>
                    <a:pt x="16" y="52"/>
                  </a:cubicBezTo>
                  <a:cubicBezTo>
                    <a:pt x="15" y="52"/>
                    <a:pt x="14" y="51"/>
                    <a:pt x="14" y="47"/>
                  </a:cubicBezTo>
                  <a:cubicBezTo>
                    <a:pt x="14" y="41"/>
                    <a:pt x="17" y="34"/>
                    <a:pt x="23" y="26"/>
                  </a:cubicBezTo>
                  <a:cubicBezTo>
                    <a:pt x="30" y="17"/>
                    <a:pt x="35" y="13"/>
                    <a:pt x="39" y="13"/>
                  </a:cubicBezTo>
                  <a:cubicBezTo>
                    <a:pt x="40" y="13"/>
                    <a:pt x="41" y="13"/>
                    <a:pt x="41" y="14"/>
                  </a:cubicBezTo>
                  <a:cubicBezTo>
                    <a:pt x="42" y="16"/>
                    <a:pt x="43" y="17"/>
                    <a:pt x="43" y="19"/>
                  </a:cubicBezTo>
                  <a:cubicBezTo>
                    <a:pt x="43" y="25"/>
                    <a:pt x="39" y="32"/>
                    <a:pt x="33"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0" name="Freeform 167"/>
            <p:cNvSpPr>
              <a:spLocks/>
            </p:cNvSpPr>
            <p:nvPr/>
          </p:nvSpPr>
          <p:spPr bwMode="auto">
            <a:xfrm>
              <a:off x="2813050" y="6343651"/>
              <a:ext cx="82550" cy="93663"/>
            </a:xfrm>
            <a:custGeom>
              <a:avLst/>
              <a:gdLst>
                <a:gd name="T0" fmla="*/ 43 w 57"/>
                <a:gd name="T1" fmla="*/ 0 h 65"/>
                <a:gd name="T2" fmla="*/ 28 w 57"/>
                <a:gd name="T3" fmla="*/ 9 h 65"/>
                <a:gd name="T4" fmla="*/ 13 w 57"/>
                <a:gd name="T5" fmla="*/ 32 h 65"/>
                <a:gd name="T6" fmla="*/ 12 w 57"/>
                <a:gd name="T7" fmla="*/ 33 h 65"/>
                <a:gd name="T8" fmla="*/ 13 w 57"/>
                <a:gd name="T9" fmla="*/ 25 h 65"/>
                <a:gd name="T10" fmla="*/ 15 w 57"/>
                <a:gd name="T11" fmla="*/ 18 h 65"/>
                <a:gd name="T12" fmla="*/ 17 w 57"/>
                <a:gd name="T13" fmla="*/ 6 h 65"/>
                <a:gd name="T14" fmla="*/ 16 w 57"/>
                <a:gd name="T15" fmla="*/ 2 h 65"/>
                <a:gd name="T16" fmla="*/ 11 w 57"/>
                <a:gd name="T17" fmla="*/ 1 h 65"/>
                <a:gd name="T18" fmla="*/ 6 w 57"/>
                <a:gd name="T19" fmla="*/ 3 h 65"/>
                <a:gd name="T20" fmla="*/ 3 w 57"/>
                <a:gd name="T21" fmla="*/ 6 h 65"/>
                <a:gd name="T22" fmla="*/ 1 w 57"/>
                <a:gd name="T23" fmla="*/ 14 h 65"/>
                <a:gd name="T24" fmla="*/ 1 w 57"/>
                <a:gd name="T25" fmla="*/ 18 h 65"/>
                <a:gd name="T26" fmla="*/ 0 w 57"/>
                <a:gd name="T27" fmla="*/ 35 h 65"/>
                <a:gd name="T28" fmla="*/ 0 w 57"/>
                <a:gd name="T29" fmla="*/ 46 h 65"/>
                <a:gd name="T30" fmla="*/ 1 w 57"/>
                <a:gd name="T31" fmla="*/ 61 h 65"/>
                <a:gd name="T32" fmla="*/ 7 w 57"/>
                <a:gd name="T33" fmla="*/ 65 h 65"/>
                <a:gd name="T34" fmla="*/ 13 w 57"/>
                <a:gd name="T35" fmla="*/ 63 h 65"/>
                <a:gd name="T36" fmla="*/ 16 w 57"/>
                <a:gd name="T37" fmla="*/ 56 h 65"/>
                <a:gd name="T38" fmla="*/ 28 w 57"/>
                <a:gd name="T39" fmla="*/ 26 h 65"/>
                <a:gd name="T40" fmla="*/ 42 w 57"/>
                <a:gd name="T41" fmla="*/ 13 h 65"/>
                <a:gd name="T42" fmla="*/ 45 w 57"/>
                <a:gd name="T43" fmla="*/ 15 h 65"/>
                <a:gd name="T44" fmla="*/ 52 w 57"/>
                <a:gd name="T45" fmla="*/ 18 h 65"/>
                <a:gd name="T46" fmla="*/ 55 w 57"/>
                <a:gd name="T47" fmla="*/ 16 h 65"/>
                <a:gd name="T48" fmla="*/ 57 w 57"/>
                <a:gd name="T49" fmla="*/ 11 h 65"/>
                <a:gd name="T50" fmla="*/ 53 w 57"/>
                <a:gd name="T51" fmla="*/ 3 h 65"/>
                <a:gd name="T52" fmla="*/ 43 w 57"/>
                <a:gd name="T53"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7" h="65">
                  <a:moveTo>
                    <a:pt x="43" y="0"/>
                  </a:moveTo>
                  <a:cubicBezTo>
                    <a:pt x="38" y="0"/>
                    <a:pt x="33" y="3"/>
                    <a:pt x="28" y="9"/>
                  </a:cubicBezTo>
                  <a:cubicBezTo>
                    <a:pt x="22" y="15"/>
                    <a:pt x="17" y="22"/>
                    <a:pt x="13" y="32"/>
                  </a:cubicBezTo>
                  <a:cubicBezTo>
                    <a:pt x="12" y="33"/>
                    <a:pt x="12" y="33"/>
                    <a:pt x="12" y="33"/>
                  </a:cubicBezTo>
                  <a:cubicBezTo>
                    <a:pt x="13" y="25"/>
                    <a:pt x="13" y="25"/>
                    <a:pt x="13" y="25"/>
                  </a:cubicBezTo>
                  <a:cubicBezTo>
                    <a:pt x="14" y="22"/>
                    <a:pt x="14" y="20"/>
                    <a:pt x="15" y="18"/>
                  </a:cubicBezTo>
                  <a:cubicBezTo>
                    <a:pt x="17" y="12"/>
                    <a:pt x="17" y="8"/>
                    <a:pt x="17" y="6"/>
                  </a:cubicBezTo>
                  <a:cubicBezTo>
                    <a:pt x="17" y="5"/>
                    <a:pt x="17" y="4"/>
                    <a:pt x="16" y="2"/>
                  </a:cubicBezTo>
                  <a:cubicBezTo>
                    <a:pt x="15" y="1"/>
                    <a:pt x="13" y="1"/>
                    <a:pt x="11" y="1"/>
                  </a:cubicBezTo>
                  <a:cubicBezTo>
                    <a:pt x="9" y="1"/>
                    <a:pt x="7" y="1"/>
                    <a:pt x="6" y="3"/>
                  </a:cubicBezTo>
                  <a:cubicBezTo>
                    <a:pt x="4" y="4"/>
                    <a:pt x="3" y="5"/>
                    <a:pt x="3" y="6"/>
                  </a:cubicBezTo>
                  <a:cubicBezTo>
                    <a:pt x="2" y="8"/>
                    <a:pt x="2" y="10"/>
                    <a:pt x="1" y="14"/>
                  </a:cubicBezTo>
                  <a:cubicBezTo>
                    <a:pt x="1" y="15"/>
                    <a:pt x="1" y="16"/>
                    <a:pt x="1" y="18"/>
                  </a:cubicBezTo>
                  <a:cubicBezTo>
                    <a:pt x="0" y="25"/>
                    <a:pt x="0" y="30"/>
                    <a:pt x="0" y="35"/>
                  </a:cubicBezTo>
                  <a:cubicBezTo>
                    <a:pt x="0" y="39"/>
                    <a:pt x="0" y="43"/>
                    <a:pt x="0" y="46"/>
                  </a:cubicBezTo>
                  <a:cubicBezTo>
                    <a:pt x="0" y="53"/>
                    <a:pt x="0" y="58"/>
                    <a:pt x="1" y="61"/>
                  </a:cubicBezTo>
                  <a:cubicBezTo>
                    <a:pt x="2" y="64"/>
                    <a:pt x="4" y="65"/>
                    <a:pt x="7" y="65"/>
                  </a:cubicBezTo>
                  <a:cubicBezTo>
                    <a:pt x="9" y="65"/>
                    <a:pt x="11" y="64"/>
                    <a:pt x="13" y="63"/>
                  </a:cubicBezTo>
                  <a:cubicBezTo>
                    <a:pt x="14" y="62"/>
                    <a:pt x="15" y="60"/>
                    <a:pt x="16" y="56"/>
                  </a:cubicBezTo>
                  <a:cubicBezTo>
                    <a:pt x="17" y="45"/>
                    <a:pt x="21" y="35"/>
                    <a:pt x="28" y="26"/>
                  </a:cubicBezTo>
                  <a:cubicBezTo>
                    <a:pt x="34" y="17"/>
                    <a:pt x="39" y="13"/>
                    <a:pt x="42" y="13"/>
                  </a:cubicBezTo>
                  <a:cubicBezTo>
                    <a:pt x="43" y="13"/>
                    <a:pt x="44" y="14"/>
                    <a:pt x="45" y="15"/>
                  </a:cubicBezTo>
                  <a:cubicBezTo>
                    <a:pt x="47" y="17"/>
                    <a:pt x="50" y="18"/>
                    <a:pt x="52" y="18"/>
                  </a:cubicBezTo>
                  <a:cubicBezTo>
                    <a:pt x="53" y="18"/>
                    <a:pt x="55" y="17"/>
                    <a:pt x="55" y="16"/>
                  </a:cubicBezTo>
                  <a:cubicBezTo>
                    <a:pt x="56" y="14"/>
                    <a:pt x="57" y="13"/>
                    <a:pt x="57" y="11"/>
                  </a:cubicBezTo>
                  <a:cubicBezTo>
                    <a:pt x="57" y="8"/>
                    <a:pt x="55" y="6"/>
                    <a:pt x="53" y="3"/>
                  </a:cubicBezTo>
                  <a:cubicBezTo>
                    <a:pt x="51" y="1"/>
                    <a:pt x="47" y="0"/>
                    <a:pt x="4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1" name="Freeform 168"/>
            <p:cNvSpPr>
              <a:spLocks/>
            </p:cNvSpPr>
            <p:nvPr/>
          </p:nvSpPr>
          <p:spPr bwMode="auto">
            <a:xfrm>
              <a:off x="2897187" y="6348413"/>
              <a:ext cx="103188" cy="84138"/>
            </a:xfrm>
            <a:custGeom>
              <a:avLst/>
              <a:gdLst>
                <a:gd name="T0" fmla="*/ 70 w 72"/>
                <a:gd name="T1" fmla="*/ 44 h 59"/>
                <a:gd name="T2" fmla="*/ 66 w 72"/>
                <a:gd name="T3" fmla="*/ 44 h 59"/>
                <a:gd name="T4" fmla="*/ 63 w 72"/>
                <a:gd name="T5" fmla="*/ 45 h 59"/>
                <a:gd name="T6" fmla="*/ 58 w 72"/>
                <a:gd name="T7" fmla="*/ 23 h 59"/>
                <a:gd name="T8" fmla="*/ 42 w 72"/>
                <a:gd name="T9" fmla="*/ 2 h 59"/>
                <a:gd name="T10" fmla="*/ 15 w 72"/>
                <a:gd name="T11" fmla="*/ 32 h 59"/>
                <a:gd name="T12" fmla="*/ 18 w 72"/>
                <a:gd name="T13" fmla="*/ 11 h 59"/>
                <a:gd name="T14" fmla="*/ 16 w 72"/>
                <a:gd name="T15" fmla="*/ 2 h 59"/>
                <a:gd name="T16" fmla="*/ 11 w 72"/>
                <a:gd name="T17" fmla="*/ 0 h 59"/>
                <a:gd name="T18" fmla="*/ 6 w 72"/>
                <a:gd name="T19" fmla="*/ 3 h 59"/>
                <a:gd name="T20" fmla="*/ 4 w 72"/>
                <a:gd name="T21" fmla="*/ 9 h 59"/>
                <a:gd name="T22" fmla="*/ 1 w 72"/>
                <a:gd name="T23" fmla="*/ 39 h 59"/>
                <a:gd name="T24" fmla="*/ 0 w 72"/>
                <a:gd name="T25" fmla="*/ 51 h 59"/>
                <a:gd name="T26" fmla="*/ 8 w 72"/>
                <a:gd name="T27" fmla="*/ 59 h 59"/>
                <a:gd name="T28" fmla="*/ 11 w 72"/>
                <a:gd name="T29" fmla="*/ 58 h 59"/>
                <a:gd name="T30" fmla="*/ 13 w 72"/>
                <a:gd name="T31" fmla="*/ 54 h 59"/>
                <a:gd name="T32" fmla="*/ 26 w 72"/>
                <a:gd name="T33" fmla="*/ 32 h 59"/>
                <a:gd name="T34" fmla="*/ 40 w 72"/>
                <a:gd name="T35" fmla="*/ 17 h 59"/>
                <a:gd name="T36" fmla="*/ 46 w 72"/>
                <a:gd name="T37" fmla="*/ 31 h 59"/>
                <a:gd name="T38" fmla="*/ 50 w 72"/>
                <a:gd name="T39" fmla="*/ 50 h 59"/>
                <a:gd name="T40" fmla="*/ 50 w 72"/>
                <a:gd name="T41" fmla="*/ 50 h 59"/>
                <a:gd name="T42" fmla="*/ 59 w 72"/>
                <a:gd name="T43" fmla="*/ 56 h 59"/>
                <a:gd name="T44" fmla="*/ 69 w 72"/>
                <a:gd name="T45" fmla="*/ 53 h 59"/>
                <a:gd name="T46" fmla="*/ 72 w 72"/>
                <a:gd name="T47" fmla="*/ 47 h 59"/>
                <a:gd name="T48" fmla="*/ 70 w 72"/>
                <a:gd name="T49" fmla="*/ 4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2" h="59">
                  <a:moveTo>
                    <a:pt x="70" y="44"/>
                  </a:moveTo>
                  <a:cubicBezTo>
                    <a:pt x="69" y="44"/>
                    <a:pt x="68" y="44"/>
                    <a:pt x="66" y="44"/>
                  </a:cubicBezTo>
                  <a:cubicBezTo>
                    <a:pt x="65" y="45"/>
                    <a:pt x="64" y="45"/>
                    <a:pt x="63" y="45"/>
                  </a:cubicBezTo>
                  <a:cubicBezTo>
                    <a:pt x="61" y="45"/>
                    <a:pt x="60" y="38"/>
                    <a:pt x="58" y="23"/>
                  </a:cubicBezTo>
                  <a:cubicBezTo>
                    <a:pt x="57" y="9"/>
                    <a:pt x="51" y="2"/>
                    <a:pt x="42" y="2"/>
                  </a:cubicBezTo>
                  <a:cubicBezTo>
                    <a:pt x="32" y="2"/>
                    <a:pt x="23" y="12"/>
                    <a:pt x="15" y="32"/>
                  </a:cubicBezTo>
                  <a:cubicBezTo>
                    <a:pt x="17" y="21"/>
                    <a:pt x="18" y="14"/>
                    <a:pt x="18" y="11"/>
                  </a:cubicBezTo>
                  <a:cubicBezTo>
                    <a:pt x="18" y="6"/>
                    <a:pt x="17" y="3"/>
                    <a:pt x="16" y="2"/>
                  </a:cubicBezTo>
                  <a:cubicBezTo>
                    <a:pt x="15" y="1"/>
                    <a:pt x="13" y="0"/>
                    <a:pt x="11" y="0"/>
                  </a:cubicBezTo>
                  <a:cubicBezTo>
                    <a:pt x="9" y="0"/>
                    <a:pt x="8" y="1"/>
                    <a:pt x="6" y="3"/>
                  </a:cubicBezTo>
                  <a:cubicBezTo>
                    <a:pt x="5" y="5"/>
                    <a:pt x="4" y="7"/>
                    <a:pt x="4" y="9"/>
                  </a:cubicBezTo>
                  <a:cubicBezTo>
                    <a:pt x="4" y="21"/>
                    <a:pt x="3" y="31"/>
                    <a:pt x="1" y="39"/>
                  </a:cubicBezTo>
                  <a:cubicBezTo>
                    <a:pt x="0" y="46"/>
                    <a:pt x="0" y="50"/>
                    <a:pt x="0" y="51"/>
                  </a:cubicBezTo>
                  <a:cubicBezTo>
                    <a:pt x="0" y="57"/>
                    <a:pt x="3" y="59"/>
                    <a:pt x="8" y="59"/>
                  </a:cubicBezTo>
                  <a:cubicBezTo>
                    <a:pt x="9" y="59"/>
                    <a:pt x="10" y="59"/>
                    <a:pt x="11" y="58"/>
                  </a:cubicBezTo>
                  <a:cubicBezTo>
                    <a:pt x="12" y="57"/>
                    <a:pt x="13" y="56"/>
                    <a:pt x="13" y="54"/>
                  </a:cubicBezTo>
                  <a:cubicBezTo>
                    <a:pt x="15" y="50"/>
                    <a:pt x="19" y="42"/>
                    <a:pt x="26" y="32"/>
                  </a:cubicBezTo>
                  <a:cubicBezTo>
                    <a:pt x="32" y="22"/>
                    <a:pt x="37" y="17"/>
                    <a:pt x="40" y="17"/>
                  </a:cubicBezTo>
                  <a:cubicBezTo>
                    <a:pt x="43" y="17"/>
                    <a:pt x="45" y="21"/>
                    <a:pt x="46" y="31"/>
                  </a:cubicBezTo>
                  <a:cubicBezTo>
                    <a:pt x="46" y="41"/>
                    <a:pt x="48" y="47"/>
                    <a:pt x="50" y="50"/>
                  </a:cubicBezTo>
                  <a:cubicBezTo>
                    <a:pt x="50" y="50"/>
                    <a:pt x="50" y="50"/>
                    <a:pt x="50" y="50"/>
                  </a:cubicBezTo>
                  <a:cubicBezTo>
                    <a:pt x="52" y="54"/>
                    <a:pt x="55" y="56"/>
                    <a:pt x="59" y="56"/>
                  </a:cubicBezTo>
                  <a:cubicBezTo>
                    <a:pt x="63" y="56"/>
                    <a:pt x="66" y="55"/>
                    <a:pt x="69" y="53"/>
                  </a:cubicBezTo>
                  <a:cubicBezTo>
                    <a:pt x="71" y="51"/>
                    <a:pt x="72" y="49"/>
                    <a:pt x="72" y="47"/>
                  </a:cubicBezTo>
                  <a:cubicBezTo>
                    <a:pt x="72" y="45"/>
                    <a:pt x="72" y="44"/>
                    <a:pt x="70"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2" name="Freeform 169"/>
            <p:cNvSpPr>
              <a:spLocks noEditPoints="1"/>
            </p:cNvSpPr>
            <p:nvPr/>
          </p:nvSpPr>
          <p:spPr bwMode="auto">
            <a:xfrm>
              <a:off x="3008312" y="6338888"/>
              <a:ext cx="77788" cy="98425"/>
            </a:xfrm>
            <a:custGeom>
              <a:avLst/>
              <a:gdLst>
                <a:gd name="T0" fmla="*/ 50 w 54"/>
                <a:gd name="T1" fmla="*/ 41 h 68"/>
                <a:gd name="T2" fmla="*/ 46 w 54"/>
                <a:gd name="T3" fmla="*/ 44 h 68"/>
                <a:gd name="T4" fmla="*/ 23 w 54"/>
                <a:gd name="T5" fmla="*/ 55 h 68"/>
                <a:gd name="T6" fmla="*/ 16 w 54"/>
                <a:gd name="T7" fmla="*/ 53 h 68"/>
                <a:gd name="T8" fmla="*/ 14 w 54"/>
                <a:gd name="T9" fmla="*/ 48 h 68"/>
                <a:gd name="T10" fmla="*/ 16 w 54"/>
                <a:gd name="T11" fmla="*/ 46 h 68"/>
                <a:gd name="T12" fmla="*/ 40 w 54"/>
                <a:gd name="T13" fmla="*/ 33 h 68"/>
                <a:gd name="T14" fmla="*/ 50 w 54"/>
                <a:gd name="T15" fmla="*/ 14 h 68"/>
                <a:gd name="T16" fmla="*/ 46 w 54"/>
                <a:gd name="T17" fmla="*/ 4 h 68"/>
                <a:gd name="T18" fmla="*/ 36 w 54"/>
                <a:gd name="T19" fmla="*/ 0 h 68"/>
                <a:gd name="T20" fmla="*/ 11 w 54"/>
                <a:gd name="T21" fmla="*/ 14 h 68"/>
                <a:gd name="T22" fmla="*/ 0 w 54"/>
                <a:gd name="T23" fmla="*/ 45 h 68"/>
                <a:gd name="T24" fmla="*/ 6 w 54"/>
                <a:gd name="T25" fmla="*/ 62 h 68"/>
                <a:gd name="T26" fmla="*/ 21 w 54"/>
                <a:gd name="T27" fmla="*/ 68 h 68"/>
                <a:gd name="T28" fmla="*/ 44 w 54"/>
                <a:gd name="T29" fmla="*/ 59 h 68"/>
                <a:gd name="T30" fmla="*/ 54 w 54"/>
                <a:gd name="T31" fmla="*/ 45 h 68"/>
                <a:gd name="T32" fmla="*/ 50 w 54"/>
                <a:gd name="T33" fmla="*/ 41 h 68"/>
                <a:gd name="T34" fmla="*/ 23 w 54"/>
                <a:gd name="T35" fmla="*/ 19 h 68"/>
                <a:gd name="T36" fmla="*/ 34 w 54"/>
                <a:gd name="T37" fmla="*/ 12 h 68"/>
                <a:gd name="T38" fmla="*/ 37 w 54"/>
                <a:gd name="T39" fmla="*/ 13 h 68"/>
                <a:gd name="T40" fmla="*/ 38 w 54"/>
                <a:gd name="T41" fmla="*/ 16 h 68"/>
                <a:gd name="T42" fmla="*/ 31 w 54"/>
                <a:gd name="T43" fmla="*/ 27 h 68"/>
                <a:gd name="T44" fmla="*/ 15 w 54"/>
                <a:gd name="T45" fmla="*/ 35 h 68"/>
                <a:gd name="T46" fmla="*/ 23 w 54"/>
                <a:gd name="T47" fmla="*/ 1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 h="68">
                  <a:moveTo>
                    <a:pt x="50" y="41"/>
                  </a:moveTo>
                  <a:cubicBezTo>
                    <a:pt x="49" y="41"/>
                    <a:pt x="47" y="42"/>
                    <a:pt x="46" y="44"/>
                  </a:cubicBezTo>
                  <a:cubicBezTo>
                    <a:pt x="38" y="52"/>
                    <a:pt x="31" y="55"/>
                    <a:pt x="23" y="55"/>
                  </a:cubicBezTo>
                  <a:cubicBezTo>
                    <a:pt x="20" y="55"/>
                    <a:pt x="18" y="55"/>
                    <a:pt x="16" y="53"/>
                  </a:cubicBezTo>
                  <a:cubicBezTo>
                    <a:pt x="15" y="51"/>
                    <a:pt x="14" y="50"/>
                    <a:pt x="14" y="48"/>
                  </a:cubicBezTo>
                  <a:cubicBezTo>
                    <a:pt x="14" y="47"/>
                    <a:pt x="15" y="46"/>
                    <a:pt x="16" y="46"/>
                  </a:cubicBezTo>
                  <a:cubicBezTo>
                    <a:pt x="26" y="43"/>
                    <a:pt x="34" y="39"/>
                    <a:pt x="40" y="33"/>
                  </a:cubicBezTo>
                  <a:cubicBezTo>
                    <a:pt x="47" y="27"/>
                    <a:pt x="50" y="21"/>
                    <a:pt x="50" y="14"/>
                  </a:cubicBezTo>
                  <a:cubicBezTo>
                    <a:pt x="50" y="10"/>
                    <a:pt x="49" y="7"/>
                    <a:pt x="46" y="4"/>
                  </a:cubicBezTo>
                  <a:cubicBezTo>
                    <a:pt x="43" y="2"/>
                    <a:pt x="40" y="0"/>
                    <a:pt x="36" y="0"/>
                  </a:cubicBezTo>
                  <a:cubicBezTo>
                    <a:pt x="27" y="0"/>
                    <a:pt x="19" y="5"/>
                    <a:pt x="11" y="14"/>
                  </a:cubicBezTo>
                  <a:cubicBezTo>
                    <a:pt x="4" y="24"/>
                    <a:pt x="0" y="34"/>
                    <a:pt x="0" y="45"/>
                  </a:cubicBezTo>
                  <a:cubicBezTo>
                    <a:pt x="0" y="52"/>
                    <a:pt x="2" y="58"/>
                    <a:pt x="6" y="62"/>
                  </a:cubicBezTo>
                  <a:cubicBezTo>
                    <a:pt x="9" y="66"/>
                    <a:pt x="14" y="68"/>
                    <a:pt x="21" y="68"/>
                  </a:cubicBezTo>
                  <a:cubicBezTo>
                    <a:pt x="29" y="68"/>
                    <a:pt x="37" y="65"/>
                    <a:pt x="44" y="59"/>
                  </a:cubicBezTo>
                  <a:cubicBezTo>
                    <a:pt x="50" y="54"/>
                    <a:pt x="54" y="49"/>
                    <a:pt x="54" y="45"/>
                  </a:cubicBezTo>
                  <a:cubicBezTo>
                    <a:pt x="54" y="43"/>
                    <a:pt x="52" y="41"/>
                    <a:pt x="50" y="41"/>
                  </a:cubicBezTo>
                  <a:close/>
                  <a:moveTo>
                    <a:pt x="23" y="19"/>
                  </a:moveTo>
                  <a:cubicBezTo>
                    <a:pt x="27" y="14"/>
                    <a:pt x="31" y="12"/>
                    <a:pt x="34" y="12"/>
                  </a:cubicBezTo>
                  <a:cubicBezTo>
                    <a:pt x="35" y="12"/>
                    <a:pt x="36" y="12"/>
                    <a:pt x="37" y="13"/>
                  </a:cubicBezTo>
                  <a:cubicBezTo>
                    <a:pt x="38" y="14"/>
                    <a:pt x="38" y="15"/>
                    <a:pt x="38" y="16"/>
                  </a:cubicBezTo>
                  <a:cubicBezTo>
                    <a:pt x="38" y="20"/>
                    <a:pt x="36" y="23"/>
                    <a:pt x="31" y="27"/>
                  </a:cubicBezTo>
                  <a:cubicBezTo>
                    <a:pt x="26" y="31"/>
                    <a:pt x="21" y="34"/>
                    <a:pt x="15" y="35"/>
                  </a:cubicBezTo>
                  <a:cubicBezTo>
                    <a:pt x="16" y="29"/>
                    <a:pt x="19" y="24"/>
                    <a:pt x="23"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3" name="Freeform 170"/>
            <p:cNvSpPr>
              <a:spLocks noEditPoints="1"/>
            </p:cNvSpPr>
            <p:nvPr/>
          </p:nvSpPr>
          <p:spPr bwMode="auto">
            <a:xfrm>
              <a:off x="3095625" y="6292851"/>
              <a:ext cx="101600" cy="142875"/>
            </a:xfrm>
            <a:custGeom>
              <a:avLst/>
              <a:gdLst>
                <a:gd name="T0" fmla="*/ 68 w 71"/>
                <a:gd name="T1" fmla="*/ 83 h 99"/>
                <a:gd name="T2" fmla="*/ 65 w 71"/>
                <a:gd name="T3" fmla="*/ 84 h 99"/>
                <a:gd name="T4" fmla="*/ 60 w 71"/>
                <a:gd name="T5" fmla="*/ 85 h 99"/>
                <a:gd name="T6" fmla="*/ 55 w 71"/>
                <a:gd name="T7" fmla="*/ 75 h 99"/>
                <a:gd name="T8" fmla="*/ 59 w 71"/>
                <a:gd name="T9" fmla="*/ 47 h 99"/>
                <a:gd name="T10" fmla="*/ 67 w 71"/>
                <a:gd name="T11" fmla="*/ 18 h 99"/>
                <a:gd name="T12" fmla="*/ 69 w 71"/>
                <a:gd name="T13" fmla="*/ 8 h 99"/>
                <a:gd name="T14" fmla="*/ 68 w 71"/>
                <a:gd name="T15" fmla="*/ 2 h 99"/>
                <a:gd name="T16" fmla="*/ 63 w 71"/>
                <a:gd name="T17" fmla="*/ 0 h 99"/>
                <a:gd name="T18" fmla="*/ 59 w 71"/>
                <a:gd name="T19" fmla="*/ 1 h 99"/>
                <a:gd name="T20" fmla="*/ 56 w 71"/>
                <a:gd name="T21" fmla="*/ 6 h 99"/>
                <a:gd name="T22" fmla="*/ 53 w 71"/>
                <a:gd name="T23" fmla="*/ 17 h 99"/>
                <a:gd name="T24" fmla="*/ 48 w 71"/>
                <a:gd name="T25" fmla="*/ 41 h 99"/>
                <a:gd name="T26" fmla="*/ 37 w 71"/>
                <a:gd name="T27" fmla="*/ 37 h 99"/>
                <a:gd name="T28" fmla="*/ 13 w 71"/>
                <a:gd name="T29" fmla="*/ 52 h 99"/>
                <a:gd name="T30" fmla="*/ 0 w 71"/>
                <a:gd name="T31" fmla="*/ 82 h 99"/>
                <a:gd name="T32" fmla="*/ 4 w 71"/>
                <a:gd name="T33" fmla="*/ 94 h 99"/>
                <a:gd name="T34" fmla="*/ 14 w 71"/>
                <a:gd name="T35" fmla="*/ 99 h 99"/>
                <a:gd name="T36" fmla="*/ 44 w 71"/>
                <a:gd name="T37" fmla="*/ 78 h 99"/>
                <a:gd name="T38" fmla="*/ 46 w 71"/>
                <a:gd name="T39" fmla="*/ 92 h 99"/>
                <a:gd name="T40" fmla="*/ 54 w 71"/>
                <a:gd name="T41" fmla="*/ 98 h 99"/>
                <a:gd name="T42" fmla="*/ 65 w 71"/>
                <a:gd name="T43" fmla="*/ 94 h 99"/>
                <a:gd name="T44" fmla="*/ 71 w 71"/>
                <a:gd name="T45" fmla="*/ 86 h 99"/>
                <a:gd name="T46" fmla="*/ 68 w 71"/>
                <a:gd name="T47" fmla="*/ 83 h 99"/>
                <a:gd name="T48" fmla="*/ 34 w 71"/>
                <a:gd name="T49" fmla="*/ 74 h 99"/>
                <a:gd name="T50" fmla="*/ 18 w 71"/>
                <a:gd name="T51" fmla="*/ 86 h 99"/>
                <a:gd name="T52" fmla="*/ 13 w 71"/>
                <a:gd name="T53" fmla="*/ 81 h 99"/>
                <a:gd name="T54" fmla="*/ 22 w 71"/>
                <a:gd name="T55" fmla="*/ 60 h 99"/>
                <a:gd name="T56" fmla="*/ 37 w 71"/>
                <a:gd name="T57" fmla="*/ 48 h 99"/>
                <a:gd name="T58" fmla="*/ 42 w 71"/>
                <a:gd name="T59" fmla="*/ 50 h 99"/>
                <a:gd name="T60" fmla="*/ 44 w 71"/>
                <a:gd name="T61" fmla="*/ 54 h 99"/>
                <a:gd name="T62" fmla="*/ 34 w 71"/>
                <a:gd name="T63" fmla="*/ 74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1" h="99">
                  <a:moveTo>
                    <a:pt x="68" y="83"/>
                  </a:moveTo>
                  <a:cubicBezTo>
                    <a:pt x="67" y="83"/>
                    <a:pt x="66" y="83"/>
                    <a:pt x="65" y="84"/>
                  </a:cubicBezTo>
                  <a:cubicBezTo>
                    <a:pt x="63" y="85"/>
                    <a:pt x="61" y="85"/>
                    <a:pt x="60" y="85"/>
                  </a:cubicBezTo>
                  <a:cubicBezTo>
                    <a:pt x="57" y="85"/>
                    <a:pt x="55" y="82"/>
                    <a:pt x="55" y="75"/>
                  </a:cubicBezTo>
                  <a:cubicBezTo>
                    <a:pt x="55" y="69"/>
                    <a:pt x="57" y="59"/>
                    <a:pt x="59" y="47"/>
                  </a:cubicBezTo>
                  <a:cubicBezTo>
                    <a:pt x="61" y="36"/>
                    <a:pt x="64" y="26"/>
                    <a:pt x="67" y="18"/>
                  </a:cubicBezTo>
                  <a:cubicBezTo>
                    <a:pt x="68" y="12"/>
                    <a:pt x="69" y="9"/>
                    <a:pt x="69" y="8"/>
                  </a:cubicBezTo>
                  <a:cubicBezTo>
                    <a:pt x="69" y="6"/>
                    <a:pt x="69" y="4"/>
                    <a:pt x="68" y="2"/>
                  </a:cubicBezTo>
                  <a:cubicBezTo>
                    <a:pt x="67" y="1"/>
                    <a:pt x="65" y="0"/>
                    <a:pt x="63" y="0"/>
                  </a:cubicBezTo>
                  <a:cubicBezTo>
                    <a:pt x="62" y="0"/>
                    <a:pt x="61" y="0"/>
                    <a:pt x="59" y="1"/>
                  </a:cubicBezTo>
                  <a:cubicBezTo>
                    <a:pt x="58" y="2"/>
                    <a:pt x="56" y="4"/>
                    <a:pt x="56" y="6"/>
                  </a:cubicBezTo>
                  <a:cubicBezTo>
                    <a:pt x="55" y="8"/>
                    <a:pt x="54" y="12"/>
                    <a:pt x="53" y="17"/>
                  </a:cubicBezTo>
                  <a:cubicBezTo>
                    <a:pt x="52" y="21"/>
                    <a:pt x="50" y="28"/>
                    <a:pt x="48" y="41"/>
                  </a:cubicBezTo>
                  <a:cubicBezTo>
                    <a:pt x="46" y="38"/>
                    <a:pt x="42" y="37"/>
                    <a:pt x="37" y="37"/>
                  </a:cubicBezTo>
                  <a:cubicBezTo>
                    <a:pt x="29" y="37"/>
                    <a:pt x="21" y="42"/>
                    <a:pt x="13" y="52"/>
                  </a:cubicBezTo>
                  <a:cubicBezTo>
                    <a:pt x="4" y="62"/>
                    <a:pt x="0" y="72"/>
                    <a:pt x="0" y="82"/>
                  </a:cubicBezTo>
                  <a:cubicBezTo>
                    <a:pt x="0" y="87"/>
                    <a:pt x="1" y="91"/>
                    <a:pt x="4" y="94"/>
                  </a:cubicBezTo>
                  <a:cubicBezTo>
                    <a:pt x="6" y="97"/>
                    <a:pt x="10" y="99"/>
                    <a:pt x="14" y="99"/>
                  </a:cubicBezTo>
                  <a:cubicBezTo>
                    <a:pt x="24" y="99"/>
                    <a:pt x="34" y="92"/>
                    <a:pt x="44" y="78"/>
                  </a:cubicBezTo>
                  <a:cubicBezTo>
                    <a:pt x="43" y="83"/>
                    <a:pt x="44" y="88"/>
                    <a:pt x="46" y="92"/>
                  </a:cubicBezTo>
                  <a:cubicBezTo>
                    <a:pt x="48" y="96"/>
                    <a:pt x="51" y="98"/>
                    <a:pt x="54" y="98"/>
                  </a:cubicBezTo>
                  <a:cubicBezTo>
                    <a:pt x="58" y="98"/>
                    <a:pt x="61" y="97"/>
                    <a:pt x="65" y="94"/>
                  </a:cubicBezTo>
                  <a:cubicBezTo>
                    <a:pt x="69" y="92"/>
                    <a:pt x="71" y="89"/>
                    <a:pt x="71" y="86"/>
                  </a:cubicBezTo>
                  <a:cubicBezTo>
                    <a:pt x="71" y="84"/>
                    <a:pt x="70" y="83"/>
                    <a:pt x="68" y="83"/>
                  </a:cubicBezTo>
                  <a:close/>
                  <a:moveTo>
                    <a:pt x="34" y="74"/>
                  </a:moveTo>
                  <a:cubicBezTo>
                    <a:pt x="28" y="82"/>
                    <a:pt x="22" y="86"/>
                    <a:pt x="18" y="86"/>
                  </a:cubicBezTo>
                  <a:cubicBezTo>
                    <a:pt x="15" y="86"/>
                    <a:pt x="13" y="84"/>
                    <a:pt x="13" y="81"/>
                  </a:cubicBezTo>
                  <a:cubicBezTo>
                    <a:pt x="13" y="74"/>
                    <a:pt x="16" y="67"/>
                    <a:pt x="22" y="60"/>
                  </a:cubicBezTo>
                  <a:cubicBezTo>
                    <a:pt x="27" y="52"/>
                    <a:pt x="32" y="48"/>
                    <a:pt x="37" y="48"/>
                  </a:cubicBezTo>
                  <a:cubicBezTo>
                    <a:pt x="39" y="48"/>
                    <a:pt x="41" y="49"/>
                    <a:pt x="42" y="50"/>
                  </a:cubicBezTo>
                  <a:cubicBezTo>
                    <a:pt x="43" y="51"/>
                    <a:pt x="44" y="53"/>
                    <a:pt x="44" y="54"/>
                  </a:cubicBezTo>
                  <a:cubicBezTo>
                    <a:pt x="44" y="59"/>
                    <a:pt x="41" y="66"/>
                    <a:pt x="34"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4" name="Freeform 171"/>
            <p:cNvSpPr>
              <a:spLocks/>
            </p:cNvSpPr>
            <p:nvPr/>
          </p:nvSpPr>
          <p:spPr bwMode="auto">
            <a:xfrm>
              <a:off x="3281362" y="6311901"/>
              <a:ext cx="111125" cy="125413"/>
            </a:xfrm>
            <a:custGeom>
              <a:avLst/>
              <a:gdLst>
                <a:gd name="T0" fmla="*/ 74 w 77"/>
                <a:gd name="T1" fmla="*/ 72 h 87"/>
                <a:gd name="T2" fmla="*/ 43 w 77"/>
                <a:gd name="T3" fmla="*/ 50 h 87"/>
                <a:gd name="T4" fmla="*/ 62 w 77"/>
                <a:gd name="T5" fmla="*/ 37 h 87"/>
                <a:gd name="T6" fmla="*/ 70 w 77"/>
                <a:gd name="T7" fmla="*/ 21 h 87"/>
                <a:gd name="T8" fmla="*/ 62 w 77"/>
                <a:gd name="T9" fmla="*/ 6 h 87"/>
                <a:gd name="T10" fmla="*/ 42 w 77"/>
                <a:gd name="T11" fmla="*/ 0 h 87"/>
                <a:gd name="T12" fmla="*/ 18 w 77"/>
                <a:gd name="T13" fmla="*/ 3 h 87"/>
                <a:gd name="T14" fmla="*/ 16 w 77"/>
                <a:gd name="T15" fmla="*/ 2 h 87"/>
                <a:gd name="T16" fmla="*/ 13 w 77"/>
                <a:gd name="T17" fmla="*/ 2 h 87"/>
                <a:gd name="T18" fmla="*/ 8 w 77"/>
                <a:gd name="T19" fmla="*/ 4 h 87"/>
                <a:gd name="T20" fmla="*/ 6 w 77"/>
                <a:gd name="T21" fmla="*/ 9 h 87"/>
                <a:gd name="T22" fmla="*/ 7 w 77"/>
                <a:gd name="T23" fmla="*/ 13 h 87"/>
                <a:gd name="T24" fmla="*/ 8 w 77"/>
                <a:gd name="T25" fmla="*/ 15 h 87"/>
                <a:gd name="T26" fmla="*/ 7 w 77"/>
                <a:gd name="T27" fmla="*/ 19 h 87"/>
                <a:gd name="T28" fmla="*/ 7 w 77"/>
                <a:gd name="T29" fmla="*/ 22 h 87"/>
                <a:gd name="T30" fmla="*/ 2 w 77"/>
                <a:gd name="T31" fmla="*/ 51 h 87"/>
                <a:gd name="T32" fmla="*/ 0 w 77"/>
                <a:gd name="T33" fmla="*/ 76 h 87"/>
                <a:gd name="T34" fmla="*/ 8 w 77"/>
                <a:gd name="T35" fmla="*/ 87 h 87"/>
                <a:gd name="T36" fmla="*/ 13 w 77"/>
                <a:gd name="T37" fmla="*/ 84 h 87"/>
                <a:gd name="T38" fmla="*/ 16 w 77"/>
                <a:gd name="T39" fmla="*/ 80 h 87"/>
                <a:gd name="T40" fmla="*/ 15 w 77"/>
                <a:gd name="T41" fmla="*/ 75 h 87"/>
                <a:gd name="T42" fmla="*/ 15 w 77"/>
                <a:gd name="T43" fmla="*/ 68 h 87"/>
                <a:gd name="T44" fmla="*/ 16 w 77"/>
                <a:gd name="T45" fmla="*/ 50 h 87"/>
                <a:gd name="T46" fmla="*/ 20 w 77"/>
                <a:gd name="T47" fmla="*/ 27 h 87"/>
                <a:gd name="T48" fmla="*/ 22 w 77"/>
                <a:gd name="T49" fmla="*/ 15 h 87"/>
                <a:gd name="T50" fmla="*/ 23 w 77"/>
                <a:gd name="T51" fmla="*/ 14 h 87"/>
                <a:gd name="T52" fmla="*/ 28 w 77"/>
                <a:gd name="T53" fmla="*/ 12 h 87"/>
                <a:gd name="T54" fmla="*/ 41 w 77"/>
                <a:gd name="T55" fmla="*/ 11 h 87"/>
                <a:gd name="T56" fmla="*/ 51 w 77"/>
                <a:gd name="T57" fmla="*/ 14 h 87"/>
                <a:gd name="T58" fmla="*/ 56 w 77"/>
                <a:gd name="T59" fmla="*/ 21 h 87"/>
                <a:gd name="T60" fmla="*/ 46 w 77"/>
                <a:gd name="T61" fmla="*/ 35 h 87"/>
                <a:gd name="T62" fmla="*/ 32 w 77"/>
                <a:gd name="T63" fmla="*/ 41 h 87"/>
                <a:gd name="T64" fmla="*/ 30 w 77"/>
                <a:gd name="T65" fmla="*/ 41 h 87"/>
                <a:gd name="T66" fmla="*/ 28 w 77"/>
                <a:gd name="T67" fmla="*/ 41 h 87"/>
                <a:gd name="T68" fmla="*/ 22 w 77"/>
                <a:gd name="T69" fmla="*/ 43 h 87"/>
                <a:gd name="T70" fmla="*/ 19 w 77"/>
                <a:gd name="T71" fmla="*/ 48 h 87"/>
                <a:gd name="T72" fmla="*/ 26 w 77"/>
                <a:gd name="T73" fmla="*/ 54 h 87"/>
                <a:gd name="T74" fmla="*/ 41 w 77"/>
                <a:gd name="T75" fmla="*/ 66 h 87"/>
                <a:gd name="T76" fmla="*/ 50 w 77"/>
                <a:gd name="T77" fmla="*/ 73 h 87"/>
                <a:gd name="T78" fmla="*/ 62 w 77"/>
                <a:gd name="T79" fmla="*/ 82 h 87"/>
                <a:gd name="T80" fmla="*/ 70 w 77"/>
                <a:gd name="T81" fmla="*/ 85 h 87"/>
                <a:gd name="T82" fmla="*/ 75 w 77"/>
                <a:gd name="T83" fmla="*/ 83 h 87"/>
                <a:gd name="T84" fmla="*/ 77 w 77"/>
                <a:gd name="T85" fmla="*/ 78 h 87"/>
                <a:gd name="T86" fmla="*/ 74 w 77"/>
                <a:gd name="T87" fmla="*/ 72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7" h="87">
                  <a:moveTo>
                    <a:pt x="74" y="72"/>
                  </a:moveTo>
                  <a:cubicBezTo>
                    <a:pt x="67" y="68"/>
                    <a:pt x="56" y="61"/>
                    <a:pt x="43" y="50"/>
                  </a:cubicBezTo>
                  <a:cubicBezTo>
                    <a:pt x="51" y="46"/>
                    <a:pt x="57" y="42"/>
                    <a:pt x="62" y="37"/>
                  </a:cubicBezTo>
                  <a:cubicBezTo>
                    <a:pt x="67" y="32"/>
                    <a:pt x="70" y="27"/>
                    <a:pt x="70" y="21"/>
                  </a:cubicBezTo>
                  <a:cubicBezTo>
                    <a:pt x="70" y="15"/>
                    <a:pt x="67" y="10"/>
                    <a:pt x="62" y="6"/>
                  </a:cubicBezTo>
                  <a:cubicBezTo>
                    <a:pt x="57" y="2"/>
                    <a:pt x="50" y="0"/>
                    <a:pt x="42" y="0"/>
                  </a:cubicBezTo>
                  <a:cubicBezTo>
                    <a:pt x="37" y="0"/>
                    <a:pt x="29" y="1"/>
                    <a:pt x="18" y="3"/>
                  </a:cubicBezTo>
                  <a:cubicBezTo>
                    <a:pt x="18" y="3"/>
                    <a:pt x="17" y="3"/>
                    <a:pt x="16" y="2"/>
                  </a:cubicBezTo>
                  <a:cubicBezTo>
                    <a:pt x="15" y="2"/>
                    <a:pt x="14" y="2"/>
                    <a:pt x="13" y="2"/>
                  </a:cubicBezTo>
                  <a:cubicBezTo>
                    <a:pt x="12" y="2"/>
                    <a:pt x="10" y="3"/>
                    <a:pt x="8" y="4"/>
                  </a:cubicBezTo>
                  <a:cubicBezTo>
                    <a:pt x="7" y="6"/>
                    <a:pt x="6" y="7"/>
                    <a:pt x="6" y="9"/>
                  </a:cubicBezTo>
                  <a:cubicBezTo>
                    <a:pt x="6" y="10"/>
                    <a:pt x="6" y="11"/>
                    <a:pt x="7" y="13"/>
                  </a:cubicBezTo>
                  <a:cubicBezTo>
                    <a:pt x="8" y="15"/>
                    <a:pt x="8" y="15"/>
                    <a:pt x="8" y="15"/>
                  </a:cubicBezTo>
                  <a:cubicBezTo>
                    <a:pt x="7" y="19"/>
                    <a:pt x="7" y="19"/>
                    <a:pt x="7" y="19"/>
                  </a:cubicBezTo>
                  <a:cubicBezTo>
                    <a:pt x="7" y="20"/>
                    <a:pt x="7" y="21"/>
                    <a:pt x="7" y="22"/>
                  </a:cubicBezTo>
                  <a:cubicBezTo>
                    <a:pt x="5" y="30"/>
                    <a:pt x="3" y="40"/>
                    <a:pt x="2" y="51"/>
                  </a:cubicBezTo>
                  <a:cubicBezTo>
                    <a:pt x="1" y="61"/>
                    <a:pt x="0" y="70"/>
                    <a:pt x="0" y="76"/>
                  </a:cubicBezTo>
                  <a:cubicBezTo>
                    <a:pt x="0" y="83"/>
                    <a:pt x="3" y="87"/>
                    <a:pt x="8" y="87"/>
                  </a:cubicBezTo>
                  <a:cubicBezTo>
                    <a:pt x="10" y="87"/>
                    <a:pt x="12" y="86"/>
                    <a:pt x="13" y="84"/>
                  </a:cubicBezTo>
                  <a:cubicBezTo>
                    <a:pt x="15" y="83"/>
                    <a:pt x="16" y="81"/>
                    <a:pt x="16" y="80"/>
                  </a:cubicBezTo>
                  <a:cubicBezTo>
                    <a:pt x="16" y="79"/>
                    <a:pt x="16" y="77"/>
                    <a:pt x="15" y="75"/>
                  </a:cubicBezTo>
                  <a:cubicBezTo>
                    <a:pt x="15" y="73"/>
                    <a:pt x="15" y="71"/>
                    <a:pt x="15" y="68"/>
                  </a:cubicBezTo>
                  <a:cubicBezTo>
                    <a:pt x="15" y="64"/>
                    <a:pt x="15" y="58"/>
                    <a:pt x="16" y="50"/>
                  </a:cubicBezTo>
                  <a:cubicBezTo>
                    <a:pt x="17" y="42"/>
                    <a:pt x="18" y="34"/>
                    <a:pt x="20" y="27"/>
                  </a:cubicBezTo>
                  <a:cubicBezTo>
                    <a:pt x="21" y="20"/>
                    <a:pt x="22" y="16"/>
                    <a:pt x="22" y="15"/>
                  </a:cubicBezTo>
                  <a:cubicBezTo>
                    <a:pt x="23" y="14"/>
                    <a:pt x="23" y="14"/>
                    <a:pt x="23" y="14"/>
                  </a:cubicBezTo>
                  <a:cubicBezTo>
                    <a:pt x="24" y="13"/>
                    <a:pt x="25" y="13"/>
                    <a:pt x="28" y="12"/>
                  </a:cubicBezTo>
                  <a:cubicBezTo>
                    <a:pt x="32" y="12"/>
                    <a:pt x="36" y="11"/>
                    <a:pt x="41" y="11"/>
                  </a:cubicBezTo>
                  <a:cubicBezTo>
                    <a:pt x="45" y="11"/>
                    <a:pt x="49" y="12"/>
                    <a:pt x="51" y="14"/>
                  </a:cubicBezTo>
                  <a:cubicBezTo>
                    <a:pt x="54" y="16"/>
                    <a:pt x="56" y="18"/>
                    <a:pt x="56" y="21"/>
                  </a:cubicBezTo>
                  <a:cubicBezTo>
                    <a:pt x="56" y="26"/>
                    <a:pt x="52" y="31"/>
                    <a:pt x="46" y="35"/>
                  </a:cubicBezTo>
                  <a:cubicBezTo>
                    <a:pt x="39" y="39"/>
                    <a:pt x="34" y="41"/>
                    <a:pt x="32" y="41"/>
                  </a:cubicBezTo>
                  <a:cubicBezTo>
                    <a:pt x="32" y="41"/>
                    <a:pt x="31" y="41"/>
                    <a:pt x="30" y="41"/>
                  </a:cubicBezTo>
                  <a:cubicBezTo>
                    <a:pt x="30" y="41"/>
                    <a:pt x="29" y="41"/>
                    <a:pt x="28" y="41"/>
                  </a:cubicBezTo>
                  <a:cubicBezTo>
                    <a:pt x="26" y="41"/>
                    <a:pt x="24" y="41"/>
                    <a:pt x="22" y="43"/>
                  </a:cubicBezTo>
                  <a:cubicBezTo>
                    <a:pt x="20" y="44"/>
                    <a:pt x="19" y="46"/>
                    <a:pt x="19" y="48"/>
                  </a:cubicBezTo>
                  <a:cubicBezTo>
                    <a:pt x="19" y="52"/>
                    <a:pt x="21" y="54"/>
                    <a:pt x="26" y="54"/>
                  </a:cubicBezTo>
                  <a:cubicBezTo>
                    <a:pt x="29" y="56"/>
                    <a:pt x="34" y="60"/>
                    <a:pt x="41" y="66"/>
                  </a:cubicBezTo>
                  <a:cubicBezTo>
                    <a:pt x="42" y="67"/>
                    <a:pt x="45" y="69"/>
                    <a:pt x="50" y="73"/>
                  </a:cubicBezTo>
                  <a:cubicBezTo>
                    <a:pt x="55" y="77"/>
                    <a:pt x="59" y="80"/>
                    <a:pt x="62" y="82"/>
                  </a:cubicBezTo>
                  <a:cubicBezTo>
                    <a:pt x="65" y="84"/>
                    <a:pt x="68" y="85"/>
                    <a:pt x="70" y="85"/>
                  </a:cubicBezTo>
                  <a:cubicBezTo>
                    <a:pt x="71" y="85"/>
                    <a:pt x="73" y="84"/>
                    <a:pt x="75" y="83"/>
                  </a:cubicBezTo>
                  <a:cubicBezTo>
                    <a:pt x="76" y="81"/>
                    <a:pt x="77" y="80"/>
                    <a:pt x="77" y="78"/>
                  </a:cubicBezTo>
                  <a:cubicBezTo>
                    <a:pt x="77" y="76"/>
                    <a:pt x="76" y="74"/>
                    <a:pt x="74" y="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5" name="Freeform 172"/>
            <p:cNvSpPr>
              <a:spLocks noEditPoints="1"/>
            </p:cNvSpPr>
            <p:nvPr/>
          </p:nvSpPr>
          <p:spPr bwMode="auto">
            <a:xfrm>
              <a:off x="3400425" y="6338888"/>
              <a:ext cx="77788" cy="98425"/>
            </a:xfrm>
            <a:custGeom>
              <a:avLst/>
              <a:gdLst>
                <a:gd name="T0" fmla="*/ 50 w 54"/>
                <a:gd name="T1" fmla="*/ 41 h 68"/>
                <a:gd name="T2" fmla="*/ 46 w 54"/>
                <a:gd name="T3" fmla="*/ 44 h 68"/>
                <a:gd name="T4" fmla="*/ 23 w 54"/>
                <a:gd name="T5" fmla="*/ 55 h 68"/>
                <a:gd name="T6" fmla="*/ 16 w 54"/>
                <a:gd name="T7" fmla="*/ 53 h 68"/>
                <a:gd name="T8" fmla="*/ 14 w 54"/>
                <a:gd name="T9" fmla="*/ 48 h 68"/>
                <a:gd name="T10" fmla="*/ 16 w 54"/>
                <a:gd name="T11" fmla="*/ 46 h 68"/>
                <a:gd name="T12" fmla="*/ 40 w 54"/>
                <a:gd name="T13" fmla="*/ 33 h 68"/>
                <a:gd name="T14" fmla="*/ 50 w 54"/>
                <a:gd name="T15" fmla="*/ 14 h 68"/>
                <a:gd name="T16" fmla="*/ 46 w 54"/>
                <a:gd name="T17" fmla="*/ 4 h 68"/>
                <a:gd name="T18" fmla="*/ 36 w 54"/>
                <a:gd name="T19" fmla="*/ 0 h 68"/>
                <a:gd name="T20" fmla="*/ 11 w 54"/>
                <a:gd name="T21" fmla="*/ 14 h 68"/>
                <a:gd name="T22" fmla="*/ 0 w 54"/>
                <a:gd name="T23" fmla="*/ 45 h 68"/>
                <a:gd name="T24" fmla="*/ 6 w 54"/>
                <a:gd name="T25" fmla="*/ 62 h 68"/>
                <a:gd name="T26" fmla="*/ 21 w 54"/>
                <a:gd name="T27" fmla="*/ 68 h 68"/>
                <a:gd name="T28" fmla="*/ 44 w 54"/>
                <a:gd name="T29" fmla="*/ 59 h 68"/>
                <a:gd name="T30" fmla="*/ 54 w 54"/>
                <a:gd name="T31" fmla="*/ 45 h 68"/>
                <a:gd name="T32" fmla="*/ 50 w 54"/>
                <a:gd name="T33" fmla="*/ 41 h 68"/>
                <a:gd name="T34" fmla="*/ 23 w 54"/>
                <a:gd name="T35" fmla="*/ 19 h 68"/>
                <a:gd name="T36" fmla="*/ 34 w 54"/>
                <a:gd name="T37" fmla="*/ 12 h 68"/>
                <a:gd name="T38" fmla="*/ 37 w 54"/>
                <a:gd name="T39" fmla="*/ 13 h 68"/>
                <a:gd name="T40" fmla="*/ 38 w 54"/>
                <a:gd name="T41" fmla="*/ 16 h 68"/>
                <a:gd name="T42" fmla="*/ 31 w 54"/>
                <a:gd name="T43" fmla="*/ 27 h 68"/>
                <a:gd name="T44" fmla="*/ 15 w 54"/>
                <a:gd name="T45" fmla="*/ 35 h 68"/>
                <a:gd name="T46" fmla="*/ 23 w 54"/>
                <a:gd name="T47" fmla="*/ 1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 h="68">
                  <a:moveTo>
                    <a:pt x="50" y="41"/>
                  </a:moveTo>
                  <a:cubicBezTo>
                    <a:pt x="49" y="41"/>
                    <a:pt x="47" y="42"/>
                    <a:pt x="46" y="44"/>
                  </a:cubicBezTo>
                  <a:cubicBezTo>
                    <a:pt x="38" y="52"/>
                    <a:pt x="31" y="55"/>
                    <a:pt x="23" y="55"/>
                  </a:cubicBezTo>
                  <a:cubicBezTo>
                    <a:pt x="20" y="55"/>
                    <a:pt x="18" y="55"/>
                    <a:pt x="16" y="53"/>
                  </a:cubicBezTo>
                  <a:cubicBezTo>
                    <a:pt x="15" y="51"/>
                    <a:pt x="14" y="50"/>
                    <a:pt x="14" y="48"/>
                  </a:cubicBezTo>
                  <a:cubicBezTo>
                    <a:pt x="14" y="47"/>
                    <a:pt x="15" y="46"/>
                    <a:pt x="16" y="46"/>
                  </a:cubicBezTo>
                  <a:cubicBezTo>
                    <a:pt x="26" y="43"/>
                    <a:pt x="34" y="39"/>
                    <a:pt x="40" y="33"/>
                  </a:cubicBezTo>
                  <a:cubicBezTo>
                    <a:pt x="47" y="27"/>
                    <a:pt x="50" y="21"/>
                    <a:pt x="50" y="14"/>
                  </a:cubicBezTo>
                  <a:cubicBezTo>
                    <a:pt x="50" y="10"/>
                    <a:pt x="49" y="7"/>
                    <a:pt x="46" y="4"/>
                  </a:cubicBezTo>
                  <a:cubicBezTo>
                    <a:pt x="43" y="2"/>
                    <a:pt x="40" y="0"/>
                    <a:pt x="36" y="0"/>
                  </a:cubicBezTo>
                  <a:cubicBezTo>
                    <a:pt x="27" y="0"/>
                    <a:pt x="19" y="5"/>
                    <a:pt x="11" y="14"/>
                  </a:cubicBezTo>
                  <a:cubicBezTo>
                    <a:pt x="4" y="24"/>
                    <a:pt x="0" y="34"/>
                    <a:pt x="0" y="45"/>
                  </a:cubicBezTo>
                  <a:cubicBezTo>
                    <a:pt x="0" y="52"/>
                    <a:pt x="2" y="58"/>
                    <a:pt x="6" y="62"/>
                  </a:cubicBezTo>
                  <a:cubicBezTo>
                    <a:pt x="9" y="66"/>
                    <a:pt x="14" y="68"/>
                    <a:pt x="21" y="68"/>
                  </a:cubicBezTo>
                  <a:cubicBezTo>
                    <a:pt x="29" y="68"/>
                    <a:pt x="37" y="65"/>
                    <a:pt x="44" y="59"/>
                  </a:cubicBezTo>
                  <a:cubicBezTo>
                    <a:pt x="50" y="54"/>
                    <a:pt x="54" y="49"/>
                    <a:pt x="54" y="45"/>
                  </a:cubicBezTo>
                  <a:cubicBezTo>
                    <a:pt x="54" y="43"/>
                    <a:pt x="52" y="41"/>
                    <a:pt x="50" y="41"/>
                  </a:cubicBezTo>
                  <a:close/>
                  <a:moveTo>
                    <a:pt x="23" y="19"/>
                  </a:moveTo>
                  <a:cubicBezTo>
                    <a:pt x="27" y="14"/>
                    <a:pt x="31" y="12"/>
                    <a:pt x="34" y="12"/>
                  </a:cubicBezTo>
                  <a:cubicBezTo>
                    <a:pt x="35" y="12"/>
                    <a:pt x="36" y="12"/>
                    <a:pt x="37" y="13"/>
                  </a:cubicBezTo>
                  <a:cubicBezTo>
                    <a:pt x="38" y="14"/>
                    <a:pt x="38" y="15"/>
                    <a:pt x="38" y="16"/>
                  </a:cubicBezTo>
                  <a:cubicBezTo>
                    <a:pt x="38" y="20"/>
                    <a:pt x="36" y="23"/>
                    <a:pt x="31" y="27"/>
                  </a:cubicBezTo>
                  <a:cubicBezTo>
                    <a:pt x="26" y="31"/>
                    <a:pt x="21" y="34"/>
                    <a:pt x="15" y="35"/>
                  </a:cubicBezTo>
                  <a:cubicBezTo>
                    <a:pt x="16" y="29"/>
                    <a:pt x="19" y="24"/>
                    <a:pt x="23"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6" name="Freeform 173"/>
            <p:cNvSpPr>
              <a:spLocks/>
            </p:cNvSpPr>
            <p:nvPr/>
          </p:nvSpPr>
          <p:spPr bwMode="auto">
            <a:xfrm>
              <a:off x="3487737" y="6342063"/>
              <a:ext cx="95250" cy="96838"/>
            </a:xfrm>
            <a:custGeom>
              <a:avLst/>
              <a:gdLst>
                <a:gd name="T0" fmla="*/ 64 w 66"/>
                <a:gd name="T1" fmla="*/ 2 h 67"/>
                <a:gd name="T2" fmla="*/ 59 w 66"/>
                <a:gd name="T3" fmla="*/ 0 h 67"/>
                <a:gd name="T4" fmla="*/ 53 w 66"/>
                <a:gd name="T5" fmla="*/ 2 h 67"/>
                <a:gd name="T6" fmla="*/ 46 w 66"/>
                <a:gd name="T7" fmla="*/ 10 h 67"/>
                <a:gd name="T8" fmla="*/ 33 w 66"/>
                <a:gd name="T9" fmla="*/ 28 h 67"/>
                <a:gd name="T10" fmla="*/ 25 w 66"/>
                <a:gd name="T11" fmla="*/ 42 h 67"/>
                <a:gd name="T12" fmla="*/ 23 w 66"/>
                <a:gd name="T13" fmla="*/ 46 h 67"/>
                <a:gd name="T14" fmla="*/ 22 w 66"/>
                <a:gd name="T15" fmla="*/ 43 h 67"/>
                <a:gd name="T16" fmla="*/ 20 w 66"/>
                <a:gd name="T17" fmla="*/ 36 h 67"/>
                <a:gd name="T18" fmla="*/ 17 w 66"/>
                <a:gd name="T19" fmla="*/ 26 h 67"/>
                <a:gd name="T20" fmla="*/ 15 w 66"/>
                <a:gd name="T21" fmla="*/ 18 h 67"/>
                <a:gd name="T22" fmla="*/ 15 w 66"/>
                <a:gd name="T23" fmla="*/ 10 h 67"/>
                <a:gd name="T24" fmla="*/ 7 w 66"/>
                <a:gd name="T25" fmla="*/ 1 h 67"/>
                <a:gd name="T26" fmla="*/ 0 w 66"/>
                <a:gd name="T27" fmla="*/ 11 h 67"/>
                <a:gd name="T28" fmla="*/ 9 w 66"/>
                <a:gd name="T29" fmla="*/ 46 h 67"/>
                <a:gd name="T30" fmla="*/ 14 w 66"/>
                <a:gd name="T31" fmla="*/ 62 h 67"/>
                <a:gd name="T32" fmla="*/ 21 w 66"/>
                <a:gd name="T33" fmla="*/ 67 h 67"/>
                <a:gd name="T34" fmla="*/ 31 w 66"/>
                <a:gd name="T35" fmla="*/ 57 h 67"/>
                <a:gd name="T36" fmla="*/ 48 w 66"/>
                <a:gd name="T37" fmla="*/ 28 h 67"/>
                <a:gd name="T38" fmla="*/ 61 w 66"/>
                <a:gd name="T39" fmla="*/ 14 h 67"/>
                <a:gd name="T40" fmla="*/ 66 w 66"/>
                <a:gd name="T41" fmla="*/ 7 h 67"/>
                <a:gd name="T42" fmla="*/ 64 w 66"/>
                <a:gd name="T43" fmla="*/ 2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6" h="67">
                  <a:moveTo>
                    <a:pt x="64" y="2"/>
                  </a:moveTo>
                  <a:cubicBezTo>
                    <a:pt x="63" y="1"/>
                    <a:pt x="61" y="0"/>
                    <a:pt x="59" y="0"/>
                  </a:cubicBezTo>
                  <a:cubicBezTo>
                    <a:pt x="57" y="0"/>
                    <a:pt x="55" y="1"/>
                    <a:pt x="53" y="2"/>
                  </a:cubicBezTo>
                  <a:cubicBezTo>
                    <a:pt x="52" y="3"/>
                    <a:pt x="49" y="6"/>
                    <a:pt x="46" y="10"/>
                  </a:cubicBezTo>
                  <a:cubicBezTo>
                    <a:pt x="42" y="15"/>
                    <a:pt x="38" y="21"/>
                    <a:pt x="33" y="28"/>
                  </a:cubicBezTo>
                  <a:cubicBezTo>
                    <a:pt x="29" y="36"/>
                    <a:pt x="26" y="40"/>
                    <a:pt x="25" y="42"/>
                  </a:cubicBezTo>
                  <a:cubicBezTo>
                    <a:pt x="24" y="44"/>
                    <a:pt x="23" y="46"/>
                    <a:pt x="23" y="46"/>
                  </a:cubicBezTo>
                  <a:cubicBezTo>
                    <a:pt x="23" y="46"/>
                    <a:pt x="22" y="44"/>
                    <a:pt x="22" y="43"/>
                  </a:cubicBezTo>
                  <a:cubicBezTo>
                    <a:pt x="21" y="40"/>
                    <a:pt x="20" y="38"/>
                    <a:pt x="20" y="36"/>
                  </a:cubicBezTo>
                  <a:cubicBezTo>
                    <a:pt x="19" y="34"/>
                    <a:pt x="18" y="30"/>
                    <a:pt x="17" y="26"/>
                  </a:cubicBezTo>
                  <a:cubicBezTo>
                    <a:pt x="16" y="22"/>
                    <a:pt x="15" y="19"/>
                    <a:pt x="15" y="18"/>
                  </a:cubicBezTo>
                  <a:cubicBezTo>
                    <a:pt x="15" y="16"/>
                    <a:pt x="15" y="14"/>
                    <a:pt x="15" y="10"/>
                  </a:cubicBezTo>
                  <a:cubicBezTo>
                    <a:pt x="15" y="4"/>
                    <a:pt x="12" y="1"/>
                    <a:pt x="7" y="1"/>
                  </a:cubicBezTo>
                  <a:cubicBezTo>
                    <a:pt x="2" y="1"/>
                    <a:pt x="0" y="4"/>
                    <a:pt x="0" y="11"/>
                  </a:cubicBezTo>
                  <a:cubicBezTo>
                    <a:pt x="0" y="18"/>
                    <a:pt x="3" y="30"/>
                    <a:pt x="9" y="46"/>
                  </a:cubicBezTo>
                  <a:cubicBezTo>
                    <a:pt x="12" y="54"/>
                    <a:pt x="14" y="60"/>
                    <a:pt x="14" y="62"/>
                  </a:cubicBezTo>
                  <a:cubicBezTo>
                    <a:pt x="16" y="66"/>
                    <a:pt x="19" y="67"/>
                    <a:pt x="21" y="67"/>
                  </a:cubicBezTo>
                  <a:cubicBezTo>
                    <a:pt x="24" y="67"/>
                    <a:pt x="27" y="64"/>
                    <a:pt x="31" y="57"/>
                  </a:cubicBezTo>
                  <a:cubicBezTo>
                    <a:pt x="37" y="46"/>
                    <a:pt x="43" y="36"/>
                    <a:pt x="48" y="28"/>
                  </a:cubicBezTo>
                  <a:cubicBezTo>
                    <a:pt x="54" y="21"/>
                    <a:pt x="58" y="16"/>
                    <a:pt x="61" y="14"/>
                  </a:cubicBezTo>
                  <a:cubicBezTo>
                    <a:pt x="64" y="12"/>
                    <a:pt x="66" y="9"/>
                    <a:pt x="66" y="7"/>
                  </a:cubicBezTo>
                  <a:cubicBezTo>
                    <a:pt x="66" y="5"/>
                    <a:pt x="65" y="4"/>
                    <a:pt x="6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7" name="Freeform 174"/>
            <p:cNvSpPr>
              <a:spLocks noEditPoints="1"/>
            </p:cNvSpPr>
            <p:nvPr/>
          </p:nvSpPr>
          <p:spPr bwMode="auto">
            <a:xfrm>
              <a:off x="3581400" y="6338888"/>
              <a:ext cx="76200" cy="98425"/>
            </a:xfrm>
            <a:custGeom>
              <a:avLst/>
              <a:gdLst>
                <a:gd name="T0" fmla="*/ 50 w 53"/>
                <a:gd name="T1" fmla="*/ 41 h 68"/>
                <a:gd name="T2" fmla="*/ 46 w 53"/>
                <a:gd name="T3" fmla="*/ 44 h 68"/>
                <a:gd name="T4" fmla="*/ 23 w 53"/>
                <a:gd name="T5" fmla="*/ 55 h 68"/>
                <a:gd name="T6" fmla="*/ 16 w 53"/>
                <a:gd name="T7" fmla="*/ 53 h 68"/>
                <a:gd name="T8" fmla="*/ 14 w 53"/>
                <a:gd name="T9" fmla="*/ 48 h 68"/>
                <a:gd name="T10" fmla="*/ 16 w 53"/>
                <a:gd name="T11" fmla="*/ 46 h 68"/>
                <a:gd name="T12" fmla="*/ 40 w 53"/>
                <a:gd name="T13" fmla="*/ 33 h 68"/>
                <a:gd name="T14" fmla="*/ 50 w 53"/>
                <a:gd name="T15" fmla="*/ 14 h 68"/>
                <a:gd name="T16" fmla="*/ 46 w 53"/>
                <a:gd name="T17" fmla="*/ 4 h 68"/>
                <a:gd name="T18" fmla="*/ 36 w 53"/>
                <a:gd name="T19" fmla="*/ 0 h 68"/>
                <a:gd name="T20" fmla="*/ 11 w 53"/>
                <a:gd name="T21" fmla="*/ 14 h 68"/>
                <a:gd name="T22" fmla="*/ 0 w 53"/>
                <a:gd name="T23" fmla="*/ 45 h 68"/>
                <a:gd name="T24" fmla="*/ 5 w 53"/>
                <a:gd name="T25" fmla="*/ 62 h 68"/>
                <a:gd name="T26" fmla="*/ 21 w 53"/>
                <a:gd name="T27" fmla="*/ 68 h 68"/>
                <a:gd name="T28" fmla="*/ 43 w 53"/>
                <a:gd name="T29" fmla="*/ 59 h 68"/>
                <a:gd name="T30" fmla="*/ 53 w 53"/>
                <a:gd name="T31" fmla="*/ 45 h 68"/>
                <a:gd name="T32" fmla="*/ 50 w 53"/>
                <a:gd name="T33" fmla="*/ 41 h 68"/>
                <a:gd name="T34" fmla="*/ 23 w 53"/>
                <a:gd name="T35" fmla="*/ 19 h 68"/>
                <a:gd name="T36" fmla="*/ 34 w 53"/>
                <a:gd name="T37" fmla="*/ 12 h 68"/>
                <a:gd name="T38" fmla="*/ 37 w 53"/>
                <a:gd name="T39" fmla="*/ 13 h 68"/>
                <a:gd name="T40" fmla="*/ 38 w 53"/>
                <a:gd name="T41" fmla="*/ 16 h 68"/>
                <a:gd name="T42" fmla="*/ 31 w 53"/>
                <a:gd name="T43" fmla="*/ 27 h 68"/>
                <a:gd name="T44" fmla="*/ 15 w 53"/>
                <a:gd name="T45" fmla="*/ 35 h 68"/>
                <a:gd name="T46" fmla="*/ 23 w 53"/>
                <a:gd name="T47" fmla="*/ 1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3" h="68">
                  <a:moveTo>
                    <a:pt x="50" y="41"/>
                  </a:moveTo>
                  <a:cubicBezTo>
                    <a:pt x="49" y="41"/>
                    <a:pt x="47" y="42"/>
                    <a:pt x="46" y="44"/>
                  </a:cubicBezTo>
                  <a:cubicBezTo>
                    <a:pt x="38" y="52"/>
                    <a:pt x="31" y="55"/>
                    <a:pt x="23" y="55"/>
                  </a:cubicBezTo>
                  <a:cubicBezTo>
                    <a:pt x="20" y="55"/>
                    <a:pt x="18" y="55"/>
                    <a:pt x="16" y="53"/>
                  </a:cubicBezTo>
                  <a:cubicBezTo>
                    <a:pt x="15" y="51"/>
                    <a:pt x="14" y="50"/>
                    <a:pt x="14" y="48"/>
                  </a:cubicBezTo>
                  <a:cubicBezTo>
                    <a:pt x="14" y="47"/>
                    <a:pt x="14" y="46"/>
                    <a:pt x="16" y="46"/>
                  </a:cubicBezTo>
                  <a:cubicBezTo>
                    <a:pt x="26" y="43"/>
                    <a:pt x="34" y="39"/>
                    <a:pt x="40" y="33"/>
                  </a:cubicBezTo>
                  <a:cubicBezTo>
                    <a:pt x="47" y="27"/>
                    <a:pt x="50" y="21"/>
                    <a:pt x="50" y="14"/>
                  </a:cubicBezTo>
                  <a:cubicBezTo>
                    <a:pt x="50" y="10"/>
                    <a:pt x="48" y="7"/>
                    <a:pt x="46" y="4"/>
                  </a:cubicBezTo>
                  <a:cubicBezTo>
                    <a:pt x="43" y="2"/>
                    <a:pt x="40" y="0"/>
                    <a:pt x="36" y="0"/>
                  </a:cubicBezTo>
                  <a:cubicBezTo>
                    <a:pt x="27" y="0"/>
                    <a:pt x="19" y="5"/>
                    <a:pt x="11" y="14"/>
                  </a:cubicBezTo>
                  <a:cubicBezTo>
                    <a:pt x="4" y="24"/>
                    <a:pt x="0" y="34"/>
                    <a:pt x="0" y="45"/>
                  </a:cubicBezTo>
                  <a:cubicBezTo>
                    <a:pt x="0" y="52"/>
                    <a:pt x="2" y="58"/>
                    <a:pt x="5" y="62"/>
                  </a:cubicBezTo>
                  <a:cubicBezTo>
                    <a:pt x="9" y="66"/>
                    <a:pt x="14" y="68"/>
                    <a:pt x="21" y="68"/>
                  </a:cubicBezTo>
                  <a:cubicBezTo>
                    <a:pt x="29" y="68"/>
                    <a:pt x="37" y="65"/>
                    <a:pt x="43" y="59"/>
                  </a:cubicBezTo>
                  <a:cubicBezTo>
                    <a:pt x="50" y="54"/>
                    <a:pt x="53" y="49"/>
                    <a:pt x="53" y="45"/>
                  </a:cubicBezTo>
                  <a:cubicBezTo>
                    <a:pt x="53" y="43"/>
                    <a:pt x="52" y="41"/>
                    <a:pt x="50" y="41"/>
                  </a:cubicBezTo>
                  <a:close/>
                  <a:moveTo>
                    <a:pt x="23" y="19"/>
                  </a:moveTo>
                  <a:cubicBezTo>
                    <a:pt x="27" y="14"/>
                    <a:pt x="31" y="12"/>
                    <a:pt x="34" y="12"/>
                  </a:cubicBezTo>
                  <a:cubicBezTo>
                    <a:pt x="35" y="12"/>
                    <a:pt x="36" y="12"/>
                    <a:pt x="37" y="13"/>
                  </a:cubicBezTo>
                  <a:cubicBezTo>
                    <a:pt x="38" y="14"/>
                    <a:pt x="38" y="15"/>
                    <a:pt x="38" y="16"/>
                  </a:cubicBezTo>
                  <a:cubicBezTo>
                    <a:pt x="38" y="20"/>
                    <a:pt x="36" y="23"/>
                    <a:pt x="31" y="27"/>
                  </a:cubicBezTo>
                  <a:cubicBezTo>
                    <a:pt x="26" y="31"/>
                    <a:pt x="21" y="34"/>
                    <a:pt x="15" y="35"/>
                  </a:cubicBezTo>
                  <a:cubicBezTo>
                    <a:pt x="16" y="29"/>
                    <a:pt x="19" y="24"/>
                    <a:pt x="23"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8" name="Freeform 175"/>
            <p:cNvSpPr>
              <a:spLocks/>
            </p:cNvSpPr>
            <p:nvPr/>
          </p:nvSpPr>
          <p:spPr bwMode="auto">
            <a:xfrm>
              <a:off x="3670300" y="6348413"/>
              <a:ext cx="104775" cy="84138"/>
            </a:xfrm>
            <a:custGeom>
              <a:avLst/>
              <a:gdLst>
                <a:gd name="T0" fmla="*/ 70 w 73"/>
                <a:gd name="T1" fmla="*/ 44 h 59"/>
                <a:gd name="T2" fmla="*/ 67 w 73"/>
                <a:gd name="T3" fmla="*/ 44 h 59"/>
                <a:gd name="T4" fmla="*/ 64 w 73"/>
                <a:gd name="T5" fmla="*/ 45 h 59"/>
                <a:gd name="T6" fmla="*/ 59 w 73"/>
                <a:gd name="T7" fmla="*/ 23 h 59"/>
                <a:gd name="T8" fmla="*/ 43 w 73"/>
                <a:gd name="T9" fmla="*/ 2 h 59"/>
                <a:gd name="T10" fmla="*/ 15 w 73"/>
                <a:gd name="T11" fmla="*/ 32 h 59"/>
                <a:gd name="T12" fmla="*/ 19 w 73"/>
                <a:gd name="T13" fmla="*/ 11 h 59"/>
                <a:gd name="T14" fmla="*/ 17 w 73"/>
                <a:gd name="T15" fmla="*/ 2 h 59"/>
                <a:gd name="T16" fmla="*/ 12 w 73"/>
                <a:gd name="T17" fmla="*/ 0 h 59"/>
                <a:gd name="T18" fmla="*/ 7 w 73"/>
                <a:gd name="T19" fmla="*/ 3 h 59"/>
                <a:gd name="T20" fmla="*/ 4 w 73"/>
                <a:gd name="T21" fmla="*/ 9 h 59"/>
                <a:gd name="T22" fmla="*/ 2 w 73"/>
                <a:gd name="T23" fmla="*/ 39 h 59"/>
                <a:gd name="T24" fmla="*/ 0 w 73"/>
                <a:gd name="T25" fmla="*/ 51 h 59"/>
                <a:gd name="T26" fmla="*/ 9 w 73"/>
                <a:gd name="T27" fmla="*/ 59 h 59"/>
                <a:gd name="T28" fmla="*/ 12 w 73"/>
                <a:gd name="T29" fmla="*/ 58 h 59"/>
                <a:gd name="T30" fmla="*/ 14 w 73"/>
                <a:gd name="T31" fmla="*/ 54 h 59"/>
                <a:gd name="T32" fmla="*/ 26 w 73"/>
                <a:gd name="T33" fmla="*/ 32 h 59"/>
                <a:gd name="T34" fmla="*/ 41 w 73"/>
                <a:gd name="T35" fmla="*/ 17 h 59"/>
                <a:gd name="T36" fmla="*/ 46 w 73"/>
                <a:gd name="T37" fmla="*/ 31 h 59"/>
                <a:gd name="T38" fmla="*/ 50 w 73"/>
                <a:gd name="T39" fmla="*/ 50 h 59"/>
                <a:gd name="T40" fmla="*/ 50 w 73"/>
                <a:gd name="T41" fmla="*/ 50 h 59"/>
                <a:gd name="T42" fmla="*/ 60 w 73"/>
                <a:gd name="T43" fmla="*/ 56 h 59"/>
                <a:gd name="T44" fmla="*/ 69 w 73"/>
                <a:gd name="T45" fmla="*/ 53 h 59"/>
                <a:gd name="T46" fmla="*/ 73 w 73"/>
                <a:gd name="T47" fmla="*/ 47 h 59"/>
                <a:gd name="T48" fmla="*/ 70 w 73"/>
                <a:gd name="T49" fmla="*/ 4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3" h="59">
                  <a:moveTo>
                    <a:pt x="70" y="44"/>
                  </a:moveTo>
                  <a:cubicBezTo>
                    <a:pt x="69" y="44"/>
                    <a:pt x="68" y="44"/>
                    <a:pt x="67" y="44"/>
                  </a:cubicBezTo>
                  <a:cubicBezTo>
                    <a:pt x="66" y="45"/>
                    <a:pt x="65" y="45"/>
                    <a:pt x="64" y="45"/>
                  </a:cubicBezTo>
                  <a:cubicBezTo>
                    <a:pt x="62" y="45"/>
                    <a:pt x="60" y="38"/>
                    <a:pt x="59" y="23"/>
                  </a:cubicBezTo>
                  <a:cubicBezTo>
                    <a:pt x="57" y="9"/>
                    <a:pt x="52" y="2"/>
                    <a:pt x="43" y="2"/>
                  </a:cubicBezTo>
                  <a:cubicBezTo>
                    <a:pt x="33" y="2"/>
                    <a:pt x="24" y="12"/>
                    <a:pt x="15" y="32"/>
                  </a:cubicBezTo>
                  <a:cubicBezTo>
                    <a:pt x="17" y="21"/>
                    <a:pt x="19" y="14"/>
                    <a:pt x="19" y="11"/>
                  </a:cubicBezTo>
                  <a:cubicBezTo>
                    <a:pt x="19" y="6"/>
                    <a:pt x="18" y="3"/>
                    <a:pt x="17" y="2"/>
                  </a:cubicBezTo>
                  <a:cubicBezTo>
                    <a:pt x="16" y="1"/>
                    <a:pt x="14" y="0"/>
                    <a:pt x="12" y="0"/>
                  </a:cubicBezTo>
                  <a:cubicBezTo>
                    <a:pt x="10" y="0"/>
                    <a:pt x="8" y="1"/>
                    <a:pt x="7" y="3"/>
                  </a:cubicBezTo>
                  <a:cubicBezTo>
                    <a:pt x="5" y="5"/>
                    <a:pt x="4" y="7"/>
                    <a:pt x="4" y="9"/>
                  </a:cubicBezTo>
                  <a:cubicBezTo>
                    <a:pt x="4" y="21"/>
                    <a:pt x="4" y="31"/>
                    <a:pt x="2" y="39"/>
                  </a:cubicBezTo>
                  <a:cubicBezTo>
                    <a:pt x="1" y="46"/>
                    <a:pt x="0" y="50"/>
                    <a:pt x="0" y="51"/>
                  </a:cubicBezTo>
                  <a:cubicBezTo>
                    <a:pt x="0" y="57"/>
                    <a:pt x="3" y="59"/>
                    <a:pt x="9" y="59"/>
                  </a:cubicBezTo>
                  <a:cubicBezTo>
                    <a:pt x="10" y="59"/>
                    <a:pt x="11" y="59"/>
                    <a:pt x="12" y="58"/>
                  </a:cubicBezTo>
                  <a:cubicBezTo>
                    <a:pt x="13" y="57"/>
                    <a:pt x="13" y="56"/>
                    <a:pt x="14" y="54"/>
                  </a:cubicBezTo>
                  <a:cubicBezTo>
                    <a:pt x="15" y="50"/>
                    <a:pt x="20" y="42"/>
                    <a:pt x="26" y="32"/>
                  </a:cubicBezTo>
                  <a:cubicBezTo>
                    <a:pt x="33" y="22"/>
                    <a:pt x="38" y="17"/>
                    <a:pt x="41" y="17"/>
                  </a:cubicBezTo>
                  <a:cubicBezTo>
                    <a:pt x="44" y="17"/>
                    <a:pt x="45" y="21"/>
                    <a:pt x="46" y="31"/>
                  </a:cubicBezTo>
                  <a:cubicBezTo>
                    <a:pt x="47" y="41"/>
                    <a:pt x="48" y="47"/>
                    <a:pt x="50" y="50"/>
                  </a:cubicBezTo>
                  <a:cubicBezTo>
                    <a:pt x="50" y="50"/>
                    <a:pt x="50" y="50"/>
                    <a:pt x="50" y="50"/>
                  </a:cubicBezTo>
                  <a:cubicBezTo>
                    <a:pt x="52" y="54"/>
                    <a:pt x="55" y="56"/>
                    <a:pt x="60" y="56"/>
                  </a:cubicBezTo>
                  <a:cubicBezTo>
                    <a:pt x="64" y="56"/>
                    <a:pt x="67" y="55"/>
                    <a:pt x="69" y="53"/>
                  </a:cubicBezTo>
                  <a:cubicBezTo>
                    <a:pt x="72" y="51"/>
                    <a:pt x="73" y="49"/>
                    <a:pt x="73" y="47"/>
                  </a:cubicBezTo>
                  <a:cubicBezTo>
                    <a:pt x="73" y="45"/>
                    <a:pt x="72" y="44"/>
                    <a:pt x="70"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9" name="Freeform 176"/>
            <p:cNvSpPr>
              <a:spLocks/>
            </p:cNvSpPr>
            <p:nvPr/>
          </p:nvSpPr>
          <p:spPr bwMode="auto">
            <a:xfrm>
              <a:off x="3784600" y="6345238"/>
              <a:ext cx="84138" cy="90488"/>
            </a:xfrm>
            <a:custGeom>
              <a:avLst/>
              <a:gdLst>
                <a:gd name="T0" fmla="*/ 57 w 59"/>
                <a:gd name="T1" fmla="*/ 55 h 63"/>
                <a:gd name="T2" fmla="*/ 52 w 59"/>
                <a:gd name="T3" fmla="*/ 37 h 63"/>
                <a:gd name="T4" fmla="*/ 56 w 59"/>
                <a:gd name="T5" fmla="*/ 15 h 63"/>
                <a:gd name="T6" fmla="*/ 57 w 59"/>
                <a:gd name="T7" fmla="*/ 11 h 63"/>
                <a:gd name="T8" fmla="*/ 51 w 59"/>
                <a:gd name="T9" fmla="*/ 4 h 63"/>
                <a:gd name="T10" fmla="*/ 45 w 59"/>
                <a:gd name="T11" fmla="*/ 7 h 63"/>
                <a:gd name="T12" fmla="*/ 41 w 59"/>
                <a:gd name="T13" fmla="*/ 20 h 63"/>
                <a:gd name="T14" fmla="*/ 29 w 59"/>
                <a:gd name="T15" fmla="*/ 40 h 63"/>
                <a:gd name="T16" fmla="*/ 16 w 59"/>
                <a:gd name="T17" fmla="*/ 49 h 63"/>
                <a:gd name="T18" fmla="*/ 13 w 59"/>
                <a:gd name="T19" fmla="*/ 41 h 63"/>
                <a:gd name="T20" fmla="*/ 15 w 59"/>
                <a:gd name="T21" fmla="*/ 31 h 63"/>
                <a:gd name="T22" fmla="*/ 18 w 59"/>
                <a:gd name="T23" fmla="*/ 18 h 63"/>
                <a:gd name="T24" fmla="*/ 21 w 59"/>
                <a:gd name="T25" fmla="*/ 7 h 63"/>
                <a:gd name="T26" fmla="*/ 19 w 59"/>
                <a:gd name="T27" fmla="*/ 2 h 63"/>
                <a:gd name="T28" fmla="*/ 14 w 59"/>
                <a:gd name="T29" fmla="*/ 0 h 63"/>
                <a:gd name="T30" fmla="*/ 7 w 59"/>
                <a:gd name="T31" fmla="*/ 5 h 63"/>
                <a:gd name="T32" fmla="*/ 4 w 59"/>
                <a:gd name="T33" fmla="*/ 22 h 63"/>
                <a:gd name="T34" fmla="*/ 0 w 59"/>
                <a:gd name="T35" fmla="*/ 43 h 63"/>
                <a:gd name="T36" fmla="*/ 5 w 59"/>
                <a:gd name="T37" fmla="*/ 57 h 63"/>
                <a:gd name="T38" fmla="*/ 14 w 59"/>
                <a:gd name="T39" fmla="*/ 62 h 63"/>
                <a:gd name="T40" fmla="*/ 28 w 59"/>
                <a:gd name="T41" fmla="*/ 56 h 63"/>
                <a:gd name="T42" fmla="*/ 41 w 59"/>
                <a:gd name="T43" fmla="*/ 40 h 63"/>
                <a:gd name="T44" fmla="*/ 44 w 59"/>
                <a:gd name="T45" fmla="*/ 57 h 63"/>
                <a:gd name="T46" fmla="*/ 51 w 59"/>
                <a:gd name="T47" fmla="*/ 63 h 63"/>
                <a:gd name="T48" fmla="*/ 56 w 59"/>
                <a:gd name="T49" fmla="*/ 62 h 63"/>
                <a:gd name="T50" fmla="*/ 59 w 59"/>
                <a:gd name="T51" fmla="*/ 58 h 63"/>
                <a:gd name="T52" fmla="*/ 57 w 59"/>
                <a:gd name="T53" fmla="*/ 5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9" h="63">
                  <a:moveTo>
                    <a:pt x="57" y="55"/>
                  </a:moveTo>
                  <a:cubicBezTo>
                    <a:pt x="54" y="53"/>
                    <a:pt x="52" y="47"/>
                    <a:pt x="52" y="37"/>
                  </a:cubicBezTo>
                  <a:cubicBezTo>
                    <a:pt x="52" y="29"/>
                    <a:pt x="54" y="21"/>
                    <a:pt x="56" y="15"/>
                  </a:cubicBezTo>
                  <a:cubicBezTo>
                    <a:pt x="56" y="13"/>
                    <a:pt x="57" y="11"/>
                    <a:pt x="57" y="11"/>
                  </a:cubicBezTo>
                  <a:cubicBezTo>
                    <a:pt x="57" y="6"/>
                    <a:pt x="55" y="4"/>
                    <a:pt x="51" y="4"/>
                  </a:cubicBezTo>
                  <a:cubicBezTo>
                    <a:pt x="48" y="4"/>
                    <a:pt x="46" y="5"/>
                    <a:pt x="45" y="7"/>
                  </a:cubicBezTo>
                  <a:cubicBezTo>
                    <a:pt x="44" y="9"/>
                    <a:pt x="42" y="13"/>
                    <a:pt x="41" y="20"/>
                  </a:cubicBezTo>
                  <a:cubicBezTo>
                    <a:pt x="39" y="27"/>
                    <a:pt x="35" y="33"/>
                    <a:pt x="29" y="40"/>
                  </a:cubicBezTo>
                  <a:cubicBezTo>
                    <a:pt x="24" y="46"/>
                    <a:pt x="19" y="49"/>
                    <a:pt x="16" y="49"/>
                  </a:cubicBezTo>
                  <a:cubicBezTo>
                    <a:pt x="14" y="49"/>
                    <a:pt x="13" y="47"/>
                    <a:pt x="13" y="41"/>
                  </a:cubicBezTo>
                  <a:cubicBezTo>
                    <a:pt x="13" y="40"/>
                    <a:pt x="13" y="36"/>
                    <a:pt x="15" y="31"/>
                  </a:cubicBezTo>
                  <a:cubicBezTo>
                    <a:pt x="16" y="26"/>
                    <a:pt x="17" y="21"/>
                    <a:pt x="18" y="18"/>
                  </a:cubicBezTo>
                  <a:cubicBezTo>
                    <a:pt x="20" y="13"/>
                    <a:pt x="21" y="9"/>
                    <a:pt x="21" y="7"/>
                  </a:cubicBezTo>
                  <a:cubicBezTo>
                    <a:pt x="21" y="5"/>
                    <a:pt x="20" y="4"/>
                    <a:pt x="19" y="2"/>
                  </a:cubicBezTo>
                  <a:cubicBezTo>
                    <a:pt x="18" y="1"/>
                    <a:pt x="16" y="0"/>
                    <a:pt x="14" y="0"/>
                  </a:cubicBezTo>
                  <a:cubicBezTo>
                    <a:pt x="11" y="0"/>
                    <a:pt x="8" y="2"/>
                    <a:pt x="7" y="5"/>
                  </a:cubicBezTo>
                  <a:cubicBezTo>
                    <a:pt x="7" y="9"/>
                    <a:pt x="6" y="15"/>
                    <a:pt x="4" y="22"/>
                  </a:cubicBezTo>
                  <a:cubicBezTo>
                    <a:pt x="1" y="31"/>
                    <a:pt x="0" y="38"/>
                    <a:pt x="0" y="43"/>
                  </a:cubicBezTo>
                  <a:cubicBezTo>
                    <a:pt x="0" y="49"/>
                    <a:pt x="2" y="54"/>
                    <a:pt x="5" y="57"/>
                  </a:cubicBezTo>
                  <a:cubicBezTo>
                    <a:pt x="8" y="60"/>
                    <a:pt x="11" y="62"/>
                    <a:pt x="14" y="62"/>
                  </a:cubicBezTo>
                  <a:cubicBezTo>
                    <a:pt x="19" y="62"/>
                    <a:pt x="24" y="60"/>
                    <a:pt x="28" y="56"/>
                  </a:cubicBezTo>
                  <a:cubicBezTo>
                    <a:pt x="33" y="52"/>
                    <a:pt x="38" y="47"/>
                    <a:pt x="41" y="40"/>
                  </a:cubicBezTo>
                  <a:cubicBezTo>
                    <a:pt x="41" y="47"/>
                    <a:pt x="42" y="53"/>
                    <a:pt x="44" y="57"/>
                  </a:cubicBezTo>
                  <a:cubicBezTo>
                    <a:pt x="45" y="61"/>
                    <a:pt x="48" y="63"/>
                    <a:pt x="51" y="63"/>
                  </a:cubicBezTo>
                  <a:cubicBezTo>
                    <a:pt x="52" y="63"/>
                    <a:pt x="54" y="63"/>
                    <a:pt x="56" y="62"/>
                  </a:cubicBezTo>
                  <a:cubicBezTo>
                    <a:pt x="58" y="60"/>
                    <a:pt x="59" y="59"/>
                    <a:pt x="59" y="58"/>
                  </a:cubicBezTo>
                  <a:cubicBezTo>
                    <a:pt x="59" y="57"/>
                    <a:pt x="59" y="56"/>
                    <a:pt x="57" y="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0" name="Freeform 177"/>
            <p:cNvSpPr>
              <a:spLocks noEditPoints="1"/>
            </p:cNvSpPr>
            <p:nvPr/>
          </p:nvSpPr>
          <p:spPr bwMode="auto">
            <a:xfrm>
              <a:off x="3884612" y="6338888"/>
              <a:ext cx="79375" cy="98425"/>
            </a:xfrm>
            <a:custGeom>
              <a:avLst/>
              <a:gdLst>
                <a:gd name="T0" fmla="*/ 50 w 54"/>
                <a:gd name="T1" fmla="*/ 41 h 68"/>
                <a:gd name="T2" fmla="*/ 46 w 54"/>
                <a:gd name="T3" fmla="*/ 44 h 68"/>
                <a:gd name="T4" fmla="*/ 23 w 54"/>
                <a:gd name="T5" fmla="*/ 55 h 68"/>
                <a:gd name="T6" fmla="*/ 17 w 54"/>
                <a:gd name="T7" fmla="*/ 53 h 68"/>
                <a:gd name="T8" fmla="*/ 14 w 54"/>
                <a:gd name="T9" fmla="*/ 48 h 68"/>
                <a:gd name="T10" fmla="*/ 16 w 54"/>
                <a:gd name="T11" fmla="*/ 46 h 68"/>
                <a:gd name="T12" fmla="*/ 40 w 54"/>
                <a:gd name="T13" fmla="*/ 33 h 68"/>
                <a:gd name="T14" fmla="*/ 50 w 54"/>
                <a:gd name="T15" fmla="*/ 14 h 68"/>
                <a:gd name="T16" fmla="*/ 46 w 54"/>
                <a:gd name="T17" fmla="*/ 4 h 68"/>
                <a:gd name="T18" fmla="*/ 36 w 54"/>
                <a:gd name="T19" fmla="*/ 0 h 68"/>
                <a:gd name="T20" fmla="*/ 11 w 54"/>
                <a:gd name="T21" fmla="*/ 14 h 68"/>
                <a:gd name="T22" fmla="*/ 0 w 54"/>
                <a:gd name="T23" fmla="*/ 45 h 68"/>
                <a:gd name="T24" fmla="*/ 6 w 54"/>
                <a:gd name="T25" fmla="*/ 62 h 68"/>
                <a:gd name="T26" fmla="*/ 21 w 54"/>
                <a:gd name="T27" fmla="*/ 68 h 68"/>
                <a:gd name="T28" fmla="*/ 44 w 54"/>
                <a:gd name="T29" fmla="*/ 59 h 68"/>
                <a:gd name="T30" fmla="*/ 54 w 54"/>
                <a:gd name="T31" fmla="*/ 45 h 68"/>
                <a:gd name="T32" fmla="*/ 50 w 54"/>
                <a:gd name="T33" fmla="*/ 41 h 68"/>
                <a:gd name="T34" fmla="*/ 23 w 54"/>
                <a:gd name="T35" fmla="*/ 19 h 68"/>
                <a:gd name="T36" fmla="*/ 34 w 54"/>
                <a:gd name="T37" fmla="*/ 12 h 68"/>
                <a:gd name="T38" fmla="*/ 37 w 54"/>
                <a:gd name="T39" fmla="*/ 13 h 68"/>
                <a:gd name="T40" fmla="*/ 38 w 54"/>
                <a:gd name="T41" fmla="*/ 16 h 68"/>
                <a:gd name="T42" fmla="*/ 31 w 54"/>
                <a:gd name="T43" fmla="*/ 27 h 68"/>
                <a:gd name="T44" fmla="*/ 15 w 54"/>
                <a:gd name="T45" fmla="*/ 35 h 68"/>
                <a:gd name="T46" fmla="*/ 23 w 54"/>
                <a:gd name="T47" fmla="*/ 1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 h="68">
                  <a:moveTo>
                    <a:pt x="50" y="41"/>
                  </a:moveTo>
                  <a:cubicBezTo>
                    <a:pt x="49" y="41"/>
                    <a:pt x="47" y="42"/>
                    <a:pt x="46" y="44"/>
                  </a:cubicBezTo>
                  <a:cubicBezTo>
                    <a:pt x="38" y="52"/>
                    <a:pt x="31" y="55"/>
                    <a:pt x="23" y="55"/>
                  </a:cubicBezTo>
                  <a:cubicBezTo>
                    <a:pt x="20" y="55"/>
                    <a:pt x="18" y="55"/>
                    <a:pt x="17" y="53"/>
                  </a:cubicBezTo>
                  <a:cubicBezTo>
                    <a:pt x="15" y="51"/>
                    <a:pt x="14" y="50"/>
                    <a:pt x="14" y="48"/>
                  </a:cubicBezTo>
                  <a:cubicBezTo>
                    <a:pt x="14" y="47"/>
                    <a:pt x="15" y="46"/>
                    <a:pt x="16" y="46"/>
                  </a:cubicBezTo>
                  <a:cubicBezTo>
                    <a:pt x="26" y="43"/>
                    <a:pt x="34" y="39"/>
                    <a:pt x="40" y="33"/>
                  </a:cubicBezTo>
                  <a:cubicBezTo>
                    <a:pt x="47" y="27"/>
                    <a:pt x="50" y="21"/>
                    <a:pt x="50" y="14"/>
                  </a:cubicBezTo>
                  <a:cubicBezTo>
                    <a:pt x="50" y="10"/>
                    <a:pt x="49" y="7"/>
                    <a:pt x="46" y="4"/>
                  </a:cubicBezTo>
                  <a:cubicBezTo>
                    <a:pt x="43" y="2"/>
                    <a:pt x="40" y="0"/>
                    <a:pt x="36" y="0"/>
                  </a:cubicBezTo>
                  <a:cubicBezTo>
                    <a:pt x="27" y="0"/>
                    <a:pt x="19" y="5"/>
                    <a:pt x="11" y="14"/>
                  </a:cubicBezTo>
                  <a:cubicBezTo>
                    <a:pt x="4" y="24"/>
                    <a:pt x="0" y="34"/>
                    <a:pt x="0" y="45"/>
                  </a:cubicBezTo>
                  <a:cubicBezTo>
                    <a:pt x="0" y="52"/>
                    <a:pt x="2" y="58"/>
                    <a:pt x="6" y="62"/>
                  </a:cubicBezTo>
                  <a:cubicBezTo>
                    <a:pt x="9" y="66"/>
                    <a:pt x="14" y="68"/>
                    <a:pt x="21" y="68"/>
                  </a:cubicBezTo>
                  <a:cubicBezTo>
                    <a:pt x="29" y="68"/>
                    <a:pt x="37" y="65"/>
                    <a:pt x="44" y="59"/>
                  </a:cubicBezTo>
                  <a:cubicBezTo>
                    <a:pt x="50" y="54"/>
                    <a:pt x="54" y="49"/>
                    <a:pt x="54" y="45"/>
                  </a:cubicBezTo>
                  <a:cubicBezTo>
                    <a:pt x="54" y="43"/>
                    <a:pt x="53" y="41"/>
                    <a:pt x="50" y="41"/>
                  </a:cubicBezTo>
                  <a:close/>
                  <a:moveTo>
                    <a:pt x="23" y="19"/>
                  </a:moveTo>
                  <a:cubicBezTo>
                    <a:pt x="27" y="14"/>
                    <a:pt x="31" y="12"/>
                    <a:pt x="34" y="12"/>
                  </a:cubicBezTo>
                  <a:cubicBezTo>
                    <a:pt x="35" y="12"/>
                    <a:pt x="36" y="12"/>
                    <a:pt x="37" y="13"/>
                  </a:cubicBezTo>
                  <a:cubicBezTo>
                    <a:pt x="38" y="14"/>
                    <a:pt x="38" y="15"/>
                    <a:pt x="38" y="16"/>
                  </a:cubicBezTo>
                  <a:cubicBezTo>
                    <a:pt x="38" y="20"/>
                    <a:pt x="36" y="23"/>
                    <a:pt x="31" y="27"/>
                  </a:cubicBezTo>
                  <a:cubicBezTo>
                    <a:pt x="27" y="31"/>
                    <a:pt x="21" y="34"/>
                    <a:pt x="15" y="35"/>
                  </a:cubicBezTo>
                  <a:cubicBezTo>
                    <a:pt x="16" y="29"/>
                    <a:pt x="19" y="24"/>
                    <a:pt x="23"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1" name="Freeform 390"/>
            <p:cNvSpPr>
              <a:spLocks/>
            </p:cNvSpPr>
            <p:nvPr/>
          </p:nvSpPr>
          <p:spPr bwMode="auto">
            <a:xfrm>
              <a:off x="7042150" y="6356351"/>
              <a:ext cx="79375" cy="100013"/>
            </a:xfrm>
            <a:custGeom>
              <a:avLst/>
              <a:gdLst>
                <a:gd name="T0" fmla="*/ 41 w 53"/>
                <a:gd name="T1" fmla="*/ 0 h 67"/>
                <a:gd name="T2" fmla="*/ 22 w 53"/>
                <a:gd name="T3" fmla="*/ 7 h 67"/>
                <a:gd name="T4" fmla="*/ 6 w 53"/>
                <a:gd name="T5" fmla="*/ 26 h 67"/>
                <a:gd name="T6" fmla="*/ 0 w 53"/>
                <a:gd name="T7" fmla="*/ 47 h 67"/>
                <a:gd name="T8" fmla="*/ 6 w 53"/>
                <a:gd name="T9" fmla="*/ 62 h 67"/>
                <a:gd name="T10" fmla="*/ 20 w 53"/>
                <a:gd name="T11" fmla="*/ 67 h 67"/>
                <a:gd name="T12" fmla="*/ 37 w 53"/>
                <a:gd name="T13" fmla="*/ 61 h 67"/>
                <a:gd name="T14" fmla="*/ 46 w 53"/>
                <a:gd name="T15" fmla="*/ 52 h 67"/>
                <a:gd name="T16" fmla="*/ 43 w 53"/>
                <a:gd name="T17" fmla="*/ 49 h 67"/>
                <a:gd name="T18" fmla="*/ 37 w 53"/>
                <a:gd name="T19" fmla="*/ 52 h 67"/>
                <a:gd name="T20" fmla="*/ 29 w 53"/>
                <a:gd name="T21" fmla="*/ 56 h 67"/>
                <a:gd name="T22" fmla="*/ 21 w 53"/>
                <a:gd name="T23" fmla="*/ 58 h 67"/>
                <a:gd name="T24" fmla="*/ 13 w 53"/>
                <a:gd name="T25" fmla="*/ 55 h 67"/>
                <a:gd name="T26" fmla="*/ 10 w 53"/>
                <a:gd name="T27" fmla="*/ 47 h 67"/>
                <a:gd name="T28" fmla="*/ 15 w 53"/>
                <a:gd name="T29" fmla="*/ 30 h 67"/>
                <a:gd name="T30" fmla="*/ 28 w 53"/>
                <a:gd name="T31" fmla="*/ 14 h 67"/>
                <a:gd name="T32" fmla="*/ 41 w 53"/>
                <a:gd name="T33" fmla="*/ 8 h 67"/>
                <a:gd name="T34" fmla="*/ 43 w 53"/>
                <a:gd name="T35" fmla="*/ 11 h 67"/>
                <a:gd name="T36" fmla="*/ 42 w 53"/>
                <a:gd name="T37" fmla="*/ 15 h 67"/>
                <a:gd name="T38" fmla="*/ 42 w 53"/>
                <a:gd name="T39" fmla="*/ 19 h 67"/>
                <a:gd name="T40" fmla="*/ 43 w 53"/>
                <a:gd name="T41" fmla="*/ 22 h 67"/>
                <a:gd name="T42" fmla="*/ 45 w 53"/>
                <a:gd name="T43" fmla="*/ 23 h 67"/>
                <a:gd name="T44" fmla="*/ 49 w 53"/>
                <a:gd name="T45" fmla="*/ 21 h 67"/>
                <a:gd name="T46" fmla="*/ 53 w 53"/>
                <a:gd name="T47" fmla="*/ 18 h 67"/>
                <a:gd name="T48" fmla="*/ 53 w 53"/>
                <a:gd name="T49" fmla="*/ 11 h 67"/>
                <a:gd name="T50" fmla="*/ 50 w 53"/>
                <a:gd name="T51" fmla="*/ 3 h 67"/>
                <a:gd name="T52" fmla="*/ 41 w 53"/>
                <a:gd name="T53"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3" h="67">
                  <a:moveTo>
                    <a:pt x="41" y="0"/>
                  </a:moveTo>
                  <a:cubicBezTo>
                    <a:pt x="35" y="0"/>
                    <a:pt x="29" y="3"/>
                    <a:pt x="22" y="7"/>
                  </a:cubicBezTo>
                  <a:cubicBezTo>
                    <a:pt x="16" y="12"/>
                    <a:pt x="10" y="19"/>
                    <a:pt x="6" y="26"/>
                  </a:cubicBezTo>
                  <a:cubicBezTo>
                    <a:pt x="2" y="34"/>
                    <a:pt x="0" y="41"/>
                    <a:pt x="0" y="47"/>
                  </a:cubicBezTo>
                  <a:cubicBezTo>
                    <a:pt x="0" y="54"/>
                    <a:pt x="2" y="58"/>
                    <a:pt x="6" y="62"/>
                  </a:cubicBezTo>
                  <a:cubicBezTo>
                    <a:pt x="10" y="65"/>
                    <a:pt x="15" y="67"/>
                    <a:pt x="20" y="67"/>
                  </a:cubicBezTo>
                  <a:cubicBezTo>
                    <a:pt x="25" y="67"/>
                    <a:pt x="31" y="65"/>
                    <a:pt x="37" y="61"/>
                  </a:cubicBezTo>
                  <a:cubicBezTo>
                    <a:pt x="43" y="57"/>
                    <a:pt x="46" y="54"/>
                    <a:pt x="46" y="52"/>
                  </a:cubicBezTo>
                  <a:cubicBezTo>
                    <a:pt x="46" y="50"/>
                    <a:pt x="45" y="49"/>
                    <a:pt x="43" y="49"/>
                  </a:cubicBezTo>
                  <a:cubicBezTo>
                    <a:pt x="42" y="49"/>
                    <a:pt x="40" y="50"/>
                    <a:pt x="37" y="52"/>
                  </a:cubicBezTo>
                  <a:cubicBezTo>
                    <a:pt x="35" y="54"/>
                    <a:pt x="32" y="55"/>
                    <a:pt x="29" y="56"/>
                  </a:cubicBezTo>
                  <a:cubicBezTo>
                    <a:pt x="26" y="57"/>
                    <a:pt x="23" y="58"/>
                    <a:pt x="21" y="58"/>
                  </a:cubicBezTo>
                  <a:cubicBezTo>
                    <a:pt x="17" y="58"/>
                    <a:pt x="15" y="57"/>
                    <a:pt x="13" y="55"/>
                  </a:cubicBezTo>
                  <a:cubicBezTo>
                    <a:pt x="11" y="52"/>
                    <a:pt x="10" y="50"/>
                    <a:pt x="10" y="47"/>
                  </a:cubicBezTo>
                  <a:cubicBezTo>
                    <a:pt x="10" y="42"/>
                    <a:pt x="12" y="36"/>
                    <a:pt x="15" y="30"/>
                  </a:cubicBezTo>
                  <a:cubicBezTo>
                    <a:pt x="19" y="24"/>
                    <a:pt x="23" y="19"/>
                    <a:pt x="28" y="14"/>
                  </a:cubicBezTo>
                  <a:cubicBezTo>
                    <a:pt x="33" y="10"/>
                    <a:pt x="37" y="8"/>
                    <a:pt x="41" y="8"/>
                  </a:cubicBezTo>
                  <a:cubicBezTo>
                    <a:pt x="42" y="8"/>
                    <a:pt x="43" y="9"/>
                    <a:pt x="43" y="11"/>
                  </a:cubicBezTo>
                  <a:cubicBezTo>
                    <a:pt x="43" y="12"/>
                    <a:pt x="43" y="13"/>
                    <a:pt x="42" y="15"/>
                  </a:cubicBezTo>
                  <a:cubicBezTo>
                    <a:pt x="42" y="17"/>
                    <a:pt x="42" y="18"/>
                    <a:pt x="42" y="19"/>
                  </a:cubicBezTo>
                  <a:cubicBezTo>
                    <a:pt x="42" y="20"/>
                    <a:pt x="42" y="21"/>
                    <a:pt x="43" y="22"/>
                  </a:cubicBezTo>
                  <a:cubicBezTo>
                    <a:pt x="44" y="23"/>
                    <a:pt x="44" y="23"/>
                    <a:pt x="45" y="23"/>
                  </a:cubicBezTo>
                  <a:cubicBezTo>
                    <a:pt x="47" y="23"/>
                    <a:pt x="48" y="22"/>
                    <a:pt x="49" y="21"/>
                  </a:cubicBezTo>
                  <a:cubicBezTo>
                    <a:pt x="51" y="20"/>
                    <a:pt x="52" y="19"/>
                    <a:pt x="53" y="18"/>
                  </a:cubicBezTo>
                  <a:cubicBezTo>
                    <a:pt x="53" y="17"/>
                    <a:pt x="53" y="14"/>
                    <a:pt x="53" y="11"/>
                  </a:cubicBezTo>
                  <a:cubicBezTo>
                    <a:pt x="53" y="8"/>
                    <a:pt x="52" y="6"/>
                    <a:pt x="50" y="3"/>
                  </a:cubicBezTo>
                  <a:cubicBezTo>
                    <a:pt x="48" y="1"/>
                    <a:pt x="45" y="0"/>
                    <a:pt x="4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2" name="Freeform 391"/>
            <p:cNvSpPr>
              <a:spLocks noEditPoints="1"/>
            </p:cNvSpPr>
            <p:nvPr/>
          </p:nvSpPr>
          <p:spPr bwMode="auto">
            <a:xfrm>
              <a:off x="7126288" y="6383338"/>
              <a:ext cx="58738" cy="69850"/>
            </a:xfrm>
            <a:custGeom>
              <a:avLst/>
              <a:gdLst>
                <a:gd name="T0" fmla="*/ 25 w 40"/>
                <a:gd name="T1" fmla="*/ 0 h 47"/>
                <a:gd name="T2" fmla="*/ 7 w 40"/>
                <a:gd name="T3" fmla="*/ 11 h 47"/>
                <a:gd name="T4" fmla="*/ 0 w 40"/>
                <a:gd name="T5" fmla="*/ 32 h 47"/>
                <a:gd name="T6" fmla="*/ 4 w 40"/>
                <a:gd name="T7" fmla="*/ 42 h 47"/>
                <a:gd name="T8" fmla="*/ 14 w 40"/>
                <a:gd name="T9" fmla="*/ 47 h 47"/>
                <a:gd name="T10" fmla="*/ 29 w 40"/>
                <a:gd name="T11" fmla="*/ 40 h 47"/>
                <a:gd name="T12" fmla="*/ 40 w 40"/>
                <a:gd name="T13" fmla="*/ 24 h 47"/>
                <a:gd name="T14" fmla="*/ 40 w 40"/>
                <a:gd name="T15" fmla="*/ 24 h 47"/>
                <a:gd name="T16" fmla="*/ 40 w 40"/>
                <a:gd name="T17" fmla="*/ 18 h 47"/>
                <a:gd name="T18" fmla="*/ 36 w 40"/>
                <a:gd name="T19" fmla="*/ 6 h 47"/>
                <a:gd name="T20" fmla="*/ 25 w 40"/>
                <a:gd name="T21" fmla="*/ 0 h 47"/>
                <a:gd name="T22" fmla="*/ 25 w 40"/>
                <a:gd name="T23" fmla="*/ 32 h 47"/>
                <a:gd name="T24" fmla="*/ 15 w 40"/>
                <a:gd name="T25" fmla="*/ 38 h 47"/>
                <a:gd name="T26" fmla="*/ 11 w 40"/>
                <a:gd name="T27" fmla="*/ 36 h 47"/>
                <a:gd name="T28" fmla="*/ 10 w 40"/>
                <a:gd name="T29" fmla="*/ 31 h 47"/>
                <a:gd name="T30" fmla="*/ 13 w 40"/>
                <a:gd name="T31" fmla="*/ 19 h 47"/>
                <a:gd name="T32" fmla="*/ 18 w 40"/>
                <a:gd name="T33" fmla="*/ 11 h 47"/>
                <a:gd name="T34" fmla="*/ 18 w 40"/>
                <a:gd name="T35" fmla="*/ 11 h 47"/>
                <a:gd name="T36" fmla="*/ 24 w 40"/>
                <a:gd name="T37" fmla="*/ 9 h 47"/>
                <a:gd name="T38" fmla="*/ 29 w 40"/>
                <a:gd name="T39" fmla="*/ 12 h 47"/>
                <a:gd name="T40" fmla="*/ 31 w 40"/>
                <a:gd name="T41" fmla="*/ 19 h 47"/>
                <a:gd name="T42" fmla="*/ 25 w 40"/>
                <a:gd name="T43" fmla="*/ 3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0" h="47">
                  <a:moveTo>
                    <a:pt x="25" y="0"/>
                  </a:moveTo>
                  <a:cubicBezTo>
                    <a:pt x="18" y="0"/>
                    <a:pt x="12" y="4"/>
                    <a:pt x="7" y="11"/>
                  </a:cubicBezTo>
                  <a:cubicBezTo>
                    <a:pt x="2" y="18"/>
                    <a:pt x="0" y="25"/>
                    <a:pt x="0" y="32"/>
                  </a:cubicBezTo>
                  <a:cubicBezTo>
                    <a:pt x="0" y="36"/>
                    <a:pt x="1" y="40"/>
                    <a:pt x="4" y="42"/>
                  </a:cubicBezTo>
                  <a:cubicBezTo>
                    <a:pt x="7" y="45"/>
                    <a:pt x="10" y="47"/>
                    <a:pt x="14" y="47"/>
                  </a:cubicBezTo>
                  <a:cubicBezTo>
                    <a:pt x="19" y="47"/>
                    <a:pt x="24" y="45"/>
                    <a:pt x="29" y="40"/>
                  </a:cubicBezTo>
                  <a:cubicBezTo>
                    <a:pt x="34" y="36"/>
                    <a:pt x="38" y="31"/>
                    <a:pt x="40" y="24"/>
                  </a:cubicBezTo>
                  <a:cubicBezTo>
                    <a:pt x="40" y="24"/>
                    <a:pt x="40" y="24"/>
                    <a:pt x="40" y="24"/>
                  </a:cubicBezTo>
                  <a:cubicBezTo>
                    <a:pt x="40" y="22"/>
                    <a:pt x="40" y="20"/>
                    <a:pt x="40" y="18"/>
                  </a:cubicBezTo>
                  <a:cubicBezTo>
                    <a:pt x="40" y="13"/>
                    <a:pt x="39" y="9"/>
                    <a:pt x="36" y="6"/>
                  </a:cubicBezTo>
                  <a:cubicBezTo>
                    <a:pt x="33" y="2"/>
                    <a:pt x="29" y="0"/>
                    <a:pt x="25" y="0"/>
                  </a:cubicBezTo>
                  <a:close/>
                  <a:moveTo>
                    <a:pt x="25" y="32"/>
                  </a:moveTo>
                  <a:cubicBezTo>
                    <a:pt x="22" y="36"/>
                    <a:pt x="18" y="38"/>
                    <a:pt x="15" y="38"/>
                  </a:cubicBezTo>
                  <a:cubicBezTo>
                    <a:pt x="13" y="38"/>
                    <a:pt x="12" y="38"/>
                    <a:pt x="11" y="36"/>
                  </a:cubicBezTo>
                  <a:cubicBezTo>
                    <a:pt x="10" y="35"/>
                    <a:pt x="10" y="33"/>
                    <a:pt x="10" y="31"/>
                  </a:cubicBezTo>
                  <a:cubicBezTo>
                    <a:pt x="10" y="27"/>
                    <a:pt x="11" y="23"/>
                    <a:pt x="13" y="19"/>
                  </a:cubicBezTo>
                  <a:cubicBezTo>
                    <a:pt x="15" y="16"/>
                    <a:pt x="16" y="13"/>
                    <a:pt x="18" y="11"/>
                  </a:cubicBezTo>
                  <a:cubicBezTo>
                    <a:pt x="18" y="11"/>
                    <a:pt x="18" y="11"/>
                    <a:pt x="18" y="11"/>
                  </a:cubicBezTo>
                  <a:cubicBezTo>
                    <a:pt x="20" y="10"/>
                    <a:pt x="22" y="9"/>
                    <a:pt x="24" y="9"/>
                  </a:cubicBezTo>
                  <a:cubicBezTo>
                    <a:pt x="26" y="9"/>
                    <a:pt x="28" y="10"/>
                    <a:pt x="29" y="12"/>
                  </a:cubicBezTo>
                  <a:cubicBezTo>
                    <a:pt x="30" y="14"/>
                    <a:pt x="31" y="16"/>
                    <a:pt x="31" y="19"/>
                  </a:cubicBezTo>
                  <a:cubicBezTo>
                    <a:pt x="31" y="24"/>
                    <a:pt x="29" y="28"/>
                    <a:pt x="25"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3" name="Freeform 392"/>
            <p:cNvSpPr>
              <a:spLocks noEditPoints="1"/>
            </p:cNvSpPr>
            <p:nvPr/>
          </p:nvSpPr>
          <p:spPr bwMode="auto">
            <a:xfrm>
              <a:off x="7196138" y="6383338"/>
              <a:ext cx="63500" cy="69850"/>
            </a:xfrm>
            <a:custGeom>
              <a:avLst/>
              <a:gdLst>
                <a:gd name="T0" fmla="*/ 41 w 43"/>
                <a:gd name="T1" fmla="*/ 40 h 47"/>
                <a:gd name="T2" fmla="*/ 39 w 43"/>
                <a:gd name="T3" fmla="*/ 38 h 47"/>
                <a:gd name="T4" fmla="*/ 38 w 43"/>
                <a:gd name="T5" fmla="*/ 35 h 47"/>
                <a:gd name="T6" fmla="*/ 37 w 43"/>
                <a:gd name="T7" fmla="*/ 28 h 47"/>
                <a:gd name="T8" fmla="*/ 39 w 43"/>
                <a:gd name="T9" fmla="*/ 15 h 47"/>
                <a:gd name="T10" fmla="*/ 40 w 43"/>
                <a:gd name="T11" fmla="*/ 8 h 47"/>
                <a:gd name="T12" fmla="*/ 35 w 43"/>
                <a:gd name="T13" fmla="*/ 5 h 47"/>
                <a:gd name="T14" fmla="*/ 29 w 43"/>
                <a:gd name="T15" fmla="*/ 0 h 47"/>
                <a:gd name="T16" fmla="*/ 9 w 43"/>
                <a:gd name="T17" fmla="*/ 12 h 47"/>
                <a:gd name="T18" fmla="*/ 0 w 43"/>
                <a:gd name="T19" fmla="*/ 35 h 47"/>
                <a:gd name="T20" fmla="*/ 2 w 43"/>
                <a:gd name="T21" fmla="*/ 43 h 47"/>
                <a:gd name="T22" fmla="*/ 9 w 43"/>
                <a:gd name="T23" fmla="*/ 45 h 47"/>
                <a:gd name="T24" fmla="*/ 29 w 43"/>
                <a:gd name="T25" fmla="*/ 31 h 47"/>
                <a:gd name="T26" fmla="*/ 36 w 43"/>
                <a:gd name="T27" fmla="*/ 47 h 47"/>
                <a:gd name="T28" fmla="*/ 41 w 43"/>
                <a:gd name="T29" fmla="*/ 45 h 47"/>
                <a:gd name="T30" fmla="*/ 43 w 43"/>
                <a:gd name="T31" fmla="*/ 42 h 47"/>
                <a:gd name="T32" fmla="*/ 41 w 43"/>
                <a:gd name="T33" fmla="*/ 40 h 47"/>
                <a:gd name="T34" fmla="*/ 23 w 43"/>
                <a:gd name="T35" fmla="*/ 28 h 47"/>
                <a:gd name="T36" fmla="*/ 11 w 43"/>
                <a:gd name="T37" fmla="*/ 37 h 47"/>
                <a:gd name="T38" fmla="*/ 10 w 43"/>
                <a:gd name="T39" fmla="*/ 33 h 47"/>
                <a:gd name="T40" fmla="*/ 16 w 43"/>
                <a:gd name="T41" fmla="*/ 18 h 47"/>
                <a:gd name="T42" fmla="*/ 27 w 43"/>
                <a:gd name="T43" fmla="*/ 8 h 47"/>
                <a:gd name="T44" fmla="*/ 29 w 43"/>
                <a:gd name="T45" fmla="*/ 10 h 47"/>
                <a:gd name="T46" fmla="*/ 30 w 43"/>
                <a:gd name="T47" fmla="*/ 13 h 47"/>
                <a:gd name="T48" fmla="*/ 23 w 43"/>
                <a:gd name="T49" fmla="*/ 2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3" h="47">
                  <a:moveTo>
                    <a:pt x="41" y="40"/>
                  </a:moveTo>
                  <a:cubicBezTo>
                    <a:pt x="40" y="39"/>
                    <a:pt x="39" y="39"/>
                    <a:pt x="39" y="38"/>
                  </a:cubicBezTo>
                  <a:cubicBezTo>
                    <a:pt x="39" y="38"/>
                    <a:pt x="39" y="37"/>
                    <a:pt x="38" y="35"/>
                  </a:cubicBezTo>
                  <a:cubicBezTo>
                    <a:pt x="38" y="34"/>
                    <a:pt x="37" y="32"/>
                    <a:pt x="37" y="28"/>
                  </a:cubicBezTo>
                  <a:cubicBezTo>
                    <a:pt x="37" y="25"/>
                    <a:pt x="38" y="20"/>
                    <a:pt x="39" y="15"/>
                  </a:cubicBezTo>
                  <a:cubicBezTo>
                    <a:pt x="40" y="12"/>
                    <a:pt x="40" y="10"/>
                    <a:pt x="40" y="8"/>
                  </a:cubicBezTo>
                  <a:cubicBezTo>
                    <a:pt x="40" y="6"/>
                    <a:pt x="38" y="5"/>
                    <a:pt x="35" y="5"/>
                  </a:cubicBezTo>
                  <a:cubicBezTo>
                    <a:pt x="34" y="1"/>
                    <a:pt x="32" y="0"/>
                    <a:pt x="29" y="0"/>
                  </a:cubicBezTo>
                  <a:cubicBezTo>
                    <a:pt x="22" y="0"/>
                    <a:pt x="16" y="4"/>
                    <a:pt x="9" y="12"/>
                  </a:cubicBezTo>
                  <a:cubicBezTo>
                    <a:pt x="3" y="20"/>
                    <a:pt x="0" y="28"/>
                    <a:pt x="0" y="35"/>
                  </a:cubicBezTo>
                  <a:cubicBezTo>
                    <a:pt x="0" y="38"/>
                    <a:pt x="0" y="41"/>
                    <a:pt x="2" y="43"/>
                  </a:cubicBezTo>
                  <a:cubicBezTo>
                    <a:pt x="4" y="45"/>
                    <a:pt x="6" y="45"/>
                    <a:pt x="9" y="45"/>
                  </a:cubicBezTo>
                  <a:cubicBezTo>
                    <a:pt x="15" y="45"/>
                    <a:pt x="22" y="41"/>
                    <a:pt x="29" y="31"/>
                  </a:cubicBezTo>
                  <a:cubicBezTo>
                    <a:pt x="29" y="42"/>
                    <a:pt x="31" y="47"/>
                    <a:pt x="36" y="47"/>
                  </a:cubicBezTo>
                  <a:cubicBezTo>
                    <a:pt x="38" y="47"/>
                    <a:pt x="39" y="46"/>
                    <a:pt x="41" y="45"/>
                  </a:cubicBezTo>
                  <a:cubicBezTo>
                    <a:pt x="42" y="44"/>
                    <a:pt x="43" y="43"/>
                    <a:pt x="43" y="42"/>
                  </a:cubicBezTo>
                  <a:cubicBezTo>
                    <a:pt x="43" y="41"/>
                    <a:pt x="42" y="40"/>
                    <a:pt x="41" y="40"/>
                  </a:cubicBezTo>
                  <a:close/>
                  <a:moveTo>
                    <a:pt x="23" y="28"/>
                  </a:moveTo>
                  <a:cubicBezTo>
                    <a:pt x="18" y="34"/>
                    <a:pt x="14" y="37"/>
                    <a:pt x="11" y="37"/>
                  </a:cubicBezTo>
                  <a:cubicBezTo>
                    <a:pt x="10" y="37"/>
                    <a:pt x="10" y="35"/>
                    <a:pt x="10" y="33"/>
                  </a:cubicBezTo>
                  <a:cubicBezTo>
                    <a:pt x="10" y="29"/>
                    <a:pt x="12" y="24"/>
                    <a:pt x="16" y="18"/>
                  </a:cubicBezTo>
                  <a:cubicBezTo>
                    <a:pt x="21" y="12"/>
                    <a:pt x="24" y="8"/>
                    <a:pt x="27" y="8"/>
                  </a:cubicBezTo>
                  <a:cubicBezTo>
                    <a:pt x="28" y="8"/>
                    <a:pt x="28" y="9"/>
                    <a:pt x="29" y="10"/>
                  </a:cubicBezTo>
                  <a:cubicBezTo>
                    <a:pt x="30" y="10"/>
                    <a:pt x="30" y="12"/>
                    <a:pt x="30" y="13"/>
                  </a:cubicBezTo>
                  <a:cubicBezTo>
                    <a:pt x="30" y="17"/>
                    <a:pt x="28" y="22"/>
                    <a:pt x="23"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4" name="Freeform 393"/>
            <p:cNvSpPr>
              <a:spLocks/>
            </p:cNvSpPr>
            <p:nvPr/>
          </p:nvSpPr>
          <p:spPr bwMode="auto">
            <a:xfrm>
              <a:off x="7269163" y="6381751"/>
              <a:ext cx="53975" cy="71438"/>
            </a:xfrm>
            <a:custGeom>
              <a:avLst/>
              <a:gdLst>
                <a:gd name="T0" fmla="*/ 34 w 36"/>
                <a:gd name="T1" fmla="*/ 33 h 48"/>
                <a:gd name="T2" fmla="*/ 29 w 36"/>
                <a:gd name="T3" fmla="*/ 35 h 48"/>
                <a:gd name="T4" fmla="*/ 15 w 36"/>
                <a:gd name="T5" fmla="*/ 40 h 48"/>
                <a:gd name="T6" fmla="*/ 9 w 36"/>
                <a:gd name="T7" fmla="*/ 34 h 48"/>
                <a:gd name="T8" fmla="*/ 15 w 36"/>
                <a:gd name="T9" fmla="*/ 18 h 48"/>
                <a:gd name="T10" fmla="*/ 23 w 36"/>
                <a:gd name="T11" fmla="*/ 9 h 48"/>
                <a:gd name="T12" fmla="*/ 25 w 36"/>
                <a:gd name="T13" fmla="*/ 13 h 48"/>
                <a:gd name="T14" fmla="*/ 30 w 36"/>
                <a:gd name="T15" fmla="*/ 19 h 48"/>
                <a:gd name="T16" fmla="*/ 33 w 36"/>
                <a:gd name="T17" fmla="*/ 17 h 48"/>
                <a:gd name="T18" fmla="*/ 34 w 36"/>
                <a:gd name="T19" fmla="*/ 12 h 48"/>
                <a:gd name="T20" fmla="*/ 31 w 36"/>
                <a:gd name="T21" fmla="*/ 4 h 48"/>
                <a:gd name="T22" fmla="*/ 25 w 36"/>
                <a:gd name="T23" fmla="*/ 0 h 48"/>
                <a:gd name="T24" fmla="*/ 8 w 36"/>
                <a:gd name="T25" fmla="*/ 12 h 48"/>
                <a:gd name="T26" fmla="*/ 0 w 36"/>
                <a:gd name="T27" fmla="*/ 34 h 48"/>
                <a:gd name="T28" fmla="*/ 3 w 36"/>
                <a:gd name="T29" fmla="*/ 45 h 48"/>
                <a:gd name="T30" fmla="*/ 14 w 36"/>
                <a:gd name="T31" fmla="*/ 48 h 48"/>
                <a:gd name="T32" fmla="*/ 29 w 36"/>
                <a:gd name="T33" fmla="*/ 43 h 48"/>
                <a:gd name="T34" fmla="*/ 36 w 36"/>
                <a:gd name="T35" fmla="*/ 35 h 48"/>
                <a:gd name="T36" fmla="*/ 34 w 36"/>
                <a:gd name="T37" fmla="*/ 33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6" h="48">
                  <a:moveTo>
                    <a:pt x="34" y="33"/>
                  </a:moveTo>
                  <a:cubicBezTo>
                    <a:pt x="32" y="33"/>
                    <a:pt x="31" y="33"/>
                    <a:pt x="29" y="35"/>
                  </a:cubicBezTo>
                  <a:cubicBezTo>
                    <a:pt x="24" y="38"/>
                    <a:pt x="20" y="40"/>
                    <a:pt x="15" y="40"/>
                  </a:cubicBezTo>
                  <a:cubicBezTo>
                    <a:pt x="11" y="40"/>
                    <a:pt x="9" y="38"/>
                    <a:pt x="9" y="34"/>
                  </a:cubicBezTo>
                  <a:cubicBezTo>
                    <a:pt x="9" y="30"/>
                    <a:pt x="11" y="24"/>
                    <a:pt x="15" y="18"/>
                  </a:cubicBezTo>
                  <a:cubicBezTo>
                    <a:pt x="18" y="12"/>
                    <a:pt x="21" y="9"/>
                    <a:pt x="23" y="9"/>
                  </a:cubicBezTo>
                  <a:cubicBezTo>
                    <a:pt x="24" y="9"/>
                    <a:pt x="25" y="10"/>
                    <a:pt x="25" y="13"/>
                  </a:cubicBezTo>
                  <a:cubicBezTo>
                    <a:pt x="26" y="17"/>
                    <a:pt x="27" y="19"/>
                    <a:pt x="30" y="19"/>
                  </a:cubicBezTo>
                  <a:cubicBezTo>
                    <a:pt x="31" y="19"/>
                    <a:pt x="32" y="18"/>
                    <a:pt x="33" y="17"/>
                  </a:cubicBezTo>
                  <a:cubicBezTo>
                    <a:pt x="34" y="16"/>
                    <a:pt x="34" y="14"/>
                    <a:pt x="34" y="12"/>
                  </a:cubicBezTo>
                  <a:cubicBezTo>
                    <a:pt x="34" y="9"/>
                    <a:pt x="33" y="6"/>
                    <a:pt x="31" y="4"/>
                  </a:cubicBezTo>
                  <a:cubicBezTo>
                    <a:pt x="29" y="1"/>
                    <a:pt x="27" y="0"/>
                    <a:pt x="25" y="0"/>
                  </a:cubicBezTo>
                  <a:cubicBezTo>
                    <a:pt x="19" y="0"/>
                    <a:pt x="14" y="4"/>
                    <a:pt x="8" y="12"/>
                  </a:cubicBezTo>
                  <a:cubicBezTo>
                    <a:pt x="3" y="20"/>
                    <a:pt x="0" y="27"/>
                    <a:pt x="0" y="34"/>
                  </a:cubicBezTo>
                  <a:cubicBezTo>
                    <a:pt x="0" y="39"/>
                    <a:pt x="1" y="42"/>
                    <a:pt x="3" y="45"/>
                  </a:cubicBezTo>
                  <a:cubicBezTo>
                    <a:pt x="6" y="47"/>
                    <a:pt x="9" y="48"/>
                    <a:pt x="14" y="48"/>
                  </a:cubicBezTo>
                  <a:cubicBezTo>
                    <a:pt x="19" y="48"/>
                    <a:pt x="24" y="47"/>
                    <a:pt x="29" y="43"/>
                  </a:cubicBezTo>
                  <a:cubicBezTo>
                    <a:pt x="34" y="40"/>
                    <a:pt x="36" y="37"/>
                    <a:pt x="36" y="35"/>
                  </a:cubicBezTo>
                  <a:cubicBezTo>
                    <a:pt x="36" y="33"/>
                    <a:pt x="35" y="33"/>
                    <a:pt x="34"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5" name="Freeform 394"/>
            <p:cNvSpPr>
              <a:spLocks/>
            </p:cNvSpPr>
            <p:nvPr/>
          </p:nvSpPr>
          <p:spPr bwMode="auto">
            <a:xfrm>
              <a:off x="7331075" y="6350001"/>
              <a:ext cx="71438" cy="101600"/>
            </a:xfrm>
            <a:custGeom>
              <a:avLst/>
              <a:gdLst>
                <a:gd name="T0" fmla="*/ 45 w 48"/>
                <a:gd name="T1" fmla="*/ 55 h 69"/>
                <a:gd name="T2" fmla="*/ 43 w 48"/>
                <a:gd name="T3" fmla="*/ 50 h 69"/>
                <a:gd name="T4" fmla="*/ 42 w 48"/>
                <a:gd name="T5" fmla="*/ 42 h 69"/>
                <a:gd name="T6" fmla="*/ 39 w 48"/>
                <a:gd name="T7" fmla="*/ 29 h 69"/>
                <a:gd name="T8" fmla="*/ 33 w 48"/>
                <a:gd name="T9" fmla="*/ 27 h 69"/>
                <a:gd name="T10" fmla="*/ 23 w 48"/>
                <a:gd name="T11" fmla="*/ 32 h 69"/>
                <a:gd name="T12" fmla="*/ 11 w 48"/>
                <a:gd name="T13" fmla="*/ 49 h 69"/>
                <a:gd name="T14" fmla="*/ 14 w 48"/>
                <a:gd name="T15" fmla="*/ 36 h 69"/>
                <a:gd name="T16" fmla="*/ 18 w 48"/>
                <a:gd name="T17" fmla="*/ 17 h 69"/>
                <a:gd name="T18" fmla="*/ 19 w 48"/>
                <a:gd name="T19" fmla="*/ 7 h 69"/>
                <a:gd name="T20" fmla="*/ 17 w 48"/>
                <a:gd name="T21" fmla="*/ 2 h 69"/>
                <a:gd name="T22" fmla="*/ 14 w 48"/>
                <a:gd name="T23" fmla="*/ 0 h 69"/>
                <a:gd name="T24" fmla="*/ 10 w 48"/>
                <a:gd name="T25" fmla="*/ 3 h 69"/>
                <a:gd name="T26" fmla="*/ 8 w 48"/>
                <a:gd name="T27" fmla="*/ 11 h 69"/>
                <a:gd name="T28" fmla="*/ 1 w 48"/>
                <a:gd name="T29" fmla="*/ 58 h 69"/>
                <a:gd name="T30" fmla="*/ 0 w 48"/>
                <a:gd name="T31" fmla="*/ 65 h 69"/>
                <a:gd name="T32" fmla="*/ 1 w 48"/>
                <a:gd name="T33" fmla="*/ 68 h 69"/>
                <a:gd name="T34" fmla="*/ 5 w 48"/>
                <a:gd name="T35" fmla="*/ 69 h 69"/>
                <a:gd name="T36" fmla="*/ 8 w 48"/>
                <a:gd name="T37" fmla="*/ 68 h 69"/>
                <a:gd name="T38" fmla="*/ 11 w 48"/>
                <a:gd name="T39" fmla="*/ 63 h 69"/>
                <a:gd name="T40" fmla="*/ 21 w 48"/>
                <a:gd name="T41" fmla="*/ 47 h 69"/>
                <a:gd name="T42" fmla="*/ 30 w 48"/>
                <a:gd name="T43" fmla="*/ 38 h 69"/>
                <a:gd name="T44" fmla="*/ 33 w 48"/>
                <a:gd name="T45" fmla="*/ 40 h 69"/>
                <a:gd name="T46" fmla="*/ 34 w 48"/>
                <a:gd name="T47" fmla="*/ 51 h 69"/>
                <a:gd name="T48" fmla="*/ 37 w 48"/>
                <a:gd name="T49" fmla="*/ 62 h 69"/>
                <a:gd name="T50" fmla="*/ 44 w 48"/>
                <a:gd name="T51" fmla="*/ 66 h 69"/>
                <a:gd name="T52" fmla="*/ 47 w 48"/>
                <a:gd name="T53" fmla="*/ 65 h 69"/>
                <a:gd name="T54" fmla="*/ 48 w 48"/>
                <a:gd name="T55" fmla="*/ 62 h 69"/>
                <a:gd name="T56" fmla="*/ 47 w 48"/>
                <a:gd name="T57" fmla="*/ 59 h 69"/>
                <a:gd name="T58" fmla="*/ 45 w 48"/>
                <a:gd name="T59" fmla="*/ 5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8" h="69">
                  <a:moveTo>
                    <a:pt x="45" y="55"/>
                  </a:moveTo>
                  <a:cubicBezTo>
                    <a:pt x="44" y="53"/>
                    <a:pt x="44" y="52"/>
                    <a:pt x="43" y="50"/>
                  </a:cubicBezTo>
                  <a:cubicBezTo>
                    <a:pt x="43" y="48"/>
                    <a:pt x="42" y="45"/>
                    <a:pt x="42" y="42"/>
                  </a:cubicBezTo>
                  <a:cubicBezTo>
                    <a:pt x="41" y="35"/>
                    <a:pt x="40" y="31"/>
                    <a:pt x="39" y="29"/>
                  </a:cubicBezTo>
                  <a:cubicBezTo>
                    <a:pt x="37" y="28"/>
                    <a:pt x="35" y="27"/>
                    <a:pt x="33" y="27"/>
                  </a:cubicBezTo>
                  <a:cubicBezTo>
                    <a:pt x="30" y="27"/>
                    <a:pt x="26" y="29"/>
                    <a:pt x="23" y="32"/>
                  </a:cubicBezTo>
                  <a:cubicBezTo>
                    <a:pt x="20" y="35"/>
                    <a:pt x="16" y="41"/>
                    <a:pt x="11" y="49"/>
                  </a:cubicBezTo>
                  <a:cubicBezTo>
                    <a:pt x="12" y="46"/>
                    <a:pt x="13" y="42"/>
                    <a:pt x="14" y="36"/>
                  </a:cubicBezTo>
                  <a:cubicBezTo>
                    <a:pt x="16" y="28"/>
                    <a:pt x="17" y="21"/>
                    <a:pt x="18" y="17"/>
                  </a:cubicBezTo>
                  <a:cubicBezTo>
                    <a:pt x="19" y="13"/>
                    <a:pt x="19" y="10"/>
                    <a:pt x="19" y="7"/>
                  </a:cubicBezTo>
                  <a:cubicBezTo>
                    <a:pt x="19" y="5"/>
                    <a:pt x="19" y="3"/>
                    <a:pt x="17" y="2"/>
                  </a:cubicBezTo>
                  <a:cubicBezTo>
                    <a:pt x="16" y="1"/>
                    <a:pt x="15" y="0"/>
                    <a:pt x="14" y="0"/>
                  </a:cubicBezTo>
                  <a:cubicBezTo>
                    <a:pt x="13" y="0"/>
                    <a:pt x="12" y="1"/>
                    <a:pt x="10" y="3"/>
                  </a:cubicBezTo>
                  <a:cubicBezTo>
                    <a:pt x="9" y="4"/>
                    <a:pt x="8" y="7"/>
                    <a:pt x="8" y="11"/>
                  </a:cubicBezTo>
                  <a:cubicBezTo>
                    <a:pt x="6" y="28"/>
                    <a:pt x="4" y="43"/>
                    <a:pt x="1" y="58"/>
                  </a:cubicBezTo>
                  <a:cubicBezTo>
                    <a:pt x="0" y="62"/>
                    <a:pt x="0" y="64"/>
                    <a:pt x="0" y="65"/>
                  </a:cubicBezTo>
                  <a:cubicBezTo>
                    <a:pt x="0" y="66"/>
                    <a:pt x="0" y="67"/>
                    <a:pt x="1" y="68"/>
                  </a:cubicBezTo>
                  <a:cubicBezTo>
                    <a:pt x="2" y="69"/>
                    <a:pt x="4" y="69"/>
                    <a:pt x="5" y="69"/>
                  </a:cubicBezTo>
                  <a:cubicBezTo>
                    <a:pt x="6" y="69"/>
                    <a:pt x="7" y="69"/>
                    <a:pt x="8" y="68"/>
                  </a:cubicBezTo>
                  <a:cubicBezTo>
                    <a:pt x="9" y="67"/>
                    <a:pt x="10" y="66"/>
                    <a:pt x="11" y="63"/>
                  </a:cubicBezTo>
                  <a:cubicBezTo>
                    <a:pt x="13" y="59"/>
                    <a:pt x="16" y="54"/>
                    <a:pt x="21" y="47"/>
                  </a:cubicBezTo>
                  <a:cubicBezTo>
                    <a:pt x="25" y="41"/>
                    <a:pt x="28" y="38"/>
                    <a:pt x="30" y="38"/>
                  </a:cubicBezTo>
                  <a:cubicBezTo>
                    <a:pt x="31" y="38"/>
                    <a:pt x="32" y="39"/>
                    <a:pt x="33" y="40"/>
                  </a:cubicBezTo>
                  <a:cubicBezTo>
                    <a:pt x="33" y="42"/>
                    <a:pt x="34" y="46"/>
                    <a:pt x="34" y="51"/>
                  </a:cubicBezTo>
                  <a:cubicBezTo>
                    <a:pt x="34" y="56"/>
                    <a:pt x="35" y="60"/>
                    <a:pt x="37" y="62"/>
                  </a:cubicBezTo>
                  <a:cubicBezTo>
                    <a:pt x="39" y="65"/>
                    <a:pt x="41" y="66"/>
                    <a:pt x="44" y="66"/>
                  </a:cubicBezTo>
                  <a:cubicBezTo>
                    <a:pt x="45" y="66"/>
                    <a:pt x="46" y="66"/>
                    <a:pt x="47" y="65"/>
                  </a:cubicBezTo>
                  <a:cubicBezTo>
                    <a:pt x="48" y="64"/>
                    <a:pt x="48" y="63"/>
                    <a:pt x="48" y="62"/>
                  </a:cubicBezTo>
                  <a:cubicBezTo>
                    <a:pt x="48" y="61"/>
                    <a:pt x="48" y="60"/>
                    <a:pt x="47" y="59"/>
                  </a:cubicBezTo>
                  <a:cubicBezTo>
                    <a:pt x="46" y="58"/>
                    <a:pt x="45" y="56"/>
                    <a:pt x="45" y="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6" name="Freeform 395"/>
            <p:cNvSpPr>
              <a:spLocks/>
            </p:cNvSpPr>
            <p:nvPr/>
          </p:nvSpPr>
          <p:spPr bwMode="auto">
            <a:xfrm>
              <a:off x="7427913" y="6351588"/>
              <a:ext cx="19050" cy="19050"/>
            </a:xfrm>
            <a:custGeom>
              <a:avLst/>
              <a:gdLst>
                <a:gd name="T0" fmla="*/ 7 w 13"/>
                <a:gd name="T1" fmla="*/ 0 h 12"/>
                <a:gd name="T2" fmla="*/ 1 w 13"/>
                <a:gd name="T3" fmla="*/ 1 h 12"/>
                <a:gd name="T4" fmla="*/ 0 w 13"/>
                <a:gd name="T5" fmla="*/ 6 h 12"/>
                <a:gd name="T6" fmla="*/ 1 w 13"/>
                <a:gd name="T7" fmla="*/ 10 h 12"/>
                <a:gd name="T8" fmla="*/ 6 w 13"/>
                <a:gd name="T9" fmla="*/ 12 h 12"/>
                <a:gd name="T10" fmla="*/ 10 w 13"/>
                <a:gd name="T11" fmla="*/ 10 h 12"/>
                <a:gd name="T12" fmla="*/ 13 w 13"/>
                <a:gd name="T13" fmla="*/ 5 h 12"/>
                <a:gd name="T14" fmla="*/ 11 w 13"/>
                <a:gd name="T15" fmla="*/ 1 h 12"/>
                <a:gd name="T16" fmla="*/ 7 w 1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2">
                  <a:moveTo>
                    <a:pt x="7" y="0"/>
                  </a:moveTo>
                  <a:cubicBezTo>
                    <a:pt x="4" y="0"/>
                    <a:pt x="3" y="0"/>
                    <a:pt x="1" y="1"/>
                  </a:cubicBezTo>
                  <a:cubicBezTo>
                    <a:pt x="0" y="3"/>
                    <a:pt x="0" y="4"/>
                    <a:pt x="0" y="6"/>
                  </a:cubicBezTo>
                  <a:cubicBezTo>
                    <a:pt x="0" y="8"/>
                    <a:pt x="0" y="9"/>
                    <a:pt x="1" y="10"/>
                  </a:cubicBezTo>
                  <a:cubicBezTo>
                    <a:pt x="3" y="12"/>
                    <a:pt x="4" y="12"/>
                    <a:pt x="6" y="12"/>
                  </a:cubicBezTo>
                  <a:cubicBezTo>
                    <a:pt x="7" y="12"/>
                    <a:pt x="9" y="12"/>
                    <a:pt x="10" y="10"/>
                  </a:cubicBezTo>
                  <a:cubicBezTo>
                    <a:pt x="12" y="9"/>
                    <a:pt x="13" y="7"/>
                    <a:pt x="13" y="5"/>
                  </a:cubicBezTo>
                  <a:cubicBezTo>
                    <a:pt x="13" y="4"/>
                    <a:pt x="12" y="2"/>
                    <a:pt x="11" y="1"/>
                  </a:cubicBezTo>
                  <a:cubicBezTo>
                    <a:pt x="10" y="0"/>
                    <a:pt x="9"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7" name="Freeform 396"/>
            <p:cNvSpPr>
              <a:spLocks/>
            </p:cNvSpPr>
            <p:nvPr/>
          </p:nvSpPr>
          <p:spPr bwMode="auto">
            <a:xfrm>
              <a:off x="7412038" y="6386513"/>
              <a:ext cx="22225" cy="66675"/>
            </a:xfrm>
            <a:custGeom>
              <a:avLst/>
              <a:gdLst>
                <a:gd name="T0" fmla="*/ 10 w 15"/>
                <a:gd name="T1" fmla="*/ 0 h 45"/>
                <a:gd name="T2" fmla="*/ 6 w 15"/>
                <a:gd name="T3" fmla="*/ 2 h 45"/>
                <a:gd name="T4" fmla="*/ 5 w 15"/>
                <a:gd name="T5" fmla="*/ 7 h 45"/>
                <a:gd name="T6" fmla="*/ 3 w 15"/>
                <a:gd name="T7" fmla="*/ 16 h 45"/>
                <a:gd name="T8" fmla="*/ 3 w 15"/>
                <a:gd name="T9" fmla="*/ 16 h 45"/>
                <a:gd name="T10" fmla="*/ 2 w 15"/>
                <a:gd name="T11" fmla="*/ 20 h 45"/>
                <a:gd name="T12" fmla="*/ 0 w 15"/>
                <a:gd name="T13" fmla="*/ 37 h 45"/>
                <a:gd name="T14" fmla="*/ 6 w 15"/>
                <a:gd name="T15" fmla="*/ 45 h 45"/>
                <a:gd name="T16" fmla="*/ 10 w 15"/>
                <a:gd name="T17" fmla="*/ 44 h 45"/>
                <a:gd name="T18" fmla="*/ 12 w 15"/>
                <a:gd name="T19" fmla="*/ 41 h 45"/>
                <a:gd name="T20" fmla="*/ 11 w 15"/>
                <a:gd name="T21" fmla="*/ 40 h 45"/>
                <a:gd name="T22" fmla="*/ 11 w 15"/>
                <a:gd name="T23" fmla="*/ 33 h 45"/>
                <a:gd name="T24" fmla="*/ 11 w 15"/>
                <a:gd name="T25" fmla="*/ 25 h 45"/>
                <a:gd name="T26" fmla="*/ 14 w 15"/>
                <a:gd name="T27" fmla="*/ 12 h 45"/>
                <a:gd name="T28" fmla="*/ 14 w 15"/>
                <a:gd name="T29" fmla="*/ 11 h 45"/>
                <a:gd name="T30" fmla="*/ 15 w 15"/>
                <a:gd name="T31" fmla="*/ 4 h 45"/>
                <a:gd name="T32" fmla="*/ 14 w 15"/>
                <a:gd name="T33" fmla="*/ 1 h 45"/>
                <a:gd name="T34" fmla="*/ 10 w 15"/>
                <a:gd name="T35"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45">
                  <a:moveTo>
                    <a:pt x="10" y="0"/>
                  </a:moveTo>
                  <a:cubicBezTo>
                    <a:pt x="8" y="0"/>
                    <a:pt x="7" y="1"/>
                    <a:pt x="6" y="2"/>
                  </a:cubicBezTo>
                  <a:cubicBezTo>
                    <a:pt x="5" y="4"/>
                    <a:pt x="5" y="5"/>
                    <a:pt x="5" y="7"/>
                  </a:cubicBezTo>
                  <a:cubicBezTo>
                    <a:pt x="5" y="8"/>
                    <a:pt x="4" y="11"/>
                    <a:pt x="3" y="16"/>
                  </a:cubicBezTo>
                  <a:cubicBezTo>
                    <a:pt x="3" y="16"/>
                    <a:pt x="3" y="16"/>
                    <a:pt x="3" y="16"/>
                  </a:cubicBezTo>
                  <a:cubicBezTo>
                    <a:pt x="3" y="17"/>
                    <a:pt x="3" y="18"/>
                    <a:pt x="2" y="20"/>
                  </a:cubicBezTo>
                  <a:cubicBezTo>
                    <a:pt x="1" y="27"/>
                    <a:pt x="0" y="32"/>
                    <a:pt x="0" y="37"/>
                  </a:cubicBezTo>
                  <a:cubicBezTo>
                    <a:pt x="0" y="42"/>
                    <a:pt x="2" y="45"/>
                    <a:pt x="6" y="45"/>
                  </a:cubicBezTo>
                  <a:cubicBezTo>
                    <a:pt x="7" y="45"/>
                    <a:pt x="9" y="45"/>
                    <a:pt x="10" y="44"/>
                  </a:cubicBezTo>
                  <a:cubicBezTo>
                    <a:pt x="11" y="42"/>
                    <a:pt x="12" y="42"/>
                    <a:pt x="12" y="41"/>
                  </a:cubicBezTo>
                  <a:cubicBezTo>
                    <a:pt x="12" y="41"/>
                    <a:pt x="11" y="40"/>
                    <a:pt x="11" y="40"/>
                  </a:cubicBezTo>
                  <a:cubicBezTo>
                    <a:pt x="11" y="37"/>
                    <a:pt x="11" y="35"/>
                    <a:pt x="11" y="33"/>
                  </a:cubicBezTo>
                  <a:cubicBezTo>
                    <a:pt x="11" y="31"/>
                    <a:pt x="11" y="28"/>
                    <a:pt x="11" y="25"/>
                  </a:cubicBezTo>
                  <a:cubicBezTo>
                    <a:pt x="11" y="22"/>
                    <a:pt x="12" y="17"/>
                    <a:pt x="14" y="12"/>
                  </a:cubicBezTo>
                  <a:cubicBezTo>
                    <a:pt x="14" y="11"/>
                    <a:pt x="14" y="11"/>
                    <a:pt x="14" y="11"/>
                  </a:cubicBezTo>
                  <a:cubicBezTo>
                    <a:pt x="15" y="8"/>
                    <a:pt x="15" y="5"/>
                    <a:pt x="15" y="4"/>
                  </a:cubicBezTo>
                  <a:cubicBezTo>
                    <a:pt x="15" y="3"/>
                    <a:pt x="15" y="2"/>
                    <a:pt x="14" y="1"/>
                  </a:cubicBezTo>
                  <a:cubicBezTo>
                    <a:pt x="13" y="1"/>
                    <a:pt x="11"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8" name="Freeform 397"/>
            <p:cNvSpPr>
              <a:spLocks/>
            </p:cNvSpPr>
            <p:nvPr/>
          </p:nvSpPr>
          <p:spPr bwMode="auto">
            <a:xfrm>
              <a:off x="7446963" y="6388101"/>
              <a:ext cx="77788" cy="63500"/>
            </a:xfrm>
            <a:custGeom>
              <a:avLst/>
              <a:gdLst>
                <a:gd name="T0" fmla="*/ 52 w 52"/>
                <a:gd name="T1" fmla="*/ 33 h 42"/>
                <a:gd name="T2" fmla="*/ 50 w 52"/>
                <a:gd name="T3" fmla="*/ 31 h 42"/>
                <a:gd name="T4" fmla="*/ 48 w 52"/>
                <a:gd name="T5" fmla="*/ 32 h 42"/>
                <a:gd name="T6" fmla="*/ 46 w 52"/>
                <a:gd name="T7" fmla="*/ 32 h 42"/>
                <a:gd name="T8" fmla="*/ 42 w 52"/>
                <a:gd name="T9" fmla="*/ 17 h 42"/>
                <a:gd name="T10" fmla="*/ 31 w 52"/>
                <a:gd name="T11" fmla="*/ 2 h 42"/>
                <a:gd name="T12" fmla="*/ 11 w 52"/>
                <a:gd name="T13" fmla="*/ 23 h 42"/>
                <a:gd name="T14" fmla="*/ 13 w 52"/>
                <a:gd name="T15" fmla="*/ 7 h 42"/>
                <a:gd name="T16" fmla="*/ 12 w 52"/>
                <a:gd name="T17" fmla="*/ 1 h 42"/>
                <a:gd name="T18" fmla="*/ 8 w 52"/>
                <a:gd name="T19" fmla="*/ 0 h 42"/>
                <a:gd name="T20" fmla="*/ 5 w 52"/>
                <a:gd name="T21" fmla="*/ 2 h 42"/>
                <a:gd name="T22" fmla="*/ 3 w 52"/>
                <a:gd name="T23" fmla="*/ 6 h 42"/>
                <a:gd name="T24" fmla="*/ 1 w 52"/>
                <a:gd name="T25" fmla="*/ 28 h 42"/>
                <a:gd name="T26" fmla="*/ 0 w 52"/>
                <a:gd name="T27" fmla="*/ 37 h 42"/>
                <a:gd name="T28" fmla="*/ 6 w 52"/>
                <a:gd name="T29" fmla="*/ 42 h 42"/>
                <a:gd name="T30" fmla="*/ 8 w 52"/>
                <a:gd name="T31" fmla="*/ 41 h 42"/>
                <a:gd name="T32" fmla="*/ 10 w 52"/>
                <a:gd name="T33" fmla="*/ 39 h 42"/>
                <a:gd name="T34" fmla="*/ 19 w 52"/>
                <a:gd name="T35" fmla="*/ 23 h 42"/>
                <a:gd name="T36" fmla="*/ 29 w 52"/>
                <a:gd name="T37" fmla="*/ 12 h 42"/>
                <a:gd name="T38" fmla="*/ 33 w 52"/>
                <a:gd name="T39" fmla="*/ 22 h 42"/>
                <a:gd name="T40" fmla="*/ 36 w 52"/>
                <a:gd name="T41" fmla="*/ 36 h 42"/>
                <a:gd name="T42" fmla="*/ 36 w 52"/>
                <a:gd name="T43" fmla="*/ 36 h 42"/>
                <a:gd name="T44" fmla="*/ 43 w 52"/>
                <a:gd name="T45" fmla="*/ 40 h 42"/>
                <a:gd name="T46" fmla="*/ 49 w 52"/>
                <a:gd name="T47" fmla="*/ 38 h 42"/>
                <a:gd name="T48" fmla="*/ 52 w 52"/>
                <a:gd name="T49" fmla="*/ 33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2" h="42">
                  <a:moveTo>
                    <a:pt x="52" y="33"/>
                  </a:moveTo>
                  <a:cubicBezTo>
                    <a:pt x="52" y="32"/>
                    <a:pt x="51" y="31"/>
                    <a:pt x="50" y="31"/>
                  </a:cubicBezTo>
                  <a:cubicBezTo>
                    <a:pt x="50" y="31"/>
                    <a:pt x="49" y="31"/>
                    <a:pt x="48" y="32"/>
                  </a:cubicBezTo>
                  <a:cubicBezTo>
                    <a:pt x="47" y="32"/>
                    <a:pt x="46" y="32"/>
                    <a:pt x="46" y="32"/>
                  </a:cubicBezTo>
                  <a:cubicBezTo>
                    <a:pt x="44" y="32"/>
                    <a:pt x="43" y="27"/>
                    <a:pt x="42" y="17"/>
                  </a:cubicBezTo>
                  <a:cubicBezTo>
                    <a:pt x="41" y="7"/>
                    <a:pt x="37" y="2"/>
                    <a:pt x="31" y="2"/>
                  </a:cubicBezTo>
                  <a:cubicBezTo>
                    <a:pt x="23" y="2"/>
                    <a:pt x="17" y="9"/>
                    <a:pt x="11" y="23"/>
                  </a:cubicBezTo>
                  <a:cubicBezTo>
                    <a:pt x="12" y="15"/>
                    <a:pt x="13" y="10"/>
                    <a:pt x="13" y="7"/>
                  </a:cubicBezTo>
                  <a:cubicBezTo>
                    <a:pt x="13" y="4"/>
                    <a:pt x="13" y="2"/>
                    <a:pt x="12" y="1"/>
                  </a:cubicBezTo>
                  <a:cubicBezTo>
                    <a:pt x="11" y="0"/>
                    <a:pt x="10" y="0"/>
                    <a:pt x="8" y="0"/>
                  </a:cubicBezTo>
                  <a:cubicBezTo>
                    <a:pt x="7" y="0"/>
                    <a:pt x="6" y="1"/>
                    <a:pt x="5" y="2"/>
                  </a:cubicBezTo>
                  <a:cubicBezTo>
                    <a:pt x="4" y="4"/>
                    <a:pt x="3" y="5"/>
                    <a:pt x="3" y="6"/>
                  </a:cubicBezTo>
                  <a:cubicBezTo>
                    <a:pt x="3" y="15"/>
                    <a:pt x="3" y="22"/>
                    <a:pt x="1" y="28"/>
                  </a:cubicBezTo>
                  <a:cubicBezTo>
                    <a:pt x="1" y="32"/>
                    <a:pt x="0" y="35"/>
                    <a:pt x="0" y="37"/>
                  </a:cubicBezTo>
                  <a:cubicBezTo>
                    <a:pt x="0" y="40"/>
                    <a:pt x="2" y="42"/>
                    <a:pt x="6" y="42"/>
                  </a:cubicBezTo>
                  <a:cubicBezTo>
                    <a:pt x="7" y="42"/>
                    <a:pt x="8" y="42"/>
                    <a:pt x="8" y="41"/>
                  </a:cubicBezTo>
                  <a:cubicBezTo>
                    <a:pt x="9" y="41"/>
                    <a:pt x="10" y="40"/>
                    <a:pt x="10" y="39"/>
                  </a:cubicBezTo>
                  <a:cubicBezTo>
                    <a:pt x="11" y="35"/>
                    <a:pt x="14" y="30"/>
                    <a:pt x="19" y="23"/>
                  </a:cubicBezTo>
                  <a:cubicBezTo>
                    <a:pt x="24" y="15"/>
                    <a:pt x="27" y="12"/>
                    <a:pt x="29" y="12"/>
                  </a:cubicBezTo>
                  <a:cubicBezTo>
                    <a:pt x="31" y="12"/>
                    <a:pt x="32" y="15"/>
                    <a:pt x="33" y="22"/>
                  </a:cubicBezTo>
                  <a:cubicBezTo>
                    <a:pt x="34" y="29"/>
                    <a:pt x="35" y="34"/>
                    <a:pt x="36" y="36"/>
                  </a:cubicBezTo>
                  <a:cubicBezTo>
                    <a:pt x="36" y="36"/>
                    <a:pt x="36" y="36"/>
                    <a:pt x="36" y="36"/>
                  </a:cubicBezTo>
                  <a:cubicBezTo>
                    <a:pt x="37" y="39"/>
                    <a:pt x="39" y="40"/>
                    <a:pt x="43" y="40"/>
                  </a:cubicBezTo>
                  <a:cubicBezTo>
                    <a:pt x="45" y="40"/>
                    <a:pt x="48" y="39"/>
                    <a:pt x="49" y="38"/>
                  </a:cubicBezTo>
                  <a:cubicBezTo>
                    <a:pt x="51" y="36"/>
                    <a:pt x="52" y="35"/>
                    <a:pt x="52"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9" name="Freeform 398"/>
            <p:cNvSpPr>
              <a:spLocks noEditPoints="1"/>
            </p:cNvSpPr>
            <p:nvPr/>
          </p:nvSpPr>
          <p:spPr bwMode="auto">
            <a:xfrm>
              <a:off x="7516813" y="6384926"/>
              <a:ext cx="77788" cy="104775"/>
            </a:xfrm>
            <a:custGeom>
              <a:avLst/>
              <a:gdLst>
                <a:gd name="T0" fmla="*/ 49 w 52"/>
                <a:gd name="T1" fmla="*/ 3 h 70"/>
                <a:gd name="T2" fmla="*/ 48 w 52"/>
                <a:gd name="T3" fmla="*/ 2 h 70"/>
                <a:gd name="T4" fmla="*/ 41 w 52"/>
                <a:gd name="T5" fmla="*/ 0 h 70"/>
                <a:gd name="T6" fmla="*/ 26 w 52"/>
                <a:gd name="T7" fmla="*/ 6 h 70"/>
                <a:gd name="T8" fmla="*/ 13 w 52"/>
                <a:gd name="T9" fmla="*/ 19 h 70"/>
                <a:gd name="T10" fmla="*/ 8 w 52"/>
                <a:gd name="T11" fmla="*/ 34 h 70"/>
                <a:gd name="T12" fmla="*/ 10 w 52"/>
                <a:gd name="T13" fmla="*/ 41 h 70"/>
                <a:gd name="T14" fmla="*/ 17 w 52"/>
                <a:gd name="T15" fmla="*/ 43 h 70"/>
                <a:gd name="T16" fmla="*/ 27 w 52"/>
                <a:gd name="T17" fmla="*/ 40 h 70"/>
                <a:gd name="T18" fmla="*/ 38 w 52"/>
                <a:gd name="T19" fmla="*/ 31 h 70"/>
                <a:gd name="T20" fmla="*/ 33 w 52"/>
                <a:gd name="T21" fmla="*/ 55 h 70"/>
                <a:gd name="T22" fmla="*/ 24 w 52"/>
                <a:gd name="T23" fmla="*/ 61 h 70"/>
                <a:gd name="T24" fmla="*/ 8 w 52"/>
                <a:gd name="T25" fmla="*/ 55 h 70"/>
                <a:gd name="T26" fmla="*/ 3 w 52"/>
                <a:gd name="T27" fmla="*/ 53 h 70"/>
                <a:gd name="T28" fmla="*/ 0 w 52"/>
                <a:gd name="T29" fmla="*/ 56 h 70"/>
                <a:gd name="T30" fmla="*/ 8 w 52"/>
                <a:gd name="T31" fmla="*/ 65 h 70"/>
                <a:gd name="T32" fmla="*/ 23 w 52"/>
                <a:gd name="T33" fmla="*/ 70 h 70"/>
                <a:gd name="T34" fmla="*/ 37 w 52"/>
                <a:gd name="T35" fmla="*/ 64 h 70"/>
                <a:gd name="T36" fmla="*/ 45 w 52"/>
                <a:gd name="T37" fmla="*/ 43 h 70"/>
                <a:gd name="T38" fmla="*/ 48 w 52"/>
                <a:gd name="T39" fmla="*/ 22 h 70"/>
                <a:gd name="T40" fmla="*/ 50 w 52"/>
                <a:gd name="T41" fmla="*/ 14 h 70"/>
                <a:gd name="T42" fmla="*/ 52 w 52"/>
                <a:gd name="T43" fmla="*/ 9 h 70"/>
                <a:gd name="T44" fmla="*/ 51 w 52"/>
                <a:gd name="T45" fmla="*/ 6 h 70"/>
                <a:gd name="T46" fmla="*/ 49 w 52"/>
                <a:gd name="T47" fmla="*/ 3 h 70"/>
                <a:gd name="T48" fmla="*/ 38 w 52"/>
                <a:gd name="T49" fmla="*/ 20 h 70"/>
                <a:gd name="T50" fmla="*/ 30 w 52"/>
                <a:gd name="T51" fmla="*/ 30 h 70"/>
                <a:gd name="T52" fmla="*/ 19 w 52"/>
                <a:gd name="T53" fmla="*/ 34 h 70"/>
                <a:gd name="T54" fmla="*/ 18 w 52"/>
                <a:gd name="T55" fmla="*/ 32 h 70"/>
                <a:gd name="T56" fmla="*/ 22 w 52"/>
                <a:gd name="T57" fmla="*/ 22 h 70"/>
                <a:gd name="T58" fmla="*/ 31 w 52"/>
                <a:gd name="T59" fmla="*/ 12 h 70"/>
                <a:gd name="T60" fmla="*/ 39 w 52"/>
                <a:gd name="T61" fmla="*/ 9 h 70"/>
                <a:gd name="T62" fmla="*/ 41 w 52"/>
                <a:gd name="T63" fmla="*/ 9 h 70"/>
                <a:gd name="T64" fmla="*/ 41 w 52"/>
                <a:gd name="T65" fmla="*/ 12 h 70"/>
                <a:gd name="T66" fmla="*/ 38 w 52"/>
                <a:gd name="T67" fmla="*/ 2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2" h="70">
                  <a:moveTo>
                    <a:pt x="49" y="3"/>
                  </a:moveTo>
                  <a:cubicBezTo>
                    <a:pt x="49" y="3"/>
                    <a:pt x="48" y="3"/>
                    <a:pt x="48" y="2"/>
                  </a:cubicBezTo>
                  <a:cubicBezTo>
                    <a:pt x="46" y="1"/>
                    <a:pt x="44" y="0"/>
                    <a:pt x="41" y="0"/>
                  </a:cubicBezTo>
                  <a:cubicBezTo>
                    <a:pt x="37" y="0"/>
                    <a:pt x="32" y="2"/>
                    <a:pt x="26" y="6"/>
                  </a:cubicBezTo>
                  <a:cubicBezTo>
                    <a:pt x="20" y="10"/>
                    <a:pt x="16" y="14"/>
                    <a:pt x="13" y="19"/>
                  </a:cubicBezTo>
                  <a:cubicBezTo>
                    <a:pt x="9" y="25"/>
                    <a:pt x="8" y="29"/>
                    <a:pt x="8" y="34"/>
                  </a:cubicBezTo>
                  <a:cubicBezTo>
                    <a:pt x="8" y="37"/>
                    <a:pt x="9" y="39"/>
                    <a:pt x="10" y="41"/>
                  </a:cubicBezTo>
                  <a:cubicBezTo>
                    <a:pt x="12" y="42"/>
                    <a:pt x="14" y="43"/>
                    <a:pt x="17" y="43"/>
                  </a:cubicBezTo>
                  <a:cubicBezTo>
                    <a:pt x="20" y="43"/>
                    <a:pt x="23" y="42"/>
                    <a:pt x="27" y="40"/>
                  </a:cubicBezTo>
                  <a:cubicBezTo>
                    <a:pt x="31" y="38"/>
                    <a:pt x="35" y="35"/>
                    <a:pt x="38" y="31"/>
                  </a:cubicBezTo>
                  <a:cubicBezTo>
                    <a:pt x="37" y="43"/>
                    <a:pt x="35" y="51"/>
                    <a:pt x="33" y="55"/>
                  </a:cubicBezTo>
                  <a:cubicBezTo>
                    <a:pt x="30" y="59"/>
                    <a:pt x="27" y="61"/>
                    <a:pt x="24" y="61"/>
                  </a:cubicBezTo>
                  <a:cubicBezTo>
                    <a:pt x="20" y="61"/>
                    <a:pt x="14" y="59"/>
                    <a:pt x="8" y="55"/>
                  </a:cubicBezTo>
                  <a:cubicBezTo>
                    <a:pt x="6" y="53"/>
                    <a:pt x="4" y="53"/>
                    <a:pt x="3" y="53"/>
                  </a:cubicBezTo>
                  <a:cubicBezTo>
                    <a:pt x="1" y="53"/>
                    <a:pt x="0" y="54"/>
                    <a:pt x="0" y="56"/>
                  </a:cubicBezTo>
                  <a:cubicBezTo>
                    <a:pt x="0" y="58"/>
                    <a:pt x="3" y="61"/>
                    <a:pt x="8" y="65"/>
                  </a:cubicBezTo>
                  <a:cubicBezTo>
                    <a:pt x="13" y="68"/>
                    <a:pt x="18" y="70"/>
                    <a:pt x="23" y="70"/>
                  </a:cubicBezTo>
                  <a:cubicBezTo>
                    <a:pt x="29" y="70"/>
                    <a:pt x="33" y="68"/>
                    <a:pt x="37" y="64"/>
                  </a:cubicBezTo>
                  <a:cubicBezTo>
                    <a:pt x="42" y="59"/>
                    <a:pt x="44" y="52"/>
                    <a:pt x="45" y="43"/>
                  </a:cubicBezTo>
                  <a:cubicBezTo>
                    <a:pt x="47" y="32"/>
                    <a:pt x="48" y="25"/>
                    <a:pt x="48" y="22"/>
                  </a:cubicBezTo>
                  <a:cubicBezTo>
                    <a:pt x="48" y="19"/>
                    <a:pt x="49" y="16"/>
                    <a:pt x="50" y="14"/>
                  </a:cubicBezTo>
                  <a:cubicBezTo>
                    <a:pt x="51" y="11"/>
                    <a:pt x="52" y="9"/>
                    <a:pt x="52" y="9"/>
                  </a:cubicBezTo>
                  <a:cubicBezTo>
                    <a:pt x="52" y="8"/>
                    <a:pt x="51" y="7"/>
                    <a:pt x="51" y="6"/>
                  </a:cubicBezTo>
                  <a:cubicBezTo>
                    <a:pt x="50" y="4"/>
                    <a:pt x="50" y="3"/>
                    <a:pt x="49" y="3"/>
                  </a:cubicBezTo>
                  <a:close/>
                  <a:moveTo>
                    <a:pt x="38" y="20"/>
                  </a:moveTo>
                  <a:cubicBezTo>
                    <a:pt x="36" y="24"/>
                    <a:pt x="33" y="27"/>
                    <a:pt x="30" y="30"/>
                  </a:cubicBezTo>
                  <a:cubicBezTo>
                    <a:pt x="26" y="33"/>
                    <a:pt x="23" y="34"/>
                    <a:pt x="19" y="34"/>
                  </a:cubicBezTo>
                  <a:cubicBezTo>
                    <a:pt x="18" y="34"/>
                    <a:pt x="18" y="34"/>
                    <a:pt x="18" y="32"/>
                  </a:cubicBezTo>
                  <a:cubicBezTo>
                    <a:pt x="18" y="30"/>
                    <a:pt x="19" y="26"/>
                    <a:pt x="22" y="22"/>
                  </a:cubicBezTo>
                  <a:cubicBezTo>
                    <a:pt x="25" y="18"/>
                    <a:pt x="28" y="15"/>
                    <a:pt x="31" y="12"/>
                  </a:cubicBezTo>
                  <a:cubicBezTo>
                    <a:pt x="34" y="10"/>
                    <a:pt x="37" y="9"/>
                    <a:pt x="39" y="9"/>
                  </a:cubicBezTo>
                  <a:cubicBezTo>
                    <a:pt x="40" y="9"/>
                    <a:pt x="40" y="9"/>
                    <a:pt x="41" y="9"/>
                  </a:cubicBezTo>
                  <a:cubicBezTo>
                    <a:pt x="41" y="10"/>
                    <a:pt x="41" y="11"/>
                    <a:pt x="41" y="12"/>
                  </a:cubicBezTo>
                  <a:cubicBezTo>
                    <a:pt x="41" y="14"/>
                    <a:pt x="40" y="17"/>
                    <a:pt x="38"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0" name="Freeform 495"/>
            <p:cNvSpPr>
              <a:spLocks/>
            </p:cNvSpPr>
            <p:nvPr/>
          </p:nvSpPr>
          <p:spPr bwMode="auto">
            <a:xfrm>
              <a:off x="8734425" y="6362700"/>
              <a:ext cx="96838" cy="88900"/>
            </a:xfrm>
            <a:custGeom>
              <a:avLst/>
              <a:gdLst>
                <a:gd name="T0" fmla="*/ 60 w 64"/>
                <a:gd name="T1" fmla="*/ 9 h 60"/>
                <a:gd name="T2" fmla="*/ 64 w 64"/>
                <a:gd name="T3" fmla="*/ 5 h 60"/>
                <a:gd name="T4" fmla="*/ 62 w 64"/>
                <a:gd name="T5" fmla="*/ 2 h 60"/>
                <a:gd name="T6" fmla="*/ 53 w 64"/>
                <a:gd name="T7" fmla="*/ 0 h 60"/>
                <a:gd name="T8" fmla="*/ 34 w 64"/>
                <a:gd name="T9" fmla="*/ 2 h 60"/>
                <a:gd name="T10" fmla="*/ 11 w 64"/>
                <a:gd name="T11" fmla="*/ 4 h 60"/>
                <a:gd name="T12" fmla="*/ 2 w 64"/>
                <a:gd name="T13" fmla="*/ 5 h 60"/>
                <a:gd name="T14" fmla="*/ 0 w 64"/>
                <a:gd name="T15" fmla="*/ 8 h 60"/>
                <a:gd name="T16" fmla="*/ 2 w 64"/>
                <a:gd name="T17" fmla="*/ 11 h 60"/>
                <a:gd name="T18" fmla="*/ 8 w 64"/>
                <a:gd name="T19" fmla="*/ 12 h 60"/>
                <a:gd name="T20" fmla="*/ 17 w 64"/>
                <a:gd name="T21" fmla="*/ 12 h 60"/>
                <a:gd name="T22" fmla="*/ 26 w 64"/>
                <a:gd name="T23" fmla="*/ 11 h 60"/>
                <a:gd name="T24" fmla="*/ 24 w 64"/>
                <a:gd name="T25" fmla="*/ 25 h 60"/>
                <a:gd name="T26" fmla="*/ 23 w 64"/>
                <a:gd name="T27" fmla="*/ 46 h 60"/>
                <a:gd name="T28" fmla="*/ 23 w 64"/>
                <a:gd name="T29" fmla="*/ 55 h 60"/>
                <a:gd name="T30" fmla="*/ 26 w 64"/>
                <a:gd name="T31" fmla="*/ 59 h 60"/>
                <a:gd name="T32" fmla="*/ 29 w 64"/>
                <a:gd name="T33" fmla="*/ 60 h 60"/>
                <a:gd name="T34" fmla="*/ 32 w 64"/>
                <a:gd name="T35" fmla="*/ 59 h 60"/>
                <a:gd name="T36" fmla="*/ 34 w 64"/>
                <a:gd name="T37" fmla="*/ 55 h 60"/>
                <a:gd name="T38" fmla="*/ 33 w 64"/>
                <a:gd name="T39" fmla="*/ 53 h 60"/>
                <a:gd name="T40" fmla="*/ 33 w 64"/>
                <a:gd name="T41" fmla="*/ 46 h 60"/>
                <a:gd name="T42" fmla="*/ 34 w 64"/>
                <a:gd name="T43" fmla="*/ 26 h 60"/>
                <a:gd name="T44" fmla="*/ 36 w 64"/>
                <a:gd name="T45" fmla="*/ 12 h 60"/>
                <a:gd name="T46" fmla="*/ 36 w 64"/>
                <a:gd name="T47" fmla="*/ 10 h 60"/>
                <a:gd name="T48" fmla="*/ 51 w 64"/>
                <a:gd name="T49" fmla="*/ 9 h 60"/>
                <a:gd name="T50" fmla="*/ 57 w 64"/>
                <a:gd name="T51" fmla="*/ 9 h 60"/>
                <a:gd name="T52" fmla="*/ 60 w 64"/>
                <a:gd name="T53" fmla="*/ 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4" h="60">
                  <a:moveTo>
                    <a:pt x="60" y="9"/>
                  </a:moveTo>
                  <a:cubicBezTo>
                    <a:pt x="63" y="9"/>
                    <a:pt x="64" y="8"/>
                    <a:pt x="64" y="5"/>
                  </a:cubicBezTo>
                  <a:cubicBezTo>
                    <a:pt x="64" y="4"/>
                    <a:pt x="63" y="3"/>
                    <a:pt x="62" y="2"/>
                  </a:cubicBezTo>
                  <a:cubicBezTo>
                    <a:pt x="61" y="1"/>
                    <a:pt x="58" y="0"/>
                    <a:pt x="53" y="0"/>
                  </a:cubicBezTo>
                  <a:cubicBezTo>
                    <a:pt x="49" y="0"/>
                    <a:pt x="42" y="1"/>
                    <a:pt x="34" y="2"/>
                  </a:cubicBezTo>
                  <a:cubicBezTo>
                    <a:pt x="26" y="3"/>
                    <a:pt x="19" y="4"/>
                    <a:pt x="11" y="4"/>
                  </a:cubicBezTo>
                  <a:cubicBezTo>
                    <a:pt x="6" y="4"/>
                    <a:pt x="3" y="4"/>
                    <a:pt x="2" y="5"/>
                  </a:cubicBezTo>
                  <a:cubicBezTo>
                    <a:pt x="1" y="5"/>
                    <a:pt x="0" y="7"/>
                    <a:pt x="0" y="8"/>
                  </a:cubicBezTo>
                  <a:cubicBezTo>
                    <a:pt x="0" y="10"/>
                    <a:pt x="1" y="11"/>
                    <a:pt x="2" y="11"/>
                  </a:cubicBezTo>
                  <a:cubicBezTo>
                    <a:pt x="3" y="12"/>
                    <a:pt x="5" y="12"/>
                    <a:pt x="8" y="12"/>
                  </a:cubicBezTo>
                  <a:cubicBezTo>
                    <a:pt x="9" y="12"/>
                    <a:pt x="12" y="12"/>
                    <a:pt x="17" y="12"/>
                  </a:cubicBezTo>
                  <a:cubicBezTo>
                    <a:pt x="22" y="11"/>
                    <a:pt x="25" y="11"/>
                    <a:pt x="26" y="11"/>
                  </a:cubicBezTo>
                  <a:cubicBezTo>
                    <a:pt x="26" y="11"/>
                    <a:pt x="25" y="16"/>
                    <a:pt x="24" y="25"/>
                  </a:cubicBezTo>
                  <a:cubicBezTo>
                    <a:pt x="23" y="35"/>
                    <a:pt x="23" y="42"/>
                    <a:pt x="23" y="46"/>
                  </a:cubicBezTo>
                  <a:cubicBezTo>
                    <a:pt x="23" y="50"/>
                    <a:pt x="23" y="52"/>
                    <a:pt x="23" y="55"/>
                  </a:cubicBezTo>
                  <a:cubicBezTo>
                    <a:pt x="23" y="57"/>
                    <a:pt x="24" y="58"/>
                    <a:pt x="26" y="59"/>
                  </a:cubicBezTo>
                  <a:cubicBezTo>
                    <a:pt x="27" y="60"/>
                    <a:pt x="28" y="60"/>
                    <a:pt x="29" y="60"/>
                  </a:cubicBezTo>
                  <a:cubicBezTo>
                    <a:pt x="30" y="60"/>
                    <a:pt x="31" y="60"/>
                    <a:pt x="32" y="59"/>
                  </a:cubicBezTo>
                  <a:cubicBezTo>
                    <a:pt x="33" y="58"/>
                    <a:pt x="34" y="56"/>
                    <a:pt x="34" y="55"/>
                  </a:cubicBezTo>
                  <a:cubicBezTo>
                    <a:pt x="34" y="54"/>
                    <a:pt x="33" y="54"/>
                    <a:pt x="33" y="53"/>
                  </a:cubicBezTo>
                  <a:cubicBezTo>
                    <a:pt x="33" y="51"/>
                    <a:pt x="33" y="49"/>
                    <a:pt x="33" y="46"/>
                  </a:cubicBezTo>
                  <a:cubicBezTo>
                    <a:pt x="33" y="41"/>
                    <a:pt x="33" y="35"/>
                    <a:pt x="34" y="26"/>
                  </a:cubicBezTo>
                  <a:cubicBezTo>
                    <a:pt x="35" y="18"/>
                    <a:pt x="35" y="13"/>
                    <a:pt x="36" y="12"/>
                  </a:cubicBezTo>
                  <a:cubicBezTo>
                    <a:pt x="36" y="11"/>
                    <a:pt x="36" y="11"/>
                    <a:pt x="36" y="10"/>
                  </a:cubicBezTo>
                  <a:cubicBezTo>
                    <a:pt x="39" y="9"/>
                    <a:pt x="44" y="9"/>
                    <a:pt x="51" y="9"/>
                  </a:cubicBezTo>
                  <a:cubicBezTo>
                    <a:pt x="53" y="9"/>
                    <a:pt x="55" y="9"/>
                    <a:pt x="57" y="9"/>
                  </a:cubicBezTo>
                  <a:cubicBezTo>
                    <a:pt x="58" y="9"/>
                    <a:pt x="60" y="9"/>
                    <a:pt x="6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1" name="Freeform 496"/>
            <p:cNvSpPr>
              <a:spLocks noEditPoints="1"/>
            </p:cNvSpPr>
            <p:nvPr/>
          </p:nvSpPr>
          <p:spPr bwMode="auto">
            <a:xfrm>
              <a:off x="8815388" y="6383338"/>
              <a:ext cx="66675" cy="69850"/>
            </a:xfrm>
            <a:custGeom>
              <a:avLst/>
              <a:gdLst>
                <a:gd name="T0" fmla="*/ 42 w 44"/>
                <a:gd name="T1" fmla="*/ 40 h 47"/>
                <a:gd name="T2" fmla="*/ 40 w 44"/>
                <a:gd name="T3" fmla="*/ 38 h 47"/>
                <a:gd name="T4" fmla="*/ 39 w 44"/>
                <a:gd name="T5" fmla="*/ 35 h 47"/>
                <a:gd name="T6" fmla="*/ 38 w 44"/>
                <a:gd name="T7" fmla="*/ 28 h 47"/>
                <a:gd name="T8" fmla="*/ 40 w 44"/>
                <a:gd name="T9" fmla="*/ 15 h 47"/>
                <a:gd name="T10" fmla="*/ 41 w 44"/>
                <a:gd name="T11" fmla="*/ 8 h 47"/>
                <a:gd name="T12" fmla="*/ 36 w 44"/>
                <a:gd name="T13" fmla="*/ 5 h 47"/>
                <a:gd name="T14" fmla="*/ 30 w 44"/>
                <a:gd name="T15" fmla="*/ 0 h 47"/>
                <a:gd name="T16" fmla="*/ 10 w 44"/>
                <a:gd name="T17" fmla="*/ 12 h 47"/>
                <a:gd name="T18" fmla="*/ 0 w 44"/>
                <a:gd name="T19" fmla="*/ 35 h 47"/>
                <a:gd name="T20" fmla="*/ 3 w 44"/>
                <a:gd name="T21" fmla="*/ 43 h 47"/>
                <a:gd name="T22" fmla="*/ 9 w 44"/>
                <a:gd name="T23" fmla="*/ 45 h 47"/>
                <a:gd name="T24" fmla="*/ 30 w 44"/>
                <a:gd name="T25" fmla="*/ 31 h 47"/>
                <a:gd name="T26" fmla="*/ 37 w 44"/>
                <a:gd name="T27" fmla="*/ 47 h 47"/>
                <a:gd name="T28" fmla="*/ 42 w 44"/>
                <a:gd name="T29" fmla="*/ 45 h 47"/>
                <a:gd name="T30" fmla="*/ 44 w 44"/>
                <a:gd name="T31" fmla="*/ 42 h 47"/>
                <a:gd name="T32" fmla="*/ 42 w 44"/>
                <a:gd name="T33" fmla="*/ 40 h 47"/>
                <a:gd name="T34" fmla="*/ 24 w 44"/>
                <a:gd name="T35" fmla="*/ 28 h 47"/>
                <a:gd name="T36" fmla="*/ 12 w 44"/>
                <a:gd name="T37" fmla="*/ 37 h 47"/>
                <a:gd name="T38" fmla="*/ 10 w 44"/>
                <a:gd name="T39" fmla="*/ 33 h 47"/>
                <a:gd name="T40" fmla="*/ 17 w 44"/>
                <a:gd name="T41" fmla="*/ 18 h 47"/>
                <a:gd name="T42" fmla="*/ 28 w 44"/>
                <a:gd name="T43" fmla="*/ 8 h 47"/>
                <a:gd name="T44" fmla="*/ 30 w 44"/>
                <a:gd name="T45" fmla="*/ 10 h 47"/>
                <a:gd name="T46" fmla="*/ 31 w 44"/>
                <a:gd name="T47" fmla="*/ 13 h 47"/>
                <a:gd name="T48" fmla="*/ 24 w 44"/>
                <a:gd name="T49" fmla="*/ 2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4" h="47">
                  <a:moveTo>
                    <a:pt x="42" y="40"/>
                  </a:moveTo>
                  <a:cubicBezTo>
                    <a:pt x="41" y="39"/>
                    <a:pt x="40" y="39"/>
                    <a:pt x="40" y="38"/>
                  </a:cubicBezTo>
                  <a:cubicBezTo>
                    <a:pt x="40" y="38"/>
                    <a:pt x="40" y="37"/>
                    <a:pt x="39" y="35"/>
                  </a:cubicBezTo>
                  <a:cubicBezTo>
                    <a:pt x="39" y="34"/>
                    <a:pt x="38" y="32"/>
                    <a:pt x="38" y="28"/>
                  </a:cubicBezTo>
                  <a:cubicBezTo>
                    <a:pt x="38" y="25"/>
                    <a:pt x="39" y="20"/>
                    <a:pt x="40" y="15"/>
                  </a:cubicBezTo>
                  <a:cubicBezTo>
                    <a:pt x="41" y="12"/>
                    <a:pt x="41" y="10"/>
                    <a:pt x="41" y="8"/>
                  </a:cubicBezTo>
                  <a:cubicBezTo>
                    <a:pt x="41" y="6"/>
                    <a:pt x="39" y="5"/>
                    <a:pt x="36" y="5"/>
                  </a:cubicBezTo>
                  <a:cubicBezTo>
                    <a:pt x="35" y="1"/>
                    <a:pt x="33" y="0"/>
                    <a:pt x="30" y="0"/>
                  </a:cubicBezTo>
                  <a:cubicBezTo>
                    <a:pt x="23" y="0"/>
                    <a:pt x="17" y="4"/>
                    <a:pt x="10" y="12"/>
                  </a:cubicBezTo>
                  <a:cubicBezTo>
                    <a:pt x="4" y="20"/>
                    <a:pt x="0" y="28"/>
                    <a:pt x="0" y="35"/>
                  </a:cubicBezTo>
                  <a:cubicBezTo>
                    <a:pt x="0" y="38"/>
                    <a:pt x="1" y="41"/>
                    <a:pt x="3" y="43"/>
                  </a:cubicBezTo>
                  <a:cubicBezTo>
                    <a:pt x="5" y="45"/>
                    <a:pt x="7" y="45"/>
                    <a:pt x="9" y="45"/>
                  </a:cubicBezTo>
                  <a:cubicBezTo>
                    <a:pt x="16" y="45"/>
                    <a:pt x="23" y="41"/>
                    <a:pt x="30" y="31"/>
                  </a:cubicBezTo>
                  <a:cubicBezTo>
                    <a:pt x="30" y="42"/>
                    <a:pt x="32" y="47"/>
                    <a:pt x="37" y="47"/>
                  </a:cubicBezTo>
                  <a:cubicBezTo>
                    <a:pt x="39" y="47"/>
                    <a:pt x="40" y="46"/>
                    <a:pt x="42" y="45"/>
                  </a:cubicBezTo>
                  <a:cubicBezTo>
                    <a:pt x="43" y="44"/>
                    <a:pt x="44" y="43"/>
                    <a:pt x="44" y="42"/>
                  </a:cubicBezTo>
                  <a:cubicBezTo>
                    <a:pt x="44" y="41"/>
                    <a:pt x="43" y="40"/>
                    <a:pt x="42" y="40"/>
                  </a:cubicBezTo>
                  <a:close/>
                  <a:moveTo>
                    <a:pt x="24" y="28"/>
                  </a:moveTo>
                  <a:cubicBezTo>
                    <a:pt x="19" y="34"/>
                    <a:pt x="15" y="37"/>
                    <a:pt x="12" y="37"/>
                  </a:cubicBezTo>
                  <a:cubicBezTo>
                    <a:pt x="11" y="37"/>
                    <a:pt x="10" y="35"/>
                    <a:pt x="10" y="33"/>
                  </a:cubicBezTo>
                  <a:cubicBezTo>
                    <a:pt x="10" y="29"/>
                    <a:pt x="13" y="24"/>
                    <a:pt x="17" y="18"/>
                  </a:cubicBezTo>
                  <a:cubicBezTo>
                    <a:pt x="21" y="12"/>
                    <a:pt x="25" y="8"/>
                    <a:pt x="28" y="8"/>
                  </a:cubicBezTo>
                  <a:cubicBezTo>
                    <a:pt x="29" y="8"/>
                    <a:pt x="29" y="9"/>
                    <a:pt x="30" y="10"/>
                  </a:cubicBezTo>
                  <a:cubicBezTo>
                    <a:pt x="30" y="10"/>
                    <a:pt x="31" y="12"/>
                    <a:pt x="31" y="13"/>
                  </a:cubicBezTo>
                  <a:cubicBezTo>
                    <a:pt x="31" y="17"/>
                    <a:pt x="28" y="22"/>
                    <a:pt x="24"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2" name="Freeform 497"/>
            <p:cNvSpPr>
              <a:spLocks/>
            </p:cNvSpPr>
            <p:nvPr/>
          </p:nvSpPr>
          <p:spPr bwMode="auto">
            <a:xfrm>
              <a:off x="8894763" y="6348413"/>
              <a:ext cx="26988" cy="106363"/>
            </a:xfrm>
            <a:custGeom>
              <a:avLst/>
              <a:gdLst>
                <a:gd name="T0" fmla="*/ 13 w 18"/>
                <a:gd name="T1" fmla="*/ 0 h 72"/>
                <a:gd name="T2" fmla="*/ 9 w 18"/>
                <a:gd name="T3" fmla="*/ 3 h 72"/>
                <a:gd name="T4" fmla="*/ 3 w 18"/>
                <a:gd name="T5" fmla="*/ 26 h 72"/>
                <a:gd name="T6" fmla="*/ 0 w 18"/>
                <a:gd name="T7" fmla="*/ 60 h 72"/>
                <a:gd name="T8" fmla="*/ 1 w 18"/>
                <a:gd name="T9" fmla="*/ 69 h 72"/>
                <a:gd name="T10" fmla="*/ 5 w 18"/>
                <a:gd name="T11" fmla="*/ 72 h 72"/>
                <a:gd name="T12" fmla="*/ 9 w 18"/>
                <a:gd name="T13" fmla="*/ 70 h 72"/>
                <a:gd name="T14" fmla="*/ 11 w 18"/>
                <a:gd name="T15" fmla="*/ 66 h 72"/>
                <a:gd name="T16" fmla="*/ 10 w 18"/>
                <a:gd name="T17" fmla="*/ 64 h 72"/>
                <a:gd name="T18" fmla="*/ 10 w 18"/>
                <a:gd name="T19" fmla="*/ 51 h 72"/>
                <a:gd name="T20" fmla="*/ 11 w 18"/>
                <a:gd name="T21" fmla="*/ 38 h 72"/>
                <a:gd name="T22" fmla="*/ 14 w 18"/>
                <a:gd name="T23" fmla="*/ 22 h 72"/>
                <a:gd name="T24" fmla="*/ 17 w 18"/>
                <a:gd name="T25" fmla="*/ 9 h 72"/>
                <a:gd name="T26" fmla="*/ 18 w 18"/>
                <a:gd name="T27" fmla="*/ 4 h 72"/>
                <a:gd name="T28" fmla="*/ 13 w 18"/>
                <a:gd name="T29"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72">
                  <a:moveTo>
                    <a:pt x="13" y="0"/>
                  </a:moveTo>
                  <a:cubicBezTo>
                    <a:pt x="12" y="0"/>
                    <a:pt x="10" y="1"/>
                    <a:pt x="9" y="3"/>
                  </a:cubicBezTo>
                  <a:cubicBezTo>
                    <a:pt x="7" y="5"/>
                    <a:pt x="5" y="13"/>
                    <a:pt x="3" y="26"/>
                  </a:cubicBezTo>
                  <a:cubicBezTo>
                    <a:pt x="1" y="39"/>
                    <a:pt x="0" y="50"/>
                    <a:pt x="0" y="60"/>
                  </a:cubicBezTo>
                  <a:cubicBezTo>
                    <a:pt x="0" y="64"/>
                    <a:pt x="0" y="68"/>
                    <a:pt x="1" y="69"/>
                  </a:cubicBezTo>
                  <a:cubicBezTo>
                    <a:pt x="2" y="71"/>
                    <a:pt x="3" y="72"/>
                    <a:pt x="5" y="72"/>
                  </a:cubicBezTo>
                  <a:cubicBezTo>
                    <a:pt x="6" y="72"/>
                    <a:pt x="8" y="72"/>
                    <a:pt x="9" y="70"/>
                  </a:cubicBezTo>
                  <a:cubicBezTo>
                    <a:pt x="10" y="69"/>
                    <a:pt x="11" y="68"/>
                    <a:pt x="11" y="66"/>
                  </a:cubicBezTo>
                  <a:cubicBezTo>
                    <a:pt x="11" y="66"/>
                    <a:pt x="11" y="65"/>
                    <a:pt x="10" y="64"/>
                  </a:cubicBezTo>
                  <a:cubicBezTo>
                    <a:pt x="10" y="59"/>
                    <a:pt x="10" y="55"/>
                    <a:pt x="10" y="51"/>
                  </a:cubicBezTo>
                  <a:cubicBezTo>
                    <a:pt x="10" y="48"/>
                    <a:pt x="10" y="44"/>
                    <a:pt x="11" y="38"/>
                  </a:cubicBezTo>
                  <a:cubicBezTo>
                    <a:pt x="11" y="32"/>
                    <a:pt x="12" y="27"/>
                    <a:pt x="14" y="22"/>
                  </a:cubicBezTo>
                  <a:cubicBezTo>
                    <a:pt x="16" y="15"/>
                    <a:pt x="17" y="11"/>
                    <a:pt x="17" y="9"/>
                  </a:cubicBezTo>
                  <a:cubicBezTo>
                    <a:pt x="18" y="7"/>
                    <a:pt x="18" y="6"/>
                    <a:pt x="18" y="4"/>
                  </a:cubicBezTo>
                  <a:cubicBezTo>
                    <a:pt x="18" y="1"/>
                    <a:pt x="16" y="0"/>
                    <a:pt x="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3" name="Freeform 498"/>
            <p:cNvSpPr>
              <a:spLocks/>
            </p:cNvSpPr>
            <p:nvPr/>
          </p:nvSpPr>
          <p:spPr bwMode="auto">
            <a:xfrm>
              <a:off x="8926513" y="6350000"/>
              <a:ext cx="68263" cy="103188"/>
            </a:xfrm>
            <a:custGeom>
              <a:avLst/>
              <a:gdLst>
                <a:gd name="T0" fmla="*/ 43 w 46"/>
                <a:gd name="T1" fmla="*/ 61 h 70"/>
                <a:gd name="T2" fmla="*/ 42 w 46"/>
                <a:gd name="T3" fmla="*/ 61 h 70"/>
                <a:gd name="T4" fmla="*/ 36 w 46"/>
                <a:gd name="T5" fmla="*/ 59 h 70"/>
                <a:gd name="T6" fmla="*/ 28 w 46"/>
                <a:gd name="T7" fmla="*/ 52 h 70"/>
                <a:gd name="T8" fmla="*/ 24 w 46"/>
                <a:gd name="T9" fmla="*/ 46 h 70"/>
                <a:gd name="T10" fmla="*/ 25 w 46"/>
                <a:gd name="T11" fmla="*/ 44 h 70"/>
                <a:gd name="T12" fmla="*/ 30 w 46"/>
                <a:gd name="T13" fmla="*/ 40 h 70"/>
                <a:gd name="T14" fmla="*/ 35 w 46"/>
                <a:gd name="T15" fmla="*/ 36 h 70"/>
                <a:gd name="T16" fmla="*/ 39 w 46"/>
                <a:gd name="T17" fmla="*/ 34 h 70"/>
                <a:gd name="T18" fmla="*/ 39 w 46"/>
                <a:gd name="T19" fmla="*/ 34 h 70"/>
                <a:gd name="T20" fmla="*/ 39 w 46"/>
                <a:gd name="T21" fmla="*/ 34 h 70"/>
                <a:gd name="T22" fmla="*/ 43 w 46"/>
                <a:gd name="T23" fmla="*/ 27 h 70"/>
                <a:gd name="T24" fmla="*/ 39 w 46"/>
                <a:gd name="T25" fmla="*/ 24 h 70"/>
                <a:gd name="T26" fmla="*/ 25 w 46"/>
                <a:gd name="T27" fmla="*/ 33 h 70"/>
                <a:gd name="T28" fmla="*/ 12 w 46"/>
                <a:gd name="T29" fmla="*/ 45 h 70"/>
                <a:gd name="T30" fmla="*/ 14 w 46"/>
                <a:gd name="T31" fmla="*/ 31 h 70"/>
                <a:gd name="T32" fmla="*/ 14 w 46"/>
                <a:gd name="T33" fmla="*/ 31 h 70"/>
                <a:gd name="T34" fmla="*/ 15 w 46"/>
                <a:gd name="T35" fmla="*/ 26 h 70"/>
                <a:gd name="T36" fmla="*/ 19 w 46"/>
                <a:gd name="T37" fmla="*/ 5 h 70"/>
                <a:gd name="T38" fmla="*/ 18 w 46"/>
                <a:gd name="T39" fmla="*/ 1 h 70"/>
                <a:gd name="T40" fmla="*/ 15 w 46"/>
                <a:gd name="T41" fmla="*/ 0 h 70"/>
                <a:gd name="T42" fmla="*/ 11 w 46"/>
                <a:gd name="T43" fmla="*/ 1 h 70"/>
                <a:gd name="T44" fmla="*/ 9 w 46"/>
                <a:gd name="T45" fmla="*/ 5 h 70"/>
                <a:gd name="T46" fmla="*/ 7 w 46"/>
                <a:gd name="T47" fmla="*/ 14 h 70"/>
                <a:gd name="T48" fmla="*/ 5 w 46"/>
                <a:gd name="T49" fmla="*/ 34 h 70"/>
                <a:gd name="T50" fmla="*/ 1 w 46"/>
                <a:gd name="T51" fmla="*/ 60 h 70"/>
                <a:gd name="T52" fmla="*/ 0 w 46"/>
                <a:gd name="T53" fmla="*/ 66 h 70"/>
                <a:gd name="T54" fmla="*/ 2 w 46"/>
                <a:gd name="T55" fmla="*/ 69 h 70"/>
                <a:gd name="T56" fmla="*/ 5 w 46"/>
                <a:gd name="T57" fmla="*/ 70 h 70"/>
                <a:gd name="T58" fmla="*/ 9 w 46"/>
                <a:gd name="T59" fmla="*/ 69 h 70"/>
                <a:gd name="T60" fmla="*/ 11 w 46"/>
                <a:gd name="T61" fmla="*/ 64 h 70"/>
                <a:gd name="T62" fmla="*/ 12 w 46"/>
                <a:gd name="T63" fmla="*/ 55 h 70"/>
                <a:gd name="T64" fmla="*/ 12 w 46"/>
                <a:gd name="T65" fmla="*/ 55 h 70"/>
                <a:gd name="T66" fmla="*/ 14 w 46"/>
                <a:gd name="T67" fmla="*/ 53 h 70"/>
                <a:gd name="T68" fmla="*/ 15 w 46"/>
                <a:gd name="T69" fmla="*/ 52 h 70"/>
                <a:gd name="T70" fmla="*/ 21 w 46"/>
                <a:gd name="T71" fmla="*/ 58 h 70"/>
                <a:gd name="T72" fmla="*/ 30 w 46"/>
                <a:gd name="T73" fmla="*/ 68 h 70"/>
                <a:gd name="T74" fmla="*/ 36 w 46"/>
                <a:gd name="T75" fmla="*/ 70 h 70"/>
                <a:gd name="T76" fmla="*/ 43 w 46"/>
                <a:gd name="T77" fmla="*/ 68 h 70"/>
                <a:gd name="T78" fmla="*/ 46 w 46"/>
                <a:gd name="T79" fmla="*/ 64 h 70"/>
                <a:gd name="T80" fmla="*/ 45 w 46"/>
                <a:gd name="T81" fmla="*/ 62 h 70"/>
                <a:gd name="T82" fmla="*/ 43 w 46"/>
                <a:gd name="T83" fmla="*/ 6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6" h="70">
                  <a:moveTo>
                    <a:pt x="43" y="61"/>
                  </a:moveTo>
                  <a:cubicBezTo>
                    <a:pt x="42" y="61"/>
                    <a:pt x="42" y="61"/>
                    <a:pt x="42" y="61"/>
                  </a:cubicBezTo>
                  <a:cubicBezTo>
                    <a:pt x="40" y="61"/>
                    <a:pt x="38" y="61"/>
                    <a:pt x="36" y="59"/>
                  </a:cubicBezTo>
                  <a:cubicBezTo>
                    <a:pt x="34" y="58"/>
                    <a:pt x="32" y="55"/>
                    <a:pt x="28" y="52"/>
                  </a:cubicBezTo>
                  <a:cubicBezTo>
                    <a:pt x="25" y="49"/>
                    <a:pt x="24" y="47"/>
                    <a:pt x="24" y="46"/>
                  </a:cubicBezTo>
                  <a:cubicBezTo>
                    <a:pt x="24" y="46"/>
                    <a:pt x="24" y="45"/>
                    <a:pt x="25" y="44"/>
                  </a:cubicBezTo>
                  <a:cubicBezTo>
                    <a:pt x="26" y="43"/>
                    <a:pt x="28" y="42"/>
                    <a:pt x="30" y="40"/>
                  </a:cubicBezTo>
                  <a:cubicBezTo>
                    <a:pt x="32" y="39"/>
                    <a:pt x="33" y="37"/>
                    <a:pt x="35" y="36"/>
                  </a:cubicBezTo>
                  <a:cubicBezTo>
                    <a:pt x="36" y="35"/>
                    <a:pt x="38" y="35"/>
                    <a:pt x="39" y="34"/>
                  </a:cubicBezTo>
                  <a:cubicBezTo>
                    <a:pt x="39" y="34"/>
                    <a:pt x="39" y="34"/>
                    <a:pt x="39" y="34"/>
                  </a:cubicBezTo>
                  <a:cubicBezTo>
                    <a:pt x="39" y="34"/>
                    <a:pt x="39" y="34"/>
                    <a:pt x="39" y="34"/>
                  </a:cubicBezTo>
                  <a:cubicBezTo>
                    <a:pt x="42" y="32"/>
                    <a:pt x="43" y="30"/>
                    <a:pt x="43" y="27"/>
                  </a:cubicBezTo>
                  <a:cubicBezTo>
                    <a:pt x="43" y="25"/>
                    <a:pt x="42" y="24"/>
                    <a:pt x="39" y="24"/>
                  </a:cubicBezTo>
                  <a:cubicBezTo>
                    <a:pt x="36" y="24"/>
                    <a:pt x="31" y="27"/>
                    <a:pt x="25" y="33"/>
                  </a:cubicBezTo>
                  <a:cubicBezTo>
                    <a:pt x="12" y="45"/>
                    <a:pt x="12" y="45"/>
                    <a:pt x="12" y="45"/>
                  </a:cubicBezTo>
                  <a:cubicBezTo>
                    <a:pt x="12" y="43"/>
                    <a:pt x="13" y="39"/>
                    <a:pt x="14" y="31"/>
                  </a:cubicBezTo>
                  <a:cubicBezTo>
                    <a:pt x="14" y="31"/>
                    <a:pt x="14" y="31"/>
                    <a:pt x="14" y="31"/>
                  </a:cubicBezTo>
                  <a:cubicBezTo>
                    <a:pt x="15" y="26"/>
                    <a:pt x="15" y="26"/>
                    <a:pt x="15" y="26"/>
                  </a:cubicBezTo>
                  <a:cubicBezTo>
                    <a:pt x="17" y="13"/>
                    <a:pt x="19" y="7"/>
                    <a:pt x="19" y="5"/>
                  </a:cubicBezTo>
                  <a:cubicBezTo>
                    <a:pt x="19" y="3"/>
                    <a:pt x="18" y="2"/>
                    <a:pt x="18" y="1"/>
                  </a:cubicBezTo>
                  <a:cubicBezTo>
                    <a:pt x="17" y="0"/>
                    <a:pt x="16" y="0"/>
                    <a:pt x="15" y="0"/>
                  </a:cubicBezTo>
                  <a:cubicBezTo>
                    <a:pt x="13" y="0"/>
                    <a:pt x="12" y="0"/>
                    <a:pt x="11" y="1"/>
                  </a:cubicBezTo>
                  <a:cubicBezTo>
                    <a:pt x="10" y="2"/>
                    <a:pt x="9" y="3"/>
                    <a:pt x="9" y="5"/>
                  </a:cubicBezTo>
                  <a:cubicBezTo>
                    <a:pt x="8" y="6"/>
                    <a:pt x="8" y="9"/>
                    <a:pt x="7" y="14"/>
                  </a:cubicBezTo>
                  <a:cubicBezTo>
                    <a:pt x="6" y="19"/>
                    <a:pt x="5" y="25"/>
                    <a:pt x="5" y="34"/>
                  </a:cubicBezTo>
                  <a:cubicBezTo>
                    <a:pt x="4" y="45"/>
                    <a:pt x="3" y="53"/>
                    <a:pt x="1" y="60"/>
                  </a:cubicBezTo>
                  <a:cubicBezTo>
                    <a:pt x="1" y="63"/>
                    <a:pt x="0" y="65"/>
                    <a:pt x="0" y="66"/>
                  </a:cubicBezTo>
                  <a:cubicBezTo>
                    <a:pt x="0" y="67"/>
                    <a:pt x="1" y="68"/>
                    <a:pt x="2" y="69"/>
                  </a:cubicBezTo>
                  <a:cubicBezTo>
                    <a:pt x="3" y="70"/>
                    <a:pt x="4" y="70"/>
                    <a:pt x="5" y="70"/>
                  </a:cubicBezTo>
                  <a:cubicBezTo>
                    <a:pt x="7" y="70"/>
                    <a:pt x="8" y="70"/>
                    <a:pt x="9" y="69"/>
                  </a:cubicBezTo>
                  <a:cubicBezTo>
                    <a:pt x="10" y="68"/>
                    <a:pt x="11" y="66"/>
                    <a:pt x="11" y="64"/>
                  </a:cubicBezTo>
                  <a:cubicBezTo>
                    <a:pt x="11" y="61"/>
                    <a:pt x="11" y="58"/>
                    <a:pt x="12" y="55"/>
                  </a:cubicBezTo>
                  <a:cubicBezTo>
                    <a:pt x="12" y="55"/>
                    <a:pt x="12" y="55"/>
                    <a:pt x="12" y="55"/>
                  </a:cubicBezTo>
                  <a:cubicBezTo>
                    <a:pt x="12" y="55"/>
                    <a:pt x="13" y="54"/>
                    <a:pt x="14" y="53"/>
                  </a:cubicBezTo>
                  <a:cubicBezTo>
                    <a:pt x="15" y="52"/>
                    <a:pt x="15" y="52"/>
                    <a:pt x="15" y="52"/>
                  </a:cubicBezTo>
                  <a:cubicBezTo>
                    <a:pt x="16" y="52"/>
                    <a:pt x="17" y="54"/>
                    <a:pt x="21" y="58"/>
                  </a:cubicBezTo>
                  <a:cubicBezTo>
                    <a:pt x="25" y="63"/>
                    <a:pt x="28" y="66"/>
                    <a:pt x="30" y="68"/>
                  </a:cubicBezTo>
                  <a:cubicBezTo>
                    <a:pt x="32" y="69"/>
                    <a:pt x="34" y="70"/>
                    <a:pt x="36" y="70"/>
                  </a:cubicBezTo>
                  <a:cubicBezTo>
                    <a:pt x="40" y="70"/>
                    <a:pt x="42" y="69"/>
                    <a:pt x="43" y="68"/>
                  </a:cubicBezTo>
                  <a:cubicBezTo>
                    <a:pt x="45" y="66"/>
                    <a:pt x="46" y="65"/>
                    <a:pt x="46" y="64"/>
                  </a:cubicBezTo>
                  <a:cubicBezTo>
                    <a:pt x="46" y="63"/>
                    <a:pt x="45" y="62"/>
                    <a:pt x="45" y="62"/>
                  </a:cubicBezTo>
                  <a:cubicBezTo>
                    <a:pt x="45" y="62"/>
                    <a:pt x="44" y="61"/>
                    <a:pt x="43"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4" name="Freeform 499"/>
            <p:cNvSpPr>
              <a:spLocks/>
            </p:cNvSpPr>
            <p:nvPr/>
          </p:nvSpPr>
          <p:spPr bwMode="auto">
            <a:xfrm>
              <a:off x="9002713" y="6386513"/>
              <a:ext cx="22225" cy="66675"/>
            </a:xfrm>
            <a:custGeom>
              <a:avLst/>
              <a:gdLst>
                <a:gd name="T0" fmla="*/ 9 w 15"/>
                <a:gd name="T1" fmla="*/ 0 h 45"/>
                <a:gd name="T2" fmla="*/ 5 w 15"/>
                <a:gd name="T3" fmla="*/ 2 h 45"/>
                <a:gd name="T4" fmla="*/ 4 w 15"/>
                <a:gd name="T5" fmla="*/ 7 h 45"/>
                <a:gd name="T6" fmla="*/ 3 w 15"/>
                <a:gd name="T7" fmla="*/ 16 h 45"/>
                <a:gd name="T8" fmla="*/ 3 w 15"/>
                <a:gd name="T9" fmla="*/ 16 h 45"/>
                <a:gd name="T10" fmla="*/ 2 w 15"/>
                <a:gd name="T11" fmla="*/ 20 h 45"/>
                <a:gd name="T12" fmla="*/ 0 w 15"/>
                <a:gd name="T13" fmla="*/ 37 h 45"/>
                <a:gd name="T14" fmla="*/ 5 w 15"/>
                <a:gd name="T15" fmla="*/ 45 h 45"/>
                <a:gd name="T16" fmla="*/ 9 w 15"/>
                <a:gd name="T17" fmla="*/ 44 h 45"/>
                <a:gd name="T18" fmla="*/ 11 w 15"/>
                <a:gd name="T19" fmla="*/ 41 h 45"/>
                <a:gd name="T20" fmla="*/ 11 w 15"/>
                <a:gd name="T21" fmla="*/ 40 h 45"/>
                <a:gd name="T22" fmla="*/ 10 w 15"/>
                <a:gd name="T23" fmla="*/ 33 h 45"/>
                <a:gd name="T24" fmla="*/ 10 w 15"/>
                <a:gd name="T25" fmla="*/ 25 h 45"/>
                <a:gd name="T26" fmla="*/ 13 w 15"/>
                <a:gd name="T27" fmla="*/ 12 h 45"/>
                <a:gd name="T28" fmla="*/ 13 w 15"/>
                <a:gd name="T29" fmla="*/ 11 h 45"/>
                <a:gd name="T30" fmla="*/ 15 w 15"/>
                <a:gd name="T31" fmla="*/ 4 h 45"/>
                <a:gd name="T32" fmla="*/ 13 w 15"/>
                <a:gd name="T33" fmla="*/ 1 h 45"/>
                <a:gd name="T34" fmla="*/ 9 w 15"/>
                <a:gd name="T35"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45">
                  <a:moveTo>
                    <a:pt x="9" y="0"/>
                  </a:moveTo>
                  <a:cubicBezTo>
                    <a:pt x="7" y="0"/>
                    <a:pt x="6" y="1"/>
                    <a:pt x="5" y="2"/>
                  </a:cubicBezTo>
                  <a:cubicBezTo>
                    <a:pt x="4" y="4"/>
                    <a:pt x="4" y="5"/>
                    <a:pt x="4" y="7"/>
                  </a:cubicBezTo>
                  <a:cubicBezTo>
                    <a:pt x="4" y="8"/>
                    <a:pt x="3" y="11"/>
                    <a:pt x="3" y="16"/>
                  </a:cubicBezTo>
                  <a:cubicBezTo>
                    <a:pt x="3" y="16"/>
                    <a:pt x="3" y="16"/>
                    <a:pt x="3" y="16"/>
                  </a:cubicBezTo>
                  <a:cubicBezTo>
                    <a:pt x="2" y="17"/>
                    <a:pt x="2" y="18"/>
                    <a:pt x="2" y="20"/>
                  </a:cubicBezTo>
                  <a:cubicBezTo>
                    <a:pt x="1" y="27"/>
                    <a:pt x="0" y="32"/>
                    <a:pt x="0" y="37"/>
                  </a:cubicBezTo>
                  <a:cubicBezTo>
                    <a:pt x="0" y="42"/>
                    <a:pt x="2" y="45"/>
                    <a:pt x="5" y="45"/>
                  </a:cubicBezTo>
                  <a:cubicBezTo>
                    <a:pt x="7" y="45"/>
                    <a:pt x="8" y="45"/>
                    <a:pt x="9" y="44"/>
                  </a:cubicBezTo>
                  <a:cubicBezTo>
                    <a:pt x="10" y="42"/>
                    <a:pt x="11" y="42"/>
                    <a:pt x="11" y="41"/>
                  </a:cubicBezTo>
                  <a:cubicBezTo>
                    <a:pt x="11" y="41"/>
                    <a:pt x="11" y="40"/>
                    <a:pt x="11" y="40"/>
                  </a:cubicBezTo>
                  <a:cubicBezTo>
                    <a:pt x="10" y="37"/>
                    <a:pt x="10" y="35"/>
                    <a:pt x="10" y="33"/>
                  </a:cubicBezTo>
                  <a:cubicBezTo>
                    <a:pt x="10" y="31"/>
                    <a:pt x="10" y="28"/>
                    <a:pt x="10" y="25"/>
                  </a:cubicBezTo>
                  <a:cubicBezTo>
                    <a:pt x="11" y="22"/>
                    <a:pt x="12" y="17"/>
                    <a:pt x="13" y="12"/>
                  </a:cubicBezTo>
                  <a:cubicBezTo>
                    <a:pt x="13" y="11"/>
                    <a:pt x="13" y="11"/>
                    <a:pt x="13" y="11"/>
                  </a:cubicBezTo>
                  <a:cubicBezTo>
                    <a:pt x="14" y="8"/>
                    <a:pt x="15" y="5"/>
                    <a:pt x="15" y="4"/>
                  </a:cubicBezTo>
                  <a:cubicBezTo>
                    <a:pt x="15" y="3"/>
                    <a:pt x="14" y="2"/>
                    <a:pt x="13" y="1"/>
                  </a:cubicBezTo>
                  <a:cubicBezTo>
                    <a:pt x="12" y="1"/>
                    <a:pt x="11"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5" name="Freeform 500"/>
            <p:cNvSpPr>
              <a:spLocks/>
            </p:cNvSpPr>
            <p:nvPr/>
          </p:nvSpPr>
          <p:spPr bwMode="auto">
            <a:xfrm>
              <a:off x="9015413" y="6351588"/>
              <a:ext cx="19050" cy="19050"/>
            </a:xfrm>
            <a:custGeom>
              <a:avLst/>
              <a:gdLst>
                <a:gd name="T0" fmla="*/ 7 w 13"/>
                <a:gd name="T1" fmla="*/ 0 h 12"/>
                <a:gd name="T2" fmla="*/ 2 w 13"/>
                <a:gd name="T3" fmla="*/ 1 h 12"/>
                <a:gd name="T4" fmla="*/ 0 w 13"/>
                <a:gd name="T5" fmla="*/ 6 h 12"/>
                <a:gd name="T6" fmla="*/ 2 w 13"/>
                <a:gd name="T7" fmla="*/ 10 h 12"/>
                <a:gd name="T8" fmla="*/ 6 w 13"/>
                <a:gd name="T9" fmla="*/ 12 h 12"/>
                <a:gd name="T10" fmla="*/ 11 w 13"/>
                <a:gd name="T11" fmla="*/ 10 h 12"/>
                <a:gd name="T12" fmla="*/ 13 w 13"/>
                <a:gd name="T13" fmla="*/ 5 h 12"/>
                <a:gd name="T14" fmla="*/ 12 w 13"/>
                <a:gd name="T15" fmla="*/ 1 h 12"/>
                <a:gd name="T16" fmla="*/ 7 w 1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2">
                  <a:moveTo>
                    <a:pt x="7" y="0"/>
                  </a:moveTo>
                  <a:cubicBezTo>
                    <a:pt x="5" y="0"/>
                    <a:pt x="3" y="0"/>
                    <a:pt x="2" y="1"/>
                  </a:cubicBezTo>
                  <a:cubicBezTo>
                    <a:pt x="1" y="3"/>
                    <a:pt x="0" y="4"/>
                    <a:pt x="0" y="6"/>
                  </a:cubicBezTo>
                  <a:cubicBezTo>
                    <a:pt x="0" y="8"/>
                    <a:pt x="1" y="9"/>
                    <a:pt x="2" y="10"/>
                  </a:cubicBezTo>
                  <a:cubicBezTo>
                    <a:pt x="3" y="12"/>
                    <a:pt x="5" y="12"/>
                    <a:pt x="6" y="12"/>
                  </a:cubicBezTo>
                  <a:cubicBezTo>
                    <a:pt x="7" y="12"/>
                    <a:pt x="9" y="12"/>
                    <a:pt x="11" y="10"/>
                  </a:cubicBezTo>
                  <a:cubicBezTo>
                    <a:pt x="13" y="9"/>
                    <a:pt x="13" y="7"/>
                    <a:pt x="13" y="5"/>
                  </a:cubicBezTo>
                  <a:cubicBezTo>
                    <a:pt x="13" y="4"/>
                    <a:pt x="13" y="2"/>
                    <a:pt x="12" y="1"/>
                  </a:cubicBezTo>
                  <a:cubicBezTo>
                    <a:pt x="11" y="0"/>
                    <a:pt x="9"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6" name="Freeform 501"/>
            <p:cNvSpPr>
              <a:spLocks/>
            </p:cNvSpPr>
            <p:nvPr/>
          </p:nvSpPr>
          <p:spPr bwMode="auto">
            <a:xfrm>
              <a:off x="9036050" y="6388100"/>
              <a:ext cx="77788" cy="63500"/>
            </a:xfrm>
            <a:custGeom>
              <a:avLst/>
              <a:gdLst>
                <a:gd name="T0" fmla="*/ 52 w 52"/>
                <a:gd name="T1" fmla="*/ 33 h 42"/>
                <a:gd name="T2" fmla="*/ 50 w 52"/>
                <a:gd name="T3" fmla="*/ 31 h 42"/>
                <a:gd name="T4" fmla="*/ 47 w 52"/>
                <a:gd name="T5" fmla="*/ 32 h 42"/>
                <a:gd name="T6" fmla="*/ 45 w 52"/>
                <a:gd name="T7" fmla="*/ 32 h 42"/>
                <a:gd name="T8" fmla="*/ 41 w 52"/>
                <a:gd name="T9" fmla="*/ 17 h 42"/>
                <a:gd name="T10" fmla="*/ 30 w 52"/>
                <a:gd name="T11" fmla="*/ 2 h 42"/>
                <a:gd name="T12" fmla="*/ 10 w 52"/>
                <a:gd name="T13" fmla="*/ 23 h 42"/>
                <a:gd name="T14" fmla="*/ 13 w 52"/>
                <a:gd name="T15" fmla="*/ 7 h 42"/>
                <a:gd name="T16" fmla="*/ 11 w 52"/>
                <a:gd name="T17" fmla="*/ 1 h 42"/>
                <a:gd name="T18" fmla="*/ 8 w 52"/>
                <a:gd name="T19" fmla="*/ 0 h 42"/>
                <a:gd name="T20" fmla="*/ 4 w 52"/>
                <a:gd name="T21" fmla="*/ 2 h 42"/>
                <a:gd name="T22" fmla="*/ 2 w 52"/>
                <a:gd name="T23" fmla="*/ 6 h 42"/>
                <a:gd name="T24" fmla="*/ 1 w 52"/>
                <a:gd name="T25" fmla="*/ 28 h 42"/>
                <a:gd name="T26" fmla="*/ 0 w 52"/>
                <a:gd name="T27" fmla="*/ 37 h 42"/>
                <a:gd name="T28" fmla="*/ 6 w 52"/>
                <a:gd name="T29" fmla="*/ 42 h 42"/>
                <a:gd name="T30" fmla="*/ 8 w 52"/>
                <a:gd name="T31" fmla="*/ 41 h 42"/>
                <a:gd name="T32" fmla="*/ 9 w 52"/>
                <a:gd name="T33" fmla="*/ 39 h 42"/>
                <a:gd name="T34" fmla="*/ 18 w 52"/>
                <a:gd name="T35" fmla="*/ 23 h 42"/>
                <a:gd name="T36" fmla="*/ 28 w 52"/>
                <a:gd name="T37" fmla="*/ 12 h 42"/>
                <a:gd name="T38" fmla="*/ 32 w 52"/>
                <a:gd name="T39" fmla="*/ 22 h 42"/>
                <a:gd name="T40" fmla="*/ 35 w 52"/>
                <a:gd name="T41" fmla="*/ 36 h 42"/>
                <a:gd name="T42" fmla="*/ 35 w 52"/>
                <a:gd name="T43" fmla="*/ 36 h 42"/>
                <a:gd name="T44" fmla="*/ 42 w 52"/>
                <a:gd name="T45" fmla="*/ 40 h 42"/>
                <a:gd name="T46" fmla="*/ 49 w 52"/>
                <a:gd name="T47" fmla="*/ 38 h 42"/>
                <a:gd name="T48" fmla="*/ 52 w 52"/>
                <a:gd name="T49" fmla="*/ 33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2" h="42">
                  <a:moveTo>
                    <a:pt x="52" y="33"/>
                  </a:moveTo>
                  <a:cubicBezTo>
                    <a:pt x="52" y="32"/>
                    <a:pt x="51" y="31"/>
                    <a:pt x="50" y="31"/>
                  </a:cubicBezTo>
                  <a:cubicBezTo>
                    <a:pt x="49" y="31"/>
                    <a:pt x="48" y="31"/>
                    <a:pt x="47" y="32"/>
                  </a:cubicBezTo>
                  <a:cubicBezTo>
                    <a:pt x="46" y="32"/>
                    <a:pt x="46" y="32"/>
                    <a:pt x="45" y="32"/>
                  </a:cubicBezTo>
                  <a:cubicBezTo>
                    <a:pt x="44" y="32"/>
                    <a:pt x="42" y="27"/>
                    <a:pt x="41" y="17"/>
                  </a:cubicBezTo>
                  <a:cubicBezTo>
                    <a:pt x="40" y="7"/>
                    <a:pt x="36" y="2"/>
                    <a:pt x="30" y="2"/>
                  </a:cubicBezTo>
                  <a:cubicBezTo>
                    <a:pt x="23" y="2"/>
                    <a:pt x="16" y="9"/>
                    <a:pt x="10" y="23"/>
                  </a:cubicBezTo>
                  <a:cubicBezTo>
                    <a:pt x="12" y="15"/>
                    <a:pt x="13" y="10"/>
                    <a:pt x="13" y="7"/>
                  </a:cubicBezTo>
                  <a:cubicBezTo>
                    <a:pt x="13" y="4"/>
                    <a:pt x="12" y="2"/>
                    <a:pt x="11" y="1"/>
                  </a:cubicBezTo>
                  <a:cubicBezTo>
                    <a:pt x="10" y="0"/>
                    <a:pt x="9" y="0"/>
                    <a:pt x="8" y="0"/>
                  </a:cubicBezTo>
                  <a:cubicBezTo>
                    <a:pt x="6" y="0"/>
                    <a:pt x="5" y="1"/>
                    <a:pt x="4" y="2"/>
                  </a:cubicBezTo>
                  <a:cubicBezTo>
                    <a:pt x="3" y="4"/>
                    <a:pt x="2" y="5"/>
                    <a:pt x="2" y="6"/>
                  </a:cubicBezTo>
                  <a:cubicBezTo>
                    <a:pt x="2" y="15"/>
                    <a:pt x="2" y="22"/>
                    <a:pt x="1" y="28"/>
                  </a:cubicBezTo>
                  <a:cubicBezTo>
                    <a:pt x="0" y="32"/>
                    <a:pt x="0" y="35"/>
                    <a:pt x="0" y="37"/>
                  </a:cubicBezTo>
                  <a:cubicBezTo>
                    <a:pt x="0" y="40"/>
                    <a:pt x="2" y="42"/>
                    <a:pt x="6" y="42"/>
                  </a:cubicBezTo>
                  <a:cubicBezTo>
                    <a:pt x="6" y="42"/>
                    <a:pt x="7" y="42"/>
                    <a:pt x="8" y="41"/>
                  </a:cubicBezTo>
                  <a:cubicBezTo>
                    <a:pt x="8" y="41"/>
                    <a:pt x="9" y="40"/>
                    <a:pt x="9" y="39"/>
                  </a:cubicBezTo>
                  <a:cubicBezTo>
                    <a:pt x="10" y="35"/>
                    <a:pt x="13" y="30"/>
                    <a:pt x="18" y="23"/>
                  </a:cubicBezTo>
                  <a:cubicBezTo>
                    <a:pt x="23" y="15"/>
                    <a:pt x="26" y="12"/>
                    <a:pt x="28" y="12"/>
                  </a:cubicBezTo>
                  <a:cubicBezTo>
                    <a:pt x="30" y="12"/>
                    <a:pt x="32" y="15"/>
                    <a:pt x="32" y="22"/>
                  </a:cubicBezTo>
                  <a:cubicBezTo>
                    <a:pt x="33" y="29"/>
                    <a:pt x="34" y="34"/>
                    <a:pt x="35" y="36"/>
                  </a:cubicBezTo>
                  <a:cubicBezTo>
                    <a:pt x="35" y="36"/>
                    <a:pt x="35" y="36"/>
                    <a:pt x="35" y="36"/>
                  </a:cubicBezTo>
                  <a:cubicBezTo>
                    <a:pt x="37" y="39"/>
                    <a:pt x="39" y="40"/>
                    <a:pt x="42" y="40"/>
                  </a:cubicBezTo>
                  <a:cubicBezTo>
                    <a:pt x="45" y="40"/>
                    <a:pt x="47" y="39"/>
                    <a:pt x="49" y="38"/>
                  </a:cubicBezTo>
                  <a:cubicBezTo>
                    <a:pt x="51" y="36"/>
                    <a:pt x="52" y="35"/>
                    <a:pt x="52"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7" name="Freeform 502"/>
            <p:cNvSpPr>
              <a:spLocks noEditPoints="1"/>
            </p:cNvSpPr>
            <p:nvPr/>
          </p:nvSpPr>
          <p:spPr bwMode="auto">
            <a:xfrm>
              <a:off x="9107488" y="6384925"/>
              <a:ext cx="76200" cy="104775"/>
            </a:xfrm>
            <a:custGeom>
              <a:avLst/>
              <a:gdLst>
                <a:gd name="T0" fmla="*/ 48 w 51"/>
                <a:gd name="T1" fmla="*/ 3 h 70"/>
                <a:gd name="T2" fmla="*/ 47 w 51"/>
                <a:gd name="T3" fmla="*/ 2 h 70"/>
                <a:gd name="T4" fmla="*/ 41 w 51"/>
                <a:gd name="T5" fmla="*/ 0 h 70"/>
                <a:gd name="T6" fmla="*/ 25 w 51"/>
                <a:gd name="T7" fmla="*/ 6 h 70"/>
                <a:gd name="T8" fmla="*/ 12 w 51"/>
                <a:gd name="T9" fmla="*/ 19 h 70"/>
                <a:gd name="T10" fmla="*/ 7 w 51"/>
                <a:gd name="T11" fmla="*/ 34 h 70"/>
                <a:gd name="T12" fmla="*/ 10 w 51"/>
                <a:gd name="T13" fmla="*/ 41 h 70"/>
                <a:gd name="T14" fmla="*/ 16 w 51"/>
                <a:gd name="T15" fmla="*/ 43 h 70"/>
                <a:gd name="T16" fmla="*/ 27 w 51"/>
                <a:gd name="T17" fmla="*/ 40 h 70"/>
                <a:gd name="T18" fmla="*/ 37 w 51"/>
                <a:gd name="T19" fmla="*/ 31 h 70"/>
                <a:gd name="T20" fmla="*/ 32 w 51"/>
                <a:gd name="T21" fmla="*/ 55 h 70"/>
                <a:gd name="T22" fmla="*/ 23 w 51"/>
                <a:gd name="T23" fmla="*/ 61 h 70"/>
                <a:gd name="T24" fmla="*/ 7 w 51"/>
                <a:gd name="T25" fmla="*/ 55 h 70"/>
                <a:gd name="T26" fmla="*/ 3 w 51"/>
                <a:gd name="T27" fmla="*/ 53 h 70"/>
                <a:gd name="T28" fmla="*/ 0 w 51"/>
                <a:gd name="T29" fmla="*/ 56 h 70"/>
                <a:gd name="T30" fmla="*/ 7 w 51"/>
                <a:gd name="T31" fmla="*/ 65 h 70"/>
                <a:gd name="T32" fmla="*/ 23 w 51"/>
                <a:gd name="T33" fmla="*/ 70 h 70"/>
                <a:gd name="T34" fmla="*/ 37 w 51"/>
                <a:gd name="T35" fmla="*/ 64 h 70"/>
                <a:gd name="T36" fmla="*/ 45 w 51"/>
                <a:gd name="T37" fmla="*/ 43 h 70"/>
                <a:gd name="T38" fmla="*/ 47 w 51"/>
                <a:gd name="T39" fmla="*/ 22 h 70"/>
                <a:gd name="T40" fmla="*/ 50 w 51"/>
                <a:gd name="T41" fmla="*/ 14 h 70"/>
                <a:gd name="T42" fmla="*/ 51 w 51"/>
                <a:gd name="T43" fmla="*/ 9 h 70"/>
                <a:gd name="T44" fmla="*/ 50 w 51"/>
                <a:gd name="T45" fmla="*/ 6 h 70"/>
                <a:gd name="T46" fmla="*/ 48 w 51"/>
                <a:gd name="T47" fmla="*/ 3 h 70"/>
                <a:gd name="T48" fmla="*/ 38 w 51"/>
                <a:gd name="T49" fmla="*/ 20 h 70"/>
                <a:gd name="T50" fmla="*/ 29 w 51"/>
                <a:gd name="T51" fmla="*/ 30 h 70"/>
                <a:gd name="T52" fmla="*/ 19 w 51"/>
                <a:gd name="T53" fmla="*/ 34 h 70"/>
                <a:gd name="T54" fmla="*/ 17 w 51"/>
                <a:gd name="T55" fmla="*/ 32 h 70"/>
                <a:gd name="T56" fmla="*/ 21 w 51"/>
                <a:gd name="T57" fmla="*/ 22 h 70"/>
                <a:gd name="T58" fmla="*/ 30 w 51"/>
                <a:gd name="T59" fmla="*/ 12 h 70"/>
                <a:gd name="T60" fmla="*/ 38 w 51"/>
                <a:gd name="T61" fmla="*/ 9 h 70"/>
                <a:gd name="T62" fmla="*/ 40 w 51"/>
                <a:gd name="T63" fmla="*/ 9 h 70"/>
                <a:gd name="T64" fmla="*/ 41 w 51"/>
                <a:gd name="T65" fmla="*/ 12 h 70"/>
                <a:gd name="T66" fmla="*/ 38 w 51"/>
                <a:gd name="T67" fmla="*/ 2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70">
                  <a:moveTo>
                    <a:pt x="48" y="3"/>
                  </a:moveTo>
                  <a:cubicBezTo>
                    <a:pt x="48" y="3"/>
                    <a:pt x="48" y="3"/>
                    <a:pt x="47" y="2"/>
                  </a:cubicBezTo>
                  <a:cubicBezTo>
                    <a:pt x="46" y="1"/>
                    <a:pt x="43" y="0"/>
                    <a:pt x="41" y="0"/>
                  </a:cubicBezTo>
                  <a:cubicBezTo>
                    <a:pt x="36" y="0"/>
                    <a:pt x="31" y="2"/>
                    <a:pt x="25" y="6"/>
                  </a:cubicBezTo>
                  <a:cubicBezTo>
                    <a:pt x="20" y="10"/>
                    <a:pt x="15" y="14"/>
                    <a:pt x="12" y="19"/>
                  </a:cubicBezTo>
                  <a:cubicBezTo>
                    <a:pt x="9" y="25"/>
                    <a:pt x="7" y="29"/>
                    <a:pt x="7" y="34"/>
                  </a:cubicBezTo>
                  <a:cubicBezTo>
                    <a:pt x="7" y="37"/>
                    <a:pt x="8" y="39"/>
                    <a:pt x="10" y="41"/>
                  </a:cubicBezTo>
                  <a:cubicBezTo>
                    <a:pt x="11" y="42"/>
                    <a:pt x="13" y="43"/>
                    <a:pt x="16" y="43"/>
                  </a:cubicBezTo>
                  <a:cubicBezTo>
                    <a:pt x="19" y="43"/>
                    <a:pt x="23" y="42"/>
                    <a:pt x="27" y="40"/>
                  </a:cubicBezTo>
                  <a:cubicBezTo>
                    <a:pt x="31" y="38"/>
                    <a:pt x="34" y="35"/>
                    <a:pt x="37" y="31"/>
                  </a:cubicBezTo>
                  <a:cubicBezTo>
                    <a:pt x="36" y="43"/>
                    <a:pt x="34" y="51"/>
                    <a:pt x="32" y="55"/>
                  </a:cubicBezTo>
                  <a:cubicBezTo>
                    <a:pt x="30" y="59"/>
                    <a:pt x="27" y="61"/>
                    <a:pt x="23" y="61"/>
                  </a:cubicBezTo>
                  <a:cubicBezTo>
                    <a:pt x="19" y="61"/>
                    <a:pt x="14" y="59"/>
                    <a:pt x="7" y="55"/>
                  </a:cubicBezTo>
                  <a:cubicBezTo>
                    <a:pt x="5" y="53"/>
                    <a:pt x="3" y="53"/>
                    <a:pt x="3" y="53"/>
                  </a:cubicBezTo>
                  <a:cubicBezTo>
                    <a:pt x="1" y="53"/>
                    <a:pt x="0" y="54"/>
                    <a:pt x="0" y="56"/>
                  </a:cubicBezTo>
                  <a:cubicBezTo>
                    <a:pt x="0" y="58"/>
                    <a:pt x="2" y="61"/>
                    <a:pt x="7" y="65"/>
                  </a:cubicBezTo>
                  <a:cubicBezTo>
                    <a:pt x="12" y="68"/>
                    <a:pt x="17" y="70"/>
                    <a:pt x="23" y="70"/>
                  </a:cubicBezTo>
                  <a:cubicBezTo>
                    <a:pt x="28" y="70"/>
                    <a:pt x="33" y="68"/>
                    <a:pt x="37" y="64"/>
                  </a:cubicBezTo>
                  <a:cubicBezTo>
                    <a:pt x="41" y="59"/>
                    <a:pt x="44" y="52"/>
                    <a:pt x="45" y="43"/>
                  </a:cubicBezTo>
                  <a:cubicBezTo>
                    <a:pt x="46" y="32"/>
                    <a:pt x="47" y="25"/>
                    <a:pt x="47" y="22"/>
                  </a:cubicBezTo>
                  <a:cubicBezTo>
                    <a:pt x="48" y="19"/>
                    <a:pt x="49" y="16"/>
                    <a:pt x="50" y="14"/>
                  </a:cubicBezTo>
                  <a:cubicBezTo>
                    <a:pt x="51" y="11"/>
                    <a:pt x="51" y="9"/>
                    <a:pt x="51" y="9"/>
                  </a:cubicBezTo>
                  <a:cubicBezTo>
                    <a:pt x="51" y="8"/>
                    <a:pt x="51" y="7"/>
                    <a:pt x="50" y="6"/>
                  </a:cubicBezTo>
                  <a:cubicBezTo>
                    <a:pt x="50" y="4"/>
                    <a:pt x="49" y="3"/>
                    <a:pt x="48" y="3"/>
                  </a:cubicBezTo>
                  <a:close/>
                  <a:moveTo>
                    <a:pt x="38" y="20"/>
                  </a:moveTo>
                  <a:cubicBezTo>
                    <a:pt x="35" y="24"/>
                    <a:pt x="33" y="27"/>
                    <a:pt x="29" y="30"/>
                  </a:cubicBezTo>
                  <a:cubicBezTo>
                    <a:pt x="26" y="33"/>
                    <a:pt x="22" y="34"/>
                    <a:pt x="19" y="34"/>
                  </a:cubicBezTo>
                  <a:cubicBezTo>
                    <a:pt x="18" y="34"/>
                    <a:pt x="17" y="34"/>
                    <a:pt x="17" y="32"/>
                  </a:cubicBezTo>
                  <a:cubicBezTo>
                    <a:pt x="17" y="30"/>
                    <a:pt x="19" y="26"/>
                    <a:pt x="21" y="22"/>
                  </a:cubicBezTo>
                  <a:cubicBezTo>
                    <a:pt x="24" y="18"/>
                    <a:pt x="27" y="15"/>
                    <a:pt x="30" y="12"/>
                  </a:cubicBezTo>
                  <a:cubicBezTo>
                    <a:pt x="34" y="10"/>
                    <a:pt x="36" y="9"/>
                    <a:pt x="38" y="9"/>
                  </a:cubicBezTo>
                  <a:cubicBezTo>
                    <a:pt x="39" y="9"/>
                    <a:pt x="40" y="9"/>
                    <a:pt x="40" y="9"/>
                  </a:cubicBezTo>
                  <a:cubicBezTo>
                    <a:pt x="41" y="10"/>
                    <a:pt x="41" y="11"/>
                    <a:pt x="41" y="12"/>
                  </a:cubicBezTo>
                  <a:cubicBezTo>
                    <a:pt x="41" y="14"/>
                    <a:pt x="40" y="17"/>
                    <a:pt x="38"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8" name="Freeform 503"/>
            <p:cNvSpPr>
              <a:spLocks/>
            </p:cNvSpPr>
            <p:nvPr/>
          </p:nvSpPr>
          <p:spPr bwMode="auto">
            <a:xfrm>
              <a:off x="9236075" y="6362700"/>
              <a:ext cx="61913" cy="90488"/>
            </a:xfrm>
            <a:custGeom>
              <a:avLst/>
              <a:gdLst>
                <a:gd name="T0" fmla="*/ 37 w 41"/>
                <a:gd name="T1" fmla="*/ 16 h 61"/>
                <a:gd name="T2" fmla="*/ 23 w 41"/>
                <a:gd name="T3" fmla="*/ 17 h 61"/>
                <a:gd name="T4" fmla="*/ 27 w 41"/>
                <a:gd name="T5" fmla="*/ 4 h 61"/>
                <a:gd name="T6" fmla="*/ 25 w 41"/>
                <a:gd name="T7" fmla="*/ 1 h 61"/>
                <a:gd name="T8" fmla="*/ 22 w 41"/>
                <a:gd name="T9" fmla="*/ 0 h 61"/>
                <a:gd name="T10" fmla="*/ 17 w 41"/>
                <a:gd name="T11" fmla="*/ 5 h 61"/>
                <a:gd name="T12" fmla="*/ 13 w 41"/>
                <a:gd name="T13" fmla="*/ 18 h 61"/>
                <a:gd name="T14" fmla="*/ 4 w 41"/>
                <a:gd name="T15" fmla="*/ 18 h 61"/>
                <a:gd name="T16" fmla="*/ 0 w 41"/>
                <a:gd name="T17" fmla="*/ 21 h 61"/>
                <a:gd name="T18" fmla="*/ 2 w 41"/>
                <a:gd name="T19" fmla="*/ 25 h 61"/>
                <a:gd name="T20" fmla="*/ 6 w 41"/>
                <a:gd name="T21" fmla="*/ 27 h 61"/>
                <a:gd name="T22" fmla="*/ 7 w 41"/>
                <a:gd name="T23" fmla="*/ 27 h 61"/>
                <a:gd name="T24" fmla="*/ 11 w 41"/>
                <a:gd name="T25" fmla="*/ 26 h 61"/>
                <a:gd name="T26" fmla="*/ 6 w 41"/>
                <a:gd name="T27" fmla="*/ 48 h 61"/>
                <a:gd name="T28" fmla="*/ 9 w 41"/>
                <a:gd name="T29" fmla="*/ 58 h 61"/>
                <a:gd name="T30" fmla="*/ 18 w 41"/>
                <a:gd name="T31" fmla="*/ 61 h 61"/>
                <a:gd name="T32" fmla="*/ 30 w 41"/>
                <a:gd name="T33" fmla="*/ 56 h 61"/>
                <a:gd name="T34" fmla="*/ 36 w 41"/>
                <a:gd name="T35" fmla="*/ 48 h 61"/>
                <a:gd name="T36" fmla="*/ 35 w 41"/>
                <a:gd name="T37" fmla="*/ 46 h 61"/>
                <a:gd name="T38" fmla="*/ 33 w 41"/>
                <a:gd name="T39" fmla="*/ 46 h 61"/>
                <a:gd name="T40" fmla="*/ 29 w 41"/>
                <a:gd name="T41" fmla="*/ 48 h 61"/>
                <a:gd name="T42" fmla="*/ 24 w 41"/>
                <a:gd name="T43" fmla="*/ 51 h 61"/>
                <a:gd name="T44" fmla="*/ 20 w 41"/>
                <a:gd name="T45" fmla="*/ 52 h 61"/>
                <a:gd name="T46" fmla="*/ 17 w 41"/>
                <a:gd name="T47" fmla="*/ 51 h 61"/>
                <a:gd name="T48" fmla="*/ 16 w 41"/>
                <a:gd name="T49" fmla="*/ 46 h 61"/>
                <a:gd name="T50" fmla="*/ 18 w 41"/>
                <a:gd name="T51" fmla="*/ 35 h 61"/>
                <a:gd name="T52" fmla="*/ 21 w 41"/>
                <a:gd name="T53" fmla="*/ 26 h 61"/>
                <a:gd name="T54" fmla="*/ 35 w 41"/>
                <a:gd name="T55" fmla="*/ 23 h 61"/>
                <a:gd name="T56" fmla="*/ 41 w 41"/>
                <a:gd name="T57" fmla="*/ 19 h 61"/>
                <a:gd name="T58" fmla="*/ 40 w 41"/>
                <a:gd name="T59" fmla="*/ 16 h 61"/>
                <a:gd name="T60" fmla="*/ 37 w 41"/>
                <a:gd name="T61" fmla="*/ 1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1" h="61">
                  <a:moveTo>
                    <a:pt x="37" y="16"/>
                  </a:moveTo>
                  <a:cubicBezTo>
                    <a:pt x="37" y="16"/>
                    <a:pt x="32" y="16"/>
                    <a:pt x="23" y="17"/>
                  </a:cubicBezTo>
                  <a:cubicBezTo>
                    <a:pt x="26" y="9"/>
                    <a:pt x="27" y="4"/>
                    <a:pt x="27" y="4"/>
                  </a:cubicBezTo>
                  <a:cubicBezTo>
                    <a:pt x="27" y="3"/>
                    <a:pt x="26" y="2"/>
                    <a:pt x="25" y="1"/>
                  </a:cubicBezTo>
                  <a:cubicBezTo>
                    <a:pt x="25" y="0"/>
                    <a:pt x="23" y="0"/>
                    <a:pt x="22" y="0"/>
                  </a:cubicBezTo>
                  <a:cubicBezTo>
                    <a:pt x="19" y="0"/>
                    <a:pt x="17" y="1"/>
                    <a:pt x="17" y="5"/>
                  </a:cubicBezTo>
                  <a:cubicBezTo>
                    <a:pt x="15" y="10"/>
                    <a:pt x="14" y="14"/>
                    <a:pt x="13" y="18"/>
                  </a:cubicBezTo>
                  <a:cubicBezTo>
                    <a:pt x="4" y="18"/>
                    <a:pt x="4" y="18"/>
                    <a:pt x="4" y="18"/>
                  </a:cubicBezTo>
                  <a:cubicBezTo>
                    <a:pt x="2" y="18"/>
                    <a:pt x="0" y="19"/>
                    <a:pt x="0" y="21"/>
                  </a:cubicBezTo>
                  <a:cubicBezTo>
                    <a:pt x="0" y="23"/>
                    <a:pt x="1" y="25"/>
                    <a:pt x="2" y="25"/>
                  </a:cubicBezTo>
                  <a:cubicBezTo>
                    <a:pt x="4" y="26"/>
                    <a:pt x="5" y="27"/>
                    <a:pt x="6" y="27"/>
                  </a:cubicBezTo>
                  <a:cubicBezTo>
                    <a:pt x="7" y="27"/>
                    <a:pt x="7" y="27"/>
                    <a:pt x="7" y="27"/>
                  </a:cubicBezTo>
                  <a:cubicBezTo>
                    <a:pt x="8" y="27"/>
                    <a:pt x="9" y="26"/>
                    <a:pt x="11" y="26"/>
                  </a:cubicBezTo>
                  <a:cubicBezTo>
                    <a:pt x="8" y="37"/>
                    <a:pt x="6" y="45"/>
                    <a:pt x="6" y="48"/>
                  </a:cubicBezTo>
                  <a:cubicBezTo>
                    <a:pt x="6" y="52"/>
                    <a:pt x="7" y="55"/>
                    <a:pt x="9" y="58"/>
                  </a:cubicBezTo>
                  <a:cubicBezTo>
                    <a:pt x="11" y="60"/>
                    <a:pt x="14" y="61"/>
                    <a:pt x="18" y="61"/>
                  </a:cubicBezTo>
                  <a:cubicBezTo>
                    <a:pt x="22" y="61"/>
                    <a:pt x="26" y="59"/>
                    <a:pt x="30" y="56"/>
                  </a:cubicBezTo>
                  <a:cubicBezTo>
                    <a:pt x="34" y="53"/>
                    <a:pt x="36" y="50"/>
                    <a:pt x="36" y="48"/>
                  </a:cubicBezTo>
                  <a:cubicBezTo>
                    <a:pt x="36" y="47"/>
                    <a:pt x="35" y="47"/>
                    <a:pt x="35" y="46"/>
                  </a:cubicBezTo>
                  <a:cubicBezTo>
                    <a:pt x="35" y="46"/>
                    <a:pt x="34" y="46"/>
                    <a:pt x="33" y="46"/>
                  </a:cubicBezTo>
                  <a:cubicBezTo>
                    <a:pt x="32" y="46"/>
                    <a:pt x="31" y="46"/>
                    <a:pt x="29" y="48"/>
                  </a:cubicBezTo>
                  <a:cubicBezTo>
                    <a:pt x="27" y="49"/>
                    <a:pt x="25" y="51"/>
                    <a:pt x="24" y="51"/>
                  </a:cubicBezTo>
                  <a:cubicBezTo>
                    <a:pt x="23" y="52"/>
                    <a:pt x="21" y="52"/>
                    <a:pt x="20" y="52"/>
                  </a:cubicBezTo>
                  <a:cubicBezTo>
                    <a:pt x="18" y="52"/>
                    <a:pt x="18" y="51"/>
                    <a:pt x="17" y="51"/>
                  </a:cubicBezTo>
                  <a:cubicBezTo>
                    <a:pt x="17" y="50"/>
                    <a:pt x="16" y="48"/>
                    <a:pt x="16" y="46"/>
                  </a:cubicBezTo>
                  <a:cubicBezTo>
                    <a:pt x="16" y="45"/>
                    <a:pt x="17" y="41"/>
                    <a:pt x="18" y="35"/>
                  </a:cubicBezTo>
                  <a:cubicBezTo>
                    <a:pt x="20" y="29"/>
                    <a:pt x="20" y="26"/>
                    <a:pt x="21" y="26"/>
                  </a:cubicBezTo>
                  <a:cubicBezTo>
                    <a:pt x="35" y="23"/>
                    <a:pt x="35" y="23"/>
                    <a:pt x="35" y="23"/>
                  </a:cubicBezTo>
                  <a:cubicBezTo>
                    <a:pt x="39" y="23"/>
                    <a:pt x="41" y="21"/>
                    <a:pt x="41" y="19"/>
                  </a:cubicBezTo>
                  <a:cubicBezTo>
                    <a:pt x="41" y="17"/>
                    <a:pt x="41" y="17"/>
                    <a:pt x="40" y="16"/>
                  </a:cubicBezTo>
                  <a:cubicBezTo>
                    <a:pt x="40" y="16"/>
                    <a:pt x="39" y="16"/>
                    <a:pt x="37"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9" name="Freeform 504"/>
            <p:cNvSpPr>
              <a:spLocks noEditPoints="1"/>
            </p:cNvSpPr>
            <p:nvPr/>
          </p:nvSpPr>
          <p:spPr bwMode="auto">
            <a:xfrm>
              <a:off x="9299575" y="6383338"/>
              <a:ext cx="60325" cy="69850"/>
            </a:xfrm>
            <a:custGeom>
              <a:avLst/>
              <a:gdLst>
                <a:gd name="T0" fmla="*/ 25 w 41"/>
                <a:gd name="T1" fmla="*/ 0 h 47"/>
                <a:gd name="T2" fmla="*/ 7 w 41"/>
                <a:gd name="T3" fmla="*/ 11 h 47"/>
                <a:gd name="T4" fmla="*/ 0 w 41"/>
                <a:gd name="T5" fmla="*/ 32 h 47"/>
                <a:gd name="T6" fmla="*/ 4 w 41"/>
                <a:gd name="T7" fmla="*/ 42 h 47"/>
                <a:gd name="T8" fmla="*/ 14 w 41"/>
                <a:gd name="T9" fmla="*/ 47 h 47"/>
                <a:gd name="T10" fmla="*/ 30 w 41"/>
                <a:gd name="T11" fmla="*/ 40 h 47"/>
                <a:gd name="T12" fmla="*/ 40 w 41"/>
                <a:gd name="T13" fmla="*/ 24 h 47"/>
                <a:gd name="T14" fmla="*/ 40 w 41"/>
                <a:gd name="T15" fmla="*/ 24 h 47"/>
                <a:gd name="T16" fmla="*/ 41 w 41"/>
                <a:gd name="T17" fmla="*/ 18 h 47"/>
                <a:gd name="T18" fmla="*/ 36 w 41"/>
                <a:gd name="T19" fmla="*/ 6 h 47"/>
                <a:gd name="T20" fmla="*/ 25 w 41"/>
                <a:gd name="T21" fmla="*/ 0 h 47"/>
                <a:gd name="T22" fmla="*/ 25 w 41"/>
                <a:gd name="T23" fmla="*/ 32 h 47"/>
                <a:gd name="T24" fmla="*/ 15 w 41"/>
                <a:gd name="T25" fmla="*/ 38 h 47"/>
                <a:gd name="T26" fmla="*/ 12 w 41"/>
                <a:gd name="T27" fmla="*/ 36 h 47"/>
                <a:gd name="T28" fmla="*/ 10 w 41"/>
                <a:gd name="T29" fmla="*/ 31 h 47"/>
                <a:gd name="T30" fmla="*/ 13 w 41"/>
                <a:gd name="T31" fmla="*/ 19 h 47"/>
                <a:gd name="T32" fmla="*/ 19 w 41"/>
                <a:gd name="T33" fmla="*/ 11 h 47"/>
                <a:gd name="T34" fmla="*/ 19 w 41"/>
                <a:gd name="T35" fmla="*/ 11 h 47"/>
                <a:gd name="T36" fmla="*/ 24 w 41"/>
                <a:gd name="T37" fmla="*/ 9 h 47"/>
                <a:gd name="T38" fmla="*/ 29 w 41"/>
                <a:gd name="T39" fmla="*/ 12 h 47"/>
                <a:gd name="T40" fmla="*/ 31 w 41"/>
                <a:gd name="T41" fmla="*/ 19 h 47"/>
                <a:gd name="T42" fmla="*/ 25 w 41"/>
                <a:gd name="T43" fmla="*/ 3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1" h="47">
                  <a:moveTo>
                    <a:pt x="25" y="0"/>
                  </a:moveTo>
                  <a:cubicBezTo>
                    <a:pt x="18" y="0"/>
                    <a:pt x="12" y="4"/>
                    <a:pt x="7" y="11"/>
                  </a:cubicBezTo>
                  <a:cubicBezTo>
                    <a:pt x="3" y="18"/>
                    <a:pt x="0" y="25"/>
                    <a:pt x="0" y="32"/>
                  </a:cubicBezTo>
                  <a:cubicBezTo>
                    <a:pt x="0" y="36"/>
                    <a:pt x="2" y="40"/>
                    <a:pt x="4" y="42"/>
                  </a:cubicBezTo>
                  <a:cubicBezTo>
                    <a:pt x="7" y="45"/>
                    <a:pt x="10" y="47"/>
                    <a:pt x="14" y="47"/>
                  </a:cubicBezTo>
                  <a:cubicBezTo>
                    <a:pt x="19" y="47"/>
                    <a:pt x="24" y="45"/>
                    <a:pt x="30" y="40"/>
                  </a:cubicBezTo>
                  <a:cubicBezTo>
                    <a:pt x="35" y="36"/>
                    <a:pt x="38" y="31"/>
                    <a:pt x="40" y="24"/>
                  </a:cubicBezTo>
                  <a:cubicBezTo>
                    <a:pt x="40" y="24"/>
                    <a:pt x="40" y="24"/>
                    <a:pt x="40" y="24"/>
                  </a:cubicBezTo>
                  <a:cubicBezTo>
                    <a:pt x="40" y="22"/>
                    <a:pt x="41" y="20"/>
                    <a:pt x="41" y="18"/>
                  </a:cubicBezTo>
                  <a:cubicBezTo>
                    <a:pt x="41" y="13"/>
                    <a:pt x="39" y="9"/>
                    <a:pt x="36" y="6"/>
                  </a:cubicBezTo>
                  <a:cubicBezTo>
                    <a:pt x="33" y="2"/>
                    <a:pt x="30" y="0"/>
                    <a:pt x="25" y="0"/>
                  </a:cubicBezTo>
                  <a:close/>
                  <a:moveTo>
                    <a:pt x="25" y="32"/>
                  </a:moveTo>
                  <a:cubicBezTo>
                    <a:pt x="22" y="36"/>
                    <a:pt x="18" y="38"/>
                    <a:pt x="15" y="38"/>
                  </a:cubicBezTo>
                  <a:cubicBezTo>
                    <a:pt x="13" y="38"/>
                    <a:pt x="12" y="38"/>
                    <a:pt x="12" y="36"/>
                  </a:cubicBezTo>
                  <a:cubicBezTo>
                    <a:pt x="11" y="35"/>
                    <a:pt x="10" y="33"/>
                    <a:pt x="10" y="31"/>
                  </a:cubicBezTo>
                  <a:cubicBezTo>
                    <a:pt x="10" y="27"/>
                    <a:pt x="11" y="23"/>
                    <a:pt x="13" y="19"/>
                  </a:cubicBezTo>
                  <a:cubicBezTo>
                    <a:pt x="15" y="16"/>
                    <a:pt x="17" y="13"/>
                    <a:pt x="19" y="11"/>
                  </a:cubicBezTo>
                  <a:cubicBezTo>
                    <a:pt x="19" y="11"/>
                    <a:pt x="19" y="11"/>
                    <a:pt x="19" y="11"/>
                  </a:cubicBezTo>
                  <a:cubicBezTo>
                    <a:pt x="20" y="10"/>
                    <a:pt x="22" y="9"/>
                    <a:pt x="24" y="9"/>
                  </a:cubicBezTo>
                  <a:cubicBezTo>
                    <a:pt x="26" y="9"/>
                    <a:pt x="28" y="10"/>
                    <a:pt x="29" y="12"/>
                  </a:cubicBezTo>
                  <a:cubicBezTo>
                    <a:pt x="30" y="14"/>
                    <a:pt x="31" y="16"/>
                    <a:pt x="31" y="19"/>
                  </a:cubicBezTo>
                  <a:cubicBezTo>
                    <a:pt x="31" y="24"/>
                    <a:pt x="29" y="28"/>
                    <a:pt x="25"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0" name="Freeform 505"/>
            <p:cNvSpPr>
              <a:spLocks/>
            </p:cNvSpPr>
            <p:nvPr/>
          </p:nvSpPr>
          <p:spPr bwMode="auto">
            <a:xfrm>
              <a:off x="9418638" y="6361113"/>
              <a:ext cx="73025" cy="95250"/>
            </a:xfrm>
            <a:custGeom>
              <a:avLst/>
              <a:gdLst>
                <a:gd name="T0" fmla="*/ 20 w 49"/>
                <a:gd name="T1" fmla="*/ 12 h 64"/>
                <a:gd name="T2" fmla="*/ 33 w 49"/>
                <a:gd name="T3" fmla="*/ 9 h 64"/>
                <a:gd name="T4" fmla="*/ 39 w 49"/>
                <a:gd name="T5" fmla="*/ 10 h 64"/>
                <a:gd name="T6" fmla="*/ 41 w 49"/>
                <a:gd name="T7" fmla="*/ 16 h 64"/>
                <a:gd name="T8" fmla="*/ 49 w 49"/>
                <a:gd name="T9" fmla="*/ 9 h 64"/>
                <a:gd name="T10" fmla="*/ 45 w 49"/>
                <a:gd name="T11" fmla="*/ 2 h 64"/>
                <a:gd name="T12" fmla="*/ 34 w 49"/>
                <a:gd name="T13" fmla="*/ 0 h 64"/>
                <a:gd name="T14" fmla="*/ 13 w 49"/>
                <a:gd name="T15" fmla="*/ 6 h 64"/>
                <a:gd name="T16" fmla="*/ 4 w 49"/>
                <a:gd name="T17" fmla="*/ 21 h 64"/>
                <a:gd name="T18" fmla="*/ 6 w 49"/>
                <a:gd name="T19" fmla="*/ 28 h 64"/>
                <a:gd name="T20" fmla="*/ 13 w 49"/>
                <a:gd name="T21" fmla="*/ 33 h 64"/>
                <a:gd name="T22" fmla="*/ 26 w 49"/>
                <a:gd name="T23" fmla="*/ 38 h 64"/>
                <a:gd name="T24" fmla="*/ 35 w 49"/>
                <a:gd name="T25" fmla="*/ 41 h 64"/>
                <a:gd name="T26" fmla="*/ 37 w 49"/>
                <a:gd name="T27" fmla="*/ 44 h 64"/>
                <a:gd name="T28" fmla="*/ 29 w 49"/>
                <a:gd name="T29" fmla="*/ 51 h 64"/>
                <a:gd name="T30" fmla="*/ 14 w 49"/>
                <a:gd name="T31" fmla="*/ 54 h 64"/>
                <a:gd name="T32" fmla="*/ 6 w 49"/>
                <a:gd name="T33" fmla="*/ 53 h 64"/>
                <a:gd name="T34" fmla="*/ 4 w 49"/>
                <a:gd name="T35" fmla="*/ 52 h 64"/>
                <a:gd name="T36" fmla="*/ 2 w 49"/>
                <a:gd name="T37" fmla="*/ 54 h 64"/>
                <a:gd name="T38" fmla="*/ 0 w 49"/>
                <a:gd name="T39" fmla="*/ 58 h 64"/>
                <a:gd name="T40" fmla="*/ 3 w 49"/>
                <a:gd name="T41" fmla="*/ 62 h 64"/>
                <a:gd name="T42" fmla="*/ 10 w 49"/>
                <a:gd name="T43" fmla="*/ 64 h 64"/>
                <a:gd name="T44" fmla="*/ 35 w 49"/>
                <a:gd name="T45" fmla="*/ 57 h 64"/>
                <a:gd name="T46" fmla="*/ 47 w 49"/>
                <a:gd name="T47" fmla="*/ 43 h 64"/>
                <a:gd name="T48" fmla="*/ 42 w 49"/>
                <a:gd name="T49" fmla="*/ 35 h 64"/>
                <a:gd name="T50" fmla="*/ 28 w 49"/>
                <a:gd name="T51" fmla="*/ 28 h 64"/>
                <a:gd name="T52" fmla="*/ 16 w 49"/>
                <a:gd name="T53" fmla="*/ 24 h 64"/>
                <a:gd name="T54" fmla="*/ 14 w 49"/>
                <a:gd name="T55" fmla="*/ 19 h 64"/>
                <a:gd name="T56" fmla="*/ 20 w 49"/>
                <a:gd name="T57" fmla="*/ 12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9" h="64">
                  <a:moveTo>
                    <a:pt x="20" y="12"/>
                  </a:moveTo>
                  <a:cubicBezTo>
                    <a:pt x="24" y="10"/>
                    <a:pt x="28" y="9"/>
                    <a:pt x="33" y="9"/>
                  </a:cubicBezTo>
                  <a:cubicBezTo>
                    <a:pt x="35" y="9"/>
                    <a:pt x="37" y="9"/>
                    <a:pt x="39" y="10"/>
                  </a:cubicBezTo>
                  <a:cubicBezTo>
                    <a:pt x="40" y="11"/>
                    <a:pt x="41" y="13"/>
                    <a:pt x="41" y="16"/>
                  </a:cubicBezTo>
                  <a:cubicBezTo>
                    <a:pt x="46" y="16"/>
                    <a:pt x="49" y="13"/>
                    <a:pt x="49" y="9"/>
                  </a:cubicBezTo>
                  <a:cubicBezTo>
                    <a:pt x="49" y="6"/>
                    <a:pt x="48" y="4"/>
                    <a:pt x="45" y="2"/>
                  </a:cubicBezTo>
                  <a:cubicBezTo>
                    <a:pt x="42" y="1"/>
                    <a:pt x="39" y="0"/>
                    <a:pt x="34" y="0"/>
                  </a:cubicBezTo>
                  <a:cubicBezTo>
                    <a:pt x="26" y="0"/>
                    <a:pt x="19" y="2"/>
                    <a:pt x="13" y="6"/>
                  </a:cubicBezTo>
                  <a:cubicBezTo>
                    <a:pt x="7" y="11"/>
                    <a:pt x="4" y="15"/>
                    <a:pt x="4" y="21"/>
                  </a:cubicBezTo>
                  <a:cubicBezTo>
                    <a:pt x="4" y="23"/>
                    <a:pt x="5" y="26"/>
                    <a:pt x="6" y="28"/>
                  </a:cubicBezTo>
                  <a:cubicBezTo>
                    <a:pt x="8" y="30"/>
                    <a:pt x="10" y="32"/>
                    <a:pt x="13" y="33"/>
                  </a:cubicBezTo>
                  <a:cubicBezTo>
                    <a:pt x="16" y="34"/>
                    <a:pt x="21" y="36"/>
                    <a:pt x="26" y="38"/>
                  </a:cubicBezTo>
                  <a:cubicBezTo>
                    <a:pt x="31" y="39"/>
                    <a:pt x="33" y="40"/>
                    <a:pt x="35" y="41"/>
                  </a:cubicBezTo>
                  <a:cubicBezTo>
                    <a:pt x="36" y="42"/>
                    <a:pt x="37" y="43"/>
                    <a:pt x="37" y="44"/>
                  </a:cubicBezTo>
                  <a:cubicBezTo>
                    <a:pt x="37" y="46"/>
                    <a:pt x="34" y="48"/>
                    <a:pt x="29" y="51"/>
                  </a:cubicBezTo>
                  <a:cubicBezTo>
                    <a:pt x="23" y="53"/>
                    <a:pt x="18" y="54"/>
                    <a:pt x="14" y="54"/>
                  </a:cubicBezTo>
                  <a:cubicBezTo>
                    <a:pt x="12" y="54"/>
                    <a:pt x="9" y="54"/>
                    <a:pt x="6" y="53"/>
                  </a:cubicBezTo>
                  <a:cubicBezTo>
                    <a:pt x="6" y="52"/>
                    <a:pt x="5" y="52"/>
                    <a:pt x="4" y="52"/>
                  </a:cubicBezTo>
                  <a:cubicBezTo>
                    <a:pt x="3" y="52"/>
                    <a:pt x="2" y="53"/>
                    <a:pt x="2" y="54"/>
                  </a:cubicBezTo>
                  <a:cubicBezTo>
                    <a:pt x="1" y="55"/>
                    <a:pt x="0" y="56"/>
                    <a:pt x="0" y="58"/>
                  </a:cubicBezTo>
                  <a:cubicBezTo>
                    <a:pt x="0" y="59"/>
                    <a:pt x="1" y="61"/>
                    <a:pt x="3" y="62"/>
                  </a:cubicBezTo>
                  <a:cubicBezTo>
                    <a:pt x="5" y="63"/>
                    <a:pt x="7" y="64"/>
                    <a:pt x="10" y="64"/>
                  </a:cubicBezTo>
                  <a:cubicBezTo>
                    <a:pt x="18" y="64"/>
                    <a:pt x="27" y="62"/>
                    <a:pt x="35" y="57"/>
                  </a:cubicBezTo>
                  <a:cubicBezTo>
                    <a:pt x="43" y="53"/>
                    <a:pt x="47" y="48"/>
                    <a:pt x="47" y="43"/>
                  </a:cubicBezTo>
                  <a:cubicBezTo>
                    <a:pt x="47" y="40"/>
                    <a:pt x="45" y="37"/>
                    <a:pt x="42" y="35"/>
                  </a:cubicBezTo>
                  <a:cubicBezTo>
                    <a:pt x="39" y="32"/>
                    <a:pt x="34" y="30"/>
                    <a:pt x="28" y="28"/>
                  </a:cubicBezTo>
                  <a:cubicBezTo>
                    <a:pt x="21" y="27"/>
                    <a:pt x="18" y="25"/>
                    <a:pt x="16" y="24"/>
                  </a:cubicBezTo>
                  <a:cubicBezTo>
                    <a:pt x="15" y="23"/>
                    <a:pt x="14" y="21"/>
                    <a:pt x="14" y="19"/>
                  </a:cubicBezTo>
                  <a:cubicBezTo>
                    <a:pt x="14" y="17"/>
                    <a:pt x="16" y="14"/>
                    <a:pt x="2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1" name="Freeform 506"/>
            <p:cNvSpPr>
              <a:spLocks/>
            </p:cNvSpPr>
            <p:nvPr/>
          </p:nvSpPr>
          <p:spPr bwMode="auto">
            <a:xfrm>
              <a:off x="9499600" y="6362700"/>
              <a:ext cx="60325" cy="90488"/>
            </a:xfrm>
            <a:custGeom>
              <a:avLst/>
              <a:gdLst>
                <a:gd name="T0" fmla="*/ 37 w 40"/>
                <a:gd name="T1" fmla="*/ 16 h 61"/>
                <a:gd name="T2" fmla="*/ 22 w 40"/>
                <a:gd name="T3" fmla="*/ 17 h 61"/>
                <a:gd name="T4" fmla="*/ 26 w 40"/>
                <a:gd name="T5" fmla="*/ 4 h 61"/>
                <a:gd name="T6" fmla="*/ 25 w 40"/>
                <a:gd name="T7" fmla="*/ 1 h 61"/>
                <a:gd name="T8" fmla="*/ 21 w 40"/>
                <a:gd name="T9" fmla="*/ 0 h 61"/>
                <a:gd name="T10" fmla="*/ 16 w 40"/>
                <a:gd name="T11" fmla="*/ 5 h 61"/>
                <a:gd name="T12" fmla="*/ 12 w 40"/>
                <a:gd name="T13" fmla="*/ 18 h 61"/>
                <a:gd name="T14" fmla="*/ 3 w 40"/>
                <a:gd name="T15" fmla="*/ 18 h 61"/>
                <a:gd name="T16" fmla="*/ 0 w 40"/>
                <a:gd name="T17" fmla="*/ 21 h 61"/>
                <a:gd name="T18" fmla="*/ 2 w 40"/>
                <a:gd name="T19" fmla="*/ 25 h 61"/>
                <a:gd name="T20" fmla="*/ 5 w 40"/>
                <a:gd name="T21" fmla="*/ 27 h 61"/>
                <a:gd name="T22" fmla="*/ 6 w 40"/>
                <a:gd name="T23" fmla="*/ 27 h 61"/>
                <a:gd name="T24" fmla="*/ 10 w 40"/>
                <a:gd name="T25" fmla="*/ 26 h 61"/>
                <a:gd name="T26" fmla="*/ 6 w 40"/>
                <a:gd name="T27" fmla="*/ 48 h 61"/>
                <a:gd name="T28" fmla="*/ 9 w 40"/>
                <a:gd name="T29" fmla="*/ 58 h 61"/>
                <a:gd name="T30" fmla="*/ 17 w 40"/>
                <a:gd name="T31" fmla="*/ 61 h 61"/>
                <a:gd name="T32" fmla="*/ 29 w 40"/>
                <a:gd name="T33" fmla="*/ 56 h 61"/>
                <a:gd name="T34" fmla="*/ 35 w 40"/>
                <a:gd name="T35" fmla="*/ 48 h 61"/>
                <a:gd name="T36" fmla="*/ 34 w 40"/>
                <a:gd name="T37" fmla="*/ 46 h 61"/>
                <a:gd name="T38" fmla="*/ 32 w 40"/>
                <a:gd name="T39" fmla="*/ 46 h 61"/>
                <a:gd name="T40" fmla="*/ 29 w 40"/>
                <a:gd name="T41" fmla="*/ 48 h 61"/>
                <a:gd name="T42" fmla="*/ 23 w 40"/>
                <a:gd name="T43" fmla="*/ 51 h 61"/>
                <a:gd name="T44" fmla="*/ 19 w 40"/>
                <a:gd name="T45" fmla="*/ 52 h 61"/>
                <a:gd name="T46" fmla="*/ 16 w 40"/>
                <a:gd name="T47" fmla="*/ 51 h 61"/>
                <a:gd name="T48" fmla="*/ 16 w 40"/>
                <a:gd name="T49" fmla="*/ 46 h 61"/>
                <a:gd name="T50" fmla="*/ 18 w 40"/>
                <a:gd name="T51" fmla="*/ 35 h 61"/>
                <a:gd name="T52" fmla="*/ 20 w 40"/>
                <a:gd name="T53" fmla="*/ 26 h 61"/>
                <a:gd name="T54" fmla="*/ 34 w 40"/>
                <a:gd name="T55" fmla="*/ 23 h 61"/>
                <a:gd name="T56" fmla="*/ 40 w 40"/>
                <a:gd name="T57" fmla="*/ 19 h 61"/>
                <a:gd name="T58" fmla="*/ 40 w 40"/>
                <a:gd name="T59" fmla="*/ 16 h 61"/>
                <a:gd name="T60" fmla="*/ 37 w 40"/>
                <a:gd name="T61" fmla="*/ 1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0" h="61">
                  <a:moveTo>
                    <a:pt x="37" y="16"/>
                  </a:moveTo>
                  <a:cubicBezTo>
                    <a:pt x="36" y="16"/>
                    <a:pt x="31" y="16"/>
                    <a:pt x="22" y="17"/>
                  </a:cubicBezTo>
                  <a:cubicBezTo>
                    <a:pt x="25" y="9"/>
                    <a:pt x="26" y="4"/>
                    <a:pt x="26" y="4"/>
                  </a:cubicBezTo>
                  <a:cubicBezTo>
                    <a:pt x="26" y="3"/>
                    <a:pt x="26" y="2"/>
                    <a:pt x="25" y="1"/>
                  </a:cubicBezTo>
                  <a:cubicBezTo>
                    <a:pt x="24" y="0"/>
                    <a:pt x="23" y="0"/>
                    <a:pt x="21" y="0"/>
                  </a:cubicBezTo>
                  <a:cubicBezTo>
                    <a:pt x="18" y="0"/>
                    <a:pt x="17" y="1"/>
                    <a:pt x="16" y="5"/>
                  </a:cubicBezTo>
                  <a:cubicBezTo>
                    <a:pt x="15" y="10"/>
                    <a:pt x="13" y="14"/>
                    <a:pt x="12" y="18"/>
                  </a:cubicBezTo>
                  <a:cubicBezTo>
                    <a:pt x="3" y="18"/>
                    <a:pt x="3" y="18"/>
                    <a:pt x="3" y="18"/>
                  </a:cubicBezTo>
                  <a:cubicBezTo>
                    <a:pt x="1" y="18"/>
                    <a:pt x="0" y="19"/>
                    <a:pt x="0" y="21"/>
                  </a:cubicBezTo>
                  <a:cubicBezTo>
                    <a:pt x="0" y="23"/>
                    <a:pt x="0" y="25"/>
                    <a:pt x="2" y="25"/>
                  </a:cubicBezTo>
                  <a:cubicBezTo>
                    <a:pt x="3" y="26"/>
                    <a:pt x="4" y="27"/>
                    <a:pt x="5" y="27"/>
                  </a:cubicBezTo>
                  <a:cubicBezTo>
                    <a:pt x="6" y="27"/>
                    <a:pt x="6" y="27"/>
                    <a:pt x="6" y="27"/>
                  </a:cubicBezTo>
                  <a:cubicBezTo>
                    <a:pt x="7" y="27"/>
                    <a:pt x="8" y="26"/>
                    <a:pt x="10" y="26"/>
                  </a:cubicBezTo>
                  <a:cubicBezTo>
                    <a:pt x="7" y="37"/>
                    <a:pt x="6" y="45"/>
                    <a:pt x="6" y="48"/>
                  </a:cubicBezTo>
                  <a:cubicBezTo>
                    <a:pt x="6" y="52"/>
                    <a:pt x="7" y="55"/>
                    <a:pt x="9" y="58"/>
                  </a:cubicBezTo>
                  <a:cubicBezTo>
                    <a:pt x="10" y="60"/>
                    <a:pt x="13" y="61"/>
                    <a:pt x="17" y="61"/>
                  </a:cubicBezTo>
                  <a:cubicBezTo>
                    <a:pt x="21" y="61"/>
                    <a:pt x="25" y="59"/>
                    <a:pt x="29" y="56"/>
                  </a:cubicBezTo>
                  <a:cubicBezTo>
                    <a:pt x="33" y="53"/>
                    <a:pt x="35" y="50"/>
                    <a:pt x="35" y="48"/>
                  </a:cubicBezTo>
                  <a:cubicBezTo>
                    <a:pt x="35" y="47"/>
                    <a:pt x="35" y="47"/>
                    <a:pt x="34" y="46"/>
                  </a:cubicBezTo>
                  <a:cubicBezTo>
                    <a:pt x="34" y="46"/>
                    <a:pt x="33" y="46"/>
                    <a:pt x="32" y="46"/>
                  </a:cubicBezTo>
                  <a:cubicBezTo>
                    <a:pt x="31" y="46"/>
                    <a:pt x="30" y="46"/>
                    <a:pt x="29" y="48"/>
                  </a:cubicBezTo>
                  <a:cubicBezTo>
                    <a:pt x="26" y="49"/>
                    <a:pt x="25" y="51"/>
                    <a:pt x="23" y="51"/>
                  </a:cubicBezTo>
                  <a:cubicBezTo>
                    <a:pt x="22" y="52"/>
                    <a:pt x="20" y="52"/>
                    <a:pt x="19" y="52"/>
                  </a:cubicBezTo>
                  <a:cubicBezTo>
                    <a:pt x="18" y="52"/>
                    <a:pt x="17" y="51"/>
                    <a:pt x="16" y="51"/>
                  </a:cubicBezTo>
                  <a:cubicBezTo>
                    <a:pt x="16" y="50"/>
                    <a:pt x="16" y="48"/>
                    <a:pt x="16" y="46"/>
                  </a:cubicBezTo>
                  <a:cubicBezTo>
                    <a:pt x="16" y="45"/>
                    <a:pt x="16" y="41"/>
                    <a:pt x="18" y="35"/>
                  </a:cubicBezTo>
                  <a:cubicBezTo>
                    <a:pt x="19" y="29"/>
                    <a:pt x="20" y="26"/>
                    <a:pt x="20" y="26"/>
                  </a:cubicBezTo>
                  <a:cubicBezTo>
                    <a:pt x="34" y="23"/>
                    <a:pt x="34" y="23"/>
                    <a:pt x="34" y="23"/>
                  </a:cubicBezTo>
                  <a:cubicBezTo>
                    <a:pt x="38" y="23"/>
                    <a:pt x="40" y="21"/>
                    <a:pt x="40" y="19"/>
                  </a:cubicBezTo>
                  <a:cubicBezTo>
                    <a:pt x="40" y="17"/>
                    <a:pt x="40" y="17"/>
                    <a:pt x="40" y="16"/>
                  </a:cubicBezTo>
                  <a:cubicBezTo>
                    <a:pt x="39" y="16"/>
                    <a:pt x="38" y="16"/>
                    <a:pt x="37"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2" name="Freeform 507"/>
            <p:cNvSpPr>
              <a:spLocks/>
            </p:cNvSpPr>
            <p:nvPr/>
          </p:nvSpPr>
          <p:spPr bwMode="auto">
            <a:xfrm>
              <a:off x="9561513" y="6386513"/>
              <a:ext cx="63500" cy="66675"/>
            </a:xfrm>
            <a:custGeom>
              <a:avLst/>
              <a:gdLst>
                <a:gd name="T0" fmla="*/ 41 w 42"/>
                <a:gd name="T1" fmla="*/ 39 h 45"/>
                <a:gd name="T2" fmla="*/ 37 w 42"/>
                <a:gd name="T3" fmla="*/ 26 h 45"/>
                <a:gd name="T4" fmla="*/ 40 w 42"/>
                <a:gd name="T5" fmla="*/ 10 h 45"/>
                <a:gd name="T6" fmla="*/ 40 w 42"/>
                <a:gd name="T7" fmla="*/ 7 h 45"/>
                <a:gd name="T8" fmla="*/ 36 w 42"/>
                <a:gd name="T9" fmla="*/ 2 h 45"/>
                <a:gd name="T10" fmla="*/ 32 w 42"/>
                <a:gd name="T11" fmla="*/ 5 h 45"/>
                <a:gd name="T12" fmla="*/ 29 w 42"/>
                <a:gd name="T13" fmla="*/ 14 h 45"/>
                <a:gd name="T14" fmla="*/ 21 w 42"/>
                <a:gd name="T15" fmla="*/ 28 h 45"/>
                <a:gd name="T16" fmla="*/ 11 w 42"/>
                <a:gd name="T17" fmla="*/ 35 h 45"/>
                <a:gd name="T18" fmla="*/ 9 w 42"/>
                <a:gd name="T19" fmla="*/ 29 h 45"/>
                <a:gd name="T20" fmla="*/ 10 w 42"/>
                <a:gd name="T21" fmla="*/ 22 h 45"/>
                <a:gd name="T22" fmla="*/ 13 w 42"/>
                <a:gd name="T23" fmla="*/ 13 h 45"/>
                <a:gd name="T24" fmla="*/ 15 w 42"/>
                <a:gd name="T25" fmla="*/ 4 h 45"/>
                <a:gd name="T26" fmla="*/ 14 w 42"/>
                <a:gd name="T27" fmla="*/ 1 h 45"/>
                <a:gd name="T28" fmla="*/ 10 w 42"/>
                <a:gd name="T29" fmla="*/ 0 h 45"/>
                <a:gd name="T30" fmla="*/ 5 w 42"/>
                <a:gd name="T31" fmla="*/ 3 h 45"/>
                <a:gd name="T32" fmla="*/ 3 w 42"/>
                <a:gd name="T33" fmla="*/ 15 h 45"/>
                <a:gd name="T34" fmla="*/ 0 w 42"/>
                <a:gd name="T35" fmla="*/ 30 h 45"/>
                <a:gd name="T36" fmla="*/ 3 w 42"/>
                <a:gd name="T37" fmla="*/ 40 h 45"/>
                <a:gd name="T38" fmla="*/ 10 w 42"/>
                <a:gd name="T39" fmla="*/ 44 h 45"/>
                <a:gd name="T40" fmla="*/ 20 w 42"/>
                <a:gd name="T41" fmla="*/ 39 h 45"/>
                <a:gd name="T42" fmla="*/ 29 w 42"/>
                <a:gd name="T43" fmla="*/ 28 h 45"/>
                <a:gd name="T44" fmla="*/ 31 w 42"/>
                <a:gd name="T45" fmla="*/ 40 h 45"/>
                <a:gd name="T46" fmla="*/ 36 w 42"/>
                <a:gd name="T47" fmla="*/ 45 h 45"/>
                <a:gd name="T48" fmla="*/ 40 w 42"/>
                <a:gd name="T49" fmla="*/ 44 h 45"/>
                <a:gd name="T50" fmla="*/ 42 w 42"/>
                <a:gd name="T51" fmla="*/ 41 h 45"/>
                <a:gd name="T52" fmla="*/ 41 w 42"/>
                <a:gd name="T53" fmla="*/ 3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2" h="45">
                  <a:moveTo>
                    <a:pt x="41" y="39"/>
                  </a:moveTo>
                  <a:cubicBezTo>
                    <a:pt x="39" y="38"/>
                    <a:pt x="37" y="33"/>
                    <a:pt x="37" y="26"/>
                  </a:cubicBezTo>
                  <a:cubicBezTo>
                    <a:pt x="37" y="20"/>
                    <a:pt x="38" y="15"/>
                    <a:pt x="40" y="10"/>
                  </a:cubicBezTo>
                  <a:cubicBezTo>
                    <a:pt x="40" y="8"/>
                    <a:pt x="40" y="8"/>
                    <a:pt x="40" y="7"/>
                  </a:cubicBezTo>
                  <a:cubicBezTo>
                    <a:pt x="40" y="4"/>
                    <a:pt x="39" y="2"/>
                    <a:pt x="36" y="2"/>
                  </a:cubicBezTo>
                  <a:cubicBezTo>
                    <a:pt x="34" y="2"/>
                    <a:pt x="33" y="3"/>
                    <a:pt x="32" y="5"/>
                  </a:cubicBezTo>
                  <a:cubicBezTo>
                    <a:pt x="31" y="6"/>
                    <a:pt x="30" y="9"/>
                    <a:pt x="29" y="14"/>
                  </a:cubicBezTo>
                  <a:cubicBezTo>
                    <a:pt x="28" y="18"/>
                    <a:pt x="25" y="23"/>
                    <a:pt x="21" y="28"/>
                  </a:cubicBezTo>
                  <a:cubicBezTo>
                    <a:pt x="17" y="32"/>
                    <a:pt x="14" y="35"/>
                    <a:pt x="11" y="35"/>
                  </a:cubicBezTo>
                  <a:cubicBezTo>
                    <a:pt x="10" y="35"/>
                    <a:pt x="9" y="33"/>
                    <a:pt x="9" y="29"/>
                  </a:cubicBezTo>
                  <a:cubicBezTo>
                    <a:pt x="9" y="28"/>
                    <a:pt x="9" y="26"/>
                    <a:pt x="10" y="22"/>
                  </a:cubicBezTo>
                  <a:cubicBezTo>
                    <a:pt x="11" y="18"/>
                    <a:pt x="12" y="15"/>
                    <a:pt x="13" y="13"/>
                  </a:cubicBezTo>
                  <a:cubicBezTo>
                    <a:pt x="14" y="9"/>
                    <a:pt x="15" y="6"/>
                    <a:pt x="15" y="4"/>
                  </a:cubicBezTo>
                  <a:cubicBezTo>
                    <a:pt x="15" y="3"/>
                    <a:pt x="15" y="2"/>
                    <a:pt x="14" y="1"/>
                  </a:cubicBezTo>
                  <a:cubicBezTo>
                    <a:pt x="13" y="0"/>
                    <a:pt x="11" y="0"/>
                    <a:pt x="10" y="0"/>
                  </a:cubicBezTo>
                  <a:cubicBezTo>
                    <a:pt x="7" y="0"/>
                    <a:pt x="6" y="1"/>
                    <a:pt x="5" y="3"/>
                  </a:cubicBezTo>
                  <a:cubicBezTo>
                    <a:pt x="5" y="6"/>
                    <a:pt x="4" y="10"/>
                    <a:pt x="3" y="15"/>
                  </a:cubicBezTo>
                  <a:cubicBezTo>
                    <a:pt x="1" y="22"/>
                    <a:pt x="0" y="27"/>
                    <a:pt x="0" y="30"/>
                  </a:cubicBezTo>
                  <a:cubicBezTo>
                    <a:pt x="0" y="35"/>
                    <a:pt x="1" y="38"/>
                    <a:pt x="3" y="40"/>
                  </a:cubicBezTo>
                  <a:cubicBezTo>
                    <a:pt x="5" y="42"/>
                    <a:pt x="8" y="44"/>
                    <a:pt x="10" y="44"/>
                  </a:cubicBezTo>
                  <a:cubicBezTo>
                    <a:pt x="13" y="44"/>
                    <a:pt x="17" y="42"/>
                    <a:pt x="20" y="39"/>
                  </a:cubicBezTo>
                  <a:cubicBezTo>
                    <a:pt x="24" y="37"/>
                    <a:pt x="27" y="33"/>
                    <a:pt x="29" y="28"/>
                  </a:cubicBezTo>
                  <a:cubicBezTo>
                    <a:pt x="29" y="33"/>
                    <a:pt x="30" y="37"/>
                    <a:pt x="31" y="40"/>
                  </a:cubicBezTo>
                  <a:cubicBezTo>
                    <a:pt x="32" y="43"/>
                    <a:pt x="34" y="45"/>
                    <a:pt x="36" y="45"/>
                  </a:cubicBezTo>
                  <a:cubicBezTo>
                    <a:pt x="37" y="45"/>
                    <a:pt x="39" y="44"/>
                    <a:pt x="40" y="44"/>
                  </a:cubicBezTo>
                  <a:cubicBezTo>
                    <a:pt x="41" y="43"/>
                    <a:pt x="42" y="42"/>
                    <a:pt x="42" y="41"/>
                  </a:cubicBezTo>
                  <a:cubicBezTo>
                    <a:pt x="42" y="40"/>
                    <a:pt x="42" y="39"/>
                    <a:pt x="41"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3" name="Freeform 508"/>
            <p:cNvSpPr>
              <a:spLocks noEditPoints="1"/>
            </p:cNvSpPr>
            <p:nvPr/>
          </p:nvSpPr>
          <p:spPr bwMode="auto">
            <a:xfrm>
              <a:off x="9636125" y="6348413"/>
              <a:ext cx="74613" cy="103188"/>
            </a:xfrm>
            <a:custGeom>
              <a:avLst/>
              <a:gdLst>
                <a:gd name="T0" fmla="*/ 49 w 51"/>
                <a:gd name="T1" fmla="*/ 59 h 70"/>
                <a:gd name="T2" fmla="*/ 46 w 51"/>
                <a:gd name="T3" fmla="*/ 60 h 70"/>
                <a:gd name="T4" fmla="*/ 43 w 51"/>
                <a:gd name="T5" fmla="*/ 61 h 70"/>
                <a:gd name="T6" fmla="*/ 40 w 51"/>
                <a:gd name="T7" fmla="*/ 54 h 70"/>
                <a:gd name="T8" fmla="*/ 42 w 51"/>
                <a:gd name="T9" fmla="*/ 34 h 70"/>
                <a:gd name="T10" fmla="*/ 48 w 51"/>
                <a:gd name="T11" fmla="*/ 12 h 70"/>
                <a:gd name="T12" fmla="*/ 50 w 51"/>
                <a:gd name="T13" fmla="*/ 6 h 70"/>
                <a:gd name="T14" fmla="*/ 49 w 51"/>
                <a:gd name="T15" fmla="*/ 1 h 70"/>
                <a:gd name="T16" fmla="*/ 45 w 51"/>
                <a:gd name="T17" fmla="*/ 0 h 70"/>
                <a:gd name="T18" fmla="*/ 43 w 51"/>
                <a:gd name="T19" fmla="*/ 1 h 70"/>
                <a:gd name="T20" fmla="*/ 40 w 51"/>
                <a:gd name="T21" fmla="*/ 4 h 70"/>
                <a:gd name="T22" fmla="*/ 38 w 51"/>
                <a:gd name="T23" fmla="*/ 12 h 70"/>
                <a:gd name="T24" fmla="*/ 34 w 51"/>
                <a:gd name="T25" fmla="*/ 29 h 70"/>
                <a:gd name="T26" fmla="*/ 27 w 51"/>
                <a:gd name="T27" fmla="*/ 26 h 70"/>
                <a:gd name="T28" fmla="*/ 9 w 51"/>
                <a:gd name="T29" fmla="*/ 37 h 70"/>
                <a:gd name="T30" fmla="*/ 0 w 51"/>
                <a:gd name="T31" fmla="*/ 58 h 70"/>
                <a:gd name="T32" fmla="*/ 3 w 51"/>
                <a:gd name="T33" fmla="*/ 67 h 70"/>
                <a:gd name="T34" fmla="*/ 10 w 51"/>
                <a:gd name="T35" fmla="*/ 70 h 70"/>
                <a:gd name="T36" fmla="*/ 32 w 51"/>
                <a:gd name="T37" fmla="*/ 55 h 70"/>
                <a:gd name="T38" fmla="*/ 33 w 51"/>
                <a:gd name="T39" fmla="*/ 66 h 70"/>
                <a:gd name="T40" fmla="*/ 39 w 51"/>
                <a:gd name="T41" fmla="*/ 70 h 70"/>
                <a:gd name="T42" fmla="*/ 47 w 51"/>
                <a:gd name="T43" fmla="*/ 67 h 70"/>
                <a:gd name="T44" fmla="*/ 51 w 51"/>
                <a:gd name="T45" fmla="*/ 61 h 70"/>
                <a:gd name="T46" fmla="*/ 49 w 51"/>
                <a:gd name="T47" fmla="*/ 59 h 70"/>
                <a:gd name="T48" fmla="*/ 25 w 51"/>
                <a:gd name="T49" fmla="*/ 53 h 70"/>
                <a:gd name="T50" fmla="*/ 13 w 51"/>
                <a:gd name="T51" fmla="*/ 61 h 70"/>
                <a:gd name="T52" fmla="*/ 10 w 51"/>
                <a:gd name="T53" fmla="*/ 57 h 70"/>
                <a:gd name="T54" fmla="*/ 16 w 51"/>
                <a:gd name="T55" fmla="*/ 42 h 70"/>
                <a:gd name="T56" fmla="*/ 27 w 51"/>
                <a:gd name="T57" fmla="*/ 34 h 70"/>
                <a:gd name="T58" fmla="*/ 30 w 51"/>
                <a:gd name="T59" fmla="*/ 36 h 70"/>
                <a:gd name="T60" fmla="*/ 32 w 51"/>
                <a:gd name="T61" fmla="*/ 38 h 70"/>
                <a:gd name="T62" fmla="*/ 25 w 51"/>
                <a:gd name="T63" fmla="*/ 53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1" h="70">
                  <a:moveTo>
                    <a:pt x="49" y="59"/>
                  </a:moveTo>
                  <a:cubicBezTo>
                    <a:pt x="48" y="59"/>
                    <a:pt x="48" y="59"/>
                    <a:pt x="46" y="60"/>
                  </a:cubicBezTo>
                  <a:cubicBezTo>
                    <a:pt x="45" y="60"/>
                    <a:pt x="44" y="61"/>
                    <a:pt x="43" y="61"/>
                  </a:cubicBezTo>
                  <a:cubicBezTo>
                    <a:pt x="41" y="61"/>
                    <a:pt x="40" y="58"/>
                    <a:pt x="40" y="54"/>
                  </a:cubicBezTo>
                  <a:cubicBezTo>
                    <a:pt x="40" y="49"/>
                    <a:pt x="41" y="42"/>
                    <a:pt x="42" y="34"/>
                  </a:cubicBezTo>
                  <a:cubicBezTo>
                    <a:pt x="44" y="25"/>
                    <a:pt x="46" y="18"/>
                    <a:pt x="48" y="12"/>
                  </a:cubicBezTo>
                  <a:cubicBezTo>
                    <a:pt x="49" y="9"/>
                    <a:pt x="50" y="6"/>
                    <a:pt x="50" y="6"/>
                  </a:cubicBezTo>
                  <a:cubicBezTo>
                    <a:pt x="50" y="4"/>
                    <a:pt x="49" y="2"/>
                    <a:pt x="49" y="1"/>
                  </a:cubicBezTo>
                  <a:cubicBezTo>
                    <a:pt x="48" y="0"/>
                    <a:pt x="47" y="0"/>
                    <a:pt x="45" y="0"/>
                  </a:cubicBezTo>
                  <a:cubicBezTo>
                    <a:pt x="45" y="0"/>
                    <a:pt x="44" y="0"/>
                    <a:pt x="43" y="1"/>
                  </a:cubicBezTo>
                  <a:cubicBezTo>
                    <a:pt x="41" y="2"/>
                    <a:pt x="41" y="3"/>
                    <a:pt x="40" y="4"/>
                  </a:cubicBezTo>
                  <a:cubicBezTo>
                    <a:pt x="39" y="5"/>
                    <a:pt x="39" y="8"/>
                    <a:pt x="38" y="12"/>
                  </a:cubicBezTo>
                  <a:cubicBezTo>
                    <a:pt x="38" y="14"/>
                    <a:pt x="36" y="20"/>
                    <a:pt x="34" y="29"/>
                  </a:cubicBezTo>
                  <a:cubicBezTo>
                    <a:pt x="33" y="27"/>
                    <a:pt x="30" y="26"/>
                    <a:pt x="27" y="26"/>
                  </a:cubicBezTo>
                  <a:cubicBezTo>
                    <a:pt x="21" y="26"/>
                    <a:pt x="15" y="30"/>
                    <a:pt x="9" y="37"/>
                  </a:cubicBezTo>
                  <a:cubicBezTo>
                    <a:pt x="3" y="44"/>
                    <a:pt x="0" y="51"/>
                    <a:pt x="0" y="58"/>
                  </a:cubicBezTo>
                  <a:cubicBezTo>
                    <a:pt x="0" y="62"/>
                    <a:pt x="1" y="65"/>
                    <a:pt x="3" y="67"/>
                  </a:cubicBezTo>
                  <a:cubicBezTo>
                    <a:pt x="5" y="69"/>
                    <a:pt x="7" y="70"/>
                    <a:pt x="10" y="70"/>
                  </a:cubicBezTo>
                  <a:cubicBezTo>
                    <a:pt x="17" y="70"/>
                    <a:pt x="24" y="65"/>
                    <a:pt x="32" y="55"/>
                  </a:cubicBezTo>
                  <a:cubicBezTo>
                    <a:pt x="31" y="59"/>
                    <a:pt x="32" y="63"/>
                    <a:pt x="33" y="66"/>
                  </a:cubicBezTo>
                  <a:cubicBezTo>
                    <a:pt x="35" y="68"/>
                    <a:pt x="37" y="70"/>
                    <a:pt x="39" y="70"/>
                  </a:cubicBezTo>
                  <a:cubicBezTo>
                    <a:pt x="42" y="70"/>
                    <a:pt x="44" y="69"/>
                    <a:pt x="47" y="67"/>
                  </a:cubicBezTo>
                  <a:cubicBezTo>
                    <a:pt x="50" y="65"/>
                    <a:pt x="51" y="63"/>
                    <a:pt x="51" y="61"/>
                  </a:cubicBezTo>
                  <a:cubicBezTo>
                    <a:pt x="51" y="60"/>
                    <a:pt x="50" y="59"/>
                    <a:pt x="49" y="59"/>
                  </a:cubicBezTo>
                  <a:close/>
                  <a:moveTo>
                    <a:pt x="25" y="53"/>
                  </a:moveTo>
                  <a:cubicBezTo>
                    <a:pt x="20" y="58"/>
                    <a:pt x="16" y="61"/>
                    <a:pt x="13" y="61"/>
                  </a:cubicBezTo>
                  <a:cubicBezTo>
                    <a:pt x="11" y="61"/>
                    <a:pt x="10" y="60"/>
                    <a:pt x="10" y="57"/>
                  </a:cubicBezTo>
                  <a:cubicBezTo>
                    <a:pt x="10" y="53"/>
                    <a:pt x="12" y="48"/>
                    <a:pt x="16" y="42"/>
                  </a:cubicBezTo>
                  <a:cubicBezTo>
                    <a:pt x="20" y="37"/>
                    <a:pt x="23" y="34"/>
                    <a:pt x="27" y="34"/>
                  </a:cubicBezTo>
                  <a:cubicBezTo>
                    <a:pt x="28" y="34"/>
                    <a:pt x="30" y="35"/>
                    <a:pt x="30" y="36"/>
                  </a:cubicBezTo>
                  <a:cubicBezTo>
                    <a:pt x="31" y="36"/>
                    <a:pt x="32" y="37"/>
                    <a:pt x="32" y="38"/>
                  </a:cubicBezTo>
                  <a:cubicBezTo>
                    <a:pt x="32" y="42"/>
                    <a:pt x="29" y="47"/>
                    <a:pt x="25"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4" name="Freeform 509"/>
            <p:cNvSpPr>
              <a:spLocks noEditPoints="1"/>
            </p:cNvSpPr>
            <p:nvPr/>
          </p:nvSpPr>
          <p:spPr bwMode="auto">
            <a:xfrm>
              <a:off x="9718675" y="6381750"/>
              <a:ext cx="58738" cy="71438"/>
            </a:xfrm>
            <a:custGeom>
              <a:avLst/>
              <a:gdLst>
                <a:gd name="T0" fmla="*/ 36 w 39"/>
                <a:gd name="T1" fmla="*/ 29 h 48"/>
                <a:gd name="T2" fmla="*/ 33 w 39"/>
                <a:gd name="T3" fmla="*/ 31 h 48"/>
                <a:gd name="T4" fmla="*/ 17 w 39"/>
                <a:gd name="T5" fmla="*/ 39 h 48"/>
                <a:gd name="T6" fmla="*/ 12 w 39"/>
                <a:gd name="T7" fmla="*/ 37 h 48"/>
                <a:gd name="T8" fmla="*/ 10 w 39"/>
                <a:gd name="T9" fmla="*/ 34 h 48"/>
                <a:gd name="T10" fmla="*/ 12 w 39"/>
                <a:gd name="T11" fmla="*/ 32 h 48"/>
                <a:gd name="T12" fmla="*/ 29 w 39"/>
                <a:gd name="T13" fmla="*/ 23 h 48"/>
                <a:gd name="T14" fmla="*/ 36 w 39"/>
                <a:gd name="T15" fmla="*/ 10 h 48"/>
                <a:gd name="T16" fmla="*/ 33 w 39"/>
                <a:gd name="T17" fmla="*/ 3 h 48"/>
                <a:gd name="T18" fmla="*/ 26 w 39"/>
                <a:gd name="T19" fmla="*/ 0 h 48"/>
                <a:gd name="T20" fmla="*/ 8 w 39"/>
                <a:gd name="T21" fmla="*/ 10 h 48"/>
                <a:gd name="T22" fmla="*/ 0 w 39"/>
                <a:gd name="T23" fmla="*/ 31 h 48"/>
                <a:gd name="T24" fmla="*/ 4 w 39"/>
                <a:gd name="T25" fmla="*/ 44 h 48"/>
                <a:gd name="T26" fmla="*/ 15 w 39"/>
                <a:gd name="T27" fmla="*/ 48 h 48"/>
                <a:gd name="T28" fmla="*/ 31 w 39"/>
                <a:gd name="T29" fmla="*/ 42 h 48"/>
                <a:gd name="T30" fmla="*/ 39 w 39"/>
                <a:gd name="T31" fmla="*/ 32 h 48"/>
                <a:gd name="T32" fmla="*/ 36 w 39"/>
                <a:gd name="T33" fmla="*/ 29 h 48"/>
                <a:gd name="T34" fmla="*/ 17 w 39"/>
                <a:gd name="T35" fmla="*/ 13 h 48"/>
                <a:gd name="T36" fmla="*/ 25 w 39"/>
                <a:gd name="T37" fmla="*/ 8 h 48"/>
                <a:gd name="T38" fmla="*/ 27 w 39"/>
                <a:gd name="T39" fmla="*/ 9 h 48"/>
                <a:gd name="T40" fmla="*/ 27 w 39"/>
                <a:gd name="T41" fmla="*/ 11 h 48"/>
                <a:gd name="T42" fmla="*/ 23 w 39"/>
                <a:gd name="T43" fmla="*/ 19 h 48"/>
                <a:gd name="T44" fmla="*/ 11 w 39"/>
                <a:gd name="T45" fmla="*/ 25 h 48"/>
                <a:gd name="T46" fmla="*/ 17 w 39"/>
                <a:gd name="T47" fmla="*/ 13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9" h="48">
                  <a:moveTo>
                    <a:pt x="36" y="29"/>
                  </a:moveTo>
                  <a:cubicBezTo>
                    <a:pt x="35" y="29"/>
                    <a:pt x="34" y="30"/>
                    <a:pt x="33" y="31"/>
                  </a:cubicBezTo>
                  <a:cubicBezTo>
                    <a:pt x="28" y="36"/>
                    <a:pt x="22" y="39"/>
                    <a:pt x="17" y="39"/>
                  </a:cubicBezTo>
                  <a:cubicBezTo>
                    <a:pt x="15" y="39"/>
                    <a:pt x="13" y="39"/>
                    <a:pt x="12" y="37"/>
                  </a:cubicBezTo>
                  <a:cubicBezTo>
                    <a:pt x="11" y="36"/>
                    <a:pt x="10" y="35"/>
                    <a:pt x="10" y="34"/>
                  </a:cubicBezTo>
                  <a:cubicBezTo>
                    <a:pt x="10" y="33"/>
                    <a:pt x="11" y="32"/>
                    <a:pt x="12" y="32"/>
                  </a:cubicBezTo>
                  <a:cubicBezTo>
                    <a:pt x="19" y="31"/>
                    <a:pt x="25" y="28"/>
                    <a:pt x="29" y="23"/>
                  </a:cubicBezTo>
                  <a:cubicBezTo>
                    <a:pt x="34" y="19"/>
                    <a:pt x="36" y="14"/>
                    <a:pt x="36" y="10"/>
                  </a:cubicBezTo>
                  <a:cubicBezTo>
                    <a:pt x="36" y="7"/>
                    <a:pt x="35" y="5"/>
                    <a:pt x="33" y="3"/>
                  </a:cubicBezTo>
                  <a:cubicBezTo>
                    <a:pt x="31" y="1"/>
                    <a:pt x="29" y="0"/>
                    <a:pt x="26" y="0"/>
                  </a:cubicBezTo>
                  <a:cubicBezTo>
                    <a:pt x="20" y="0"/>
                    <a:pt x="14" y="3"/>
                    <a:pt x="8" y="10"/>
                  </a:cubicBezTo>
                  <a:cubicBezTo>
                    <a:pt x="3" y="17"/>
                    <a:pt x="0" y="24"/>
                    <a:pt x="0" y="31"/>
                  </a:cubicBezTo>
                  <a:cubicBezTo>
                    <a:pt x="0" y="37"/>
                    <a:pt x="2" y="41"/>
                    <a:pt x="4" y="44"/>
                  </a:cubicBezTo>
                  <a:cubicBezTo>
                    <a:pt x="7" y="47"/>
                    <a:pt x="11" y="48"/>
                    <a:pt x="15" y="48"/>
                  </a:cubicBezTo>
                  <a:cubicBezTo>
                    <a:pt x="21" y="48"/>
                    <a:pt x="27" y="46"/>
                    <a:pt x="31" y="42"/>
                  </a:cubicBezTo>
                  <a:cubicBezTo>
                    <a:pt x="36" y="38"/>
                    <a:pt x="39" y="35"/>
                    <a:pt x="39" y="32"/>
                  </a:cubicBezTo>
                  <a:cubicBezTo>
                    <a:pt x="39" y="30"/>
                    <a:pt x="38" y="29"/>
                    <a:pt x="36" y="29"/>
                  </a:cubicBezTo>
                  <a:close/>
                  <a:moveTo>
                    <a:pt x="17" y="13"/>
                  </a:moveTo>
                  <a:cubicBezTo>
                    <a:pt x="20" y="10"/>
                    <a:pt x="22" y="8"/>
                    <a:pt x="25" y="8"/>
                  </a:cubicBezTo>
                  <a:cubicBezTo>
                    <a:pt x="26" y="8"/>
                    <a:pt x="26" y="9"/>
                    <a:pt x="27" y="9"/>
                  </a:cubicBezTo>
                  <a:cubicBezTo>
                    <a:pt x="27" y="10"/>
                    <a:pt x="27" y="11"/>
                    <a:pt x="27" y="11"/>
                  </a:cubicBezTo>
                  <a:cubicBezTo>
                    <a:pt x="27" y="14"/>
                    <a:pt x="26" y="16"/>
                    <a:pt x="23" y="19"/>
                  </a:cubicBezTo>
                  <a:cubicBezTo>
                    <a:pt x="19" y="22"/>
                    <a:pt x="15" y="24"/>
                    <a:pt x="11" y="25"/>
                  </a:cubicBezTo>
                  <a:cubicBezTo>
                    <a:pt x="12" y="21"/>
                    <a:pt x="14" y="17"/>
                    <a:pt x="17"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5" name="Freeform 510"/>
            <p:cNvSpPr>
              <a:spLocks/>
            </p:cNvSpPr>
            <p:nvPr/>
          </p:nvSpPr>
          <p:spPr bwMode="auto">
            <a:xfrm>
              <a:off x="9785350" y="6388100"/>
              <a:ext cx="76200" cy="63500"/>
            </a:xfrm>
            <a:custGeom>
              <a:avLst/>
              <a:gdLst>
                <a:gd name="T0" fmla="*/ 50 w 52"/>
                <a:gd name="T1" fmla="*/ 31 h 42"/>
                <a:gd name="T2" fmla="*/ 48 w 52"/>
                <a:gd name="T3" fmla="*/ 32 h 42"/>
                <a:gd name="T4" fmla="*/ 46 w 52"/>
                <a:gd name="T5" fmla="*/ 32 h 42"/>
                <a:gd name="T6" fmla="*/ 42 w 52"/>
                <a:gd name="T7" fmla="*/ 17 h 42"/>
                <a:gd name="T8" fmla="*/ 31 w 52"/>
                <a:gd name="T9" fmla="*/ 2 h 42"/>
                <a:gd name="T10" fmla="*/ 11 w 52"/>
                <a:gd name="T11" fmla="*/ 23 h 42"/>
                <a:gd name="T12" fmla="*/ 13 w 52"/>
                <a:gd name="T13" fmla="*/ 7 h 42"/>
                <a:gd name="T14" fmla="*/ 12 w 52"/>
                <a:gd name="T15" fmla="*/ 1 h 42"/>
                <a:gd name="T16" fmla="*/ 8 w 52"/>
                <a:gd name="T17" fmla="*/ 0 h 42"/>
                <a:gd name="T18" fmla="*/ 5 w 52"/>
                <a:gd name="T19" fmla="*/ 2 h 42"/>
                <a:gd name="T20" fmla="*/ 3 w 52"/>
                <a:gd name="T21" fmla="*/ 6 h 42"/>
                <a:gd name="T22" fmla="*/ 1 w 52"/>
                <a:gd name="T23" fmla="*/ 28 h 42"/>
                <a:gd name="T24" fmla="*/ 0 w 52"/>
                <a:gd name="T25" fmla="*/ 37 h 42"/>
                <a:gd name="T26" fmla="*/ 6 w 52"/>
                <a:gd name="T27" fmla="*/ 42 h 42"/>
                <a:gd name="T28" fmla="*/ 8 w 52"/>
                <a:gd name="T29" fmla="*/ 41 h 42"/>
                <a:gd name="T30" fmla="*/ 10 w 52"/>
                <a:gd name="T31" fmla="*/ 39 h 42"/>
                <a:gd name="T32" fmla="*/ 19 w 52"/>
                <a:gd name="T33" fmla="*/ 23 h 42"/>
                <a:gd name="T34" fmla="*/ 29 w 52"/>
                <a:gd name="T35" fmla="*/ 12 h 42"/>
                <a:gd name="T36" fmla="*/ 33 w 52"/>
                <a:gd name="T37" fmla="*/ 22 h 42"/>
                <a:gd name="T38" fmla="*/ 36 w 52"/>
                <a:gd name="T39" fmla="*/ 36 h 42"/>
                <a:gd name="T40" fmla="*/ 36 w 52"/>
                <a:gd name="T41" fmla="*/ 36 h 42"/>
                <a:gd name="T42" fmla="*/ 43 w 52"/>
                <a:gd name="T43" fmla="*/ 40 h 42"/>
                <a:gd name="T44" fmla="*/ 49 w 52"/>
                <a:gd name="T45" fmla="*/ 38 h 42"/>
                <a:gd name="T46" fmla="*/ 52 w 52"/>
                <a:gd name="T47" fmla="*/ 33 h 42"/>
                <a:gd name="T48" fmla="*/ 50 w 52"/>
                <a:gd name="T49" fmla="*/ 3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2" h="42">
                  <a:moveTo>
                    <a:pt x="50" y="31"/>
                  </a:moveTo>
                  <a:cubicBezTo>
                    <a:pt x="50" y="31"/>
                    <a:pt x="49" y="31"/>
                    <a:pt x="48" y="32"/>
                  </a:cubicBezTo>
                  <a:cubicBezTo>
                    <a:pt x="47" y="32"/>
                    <a:pt x="46" y="32"/>
                    <a:pt x="46" y="32"/>
                  </a:cubicBezTo>
                  <a:cubicBezTo>
                    <a:pt x="44" y="32"/>
                    <a:pt x="43" y="27"/>
                    <a:pt x="42" y="17"/>
                  </a:cubicBezTo>
                  <a:cubicBezTo>
                    <a:pt x="41" y="7"/>
                    <a:pt x="37" y="2"/>
                    <a:pt x="31" y="2"/>
                  </a:cubicBezTo>
                  <a:cubicBezTo>
                    <a:pt x="23" y="2"/>
                    <a:pt x="17" y="9"/>
                    <a:pt x="11" y="23"/>
                  </a:cubicBezTo>
                  <a:cubicBezTo>
                    <a:pt x="12" y="15"/>
                    <a:pt x="13" y="10"/>
                    <a:pt x="13" y="7"/>
                  </a:cubicBezTo>
                  <a:cubicBezTo>
                    <a:pt x="13" y="4"/>
                    <a:pt x="13" y="2"/>
                    <a:pt x="12" y="1"/>
                  </a:cubicBezTo>
                  <a:cubicBezTo>
                    <a:pt x="11" y="0"/>
                    <a:pt x="10" y="0"/>
                    <a:pt x="8" y="0"/>
                  </a:cubicBezTo>
                  <a:cubicBezTo>
                    <a:pt x="7" y="0"/>
                    <a:pt x="6" y="1"/>
                    <a:pt x="5" y="2"/>
                  </a:cubicBezTo>
                  <a:cubicBezTo>
                    <a:pt x="4" y="4"/>
                    <a:pt x="3" y="5"/>
                    <a:pt x="3" y="6"/>
                  </a:cubicBezTo>
                  <a:cubicBezTo>
                    <a:pt x="3" y="15"/>
                    <a:pt x="3" y="22"/>
                    <a:pt x="1" y="28"/>
                  </a:cubicBezTo>
                  <a:cubicBezTo>
                    <a:pt x="1" y="32"/>
                    <a:pt x="0" y="35"/>
                    <a:pt x="0" y="37"/>
                  </a:cubicBezTo>
                  <a:cubicBezTo>
                    <a:pt x="0" y="40"/>
                    <a:pt x="2" y="42"/>
                    <a:pt x="6" y="42"/>
                  </a:cubicBezTo>
                  <a:cubicBezTo>
                    <a:pt x="7" y="42"/>
                    <a:pt x="8" y="42"/>
                    <a:pt x="8" y="41"/>
                  </a:cubicBezTo>
                  <a:cubicBezTo>
                    <a:pt x="9" y="41"/>
                    <a:pt x="10" y="40"/>
                    <a:pt x="10" y="39"/>
                  </a:cubicBezTo>
                  <a:cubicBezTo>
                    <a:pt x="11" y="35"/>
                    <a:pt x="14" y="30"/>
                    <a:pt x="19" y="23"/>
                  </a:cubicBezTo>
                  <a:cubicBezTo>
                    <a:pt x="24" y="15"/>
                    <a:pt x="27" y="12"/>
                    <a:pt x="29" y="12"/>
                  </a:cubicBezTo>
                  <a:cubicBezTo>
                    <a:pt x="31" y="12"/>
                    <a:pt x="32" y="15"/>
                    <a:pt x="33" y="22"/>
                  </a:cubicBezTo>
                  <a:cubicBezTo>
                    <a:pt x="34" y="29"/>
                    <a:pt x="35" y="34"/>
                    <a:pt x="36" y="36"/>
                  </a:cubicBezTo>
                  <a:cubicBezTo>
                    <a:pt x="36" y="36"/>
                    <a:pt x="36" y="36"/>
                    <a:pt x="36" y="36"/>
                  </a:cubicBezTo>
                  <a:cubicBezTo>
                    <a:pt x="37" y="39"/>
                    <a:pt x="39" y="40"/>
                    <a:pt x="43" y="40"/>
                  </a:cubicBezTo>
                  <a:cubicBezTo>
                    <a:pt x="45" y="40"/>
                    <a:pt x="48" y="39"/>
                    <a:pt x="49" y="38"/>
                  </a:cubicBezTo>
                  <a:cubicBezTo>
                    <a:pt x="51" y="36"/>
                    <a:pt x="52" y="35"/>
                    <a:pt x="52" y="33"/>
                  </a:cubicBezTo>
                  <a:cubicBezTo>
                    <a:pt x="52" y="32"/>
                    <a:pt x="51" y="31"/>
                    <a:pt x="50"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6" name="Freeform 511"/>
            <p:cNvSpPr>
              <a:spLocks/>
            </p:cNvSpPr>
            <p:nvPr/>
          </p:nvSpPr>
          <p:spPr bwMode="auto">
            <a:xfrm>
              <a:off x="9863138" y="6362700"/>
              <a:ext cx="61913" cy="90488"/>
            </a:xfrm>
            <a:custGeom>
              <a:avLst/>
              <a:gdLst>
                <a:gd name="T0" fmla="*/ 37 w 41"/>
                <a:gd name="T1" fmla="*/ 16 h 61"/>
                <a:gd name="T2" fmla="*/ 23 w 41"/>
                <a:gd name="T3" fmla="*/ 17 h 61"/>
                <a:gd name="T4" fmla="*/ 27 w 41"/>
                <a:gd name="T5" fmla="*/ 4 h 61"/>
                <a:gd name="T6" fmla="*/ 25 w 41"/>
                <a:gd name="T7" fmla="*/ 1 h 61"/>
                <a:gd name="T8" fmla="*/ 22 w 41"/>
                <a:gd name="T9" fmla="*/ 0 h 61"/>
                <a:gd name="T10" fmla="*/ 17 w 41"/>
                <a:gd name="T11" fmla="*/ 5 h 61"/>
                <a:gd name="T12" fmla="*/ 13 w 41"/>
                <a:gd name="T13" fmla="*/ 18 h 61"/>
                <a:gd name="T14" fmla="*/ 4 w 41"/>
                <a:gd name="T15" fmla="*/ 18 h 61"/>
                <a:gd name="T16" fmla="*/ 0 w 41"/>
                <a:gd name="T17" fmla="*/ 21 h 61"/>
                <a:gd name="T18" fmla="*/ 2 w 41"/>
                <a:gd name="T19" fmla="*/ 25 h 61"/>
                <a:gd name="T20" fmla="*/ 6 w 41"/>
                <a:gd name="T21" fmla="*/ 27 h 61"/>
                <a:gd name="T22" fmla="*/ 7 w 41"/>
                <a:gd name="T23" fmla="*/ 27 h 61"/>
                <a:gd name="T24" fmla="*/ 11 w 41"/>
                <a:gd name="T25" fmla="*/ 26 h 61"/>
                <a:gd name="T26" fmla="*/ 6 w 41"/>
                <a:gd name="T27" fmla="*/ 48 h 61"/>
                <a:gd name="T28" fmla="*/ 9 w 41"/>
                <a:gd name="T29" fmla="*/ 58 h 61"/>
                <a:gd name="T30" fmla="*/ 18 w 41"/>
                <a:gd name="T31" fmla="*/ 61 h 61"/>
                <a:gd name="T32" fmla="*/ 30 w 41"/>
                <a:gd name="T33" fmla="*/ 56 h 61"/>
                <a:gd name="T34" fmla="*/ 36 w 41"/>
                <a:gd name="T35" fmla="*/ 48 h 61"/>
                <a:gd name="T36" fmla="*/ 35 w 41"/>
                <a:gd name="T37" fmla="*/ 46 h 61"/>
                <a:gd name="T38" fmla="*/ 33 w 41"/>
                <a:gd name="T39" fmla="*/ 46 h 61"/>
                <a:gd name="T40" fmla="*/ 29 w 41"/>
                <a:gd name="T41" fmla="*/ 48 h 61"/>
                <a:gd name="T42" fmla="*/ 24 w 41"/>
                <a:gd name="T43" fmla="*/ 51 h 61"/>
                <a:gd name="T44" fmla="*/ 19 w 41"/>
                <a:gd name="T45" fmla="*/ 52 h 61"/>
                <a:gd name="T46" fmla="*/ 17 w 41"/>
                <a:gd name="T47" fmla="*/ 51 h 61"/>
                <a:gd name="T48" fmla="*/ 16 w 41"/>
                <a:gd name="T49" fmla="*/ 46 h 61"/>
                <a:gd name="T50" fmla="*/ 18 w 41"/>
                <a:gd name="T51" fmla="*/ 35 h 61"/>
                <a:gd name="T52" fmla="*/ 21 w 41"/>
                <a:gd name="T53" fmla="*/ 26 h 61"/>
                <a:gd name="T54" fmla="*/ 35 w 41"/>
                <a:gd name="T55" fmla="*/ 23 h 61"/>
                <a:gd name="T56" fmla="*/ 41 w 41"/>
                <a:gd name="T57" fmla="*/ 19 h 61"/>
                <a:gd name="T58" fmla="*/ 40 w 41"/>
                <a:gd name="T59" fmla="*/ 16 h 61"/>
                <a:gd name="T60" fmla="*/ 37 w 41"/>
                <a:gd name="T61" fmla="*/ 1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1" h="61">
                  <a:moveTo>
                    <a:pt x="37" y="16"/>
                  </a:moveTo>
                  <a:cubicBezTo>
                    <a:pt x="37" y="16"/>
                    <a:pt x="32" y="16"/>
                    <a:pt x="23" y="17"/>
                  </a:cubicBezTo>
                  <a:cubicBezTo>
                    <a:pt x="25" y="9"/>
                    <a:pt x="27" y="4"/>
                    <a:pt x="27" y="4"/>
                  </a:cubicBezTo>
                  <a:cubicBezTo>
                    <a:pt x="27" y="3"/>
                    <a:pt x="26" y="2"/>
                    <a:pt x="25" y="1"/>
                  </a:cubicBezTo>
                  <a:cubicBezTo>
                    <a:pt x="25" y="0"/>
                    <a:pt x="23" y="0"/>
                    <a:pt x="22" y="0"/>
                  </a:cubicBezTo>
                  <a:cubicBezTo>
                    <a:pt x="19" y="0"/>
                    <a:pt x="17" y="1"/>
                    <a:pt x="17" y="5"/>
                  </a:cubicBezTo>
                  <a:cubicBezTo>
                    <a:pt x="15" y="10"/>
                    <a:pt x="14" y="14"/>
                    <a:pt x="13" y="18"/>
                  </a:cubicBezTo>
                  <a:cubicBezTo>
                    <a:pt x="4" y="18"/>
                    <a:pt x="4" y="18"/>
                    <a:pt x="4" y="18"/>
                  </a:cubicBezTo>
                  <a:cubicBezTo>
                    <a:pt x="2" y="18"/>
                    <a:pt x="0" y="19"/>
                    <a:pt x="0" y="21"/>
                  </a:cubicBezTo>
                  <a:cubicBezTo>
                    <a:pt x="0" y="23"/>
                    <a:pt x="1" y="25"/>
                    <a:pt x="2" y="25"/>
                  </a:cubicBezTo>
                  <a:cubicBezTo>
                    <a:pt x="4" y="26"/>
                    <a:pt x="5" y="27"/>
                    <a:pt x="6" y="27"/>
                  </a:cubicBezTo>
                  <a:cubicBezTo>
                    <a:pt x="7" y="27"/>
                    <a:pt x="7" y="27"/>
                    <a:pt x="7" y="27"/>
                  </a:cubicBezTo>
                  <a:cubicBezTo>
                    <a:pt x="8" y="27"/>
                    <a:pt x="9" y="26"/>
                    <a:pt x="11" y="26"/>
                  </a:cubicBezTo>
                  <a:cubicBezTo>
                    <a:pt x="8" y="37"/>
                    <a:pt x="6" y="45"/>
                    <a:pt x="6" y="48"/>
                  </a:cubicBezTo>
                  <a:cubicBezTo>
                    <a:pt x="6" y="52"/>
                    <a:pt x="7" y="55"/>
                    <a:pt x="9" y="58"/>
                  </a:cubicBezTo>
                  <a:cubicBezTo>
                    <a:pt x="11" y="60"/>
                    <a:pt x="14" y="61"/>
                    <a:pt x="18" y="61"/>
                  </a:cubicBezTo>
                  <a:cubicBezTo>
                    <a:pt x="22" y="61"/>
                    <a:pt x="26" y="59"/>
                    <a:pt x="30" y="56"/>
                  </a:cubicBezTo>
                  <a:cubicBezTo>
                    <a:pt x="34" y="53"/>
                    <a:pt x="36" y="50"/>
                    <a:pt x="36" y="48"/>
                  </a:cubicBezTo>
                  <a:cubicBezTo>
                    <a:pt x="36" y="47"/>
                    <a:pt x="35" y="47"/>
                    <a:pt x="35" y="46"/>
                  </a:cubicBezTo>
                  <a:cubicBezTo>
                    <a:pt x="34" y="46"/>
                    <a:pt x="34" y="46"/>
                    <a:pt x="33" y="46"/>
                  </a:cubicBezTo>
                  <a:cubicBezTo>
                    <a:pt x="32" y="46"/>
                    <a:pt x="31" y="46"/>
                    <a:pt x="29" y="48"/>
                  </a:cubicBezTo>
                  <a:cubicBezTo>
                    <a:pt x="27" y="49"/>
                    <a:pt x="25" y="51"/>
                    <a:pt x="24" y="51"/>
                  </a:cubicBezTo>
                  <a:cubicBezTo>
                    <a:pt x="22" y="52"/>
                    <a:pt x="21" y="52"/>
                    <a:pt x="19" y="52"/>
                  </a:cubicBezTo>
                  <a:cubicBezTo>
                    <a:pt x="18" y="52"/>
                    <a:pt x="18" y="51"/>
                    <a:pt x="17" y="51"/>
                  </a:cubicBezTo>
                  <a:cubicBezTo>
                    <a:pt x="17" y="50"/>
                    <a:pt x="16" y="48"/>
                    <a:pt x="16" y="46"/>
                  </a:cubicBezTo>
                  <a:cubicBezTo>
                    <a:pt x="16" y="45"/>
                    <a:pt x="17" y="41"/>
                    <a:pt x="18" y="35"/>
                  </a:cubicBezTo>
                  <a:cubicBezTo>
                    <a:pt x="20" y="29"/>
                    <a:pt x="20" y="26"/>
                    <a:pt x="21" y="26"/>
                  </a:cubicBezTo>
                  <a:cubicBezTo>
                    <a:pt x="35" y="23"/>
                    <a:pt x="35" y="23"/>
                    <a:pt x="35" y="23"/>
                  </a:cubicBezTo>
                  <a:cubicBezTo>
                    <a:pt x="39" y="23"/>
                    <a:pt x="41" y="21"/>
                    <a:pt x="41" y="19"/>
                  </a:cubicBezTo>
                  <a:cubicBezTo>
                    <a:pt x="41" y="17"/>
                    <a:pt x="41" y="17"/>
                    <a:pt x="40" y="16"/>
                  </a:cubicBezTo>
                  <a:cubicBezTo>
                    <a:pt x="40" y="16"/>
                    <a:pt x="39" y="16"/>
                    <a:pt x="37"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7" name="Freeform 512"/>
            <p:cNvSpPr>
              <a:spLocks/>
            </p:cNvSpPr>
            <p:nvPr/>
          </p:nvSpPr>
          <p:spPr bwMode="auto">
            <a:xfrm>
              <a:off x="10477500" y="6356350"/>
              <a:ext cx="80963" cy="100013"/>
            </a:xfrm>
            <a:custGeom>
              <a:avLst/>
              <a:gdLst>
                <a:gd name="T0" fmla="*/ 42 w 54"/>
                <a:gd name="T1" fmla="*/ 0 h 67"/>
                <a:gd name="T2" fmla="*/ 23 w 54"/>
                <a:gd name="T3" fmla="*/ 7 h 67"/>
                <a:gd name="T4" fmla="*/ 7 w 54"/>
                <a:gd name="T5" fmla="*/ 26 h 67"/>
                <a:gd name="T6" fmla="*/ 0 w 54"/>
                <a:gd name="T7" fmla="*/ 47 h 67"/>
                <a:gd name="T8" fmla="*/ 7 w 54"/>
                <a:gd name="T9" fmla="*/ 62 h 67"/>
                <a:gd name="T10" fmla="*/ 20 w 54"/>
                <a:gd name="T11" fmla="*/ 67 h 67"/>
                <a:gd name="T12" fmla="*/ 38 w 54"/>
                <a:gd name="T13" fmla="*/ 61 h 67"/>
                <a:gd name="T14" fmla="*/ 47 w 54"/>
                <a:gd name="T15" fmla="*/ 52 h 67"/>
                <a:gd name="T16" fmla="*/ 44 w 54"/>
                <a:gd name="T17" fmla="*/ 49 h 67"/>
                <a:gd name="T18" fmla="*/ 38 w 54"/>
                <a:gd name="T19" fmla="*/ 52 h 67"/>
                <a:gd name="T20" fmla="*/ 30 w 54"/>
                <a:gd name="T21" fmla="*/ 56 h 67"/>
                <a:gd name="T22" fmla="*/ 22 w 54"/>
                <a:gd name="T23" fmla="*/ 58 h 67"/>
                <a:gd name="T24" fmla="*/ 14 w 54"/>
                <a:gd name="T25" fmla="*/ 55 h 67"/>
                <a:gd name="T26" fmla="*/ 11 w 54"/>
                <a:gd name="T27" fmla="*/ 47 h 67"/>
                <a:gd name="T28" fmla="*/ 16 w 54"/>
                <a:gd name="T29" fmla="*/ 30 h 67"/>
                <a:gd name="T30" fmla="*/ 29 w 54"/>
                <a:gd name="T31" fmla="*/ 14 h 67"/>
                <a:gd name="T32" fmla="*/ 42 w 54"/>
                <a:gd name="T33" fmla="*/ 8 h 67"/>
                <a:gd name="T34" fmla="*/ 44 w 54"/>
                <a:gd name="T35" fmla="*/ 11 h 67"/>
                <a:gd name="T36" fmla="*/ 43 w 54"/>
                <a:gd name="T37" fmla="*/ 15 h 67"/>
                <a:gd name="T38" fmla="*/ 43 w 54"/>
                <a:gd name="T39" fmla="*/ 19 h 67"/>
                <a:gd name="T40" fmla="*/ 44 w 54"/>
                <a:gd name="T41" fmla="*/ 22 h 67"/>
                <a:gd name="T42" fmla="*/ 46 w 54"/>
                <a:gd name="T43" fmla="*/ 23 h 67"/>
                <a:gd name="T44" fmla="*/ 50 w 54"/>
                <a:gd name="T45" fmla="*/ 21 h 67"/>
                <a:gd name="T46" fmla="*/ 54 w 54"/>
                <a:gd name="T47" fmla="*/ 18 h 67"/>
                <a:gd name="T48" fmla="*/ 54 w 54"/>
                <a:gd name="T49" fmla="*/ 11 h 67"/>
                <a:gd name="T50" fmla="*/ 51 w 54"/>
                <a:gd name="T51" fmla="*/ 3 h 67"/>
                <a:gd name="T52" fmla="*/ 42 w 54"/>
                <a:gd name="T53"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4" h="67">
                  <a:moveTo>
                    <a:pt x="42" y="0"/>
                  </a:moveTo>
                  <a:cubicBezTo>
                    <a:pt x="36" y="0"/>
                    <a:pt x="30" y="3"/>
                    <a:pt x="23" y="7"/>
                  </a:cubicBezTo>
                  <a:cubicBezTo>
                    <a:pt x="17" y="12"/>
                    <a:pt x="11" y="19"/>
                    <a:pt x="7" y="26"/>
                  </a:cubicBezTo>
                  <a:cubicBezTo>
                    <a:pt x="3" y="34"/>
                    <a:pt x="0" y="41"/>
                    <a:pt x="0" y="47"/>
                  </a:cubicBezTo>
                  <a:cubicBezTo>
                    <a:pt x="0" y="54"/>
                    <a:pt x="3" y="58"/>
                    <a:pt x="7" y="62"/>
                  </a:cubicBezTo>
                  <a:cubicBezTo>
                    <a:pt x="11" y="65"/>
                    <a:pt x="15" y="67"/>
                    <a:pt x="20" y="67"/>
                  </a:cubicBezTo>
                  <a:cubicBezTo>
                    <a:pt x="26" y="67"/>
                    <a:pt x="32" y="65"/>
                    <a:pt x="38" y="61"/>
                  </a:cubicBezTo>
                  <a:cubicBezTo>
                    <a:pt x="44" y="57"/>
                    <a:pt x="47" y="54"/>
                    <a:pt x="47" y="52"/>
                  </a:cubicBezTo>
                  <a:cubicBezTo>
                    <a:pt x="47" y="50"/>
                    <a:pt x="46" y="49"/>
                    <a:pt x="44" y="49"/>
                  </a:cubicBezTo>
                  <a:cubicBezTo>
                    <a:pt x="43" y="49"/>
                    <a:pt x="41" y="50"/>
                    <a:pt x="38" y="52"/>
                  </a:cubicBezTo>
                  <a:cubicBezTo>
                    <a:pt x="36" y="54"/>
                    <a:pt x="33" y="55"/>
                    <a:pt x="30" y="56"/>
                  </a:cubicBezTo>
                  <a:cubicBezTo>
                    <a:pt x="26" y="57"/>
                    <a:pt x="24" y="58"/>
                    <a:pt x="22" y="58"/>
                  </a:cubicBezTo>
                  <a:cubicBezTo>
                    <a:pt x="18" y="58"/>
                    <a:pt x="16" y="57"/>
                    <a:pt x="14" y="55"/>
                  </a:cubicBezTo>
                  <a:cubicBezTo>
                    <a:pt x="12" y="52"/>
                    <a:pt x="11" y="50"/>
                    <a:pt x="11" y="47"/>
                  </a:cubicBezTo>
                  <a:cubicBezTo>
                    <a:pt x="11" y="42"/>
                    <a:pt x="13" y="36"/>
                    <a:pt x="16" y="30"/>
                  </a:cubicBezTo>
                  <a:cubicBezTo>
                    <a:pt x="20" y="24"/>
                    <a:pt x="24" y="19"/>
                    <a:pt x="29" y="14"/>
                  </a:cubicBezTo>
                  <a:cubicBezTo>
                    <a:pt x="34" y="10"/>
                    <a:pt x="38" y="8"/>
                    <a:pt x="42" y="8"/>
                  </a:cubicBezTo>
                  <a:cubicBezTo>
                    <a:pt x="43" y="8"/>
                    <a:pt x="44" y="9"/>
                    <a:pt x="44" y="11"/>
                  </a:cubicBezTo>
                  <a:cubicBezTo>
                    <a:pt x="44" y="12"/>
                    <a:pt x="44" y="13"/>
                    <a:pt x="43" y="15"/>
                  </a:cubicBezTo>
                  <a:cubicBezTo>
                    <a:pt x="43" y="17"/>
                    <a:pt x="43" y="18"/>
                    <a:pt x="43" y="19"/>
                  </a:cubicBezTo>
                  <a:cubicBezTo>
                    <a:pt x="43" y="20"/>
                    <a:pt x="43" y="21"/>
                    <a:pt x="44" y="22"/>
                  </a:cubicBezTo>
                  <a:cubicBezTo>
                    <a:pt x="44" y="23"/>
                    <a:pt x="45" y="23"/>
                    <a:pt x="46" y="23"/>
                  </a:cubicBezTo>
                  <a:cubicBezTo>
                    <a:pt x="47" y="23"/>
                    <a:pt x="49" y="22"/>
                    <a:pt x="50" y="21"/>
                  </a:cubicBezTo>
                  <a:cubicBezTo>
                    <a:pt x="52" y="20"/>
                    <a:pt x="53" y="19"/>
                    <a:pt x="54" y="18"/>
                  </a:cubicBezTo>
                  <a:cubicBezTo>
                    <a:pt x="54" y="17"/>
                    <a:pt x="54" y="14"/>
                    <a:pt x="54" y="11"/>
                  </a:cubicBezTo>
                  <a:cubicBezTo>
                    <a:pt x="54" y="8"/>
                    <a:pt x="53" y="6"/>
                    <a:pt x="51" y="3"/>
                  </a:cubicBezTo>
                  <a:cubicBezTo>
                    <a:pt x="49" y="1"/>
                    <a:pt x="46" y="0"/>
                    <a:pt x="4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8" name="Freeform 513"/>
            <p:cNvSpPr>
              <a:spLocks noEditPoints="1"/>
            </p:cNvSpPr>
            <p:nvPr/>
          </p:nvSpPr>
          <p:spPr bwMode="auto">
            <a:xfrm>
              <a:off x="10563225" y="6381750"/>
              <a:ext cx="55563" cy="71438"/>
            </a:xfrm>
            <a:custGeom>
              <a:avLst/>
              <a:gdLst>
                <a:gd name="T0" fmla="*/ 36 w 38"/>
                <a:gd name="T1" fmla="*/ 29 h 48"/>
                <a:gd name="T2" fmla="*/ 33 w 38"/>
                <a:gd name="T3" fmla="*/ 31 h 48"/>
                <a:gd name="T4" fmla="*/ 17 w 38"/>
                <a:gd name="T5" fmla="*/ 39 h 48"/>
                <a:gd name="T6" fmla="*/ 12 w 38"/>
                <a:gd name="T7" fmla="*/ 37 h 48"/>
                <a:gd name="T8" fmla="*/ 10 w 38"/>
                <a:gd name="T9" fmla="*/ 34 h 48"/>
                <a:gd name="T10" fmla="*/ 11 w 38"/>
                <a:gd name="T11" fmla="*/ 32 h 48"/>
                <a:gd name="T12" fmla="*/ 29 w 38"/>
                <a:gd name="T13" fmla="*/ 23 h 48"/>
                <a:gd name="T14" fmla="*/ 36 w 38"/>
                <a:gd name="T15" fmla="*/ 10 h 48"/>
                <a:gd name="T16" fmla="*/ 33 w 38"/>
                <a:gd name="T17" fmla="*/ 3 h 48"/>
                <a:gd name="T18" fmla="*/ 26 w 38"/>
                <a:gd name="T19" fmla="*/ 0 h 48"/>
                <a:gd name="T20" fmla="*/ 8 w 38"/>
                <a:gd name="T21" fmla="*/ 10 h 48"/>
                <a:gd name="T22" fmla="*/ 0 w 38"/>
                <a:gd name="T23" fmla="*/ 31 h 48"/>
                <a:gd name="T24" fmla="*/ 4 w 38"/>
                <a:gd name="T25" fmla="*/ 44 h 48"/>
                <a:gd name="T26" fmla="*/ 15 w 38"/>
                <a:gd name="T27" fmla="*/ 48 h 48"/>
                <a:gd name="T28" fmla="*/ 31 w 38"/>
                <a:gd name="T29" fmla="*/ 42 h 48"/>
                <a:gd name="T30" fmla="*/ 38 w 38"/>
                <a:gd name="T31" fmla="*/ 32 h 48"/>
                <a:gd name="T32" fmla="*/ 36 w 38"/>
                <a:gd name="T33" fmla="*/ 29 h 48"/>
                <a:gd name="T34" fmla="*/ 17 w 38"/>
                <a:gd name="T35" fmla="*/ 13 h 48"/>
                <a:gd name="T36" fmla="*/ 25 w 38"/>
                <a:gd name="T37" fmla="*/ 8 h 48"/>
                <a:gd name="T38" fmla="*/ 27 w 38"/>
                <a:gd name="T39" fmla="*/ 9 h 48"/>
                <a:gd name="T40" fmla="*/ 27 w 38"/>
                <a:gd name="T41" fmla="*/ 11 h 48"/>
                <a:gd name="T42" fmla="*/ 22 w 38"/>
                <a:gd name="T43" fmla="*/ 19 h 48"/>
                <a:gd name="T44" fmla="*/ 11 w 38"/>
                <a:gd name="T45" fmla="*/ 25 h 48"/>
                <a:gd name="T46" fmla="*/ 17 w 38"/>
                <a:gd name="T47" fmla="*/ 13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8" h="48">
                  <a:moveTo>
                    <a:pt x="36" y="29"/>
                  </a:moveTo>
                  <a:cubicBezTo>
                    <a:pt x="35" y="29"/>
                    <a:pt x="34" y="30"/>
                    <a:pt x="33" y="31"/>
                  </a:cubicBezTo>
                  <a:cubicBezTo>
                    <a:pt x="28" y="36"/>
                    <a:pt x="22" y="39"/>
                    <a:pt x="17" y="39"/>
                  </a:cubicBezTo>
                  <a:cubicBezTo>
                    <a:pt x="15" y="39"/>
                    <a:pt x="13" y="39"/>
                    <a:pt x="12" y="37"/>
                  </a:cubicBezTo>
                  <a:cubicBezTo>
                    <a:pt x="11" y="36"/>
                    <a:pt x="10" y="35"/>
                    <a:pt x="10" y="34"/>
                  </a:cubicBezTo>
                  <a:cubicBezTo>
                    <a:pt x="10" y="33"/>
                    <a:pt x="11" y="32"/>
                    <a:pt x="11" y="32"/>
                  </a:cubicBezTo>
                  <a:cubicBezTo>
                    <a:pt x="19" y="31"/>
                    <a:pt x="24" y="28"/>
                    <a:pt x="29" y="23"/>
                  </a:cubicBezTo>
                  <a:cubicBezTo>
                    <a:pt x="34" y="19"/>
                    <a:pt x="36" y="14"/>
                    <a:pt x="36" y="10"/>
                  </a:cubicBezTo>
                  <a:cubicBezTo>
                    <a:pt x="36" y="7"/>
                    <a:pt x="35" y="5"/>
                    <a:pt x="33" y="3"/>
                  </a:cubicBezTo>
                  <a:cubicBezTo>
                    <a:pt x="31" y="1"/>
                    <a:pt x="29" y="0"/>
                    <a:pt x="26" y="0"/>
                  </a:cubicBezTo>
                  <a:cubicBezTo>
                    <a:pt x="19" y="0"/>
                    <a:pt x="14" y="3"/>
                    <a:pt x="8" y="10"/>
                  </a:cubicBezTo>
                  <a:cubicBezTo>
                    <a:pt x="3" y="17"/>
                    <a:pt x="0" y="24"/>
                    <a:pt x="0" y="31"/>
                  </a:cubicBezTo>
                  <a:cubicBezTo>
                    <a:pt x="0" y="37"/>
                    <a:pt x="2" y="41"/>
                    <a:pt x="4" y="44"/>
                  </a:cubicBezTo>
                  <a:cubicBezTo>
                    <a:pt x="7" y="47"/>
                    <a:pt x="10" y="48"/>
                    <a:pt x="15" y="48"/>
                  </a:cubicBezTo>
                  <a:cubicBezTo>
                    <a:pt x="21" y="48"/>
                    <a:pt x="26" y="46"/>
                    <a:pt x="31" y="42"/>
                  </a:cubicBezTo>
                  <a:cubicBezTo>
                    <a:pt x="36" y="38"/>
                    <a:pt x="38" y="35"/>
                    <a:pt x="38" y="32"/>
                  </a:cubicBezTo>
                  <a:cubicBezTo>
                    <a:pt x="38" y="30"/>
                    <a:pt x="38" y="29"/>
                    <a:pt x="36" y="29"/>
                  </a:cubicBezTo>
                  <a:close/>
                  <a:moveTo>
                    <a:pt x="17" y="13"/>
                  </a:moveTo>
                  <a:cubicBezTo>
                    <a:pt x="20" y="10"/>
                    <a:pt x="22" y="8"/>
                    <a:pt x="25" y="8"/>
                  </a:cubicBezTo>
                  <a:cubicBezTo>
                    <a:pt x="25" y="8"/>
                    <a:pt x="26" y="9"/>
                    <a:pt x="27" y="9"/>
                  </a:cubicBezTo>
                  <a:cubicBezTo>
                    <a:pt x="27" y="10"/>
                    <a:pt x="27" y="11"/>
                    <a:pt x="27" y="11"/>
                  </a:cubicBezTo>
                  <a:cubicBezTo>
                    <a:pt x="27" y="14"/>
                    <a:pt x="26" y="16"/>
                    <a:pt x="22" y="19"/>
                  </a:cubicBezTo>
                  <a:cubicBezTo>
                    <a:pt x="19" y="22"/>
                    <a:pt x="15" y="24"/>
                    <a:pt x="11" y="25"/>
                  </a:cubicBezTo>
                  <a:cubicBezTo>
                    <a:pt x="12" y="21"/>
                    <a:pt x="14" y="17"/>
                    <a:pt x="17"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9" name="Freeform 514"/>
            <p:cNvSpPr>
              <a:spLocks/>
            </p:cNvSpPr>
            <p:nvPr/>
          </p:nvSpPr>
          <p:spPr bwMode="auto">
            <a:xfrm>
              <a:off x="10633075" y="6384925"/>
              <a:ext cx="60325" cy="68263"/>
            </a:xfrm>
            <a:custGeom>
              <a:avLst/>
              <a:gdLst>
                <a:gd name="T0" fmla="*/ 31 w 41"/>
                <a:gd name="T1" fmla="*/ 0 h 46"/>
                <a:gd name="T2" fmla="*/ 20 w 41"/>
                <a:gd name="T3" fmla="*/ 6 h 46"/>
                <a:gd name="T4" fmla="*/ 9 w 41"/>
                <a:gd name="T5" fmla="*/ 22 h 46"/>
                <a:gd name="T6" fmla="*/ 9 w 41"/>
                <a:gd name="T7" fmla="*/ 24 h 46"/>
                <a:gd name="T8" fmla="*/ 10 w 41"/>
                <a:gd name="T9" fmla="*/ 17 h 46"/>
                <a:gd name="T10" fmla="*/ 11 w 41"/>
                <a:gd name="T11" fmla="*/ 12 h 46"/>
                <a:gd name="T12" fmla="*/ 12 w 41"/>
                <a:gd name="T13" fmla="*/ 4 h 46"/>
                <a:gd name="T14" fmla="*/ 11 w 41"/>
                <a:gd name="T15" fmla="*/ 2 h 46"/>
                <a:gd name="T16" fmla="*/ 8 w 41"/>
                <a:gd name="T17" fmla="*/ 0 h 46"/>
                <a:gd name="T18" fmla="*/ 4 w 41"/>
                <a:gd name="T19" fmla="*/ 2 h 46"/>
                <a:gd name="T20" fmla="*/ 2 w 41"/>
                <a:gd name="T21" fmla="*/ 4 h 46"/>
                <a:gd name="T22" fmla="*/ 1 w 41"/>
                <a:gd name="T23" fmla="*/ 10 h 46"/>
                <a:gd name="T24" fmla="*/ 1 w 41"/>
                <a:gd name="T25" fmla="*/ 13 h 46"/>
                <a:gd name="T26" fmla="*/ 0 w 41"/>
                <a:gd name="T27" fmla="*/ 24 h 46"/>
                <a:gd name="T28" fmla="*/ 0 w 41"/>
                <a:gd name="T29" fmla="*/ 33 h 46"/>
                <a:gd name="T30" fmla="*/ 1 w 41"/>
                <a:gd name="T31" fmla="*/ 43 h 46"/>
                <a:gd name="T32" fmla="*/ 5 w 41"/>
                <a:gd name="T33" fmla="*/ 46 h 46"/>
                <a:gd name="T34" fmla="*/ 9 w 41"/>
                <a:gd name="T35" fmla="*/ 45 h 46"/>
                <a:gd name="T36" fmla="*/ 11 w 41"/>
                <a:gd name="T37" fmla="*/ 40 h 46"/>
                <a:gd name="T38" fmla="*/ 20 w 41"/>
                <a:gd name="T39" fmla="*/ 19 h 46"/>
                <a:gd name="T40" fmla="*/ 30 w 41"/>
                <a:gd name="T41" fmla="*/ 9 h 46"/>
                <a:gd name="T42" fmla="*/ 33 w 41"/>
                <a:gd name="T43" fmla="*/ 10 h 46"/>
                <a:gd name="T44" fmla="*/ 37 w 41"/>
                <a:gd name="T45" fmla="*/ 12 h 46"/>
                <a:gd name="T46" fmla="*/ 40 w 41"/>
                <a:gd name="T47" fmla="*/ 11 h 46"/>
                <a:gd name="T48" fmla="*/ 41 w 41"/>
                <a:gd name="T49" fmla="*/ 8 h 46"/>
                <a:gd name="T50" fmla="*/ 38 w 41"/>
                <a:gd name="T51" fmla="*/ 2 h 46"/>
                <a:gd name="T52" fmla="*/ 31 w 41"/>
                <a:gd name="T53"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1" h="46">
                  <a:moveTo>
                    <a:pt x="31" y="0"/>
                  </a:moveTo>
                  <a:cubicBezTo>
                    <a:pt x="27" y="0"/>
                    <a:pt x="24" y="2"/>
                    <a:pt x="20" y="6"/>
                  </a:cubicBezTo>
                  <a:cubicBezTo>
                    <a:pt x="16" y="10"/>
                    <a:pt x="13" y="16"/>
                    <a:pt x="9" y="22"/>
                  </a:cubicBezTo>
                  <a:cubicBezTo>
                    <a:pt x="9" y="24"/>
                    <a:pt x="9" y="24"/>
                    <a:pt x="9" y="24"/>
                  </a:cubicBezTo>
                  <a:cubicBezTo>
                    <a:pt x="10" y="17"/>
                    <a:pt x="10" y="17"/>
                    <a:pt x="10" y="17"/>
                  </a:cubicBezTo>
                  <a:cubicBezTo>
                    <a:pt x="10" y="15"/>
                    <a:pt x="10" y="14"/>
                    <a:pt x="11" y="12"/>
                  </a:cubicBezTo>
                  <a:cubicBezTo>
                    <a:pt x="12" y="8"/>
                    <a:pt x="12" y="6"/>
                    <a:pt x="12" y="4"/>
                  </a:cubicBezTo>
                  <a:cubicBezTo>
                    <a:pt x="12" y="3"/>
                    <a:pt x="12" y="2"/>
                    <a:pt x="11" y="2"/>
                  </a:cubicBezTo>
                  <a:cubicBezTo>
                    <a:pt x="11" y="1"/>
                    <a:pt x="9" y="0"/>
                    <a:pt x="8" y="0"/>
                  </a:cubicBezTo>
                  <a:cubicBezTo>
                    <a:pt x="7" y="0"/>
                    <a:pt x="5" y="1"/>
                    <a:pt x="4" y="2"/>
                  </a:cubicBezTo>
                  <a:cubicBezTo>
                    <a:pt x="3" y="2"/>
                    <a:pt x="2" y="3"/>
                    <a:pt x="2" y="4"/>
                  </a:cubicBezTo>
                  <a:cubicBezTo>
                    <a:pt x="2" y="5"/>
                    <a:pt x="1" y="7"/>
                    <a:pt x="1" y="10"/>
                  </a:cubicBezTo>
                  <a:cubicBezTo>
                    <a:pt x="1" y="11"/>
                    <a:pt x="1" y="12"/>
                    <a:pt x="1" y="13"/>
                  </a:cubicBezTo>
                  <a:cubicBezTo>
                    <a:pt x="0" y="17"/>
                    <a:pt x="0" y="21"/>
                    <a:pt x="0" y="24"/>
                  </a:cubicBezTo>
                  <a:cubicBezTo>
                    <a:pt x="0" y="28"/>
                    <a:pt x="0" y="31"/>
                    <a:pt x="0" y="33"/>
                  </a:cubicBezTo>
                  <a:cubicBezTo>
                    <a:pt x="0" y="37"/>
                    <a:pt x="0" y="41"/>
                    <a:pt x="1" y="43"/>
                  </a:cubicBezTo>
                  <a:cubicBezTo>
                    <a:pt x="2" y="45"/>
                    <a:pt x="3" y="46"/>
                    <a:pt x="5" y="46"/>
                  </a:cubicBezTo>
                  <a:cubicBezTo>
                    <a:pt x="7" y="46"/>
                    <a:pt x="8" y="46"/>
                    <a:pt x="9" y="45"/>
                  </a:cubicBezTo>
                  <a:cubicBezTo>
                    <a:pt x="10" y="44"/>
                    <a:pt x="11" y="42"/>
                    <a:pt x="11" y="40"/>
                  </a:cubicBezTo>
                  <a:cubicBezTo>
                    <a:pt x="12" y="32"/>
                    <a:pt x="15" y="25"/>
                    <a:pt x="20" y="19"/>
                  </a:cubicBezTo>
                  <a:cubicBezTo>
                    <a:pt x="25" y="12"/>
                    <a:pt x="28" y="9"/>
                    <a:pt x="30" y="9"/>
                  </a:cubicBezTo>
                  <a:cubicBezTo>
                    <a:pt x="31" y="9"/>
                    <a:pt x="32" y="9"/>
                    <a:pt x="33" y="10"/>
                  </a:cubicBezTo>
                  <a:cubicBezTo>
                    <a:pt x="34" y="12"/>
                    <a:pt x="35" y="12"/>
                    <a:pt x="37" y="12"/>
                  </a:cubicBezTo>
                  <a:cubicBezTo>
                    <a:pt x="38" y="12"/>
                    <a:pt x="39" y="12"/>
                    <a:pt x="40" y="11"/>
                  </a:cubicBezTo>
                  <a:cubicBezTo>
                    <a:pt x="40" y="10"/>
                    <a:pt x="41" y="9"/>
                    <a:pt x="41" y="8"/>
                  </a:cubicBezTo>
                  <a:cubicBezTo>
                    <a:pt x="41" y="6"/>
                    <a:pt x="40" y="4"/>
                    <a:pt x="38" y="2"/>
                  </a:cubicBezTo>
                  <a:cubicBezTo>
                    <a:pt x="36" y="1"/>
                    <a:pt x="34" y="0"/>
                    <a:pt x="3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0" name="Freeform 515"/>
            <p:cNvSpPr>
              <a:spLocks/>
            </p:cNvSpPr>
            <p:nvPr/>
          </p:nvSpPr>
          <p:spPr bwMode="auto">
            <a:xfrm>
              <a:off x="10693400" y="6362700"/>
              <a:ext cx="61913" cy="90488"/>
            </a:xfrm>
            <a:custGeom>
              <a:avLst/>
              <a:gdLst>
                <a:gd name="T0" fmla="*/ 37 w 41"/>
                <a:gd name="T1" fmla="*/ 16 h 61"/>
                <a:gd name="T2" fmla="*/ 23 w 41"/>
                <a:gd name="T3" fmla="*/ 17 h 61"/>
                <a:gd name="T4" fmla="*/ 26 w 41"/>
                <a:gd name="T5" fmla="*/ 4 h 61"/>
                <a:gd name="T6" fmla="*/ 25 w 41"/>
                <a:gd name="T7" fmla="*/ 1 h 61"/>
                <a:gd name="T8" fmla="*/ 21 w 41"/>
                <a:gd name="T9" fmla="*/ 0 h 61"/>
                <a:gd name="T10" fmla="*/ 16 w 41"/>
                <a:gd name="T11" fmla="*/ 5 h 61"/>
                <a:gd name="T12" fmla="*/ 13 w 41"/>
                <a:gd name="T13" fmla="*/ 18 h 61"/>
                <a:gd name="T14" fmla="*/ 4 w 41"/>
                <a:gd name="T15" fmla="*/ 18 h 61"/>
                <a:gd name="T16" fmla="*/ 0 w 41"/>
                <a:gd name="T17" fmla="*/ 21 h 61"/>
                <a:gd name="T18" fmla="*/ 2 w 41"/>
                <a:gd name="T19" fmla="*/ 25 h 61"/>
                <a:gd name="T20" fmla="*/ 6 w 41"/>
                <a:gd name="T21" fmla="*/ 27 h 61"/>
                <a:gd name="T22" fmla="*/ 7 w 41"/>
                <a:gd name="T23" fmla="*/ 27 h 61"/>
                <a:gd name="T24" fmla="*/ 10 w 41"/>
                <a:gd name="T25" fmla="*/ 26 h 61"/>
                <a:gd name="T26" fmla="*/ 6 w 41"/>
                <a:gd name="T27" fmla="*/ 48 h 61"/>
                <a:gd name="T28" fmla="*/ 9 w 41"/>
                <a:gd name="T29" fmla="*/ 58 h 61"/>
                <a:gd name="T30" fmla="*/ 17 w 41"/>
                <a:gd name="T31" fmla="*/ 61 h 61"/>
                <a:gd name="T32" fmla="*/ 29 w 41"/>
                <a:gd name="T33" fmla="*/ 56 h 61"/>
                <a:gd name="T34" fmla="*/ 35 w 41"/>
                <a:gd name="T35" fmla="*/ 48 h 61"/>
                <a:gd name="T36" fmla="*/ 35 w 41"/>
                <a:gd name="T37" fmla="*/ 46 h 61"/>
                <a:gd name="T38" fmla="*/ 33 w 41"/>
                <a:gd name="T39" fmla="*/ 46 h 61"/>
                <a:gd name="T40" fmla="*/ 29 w 41"/>
                <a:gd name="T41" fmla="*/ 48 h 61"/>
                <a:gd name="T42" fmla="*/ 24 w 41"/>
                <a:gd name="T43" fmla="*/ 51 h 61"/>
                <a:gd name="T44" fmla="*/ 19 w 41"/>
                <a:gd name="T45" fmla="*/ 52 h 61"/>
                <a:gd name="T46" fmla="*/ 17 w 41"/>
                <a:gd name="T47" fmla="*/ 51 h 61"/>
                <a:gd name="T48" fmla="*/ 16 w 41"/>
                <a:gd name="T49" fmla="*/ 46 h 61"/>
                <a:gd name="T50" fmla="*/ 18 w 41"/>
                <a:gd name="T51" fmla="*/ 35 h 61"/>
                <a:gd name="T52" fmla="*/ 20 w 41"/>
                <a:gd name="T53" fmla="*/ 26 h 61"/>
                <a:gd name="T54" fmla="*/ 34 w 41"/>
                <a:gd name="T55" fmla="*/ 23 h 61"/>
                <a:gd name="T56" fmla="*/ 41 w 41"/>
                <a:gd name="T57" fmla="*/ 19 h 61"/>
                <a:gd name="T58" fmla="*/ 40 w 41"/>
                <a:gd name="T59" fmla="*/ 16 h 61"/>
                <a:gd name="T60" fmla="*/ 37 w 41"/>
                <a:gd name="T61" fmla="*/ 1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1" h="61">
                  <a:moveTo>
                    <a:pt x="37" y="16"/>
                  </a:moveTo>
                  <a:cubicBezTo>
                    <a:pt x="36" y="16"/>
                    <a:pt x="31" y="16"/>
                    <a:pt x="23" y="17"/>
                  </a:cubicBezTo>
                  <a:cubicBezTo>
                    <a:pt x="25" y="9"/>
                    <a:pt x="26" y="4"/>
                    <a:pt x="26" y="4"/>
                  </a:cubicBezTo>
                  <a:cubicBezTo>
                    <a:pt x="26" y="3"/>
                    <a:pt x="26" y="2"/>
                    <a:pt x="25" y="1"/>
                  </a:cubicBezTo>
                  <a:cubicBezTo>
                    <a:pt x="24" y="0"/>
                    <a:pt x="23" y="0"/>
                    <a:pt x="21" y="0"/>
                  </a:cubicBezTo>
                  <a:cubicBezTo>
                    <a:pt x="19" y="0"/>
                    <a:pt x="17" y="1"/>
                    <a:pt x="16" y="5"/>
                  </a:cubicBezTo>
                  <a:cubicBezTo>
                    <a:pt x="15" y="10"/>
                    <a:pt x="14" y="14"/>
                    <a:pt x="13" y="18"/>
                  </a:cubicBezTo>
                  <a:cubicBezTo>
                    <a:pt x="4" y="18"/>
                    <a:pt x="4" y="18"/>
                    <a:pt x="4" y="18"/>
                  </a:cubicBezTo>
                  <a:cubicBezTo>
                    <a:pt x="1" y="18"/>
                    <a:pt x="0" y="19"/>
                    <a:pt x="0" y="21"/>
                  </a:cubicBezTo>
                  <a:cubicBezTo>
                    <a:pt x="0" y="23"/>
                    <a:pt x="1" y="25"/>
                    <a:pt x="2" y="25"/>
                  </a:cubicBezTo>
                  <a:cubicBezTo>
                    <a:pt x="3" y="26"/>
                    <a:pt x="4" y="27"/>
                    <a:pt x="6" y="27"/>
                  </a:cubicBezTo>
                  <a:cubicBezTo>
                    <a:pt x="7" y="27"/>
                    <a:pt x="7" y="27"/>
                    <a:pt x="7" y="27"/>
                  </a:cubicBezTo>
                  <a:cubicBezTo>
                    <a:pt x="7" y="27"/>
                    <a:pt x="8" y="26"/>
                    <a:pt x="10" y="26"/>
                  </a:cubicBezTo>
                  <a:cubicBezTo>
                    <a:pt x="7" y="37"/>
                    <a:pt x="6" y="45"/>
                    <a:pt x="6" y="48"/>
                  </a:cubicBezTo>
                  <a:cubicBezTo>
                    <a:pt x="6" y="52"/>
                    <a:pt x="7" y="55"/>
                    <a:pt x="9" y="58"/>
                  </a:cubicBezTo>
                  <a:cubicBezTo>
                    <a:pt x="11" y="60"/>
                    <a:pt x="14" y="61"/>
                    <a:pt x="17" y="61"/>
                  </a:cubicBezTo>
                  <a:cubicBezTo>
                    <a:pt x="21" y="61"/>
                    <a:pt x="26" y="59"/>
                    <a:pt x="29" y="56"/>
                  </a:cubicBezTo>
                  <a:cubicBezTo>
                    <a:pt x="33" y="53"/>
                    <a:pt x="35" y="50"/>
                    <a:pt x="35" y="48"/>
                  </a:cubicBezTo>
                  <a:cubicBezTo>
                    <a:pt x="35" y="47"/>
                    <a:pt x="35" y="47"/>
                    <a:pt x="35" y="46"/>
                  </a:cubicBezTo>
                  <a:cubicBezTo>
                    <a:pt x="34" y="46"/>
                    <a:pt x="33" y="46"/>
                    <a:pt x="33" y="46"/>
                  </a:cubicBezTo>
                  <a:cubicBezTo>
                    <a:pt x="32" y="46"/>
                    <a:pt x="30" y="46"/>
                    <a:pt x="29" y="48"/>
                  </a:cubicBezTo>
                  <a:cubicBezTo>
                    <a:pt x="27" y="49"/>
                    <a:pt x="25" y="51"/>
                    <a:pt x="24" y="51"/>
                  </a:cubicBezTo>
                  <a:cubicBezTo>
                    <a:pt x="22" y="52"/>
                    <a:pt x="21" y="52"/>
                    <a:pt x="19" y="52"/>
                  </a:cubicBezTo>
                  <a:cubicBezTo>
                    <a:pt x="18" y="52"/>
                    <a:pt x="17" y="51"/>
                    <a:pt x="17" y="51"/>
                  </a:cubicBezTo>
                  <a:cubicBezTo>
                    <a:pt x="16" y="50"/>
                    <a:pt x="16" y="48"/>
                    <a:pt x="16" y="46"/>
                  </a:cubicBezTo>
                  <a:cubicBezTo>
                    <a:pt x="16" y="45"/>
                    <a:pt x="17" y="41"/>
                    <a:pt x="18" y="35"/>
                  </a:cubicBezTo>
                  <a:cubicBezTo>
                    <a:pt x="19" y="29"/>
                    <a:pt x="20" y="26"/>
                    <a:pt x="20" y="26"/>
                  </a:cubicBezTo>
                  <a:cubicBezTo>
                    <a:pt x="34" y="23"/>
                    <a:pt x="34" y="23"/>
                    <a:pt x="34" y="23"/>
                  </a:cubicBezTo>
                  <a:cubicBezTo>
                    <a:pt x="39" y="23"/>
                    <a:pt x="41" y="21"/>
                    <a:pt x="41" y="19"/>
                  </a:cubicBezTo>
                  <a:cubicBezTo>
                    <a:pt x="41" y="17"/>
                    <a:pt x="40" y="17"/>
                    <a:pt x="40" y="16"/>
                  </a:cubicBezTo>
                  <a:cubicBezTo>
                    <a:pt x="39" y="16"/>
                    <a:pt x="39" y="16"/>
                    <a:pt x="37"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1" name="Freeform 516"/>
            <p:cNvSpPr>
              <a:spLocks/>
            </p:cNvSpPr>
            <p:nvPr/>
          </p:nvSpPr>
          <p:spPr bwMode="auto">
            <a:xfrm>
              <a:off x="10758488" y="6386513"/>
              <a:ext cx="22225" cy="66675"/>
            </a:xfrm>
            <a:custGeom>
              <a:avLst/>
              <a:gdLst>
                <a:gd name="T0" fmla="*/ 9 w 15"/>
                <a:gd name="T1" fmla="*/ 0 h 45"/>
                <a:gd name="T2" fmla="*/ 5 w 15"/>
                <a:gd name="T3" fmla="*/ 2 h 45"/>
                <a:gd name="T4" fmla="*/ 4 w 15"/>
                <a:gd name="T5" fmla="*/ 7 h 45"/>
                <a:gd name="T6" fmla="*/ 3 w 15"/>
                <a:gd name="T7" fmla="*/ 16 h 45"/>
                <a:gd name="T8" fmla="*/ 3 w 15"/>
                <a:gd name="T9" fmla="*/ 16 h 45"/>
                <a:gd name="T10" fmla="*/ 2 w 15"/>
                <a:gd name="T11" fmla="*/ 20 h 45"/>
                <a:gd name="T12" fmla="*/ 0 w 15"/>
                <a:gd name="T13" fmla="*/ 37 h 45"/>
                <a:gd name="T14" fmla="*/ 5 w 15"/>
                <a:gd name="T15" fmla="*/ 45 h 45"/>
                <a:gd name="T16" fmla="*/ 9 w 15"/>
                <a:gd name="T17" fmla="*/ 44 h 45"/>
                <a:gd name="T18" fmla="*/ 11 w 15"/>
                <a:gd name="T19" fmla="*/ 41 h 45"/>
                <a:gd name="T20" fmla="*/ 11 w 15"/>
                <a:gd name="T21" fmla="*/ 40 h 45"/>
                <a:gd name="T22" fmla="*/ 10 w 15"/>
                <a:gd name="T23" fmla="*/ 33 h 45"/>
                <a:gd name="T24" fmla="*/ 10 w 15"/>
                <a:gd name="T25" fmla="*/ 25 h 45"/>
                <a:gd name="T26" fmla="*/ 13 w 15"/>
                <a:gd name="T27" fmla="*/ 12 h 45"/>
                <a:gd name="T28" fmla="*/ 13 w 15"/>
                <a:gd name="T29" fmla="*/ 11 h 45"/>
                <a:gd name="T30" fmla="*/ 15 w 15"/>
                <a:gd name="T31" fmla="*/ 4 h 45"/>
                <a:gd name="T32" fmla="*/ 13 w 15"/>
                <a:gd name="T33" fmla="*/ 1 h 45"/>
                <a:gd name="T34" fmla="*/ 9 w 15"/>
                <a:gd name="T35"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45">
                  <a:moveTo>
                    <a:pt x="9" y="0"/>
                  </a:moveTo>
                  <a:cubicBezTo>
                    <a:pt x="7" y="0"/>
                    <a:pt x="6" y="1"/>
                    <a:pt x="5" y="2"/>
                  </a:cubicBezTo>
                  <a:cubicBezTo>
                    <a:pt x="4" y="4"/>
                    <a:pt x="4" y="5"/>
                    <a:pt x="4" y="7"/>
                  </a:cubicBezTo>
                  <a:cubicBezTo>
                    <a:pt x="4" y="8"/>
                    <a:pt x="4" y="11"/>
                    <a:pt x="3" y="16"/>
                  </a:cubicBezTo>
                  <a:cubicBezTo>
                    <a:pt x="3" y="16"/>
                    <a:pt x="3" y="16"/>
                    <a:pt x="3" y="16"/>
                  </a:cubicBezTo>
                  <a:cubicBezTo>
                    <a:pt x="2" y="17"/>
                    <a:pt x="2" y="18"/>
                    <a:pt x="2" y="20"/>
                  </a:cubicBezTo>
                  <a:cubicBezTo>
                    <a:pt x="1" y="27"/>
                    <a:pt x="0" y="32"/>
                    <a:pt x="0" y="37"/>
                  </a:cubicBezTo>
                  <a:cubicBezTo>
                    <a:pt x="0" y="42"/>
                    <a:pt x="2" y="45"/>
                    <a:pt x="5" y="45"/>
                  </a:cubicBezTo>
                  <a:cubicBezTo>
                    <a:pt x="7" y="45"/>
                    <a:pt x="8" y="45"/>
                    <a:pt x="9" y="44"/>
                  </a:cubicBezTo>
                  <a:cubicBezTo>
                    <a:pt x="10" y="42"/>
                    <a:pt x="11" y="42"/>
                    <a:pt x="11" y="41"/>
                  </a:cubicBezTo>
                  <a:cubicBezTo>
                    <a:pt x="11" y="41"/>
                    <a:pt x="11" y="40"/>
                    <a:pt x="11" y="40"/>
                  </a:cubicBezTo>
                  <a:cubicBezTo>
                    <a:pt x="10" y="37"/>
                    <a:pt x="10" y="35"/>
                    <a:pt x="10" y="33"/>
                  </a:cubicBezTo>
                  <a:cubicBezTo>
                    <a:pt x="10" y="31"/>
                    <a:pt x="10" y="28"/>
                    <a:pt x="10" y="25"/>
                  </a:cubicBezTo>
                  <a:cubicBezTo>
                    <a:pt x="11" y="22"/>
                    <a:pt x="12" y="17"/>
                    <a:pt x="13" y="12"/>
                  </a:cubicBezTo>
                  <a:cubicBezTo>
                    <a:pt x="13" y="11"/>
                    <a:pt x="13" y="11"/>
                    <a:pt x="13" y="11"/>
                  </a:cubicBezTo>
                  <a:cubicBezTo>
                    <a:pt x="14" y="8"/>
                    <a:pt x="15" y="5"/>
                    <a:pt x="15" y="4"/>
                  </a:cubicBezTo>
                  <a:cubicBezTo>
                    <a:pt x="15" y="3"/>
                    <a:pt x="14" y="2"/>
                    <a:pt x="13" y="1"/>
                  </a:cubicBezTo>
                  <a:cubicBezTo>
                    <a:pt x="12" y="1"/>
                    <a:pt x="11"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2" name="Freeform 517"/>
            <p:cNvSpPr>
              <a:spLocks/>
            </p:cNvSpPr>
            <p:nvPr/>
          </p:nvSpPr>
          <p:spPr bwMode="auto">
            <a:xfrm>
              <a:off x="10771188" y="6351588"/>
              <a:ext cx="19050" cy="19050"/>
            </a:xfrm>
            <a:custGeom>
              <a:avLst/>
              <a:gdLst>
                <a:gd name="T0" fmla="*/ 7 w 13"/>
                <a:gd name="T1" fmla="*/ 0 h 12"/>
                <a:gd name="T2" fmla="*/ 2 w 13"/>
                <a:gd name="T3" fmla="*/ 1 h 12"/>
                <a:gd name="T4" fmla="*/ 0 w 13"/>
                <a:gd name="T5" fmla="*/ 6 h 12"/>
                <a:gd name="T6" fmla="*/ 2 w 13"/>
                <a:gd name="T7" fmla="*/ 10 h 12"/>
                <a:gd name="T8" fmla="*/ 6 w 13"/>
                <a:gd name="T9" fmla="*/ 12 h 12"/>
                <a:gd name="T10" fmla="*/ 11 w 13"/>
                <a:gd name="T11" fmla="*/ 10 h 12"/>
                <a:gd name="T12" fmla="*/ 13 w 13"/>
                <a:gd name="T13" fmla="*/ 5 h 12"/>
                <a:gd name="T14" fmla="*/ 12 w 13"/>
                <a:gd name="T15" fmla="*/ 1 h 12"/>
                <a:gd name="T16" fmla="*/ 7 w 1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2">
                  <a:moveTo>
                    <a:pt x="7" y="0"/>
                  </a:moveTo>
                  <a:cubicBezTo>
                    <a:pt x="5" y="0"/>
                    <a:pt x="3" y="0"/>
                    <a:pt x="2" y="1"/>
                  </a:cubicBezTo>
                  <a:cubicBezTo>
                    <a:pt x="1" y="3"/>
                    <a:pt x="0" y="4"/>
                    <a:pt x="0" y="6"/>
                  </a:cubicBezTo>
                  <a:cubicBezTo>
                    <a:pt x="0" y="8"/>
                    <a:pt x="1" y="9"/>
                    <a:pt x="2" y="10"/>
                  </a:cubicBezTo>
                  <a:cubicBezTo>
                    <a:pt x="3" y="12"/>
                    <a:pt x="5" y="12"/>
                    <a:pt x="6" y="12"/>
                  </a:cubicBezTo>
                  <a:cubicBezTo>
                    <a:pt x="8" y="12"/>
                    <a:pt x="9" y="12"/>
                    <a:pt x="11" y="10"/>
                  </a:cubicBezTo>
                  <a:cubicBezTo>
                    <a:pt x="13" y="9"/>
                    <a:pt x="13" y="7"/>
                    <a:pt x="13" y="5"/>
                  </a:cubicBezTo>
                  <a:cubicBezTo>
                    <a:pt x="13" y="4"/>
                    <a:pt x="13" y="2"/>
                    <a:pt x="12" y="1"/>
                  </a:cubicBezTo>
                  <a:cubicBezTo>
                    <a:pt x="11" y="0"/>
                    <a:pt x="9"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3" name="Freeform 518"/>
            <p:cNvSpPr>
              <a:spLocks/>
            </p:cNvSpPr>
            <p:nvPr/>
          </p:nvSpPr>
          <p:spPr bwMode="auto">
            <a:xfrm>
              <a:off x="10791825" y="6345238"/>
              <a:ext cx="52388" cy="111125"/>
            </a:xfrm>
            <a:custGeom>
              <a:avLst/>
              <a:gdLst>
                <a:gd name="T0" fmla="*/ 27 w 35"/>
                <a:gd name="T1" fmla="*/ 20 h 75"/>
                <a:gd name="T2" fmla="*/ 29 w 35"/>
                <a:gd name="T3" fmla="*/ 20 h 75"/>
                <a:gd name="T4" fmla="*/ 33 w 35"/>
                <a:gd name="T5" fmla="*/ 17 h 75"/>
                <a:gd name="T6" fmla="*/ 35 w 35"/>
                <a:gd name="T7" fmla="*/ 9 h 75"/>
                <a:gd name="T8" fmla="*/ 32 w 35"/>
                <a:gd name="T9" fmla="*/ 2 h 75"/>
                <a:gd name="T10" fmla="*/ 25 w 35"/>
                <a:gd name="T11" fmla="*/ 0 h 75"/>
                <a:gd name="T12" fmla="*/ 13 w 35"/>
                <a:gd name="T13" fmla="*/ 5 h 75"/>
                <a:gd name="T14" fmla="*/ 6 w 35"/>
                <a:gd name="T15" fmla="*/ 24 h 75"/>
                <a:gd name="T16" fmla="*/ 5 w 35"/>
                <a:gd name="T17" fmla="*/ 29 h 75"/>
                <a:gd name="T18" fmla="*/ 3 w 35"/>
                <a:gd name="T19" fmla="*/ 31 h 75"/>
                <a:gd name="T20" fmla="*/ 0 w 35"/>
                <a:gd name="T21" fmla="*/ 36 h 75"/>
                <a:gd name="T22" fmla="*/ 3 w 35"/>
                <a:gd name="T23" fmla="*/ 40 h 75"/>
                <a:gd name="T24" fmla="*/ 4 w 35"/>
                <a:gd name="T25" fmla="*/ 40 h 75"/>
                <a:gd name="T26" fmla="*/ 2 w 35"/>
                <a:gd name="T27" fmla="*/ 53 h 75"/>
                <a:gd name="T28" fmla="*/ 1 w 35"/>
                <a:gd name="T29" fmla="*/ 68 h 75"/>
                <a:gd name="T30" fmla="*/ 6 w 35"/>
                <a:gd name="T31" fmla="*/ 75 h 75"/>
                <a:gd name="T32" fmla="*/ 10 w 35"/>
                <a:gd name="T33" fmla="*/ 74 h 75"/>
                <a:gd name="T34" fmla="*/ 12 w 35"/>
                <a:gd name="T35" fmla="*/ 72 h 75"/>
                <a:gd name="T36" fmla="*/ 11 w 35"/>
                <a:gd name="T37" fmla="*/ 64 h 75"/>
                <a:gd name="T38" fmla="*/ 11 w 35"/>
                <a:gd name="T39" fmla="*/ 57 h 75"/>
                <a:gd name="T40" fmla="*/ 12 w 35"/>
                <a:gd name="T41" fmla="*/ 50 h 75"/>
                <a:gd name="T42" fmla="*/ 12 w 35"/>
                <a:gd name="T43" fmla="*/ 50 h 75"/>
                <a:gd name="T44" fmla="*/ 14 w 35"/>
                <a:gd name="T45" fmla="*/ 39 h 75"/>
                <a:gd name="T46" fmla="*/ 18 w 35"/>
                <a:gd name="T47" fmla="*/ 39 h 75"/>
                <a:gd name="T48" fmla="*/ 27 w 35"/>
                <a:gd name="T49" fmla="*/ 38 h 75"/>
                <a:gd name="T50" fmla="*/ 31 w 35"/>
                <a:gd name="T51" fmla="*/ 34 h 75"/>
                <a:gd name="T52" fmla="*/ 27 w 35"/>
                <a:gd name="T53" fmla="*/ 31 h 75"/>
                <a:gd name="T54" fmla="*/ 15 w 35"/>
                <a:gd name="T55" fmla="*/ 31 h 75"/>
                <a:gd name="T56" fmla="*/ 15 w 35"/>
                <a:gd name="T57" fmla="*/ 30 h 75"/>
                <a:gd name="T58" fmla="*/ 17 w 35"/>
                <a:gd name="T59" fmla="*/ 16 h 75"/>
                <a:gd name="T60" fmla="*/ 24 w 35"/>
                <a:gd name="T61" fmla="*/ 8 h 75"/>
                <a:gd name="T62" fmla="*/ 26 w 35"/>
                <a:gd name="T63" fmla="*/ 14 h 75"/>
                <a:gd name="T64" fmla="*/ 26 w 35"/>
                <a:gd name="T65" fmla="*/ 18 h 75"/>
                <a:gd name="T66" fmla="*/ 27 w 35"/>
                <a:gd name="T67" fmla="*/ 2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 h="75">
                  <a:moveTo>
                    <a:pt x="27" y="20"/>
                  </a:moveTo>
                  <a:cubicBezTo>
                    <a:pt x="27" y="20"/>
                    <a:pt x="28" y="20"/>
                    <a:pt x="29" y="20"/>
                  </a:cubicBezTo>
                  <a:cubicBezTo>
                    <a:pt x="31" y="20"/>
                    <a:pt x="32" y="19"/>
                    <a:pt x="33" y="17"/>
                  </a:cubicBezTo>
                  <a:cubicBezTo>
                    <a:pt x="34" y="14"/>
                    <a:pt x="35" y="11"/>
                    <a:pt x="35" y="9"/>
                  </a:cubicBezTo>
                  <a:cubicBezTo>
                    <a:pt x="35" y="6"/>
                    <a:pt x="34" y="4"/>
                    <a:pt x="32" y="2"/>
                  </a:cubicBezTo>
                  <a:cubicBezTo>
                    <a:pt x="30" y="1"/>
                    <a:pt x="28" y="0"/>
                    <a:pt x="25" y="0"/>
                  </a:cubicBezTo>
                  <a:cubicBezTo>
                    <a:pt x="20" y="0"/>
                    <a:pt x="16" y="1"/>
                    <a:pt x="13" y="5"/>
                  </a:cubicBezTo>
                  <a:cubicBezTo>
                    <a:pt x="10" y="9"/>
                    <a:pt x="8" y="15"/>
                    <a:pt x="6" y="24"/>
                  </a:cubicBezTo>
                  <a:cubicBezTo>
                    <a:pt x="6" y="26"/>
                    <a:pt x="5" y="28"/>
                    <a:pt x="5" y="29"/>
                  </a:cubicBezTo>
                  <a:cubicBezTo>
                    <a:pt x="5" y="30"/>
                    <a:pt x="4" y="31"/>
                    <a:pt x="3" y="31"/>
                  </a:cubicBezTo>
                  <a:cubicBezTo>
                    <a:pt x="1" y="33"/>
                    <a:pt x="0" y="35"/>
                    <a:pt x="0" y="36"/>
                  </a:cubicBezTo>
                  <a:cubicBezTo>
                    <a:pt x="0" y="37"/>
                    <a:pt x="1" y="38"/>
                    <a:pt x="3" y="40"/>
                  </a:cubicBezTo>
                  <a:cubicBezTo>
                    <a:pt x="3" y="40"/>
                    <a:pt x="4" y="40"/>
                    <a:pt x="4" y="40"/>
                  </a:cubicBezTo>
                  <a:cubicBezTo>
                    <a:pt x="4" y="43"/>
                    <a:pt x="3" y="47"/>
                    <a:pt x="2" y="53"/>
                  </a:cubicBezTo>
                  <a:cubicBezTo>
                    <a:pt x="1" y="61"/>
                    <a:pt x="1" y="66"/>
                    <a:pt x="1" y="68"/>
                  </a:cubicBezTo>
                  <a:cubicBezTo>
                    <a:pt x="1" y="73"/>
                    <a:pt x="2" y="75"/>
                    <a:pt x="6" y="75"/>
                  </a:cubicBezTo>
                  <a:cubicBezTo>
                    <a:pt x="7" y="75"/>
                    <a:pt x="9" y="75"/>
                    <a:pt x="10" y="74"/>
                  </a:cubicBezTo>
                  <a:cubicBezTo>
                    <a:pt x="11" y="73"/>
                    <a:pt x="11" y="73"/>
                    <a:pt x="12" y="72"/>
                  </a:cubicBezTo>
                  <a:cubicBezTo>
                    <a:pt x="11" y="69"/>
                    <a:pt x="11" y="66"/>
                    <a:pt x="11" y="64"/>
                  </a:cubicBezTo>
                  <a:cubicBezTo>
                    <a:pt x="11" y="62"/>
                    <a:pt x="11" y="60"/>
                    <a:pt x="11" y="57"/>
                  </a:cubicBezTo>
                  <a:cubicBezTo>
                    <a:pt x="12" y="50"/>
                    <a:pt x="12" y="50"/>
                    <a:pt x="12" y="50"/>
                  </a:cubicBezTo>
                  <a:cubicBezTo>
                    <a:pt x="12" y="50"/>
                    <a:pt x="12" y="50"/>
                    <a:pt x="12" y="50"/>
                  </a:cubicBezTo>
                  <a:cubicBezTo>
                    <a:pt x="12" y="47"/>
                    <a:pt x="13" y="43"/>
                    <a:pt x="14" y="39"/>
                  </a:cubicBezTo>
                  <a:cubicBezTo>
                    <a:pt x="14" y="39"/>
                    <a:pt x="16" y="39"/>
                    <a:pt x="18" y="39"/>
                  </a:cubicBezTo>
                  <a:cubicBezTo>
                    <a:pt x="21" y="39"/>
                    <a:pt x="24" y="38"/>
                    <a:pt x="27" y="38"/>
                  </a:cubicBezTo>
                  <a:cubicBezTo>
                    <a:pt x="29" y="37"/>
                    <a:pt x="31" y="35"/>
                    <a:pt x="31" y="34"/>
                  </a:cubicBezTo>
                  <a:cubicBezTo>
                    <a:pt x="31" y="32"/>
                    <a:pt x="30" y="31"/>
                    <a:pt x="27" y="31"/>
                  </a:cubicBezTo>
                  <a:cubicBezTo>
                    <a:pt x="25" y="31"/>
                    <a:pt x="21" y="31"/>
                    <a:pt x="15" y="31"/>
                  </a:cubicBezTo>
                  <a:cubicBezTo>
                    <a:pt x="15" y="31"/>
                    <a:pt x="15" y="31"/>
                    <a:pt x="15" y="30"/>
                  </a:cubicBezTo>
                  <a:cubicBezTo>
                    <a:pt x="15" y="26"/>
                    <a:pt x="16" y="22"/>
                    <a:pt x="17" y="16"/>
                  </a:cubicBezTo>
                  <a:cubicBezTo>
                    <a:pt x="19" y="11"/>
                    <a:pt x="21" y="8"/>
                    <a:pt x="24" y="8"/>
                  </a:cubicBezTo>
                  <a:cubicBezTo>
                    <a:pt x="25" y="8"/>
                    <a:pt x="26" y="10"/>
                    <a:pt x="26" y="14"/>
                  </a:cubicBezTo>
                  <a:cubicBezTo>
                    <a:pt x="26" y="18"/>
                    <a:pt x="26" y="18"/>
                    <a:pt x="26" y="18"/>
                  </a:cubicBezTo>
                  <a:cubicBezTo>
                    <a:pt x="26" y="19"/>
                    <a:pt x="26" y="19"/>
                    <a:pt x="27"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4" name="Freeform 519"/>
            <p:cNvSpPr>
              <a:spLocks/>
            </p:cNvSpPr>
            <p:nvPr/>
          </p:nvSpPr>
          <p:spPr bwMode="auto">
            <a:xfrm>
              <a:off x="10853738" y="6351588"/>
              <a:ext cx="20638" cy="19050"/>
            </a:xfrm>
            <a:custGeom>
              <a:avLst/>
              <a:gdLst>
                <a:gd name="T0" fmla="*/ 12 w 14"/>
                <a:gd name="T1" fmla="*/ 1 h 12"/>
                <a:gd name="T2" fmla="*/ 8 w 14"/>
                <a:gd name="T3" fmla="*/ 0 h 12"/>
                <a:gd name="T4" fmla="*/ 2 w 14"/>
                <a:gd name="T5" fmla="*/ 1 h 12"/>
                <a:gd name="T6" fmla="*/ 0 w 14"/>
                <a:gd name="T7" fmla="*/ 6 h 12"/>
                <a:gd name="T8" fmla="*/ 2 w 14"/>
                <a:gd name="T9" fmla="*/ 10 h 12"/>
                <a:gd name="T10" fmla="*/ 7 w 14"/>
                <a:gd name="T11" fmla="*/ 12 h 12"/>
                <a:gd name="T12" fmla="*/ 11 w 14"/>
                <a:gd name="T13" fmla="*/ 10 h 12"/>
                <a:gd name="T14" fmla="*/ 14 w 14"/>
                <a:gd name="T15" fmla="*/ 5 h 12"/>
                <a:gd name="T16" fmla="*/ 12 w 14"/>
                <a:gd name="T17"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2">
                  <a:moveTo>
                    <a:pt x="12" y="1"/>
                  </a:moveTo>
                  <a:cubicBezTo>
                    <a:pt x="11" y="0"/>
                    <a:pt x="9" y="0"/>
                    <a:pt x="8" y="0"/>
                  </a:cubicBezTo>
                  <a:cubicBezTo>
                    <a:pt x="5" y="0"/>
                    <a:pt x="3" y="0"/>
                    <a:pt x="2" y="1"/>
                  </a:cubicBezTo>
                  <a:cubicBezTo>
                    <a:pt x="1" y="3"/>
                    <a:pt x="0" y="4"/>
                    <a:pt x="0" y="6"/>
                  </a:cubicBezTo>
                  <a:cubicBezTo>
                    <a:pt x="0" y="8"/>
                    <a:pt x="1" y="9"/>
                    <a:pt x="2" y="10"/>
                  </a:cubicBezTo>
                  <a:cubicBezTo>
                    <a:pt x="3" y="12"/>
                    <a:pt x="5" y="12"/>
                    <a:pt x="7" y="12"/>
                  </a:cubicBezTo>
                  <a:cubicBezTo>
                    <a:pt x="8" y="12"/>
                    <a:pt x="9" y="12"/>
                    <a:pt x="11" y="10"/>
                  </a:cubicBezTo>
                  <a:cubicBezTo>
                    <a:pt x="13" y="9"/>
                    <a:pt x="14" y="7"/>
                    <a:pt x="14" y="5"/>
                  </a:cubicBezTo>
                  <a:cubicBezTo>
                    <a:pt x="14" y="4"/>
                    <a:pt x="13" y="2"/>
                    <a:pt x="1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5" name="Freeform 520"/>
            <p:cNvSpPr>
              <a:spLocks/>
            </p:cNvSpPr>
            <p:nvPr/>
          </p:nvSpPr>
          <p:spPr bwMode="auto">
            <a:xfrm>
              <a:off x="10839450" y="6386513"/>
              <a:ext cx="23813" cy="66675"/>
            </a:xfrm>
            <a:custGeom>
              <a:avLst/>
              <a:gdLst>
                <a:gd name="T0" fmla="*/ 9 w 15"/>
                <a:gd name="T1" fmla="*/ 0 h 45"/>
                <a:gd name="T2" fmla="*/ 6 w 15"/>
                <a:gd name="T3" fmla="*/ 2 h 45"/>
                <a:gd name="T4" fmla="*/ 4 w 15"/>
                <a:gd name="T5" fmla="*/ 7 h 45"/>
                <a:gd name="T6" fmla="*/ 3 w 15"/>
                <a:gd name="T7" fmla="*/ 16 h 45"/>
                <a:gd name="T8" fmla="*/ 3 w 15"/>
                <a:gd name="T9" fmla="*/ 16 h 45"/>
                <a:gd name="T10" fmla="*/ 2 w 15"/>
                <a:gd name="T11" fmla="*/ 20 h 45"/>
                <a:gd name="T12" fmla="*/ 0 w 15"/>
                <a:gd name="T13" fmla="*/ 37 h 45"/>
                <a:gd name="T14" fmla="*/ 6 w 15"/>
                <a:gd name="T15" fmla="*/ 45 h 45"/>
                <a:gd name="T16" fmla="*/ 9 w 15"/>
                <a:gd name="T17" fmla="*/ 44 h 45"/>
                <a:gd name="T18" fmla="*/ 11 w 15"/>
                <a:gd name="T19" fmla="*/ 41 h 45"/>
                <a:gd name="T20" fmla="*/ 11 w 15"/>
                <a:gd name="T21" fmla="*/ 40 h 45"/>
                <a:gd name="T22" fmla="*/ 10 w 15"/>
                <a:gd name="T23" fmla="*/ 33 h 45"/>
                <a:gd name="T24" fmla="*/ 11 w 15"/>
                <a:gd name="T25" fmla="*/ 25 h 45"/>
                <a:gd name="T26" fmla="*/ 13 w 15"/>
                <a:gd name="T27" fmla="*/ 12 h 45"/>
                <a:gd name="T28" fmla="*/ 14 w 15"/>
                <a:gd name="T29" fmla="*/ 11 h 45"/>
                <a:gd name="T30" fmla="*/ 15 w 15"/>
                <a:gd name="T31" fmla="*/ 4 h 45"/>
                <a:gd name="T32" fmla="*/ 14 w 15"/>
                <a:gd name="T33" fmla="*/ 1 h 45"/>
                <a:gd name="T34" fmla="*/ 9 w 15"/>
                <a:gd name="T35"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45">
                  <a:moveTo>
                    <a:pt x="9" y="0"/>
                  </a:moveTo>
                  <a:cubicBezTo>
                    <a:pt x="8" y="0"/>
                    <a:pt x="6" y="1"/>
                    <a:pt x="6" y="2"/>
                  </a:cubicBezTo>
                  <a:cubicBezTo>
                    <a:pt x="5" y="4"/>
                    <a:pt x="4" y="5"/>
                    <a:pt x="4" y="7"/>
                  </a:cubicBezTo>
                  <a:cubicBezTo>
                    <a:pt x="4" y="8"/>
                    <a:pt x="4" y="11"/>
                    <a:pt x="3" y="16"/>
                  </a:cubicBezTo>
                  <a:cubicBezTo>
                    <a:pt x="3" y="16"/>
                    <a:pt x="3" y="16"/>
                    <a:pt x="3" y="16"/>
                  </a:cubicBezTo>
                  <a:cubicBezTo>
                    <a:pt x="3" y="17"/>
                    <a:pt x="2" y="18"/>
                    <a:pt x="2" y="20"/>
                  </a:cubicBezTo>
                  <a:cubicBezTo>
                    <a:pt x="1" y="27"/>
                    <a:pt x="0" y="32"/>
                    <a:pt x="0" y="37"/>
                  </a:cubicBezTo>
                  <a:cubicBezTo>
                    <a:pt x="0" y="42"/>
                    <a:pt x="2" y="45"/>
                    <a:pt x="6" y="45"/>
                  </a:cubicBezTo>
                  <a:cubicBezTo>
                    <a:pt x="7" y="45"/>
                    <a:pt x="8" y="45"/>
                    <a:pt x="9" y="44"/>
                  </a:cubicBezTo>
                  <a:cubicBezTo>
                    <a:pt x="11" y="42"/>
                    <a:pt x="11" y="42"/>
                    <a:pt x="11" y="41"/>
                  </a:cubicBezTo>
                  <a:cubicBezTo>
                    <a:pt x="11" y="41"/>
                    <a:pt x="11" y="40"/>
                    <a:pt x="11" y="40"/>
                  </a:cubicBezTo>
                  <a:cubicBezTo>
                    <a:pt x="11" y="37"/>
                    <a:pt x="10" y="35"/>
                    <a:pt x="10" y="33"/>
                  </a:cubicBezTo>
                  <a:cubicBezTo>
                    <a:pt x="10" y="31"/>
                    <a:pt x="10" y="28"/>
                    <a:pt x="11" y="25"/>
                  </a:cubicBezTo>
                  <a:cubicBezTo>
                    <a:pt x="11" y="22"/>
                    <a:pt x="12" y="17"/>
                    <a:pt x="13" y="12"/>
                  </a:cubicBezTo>
                  <a:cubicBezTo>
                    <a:pt x="14" y="11"/>
                    <a:pt x="14" y="11"/>
                    <a:pt x="14" y="11"/>
                  </a:cubicBezTo>
                  <a:cubicBezTo>
                    <a:pt x="15" y="8"/>
                    <a:pt x="15" y="5"/>
                    <a:pt x="15" y="4"/>
                  </a:cubicBezTo>
                  <a:cubicBezTo>
                    <a:pt x="15" y="3"/>
                    <a:pt x="15" y="2"/>
                    <a:pt x="14" y="1"/>
                  </a:cubicBezTo>
                  <a:cubicBezTo>
                    <a:pt x="13" y="1"/>
                    <a:pt x="11"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6" name="Freeform 521"/>
            <p:cNvSpPr>
              <a:spLocks/>
            </p:cNvSpPr>
            <p:nvPr/>
          </p:nvSpPr>
          <p:spPr bwMode="auto">
            <a:xfrm>
              <a:off x="10872788" y="6381750"/>
              <a:ext cx="55563" cy="71438"/>
            </a:xfrm>
            <a:custGeom>
              <a:avLst/>
              <a:gdLst>
                <a:gd name="T0" fmla="*/ 34 w 37"/>
                <a:gd name="T1" fmla="*/ 33 h 48"/>
                <a:gd name="T2" fmla="*/ 29 w 37"/>
                <a:gd name="T3" fmla="*/ 35 h 48"/>
                <a:gd name="T4" fmla="*/ 16 w 37"/>
                <a:gd name="T5" fmla="*/ 40 h 48"/>
                <a:gd name="T6" fmla="*/ 10 w 37"/>
                <a:gd name="T7" fmla="*/ 34 h 48"/>
                <a:gd name="T8" fmla="*/ 15 w 37"/>
                <a:gd name="T9" fmla="*/ 18 h 48"/>
                <a:gd name="T10" fmla="*/ 24 w 37"/>
                <a:gd name="T11" fmla="*/ 9 h 48"/>
                <a:gd name="T12" fmla="*/ 26 w 37"/>
                <a:gd name="T13" fmla="*/ 13 h 48"/>
                <a:gd name="T14" fmla="*/ 30 w 37"/>
                <a:gd name="T15" fmla="*/ 19 h 48"/>
                <a:gd name="T16" fmla="*/ 33 w 37"/>
                <a:gd name="T17" fmla="*/ 17 h 48"/>
                <a:gd name="T18" fmla="*/ 35 w 37"/>
                <a:gd name="T19" fmla="*/ 12 h 48"/>
                <a:gd name="T20" fmla="*/ 32 w 37"/>
                <a:gd name="T21" fmla="*/ 4 h 48"/>
                <a:gd name="T22" fmla="*/ 25 w 37"/>
                <a:gd name="T23" fmla="*/ 0 h 48"/>
                <a:gd name="T24" fmla="*/ 9 w 37"/>
                <a:gd name="T25" fmla="*/ 12 h 48"/>
                <a:gd name="T26" fmla="*/ 0 w 37"/>
                <a:gd name="T27" fmla="*/ 34 h 48"/>
                <a:gd name="T28" fmla="*/ 4 w 37"/>
                <a:gd name="T29" fmla="*/ 45 h 48"/>
                <a:gd name="T30" fmla="*/ 14 w 37"/>
                <a:gd name="T31" fmla="*/ 48 h 48"/>
                <a:gd name="T32" fmla="*/ 29 w 37"/>
                <a:gd name="T33" fmla="*/ 43 h 48"/>
                <a:gd name="T34" fmla="*/ 37 w 37"/>
                <a:gd name="T35" fmla="*/ 35 h 48"/>
                <a:gd name="T36" fmla="*/ 34 w 37"/>
                <a:gd name="T37" fmla="*/ 33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48">
                  <a:moveTo>
                    <a:pt x="34" y="33"/>
                  </a:moveTo>
                  <a:cubicBezTo>
                    <a:pt x="33" y="33"/>
                    <a:pt x="32" y="33"/>
                    <a:pt x="29" y="35"/>
                  </a:cubicBezTo>
                  <a:cubicBezTo>
                    <a:pt x="25" y="38"/>
                    <a:pt x="20" y="40"/>
                    <a:pt x="16" y="40"/>
                  </a:cubicBezTo>
                  <a:cubicBezTo>
                    <a:pt x="12" y="40"/>
                    <a:pt x="10" y="38"/>
                    <a:pt x="10" y="34"/>
                  </a:cubicBezTo>
                  <a:cubicBezTo>
                    <a:pt x="10" y="30"/>
                    <a:pt x="12" y="24"/>
                    <a:pt x="15" y="18"/>
                  </a:cubicBezTo>
                  <a:cubicBezTo>
                    <a:pt x="19" y="12"/>
                    <a:pt x="22" y="9"/>
                    <a:pt x="24" y="9"/>
                  </a:cubicBezTo>
                  <a:cubicBezTo>
                    <a:pt x="25" y="9"/>
                    <a:pt x="25" y="10"/>
                    <a:pt x="26" y="13"/>
                  </a:cubicBezTo>
                  <a:cubicBezTo>
                    <a:pt x="26" y="17"/>
                    <a:pt x="28" y="19"/>
                    <a:pt x="30" y="19"/>
                  </a:cubicBezTo>
                  <a:cubicBezTo>
                    <a:pt x="31" y="19"/>
                    <a:pt x="32" y="18"/>
                    <a:pt x="33" y="17"/>
                  </a:cubicBezTo>
                  <a:cubicBezTo>
                    <a:pt x="34" y="16"/>
                    <a:pt x="35" y="14"/>
                    <a:pt x="35" y="12"/>
                  </a:cubicBezTo>
                  <a:cubicBezTo>
                    <a:pt x="35" y="9"/>
                    <a:pt x="34" y="6"/>
                    <a:pt x="32" y="4"/>
                  </a:cubicBezTo>
                  <a:cubicBezTo>
                    <a:pt x="30" y="1"/>
                    <a:pt x="28" y="0"/>
                    <a:pt x="25" y="0"/>
                  </a:cubicBezTo>
                  <a:cubicBezTo>
                    <a:pt x="20" y="0"/>
                    <a:pt x="14" y="4"/>
                    <a:pt x="9" y="12"/>
                  </a:cubicBezTo>
                  <a:cubicBezTo>
                    <a:pt x="3" y="20"/>
                    <a:pt x="0" y="27"/>
                    <a:pt x="0" y="34"/>
                  </a:cubicBezTo>
                  <a:cubicBezTo>
                    <a:pt x="0" y="39"/>
                    <a:pt x="2" y="42"/>
                    <a:pt x="4" y="45"/>
                  </a:cubicBezTo>
                  <a:cubicBezTo>
                    <a:pt x="6" y="47"/>
                    <a:pt x="10" y="48"/>
                    <a:pt x="14" y="48"/>
                  </a:cubicBezTo>
                  <a:cubicBezTo>
                    <a:pt x="20" y="48"/>
                    <a:pt x="25" y="47"/>
                    <a:pt x="29" y="43"/>
                  </a:cubicBezTo>
                  <a:cubicBezTo>
                    <a:pt x="34" y="40"/>
                    <a:pt x="37" y="37"/>
                    <a:pt x="37" y="35"/>
                  </a:cubicBezTo>
                  <a:cubicBezTo>
                    <a:pt x="37" y="33"/>
                    <a:pt x="36" y="33"/>
                    <a:pt x="34"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7" name="Freeform 522"/>
            <p:cNvSpPr>
              <a:spLocks noEditPoints="1"/>
            </p:cNvSpPr>
            <p:nvPr/>
          </p:nvSpPr>
          <p:spPr bwMode="auto">
            <a:xfrm>
              <a:off x="10937875" y="6383338"/>
              <a:ext cx="63500" cy="69850"/>
            </a:xfrm>
            <a:custGeom>
              <a:avLst/>
              <a:gdLst>
                <a:gd name="T0" fmla="*/ 41 w 43"/>
                <a:gd name="T1" fmla="*/ 40 h 47"/>
                <a:gd name="T2" fmla="*/ 39 w 43"/>
                <a:gd name="T3" fmla="*/ 38 h 47"/>
                <a:gd name="T4" fmla="*/ 38 w 43"/>
                <a:gd name="T5" fmla="*/ 35 h 47"/>
                <a:gd name="T6" fmla="*/ 38 w 43"/>
                <a:gd name="T7" fmla="*/ 28 h 47"/>
                <a:gd name="T8" fmla="*/ 39 w 43"/>
                <a:gd name="T9" fmla="*/ 15 h 47"/>
                <a:gd name="T10" fmla="*/ 40 w 43"/>
                <a:gd name="T11" fmla="*/ 8 h 47"/>
                <a:gd name="T12" fmla="*/ 36 w 43"/>
                <a:gd name="T13" fmla="*/ 5 h 47"/>
                <a:gd name="T14" fmla="*/ 29 w 43"/>
                <a:gd name="T15" fmla="*/ 0 h 47"/>
                <a:gd name="T16" fmla="*/ 9 w 43"/>
                <a:gd name="T17" fmla="*/ 12 h 47"/>
                <a:gd name="T18" fmla="*/ 0 w 43"/>
                <a:gd name="T19" fmla="*/ 35 h 47"/>
                <a:gd name="T20" fmla="*/ 2 w 43"/>
                <a:gd name="T21" fmla="*/ 43 h 47"/>
                <a:gd name="T22" fmla="*/ 9 w 43"/>
                <a:gd name="T23" fmla="*/ 45 h 47"/>
                <a:gd name="T24" fmla="*/ 30 w 43"/>
                <a:gd name="T25" fmla="*/ 31 h 47"/>
                <a:gd name="T26" fmla="*/ 37 w 43"/>
                <a:gd name="T27" fmla="*/ 47 h 47"/>
                <a:gd name="T28" fmla="*/ 41 w 43"/>
                <a:gd name="T29" fmla="*/ 45 h 47"/>
                <a:gd name="T30" fmla="*/ 43 w 43"/>
                <a:gd name="T31" fmla="*/ 42 h 47"/>
                <a:gd name="T32" fmla="*/ 41 w 43"/>
                <a:gd name="T33" fmla="*/ 40 h 47"/>
                <a:gd name="T34" fmla="*/ 23 w 43"/>
                <a:gd name="T35" fmla="*/ 28 h 47"/>
                <a:gd name="T36" fmla="*/ 11 w 43"/>
                <a:gd name="T37" fmla="*/ 37 h 47"/>
                <a:gd name="T38" fmla="*/ 10 w 43"/>
                <a:gd name="T39" fmla="*/ 33 h 47"/>
                <a:gd name="T40" fmla="*/ 16 w 43"/>
                <a:gd name="T41" fmla="*/ 18 h 47"/>
                <a:gd name="T42" fmla="*/ 27 w 43"/>
                <a:gd name="T43" fmla="*/ 8 h 47"/>
                <a:gd name="T44" fmla="*/ 29 w 43"/>
                <a:gd name="T45" fmla="*/ 10 h 47"/>
                <a:gd name="T46" fmla="*/ 30 w 43"/>
                <a:gd name="T47" fmla="*/ 13 h 47"/>
                <a:gd name="T48" fmla="*/ 23 w 43"/>
                <a:gd name="T49" fmla="*/ 2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3" h="47">
                  <a:moveTo>
                    <a:pt x="41" y="40"/>
                  </a:moveTo>
                  <a:cubicBezTo>
                    <a:pt x="40" y="39"/>
                    <a:pt x="40" y="39"/>
                    <a:pt x="39" y="38"/>
                  </a:cubicBezTo>
                  <a:cubicBezTo>
                    <a:pt x="39" y="38"/>
                    <a:pt x="39" y="37"/>
                    <a:pt x="38" y="35"/>
                  </a:cubicBezTo>
                  <a:cubicBezTo>
                    <a:pt x="38" y="34"/>
                    <a:pt x="38" y="32"/>
                    <a:pt x="38" y="28"/>
                  </a:cubicBezTo>
                  <a:cubicBezTo>
                    <a:pt x="38" y="25"/>
                    <a:pt x="38" y="20"/>
                    <a:pt x="39" y="15"/>
                  </a:cubicBezTo>
                  <a:cubicBezTo>
                    <a:pt x="40" y="12"/>
                    <a:pt x="40" y="10"/>
                    <a:pt x="40" y="8"/>
                  </a:cubicBezTo>
                  <a:cubicBezTo>
                    <a:pt x="40" y="6"/>
                    <a:pt x="39" y="5"/>
                    <a:pt x="36" y="5"/>
                  </a:cubicBezTo>
                  <a:cubicBezTo>
                    <a:pt x="35" y="1"/>
                    <a:pt x="32" y="0"/>
                    <a:pt x="29" y="0"/>
                  </a:cubicBezTo>
                  <a:cubicBezTo>
                    <a:pt x="22" y="0"/>
                    <a:pt x="16" y="4"/>
                    <a:pt x="9" y="12"/>
                  </a:cubicBezTo>
                  <a:cubicBezTo>
                    <a:pt x="3" y="20"/>
                    <a:pt x="0" y="28"/>
                    <a:pt x="0" y="35"/>
                  </a:cubicBezTo>
                  <a:cubicBezTo>
                    <a:pt x="0" y="38"/>
                    <a:pt x="1" y="41"/>
                    <a:pt x="2" y="43"/>
                  </a:cubicBezTo>
                  <a:cubicBezTo>
                    <a:pt x="4" y="45"/>
                    <a:pt x="6" y="45"/>
                    <a:pt x="9" y="45"/>
                  </a:cubicBezTo>
                  <a:cubicBezTo>
                    <a:pt x="16" y="45"/>
                    <a:pt x="22" y="41"/>
                    <a:pt x="30" y="31"/>
                  </a:cubicBezTo>
                  <a:cubicBezTo>
                    <a:pt x="29" y="42"/>
                    <a:pt x="31" y="47"/>
                    <a:pt x="37" y="47"/>
                  </a:cubicBezTo>
                  <a:cubicBezTo>
                    <a:pt x="38" y="47"/>
                    <a:pt x="40" y="46"/>
                    <a:pt x="41" y="45"/>
                  </a:cubicBezTo>
                  <a:cubicBezTo>
                    <a:pt x="42" y="44"/>
                    <a:pt x="43" y="43"/>
                    <a:pt x="43" y="42"/>
                  </a:cubicBezTo>
                  <a:cubicBezTo>
                    <a:pt x="43" y="41"/>
                    <a:pt x="43" y="40"/>
                    <a:pt x="41" y="40"/>
                  </a:cubicBezTo>
                  <a:close/>
                  <a:moveTo>
                    <a:pt x="23" y="28"/>
                  </a:moveTo>
                  <a:cubicBezTo>
                    <a:pt x="18" y="34"/>
                    <a:pt x="14" y="37"/>
                    <a:pt x="11" y="37"/>
                  </a:cubicBezTo>
                  <a:cubicBezTo>
                    <a:pt x="10" y="37"/>
                    <a:pt x="10" y="35"/>
                    <a:pt x="10" y="33"/>
                  </a:cubicBezTo>
                  <a:cubicBezTo>
                    <a:pt x="10" y="29"/>
                    <a:pt x="12" y="24"/>
                    <a:pt x="16" y="18"/>
                  </a:cubicBezTo>
                  <a:cubicBezTo>
                    <a:pt x="21" y="12"/>
                    <a:pt x="24" y="8"/>
                    <a:pt x="27" y="8"/>
                  </a:cubicBezTo>
                  <a:cubicBezTo>
                    <a:pt x="28" y="8"/>
                    <a:pt x="29" y="9"/>
                    <a:pt x="29" y="10"/>
                  </a:cubicBezTo>
                  <a:cubicBezTo>
                    <a:pt x="30" y="10"/>
                    <a:pt x="30" y="12"/>
                    <a:pt x="30" y="13"/>
                  </a:cubicBezTo>
                  <a:cubicBezTo>
                    <a:pt x="30" y="17"/>
                    <a:pt x="28" y="22"/>
                    <a:pt x="23"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8" name="Freeform 523"/>
            <p:cNvSpPr>
              <a:spLocks/>
            </p:cNvSpPr>
            <p:nvPr/>
          </p:nvSpPr>
          <p:spPr bwMode="auto">
            <a:xfrm>
              <a:off x="11007725" y="6362700"/>
              <a:ext cx="60325" cy="90488"/>
            </a:xfrm>
            <a:custGeom>
              <a:avLst/>
              <a:gdLst>
                <a:gd name="T0" fmla="*/ 37 w 41"/>
                <a:gd name="T1" fmla="*/ 16 h 61"/>
                <a:gd name="T2" fmla="*/ 23 w 41"/>
                <a:gd name="T3" fmla="*/ 17 h 61"/>
                <a:gd name="T4" fmla="*/ 26 w 41"/>
                <a:gd name="T5" fmla="*/ 4 h 61"/>
                <a:gd name="T6" fmla="*/ 25 w 41"/>
                <a:gd name="T7" fmla="*/ 1 h 61"/>
                <a:gd name="T8" fmla="*/ 22 w 41"/>
                <a:gd name="T9" fmla="*/ 0 h 61"/>
                <a:gd name="T10" fmla="*/ 16 w 41"/>
                <a:gd name="T11" fmla="*/ 5 h 61"/>
                <a:gd name="T12" fmla="*/ 13 w 41"/>
                <a:gd name="T13" fmla="*/ 18 h 61"/>
                <a:gd name="T14" fmla="*/ 4 w 41"/>
                <a:gd name="T15" fmla="*/ 18 h 61"/>
                <a:gd name="T16" fmla="*/ 0 w 41"/>
                <a:gd name="T17" fmla="*/ 21 h 61"/>
                <a:gd name="T18" fmla="*/ 2 w 41"/>
                <a:gd name="T19" fmla="*/ 25 h 61"/>
                <a:gd name="T20" fmla="*/ 6 w 41"/>
                <a:gd name="T21" fmla="*/ 27 h 61"/>
                <a:gd name="T22" fmla="*/ 7 w 41"/>
                <a:gd name="T23" fmla="*/ 27 h 61"/>
                <a:gd name="T24" fmla="*/ 10 w 41"/>
                <a:gd name="T25" fmla="*/ 26 h 61"/>
                <a:gd name="T26" fmla="*/ 6 w 41"/>
                <a:gd name="T27" fmla="*/ 48 h 61"/>
                <a:gd name="T28" fmla="*/ 9 w 41"/>
                <a:gd name="T29" fmla="*/ 58 h 61"/>
                <a:gd name="T30" fmla="*/ 17 w 41"/>
                <a:gd name="T31" fmla="*/ 61 h 61"/>
                <a:gd name="T32" fmla="*/ 30 w 41"/>
                <a:gd name="T33" fmla="*/ 56 h 61"/>
                <a:gd name="T34" fmla="*/ 35 w 41"/>
                <a:gd name="T35" fmla="*/ 48 h 61"/>
                <a:gd name="T36" fmla="*/ 35 w 41"/>
                <a:gd name="T37" fmla="*/ 46 h 61"/>
                <a:gd name="T38" fmla="*/ 33 w 41"/>
                <a:gd name="T39" fmla="*/ 46 h 61"/>
                <a:gd name="T40" fmla="*/ 29 w 41"/>
                <a:gd name="T41" fmla="*/ 48 h 61"/>
                <a:gd name="T42" fmla="*/ 24 w 41"/>
                <a:gd name="T43" fmla="*/ 51 h 61"/>
                <a:gd name="T44" fmla="*/ 19 w 41"/>
                <a:gd name="T45" fmla="*/ 52 h 61"/>
                <a:gd name="T46" fmla="*/ 17 w 41"/>
                <a:gd name="T47" fmla="*/ 51 h 61"/>
                <a:gd name="T48" fmla="*/ 16 w 41"/>
                <a:gd name="T49" fmla="*/ 46 h 61"/>
                <a:gd name="T50" fmla="*/ 18 w 41"/>
                <a:gd name="T51" fmla="*/ 35 h 61"/>
                <a:gd name="T52" fmla="*/ 20 w 41"/>
                <a:gd name="T53" fmla="*/ 26 h 61"/>
                <a:gd name="T54" fmla="*/ 35 w 41"/>
                <a:gd name="T55" fmla="*/ 23 h 61"/>
                <a:gd name="T56" fmla="*/ 41 w 41"/>
                <a:gd name="T57" fmla="*/ 19 h 61"/>
                <a:gd name="T58" fmla="*/ 40 w 41"/>
                <a:gd name="T59" fmla="*/ 16 h 61"/>
                <a:gd name="T60" fmla="*/ 37 w 41"/>
                <a:gd name="T61" fmla="*/ 1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1" h="61">
                  <a:moveTo>
                    <a:pt x="37" y="16"/>
                  </a:moveTo>
                  <a:cubicBezTo>
                    <a:pt x="36" y="16"/>
                    <a:pt x="32" y="16"/>
                    <a:pt x="23" y="17"/>
                  </a:cubicBezTo>
                  <a:cubicBezTo>
                    <a:pt x="25" y="9"/>
                    <a:pt x="26" y="4"/>
                    <a:pt x="26" y="4"/>
                  </a:cubicBezTo>
                  <a:cubicBezTo>
                    <a:pt x="26" y="3"/>
                    <a:pt x="26" y="2"/>
                    <a:pt x="25" y="1"/>
                  </a:cubicBezTo>
                  <a:cubicBezTo>
                    <a:pt x="24" y="0"/>
                    <a:pt x="23" y="0"/>
                    <a:pt x="22" y="0"/>
                  </a:cubicBezTo>
                  <a:cubicBezTo>
                    <a:pt x="19" y="0"/>
                    <a:pt x="17" y="1"/>
                    <a:pt x="16" y="5"/>
                  </a:cubicBezTo>
                  <a:cubicBezTo>
                    <a:pt x="15" y="10"/>
                    <a:pt x="14" y="14"/>
                    <a:pt x="13" y="18"/>
                  </a:cubicBezTo>
                  <a:cubicBezTo>
                    <a:pt x="4" y="18"/>
                    <a:pt x="4" y="18"/>
                    <a:pt x="4" y="18"/>
                  </a:cubicBezTo>
                  <a:cubicBezTo>
                    <a:pt x="1" y="18"/>
                    <a:pt x="0" y="19"/>
                    <a:pt x="0" y="21"/>
                  </a:cubicBezTo>
                  <a:cubicBezTo>
                    <a:pt x="0" y="23"/>
                    <a:pt x="1" y="25"/>
                    <a:pt x="2" y="25"/>
                  </a:cubicBezTo>
                  <a:cubicBezTo>
                    <a:pt x="3" y="26"/>
                    <a:pt x="5" y="27"/>
                    <a:pt x="6" y="27"/>
                  </a:cubicBezTo>
                  <a:cubicBezTo>
                    <a:pt x="7" y="27"/>
                    <a:pt x="7" y="27"/>
                    <a:pt x="7" y="27"/>
                  </a:cubicBezTo>
                  <a:cubicBezTo>
                    <a:pt x="7" y="27"/>
                    <a:pt x="9" y="26"/>
                    <a:pt x="10" y="26"/>
                  </a:cubicBezTo>
                  <a:cubicBezTo>
                    <a:pt x="8" y="37"/>
                    <a:pt x="6" y="45"/>
                    <a:pt x="6" y="48"/>
                  </a:cubicBezTo>
                  <a:cubicBezTo>
                    <a:pt x="6" y="52"/>
                    <a:pt x="7" y="55"/>
                    <a:pt x="9" y="58"/>
                  </a:cubicBezTo>
                  <a:cubicBezTo>
                    <a:pt x="11" y="60"/>
                    <a:pt x="14" y="61"/>
                    <a:pt x="17" y="61"/>
                  </a:cubicBezTo>
                  <a:cubicBezTo>
                    <a:pt x="22" y="61"/>
                    <a:pt x="26" y="59"/>
                    <a:pt x="30" y="56"/>
                  </a:cubicBezTo>
                  <a:cubicBezTo>
                    <a:pt x="33" y="53"/>
                    <a:pt x="35" y="50"/>
                    <a:pt x="35" y="48"/>
                  </a:cubicBezTo>
                  <a:cubicBezTo>
                    <a:pt x="35" y="47"/>
                    <a:pt x="35" y="47"/>
                    <a:pt x="35" y="46"/>
                  </a:cubicBezTo>
                  <a:cubicBezTo>
                    <a:pt x="34" y="46"/>
                    <a:pt x="34" y="46"/>
                    <a:pt x="33" y="46"/>
                  </a:cubicBezTo>
                  <a:cubicBezTo>
                    <a:pt x="32" y="46"/>
                    <a:pt x="31" y="46"/>
                    <a:pt x="29" y="48"/>
                  </a:cubicBezTo>
                  <a:cubicBezTo>
                    <a:pt x="27" y="49"/>
                    <a:pt x="25" y="51"/>
                    <a:pt x="24" y="51"/>
                  </a:cubicBezTo>
                  <a:cubicBezTo>
                    <a:pt x="22" y="52"/>
                    <a:pt x="21" y="52"/>
                    <a:pt x="19" y="52"/>
                  </a:cubicBezTo>
                  <a:cubicBezTo>
                    <a:pt x="18" y="52"/>
                    <a:pt x="17" y="51"/>
                    <a:pt x="17" y="51"/>
                  </a:cubicBezTo>
                  <a:cubicBezTo>
                    <a:pt x="16" y="50"/>
                    <a:pt x="16" y="48"/>
                    <a:pt x="16" y="46"/>
                  </a:cubicBezTo>
                  <a:cubicBezTo>
                    <a:pt x="16" y="45"/>
                    <a:pt x="17" y="41"/>
                    <a:pt x="18" y="35"/>
                  </a:cubicBezTo>
                  <a:cubicBezTo>
                    <a:pt x="19" y="29"/>
                    <a:pt x="20" y="26"/>
                    <a:pt x="20" y="26"/>
                  </a:cubicBezTo>
                  <a:cubicBezTo>
                    <a:pt x="35" y="23"/>
                    <a:pt x="35" y="23"/>
                    <a:pt x="35" y="23"/>
                  </a:cubicBezTo>
                  <a:cubicBezTo>
                    <a:pt x="39" y="23"/>
                    <a:pt x="41" y="21"/>
                    <a:pt x="41" y="19"/>
                  </a:cubicBezTo>
                  <a:cubicBezTo>
                    <a:pt x="41" y="17"/>
                    <a:pt x="41" y="17"/>
                    <a:pt x="40" y="16"/>
                  </a:cubicBezTo>
                  <a:cubicBezTo>
                    <a:pt x="40" y="16"/>
                    <a:pt x="39" y="16"/>
                    <a:pt x="37"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9" name="Freeform 524"/>
            <p:cNvSpPr>
              <a:spLocks noEditPoints="1"/>
            </p:cNvSpPr>
            <p:nvPr/>
          </p:nvSpPr>
          <p:spPr bwMode="auto">
            <a:xfrm>
              <a:off x="11068050" y="6381750"/>
              <a:ext cx="58738" cy="71438"/>
            </a:xfrm>
            <a:custGeom>
              <a:avLst/>
              <a:gdLst>
                <a:gd name="T0" fmla="*/ 36 w 39"/>
                <a:gd name="T1" fmla="*/ 29 h 48"/>
                <a:gd name="T2" fmla="*/ 33 w 39"/>
                <a:gd name="T3" fmla="*/ 31 h 48"/>
                <a:gd name="T4" fmla="*/ 17 w 39"/>
                <a:gd name="T5" fmla="*/ 39 h 48"/>
                <a:gd name="T6" fmla="*/ 12 w 39"/>
                <a:gd name="T7" fmla="*/ 37 h 48"/>
                <a:gd name="T8" fmla="*/ 10 w 39"/>
                <a:gd name="T9" fmla="*/ 34 h 48"/>
                <a:gd name="T10" fmla="*/ 12 w 39"/>
                <a:gd name="T11" fmla="*/ 32 h 48"/>
                <a:gd name="T12" fmla="*/ 29 w 39"/>
                <a:gd name="T13" fmla="*/ 23 h 48"/>
                <a:gd name="T14" fmla="*/ 36 w 39"/>
                <a:gd name="T15" fmla="*/ 10 h 48"/>
                <a:gd name="T16" fmla="*/ 33 w 39"/>
                <a:gd name="T17" fmla="*/ 3 h 48"/>
                <a:gd name="T18" fmla="*/ 26 w 39"/>
                <a:gd name="T19" fmla="*/ 0 h 48"/>
                <a:gd name="T20" fmla="*/ 8 w 39"/>
                <a:gd name="T21" fmla="*/ 10 h 48"/>
                <a:gd name="T22" fmla="*/ 0 w 39"/>
                <a:gd name="T23" fmla="*/ 31 h 48"/>
                <a:gd name="T24" fmla="*/ 4 w 39"/>
                <a:gd name="T25" fmla="*/ 44 h 48"/>
                <a:gd name="T26" fmla="*/ 15 w 39"/>
                <a:gd name="T27" fmla="*/ 48 h 48"/>
                <a:gd name="T28" fmla="*/ 31 w 39"/>
                <a:gd name="T29" fmla="*/ 42 h 48"/>
                <a:gd name="T30" fmla="*/ 39 w 39"/>
                <a:gd name="T31" fmla="*/ 32 h 48"/>
                <a:gd name="T32" fmla="*/ 36 w 39"/>
                <a:gd name="T33" fmla="*/ 29 h 48"/>
                <a:gd name="T34" fmla="*/ 17 w 39"/>
                <a:gd name="T35" fmla="*/ 13 h 48"/>
                <a:gd name="T36" fmla="*/ 25 w 39"/>
                <a:gd name="T37" fmla="*/ 8 h 48"/>
                <a:gd name="T38" fmla="*/ 27 w 39"/>
                <a:gd name="T39" fmla="*/ 9 h 48"/>
                <a:gd name="T40" fmla="*/ 27 w 39"/>
                <a:gd name="T41" fmla="*/ 11 h 48"/>
                <a:gd name="T42" fmla="*/ 23 w 39"/>
                <a:gd name="T43" fmla="*/ 19 h 48"/>
                <a:gd name="T44" fmla="*/ 11 w 39"/>
                <a:gd name="T45" fmla="*/ 25 h 48"/>
                <a:gd name="T46" fmla="*/ 17 w 39"/>
                <a:gd name="T47" fmla="*/ 13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9" h="48">
                  <a:moveTo>
                    <a:pt x="36" y="29"/>
                  </a:moveTo>
                  <a:cubicBezTo>
                    <a:pt x="35" y="29"/>
                    <a:pt x="34" y="30"/>
                    <a:pt x="33" y="31"/>
                  </a:cubicBezTo>
                  <a:cubicBezTo>
                    <a:pt x="28" y="36"/>
                    <a:pt x="22" y="39"/>
                    <a:pt x="17" y="39"/>
                  </a:cubicBezTo>
                  <a:cubicBezTo>
                    <a:pt x="15" y="39"/>
                    <a:pt x="13" y="39"/>
                    <a:pt x="12" y="37"/>
                  </a:cubicBezTo>
                  <a:cubicBezTo>
                    <a:pt x="11" y="36"/>
                    <a:pt x="10" y="35"/>
                    <a:pt x="10" y="34"/>
                  </a:cubicBezTo>
                  <a:cubicBezTo>
                    <a:pt x="10" y="33"/>
                    <a:pt x="11" y="32"/>
                    <a:pt x="12" y="32"/>
                  </a:cubicBezTo>
                  <a:cubicBezTo>
                    <a:pt x="19" y="31"/>
                    <a:pt x="25" y="28"/>
                    <a:pt x="29" y="23"/>
                  </a:cubicBezTo>
                  <a:cubicBezTo>
                    <a:pt x="34" y="19"/>
                    <a:pt x="36" y="14"/>
                    <a:pt x="36" y="10"/>
                  </a:cubicBezTo>
                  <a:cubicBezTo>
                    <a:pt x="36" y="7"/>
                    <a:pt x="35" y="5"/>
                    <a:pt x="33" y="3"/>
                  </a:cubicBezTo>
                  <a:cubicBezTo>
                    <a:pt x="31" y="1"/>
                    <a:pt x="29" y="0"/>
                    <a:pt x="26" y="0"/>
                  </a:cubicBezTo>
                  <a:cubicBezTo>
                    <a:pt x="20" y="0"/>
                    <a:pt x="14" y="3"/>
                    <a:pt x="8" y="10"/>
                  </a:cubicBezTo>
                  <a:cubicBezTo>
                    <a:pt x="3" y="17"/>
                    <a:pt x="0" y="24"/>
                    <a:pt x="0" y="31"/>
                  </a:cubicBezTo>
                  <a:cubicBezTo>
                    <a:pt x="0" y="37"/>
                    <a:pt x="2" y="41"/>
                    <a:pt x="4" y="44"/>
                  </a:cubicBezTo>
                  <a:cubicBezTo>
                    <a:pt x="7" y="47"/>
                    <a:pt x="11" y="48"/>
                    <a:pt x="15" y="48"/>
                  </a:cubicBezTo>
                  <a:cubicBezTo>
                    <a:pt x="21" y="48"/>
                    <a:pt x="27" y="46"/>
                    <a:pt x="31" y="42"/>
                  </a:cubicBezTo>
                  <a:cubicBezTo>
                    <a:pt x="36" y="38"/>
                    <a:pt x="39" y="35"/>
                    <a:pt x="39" y="32"/>
                  </a:cubicBezTo>
                  <a:cubicBezTo>
                    <a:pt x="39" y="30"/>
                    <a:pt x="38" y="29"/>
                    <a:pt x="36" y="29"/>
                  </a:cubicBezTo>
                  <a:close/>
                  <a:moveTo>
                    <a:pt x="17" y="13"/>
                  </a:moveTo>
                  <a:cubicBezTo>
                    <a:pt x="20" y="10"/>
                    <a:pt x="22" y="8"/>
                    <a:pt x="25" y="8"/>
                  </a:cubicBezTo>
                  <a:cubicBezTo>
                    <a:pt x="26" y="8"/>
                    <a:pt x="26" y="9"/>
                    <a:pt x="27" y="9"/>
                  </a:cubicBezTo>
                  <a:cubicBezTo>
                    <a:pt x="27" y="10"/>
                    <a:pt x="27" y="11"/>
                    <a:pt x="27" y="11"/>
                  </a:cubicBezTo>
                  <a:cubicBezTo>
                    <a:pt x="27" y="14"/>
                    <a:pt x="26" y="16"/>
                    <a:pt x="23" y="19"/>
                  </a:cubicBezTo>
                  <a:cubicBezTo>
                    <a:pt x="19" y="22"/>
                    <a:pt x="15" y="24"/>
                    <a:pt x="11" y="25"/>
                  </a:cubicBezTo>
                  <a:cubicBezTo>
                    <a:pt x="12" y="21"/>
                    <a:pt x="14" y="17"/>
                    <a:pt x="17"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0" name="Freeform 525"/>
            <p:cNvSpPr>
              <a:spLocks/>
            </p:cNvSpPr>
            <p:nvPr/>
          </p:nvSpPr>
          <p:spPr bwMode="auto">
            <a:xfrm>
              <a:off x="11447463" y="6361113"/>
              <a:ext cx="69850" cy="93663"/>
            </a:xfrm>
            <a:custGeom>
              <a:avLst/>
              <a:gdLst>
                <a:gd name="T0" fmla="*/ 45 w 47"/>
                <a:gd name="T1" fmla="*/ 1 h 63"/>
                <a:gd name="T2" fmla="*/ 39 w 47"/>
                <a:gd name="T3" fmla="*/ 0 h 63"/>
                <a:gd name="T4" fmla="*/ 28 w 47"/>
                <a:gd name="T5" fmla="*/ 1 h 63"/>
                <a:gd name="T6" fmla="*/ 15 w 47"/>
                <a:gd name="T7" fmla="*/ 2 h 63"/>
                <a:gd name="T8" fmla="*/ 11 w 47"/>
                <a:gd name="T9" fmla="*/ 2 h 63"/>
                <a:gd name="T10" fmla="*/ 9 w 47"/>
                <a:gd name="T11" fmla="*/ 2 h 63"/>
                <a:gd name="T12" fmla="*/ 6 w 47"/>
                <a:gd name="T13" fmla="*/ 3 h 63"/>
                <a:gd name="T14" fmla="*/ 4 w 47"/>
                <a:gd name="T15" fmla="*/ 6 h 63"/>
                <a:gd name="T16" fmla="*/ 5 w 47"/>
                <a:gd name="T17" fmla="*/ 9 h 63"/>
                <a:gd name="T18" fmla="*/ 5 w 47"/>
                <a:gd name="T19" fmla="*/ 12 h 63"/>
                <a:gd name="T20" fmla="*/ 1 w 47"/>
                <a:gd name="T21" fmla="*/ 42 h 63"/>
                <a:gd name="T22" fmla="*/ 0 w 47"/>
                <a:gd name="T23" fmla="*/ 57 h 63"/>
                <a:gd name="T24" fmla="*/ 2 w 47"/>
                <a:gd name="T25" fmla="*/ 62 h 63"/>
                <a:gd name="T26" fmla="*/ 6 w 47"/>
                <a:gd name="T27" fmla="*/ 63 h 63"/>
                <a:gd name="T28" fmla="*/ 11 w 47"/>
                <a:gd name="T29" fmla="*/ 59 h 63"/>
                <a:gd name="T30" fmla="*/ 11 w 47"/>
                <a:gd name="T31" fmla="*/ 53 h 63"/>
                <a:gd name="T32" fmla="*/ 11 w 47"/>
                <a:gd name="T33" fmla="*/ 45 h 63"/>
                <a:gd name="T34" fmla="*/ 12 w 47"/>
                <a:gd name="T35" fmla="*/ 40 h 63"/>
                <a:gd name="T36" fmla="*/ 12 w 47"/>
                <a:gd name="T37" fmla="*/ 40 h 63"/>
                <a:gd name="T38" fmla="*/ 22 w 47"/>
                <a:gd name="T39" fmla="*/ 38 h 63"/>
                <a:gd name="T40" fmla="*/ 33 w 47"/>
                <a:gd name="T41" fmla="*/ 37 h 63"/>
                <a:gd name="T42" fmla="*/ 38 w 47"/>
                <a:gd name="T43" fmla="*/ 36 h 63"/>
                <a:gd name="T44" fmla="*/ 40 w 47"/>
                <a:gd name="T45" fmla="*/ 34 h 63"/>
                <a:gd name="T46" fmla="*/ 42 w 47"/>
                <a:gd name="T47" fmla="*/ 32 h 63"/>
                <a:gd name="T48" fmla="*/ 35 w 47"/>
                <a:gd name="T49" fmla="*/ 27 h 63"/>
                <a:gd name="T50" fmla="*/ 28 w 47"/>
                <a:gd name="T51" fmla="*/ 28 h 63"/>
                <a:gd name="T52" fmla="*/ 16 w 47"/>
                <a:gd name="T53" fmla="*/ 30 h 63"/>
                <a:gd name="T54" fmla="*/ 13 w 47"/>
                <a:gd name="T55" fmla="*/ 30 h 63"/>
                <a:gd name="T56" fmla="*/ 16 w 47"/>
                <a:gd name="T57" fmla="*/ 12 h 63"/>
                <a:gd name="T58" fmla="*/ 25 w 47"/>
                <a:gd name="T59" fmla="*/ 10 h 63"/>
                <a:gd name="T60" fmla="*/ 37 w 47"/>
                <a:gd name="T61" fmla="*/ 9 h 63"/>
                <a:gd name="T62" fmla="*/ 40 w 47"/>
                <a:gd name="T63" fmla="*/ 9 h 63"/>
                <a:gd name="T64" fmla="*/ 42 w 47"/>
                <a:gd name="T65" fmla="*/ 9 h 63"/>
                <a:gd name="T66" fmla="*/ 44 w 47"/>
                <a:gd name="T67" fmla="*/ 9 h 63"/>
                <a:gd name="T68" fmla="*/ 44 w 47"/>
                <a:gd name="T69" fmla="*/ 9 h 63"/>
                <a:gd name="T70" fmla="*/ 47 w 47"/>
                <a:gd name="T71" fmla="*/ 4 h 63"/>
                <a:gd name="T72" fmla="*/ 45 w 47"/>
                <a:gd name="T73" fmla="*/ 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7" h="63">
                  <a:moveTo>
                    <a:pt x="45" y="1"/>
                  </a:moveTo>
                  <a:cubicBezTo>
                    <a:pt x="44" y="1"/>
                    <a:pt x="42" y="0"/>
                    <a:pt x="39" y="0"/>
                  </a:cubicBezTo>
                  <a:cubicBezTo>
                    <a:pt x="36" y="0"/>
                    <a:pt x="33" y="0"/>
                    <a:pt x="28" y="1"/>
                  </a:cubicBezTo>
                  <a:cubicBezTo>
                    <a:pt x="20" y="2"/>
                    <a:pt x="16" y="2"/>
                    <a:pt x="15" y="2"/>
                  </a:cubicBezTo>
                  <a:cubicBezTo>
                    <a:pt x="14" y="2"/>
                    <a:pt x="12" y="2"/>
                    <a:pt x="11" y="2"/>
                  </a:cubicBezTo>
                  <a:cubicBezTo>
                    <a:pt x="11" y="2"/>
                    <a:pt x="10" y="2"/>
                    <a:pt x="9" y="2"/>
                  </a:cubicBezTo>
                  <a:cubicBezTo>
                    <a:pt x="8" y="2"/>
                    <a:pt x="7" y="2"/>
                    <a:pt x="6" y="3"/>
                  </a:cubicBezTo>
                  <a:cubicBezTo>
                    <a:pt x="5" y="4"/>
                    <a:pt x="4" y="5"/>
                    <a:pt x="4" y="6"/>
                  </a:cubicBezTo>
                  <a:cubicBezTo>
                    <a:pt x="4" y="7"/>
                    <a:pt x="5" y="8"/>
                    <a:pt x="5" y="9"/>
                  </a:cubicBezTo>
                  <a:cubicBezTo>
                    <a:pt x="5" y="10"/>
                    <a:pt x="5" y="11"/>
                    <a:pt x="5" y="12"/>
                  </a:cubicBezTo>
                  <a:cubicBezTo>
                    <a:pt x="3" y="32"/>
                    <a:pt x="1" y="42"/>
                    <a:pt x="1" y="42"/>
                  </a:cubicBezTo>
                  <a:cubicBezTo>
                    <a:pt x="0" y="49"/>
                    <a:pt x="0" y="54"/>
                    <a:pt x="0" y="57"/>
                  </a:cubicBezTo>
                  <a:cubicBezTo>
                    <a:pt x="0" y="59"/>
                    <a:pt x="1" y="61"/>
                    <a:pt x="2" y="62"/>
                  </a:cubicBezTo>
                  <a:cubicBezTo>
                    <a:pt x="3" y="63"/>
                    <a:pt x="5" y="63"/>
                    <a:pt x="6" y="63"/>
                  </a:cubicBezTo>
                  <a:cubicBezTo>
                    <a:pt x="9" y="63"/>
                    <a:pt x="11" y="62"/>
                    <a:pt x="11" y="59"/>
                  </a:cubicBezTo>
                  <a:cubicBezTo>
                    <a:pt x="11" y="53"/>
                    <a:pt x="11" y="53"/>
                    <a:pt x="11" y="53"/>
                  </a:cubicBezTo>
                  <a:cubicBezTo>
                    <a:pt x="11" y="51"/>
                    <a:pt x="11" y="48"/>
                    <a:pt x="11" y="45"/>
                  </a:cubicBezTo>
                  <a:cubicBezTo>
                    <a:pt x="11" y="42"/>
                    <a:pt x="12" y="41"/>
                    <a:pt x="12" y="40"/>
                  </a:cubicBezTo>
                  <a:cubicBezTo>
                    <a:pt x="12" y="40"/>
                    <a:pt x="12" y="40"/>
                    <a:pt x="12" y="40"/>
                  </a:cubicBezTo>
                  <a:cubicBezTo>
                    <a:pt x="14" y="39"/>
                    <a:pt x="18" y="39"/>
                    <a:pt x="22" y="38"/>
                  </a:cubicBezTo>
                  <a:cubicBezTo>
                    <a:pt x="33" y="37"/>
                    <a:pt x="33" y="37"/>
                    <a:pt x="33" y="37"/>
                  </a:cubicBezTo>
                  <a:cubicBezTo>
                    <a:pt x="35" y="36"/>
                    <a:pt x="37" y="36"/>
                    <a:pt x="38" y="36"/>
                  </a:cubicBezTo>
                  <a:cubicBezTo>
                    <a:pt x="39" y="35"/>
                    <a:pt x="40" y="35"/>
                    <a:pt x="40" y="34"/>
                  </a:cubicBezTo>
                  <a:cubicBezTo>
                    <a:pt x="41" y="33"/>
                    <a:pt x="42" y="32"/>
                    <a:pt x="42" y="32"/>
                  </a:cubicBezTo>
                  <a:cubicBezTo>
                    <a:pt x="42" y="29"/>
                    <a:pt x="40" y="27"/>
                    <a:pt x="35" y="27"/>
                  </a:cubicBezTo>
                  <a:cubicBezTo>
                    <a:pt x="34" y="27"/>
                    <a:pt x="31" y="27"/>
                    <a:pt x="28" y="28"/>
                  </a:cubicBezTo>
                  <a:cubicBezTo>
                    <a:pt x="24" y="29"/>
                    <a:pt x="20" y="29"/>
                    <a:pt x="16" y="30"/>
                  </a:cubicBezTo>
                  <a:cubicBezTo>
                    <a:pt x="15" y="30"/>
                    <a:pt x="14" y="30"/>
                    <a:pt x="13" y="30"/>
                  </a:cubicBezTo>
                  <a:cubicBezTo>
                    <a:pt x="13" y="23"/>
                    <a:pt x="14" y="17"/>
                    <a:pt x="16" y="12"/>
                  </a:cubicBezTo>
                  <a:cubicBezTo>
                    <a:pt x="18" y="11"/>
                    <a:pt x="21" y="10"/>
                    <a:pt x="25" y="10"/>
                  </a:cubicBezTo>
                  <a:cubicBezTo>
                    <a:pt x="29" y="9"/>
                    <a:pt x="33" y="9"/>
                    <a:pt x="37" y="9"/>
                  </a:cubicBezTo>
                  <a:cubicBezTo>
                    <a:pt x="38" y="9"/>
                    <a:pt x="39" y="9"/>
                    <a:pt x="40" y="9"/>
                  </a:cubicBezTo>
                  <a:cubicBezTo>
                    <a:pt x="41" y="9"/>
                    <a:pt x="41" y="9"/>
                    <a:pt x="42" y="9"/>
                  </a:cubicBezTo>
                  <a:cubicBezTo>
                    <a:pt x="43" y="9"/>
                    <a:pt x="43" y="9"/>
                    <a:pt x="44" y="9"/>
                  </a:cubicBezTo>
                  <a:cubicBezTo>
                    <a:pt x="44" y="9"/>
                    <a:pt x="44" y="9"/>
                    <a:pt x="44" y="9"/>
                  </a:cubicBezTo>
                  <a:cubicBezTo>
                    <a:pt x="46" y="8"/>
                    <a:pt x="47" y="6"/>
                    <a:pt x="47" y="4"/>
                  </a:cubicBezTo>
                  <a:cubicBezTo>
                    <a:pt x="47" y="3"/>
                    <a:pt x="46" y="2"/>
                    <a:pt x="4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1" name="Freeform 526"/>
            <p:cNvSpPr>
              <a:spLocks noEditPoints="1"/>
            </p:cNvSpPr>
            <p:nvPr/>
          </p:nvSpPr>
          <p:spPr bwMode="auto">
            <a:xfrm>
              <a:off x="11517313" y="6381750"/>
              <a:ext cx="57150" cy="71438"/>
            </a:xfrm>
            <a:custGeom>
              <a:avLst/>
              <a:gdLst>
                <a:gd name="T0" fmla="*/ 36 w 39"/>
                <a:gd name="T1" fmla="*/ 29 h 48"/>
                <a:gd name="T2" fmla="*/ 33 w 39"/>
                <a:gd name="T3" fmla="*/ 31 h 48"/>
                <a:gd name="T4" fmla="*/ 17 w 39"/>
                <a:gd name="T5" fmla="*/ 39 h 48"/>
                <a:gd name="T6" fmla="*/ 12 w 39"/>
                <a:gd name="T7" fmla="*/ 37 h 48"/>
                <a:gd name="T8" fmla="*/ 10 w 39"/>
                <a:gd name="T9" fmla="*/ 34 h 48"/>
                <a:gd name="T10" fmla="*/ 11 w 39"/>
                <a:gd name="T11" fmla="*/ 32 h 48"/>
                <a:gd name="T12" fmla="*/ 29 w 39"/>
                <a:gd name="T13" fmla="*/ 23 h 48"/>
                <a:gd name="T14" fmla="*/ 36 w 39"/>
                <a:gd name="T15" fmla="*/ 10 h 48"/>
                <a:gd name="T16" fmla="*/ 33 w 39"/>
                <a:gd name="T17" fmla="*/ 3 h 48"/>
                <a:gd name="T18" fmla="*/ 26 w 39"/>
                <a:gd name="T19" fmla="*/ 0 h 48"/>
                <a:gd name="T20" fmla="*/ 8 w 39"/>
                <a:gd name="T21" fmla="*/ 10 h 48"/>
                <a:gd name="T22" fmla="*/ 0 w 39"/>
                <a:gd name="T23" fmla="*/ 31 h 48"/>
                <a:gd name="T24" fmla="*/ 4 w 39"/>
                <a:gd name="T25" fmla="*/ 44 h 48"/>
                <a:gd name="T26" fmla="*/ 15 w 39"/>
                <a:gd name="T27" fmla="*/ 48 h 48"/>
                <a:gd name="T28" fmla="*/ 31 w 39"/>
                <a:gd name="T29" fmla="*/ 42 h 48"/>
                <a:gd name="T30" fmla="*/ 39 w 39"/>
                <a:gd name="T31" fmla="*/ 32 h 48"/>
                <a:gd name="T32" fmla="*/ 36 w 39"/>
                <a:gd name="T33" fmla="*/ 29 h 48"/>
                <a:gd name="T34" fmla="*/ 17 w 39"/>
                <a:gd name="T35" fmla="*/ 13 h 48"/>
                <a:gd name="T36" fmla="*/ 25 w 39"/>
                <a:gd name="T37" fmla="*/ 8 h 48"/>
                <a:gd name="T38" fmla="*/ 27 w 39"/>
                <a:gd name="T39" fmla="*/ 9 h 48"/>
                <a:gd name="T40" fmla="*/ 27 w 39"/>
                <a:gd name="T41" fmla="*/ 11 h 48"/>
                <a:gd name="T42" fmla="*/ 22 w 39"/>
                <a:gd name="T43" fmla="*/ 19 h 48"/>
                <a:gd name="T44" fmla="*/ 11 w 39"/>
                <a:gd name="T45" fmla="*/ 25 h 48"/>
                <a:gd name="T46" fmla="*/ 17 w 39"/>
                <a:gd name="T47" fmla="*/ 13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9" h="48">
                  <a:moveTo>
                    <a:pt x="36" y="29"/>
                  </a:moveTo>
                  <a:cubicBezTo>
                    <a:pt x="35" y="29"/>
                    <a:pt x="34" y="30"/>
                    <a:pt x="33" y="31"/>
                  </a:cubicBezTo>
                  <a:cubicBezTo>
                    <a:pt x="28" y="36"/>
                    <a:pt x="22" y="39"/>
                    <a:pt x="17" y="39"/>
                  </a:cubicBezTo>
                  <a:cubicBezTo>
                    <a:pt x="15" y="39"/>
                    <a:pt x="13" y="39"/>
                    <a:pt x="12" y="37"/>
                  </a:cubicBezTo>
                  <a:cubicBezTo>
                    <a:pt x="11" y="36"/>
                    <a:pt x="10" y="35"/>
                    <a:pt x="10" y="34"/>
                  </a:cubicBezTo>
                  <a:cubicBezTo>
                    <a:pt x="10" y="33"/>
                    <a:pt x="11" y="32"/>
                    <a:pt x="11" y="32"/>
                  </a:cubicBezTo>
                  <a:cubicBezTo>
                    <a:pt x="19" y="31"/>
                    <a:pt x="24" y="28"/>
                    <a:pt x="29" y="23"/>
                  </a:cubicBezTo>
                  <a:cubicBezTo>
                    <a:pt x="34" y="19"/>
                    <a:pt x="36" y="14"/>
                    <a:pt x="36" y="10"/>
                  </a:cubicBezTo>
                  <a:cubicBezTo>
                    <a:pt x="36" y="7"/>
                    <a:pt x="35" y="5"/>
                    <a:pt x="33" y="3"/>
                  </a:cubicBezTo>
                  <a:cubicBezTo>
                    <a:pt x="31" y="1"/>
                    <a:pt x="29" y="0"/>
                    <a:pt x="26" y="0"/>
                  </a:cubicBezTo>
                  <a:cubicBezTo>
                    <a:pt x="20" y="0"/>
                    <a:pt x="14" y="3"/>
                    <a:pt x="8" y="10"/>
                  </a:cubicBezTo>
                  <a:cubicBezTo>
                    <a:pt x="3" y="17"/>
                    <a:pt x="0" y="24"/>
                    <a:pt x="0" y="31"/>
                  </a:cubicBezTo>
                  <a:cubicBezTo>
                    <a:pt x="0" y="37"/>
                    <a:pt x="2" y="41"/>
                    <a:pt x="4" y="44"/>
                  </a:cubicBezTo>
                  <a:cubicBezTo>
                    <a:pt x="7" y="47"/>
                    <a:pt x="11" y="48"/>
                    <a:pt x="15" y="48"/>
                  </a:cubicBezTo>
                  <a:cubicBezTo>
                    <a:pt x="21" y="48"/>
                    <a:pt x="27" y="46"/>
                    <a:pt x="31" y="42"/>
                  </a:cubicBezTo>
                  <a:cubicBezTo>
                    <a:pt x="36" y="38"/>
                    <a:pt x="39" y="35"/>
                    <a:pt x="39" y="32"/>
                  </a:cubicBezTo>
                  <a:cubicBezTo>
                    <a:pt x="39" y="30"/>
                    <a:pt x="38" y="29"/>
                    <a:pt x="36" y="29"/>
                  </a:cubicBezTo>
                  <a:close/>
                  <a:moveTo>
                    <a:pt x="17" y="13"/>
                  </a:moveTo>
                  <a:cubicBezTo>
                    <a:pt x="20" y="10"/>
                    <a:pt x="22" y="8"/>
                    <a:pt x="25" y="8"/>
                  </a:cubicBezTo>
                  <a:cubicBezTo>
                    <a:pt x="25" y="8"/>
                    <a:pt x="26" y="9"/>
                    <a:pt x="27" y="9"/>
                  </a:cubicBezTo>
                  <a:cubicBezTo>
                    <a:pt x="27" y="10"/>
                    <a:pt x="27" y="11"/>
                    <a:pt x="27" y="11"/>
                  </a:cubicBezTo>
                  <a:cubicBezTo>
                    <a:pt x="27" y="14"/>
                    <a:pt x="26" y="16"/>
                    <a:pt x="22" y="19"/>
                  </a:cubicBezTo>
                  <a:cubicBezTo>
                    <a:pt x="19" y="22"/>
                    <a:pt x="15" y="24"/>
                    <a:pt x="11" y="25"/>
                  </a:cubicBezTo>
                  <a:cubicBezTo>
                    <a:pt x="12" y="21"/>
                    <a:pt x="14" y="17"/>
                    <a:pt x="17"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2" name="Freeform 527"/>
            <p:cNvSpPr>
              <a:spLocks noEditPoints="1"/>
            </p:cNvSpPr>
            <p:nvPr/>
          </p:nvSpPr>
          <p:spPr bwMode="auto">
            <a:xfrm>
              <a:off x="11582400" y="6381750"/>
              <a:ext cx="57150" cy="71438"/>
            </a:xfrm>
            <a:custGeom>
              <a:avLst/>
              <a:gdLst>
                <a:gd name="T0" fmla="*/ 36 w 38"/>
                <a:gd name="T1" fmla="*/ 29 h 48"/>
                <a:gd name="T2" fmla="*/ 33 w 38"/>
                <a:gd name="T3" fmla="*/ 31 h 48"/>
                <a:gd name="T4" fmla="*/ 16 w 38"/>
                <a:gd name="T5" fmla="*/ 39 h 48"/>
                <a:gd name="T6" fmla="*/ 12 w 38"/>
                <a:gd name="T7" fmla="*/ 37 h 48"/>
                <a:gd name="T8" fmla="*/ 10 w 38"/>
                <a:gd name="T9" fmla="*/ 34 h 48"/>
                <a:gd name="T10" fmla="*/ 11 w 38"/>
                <a:gd name="T11" fmla="*/ 32 h 48"/>
                <a:gd name="T12" fmla="*/ 29 w 38"/>
                <a:gd name="T13" fmla="*/ 23 h 48"/>
                <a:gd name="T14" fmla="*/ 35 w 38"/>
                <a:gd name="T15" fmla="*/ 10 h 48"/>
                <a:gd name="T16" fmla="*/ 33 w 38"/>
                <a:gd name="T17" fmla="*/ 3 h 48"/>
                <a:gd name="T18" fmla="*/ 25 w 38"/>
                <a:gd name="T19" fmla="*/ 0 h 48"/>
                <a:gd name="T20" fmla="*/ 8 w 38"/>
                <a:gd name="T21" fmla="*/ 10 h 48"/>
                <a:gd name="T22" fmla="*/ 0 w 38"/>
                <a:gd name="T23" fmla="*/ 31 h 48"/>
                <a:gd name="T24" fmla="*/ 4 w 38"/>
                <a:gd name="T25" fmla="*/ 44 h 48"/>
                <a:gd name="T26" fmla="*/ 15 w 38"/>
                <a:gd name="T27" fmla="*/ 48 h 48"/>
                <a:gd name="T28" fmla="*/ 31 w 38"/>
                <a:gd name="T29" fmla="*/ 42 h 48"/>
                <a:gd name="T30" fmla="*/ 38 w 38"/>
                <a:gd name="T31" fmla="*/ 32 h 48"/>
                <a:gd name="T32" fmla="*/ 36 w 38"/>
                <a:gd name="T33" fmla="*/ 29 h 48"/>
                <a:gd name="T34" fmla="*/ 16 w 38"/>
                <a:gd name="T35" fmla="*/ 13 h 48"/>
                <a:gd name="T36" fmla="*/ 24 w 38"/>
                <a:gd name="T37" fmla="*/ 8 h 48"/>
                <a:gd name="T38" fmla="*/ 26 w 38"/>
                <a:gd name="T39" fmla="*/ 9 h 48"/>
                <a:gd name="T40" fmla="*/ 27 w 38"/>
                <a:gd name="T41" fmla="*/ 11 h 48"/>
                <a:gd name="T42" fmla="*/ 22 w 38"/>
                <a:gd name="T43" fmla="*/ 19 h 48"/>
                <a:gd name="T44" fmla="*/ 11 w 38"/>
                <a:gd name="T45" fmla="*/ 25 h 48"/>
                <a:gd name="T46" fmla="*/ 16 w 38"/>
                <a:gd name="T47" fmla="*/ 13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8" h="48">
                  <a:moveTo>
                    <a:pt x="36" y="29"/>
                  </a:moveTo>
                  <a:cubicBezTo>
                    <a:pt x="35" y="29"/>
                    <a:pt x="34" y="30"/>
                    <a:pt x="33" y="31"/>
                  </a:cubicBezTo>
                  <a:cubicBezTo>
                    <a:pt x="27" y="36"/>
                    <a:pt x="22" y="39"/>
                    <a:pt x="16" y="39"/>
                  </a:cubicBezTo>
                  <a:cubicBezTo>
                    <a:pt x="14" y="39"/>
                    <a:pt x="13" y="39"/>
                    <a:pt x="12" y="37"/>
                  </a:cubicBezTo>
                  <a:cubicBezTo>
                    <a:pt x="10" y="36"/>
                    <a:pt x="10" y="35"/>
                    <a:pt x="10" y="34"/>
                  </a:cubicBezTo>
                  <a:cubicBezTo>
                    <a:pt x="10" y="33"/>
                    <a:pt x="10" y="32"/>
                    <a:pt x="11" y="32"/>
                  </a:cubicBezTo>
                  <a:cubicBezTo>
                    <a:pt x="18" y="31"/>
                    <a:pt x="24" y="28"/>
                    <a:pt x="29" y="23"/>
                  </a:cubicBezTo>
                  <a:cubicBezTo>
                    <a:pt x="33" y="19"/>
                    <a:pt x="35" y="14"/>
                    <a:pt x="35" y="10"/>
                  </a:cubicBezTo>
                  <a:cubicBezTo>
                    <a:pt x="35" y="7"/>
                    <a:pt x="34" y="5"/>
                    <a:pt x="33" y="3"/>
                  </a:cubicBezTo>
                  <a:cubicBezTo>
                    <a:pt x="31" y="1"/>
                    <a:pt x="28" y="0"/>
                    <a:pt x="25" y="0"/>
                  </a:cubicBezTo>
                  <a:cubicBezTo>
                    <a:pt x="19" y="0"/>
                    <a:pt x="13" y="3"/>
                    <a:pt x="8" y="10"/>
                  </a:cubicBezTo>
                  <a:cubicBezTo>
                    <a:pt x="2" y="17"/>
                    <a:pt x="0" y="24"/>
                    <a:pt x="0" y="31"/>
                  </a:cubicBezTo>
                  <a:cubicBezTo>
                    <a:pt x="0" y="37"/>
                    <a:pt x="1" y="41"/>
                    <a:pt x="4" y="44"/>
                  </a:cubicBezTo>
                  <a:cubicBezTo>
                    <a:pt x="6" y="47"/>
                    <a:pt x="10" y="48"/>
                    <a:pt x="15" y="48"/>
                  </a:cubicBezTo>
                  <a:cubicBezTo>
                    <a:pt x="21" y="48"/>
                    <a:pt x="26" y="46"/>
                    <a:pt x="31" y="42"/>
                  </a:cubicBezTo>
                  <a:cubicBezTo>
                    <a:pt x="36" y="38"/>
                    <a:pt x="38" y="35"/>
                    <a:pt x="38" y="32"/>
                  </a:cubicBezTo>
                  <a:cubicBezTo>
                    <a:pt x="38" y="30"/>
                    <a:pt x="37" y="29"/>
                    <a:pt x="36" y="29"/>
                  </a:cubicBezTo>
                  <a:close/>
                  <a:moveTo>
                    <a:pt x="16" y="13"/>
                  </a:moveTo>
                  <a:cubicBezTo>
                    <a:pt x="19" y="10"/>
                    <a:pt x="22" y="8"/>
                    <a:pt x="24" y="8"/>
                  </a:cubicBezTo>
                  <a:cubicBezTo>
                    <a:pt x="25" y="8"/>
                    <a:pt x="26" y="9"/>
                    <a:pt x="26" y="9"/>
                  </a:cubicBezTo>
                  <a:cubicBezTo>
                    <a:pt x="27" y="10"/>
                    <a:pt x="27" y="11"/>
                    <a:pt x="27" y="11"/>
                  </a:cubicBezTo>
                  <a:cubicBezTo>
                    <a:pt x="27" y="14"/>
                    <a:pt x="25" y="16"/>
                    <a:pt x="22" y="19"/>
                  </a:cubicBezTo>
                  <a:cubicBezTo>
                    <a:pt x="19" y="22"/>
                    <a:pt x="15" y="24"/>
                    <a:pt x="11" y="25"/>
                  </a:cubicBezTo>
                  <a:cubicBezTo>
                    <a:pt x="11" y="21"/>
                    <a:pt x="13" y="17"/>
                    <a:pt x="1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3" name="Freeform 528"/>
            <p:cNvSpPr>
              <a:spLocks/>
            </p:cNvSpPr>
            <p:nvPr/>
          </p:nvSpPr>
          <p:spPr bwMode="auto">
            <a:xfrm>
              <a:off x="11650663" y="6348413"/>
              <a:ext cx="26988" cy="106363"/>
            </a:xfrm>
            <a:custGeom>
              <a:avLst/>
              <a:gdLst>
                <a:gd name="T0" fmla="*/ 14 w 18"/>
                <a:gd name="T1" fmla="*/ 0 h 72"/>
                <a:gd name="T2" fmla="*/ 9 w 18"/>
                <a:gd name="T3" fmla="*/ 3 h 72"/>
                <a:gd name="T4" fmla="*/ 4 w 18"/>
                <a:gd name="T5" fmla="*/ 26 h 72"/>
                <a:gd name="T6" fmla="*/ 0 w 18"/>
                <a:gd name="T7" fmla="*/ 60 h 72"/>
                <a:gd name="T8" fmla="*/ 1 w 18"/>
                <a:gd name="T9" fmla="*/ 69 h 72"/>
                <a:gd name="T10" fmla="*/ 5 w 18"/>
                <a:gd name="T11" fmla="*/ 72 h 72"/>
                <a:gd name="T12" fmla="*/ 9 w 18"/>
                <a:gd name="T13" fmla="*/ 70 h 72"/>
                <a:gd name="T14" fmla="*/ 11 w 18"/>
                <a:gd name="T15" fmla="*/ 66 h 72"/>
                <a:gd name="T16" fmla="*/ 11 w 18"/>
                <a:gd name="T17" fmla="*/ 64 h 72"/>
                <a:gd name="T18" fmla="*/ 10 w 18"/>
                <a:gd name="T19" fmla="*/ 51 h 72"/>
                <a:gd name="T20" fmla="*/ 11 w 18"/>
                <a:gd name="T21" fmla="*/ 38 h 72"/>
                <a:gd name="T22" fmla="*/ 14 w 18"/>
                <a:gd name="T23" fmla="*/ 22 h 72"/>
                <a:gd name="T24" fmla="*/ 18 w 18"/>
                <a:gd name="T25" fmla="*/ 9 h 72"/>
                <a:gd name="T26" fmla="*/ 18 w 18"/>
                <a:gd name="T27" fmla="*/ 4 h 72"/>
                <a:gd name="T28" fmla="*/ 14 w 18"/>
                <a:gd name="T29"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72">
                  <a:moveTo>
                    <a:pt x="14" y="0"/>
                  </a:moveTo>
                  <a:cubicBezTo>
                    <a:pt x="12" y="0"/>
                    <a:pt x="11" y="1"/>
                    <a:pt x="9" y="3"/>
                  </a:cubicBezTo>
                  <a:cubicBezTo>
                    <a:pt x="8" y="5"/>
                    <a:pt x="6" y="13"/>
                    <a:pt x="4" y="26"/>
                  </a:cubicBezTo>
                  <a:cubicBezTo>
                    <a:pt x="1" y="39"/>
                    <a:pt x="0" y="50"/>
                    <a:pt x="0" y="60"/>
                  </a:cubicBezTo>
                  <a:cubicBezTo>
                    <a:pt x="0" y="64"/>
                    <a:pt x="1" y="68"/>
                    <a:pt x="1" y="69"/>
                  </a:cubicBezTo>
                  <a:cubicBezTo>
                    <a:pt x="2" y="71"/>
                    <a:pt x="4" y="72"/>
                    <a:pt x="5" y="72"/>
                  </a:cubicBezTo>
                  <a:cubicBezTo>
                    <a:pt x="7" y="72"/>
                    <a:pt x="8" y="72"/>
                    <a:pt x="9" y="70"/>
                  </a:cubicBezTo>
                  <a:cubicBezTo>
                    <a:pt x="11" y="69"/>
                    <a:pt x="11" y="68"/>
                    <a:pt x="11" y="66"/>
                  </a:cubicBezTo>
                  <a:cubicBezTo>
                    <a:pt x="11" y="66"/>
                    <a:pt x="11" y="65"/>
                    <a:pt x="11" y="64"/>
                  </a:cubicBezTo>
                  <a:cubicBezTo>
                    <a:pt x="10" y="59"/>
                    <a:pt x="10" y="55"/>
                    <a:pt x="10" y="51"/>
                  </a:cubicBezTo>
                  <a:cubicBezTo>
                    <a:pt x="10" y="48"/>
                    <a:pt x="11" y="44"/>
                    <a:pt x="11" y="38"/>
                  </a:cubicBezTo>
                  <a:cubicBezTo>
                    <a:pt x="12" y="32"/>
                    <a:pt x="13" y="27"/>
                    <a:pt x="14" y="22"/>
                  </a:cubicBezTo>
                  <a:cubicBezTo>
                    <a:pt x="16" y="15"/>
                    <a:pt x="17" y="11"/>
                    <a:pt x="18" y="9"/>
                  </a:cubicBezTo>
                  <a:cubicBezTo>
                    <a:pt x="18" y="7"/>
                    <a:pt x="18" y="6"/>
                    <a:pt x="18" y="4"/>
                  </a:cubicBezTo>
                  <a:cubicBezTo>
                    <a:pt x="18" y="1"/>
                    <a:pt x="17" y="0"/>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4" name="Freeform 529"/>
            <p:cNvSpPr>
              <a:spLocks/>
            </p:cNvSpPr>
            <p:nvPr/>
          </p:nvSpPr>
          <p:spPr bwMode="auto">
            <a:xfrm>
              <a:off x="11734800" y="6356350"/>
              <a:ext cx="84138" cy="107950"/>
            </a:xfrm>
            <a:custGeom>
              <a:avLst/>
              <a:gdLst>
                <a:gd name="T0" fmla="*/ 28 w 57"/>
                <a:gd name="T1" fmla="*/ 16 h 72"/>
                <a:gd name="T2" fmla="*/ 42 w 57"/>
                <a:gd name="T3" fmla="*/ 9 h 72"/>
                <a:gd name="T4" fmla="*/ 45 w 57"/>
                <a:gd name="T5" fmla="*/ 10 h 72"/>
                <a:gd name="T6" fmla="*/ 47 w 57"/>
                <a:gd name="T7" fmla="*/ 13 h 72"/>
                <a:gd name="T8" fmla="*/ 48 w 57"/>
                <a:gd name="T9" fmla="*/ 15 h 72"/>
                <a:gd name="T10" fmla="*/ 50 w 57"/>
                <a:gd name="T11" fmla="*/ 16 h 72"/>
                <a:gd name="T12" fmla="*/ 55 w 57"/>
                <a:gd name="T13" fmla="*/ 13 h 72"/>
                <a:gd name="T14" fmla="*/ 57 w 57"/>
                <a:gd name="T15" fmla="*/ 7 h 72"/>
                <a:gd name="T16" fmla="*/ 54 w 57"/>
                <a:gd name="T17" fmla="*/ 2 h 72"/>
                <a:gd name="T18" fmla="*/ 45 w 57"/>
                <a:gd name="T19" fmla="*/ 0 h 72"/>
                <a:gd name="T20" fmla="*/ 25 w 57"/>
                <a:gd name="T21" fmla="*/ 7 h 72"/>
                <a:gd name="T22" fmla="*/ 7 w 57"/>
                <a:gd name="T23" fmla="*/ 24 h 72"/>
                <a:gd name="T24" fmla="*/ 7 w 57"/>
                <a:gd name="T25" fmla="*/ 24 h 72"/>
                <a:gd name="T26" fmla="*/ 0 w 57"/>
                <a:gd name="T27" fmla="*/ 47 h 72"/>
                <a:gd name="T28" fmla="*/ 4 w 57"/>
                <a:gd name="T29" fmla="*/ 59 h 72"/>
                <a:gd name="T30" fmla="*/ 16 w 57"/>
                <a:gd name="T31" fmla="*/ 63 h 72"/>
                <a:gd name="T32" fmla="*/ 41 w 57"/>
                <a:gd name="T33" fmla="*/ 53 h 72"/>
                <a:gd name="T34" fmla="*/ 39 w 57"/>
                <a:gd name="T35" fmla="*/ 61 h 72"/>
                <a:gd name="T36" fmla="*/ 38 w 57"/>
                <a:gd name="T37" fmla="*/ 67 h 72"/>
                <a:gd name="T38" fmla="*/ 40 w 57"/>
                <a:gd name="T39" fmla="*/ 70 h 72"/>
                <a:gd name="T40" fmla="*/ 44 w 57"/>
                <a:gd name="T41" fmla="*/ 72 h 72"/>
                <a:gd name="T42" fmla="*/ 46 w 57"/>
                <a:gd name="T43" fmla="*/ 71 h 72"/>
                <a:gd name="T44" fmla="*/ 48 w 57"/>
                <a:gd name="T45" fmla="*/ 69 h 72"/>
                <a:gd name="T46" fmla="*/ 49 w 57"/>
                <a:gd name="T47" fmla="*/ 67 h 72"/>
                <a:gd name="T48" fmla="*/ 49 w 57"/>
                <a:gd name="T49" fmla="*/ 60 h 72"/>
                <a:gd name="T50" fmla="*/ 50 w 57"/>
                <a:gd name="T51" fmla="*/ 52 h 72"/>
                <a:gd name="T52" fmla="*/ 52 w 57"/>
                <a:gd name="T53" fmla="*/ 43 h 72"/>
                <a:gd name="T54" fmla="*/ 52 w 57"/>
                <a:gd name="T55" fmla="*/ 43 h 72"/>
                <a:gd name="T56" fmla="*/ 54 w 57"/>
                <a:gd name="T57" fmla="*/ 37 h 72"/>
                <a:gd name="T58" fmla="*/ 55 w 57"/>
                <a:gd name="T59" fmla="*/ 32 h 72"/>
                <a:gd name="T60" fmla="*/ 50 w 57"/>
                <a:gd name="T61" fmla="*/ 28 h 72"/>
                <a:gd name="T62" fmla="*/ 46 w 57"/>
                <a:gd name="T63" fmla="*/ 29 h 72"/>
                <a:gd name="T64" fmla="*/ 44 w 57"/>
                <a:gd name="T65" fmla="*/ 32 h 72"/>
                <a:gd name="T66" fmla="*/ 43 w 57"/>
                <a:gd name="T67" fmla="*/ 39 h 72"/>
                <a:gd name="T68" fmla="*/ 36 w 57"/>
                <a:gd name="T69" fmla="*/ 47 h 72"/>
                <a:gd name="T70" fmla="*/ 25 w 57"/>
                <a:gd name="T71" fmla="*/ 52 h 72"/>
                <a:gd name="T72" fmla="*/ 17 w 57"/>
                <a:gd name="T73" fmla="*/ 54 h 72"/>
                <a:gd name="T74" fmla="*/ 10 w 57"/>
                <a:gd name="T75" fmla="*/ 46 h 72"/>
                <a:gd name="T76" fmla="*/ 15 w 57"/>
                <a:gd name="T77" fmla="*/ 30 h 72"/>
                <a:gd name="T78" fmla="*/ 28 w 57"/>
                <a:gd name="T79" fmla="*/ 1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7" h="72">
                  <a:moveTo>
                    <a:pt x="28" y="16"/>
                  </a:moveTo>
                  <a:cubicBezTo>
                    <a:pt x="33" y="12"/>
                    <a:pt x="38" y="9"/>
                    <a:pt x="42" y="9"/>
                  </a:cubicBezTo>
                  <a:cubicBezTo>
                    <a:pt x="44" y="9"/>
                    <a:pt x="45" y="10"/>
                    <a:pt x="45" y="10"/>
                  </a:cubicBezTo>
                  <a:cubicBezTo>
                    <a:pt x="46" y="11"/>
                    <a:pt x="46" y="12"/>
                    <a:pt x="47" y="13"/>
                  </a:cubicBezTo>
                  <a:cubicBezTo>
                    <a:pt x="47" y="14"/>
                    <a:pt x="48" y="15"/>
                    <a:pt x="48" y="15"/>
                  </a:cubicBezTo>
                  <a:cubicBezTo>
                    <a:pt x="49" y="15"/>
                    <a:pt x="49" y="16"/>
                    <a:pt x="50" y="16"/>
                  </a:cubicBezTo>
                  <a:cubicBezTo>
                    <a:pt x="52" y="16"/>
                    <a:pt x="53" y="15"/>
                    <a:pt x="55" y="13"/>
                  </a:cubicBezTo>
                  <a:cubicBezTo>
                    <a:pt x="56" y="11"/>
                    <a:pt x="57" y="9"/>
                    <a:pt x="57" y="7"/>
                  </a:cubicBezTo>
                  <a:cubicBezTo>
                    <a:pt x="57" y="5"/>
                    <a:pt x="56" y="3"/>
                    <a:pt x="54" y="2"/>
                  </a:cubicBezTo>
                  <a:cubicBezTo>
                    <a:pt x="52" y="1"/>
                    <a:pt x="49" y="0"/>
                    <a:pt x="45" y="0"/>
                  </a:cubicBezTo>
                  <a:cubicBezTo>
                    <a:pt x="38" y="0"/>
                    <a:pt x="32" y="2"/>
                    <a:pt x="25" y="7"/>
                  </a:cubicBezTo>
                  <a:cubicBezTo>
                    <a:pt x="18" y="11"/>
                    <a:pt x="12" y="17"/>
                    <a:pt x="7" y="24"/>
                  </a:cubicBezTo>
                  <a:cubicBezTo>
                    <a:pt x="7" y="24"/>
                    <a:pt x="7" y="24"/>
                    <a:pt x="7" y="24"/>
                  </a:cubicBezTo>
                  <a:cubicBezTo>
                    <a:pt x="2" y="31"/>
                    <a:pt x="0" y="39"/>
                    <a:pt x="0" y="47"/>
                  </a:cubicBezTo>
                  <a:cubicBezTo>
                    <a:pt x="0" y="52"/>
                    <a:pt x="1" y="56"/>
                    <a:pt x="4" y="59"/>
                  </a:cubicBezTo>
                  <a:cubicBezTo>
                    <a:pt x="7" y="61"/>
                    <a:pt x="11" y="63"/>
                    <a:pt x="16" y="63"/>
                  </a:cubicBezTo>
                  <a:cubicBezTo>
                    <a:pt x="23" y="63"/>
                    <a:pt x="31" y="59"/>
                    <a:pt x="41" y="53"/>
                  </a:cubicBezTo>
                  <a:cubicBezTo>
                    <a:pt x="40" y="55"/>
                    <a:pt x="40" y="58"/>
                    <a:pt x="39" y="61"/>
                  </a:cubicBezTo>
                  <a:cubicBezTo>
                    <a:pt x="38" y="64"/>
                    <a:pt x="38" y="66"/>
                    <a:pt x="38" y="67"/>
                  </a:cubicBezTo>
                  <a:cubicBezTo>
                    <a:pt x="38" y="68"/>
                    <a:pt x="38" y="69"/>
                    <a:pt x="40" y="70"/>
                  </a:cubicBezTo>
                  <a:cubicBezTo>
                    <a:pt x="41" y="71"/>
                    <a:pt x="42" y="72"/>
                    <a:pt x="44" y="72"/>
                  </a:cubicBezTo>
                  <a:cubicBezTo>
                    <a:pt x="45" y="72"/>
                    <a:pt x="46" y="72"/>
                    <a:pt x="46" y="71"/>
                  </a:cubicBezTo>
                  <a:cubicBezTo>
                    <a:pt x="47" y="71"/>
                    <a:pt x="48" y="70"/>
                    <a:pt x="48" y="69"/>
                  </a:cubicBezTo>
                  <a:cubicBezTo>
                    <a:pt x="49" y="69"/>
                    <a:pt x="49" y="68"/>
                    <a:pt x="49" y="67"/>
                  </a:cubicBezTo>
                  <a:cubicBezTo>
                    <a:pt x="49" y="65"/>
                    <a:pt x="49" y="63"/>
                    <a:pt x="49" y="60"/>
                  </a:cubicBezTo>
                  <a:cubicBezTo>
                    <a:pt x="49" y="58"/>
                    <a:pt x="49" y="56"/>
                    <a:pt x="50" y="52"/>
                  </a:cubicBezTo>
                  <a:cubicBezTo>
                    <a:pt x="51" y="48"/>
                    <a:pt x="51" y="45"/>
                    <a:pt x="52" y="43"/>
                  </a:cubicBezTo>
                  <a:cubicBezTo>
                    <a:pt x="52" y="43"/>
                    <a:pt x="52" y="43"/>
                    <a:pt x="52" y="43"/>
                  </a:cubicBezTo>
                  <a:cubicBezTo>
                    <a:pt x="52" y="40"/>
                    <a:pt x="53" y="38"/>
                    <a:pt x="54" y="37"/>
                  </a:cubicBezTo>
                  <a:cubicBezTo>
                    <a:pt x="55" y="35"/>
                    <a:pt x="55" y="33"/>
                    <a:pt x="55" y="32"/>
                  </a:cubicBezTo>
                  <a:cubicBezTo>
                    <a:pt x="55" y="30"/>
                    <a:pt x="53" y="28"/>
                    <a:pt x="50" y="28"/>
                  </a:cubicBezTo>
                  <a:cubicBezTo>
                    <a:pt x="48" y="28"/>
                    <a:pt x="47" y="29"/>
                    <a:pt x="46" y="29"/>
                  </a:cubicBezTo>
                  <a:cubicBezTo>
                    <a:pt x="45" y="30"/>
                    <a:pt x="45" y="31"/>
                    <a:pt x="44" y="32"/>
                  </a:cubicBezTo>
                  <a:cubicBezTo>
                    <a:pt x="44" y="35"/>
                    <a:pt x="44" y="37"/>
                    <a:pt x="43" y="39"/>
                  </a:cubicBezTo>
                  <a:cubicBezTo>
                    <a:pt x="42" y="42"/>
                    <a:pt x="40" y="44"/>
                    <a:pt x="36" y="47"/>
                  </a:cubicBezTo>
                  <a:cubicBezTo>
                    <a:pt x="32" y="49"/>
                    <a:pt x="29" y="51"/>
                    <a:pt x="25" y="52"/>
                  </a:cubicBezTo>
                  <a:cubicBezTo>
                    <a:pt x="22" y="54"/>
                    <a:pt x="19" y="54"/>
                    <a:pt x="17" y="54"/>
                  </a:cubicBezTo>
                  <a:cubicBezTo>
                    <a:pt x="12" y="54"/>
                    <a:pt x="10" y="52"/>
                    <a:pt x="10" y="46"/>
                  </a:cubicBezTo>
                  <a:cubicBezTo>
                    <a:pt x="10" y="41"/>
                    <a:pt x="12" y="36"/>
                    <a:pt x="15" y="30"/>
                  </a:cubicBezTo>
                  <a:cubicBezTo>
                    <a:pt x="18" y="25"/>
                    <a:pt x="23" y="20"/>
                    <a:pt x="2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5" name="Freeform 530"/>
            <p:cNvSpPr>
              <a:spLocks noEditPoints="1"/>
            </p:cNvSpPr>
            <p:nvPr/>
          </p:nvSpPr>
          <p:spPr bwMode="auto">
            <a:xfrm>
              <a:off x="11830050" y="6383338"/>
              <a:ext cx="61913" cy="69850"/>
            </a:xfrm>
            <a:custGeom>
              <a:avLst/>
              <a:gdLst>
                <a:gd name="T0" fmla="*/ 25 w 41"/>
                <a:gd name="T1" fmla="*/ 0 h 47"/>
                <a:gd name="T2" fmla="*/ 8 w 41"/>
                <a:gd name="T3" fmla="*/ 11 h 47"/>
                <a:gd name="T4" fmla="*/ 0 w 41"/>
                <a:gd name="T5" fmla="*/ 32 h 47"/>
                <a:gd name="T6" fmla="*/ 4 w 41"/>
                <a:gd name="T7" fmla="*/ 42 h 47"/>
                <a:gd name="T8" fmla="*/ 14 w 41"/>
                <a:gd name="T9" fmla="*/ 47 h 47"/>
                <a:gd name="T10" fmla="*/ 30 w 41"/>
                <a:gd name="T11" fmla="*/ 40 h 47"/>
                <a:gd name="T12" fmla="*/ 40 w 41"/>
                <a:gd name="T13" fmla="*/ 24 h 47"/>
                <a:gd name="T14" fmla="*/ 40 w 41"/>
                <a:gd name="T15" fmla="*/ 24 h 47"/>
                <a:gd name="T16" fmla="*/ 41 w 41"/>
                <a:gd name="T17" fmla="*/ 18 h 47"/>
                <a:gd name="T18" fmla="*/ 36 w 41"/>
                <a:gd name="T19" fmla="*/ 6 h 47"/>
                <a:gd name="T20" fmla="*/ 25 w 41"/>
                <a:gd name="T21" fmla="*/ 0 h 47"/>
                <a:gd name="T22" fmla="*/ 26 w 41"/>
                <a:gd name="T23" fmla="*/ 32 h 47"/>
                <a:gd name="T24" fmla="*/ 15 w 41"/>
                <a:gd name="T25" fmla="*/ 38 h 47"/>
                <a:gd name="T26" fmla="*/ 12 w 41"/>
                <a:gd name="T27" fmla="*/ 36 h 47"/>
                <a:gd name="T28" fmla="*/ 10 w 41"/>
                <a:gd name="T29" fmla="*/ 31 h 47"/>
                <a:gd name="T30" fmla="*/ 13 w 41"/>
                <a:gd name="T31" fmla="*/ 19 h 47"/>
                <a:gd name="T32" fmla="*/ 19 w 41"/>
                <a:gd name="T33" fmla="*/ 11 h 47"/>
                <a:gd name="T34" fmla="*/ 19 w 41"/>
                <a:gd name="T35" fmla="*/ 11 h 47"/>
                <a:gd name="T36" fmla="*/ 24 w 41"/>
                <a:gd name="T37" fmla="*/ 9 h 47"/>
                <a:gd name="T38" fmla="*/ 29 w 41"/>
                <a:gd name="T39" fmla="*/ 12 h 47"/>
                <a:gd name="T40" fmla="*/ 31 w 41"/>
                <a:gd name="T41" fmla="*/ 19 h 47"/>
                <a:gd name="T42" fmla="*/ 26 w 41"/>
                <a:gd name="T43" fmla="*/ 3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1" h="47">
                  <a:moveTo>
                    <a:pt x="25" y="0"/>
                  </a:moveTo>
                  <a:cubicBezTo>
                    <a:pt x="18" y="0"/>
                    <a:pt x="12" y="4"/>
                    <a:pt x="8" y="11"/>
                  </a:cubicBezTo>
                  <a:cubicBezTo>
                    <a:pt x="3" y="18"/>
                    <a:pt x="0" y="25"/>
                    <a:pt x="0" y="32"/>
                  </a:cubicBezTo>
                  <a:cubicBezTo>
                    <a:pt x="0" y="36"/>
                    <a:pt x="2" y="40"/>
                    <a:pt x="4" y="42"/>
                  </a:cubicBezTo>
                  <a:cubicBezTo>
                    <a:pt x="7" y="45"/>
                    <a:pt x="10" y="47"/>
                    <a:pt x="14" y="47"/>
                  </a:cubicBezTo>
                  <a:cubicBezTo>
                    <a:pt x="19" y="47"/>
                    <a:pt x="25" y="45"/>
                    <a:pt x="30" y="40"/>
                  </a:cubicBezTo>
                  <a:cubicBezTo>
                    <a:pt x="35" y="36"/>
                    <a:pt x="38" y="31"/>
                    <a:pt x="40" y="24"/>
                  </a:cubicBezTo>
                  <a:cubicBezTo>
                    <a:pt x="40" y="24"/>
                    <a:pt x="40" y="24"/>
                    <a:pt x="40" y="24"/>
                  </a:cubicBezTo>
                  <a:cubicBezTo>
                    <a:pt x="41" y="22"/>
                    <a:pt x="41" y="20"/>
                    <a:pt x="41" y="18"/>
                  </a:cubicBezTo>
                  <a:cubicBezTo>
                    <a:pt x="41" y="13"/>
                    <a:pt x="39" y="9"/>
                    <a:pt x="36" y="6"/>
                  </a:cubicBezTo>
                  <a:cubicBezTo>
                    <a:pt x="34" y="2"/>
                    <a:pt x="30" y="0"/>
                    <a:pt x="25" y="0"/>
                  </a:cubicBezTo>
                  <a:close/>
                  <a:moveTo>
                    <a:pt x="26" y="32"/>
                  </a:moveTo>
                  <a:cubicBezTo>
                    <a:pt x="22" y="36"/>
                    <a:pt x="18" y="38"/>
                    <a:pt x="15" y="38"/>
                  </a:cubicBezTo>
                  <a:cubicBezTo>
                    <a:pt x="14" y="38"/>
                    <a:pt x="12" y="38"/>
                    <a:pt x="12" y="36"/>
                  </a:cubicBezTo>
                  <a:cubicBezTo>
                    <a:pt x="11" y="35"/>
                    <a:pt x="10" y="33"/>
                    <a:pt x="10" y="31"/>
                  </a:cubicBezTo>
                  <a:cubicBezTo>
                    <a:pt x="10" y="27"/>
                    <a:pt x="11" y="23"/>
                    <a:pt x="13" y="19"/>
                  </a:cubicBezTo>
                  <a:cubicBezTo>
                    <a:pt x="15" y="16"/>
                    <a:pt x="17" y="13"/>
                    <a:pt x="19" y="11"/>
                  </a:cubicBezTo>
                  <a:cubicBezTo>
                    <a:pt x="19" y="11"/>
                    <a:pt x="19" y="11"/>
                    <a:pt x="19" y="11"/>
                  </a:cubicBezTo>
                  <a:cubicBezTo>
                    <a:pt x="20" y="10"/>
                    <a:pt x="22" y="9"/>
                    <a:pt x="24" y="9"/>
                  </a:cubicBezTo>
                  <a:cubicBezTo>
                    <a:pt x="26" y="9"/>
                    <a:pt x="28" y="10"/>
                    <a:pt x="29" y="12"/>
                  </a:cubicBezTo>
                  <a:cubicBezTo>
                    <a:pt x="30" y="14"/>
                    <a:pt x="31" y="16"/>
                    <a:pt x="31" y="19"/>
                  </a:cubicBezTo>
                  <a:cubicBezTo>
                    <a:pt x="31" y="24"/>
                    <a:pt x="29" y="28"/>
                    <a:pt x="26"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6" name="Freeform 531"/>
            <p:cNvSpPr>
              <a:spLocks noEditPoints="1"/>
            </p:cNvSpPr>
            <p:nvPr/>
          </p:nvSpPr>
          <p:spPr bwMode="auto">
            <a:xfrm>
              <a:off x="11901488" y="6383338"/>
              <a:ext cx="60325" cy="69850"/>
            </a:xfrm>
            <a:custGeom>
              <a:avLst/>
              <a:gdLst>
                <a:gd name="T0" fmla="*/ 24 w 40"/>
                <a:gd name="T1" fmla="*/ 0 h 47"/>
                <a:gd name="T2" fmla="*/ 7 w 40"/>
                <a:gd name="T3" fmla="*/ 11 h 47"/>
                <a:gd name="T4" fmla="*/ 0 w 40"/>
                <a:gd name="T5" fmla="*/ 32 h 47"/>
                <a:gd name="T6" fmla="*/ 4 w 40"/>
                <a:gd name="T7" fmla="*/ 42 h 47"/>
                <a:gd name="T8" fmla="*/ 14 w 40"/>
                <a:gd name="T9" fmla="*/ 47 h 47"/>
                <a:gd name="T10" fmla="*/ 29 w 40"/>
                <a:gd name="T11" fmla="*/ 40 h 47"/>
                <a:gd name="T12" fmla="*/ 39 w 40"/>
                <a:gd name="T13" fmla="*/ 24 h 47"/>
                <a:gd name="T14" fmla="*/ 39 w 40"/>
                <a:gd name="T15" fmla="*/ 24 h 47"/>
                <a:gd name="T16" fmla="*/ 40 w 40"/>
                <a:gd name="T17" fmla="*/ 18 h 47"/>
                <a:gd name="T18" fmla="*/ 36 w 40"/>
                <a:gd name="T19" fmla="*/ 6 h 47"/>
                <a:gd name="T20" fmla="*/ 24 w 40"/>
                <a:gd name="T21" fmla="*/ 0 h 47"/>
                <a:gd name="T22" fmla="*/ 25 w 40"/>
                <a:gd name="T23" fmla="*/ 32 h 47"/>
                <a:gd name="T24" fmla="*/ 14 w 40"/>
                <a:gd name="T25" fmla="*/ 38 h 47"/>
                <a:gd name="T26" fmla="*/ 11 w 40"/>
                <a:gd name="T27" fmla="*/ 36 h 47"/>
                <a:gd name="T28" fmla="*/ 10 w 40"/>
                <a:gd name="T29" fmla="*/ 31 h 47"/>
                <a:gd name="T30" fmla="*/ 12 w 40"/>
                <a:gd name="T31" fmla="*/ 19 h 47"/>
                <a:gd name="T32" fmla="*/ 18 w 40"/>
                <a:gd name="T33" fmla="*/ 11 h 47"/>
                <a:gd name="T34" fmla="*/ 18 w 40"/>
                <a:gd name="T35" fmla="*/ 11 h 47"/>
                <a:gd name="T36" fmla="*/ 24 w 40"/>
                <a:gd name="T37" fmla="*/ 9 h 47"/>
                <a:gd name="T38" fmla="*/ 29 w 40"/>
                <a:gd name="T39" fmla="*/ 12 h 47"/>
                <a:gd name="T40" fmla="*/ 30 w 40"/>
                <a:gd name="T41" fmla="*/ 19 h 47"/>
                <a:gd name="T42" fmla="*/ 25 w 40"/>
                <a:gd name="T43" fmla="*/ 3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0" h="47">
                  <a:moveTo>
                    <a:pt x="24" y="0"/>
                  </a:moveTo>
                  <a:cubicBezTo>
                    <a:pt x="18" y="0"/>
                    <a:pt x="12" y="4"/>
                    <a:pt x="7" y="11"/>
                  </a:cubicBezTo>
                  <a:cubicBezTo>
                    <a:pt x="2" y="18"/>
                    <a:pt x="0" y="25"/>
                    <a:pt x="0" y="32"/>
                  </a:cubicBezTo>
                  <a:cubicBezTo>
                    <a:pt x="0" y="36"/>
                    <a:pt x="1" y="40"/>
                    <a:pt x="4" y="42"/>
                  </a:cubicBezTo>
                  <a:cubicBezTo>
                    <a:pt x="6" y="45"/>
                    <a:pt x="10" y="47"/>
                    <a:pt x="14" y="47"/>
                  </a:cubicBezTo>
                  <a:cubicBezTo>
                    <a:pt x="19" y="47"/>
                    <a:pt x="24" y="45"/>
                    <a:pt x="29" y="40"/>
                  </a:cubicBezTo>
                  <a:cubicBezTo>
                    <a:pt x="34" y="36"/>
                    <a:pt x="38" y="31"/>
                    <a:pt x="39" y="24"/>
                  </a:cubicBezTo>
                  <a:cubicBezTo>
                    <a:pt x="39" y="24"/>
                    <a:pt x="39" y="24"/>
                    <a:pt x="39" y="24"/>
                  </a:cubicBezTo>
                  <a:cubicBezTo>
                    <a:pt x="40" y="22"/>
                    <a:pt x="40" y="20"/>
                    <a:pt x="40" y="18"/>
                  </a:cubicBezTo>
                  <a:cubicBezTo>
                    <a:pt x="40" y="13"/>
                    <a:pt x="39" y="9"/>
                    <a:pt x="36" y="6"/>
                  </a:cubicBezTo>
                  <a:cubicBezTo>
                    <a:pt x="33" y="2"/>
                    <a:pt x="29" y="0"/>
                    <a:pt x="24" y="0"/>
                  </a:cubicBezTo>
                  <a:close/>
                  <a:moveTo>
                    <a:pt x="25" y="32"/>
                  </a:moveTo>
                  <a:cubicBezTo>
                    <a:pt x="21" y="36"/>
                    <a:pt x="18" y="38"/>
                    <a:pt x="14" y="38"/>
                  </a:cubicBezTo>
                  <a:cubicBezTo>
                    <a:pt x="13" y="38"/>
                    <a:pt x="12" y="38"/>
                    <a:pt x="11" y="36"/>
                  </a:cubicBezTo>
                  <a:cubicBezTo>
                    <a:pt x="10" y="35"/>
                    <a:pt x="10" y="33"/>
                    <a:pt x="10" y="31"/>
                  </a:cubicBezTo>
                  <a:cubicBezTo>
                    <a:pt x="10" y="27"/>
                    <a:pt x="11" y="23"/>
                    <a:pt x="12" y="19"/>
                  </a:cubicBezTo>
                  <a:cubicBezTo>
                    <a:pt x="14" y="16"/>
                    <a:pt x="16" y="13"/>
                    <a:pt x="18" y="11"/>
                  </a:cubicBezTo>
                  <a:cubicBezTo>
                    <a:pt x="18" y="11"/>
                    <a:pt x="18" y="11"/>
                    <a:pt x="18" y="11"/>
                  </a:cubicBezTo>
                  <a:cubicBezTo>
                    <a:pt x="20" y="10"/>
                    <a:pt x="22" y="9"/>
                    <a:pt x="24" y="9"/>
                  </a:cubicBezTo>
                  <a:cubicBezTo>
                    <a:pt x="26" y="9"/>
                    <a:pt x="27" y="10"/>
                    <a:pt x="29" y="12"/>
                  </a:cubicBezTo>
                  <a:cubicBezTo>
                    <a:pt x="30" y="14"/>
                    <a:pt x="30" y="16"/>
                    <a:pt x="30" y="19"/>
                  </a:cubicBezTo>
                  <a:cubicBezTo>
                    <a:pt x="30" y="24"/>
                    <a:pt x="29" y="28"/>
                    <a:pt x="25"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7" name="Freeform 532"/>
            <p:cNvSpPr>
              <a:spLocks noEditPoints="1"/>
            </p:cNvSpPr>
            <p:nvPr/>
          </p:nvSpPr>
          <p:spPr bwMode="auto">
            <a:xfrm>
              <a:off x="11969750" y="6348413"/>
              <a:ext cx="74613" cy="103188"/>
            </a:xfrm>
            <a:custGeom>
              <a:avLst/>
              <a:gdLst>
                <a:gd name="T0" fmla="*/ 48 w 50"/>
                <a:gd name="T1" fmla="*/ 59 h 70"/>
                <a:gd name="T2" fmla="*/ 46 w 50"/>
                <a:gd name="T3" fmla="*/ 60 h 70"/>
                <a:gd name="T4" fmla="*/ 43 w 50"/>
                <a:gd name="T5" fmla="*/ 61 h 70"/>
                <a:gd name="T6" fmla="*/ 39 w 50"/>
                <a:gd name="T7" fmla="*/ 54 h 70"/>
                <a:gd name="T8" fmla="*/ 42 w 50"/>
                <a:gd name="T9" fmla="*/ 34 h 70"/>
                <a:gd name="T10" fmla="*/ 47 w 50"/>
                <a:gd name="T11" fmla="*/ 12 h 70"/>
                <a:gd name="T12" fmla="*/ 49 w 50"/>
                <a:gd name="T13" fmla="*/ 6 h 70"/>
                <a:gd name="T14" fmla="*/ 48 w 50"/>
                <a:gd name="T15" fmla="*/ 1 h 70"/>
                <a:gd name="T16" fmla="*/ 45 w 50"/>
                <a:gd name="T17" fmla="*/ 0 h 70"/>
                <a:gd name="T18" fmla="*/ 42 w 50"/>
                <a:gd name="T19" fmla="*/ 1 h 70"/>
                <a:gd name="T20" fmla="*/ 39 w 50"/>
                <a:gd name="T21" fmla="*/ 4 h 70"/>
                <a:gd name="T22" fmla="*/ 37 w 50"/>
                <a:gd name="T23" fmla="*/ 12 h 70"/>
                <a:gd name="T24" fmla="*/ 34 w 50"/>
                <a:gd name="T25" fmla="*/ 29 h 70"/>
                <a:gd name="T26" fmla="*/ 26 w 50"/>
                <a:gd name="T27" fmla="*/ 26 h 70"/>
                <a:gd name="T28" fmla="*/ 9 w 50"/>
                <a:gd name="T29" fmla="*/ 37 h 70"/>
                <a:gd name="T30" fmla="*/ 0 w 50"/>
                <a:gd name="T31" fmla="*/ 58 h 70"/>
                <a:gd name="T32" fmla="*/ 3 w 50"/>
                <a:gd name="T33" fmla="*/ 67 h 70"/>
                <a:gd name="T34" fmla="*/ 10 w 50"/>
                <a:gd name="T35" fmla="*/ 70 h 70"/>
                <a:gd name="T36" fmla="*/ 31 w 50"/>
                <a:gd name="T37" fmla="*/ 55 h 70"/>
                <a:gd name="T38" fmla="*/ 33 w 50"/>
                <a:gd name="T39" fmla="*/ 66 h 70"/>
                <a:gd name="T40" fmla="*/ 39 w 50"/>
                <a:gd name="T41" fmla="*/ 70 h 70"/>
                <a:gd name="T42" fmla="*/ 46 w 50"/>
                <a:gd name="T43" fmla="*/ 67 h 70"/>
                <a:gd name="T44" fmla="*/ 50 w 50"/>
                <a:gd name="T45" fmla="*/ 61 h 70"/>
                <a:gd name="T46" fmla="*/ 48 w 50"/>
                <a:gd name="T47" fmla="*/ 59 h 70"/>
                <a:gd name="T48" fmla="*/ 24 w 50"/>
                <a:gd name="T49" fmla="*/ 53 h 70"/>
                <a:gd name="T50" fmla="*/ 12 w 50"/>
                <a:gd name="T51" fmla="*/ 61 h 70"/>
                <a:gd name="T52" fmla="*/ 9 w 50"/>
                <a:gd name="T53" fmla="*/ 57 h 70"/>
                <a:gd name="T54" fmla="*/ 15 w 50"/>
                <a:gd name="T55" fmla="*/ 42 h 70"/>
                <a:gd name="T56" fmla="*/ 26 w 50"/>
                <a:gd name="T57" fmla="*/ 34 h 70"/>
                <a:gd name="T58" fmla="*/ 30 w 50"/>
                <a:gd name="T59" fmla="*/ 36 h 70"/>
                <a:gd name="T60" fmla="*/ 31 w 50"/>
                <a:gd name="T61" fmla="*/ 38 h 70"/>
                <a:gd name="T62" fmla="*/ 24 w 50"/>
                <a:gd name="T63" fmla="*/ 53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0" h="70">
                  <a:moveTo>
                    <a:pt x="48" y="59"/>
                  </a:moveTo>
                  <a:cubicBezTo>
                    <a:pt x="48" y="59"/>
                    <a:pt x="47" y="59"/>
                    <a:pt x="46" y="60"/>
                  </a:cubicBezTo>
                  <a:cubicBezTo>
                    <a:pt x="45" y="60"/>
                    <a:pt x="44" y="61"/>
                    <a:pt x="43" y="61"/>
                  </a:cubicBezTo>
                  <a:cubicBezTo>
                    <a:pt x="40" y="61"/>
                    <a:pt x="39" y="58"/>
                    <a:pt x="39" y="54"/>
                  </a:cubicBezTo>
                  <a:cubicBezTo>
                    <a:pt x="39" y="49"/>
                    <a:pt x="40" y="42"/>
                    <a:pt x="42" y="34"/>
                  </a:cubicBezTo>
                  <a:cubicBezTo>
                    <a:pt x="44" y="25"/>
                    <a:pt x="45" y="18"/>
                    <a:pt x="47" y="12"/>
                  </a:cubicBezTo>
                  <a:cubicBezTo>
                    <a:pt x="49" y="9"/>
                    <a:pt x="49" y="6"/>
                    <a:pt x="49" y="6"/>
                  </a:cubicBezTo>
                  <a:cubicBezTo>
                    <a:pt x="49" y="4"/>
                    <a:pt x="49" y="2"/>
                    <a:pt x="48" y="1"/>
                  </a:cubicBezTo>
                  <a:cubicBezTo>
                    <a:pt x="47" y="0"/>
                    <a:pt x="46" y="0"/>
                    <a:pt x="45" y="0"/>
                  </a:cubicBezTo>
                  <a:cubicBezTo>
                    <a:pt x="44" y="0"/>
                    <a:pt x="43" y="0"/>
                    <a:pt x="42" y="1"/>
                  </a:cubicBezTo>
                  <a:cubicBezTo>
                    <a:pt x="41" y="2"/>
                    <a:pt x="40" y="3"/>
                    <a:pt x="39" y="4"/>
                  </a:cubicBezTo>
                  <a:cubicBezTo>
                    <a:pt x="39" y="5"/>
                    <a:pt x="38" y="8"/>
                    <a:pt x="37" y="12"/>
                  </a:cubicBezTo>
                  <a:cubicBezTo>
                    <a:pt x="37" y="14"/>
                    <a:pt x="36" y="20"/>
                    <a:pt x="34" y="29"/>
                  </a:cubicBezTo>
                  <a:cubicBezTo>
                    <a:pt x="32" y="27"/>
                    <a:pt x="30" y="26"/>
                    <a:pt x="26" y="26"/>
                  </a:cubicBezTo>
                  <a:cubicBezTo>
                    <a:pt x="20" y="26"/>
                    <a:pt x="15" y="30"/>
                    <a:pt x="9" y="37"/>
                  </a:cubicBezTo>
                  <a:cubicBezTo>
                    <a:pt x="3" y="44"/>
                    <a:pt x="0" y="51"/>
                    <a:pt x="0" y="58"/>
                  </a:cubicBezTo>
                  <a:cubicBezTo>
                    <a:pt x="0" y="62"/>
                    <a:pt x="1" y="65"/>
                    <a:pt x="3" y="67"/>
                  </a:cubicBezTo>
                  <a:cubicBezTo>
                    <a:pt x="4" y="69"/>
                    <a:pt x="7" y="70"/>
                    <a:pt x="10" y="70"/>
                  </a:cubicBezTo>
                  <a:cubicBezTo>
                    <a:pt x="17" y="70"/>
                    <a:pt x="24" y="65"/>
                    <a:pt x="31" y="55"/>
                  </a:cubicBezTo>
                  <a:cubicBezTo>
                    <a:pt x="31" y="59"/>
                    <a:pt x="31" y="63"/>
                    <a:pt x="33" y="66"/>
                  </a:cubicBezTo>
                  <a:cubicBezTo>
                    <a:pt x="34" y="68"/>
                    <a:pt x="36" y="70"/>
                    <a:pt x="39" y="70"/>
                  </a:cubicBezTo>
                  <a:cubicBezTo>
                    <a:pt x="41" y="70"/>
                    <a:pt x="44" y="69"/>
                    <a:pt x="46" y="67"/>
                  </a:cubicBezTo>
                  <a:cubicBezTo>
                    <a:pt x="49" y="65"/>
                    <a:pt x="50" y="63"/>
                    <a:pt x="50" y="61"/>
                  </a:cubicBezTo>
                  <a:cubicBezTo>
                    <a:pt x="50" y="60"/>
                    <a:pt x="50" y="59"/>
                    <a:pt x="48" y="59"/>
                  </a:cubicBezTo>
                  <a:close/>
                  <a:moveTo>
                    <a:pt x="24" y="53"/>
                  </a:moveTo>
                  <a:cubicBezTo>
                    <a:pt x="20" y="58"/>
                    <a:pt x="16" y="61"/>
                    <a:pt x="12" y="61"/>
                  </a:cubicBezTo>
                  <a:cubicBezTo>
                    <a:pt x="10" y="61"/>
                    <a:pt x="9" y="60"/>
                    <a:pt x="9" y="57"/>
                  </a:cubicBezTo>
                  <a:cubicBezTo>
                    <a:pt x="9" y="53"/>
                    <a:pt x="11" y="48"/>
                    <a:pt x="15" y="42"/>
                  </a:cubicBezTo>
                  <a:cubicBezTo>
                    <a:pt x="19" y="37"/>
                    <a:pt x="23" y="34"/>
                    <a:pt x="26" y="34"/>
                  </a:cubicBezTo>
                  <a:cubicBezTo>
                    <a:pt x="28" y="34"/>
                    <a:pt x="29" y="35"/>
                    <a:pt x="30" y="36"/>
                  </a:cubicBezTo>
                  <a:cubicBezTo>
                    <a:pt x="31" y="36"/>
                    <a:pt x="31" y="37"/>
                    <a:pt x="31" y="38"/>
                  </a:cubicBezTo>
                  <a:cubicBezTo>
                    <a:pt x="31" y="42"/>
                    <a:pt x="29" y="47"/>
                    <a:pt x="24"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48" name="组合 547"/>
          <p:cNvGrpSpPr/>
          <p:nvPr/>
        </p:nvGrpSpPr>
        <p:grpSpPr>
          <a:xfrm>
            <a:off x="8529638" y="5218113"/>
            <a:ext cx="1657350" cy="1004888"/>
            <a:chOff x="8529638" y="5218113"/>
            <a:chExt cx="1657350" cy="1004888"/>
          </a:xfrm>
          <a:solidFill>
            <a:schemeClr val="tx1">
              <a:lumMod val="65000"/>
              <a:lumOff val="35000"/>
            </a:schemeClr>
          </a:solidFill>
        </p:grpSpPr>
        <p:sp>
          <p:nvSpPr>
            <p:cNvPr id="549" name="Rectangle 533"/>
            <p:cNvSpPr>
              <a:spLocks noChangeArrowheads="1"/>
            </p:cNvSpPr>
            <p:nvPr/>
          </p:nvSpPr>
          <p:spPr bwMode="auto">
            <a:xfrm>
              <a:off x="9167813" y="5511800"/>
              <a:ext cx="61913"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0" name="Rectangle 534"/>
            <p:cNvSpPr>
              <a:spLocks noChangeArrowheads="1"/>
            </p:cNvSpPr>
            <p:nvPr/>
          </p:nvSpPr>
          <p:spPr bwMode="auto">
            <a:xfrm>
              <a:off x="9261475" y="5511800"/>
              <a:ext cx="60325"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1" name="Rectangle 535"/>
            <p:cNvSpPr>
              <a:spLocks noChangeArrowheads="1"/>
            </p:cNvSpPr>
            <p:nvPr/>
          </p:nvSpPr>
          <p:spPr bwMode="auto">
            <a:xfrm>
              <a:off x="9821863" y="5511800"/>
              <a:ext cx="61913"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2" name="Rectangle 536"/>
            <p:cNvSpPr>
              <a:spLocks noChangeArrowheads="1"/>
            </p:cNvSpPr>
            <p:nvPr/>
          </p:nvSpPr>
          <p:spPr bwMode="auto">
            <a:xfrm>
              <a:off x="9915525" y="5511800"/>
              <a:ext cx="60325"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3" name="Rectangle 537"/>
            <p:cNvSpPr>
              <a:spLocks noChangeArrowheads="1"/>
            </p:cNvSpPr>
            <p:nvPr/>
          </p:nvSpPr>
          <p:spPr bwMode="auto">
            <a:xfrm>
              <a:off x="10009188" y="5511800"/>
              <a:ext cx="60325"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4" name="Freeform 538"/>
            <p:cNvSpPr>
              <a:spLocks/>
            </p:cNvSpPr>
            <p:nvPr/>
          </p:nvSpPr>
          <p:spPr bwMode="auto">
            <a:xfrm>
              <a:off x="9134475" y="5940425"/>
              <a:ext cx="1052513" cy="69850"/>
            </a:xfrm>
            <a:custGeom>
              <a:avLst/>
              <a:gdLst>
                <a:gd name="T0" fmla="*/ 438 w 706"/>
                <a:gd name="T1" fmla="*/ 6 h 47"/>
                <a:gd name="T2" fmla="*/ 339 w 706"/>
                <a:gd name="T3" fmla="*/ 15 h 47"/>
                <a:gd name="T4" fmla="*/ 318 w 706"/>
                <a:gd name="T5" fmla="*/ 21 h 47"/>
                <a:gd name="T6" fmla="*/ 318 w 706"/>
                <a:gd name="T7" fmla="*/ 21 h 47"/>
                <a:gd name="T8" fmla="*/ 314 w 706"/>
                <a:gd name="T9" fmla="*/ 21 h 47"/>
                <a:gd name="T10" fmla="*/ 295 w 706"/>
                <a:gd name="T11" fmla="*/ 19 h 47"/>
                <a:gd name="T12" fmla="*/ 277 w 706"/>
                <a:gd name="T13" fmla="*/ 21 h 47"/>
                <a:gd name="T14" fmla="*/ 273 w 706"/>
                <a:gd name="T15" fmla="*/ 21 h 47"/>
                <a:gd name="T16" fmla="*/ 273 w 706"/>
                <a:gd name="T17" fmla="*/ 21 h 47"/>
                <a:gd name="T18" fmla="*/ 252 w 706"/>
                <a:gd name="T19" fmla="*/ 15 h 47"/>
                <a:gd name="T20" fmla="*/ 152 w 706"/>
                <a:gd name="T21" fmla="*/ 6 h 47"/>
                <a:gd name="T22" fmla="*/ 135 w 706"/>
                <a:gd name="T23" fmla="*/ 0 h 47"/>
                <a:gd name="T24" fmla="*/ 14 w 706"/>
                <a:gd name="T25" fmla="*/ 0 h 47"/>
                <a:gd name="T26" fmla="*/ 0 w 706"/>
                <a:gd name="T27" fmla="*/ 47 h 47"/>
                <a:gd name="T28" fmla="*/ 706 w 706"/>
                <a:gd name="T29" fmla="*/ 47 h 47"/>
                <a:gd name="T30" fmla="*/ 706 w 706"/>
                <a:gd name="T31" fmla="*/ 0 h 47"/>
                <a:gd name="T32" fmla="*/ 456 w 706"/>
                <a:gd name="T33" fmla="*/ 0 h 47"/>
                <a:gd name="T34" fmla="*/ 438 w 706"/>
                <a:gd name="T35" fmla="*/ 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06" h="47">
                  <a:moveTo>
                    <a:pt x="438" y="6"/>
                  </a:moveTo>
                  <a:cubicBezTo>
                    <a:pt x="339" y="15"/>
                    <a:pt x="339" y="15"/>
                    <a:pt x="339" y="15"/>
                  </a:cubicBezTo>
                  <a:cubicBezTo>
                    <a:pt x="333" y="19"/>
                    <a:pt x="326" y="21"/>
                    <a:pt x="318" y="21"/>
                  </a:cubicBezTo>
                  <a:cubicBezTo>
                    <a:pt x="318" y="21"/>
                    <a:pt x="318" y="21"/>
                    <a:pt x="318" y="21"/>
                  </a:cubicBezTo>
                  <a:cubicBezTo>
                    <a:pt x="316" y="21"/>
                    <a:pt x="315" y="21"/>
                    <a:pt x="314" y="21"/>
                  </a:cubicBezTo>
                  <a:cubicBezTo>
                    <a:pt x="295" y="19"/>
                    <a:pt x="295" y="19"/>
                    <a:pt x="295" y="19"/>
                  </a:cubicBezTo>
                  <a:cubicBezTo>
                    <a:pt x="277" y="21"/>
                    <a:pt x="277" y="21"/>
                    <a:pt x="277" y="21"/>
                  </a:cubicBezTo>
                  <a:cubicBezTo>
                    <a:pt x="276" y="21"/>
                    <a:pt x="275" y="21"/>
                    <a:pt x="273" y="21"/>
                  </a:cubicBezTo>
                  <a:cubicBezTo>
                    <a:pt x="273" y="21"/>
                    <a:pt x="273" y="21"/>
                    <a:pt x="273" y="21"/>
                  </a:cubicBezTo>
                  <a:cubicBezTo>
                    <a:pt x="265" y="21"/>
                    <a:pt x="258" y="19"/>
                    <a:pt x="252" y="15"/>
                  </a:cubicBezTo>
                  <a:cubicBezTo>
                    <a:pt x="152" y="6"/>
                    <a:pt x="152" y="6"/>
                    <a:pt x="152" y="6"/>
                  </a:cubicBezTo>
                  <a:cubicBezTo>
                    <a:pt x="146" y="5"/>
                    <a:pt x="140" y="3"/>
                    <a:pt x="135" y="0"/>
                  </a:cubicBezTo>
                  <a:cubicBezTo>
                    <a:pt x="14" y="0"/>
                    <a:pt x="14" y="0"/>
                    <a:pt x="14" y="0"/>
                  </a:cubicBezTo>
                  <a:cubicBezTo>
                    <a:pt x="0" y="47"/>
                    <a:pt x="0" y="47"/>
                    <a:pt x="0" y="47"/>
                  </a:cubicBezTo>
                  <a:cubicBezTo>
                    <a:pt x="706" y="47"/>
                    <a:pt x="706" y="47"/>
                    <a:pt x="706" y="47"/>
                  </a:cubicBezTo>
                  <a:cubicBezTo>
                    <a:pt x="706" y="0"/>
                    <a:pt x="706" y="0"/>
                    <a:pt x="706" y="0"/>
                  </a:cubicBezTo>
                  <a:cubicBezTo>
                    <a:pt x="456" y="0"/>
                    <a:pt x="456" y="0"/>
                    <a:pt x="456" y="0"/>
                  </a:cubicBezTo>
                  <a:cubicBezTo>
                    <a:pt x="451" y="3"/>
                    <a:pt x="445" y="5"/>
                    <a:pt x="438"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5" name="Freeform 539"/>
            <p:cNvSpPr>
              <a:spLocks/>
            </p:cNvSpPr>
            <p:nvPr/>
          </p:nvSpPr>
          <p:spPr bwMode="auto">
            <a:xfrm>
              <a:off x="8772525" y="5218113"/>
              <a:ext cx="376238" cy="230188"/>
            </a:xfrm>
            <a:custGeom>
              <a:avLst/>
              <a:gdLst>
                <a:gd name="T0" fmla="*/ 146 w 252"/>
                <a:gd name="T1" fmla="*/ 149 h 154"/>
                <a:gd name="T2" fmla="*/ 161 w 252"/>
                <a:gd name="T3" fmla="*/ 154 h 154"/>
                <a:gd name="T4" fmla="*/ 177 w 252"/>
                <a:gd name="T5" fmla="*/ 125 h 154"/>
                <a:gd name="T6" fmla="*/ 152 w 252"/>
                <a:gd name="T7" fmla="*/ 118 h 154"/>
                <a:gd name="T8" fmla="*/ 81 w 252"/>
                <a:gd name="T9" fmla="*/ 63 h 154"/>
                <a:gd name="T10" fmla="*/ 160 w 252"/>
                <a:gd name="T11" fmla="*/ 103 h 154"/>
                <a:gd name="T12" fmla="*/ 237 w 252"/>
                <a:gd name="T13" fmla="*/ 102 h 154"/>
                <a:gd name="T14" fmla="*/ 249 w 252"/>
                <a:gd name="T15" fmla="*/ 90 h 154"/>
                <a:gd name="T16" fmla="*/ 170 w 252"/>
                <a:gd name="T17" fmla="*/ 46 h 154"/>
                <a:gd name="T18" fmla="*/ 165 w 252"/>
                <a:gd name="T19" fmla="*/ 45 h 154"/>
                <a:gd name="T20" fmla="*/ 108 w 252"/>
                <a:gd name="T21" fmla="*/ 8 h 154"/>
                <a:gd name="T22" fmla="*/ 3 w 252"/>
                <a:gd name="T23" fmla="*/ 81 h 154"/>
                <a:gd name="T24" fmla="*/ 8 w 252"/>
                <a:gd name="T25" fmla="*/ 130 h 154"/>
                <a:gd name="T26" fmla="*/ 143 w 252"/>
                <a:gd name="T27" fmla="*/ 149 h 154"/>
                <a:gd name="T28" fmla="*/ 146 w 252"/>
                <a:gd name="T29" fmla="*/ 149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2" h="154">
                  <a:moveTo>
                    <a:pt x="146" y="149"/>
                  </a:moveTo>
                  <a:cubicBezTo>
                    <a:pt x="150" y="150"/>
                    <a:pt x="156" y="151"/>
                    <a:pt x="161" y="154"/>
                  </a:cubicBezTo>
                  <a:cubicBezTo>
                    <a:pt x="168" y="145"/>
                    <a:pt x="174" y="136"/>
                    <a:pt x="177" y="125"/>
                  </a:cubicBezTo>
                  <a:cubicBezTo>
                    <a:pt x="169" y="123"/>
                    <a:pt x="161" y="121"/>
                    <a:pt x="152" y="118"/>
                  </a:cubicBezTo>
                  <a:cubicBezTo>
                    <a:pt x="108" y="102"/>
                    <a:pt x="77" y="78"/>
                    <a:pt x="81" y="63"/>
                  </a:cubicBezTo>
                  <a:cubicBezTo>
                    <a:pt x="84" y="78"/>
                    <a:pt x="117" y="95"/>
                    <a:pt x="160" y="103"/>
                  </a:cubicBezTo>
                  <a:cubicBezTo>
                    <a:pt x="192" y="109"/>
                    <a:pt x="221" y="108"/>
                    <a:pt x="237" y="102"/>
                  </a:cubicBezTo>
                  <a:cubicBezTo>
                    <a:pt x="244" y="99"/>
                    <a:pt x="249" y="95"/>
                    <a:pt x="249" y="90"/>
                  </a:cubicBezTo>
                  <a:cubicBezTo>
                    <a:pt x="252" y="74"/>
                    <a:pt x="217" y="55"/>
                    <a:pt x="170" y="46"/>
                  </a:cubicBezTo>
                  <a:cubicBezTo>
                    <a:pt x="168" y="46"/>
                    <a:pt x="167" y="46"/>
                    <a:pt x="165" y="45"/>
                  </a:cubicBezTo>
                  <a:cubicBezTo>
                    <a:pt x="152" y="27"/>
                    <a:pt x="132" y="13"/>
                    <a:pt x="108" y="8"/>
                  </a:cubicBezTo>
                  <a:cubicBezTo>
                    <a:pt x="59" y="0"/>
                    <a:pt x="12" y="32"/>
                    <a:pt x="3" y="81"/>
                  </a:cubicBezTo>
                  <a:cubicBezTo>
                    <a:pt x="0" y="98"/>
                    <a:pt x="2" y="115"/>
                    <a:pt x="8" y="130"/>
                  </a:cubicBezTo>
                  <a:cubicBezTo>
                    <a:pt x="143" y="149"/>
                    <a:pt x="143" y="149"/>
                    <a:pt x="143" y="149"/>
                  </a:cubicBezTo>
                  <a:cubicBezTo>
                    <a:pt x="144" y="149"/>
                    <a:pt x="145" y="149"/>
                    <a:pt x="146" y="1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6" name="Freeform 540"/>
            <p:cNvSpPr>
              <a:spLocks/>
            </p:cNvSpPr>
            <p:nvPr/>
          </p:nvSpPr>
          <p:spPr bwMode="auto">
            <a:xfrm>
              <a:off x="8529638" y="5421313"/>
              <a:ext cx="668338" cy="801688"/>
            </a:xfrm>
            <a:custGeom>
              <a:avLst/>
              <a:gdLst>
                <a:gd name="T0" fmla="*/ 266 w 448"/>
                <a:gd name="T1" fmla="*/ 421 h 537"/>
                <a:gd name="T2" fmla="*/ 256 w 448"/>
                <a:gd name="T3" fmla="*/ 377 h 537"/>
                <a:gd name="T4" fmla="*/ 249 w 448"/>
                <a:gd name="T5" fmla="*/ 369 h 537"/>
                <a:gd name="T6" fmla="*/ 263 w 448"/>
                <a:gd name="T7" fmla="*/ 365 h 537"/>
                <a:gd name="T8" fmla="*/ 292 w 448"/>
                <a:gd name="T9" fmla="*/ 357 h 537"/>
                <a:gd name="T10" fmla="*/ 261 w 448"/>
                <a:gd name="T11" fmla="*/ 476 h 537"/>
                <a:gd name="T12" fmla="*/ 297 w 448"/>
                <a:gd name="T13" fmla="*/ 535 h 537"/>
                <a:gd name="T14" fmla="*/ 309 w 448"/>
                <a:gd name="T15" fmla="*/ 537 h 537"/>
                <a:gd name="T16" fmla="*/ 356 w 448"/>
                <a:gd name="T17" fmla="*/ 500 h 537"/>
                <a:gd name="T18" fmla="*/ 408 w 448"/>
                <a:gd name="T19" fmla="*/ 299 h 537"/>
                <a:gd name="T20" fmla="*/ 395 w 448"/>
                <a:gd name="T21" fmla="*/ 252 h 537"/>
                <a:gd name="T22" fmla="*/ 348 w 448"/>
                <a:gd name="T23" fmla="*/ 239 h 537"/>
                <a:gd name="T24" fmla="*/ 306 w 448"/>
                <a:gd name="T25" fmla="*/ 251 h 537"/>
                <a:gd name="T26" fmla="*/ 319 w 448"/>
                <a:gd name="T27" fmla="*/ 159 h 537"/>
                <a:gd name="T28" fmla="*/ 327 w 448"/>
                <a:gd name="T29" fmla="*/ 164 h 537"/>
                <a:gd name="T30" fmla="*/ 317 w 448"/>
                <a:gd name="T31" fmla="*/ 238 h 537"/>
                <a:gd name="T32" fmla="*/ 345 w 448"/>
                <a:gd name="T33" fmla="*/ 231 h 537"/>
                <a:gd name="T34" fmla="*/ 361 w 448"/>
                <a:gd name="T35" fmla="*/ 228 h 537"/>
                <a:gd name="T36" fmla="*/ 402 w 448"/>
                <a:gd name="T37" fmla="*/ 245 h 537"/>
                <a:gd name="T38" fmla="*/ 417 w 448"/>
                <a:gd name="T39" fmla="*/ 271 h 537"/>
                <a:gd name="T40" fmla="*/ 444 w 448"/>
                <a:gd name="T41" fmla="*/ 246 h 537"/>
                <a:gd name="T42" fmla="*/ 419 w 448"/>
                <a:gd name="T43" fmla="*/ 208 h 537"/>
                <a:gd name="T44" fmla="*/ 373 w 448"/>
                <a:gd name="T45" fmla="*/ 196 h 537"/>
                <a:gd name="T46" fmla="*/ 372 w 448"/>
                <a:gd name="T47" fmla="*/ 158 h 537"/>
                <a:gd name="T48" fmla="*/ 370 w 448"/>
                <a:gd name="T49" fmla="*/ 130 h 537"/>
                <a:gd name="T50" fmla="*/ 370 w 448"/>
                <a:gd name="T51" fmla="*/ 130 h 537"/>
                <a:gd name="T52" fmla="*/ 305 w 448"/>
                <a:gd name="T53" fmla="*/ 22 h 537"/>
                <a:gd name="T54" fmla="*/ 154 w 448"/>
                <a:gd name="T55" fmla="*/ 2 h 537"/>
                <a:gd name="T56" fmla="*/ 117 w 448"/>
                <a:gd name="T57" fmla="*/ 8 h 537"/>
                <a:gd name="T58" fmla="*/ 113 w 448"/>
                <a:gd name="T59" fmla="*/ 10 h 537"/>
                <a:gd name="T60" fmla="*/ 30 w 448"/>
                <a:gd name="T61" fmla="*/ 178 h 537"/>
                <a:gd name="T62" fmla="*/ 41 w 448"/>
                <a:gd name="T63" fmla="*/ 219 h 537"/>
                <a:gd name="T64" fmla="*/ 79 w 448"/>
                <a:gd name="T65" fmla="*/ 244 h 537"/>
                <a:gd name="T66" fmla="*/ 80 w 448"/>
                <a:gd name="T67" fmla="*/ 244 h 537"/>
                <a:gd name="T68" fmla="*/ 97 w 448"/>
                <a:gd name="T69" fmla="*/ 122 h 537"/>
                <a:gd name="T70" fmla="*/ 105 w 448"/>
                <a:gd name="T71" fmla="*/ 123 h 537"/>
                <a:gd name="T72" fmla="*/ 82 w 448"/>
                <a:gd name="T73" fmla="*/ 291 h 537"/>
                <a:gd name="T74" fmla="*/ 92 w 448"/>
                <a:gd name="T75" fmla="*/ 334 h 537"/>
                <a:gd name="T76" fmla="*/ 98 w 448"/>
                <a:gd name="T77" fmla="*/ 341 h 537"/>
                <a:gd name="T78" fmla="*/ 137 w 448"/>
                <a:gd name="T79" fmla="*/ 387 h 537"/>
                <a:gd name="T80" fmla="*/ 38 w 448"/>
                <a:gd name="T81" fmla="*/ 425 h 537"/>
                <a:gd name="T82" fmla="*/ 10 w 448"/>
                <a:gd name="T83" fmla="*/ 488 h 537"/>
                <a:gd name="T84" fmla="*/ 55 w 448"/>
                <a:gd name="T85" fmla="*/ 520 h 537"/>
                <a:gd name="T86" fmla="*/ 73 w 448"/>
                <a:gd name="T87" fmla="*/ 516 h 537"/>
                <a:gd name="T88" fmla="*/ 236 w 448"/>
                <a:gd name="T89" fmla="*/ 454 h 537"/>
                <a:gd name="T90" fmla="*/ 266 w 448"/>
                <a:gd name="T91" fmla="*/ 421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48" h="537">
                  <a:moveTo>
                    <a:pt x="266" y="421"/>
                  </a:moveTo>
                  <a:cubicBezTo>
                    <a:pt x="270" y="405"/>
                    <a:pt x="266" y="389"/>
                    <a:pt x="256" y="377"/>
                  </a:cubicBezTo>
                  <a:cubicBezTo>
                    <a:pt x="249" y="369"/>
                    <a:pt x="249" y="369"/>
                    <a:pt x="249" y="369"/>
                  </a:cubicBezTo>
                  <a:cubicBezTo>
                    <a:pt x="263" y="365"/>
                    <a:pt x="263" y="365"/>
                    <a:pt x="263" y="365"/>
                  </a:cubicBezTo>
                  <a:cubicBezTo>
                    <a:pt x="292" y="357"/>
                    <a:pt x="292" y="357"/>
                    <a:pt x="292" y="357"/>
                  </a:cubicBezTo>
                  <a:cubicBezTo>
                    <a:pt x="261" y="476"/>
                    <a:pt x="261" y="476"/>
                    <a:pt x="261" y="476"/>
                  </a:cubicBezTo>
                  <a:cubicBezTo>
                    <a:pt x="255" y="502"/>
                    <a:pt x="270" y="529"/>
                    <a:pt x="297" y="535"/>
                  </a:cubicBezTo>
                  <a:cubicBezTo>
                    <a:pt x="301" y="536"/>
                    <a:pt x="305" y="537"/>
                    <a:pt x="309" y="537"/>
                  </a:cubicBezTo>
                  <a:cubicBezTo>
                    <a:pt x="331" y="537"/>
                    <a:pt x="351" y="522"/>
                    <a:pt x="356" y="500"/>
                  </a:cubicBezTo>
                  <a:cubicBezTo>
                    <a:pt x="408" y="299"/>
                    <a:pt x="408" y="299"/>
                    <a:pt x="408" y="299"/>
                  </a:cubicBezTo>
                  <a:cubicBezTo>
                    <a:pt x="413" y="282"/>
                    <a:pt x="408" y="264"/>
                    <a:pt x="395" y="252"/>
                  </a:cubicBezTo>
                  <a:cubicBezTo>
                    <a:pt x="383" y="239"/>
                    <a:pt x="365" y="235"/>
                    <a:pt x="348" y="239"/>
                  </a:cubicBezTo>
                  <a:cubicBezTo>
                    <a:pt x="306" y="251"/>
                    <a:pt x="306" y="251"/>
                    <a:pt x="306" y="251"/>
                  </a:cubicBezTo>
                  <a:cubicBezTo>
                    <a:pt x="319" y="159"/>
                    <a:pt x="319" y="159"/>
                    <a:pt x="319" y="159"/>
                  </a:cubicBezTo>
                  <a:cubicBezTo>
                    <a:pt x="321" y="161"/>
                    <a:pt x="324" y="163"/>
                    <a:pt x="327" y="164"/>
                  </a:cubicBezTo>
                  <a:cubicBezTo>
                    <a:pt x="317" y="238"/>
                    <a:pt x="317" y="238"/>
                    <a:pt x="317" y="238"/>
                  </a:cubicBezTo>
                  <a:cubicBezTo>
                    <a:pt x="345" y="231"/>
                    <a:pt x="345" y="231"/>
                    <a:pt x="345" y="231"/>
                  </a:cubicBezTo>
                  <a:cubicBezTo>
                    <a:pt x="350" y="229"/>
                    <a:pt x="356" y="228"/>
                    <a:pt x="361" y="228"/>
                  </a:cubicBezTo>
                  <a:cubicBezTo>
                    <a:pt x="376" y="228"/>
                    <a:pt x="391" y="234"/>
                    <a:pt x="402" y="245"/>
                  </a:cubicBezTo>
                  <a:cubicBezTo>
                    <a:pt x="409" y="252"/>
                    <a:pt x="414" y="262"/>
                    <a:pt x="417" y="271"/>
                  </a:cubicBezTo>
                  <a:cubicBezTo>
                    <a:pt x="430" y="270"/>
                    <a:pt x="442" y="260"/>
                    <a:pt x="444" y="246"/>
                  </a:cubicBezTo>
                  <a:cubicBezTo>
                    <a:pt x="448" y="228"/>
                    <a:pt x="436" y="212"/>
                    <a:pt x="419" y="208"/>
                  </a:cubicBezTo>
                  <a:cubicBezTo>
                    <a:pt x="406" y="206"/>
                    <a:pt x="387" y="201"/>
                    <a:pt x="373" y="196"/>
                  </a:cubicBezTo>
                  <a:cubicBezTo>
                    <a:pt x="373" y="183"/>
                    <a:pt x="373" y="170"/>
                    <a:pt x="372" y="158"/>
                  </a:cubicBezTo>
                  <a:cubicBezTo>
                    <a:pt x="372" y="148"/>
                    <a:pt x="371" y="139"/>
                    <a:pt x="370" y="130"/>
                  </a:cubicBezTo>
                  <a:cubicBezTo>
                    <a:pt x="370" y="130"/>
                    <a:pt x="370" y="130"/>
                    <a:pt x="370" y="130"/>
                  </a:cubicBezTo>
                  <a:cubicBezTo>
                    <a:pt x="360" y="38"/>
                    <a:pt x="323" y="24"/>
                    <a:pt x="305" y="22"/>
                  </a:cubicBezTo>
                  <a:cubicBezTo>
                    <a:pt x="154" y="2"/>
                    <a:pt x="154" y="2"/>
                    <a:pt x="154" y="2"/>
                  </a:cubicBezTo>
                  <a:cubicBezTo>
                    <a:pt x="146" y="0"/>
                    <a:pt x="132" y="0"/>
                    <a:pt x="117" y="8"/>
                  </a:cubicBezTo>
                  <a:cubicBezTo>
                    <a:pt x="116" y="8"/>
                    <a:pt x="114" y="9"/>
                    <a:pt x="113" y="10"/>
                  </a:cubicBezTo>
                  <a:cubicBezTo>
                    <a:pt x="76" y="31"/>
                    <a:pt x="49" y="86"/>
                    <a:pt x="30" y="178"/>
                  </a:cubicBezTo>
                  <a:cubicBezTo>
                    <a:pt x="27" y="193"/>
                    <a:pt x="31" y="207"/>
                    <a:pt x="41" y="219"/>
                  </a:cubicBezTo>
                  <a:cubicBezTo>
                    <a:pt x="49" y="230"/>
                    <a:pt x="63" y="238"/>
                    <a:pt x="79" y="244"/>
                  </a:cubicBezTo>
                  <a:cubicBezTo>
                    <a:pt x="79" y="244"/>
                    <a:pt x="80" y="244"/>
                    <a:pt x="80" y="244"/>
                  </a:cubicBezTo>
                  <a:cubicBezTo>
                    <a:pt x="97" y="122"/>
                    <a:pt x="97" y="122"/>
                    <a:pt x="97" y="122"/>
                  </a:cubicBezTo>
                  <a:cubicBezTo>
                    <a:pt x="105" y="123"/>
                    <a:pt x="105" y="123"/>
                    <a:pt x="105" y="123"/>
                  </a:cubicBezTo>
                  <a:cubicBezTo>
                    <a:pt x="82" y="291"/>
                    <a:pt x="82" y="291"/>
                    <a:pt x="82" y="291"/>
                  </a:cubicBezTo>
                  <a:cubicBezTo>
                    <a:pt x="79" y="305"/>
                    <a:pt x="82" y="322"/>
                    <a:pt x="92" y="334"/>
                  </a:cubicBezTo>
                  <a:cubicBezTo>
                    <a:pt x="98" y="341"/>
                    <a:pt x="98" y="341"/>
                    <a:pt x="98" y="341"/>
                  </a:cubicBezTo>
                  <a:cubicBezTo>
                    <a:pt x="137" y="387"/>
                    <a:pt x="137" y="387"/>
                    <a:pt x="137" y="387"/>
                  </a:cubicBezTo>
                  <a:cubicBezTo>
                    <a:pt x="38" y="425"/>
                    <a:pt x="38" y="425"/>
                    <a:pt x="38" y="425"/>
                  </a:cubicBezTo>
                  <a:cubicBezTo>
                    <a:pt x="13" y="435"/>
                    <a:pt x="0" y="463"/>
                    <a:pt x="10" y="488"/>
                  </a:cubicBezTo>
                  <a:cubicBezTo>
                    <a:pt x="17" y="508"/>
                    <a:pt x="36" y="520"/>
                    <a:pt x="55" y="520"/>
                  </a:cubicBezTo>
                  <a:cubicBezTo>
                    <a:pt x="61" y="520"/>
                    <a:pt x="67" y="519"/>
                    <a:pt x="73" y="516"/>
                  </a:cubicBezTo>
                  <a:cubicBezTo>
                    <a:pt x="236" y="454"/>
                    <a:pt x="236" y="454"/>
                    <a:pt x="236" y="454"/>
                  </a:cubicBezTo>
                  <a:cubicBezTo>
                    <a:pt x="251" y="448"/>
                    <a:pt x="262" y="436"/>
                    <a:pt x="266" y="4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7" name="Freeform 541"/>
            <p:cNvSpPr>
              <a:spLocks/>
            </p:cNvSpPr>
            <p:nvPr/>
          </p:nvSpPr>
          <p:spPr bwMode="auto">
            <a:xfrm>
              <a:off x="9317038" y="5632450"/>
              <a:ext cx="514350" cy="325438"/>
            </a:xfrm>
            <a:custGeom>
              <a:avLst/>
              <a:gdLst>
                <a:gd name="T0" fmla="*/ 8 w 344"/>
                <a:gd name="T1" fmla="*/ 190 h 218"/>
                <a:gd name="T2" fmla="*/ 30 w 344"/>
                <a:gd name="T3" fmla="*/ 202 h 218"/>
                <a:gd name="T4" fmla="*/ 117 w 344"/>
                <a:gd name="T5" fmla="*/ 211 h 218"/>
                <a:gd name="T6" fmla="*/ 109 w 344"/>
                <a:gd name="T7" fmla="*/ 190 h 218"/>
                <a:gd name="T8" fmla="*/ 134 w 344"/>
                <a:gd name="T9" fmla="*/ 148 h 218"/>
                <a:gd name="T10" fmla="*/ 70 w 344"/>
                <a:gd name="T11" fmla="*/ 142 h 218"/>
                <a:gd name="T12" fmla="*/ 82 w 344"/>
                <a:gd name="T13" fmla="*/ 89 h 218"/>
                <a:gd name="T14" fmla="*/ 91 w 344"/>
                <a:gd name="T15" fmla="*/ 90 h 218"/>
                <a:gd name="T16" fmla="*/ 81 w 344"/>
                <a:gd name="T17" fmla="*/ 134 h 218"/>
                <a:gd name="T18" fmla="*/ 172 w 344"/>
                <a:gd name="T19" fmla="*/ 142 h 218"/>
                <a:gd name="T20" fmla="*/ 264 w 344"/>
                <a:gd name="T21" fmla="*/ 134 h 218"/>
                <a:gd name="T22" fmla="*/ 254 w 344"/>
                <a:gd name="T23" fmla="*/ 90 h 218"/>
                <a:gd name="T24" fmla="*/ 263 w 344"/>
                <a:gd name="T25" fmla="*/ 89 h 218"/>
                <a:gd name="T26" fmla="*/ 275 w 344"/>
                <a:gd name="T27" fmla="*/ 142 h 218"/>
                <a:gd name="T28" fmla="*/ 147 w 344"/>
                <a:gd name="T29" fmla="*/ 154 h 218"/>
                <a:gd name="T30" fmla="*/ 118 w 344"/>
                <a:gd name="T31" fmla="*/ 189 h 218"/>
                <a:gd name="T32" fmla="*/ 150 w 344"/>
                <a:gd name="T33" fmla="*/ 218 h 218"/>
                <a:gd name="T34" fmla="*/ 153 w 344"/>
                <a:gd name="T35" fmla="*/ 218 h 218"/>
                <a:gd name="T36" fmla="*/ 315 w 344"/>
                <a:gd name="T37" fmla="*/ 202 h 218"/>
                <a:gd name="T38" fmla="*/ 337 w 344"/>
                <a:gd name="T39" fmla="*/ 190 h 218"/>
                <a:gd name="T40" fmla="*/ 343 w 344"/>
                <a:gd name="T41" fmla="*/ 166 h 218"/>
                <a:gd name="T42" fmla="*/ 328 w 344"/>
                <a:gd name="T43" fmla="*/ 83 h 218"/>
                <a:gd name="T44" fmla="*/ 272 w 344"/>
                <a:gd name="T45" fmla="*/ 2 h 218"/>
                <a:gd name="T46" fmla="*/ 262 w 344"/>
                <a:gd name="T47" fmla="*/ 1 h 218"/>
                <a:gd name="T48" fmla="*/ 156 w 344"/>
                <a:gd name="T49" fmla="*/ 47 h 218"/>
                <a:gd name="T50" fmla="*/ 94 w 344"/>
                <a:gd name="T51" fmla="*/ 3 h 218"/>
                <a:gd name="T52" fmla="*/ 73 w 344"/>
                <a:gd name="T53" fmla="*/ 2 h 218"/>
                <a:gd name="T54" fmla="*/ 17 w 344"/>
                <a:gd name="T55" fmla="*/ 83 h 218"/>
                <a:gd name="T56" fmla="*/ 2 w 344"/>
                <a:gd name="T57" fmla="*/ 166 h 218"/>
                <a:gd name="T58" fmla="*/ 8 w 344"/>
                <a:gd name="T59" fmla="*/ 19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44" h="218">
                  <a:moveTo>
                    <a:pt x="8" y="190"/>
                  </a:moveTo>
                  <a:cubicBezTo>
                    <a:pt x="14" y="197"/>
                    <a:pt x="22" y="202"/>
                    <a:pt x="30" y="202"/>
                  </a:cubicBezTo>
                  <a:cubicBezTo>
                    <a:pt x="117" y="211"/>
                    <a:pt x="117" y="211"/>
                    <a:pt x="117" y="211"/>
                  </a:cubicBezTo>
                  <a:cubicBezTo>
                    <a:pt x="113" y="205"/>
                    <a:pt x="110" y="198"/>
                    <a:pt x="109" y="190"/>
                  </a:cubicBezTo>
                  <a:cubicBezTo>
                    <a:pt x="108" y="171"/>
                    <a:pt x="118" y="155"/>
                    <a:pt x="134" y="148"/>
                  </a:cubicBezTo>
                  <a:cubicBezTo>
                    <a:pt x="70" y="142"/>
                    <a:pt x="70" y="142"/>
                    <a:pt x="70" y="142"/>
                  </a:cubicBezTo>
                  <a:cubicBezTo>
                    <a:pt x="74" y="118"/>
                    <a:pt x="78" y="101"/>
                    <a:pt x="82" y="89"/>
                  </a:cubicBezTo>
                  <a:cubicBezTo>
                    <a:pt x="91" y="90"/>
                    <a:pt x="91" y="90"/>
                    <a:pt x="91" y="90"/>
                  </a:cubicBezTo>
                  <a:cubicBezTo>
                    <a:pt x="88" y="100"/>
                    <a:pt x="84" y="114"/>
                    <a:pt x="81" y="134"/>
                  </a:cubicBezTo>
                  <a:cubicBezTo>
                    <a:pt x="172" y="142"/>
                    <a:pt x="172" y="142"/>
                    <a:pt x="172" y="142"/>
                  </a:cubicBezTo>
                  <a:cubicBezTo>
                    <a:pt x="264" y="134"/>
                    <a:pt x="264" y="134"/>
                    <a:pt x="264" y="134"/>
                  </a:cubicBezTo>
                  <a:cubicBezTo>
                    <a:pt x="260" y="114"/>
                    <a:pt x="257" y="100"/>
                    <a:pt x="254" y="90"/>
                  </a:cubicBezTo>
                  <a:cubicBezTo>
                    <a:pt x="263" y="89"/>
                    <a:pt x="263" y="89"/>
                    <a:pt x="263" y="89"/>
                  </a:cubicBezTo>
                  <a:cubicBezTo>
                    <a:pt x="267" y="101"/>
                    <a:pt x="271" y="118"/>
                    <a:pt x="275" y="142"/>
                  </a:cubicBezTo>
                  <a:cubicBezTo>
                    <a:pt x="147" y="154"/>
                    <a:pt x="147" y="154"/>
                    <a:pt x="147" y="154"/>
                  </a:cubicBezTo>
                  <a:cubicBezTo>
                    <a:pt x="130" y="156"/>
                    <a:pt x="117" y="171"/>
                    <a:pt x="118" y="189"/>
                  </a:cubicBezTo>
                  <a:cubicBezTo>
                    <a:pt x="120" y="205"/>
                    <a:pt x="134" y="218"/>
                    <a:pt x="150" y="218"/>
                  </a:cubicBezTo>
                  <a:cubicBezTo>
                    <a:pt x="151" y="218"/>
                    <a:pt x="152" y="218"/>
                    <a:pt x="153" y="218"/>
                  </a:cubicBezTo>
                  <a:cubicBezTo>
                    <a:pt x="315" y="202"/>
                    <a:pt x="315" y="202"/>
                    <a:pt x="315" y="202"/>
                  </a:cubicBezTo>
                  <a:cubicBezTo>
                    <a:pt x="323" y="202"/>
                    <a:pt x="331" y="197"/>
                    <a:pt x="337" y="190"/>
                  </a:cubicBezTo>
                  <a:cubicBezTo>
                    <a:pt x="342" y="184"/>
                    <a:pt x="344" y="175"/>
                    <a:pt x="343" y="166"/>
                  </a:cubicBezTo>
                  <a:cubicBezTo>
                    <a:pt x="339" y="133"/>
                    <a:pt x="334" y="105"/>
                    <a:pt x="328" y="83"/>
                  </a:cubicBezTo>
                  <a:cubicBezTo>
                    <a:pt x="315" y="32"/>
                    <a:pt x="298" y="7"/>
                    <a:pt x="272" y="2"/>
                  </a:cubicBezTo>
                  <a:cubicBezTo>
                    <a:pt x="269" y="1"/>
                    <a:pt x="265" y="1"/>
                    <a:pt x="262" y="1"/>
                  </a:cubicBezTo>
                  <a:cubicBezTo>
                    <a:pt x="241" y="37"/>
                    <a:pt x="199" y="56"/>
                    <a:pt x="156" y="47"/>
                  </a:cubicBezTo>
                  <a:cubicBezTo>
                    <a:pt x="129" y="41"/>
                    <a:pt x="107" y="25"/>
                    <a:pt x="94" y="3"/>
                  </a:cubicBezTo>
                  <a:cubicBezTo>
                    <a:pt x="87" y="1"/>
                    <a:pt x="80" y="0"/>
                    <a:pt x="73" y="2"/>
                  </a:cubicBezTo>
                  <a:cubicBezTo>
                    <a:pt x="47" y="7"/>
                    <a:pt x="30" y="32"/>
                    <a:pt x="17" y="83"/>
                  </a:cubicBezTo>
                  <a:cubicBezTo>
                    <a:pt x="11" y="105"/>
                    <a:pt x="6" y="133"/>
                    <a:pt x="2" y="166"/>
                  </a:cubicBezTo>
                  <a:cubicBezTo>
                    <a:pt x="0" y="175"/>
                    <a:pt x="3" y="184"/>
                    <a:pt x="8" y="1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8" name="Freeform 542"/>
            <p:cNvSpPr>
              <a:spLocks/>
            </p:cNvSpPr>
            <p:nvPr/>
          </p:nvSpPr>
          <p:spPr bwMode="auto">
            <a:xfrm>
              <a:off x="9458325" y="5375275"/>
              <a:ext cx="277813" cy="184150"/>
            </a:xfrm>
            <a:custGeom>
              <a:avLst/>
              <a:gdLst>
                <a:gd name="T0" fmla="*/ 93 w 187"/>
                <a:gd name="T1" fmla="*/ 79 h 123"/>
                <a:gd name="T2" fmla="*/ 175 w 187"/>
                <a:gd name="T3" fmla="*/ 123 h 123"/>
                <a:gd name="T4" fmla="*/ 176 w 187"/>
                <a:gd name="T5" fmla="*/ 118 h 123"/>
                <a:gd name="T6" fmla="*/ 108 w 187"/>
                <a:gd name="T7" fmla="*/ 11 h 123"/>
                <a:gd name="T8" fmla="*/ 1 w 187"/>
                <a:gd name="T9" fmla="*/ 80 h 123"/>
                <a:gd name="T10" fmla="*/ 0 w 187"/>
                <a:gd name="T11" fmla="*/ 85 h 123"/>
                <a:gd name="T12" fmla="*/ 93 w 187"/>
                <a:gd name="T13" fmla="*/ 79 h 123"/>
              </a:gdLst>
              <a:ahLst/>
              <a:cxnLst>
                <a:cxn ang="0">
                  <a:pos x="T0" y="T1"/>
                </a:cxn>
                <a:cxn ang="0">
                  <a:pos x="T2" y="T3"/>
                </a:cxn>
                <a:cxn ang="0">
                  <a:pos x="T4" y="T5"/>
                </a:cxn>
                <a:cxn ang="0">
                  <a:pos x="T6" y="T7"/>
                </a:cxn>
                <a:cxn ang="0">
                  <a:pos x="T8" y="T9"/>
                </a:cxn>
                <a:cxn ang="0">
                  <a:pos x="T10" y="T11"/>
                </a:cxn>
                <a:cxn ang="0">
                  <a:pos x="T12" y="T13"/>
                </a:cxn>
              </a:cxnLst>
              <a:rect l="0" t="0" r="r" b="b"/>
              <a:pathLst>
                <a:path w="187" h="123">
                  <a:moveTo>
                    <a:pt x="93" y="79"/>
                  </a:moveTo>
                  <a:cubicBezTo>
                    <a:pt x="129" y="87"/>
                    <a:pt x="163" y="103"/>
                    <a:pt x="175" y="123"/>
                  </a:cubicBezTo>
                  <a:cubicBezTo>
                    <a:pt x="176" y="121"/>
                    <a:pt x="176" y="120"/>
                    <a:pt x="176" y="118"/>
                  </a:cubicBezTo>
                  <a:cubicBezTo>
                    <a:pt x="187" y="69"/>
                    <a:pt x="156" y="21"/>
                    <a:pt x="108" y="11"/>
                  </a:cubicBezTo>
                  <a:cubicBezTo>
                    <a:pt x="59" y="0"/>
                    <a:pt x="11" y="31"/>
                    <a:pt x="1" y="80"/>
                  </a:cubicBezTo>
                  <a:cubicBezTo>
                    <a:pt x="0" y="81"/>
                    <a:pt x="0" y="83"/>
                    <a:pt x="0" y="85"/>
                  </a:cubicBezTo>
                  <a:cubicBezTo>
                    <a:pt x="19" y="71"/>
                    <a:pt x="57" y="71"/>
                    <a:pt x="93"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9" name="Freeform 543"/>
            <p:cNvSpPr>
              <a:spLocks noEditPoints="1"/>
            </p:cNvSpPr>
            <p:nvPr/>
          </p:nvSpPr>
          <p:spPr bwMode="auto">
            <a:xfrm>
              <a:off x="9434513" y="5459413"/>
              <a:ext cx="295275" cy="247650"/>
            </a:xfrm>
            <a:custGeom>
              <a:avLst/>
              <a:gdLst>
                <a:gd name="T0" fmla="*/ 79 w 197"/>
                <a:gd name="T1" fmla="*/ 155 h 166"/>
                <a:gd name="T2" fmla="*/ 186 w 197"/>
                <a:gd name="T3" fmla="*/ 87 h 166"/>
                <a:gd name="T4" fmla="*/ 10 w 197"/>
                <a:gd name="T5" fmla="*/ 48 h 166"/>
                <a:gd name="T6" fmla="*/ 79 w 197"/>
                <a:gd name="T7" fmla="*/ 155 h 166"/>
                <a:gd name="T8" fmla="*/ 158 w 197"/>
                <a:gd name="T9" fmla="*/ 81 h 166"/>
                <a:gd name="T10" fmla="*/ 132 w 197"/>
                <a:gd name="T11" fmla="*/ 99 h 166"/>
                <a:gd name="T12" fmla="*/ 106 w 197"/>
                <a:gd name="T13" fmla="*/ 80 h 166"/>
                <a:gd name="T14" fmla="*/ 132 w 197"/>
                <a:gd name="T15" fmla="*/ 61 h 166"/>
                <a:gd name="T16" fmla="*/ 158 w 197"/>
                <a:gd name="T17" fmla="*/ 81 h 166"/>
                <a:gd name="T18" fmla="*/ 70 w 197"/>
                <a:gd name="T19" fmla="*/ 48 h 166"/>
                <a:gd name="T20" fmla="*/ 86 w 197"/>
                <a:gd name="T21" fmla="*/ 76 h 166"/>
                <a:gd name="T22" fmla="*/ 54 w 197"/>
                <a:gd name="T23" fmla="*/ 83 h 166"/>
                <a:gd name="T24" fmla="*/ 38 w 197"/>
                <a:gd name="T25" fmla="*/ 55 h 166"/>
                <a:gd name="T26" fmla="*/ 70 w 197"/>
                <a:gd name="T27" fmla="*/ 48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7" h="166">
                  <a:moveTo>
                    <a:pt x="79" y="155"/>
                  </a:moveTo>
                  <a:cubicBezTo>
                    <a:pt x="128" y="166"/>
                    <a:pt x="176" y="135"/>
                    <a:pt x="186" y="87"/>
                  </a:cubicBezTo>
                  <a:cubicBezTo>
                    <a:pt x="197" y="38"/>
                    <a:pt x="21" y="0"/>
                    <a:pt x="10" y="48"/>
                  </a:cubicBezTo>
                  <a:cubicBezTo>
                    <a:pt x="0" y="97"/>
                    <a:pt x="30" y="145"/>
                    <a:pt x="79" y="155"/>
                  </a:cubicBezTo>
                  <a:close/>
                  <a:moveTo>
                    <a:pt x="158" y="81"/>
                  </a:moveTo>
                  <a:cubicBezTo>
                    <a:pt x="158" y="91"/>
                    <a:pt x="146" y="100"/>
                    <a:pt x="132" y="99"/>
                  </a:cubicBezTo>
                  <a:cubicBezTo>
                    <a:pt x="117" y="99"/>
                    <a:pt x="106" y="91"/>
                    <a:pt x="106" y="80"/>
                  </a:cubicBezTo>
                  <a:cubicBezTo>
                    <a:pt x="106" y="70"/>
                    <a:pt x="118" y="61"/>
                    <a:pt x="132" y="61"/>
                  </a:cubicBezTo>
                  <a:cubicBezTo>
                    <a:pt x="147" y="62"/>
                    <a:pt x="158" y="70"/>
                    <a:pt x="158" y="81"/>
                  </a:cubicBezTo>
                  <a:close/>
                  <a:moveTo>
                    <a:pt x="70" y="48"/>
                  </a:moveTo>
                  <a:cubicBezTo>
                    <a:pt x="83" y="54"/>
                    <a:pt x="90" y="66"/>
                    <a:pt x="86" y="76"/>
                  </a:cubicBezTo>
                  <a:cubicBezTo>
                    <a:pt x="82" y="85"/>
                    <a:pt x="68" y="88"/>
                    <a:pt x="54" y="83"/>
                  </a:cubicBezTo>
                  <a:cubicBezTo>
                    <a:pt x="41" y="77"/>
                    <a:pt x="34" y="64"/>
                    <a:pt x="38" y="55"/>
                  </a:cubicBezTo>
                  <a:cubicBezTo>
                    <a:pt x="42" y="45"/>
                    <a:pt x="56" y="42"/>
                    <a:pt x="70"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60" name="组合 559"/>
          <p:cNvGrpSpPr/>
          <p:nvPr/>
        </p:nvGrpSpPr>
        <p:grpSpPr>
          <a:xfrm>
            <a:off x="10318750" y="4806950"/>
            <a:ext cx="811213" cy="1454151"/>
            <a:chOff x="10318750" y="4806950"/>
            <a:chExt cx="811213" cy="1454151"/>
          </a:xfrm>
          <a:solidFill>
            <a:schemeClr val="tx1">
              <a:lumMod val="65000"/>
              <a:lumOff val="35000"/>
            </a:schemeClr>
          </a:solidFill>
        </p:grpSpPr>
        <p:sp>
          <p:nvSpPr>
            <p:cNvPr id="561" name="Freeform 544"/>
            <p:cNvSpPr>
              <a:spLocks/>
            </p:cNvSpPr>
            <p:nvPr/>
          </p:nvSpPr>
          <p:spPr bwMode="auto">
            <a:xfrm>
              <a:off x="10685463" y="4806950"/>
              <a:ext cx="268288" cy="142875"/>
            </a:xfrm>
            <a:custGeom>
              <a:avLst/>
              <a:gdLst>
                <a:gd name="T0" fmla="*/ 90 w 180"/>
                <a:gd name="T1" fmla="*/ 70 h 96"/>
                <a:gd name="T2" fmla="*/ 180 w 180"/>
                <a:gd name="T3" fmla="*/ 96 h 96"/>
                <a:gd name="T4" fmla="*/ 180 w 180"/>
                <a:gd name="T5" fmla="*/ 90 h 96"/>
                <a:gd name="T6" fmla="*/ 90 w 180"/>
                <a:gd name="T7" fmla="*/ 0 h 96"/>
                <a:gd name="T8" fmla="*/ 0 w 180"/>
                <a:gd name="T9" fmla="*/ 90 h 96"/>
                <a:gd name="T10" fmla="*/ 1 w 180"/>
                <a:gd name="T11" fmla="*/ 96 h 96"/>
                <a:gd name="T12" fmla="*/ 90 w 180"/>
                <a:gd name="T13" fmla="*/ 70 h 96"/>
              </a:gdLst>
              <a:ahLst/>
              <a:cxnLst>
                <a:cxn ang="0">
                  <a:pos x="T0" y="T1"/>
                </a:cxn>
                <a:cxn ang="0">
                  <a:pos x="T2" y="T3"/>
                </a:cxn>
                <a:cxn ang="0">
                  <a:pos x="T4" y="T5"/>
                </a:cxn>
                <a:cxn ang="0">
                  <a:pos x="T6" y="T7"/>
                </a:cxn>
                <a:cxn ang="0">
                  <a:pos x="T8" y="T9"/>
                </a:cxn>
                <a:cxn ang="0">
                  <a:pos x="T10" y="T11"/>
                </a:cxn>
                <a:cxn ang="0">
                  <a:pos x="T12" y="T13"/>
                </a:cxn>
              </a:cxnLst>
              <a:rect l="0" t="0" r="r" b="b"/>
              <a:pathLst>
                <a:path w="180" h="96">
                  <a:moveTo>
                    <a:pt x="90" y="70"/>
                  </a:moveTo>
                  <a:cubicBezTo>
                    <a:pt x="127" y="70"/>
                    <a:pt x="164" y="78"/>
                    <a:pt x="180" y="96"/>
                  </a:cubicBezTo>
                  <a:cubicBezTo>
                    <a:pt x="180" y="94"/>
                    <a:pt x="180" y="92"/>
                    <a:pt x="180" y="90"/>
                  </a:cubicBezTo>
                  <a:cubicBezTo>
                    <a:pt x="180" y="41"/>
                    <a:pt x="140" y="0"/>
                    <a:pt x="90" y="0"/>
                  </a:cubicBezTo>
                  <a:cubicBezTo>
                    <a:pt x="41" y="0"/>
                    <a:pt x="0" y="41"/>
                    <a:pt x="0" y="90"/>
                  </a:cubicBezTo>
                  <a:cubicBezTo>
                    <a:pt x="0" y="92"/>
                    <a:pt x="0" y="94"/>
                    <a:pt x="1" y="96"/>
                  </a:cubicBezTo>
                  <a:cubicBezTo>
                    <a:pt x="17" y="78"/>
                    <a:pt x="54" y="70"/>
                    <a:pt x="90"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2" name="Freeform 545"/>
            <p:cNvSpPr>
              <a:spLocks noEditPoints="1"/>
            </p:cNvSpPr>
            <p:nvPr/>
          </p:nvSpPr>
          <p:spPr bwMode="auto">
            <a:xfrm>
              <a:off x="10318750" y="4997450"/>
              <a:ext cx="811213" cy="722313"/>
            </a:xfrm>
            <a:custGeom>
              <a:avLst/>
              <a:gdLst>
                <a:gd name="T0" fmla="*/ 335 w 543"/>
                <a:gd name="T1" fmla="*/ 414 h 484"/>
                <a:gd name="T2" fmla="*/ 444 w 543"/>
                <a:gd name="T3" fmla="*/ 393 h 484"/>
                <a:gd name="T4" fmla="*/ 444 w 543"/>
                <a:gd name="T5" fmla="*/ 330 h 484"/>
                <a:gd name="T6" fmla="*/ 444 w 543"/>
                <a:gd name="T7" fmla="*/ 330 h 484"/>
                <a:gd name="T8" fmla="*/ 444 w 543"/>
                <a:gd name="T9" fmla="*/ 198 h 484"/>
                <a:gd name="T10" fmla="*/ 469 w 543"/>
                <a:gd name="T11" fmla="*/ 451 h 484"/>
                <a:gd name="T12" fmla="*/ 499 w 543"/>
                <a:gd name="T13" fmla="*/ 484 h 484"/>
                <a:gd name="T14" fmla="*/ 501 w 543"/>
                <a:gd name="T15" fmla="*/ 484 h 484"/>
                <a:gd name="T16" fmla="*/ 533 w 543"/>
                <a:gd name="T17" fmla="*/ 454 h 484"/>
                <a:gd name="T18" fmla="*/ 470 w 543"/>
                <a:gd name="T19" fmla="*/ 127 h 484"/>
                <a:gd name="T20" fmla="*/ 415 w 543"/>
                <a:gd name="T21" fmla="*/ 102 h 484"/>
                <a:gd name="T22" fmla="*/ 413 w 543"/>
                <a:gd name="T23" fmla="*/ 102 h 484"/>
                <a:gd name="T24" fmla="*/ 258 w 543"/>
                <a:gd name="T25" fmla="*/ 102 h 484"/>
                <a:gd name="T26" fmla="*/ 245 w 543"/>
                <a:gd name="T27" fmla="*/ 104 h 484"/>
                <a:gd name="T28" fmla="*/ 222 w 543"/>
                <a:gd name="T29" fmla="*/ 119 h 484"/>
                <a:gd name="T30" fmla="*/ 176 w 543"/>
                <a:gd name="T31" fmla="*/ 138 h 484"/>
                <a:gd name="T32" fmla="*/ 169 w 543"/>
                <a:gd name="T33" fmla="*/ 134 h 484"/>
                <a:gd name="T34" fmla="*/ 169 w 543"/>
                <a:gd name="T35" fmla="*/ 12 h 484"/>
                <a:gd name="T36" fmla="*/ 106 w 543"/>
                <a:gd name="T37" fmla="*/ 12 h 484"/>
                <a:gd name="T38" fmla="*/ 74 w 543"/>
                <a:gd name="T39" fmla="*/ 3 h 484"/>
                <a:gd name="T40" fmla="*/ 59 w 543"/>
                <a:gd name="T41" fmla="*/ 12 h 484"/>
                <a:gd name="T42" fmla="*/ 0 w 543"/>
                <a:gd name="T43" fmla="*/ 12 h 484"/>
                <a:gd name="T44" fmla="*/ 0 w 543"/>
                <a:gd name="T45" fmla="*/ 247 h 484"/>
                <a:gd name="T46" fmla="*/ 169 w 543"/>
                <a:gd name="T47" fmla="*/ 247 h 484"/>
                <a:gd name="T48" fmla="*/ 169 w 543"/>
                <a:gd name="T49" fmla="*/ 202 h 484"/>
                <a:gd name="T50" fmla="*/ 183 w 543"/>
                <a:gd name="T51" fmla="*/ 203 h 484"/>
                <a:gd name="T52" fmla="*/ 227 w 543"/>
                <a:gd name="T53" fmla="*/ 192 h 484"/>
                <a:gd name="T54" fmla="*/ 227 w 543"/>
                <a:gd name="T55" fmla="*/ 330 h 484"/>
                <a:gd name="T56" fmla="*/ 227 w 543"/>
                <a:gd name="T57" fmla="*/ 393 h 484"/>
                <a:gd name="T58" fmla="*/ 335 w 543"/>
                <a:gd name="T59" fmla="*/ 414 h 484"/>
                <a:gd name="T60" fmla="*/ 10 w 543"/>
                <a:gd name="T61" fmla="*/ 237 h 484"/>
                <a:gd name="T62" fmla="*/ 10 w 543"/>
                <a:gd name="T63" fmla="*/ 22 h 484"/>
                <a:gd name="T64" fmla="*/ 159 w 543"/>
                <a:gd name="T65" fmla="*/ 22 h 484"/>
                <a:gd name="T66" fmla="*/ 159 w 543"/>
                <a:gd name="T67" fmla="*/ 237 h 484"/>
                <a:gd name="T68" fmla="*/ 10 w 543"/>
                <a:gd name="T69" fmla="*/ 237 h 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43" h="484">
                  <a:moveTo>
                    <a:pt x="335" y="414"/>
                  </a:moveTo>
                  <a:cubicBezTo>
                    <a:pt x="373" y="414"/>
                    <a:pt x="427" y="398"/>
                    <a:pt x="444" y="393"/>
                  </a:cubicBezTo>
                  <a:cubicBezTo>
                    <a:pt x="444" y="330"/>
                    <a:pt x="444" y="330"/>
                    <a:pt x="444" y="330"/>
                  </a:cubicBezTo>
                  <a:cubicBezTo>
                    <a:pt x="444" y="330"/>
                    <a:pt x="444" y="330"/>
                    <a:pt x="444" y="330"/>
                  </a:cubicBezTo>
                  <a:cubicBezTo>
                    <a:pt x="444" y="198"/>
                    <a:pt x="444" y="198"/>
                    <a:pt x="444" y="198"/>
                  </a:cubicBezTo>
                  <a:cubicBezTo>
                    <a:pt x="461" y="235"/>
                    <a:pt x="477" y="310"/>
                    <a:pt x="469" y="451"/>
                  </a:cubicBezTo>
                  <a:cubicBezTo>
                    <a:pt x="468" y="468"/>
                    <a:pt x="482" y="483"/>
                    <a:pt x="499" y="484"/>
                  </a:cubicBezTo>
                  <a:cubicBezTo>
                    <a:pt x="500" y="484"/>
                    <a:pt x="501" y="484"/>
                    <a:pt x="501" y="484"/>
                  </a:cubicBezTo>
                  <a:cubicBezTo>
                    <a:pt x="518" y="484"/>
                    <a:pt x="532" y="471"/>
                    <a:pt x="533" y="454"/>
                  </a:cubicBezTo>
                  <a:cubicBezTo>
                    <a:pt x="543" y="285"/>
                    <a:pt x="522" y="175"/>
                    <a:pt x="470" y="127"/>
                  </a:cubicBezTo>
                  <a:cubicBezTo>
                    <a:pt x="448" y="106"/>
                    <a:pt x="426" y="102"/>
                    <a:pt x="415" y="102"/>
                  </a:cubicBezTo>
                  <a:cubicBezTo>
                    <a:pt x="414" y="102"/>
                    <a:pt x="413" y="102"/>
                    <a:pt x="413" y="102"/>
                  </a:cubicBezTo>
                  <a:cubicBezTo>
                    <a:pt x="258" y="102"/>
                    <a:pt x="258" y="102"/>
                    <a:pt x="258" y="102"/>
                  </a:cubicBezTo>
                  <a:cubicBezTo>
                    <a:pt x="254" y="102"/>
                    <a:pt x="249" y="103"/>
                    <a:pt x="245" y="104"/>
                  </a:cubicBezTo>
                  <a:cubicBezTo>
                    <a:pt x="237" y="107"/>
                    <a:pt x="230" y="113"/>
                    <a:pt x="222" y="119"/>
                  </a:cubicBezTo>
                  <a:cubicBezTo>
                    <a:pt x="205" y="131"/>
                    <a:pt x="189" y="142"/>
                    <a:pt x="176" y="138"/>
                  </a:cubicBezTo>
                  <a:cubicBezTo>
                    <a:pt x="174" y="138"/>
                    <a:pt x="172" y="136"/>
                    <a:pt x="169" y="134"/>
                  </a:cubicBezTo>
                  <a:cubicBezTo>
                    <a:pt x="169" y="12"/>
                    <a:pt x="169" y="12"/>
                    <a:pt x="169" y="12"/>
                  </a:cubicBezTo>
                  <a:cubicBezTo>
                    <a:pt x="106" y="12"/>
                    <a:pt x="106" y="12"/>
                    <a:pt x="106" y="12"/>
                  </a:cubicBezTo>
                  <a:cubicBezTo>
                    <a:pt x="98" y="3"/>
                    <a:pt x="85" y="0"/>
                    <a:pt x="74" y="3"/>
                  </a:cubicBezTo>
                  <a:cubicBezTo>
                    <a:pt x="68" y="5"/>
                    <a:pt x="63" y="8"/>
                    <a:pt x="59" y="12"/>
                  </a:cubicBezTo>
                  <a:cubicBezTo>
                    <a:pt x="0" y="12"/>
                    <a:pt x="0" y="12"/>
                    <a:pt x="0" y="12"/>
                  </a:cubicBezTo>
                  <a:cubicBezTo>
                    <a:pt x="0" y="247"/>
                    <a:pt x="0" y="247"/>
                    <a:pt x="0" y="247"/>
                  </a:cubicBezTo>
                  <a:cubicBezTo>
                    <a:pt x="169" y="247"/>
                    <a:pt x="169" y="247"/>
                    <a:pt x="169" y="247"/>
                  </a:cubicBezTo>
                  <a:cubicBezTo>
                    <a:pt x="169" y="202"/>
                    <a:pt x="169" y="202"/>
                    <a:pt x="169" y="202"/>
                  </a:cubicBezTo>
                  <a:cubicBezTo>
                    <a:pt x="173" y="203"/>
                    <a:pt x="178" y="203"/>
                    <a:pt x="183" y="203"/>
                  </a:cubicBezTo>
                  <a:cubicBezTo>
                    <a:pt x="199" y="203"/>
                    <a:pt x="214" y="198"/>
                    <a:pt x="227" y="192"/>
                  </a:cubicBezTo>
                  <a:cubicBezTo>
                    <a:pt x="227" y="330"/>
                    <a:pt x="227" y="330"/>
                    <a:pt x="227" y="330"/>
                  </a:cubicBezTo>
                  <a:cubicBezTo>
                    <a:pt x="227" y="393"/>
                    <a:pt x="227" y="393"/>
                    <a:pt x="227" y="393"/>
                  </a:cubicBezTo>
                  <a:cubicBezTo>
                    <a:pt x="243" y="398"/>
                    <a:pt x="298" y="414"/>
                    <a:pt x="335" y="414"/>
                  </a:cubicBezTo>
                  <a:close/>
                  <a:moveTo>
                    <a:pt x="10" y="237"/>
                  </a:moveTo>
                  <a:cubicBezTo>
                    <a:pt x="10" y="22"/>
                    <a:pt x="10" y="22"/>
                    <a:pt x="10" y="22"/>
                  </a:cubicBezTo>
                  <a:cubicBezTo>
                    <a:pt x="159" y="22"/>
                    <a:pt x="159" y="22"/>
                    <a:pt x="159" y="22"/>
                  </a:cubicBezTo>
                  <a:cubicBezTo>
                    <a:pt x="159" y="237"/>
                    <a:pt x="159" y="237"/>
                    <a:pt x="159" y="237"/>
                  </a:cubicBezTo>
                  <a:lnTo>
                    <a:pt x="10" y="2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3" name="Freeform 546"/>
            <p:cNvSpPr>
              <a:spLocks/>
            </p:cNvSpPr>
            <p:nvPr/>
          </p:nvSpPr>
          <p:spPr bwMode="auto">
            <a:xfrm>
              <a:off x="10658475" y="5621338"/>
              <a:ext cx="147638" cy="639763"/>
            </a:xfrm>
            <a:custGeom>
              <a:avLst/>
              <a:gdLst>
                <a:gd name="T0" fmla="*/ 0 w 99"/>
                <a:gd name="T1" fmla="*/ 0 h 429"/>
                <a:gd name="T2" fmla="*/ 0 w 99"/>
                <a:gd name="T3" fmla="*/ 380 h 429"/>
                <a:gd name="T4" fmla="*/ 50 w 99"/>
                <a:gd name="T5" fmla="*/ 429 h 429"/>
                <a:gd name="T6" fmla="*/ 99 w 99"/>
                <a:gd name="T7" fmla="*/ 380 h 429"/>
                <a:gd name="T8" fmla="*/ 99 w 99"/>
                <a:gd name="T9" fmla="*/ 61 h 429"/>
                <a:gd name="T10" fmla="*/ 0 w 99"/>
                <a:gd name="T11" fmla="*/ 0 h 429"/>
              </a:gdLst>
              <a:ahLst/>
              <a:cxnLst>
                <a:cxn ang="0">
                  <a:pos x="T0" y="T1"/>
                </a:cxn>
                <a:cxn ang="0">
                  <a:pos x="T2" y="T3"/>
                </a:cxn>
                <a:cxn ang="0">
                  <a:pos x="T4" y="T5"/>
                </a:cxn>
                <a:cxn ang="0">
                  <a:pos x="T6" y="T7"/>
                </a:cxn>
                <a:cxn ang="0">
                  <a:pos x="T8" y="T9"/>
                </a:cxn>
                <a:cxn ang="0">
                  <a:pos x="T10" y="T11"/>
                </a:cxn>
              </a:cxnLst>
              <a:rect l="0" t="0" r="r" b="b"/>
              <a:pathLst>
                <a:path w="99" h="429">
                  <a:moveTo>
                    <a:pt x="0" y="0"/>
                  </a:moveTo>
                  <a:cubicBezTo>
                    <a:pt x="0" y="380"/>
                    <a:pt x="0" y="380"/>
                    <a:pt x="0" y="380"/>
                  </a:cubicBezTo>
                  <a:cubicBezTo>
                    <a:pt x="0" y="407"/>
                    <a:pt x="22" y="429"/>
                    <a:pt x="50" y="429"/>
                  </a:cubicBezTo>
                  <a:cubicBezTo>
                    <a:pt x="77" y="429"/>
                    <a:pt x="99" y="407"/>
                    <a:pt x="99" y="380"/>
                  </a:cubicBezTo>
                  <a:cubicBezTo>
                    <a:pt x="99" y="61"/>
                    <a:pt x="99" y="61"/>
                    <a:pt x="99" y="61"/>
                  </a:cubicBezTo>
                  <a:cubicBezTo>
                    <a:pt x="77" y="51"/>
                    <a:pt x="57" y="1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4" name="Freeform 547"/>
            <p:cNvSpPr>
              <a:spLocks/>
            </p:cNvSpPr>
            <p:nvPr/>
          </p:nvSpPr>
          <p:spPr bwMode="auto">
            <a:xfrm>
              <a:off x="10834688" y="5621338"/>
              <a:ext cx="147638" cy="639763"/>
            </a:xfrm>
            <a:custGeom>
              <a:avLst/>
              <a:gdLst>
                <a:gd name="T0" fmla="*/ 0 w 99"/>
                <a:gd name="T1" fmla="*/ 61 h 429"/>
                <a:gd name="T2" fmla="*/ 0 w 99"/>
                <a:gd name="T3" fmla="*/ 380 h 429"/>
                <a:gd name="T4" fmla="*/ 49 w 99"/>
                <a:gd name="T5" fmla="*/ 429 h 429"/>
                <a:gd name="T6" fmla="*/ 99 w 99"/>
                <a:gd name="T7" fmla="*/ 380 h 429"/>
                <a:gd name="T8" fmla="*/ 99 w 99"/>
                <a:gd name="T9" fmla="*/ 0 h 429"/>
                <a:gd name="T10" fmla="*/ 0 w 99"/>
                <a:gd name="T11" fmla="*/ 61 h 429"/>
              </a:gdLst>
              <a:ahLst/>
              <a:cxnLst>
                <a:cxn ang="0">
                  <a:pos x="T0" y="T1"/>
                </a:cxn>
                <a:cxn ang="0">
                  <a:pos x="T2" y="T3"/>
                </a:cxn>
                <a:cxn ang="0">
                  <a:pos x="T4" y="T5"/>
                </a:cxn>
                <a:cxn ang="0">
                  <a:pos x="T6" y="T7"/>
                </a:cxn>
                <a:cxn ang="0">
                  <a:pos x="T8" y="T9"/>
                </a:cxn>
                <a:cxn ang="0">
                  <a:pos x="T10" y="T11"/>
                </a:cxn>
              </a:cxnLst>
              <a:rect l="0" t="0" r="r" b="b"/>
              <a:pathLst>
                <a:path w="99" h="429">
                  <a:moveTo>
                    <a:pt x="0" y="61"/>
                  </a:moveTo>
                  <a:cubicBezTo>
                    <a:pt x="0" y="380"/>
                    <a:pt x="0" y="380"/>
                    <a:pt x="0" y="380"/>
                  </a:cubicBezTo>
                  <a:cubicBezTo>
                    <a:pt x="0" y="407"/>
                    <a:pt x="22" y="429"/>
                    <a:pt x="49" y="429"/>
                  </a:cubicBezTo>
                  <a:cubicBezTo>
                    <a:pt x="76" y="429"/>
                    <a:pt x="99" y="407"/>
                    <a:pt x="99" y="380"/>
                  </a:cubicBezTo>
                  <a:cubicBezTo>
                    <a:pt x="99" y="0"/>
                    <a:pt x="99" y="0"/>
                    <a:pt x="99" y="0"/>
                  </a:cubicBezTo>
                  <a:cubicBezTo>
                    <a:pt x="42" y="10"/>
                    <a:pt x="22" y="51"/>
                    <a:pt x="0"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5" name="Freeform 548"/>
            <p:cNvSpPr>
              <a:spLocks noEditPoints="1"/>
            </p:cNvSpPr>
            <p:nvPr/>
          </p:nvSpPr>
          <p:spPr bwMode="auto">
            <a:xfrm>
              <a:off x="10685463" y="4905375"/>
              <a:ext cx="268288" cy="209550"/>
            </a:xfrm>
            <a:custGeom>
              <a:avLst/>
              <a:gdLst>
                <a:gd name="T0" fmla="*/ 90 w 180"/>
                <a:gd name="T1" fmla="*/ 140 h 140"/>
                <a:gd name="T2" fmla="*/ 180 w 180"/>
                <a:gd name="T3" fmla="*/ 50 h 140"/>
                <a:gd name="T4" fmla="*/ 0 w 180"/>
                <a:gd name="T5" fmla="*/ 50 h 140"/>
                <a:gd name="T6" fmla="*/ 90 w 180"/>
                <a:gd name="T7" fmla="*/ 140 h 140"/>
                <a:gd name="T8" fmla="*/ 147 w 180"/>
                <a:gd name="T9" fmla="*/ 87 h 140"/>
                <a:gd name="T10" fmla="*/ 90 w 180"/>
                <a:gd name="T11" fmla="*/ 118 h 140"/>
                <a:gd name="T12" fmla="*/ 34 w 180"/>
                <a:gd name="T13" fmla="*/ 87 h 140"/>
                <a:gd name="T14" fmla="*/ 147 w 180"/>
                <a:gd name="T15" fmla="*/ 87 h 1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0" h="140">
                  <a:moveTo>
                    <a:pt x="90" y="140"/>
                  </a:moveTo>
                  <a:cubicBezTo>
                    <a:pt x="140" y="140"/>
                    <a:pt x="180" y="99"/>
                    <a:pt x="180" y="50"/>
                  </a:cubicBezTo>
                  <a:cubicBezTo>
                    <a:pt x="180" y="0"/>
                    <a:pt x="0" y="0"/>
                    <a:pt x="0" y="50"/>
                  </a:cubicBezTo>
                  <a:cubicBezTo>
                    <a:pt x="0" y="99"/>
                    <a:pt x="41" y="140"/>
                    <a:pt x="90" y="140"/>
                  </a:cubicBezTo>
                  <a:close/>
                  <a:moveTo>
                    <a:pt x="147" y="87"/>
                  </a:moveTo>
                  <a:cubicBezTo>
                    <a:pt x="135" y="106"/>
                    <a:pt x="114" y="118"/>
                    <a:pt x="90" y="118"/>
                  </a:cubicBezTo>
                  <a:cubicBezTo>
                    <a:pt x="67" y="118"/>
                    <a:pt x="46" y="106"/>
                    <a:pt x="34" y="87"/>
                  </a:cubicBezTo>
                  <a:lnTo>
                    <a:pt x="147" y="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6" name="Rectangle 549"/>
            <p:cNvSpPr>
              <a:spLocks noChangeArrowheads="1"/>
            </p:cNvSpPr>
            <p:nvPr/>
          </p:nvSpPr>
          <p:spPr bwMode="auto">
            <a:xfrm>
              <a:off x="10382250" y="5064125"/>
              <a:ext cx="127000" cy="95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7" name="Rectangle 550"/>
            <p:cNvSpPr>
              <a:spLocks noChangeArrowheads="1"/>
            </p:cNvSpPr>
            <p:nvPr/>
          </p:nvSpPr>
          <p:spPr bwMode="auto">
            <a:xfrm>
              <a:off x="10382250" y="5091113"/>
              <a:ext cx="127000" cy="95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8" name="Rectangle 551"/>
            <p:cNvSpPr>
              <a:spLocks noChangeArrowheads="1"/>
            </p:cNvSpPr>
            <p:nvPr/>
          </p:nvSpPr>
          <p:spPr bwMode="auto">
            <a:xfrm>
              <a:off x="10360025" y="5168900"/>
              <a:ext cx="169863" cy="95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9" name="Rectangle 552"/>
            <p:cNvSpPr>
              <a:spLocks noChangeArrowheads="1"/>
            </p:cNvSpPr>
            <p:nvPr/>
          </p:nvSpPr>
          <p:spPr bwMode="auto">
            <a:xfrm>
              <a:off x="10360025" y="5195888"/>
              <a:ext cx="169863"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0" name="Oval 553"/>
            <p:cNvSpPr>
              <a:spLocks noChangeArrowheads="1"/>
            </p:cNvSpPr>
            <p:nvPr/>
          </p:nvSpPr>
          <p:spPr bwMode="auto">
            <a:xfrm>
              <a:off x="10474325" y="5270500"/>
              <a:ext cx="53975" cy="539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71" name="组合 570"/>
          <p:cNvGrpSpPr/>
          <p:nvPr/>
        </p:nvGrpSpPr>
        <p:grpSpPr>
          <a:xfrm>
            <a:off x="11325225" y="4806950"/>
            <a:ext cx="842963" cy="1454151"/>
            <a:chOff x="11325225" y="4806950"/>
            <a:chExt cx="842963" cy="1454151"/>
          </a:xfrm>
          <a:solidFill>
            <a:schemeClr val="tx1">
              <a:lumMod val="65000"/>
              <a:lumOff val="35000"/>
            </a:schemeClr>
          </a:solidFill>
        </p:grpSpPr>
        <p:sp>
          <p:nvSpPr>
            <p:cNvPr id="572" name="Freeform 554"/>
            <p:cNvSpPr>
              <a:spLocks/>
            </p:cNvSpPr>
            <p:nvPr/>
          </p:nvSpPr>
          <p:spPr bwMode="auto">
            <a:xfrm>
              <a:off x="11612563" y="4806950"/>
              <a:ext cx="268288" cy="142875"/>
            </a:xfrm>
            <a:custGeom>
              <a:avLst/>
              <a:gdLst>
                <a:gd name="T0" fmla="*/ 90 w 180"/>
                <a:gd name="T1" fmla="*/ 70 h 96"/>
                <a:gd name="T2" fmla="*/ 180 w 180"/>
                <a:gd name="T3" fmla="*/ 96 h 96"/>
                <a:gd name="T4" fmla="*/ 180 w 180"/>
                <a:gd name="T5" fmla="*/ 90 h 96"/>
                <a:gd name="T6" fmla="*/ 90 w 180"/>
                <a:gd name="T7" fmla="*/ 0 h 96"/>
                <a:gd name="T8" fmla="*/ 0 w 180"/>
                <a:gd name="T9" fmla="*/ 90 h 96"/>
                <a:gd name="T10" fmla="*/ 0 w 180"/>
                <a:gd name="T11" fmla="*/ 96 h 96"/>
                <a:gd name="T12" fmla="*/ 90 w 180"/>
                <a:gd name="T13" fmla="*/ 70 h 96"/>
              </a:gdLst>
              <a:ahLst/>
              <a:cxnLst>
                <a:cxn ang="0">
                  <a:pos x="T0" y="T1"/>
                </a:cxn>
                <a:cxn ang="0">
                  <a:pos x="T2" y="T3"/>
                </a:cxn>
                <a:cxn ang="0">
                  <a:pos x="T4" y="T5"/>
                </a:cxn>
                <a:cxn ang="0">
                  <a:pos x="T6" y="T7"/>
                </a:cxn>
                <a:cxn ang="0">
                  <a:pos x="T8" y="T9"/>
                </a:cxn>
                <a:cxn ang="0">
                  <a:pos x="T10" y="T11"/>
                </a:cxn>
                <a:cxn ang="0">
                  <a:pos x="T12" y="T13"/>
                </a:cxn>
              </a:cxnLst>
              <a:rect l="0" t="0" r="r" b="b"/>
              <a:pathLst>
                <a:path w="180" h="96">
                  <a:moveTo>
                    <a:pt x="90" y="70"/>
                  </a:moveTo>
                  <a:cubicBezTo>
                    <a:pt x="127" y="70"/>
                    <a:pt x="164" y="78"/>
                    <a:pt x="180" y="96"/>
                  </a:cubicBezTo>
                  <a:cubicBezTo>
                    <a:pt x="180" y="94"/>
                    <a:pt x="180" y="92"/>
                    <a:pt x="180" y="90"/>
                  </a:cubicBezTo>
                  <a:cubicBezTo>
                    <a:pt x="180" y="41"/>
                    <a:pt x="140" y="0"/>
                    <a:pt x="90" y="0"/>
                  </a:cubicBezTo>
                  <a:cubicBezTo>
                    <a:pt x="41" y="0"/>
                    <a:pt x="0" y="41"/>
                    <a:pt x="0" y="90"/>
                  </a:cubicBezTo>
                  <a:cubicBezTo>
                    <a:pt x="0" y="92"/>
                    <a:pt x="0" y="94"/>
                    <a:pt x="0" y="96"/>
                  </a:cubicBezTo>
                  <a:cubicBezTo>
                    <a:pt x="16" y="78"/>
                    <a:pt x="53" y="70"/>
                    <a:pt x="90"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3" name="Freeform 555"/>
            <p:cNvSpPr>
              <a:spLocks/>
            </p:cNvSpPr>
            <p:nvPr/>
          </p:nvSpPr>
          <p:spPr bwMode="auto">
            <a:xfrm>
              <a:off x="11585575" y="5621338"/>
              <a:ext cx="147638" cy="639763"/>
            </a:xfrm>
            <a:custGeom>
              <a:avLst/>
              <a:gdLst>
                <a:gd name="T0" fmla="*/ 0 w 99"/>
                <a:gd name="T1" fmla="*/ 0 h 429"/>
                <a:gd name="T2" fmla="*/ 0 w 99"/>
                <a:gd name="T3" fmla="*/ 380 h 429"/>
                <a:gd name="T4" fmla="*/ 49 w 99"/>
                <a:gd name="T5" fmla="*/ 429 h 429"/>
                <a:gd name="T6" fmla="*/ 99 w 99"/>
                <a:gd name="T7" fmla="*/ 380 h 429"/>
                <a:gd name="T8" fmla="*/ 99 w 99"/>
                <a:gd name="T9" fmla="*/ 61 h 429"/>
                <a:gd name="T10" fmla="*/ 0 w 99"/>
                <a:gd name="T11" fmla="*/ 0 h 429"/>
              </a:gdLst>
              <a:ahLst/>
              <a:cxnLst>
                <a:cxn ang="0">
                  <a:pos x="T0" y="T1"/>
                </a:cxn>
                <a:cxn ang="0">
                  <a:pos x="T2" y="T3"/>
                </a:cxn>
                <a:cxn ang="0">
                  <a:pos x="T4" y="T5"/>
                </a:cxn>
                <a:cxn ang="0">
                  <a:pos x="T6" y="T7"/>
                </a:cxn>
                <a:cxn ang="0">
                  <a:pos x="T8" y="T9"/>
                </a:cxn>
                <a:cxn ang="0">
                  <a:pos x="T10" y="T11"/>
                </a:cxn>
              </a:cxnLst>
              <a:rect l="0" t="0" r="r" b="b"/>
              <a:pathLst>
                <a:path w="99" h="429">
                  <a:moveTo>
                    <a:pt x="0" y="0"/>
                  </a:moveTo>
                  <a:cubicBezTo>
                    <a:pt x="0" y="380"/>
                    <a:pt x="0" y="380"/>
                    <a:pt x="0" y="380"/>
                  </a:cubicBezTo>
                  <a:cubicBezTo>
                    <a:pt x="0" y="407"/>
                    <a:pt x="22" y="429"/>
                    <a:pt x="49" y="429"/>
                  </a:cubicBezTo>
                  <a:cubicBezTo>
                    <a:pt x="77" y="429"/>
                    <a:pt x="99" y="407"/>
                    <a:pt x="99" y="380"/>
                  </a:cubicBezTo>
                  <a:cubicBezTo>
                    <a:pt x="99" y="61"/>
                    <a:pt x="99" y="61"/>
                    <a:pt x="99" y="61"/>
                  </a:cubicBezTo>
                  <a:cubicBezTo>
                    <a:pt x="77" y="51"/>
                    <a:pt x="57" y="1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4" name="Freeform 556"/>
            <p:cNvSpPr>
              <a:spLocks/>
            </p:cNvSpPr>
            <p:nvPr/>
          </p:nvSpPr>
          <p:spPr bwMode="auto">
            <a:xfrm>
              <a:off x="11760200" y="5621338"/>
              <a:ext cx="147638" cy="639763"/>
            </a:xfrm>
            <a:custGeom>
              <a:avLst/>
              <a:gdLst>
                <a:gd name="T0" fmla="*/ 0 w 99"/>
                <a:gd name="T1" fmla="*/ 61 h 429"/>
                <a:gd name="T2" fmla="*/ 0 w 99"/>
                <a:gd name="T3" fmla="*/ 380 h 429"/>
                <a:gd name="T4" fmla="*/ 50 w 99"/>
                <a:gd name="T5" fmla="*/ 429 h 429"/>
                <a:gd name="T6" fmla="*/ 99 w 99"/>
                <a:gd name="T7" fmla="*/ 380 h 429"/>
                <a:gd name="T8" fmla="*/ 99 w 99"/>
                <a:gd name="T9" fmla="*/ 0 h 429"/>
                <a:gd name="T10" fmla="*/ 0 w 99"/>
                <a:gd name="T11" fmla="*/ 61 h 429"/>
              </a:gdLst>
              <a:ahLst/>
              <a:cxnLst>
                <a:cxn ang="0">
                  <a:pos x="T0" y="T1"/>
                </a:cxn>
                <a:cxn ang="0">
                  <a:pos x="T2" y="T3"/>
                </a:cxn>
                <a:cxn ang="0">
                  <a:pos x="T4" y="T5"/>
                </a:cxn>
                <a:cxn ang="0">
                  <a:pos x="T6" y="T7"/>
                </a:cxn>
                <a:cxn ang="0">
                  <a:pos x="T8" y="T9"/>
                </a:cxn>
                <a:cxn ang="0">
                  <a:pos x="T10" y="T11"/>
                </a:cxn>
              </a:cxnLst>
              <a:rect l="0" t="0" r="r" b="b"/>
              <a:pathLst>
                <a:path w="99" h="429">
                  <a:moveTo>
                    <a:pt x="0" y="61"/>
                  </a:moveTo>
                  <a:cubicBezTo>
                    <a:pt x="0" y="380"/>
                    <a:pt x="0" y="380"/>
                    <a:pt x="0" y="380"/>
                  </a:cubicBezTo>
                  <a:cubicBezTo>
                    <a:pt x="0" y="407"/>
                    <a:pt x="23" y="429"/>
                    <a:pt x="50" y="429"/>
                  </a:cubicBezTo>
                  <a:cubicBezTo>
                    <a:pt x="77" y="429"/>
                    <a:pt x="99" y="407"/>
                    <a:pt x="99" y="380"/>
                  </a:cubicBezTo>
                  <a:cubicBezTo>
                    <a:pt x="99" y="0"/>
                    <a:pt x="99" y="0"/>
                    <a:pt x="99" y="0"/>
                  </a:cubicBezTo>
                  <a:cubicBezTo>
                    <a:pt x="43" y="10"/>
                    <a:pt x="22" y="51"/>
                    <a:pt x="0"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5" name="Freeform 557"/>
            <p:cNvSpPr>
              <a:spLocks noEditPoints="1"/>
            </p:cNvSpPr>
            <p:nvPr/>
          </p:nvSpPr>
          <p:spPr bwMode="auto">
            <a:xfrm>
              <a:off x="11612563" y="4905375"/>
              <a:ext cx="268288" cy="209550"/>
            </a:xfrm>
            <a:custGeom>
              <a:avLst/>
              <a:gdLst>
                <a:gd name="T0" fmla="*/ 90 w 180"/>
                <a:gd name="T1" fmla="*/ 140 h 140"/>
                <a:gd name="T2" fmla="*/ 180 w 180"/>
                <a:gd name="T3" fmla="*/ 50 h 140"/>
                <a:gd name="T4" fmla="*/ 0 w 180"/>
                <a:gd name="T5" fmla="*/ 50 h 140"/>
                <a:gd name="T6" fmla="*/ 90 w 180"/>
                <a:gd name="T7" fmla="*/ 140 h 140"/>
                <a:gd name="T8" fmla="*/ 146 w 180"/>
                <a:gd name="T9" fmla="*/ 87 h 140"/>
                <a:gd name="T10" fmla="*/ 90 w 180"/>
                <a:gd name="T11" fmla="*/ 118 h 140"/>
                <a:gd name="T12" fmla="*/ 34 w 180"/>
                <a:gd name="T13" fmla="*/ 87 h 140"/>
                <a:gd name="T14" fmla="*/ 146 w 180"/>
                <a:gd name="T15" fmla="*/ 87 h 1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0" h="140">
                  <a:moveTo>
                    <a:pt x="90" y="140"/>
                  </a:moveTo>
                  <a:cubicBezTo>
                    <a:pt x="140" y="140"/>
                    <a:pt x="180" y="99"/>
                    <a:pt x="180" y="50"/>
                  </a:cubicBezTo>
                  <a:cubicBezTo>
                    <a:pt x="180" y="0"/>
                    <a:pt x="0" y="0"/>
                    <a:pt x="0" y="50"/>
                  </a:cubicBezTo>
                  <a:cubicBezTo>
                    <a:pt x="0" y="99"/>
                    <a:pt x="41" y="140"/>
                    <a:pt x="90" y="140"/>
                  </a:cubicBezTo>
                  <a:close/>
                  <a:moveTo>
                    <a:pt x="146" y="87"/>
                  </a:moveTo>
                  <a:cubicBezTo>
                    <a:pt x="135" y="106"/>
                    <a:pt x="114" y="118"/>
                    <a:pt x="90" y="118"/>
                  </a:cubicBezTo>
                  <a:cubicBezTo>
                    <a:pt x="67" y="118"/>
                    <a:pt x="46" y="106"/>
                    <a:pt x="34" y="87"/>
                  </a:cubicBezTo>
                  <a:lnTo>
                    <a:pt x="146" y="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6" name="Freeform 558"/>
            <p:cNvSpPr>
              <a:spLocks/>
            </p:cNvSpPr>
            <p:nvPr/>
          </p:nvSpPr>
          <p:spPr bwMode="auto">
            <a:xfrm>
              <a:off x="11325225" y="5148263"/>
              <a:ext cx="842963" cy="466725"/>
            </a:xfrm>
            <a:custGeom>
              <a:avLst/>
              <a:gdLst>
                <a:gd name="T0" fmla="*/ 536 w 565"/>
                <a:gd name="T1" fmla="*/ 190 h 312"/>
                <a:gd name="T2" fmla="*/ 519 w 565"/>
                <a:gd name="T3" fmla="*/ 192 h 312"/>
                <a:gd name="T4" fmla="*/ 523 w 565"/>
                <a:gd name="T5" fmla="*/ 171 h 312"/>
                <a:gd name="T6" fmla="*/ 514 w 565"/>
                <a:gd name="T7" fmla="*/ 162 h 312"/>
                <a:gd name="T8" fmla="*/ 505 w 565"/>
                <a:gd name="T9" fmla="*/ 171 h 312"/>
                <a:gd name="T10" fmla="*/ 501 w 565"/>
                <a:gd name="T11" fmla="*/ 192 h 312"/>
                <a:gd name="T12" fmla="*/ 501 w 565"/>
                <a:gd name="T13" fmla="*/ 192 h 312"/>
                <a:gd name="T14" fmla="*/ 475 w 565"/>
                <a:gd name="T15" fmla="*/ 189 h 312"/>
                <a:gd name="T16" fmla="*/ 408 w 565"/>
                <a:gd name="T17" fmla="*/ 19 h 312"/>
                <a:gd name="T18" fmla="*/ 367 w 565"/>
                <a:gd name="T19" fmla="*/ 1 h 312"/>
                <a:gd name="T20" fmla="*/ 359 w 565"/>
                <a:gd name="T21" fmla="*/ 0 h 312"/>
                <a:gd name="T22" fmla="*/ 205 w 565"/>
                <a:gd name="T23" fmla="*/ 0 h 312"/>
                <a:gd name="T24" fmla="*/ 197 w 565"/>
                <a:gd name="T25" fmla="*/ 1 h 312"/>
                <a:gd name="T26" fmla="*/ 156 w 565"/>
                <a:gd name="T27" fmla="*/ 19 h 312"/>
                <a:gd name="T28" fmla="*/ 89 w 565"/>
                <a:gd name="T29" fmla="*/ 189 h 312"/>
                <a:gd name="T30" fmla="*/ 64 w 565"/>
                <a:gd name="T31" fmla="*/ 192 h 312"/>
                <a:gd name="T32" fmla="*/ 64 w 565"/>
                <a:gd name="T33" fmla="*/ 192 h 312"/>
                <a:gd name="T34" fmla="*/ 60 w 565"/>
                <a:gd name="T35" fmla="*/ 171 h 312"/>
                <a:gd name="T36" fmla="*/ 51 w 565"/>
                <a:gd name="T37" fmla="*/ 162 h 312"/>
                <a:gd name="T38" fmla="*/ 42 w 565"/>
                <a:gd name="T39" fmla="*/ 171 h 312"/>
                <a:gd name="T40" fmla="*/ 46 w 565"/>
                <a:gd name="T41" fmla="*/ 192 h 312"/>
                <a:gd name="T42" fmla="*/ 28 w 565"/>
                <a:gd name="T43" fmla="*/ 190 h 312"/>
                <a:gd name="T44" fmla="*/ 17 w 565"/>
                <a:gd name="T45" fmla="*/ 253 h 312"/>
                <a:gd name="T46" fmla="*/ 62 w 565"/>
                <a:gd name="T47" fmla="*/ 257 h 312"/>
                <a:gd name="T48" fmla="*/ 130 w 565"/>
                <a:gd name="T49" fmla="*/ 239 h 312"/>
                <a:gd name="T50" fmla="*/ 152 w 565"/>
                <a:gd name="T51" fmla="*/ 200 h 312"/>
                <a:gd name="T52" fmla="*/ 174 w 565"/>
                <a:gd name="T53" fmla="*/ 102 h 312"/>
                <a:gd name="T54" fmla="*/ 174 w 565"/>
                <a:gd name="T55" fmla="*/ 228 h 312"/>
                <a:gd name="T56" fmla="*/ 174 w 565"/>
                <a:gd name="T57" fmla="*/ 291 h 312"/>
                <a:gd name="T58" fmla="*/ 282 w 565"/>
                <a:gd name="T59" fmla="*/ 312 h 312"/>
                <a:gd name="T60" fmla="*/ 390 w 565"/>
                <a:gd name="T61" fmla="*/ 291 h 312"/>
                <a:gd name="T62" fmla="*/ 390 w 565"/>
                <a:gd name="T63" fmla="*/ 228 h 312"/>
                <a:gd name="T64" fmla="*/ 390 w 565"/>
                <a:gd name="T65" fmla="*/ 228 h 312"/>
                <a:gd name="T66" fmla="*/ 390 w 565"/>
                <a:gd name="T67" fmla="*/ 102 h 312"/>
                <a:gd name="T68" fmla="*/ 412 w 565"/>
                <a:gd name="T69" fmla="*/ 200 h 312"/>
                <a:gd name="T70" fmla="*/ 434 w 565"/>
                <a:gd name="T71" fmla="*/ 239 h 312"/>
                <a:gd name="T72" fmla="*/ 503 w 565"/>
                <a:gd name="T73" fmla="*/ 257 h 312"/>
                <a:gd name="T74" fmla="*/ 547 w 565"/>
                <a:gd name="T75" fmla="*/ 253 h 312"/>
                <a:gd name="T76" fmla="*/ 536 w 565"/>
                <a:gd name="T77" fmla="*/ 190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65" h="312">
                  <a:moveTo>
                    <a:pt x="536" y="190"/>
                  </a:moveTo>
                  <a:cubicBezTo>
                    <a:pt x="531" y="191"/>
                    <a:pt x="525" y="191"/>
                    <a:pt x="519" y="192"/>
                  </a:cubicBezTo>
                  <a:cubicBezTo>
                    <a:pt x="523" y="171"/>
                    <a:pt x="523" y="171"/>
                    <a:pt x="523" y="171"/>
                  </a:cubicBezTo>
                  <a:cubicBezTo>
                    <a:pt x="523" y="167"/>
                    <a:pt x="519" y="162"/>
                    <a:pt x="514" y="162"/>
                  </a:cubicBezTo>
                  <a:cubicBezTo>
                    <a:pt x="509" y="162"/>
                    <a:pt x="505" y="166"/>
                    <a:pt x="505" y="171"/>
                  </a:cubicBezTo>
                  <a:cubicBezTo>
                    <a:pt x="501" y="192"/>
                    <a:pt x="501" y="192"/>
                    <a:pt x="501" y="192"/>
                  </a:cubicBezTo>
                  <a:cubicBezTo>
                    <a:pt x="501" y="192"/>
                    <a:pt x="501" y="192"/>
                    <a:pt x="501" y="192"/>
                  </a:cubicBezTo>
                  <a:cubicBezTo>
                    <a:pt x="490" y="192"/>
                    <a:pt x="481" y="191"/>
                    <a:pt x="475" y="189"/>
                  </a:cubicBezTo>
                  <a:cubicBezTo>
                    <a:pt x="467" y="106"/>
                    <a:pt x="444" y="48"/>
                    <a:pt x="408" y="19"/>
                  </a:cubicBezTo>
                  <a:cubicBezTo>
                    <a:pt x="393" y="7"/>
                    <a:pt x="378" y="2"/>
                    <a:pt x="367" y="1"/>
                  </a:cubicBezTo>
                  <a:cubicBezTo>
                    <a:pt x="365" y="0"/>
                    <a:pt x="362" y="0"/>
                    <a:pt x="359" y="0"/>
                  </a:cubicBezTo>
                  <a:cubicBezTo>
                    <a:pt x="205" y="0"/>
                    <a:pt x="205" y="0"/>
                    <a:pt x="205" y="0"/>
                  </a:cubicBezTo>
                  <a:cubicBezTo>
                    <a:pt x="202" y="0"/>
                    <a:pt x="200" y="0"/>
                    <a:pt x="197" y="1"/>
                  </a:cubicBezTo>
                  <a:cubicBezTo>
                    <a:pt x="186" y="2"/>
                    <a:pt x="172" y="7"/>
                    <a:pt x="156" y="19"/>
                  </a:cubicBezTo>
                  <a:cubicBezTo>
                    <a:pt x="120" y="48"/>
                    <a:pt x="98" y="106"/>
                    <a:pt x="89" y="189"/>
                  </a:cubicBezTo>
                  <a:cubicBezTo>
                    <a:pt x="84" y="191"/>
                    <a:pt x="75" y="192"/>
                    <a:pt x="64" y="192"/>
                  </a:cubicBezTo>
                  <a:cubicBezTo>
                    <a:pt x="64" y="192"/>
                    <a:pt x="64" y="192"/>
                    <a:pt x="64" y="192"/>
                  </a:cubicBezTo>
                  <a:cubicBezTo>
                    <a:pt x="60" y="171"/>
                    <a:pt x="60" y="171"/>
                    <a:pt x="60" y="171"/>
                  </a:cubicBezTo>
                  <a:cubicBezTo>
                    <a:pt x="60" y="166"/>
                    <a:pt x="56" y="162"/>
                    <a:pt x="51" y="162"/>
                  </a:cubicBezTo>
                  <a:cubicBezTo>
                    <a:pt x="46" y="162"/>
                    <a:pt x="42" y="167"/>
                    <a:pt x="42" y="171"/>
                  </a:cubicBezTo>
                  <a:cubicBezTo>
                    <a:pt x="46" y="192"/>
                    <a:pt x="46" y="192"/>
                    <a:pt x="46" y="192"/>
                  </a:cubicBezTo>
                  <a:cubicBezTo>
                    <a:pt x="40" y="191"/>
                    <a:pt x="34" y="191"/>
                    <a:pt x="28" y="190"/>
                  </a:cubicBezTo>
                  <a:cubicBezTo>
                    <a:pt x="11" y="187"/>
                    <a:pt x="0" y="250"/>
                    <a:pt x="17" y="253"/>
                  </a:cubicBezTo>
                  <a:cubicBezTo>
                    <a:pt x="25" y="254"/>
                    <a:pt x="42" y="257"/>
                    <a:pt x="62" y="257"/>
                  </a:cubicBezTo>
                  <a:cubicBezTo>
                    <a:pt x="85" y="257"/>
                    <a:pt x="112" y="253"/>
                    <a:pt x="130" y="239"/>
                  </a:cubicBezTo>
                  <a:cubicBezTo>
                    <a:pt x="143" y="229"/>
                    <a:pt x="151" y="216"/>
                    <a:pt x="152" y="200"/>
                  </a:cubicBezTo>
                  <a:cubicBezTo>
                    <a:pt x="157" y="154"/>
                    <a:pt x="165" y="123"/>
                    <a:pt x="174" y="102"/>
                  </a:cubicBezTo>
                  <a:cubicBezTo>
                    <a:pt x="174" y="228"/>
                    <a:pt x="174" y="228"/>
                    <a:pt x="174" y="228"/>
                  </a:cubicBezTo>
                  <a:cubicBezTo>
                    <a:pt x="174" y="291"/>
                    <a:pt x="174" y="291"/>
                    <a:pt x="174" y="291"/>
                  </a:cubicBezTo>
                  <a:cubicBezTo>
                    <a:pt x="190" y="296"/>
                    <a:pt x="244" y="312"/>
                    <a:pt x="282" y="312"/>
                  </a:cubicBezTo>
                  <a:cubicBezTo>
                    <a:pt x="320" y="312"/>
                    <a:pt x="374" y="296"/>
                    <a:pt x="390" y="291"/>
                  </a:cubicBezTo>
                  <a:cubicBezTo>
                    <a:pt x="390" y="228"/>
                    <a:pt x="390" y="228"/>
                    <a:pt x="390" y="228"/>
                  </a:cubicBezTo>
                  <a:cubicBezTo>
                    <a:pt x="390" y="228"/>
                    <a:pt x="390" y="228"/>
                    <a:pt x="390" y="228"/>
                  </a:cubicBezTo>
                  <a:cubicBezTo>
                    <a:pt x="390" y="102"/>
                    <a:pt x="390" y="102"/>
                    <a:pt x="390" y="102"/>
                  </a:cubicBezTo>
                  <a:cubicBezTo>
                    <a:pt x="399" y="123"/>
                    <a:pt x="408" y="154"/>
                    <a:pt x="412" y="200"/>
                  </a:cubicBezTo>
                  <a:cubicBezTo>
                    <a:pt x="414" y="216"/>
                    <a:pt x="421" y="229"/>
                    <a:pt x="434" y="239"/>
                  </a:cubicBezTo>
                  <a:cubicBezTo>
                    <a:pt x="452" y="253"/>
                    <a:pt x="479" y="257"/>
                    <a:pt x="503" y="257"/>
                  </a:cubicBezTo>
                  <a:cubicBezTo>
                    <a:pt x="522" y="257"/>
                    <a:pt x="539" y="254"/>
                    <a:pt x="547" y="253"/>
                  </a:cubicBezTo>
                  <a:cubicBezTo>
                    <a:pt x="565" y="250"/>
                    <a:pt x="554" y="187"/>
                    <a:pt x="536" y="1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3318189352"/>
      </p:ext>
    </p:extLst>
  </p:cSld>
  <p:clrMapOvr>
    <a:masterClrMapping/>
  </p:clrMapOvr>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158750" y="863600"/>
            <a:ext cx="1830388" cy="1511301"/>
            <a:chOff x="158750" y="863600"/>
            <a:chExt cx="1830388" cy="1511301"/>
          </a:xfrm>
          <a:solidFill>
            <a:schemeClr val="tx1">
              <a:lumMod val="65000"/>
              <a:lumOff val="35000"/>
            </a:schemeClr>
          </a:solidFill>
        </p:grpSpPr>
        <p:sp>
          <p:nvSpPr>
            <p:cNvPr id="3" name="Freeform 5"/>
            <p:cNvSpPr>
              <a:spLocks/>
            </p:cNvSpPr>
            <p:nvPr/>
          </p:nvSpPr>
          <p:spPr bwMode="auto">
            <a:xfrm>
              <a:off x="730250" y="1273175"/>
              <a:ext cx="1258887" cy="42863"/>
            </a:xfrm>
            <a:custGeom>
              <a:avLst/>
              <a:gdLst>
                <a:gd name="T0" fmla="*/ 11 w 727"/>
                <a:gd name="T1" fmla="*/ 24 h 24"/>
                <a:gd name="T2" fmla="*/ 213 w 727"/>
                <a:gd name="T3" fmla="*/ 24 h 24"/>
                <a:gd name="T4" fmla="*/ 229 w 727"/>
                <a:gd name="T5" fmla="*/ 22 h 24"/>
                <a:gd name="T6" fmla="*/ 245 w 727"/>
                <a:gd name="T7" fmla="*/ 24 h 24"/>
                <a:gd name="T8" fmla="*/ 727 w 727"/>
                <a:gd name="T9" fmla="*/ 24 h 24"/>
                <a:gd name="T10" fmla="*/ 727 w 727"/>
                <a:gd name="T11" fmla="*/ 0 h 24"/>
                <a:gd name="T12" fmla="*/ 0 w 727"/>
                <a:gd name="T13" fmla="*/ 0 h 24"/>
                <a:gd name="T14" fmla="*/ 11 w 727"/>
                <a:gd name="T15" fmla="*/ 24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27" h="24">
                  <a:moveTo>
                    <a:pt x="11" y="24"/>
                  </a:moveTo>
                  <a:cubicBezTo>
                    <a:pt x="213" y="24"/>
                    <a:pt x="213" y="24"/>
                    <a:pt x="213" y="24"/>
                  </a:cubicBezTo>
                  <a:cubicBezTo>
                    <a:pt x="218" y="23"/>
                    <a:pt x="223" y="22"/>
                    <a:pt x="229" y="22"/>
                  </a:cubicBezTo>
                  <a:cubicBezTo>
                    <a:pt x="234" y="22"/>
                    <a:pt x="240" y="23"/>
                    <a:pt x="245" y="24"/>
                  </a:cubicBezTo>
                  <a:cubicBezTo>
                    <a:pt x="727" y="24"/>
                    <a:pt x="727" y="24"/>
                    <a:pt x="727" y="24"/>
                  </a:cubicBezTo>
                  <a:cubicBezTo>
                    <a:pt x="727" y="0"/>
                    <a:pt x="727" y="0"/>
                    <a:pt x="727" y="0"/>
                  </a:cubicBezTo>
                  <a:cubicBezTo>
                    <a:pt x="0" y="0"/>
                    <a:pt x="0" y="0"/>
                    <a:pt x="0" y="0"/>
                  </a:cubicBezTo>
                  <a:cubicBezTo>
                    <a:pt x="4" y="7"/>
                    <a:pt x="7" y="15"/>
                    <a:pt x="11"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Freeform 6"/>
            <p:cNvSpPr>
              <a:spLocks/>
            </p:cNvSpPr>
            <p:nvPr/>
          </p:nvSpPr>
          <p:spPr bwMode="auto">
            <a:xfrm>
              <a:off x="769938" y="1778000"/>
              <a:ext cx="69850" cy="41275"/>
            </a:xfrm>
            <a:custGeom>
              <a:avLst/>
              <a:gdLst>
                <a:gd name="T0" fmla="*/ 5 w 40"/>
                <a:gd name="T1" fmla="*/ 24 h 24"/>
                <a:gd name="T2" fmla="*/ 40 w 40"/>
                <a:gd name="T3" fmla="*/ 24 h 24"/>
                <a:gd name="T4" fmla="*/ 26 w 40"/>
                <a:gd name="T5" fmla="*/ 0 h 24"/>
                <a:gd name="T6" fmla="*/ 0 w 40"/>
                <a:gd name="T7" fmla="*/ 0 h 24"/>
                <a:gd name="T8" fmla="*/ 5 w 40"/>
                <a:gd name="T9" fmla="*/ 24 h 24"/>
              </a:gdLst>
              <a:ahLst/>
              <a:cxnLst>
                <a:cxn ang="0">
                  <a:pos x="T0" y="T1"/>
                </a:cxn>
                <a:cxn ang="0">
                  <a:pos x="T2" y="T3"/>
                </a:cxn>
                <a:cxn ang="0">
                  <a:pos x="T4" y="T5"/>
                </a:cxn>
                <a:cxn ang="0">
                  <a:pos x="T6" y="T7"/>
                </a:cxn>
                <a:cxn ang="0">
                  <a:pos x="T8" y="T9"/>
                </a:cxn>
              </a:cxnLst>
              <a:rect l="0" t="0" r="r" b="b"/>
              <a:pathLst>
                <a:path w="40" h="24">
                  <a:moveTo>
                    <a:pt x="5" y="24"/>
                  </a:moveTo>
                  <a:cubicBezTo>
                    <a:pt x="40" y="24"/>
                    <a:pt x="40" y="24"/>
                    <a:pt x="40" y="24"/>
                  </a:cubicBezTo>
                  <a:cubicBezTo>
                    <a:pt x="34" y="17"/>
                    <a:pt x="30" y="9"/>
                    <a:pt x="26" y="0"/>
                  </a:cubicBezTo>
                  <a:cubicBezTo>
                    <a:pt x="0" y="0"/>
                    <a:pt x="0" y="0"/>
                    <a:pt x="0" y="0"/>
                  </a:cubicBezTo>
                  <a:lnTo>
                    <a:pt x="5"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 name="Freeform 7"/>
            <p:cNvSpPr>
              <a:spLocks/>
            </p:cNvSpPr>
            <p:nvPr/>
          </p:nvSpPr>
          <p:spPr bwMode="auto">
            <a:xfrm>
              <a:off x="1468438" y="1778000"/>
              <a:ext cx="520700" cy="41275"/>
            </a:xfrm>
            <a:custGeom>
              <a:avLst/>
              <a:gdLst>
                <a:gd name="T0" fmla="*/ 3 w 301"/>
                <a:gd name="T1" fmla="*/ 24 h 24"/>
                <a:gd name="T2" fmla="*/ 301 w 301"/>
                <a:gd name="T3" fmla="*/ 24 h 24"/>
                <a:gd name="T4" fmla="*/ 301 w 301"/>
                <a:gd name="T5" fmla="*/ 0 h 24"/>
                <a:gd name="T6" fmla="*/ 0 w 301"/>
                <a:gd name="T7" fmla="*/ 0 h 24"/>
                <a:gd name="T8" fmla="*/ 4 w 301"/>
                <a:gd name="T9" fmla="*/ 14 h 24"/>
                <a:gd name="T10" fmla="*/ 3 w 301"/>
                <a:gd name="T11" fmla="*/ 24 h 24"/>
              </a:gdLst>
              <a:ahLst/>
              <a:cxnLst>
                <a:cxn ang="0">
                  <a:pos x="T0" y="T1"/>
                </a:cxn>
                <a:cxn ang="0">
                  <a:pos x="T2" y="T3"/>
                </a:cxn>
                <a:cxn ang="0">
                  <a:pos x="T4" y="T5"/>
                </a:cxn>
                <a:cxn ang="0">
                  <a:pos x="T6" y="T7"/>
                </a:cxn>
                <a:cxn ang="0">
                  <a:pos x="T8" y="T9"/>
                </a:cxn>
                <a:cxn ang="0">
                  <a:pos x="T10" y="T11"/>
                </a:cxn>
              </a:cxnLst>
              <a:rect l="0" t="0" r="r" b="b"/>
              <a:pathLst>
                <a:path w="301" h="24">
                  <a:moveTo>
                    <a:pt x="3" y="24"/>
                  </a:moveTo>
                  <a:cubicBezTo>
                    <a:pt x="301" y="24"/>
                    <a:pt x="301" y="24"/>
                    <a:pt x="301" y="24"/>
                  </a:cubicBezTo>
                  <a:cubicBezTo>
                    <a:pt x="301" y="0"/>
                    <a:pt x="301" y="0"/>
                    <a:pt x="301" y="0"/>
                  </a:cubicBezTo>
                  <a:cubicBezTo>
                    <a:pt x="0" y="0"/>
                    <a:pt x="0" y="0"/>
                    <a:pt x="0" y="0"/>
                  </a:cubicBezTo>
                  <a:cubicBezTo>
                    <a:pt x="2" y="4"/>
                    <a:pt x="3" y="9"/>
                    <a:pt x="4" y="14"/>
                  </a:cubicBezTo>
                  <a:cubicBezTo>
                    <a:pt x="4" y="18"/>
                    <a:pt x="4" y="21"/>
                    <a:pt x="3"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Freeform 8"/>
            <p:cNvSpPr>
              <a:spLocks/>
            </p:cNvSpPr>
            <p:nvPr/>
          </p:nvSpPr>
          <p:spPr bwMode="auto">
            <a:xfrm>
              <a:off x="1209675" y="1335088"/>
              <a:ext cx="754062" cy="417513"/>
            </a:xfrm>
            <a:custGeom>
              <a:avLst/>
              <a:gdLst>
                <a:gd name="T0" fmla="*/ 48 w 435"/>
                <a:gd name="T1" fmla="*/ 71 h 242"/>
                <a:gd name="T2" fmla="*/ 201 w 435"/>
                <a:gd name="T3" fmla="*/ 71 h 242"/>
                <a:gd name="T4" fmla="*/ 201 w 435"/>
                <a:gd name="T5" fmla="*/ 218 h 242"/>
                <a:gd name="T6" fmla="*/ 81 w 435"/>
                <a:gd name="T7" fmla="*/ 218 h 242"/>
                <a:gd name="T8" fmla="*/ 85 w 435"/>
                <a:gd name="T9" fmla="*/ 224 h 242"/>
                <a:gd name="T10" fmla="*/ 105 w 435"/>
                <a:gd name="T11" fmla="*/ 231 h 242"/>
                <a:gd name="T12" fmla="*/ 108 w 435"/>
                <a:gd name="T13" fmla="*/ 231 h 242"/>
                <a:gd name="T14" fmla="*/ 111 w 435"/>
                <a:gd name="T15" fmla="*/ 231 h 242"/>
                <a:gd name="T16" fmla="*/ 139 w 435"/>
                <a:gd name="T17" fmla="*/ 242 h 242"/>
                <a:gd name="T18" fmla="*/ 435 w 435"/>
                <a:gd name="T19" fmla="*/ 242 h 242"/>
                <a:gd name="T20" fmla="*/ 435 w 435"/>
                <a:gd name="T21" fmla="*/ 0 h 242"/>
                <a:gd name="T22" fmla="*/ 0 w 435"/>
                <a:gd name="T23" fmla="*/ 0 h 242"/>
                <a:gd name="T24" fmla="*/ 48 w 435"/>
                <a:gd name="T25" fmla="*/ 71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5" h="242">
                  <a:moveTo>
                    <a:pt x="48" y="71"/>
                  </a:moveTo>
                  <a:cubicBezTo>
                    <a:pt x="201" y="71"/>
                    <a:pt x="201" y="71"/>
                    <a:pt x="201" y="71"/>
                  </a:cubicBezTo>
                  <a:cubicBezTo>
                    <a:pt x="201" y="218"/>
                    <a:pt x="201" y="218"/>
                    <a:pt x="201" y="218"/>
                  </a:cubicBezTo>
                  <a:cubicBezTo>
                    <a:pt x="81" y="218"/>
                    <a:pt x="81" y="218"/>
                    <a:pt x="81" y="218"/>
                  </a:cubicBezTo>
                  <a:cubicBezTo>
                    <a:pt x="82" y="221"/>
                    <a:pt x="84" y="223"/>
                    <a:pt x="85" y="224"/>
                  </a:cubicBezTo>
                  <a:cubicBezTo>
                    <a:pt x="89" y="228"/>
                    <a:pt x="92" y="230"/>
                    <a:pt x="105" y="231"/>
                  </a:cubicBezTo>
                  <a:cubicBezTo>
                    <a:pt x="106" y="231"/>
                    <a:pt x="107" y="231"/>
                    <a:pt x="108" y="231"/>
                  </a:cubicBezTo>
                  <a:cubicBezTo>
                    <a:pt x="109" y="231"/>
                    <a:pt x="110" y="231"/>
                    <a:pt x="111" y="231"/>
                  </a:cubicBezTo>
                  <a:cubicBezTo>
                    <a:pt x="122" y="231"/>
                    <a:pt x="132" y="235"/>
                    <a:pt x="139" y="242"/>
                  </a:cubicBezTo>
                  <a:cubicBezTo>
                    <a:pt x="435" y="242"/>
                    <a:pt x="435" y="242"/>
                    <a:pt x="435" y="242"/>
                  </a:cubicBezTo>
                  <a:cubicBezTo>
                    <a:pt x="435" y="0"/>
                    <a:pt x="435" y="0"/>
                    <a:pt x="435" y="0"/>
                  </a:cubicBezTo>
                  <a:cubicBezTo>
                    <a:pt x="0" y="0"/>
                    <a:pt x="0" y="0"/>
                    <a:pt x="0" y="0"/>
                  </a:cubicBezTo>
                  <a:cubicBezTo>
                    <a:pt x="26" y="15"/>
                    <a:pt x="44" y="41"/>
                    <a:pt x="48"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9"/>
            <p:cNvSpPr>
              <a:spLocks/>
            </p:cNvSpPr>
            <p:nvPr/>
          </p:nvSpPr>
          <p:spPr bwMode="auto">
            <a:xfrm>
              <a:off x="717550" y="1335088"/>
              <a:ext cx="323850" cy="417513"/>
            </a:xfrm>
            <a:custGeom>
              <a:avLst/>
              <a:gdLst>
                <a:gd name="T0" fmla="*/ 36 w 187"/>
                <a:gd name="T1" fmla="*/ 35 h 242"/>
                <a:gd name="T2" fmla="*/ 44 w 187"/>
                <a:gd name="T3" fmla="*/ 36 h 242"/>
                <a:gd name="T4" fmla="*/ 44 w 187"/>
                <a:gd name="T5" fmla="*/ 36 h 242"/>
                <a:gd name="T6" fmla="*/ 73 w 187"/>
                <a:gd name="T7" fmla="*/ 32 h 242"/>
                <a:gd name="T8" fmla="*/ 74 w 187"/>
                <a:gd name="T9" fmla="*/ 32 h 242"/>
                <a:gd name="T10" fmla="*/ 85 w 187"/>
                <a:gd name="T11" fmla="*/ 30 h 242"/>
                <a:gd name="T12" fmla="*/ 123 w 187"/>
                <a:gd name="T13" fmla="*/ 59 h 242"/>
                <a:gd name="T14" fmla="*/ 96 w 187"/>
                <a:gd name="T15" fmla="*/ 108 h 242"/>
                <a:gd name="T16" fmla="*/ 96 w 187"/>
                <a:gd name="T17" fmla="*/ 108 h 242"/>
                <a:gd name="T18" fmla="*/ 95 w 187"/>
                <a:gd name="T19" fmla="*/ 109 h 242"/>
                <a:gd name="T20" fmla="*/ 95 w 187"/>
                <a:gd name="T21" fmla="*/ 109 h 242"/>
                <a:gd name="T22" fmla="*/ 44 w 187"/>
                <a:gd name="T23" fmla="*/ 116 h 242"/>
                <a:gd name="T24" fmla="*/ 1 w 187"/>
                <a:gd name="T25" fmla="*/ 108 h 242"/>
                <a:gd name="T26" fmla="*/ 0 w 187"/>
                <a:gd name="T27" fmla="*/ 107 h 242"/>
                <a:gd name="T28" fmla="*/ 27 w 187"/>
                <a:gd name="T29" fmla="*/ 242 h 242"/>
                <a:gd name="T30" fmla="*/ 52 w 187"/>
                <a:gd name="T31" fmla="*/ 242 h 242"/>
                <a:gd name="T32" fmla="*/ 49 w 187"/>
                <a:gd name="T33" fmla="*/ 217 h 242"/>
                <a:gd name="T34" fmla="*/ 74 w 187"/>
                <a:gd name="T35" fmla="*/ 143 h 242"/>
                <a:gd name="T36" fmla="*/ 140 w 187"/>
                <a:gd name="T37" fmla="*/ 103 h 242"/>
                <a:gd name="T38" fmla="*/ 138 w 187"/>
                <a:gd name="T39" fmla="*/ 85 h 242"/>
                <a:gd name="T40" fmla="*/ 187 w 187"/>
                <a:gd name="T41" fmla="*/ 0 h 242"/>
                <a:gd name="T42" fmla="*/ 22 w 187"/>
                <a:gd name="T43" fmla="*/ 0 h 242"/>
                <a:gd name="T44" fmla="*/ 36 w 187"/>
                <a:gd name="T45" fmla="*/ 35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7" h="242">
                  <a:moveTo>
                    <a:pt x="36" y="35"/>
                  </a:moveTo>
                  <a:cubicBezTo>
                    <a:pt x="37" y="36"/>
                    <a:pt x="40" y="36"/>
                    <a:pt x="44" y="36"/>
                  </a:cubicBezTo>
                  <a:cubicBezTo>
                    <a:pt x="44" y="36"/>
                    <a:pt x="44" y="36"/>
                    <a:pt x="44" y="36"/>
                  </a:cubicBezTo>
                  <a:cubicBezTo>
                    <a:pt x="57" y="36"/>
                    <a:pt x="71" y="32"/>
                    <a:pt x="73" y="32"/>
                  </a:cubicBezTo>
                  <a:cubicBezTo>
                    <a:pt x="73" y="32"/>
                    <a:pt x="73" y="32"/>
                    <a:pt x="74" y="32"/>
                  </a:cubicBezTo>
                  <a:cubicBezTo>
                    <a:pt x="77" y="30"/>
                    <a:pt x="81" y="30"/>
                    <a:pt x="85" y="30"/>
                  </a:cubicBezTo>
                  <a:cubicBezTo>
                    <a:pt x="102" y="30"/>
                    <a:pt x="118" y="42"/>
                    <a:pt x="123" y="59"/>
                  </a:cubicBezTo>
                  <a:cubicBezTo>
                    <a:pt x="129" y="80"/>
                    <a:pt x="117" y="102"/>
                    <a:pt x="96" y="108"/>
                  </a:cubicBezTo>
                  <a:cubicBezTo>
                    <a:pt x="96" y="108"/>
                    <a:pt x="96" y="108"/>
                    <a:pt x="96" y="108"/>
                  </a:cubicBezTo>
                  <a:cubicBezTo>
                    <a:pt x="95" y="109"/>
                    <a:pt x="95" y="109"/>
                    <a:pt x="95" y="109"/>
                  </a:cubicBezTo>
                  <a:cubicBezTo>
                    <a:pt x="95" y="109"/>
                    <a:pt x="95" y="109"/>
                    <a:pt x="95" y="109"/>
                  </a:cubicBezTo>
                  <a:cubicBezTo>
                    <a:pt x="78" y="113"/>
                    <a:pt x="61" y="116"/>
                    <a:pt x="44" y="116"/>
                  </a:cubicBezTo>
                  <a:cubicBezTo>
                    <a:pt x="34" y="116"/>
                    <a:pt x="18" y="115"/>
                    <a:pt x="1" y="108"/>
                  </a:cubicBezTo>
                  <a:cubicBezTo>
                    <a:pt x="1" y="108"/>
                    <a:pt x="0" y="107"/>
                    <a:pt x="0" y="107"/>
                  </a:cubicBezTo>
                  <a:cubicBezTo>
                    <a:pt x="27" y="242"/>
                    <a:pt x="27" y="242"/>
                    <a:pt x="27" y="242"/>
                  </a:cubicBezTo>
                  <a:cubicBezTo>
                    <a:pt x="52" y="242"/>
                    <a:pt x="52" y="242"/>
                    <a:pt x="52" y="242"/>
                  </a:cubicBezTo>
                  <a:cubicBezTo>
                    <a:pt x="50" y="234"/>
                    <a:pt x="49" y="225"/>
                    <a:pt x="49" y="217"/>
                  </a:cubicBezTo>
                  <a:cubicBezTo>
                    <a:pt x="49" y="190"/>
                    <a:pt x="58" y="164"/>
                    <a:pt x="74" y="143"/>
                  </a:cubicBezTo>
                  <a:cubicBezTo>
                    <a:pt x="90" y="121"/>
                    <a:pt x="114" y="107"/>
                    <a:pt x="140" y="103"/>
                  </a:cubicBezTo>
                  <a:cubicBezTo>
                    <a:pt x="139" y="97"/>
                    <a:pt x="138" y="91"/>
                    <a:pt x="138" y="85"/>
                  </a:cubicBezTo>
                  <a:cubicBezTo>
                    <a:pt x="138" y="49"/>
                    <a:pt x="158" y="17"/>
                    <a:pt x="187" y="0"/>
                  </a:cubicBezTo>
                  <a:cubicBezTo>
                    <a:pt x="22" y="0"/>
                    <a:pt x="22" y="0"/>
                    <a:pt x="22" y="0"/>
                  </a:cubicBezTo>
                  <a:cubicBezTo>
                    <a:pt x="27" y="11"/>
                    <a:pt x="31" y="23"/>
                    <a:pt x="36"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10"/>
            <p:cNvSpPr>
              <a:spLocks/>
            </p:cNvSpPr>
            <p:nvPr/>
          </p:nvSpPr>
          <p:spPr bwMode="auto">
            <a:xfrm>
              <a:off x="639763" y="1847850"/>
              <a:ext cx="298450" cy="392113"/>
            </a:xfrm>
            <a:custGeom>
              <a:avLst/>
              <a:gdLst>
                <a:gd name="T0" fmla="*/ 141 w 172"/>
                <a:gd name="T1" fmla="*/ 111 h 226"/>
                <a:gd name="T2" fmla="*/ 172 w 172"/>
                <a:gd name="T3" fmla="*/ 111 h 226"/>
                <a:gd name="T4" fmla="*/ 155 w 172"/>
                <a:gd name="T5" fmla="*/ 83 h 226"/>
                <a:gd name="T6" fmla="*/ 154 w 172"/>
                <a:gd name="T7" fmla="*/ 76 h 226"/>
                <a:gd name="T8" fmla="*/ 154 w 172"/>
                <a:gd name="T9" fmla="*/ 12 h 226"/>
                <a:gd name="T10" fmla="*/ 132 w 172"/>
                <a:gd name="T11" fmla="*/ 0 h 226"/>
                <a:gd name="T12" fmla="*/ 83 w 172"/>
                <a:gd name="T13" fmla="*/ 0 h 226"/>
                <a:gd name="T14" fmla="*/ 89 w 172"/>
                <a:gd name="T15" fmla="*/ 26 h 226"/>
                <a:gd name="T16" fmla="*/ 80 w 172"/>
                <a:gd name="T17" fmla="*/ 31 h 226"/>
                <a:gd name="T18" fmla="*/ 0 w 172"/>
                <a:gd name="T19" fmla="*/ 59 h 226"/>
                <a:gd name="T20" fmla="*/ 0 w 172"/>
                <a:gd name="T21" fmla="*/ 226 h 226"/>
                <a:gd name="T22" fmla="*/ 111 w 172"/>
                <a:gd name="T23" fmla="*/ 226 h 226"/>
                <a:gd name="T24" fmla="*/ 111 w 172"/>
                <a:gd name="T25" fmla="*/ 141 h 226"/>
                <a:gd name="T26" fmla="*/ 141 w 172"/>
                <a:gd name="T27" fmla="*/ 111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226">
                  <a:moveTo>
                    <a:pt x="141" y="111"/>
                  </a:moveTo>
                  <a:cubicBezTo>
                    <a:pt x="172" y="111"/>
                    <a:pt x="172" y="111"/>
                    <a:pt x="172" y="111"/>
                  </a:cubicBezTo>
                  <a:cubicBezTo>
                    <a:pt x="164" y="103"/>
                    <a:pt x="158" y="94"/>
                    <a:pt x="155" y="83"/>
                  </a:cubicBezTo>
                  <a:cubicBezTo>
                    <a:pt x="154" y="81"/>
                    <a:pt x="154" y="78"/>
                    <a:pt x="154" y="76"/>
                  </a:cubicBezTo>
                  <a:cubicBezTo>
                    <a:pt x="154" y="12"/>
                    <a:pt x="154" y="12"/>
                    <a:pt x="154" y="12"/>
                  </a:cubicBezTo>
                  <a:cubicBezTo>
                    <a:pt x="146" y="9"/>
                    <a:pt x="138" y="5"/>
                    <a:pt x="132" y="0"/>
                  </a:cubicBezTo>
                  <a:cubicBezTo>
                    <a:pt x="83" y="0"/>
                    <a:pt x="83" y="0"/>
                    <a:pt x="83" y="0"/>
                  </a:cubicBezTo>
                  <a:cubicBezTo>
                    <a:pt x="89" y="26"/>
                    <a:pt x="89" y="26"/>
                    <a:pt x="89" y="26"/>
                  </a:cubicBezTo>
                  <a:cubicBezTo>
                    <a:pt x="80" y="31"/>
                    <a:pt x="80" y="31"/>
                    <a:pt x="80" y="31"/>
                  </a:cubicBezTo>
                  <a:cubicBezTo>
                    <a:pt x="78" y="32"/>
                    <a:pt x="51" y="48"/>
                    <a:pt x="0" y="59"/>
                  </a:cubicBezTo>
                  <a:cubicBezTo>
                    <a:pt x="0" y="226"/>
                    <a:pt x="0" y="226"/>
                    <a:pt x="0" y="226"/>
                  </a:cubicBezTo>
                  <a:cubicBezTo>
                    <a:pt x="111" y="226"/>
                    <a:pt x="111" y="226"/>
                    <a:pt x="111" y="226"/>
                  </a:cubicBezTo>
                  <a:cubicBezTo>
                    <a:pt x="111" y="141"/>
                    <a:pt x="111" y="141"/>
                    <a:pt x="111" y="141"/>
                  </a:cubicBezTo>
                  <a:cubicBezTo>
                    <a:pt x="111" y="124"/>
                    <a:pt x="125" y="111"/>
                    <a:pt x="141"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11"/>
            <p:cNvSpPr>
              <a:spLocks/>
            </p:cNvSpPr>
            <p:nvPr/>
          </p:nvSpPr>
          <p:spPr bwMode="auto">
            <a:xfrm>
              <a:off x="1270000" y="1847850"/>
              <a:ext cx="63500" cy="23813"/>
            </a:xfrm>
            <a:custGeom>
              <a:avLst/>
              <a:gdLst>
                <a:gd name="T0" fmla="*/ 12 w 36"/>
                <a:gd name="T1" fmla="*/ 4 h 13"/>
                <a:gd name="T2" fmla="*/ 6 w 36"/>
                <a:gd name="T3" fmla="*/ 0 h 13"/>
                <a:gd name="T4" fmla="*/ 0 w 36"/>
                <a:gd name="T5" fmla="*/ 0 h 13"/>
                <a:gd name="T6" fmla="*/ 0 w 36"/>
                <a:gd name="T7" fmla="*/ 13 h 13"/>
                <a:gd name="T8" fmla="*/ 36 w 36"/>
                <a:gd name="T9" fmla="*/ 13 h 13"/>
                <a:gd name="T10" fmla="*/ 12 w 36"/>
                <a:gd name="T11" fmla="*/ 4 h 13"/>
              </a:gdLst>
              <a:ahLst/>
              <a:cxnLst>
                <a:cxn ang="0">
                  <a:pos x="T0" y="T1"/>
                </a:cxn>
                <a:cxn ang="0">
                  <a:pos x="T2" y="T3"/>
                </a:cxn>
                <a:cxn ang="0">
                  <a:pos x="T4" y="T5"/>
                </a:cxn>
                <a:cxn ang="0">
                  <a:pos x="T6" y="T7"/>
                </a:cxn>
                <a:cxn ang="0">
                  <a:pos x="T8" y="T9"/>
                </a:cxn>
                <a:cxn ang="0">
                  <a:pos x="T10" y="T11"/>
                </a:cxn>
              </a:cxnLst>
              <a:rect l="0" t="0" r="r" b="b"/>
              <a:pathLst>
                <a:path w="36" h="13">
                  <a:moveTo>
                    <a:pt x="12" y="4"/>
                  </a:moveTo>
                  <a:cubicBezTo>
                    <a:pt x="10" y="2"/>
                    <a:pt x="8" y="1"/>
                    <a:pt x="6" y="0"/>
                  </a:cubicBezTo>
                  <a:cubicBezTo>
                    <a:pt x="0" y="0"/>
                    <a:pt x="0" y="0"/>
                    <a:pt x="0" y="0"/>
                  </a:cubicBezTo>
                  <a:cubicBezTo>
                    <a:pt x="0" y="13"/>
                    <a:pt x="0" y="13"/>
                    <a:pt x="0" y="13"/>
                  </a:cubicBezTo>
                  <a:cubicBezTo>
                    <a:pt x="36" y="13"/>
                    <a:pt x="36" y="13"/>
                    <a:pt x="36" y="13"/>
                  </a:cubicBezTo>
                  <a:cubicBezTo>
                    <a:pt x="27" y="11"/>
                    <a:pt x="20" y="8"/>
                    <a:pt x="1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12"/>
            <p:cNvSpPr>
              <a:spLocks/>
            </p:cNvSpPr>
            <p:nvPr/>
          </p:nvSpPr>
          <p:spPr bwMode="auto">
            <a:xfrm>
              <a:off x="1414463" y="1847850"/>
              <a:ext cx="446087" cy="392113"/>
            </a:xfrm>
            <a:custGeom>
              <a:avLst/>
              <a:gdLst>
                <a:gd name="T0" fmla="*/ 0 w 258"/>
                <a:gd name="T1" fmla="*/ 17 h 226"/>
                <a:gd name="T2" fmla="*/ 20 w 258"/>
                <a:gd name="T3" fmla="*/ 30 h 226"/>
                <a:gd name="T4" fmla="*/ 37 w 258"/>
                <a:gd name="T5" fmla="*/ 69 h 226"/>
                <a:gd name="T6" fmla="*/ 37 w 258"/>
                <a:gd name="T7" fmla="*/ 226 h 226"/>
                <a:gd name="T8" fmla="*/ 258 w 258"/>
                <a:gd name="T9" fmla="*/ 226 h 226"/>
                <a:gd name="T10" fmla="*/ 258 w 258"/>
                <a:gd name="T11" fmla="*/ 0 h 226"/>
                <a:gd name="T12" fmla="*/ 27 w 258"/>
                <a:gd name="T13" fmla="*/ 0 h 226"/>
                <a:gd name="T14" fmla="*/ 24 w 258"/>
                <a:gd name="T15" fmla="*/ 4 h 226"/>
                <a:gd name="T16" fmla="*/ 0 w 258"/>
                <a:gd name="T17" fmla="*/ 17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8" h="226">
                  <a:moveTo>
                    <a:pt x="0" y="17"/>
                  </a:moveTo>
                  <a:cubicBezTo>
                    <a:pt x="8" y="20"/>
                    <a:pt x="15" y="24"/>
                    <a:pt x="20" y="30"/>
                  </a:cubicBezTo>
                  <a:cubicBezTo>
                    <a:pt x="31" y="40"/>
                    <a:pt x="37" y="55"/>
                    <a:pt x="37" y="69"/>
                  </a:cubicBezTo>
                  <a:cubicBezTo>
                    <a:pt x="37" y="226"/>
                    <a:pt x="37" y="226"/>
                    <a:pt x="37" y="226"/>
                  </a:cubicBezTo>
                  <a:cubicBezTo>
                    <a:pt x="258" y="226"/>
                    <a:pt x="258" y="226"/>
                    <a:pt x="258" y="226"/>
                  </a:cubicBezTo>
                  <a:cubicBezTo>
                    <a:pt x="258" y="0"/>
                    <a:pt x="258" y="0"/>
                    <a:pt x="258" y="0"/>
                  </a:cubicBezTo>
                  <a:cubicBezTo>
                    <a:pt x="27" y="0"/>
                    <a:pt x="27" y="0"/>
                    <a:pt x="27" y="0"/>
                  </a:cubicBezTo>
                  <a:cubicBezTo>
                    <a:pt x="26" y="1"/>
                    <a:pt x="25" y="2"/>
                    <a:pt x="24" y="4"/>
                  </a:cubicBezTo>
                  <a:cubicBezTo>
                    <a:pt x="18" y="11"/>
                    <a:pt x="10" y="15"/>
                    <a:pt x="0"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Rectangle 13"/>
            <p:cNvSpPr>
              <a:spLocks noChangeArrowheads="1"/>
            </p:cNvSpPr>
            <p:nvPr/>
          </p:nvSpPr>
          <p:spPr bwMode="auto">
            <a:xfrm>
              <a:off x="1885950" y="1847850"/>
              <a:ext cx="65087" cy="525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Rectangle 14"/>
            <p:cNvSpPr>
              <a:spLocks noChangeArrowheads="1"/>
            </p:cNvSpPr>
            <p:nvPr/>
          </p:nvSpPr>
          <p:spPr bwMode="auto">
            <a:xfrm>
              <a:off x="1296988" y="1492250"/>
              <a:ext cx="236537"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Rectangle 15"/>
            <p:cNvSpPr>
              <a:spLocks noChangeArrowheads="1"/>
            </p:cNvSpPr>
            <p:nvPr/>
          </p:nvSpPr>
          <p:spPr bwMode="auto">
            <a:xfrm>
              <a:off x="1296988" y="1528763"/>
              <a:ext cx="236537"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6"/>
            <p:cNvSpPr>
              <a:spLocks/>
            </p:cNvSpPr>
            <p:nvPr/>
          </p:nvSpPr>
          <p:spPr bwMode="auto">
            <a:xfrm>
              <a:off x="1296988" y="1562100"/>
              <a:ext cx="236537" cy="9525"/>
            </a:xfrm>
            <a:custGeom>
              <a:avLst/>
              <a:gdLst>
                <a:gd name="T0" fmla="*/ 0 w 137"/>
                <a:gd name="T1" fmla="*/ 5 h 5"/>
                <a:gd name="T2" fmla="*/ 137 w 137"/>
                <a:gd name="T3" fmla="*/ 5 h 5"/>
                <a:gd name="T4" fmla="*/ 137 w 137"/>
                <a:gd name="T5" fmla="*/ 0 h 5"/>
                <a:gd name="T6" fmla="*/ 0 w 137"/>
                <a:gd name="T7" fmla="*/ 0 h 5"/>
                <a:gd name="T8" fmla="*/ 0 w 137"/>
                <a:gd name="T9" fmla="*/ 5 h 5"/>
                <a:gd name="T10" fmla="*/ 0 w 137"/>
                <a:gd name="T11" fmla="*/ 5 h 5"/>
              </a:gdLst>
              <a:ahLst/>
              <a:cxnLst>
                <a:cxn ang="0">
                  <a:pos x="T0" y="T1"/>
                </a:cxn>
                <a:cxn ang="0">
                  <a:pos x="T2" y="T3"/>
                </a:cxn>
                <a:cxn ang="0">
                  <a:pos x="T4" y="T5"/>
                </a:cxn>
                <a:cxn ang="0">
                  <a:pos x="T6" y="T7"/>
                </a:cxn>
                <a:cxn ang="0">
                  <a:pos x="T8" y="T9"/>
                </a:cxn>
                <a:cxn ang="0">
                  <a:pos x="T10" y="T11"/>
                </a:cxn>
              </a:cxnLst>
              <a:rect l="0" t="0" r="r" b="b"/>
              <a:pathLst>
                <a:path w="137" h="5">
                  <a:moveTo>
                    <a:pt x="0" y="5"/>
                  </a:moveTo>
                  <a:cubicBezTo>
                    <a:pt x="137" y="5"/>
                    <a:pt x="137" y="5"/>
                    <a:pt x="137" y="5"/>
                  </a:cubicBezTo>
                  <a:cubicBezTo>
                    <a:pt x="137" y="0"/>
                    <a:pt x="137" y="0"/>
                    <a:pt x="137" y="0"/>
                  </a:cubicBezTo>
                  <a:cubicBezTo>
                    <a:pt x="0" y="0"/>
                    <a:pt x="0" y="0"/>
                    <a:pt x="0" y="0"/>
                  </a:cubicBezTo>
                  <a:cubicBezTo>
                    <a:pt x="0" y="5"/>
                    <a:pt x="0" y="5"/>
                    <a:pt x="0" y="5"/>
                  </a:cubicBezTo>
                  <a:cubicBezTo>
                    <a:pt x="0" y="5"/>
                    <a:pt x="0" y="5"/>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7"/>
            <p:cNvSpPr>
              <a:spLocks/>
            </p:cNvSpPr>
            <p:nvPr/>
          </p:nvSpPr>
          <p:spPr bwMode="auto">
            <a:xfrm>
              <a:off x="1308100" y="1597025"/>
              <a:ext cx="225425" cy="11113"/>
            </a:xfrm>
            <a:custGeom>
              <a:avLst/>
              <a:gdLst>
                <a:gd name="T0" fmla="*/ 1 w 130"/>
                <a:gd name="T1" fmla="*/ 2 h 6"/>
                <a:gd name="T2" fmla="*/ 2 w 130"/>
                <a:gd name="T3" fmla="*/ 6 h 6"/>
                <a:gd name="T4" fmla="*/ 130 w 130"/>
                <a:gd name="T5" fmla="*/ 6 h 6"/>
                <a:gd name="T6" fmla="*/ 130 w 130"/>
                <a:gd name="T7" fmla="*/ 0 h 6"/>
                <a:gd name="T8" fmla="*/ 0 w 130"/>
                <a:gd name="T9" fmla="*/ 0 h 6"/>
                <a:gd name="T10" fmla="*/ 1 w 130"/>
                <a:gd name="T11" fmla="*/ 2 h 6"/>
              </a:gdLst>
              <a:ahLst/>
              <a:cxnLst>
                <a:cxn ang="0">
                  <a:pos x="T0" y="T1"/>
                </a:cxn>
                <a:cxn ang="0">
                  <a:pos x="T2" y="T3"/>
                </a:cxn>
                <a:cxn ang="0">
                  <a:pos x="T4" y="T5"/>
                </a:cxn>
                <a:cxn ang="0">
                  <a:pos x="T6" y="T7"/>
                </a:cxn>
                <a:cxn ang="0">
                  <a:pos x="T8" y="T9"/>
                </a:cxn>
                <a:cxn ang="0">
                  <a:pos x="T10" y="T11"/>
                </a:cxn>
              </a:cxnLst>
              <a:rect l="0" t="0" r="r" b="b"/>
              <a:pathLst>
                <a:path w="130" h="6">
                  <a:moveTo>
                    <a:pt x="1" y="2"/>
                  </a:moveTo>
                  <a:cubicBezTo>
                    <a:pt x="2" y="3"/>
                    <a:pt x="2" y="5"/>
                    <a:pt x="2" y="6"/>
                  </a:cubicBezTo>
                  <a:cubicBezTo>
                    <a:pt x="130" y="6"/>
                    <a:pt x="130" y="6"/>
                    <a:pt x="130" y="6"/>
                  </a:cubicBezTo>
                  <a:cubicBezTo>
                    <a:pt x="130" y="0"/>
                    <a:pt x="130" y="0"/>
                    <a:pt x="130" y="0"/>
                  </a:cubicBezTo>
                  <a:cubicBezTo>
                    <a:pt x="0" y="0"/>
                    <a:pt x="0" y="0"/>
                    <a:pt x="0" y="0"/>
                  </a:cubicBezTo>
                  <a:cubicBezTo>
                    <a:pt x="1" y="1"/>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8"/>
            <p:cNvSpPr>
              <a:spLocks/>
            </p:cNvSpPr>
            <p:nvPr/>
          </p:nvSpPr>
          <p:spPr bwMode="auto">
            <a:xfrm>
              <a:off x="1320800" y="1633538"/>
              <a:ext cx="212725" cy="9525"/>
            </a:xfrm>
            <a:custGeom>
              <a:avLst/>
              <a:gdLst>
                <a:gd name="T0" fmla="*/ 2 w 123"/>
                <a:gd name="T1" fmla="*/ 5 h 5"/>
                <a:gd name="T2" fmla="*/ 123 w 123"/>
                <a:gd name="T3" fmla="*/ 5 h 5"/>
                <a:gd name="T4" fmla="*/ 123 w 123"/>
                <a:gd name="T5" fmla="*/ 0 h 5"/>
                <a:gd name="T6" fmla="*/ 0 w 123"/>
                <a:gd name="T7" fmla="*/ 0 h 5"/>
                <a:gd name="T8" fmla="*/ 2 w 123"/>
                <a:gd name="T9" fmla="*/ 5 h 5"/>
              </a:gdLst>
              <a:ahLst/>
              <a:cxnLst>
                <a:cxn ang="0">
                  <a:pos x="T0" y="T1"/>
                </a:cxn>
                <a:cxn ang="0">
                  <a:pos x="T2" y="T3"/>
                </a:cxn>
                <a:cxn ang="0">
                  <a:pos x="T4" y="T5"/>
                </a:cxn>
                <a:cxn ang="0">
                  <a:pos x="T6" y="T7"/>
                </a:cxn>
                <a:cxn ang="0">
                  <a:pos x="T8" y="T9"/>
                </a:cxn>
              </a:cxnLst>
              <a:rect l="0" t="0" r="r" b="b"/>
              <a:pathLst>
                <a:path w="123" h="5">
                  <a:moveTo>
                    <a:pt x="2" y="5"/>
                  </a:moveTo>
                  <a:cubicBezTo>
                    <a:pt x="123" y="5"/>
                    <a:pt x="123" y="5"/>
                    <a:pt x="123" y="5"/>
                  </a:cubicBezTo>
                  <a:cubicBezTo>
                    <a:pt x="123" y="0"/>
                    <a:pt x="123" y="0"/>
                    <a:pt x="123" y="0"/>
                  </a:cubicBezTo>
                  <a:cubicBezTo>
                    <a:pt x="0" y="0"/>
                    <a:pt x="0" y="0"/>
                    <a:pt x="0" y="0"/>
                  </a:cubicBezTo>
                  <a:cubicBezTo>
                    <a:pt x="1" y="2"/>
                    <a:pt x="1" y="3"/>
                    <a:pt x="2"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9"/>
            <p:cNvSpPr>
              <a:spLocks/>
            </p:cNvSpPr>
            <p:nvPr/>
          </p:nvSpPr>
          <p:spPr bwMode="auto">
            <a:xfrm>
              <a:off x="1331913" y="1668463"/>
              <a:ext cx="201612" cy="7938"/>
            </a:xfrm>
            <a:custGeom>
              <a:avLst/>
              <a:gdLst>
                <a:gd name="T0" fmla="*/ 2 w 117"/>
                <a:gd name="T1" fmla="*/ 5 h 5"/>
                <a:gd name="T2" fmla="*/ 117 w 117"/>
                <a:gd name="T3" fmla="*/ 5 h 5"/>
                <a:gd name="T4" fmla="*/ 117 w 117"/>
                <a:gd name="T5" fmla="*/ 0 h 5"/>
                <a:gd name="T6" fmla="*/ 0 w 117"/>
                <a:gd name="T7" fmla="*/ 0 h 5"/>
                <a:gd name="T8" fmla="*/ 2 w 117"/>
                <a:gd name="T9" fmla="*/ 5 h 5"/>
              </a:gdLst>
              <a:ahLst/>
              <a:cxnLst>
                <a:cxn ang="0">
                  <a:pos x="T0" y="T1"/>
                </a:cxn>
                <a:cxn ang="0">
                  <a:pos x="T2" y="T3"/>
                </a:cxn>
                <a:cxn ang="0">
                  <a:pos x="T4" y="T5"/>
                </a:cxn>
                <a:cxn ang="0">
                  <a:pos x="T6" y="T7"/>
                </a:cxn>
                <a:cxn ang="0">
                  <a:pos x="T8" y="T9"/>
                </a:cxn>
              </a:cxnLst>
              <a:rect l="0" t="0" r="r" b="b"/>
              <a:pathLst>
                <a:path w="117" h="5">
                  <a:moveTo>
                    <a:pt x="2" y="5"/>
                  </a:moveTo>
                  <a:cubicBezTo>
                    <a:pt x="117" y="5"/>
                    <a:pt x="117" y="5"/>
                    <a:pt x="117" y="5"/>
                  </a:cubicBezTo>
                  <a:cubicBezTo>
                    <a:pt x="117" y="0"/>
                    <a:pt x="117" y="0"/>
                    <a:pt x="117" y="0"/>
                  </a:cubicBezTo>
                  <a:cubicBezTo>
                    <a:pt x="0" y="0"/>
                    <a:pt x="0" y="0"/>
                    <a:pt x="0" y="0"/>
                  </a:cubicBezTo>
                  <a:cubicBezTo>
                    <a:pt x="1" y="2"/>
                    <a:pt x="1" y="4"/>
                    <a:pt x="2"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20"/>
            <p:cNvSpPr>
              <a:spLocks/>
            </p:cNvSpPr>
            <p:nvPr/>
          </p:nvSpPr>
          <p:spPr bwMode="auto">
            <a:xfrm>
              <a:off x="857250" y="2065338"/>
              <a:ext cx="427037" cy="309563"/>
            </a:xfrm>
            <a:custGeom>
              <a:avLst/>
              <a:gdLst>
                <a:gd name="T0" fmla="*/ 247 w 247"/>
                <a:gd name="T1" fmla="*/ 16 h 179"/>
                <a:gd name="T2" fmla="*/ 231 w 247"/>
                <a:gd name="T3" fmla="*/ 0 h 179"/>
                <a:gd name="T4" fmla="*/ 16 w 247"/>
                <a:gd name="T5" fmla="*/ 0 h 179"/>
                <a:gd name="T6" fmla="*/ 0 w 247"/>
                <a:gd name="T7" fmla="*/ 16 h 179"/>
                <a:gd name="T8" fmla="*/ 0 w 247"/>
                <a:gd name="T9" fmla="*/ 163 h 179"/>
                <a:gd name="T10" fmla="*/ 16 w 247"/>
                <a:gd name="T11" fmla="*/ 179 h 179"/>
                <a:gd name="T12" fmla="*/ 231 w 247"/>
                <a:gd name="T13" fmla="*/ 179 h 179"/>
                <a:gd name="T14" fmla="*/ 247 w 247"/>
                <a:gd name="T15" fmla="*/ 163 h 179"/>
                <a:gd name="T16" fmla="*/ 247 w 247"/>
                <a:gd name="T17" fmla="*/ 16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7" h="179">
                  <a:moveTo>
                    <a:pt x="247" y="16"/>
                  </a:moveTo>
                  <a:cubicBezTo>
                    <a:pt x="247" y="7"/>
                    <a:pt x="240" y="0"/>
                    <a:pt x="231" y="0"/>
                  </a:cubicBezTo>
                  <a:cubicBezTo>
                    <a:pt x="16" y="0"/>
                    <a:pt x="16" y="0"/>
                    <a:pt x="16" y="0"/>
                  </a:cubicBezTo>
                  <a:cubicBezTo>
                    <a:pt x="7" y="0"/>
                    <a:pt x="0" y="7"/>
                    <a:pt x="0" y="16"/>
                  </a:cubicBezTo>
                  <a:cubicBezTo>
                    <a:pt x="0" y="163"/>
                    <a:pt x="0" y="163"/>
                    <a:pt x="0" y="163"/>
                  </a:cubicBezTo>
                  <a:cubicBezTo>
                    <a:pt x="0" y="171"/>
                    <a:pt x="7" y="179"/>
                    <a:pt x="16" y="179"/>
                  </a:cubicBezTo>
                  <a:cubicBezTo>
                    <a:pt x="231" y="179"/>
                    <a:pt x="231" y="179"/>
                    <a:pt x="231" y="179"/>
                  </a:cubicBezTo>
                  <a:cubicBezTo>
                    <a:pt x="240" y="179"/>
                    <a:pt x="247" y="171"/>
                    <a:pt x="247" y="163"/>
                  </a:cubicBezTo>
                  <a:lnTo>
                    <a:pt x="247"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21"/>
            <p:cNvSpPr>
              <a:spLocks/>
            </p:cNvSpPr>
            <p:nvPr/>
          </p:nvSpPr>
          <p:spPr bwMode="auto">
            <a:xfrm>
              <a:off x="981075" y="1336675"/>
              <a:ext cx="288925" cy="203200"/>
            </a:xfrm>
            <a:custGeom>
              <a:avLst/>
              <a:gdLst>
                <a:gd name="T0" fmla="*/ 0 w 167"/>
                <a:gd name="T1" fmla="*/ 84 h 118"/>
                <a:gd name="T2" fmla="*/ 3 w 167"/>
                <a:gd name="T3" fmla="*/ 106 h 118"/>
                <a:gd name="T4" fmla="*/ 122 w 167"/>
                <a:gd name="T5" fmla="*/ 106 h 118"/>
                <a:gd name="T6" fmla="*/ 125 w 167"/>
                <a:gd name="T7" fmla="*/ 106 h 118"/>
                <a:gd name="T8" fmla="*/ 126 w 167"/>
                <a:gd name="T9" fmla="*/ 106 h 118"/>
                <a:gd name="T10" fmla="*/ 132 w 167"/>
                <a:gd name="T11" fmla="*/ 107 h 118"/>
                <a:gd name="T12" fmla="*/ 138 w 167"/>
                <a:gd name="T13" fmla="*/ 107 h 118"/>
                <a:gd name="T14" fmla="*/ 160 w 167"/>
                <a:gd name="T15" fmla="*/ 118 h 118"/>
                <a:gd name="T16" fmla="*/ 167 w 167"/>
                <a:gd name="T17" fmla="*/ 84 h 118"/>
                <a:gd name="T18" fmla="*/ 84 w 167"/>
                <a:gd name="T19" fmla="*/ 0 h 118"/>
                <a:gd name="T20" fmla="*/ 0 w 167"/>
                <a:gd name="T21" fmla="*/ 84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7" h="118">
                  <a:moveTo>
                    <a:pt x="0" y="84"/>
                  </a:moveTo>
                  <a:cubicBezTo>
                    <a:pt x="0" y="92"/>
                    <a:pt x="1" y="99"/>
                    <a:pt x="3" y="106"/>
                  </a:cubicBezTo>
                  <a:cubicBezTo>
                    <a:pt x="122" y="106"/>
                    <a:pt x="122" y="106"/>
                    <a:pt x="122" y="106"/>
                  </a:cubicBezTo>
                  <a:cubicBezTo>
                    <a:pt x="123" y="106"/>
                    <a:pt x="124" y="106"/>
                    <a:pt x="125" y="106"/>
                  </a:cubicBezTo>
                  <a:cubicBezTo>
                    <a:pt x="126" y="106"/>
                    <a:pt x="126" y="106"/>
                    <a:pt x="126" y="106"/>
                  </a:cubicBezTo>
                  <a:cubicBezTo>
                    <a:pt x="128" y="106"/>
                    <a:pt x="130" y="106"/>
                    <a:pt x="132" y="107"/>
                  </a:cubicBezTo>
                  <a:cubicBezTo>
                    <a:pt x="134" y="107"/>
                    <a:pt x="136" y="107"/>
                    <a:pt x="138" y="107"/>
                  </a:cubicBezTo>
                  <a:cubicBezTo>
                    <a:pt x="146" y="109"/>
                    <a:pt x="154" y="113"/>
                    <a:pt x="160" y="118"/>
                  </a:cubicBezTo>
                  <a:cubicBezTo>
                    <a:pt x="165" y="107"/>
                    <a:pt x="167" y="96"/>
                    <a:pt x="167" y="84"/>
                  </a:cubicBezTo>
                  <a:cubicBezTo>
                    <a:pt x="167" y="38"/>
                    <a:pt x="130" y="0"/>
                    <a:pt x="84" y="0"/>
                  </a:cubicBezTo>
                  <a:cubicBezTo>
                    <a:pt x="37" y="0"/>
                    <a:pt x="0" y="38"/>
                    <a:pt x="0"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22"/>
            <p:cNvSpPr>
              <a:spLocks/>
            </p:cNvSpPr>
            <p:nvPr/>
          </p:nvSpPr>
          <p:spPr bwMode="auto">
            <a:xfrm>
              <a:off x="827088" y="1536700"/>
              <a:ext cx="627062" cy="785813"/>
            </a:xfrm>
            <a:custGeom>
              <a:avLst/>
              <a:gdLst>
                <a:gd name="T0" fmla="*/ 220 w 362"/>
                <a:gd name="T1" fmla="*/ 0 h 454"/>
                <a:gd name="T2" fmla="*/ 214 w 362"/>
                <a:gd name="T3" fmla="*/ 0 h 454"/>
                <a:gd name="T4" fmla="*/ 211 w 362"/>
                <a:gd name="T5" fmla="*/ 0 h 454"/>
                <a:gd name="T6" fmla="*/ 91 w 362"/>
                <a:gd name="T7" fmla="*/ 0 h 454"/>
                <a:gd name="T8" fmla="*/ 88 w 362"/>
                <a:gd name="T9" fmla="*/ 0 h 454"/>
                <a:gd name="T10" fmla="*/ 22 w 362"/>
                <a:gd name="T11" fmla="*/ 34 h 454"/>
                <a:gd name="T12" fmla="*/ 0 w 362"/>
                <a:gd name="T13" fmla="*/ 100 h 454"/>
                <a:gd name="T14" fmla="*/ 19 w 362"/>
                <a:gd name="T15" fmla="*/ 156 h 454"/>
                <a:gd name="T16" fmla="*/ 60 w 362"/>
                <a:gd name="T17" fmla="*/ 182 h 454"/>
                <a:gd name="T18" fmla="*/ 60 w 362"/>
                <a:gd name="T19" fmla="*/ 256 h 454"/>
                <a:gd name="T20" fmla="*/ 61 w 362"/>
                <a:gd name="T21" fmla="*/ 257 h 454"/>
                <a:gd name="T22" fmla="*/ 102 w 362"/>
                <a:gd name="T23" fmla="*/ 291 h 454"/>
                <a:gd name="T24" fmla="*/ 278 w 362"/>
                <a:gd name="T25" fmla="*/ 291 h 454"/>
                <a:gd name="T26" fmla="*/ 278 w 362"/>
                <a:gd name="T27" fmla="*/ 412 h 454"/>
                <a:gd name="T28" fmla="*/ 320 w 362"/>
                <a:gd name="T29" fmla="*/ 454 h 454"/>
                <a:gd name="T30" fmla="*/ 362 w 362"/>
                <a:gd name="T31" fmla="*/ 412 h 454"/>
                <a:gd name="T32" fmla="*/ 362 w 362"/>
                <a:gd name="T33" fmla="*/ 249 h 454"/>
                <a:gd name="T34" fmla="*/ 349 w 362"/>
                <a:gd name="T35" fmla="*/ 220 h 454"/>
                <a:gd name="T36" fmla="*/ 320 w 362"/>
                <a:gd name="T37" fmla="*/ 207 h 454"/>
                <a:gd name="T38" fmla="*/ 242 w 362"/>
                <a:gd name="T39" fmla="*/ 207 h 454"/>
                <a:gd name="T40" fmla="*/ 242 w 362"/>
                <a:gd name="T41" fmla="*/ 138 h 454"/>
                <a:gd name="T42" fmla="*/ 244 w 362"/>
                <a:gd name="T43" fmla="*/ 140 h 454"/>
                <a:gd name="T44" fmla="*/ 275 w 362"/>
                <a:gd name="T45" fmla="*/ 171 h 454"/>
                <a:gd name="T46" fmla="*/ 325 w 362"/>
                <a:gd name="T47" fmla="*/ 184 h 454"/>
                <a:gd name="T48" fmla="*/ 325 w 362"/>
                <a:gd name="T49" fmla="*/ 184 h 454"/>
                <a:gd name="T50" fmla="*/ 333 w 362"/>
                <a:gd name="T51" fmla="*/ 184 h 454"/>
                <a:gd name="T52" fmla="*/ 360 w 362"/>
                <a:gd name="T53" fmla="*/ 154 h 454"/>
                <a:gd name="T54" fmla="*/ 330 w 362"/>
                <a:gd name="T55" fmla="*/ 128 h 454"/>
                <a:gd name="T56" fmla="*/ 325 w 362"/>
                <a:gd name="T57" fmla="*/ 128 h 454"/>
                <a:gd name="T58" fmla="*/ 296 w 362"/>
                <a:gd name="T59" fmla="*/ 117 h 454"/>
                <a:gd name="T60" fmla="*/ 283 w 362"/>
                <a:gd name="T61" fmla="*/ 94 h 454"/>
                <a:gd name="T62" fmla="*/ 266 w 362"/>
                <a:gd name="T63" fmla="*/ 42 h 454"/>
                <a:gd name="T64" fmla="*/ 250 w 362"/>
                <a:gd name="T65" fmla="*/ 16 h 454"/>
                <a:gd name="T66" fmla="*/ 224 w 362"/>
                <a:gd name="T67" fmla="*/ 1 h 454"/>
                <a:gd name="T68" fmla="*/ 220 w 362"/>
                <a:gd name="T69" fmla="*/ 0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62" h="454">
                  <a:moveTo>
                    <a:pt x="220" y="0"/>
                  </a:moveTo>
                  <a:cubicBezTo>
                    <a:pt x="218" y="0"/>
                    <a:pt x="216" y="0"/>
                    <a:pt x="214" y="0"/>
                  </a:cubicBezTo>
                  <a:cubicBezTo>
                    <a:pt x="213" y="0"/>
                    <a:pt x="212" y="0"/>
                    <a:pt x="211" y="0"/>
                  </a:cubicBezTo>
                  <a:cubicBezTo>
                    <a:pt x="91" y="0"/>
                    <a:pt x="91" y="0"/>
                    <a:pt x="91" y="0"/>
                  </a:cubicBezTo>
                  <a:cubicBezTo>
                    <a:pt x="90" y="0"/>
                    <a:pt x="89" y="0"/>
                    <a:pt x="88" y="0"/>
                  </a:cubicBezTo>
                  <a:cubicBezTo>
                    <a:pt x="60" y="0"/>
                    <a:pt x="36" y="15"/>
                    <a:pt x="22" y="34"/>
                  </a:cubicBezTo>
                  <a:cubicBezTo>
                    <a:pt x="8" y="53"/>
                    <a:pt x="0" y="76"/>
                    <a:pt x="0" y="100"/>
                  </a:cubicBezTo>
                  <a:cubicBezTo>
                    <a:pt x="0" y="119"/>
                    <a:pt x="6" y="140"/>
                    <a:pt x="19" y="156"/>
                  </a:cubicBezTo>
                  <a:cubicBezTo>
                    <a:pt x="29" y="168"/>
                    <a:pt x="43" y="177"/>
                    <a:pt x="60" y="182"/>
                  </a:cubicBezTo>
                  <a:cubicBezTo>
                    <a:pt x="60" y="256"/>
                    <a:pt x="60" y="256"/>
                    <a:pt x="60" y="256"/>
                  </a:cubicBezTo>
                  <a:cubicBezTo>
                    <a:pt x="60" y="256"/>
                    <a:pt x="60" y="257"/>
                    <a:pt x="61" y="257"/>
                  </a:cubicBezTo>
                  <a:cubicBezTo>
                    <a:pt x="64" y="277"/>
                    <a:pt x="81" y="291"/>
                    <a:pt x="102" y="291"/>
                  </a:cubicBezTo>
                  <a:cubicBezTo>
                    <a:pt x="278" y="291"/>
                    <a:pt x="278" y="291"/>
                    <a:pt x="278" y="291"/>
                  </a:cubicBezTo>
                  <a:cubicBezTo>
                    <a:pt x="278" y="412"/>
                    <a:pt x="278" y="412"/>
                    <a:pt x="278" y="412"/>
                  </a:cubicBezTo>
                  <a:cubicBezTo>
                    <a:pt x="278" y="436"/>
                    <a:pt x="297" y="454"/>
                    <a:pt x="320" y="454"/>
                  </a:cubicBezTo>
                  <a:cubicBezTo>
                    <a:pt x="343" y="454"/>
                    <a:pt x="362" y="436"/>
                    <a:pt x="362" y="412"/>
                  </a:cubicBezTo>
                  <a:cubicBezTo>
                    <a:pt x="362" y="249"/>
                    <a:pt x="362" y="249"/>
                    <a:pt x="362" y="249"/>
                  </a:cubicBezTo>
                  <a:cubicBezTo>
                    <a:pt x="362" y="238"/>
                    <a:pt x="357" y="227"/>
                    <a:pt x="349" y="220"/>
                  </a:cubicBezTo>
                  <a:cubicBezTo>
                    <a:pt x="342" y="212"/>
                    <a:pt x="331" y="207"/>
                    <a:pt x="320" y="207"/>
                  </a:cubicBezTo>
                  <a:cubicBezTo>
                    <a:pt x="242" y="207"/>
                    <a:pt x="242" y="207"/>
                    <a:pt x="242" y="207"/>
                  </a:cubicBezTo>
                  <a:cubicBezTo>
                    <a:pt x="242" y="138"/>
                    <a:pt x="242" y="138"/>
                    <a:pt x="242" y="138"/>
                  </a:cubicBezTo>
                  <a:cubicBezTo>
                    <a:pt x="243" y="139"/>
                    <a:pt x="243" y="140"/>
                    <a:pt x="244" y="140"/>
                  </a:cubicBezTo>
                  <a:cubicBezTo>
                    <a:pt x="251" y="152"/>
                    <a:pt x="261" y="163"/>
                    <a:pt x="275" y="171"/>
                  </a:cubicBezTo>
                  <a:cubicBezTo>
                    <a:pt x="289" y="179"/>
                    <a:pt x="306" y="184"/>
                    <a:pt x="325" y="184"/>
                  </a:cubicBezTo>
                  <a:cubicBezTo>
                    <a:pt x="325" y="184"/>
                    <a:pt x="325" y="184"/>
                    <a:pt x="325" y="184"/>
                  </a:cubicBezTo>
                  <a:cubicBezTo>
                    <a:pt x="328" y="184"/>
                    <a:pt x="331" y="184"/>
                    <a:pt x="333" y="184"/>
                  </a:cubicBezTo>
                  <a:cubicBezTo>
                    <a:pt x="349" y="183"/>
                    <a:pt x="361" y="169"/>
                    <a:pt x="360" y="154"/>
                  </a:cubicBezTo>
                  <a:cubicBezTo>
                    <a:pt x="359" y="139"/>
                    <a:pt x="346" y="127"/>
                    <a:pt x="330" y="128"/>
                  </a:cubicBezTo>
                  <a:cubicBezTo>
                    <a:pt x="328" y="128"/>
                    <a:pt x="327" y="128"/>
                    <a:pt x="325" y="128"/>
                  </a:cubicBezTo>
                  <a:cubicBezTo>
                    <a:pt x="309" y="127"/>
                    <a:pt x="302" y="123"/>
                    <a:pt x="296" y="117"/>
                  </a:cubicBezTo>
                  <a:cubicBezTo>
                    <a:pt x="291" y="112"/>
                    <a:pt x="286" y="104"/>
                    <a:pt x="283" y="94"/>
                  </a:cubicBezTo>
                  <a:cubicBezTo>
                    <a:pt x="277" y="79"/>
                    <a:pt x="273" y="60"/>
                    <a:pt x="266" y="42"/>
                  </a:cubicBezTo>
                  <a:cubicBezTo>
                    <a:pt x="263" y="34"/>
                    <a:pt x="258" y="24"/>
                    <a:pt x="250" y="16"/>
                  </a:cubicBezTo>
                  <a:cubicBezTo>
                    <a:pt x="244" y="9"/>
                    <a:pt x="235" y="3"/>
                    <a:pt x="224" y="1"/>
                  </a:cubicBezTo>
                  <a:cubicBezTo>
                    <a:pt x="223" y="0"/>
                    <a:pt x="221" y="0"/>
                    <a:pt x="22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23"/>
            <p:cNvSpPr>
              <a:spLocks noEditPoints="1"/>
            </p:cNvSpPr>
            <p:nvPr/>
          </p:nvSpPr>
          <p:spPr bwMode="auto">
            <a:xfrm>
              <a:off x="1362075" y="925513"/>
              <a:ext cx="195262" cy="233363"/>
            </a:xfrm>
            <a:custGeom>
              <a:avLst/>
              <a:gdLst>
                <a:gd name="T0" fmla="*/ 27 w 113"/>
                <a:gd name="T1" fmla="*/ 130 h 135"/>
                <a:gd name="T2" fmla="*/ 38 w 113"/>
                <a:gd name="T3" fmla="*/ 113 h 135"/>
                <a:gd name="T4" fmla="*/ 38 w 113"/>
                <a:gd name="T5" fmla="*/ 56 h 135"/>
                <a:gd name="T6" fmla="*/ 104 w 113"/>
                <a:gd name="T7" fmla="*/ 38 h 135"/>
                <a:gd name="T8" fmla="*/ 104 w 113"/>
                <a:gd name="T9" fmla="*/ 74 h 135"/>
                <a:gd name="T10" fmla="*/ 88 w 113"/>
                <a:gd name="T11" fmla="*/ 76 h 135"/>
                <a:gd name="T12" fmla="*/ 78 w 113"/>
                <a:gd name="T13" fmla="*/ 98 h 135"/>
                <a:gd name="T14" fmla="*/ 102 w 113"/>
                <a:gd name="T15" fmla="*/ 101 h 135"/>
                <a:gd name="T16" fmla="*/ 113 w 113"/>
                <a:gd name="T17" fmla="*/ 85 h 135"/>
                <a:gd name="T18" fmla="*/ 113 w 113"/>
                <a:gd name="T19" fmla="*/ 85 h 135"/>
                <a:gd name="T20" fmla="*/ 113 w 113"/>
                <a:gd name="T21" fmla="*/ 85 h 135"/>
                <a:gd name="T22" fmla="*/ 113 w 113"/>
                <a:gd name="T23" fmla="*/ 84 h 135"/>
                <a:gd name="T24" fmla="*/ 113 w 113"/>
                <a:gd name="T25" fmla="*/ 0 h 135"/>
                <a:gd name="T26" fmla="*/ 30 w 113"/>
                <a:gd name="T27" fmla="*/ 23 h 135"/>
                <a:gd name="T28" fmla="*/ 30 w 113"/>
                <a:gd name="T29" fmla="*/ 103 h 135"/>
                <a:gd name="T30" fmla="*/ 13 w 113"/>
                <a:gd name="T31" fmla="*/ 105 h 135"/>
                <a:gd name="T32" fmla="*/ 4 w 113"/>
                <a:gd name="T33" fmla="*/ 127 h 135"/>
                <a:gd name="T34" fmla="*/ 27 w 113"/>
                <a:gd name="T35" fmla="*/ 130 h 135"/>
                <a:gd name="T36" fmla="*/ 38 w 113"/>
                <a:gd name="T37" fmla="*/ 29 h 135"/>
                <a:gd name="T38" fmla="*/ 104 w 113"/>
                <a:gd name="T39" fmla="*/ 11 h 135"/>
                <a:gd name="T40" fmla="*/ 104 w 113"/>
                <a:gd name="T41" fmla="*/ 29 h 135"/>
                <a:gd name="T42" fmla="*/ 38 w 113"/>
                <a:gd name="T43" fmla="*/ 47 h 135"/>
                <a:gd name="T44" fmla="*/ 38 w 113"/>
                <a:gd name="T45" fmla="*/ 2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3" h="135">
                  <a:moveTo>
                    <a:pt x="27" y="130"/>
                  </a:moveTo>
                  <a:cubicBezTo>
                    <a:pt x="34" y="126"/>
                    <a:pt x="38" y="119"/>
                    <a:pt x="38" y="113"/>
                  </a:cubicBezTo>
                  <a:cubicBezTo>
                    <a:pt x="38" y="56"/>
                    <a:pt x="38" y="56"/>
                    <a:pt x="38" y="56"/>
                  </a:cubicBezTo>
                  <a:cubicBezTo>
                    <a:pt x="104" y="38"/>
                    <a:pt x="104" y="38"/>
                    <a:pt x="104" y="38"/>
                  </a:cubicBezTo>
                  <a:cubicBezTo>
                    <a:pt x="104" y="74"/>
                    <a:pt x="104" y="74"/>
                    <a:pt x="104" y="74"/>
                  </a:cubicBezTo>
                  <a:cubicBezTo>
                    <a:pt x="99" y="72"/>
                    <a:pt x="93" y="73"/>
                    <a:pt x="88" y="76"/>
                  </a:cubicBezTo>
                  <a:cubicBezTo>
                    <a:pt x="78" y="81"/>
                    <a:pt x="74" y="91"/>
                    <a:pt x="78" y="98"/>
                  </a:cubicBezTo>
                  <a:cubicBezTo>
                    <a:pt x="82" y="105"/>
                    <a:pt x="93" y="106"/>
                    <a:pt x="102" y="101"/>
                  </a:cubicBezTo>
                  <a:cubicBezTo>
                    <a:pt x="108" y="97"/>
                    <a:pt x="112" y="91"/>
                    <a:pt x="113" y="85"/>
                  </a:cubicBezTo>
                  <a:cubicBezTo>
                    <a:pt x="113" y="85"/>
                    <a:pt x="113" y="85"/>
                    <a:pt x="113" y="85"/>
                  </a:cubicBezTo>
                  <a:cubicBezTo>
                    <a:pt x="113" y="85"/>
                    <a:pt x="113" y="85"/>
                    <a:pt x="113" y="85"/>
                  </a:cubicBezTo>
                  <a:cubicBezTo>
                    <a:pt x="113" y="85"/>
                    <a:pt x="113" y="85"/>
                    <a:pt x="113" y="84"/>
                  </a:cubicBezTo>
                  <a:cubicBezTo>
                    <a:pt x="113" y="0"/>
                    <a:pt x="113" y="0"/>
                    <a:pt x="113" y="0"/>
                  </a:cubicBezTo>
                  <a:cubicBezTo>
                    <a:pt x="30" y="23"/>
                    <a:pt x="30" y="23"/>
                    <a:pt x="30" y="23"/>
                  </a:cubicBezTo>
                  <a:cubicBezTo>
                    <a:pt x="30" y="103"/>
                    <a:pt x="30" y="103"/>
                    <a:pt x="30" y="103"/>
                  </a:cubicBezTo>
                  <a:cubicBezTo>
                    <a:pt x="25" y="101"/>
                    <a:pt x="19" y="102"/>
                    <a:pt x="13" y="105"/>
                  </a:cubicBezTo>
                  <a:cubicBezTo>
                    <a:pt x="4" y="110"/>
                    <a:pt x="0" y="120"/>
                    <a:pt x="4" y="127"/>
                  </a:cubicBezTo>
                  <a:cubicBezTo>
                    <a:pt x="8" y="134"/>
                    <a:pt x="18" y="135"/>
                    <a:pt x="27" y="130"/>
                  </a:cubicBezTo>
                  <a:close/>
                  <a:moveTo>
                    <a:pt x="38" y="29"/>
                  </a:moveTo>
                  <a:cubicBezTo>
                    <a:pt x="104" y="11"/>
                    <a:pt x="104" y="11"/>
                    <a:pt x="104" y="11"/>
                  </a:cubicBezTo>
                  <a:cubicBezTo>
                    <a:pt x="104" y="29"/>
                    <a:pt x="104" y="29"/>
                    <a:pt x="104" y="29"/>
                  </a:cubicBezTo>
                  <a:cubicBezTo>
                    <a:pt x="38" y="47"/>
                    <a:pt x="38" y="47"/>
                    <a:pt x="38" y="47"/>
                  </a:cubicBezTo>
                  <a:lnTo>
                    <a:pt x="38" y="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24"/>
            <p:cNvSpPr>
              <a:spLocks/>
            </p:cNvSpPr>
            <p:nvPr/>
          </p:nvSpPr>
          <p:spPr bwMode="auto">
            <a:xfrm>
              <a:off x="1581150" y="1022350"/>
              <a:ext cx="147637" cy="192088"/>
            </a:xfrm>
            <a:custGeom>
              <a:avLst/>
              <a:gdLst>
                <a:gd name="T0" fmla="*/ 25 w 86"/>
                <a:gd name="T1" fmla="*/ 108 h 111"/>
                <a:gd name="T2" fmla="*/ 39 w 86"/>
                <a:gd name="T3" fmla="*/ 93 h 111"/>
                <a:gd name="T4" fmla="*/ 52 w 86"/>
                <a:gd name="T5" fmla="*/ 20 h 111"/>
                <a:gd name="T6" fmla="*/ 81 w 86"/>
                <a:gd name="T7" fmla="*/ 31 h 111"/>
                <a:gd name="T8" fmla="*/ 84 w 86"/>
                <a:gd name="T9" fmla="*/ 23 h 111"/>
                <a:gd name="T10" fmla="*/ 84 w 86"/>
                <a:gd name="T11" fmla="*/ 23 h 111"/>
                <a:gd name="T12" fmla="*/ 86 w 86"/>
                <a:gd name="T13" fmla="*/ 18 h 111"/>
                <a:gd name="T14" fmla="*/ 48 w 86"/>
                <a:gd name="T15" fmla="*/ 0 h 111"/>
                <a:gd name="T16" fmla="*/ 32 w 86"/>
                <a:gd name="T17" fmla="*/ 81 h 111"/>
                <a:gd name="T18" fmla="*/ 16 w 86"/>
                <a:gd name="T19" fmla="*/ 80 h 111"/>
                <a:gd name="T20" fmla="*/ 2 w 86"/>
                <a:gd name="T21" fmla="*/ 100 h 111"/>
                <a:gd name="T22" fmla="*/ 25 w 86"/>
                <a:gd name="T23" fmla="*/ 108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6" h="111">
                  <a:moveTo>
                    <a:pt x="25" y="108"/>
                  </a:moveTo>
                  <a:cubicBezTo>
                    <a:pt x="33" y="105"/>
                    <a:pt x="38" y="99"/>
                    <a:pt x="39" y="93"/>
                  </a:cubicBezTo>
                  <a:cubicBezTo>
                    <a:pt x="52" y="20"/>
                    <a:pt x="52" y="20"/>
                    <a:pt x="52" y="20"/>
                  </a:cubicBezTo>
                  <a:cubicBezTo>
                    <a:pt x="81" y="31"/>
                    <a:pt x="81" y="31"/>
                    <a:pt x="81" y="31"/>
                  </a:cubicBezTo>
                  <a:cubicBezTo>
                    <a:pt x="84" y="23"/>
                    <a:pt x="84" y="23"/>
                    <a:pt x="84" y="23"/>
                  </a:cubicBezTo>
                  <a:cubicBezTo>
                    <a:pt x="84" y="23"/>
                    <a:pt x="84" y="23"/>
                    <a:pt x="84" y="23"/>
                  </a:cubicBezTo>
                  <a:cubicBezTo>
                    <a:pt x="86" y="18"/>
                    <a:pt x="86" y="18"/>
                    <a:pt x="86" y="18"/>
                  </a:cubicBezTo>
                  <a:cubicBezTo>
                    <a:pt x="48" y="0"/>
                    <a:pt x="48" y="0"/>
                    <a:pt x="48" y="0"/>
                  </a:cubicBezTo>
                  <a:cubicBezTo>
                    <a:pt x="32" y="81"/>
                    <a:pt x="32" y="81"/>
                    <a:pt x="32" y="81"/>
                  </a:cubicBezTo>
                  <a:cubicBezTo>
                    <a:pt x="28" y="79"/>
                    <a:pt x="22" y="78"/>
                    <a:pt x="16" y="80"/>
                  </a:cubicBezTo>
                  <a:cubicBezTo>
                    <a:pt x="6" y="84"/>
                    <a:pt x="0" y="92"/>
                    <a:pt x="2" y="100"/>
                  </a:cubicBezTo>
                  <a:cubicBezTo>
                    <a:pt x="5" y="108"/>
                    <a:pt x="15" y="111"/>
                    <a:pt x="25" y="1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25"/>
            <p:cNvSpPr>
              <a:spLocks/>
            </p:cNvSpPr>
            <p:nvPr/>
          </p:nvSpPr>
          <p:spPr bwMode="auto">
            <a:xfrm>
              <a:off x="1208088" y="1033463"/>
              <a:ext cx="76200" cy="201613"/>
            </a:xfrm>
            <a:custGeom>
              <a:avLst/>
              <a:gdLst>
                <a:gd name="T0" fmla="*/ 10 w 44"/>
                <a:gd name="T1" fmla="*/ 88 h 117"/>
                <a:gd name="T2" fmla="*/ 8 w 44"/>
                <a:gd name="T3" fmla="*/ 112 h 117"/>
                <a:gd name="T4" fmla="*/ 32 w 44"/>
                <a:gd name="T5" fmla="*/ 108 h 117"/>
                <a:gd name="T6" fmla="*/ 37 w 44"/>
                <a:gd name="T7" fmla="*/ 88 h 117"/>
                <a:gd name="T8" fmla="*/ 14 w 44"/>
                <a:gd name="T9" fmla="*/ 18 h 117"/>
                <a:gd name="T10" fmla="*/ 44 w 44"/>
                <a:gd name="T11" fmla="*/ 14 h 117"/>
                <a:gd name="T12" fmla="*/ 43 w 44"/>
                <a:gd name="T13" fmla="*/ 5 h 117"/>
                <a:gd name="T14" fmla="*/ 43 w 44"/>
                <a:gd name="T15" fmla="*/ 5 h 117"/>
                <a:gd name="T16" fmla="*/ 43 w 44"/>
                <a:gd name="T17" fmla="*/ 0 h 117"/>
                <a:gd name="T18" fmla="*/ 0 w 44"/>
                <a:gd name="T19" fmla="*/ 2 h 117"/>
                <a:gd name="T20" fmla="*/ 26 w 44"/>
                <a:gd name="T21" fmla="*/ 81 h 117"/>
                <a:gd name="T22" fmla="*/ 10 w 44"/>
                <a:gd name="T23" fmla="*/ 88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 h="117">
                  <a:moveTo>
                    <a:pt x="10" y="88"/>
                  </a:moveTo>
                  <a:cubicBezTo>
                    <a:pt x="3" y="96"/>
                    <a:pt x="2" y="106"/>
                    <a:pt x="8" y="112"/>
                  </a:cubicBezTo>
                  <a:cubicBezTo>
                    <a:pt x="14" y="117"/>
                    <a:pt x="25" y="115"/>
                    <a:pt x="32" y="108"/>
                  </a:cubicBezTo>
                  <a:cubicBezTo>
                    <a:pt x="37" y="102"/>
                    <a:pt x="39" y="94"/>
                    <a:pt x="37" y="88"/>
                  </a:cubicBezTo>
                  <a:cubicBezTo>
                    <a:pt x="14" y="18"/>
                    <a:pt x="14" y="18"/>
                    <a:pt x="14" y="18"/>
                  </a:cubicBezTo>
                  <a:cubicBezTo>
                    <a:pt x="44" y="14"/>
                    <a:pt x="44" y="14"/>
                    <a:pt x="44" y="14"/>
                  </a:cubicBezTo>
                  <a:cubicBezTo>
                    <a:pt x="43" y="5"/>
                    <a:pt x="43" y="5"/>
                    <a:pt x="43" y="5"/>
                  </a:cubicBezTo>
                  <a:cubicBezTo>
                    <a:pt x="43" y="5"/>
                    <a:pt x="43" y="5"/>
                    <a:pt x="43" y="5"/>
                  </a:cubicBezTo>
                  <a:cubicBezTo>
                    <a:pt x="43" y="0"/>
                    <a:pt x="43" y="0"/>
                    <a:pt x="43" y="0"/>
                  </a:cubicBezTo>
                  <a:cubicBezTo>
                    <a:pt x="0" y="2"/>
                    <a:pt x="0" y="2"/>
                    <a:pt x="0" y="2"/>
                  </a:cubicBezTo>
                  <a:cubicBezTo>
                    <a:pt x="26" y="81"/>
                    <a:pt x="26" y="81"/>
                    <a:pt x="26" y="81"/>
                  </a:cubicBezTo>
                  <a:cubicBezTo>
                    <a:pt x="20" y="81"/>
                    <a:pt x="15" y="83"/>
                    <a:pt x="10"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6"/>
            <p:cNvSpPr>
              <a:spLocks/>
            </p:cNvSpPr>
            <p:nvPr/>
          </p:nvSpPr>
          <p:spPr bwMode="auto">
            <a:xfrm>
              <a:off x="315913" y="1944688"/>
              <a:ext cx="139700" cy="430213"/>
            </a:xfrm>
            <a:custGeom>
              <a:avLst/>
              <a:gdLst>
                <a:gd name="T0" fmla="*/ 80 w 80"/>
                <a:gd name="T1" fmla="*/ 7 h 248"/>
                <a:gd name="T2" fmla="*/ 0 w 80"/>
                <a:gd name="T3" fmla="*/ 0 h 248"/>
                <a:gd name="T4" fmla="*/ 0 w 80"/>
                <a:gd name="T5" fmla="*/ 208 h 248"/>
                <a:gd name="T6" fmla="*/ 40 w 80"/>
                <a:gd name="T7" fmla="*/ 248 h 248"/>
                <a:gd name="T8" fmla="*/ 80 w 80"/>
                <a:gd name="T9" fmla="*/ 208 h 248"/>
                <a:gd name="T10" fmla="*/ 80 w 80"/>
                <a:gd name="T11" fmla="*/ 7 h 248"/>
              </a:gdLst>
              <a:ahLst/>
              <a:cxnLst>
                <a:cxn ang="0">
                  <a:pos x="T0" y="T1"/>
                </a:cxn>
                <a:cxn ang="0">
                  <a:pos x="T2" y="T3"/>
                </a:cxn>
                <a:cxn ang="0">
                  <a:pos x="T4" y="T5"/>
                </a:cxn>
                <a:cxn ang="0">
                  <a:pos x="T6" y="T7"/>
                </a:cxn>
                <a:cxn ang="0">
                  <a:pos x="T8" y="T9"/>
                </a:cxn>
                <a:cxn ang="0">
                  <a:pos x="T10" y="T11"/>
                </a:cxn>
              </a:cxnLst>
              <a:rect l="0" t="0" r="r" b="b"/>
              <a:pathLst>
                <a:path w="80" h="248">
                  <a:moveTo>
                    <a:pt x="80" y="7"/>
                  </a:moveTo>
                  <a:cubicBezTo>
                    <a:pt x="49" y="7"/>
                    <a:pt x="23" y="4"/>
                    <a:pt x="0" y="0"/>
                  </a:cubicBezTo>
                  <a:cubicBezTo>
                    <a:pt x="0" y="208"/>
                    <a:pt x="0" y="208"/>
                    <a:pt x="0" y="208"/>
                  </a:cubicBezTo>
                  <a:cubicBezTo>
                    <a:pt x="0" y="231"/>
                    <a:pt x="18" y="248"/>
                    <a:pt x="40" y="248"/>
                  </a:cubicBezTo>
                  <a:cubicBezTo>
                    <a:pt x="62" y="248"/>
                    <a:pt x="80" y="231"/>
                    <a:pt x="80" y="208"/>
                  </a:cubicBezTo>
                  <a:lnTo>
                    <a:pt x="80"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27"/>
            <p:cNvSpPr>
              <a:spLocks/>
            </p:cNvSpPr>
            <p:nvPr/>
          </p:nvSpPr>
          <p:spPr bwMode="auto">
            <a:xfrm>
              <a:off x="477838" y="1944688"/>
              <a:ext cx="138112" cy="430213"/>
            </a:xfrm>
            <a:custGeom>
              <a:avLst/>
              <a:gdLst>
                <a:gd name="T0" fmla="*/ 0 w 80"/>
                <a:gd name="T1" fmla="*/ 7 h 248"/>
                <a:gd name="T2" fmla="*/ 0 w 80"/>
                <a:gd name="T3" fmla="*/ 208 h 248"/>
                <a:gd name="T4" fmla="*/ 40 w 80"/>
                <a:gd name="T5" fmla="*/ 248 h 248"/>
                <a:gd name="T6" fmla="*/ 80 w 80"/>
                <a:gd name="T7" fmla="*/ 208 h 248"/>
                <a:gd name="T8" fmla="*/ 80 w 80"/>
                <a:gd name="T9" fmla="*/ 0 h 248"/>
                <a:gd name="T10" fmla="*/ 0 w 80"/>
                <a:gd name="T11" fmla="*/ 7 h 248"/>
              </a:gdLst>
              <a:ahLst/>
              <a:cxnLst>
                <a:cxn ang="0">
                  <a:pos x="T0" y="T1"/>
                </a:cxn>
                <a:cxn ang="0">
                  <a:pos x="T2" y="T3"/>
                </a:cxn>
                <a:cxn ang="0">
                  <a:pos x="T4" y="T5"/>
                </a:cxn>
                <a:cxn ang="0">
                  <a:pos x="T6" y="T7"/>
                </a:cxn>
                <a:cxn ang="0">
                  <a:pos x="T8" y="T9"/>
                </a:cxn>
                <a:cxn ang="0">
                  <a:pos x="T10" y="T11"/>
                </a:cxn>
              </a:cxnLst>
              <a:rect l="0" t="0" r="r" b="b"/>
              <a:pathLst>
                <a:path w="80" h="248">
                  <a:moveTo>
                    <a:pt x="0" y="7"/>
                  </a:moveTo>
                  <a:cubicBezTo>
                    <a:pt x="0" y="208"/>
                    <a:pt x="0" y="208"/>
                    <a:pt x="0" y="208"/>
                  </a:cubicBezTo>
                  <a:cubicBezTo>
                    <a:pt x="0" y="231"/>
                    <a:pt x="18" y="248"/>
                    <a:pt x="40" y="248"/>
                  </a:cubicBezTo>
                  <a:cubicBezTo>
                    <a:pt x="62" y="248"/>
                    <a:pt x="80" y="231"/>
                    <a:pt x="80" y="208"/>
                  </a:cubicBezTo>
                  <a:cubicBezTo>
                    <a:pt x="80" y="0"/>
                    <a:pt x="80" y="0"/>
                    <a:pt x="80" y="0"/>
                  </a:cubicBezTo>
                  <a:cubicBezTo>
                    <a:pt x="58" y="4"/>
                    <a:pt x="31" y="7"/>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28"/>
            <p:cNvSpPr>
              <a:spLocks/>
            </p:cNvSpPr>
            <p:nvPr/>
          </p:nvSpPr>
          <p:spPr bwMode="auto">
            <a:xfrm>
              <a:off x="334963" y="863600"/>
              <a:ext cx="317500" cy="254000"/>
            </a:xfrm>
            <a:custGeom>
              <a:avLst/>
              <a:gdLst>
                <a:gd name="T0" fmla="*/ 136 w 183"/>
                <a:gd name="T1" fmla="*/ 141 h 147"/>
                <a:gd name="T2" fmla="*/ 149 w 183"/>
                <a:gd name="T3" fmla="*/ 143 h 147"/>
                <a:gd name="T4" fmla="*/ 157 w 183"/>
                <a:gd name="T5" fmla="*/ 147 h 147"/>
                <a:gd name="T6" fmla="*/ 173 w 183"/>
                <a:gd name="T7" fmla="*/ 114 h 147"/>
                <a:gd name="T8" fmla="*/ 108 w 183"/>
                <a:gd name="T9" fmla="*/ 10 h 147"/>
                <a:gd name="T10" fmla="*/ 5 w 183"/>
                <a:gd name="T11" fmla="*/ 75 h 147"/>
                <a:gd name="T12" fmla="*/ 17 w 183"/>
                <a:gd name="T13" fmla="*/ 141 h 147"/>
                <a:gd name="T14" fmla="*/ 136 w 183"/>
                <a:gd name="T15" fmla="*/ 141 h 1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3" h="147">
                  <a:moveTo>
                    <a:pt x="136" y="141"/>
                  </a:moveTo>
                  <a:cubicBezTo>
                    <a:pt x="140" y="141"/>
                    <a:pt x="144" y="141"/>
                    <a:pt x="149" y="143"/>
                  </a:cubicBezTo>
                  <a:cubicBezTo>
                    <a:pt x="151" y="144"/>
                    <a:pt x="153" y="145"/>
                    <a:pt x="157" y="147"/>
                  </a:cubicBezTo>
                  <a:cubicBezTo>
                    <a:pt x="164" y="138"/>
                    <a:pt x="170" y="126"/>
                    <a:pt x="173" y="114"/>
                  </a:cubicBezTo>
                  <a:cubicBezTo>
                    <a:pt x="183" y="67"/>
                    <a:pt x="155" y="21"/>
                    <a:pt x="108" y="10"/>
                  </a:cubicBezTo>
                  <a:cubicBezTo>
                    <a:pt x="62" y="0"/>
                    <a:pt x="16" y="28"/>
                    <a:pt x="5" y="75"/>
                  </a:cubicBezTo>
                  <a:cubicBezTo>
                    <a:pt x="0" y="98"/>
                    <a:pt x="4" y="122"/>
                    <a:pt x="17" y="141"/>
                  </a:cubicBezTo>
                  <a:lnTo>
                    <a:pt x="136" y="1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29"/>
            <p:cNvSpPr>
              <a:spLocks/>
            </p:cNvSpPr>
            <p:nvPr/>
          </p:nvSpPr>
          <p:spPr bwMode="auto">
            <a:xfrm>
              <a:off x="158750" y="1120775"/>
              <a:ext cx="757237" cy="822325"/>
            </a:xfrm>
            <a:custGeom>
              <a:avLst/>
              <a:gdLst>
                <a:gd name="T0" fmla="*/ 351 w 437"/>
                <a:gd name="T1" fmla="*/ 439 h 475"/>
                <a:gd name="T2" fmla="*/ 300 w 437"/>
                <a:gd name="T3" fmla="*/ 191 h 475"/>
                <a:gd name="T4" fmla="*/ 330 w 437"/>
                <a:gd name="T5" fmla="*/ 218 h 475"/>
                <a:gd name="T6" fmla="*/ 367 w 437"/>
                <a:gd name="T7" fmla="*/ 225 h 475"/>
                <a:gd name="T8" fmla="*/ 415 w 437"/>
                <a:gd name="T9" fmla="*/ 218 h 475"/>
                <a:gd name="T10" fmla="*/ 433 w 437"/>
                <a:gd name="T11" fmla="*/ 186 h 475"/>
                <a:gd name="T12" fmla="*/ 400 w 437"/>
                <a:gd name="T13" fmla="*/ 168 h 475"/>
                <a:gd name="T14" fmla="*/ 400 w 437"/>
                <a:gd name="T15" fmla="*/ 168 h 475"/>
                <a:gd name="T16" fmla="*/ 367 w 437"/>
                <a:gd name="T17" fmla="*/ 173 h 475"/>
                <a:gd name="T18" fmla="*/ 351 w 437"/>
                <a:gd name="T19" fmla="*/ 170 h 475"/>
                <a:gd name="T20" fmla="*/ 347 w 437"/>
                <a:gd name="T21" fmla="*/ 167 h 475"/>
                <a:gd name="T22" fmla="*/ 283 w 437"/>
                <a:gd name="T23" fmla="*/ 35 h 475"/>
                <a:gd name="T24" fmla="*/ 247 w 437"/>
                <a:gd name="T25" fmla="*/ 2 h 475"/>
                <a:gd name="T26" fmla="*/ 238 w 437"/>
                <a:gd name="T27" fmla="*/ 0 h 475"/>
                <a:gd name="T28" fmla="*/ 118 w 437"/>
                <a:gd name="T29" fmla="*/ 0 h 475"/>
                <a:gd name="T30" fmla="*/ 106 w 437"/>
                <a:gd name="T31" fmla="*/ 3 h 475"/>
                <a:gd name="T32" fmla="*/ 3 w 437"/>
                <a:gd name="T33" fmla="*/ 179 h 475"/>
                <a:gd name="T34" fmla="*/ 1 w 437"/>
                <a:gd name="T35" fmla="*/ 194 h 475"/>
                <a:gd name="T36" fmla="*/ 8 w 437"/>
                <a:gd name="T37" fmla="*/ 217 h 475"/>
                <a:gd name="T38" fmla="*/ 34 w 437"/>
                <a:gd name="T39" fmla="*/ 234 h 475"/>
                <a:gd name="T40" fmla="*/ 45 w 437"/>
                <a:gd name="T41" fmla="*/ 236 h 475"/>
                <a:gd name="T42" fmla="*/ 4 w 437"/>
                <a:gd name="T43" fmla="*/ 439 h 475"/>
                <a:gd name="T44" fmla="*/ 178 w 437"/>
                <a:gd name="T45" fmla="*/ 475 h 475"/>
                <a:gd name="T46" fmla="*/ 351 w 437"/>
                <a:gd name="T47" fmla="*/ 439 h 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37" h="475">
                  <a:moveTo>
                    <a:pt x="351" y="439"/>
                  </a:moveTo>
                  <a:cubicBezTo>
                    <a:pt x="300" y="191"/>
                    <a:pt x="300" y="191"/>
                    <a:pt x="300" y="191"/>
                  </a:cubicBezTo>
                  <a:cubicBezTo>
                    <a:pt x="307" y="204"/>
                    <a:pt x="319" y="213"/>
                    <a:pt x="330" y="218"/>
                  </a:cubicBezTo>
                  <a:cubicBezTo>
                    <a:pt x="343" y="224"/>
                    <a:pt x="356" y="225"/>
                    <a:pt x="367" y="225"/>
                  </a:cubicBezTo>
                  <a:cubicBezTo>
                    <a:pt x="393" y="225"/>
                    <a:pt x="414" y="218"/>
                    <a:pt x="415" y="218"/>
                  </a:cubicBezTo>
                  <a:cubicBezTo>
                    <a:pt x="429" y="214"/>
                    <a:pt x="437" y="199"/>
                    <a:pt x="433" y="186"/>
                  </a:cubicBezTo>
                  <a:cubicBezTo>
                    <a:pt x="429" y="172"/>
                    <a:pt x="414" y="164"/>
                    <a:pt x="400" y="168"/>
                  </a:cubicBezTo>
                  <a:cubicBezTo>
                    <a:pt x="400" y="168"/>
                    <a:pt x="400" y="168"/>
                    <a:pt x="400" y="168"/>
                  </a:cubicBezTo>
                  <a:cubicBezTo>
                    <a:pt x="397" y="169"/>
                    <a:pt x="381" y="173"/>
                    <a:pt x="367" y="173"/>
                  </a:cubicBezTo>
                  <a:cubicBezTo>
                    <a:pt x="360" y="173"/>
                    <a:pt x="354" y="172"/>
                    <a:pt x="351" y="170"/>
                  </a:cubicBezTo>
                  <a:cubicBezTo>
                    <a:pt x="347" y="169"/>
                    <a:pt x="348" y="169"/>
                    <a:pt x="347" y="167"/>
                  </a:cubicBezTo>
                  <a:cubicBezTo>
                    <a:pt x="323" y="98"/>
                    <a:pt x="301" y="59"/>
                    <a:pt x="283" y="35"/>
                  </a:cubicBezTo>
                  <a:cubicBezTo>
                    <a:pt x="266" y="12"/>
                    <a:pt x="253" y="4"/>
                    <a:pt x="247" y="2"/>
                  </a:cubicBezTo>
                  <a:cubicBezTo>
                    <a:pt x="244" y="1"/>
                    <a:pt x="241" y="0"/>
                    <a:pt x="238" y="0"/>
                  </a:cubicBezTo>
                  <a:cubicBezTo>
                    <a:pt x="118" y="0"/>
                    <a:pt x="118" y="0"/>
                    <a:pt x="118" y="0"/>
                  </a:cubicBezTo>
                  <a:cubicBezTo>
                    <a:pt x="114" y="0"/>
                    <a:pt x="110" y="1"/>
                    <a:pt x="106" y="3"/>
                  </a:cubicBezTo>
                  <a:cubicBezTo>
                    <a:pt x="99" y="6"/>
                    <a:pt x="41" y="40"/>
                    <a:pt x="3" y="179"/>
                  </a:cubicBezTo>
                  <a:cubicBezTo>
                    <a:pt x="1" y="184"/>
                    <a:pt x="1" y="189"/>
                    <a:pt x="1" y="194"/>
                  </a:cubicBezTo>
                  <a:cubicBezTo>
                    <a:pt x="0" y="202"/>
                    <a:pt x="3" y="210"/>
                    <a:pt x="8" y="217"/>
                  </a:cubicBezTo>
                  <a:cubicBezTo>
                    <a:pt x="15" y="228"/>
                    <a:pt x="25" y="232"/>
                    <a:pt x="34" y="234"/>
                  </a:cubicBezTo>
                  <a:cubicBezTo>
                    <a:pt x="38" y="235"/>
                    <a:pt x="42" y="236"/>
                    <a:pt x="45" y="236"/>
                  </a:cubicBezTo>
                  <a:cubicBezTo>
                    <a:pt x="4" y="439"/>
                    <a:pt x="4" y="439"/>
                    <a:pt x="4" y="439"/>
                  </a:cubicBezTo>
                  <a:cubicBezTo>
                    <a:pt x="4" y="439"/>
                    <a:pt x="64" y="475"/>
                    <a:pt x="178" y="475"/>
                  </a:cubicBezTo>
                  <a:cubicBezTo>
                    <a:pt x="291" y="475"/>
                    <a:pt x="351" y="439"/>
                    <a:pt x="351" y="4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8" name="组合 27"/>
          <p:cNvGrpSpPr/>
          <p:nvPr/>
        </p:nvGrpSpPr>
        <p:grpSpPr>
          <a:xfrm>
            <a:off x="2376488" y="730250"/>
            <a:ext cx="1597025" cy="1644650"/>
            <a:chOff x="2376488" y="730250"/>
            <a:chExt cx="1597025" cy="1644650"/>
          </a:xfrm>
          <a:solidFill>
            <a:schemeClr val="tx1">
              <a:lumMod val="65000"/>
              <a:lumOff val="35000"/>
            </a:schemeClr>
          </a:solidFill>
        </p:grpSpPr>
        <p:sp>
          <p:nvSpPr>
            <p:cNvPr id="29" name="Freeform 30"/>
            <p:cNvSpPr>
              <a:spLocks noEditPoints="1"/>
            </p:cNvSpPr>
            <p:nvPr/>
          </p:nvSpPr>
          <p:spPr bwMode="auto">
            <a:xfrm>
              <a:off x="3198813" y="730250"/>
              <a:ext cx="774700" cy="1644650"/>
            </a:xfrm>
            <a:custGeom>
              <a:avLst/>
              <a:gdLst>
                <a:gd name="T0" fmla="*/ 16 w 447"/>
                <a:gd name="T1" fmla="*/ 219 h 950"/>
                <a:gd name="T2" fmla="*/ 16 w 447"/>
                <a:gd name="T3" fmla="*/ 75 h 950"/>
                <a:gd name="T4" fmla="*/ 431 w 447"/>
                <a:gd name="T5" fmla="*/ 75 h 950"/>
                <a:gd name="T6" fmla="*/ 431 w 447"/>
                <a:gd name="T7" fmla="*/ 576 h 950"/>
                <a:gd name="T8" fmla="*/ 89 w 447"/>
                <a:gd name="T9" fmla="*/ 576 h 950"/>
                <a:gd name="T10" fmla="*/ 89 w 447"/>
                <a:gd name="T11" fmla="*/ 691 h 950"/>
                <a:gd name="T12" fmla="*/ 96 w 447"/>
                <a:gd name="T13" fmla="*/ 644 h 950"/>
                <a:gd name="T14" fmla="*/ 203 w 447"/>
                <a:gd name="T15" fmla="*/ 644 h 950"/>
                <a:gd name="T16" fmla="*/ 203 w 447"/>
                <a:gd name="T17" fmla="*/ 676 h 950"/>
                <a:gd name="T18" fmla="*/ 239 w 447"/>
                <a:gd name="T19" fmla="*/ 676 h 950"/>
                <a:gd name="T20" fmla="*/ 239 w 447"/>
                <a:gd name="T21" fmla="*/ 644 h 950"/>
                <a:gd name="T22" fmla="*/ 346 w 447"/>
                <a:gd name="T23" fmla="*/ 644 h 950"/>
                <a:gd name="T24" fmla="*/ 391 w 447"/>
                <a:gd name="T25" fmla="*/ 950 h 950"/>
                <a:gd name="T26" fmla="*/ 427 w 447"/>
                <a:gd name="T27" fmla="*/ 945 h 950"/>
                <a:gd name="T28" fmla="*/ 383 w 447"/>
                <a:gd name="T29" fmla="*/ 644 h 950"/>
                <a:gd name="T30" fmla="*/ 409 w 447"/>
                <a:gd name="T31" fmla="*/ 644 h 950"/>
                <a:gd name="T32" fmla="*/ 409 w 447"/>
                <a:gd name="T33" fmla="*/ 608 h 950"/>
                <a:gd name="T34" fmla="*/ 377 w 447"/>
                <a:gd name="T35" fmla="*/ 608 h 950"/>
                <a:gd name="T36" fmla="*/ 375 w 447"/>
                <a:gd name="T37" fmla="*/ 592 h 950"/>
                <a:gd name="T38" fmla="*/ 447 w 447"/>
                <a:gd name="T39" fmla="*/ 592 h 950"/>
                <a:gd name="T40" fmla="*/ 447 w 447"/>
                <a:gd name="T41" fmla="*/ 59 h 950"/>
                <a:gd name="T42" fmla="*/ 239 w 447"/>
                <a:gd name="T43" fmla="*/ 59 h 950"/>
                <a:gd name="T44" fmla="*/ 239 w 447"/>
                <a:gd name="T45" fmla="*/ 0 h 950"/>
                <a:gd name="T46" fmla="*/ 203 w 447"/>
                <a:gd name="T47" fmla="*/ 0 h 950"/>
                <a:gd name="T48" fmla="*/ 203 w 447"/>
                <a:gd name="T49" fmla="*/ 59 h 950"/>
                <a:gd name="T50" fmla="*/ 0 w 447"/>
                <a:gd name="T51" fmla="*/ 59 h 950"/>
                <a:gd name="T52" fmla="*/ 0 w 447"/>
                <a:gd name="T53" fmla="*/ 215 h 950"/>
                <a:gd name="T54" fmla="*/ 16 w 447"/>
                <a:gd name="T55" fmla="*/ 219 h 950"/>
                <a:gd name="T56" fmla="*/ 101 w 447"/>
                <a:gd name="T57" fmla="*/ 608 h 950"/>
                <a:gd name="T58" fmla="*/ 104 w 447"/>
                <a:gd name="T59" fmla="*/ 592 h 950"/>
                <a:gd name="T60" fmla="*/ 203 w 447"/>
                <a:gd name="T61" fmla="*/ 592 h 950"/>
                <a:gd name="T62" fmla="*/ 203 w 447"/>
                <a:gd name="T63" fmla="*/ 608 h 950"/>
                <a:gd name="T64" fmla="*/ 101 w 447"/>
                <a:gd name="T65" fmla="*/ 608 h 950"/>
                <a:gd name="T66" fmla="*/ 341 w 447"/>
                <a:gd name="T67" fmla="*/ 608 h 950"/>
                <a:gd name="T68" fmla="*/ 239 w 447"/>
                <a:gd name="T69" fmla="*/ 608 h 950"/>
                <a:gd name="T70" fmla="*/ 239 w 447"/>
                <a:gd name="T71" fmla="*/ 592 h 950"/>
                <a:gd name="T72" fmla="*/ 339 w 447"/>
                <a:gd name="T73" fmla="*/ 592 h 950"/>
                <a:gd name="T74" fmla="*/ 341 w 447"/>
                <a:gd name="T75" fmla="*/ 608 h 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47" h="950">
                  <a:moveTo>
                    <a:pt x="16" y="219"/>
                  </a:moveTo>
                  <a:cubicBezTo>
                    <a:pt x="16" y="75"/>
                    <a:pt x="16" y="75"/>
                    <a:pt x="16" y="75"/>
                  </a:cubicBezTo>
                  <a:cubicBezTo>
                    <a:pt x="431" y="75"/>
                    <a:pt x="431" y="75"/>
                    <a:pt x="431" y="75"/>
                  </a:cubicBezTo>
                  <a:cubicBezTo>
                    <a:pt x="431" y="576"/>
                    <a:pt x="431" y="576"/>
                    <a:pt x="431" y="576"/>
                  </a:cubicBezTo>
                  <a:cubicBezTo>
                    <a:pt x="89" y="576"/>
                    <a:pt x="89" y="576"/>
                    <a:pt x="89" y="576"/>
                  </a:cubicBezTo>
                  <a:cubicBezTo>
                    <a:pt x="89" y="691"/>
                    <a:pt x="89" y="691"/>
                    <a:pt x="89" y="691"/>
                  </a:cubicBezTo>
                  <a:cubicBezTo>
                    <a:pt x="96" y="644"/>
                    <a:pt x="96" y="644"/>
                    <a:pt x="96" y="644"/>
                  </a:cubicBezTo>
                  <a:cubicBezTo>
                    <a:pt x="203" y="644"/>
                    <a:pt x="203" y="644"/>
                    <a:pt x="203" y="644"/>
                  </a:cubicBezTo>
                  <a:cubicBezTo>
                    <a:pt x="203" y="676"/>
                    <a:pt x="203" y="676"/>
                    <a:pt x="203" y="676"/>
                  </a:cubicBezTo>
                  <a:cubicBezTo>
                    <a:pt x="239" y="676"/>
                    <a:pt x="239" y="676"/>
                    <a:pt x="239" y="676"/>
                  </a:cubicBezTo>
                  <a:cubicBezTo>
                    <a:pt x="239" y="644"/>
                    <a:pt x="239" y="644"/>
                    <a:pt x="239" y="644"/>
                  </a:cubicBezTo>
                  <a:cubicBezTo>
                    <a:pt x="346" y="644"/>
                    <a:pt x="346" y="644"/>
                    <a:pt x="346" y="644"/>
                  </a:cubicBezTo>
                  <a:cubicBezTo>
                    <a:pt x="391" y="950"/>
                    <a:pt x="391" y="950"/>
                    <a:pt x="391" y="950"/>
                  </a:cubicBezTo>
                  <a:cubicBezTo>
                    <a:pt x="427" y="945"/>
                    <a:pt x="427" y="945"/>
                    <a:pt x="427" y="945"/>
                  </a:cubicBezTo>
                  <a:cubicBezTo>
                    <a:pt x="383" y="644"/>
                    <a:pt x="383" y="644"/>
                    <a:pt x="383" y="644"/>
                  </a:cubicBezTo>
                  <a:cubicBezTo>
                    <a:pt x="409" y="644"/>
                    <a:pt x="409" y="644"/>
                    <a:pt x="409" y="644"/>
                  </a:cubicBezTo>
                  <a:cubicBezTo>
                    <a:pt x="409" y="608"/>
                    <a:pt x="409" y="608"/>
                    <a:pt x="409" y="608"/>
                  </a:cubicBezTo>
                  <a:cubicBezTo>
                    <a:pt x="377" y="608"/>
                    <a:pt x="377" y="608"/>
                    <a:pt x="377" y="608"/>
                  </a:cubicBezTo>
                  <a:cubicBezTo>
                    <a:pt x="375" y="592"/>
                    <a:pt x="375" y="592"/>
                    <a:pt x="375" y="592"/>
                  </a:cubicBezTo>
                  <a:cubicBezTo>
                    <a:pt x="447" y="592"/>
                    <a:pt x="447" y="592"/>
                    <a:pt x="447" y="592"/>
                  </a:cubicBezTo>
                  <a:cubicBezTo>
                    <a:pt x="447" y="59"/>
                    <a:pt x="447" y="59"/>
                    <a:pt x="447" y="59"/>
                  </a:cubicBezTo>
                  <a:cubicBezTo>
                    <a:pt x="239" y="59"/>
                    <a:pt x="239" y="59"/>
                    <a:pt x="239" y="59"/>
                  </a:cubicBezTo>
                  <a:cubicBezTo>
                    <a:pt x="239" y="0"/>
                    <a:pt x="239" y="0"/>
                    <a:pt x="239" y="0"/>
                  </a:cubicBezTo>
                  <a:cubicBezTo>
                    <a:pt x="203" y="0"/>
                    <a:pt x="203" y="0"/>
                    <a:pt x="203" y="0"/>
                  </a:cubicBezTo>
                  <a:cubicBezTo>
                    <a:pt x="203" y="59"/>
                    <a:pt x="203" y="59"/>
                    <a:pt x="203" y="59"/>
                  </a:cubicBezTo>
                  <a:cubicBezTo>
                    <a:pt x="0" y="59"/>
                    <a:pt x="0" y="59"/>
                    <a:pt x="0" y="59"/>
                  </a:cubicBezTo>
                  <a:cubicBezTo>
                    <a:pt x="0" y="215"/>
                    <a:pt x="0" y="215"/>
                    <a:pt x="0" y="215"/>
                  </a:cubicBezTo>
                  <a:cubicBezTo>
                    <a:pt x="6" y="216"/>
                    <a:pt x="11" y="217"/>
                    <a:pt x="16" y="219"/>
                  </a:cubicBezTo>
                  <a:close/>
                  <a:moveTo>
                    <a:pt x="101" y="608"/>
                  </a:moveTo>
                  <a:cubicBezTo>
                    <a:pt x="104" y="592"/>
                    <a:pt x="104" y="592"/>
                    <a:pt x="104" y="592"/>
                  </a:cubicBezTo>
                  <a:cubicBezTo>
                    <a:pt x="203" y="592"/>
                    <a:pt x="203" y="592"/>
                    <a:pt x="203" y="592"/>
                  </a:cubicBezTo>
                  <a:cubicBezTo>
                    <a:pt x="203" y="608"/>
                    <a:pt x="203" y="608"/>
                    <a:pt x="203" y="608"/>
                  </a:cubicBezTo>
                  <a:lnTo>
                    <a:pt x="101" y="608"/>
                  </a:lnTo>
                  <a:close/>
                  <a:moveTo>
                    <a:pt x="341" y="608"/>
                  </a:moveTo>
                  <a:cubicBezTo>
                    <a:pt x="239" y="608"/>
                    <a:pt x="239" y="608"/>
                    <a:pt x="239" y="608"/>
                  </a:cubicBezTo>
                  <a:cubicBezTo>
                    <a:pt x="239" y="592"/>
                    <a:pt x="239" y="592"/>
                    <a:pt x="239" y="592"/>
                  </a:cubicBezTo>
                  <a:cubicBezTo>
                    <a:pt x="339" y="592"/>
                    <a:pt x="339" y="592"/>
                    <a:pt x="339" y="592"/>
                  </a:cubicBezTo>
                  <a:lnTo>
                    <a:pt x="341" y="6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31"/>
            <p:cNvSpPr>
              <a:spLocks noEditPoints="1"/>
            </p:cNvSpPr>
            <p:nvPr/>
          </p:nvSpPr>
          <p:spPr bwMode="auto">
            <a:xfrm>
              <a:off x="3375025" y="908050"/>
              <a:ext cx="376237" cy="379413"/>
            </a:xfrm>
            <a:custGeom>
              <a:avLst/>
              <a:gdLst>
                <a:gd name="T0" fmla="*/ 0 w 218"/>
                <a:gd name="T1" fmla="*/ 117 h 219"/>
                <a:gd name="T2" fmla="*/ 0 w 218"/>
                <a:gd name="T3" fmla="*/ 119 h 219"/>
                <a:gd name="T4" fmla="*/ 0 w 218"/>
                <a:gd name="T5" fmla="*/ 120 h 219"/>
                <a:gd name="T6" fmla="*/ 0 w 218"/>
                <a:gd name="T7" fmla="*/ 124 h 219"/>
                <a:gd name="T8" fmla="*/ 2 w 218"/>
                <a:gd name="T9" fmla="*/ 137 h 219"/>
                <a:gd name="T10" fmla="*/ 71 w 218"/>
                <a:gd name="T11" fmla="*/ 213 h 219"/>
                <a:gd name="T12" fmla="*/ 102 w 218"/>
                <a:gd name="T13" fmla="*/ 218 h 219"/>
                <a:gd name="T14" fmla="*/ 108 w 218"/>
                <a:gd name="T15" fmla="*/ 218 h 219"/>
                <a:gd name="T16" fmla="*/ 109 w 218"/>
                <a:gd name="T17" fmla="*/ 218 h 219"/>
                <a:gd name="T18" fmla="*/ 147 w 218"/>
                <a:gd name="T19" fmla="*/ 208 h 219"/>
                <a:gd name="T20" fmla="*/ 193 w 218"/>
                <a:gd name="T21" fmla="*/ 159 h 219"/>
                <a:gd name="T22" fmla="*/ 199 w 218"/>
                <a:gd name="T23" fmla="*/ 127 h 219"/>
                <a:gd name="T24" fmla="*/ 211 w 218"/>
                <a:gd name="T25" fmla="*/ 111 h 219"/>
                <a:gd name="T26" fmla="*/ 218 w 218"/>
                <a:gd name="T27" fmla="*/ 86 h 219"/>
                <a:gd name="T28" fmla="*/ 178 w 218"/>
                <a:gd name="T29" fmla="*/ 18 h 219"/>
                <a:gd name="T30" fmla="*/ 172 w 218"/>
                <a:gd name="T31" fmla="*/ 15 h 219"/>
                <a:gd name="T32" fmla="*/ 142 w 218"/>
                <a:gd name="T33" fmla="*/ 3 h 219"/>
                <a:gd name="T34" fmla="*/ 126 w 218"/>
                <a:gd name="T35" fmla="*/ 1 h 219"/>
                <a:gd name="T36" fmla="*/ 120 w 218"/>
                <a:gd name="T37" fmla="*/ 0 h 219"/>
                <a:gd name="T38" fmla="*/ 117 w 218"/>
                <a:gd name="T39" fmla="*/ 0 h 219"/>
                <a:gd name="T40" fmla="*/ 112 w 218"/>
                <a:gd name="T41" fmla="*/ 0 h 219"/>
                <a:gd name="T42" fmla="*/ 111 w 218"/>
                <a:gd name="T43" fmla="*/ 0 h 219"/>
                <a:gd name="T44" fmla="*/ 90 w 218"/>
                <a:gd name="T45" fmla="*/ 3 h 219"/>
                <a:gd name="T46" fmla="*/ 17 w 218"/>
                <a:gd name="T47" fmla="*/ 53 h 219"/>
                <a:gd name="T48" fmla="*/ 6 w 218"/>
                <a:gd name="T49" fmla="*/ 75 h 219"/>
                <a:gd name="T50" fmla="*/ 1 w 218"/>
                <a:gd name="T51" fmla="*/ 93 h 219"/>
                <a:gd name="T52" fmla="*/ 1 w 218"/>
                <a:gd name="T53" fmla="*/ 100 h 219"/>
                <a:gd name="T54" fmla="*/ 0 w 218"/>
                <a:gd name="T55" fmla="*/ 108 h 219"/>
                <a:gd name="T56" fmla="*/ 0 w 218"/>
                <a:gd name="T57" fmla="*/ 112 h 219"/>
                <a:gd name="T58" fmla="*/ 190 w 218"/>
                <a:gd name="T59" fmla="*/ 137 h 219"/>
                <a:gd name="T60" fmla="*/ 184 w 218"/>
                <a:gd name="T61" fmla="*/ 150 h 219"/>
                <a:gd name="T62" fmla="*/ 175 w 218"/>
                <a:gd name="T63" fmla="*/ 165 h 219"/>
                <a:gd name="T64" fmla="*/ 111 w 218"/>
                <a:gd name="T65" fmla="*/ 193 h 219"/>
                <a:gd name="T66" fmla="*/ 109 w 218"/>
                <a:gd name="T67" fmla="*/ 193 h 219"/>
                <a:gd name="T68" fmla="*/ 109 w 218"/>
                <a:gd name="T69" fmla="*/ 193 h 219"/>
                <a:gd name="T70" fmla="*/ 103 w 218"/>
                <a:gd name="T71" fmla="*/ 193 h 219"/>
                <a:gd name="T72" fmla="*/ 82 w 218"/>
                <a:gd name="T73" fmla="*/ 186 h 219"/>
                <a:gd name="T74" fmla="*/ 43 w 218"/>
                <a:gd name="T75" fmla="*/ 130 h 219"/>
                <a:gd name="T76" fmla="*/ 43 w 218"/>
                <a:gd name="T77" fmla="*/ 122 h 219"/>
                <a:gd name="T78" fmla="*/ 43 w 218"/>
                <a:gd name="T79" fmla="*/ 119 h 219"/>
                <a:gd name="T80" fmla="*/ 43 w 218"/>
                <a:gd name="T81" fmla="*/ 119 h 219"/>
                <a:gd name="T82" fmla="*/ 44 w 218"/>
                <a:gd name="T83" fmla="*/ 114 h 219"/>
                <a:gd name="T84" fmla="*/ 44 w 218"/>
                <a:gd name="T85" fmla="*/ 111 h 219"/>
                <a:gd name="T86" fmla="*/ 45 w 218"/>
                <a:gd name="T87" fmla="*/ 107 h 219"/>
                <a:gd name="T88" fmla="*/ 46 w 218"/>
                <a:gd name="T89" fmla="*/ 104 h 219"/>
                <a:gd name="T90" fmla="*/ 50 w 218"/>
                <a:gd name="T91" fmla="*/ 94 h 219"/>
                <a:gd name="T92" fmla="*/ 58 w 218"/>
                <a:gd name="T93" fmla="*/ 83 h 219"/>
                <a:gd name="T94" fmla="*/ 99 w 218"/>
                <a:gd name="T95" fmla="*/ 62 h 219"/>
                <a:gd name="T96" fmla="*/ 107 w 218"/>
                <a:gd name="T97" fmla="*/ 62 h 219"/>
                <a:gd name="T98" fmla="*/ 108 w 218"/>
                <a:gd name="T99" fmla="*/ 62 h 219"/>
                <a:gd name="T100" fmla="*/ 109 w 218"/>
                <a:gd name="T101" fmla="*/ 62 h 219"/>
                <a:gd name="T102" fmla="*/ 114 w 218"/>
                <a:gd name="T103" fmla="*/ 63 h 219"/>
                <a:gd name="T104" fmla="*/ 116 w 218"/>
                <a:gd name="T105" fmla="*/ 63 h 219"/>
                <a:gd name="T106" fmla="*/ 118 w 218"/>
                <a:gd name="T107" fmla="*/ 64 h 219"/>
                <a:gd name="T108" fmla="*/ 124 w 218"/>
                <a:gd name="T109" fmla="*/ 66 h 219"/>
                <a:gd name="T110" fmla="*/ 136 w 218"/>
                <a:gd name="T111" fmla="*/ 73 h 219"/>
                <a:gd name="T112" fmla="*/ 139 w 218"/>
                <a:gd name="T113" fmla="*/ 75 h 219"/>
                <a:gd name="T114" fmla="*/ 167 w 218"/>
                <a:gd name="T115" fmla="*/ 101 h 219"/>
                <a:gd name="T116" fmla="*/ 181 w 218"/>
                <a:gd name="T117" fmla="*/ 113 h 219"/>
                <a:gd name="T118" fmla="*/ 193 w 218"/>
                <a:gd name="T119" fmla="*/ 127 h 219"/>
                <a:gd name="T120" fmla="*/ 43 w 218"/>
                <a:gd name="T121" fmla="*/ 118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8" h="219">
                  <a:moveTo>
                    <a:pt x="0" y="112"/>
                  </a:moveTo>
                  <a:cubicBezTo>
                    <a:pt x="0" y="117"/>
                    <a:pt x="0" y="117"/>
                    <a:pt x="0" y="117"/>
                  </a:cubicBezTo>
                  <a:cubicBezTo>
                    <a:pt x="0" y="117"/>
                    <a:pt x="0" y="117"/>
                    <a:pt x="0" y="117"/>
                  </a:cubicBezTo>
                  <a:cubicBezTo>
                    <a:pt x="0" y="117"/>
                    <a:pt x="0" y="119"/>
                    <a:pt x="0" y="119"/>
                  </a:cubicBezTo>
                  <a:cubicBezTo>
                    <a:pt x="0" y="119"/>
                    <a:pt x="0" y="119"/>
                    <a:pt x="0" y="119"/>
                  </a:cubicBezTo>
                  <a:cubicBezTo>
                    <a:pt x="0" y="120"/>
                    <a:pt x="0" y="120"/>
                    <a:pt x="0" y="120"/>
                  </a:cubicBezTo>
                  <a:cubicBezTo>
                    <a:pt x="0" y="121"/>
                    <a:pt x="0" y="121"/>
                    <a:pt x="0" y="121"/>
                  </a:cubicBezTo>
                  <a:cubicBezTo>
                    <a:pt x="0" y="124"/>
                    <a:pt x="0" y="124"/>
                    <a:pt x="0" y="124"/>
                  </a:cubicBezTo>
                  <a:cubicBezTo>
                    <a:pt x="1" y="126"/>
                    <a:pt x="1" y="128"/>
                    <a:pt x="1" y="131"/>
                  </a:cubicBezTo>
                  <a:cubicBezTo>
                    <a:pt x="2" y="137"/>
                    <a:pt x="2" y="137"/>
                    <a:pt x="2" y="137"/>
                  </a:cubicBezTo>
                  <a:cubicBezTo>
                    <a:pt x="3" y="141"/>
                    <a:pt x="5" y="145"/>
                    <a:pt x="6" y="149"/>
                  </a:cubicBezTo>
                  <a:cubicBezTo>
                    <a:pt x="17" y="180"/>
                    <a:pt x="43" y="204"/>
                    <a:pt x="71" y="213"/>
                  </a:cubicBezTo>
                  <a:cubicBezTo>
                    <a:pt x="78" y="215"/>
                    <a:pt x="84" y="217"/>
                    <a:pt x="92" y="218"/>
                  </a:cubicBezTo>
                  <a:cubicBezTo>
                    <a:pt x="95" y="218"/>
                    <a:pt x="100" y="219"/>
                    <a:pt x="102" y="218"/>
                  </a:cubicBezTo>
                  <a:cubicBezTo>
                    <a:pt x="104" y="218"/>
                    <a:pt x="105" y="218"/>
                    <a:pt x="107" y="218"/>
                  </a:cubicBezTo>
                  <a:cubicBezTo>
                    <a:pt x="108" y="218"/>
                    <a:pt x="108" y="218"/>
                    <a:pt x="108" y="218"/>
                  </a:cubicBezTo>
                  <a:cubicBezTo>
                    <a:pt x="109" y="218"/>
                    <a:pt x="109" y="218"/>
                    <a:pt x="109" y="218"/>
                  </a:cubicBezTo>
                  <a:cubicBezTo>
                    <a:pt x="109" y="218"/>
                    <a:pt x="109" y="218"/>
                    <a:pt x="109" y="218"/>
                  </a:cubicBezTo>
                  <a:cubicBezTo>
                    <a:pt x="112" y="218"/>
                    <a:pt x="112" y="218"/>
                    <a:pt x="112" y="218"/>
                  </a:cubicBezTo>
                  <a:cubicBezTo>
                    <a:pt x="125" y="217"/>
                    <a:pt x="137" y="213"/>
                    <a:pt x="147" y="208"/>
                  </a:cubicBezTo>
                  <a:cubicBezTo>
                    <a:pt x="167" y="198"/>
                    <a:pt x="179" y="183"/>
                    <a:pt x="186" y="172"/>
                  </a:cubicBezTo>
                  <a:cubicBezTo>
                    <a:pt x="189" y="167"/>
                    <a:pt x="191" y="163"/>
                    <a:pt x="193" y="159"/>
                  </a:cubicBezTo>
                  <a:cubicBezTo>
                    <a:pt x="194" y="156"/>
                    <a:pt x="195" y="155"/>
                    <a:pt x="195" y="155"/>
                  </a:cubicBezTo>
                  <a:cubicBezTo>
                    <a:pt x="199" y="143"/>
                    <a:pt x="199" y="133"/>
                    <a:pt x="199" y="127"/>
                  </a:cubicBezTo>
                  <a:cubicBezTo>
                    <a:pt x="198" y="121"/>
                    <a:pt x="197" y="119"/>
                    <a:pt x="196" y="118"/>
                  </a:cubicBezTo>
                  <a:cubicBezTo>
                    <a:pt x="202" y="118"/>
                    <a:pt x="207" y="116"/>
                    <a:pt x="211" y="111"/>
                  </a:cubicBezTo>
                  <a:cubicBezTo>
                    <a:pt x="213" y="108"/>
                    <a:pt x="215" y="105"/>
                    <a:pt x="216" y="101"/>
                  </a:cubicBezTo>
                  <a:cubicBezTo>
                    <a:pt x="217" y="96"/>
                    <a:pt x="218" y="92"/>
                    <a:pt x="218" y="86"/>
                  </a:cubicBezTo>
                  <a:cubicBezTo>
                    <a:pt x="218" y="76"/>
                    <a:pt x="216" y="63"/>
                    <a:pt x="209" y="51"/>
                  </a:cubicBezTo>
                  <a:cubicBezTo>
                    <a:pt x="202" y="39"/>
                    <a:pt x="192" y="27"/>
                    <a:pt x="178" y="18"/>
                  </a:cubicBezTo>
                  <a:cubicBezTo>
                    <a:pt x="178" y="18"/>
                    <a:pt x="177" y="18"/>
                    <a:pt x="176" y="17"/>
                  </a:cubicBezTo>
                  <a:cubicBezTo>
                    <a:pt x="175" y="17"/>
                    <a:pt x="174" y="16"/>
                    <a:pt x="172" y="15"/>
                  </a:cubicBezTo>
                  <a:cubicBezTo>
                    <a:pt x="168" y="13"/>
                    <a:pt x="162" y="10"/>
                    <a:pt x="155" y="7"/>
                  </a:cubicBezTo>
                  <a:cubicBezTo>
                    <a:pt x="151" y="6"/>
                    <a:pt x="147" y="4"/>
                    <a:pt x="142" y="3"/>
                  </a:cubicBezTo>
                  <a:cubicBezTo>
                    <a:pt x="139" y="3"/>
                    <a:pt x="137" y="2"/>
                    <a:pt x="134" y="2"/>
                  </a:cubicBezTo>
                  <a:cubicBezTo>
                    <a:pt x="132" y="1"/>
                    <a:pt x="129" y="1"/>
                    <a:pt x="126" y="1"/>
                  </a:cubicBezTo>
                  <a:cubicBezTo>
                    <a:pt x="124" y="1"/>
                    <a:pt x="122" y="0"/>
                    <a:pt x="121" y="0"/>
                  </a:cubicBezTo>
                  <a:cubicBezTo>
                    <a:pt x="120" y="0"/>
                    <a:pt x="120" y="0"/>
                    <a:pt x="120" y="0"/>
                  </a:cubicBezTo>
                  <a:cubicBezTo>
                    <a:pt x="119" y="0"/>
                    <a:pt x="119" y="0"/>
                    <a:pt x="119" y="0"/>
                  </a:cubicBezTo>
                  <a:cubicBezTo>
                    <a:pt x="117" y="0"/>
                    <a:pt x="117" y="0"/>
                    <a:pt x="117" y="0"/>
                  </a:cubicBezTo>
                  <a:cubicBezTo>
                    <a:pt x="116" y="0"/>
                    <a:pt x="115" y="0"/>
                    <a:pt x="114" y="0"/>
                  </a:cubicBezTo>
                  <a:cubicBezTo>
                    <a:pt x="112" y="0"/>
                    <a:pt x="112" y="0"/>
                    <a:pt x="112" y="0"/>
                  </a:cubicBezTo>
                  <a:cubicBezTo>
                    <a:pt x="111" y="0"/>
                    <a:pt x="111" y="0"/>
                    <a:pt x="111" y="0"/>
                  </a:cubicBezTo>
                  <a:cubicBezTo>
                    <a:pt x="111" y="0"/>
                    <a:pt x="111" y="0"/>
                    <a:pt x="111" y="0"/>
                  </a:cubicBezTo>
                  <a:cubicBezTo>
                    <a:pt x="109" y="0"/>
                    <a:pt x="109" y="0"/>
                    <a:pt x="109" y="0"/>
                  </a:cubicBezTo>
                  <a:cubicBezTo>
                    <a:pt x="103" y="1"/>
                    <a:pt x="96" y="1"/>
                    <a:pt x="90" y="3"/>
                  </a:cubicBezTo>
                  <a:cubicBezTo>
                    <a:pt x="76" y="6"/>
                    <a:pt x="63" y="11"/>
                    <a:pt x="50" y="20"/>
                  </a:cubicBezTo>
                  <a:cubicBezTo>
                    <a:pt x="37" y="28"/>
                    <a:pt x="26" y="40"/>
                    <a:pt x="17" y="53"/>
                  </a:cubicBezTo>
                  <a:cubicBezTo>
                    <a:pt x="15" y="57"/>
                    <a:pt x="13" y="60"/>
                    <a:pt x="11" y="64"/>
                  </a:cubicBezTo>
                  <a:cubicBezTo>
                    <a:pt x="9" y="68"/>
                    <a:pt x="8" y="71"/>
                    <a:pt x="6" y="75"/>
                  </a:cubicBezTo>
                  <a:cubicBezTo>
                    <a:pt x="5" y="79"/>
                    <a:pt x="4" y="83"/>
                    <a:pt x="3" y="87"/>
                  </a:cubicBezTo>
                  <a:cubicBezTo>
                    <a:pt x="1" y="93"/>
                    <a:pt x="1" y="93"/>
                    <a:pt x="1" y="93"/>
                  </a:cubicBezTo>
                  <a:cubicBezTo>
                    <a:pt x="1" y="96"/>
                    <a:pt x="1" y="96"/>
                    <a:pt x="1" y="96"/>
                  </a:cubicBezTo>
                  <a:cubicBezTo>
                    <a:pt x="1" y="100"/>
                    <a:pt x="1" y="100"/>
                    <a:pt x="1" y="100"/>
                  </a:cubicBezTo>
                  <a:cubicBezTo>
                    <a:pt x="0" y="107"/>
                    <a:pt x="0" y="107"/>
                    <a:pt x="0" y="107"/>
                  </a:cubicBezTo>
                  <a:cubicBezTo>
                    <a:pt x="0" y="108"/>
                    <a:pt x="0" y="108"/>
                    <a:pt x="0" y="108"/>
                  </a:cubicBezTo>
                  <a:cubicBezTo>
                    <a:pt x="0" y="110"/>
                    <a:pt x="0" y="110"/>
                    <a:pt x="0" y="110"/>
                  </a:cubicBezTo>
                  <a:lnTo>
                    <a:pt x="0" y="112"/>
                  </a:lnTo>
                  <a:close/>
                  <a:moveTo>
                    <a:pt x="193" y="127"/>
                  </a:moveTo>
                  <a:cubicBezTo>
                    <a:pt x="192" y="130"/>
                    <a:pt x="191" y="133"/>
                    <a:pt x="190" y="137"/>
                  </a:cubicBezTo>
                  <a:cubicBezTo>
                    <a:pt x="189" y="139"/>
                    <a:pt x="188" y="141"/>
                    <a:pt x="187" y="143"/>
                  </a:cubicBezTo>
                  <a:cubicBezTo>
                    <a:pt x="186" y="145"/>
                    <a:pt x="185" y="148"/>
                    <a:pt x="184" y="150"/>
                  </a:cubicBezTo>
                  <a:cubicBezTo>
                    <a:pt x="184" y="150"/>
                    <a:pt x="183" y="152"/>
                    <a:pt x="182" y="154"/>
                  </a:cubicBezTo>
                  <a:cubicBezTo>
                    <a:pt x="181" y="157"/>
                    <a:pt x="178" y="160"/>
                    <a:pt x="175" y="165"/>
                  </a:cubicBezTo>
                  <a:cubicBezTo>
                    <a:pt x="168" y="173"/>
                    <a:pt x="156" y="184"/>
                    <a:pt x="139" y="189"/>
                  </a:cubicBezTo>
                  <a:cubicBezTo>
                    <a:pt x="131" y="192"/>
                    <a:pt x="121" y="194"/>
                    <a:pt x="111" y="193"/>
                  </a:cubicBezTo>
                  <a:cubicBezTo>
                    <a:pt x="109" y="193"/>
                    <a:pt x="109" y="193"/>
                    <a:pt x="109" y="193"/>
                  </a:cubicBezTo>
                  <a:cubicBezTo>
                    <a:pt x="109" y="193"/>
                    <a:pt x="109" y="193"/>
                    <a:pt x="109" y="193"/>
                  </a:cubicBezTo>
                  <a:cubicBezTo>
                    <a:pt x="109" y="193"/>
                    <a:pt x="109" y="193"/>
                    <a:pt x="109" y="193"/>
                  </a:cubicBezTo>
                  <a:cubicBezTo>
                    <a:pt x="109" y="193"/>
                    <a:pt x="109" y="193"/>
                    <a:pt x="109" y="193"/>
                  </a:cubicBezTo>
                  <a:cubicBezTo>
                    <a:pt x="108" y="193"/>
                    <a:pt x="108" y="193"/>
                    <a:pt x="108" y="193"/>
                  </a:cubicBezTo>
                  <a:cubicBezTo>
                    <a:pt x="106" y="193"/>
                    <a:pt x="105" y="193"/>
                    <a:pt x="103" y="193"/>
                  </a:cubicBezTo>
                  <a:cubicBezTo>
                    <a:pt x="100" y="192"/>
                    <a:pt x="98" y="192"/>
                    <a:pt x="96" y="191"/>
                  </a:cubicBezTo>
                  <a:cubicBezTo>
                    <a:pt x="91" y="190"/>
                    <a:pt x="86" y="188"/>
                    <a:pt x="82" y="186"/>
                  </a:cubicBezTo>
                  <a:cubicBezTo>
                    <a:pt x="63" y="177"/>
                    <a:pt x="48" y="158"/>
                    <a:pt x="44" y="137"/>
                  </a:cubicBezTo>
                  <a:cubicBezTo>
                    <a:pt x="44" y="135"/>
                    <a:pt x="43" y="132"/>
                    <a:pt x="43" y="130"/>
                  </a:cubicBezTo>
                  <a:cubicBezTo>
                    <a:pt x="43" y="126"/>
                    <a:pt x="43" y="126"/>
                    <a:pt x="43" y="126"/>
                  </a:cubicBezTo>
                  <a:cubicBezTo>
                    <a:pt x="43" y="125"/>
                    <a:pt x="43" y="123"/>
                    <a:pt x="43" y="122"/>
                  </a:cubicBezTo>
                  <a:cubicBezTo>
                    <a:pt x="43" y="120"/>
                    <a:pt x="43" y="120"/>
                    <a:pt x="43" y="120"/>
                  </a:cubicBezTo>
                  <a:cubicBezTo>
                    <a:pt x="43" y="119"/>
                    <a:pt x="43" y="119"/>
                    <a:pt x="43" y="119"/>
                  </a:cubicBezTo>
                  <a:cubicBezTo>
                    <a:pt x="43" y="119"/>
                    <a:pt x="43" y="119"/>
                    <a:pt x="43" y="119"/>
                  </a:cubicBezTo>
                  <a:cubicBezTo>
                    <a:pt x="43" y="119"/>
                    <a:pt x="43" y="120"/>
                    <a:pt x="43" y="119"/>
                  </a:cubicBezTo>
                  <a:cubicBezTo>
                    <a:pt x="43" y="119"/>
                    <a:pt x="43" y="119"/>
                    <a:pt x="43" y="119"/>
                  </a:cubicBezTo>
                  <a:cubicBezTo>
                    <a:pt x="44" y="114"/>
                    <a:pt x="44" y="114"/>
                    <a:pt x="44" y="114"/>
                  </a:cubicBezTo>
                  <a:cubicBezTo>
                    <a:pt x="44" y="112"/>
                    <a:pt x="44" y="112"/>
                    <a:pt x="44" y="112"/>
                  </a:cubicBezTo>
                  <a:cubicBezTo>
                    <a:pt x="44" y="111"/>
                    <a:pt x="44" y="111"/>
                    <a:pt x="44" y="111"/>
                  </a:cubicBezTo>
                  <a:cubicBezTo>
                    <a:pt x="44" y="110"/>
                    <a:pt x="44" y="110"/>
                    <a:pt x="44" y="110"/>
                  </a:cubicBezTo>
                  <a:cubicBezTo>
                    <a:pt x="45" y="109"/>
                    <a:pt x="45" y="108"/>
                    <a:pt x="45" y="107"/>
                  </a:cubicBezTo>
                  <a:cubicBezTo>
                    <a:pt x="46" y="105"/>
                    <a:pt x="46" y="105"/>
                    <a:pt x="46" y="105"/>
                  </a:cubicBezTo>
                  <a:cubicBezTo>
                    <a:pt x="46" y="104"/>
                    <a:pt x="46" y="104"/>
                    <a:pt x="46" y="104"/>
                  </a:cubicBezTo>
                  <a:cubicBezTo>
                    <a:pt x="47" y="100"/>
                    <a:pt x="47" y="100"/>
                    <a:pt x="47" y="100"/>
                  </a:cubicBezTo>
                  <a:cubicBezTo>
                    <a:pt x="48" y="98"/>
                    <a:pt x="50" y="96"/>
                    <a:pt x="50" y="94"/>
                  </a:cubicBezTo>
                  <a:cubicBezTo>
                    <a:pt x="52" y="92"/>
                    <a:pt x="53" y="90"/>
                    <a:pt x="54" y="88"/>
                  </a:cubicBezTo>
                  <a:cubicBezTo>
                    <a:pt x="56" y="86"/>
                    <a:pt x="57" y="84"/>
                    <a:pt x="58" y="83"/>
                  </a:cubicBezTo>
                  <a:cubicBezTo>
                    <a:pt x="64" y="76"/>
                    <a:pt x="71" y="71"/>
                    <a:pt x="78" y="67"/>
                  </a:cubicBezTo>
                  <a:cubicBezTo>
                    <a:pt x="85" y="64"/>
                    <a:pt x="93" y="62"/>
                    <a:pt x="99" y="62"/>
                  </a:cubicBezTo>
                  <a:cubicBezTo>
                    <a:pt x="103" y="62"/>
                    <a:pt x="106" y="62"/>
                    <a:pt x="109" y="62"/>
                  </a:cubicBezTo>
                  <a:cubicBezTo>
                    <a:pt x="108" y="62"/>
                    <a:pt x="107" y="62"/>
                    <a:pt x="107" y="62"/>
                  </a:cubicBezTo>
                  <a:cubicBezTo>
                    <a:pt x="107" y="62"/>
                    <a:pt x="107" y="62"/>
                    <a:pt x="107" y="62"/>
                  </a:cubicBezTo>
                  <a:cubicBezTo>
                    <a:pt x="108" y="62"/>
                    <a:pt x="108" y="62"/>
                    <a:pt x="108" y="62"/>
                  </a:cubicBezTo>
                  <a:cubicBezTo>
                    <a:pt x="108" y="62"/>
                    <a:pt x="108" y="62"/>
                    <a:pt x="108" y="62"/>
                  </a:cubicBezTo>
                  <a:cubicBezTo>
                    <a:pt x="109" y="62"/>
                    <a:pt x="109" y="62"/>
                    <a:pt x="109" y="62"/>
                  </a:cubicBezTo>
                  <a:cubicBezTo>
                    <a:pt x="111" y="62"/>
                    <a:pt x="111" y="62"/>
                    <a:pt x="111" y="62"/>
                  </a:cubicBezTo>
                  <a:cubicBezTo>
                    <a:pt x="112" y="62"/>
                    <a:pt x="113" y="63"/>
                    <a:pt x="114" y="63"/>
                  </a:cubicBezTo>
                  <a:cubicBezTo>
                    <a:pt x="115" y="63"/>
                    <a:pt x="115" y="63"/>
                    <a:pt x="115" y="63"/>
                  </a:cubicBezTo>
                  <a:cubicBezTo>
                    <a:pt x="116" y="63"/>
                    <a:pt x="116" y="63"/>
                    <a:pt x="116" y="63"/>
                  </a:cubicBezTo>
                  <a:cubicBezTo>
                    <a:pt x="117" y="63"/>
                    <a:pt x="117" y="63"/>
                    <a:pt x="117" y="63"/>
                  </a:cubicBezTo>
                  <a:cubicBezTo>
                    <a:pt x="117" y="63"/>
                    <a:pt x="117" y="63"/>
                    <a:pt x="118" y="64"/>
                  </a:cubicBezTo>
                  <a:cubicBezTo>
                    <a:pt x="119" y="64"/>
                    <a:pt x="120" y="64"/>
                    <a:pt x="121" y="65"/>
                  </a:cubicBezTo>
                  <a:cubicBezTo>
                    <a:pt x="122" y="65"/>
                    <a:pt x="123" y="65"/>
                    <a:pt x="124" y="66"/>
                  </a:cubicBezTo>
                  <a:cubicBezTo>
                    <a:pt x="126" y="66"/>
                    <a:pt x="128" y="68"/>
                    <a:pt x="129" y="68"/>
                  </a:cubicBezTo>
                  <a:cubicBezTo>
                    <a:pt x="133" y="70"/>
                    <a:pt x="135" y="72"/>
                    <a:pt x="136" y="73"/>
                  </a:cubicBezTo>
                  <a:cubicBezTo>
                    <a:pt x="137" y="74"/>
                    <a:pt x="138" y="74"/>
                    <a:pt x="138" y="74"/>
                  </a:cubicBezTo>
                  <a:cubicBezTo>
                    <a:pt x="139" y="75"/>
                    <a:pt x="139" y="75"/>
                    <a:pt x="139" y="75"/>
                  </a:cubicBezTo>
                  <a:cubicBezTo>
                    <a:pt x="144" y="79"/>
                    <a:pt x="149" y="84"/>
                    <a:pt x="154" y="88"/>
                  </a:cubicBezTo>
                  <a:cubicBezTo>
                    <a:pt x="158" y="93"/>
                    <a:pt x="163" y="97"/>
                    <a:pt x="167" y="101"/>
                  </a:cubicBezTo>
                  <a:cubicBezTo>
                    <a:pt x="169" y="104"/>
                    <a:pt x="172" y="106"/>
                    <a:pt x="174" y="108"/>
                  </a:cubicBezTo>
                  <a:cubicBezTo>
                    <a:pt x="176" y="109"/>
                    <a:pt x="179" y="111"/>
                    <a:pt x="181" y="113"/>
                  </a:cubicBezTo>
                  <a:cubicBezTo>
                    <a:pt x="185" y="116"/>
                    <a:pt x="191" y="118"/>
                    <a:pt x="196" y="118"/>
                  </a:cubicBezTo>
                  <a:cubicBezTo>
                    <a:pt x="195" y="118"/>
                    <a:pt x="194" y="121"/>
                    <a:pt x="193" y="127"/>
                  </a:cubicBezTo>
                  <a:close/>
                  <a:moveTo>
                    <a:pt x="43" y="118"/>
                  </a:moveTo>
                  <a:cubicBezTo>
                    <a:pt x="43" y="118"/>
                    <a:pt x="43" y="118"/>
                    <a:pt x="43"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32"/>
            <p:cNvSpPr>
              <a:spLocks noEditPoints="1"/>
            </p:cNvSpPr>
            <p:nvPr/>
          </p:nvSpPr>
          <p:spPr bwMode="auto">
            <a:xfrm>
              <a:off x="3617913" y="1368425"/>
              <a:ext cx="258762" cy="268288"/>
            </a:xfrm>
            <a:custGeom>
              <a:avLst/>
              <a:gdLst>
                <a:gd name="T0" fmla="*/ 104 w 149"/>
                <a:gd name="T1" fmla="*/ 5 h 155"/>
                <a:gd name="T2" fmla="*/ 96 w 149"/>
                <a:gd name="T3" fmla="*/ 2 h 155"/>
                <a:gd name="T4" fmla="*/ 91 w 149"/>
                <a:gd name="T5" fmla="*/ 1 h 155"/>
                <a:gd name="T6" fmla="*/ 85 w 149"/>
                <a:gd name="T7" fmla="*/ 0 h 155"/>
                <a:gd name="T8" fmla="*/ 79 w 149"/>
                <a:gd name="T9" fmla="*/ 0 h 155"/>
                <a:gd name="T10" fmla="*/ 73 w 149"/>
                <a:gd name="T11" fmla="*/ 0 h 155"/>
                <a:gd name="T12" fmla="*/ 60 w 149"/>
                <a:gd name="T13" fmla="*/ 1 h 155"/>
                <a:gd name="T14" fmla="*/ 33 w 149"/>
                <a:gd name="T15" fmla="*/ 13 h 155"/>
                <a:gd name="T16" fmla="*/ 10 w 149"/>
                <a:gd name="T17" fmla="*/ 35 h 155"/>
                <a:gd name="T18" fmla="*/ 2 w 149"/>
                <a:gd name="T19" fmla="*/ 51 h 155"/>
                <a:gd name="T20" fmla="*/ 16 w 149"/>
                <a:gd name="T21" fmla="*/ 84 h 155"/>
                <a:gd name="T22" fmla="*/ 18 w 149"/>
                <a:gd name="T23" fmla="*/ 100 h 155"/>
                <a:gd name="T24" fmla="*/ 2 w 149"/>
                <a:gd name="T25" fmla="*/ 99 h 155"/>
                <a:gd name="T26" fmla="*/ 0 w 149"/>
                <a:gd name="T27" fmla="*/ 99 h 155"/>
                <a:gd name="T28" fmla="*/ 1 w 149"/>
                <a:gd name="T29" fmla="*/ 102 h 155"/>
                <a:gd name="T30" fmla="*/ 46 w 149"/>
                <a:gd name="T31" fmla="*/ 148 h 155"/>
                <a:gd name="T32" fmla="*/ 101 w 149"/>
                <a:gd name="T33" fmla="*/ 145 h 155"/>
                <a:gd name="T34" fmla="*/ 129 w 149"/>
                <a:gd name="T35" fmla="*/ 120 h 155"/>
                <a:gd name="T36" fmla="*/ 134 w 149"/>
                <a:gd name="T37" fmla="*/ 110 h 155"/>
                <a:gd name="T38" fmla="*/ 136 w 149"/>
                <a:gd name="T39" fmla="*/ 107 h 155"/>
                <a:gd name="T40" fmla="*/ 140 w 149"/>
                <a:gd name="T41" fmla="*/ 87 h 155"/>
                <a:gd name="T42" fmla="*/ 139 w 149"/>
                <a:gd name="T43" fmla="*/ 80 h 155"/>
                <a:gd name="T44" fmla="*/ 146 w 149"/>
                <a:gd name="T45" fmla="*/ 75 h 155"/>
                <a:gd name="T46" fmla="*/ 149 w 149"/>
                <a:gd name="T47" fmla="*/ 58 h 155"/>
                <a:gd name="T48" fmla="*/ 141 w 149"/>
                <a:gd name="T49" fmla="*/ 35 h 155"/>
                <a:gd name="T50" fmla="*/ 120 w 149"/>
                <a:gd name="T51" fmla="*/ 12 h 155"/>
                <a:gd name="T52" fmla="*/ 116 w 149"/>
                <a:gd name="T53" fmla="*/ 10 h 155"/>
                <a:gd name="T54" fmla="*/ 104 w 149"/>
                <a:gd name="T55" fmla="*/ 5 h 155"/>
                <a:gd name="T56" fmla="*/ 123 w 149"/>
                <a:gd name="T57" fmla="*/ 66 h 155"/>
                <a:gd name="T58" fmla="*/ 139 w 149"/>
                <a:gd name="T59" fmla="*/ 80 h 155"/>
                <a:gd name="T60" fmla="*/ 137 w 149"/>
                <a:gd name="T61" fmla="*/ 87 h 155"/>
                <a:gd name="T62" fmla="*/ 131 w 149"/>
                <a:gd name="T63" fmla="*/ 105 h 155"/>
                <a:gd name="T64" fmla="*/ 129 w 149"/>
                <a:gd name="T65" fmla="*/ 108 h 155"/>
                <a:gd name="T66" fmla="*/ 124 w 149"/>
                <a:gd name="T67" fmla="*/ 116 h 155"/>
                <a:gd name="T68" fmla="*/ 97 w 149"/>
                <a:gd name="T69" fmla="*/ 136 h 155"/>
                <a:gd name="T70" fmla="*/ 75 w 149"/>
                <a:gd name="T71" fmla="*/ 140 h 155"/>
                <a:gd name="T72" fmla="*/ 51 w 149"/>
                <a:gd name="T73" fmla="*/ 134 h 155"/>
                <a:gd name="T74" fmla="*/ 20 w 149"/>
                <a:gd name="T75" fmla="*/ 96 h 155"/>
                <a:gd name="T76" fmla="*/ 20 w 149"/>
                <a:gd name="T77" fmla="*/ 71 h 155"/>
                <a:gd name="T78" fmla="*/ 22 w 149"/>
                <a:gd name="T79" fmla="*/ 65 h 155"/>
                <a:gd name="T80" fmla="*/ 24 w 149"/>
                <a:gd name="T81" fmla="*/ 60 h 155"/>
                <a:gd name="T82" fmla="*/ 27 w 149"/>
                <a:gd name="T83" fmla="*/ 55 h 155"/>
                <a:gd name="T84" fmla="*/ 30 w 149"/>
                <a:gd name="T85" fmla="*/ 50 h 155"/>
                <a:gd name="T86" fmla="*/ 65 w 149"/>
                <a:gd name="T87" fmla="*/ 31 h 155"/>
                <a:gd name="T88" fmla="*/ 73 w 149"/>
                <a:gd name="T89" fmla="*/ 31 h 155"/>
                <a:gd name="T90" fmla="*/ 73 w 149"/>
                <a:gd name="T91" fmla="*/ 31 h 155"/>
                <a:gd name="T92" fmla="*/ 73 w 149"/>
                <a:gd name="T93" fmla="*/ 31 h 155"/>
                <a:gd name="T94" fmla="*/ 74 w 149"/>
                <a:gd name="T95" fmla="*/ 31 h 155"/>
                <a:gd name="T96" fmla="*/ 75 w 149"/>
                <a:gd name="T97" fmla="*/ 31 h 155"/>
                <a:gd name="T98" fmla="*/ 77 w 149"/>
                <a:gd name="T99" fmla="*/ 31 h 155"/>
                <a:gd name="T100" fmla="*/ 81 w 149"/>
                <a:gd name="T101" fmla="*/ 32 h 155"/>
                <a:gd name="T102" fmla="*/ 84 w 149"/>
                <a:gd name="T103" fmla="*/ 32 h 155"/>
                <a:gd name="T104" fmla="*/ 87 w 149"/>
                <a:gd name="T105" fmla="*/ 33 h 155"/>
                <a:gd name="T106" fmla="*/ 92 w 149"/>
                <a:gd name="T107" fmla="*/ 35 h 155"/>
                <a:gd name="T108" fmla="*/ 98 w 149"/>
                <a:gd name="T109" fmla="*/ 39 h 155"/>
                <a:gd name="T110" fmla="*/ 100 w 149"/>
                <a:gd name="T111" fmla="*/ 40 h 155"/>
                <a:gd name="T112" fmla="*/ 100 w 149"/>
                <a:gd name="T113" fmla="*/ 41 h 155"/>
                <a:gd name="T114" fmla="*/ 114 w 149"/>
                <a:gd name="T115" fmla="*/ 53 h 155"/>
                <a:gd name="T116" fmla="*/ 123 w 149"/>
                <a:gd name="T117" fmla="*/ 66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9" h="155">
                  <a:moveTo>
                    <a:pt x="104" y="5"/>
                  </a:moveTo>
                  <a:cubicBezTo>
                    <a:pt x="102" y="4"/>
                    <a:pt x="99" y="3"/>
                    <a:pt x="96" y="2"/>
                  </a:cubicBezTo>
                  <a:cubicBezTo>
                    <a:pt x="94" y="2"/>
                    <a:pt x="92" y="1"/>
                    <a:pt x="91" y="1"/>
                  </a:cubicBezTo>
                  <a:cubicBezTo>
                    <a:pt x="89" y="1"/>
                    <a:pt x="87" y="0"/>
                    <a:pt x="85" y="0"/>
                  </a:cubicBezTo>
                  <a:cubicBezTo>
                    <a:pt x="83" y="0"/>
                    <a:pt x="80" y="0"/>
                    <a:pt x="79" y="0"/>
                  </a:cubicBezTo>
                  <a:cubicBezTo>
                    <a:pt x="77" y="0"/>
                    <a:pt x="75" y="0"/>
                    <a:pt x="73" y="0"/>
                  </a:cubicBezTo>
                  <a:cubicBezTo>
                    <a:pt x="69" y="0"/>
                    <a:pt x="64" y="0"/>
                    <a:pt x="60" y="1"/>
                  </a:cubicBezTo>
                  <a:cubicBezTo>
                    <a:pt x="51" y="3"/>
                    <a:pt x="41" y="7"/>
                    <a:pt x="33" y="13"/>
                  </a:cubicBezTo>
                  <a:cubicBezTo>
                    <a:pt x="24" y="18"/>
                    <a:pt x="16" y="26"/>
                    <a:pt x="10" y="35"/>
                  </a:cubicBezTo>
                  <a:cubicBezTo>
                    <a:pt x="6" y="40"/>
                    <a:pt x="4" y="46"/>
                    <a:pt x="2" y="51"/>
                  </a:cubicBezTo>
                  <a:cubicBezTo>
                    <a:pt x="13" y="65"/>
                    <a:pt x="15" y="82"/>
                    <a:pt x="16" y="84"/>
                  </a:cubicBezTo>
                  <a:cubicBezTo>
                    <a:pt x="18" y="100"/>
                    <a:pt x="18" y="100"/>
                    <a:pt x="18" y="100"/>
                  </a:cubicBezTo>
                  <a:cubicBezTo>
                    <a:pt x="2" y="99"/>
                    <a:pt x="2" y="99"/>
                    <a:pt x="2" y="99"/>
                  </a:cubicBezTo>
                  <a:cubicBezTo>
                    <a:pt x="2" y="99"/>
                    <a:pt x="1" y="99"/>
                    <a:pt x="0" y="99"/>
                  </a:cubicBezTo>
                  <a:cubicBezTo>
                    <a:pt x="0" y="100"/>
                    <a:pt x="1" y="101"/>
                    <a:pt x="1" y="102"/>
                  </a:cubicBezTo>
                  <a:cubicBezTo>
                    <a:pt x="8" y="124"/>
                    <a:pt x="26" y="141"/>
                    <a:pt x="46" y="148"/>
                  </a:cubicBezTo>
                  <a:cubicBezTo>
                    <a:pt x="66" y="155"/>
                    <a:pt x="86" y="152"/>
                    <a:pt x="101" y="145"/>
                  </a:cubicBezTo>
                  <a:cubicBezTo>
                    <a:pt x="116" y="138"/>
                    <a:pt x="125" y="128"/>
                    <a:pt x="129" y="120"/>
                  </a:cubicBezTo>
                  <a:cubicBezTo>
                    <a:pt x="132" y="116"/>
                    <a:pt x="134" y="113"/>
                    <a:pt x="134" y="110"/>
                  </a:cubicBezTo>
                  <a:cubicBezTo>
                    <a:pt x="135" y="108"/>
                    <a:pt x="136" y="107"/>
                    <a:pt x="136" y="107"/>
                  </a:cubicBezTo>
                  <a:cubicBezTo>
                    <a:pt x="139" y="98"/>
                    <a:pt x="140" y="92"/>
                    <a:pt x="140" y="87"/>
                  </a:cubicBezTo>
                  <a:cubicBezTo>
                    <a:pt x="139" y="83"/>
                    <a:pt x="139" y="80"/>
                    <a:pt x="139" y="80"/>
                  </a:cubicBezTo>
                  <a:cubicBezTo>
                    <a:pt x="141" y="80"/>
                    <a:pt x="144" y="79"/>
                    <a:pt x="146" y="75"/>
                  </a:cubicBezTo>
                  <a:cubicBezTo>
                    <a:pt x="148" y="71"/>
                    <a:pt x="149" y="65"/>
                    <a:pt x="149" y="58"/>
                  </a:cubicBezTo>
                  <a:cubicBezTo>
                    <a:pt x="148" y="51"/>
                    <a:pt x="146" y="43"/>
                    <a:pt x="141" y="35"/>
                  </a:cubicBezTo>
                  <a:cubicBezTo>
                    <a:pt x="136" y="26"/>
                    <a:pt x="129" y="18"/>
                    <a:pt x="120" y="12"/>
                  </a:cubicBezTo>
                  <a:cubicBezTo>
                    <a:pt x="120" y="12"/>
                    <a:pt x="119" y="12"/>
                    <a:pt x="116" y="10"/>
                  </a:cubicBezTo>
                  <a:cubicBezTo>
                    <a:pt x="113" y="9"/>
                    <a:pt x="109" y="7"/>
                    <a:pt x="104" y="5"/>
                  </a:cubicBezTo>
                  <a:close/>
                  <a:moveTo>
                    <a:pt x="123" y="66"/>
                  </a:moveTo>
                  <a:cubicBezTo>
                    <a:pt x="129" y="74"/>
                    <a:pt x="133" y="80"/>
                    <a:pt x="139" y="80"/>
                  </a:cubicBezTo>
                  <a:cubicBezTo>
                    <a:pt x="138" y="80"/>
                    <a:pt x="137" y="83"/>
                    <a:pt x="137" y="87"/>
                  </a:cubicBezTo>
                  <a:cubicBezTo>
                    <a:pt x="136" y="91"/>
                    <a:pt x="134" y="97"/>
                    <a:pt x="131" y="105"/>
                  </a:cubicBezTo>
                  <a:cubicBezTo>
                    <a:pt x="131" y="105"/>
                    <a:pt x="130" y="106"/>
                    <a:pt x="129" y="108"/>
                  </a:cubicBezTo>
                  <a:cubicBezTo>
                    <a:pt x="128" y="110"/>
                    <a:pt x="126" y="113"/>
                    <a:pt x="124" y="116"/>
                  </a:cubicBezTo>
                  <a:cubicBezTo>
                    <a:pt x="119" y="122"/>
                    <a:pt x="110" y="131"/>
                    <a:pt x="97" y="136"/>
                  </a:cubicBezTo>
                  <a:cubicBezTo>
                    <a:pt x="90" y="138"/>
                    <a:pt x="83" y="140"/>
                    <a:pt x="75" y="140"/>
                  </a:cubicBezTo>
                  <a:cubicBezTo>
                    <a:pt x="67" y="139"/>
                    <a:pt x="59" y="138"/>
                    <a:pt x="51" y="134"/>
                  </a:cubicBezTo>
                  <a:cubicBezTo>
                    <a:pt x="36" y="127"/>
                    <a:pt x="24" y="113"/>
                    <a:pt x="20" y="96"/>
                  </a:cubicBezTo>
                  <a:cubicBezTo>
                    <a:pt x="18" y="88"/>
                    <a:pt x="18" y="79"/>
                    <a:pt x="20" y="71"/>
                  </a:cubicBezTo>
                  <a:cubicBezTo>
                    <a:pt x="20" y="69"/>
                    <a:pt x="21" y="67"/>
                    <a:pt x="22" y="65"/>
                  </a:cubicBezTo>
                  <a:cubicBezTo>
                    <a:pt x="22" y="63"/>
                    <a:pt x="23" y="62"/>
                    <a:pt x="24" y="60"/>
                  </a:cubicBezTo>
                  <a:cubicBezTo>
                    <a:pt x="25" y="58"/>
                    <a:pt x="26" y="56"/>
                    <a:pt x="27" y="55"/>
                  </a:cubicBezTo>
                  <a:cubicBezTo>
                    <a:pt x="28" y="53"/>
                    <a:pt x="29" y="51"/>
                    <a:pt x="30" y="50"/>
                  </a:cubicBezTo>
                  <a:cubicBezTo>
                    <a:pt x="40" y="38"/>
                    <a:pt x="53" y="32"/>
                    <a:pt x="65" y="31"/>
                  </a:cubicBezTo>
                  <a:cubicBezTo>
                    <a:pt x="68" y="30"/>
                    <a:pt x="70" y="31"/>
                    <a:pt x="73" y="31"/>
                  </a:cubicBezTo>
                  <a:cubicBezTo>
                    <a:pt x="73" y="31"/>
                    <a:pt x="73" y="31"/>
                    <a:pt x="73" y="31"/>
                  </a:cubicBezTo>
                  <a:cubicBezTo>
                    <a:pt x="73" y="31"/>
                    <a:pt x="73" y="31"/>
                    <a:pt x="73" y="31"/>
                  </a:cubicBezTo>
                  <a:cubicBezTo>
                    <a:pt x="74" y="31"/>
                    <a:pt x="74" y="31"/>
                    <a:pt x="74" y="31"/>
                  </a:cubicBezTo>
                  <a:cubicBezTo>
                    <a:pt x="75" y="31"/>
                    <a:pt x="75" y="31"/>
                    <a:pt x="75" y="31"/>
                  </a:cubicBezTo>
                  <a:cubicBezTo>
                    <a:pt x="76" y="31"/>
                    <a:pt x="77" y="31"/>
                    <a:pt x="77" y="31"/>
                  </a:cubicBezTo>
                  <a:cubicBezTo>
                    <a:pt x="79" y="31"/>
                    <a:pt x="80" y="31"/>
                    <a:pt x="81" y="32"/>
                  </a:cubicBezTo>
                  <a:cubicBezTo>
                    <a:pt x="82" y="32"/>
                    <a:pt x="83" y="32"/>
                    <a:pt x="84" y="32"/>
                  </a:cubicBezTo>
                  <a:cubicBezTo>
                    <a:pt x="85" y="33"/>
                    <a:pt x="86" y="33"/>
                    <a:pt x="87" y="33"/>
                  </a:cubicBezTo>
                  <a:cubicBezTo>
                    <a:pt x="89" y="34"/>
                    <a:pt x="90" y="35"/>
                    <a:pt x="92" y="35"/>
                  </a:cubicBezTo>
                  <a:cubicBezTo>
                    <a:pt x="95" y="37"/>
                    <a:pt x="97" y="38"/>
                    <a:pt x="98" y="39"/>
                  </a:cubicBezTo>
                  <a:cubicBezTo>
                    <a:pt x="99" y="40"/>
                    <a:pt x="100" y="40"/>
                    <a:pt x="100" y="40"/>
                  </a:cubicBezTo>
                  <a:cubicBezTo>
                    <a:pt x="100" y="41"/>
                    <a:pt x="100" y="41"/>
                    <a:pt x="100" y="41"/>
                  </a:cubicBezTo>
                  <a:cubicBezTo>
                    <a:pt x="105" y="45"/>
                    <a:pt x="110" y="49"/>
                    <a:pt x="114" y="53"/>
                  </a:cubicBezTo>
                  <a:cubicBezTo>
                    <a:pt x="117" y="58"/>
                    <a:pt x="120" y="62"/>
                    <a:pt x="123" y="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33"/>
            <p:cNvSpPr>
              <a:spLocks/>
            </p:cNvSpPr>
            <p:nvPr/>
          </p:nvSpPr>
          <p:spPr bwMode="auto">
            <a:xfrm>
              <a:off x="3524250" y="1422400"/>
              <a:ext cx="96837" cy="95250"/>
            </a:xfrm>
            <a:custGeom>
              <a:avLst/>
              <a:gdLst>
                <a:gd name="T0" fmla="*/ 56 w 56"/>
                <a:gd name="T1" fmla="*/ 55 h 55"/>
                <a:gd name="T2" fmla="*/ 39 w 56"/>
                <a:gd name="T3" fmla="*/ 23 h 55"/>
                <a:gd name="T4" fmla="*/ 17 w 56"/>
                <a:gd name="T5" fmla="*/ 14 h 55"/>
                <a:gd name="T6" fmla="*/ 2 w 56"/>
                <a:gd name="T7" fmla="*/ 0 h 55"/>
                <a:gd name="T8" fmla="*/ 0 w 56"/>
                <a:gd name="T9" fmla="*/ 13 h 55"/>
                <a:gd name="T10" fmla="*/ 0 w 56"/>
                <a:gd name="T11" fmla="*/ 13 h 55"/>
                <a:gd name="T12" fmla="*/ 10 w 56"/>
                <a:gd name="T13" fmla="*/ 22 h 55"/>
                <a:gd name="T14" fmla="*/ 22 w 56"/>
                <a:gd name="T15" fmla="*/ 42 h 55"/>
                <a:gd name="T16" fmla="*/ 56 w 56"/>
                <a:gd name="T17"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55">
                  <a:moveTo>
                    <a:pt x="56" y="55"/>
                  </a:moveTo>
                  <a:cubicBezTo>
                    <a:pt x="56" y="55"/>
                    <a:pt x="53" y="35"/>
                    <a:pt x="39" y="23"/>
                  </a:cubicBezTo>
                  <a:cubicBezTo>
                    <a:pt x="29" y="13"/>
                    <a:pt x="22" y="12"/>
                    <a:pt x="17" y="14"/>
                  </a:cubicBezTo>
                  <a:cubicBezTo>
                    <a:pt x="2" y="0"/>
                    <a:pt x="2" y="0"/>
                    <a:pt x="2" y="0"/>
                  </a:cubicBezTo>
                  <a:cubicBezTo>
                    <a:pt x="2" y="4"/>
                    <a:pt x="2" y="8"/>
                    <a:pt x="0" y="13"/>
                  </a:cubicBezTo>
                  <a:cubicBezTo>
                    <a:pt x="0" y="13"/>
                    <a:pt x="0" y="13"/>
                    <a:pt x="0" y="13"/>
                  </a:cubicBezTo>
                  <a:cubicBezTo>
                    <a:pt x="10" y="22"/>
                    <a:pt x="10" y="22"/>
                    <a:pt x="10" y="22"/>
                  </a:cubicBezTo>
                  <a:cubicBezTo>
                    <a:pt x="9" y="27"/>
                    <a:pt x="12" y="33"/>
                    <a:pt x="22" y="42"/>
                  </a:cubicBezTo>
                  <a:cubicBezTo>
                    <a:pt x="36" y="54"/>
                    <a:pt x="56" y="55"/>
                    <a:pt x="56" y="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34"/>
            <p:cNvSpPr>
              <a:spLocks/>
            </p:cNvSpPr>
            <p:nvPr/>
          </p:nvSpPr>
          <p:spPr bwMode="auto">
            <a:xfrm>
              <a:off x="3387725" y="1309688"/>
              <a:ext cx="73025" cy="60325"/>
            </a:xfrm>
            <a:custGeom>
              <a:avLst/>
              <a:gdLst>
                <a:gd name="T0" fmla="*/ 7 w 42"/>
                <a:gd name="T1" fmla="*/ 0 h 35"/>
                <a:gd name="T2" fmla="*/ 0 w 42"/>
                <a:gd name="T3" fmla="*/ 8 h 35"/>
                <a:gd name="T4" fmla="*/ 30 w 42"/>
                <a:gd name="T5" fmla="*/ 35 h 35"/>
                <a:gd name="T6" fmla="*/ 42 w 42"/>
                <a:gd name="T7" fmla="*/ 31 h 35"/>
                <a:gd name="T8" fmla="*/ 7 w 42"/>
                <a:gd name="T9" fmla="*/ 0 h 35"/>
              </a:gdLst>
              <a:ahLst/>
              <a:cxnLst>
                <a:cxn ang="0">
                  <a:pos x="T0" y="T1"/>
                </a:cxn>
                <a:cxn ang="0">
                  <a:pos x="T2" y="T3"/>
                </a:cxn>
                <a:cxn ang="0">
                  <a:pos x="T4" y="T5"/>
                </a:cxn>
                <a:cxn ang="0">
                  <a:pos x="T6" y="T7"/>
                </a:cxn>
                <a:cxn ang="0">
                  <a:pos x="T8" y="T9"/>
                </a:cxn>
              </a:cxnLst>
              <a:rect l="0" t="0" r="r" b="b"/>
              <a:pathLst>
                <a:path w="42" h="35">
                  <a:moveTo>
                    <a:pt x="7" y="0"/>
                  </a:moveTo>
                  <a:cubicBezTo>
                    <a:pt x="0" y="8"/>
                    <a:pt x="0" y="8"/>
                    <a:pt x="0" y="8"/>
                  </a:cubicBezTo>
                  <a:cubicBezTo>
                    <a:pt x="30" y="35"/>
                    <a:pt x="30" y="35"/>
                    <a:pt x="30" y="35"/>
                  </a:cubicBezTo>
                  <a:cubicBezTo>
                    <a:pt x="34" y="33"/>
                    <a:pt x="38" y="32"/>
                    <a:pt x="42" y="31"/>
                  </a:cubicBezTo>
                  <a:lnTo>
                    <a:pt x="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35"/>
            <p:cNvSpPr>
              <a:spLocks/>
            </p:cNvSpPr>
            <p:nvPr/>
          </p:nvSpPr>
          <p:spPr bwMode="auto">
            <a:xfrm>
              <a:off x="3041650" y="1125538"/>
              <a:ext cx="284162" cy="250825"/>
            </a:xfrm>
            <a:custGeom>
              <a:avLst/>
              <a:gdLst>
                <a:gd name="T0" fmla="*/ 28 w 164"/>
                <a:gd name="T1" fmla="*/ 145 h 145"/>
                <a:gd name="T2" fmla="*/ 29 w 164"/>
                <a:gd name="T3" fmla="*/ 145 h 145"/>
                <a:gd name="T4" fmla="*/ 135 w 164"/>
                <a:gd name="T5" fmla="*/ 145 h 145"/>
                <a:gd name="T6" fmla="*/ 164 w 164"/>
                <a:gd name="T7" fmla="*/ 82 h 145"/>
                <a:gd name="T8" fmla="*/ 82 w 164"/>
                <a:gd name="T9" fmla="*/ 0 h 145"/>
                <a:gd name="T10" fmla="*/ 0 w 164"/>
                <a:gd name="T11" fmla="*/ 82 h 145"/>
                <a:gd name="T12" fmla="*/ 28 w 164"/>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164" h="145">
                  <a:moveTo>
                    <a:pt x="28" y="145"/>
                  </a:moveTo>
                  <a:cubicBezTo>
                    <a:pt x="29" y="145"/>
                    <a:pt x="29" y="145"/>
                    <a:pt x="29" y="145"/>
                  </a:cubicBezTo>
                  <a:cubicBezTo>
                    <a:pt x="135" y="145"/>
                    <a:pt x="135" y="145"/>
                    <a:pt x="135" y="145"/>
                  </a:cubicBezTo>
                  <a:cubicBezTo>
                    <a:pt x="152" y="130"/>
                    <a:pt x="164" y="108"/>
                    <a:pt x="164" y="82"/>
                  </a:cubicBezTo>
                  <a:cubicBezTo>
                    <a:pt x="164" y="37"/>
                    <a:pt x="127" y="0"/>
                    <a:pt x="82" y="0"/>
                  </a:cubicBezTo>
                  <a:cubicBezTo>
                    <a:pt x="36" y="0"/>
                    <a:pt x="0" y="37"/>
                    <a:pt x="0" y="82"/>
                  </a:cubicBezTo>
                  <a:cubicBezTo>
                    <a:pt x="0" y="107"/>
                    <a:pt x="11" y="130"/>
                    <a:pt x="28" y="1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36"/>
            <p:cNvSpPr>
              <a:spLocks/>
            </p:cNvSpPr>
            <p:nvPr/>
          </p:nvSpPr>
          <p:spPr bwMode="auto">
            <a:xfrm>
              <a:off x="2941638" y="1376363"/>
              <a:ext cx="574675" cy="987425"/>
            </a:xfrm>
            <a:custGeom>
              <a:avLst/>
              <a:gdLst>
                <a:gd name="T0" fmla="*/ 108 w 332"/>
                <a:gd name="T1" fmla="*/ 10 h 571"/>
                <a:gd name="T2" fmla="*/ 120 w 332"/>
                <a:gd name="T3" fmla="*/ 28 h 571"/>
                <a:gd name="T4" fmla="*/ 93 w 332"/>
                <a:gd name="T5" fmla="*/ 78 h 571"/>
                <a:gd name="T6" fmla="*/ 92 w 332"/>
                <a:gd name="T7" fmla="*/ 78 h 571"/>
                <a:gd name="T8" fmla="*/ 92 w 332"/>
                <a:gd name="T9" fmla="*/ 78 h 571"/>
                <a:gd name="T10" fmla="*/ 92 w 332"/>
                <a:gd name="T11" fmla="*/ 78 h 571"/>
                <a:gd name="T12" fmla="*/ 41 w 332"/>
                <a:gd name="T13" fmla="*/ 85 h 571"/>
                <a:gd name="T14" fmla="*/ 4 w 332"/>
                <a:gd name="T15" fmla="*/ 80 h 571"/>
                <a:gd name="T16" fmla="*/ 0 w 332"/>
                <a:gd name="T17" fmla="*/ 96 h 571"/>
                <a:gd name="T18" fmla="*/ 27 w 332"/>
                <a:gd name="T19" fmla="*/ 226 h 571"/>
                <a:gd name="T20" fmla="*/ 42 w 332"/>
                <a:gd name="T21" fmla="*/ 230 h 571"/>
                <a:gd name="T22" fmla="*/ 42 w 332"/>
                <a:gd name="T23" fmla="*/ 266 h 571"/>
                <a:gd name="T24" fmla="*/ 42 w 332"/>
                <a:gd name="T25" fmla="*/ 529 h 571"/>
                <a:gd name="T26" fmla="*/ 84 w 332"/>
                <a:gd name="T27" fmla="*/ 571 h 571"/>
                <a:gd name="T28" fmla="*/ 125 w 332"/>
                <a:gd name="T29" fmla="*/ 529 h 571"/>
                <a:gd name="T30" fmla="*/ 125 w 332"/>
                <a:gd name="T31" fmla="*/ 331 h 571"/>
                <a:gd name="T32" fmla="*/ 142 w 332"/>
                <a:gd name="T33" fmla="*/ 331 h 571"/>
                <a:gd name="T34" fmla="*/ 142 w 332"/>
                <a:gd name="T35" fmla="*/ 529 h 571"/>
                <a:gd name="T36" fmla="*/ 183 w 332"/>
                <a:gd name="T37" fmla="*/ 571 h 571"/>
                <a:gd name="T38" fmla="*/ 225 w 332"/>
                <a:gd name="T39" fmla="*/ 529 h 571"/>
                <a:gd name="T40" fmla="*/ 225 w 332"/>
                <a:gd name="T41" fmla="*/ 266 h 571"/>
                <a:gd name="T42" fmla="*/ 225 w 332"/>
                <a:gd name="T43" fmla="*/ 188 h 571"/>
                <a:gd name="T44" fmla="*/ 225 w 332"/>
                <a:gd name="T45" fmla="*/ 111 h 571"/>
                <a:gd name="T46" fmla="*/ 229 w 332"/>
                <a:gd name="T47" fmla="*/ 129 h 571"/>
                <a:gd name="T48" fmla="*/ 257 w 332"/>
                <a:gd name="T49" fmla="*/ 157 h 571"/>
                <a:gd name="T50" fmla="*/ 259 w 332"/>
                <a:gd name="T51" fmla="*/ 157 h 571"/>
                <a:gd name="T52" fmla="*/ 310 w 332"/>
                <a:gd name="T53" fmla="*/ 89 h 571"/>
                <a:gd name="T54" fmla="*/ 328 w 332"/>
                <a:gd name="T55" fmla="*/ 37 h 571"/>
                <a:gd name="T56" fmla="*/ 311 w 332"/>
                <a:gd name="T57" fmla="*/ 4 h 571"/>
                <a:gd name="T58" fmla="*/ 278 w 332"/>
                <a:gd name="T59" fmla="*/ 21 h 571"/>
                <a:gd name="T60" fmla="*/ 264 w 332"/>
                <a:gd name="T61" fmla="*/ 63 h 571"/>
                <a:gd name="T62" fmla="*/ 197 w 332"/>
                <a:gd name="T63" fmla="*/ 9 h 571"/>
                <a:gd name="T64" fmla="*/ 194 w 332"/>
                <a:gd name="T65" fmla="*/ 10 h 571"/>
                <a:gd name="T66" fmla="*/ 108 w 332"/>
                <a:gd name="T67" fmla="*/ 10 h 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2" h="571">
                  <a:moveTo>
                    <a:pt x="108" y="10"/>
                  </a:moveTo>
                  <a:cubicBezTo>
                    <a:pt x="113" y="14"/>
                    <a:pt x="118" y="21"/>
                    <a:pt x="120" y="28"/>
                  </a:cubicBezTo>
                  <a:cubicBezTo>
                    <a:pt x="126" y="49"/>
                    <a:pt x="114" y="72"/>
                    <a:pt x="93" y="78"/>
                  </a:cubicBezTo>
                  <a:cubicBezTo>
                    <a:pt x="92" y="78"/>
                    <a:pt x="92" y="78"/>
                    <a:pt x="92" y="78"/>
                  </a:cubicBezTo>
                  <a:cubicBezTo>
                    <a:pt x="92" y="78"/>
                    <a:pt x="92" y="78"/>
                    <a:pt x="92" y="78"/>
                  </a:cubicBezTo>
                  <a:cubicBezTo>
                    <a:pt x="92" y="78"/>
                    <a:pt x="92" y="78"/>
                    <a:pt x="92" y="78"/>
                  </a:cubicBezTo>
                  <a:cubicBezTo>
                    <a:pt x="75" y="83"/>
                    <a:pt x="57" y="85"/>
                    <a:pt x="41" y="85"/>
                  </a:cubicBezTo>
                  <a:cubicBezTo>
                    <a:pt x="32" y="85"/>
                    <a:pt x="18" y="85"/>
                    <a:pt x="4" y="80"/>
                  </a:cubicBezTo>
                  <a:cubicBezTo>
                    <a:pt x="3" y="85"/>
                    <a:pt x="2" y="91"/>
                    <a:pt x="0" y="96"/>
                  </a:cubicBezTo>
                  <a:cubicBezTo>
                    <a:pt x="27" y="226"/>
                    <a:pt x="27" y="226"/>
                    <a:pt x="27" y="226"/>
                  </a:cubicBezTo>
                  <a:cubicBezTo>
                    <a:pt x="32" y="228"/>
                    <a:pt x="37" y="229"/>
                    <a:pt x="42" y="230"/>
                  </a:cubicBezTo>
                  <a:cubicBezTo>
                    <a:pt x="42" y="266"/>
                    <a:pt x="42" y="266"/>
                    <a:pt x="42" y="266"/>
                  </a:cubicBezTo>
                  <a:cubicBezTo>
                    <a:pt x="42" y="529"/>
                    <a:pt x="42" y="529"/>
                    <a:pt x="42" y="529"/>
                  </a:cubicBezTo>
                  <a:cubicBezTo>
                    <a:pt x="42" y="552"/>
                    <a:pt x="61" y="571"/>
                    <a:pt x="84" y="571"/>
                  </a:cubicBezTo>
                  <a:cubicBezTo>
                    <a:pt x="107" y="571"/>
                    <a:pt x="125" y="552"/>
                    <a:pt x="125" y="529"/>
                  </a:cubicBezTo>
                  <a:cubicBezTo>
                    <a:pt x="125" y="331"/>
                    <a:pt x="125" y="331"/>
                    <a:pt x="125" y="331"/>
                  </a:cubicBezTo>
                  <a:cubicBezTo>
                    <a:pt x="142" y="331"/>
                    <a:pt x="142" y="331"/>
                    <a:pt x="142" y="331"/>
                  </a:cubicBezTo>
                  <a:cubicBezTo>
                    <a:pt x="142" y="529"/>
                    <a:pt x="142" y="529"/>
                    <a:pt x="142" y="529"/>
                  </a:cubicBezTo>
                  <a:cubicBezTo>
                    <a:pt x="142" y="552"/>
                    <a:pt x="160" y="571"/>
                    <a:pt x="183" y="571"/>
                  </a:cubicBezTo>
                  <a:cubicBezTo>
                    <a:pt x="206" y="571"/>
                    <a:pt x="225" y="552"/>
                    <a:pt x="225" y="529"/>
                  </a:cubicBezTo>
                  <a:cubicBezTo>
                    <a:pt x="225" y="266"/>
                    <a:pt x="225" y="266"/>
                    <a:pt x="225" y="266"/>
                  </a:cubicBezTo>
                  <a:cubicBezTo>
                    <a:pt x="225" y="188"/>
                    <a:pt x="225" y="188"/>
                    <a:pt x="225" y="188"/>
                  </a:cubicBezTo>
                  <a:cubicBezTo>
                    <a:pt x="225" y="111"/>
                    <a:pt x="225" y="111"/>
                    <a:pt x="225" y="111"/>
                  </a:cubicBezTo>
                  <a:cubicBezTo>
                    <a:pt x="226" y="117"/>
                    <a:pt x="227" y="123"/>
                    <a:pt x="229" y="129"/>
                  </a:cubicBezTo>
                  <a:cubicBezTo>
                    <a:pt x="233" y="149"/>
                    <a:pt x="246" y="156"/>
                    <a:pt x="257" y="157"/>
                  </a:cubicBezTo>
                  <a:cubicBezTo>
                    <a:pt x="258" y="157"/>
                    <a:pt x="258" y="157"/>
                    <a:pt x="259" y="157"/>
                  </a:cubicBezTo>
                  <a:cubicBezTo>
                    <a:pt x="281" y="157"/>
                    <a:pt x="292" y="135"/>
                    <a:pt x="310" y="89"/>
                  </a:cubicBezTo>
                  <a:cubicBezTo>
                    <a:pt x="320" y="63"/>
                    <a:pt x="328" y="38"/>
                    <a:pt x="328" y="37"/>
                  </a:cubicBezTo>
                  <a:cubicBezTo>
                    <a:pt x="332" y="23"/>
                    <a:pt x="325" y="8"/>
                    <a:pt x="311" y="4"/>
                  </a:cubicBezTo>
                  <a:cubicBezTo>
                    <a:pt x="297" y="0"/>
                    <a:pt x="283" y="7"/>
                    <a:pt x="278" y="21"/>
                  </a:cubicBezTo>
                  <a:cubicBezTo>
                    <a:pt x="274" y="35"/>
                    <a:pt x="269" y="49"/>
                    <a:pt x="264" y="63"/>
                  </a:cubicBezTo>
                  <a:cubicBezTo>
                    <a:pt x="252" y="32"/>
                    <a:pt x="233" y="9"/>
                    <a:pt x="197" y="9"/>
                  </a:cubicBezTo>
                  <a:cubicBezTo>
                    <a:pt x="196" y="9"/>
                    <a:pt x="195" y="9"/>
                    <a:pt x="194" y="10"/>
                  </a:cubicBezTo>
                  <a:lnTo>
                    <a:pt x="108"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37"/>
            <p:cNvSpPr>
              <a:spLocks/>
            </p:cNvSpPr>
            <p:nvPr/>
          </p:nvSpPr>
          <p:spPr bwMode="auto">
            <a:xfrm>
              <a:off x="2535238" y="1935163"/>
              <a:ext cx="138112" cy="428625"/>
            </a:xfrm>
            <a:custGeom>
              <a:avLst/>
              <a:gdLst>
                <a:gd name="T0" fmla="*/ 80 w 80"/>
                <a:gd name="T1" fmla="*/ 7 h 248"/>
                <a:gd name="T2" fmla="*/ 0 w 80"/>
                <a:gd name="T3" fmla="*/ 0 h 248"/>
                <a:gd name="T4" fmla="*/ 0 w 80"/>
                <a:gd name="T5" fmla="*/ 208 h 248"/>
                <a:gd name="T6" fmla="*/ 40 w 80"/>
                <a:gd name="T7" fmla="*/ 248 h 248"/>
                <a:gd name="T8" fmla="*/ 80 w 80"/>
                <a:gd name="T9" fmla="*/ 208 h 248"/>
                <a:gd name="T10" fmla="*/ 80 w 80"/>
                <a:gd name="T11" fmla="*/ 7 h 248"/>
              </a:gdLst>
              <a:ahLst/>
              <a:cxnLst>
                <a:cxn ang="0">
                  <a:pos x="T0" y="T1"/>
                </a:cxn>
                <a:cxn ang="0">
                  <a:pos x="T2" y="T3"/>
                </a:cxn>
                <a:cxn ang="0">
                  <a:pos x="T4" y="T5"/>
                </a:cxn>
                <a:cxn ang="0">
                  <a:pos x="T6" y="T7"/>
                </a:cxn>
                <a:cxn ang="0">
                  <a:pos x="T8" y="T9"/>
                </a:cxn>
                <a:cxn ang="0">
                  <a:pos x="T10" y="T11"/>
                </a:cxn>
              </a:cxnLst>
              <a:rect l="0" t="0" r="r" b="b"/>
              <a:pathLst>
                <a:path w="80" h="248">
                  <a:moveTo>
                    <a:pt x="80" y="7"/>
                  </a:moveTo>
                  <a:cubicBezTo>
                    <a:pt x="49" y="7"/>
                    <a:pt x="22" y="4"/>
                    <a:pt x="0" y="0"/>
                  </a:cubicBezTo>
                  <a:cubicBezTo>
                    <a:pt x="0" y="208"/>
                    <a:pt x="0" y="208"/>
                    <a:pt x="0" y="208"/>
                  </a:cubicBezTo>
                  <a:cubicBezTo>
                    <a:pt x="0" y="230"/>
                    <a:pt x="17" y="248"/>
                    <a:pt x="40" y="248"/>
                  </a:cubicBezTo>
                  <a:cubicBezTo>
                    <a:pt x="62" y="248"/>
                    <a:pt x="80" y="230"/>
                    <a:pt x="80" y="208"/>
                  </a:cubicBezTo>
                  <a:lnTo>
                    <a:pt x="80"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38"/>
            <p:cNvSpPr>
              <a:spLocks/>
            </p:cNvSpPr>
            <p:nvPr/>
          </p:nvSpPr>
          <p:spPr bwMode="auto">
            <a:xfrm>
              <a:off x="2695575" y="1935163"/>
              <a:ext cx="138112" cy="428625"/>
            </a:xfrm>
            <a:custGeom>
              <a:avLst/>
              <a:gdLst>
                <a:gd name="T0" fmla="*/ 0 w 80"/>
                <a:gd name="T1" fmla="*/ 7 h 248"/>
                <a:gd name="T2" fmla="*/ 0 w 80"/>
                <a:gd name="T3" fmla="*/ 208 h 248"/>
                <a:gd name="T4" fmla="*/ 40 w 80"/>
                <a:gd name="T5" fmla="*/ 248 h 248"/>
                <a:gd name="T6" fmla="*/ 80 w 80"/>
                <a:gd name="T7" fmla="*/ 208 h 248"/>
                <a:gd name="T8" fmla="*/ 80 w 80"/>
                <a:gd name="T9" fmla="*/ 0 h 248"/>
                <a:gd name="T10" fmla="*/ 0 w 80"/>
                <a:gd name="T11" fmla="*/ 7 h 248"/>
              </a:gdLst>
              <a:ahLst/>
              <a:cxnLst>
                <a:cxn ang="0">
                  <a:pos x="T0" y="T1"/>
                </a:cxn>
                <a:cxn ang="0">
                  <a:pos x="T2" y="T3"/>
                </a:cxn>
                <a:cxn ang="0">
                  <a:pos x="T4" y="T5"/>
                </a:cxn>
                <a:cxn ang="0">
                  <a:pos x="T6" y="T7"/>
                </a:cxn>
                <a:cxn ang="0">
                  <a:pos x="T8" y="T9"/>
                </a:cxn>
                <a:cxn ang="0">
                  <a:pos x="T10" y="T11"/>
                </a:cxn>
              </a:cxnLst>
              <a:rect l="0" t="0" r="r" b="b"/>
              <a:pathLst>
                <a:path w="80" h="248">
                  <a:moveTo>
                    <a:pt x="0" y="7"/>
                  </a:moveTo>
                  <a:cubicBezTo>
                    <a:pt x="0" y="208"/>
                    <a:pt x="0" y="208"/>
                    <a:pt x="0" y="208"/>
                  </a:cubicBezTo>
                  <a:cubicBezTo>
                    <a:pt x="0" y="230"/>
                    <a:pt x="18" y="248"/>
                    <a:pt x="40" y="248"/>
                  </a:cubicBezTo>
                  <a:cubicBezTo>
                    <a:pt x="62" y="248"/>
                    <a:pt x="80" y="230"/>
                    <a:pt x="80" y="208"/>
                  </a:cubicBezTo>
                  <a:cubicBezTo>
                    <a:pt x="80" y="0"/>
                    <a:pt x="80" y="0"/>
                    <a:pt x="80" y="0"/>
                  </a:cubicBezTo>
                  <a:cubicBezTo>
                    <a:pt x="57" y="4"/>
                    <a:pt x="31" y="7"/>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39"/>
            <p:cNvSpPr>
              <a:spLocks/>
            </p:cNvSpPr>
            <p:nvPr/>
          </p:nvSpPr>
          <p:spPr bwMode="auto">
            <a:xfrm>
              <a:off x="2551113" y="850900"/>
              <a:ext cx="319087" cy="257175"/>
            </a:xfrm>
            <a:custGeom>
              <a:avLst/>
              <a:gdLst>
                <a:gd name="T0" fmla="*/ 136 w 184"/>
                <a:gd name="T1" fmla="*/ 141 h 148"/>
                <a:gd name="T2" fmla="*/ 149 w 184"/>
                <a:gd name="T3" fmla="*/ 143 h 148"/>
                <a:gd name="T4" fmla="*/ 157 w 184"/>
                <a:gd name="T5" fmla="*/ 148 h 148"/>
                <a:gd name="T6" fmla="*/ 173 w 184"/>
                <a:gd name="T7" fmla="*/ 114 h 148"/>
                <a:gd name="T8" fmla="*/ 109 w 184"/>
                <a:gd name="T9" fmla="*/ 11 h 148"/>
                <a:gd name="T10" fmla="*/ 6 w 184"/>
                <a:gd name="T11" fmla="*/ 75 h 148"/>
                <a:gd name="T12" fmla="*/ 17 w 184"/>
                <a:gd name="T13" fmla="*/ 141 h 148"/>
                <a:gd name="T14" fmla="*/ 136 w 184"/>
                <a:gd name="T15" fmla="*/ 141 h 1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4" h="148">
                  <a:moveTo>
                    <a:pt x="136" y="141"/>
                  </a:moveTo>
                  <a:cubicBezTo>
                    <a:pt x="141" y="141"/>
                    <a:pt x="145" y="142"/>
                    <a:pt x="149" y="143"/>
                  </a:cubicBezTo>
                  <a:cubicBezTo>
                    <a:pt x="151" y="144"/>
                    <a:pt x="154" y="146"/>
                    <a:pt x="157" y="148"/>
                  </a:cubicBezTo>
                  <a:cubicBezTo>
                    <a:pt x="165" y="138"/>
                    <a:pt x="170" y="127"/>
                    <a:pt x="173" y="114"/>
                  </a:cubicBezTo>
                  <a:cubicBezTo>
                    <a:pt x="184" y="68"/>
                    <a:pt x="155" y="22"/>
                    <a:pt x="109" y="11"/>
                  </a:cubicBezTo>
                  <a:cubicBezTo>
                    <a:pt x="63" y="0"/>
                    <a:pt x="17" y="29"/>
                    <a:pt x="6" y="75"/>
                  </a:cubicBezTo>
                  <a:cubicBezTo>
                    <a:pt x="0" y="99"/>
                    <a:pt x="5" y="122"/>
                    <a:pt x="17" y="141"/>
                  </a:cubicBezTo>
                  <a:lnTo>
                    <a:pt x="136" y="1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40"/>
            <p:cNvSpPr>
              <a:spLocks/>
            </p:cNvSpPr>
            <p:nvPr/>
          </p:nvSpPr>
          <p:spPr bwMode="auto">
            <a:xfrm>
              <a:off x="2376488" y="1111250"/>
              <a:ext cx="755650" cy="820738"/>
            </a:xfrm>
            <a:custGeom>
              <a:avLst/>
              <a:gdLst>
                <a:gd name="T0" fmla="*/ 0 w 436"/>
                <a:gd name="T1" fmla="*/ 193 h 474"/>
                <a:gd name="T2" fmla="*/ 7 w 436"/>
                <a:gd name="T3" fmla="*/ 217 h 474"/>
                <a:gd name="T4" fmla="*/ 33 w 436"/>
                <a:gd name="T5" fmla="*/ 234 h 474"/>
                <a:gd name="T6" fmla="*/ 45 w 436"/>
                <a:gd name="T7" fmla="*/ 236 h 474"/>
                <a:gd name="T8" fmla="*/ 4 w 436"/>
                <a:gd name="T9" fmla="*/ 438 h 474"/>
                <a:gd name="T10" fmla="*/ 177 w 436"/>
                <a:gd name="T11" fmla="*/ 474 h 474"/>
                <a:gd name="T12" fmla="*/ 351 w 436"/>
                <a:gd name="T13" fmla="*/ 438 h 474"/>
                <a:gd name="T14" fmla="*/ 300 w 436"/>
                <a:gd name="T15" fmla="*/ 190 h 474"/>
                <a:gd name="T16" fmla="*/ 329 w 436"/>
                <a:gd name="T17" fmla="*/ 218 h 474"/>
                <a:gd name="T18" fmla="*/ 367 w 436"/>
                <a:gd name="T19" fmla="*/ 224 h 474"/>
                <a:gd name="T20" fmla="*/ 415 w 436"/>
                <a:gd name="T21" fmla="*/ 217 h 474"/>
                <a:gd name="T22" fmla="*/ 432 w 436"/>
                <a:gd name="T23" fmla="*/ 185 h 474"/>
                <a:gd name="T24" fmla="*/ 400 w 436"/>
                <a:gd name="T25" fmla="*/ 168 h 474"/>
                <a:gd name="T26" fmla="*/ 400 w 436"/>
                <a:gd name="T27" fmla="*/ 168 h 474"/>
                <a:gd name="T28" fmla="*/ 367 w 436"/>
                <a:gd name="T29" fmla="*/ 172 h 474"/>
                <a:gd name="T30" fmla="*/ 350 w 436"/>
                <a:gd name="T31" fmla="*/ 170 h 474"/>
                <a:gd name="T32" fmla="*/ 347 w 436"/>
                <a:gd name="T33" fmla="*/ 167 h 474"/>
                <a:gd name="T34" fmla="*/ 283 w 436"/>
                <a:gd name="T35" fmla="*/ 35 h 474"/>
                <a:gd name="T36" fmla="*/ 247 w 436"/>
                <a:gd name="T37" fmla="*/ 2 h 474"/>
                <a:gd name="T38" fmla="*/ 237 w 436"/>
                <a:gd name="T39" fmla="*/ 0 h 474"/>
                <a:gd name="T40" fmla="*/ 117 w 436"/>
                <a:gd name="T41" fmla="*/ 0 h 474"/>
                <a:gd name="T42" fmla="*/ 106 w 436"/>
                <a:gd name="T43" fmla="*/ 2 h 474"/>
                <a:gd name="T44" fmla="*/ 2 w 436"/>
                <a:gd name="T45" fmla="*/ 179 h 474"/>
                <a:gd name="T46" fmla="*/ 0 w 436"/>
                <a:gd name="T47" fmla="*/ 193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36" h="474">
                  <a:moveTo>
                    <a:pt x="0" y="193"/>
                  </a:moveTo>
                  <a:cubicBezTo>
                    <a:pt x="0" y="201"/>
                    <a:pt x="2" y="210"/>
                    <a:pt x="7" y="217"/>
                  </a:cubicBezTo>
                  <a:cubicBezTo>
                    <a:pt x="15" y="227"/>
                    <a:pt x="25" y="232"/>
                    <a:pt x="33" y="234"/>
                  </a:cubicBezTo>
                  <a:cubicBezTo>
                    <a:pt x="37" y="235"/>
                    <a:pt x="41" y="236"/>
                    <a:pt x="45" y="236"/>
                  </a:cubicBezTo>
                  <a:cubicBezTo>
                    <a:pt x="4" y="438"/>
                    <a:pt x="4" y="438"/>
                    <a:pt x="4" y="438"/>
                  </a:cubicBezTo>
                  <a:cubicBezTo>
                    <a:pt x="4" y="438"/>
                    <a:pt x="64" y="474"/>
                    <a:pt x="177" y="474"/>
                  </a:cubicBezTo>
                  <a:cubicBezTo>
                    <a:pt x="291" y="474"/>
                    <a:pt x="351" y="438"/>
                    <a:pt x="351" y="438"/>
                  </a:cubicBezTo>
                  <a:cubicBezTo>
                    <a:pt x="300" y="190"/>
                    <a:pt x="300" y="190"/>
                    <a:pt x="300" y="190"/>
                  </a:cubicBezTo>
                  <a:cubicBezTo>
                    <a:pt x="307" y="203"/>
                    <a:pt x="318" y="213"/>
                    <a:pt x="329" y="218"/>
                  </a:cubicBezTo>
                  <a:cubicBezTo>
                    <a:pt x="342" y="223"/>
                    <a:pt x="355" y="224"/>
                    <a:pt x="367" y="224"/>
                  </a:cubicBezTo>
                  <a:cubicBezTo>
                    <a:pt x="392" y="224"/>
                    <a:pt x="413" y="218"/>
                    <a:pt x="415" y="217"/>
                  </a:cubicBezTo>
                  <a:cubicBezTo>
                    <a:pt x="429" y="213"/>
                    <a:pt x="436" y="199"/>
                    <a:pt x="432" y="185"/>
                  </a:cubicBezTo>
                  <a:cubicBezTo>
                    <a:pt x="428" y="171"/>
                    <a:pt x="414" y="163"/>
                    <a:pt x="400" y="168"/>
                  </a:cubicBezTo>
                  <a:cubicBezTo>
                    <a:pt x="400" y="168"/>
                    <a:pt x="400" y="168"/>
                    <a:pt x="400" y="168"/>
                  </a:cubicBezTo>
                  <a:cubicBezTo>
                    <a:pt x="397" y="169"/>
                    <a:pt x="381" y="172"/>
                    <a:pt x="367" y="172"/>
                  </a:cubicBezTo>
                  <a:cubicBezTo>
                    <a:pt x="360" y="172"/>
                    <a:pt x="353" y="171"/>
                    <a:pt x="350" y="170"/>
                  </a:cubicBezTo>
                  <a:cubicBezTo>
                    <a:pt x="347" y="168"/>
                    <a:pt x="347" y="168"/>
                    <a:pt x="347" y="167"/>
                  </a:cubicBezTo>
                  <a:cubicBezTo>
                    <a:pt x="323" y="98"/>
                    <a:pt x="300" y="58"/>
                    <a:pt x="283" y="35"/>
                  </a:cubicBezTo>
                  <a:cubicBezTo>
                    <a:pt x="266" y="11"/>
                    <a:pt x="252" y="4"/>
                    <a:pt x="247" y="2"/>
                  </a:cubicBezTo>
                  <a:cubicBezTo>
                    <a:pt x="244" y="0"/>
                    <a:pt x="241" y="0"/>
                    <a:pt x="237" y="0"/>
                  </a:cubicBezTo>
                  <a:cubicBezTo>
                    <a:pt x="117" y="0"/>
                    <a:pt x="117" y="0"/>
                    <a:pt x="117" y="0"/>
                  </a:cubicBezTo>
                  <a:cubicBezTo>
                    <a:pt x="113" y="0"/>
                    <a:pt x="109" y="1"/>
                    <a:pt x="106" y="2"/>
                  </a:cubicBezTo>
                  <a:cubicBezTo>
                    <a:pt x="98" y="6"/>
                    <a:pt x="41" y="39"/>
                    <a:pt x="2" y="179"/>
                  </a:cubicBezTo>
                  <a:cubicBezTo>
                    <a:pt x="1" y="183"/>
                    <a:pt x="0" y="188"/>
                    <a:pt x="0" y="1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0" name="组合 39"/>
          <p:cNvGrpSpPr/>
          <p:nvPr/>
        </p:nvGrpSpPr>
        <p:grpSpPr>
          <a:xfrm>
            <a:off x="95251" y="2871788"/>
            <a:ext cx="1809749" cy="1631950"/>
            <a:chOff x="95251" y="2871788"/>
            <a:chExt cx="1809749" cy="1631950"/>
          </a:xfrm>
          <a:solidFill>
            <a:schemeClr val="tx1">
              <a:lumMod val="65000"/>
              <a:lumOff val="35000"/>
            </a:schemeClr>
          </a:solidFill>
        </p:grpSpPr>
        <p:sp>
          <p:nvSpPr>
            <p:cNvPr id="41" name="Freeform 41"/>
            <p:cNvSpPr>
              <a:spLocks noEditPoints="1"/>
            </p:cNvSpPr>
            <p:nvPr/>
          </p:nvSpPr>
          <p:spPr bwMode="auto">
            <a:xfrm>
              <a:off x="962025" y="3421063"/>
              <a:ext cx="90487" cy="88900"/>
            </a:xfrm>
            <a:custGeom>
              <a:avLst/>
              <a:gdLst>
                <a:gd name="T0" fmla="*/ 26 w 52"/>
                <a:gd name="T1" fmla="*/ 0 h 52"/>
                <a:gd name="T2" fmla="*/ 0 w 52"/>
                <a:gd name="T3" fmla="*/ 26 h 52"/>
                <a:gd name="T4" fmla="*/ 26 w 52"/>
                <a:gd name="T5" fmla="*/ 52 h 52"/>
                <a:gd name="T6" fmla="*/ 52 w 52"/>
                <a:gd name="T7" fmla="*/ 26 h 52"/>
                <a:gd name="T8" fmla="*/ 26 w 52"/>
                <a:gd name="T9" fmla="*/ 0 h 52"/>
                <a:gd name="T10" fmla="*/ 26 w 52"/>
                <a:gd name="T11" fmla="*/ 46 h 52"/>
                <a:gd name="T12" fmla="*/ 8 w 52"/>
                <a:gd name="T13" fmla="*/ 28 h 52"/>
                <a:gd name="T14" fmla="*/ 26 w 52"/>
                <a:gd name="T15" fmla="*/ 10 h 52"/>
                <a:gd name="T16" fmla="*/ 44 w 52"/>
                <a:gd name="T17" fmla="*/ 28 h 52"/>
                <a:gd name="T18" fmla="*/ 26 w 52"/>
                <a:gd name="T19" fmla="*/ 4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0"/>
                  </a:moveTo>
                  <a:cubicBezTo>
                    <a:pt x="12" y="0"/>
                    <a:pt x="0" y="12"/>
                    <a:pt x="0" y="26"/>
                  </a:cubicBezTo>
                  <a:cubicBezTo>
                    <a:pt x="0" y="41"/>
                    <a:pt x="12" y="52"/>
                    <a:pt x="26" y="52"/>
                  </a:cubicBezTo>
                  <a:cubicBezTo>
                    <a:pt x="41" y="52"/>
                    <a:pt x="52" y="41"/>
                    <a:pt x="52" y="26"/>
                  </a:cubicBezTo>
                  <a:cubicBezTo>
                    <a:pt x="52" y="12"/>
                    <a:pt x="41" y="0"/>
                    <a:pt x="26" y="0"/>
                  </a:cubicBezTo>
                  <a:close/>
                  <a:moveTo>
                    <a:pt x="26" y="46"/>
                  </a:moveTo>
                  <a:cubicBezTo>
                    <a:pt x="16" y="46"/>
                    <a:pt x="8" y="38"/>
                    <a:pt x="8" y="28"/>
                  </a:cubicBezTo>
                  <a:cubicBezTo>
                    <a:pt x="8" y="19"/>
                    <a:pt x="16" y="10"/>
                    <a:pt x="26" y="10"/>
                  </a:cubicBezTo>
                  <a:cubicBezTo>
                    <a:pt x="36" y="10"/>
                    <a:pt x="44" y="19"/>
                    <a:pt x="44" y="28"/>
                  </a:cubicBezTo>
                  <a:cubicBezTo>
                    <a:pt x="44" y="38"/>
                    <a:pt x="36" y="46"/>
                    <a:pt x="26"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42"/>
            <p:cNvSpPr>
              <a:spLocks noEditPoints="1"/>
            </p:cNvSpPr>
            <p:nvPr/>
          </p:nvSpPr>
          <p:spPr bwMode="auto">
            <a:xfrm>
              <a:off x="1009650" y="3338513"/>
              <a:ext cx="79375" cy="79375"/>
            </a:xfrm>
            <a:custGeom>
              <a:avLst/>
              <a:gdLst>
                <a:gd name="T0" fmla="*/ 46 w 46"/>
                <a:gd name="T1" fmla="*/ 23 h 46"/>
                <a:gd name="T2" fmla="*/ 23 w 46"/>
                <a:gd name="T3" fmla="*/ 0 h 46"/>
                <a:gd name="T4" fmla="*/ 0 w 46"/>
                <a:gd name="T5" fmla="*/ 23 h 46"/>
                <a:gd name="T6" fmla="*/ 23 w 46"/>
                <a:gd name="T7" fmla="*/ 46 h 46"/>
                <a:gd name="T8" fmla="*/ 46 w 46"/>
                <a:gd name="T9" fmla="*/ 23 h 46"/>
                <a:gd name="T10" fmla="*/ 23 w 46"/>
                <a:gd name="T11" fmla="*/ 41 h 46"/>
                <a:gd name="T12" fmla="*/ 7 w 46"/>
                <a:gd name="T13" fmla="*/ 25 h 46"/>
                <a:gd name="T14" fmla="*/ 23 w 46"/>
                <a:gd name="T15" fmla="*/ 9 h 46"/>
                <a:gd name="T16" fmla="*/ 39 w 46"/>
                <a:gd name="T17" fmla="*/ 25 h 46"/>
                <a:gd name="T18" fmla="*/ 23 w 46"/>
                <a:gd name="T19" fmla="*/ 4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46">
                  <a:moveTo>
                    <a:pt x="46" y="23"/>
                  </a:moveTo>
                  <a:cubicBezTo>
                    <a:pt x="46" y="11"/>
                    <a:pt x="36" y="0"/>
                    <a:pt x="23" y="0"/>
                  </a:cubicBezTo>
                  <a:cubicBezTo>
                    <a:pt x="11" y="0"/>
                    <a:pt x="0" y="11"/>
                    <a:pt x="0" y="23"/>
                  </a:cubicBezTo>
                  <a:cubicBezTo>
                    <a:pt x="0" y="36"/>
                    <a:pt x="11" y="46"/>
                    <a:pt x="23" y="46"/>
                  </a:cubicBezTo>
                  <a:cubicBezTo>
                    <a:pt x="36" y="46"/>
                    <a:pt x="46" y="36"/>
                    <a:pt x="46" y="23"/>
                  </a:cubicBezTo>
                  <a:close/>
                  <a:moveTo>
                    <a:pt x="23" y="41"/>
                  </a:moveTo>
                  <a:cubicBezTo>
                    <a:pt x="15" y="41"/>
                    <a:pt x="7" y="34"/>
                    <a:pt x="7" y="25"/>
                  </a:cubicBezTo>
                  <a:cubicBezTo>
                    <a:pt x="7" y="16"/>
                    <a:pt x="15" y="9"/>
                    <a:pt x="23" y="9"/>
                  </a:cubicBezTo>
                  <a:cubicBezTo>
                    <a:pt x="32" y="9"/>
                    <a:pt x="39" y="16"/>
                    <a:pt x="39" y="25"/>
                  </a:cubicBezTo>
                  <a:cubicBezTo>
                    <a:pt x="39" y="34"/>
                    <a:pt x="32" y="41"/>
                    <a:pt x="23"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Oval 43"/>
            <p:cNvSpPr>
              <a:spLocks noChangeArrowheads="1"/>
            </p:cNvSpPr>
            <p:nvPr/>
          </p:nvSpPr>
          <p:spPr bwMode="auto">
            <a:xfrm>
              <a:off x="506413" y="2871788"/>
              <a:ext cx="312737" cy="3111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44"/>
            <p:cNvSpPr>
              <a:spLocks/>
            </p:cNvSpPr>
            <p:nvPr/>
          </p:nvSpPr>
          <p:spPr bwMode="auto">
            <a:xfrm>
              <a:off x="314325" y="3181350"/>
              <a:ext cx="388937" cy="1322388"/>
            </a:xfrm>
            <a:custGeom>
              <a:avLst/>
              <a:gdLst>
                <a:gd name="T0" fmla="*/ 33 w 224"/>
                <a:gd name="T1" fmla="*/ 77 h 764"/>
                <a:gd name="T2" fmla="*/ 10 w 224"/>
                <a:gd name="T3" fmla="*/ 299 h 764"/>
                <a:gd name="T4" fmla="*/ 67 w 224"/>
                <a:gd name="T5" fmla="*/ 366 h 764"/>
                <a:gd name="T6" fmla="*/ 59 w 224"/>
                <a:gd name="T7" fmla="*/ 696 h 764"/>
                <a:gd name="T8" fmla="*/ 88 w 224"/>
                <a:gd name="T9" fmla="*/ 760 h 764"/>
                <a:gd name="T10" fmla="*/ 106 w 224"/>
                <a:gd name="T11" fmla="*/ 764 h 764"/>
                <a:gd name="T12" fmla="*/ 152 w 224"/>
                <a:gd name="T13" fmla="*/ 731 h 764"/>
                <a:gd name="T14" fmla="*/ 153 w 224"/>
                <a:gd name="T15" fmla="*/ 309 h 764"/>
                <a:gd name="T16" fmla="*/ 159 w 224"/>
                <a:gd name="T17" fmla="*/ 183 h 764"/>
                <a:gd name="T18" fmla="*/ 86 w 224"/>
                <a:gd name="T19" fmla="*/ 111 h 764"/>
                <a:gd name="T20" fmla="*/ 74 w 224"/>
                <a:gd name="T21" fmla="*/ 82 h 764"/>
                <a:gd name="T22" fmla="*/ 85 w 224"/>
                <a:gd name="T23" fmla="*/ 52 h 764"/>
                <a:gd name="T24" fmla="*/ 115 w 224"/>
                <a:gd name="T25" fmla="*/ 40 h 764"/>
                <a:gd name="T26" fmla="*/ 144 w 224"/>
                <a:gd name="T27" fmla="*/ 52 h 764"/>
                <a:gd name="T28" fmla="*/ 178 w 224"/>
                <a:gd name="T29" fmla="*/ 86 h 764"/>
                <a:gd name="T30" fmla="*/ 137 w 224"/>
                <a:gd name="T31" fmla="*/ 8 h 764"/>
                <a:gd name="T32" fmla="*/ 33 w 224"/>
                <a:gd name="T33" fmla="*/ 77 h 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4" h="764">
                  <a:moveTo>
                    <a:pt x="33" y="77"/>
                  </a:moveTo>
                  <a:cubicBezTo>
                    <a:pt x="6" y="158"/>
                    <a:pt x="0" y="210"/>
                    <a:pt x="10" y="299"/>
                  </a:cubicBezTo>
                  <a:cubicBezTo>
                    <a:pt x="19" y="342"/>
                    <a:pt x="42" y="359"/>
                    <a:pt x="67" y="366"/>
                  </a:cubicBezTo>
                  <a:cubicBezTo>
                    <a:pt x="85" y="426"/>
                    <a:pt x="111" y="555"/>
                    <a:pt x="59" y="696"/>
                  </a:cubicBezTo>
                  <a:cubicBezTo>
                    <a:pt x="49" y="722"/>
                    <a:pt x="62" y="751"/>
                    <a:pt x="88" y="760"/>
                  </a:cubicBezTo>
                  <a:cubicBezTo>
                    <a:pt x="94" y="763"/>
                    <a:pt x="100" y="764"/>
                    <a:pt x="106" y="764"/>
                  </a:cubicBezTo>
                  <a:cubicBezTo>
                    <a:pt x="126" y="764"/>
                    <a:pt x="145" y="751"/>
                    <a:pt x="152" y="731"/>
                  </a:cubicBezTo>
                  <a:cubicBezTo>
                    <a:pt x="224" y="537"/>
                    <a:pt x="174" y="366"/>
                    <a:pt x="153" y="309"/>
                  </a:cubicBezTo>
                  <a:cubicBezTo>
                    <a:pt x="148" y="269"/>
                    <a:pt x="152" y="224"/>
                    <a:pt x="159" y="183"/>
                  </a:cubicBezTo>
                  <a:cubicBezTo>
                    <a:pt x="86" y="111"/>
                    <a:pt x="86" y="111"/>
                    <a:pt x="86" y="111"/>
                  </a:cubicBezTo>
                  <a:cubicBezTo>
                    <a:pt x="78" y="103"/>
                    <a:pt x="74" y="93"/>
                    <a:pt x="74" y="82"/>
                  </a:cubicBezTo>
                  <a:cubicBezTo>
                    <a:pt x="73" y="71"/>
                    <a:pt x="78" y="60"/>
                    <a:pt x="85" y="52"/>
                  </a:cubicBezTo>
                  <a:cubicBezTo>
                    <a:pt x="93" y="45"/>
                    <a:pt x="104" y="40"/>
                    <a:pt x="115" y="40"/>
                  </a:cubicBezTo>
                  <a:cubicBezTo>
                    <a:pt x="126" y="40"/>
                    <a:pt x="136" y="44"/>
                    <a:pt x="144" y="52"/>
                  </a:cubicBezTo>
                  <a:cubicBezTo>
                    <a:pt x="178" y="86"/>
                    <a:pt x="178" y="86"/>
                    <a:pt x="178" y="86"/>
                  </a:cubicBezTo>
                  <a:cubicBezTo>
                    <a:pt x="181" y="51"/>
                    <a:pt x="166" y="15"/>
                    <a:pt x="137" y="8"/>
                  </a:cubicBezTo>
                  <a:cubicBezTo>
                    <a:pt x="103" y="0"/>
                    <a:pt x="53" y="18"/>
                    <a:pt x="33"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Oval 45"/>
            <p:cNvSpPr>
              <a:spLocks noChangeArrowheads="1"/>
            </p:cNvSpPr>
            <p:nvPr/>
          </p:nvSpPr>
          <p:spPr bwMode="auto">
            <a:xfrm>
              <a:off x="1068388" y="3773488"/>
              <a:ext cx="36512" cy="365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Oval 46"/>
            <p:cNvSpPr>
              <a:spLocks noChangeArrowheads="1"/>
            </p:cNvSpPr>
            <p:nvPr/>
          </p:nvSpPr>
          <p:spPr bwMode="auto">
            <a:xfrm>
              <a:off x="1125538" y="3784600"/>
              <a:ext cx="36512" cy="349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47"/>
            <p:cNvSpPr>
              <a:spLocks noEditPoints="1"/>
            </p:cNvSpPr>
            <p:nvPr/>
          </p:nvSpPr>
          <p:spPr bwMode="auto">
            <a:xfrm>
              <a:off x="989013" y="3722688"/>
              <a:ext cx="57150" cy="57150"/>
            </a:xfrm>
            <a:custGeom>
              <a:avLst/>
              <a:gdLst>
                <a:gd name="T0" fmla="*/ 0 w 33"/>
                <a:gd name="T1" fmla="*/ 16 h 33"/>
                <a:gd name="T2" fmla="*/ 17 w 33"/>
                <a:gd name="T3" fmla="*/ 33 h 33"/>
                <a:gd name="T4" fmla="*/ 33 w 33"/>
                <a:gd name="T5" fmla="*/ 16 h 33"/>
                <a:gd name="T6" fmla="*/ 17 w 33"/>
                <a:gd name="T7" fmla="*/ 0 h 33"/>
                <a:gd name="T8" fmla="*/ 0 w 33"/>
                <a:gd name="T9" fmla="*/ 16 h 33"/>
                <a:gd name="T10" fmla="*/ 27 w 33"/>
                <a:gd name="T11" fmla="*/ 17 h 33"/>
                <a:gd name="T12" fmla="*/ 18 w 33"/>
                <a:gd name="T13" fmla="*/ 26 h 33"/>
                <a:gd name="T14" fmla="*/ 9 w 33"/>
                <a:gd name="T15" fmla="*/ 17 h 33"/>
                <a:gd name="T16" fmla="*/ 18 w 33"/>
                <a:gd name="T17" fmla="*/ 8 h 33"/>
                <a:gd name="T18" fmla="*/ 27 w 33"/>
                <a:gd name="T19"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33">
                  <a:moveTo>
                    <a:pt x="0" y="16"/>
                  </a:moveTo>
                  <a:cubicBezTo>
                    <a:pt x="0" y="25"/>
                    <a:pt x="8" y="33"/>
                    <a:pt x="17" y="33"/>
                  </a:cubicBezTo>
                  <a:cubicBezTo>
                    <a:pt x="26" y="33"/>
                    <a:pt x="33" y="25"/>
                    <a:pt x="33" y="16"/>
                  </a:cubicBezTo>
                  <a:cubicBezTo>
                    <a:pt x="33" y="7"/>
                    <a:pt x="26" y="0"/>
                    <a:pt x="17" y="0"/>
                  </a:cubicBezTo>
                  <a:cubicBezTo>
                    <a:pt x="8" y="0"/>
                    <a:pt x="0" y="7"/>
                    <a:pt x="0" y="16"/>
                  </a:cubicBezTo>
                  <a:close/>
                  <a:moveTo>
                    <a:pt x="27" y="17"/>
                  </a:moveTo>
                  <a:cubicBezTo>
                    <a:pt x="27" y="22"/>
                    <a:pt x="23" y="26"/>
                    <a:pt x="18" y="26"/>
                  </a:cubicBezTo>
                  <a:cubicBezTo>
                    <a:pt x="13" y="26"/>
                    <a:pt x="9" y="22"/>
                    <a:pt x="9" y="17"/>
                  </a:cubicBezTo>
                  <a:cubicBezTo>
                    <a:pt x="9" y="12"/>
                    <a:pt x="13" y="8"/>
                    <a:pt x="18" y="8"/>
                  </a:cubicBezTo>
                  <a:cubicBezTo>
                    <a:pt x="23" y="8"/>
                    <a:pt x="27" y="12"/>
                    <a:pt x="27"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48"/>
            <p:cNvSpPr>
              <a:spLocks/>
            </p:cNvSpPr>
            <p:nvPr/>
          </p:nvSpPr>
          <p:spPr bwMode="auto">
            <a:xfrm>
              <a:off x="957263" y="3651250"/>
              <a:ext cx="73025" cy="49213"/>
            </a:xfrm>
            <a:custGeom>
              <a:avLst/>
              <a:gdLst>
                <a:gd name="T0" fmla="*/ 34 w 42"/>
                <a:gd name="T1" fmla="*/ 9 h 29"/>
                <a:gd name="T2" fmla="*/ 21 w 42"/>
                <a:gd name="T3" fmla="*/ 23 h 29"/>
                <a:gd name="T4" fmla="*/ 7 w 42"/>
                <a:gd name="T5" fmla="*/ 9 h 29"/>
                <a:gd name="T6" fmla="*/ 9 w 42"/>
                <a:gd name="T7" fmla="*/ 3 h 29"/>
                <a:gd name="T8" fmla="*/ 6 w 42"/>
                <a:gd name="T9" fmla="*/ 3 h 29"/>
                <a:gd name="T10" fmla="*/ 1 w 42"/>
                <a:gd name="T11" fmla="*/ 3 h 29"/>
                <a:gd name="T12" fmla="*/ 0 w 42"/>
                <a:gd name="T13" fmla="*/ 8 h 29"/>
                <a:gd name="T14" fmla="*/ 21 w 42"/>
                <a:gd name="T15" fmla="*/ 29 h 29"/>
                <a:gd name="T16" fmla="*/ 42 w 42"/>
                <a:gd name="T17" fmla="*/ 8 h 29"/>
                <a:gd name="T18" fmla="*/ 41 w 42"/>
                <a:gd name="T19" fmla="*/ 3 h 29"/>
                <a:gd name="T20" fmla="*/ 31 w 42"/>
                <a:gd name="T21" fmla="*/ 0 h 29"/>
                <a:gd name="T22" fmla="*/ 34 w 42"/>
                <a:gd name="T23" fmla="*/ 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29">
                  <a:moveTo>
                    <a:pt x="34" y="9"/>
                  </a:moveTo>
                  <a:cubicBezTo>
                    <a:pt x="34" y="17"/>
                    <a:pt x="28" y="23"/>
                    <a:pt x="21" y="23"/>
                  </a:cubicBezTo>
                  <a:cubicBezTo>
                    <a:pt x="13" y="23"/>
                    <a:pt x="7" y="17"/>
                    <a:pt x="7" y="9"/>
                  </a:cubicBezTo>
                  <a:cubicBezTo>
                    <a:pt x="7" y="7"/>
                    <a:pt x="8" y="5"/>
                    <a:pt x="9" y="3"/>
                  </a:cubicBezTo>
                  <a:cubicBezTo>
                    <a:pt x="8" y="3"/>
                    <a:pt x="7" y="3"/>
                    <a:pt x="6" y="3"/>
                  </a:cubicBezTo>
                  <a:cubicBezTo>
                    <a:pt x="4" y="3"/>
                    <a:pt x="3" y="3"/>
                    <a:pt x="1" y="3"/>
                  </a:cubicBezTo>
                  <a:cubicBezTo>
                    <a:pt x="0" y="4"/>
                    <a:pt x="0" y="6"/>
                    <a:pt x="0" y="8"/>
                  </a:cubicBezTo>
                  <a:cubicBezTo>
                    <a:pt x="0" y="20"/>
                    <a:pt x="9" y="29"/>
                    <a:pt x="21" y="29"/>
                  </a:cubicBezTo>
                  <a:cubicBezTo>
                    <a:pt x="33" y="29"/>
                    <a:pt x="42" y="20"/>
                    <a:pt x="42" y="8"/>
                  </a:cubicBezTo>
                  <a:cubicBezTo>
                    <a:pt x="42" y="6"/>
                    <a:pt x="42" y="5"/>
                    <a:pt x="41" y="3"/>
                  </a:cubicBezTo>
                  <a:cubicBezTo>
                    <a:pt x="31" y="0"/>
                    <a:pt x="31" y="0"/>
                    <a:pt x="31" y="0"/>
                  </a:cubicBezTo>
                  <a:cubicBezTo>
                    <a:pt x="33" y="2"/>
                    <a:pt x="34" y="6"/>
                    <a:pt x="3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49"/>
            <p:cNvSpPr>
              <a:spLocks/>
            </p:cNvSpPr>
            <p:nvPr/>
          </p:nvSpPr>
          <p:spPr bwMode="auto">
            <a:xfrm>
              <a:off x="454025" y="3260725"/>
              <a:ext cx="515937" cy="379413"/>
            </a:xfrm>
            <a:custGeom>
              <a:avLst/>
              <a:gdLst>
                <a:gd name="T0" fmla="*/ 12 w 298"/>
                <a:gd name="T1" fmla="*/ 13 h 219"/>
                <a:gd name="T2" fmla="*/ 12 w 298"/>
                <a:gd name="T3" fmla="*/ 58 h 219"/>
                <a:gd name="T4" fmla="*/ 128 w 298"/>
                <a:gd name="T5" fmla="*/ 172 h 219"/>
                <a:gd name="T6" fmla="*/ 143 w 298"/>
                <a:gd name="T7" fmla="*/ 180 h 219"/>
                <a:gd name="T8" fmla="*/ 289 w 298"/>
                <a:gd name="T9" fmla="*/ 218 h 219"/>
                <a:gd name="T10" fmla="*/ 297 w 298"/>
                <a:gd name="T11" fmla="*/ 219 h 219"/>
                <a:gd name="T12" fmla="*/ 298 w 298"/>
                <a:gd name="T13" fmla="*/ 219 h 219"/>
                <a:gd name="T14" fmla="*/ 274 w 298"/>
                <a:gd name="T15" fmla="*/ 176 h 219"/>
                <a:gd name="T16" fmla="*/ 293 w 298"/>
                <a:gd name="T17" fmla="*/ 153 h 219"/>
                <a:gd name="T18" fmla="*/ 167 w 298"/>
                <a:gd name="T19" fmla="*/ 121 h 219"/>
                <a:gd name="T20" fmla="*/ 57 w 298"/>
                <a:gd name="T21" fmla="*/ 13 h 219"/>
                <a:gd name="T22" fmla="*/ 12 w 298"/>
                <a:gd name="T23" fmla="*/ 13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8" h="219">
                  <a:moveTo>
                    <a:pt x="12" y="13"/>
                  </a:moveTo>
                  <a:cubicBezTo>
                    <a:pt x="0" y="25"/>
                    <a:pt x="0" y="46"/>
                    <a:pt x="12" y="58"/>
                  </a:cubicBezTo>
                  <a:cubicBezTo>
                    <a:pt x="128" y="172"/>
                    <a:pt x="128" y="172"/>
                    <a:pt x="128" y="172"/>
                  </a:cubicBezTo>
                  <a:cubicBezTo>
                    <a:pt x="132" y="176"/>
                    <a:pt x="137" y="179"/>
                    <a:pt x="143" y="180"/>
                  </a:cubicBezTo>
                  <a:cubicBezTo>
                    <a:pt x="289" y="218"/>
                    <a:pt x="289" y="218"/>
                    <a:pt x="289" y="218"/>
                  </a:cubicBezTo>
                  <a:cubicBezTo>
                    <a:pt x="292" y="218"/>
                    <a:pt x="295" y="219"/>
                    <a:pt x="297" y="219"/>
                  </a:cubicBezTo>
                  <a:cubicBezTo>
                    <a:pt x="298" y="219"/>
                    <a:pt x="298" y="219"/>
                    <a:pt x="298" y="219"/>
                  </a:cubicBezTo>
                  <a:cubicBezTo>
                    <a:pt x="280" y="214"/>
                    <a:pt x="269" y="194"/>
                    <a:pt x="274" y="176"/>
                  </a:cubicBezTo>
                  <a:cubicBezTo>
                    <a:pt x="276" y="165"/>
                    <a:pt x="284" y="157"/>
                    <a:pt x="293" y="153"/>
                  </a:cubicBezTo>
                  <a:cubicBezTo>
                    <a:pt x="167" y="121"/>
                    <a:pt x="167" y="121"/>
                    <a:pt x="167" y="121"/>
                  </a:cubicBezTo>
                  <a:cubicBezTo>
                    <a:pt x="57" y="13"/>
                    <a:pt x="57" y="13"/>
                    <a:pt x="57" y="13"/>
                  </a:cubicBezTo>
                  <a:cubicBezTo>
                    <a:pt x="45" y="0"/>
                    <a:pt x="24" y="0"/>
                    <a:pt x="12"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Rectangle 50"/>
            <p:cNvSpPr>
              <a:spLocks noChangeArrowheads="1"/>
            </p:cNvSpPr>
            <p:nvPr/>
          </p:nvSpPr>
          <p:spPr bwMode="auto">
            <a:xfrm>
              <a:off x="677863" y="3313113"/>
              <a:ext cx="90487"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Rectangle 51"/>
            <p:cNvSpPr>
              <a:spLocks noChangeArrowheads="1"/>
            </p:cNvSpPr>
            <p:nvPr/>
          </p:nvSpPr>
          <p:spPr bwMode="auto">
            <a:xfrm>
              <a:off x="225425" y="3313113"/>
              <a:ext cx="88900"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Rectangle 52"/>
            <p:cNvSpPr>
              <a:spLocks noChangeArrowheads="1"/>
            </p:cNvSpPr>
            <p:nvPr/>
          </p:nvSpPr>
          <p:spPr bwMode="auto">
            <a:xfrm>
              <a:off x="95251" y="3313113"/>
              <a:ext cx="90487"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Rectangle 53"/>
            <p:cNvSpPr>
              <a:spLocks noChangeArrowheads="1"/>
            </p:cNvSpPr>
            <p:nvPr/>
          </p:nvSpPr>
          <p:spPr bwMode="auto">
            <a:xfrm>
              <a:off x="1557338" y="3313113"/>
              <a:ext cx="90487"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Rectangle 54"/>
            <p:cNvSpPr>
              <a:spLocks noChangeArrowheads="1"/>
            </p:cNvSpPr>
            <p:nvPr/>
          </p:nvSpPr>
          <p:spPr bwMode="auto">
            <a:xfrm>
              <a:off x="1681163" y="3313113"/>
              <a:ext cx="223837"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Rectangle 55"/>
            <p:cNvSpPr>
              <a:spLocks noChangeArrowheads="1"/>
            </p:cNvSpPr>
            <p:nvPr/>
          </p:nvSpPr>
          <p:spPr bwMode="auto">
            <a:xfrm>
              <a:off x="1403350" y="3313113"/>
              <a:ext cx="107950"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56"/>
            <p:cNvSpPr>
              <a:spLocks noEditPoints="1"/>
            </p:cNvSpPr>
            <p:nvPr/>
          </p:nvSpPr>
          <p:spPr bwMode="auto">
            <a:xfrm>
              <a:off x="811213" y="3313113"/>
              <a:ext cx="211137" cy="90488"/>
            </a:xfrm>
            <a:custGeom>
              <a:avLst/>
              <a:gdLst>
                <a:gd name="T0" fmla="*/ 23 w 122"/>
                <a:gd name="T1" fmla="*/ 0 h 52"/>
                <a:gd name="T2" fmla="*/ 0 w 122"/>
                <a:gd name="T3" fmla="*/ 0 h 52"/>
                <a:gd name="T4" fmla="*/ 0 w 122"/>
                <a:gd name="T5" fmla="*/ 10 h 52"/>
                <a:gd name="T6" fmla="*/ 36 w 122"/>
                <a:gd name="T7" fmla="*/ 10 h 52"/>
                <a:gd name="T8" fmla="*/ 36 w 122"/>
                <a:gd name="T9" fmla="*/ 15 h 52"/>
                <a:gd name="T10" fmla="*/ 73 w 122"/>
                <a:gd name="T11" fmla="*/ 52 h 52"/>
                <a:gd name="T12" fmla="*/ 110 w 122"/>
                <a:gd name="T13" fmla="*/ 15 h 52"/>
                <a:gd name="T14" fmla="*/ 109 w 122"/>
                <a:gd name="T15" fmla="*/ 10 h 52"/>
                <a:gd name="T16" fmla="*/ 122 w 122"/>
                <a:gd name="T17" fmla="*/ 10 h 52"/>
                <a:gd name="T18" fmla="*/ 122 w 122"/>
                <a:gd name="T19" fmla="*/ 5 h 52"/>
                <a:gd name="T20" fmla="*/ 122 w 122"/>
                <a:gd name="T21" fmla="*/ 0 h 52"/>
                <a:gd name="T22" fmla="*/ 23 w 122"/>
                <a:gd name="T23" fmla="*/ 0 h 52"/>
                <a:gd name="T24" fmla="*/ 98 w 122"/>
                <a:gd name="T25" fmla="*/ 17 h 52"/>
                <a:gd name="T26" fmla="*/ 73 w 122"/>
                <a:gd name="T27" fmla="*/ 43 h 52"/>
                <a:gd name="T28" fmla="*/ 47 w 122"/>
                <a:gd name="T29" fmla="*/ 17 h 52"/>
                <a:gd name="T30" fmla="*/ 48 w 122"/>
                <a:gd name="T31" fmla="*/ 10 h 52"/>
                <a:gd name="T32" fmla="*/ 97 w 122"/>
                <a:gd name="T33" fmla="*/ 10 h 52"/>
                <a:gd name="T34" fmla="*/ 98 w 122"/>
                <a:gd name="T35" fmla="*/ 1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2" h="52">
                  <a:moveTo>
                    <a:pt x="23" y="0"/>
                  </a:moveTo>
                  <a:cubicBezTo>
                    <a:pt x="0" y="0"/>
                    <a:pt x="0" y="0"/>
                    <a:pt x="0" y="0"/>
                  </a:cubicBezTo>
                  <a:cubicBezTo>
                    <a:pt x="0" y="10"/>
                    <a:pt x="0" y="10"/>
                    <a:pt x="0" y="10"/>
                  </a:cubicBezTo>
                  <a:cubicBezTo>
                    <a:pt x="36" y="10"/>
                    <a:pt x="36" y="10"/>
                    <a:pt x="36" y="10"/>
                  </a:cubicBezTo>
                  <a:cubicBezTo>
                    <a:pt x="36" y="11"/>
                    <a:pt x="36" y="13"/>
                    <a:pt x="36" y="15"/>
                  </a:cubicBezTo>
                  <a:cubicBezTo>
                    <a:pt x="36" y="35"/>
                    <a:pt x="52" y="52"/>
                    <a:pt x="73" y="52"/>
                  </a:cubicBezTo>
                  <a:cubicBezTo>
                    <a:pt x="93" y="52"/>
                    <a:pt x="110" y="35"/>
                    <a:pt x="110" y="15"/>
                  </a:cubicBezTo>
                  <a:cubicBezTo>
                    <a:pt x="110" y="13"/>
                    <a:pt x="109" y="11"/>
                    <a:pt x="109" y="10"/>
                  </a:cubicBezTo>
                  <a:cubicBezTo>
                    <a:pt x="122" y="10"/>
                    <a:pt x="122" y="10"/>
                    <a:pt x="122" y="10"/>
                  </a:cubicBezTo>
                  <a:cubicBezTo>
                    <a:pt x="122" y="5"/>
                    <a:pt x="122" y="5"/>
                    <a:pt x="122" y="5"/>
                  </a:cubicBezTo>
                  <a:cubicBezTo>
                    <a:pt x="122" y="0"/>
                    <a:pt x="122" y="0"/>
                    <a:pt x="122" y="0"/>
                  </a:cubicBezTo>
                  <a:lnTo>
                    <a:pt x="23" y="0"/>
                  </a:lnTo>
                  <a:close/>
                  <a:moveTo>
                    <a:pt x="98" y="17"/>
                  </a:moveTo>
                  <a:cubicBezTo>
                    <a:pt x="98" y="32"/>
                    <a:pt x="87" y="43"/>
                    <a:pt x="73" y="43"/>
                  </a:cubicBezTo>
                  <a:cubicBezTo>
                    <a:pt x="59" y="43"/>
                    <a:pt x="47" y="32"/>
                    <a:pt x="47" y="17"/>
                  </a:cubicBezTo>
                  <a:cubicBezTo>
                    <a:pt x="47" y="15"/>
                    <a:pt x="48" y="12"/>
                    <a:pt x="48" y="10"/>
                  </a:cubicBezTo>
                  <a:cubicBezTo>
                    <a:pt x="97" y="10"/>
                    <a:pt x="97" y="10"/>
                    <a:pt x="97" y="10"/>
                  </a:cubicBezTo>
                  <a:cubicBezTo>
                    <a:pt x="98" y="12"/>
                    <a:pt x="98" y="15"/>
                    <a:pt x="98"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57"/>
            <p:cNvSpPr>
              <a:spLocks/>
            </p:cNvSpPr>
            <p:nvPr/>
          </p:nvSpPr>
          <p:spPr bwMode="auto">
            <a:xfrm>
              <a:off x="1058863" y="3313113"/>
              <a:ext cx="303212" cy="17463"/>
            </a:xfrm>
            <a:custGeom>
              <a:avLst/>
              <a:gdLst>
                <a:gd name="T0" fmla="*/ 0 w 191"/>
                <a:gd name="T1" fmla="*/ 5 h 11"/>
                <a:gd name="T2" fmla="*/ 0 w 191"/>
                <a:gd name="T3" fmla="*/ 11 h 11"/>
                <a:gd name="T4" fmla="*/ 191 w 191"/>
                <a:gd name="T5" fmla="*/ 11 h 11"/>
                <a:gd name="T6" fmla="*/ 191 w 191"/>
                <a:gd name="T7" fmla="*/ 0 h 11"/>
                <a:gd name="T8" fmla="*/ 27 w 191"/>
                <a:gd name="T9" fmla="*/ 0 h 11"/>
                <a:gd name="T10" fmla="*/ 0 w 191"/>
                <a:gd name="T11" fmla="*/ 0 h 11"/>
                <a:gd name="T12" fmla="*/ 0 w 191"/>
                <a:gd name="T13" fmla="*/ 5 h 11"/>
              </a:gdLst>
              <a:ahLst/>
              <a:cxnLst>
                <a:cxn ang="0">
                  <a:pos x="T0" y="T1"/>
                </a:cxn>
                <a:cxn ang="0">
                  <a:pos x="T2" y="T3"/>
                </a:cxn>
                <a:cxn ang="0">
                  <a:pos x="T4" y="T5"/>
                </a:cxn>
                <a:cxn ang="0">
                  <a:pos x="T6" y="T7"/>
                </a:cxn>
                <a:cxn ang="0">
                  <a:pos x="T8" y="T9"/>
                </a:cxn>
                <a:cxn ang="0">
                  <a:pos x="T10" y="T11"/>
                </a:cxn>
                <a:cxn ang="0">
                  <a:pos x="T12" y="T13"/>
                </a:cxn>
              </a:cxnLst>
              <a:rect l="0" t="0" r="r" b="b"/>
              <a:pathLst>
                <a:path w="191" h="11">
                  <a:moveTo>
                    <a:pt x="0" y="5"/>
                  </a:moveTo>
                  <a:lnTo>
                    <a:pt x="0" y="11"/>
                  </a:lnTo>
                  <a:lnTo>
                    <a:pt x="191" y="11"/>
                  </a:lnTo>
                  <a:lnTo>
                    <a:pt x="191" y="0"/>
                  </a:lnTo>
                  <a:lnTo>
                    <a:pt x="27" y="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58"/>
            <p:cNvSpPr>
              <a:spLocks/>
            </p:cNvSpPr>
            <p:nvPr/>
          </p:nvSpPr>
          <p:spPr bwMode="auto">
            <a:xfrm>
              <a:off x="1303338" y="3600450"/>
              <a:ext cx="490537" cy="776288"/>
            </a:xfrm>
            <a:custGeom>
              <a:avLst/>
              <a:gdLst>
                <a:gd name="T0" fmla="*/ 137 w 283"/>
                <a:gd name="T1" fmla="*/ 75 h 448"/>
                <a:gd name="T2" fmla="*/ 103 w 283"/>
                <a:gd name="T3" fmla="*/ 101 h 448"/>
                <a:gd name="T4" fmla="*/ 94 w 283"/>
                <a:gd name="T5" fmla="*/ 100 h 448"/>
                <a:gd name="T6" fmla="*/ 48 w 283"/>
                <a:gd name="T7" fmla="*/ 87 h 448"/>
                <a:gd name="T8" fmla="*/ 63 w 283"/>
                <a:gd name="T9" fmla="*/ 107 h 448"/>
                <a:gd name="T10" fmla="*/ 134 w 283"/>
                <a:gd name="T11" fmla="*/ 196 h 448"/>
                <a:gd name="T12" fmla="*/ 42 w 283"/>
                <a:gd name="T13" fmla="*/ 200 h 448"/>
                <a:gd name="T14" fmla="*/ 6 w 283"/>
                <a:gd name="T15" fmla="*/ 223 h 448"/>
                <a:gd name="T16" fmla="*/ 10 w 283"/>
                <a:gd name="T17" fmla="*/ 266 h 448"/>
                <a:gd name="T18" fmla="*/ 130 w 283"/>
                <a:gd name="T19" fmla="*/ 431 h 448"/>
                <a:gd name="T20" fmla="*/ 163 w 283"/>
                <a:gd name="T21" fmla="*/ 448 h 448"/>
                <a:gd name="T22" fmla="*/ 188 w 283"/>
                <a:gd name="T23" fmla="*/ 440 h 448"/>
                <a:gd name="T24" fmla="*/ 197 w 283"/>
                <a:gd name="T25" fmla="*/ 382 h 448"/>
                <a:gd name="T26" fmla="*/ 123 w 283"/>
                <a:gd name="T27" fmla="*/ 279 h 448"/>
                <a:gd name="T28" fmla="*/ 191 w 283"/>
                <a:gd name="T29" fmla="*/ 276 h 448"/>
                <a:gd name="T30" fmla="*/ 210 w 283"/>
                <a:gd name="T31" fmla="*/ 271 h 448"/>
                <a:gd name="T32" fmla="*/ 221 w 283"/>
                <a:gd name="T33" fmla="*/ 266 h 448"/>
                <a:gd name="T34" fmla="*/ 269 w 283"/>
                <a:gd name="T35" fmla="*/ 178 h 448"/>
                <a:gd name="T36" fmla="*/ 165 w 283"/>
                <a:gd name="T37" fmla="*/ 30 h 448"/>
                <a:gd name="T38" fmla="*/ 63 w 283"/>
                <a:gd name="T39" fmla="*/ 18 h 448"/>
                <a:gd name="T40" fmla="*/ 112 w 283"/>
                <a:gd name="T41" fmla="*/ 32 h 448"/>
                <a:gd name="T42" fmla="*/ 137 w 283"/>
                <a:gd name="T43" fmla="*/ 75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3" h="448">
                  <a:moveTo>
                    <a:pt x="137" y="75"/>
                  </a:moveTo>
                  <a:cubicBezTo>
                    <a:pt x="133" y="90"/>
                    <a:pt x="119" y="101"/>
                    <a:pt x="103" y="101"/>
                  </a:cubicBezTo>
                  <a:cubicBezTo>
                    <a:pt x="100" y="101"/>
                    <a:pt x="97" y="100"/>
                    <a:pt x="94" y="100"/>
                  </a:cubicBezTo>
                  <a:cubicBezTo>
                    <a:pt x="48" y="87"/>
                    <a:pt x="48" y="87"/>
                    <a:pt x="48" y="87"/>
                  </a:cubicBezTo>
                  <a:cubicBezTo>
                    <a:pt x="52" y="94"/>
                    <a:pt x="57" y="101"/>
                    <a:pt x="63" y="107"/>
                  </a:cubicBezTo>
                  <a:cubicBezTo>
                    <a:pt x="84" y="131"/>
                    <a:pt x="112" y="162"/>
                    <a:pt x="134" y="196"/>
                  </a:cubicBezTo>
                  <a:cubicBezTo>
                    <a:pt x="42" y="200"/>
                    <a:pt x="42" y="200"/>
                    <a:pt x="42" y="200"/>
                  </a:cubicBezTo>
                  <a:cubicBezTo>
                    <a:pt x="27" y="201"/>
                    <a:pt x="13" y="210"/>
                    <a:pt x="6" y="223"/>
                  </a:cubicBezTo>
                  <a:cubicBezTo>
                    <a:pt x="0" y="237"/>
                    <a:pt x="1" y="253"/>
                    <a:pt x="10" y="266"/>
                  </a:cubicBezTo>
                  <a:cubicBezTo>
                    <a:pt x="130" y="431"/>
                    <a:pt x="130" y="431"/>
                    <a:pt x="130" y="431"/>
                  </a:cubicBezTo>
                  <a:cubicBezTo>
                    <a:pt x="138" y="442"/>
                    <a:pt x="150" y="448"/>
                    <a:pt x="163" y="448"/>
                  </a:cubicBezTo>
                  <a:cubicBezTo>
                    <a:pt x="172" y="448"/>
                    <a:pt x="180" y="445"/>
                    <a:pt x="188" y="440"/>
                  </a:cubicBezTo>
                  <a:cubicBezTo>
                    <a:pt x="206" y="426"/>
                    <a:pt x="210" y="400"/>
                    <a:pt x="197" y="382"/>
                  </a:cubicBezTo>
                  <a:cubicBezTo>
                    <a:pt x="123" y="279"/>
                    <a:pt x="123" y="279"/>
                    <a:pt x="123" y="279"/>
                  </a:cubicBezTo>
                  <a:cubicBezTo>
                    <a:pt x="191" y="276"/>
                    <a:pt x="191" y="276"/>
                    <a:pt x="191" y="276"/>
                  </a:cubicBezTo>
                  <a:cubicBezTo>
                    <a:pt x="198" y="276"/>
                    <a:pt x="205" y="274"/>
                    <a:pt x="210" y="271"/>
                  </a:cubicBezTo>
                  <a:cubicBezTo>
                    <a:pt x="214" y="269"/>
                    <a:pt x="217" y="268"/>
                    <a:pt x="221" y="266"/>
                  </a:cubicBezTo>
                  <a:cubicBezTo>
                    <a:pt x="251" y="251"/>
                    <a:pt x="283" y="229"/>
                    <a:pt x="269" y="178"/>
                  </a:cubicBezTo>
                  <a:cubicBezTo>
                    <a:pt x="243" y="111"/>
                    <a:pt x="218" y="76"/>
                    <a:pt x="165" y="30"/>
                  </a:cubicBezTo>
                  <a:cubicBezTo>
                    <a:pt x="130" y="0"/>
                    <a:pt x="88" y="3"/>
                    <a:pt x="63" y="18"/>
                  </a:cubicBezTo>
                  <a:cubicBezTo>
                    <a:pt x="112" y="32"/>
                    <a:pt x="112" y="32"/>
                    <a:pt x="112" y="32"/>
                  </a:cubicBezTo>
                  <a:cubicBezTo>
                    <a:pt x="131" y="37"/>
                    <a:pt x="142" y="56"/>
                    <a:pt x="137"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59"/>
            <p:cNvSpPr>
              <a:spLocks/>
            </p:cNvSpPr>
            <p:nvPr/>
          </p:nvSpPr>
          <p:spPr bwMode="auto">
            <a:xfrm>
              <a:off x="1076325" y="3667125"/>
              <a:ext cx="244475" cy="131763"/>
            </a:xfrm>
            <a:custGeom>
              <a:avLst/>
              <a:gdLst>
                <a:gd name="T0" fmla="*/ 7 w 141"/>
                <a:gd name="T1" fmla="*/ 19 h 76"/>
                <a:gd name="T2" fmla="*/ 120 w 141"/>
                <a:gd name="T3" fmla="*/ 54 h 76"/>
                <a:gd name="T4" fmla="*/ 141 w 141"/>
                <a:gd name="T5" fmla="*/ 38 h 76"/>
                <a:gd name="T6" fmla="*/ 0 w 141"/>
                <a:gd name="T7" fmla="*/ 0 h 76"/>
                <a:gd name="T8" fmla="*/ 7 w 141"/>
                <a:gd name="T9" fmla="*/ 19 h 76"/>
              </a:gdLst>
              <a:ahLst/>
              <a:cxnLst>
                <a:cxn ang="0">
                  <a:pos x="T0" y="T1"/>
                </a:cxn>
                <a:cxn ang="0">
                  <a:pos x="T2" y="T3"/>
                </a:cxn>
                <a:cxn ang="0">
                  <a:pos x="T4" y="T5"/>
                </a:cxn>
                <a:cxn ang="0">
                  <a:pos x="T6" y="T7"/>
                </a:cxn>
                <a:cxn ang="0">
                  <a:pos x="T8" y="T9"/>
                </a:cxn>
              </a:cxnLst>
              <a:rect l="0" t="0" r="r" b="b"/>
              <a:pathLst>
                <a:path w="141" h="76">
                  <a:moveTo>
                    <a:pt x="7" y="19"/>
                  </a:moveTo>
                  <a:cubicBezTo>
                    <a:pt x="28" y="60"/>
                    <a:pt x="79" y="76"/>
                    <a:pt x="120" y="54"/>
                  </a:cubicBezTo>
                  <a:cubicBezTo>
                    <a:pt x="128" y="50"/>
                    <a:pt x="135" y="44"/>
                    <a:pt x="141" y="38"/>
                  </a:cubicBezTo>
                  <a:cubicBezTo>
                    <a:pt x="0" y="0"/>
                    <a:pt x="0" y="0"/>
                    <a:pt x="0" y="0"/>
                  </a:cubicBezTo>
                  <a:cubicBezTo>
                    <a:pt x="1" y="7"/>
                    <a:pt x="4" y="13"/>
                    <a:pt x="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60"/>
            <p:cNvSpPr>
              <a:spLocks/>
            </p:cNvSpPr>
            <p:nvPr/>
          </p:nvSpPr>
          <p:spPr bwMode="auto">
            <a:xfrm>
              <a:off x="1098550" y="3468688"/>
              <a:ext cx="261937" cy="149225"/>
            </a:xfrm>
            <a:custGeom>
              <a:avLst/>
              <a:gdLst>
                <a:gd name="T0" fmla="*/ 142 w 151"/>
                <a:gd name="T1" fmla="*/ 56 h 86"/>
                <a:gd name="T2" fmla="*/ 29 w 151"/>
                <a:gd name="T3" fmla="*/ 21 h 86"/>
                <a:gd name="T4" fmla="*/ 0 w 151"/>
                <a:gd name="T5" fmla="*/ 46 h 86"/>
                <a:gd name="T6" fmla="*/ 151 w 151"/>
                <a:gd name="T7" fmla="*/ 86 h 86"/>
                <a:gd name="T8" fmla="*/ 142 w 151"/>
                <a:gd name="T9" fmla="*/ 56 h 86"/>
              </a:gdLst>
              <a:ahLst/>
              <a:cxnLst>
                <a:cxn ang="0">
                  <a:pos x="T0" y="T1"/>
                </a:cxn>
                <a:cxn ang="0">
                  <a:pos x="T2" y="T3"/>
                </a:cxn>
                <a:cxn ang="0">
                  <a:pos x="T4" y="T5"/>
                </a:cxn>
                <a:cxn ang="0">
                  <a:pos x="T6" y="T7"/>
                </a:cxn>
                <a:cxn ang="0">
                  <a:pos x="T8" y="T9"/>
                </a:cxn>
              </a:cxnLst>
              <a:rect l="0" t="0" r="r" b="b"/>
              <a:pathLst>
                <a:path w="151" h="86">
                  <a:moveTo>
                    <a:pt x="142" y="56"/>
                  </a:moveTo>
                  <a:cubicBezTo>
                    <a:pt x="120" y="15"/>
                    <a:pt x="70" y="0"/>
                    <a:pt x="29" y="21"/>
                  </a:cubicBezTo>
                  <a:cubicBezTo>
                    <a:pt x="17" y="27"/>
                    <a:pt x="8" y="36"/>
                    <a:pt x="0" y="46"/>
                  </a:cubicBezTo>
                  <a:cubicBezTo>
                    <a:pt x="151" y="86"/>
                    <a:pt x="151" y="86"/>
                    <a:pt x="151" y="86"/>
                  </a:cubicBezTo>
                  <a:cubicBezTo>
                    <a:pt x="150" y="76"/>
                    <a:pt x="147" y="66"/>
                    <a:pt x="142" y="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61"/>
            <p:cNvSpPr>
              <a:spLocks/>
            </p:cNvSpPr>
            <p:nvPr/>
          </p:nvSpPr>
          <p:spPr bwMode="auto">
            <a:xfrm>
              <a:off x="936625" y="3530600"/>
              <a:ext cx="595312" cy="228600"/>
            </a:xfrm>
            <a:custGeom>
              <a:avLst/>
              <a:gdLst>
                <a:gd name="T0" fmla="*/ 35 w 344"/>
                <a:gd name="T1" fmla="*/ 4 h 132"/>
                <a:gd name="T2" fmla="*/ 4 w 344"/>
                <a:gd name="T3" fmla="*/ 22 h 132"/>
                <a:gd name="T4" fmla="*/ 22 w 344"/>
                <a:gd name="T5" fmla="*/ 54 h 132"/>
                <a:gd name="T6" fmla="*/ 308 w 344"/>
                <a:gd name="T7" fmla="*/ 131 h 132"/>
                <a:gd name="T8" fmla="*/ 315 w 344"/>
                <a:gd name="T9" fmla="*/ 132 h 132"/>
                <a:gd name="T10" fmla="*/ 340 w 344"/>
                <a:gd name="T11" fmla="*/ 112 h 132"/>
                <a:gd name="T12" fmla="*/ 322 w 344"/>
                <a:gd name="T13" fmla="*/ 80 h 132"/>
                <a:gd name="T14" fmla="*/ 35 w 344"/>
                <a:gd name="T15" fmla="*/ 4 h 1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4" h="132">
                  <a:moveTo>
                    <a:pt x="35" y="4"/>
                  </a:moveTo>
                  <a:cubicBezTo>
                    <a:pt x="22" y="0"/>
                    <a:pt x="7" y="8"/>
                    <a:pt x="4" y="22"/>
                  </a:cubicBezTo>
                  <a:cubicBezTo>
                    <a:pt x="0" y="36"/>
                    <a:pt x="8" y="50"/>
                    <a:pt x="22" y="54"/>
                  </a:cubicBezTo>
                  <a:cubicBezTo>
                    <a:pt x="308" y="131"/>
                    <a:pt x="308" y="131"/>
                    <a:pt x="308" y="131"/>
                  </a:cubicBezTo>
                  <a:cubicBezTo>
                    <a:pt x="310" y="131"/>
                    <a:pt x="313" y="132"/>
                    <a:pt x="315" y="132"/>
                  </a:cubicBezTo>
                  <a:cubicBezTo>
                    <a:pt x="326" y="132"/>
                    <a:pt x="337" y="124"/>
                    <a:pt x="340" y="112"/>
                  </a:cubicBezTo>
                  <a:cubicBezTo>
                    <a:pt x="344" y="98"/>
                    <a:pt x="336" y="84"/>
                    <a:pt x="322" y="80"/>
                  </a:cubicBezTo>
                  <a:lnTo>
                    <a:pt x="35"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2" name="组合 61"/>
          <p:cNvGrpSpPr/>
          <p:nvPr/>
        </p:nvGrpSpPr>
        <p:grpSpPr>
          <a:xfrm>
            <a:off x="4300538" y="2870200"/>
            <a:ext cx="1703387" cy="1636713"/>
            <a:chOff x="4300538" y="2870200"/>
            <a:chExt cx="1703387" cy="1636713"/>
          </a:xfrm>
          <a:solidFill>
            <a:schemeClr val="tx1">
              <a:lumMod val="65000"/>
              <a:lumOff val="35000"/>
            </a:schemeClr>
          </a:solidFill>
        </p:grpSpPr>
        <p:sp>
          <p:nvSpPr>
            <p:cNvPr id="63" name="Freeform 62"/>
            <p:cNvSpPr>
              <a:spLocks/>
            </p:cNvSpPr>
            <p:nvPr/>
          </p:nvSpPr>
          <p:spPr bwMode="auto">
            <a:xfrm>
              <a:off x="4508500" y="3387725"/>
              <a:ext cx="792162" cy="1119188"/>
            </a:xfrm>
            <a:custGeom>
              <a:avLst/>
              <a:gdLst>
                <a:gd name="T0" fmla="*/ 130 w 458"/>
                <a:gd name="T1" fmla="*/ 237 h 647"/>
                <a:gd name="T2" fmla="*/ 100 w 458"/>
                <a:gd name="T3" fmla="*/ 381 h 647"/>
                <a:gd name="T4" fmla="*/ 86 w 458"/>
                <a:gd name="T5" fmla="*/ 374 h 647"/>
                <a:gd name="T6" fmla="*/ 118 w 458"/>
                <a:gd name="T7" fmla="*/ 251 h 647"/>
                <a:gd name="T8" fmla="*/ 88 w 458"/>
                <a:gd name="T9" fmla="*/ 274 h 647"/>
                <a:gd name="T10" fmla="*/ 86 w 458"/>
                <a:gd name="T11" fmla="*/ 275 h 647"/>
                <a:gd name="T12" fmla="*/ 61 w 458"/>
                <a:gd name="T13" fmla="*/ 425 h 647"/>
                <a:gd name="T14" fmla="*/ 45 w 458"/>
                <a:gd name="T15" fmla="*/ 426 h 647"/>
                <a:gd name="T16" fmla="*/ 65 w 458"/>
                <a:gd name="T17" fmla="*/ 283 h 647"/>
                <a:gd name="T18" fmla="*/ 0 w 458"/>
                <a:gd name="T19" fmla="*/ 304 h 647"/>
                <a:gd name="T20" fmla="*/ 7 w 458"/>
                <a:gd name="T21" fmla="*/ 324 h 647"/>
                <a:gd name="T22" fmla="*/ 23 w 458"/>
                <a:gd name="T23" fmla="*/ 397 h 647"/>
                <a:gd name="T24" fmla="*/ 29 w 458"/>
                <a:gd name="T25" fmla="*/ 395 h 647"/>
                <a:gd name="T26" fmla="*/ 38 w 458"/>
                <a:gd name="T27" fmla="*/ 600 h 647"/>
                <a:gd name="T28" fmla="*/ 52 w 458"/>
                <a:gd name="T29" fmla="*/ 603 h 647"/>
                <a:gd name="T30" fmla="*/ 53 w 458"/>
                <a:gd name="T31" fmla="*/ 607 h 647"/>
                <a:gd name="T32" fmla="*/ 98 w 458"/>
                <a:gd name="T33" fmla="*/ 644 h 647"/>
                <a:gd name="T34" fmla="*/ 136 w 458"/>
                <a:gd name="T35" fmla="*/ 601 h 647"/>
                <a:gd name="T36" fmla="*/ 151 w 458"/>
                <a:gd name="T37" fmla="*/ 596 h 647"/>
                <a:gd name="T38" fmla="*/ 125 w 458"/>
                <a:gd name="T39" fmla="*/ 364 h 647"/>
                <a:gd name="T40" fmla="*/ 168 w 458"/>
                <a:gd name="T41" fmla="*/ 294 h 647"/>
                <a:gd name="T42" fmla="*/ 422 w 458"/>
                <a:gd name="T43" fmla="*/ 112 h 647"/>
                <a:gd name="T44" fmla="*/ 408 w 458"/>
                <a:gd name="T45" fmla="*/ 100 h 647"/>
                <a:gd name="T46" fmla="*/ 435 w 458"/>
                <a:gd name="T47" fmla="*/ 81 h 647"/>
                <a:gd name="T48" fmla="*/ 444 w 458"/>
                <a:gd name="T49" fmla="*/ 23 h 647"/>
                <a:gd name="T50" fmla="*/ 387 w 458"/>
                <a:gd name="T51" fmla="*/ 13 h 647"/>
                <a:gd name="T52" fmla="*/ 369 w 458"/>
                <a:gd name="T53" fmla="*/ 26 h 647"/>
                <a:gd name="T54" fmla="*/ 367 w 458"/>
                <a:gd name="T55" fmla="*/ 17 h 647"/>
                <a:gd name="T56" fmla="*/ 183 w 458"/>
                <a:gd name="T57" fmla="*/ 144 h 647"/>
                <a:gd name="T58" fmla="*/ 184 w 458"/>
                <a:gd name="T59" fmla="*/ 145 h 647"/>
                <a:gd name="T60" fmla="*/ 130 w 458"/>
                <a:gd name="T61" fmla="*/ 237 h 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58" h="647">
                  <a:moveTo>
                    <a:pt x="130" y="237"/>
                  </a:moveTo>
                  <a:cubicBezTo>
                    <a:pt x="137" y="248"/>
                    <a:pt x="147" y="283"/>
                    <a:pt x="100" y="381"/>
                  </a:cubicBezTo>
                  <a:cubicBezTo>
                    <a:pt x="86" y="374"/>
                    <a:pt x="86" y="374"/>
                    <a:pt x="86" y="374"/>
                  </a:cubicBezTo>
                  <a:cubicBezTo>
                    <a:pt x="123" y="295"/>
                    <a:pt x="122" y="262"/>
                    <a:pt x="118" y="251"/>
                  </a:cubicBezTo>
                  <a:cubicBezTo>
                    <a:pt x="108" y="262"/>
                    <a:pt x="98" y="270"/>
                    <a:pt x="88" y="274"/>
                  </a:cubicBezTo>
                  <a:cubicBezTo>
                    <a:pt x="87" y="275"/>
                    <a:pt x="87" y="275"/>
                    <a:pt x="86" y="275"/>
                  </a:cubicBezTo>
                  <a:cubicBezTo>
                    <a:pt x="81" y="285"/>
                    <a:pt x="59" y="337"/>
                    <a:pt x="61" y="425"/>
                  </a:cubicBezTo>
                  <a:cubicBezTo>
                    <a:pt x="45" y="426"/>
                    <a:pt x="45" y="426"/>
                    <a:pt x="45" y="426"/>
                  </a:cubicBezTo>
                  <a:cubicBezTo>
                    <a:pt x="44" y="354"/>
                    <a:pt x="57" y="307"/>
                    <a:pt x="65" y="283"/>
                  </a:cubicBezTo>
                  <a:cubicBezTo>
                    <a:pt x="39" y="293"/>
                    <a:pt x="12" y="301"/>
                    <a:pt x="0" y="304"/>
                  </a:cubicBezTo>
                  <a:cubicBezTo>
                    <a:pt x="7" y="324"/>
                    <a:pt x="7" y="324"/>
                    <a:pt x="7" y="324"/>
                  </a:cubicBezTo>
                  <a:cubicBezTo>
                    <a:pt x="23" y="397"/>
                    <a:pt x="23" y="397"/>
                    <a:pt x="23" y="397"/>
                  </a:cubicBezTo>
                  <a:cubicBezTo>
                    <a:pt x="23" y="397"/>
                    <a:pt x="25" y="396"/>
                    <a:pt x="29" y="395"/>
                  </a:cubicBezTo>
                  <a:cubicBezTo>
                    <a:pt x="38" y="600"/>
                    <a:pt x="38" y="600"/>
                    <a:pt x="38" y="600"/>
                  </a:cubicBezTo>
                  <a:cubicBezTo>
                    <a:pt x="38" y="600"/>
                    <a:pt x="44" y="601"/>
                    <a:pt x="52" y="603"/>
                  </a:cubicBezTo>
                  <a:cubicBezTo>
                    <a:pt x="53" y="607"/>
                    <a:pt x="53" y="607"/>
                    <a:pt x="53" y="607"/>
                  </a:cubicBezTo>
                  <a:cubicBezTo>
                    <a:pt x="55" y="630"/>
                    <a:pt x="75" y="647"/>
                    <a:pt x="98" y="644"/>
                  </a:cubicBezTo>
                  <a:cubicBezTo>
                    <a:pt x="120" y="642"/>
                    <a:pt x="137" y="623"/>
                    <a:pt x="136" y="601"/>
                  </a:cubicBezTo>
                  <a:cubicBezTo>
                    <a:pt x="141" y="600"/>
                    <a:pt x="146" y="598"/>
                    <a:pt x="151" y="596"/>
                  </a:cubicBezTo>
                  <a:cubicBezTo>
                    <a:pt x="125" y="364"/>
                    <a:pt x="125" y="364"/>
                    <a:pt x="125" y="364"/>
                  </a:cubicBezTo>
                  <a:cubicBezTo>
                    <a:pt x="147" y="354"/>
                    <a:pt x="160" y="325"/>
                    <a:pt x="168" y="294"/>
                  </a:cubicBezTo>
                  <a:cubicBezTo>
                    <a:pt x="245" y="247"/>
                    <a:pt x="391" y="155"/>
                    <a:pt x="422" y="112"/>
                  </a:cubicBezTo>
                  <a:cubicBezTo>
                    <a:pt x="417" y="108"/>
                    <a:pt x="412" y="104"/>
                    <a:pt x="408" y="100"/>
                  </a:cubicBezTo>
                  <a:cubicBezTo>
                    <a:pt x="435" y="81"/>
                    <a:pt x="435" y="81"/>
                    <a:pt x="435" y="81"/>
                  </a:cubicBezTo>
                  <a:cubicBezTo>
                    <a:pt x="453" y="68"/>
                    <a:pt x="458" y="42"/>
                    <a:pt x="444" y="23"/>
                  </a:cubicBezTo>
                  <a:cubicBezTo>
                    <a:pt x="431" y="4"/>
                    <a:pt x="405" y="0"/>
                    <a:pt x="387" y="13"/>
                  </a:cubicBezTo>
                  <a:cubicBezTo>
                    <a:pt x="369" y="26"/>
                    <a:pt x="369" y="26"/>
                    <a:pt x="369" y="26"/>
                  </a:cubicBezTo>
                  <a:cubicBezTo>
                    <a:pt x="368" y="20"/>
                    <a:pt x="367" y="17"/>
                    <a:pt x="367" y="17"/>
                  </a:cubicBezTo>
                  <a:cubicBezTo>
                    <a:pt x="183" y="144"/>
                    <a:pt x="183" y="144"/>
                    <a:pt x="183" y="144"/>
                  </a:cubicBezTo>
                  <a:cubicBezTo>
                    <a:pt x="184" y="145"/>
                    <a:pt x="184" y="145"/>
                    <a:pt x="184" y="145"/>
                  </a:cubicBezTo>
                  <a:cubicBezTo>
                    <a:pt x="183" y="148"/>
                    <a:pt x="159" y="199"/>
                    <a:pt x="130" y="2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63"/>
            <p:cNvSpPr>
              <a:spLocks/>
            </p:cNvSpPr>
            <p:nvPr/>
          </p:nvSpPr>
          <p:spPr bwMode="auto">
            <a:xfrm>
              <a:off x="4491038" y="3860800"/>
              <a:ext cx="20637" cy="26988"/>
            </a:xfrm>
            <a:custGeom>
              <a:avLst/>
              <a:gdLst>
                <a:gd name="T0" fmla="*/ 7 w 12"/>
                <a:gd name="T1" fmla="*/ 15 h 16"/>
                <a:gd name="T2" fmla="*/ 12 w 12"/>
                <a:gd name="T3" fmla="*/ 0 h 16"/>
                <a:gd name="T4" fmla="*/ 0 w 12"/>
                <a:gd name="T5" fmla="*/ 5 h 16"/>
                <a:gd name="T6" fmla="*/ 4 w 12"/>
                <a:gd name="T7" fmla="*/ 16 h 16"/>
                <a:gd name="T8" fmla="*/ 7 w 12"/>
                <a:gd name="T9" fmla="*/ 15 h 16"/>
              </a:gdLst>
              <a:ahLst/>
              <a:cxnLst>
                <a:cxn ang="0">
                  <a:pos x="T0" y="T1"/>
                </a:cxn>
                <a:cxn ang="0">
                  <a:pos x="T2" y="T3"/>
                </a:cxn>
                <a:cxn ang="0">
                  <a:pos x="T4" y="T5"/>
                </a:cxn>
                <a:cxn ang="0">
                  <a:pos x="T6" y="T7"/>
                </a:cxn>
                <a:cxn ang="0">
                  <a:pos x="T8" y="T9"/>
                </a:cxn>
              </a:cxnLst>
              <a:rect l="0" t="0" r="r" b="b"/>
              <a:pathLst>
                <a:path w="12" h="16">
                  <a:moveTo>
                    <a:pt x="7" y="15"/>
                  </a:moveTo>
                  <a:cubicBezTo>
                    <a:pt x="9" y="10"/>
                    <a:pt x="11" y="5"/>
                    <a:pt x="12" y="0"/>
                  </a:cubicBezTo>
                  <a:cubicBezTo>
                    <a:pt x="8" y="2"/>
                    <a:pt x="4" y="3"/>
                    <a:pt x="0" y="5"/>
                  </a:cubicBezTo>
                  <a:cubicBezTo>
                    <a:pt x="4" y="16"/>
                    <a:pt x="4" y="16"/>
                    <a:pt x="4" y="16"/>
                  </a:cubicBezTo>
                  <a:cubicBezTo>
                    <a:pt x="5" y="16"/>
                    <a:pt x="6" y="15"/>
                    <a:pt x="7"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64"/>
            <p:cNvSpPr>
              <a:spLocks/>
            </p:cNvSpPr>
            <p:nvPr/>
          </p:nvSpPr>
          <p:spPr bwMode="auto">
            <a:xfrm>
              <a:off x="4470400" y="3544888"/>
              <a:ext cx="103187" cy="104775"/>
            </a:xfrm>
            <a:custGeom>
              <a:avLst/>
              <a:gdLst>
                <a:gd name="T0" fmla="*/ 0 w 60"/>
                <a:gd name="T1" fmla="*/ 2 h 60"/>
                <a:gd name="T2" fmla="*/ 54 w 60"/>
                <a:gd name="T3" fmla="*/ 60 h 60"/>
                <a:gd name="T4" fmla="*/ 60 w 60"/>
                <a:gd name="T5" fmla="*/ 0 h 60"/>
                <a:gd name="T6" fmla="*/ 0 w 60"/>
                <a:gd name="T7" fmla="*/ 2 h 60"/>
              </a:gdLst>
              <a:ahLst/>
              <a:cxnLst>
                <a:cxn ang="0">
                  <a:pos x="T0" y="T1"/>
                </a:cxn>
                <a:cxn ang="0">
                  <a:pos x="T2" y="T3"/>
                </a:cxn>
                <a:cxn ang="0">
                  <a:pos x="T4" y="T5"/>
                </a:cxn>
                <a:cxn ang="0">
                  <a:pos x="T6" y="T7"/>
                </a:cxn>
              </a:cxnLst>
              <a:rect l="0" t="0" r="r" b="b"/>
              <a:pathLst>
                <a:path w="60" h="60">
                  <a:moveTo>
                    <a:pt x="0" y="2"/>
                  </a:moveTo>
                  <a:cubicBezTo>
                    <a:pt x="13" y="19"/>
                    <a:pt x="32" y="40"/>
                    <a:pt x="54" y="60"/>
                  </a:cubicBezTo>
                  <a:cubicBezTo>
                    <a:pt x="58" y="37"/>
                    <a:pt x="59" y="16"/>
                    <a:pt x="60" y="0"/>
                  </a:cubicBezTo>
                  <a:cubicBezTo>
                    <a:pt x="40" y="8"/>
                    <a:pt x="19" y="8"/>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65"/>
            <p:cNvSpPr>
              <a:spLocks/>
            </p:cNvSpPr>
            <p:nvPr/>
          </p:nvSpPr>
          <p:spPr bwMode="auto">
            <a:xfrm>
              <a:off x="4535488" y="3240088"/>
              <a:ext cx="492125" cy="636588"/>
            </a:xfrm>
            <a:custGeom>
              <a:avLst/>
              <a:gdLst>
                <a:gd name="T0" fmla="*/ 38 w 284"/>
                <a:gd name="T1" fmla="*/ 167 h 368"/>
                <a:gd name="T2" fmla="*/ 26 w 284"/>
                <a:gd name="T3" fmla="*/ 272 h 368"/>
                <a:gd name="T4" fmla="*/ 41 w 284"/>
                <a:gd name="T5" fmla="*/ 285 h 368"/>
                <a:gd name="T6" fmla="*/ 46 w 284"/>
                <a:gd name="T7" fmla="*/ 311 h 368"/>
                <a:gd name="T8" fmla="*/ 30 w 284"/>
                <a:gd name="T9" fmla="*/ 333 h 368"/>
                <a:gd name="T10" fmla="*/ 6 w 284"/>
                <a:gd name="T11" fmla="*/ 348 h 368"/>
                <a:gd name="T12" fmla="*/ 0 w 284"/>
                <a:gd name="T13" fmla="*/ 368 h 368"/>
                <a:gd name="T14" fmla="*/ 66 w 284"/>
                <a:gd name="T15" fmla="*/ 345 h 368"/>
                <a:gd name="T16" fmla="*/ 146 w 284"/>
                <a:gd name="T17" fmla="*/ 238 h 368"/>
                <a:gd name="T18" fmla="*/ 143 w 284"/>
                <a:gd name="T19" fmla="*/ 229 h 368"/>
                <a:gd name="T20" fmla="*/ 113 w 284"/>
                <a:gd name="T21" fmla="*/ 190 h 368"/>
                <a:gd name="T22" fmla="*/ 247 w 284"/>
                <a:gd name="T23" fmla="*/ 84 h 368"/>
                <a:gd name="T24" fmla="*/ 241 w 284"/>
                <a:gd name="T25" fmla="*/ 67 h 368"/>
                <a:gd name="T26" fmla="*/ 267 w 284"/>
                <a:gd name="T27" fmla="*/ 52 h 368"/>
                <a:gd name="T28" fmla="*/ 277 w 284"/>
                <a:gd name="T29" fmla="*/ 16 h 368"/>
                <a:gd name="T30" fmla="*/ 241 w 284"/>
                <a:gd name="T31" fmla="*/ 7 h 368"/>
                <a:gd name="T32" fmla="*/ 222 w 284"/>
                <a:gd name="T33" fmla="*/ 18 h 368"/>
                <a:gd name="T34" fmla="*/ 220 w 284"/>
                <a:gd name="T35" fmla="*/ 10 h 368"/>
                <a:gd name="T36" fmla="*/ 79 w 284"/>
                <a:gd name="T37" fmla="*/ 99 h 368"/>
                <a:gd name="T38" fmla="*/ 38 w 284"/>
                <a:gd name="T39" fmla="*/ 167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84" h="368">
                  <a:moveTo>
                    <a:pt x="38" y="167"/>
                  </a:moveTo>
                  <a:cubicBezTo>
                    <a:pt x="38" y="193"/>
                    <a:pt x="35" y="228"/>
                    <a:pt x="26" y="272"/>
                  </a:cubicBezTo>
                  <a:cubicBezTo>
                    <a:pt x="32" y="275"/>
                    <a:pt x="37" y="279"/>
                    <a:pt x="41" y="285"/>
                  </a:cubicBezTo>
                  <a:cubicBezTo>
                    <a:pt x="46" y="293"/>
                    <a:pt x="48" y="302"/>
                    <a:pt x="46" y="311"/>
                  </a:cubicBezTo>
                  <a:cubicBezTo>
                    <a:pt x="44" y="320"/>
                    <a:pt x="38" y="328"/>
                    <a:pt x="30" y="333"/>
                  </a:cubicBezTo>
                  <a:cubicBezTo>
                    <a:pt x="23" y="338"/>
                    <a:pt x="15" y="343"/>
                    <a:pt x="6" y="348"/>
                  </a:cubicBezTo>
                  <a:cubicBezTo>
                    <a:pt x="4" y="354"/>
                    <a:pt x="2" y="361"/>
                    <a:pt x="0" y="368"/>
                  </a:cubicBezTo>
                  <a:cubicBezTo>
                    <a:pt x="19" y="362"/>
                    <a:pt x="44" y="354"/>
                    <a:pt x="66" y="345"/>
                  </a:cubicBezTo>
                  <a:cubicBezTo>
                    <a:pt x="93" y="334"/>
                    <a:pt x="128" y="274"/>
                    <a:pt x="146" y="238"/>
                  </a:cubicBezTo>
                  <a:cubicBezTo>
                    <a:pt x="143" y="229"/>
                    <a:pt x="143" y="229"/>
                    <a:pt x="143" y="229"/>
                  </a:cubicBezTo>
                  <a:cubicBezTo>
                    <a:pt x="113" y="190"/>
                    <a:pt x="113" y="190"/>
                    <a:pt x="113" y="190"/>
                  </a:cubicBezTo>
                  <a:cubicBezTo>
                    <a:pt x="247" y="84"/>
                    <a:pt x="247" y="84"/>
                    <a:pt x="247" y="84"/>
                  </a:cubicBezTo>
                  <a:cubicBezTo>
                    <a:pt x="241" y="67"/>
                    <a:pt x="241" y="67"/>
                    <a:pt x="241" y="67"/>
                  </a:cubicBezTo>
                  <a:cubicBezTo>
                    <a:pt x="267" y="52"/>
                    <a:pt x="267" y="52"/>
                    <a:pt x="267" y="52"/>
                  </a:cubicBezTo>
                  <a:cubicBezTo>
                    <a:pt x="280" y="45"/>
                    <a:pt x="284" y="29"/>
                    <a:pt x="277" y="16"/>
                  </a:cubicBezTo>
                  <a:cubicBezTo>
                    <a:pt x="270" y="4"/>
                    <a:pt x="254" y="0"/>
                    <a:pt x="241" y="7"/>
                  </a:cubicBezTo>
                  <a:cubicBezTo>
                    <a:pt x="222" y="18"/>
                    <a:pt x="222" y="18"/>
                    <a:pt x="222" y="18"/>
                  </a:cubicBezTo>
                  <a:cubicBezTo>
                    <a:pt x="220" y="10"/>
                    <a:pt x="220" y="10"/>
                    <a:pt x="220" y="10"/>
                  </a:cubicBezTo>
                  <a:cubicBezTo>
                    <a:pt x="79" y="99"/>
                    <a:pt x="79" y="99"/>
                    <a:pt x="79" y="99"/>
                  </a:cubicBezTo>
                  <a:cubicBezTo>
                    <a:pt x="77" y="126"/>
                    <a:pt x="62" y="152"/>
                    <a:pt x="38" y="1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66"/>
            <p:cNvSpPr>
              <a:spLocks/>
            </p:cNvSpPr>
            <p:nvPr/>
          </p:nvSpPr>
          <p:spPr bwMode="auto">
            <a:xfrm>
              <a:off x="4311650" y="3525838"/>
              <a:ext cx="295275" cy="347663"/>
            </a:xfrm>
            <a:custGeom>
              <a:avLst/>
              <a:gdLst>
                <a:gd name="T0" fmla="*/ 41 w 171"/>
                <a:gd name="T1" fmla="*/ 197 h 201"/>
                <a:gd name="T2" fmla="*/ 77 w 171"/>
                <a:gd name="T3" fmla="*/ 197 h 201"/>
                <a:gd name="T4" fmla="*/ 155 w 171"/>
                <a:gd name="T5" fmla="*/ 161 h 201"/>
                <a:gd name="T6" fmla="*/ 163 w 171"/>
                <a:gd name="T7" fmla="*/ 125 h 201"/>
                <a:gd name="T8" fmla="*/ 127 w 171"/>
                <a:gd name="T9" fmla="*/ 117 h 201"/>
                <a:gd name="T10" fmla="*/ 66 w 171"/>
                <a:gd name="T11" fmla="*/ 147 h 201"/>
                <a:gd name="T12" fmla="*/ 62 w 171"/>
                <a:gd name="T13" fmla="*/ 116 h 201"/>
                <a:gd name="T14" fmla="*/ 63 w 171"/>
                <a:gd name="T15" fmla="*/ 95 h 201"/>
                <a:gd name="T16" fmla="*/ 78 w 171"/>
                <a:gd name="T17" fmla="*/ 133 h 201"/>
                <a:gd name="T18" fmla="*/ 122 w 171"/>
                <a:gd name="T19" fmla="*/ 109 h 201"/>
                <a:gd name="T20" fmla="*/ 134 w 171"/>
                <a:gd name="T21" fmla="*/ 104 h 201"/>
                <a:gd name="T22" fmla="*/ 140 w 171"/>
                <a:gd name="T23" fmla="*/ 104 h 201"/>
                <a:gd name="T24" fmla="*/ 143 w 171"/>
                <a:gd name="T25" fmla="*/ 90 h 201"/>
                <a:gd name="T26" fmla="*/ 143 w 171"/>
                <a:gd name="T27" fmla="*/ 89 h 201"/>
                <a:gd name="T28" fmla="*/ 61 w 171"/>
                <a:gd name="T29" fmla="*/ 0 h 201"/>
                <a:gd name="T30" fmla="*/ 44 w 171"/>
                <a:gd name="T31" fmla="*/ 7 h 201"/>
                <a:gd name="T32" fmla="*/ 28 w 171"/>
                <a:gd name="T33" fmla="*/ 21 h 201"/>
                <a:gd name="T34" fmla="*/ 14 w 171"/>
                <a:gd name="T35" fmla="*/ 155 h 201"/>
                <a:gd name="T36" fmla="*/ 17 w 171"/>
                <a:gd name="T37" fmla="*/ 170 h 201"/>
                <a:gd name="T38" fmla="*/ 41 w 171"/>
                <a:gd name="T39" fmla="*/ 197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1" h="201">
                  <a:moveTo>
                    <a:pt x="41" y="197"/>
                  </a:moveTo>
                  <a:cubicBezTo>
                    <a:pt x="51" y="201"/>
                    <a:pt x="63" y="200"/>
                    <a:pt x="77" y="197"/>
                  </a:cubicBezTo>
                  <a:cubicBezTo>
                    <a:pt x="105" y="191"/>
                    <a:pt x="136" y="173"/>
                    <a:pt x="155" y="161"/>
                  </a:cubicBezTo>
                  <a:cubicBezTo>
                    <a:pt x="168" y="153"/>
                    <a:pt x="171" y="137"/>
                    <a:pt x="163" y="125"/>
                  </a:cubicBezTo>
                  <a:cubicBezTo>
                    <a:pt x="156" y="113"/>
                    <a:pt x="140" y="109"/>
                    <a:pt x="127" y="117"/>
                  </a:cubicBezTo>
                  <a:cubicBezTo>
                    <a:pt x="106" y="131"/>
                    <a:pt x="80" y="143"/>
                    <a:pt x="66" y="147"/>
                  </a:cubicBezTo>
                  <a:cubicBezTo>
                    <a:pt x="64" y="136"/>
                    <a:pt x="62" y="126"/>
                    <a:pt x="62" y="116"/>
                  </a:cubicBezTo>
                  <a:cubicBezTo>
                    <a:pt x="62" y="109"/>
                    <a:pt x="62" y="102"/>
                    <a:pt x="63" y="95"/>
                  </a:cubicBezTo>
                  <a:cubicBezTo>
                    <a:pt x="78" y="133"/>
                    <a:pt x="78" y="133"/>
                    <a:pt x="78" y="133"/>
                  </a:cubicBezTo>
                  <a:cubicBezTo>
                    <a:pt x="91" y="127"/>
                    <a:pt x="108" y="118"/>
                    <a:pt x="122" y="109"/>
                  </a:cubicBezTo>
                  <a:cubicBezTo>
                    <a:pt x="126" y="107"/>
                    <a:pt x="130" y="105"/>
                    <a:pt x="134" y="104"/>
                  </a:cubicBezTo>
                  <a:cubicBezTo>
                    <a:pt x="136" y="104"/>
                    <a:pt x="138" y="104"/>
                    <a:pt x="140" y="104"/>
                  </a:cubicBezTo>
                  <a:cubicBezTo>
                    <a:pt x="141" y="99"/>
                    <a:pt x="142" y="94"/>
                    <a:pt x="143" y="90"/>
                  </a:cubicBezTo>
                  <a:cubicBezTo>
                    <a:pt x="143" y="89"/>
                    <a:pt x="143" y="89"/>
                    <a:pt x="143" y="89"/>
                  </a:cubicBezTo>
                  <a:cubicBezTo>
                    <a:pt x="101" y="54"/>
                    <a:pt x="68" y="10"/>
                    <a:pt x="61" y="0"/>
                  </a:cubicBezTo>
                  <a:cubicBezTo>
                    <a:pt x="44" y="7"/>
                    <a:pt x="44" y="7"/>
                    <a:pt x="44" y="7"/>
                  </a:cubicBezTo>
                  <a:cubicBezTo>
                    <a:pt x="37" y="9"/>
                    <a:pt x="31" y="14"/>
                    <a:pt x="28" y="21"/>
                  </a:cubicBezTo>
                  <a:cubicBezTo>
                    <a:pt x="27" y="23"/>
                    <a:pt x="0" y="78"/>
                    <a:pt x="14" y="155"/>
                  </a:cubicBezTo>
                  <a:cubicBezTo>
                    <a:pt x="15" y="160"/>
                    <a:pt x="16" y="165"/>
                    <a:pt x="17" y="170"/>
                  </a:cubicBezTo>
                  <a:cubicBezTo>
                    <a:pt x="21" y="183"/>
                    <a:pt x="29" y="192"/>
                    <a:pt x="41" y="19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67"/>
            <p:cNvSpPr>
              <a:spLocks/>
            </p:cNvSpPr>
            <p:nvPr/>
          </p:nvSpPr>
          <p:spPr bwMode="auto">
            <a:xfrm>
              <a:off x="4354513" y="3236913"/>
              <a:ext cx="322262" cy="322263"/>
            </a:xfrm>
            <a:custGeom>
              <a:avLst/>
              <a:gdLst>
                <a:gd name="T0" fmla="*/ 124 w 186"/>
                <a:gd name="T1" fmla="*/ 169 h 186"/>
                <a:gd name="T2" fmla="*/ 169 w 186"/>
                <a:gd name="T3" fmla="*/ 62 h 186"/>
                <a:gd name="T4" fmla="*/ 62 w 186"/>
                <a:gd name="T5" fmla="*/ 17 h 186"/>
                <a:gd name="T6" fmla="*/ 17 w 186"/>
                <a:gd name="T7" fmla="*/ 124 h 186"/>
                <a:gd name="T8" fmla="*/ 124 w 186"/>
                <a:gd name="T9" fmla="*/ 169 h 186"/>
              </a:gdLst>
              <a:ahLst/>
              <a:cxnLst>
                <a:cxn ang="0">
                  <a:pos x="T0" y="T1"/>
                </a:cxn>
                <a:cxn ang="0">
                  <a:pos x="T2" y="T3"/>
                </a:cxn>
                <a:cxn ang="0">
                  <a:pos x="T4" y="T5"/>
                </a:cxn>
                <a:cxn ang="0">
                  <a:pos x="T6" y="T7"/>
                </a:cxn>
                <a:cxn ang="0">
                  <a:pos x="T8" y="T9"/>
                </a:cxn>
              </a:cxnLst>
              <a:rect l="0" t="0" r="r" b="b"/>
              <a:pathLst>
                <a:path w="186" h="186">
                  <a:moveTo>
                    <a:pt x="124" y="169"/>
                  </a:moveTo>
                  <a:cubicBezTo>
                    <a:pt x="166" y="152"/>
                    <a:pt x="186" y="104"/>
                    <a:pt x="169" y="62"/>
                  </a:cubicBezTo>
                  <a:cubicBezTo>
                    <a:pt x="152" y="20"/>
                    <a:pt x="104" y="0"/>
                    <a:pt x="62" y="17"/>
                  </a:cubicBezTo>
                  <a:cubicBezTo>
                    <a:pt x="20" y="34"/>
                    <a:pt x="0" y="82"/>
                    <a:pt x="17" y="124"/>
                  </a:cubicBezTo>
                  <a:cubicBezTo>
                    <a:pt x="35" y="166"/>
                    <a:pt x="82" y="186"/>
                    <a:pt x="124" y="1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68"/>
            <p:cNvSpPr>
              <a:spLocks/>
            </p:cNvSpPr>
            <p:nvPr/>
          </p:nvSpPr>
          <p:spPr bwMode="auto">
            <a:xfrm>
              <a:off x="5568950" y="3217863"/>
              <a:ext cx="350837" cy="423863"/>
            </a:xfrm>
            <a:custGeom>
              <a:avLst/>
              <a:gdLst>
                <a:gd name="T0" fmla="*/ 146 w 202"/>
                <a:gd name="T1" fmla="*/ 225 h 245"/>
                <a:gd name="T2" fmla="*/ 166 w 202"/>
                <a:gd name="T3" fmla="*/ 245 h 245"/>
                <a:gd name="T4" fmla="*/ 167 w 202"/>
                <a:gd name="T5" fmla="*/ 245 h 245"/>
                <a:gd name="T6" fmla="*/ 187 w 202"/>
                <a:gd name="T7" fmla="*/ 225 h 245"/>
                <a:gd name="T8" fmla="*/ 187 w 202"/>
                <a:gd name="T9" fmla="*/ 205 h 245"/>
                <a:gd name="T10" fmla="*/ 194 w 202"/>
                <a:gd name="T11" fmla="*/ 205 h 245"/>
                <a:gd name="T12" fmla="*/ 114 w 202"/>
                <a:gd name="T13" fmla="*/ 0 h 245"/>
                <a:gd name="T14" fmla="*/ 98 w 202"/>
                <a:gd name="T15" fmla="*/ 0 h 245"/>
                <a:gd name="T16" fmla="*/ 0 w 202"/>
                <a:gd name="T17" fmla="*/ 165 h 245"/>
                <a:gd name="T18" fmla="*/ 53 w 202"/>
                <a:gd name="T19" fmla="*/ 168 h 245"/>
                <a:gd name="T20" fmla="*/ 131 w 202"/>
                <a:gd name="T21" fmla="*/ 162 h 245"/>
                <a:gd name="T22" fmla="*/ 131 w 202"/>
                <a:gd name="T23" fmla="*/ 157 h 245"/>
                <a:gd name="T24" fmla="*/ 134 w 202"/>
                <a:gd name="T25" fmla="*/ 204 h 245"/>
                <a:gd name="T26" fmla="*/ 146 w 202"/>
                <a:gd name="T27" fmla="*/ 204 h 245"/>
                <a:gd name="T28" fmla="*/ 146 w 202"/>
                <a:gd name="T29" fmla="*/ 225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2" h="245">
                  <a:moveTo>
                    <a:pt x="146" y="225"/>
                  </a:moveTo>
                  <a:cubicBezTo>
                    <a:pt x="146" y="236"/>
                    <a:pt x="155" y="245"/>
                    <a:pt x="166" y="245"/>
                  </a:cubicBezTo>
                  <a:cubicBezTo>
                    <a:pt x="166" y="245"/>
                    <a:pt x="166" y="245"/>
                    <a:pt x="167" y="245"/>
                  </a:cubicBezTo>
                  <a:cubicBezTo>
                    <a:pt x="178" y="245"/>
                    <a:pt x="187" y="236"/>
                    <a:pt x="187" y="225"/>
                  </a:cubicBezTo>
                  <a:cubicBezTo>
                    <a:pt x="187" y="218"/>
                    <a:pt x="187" y="212"/>
                    <a:pt x="187" y="205"/>
                  </a:cubicBezTo>
                  <a:cubicBezTo>
                    <a:pt x="194" y="205"/>
                    <a:pt x="194" y="205"/>
                    <a:pt x="194" y="205"/>
                  </a:cubicBezTo>
                  <a:cubicBezTo>
                    <a:pt x="202" y="26"/>
                    <a:pt x="114" y="0"/>
                    <a:pt x="114" y="0"/>
                  </a:cubicBezTo>
                  <a:cubicBezTo>
                    <a:pt x="98" y="0"/>
                    <a:pt x="98" y="0"/>
                    <a:pt x="98" y="0"/>
                  </a:cubicBezTo>
                  <a:cubicBezTo>
                    <a:pt x="94" y="17"/>
                    <a:pt x="72" y="82"/>
                    <a:pt x="0" y="165"/>
                  </a:cubicBezTo>
                  <a:cubicBezTo>
                    <a:pt x="15" y="166"/>
                    <a:pt x="35" y="168"/>
                    <a:pt x="53" y="168"/>
                  </a:cubicBezTo>
                  <a:cubicBezTo>
                    <a:pt x="87" y="168"/>
                    <a:pt x="129" y="163"/>
                    <a:pt x="131" y="162"/>
                  </a:cubicBezTo>
                  <a:cubicBezTo>
                    <a:pt x="131" y="157"/>
                    <a:pt x="131" y="157"/>
                    <a:pt x="131" y="157"/>
                  </a:cubicBezTo>
                  <a:cubicBezTo>
                    <a:pt x="135" y="176"/>
                    <a:pt x="134" y="204"/>
                    <a:pt x="134" y="204"/>
                  </a:cubicBezTo>
                  <a:cubicBezTo>
                    <a:pt x="146" y="204"/>
                    <a:pt x="146" y="204"/>
                    <a:pt x="146" y="204"/>
                  </a:cubicBezTo>
                  <a:cubicBezTo>
                    <a:pt x="146" y="211"/>
                    <a:pt x="146" y="218"/>
                    <a:pt x="146" y="2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Oval 69"/>
            <p:cNvSpPr>
              <a:spLocks noChangeArrowheads="1"/>
            </p:cNvSpPr>
            <p:nvPr/>
          </p:nvSpPr>
          <p:spPr bwMode="auto">
            <a:xfrm>
              <a:off x="5562600" y="3001963"/>
              <a:ext cx="196850" cy="1952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70"/>
            <p:cNvSpPr>
              <a:spLocks/>
            </p:cNvSpPr>
            <p:nvPr/>
          </p:nvSpPr>
          <p:spPr bwMode="auto">
            <a:xfrm>
              <a:off x="5403850" y="3217863"/>
              <a:ext cx="234950" cy="423863"/>
            </a:xfrm>
            <a:custGeom>
              <a:avLst/>
              <a:gdLst>
                <a:gd name="T0" fmla="*/ 136 w 136"/>
                <a:gd name="T1" fmla="*/ 86 h 245"/>
                <a:gd name="T2" fmla="*/ 104 w 136"/>
                <a:gd name="T3" fmla="*/ 0 h 245"/>
                <a:gd name="T4" fmla="*/ 89 w 136"/>
                <a:gd name="T5" fmla="*/ 0 h 245"/>
                <a:gd name="T6" fmla="*/ 8 w 136"/>
                <a:gd name="T7" fmla="*/ 205 h 245"/>
                <a:gd name="T8" fmla="*/ 16 w 136"/>
                <a:gd name="T9" fmla="*/ 205 h 245"/>
                <a:gd name="T10" fmla="*/ 16 w 136"/>
                <a:gd name="T11" fmla="*/ 225 h 245"/>
                <a:gd name="T12" fmla="*/ 36 w 136"/>
                <a:gd name="T13" fmla="*/ 245 h 245"/>
                <a:gd name="T14" fmla="*/ 36 w 136"/>
                <a:gd name="T15" fmla="*/ 245 h 245"/>
                <a:gd name="T16" fmla="*/ 56 w 136"/>
                <a:gd name="T17" fmla="*/ 225 h 245"/>
                <a:gd name="T18" fmla="*/ 56 w 136"/>
                <a:gd name="T19" fmla="*/ 204 h 245"/>
                <a:gd name="T20" fmla="*/ 68 w 136"/>
                <a:gd name="T21" fmla="*/ 204 h 245"/>
                <a:gd name="T22" fmla="*/ 71 w 136"/>
                <a:gd name="T23" fmla="*/ 157 h 245"/>
                <a:gd name="T24" fmla="*/ 72 w 136"/>
                <a:gd name="T25" fmla="*/ 162 h 245"/>
                <a:gd name="T26" fmla="*/ 77 w 136"/>
                <a:gd name="T27" fmla="*/ 163 h 245"/>
                <a:gd name="T28" fmla="*/ 136 w 136"/>
                <a:gd name="T29" fmla="*/ 86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6" h="245">
                  <a:moveTo>
                    <a:pt x="136" y="86"/>
                  </a:moveTo>
                  <a:cubicBezTo>
                    <a:pt x="119" y="52"/>
                    <a:pt x="108" y="15"/>
                    <a:pt x="104" y="0"/>
                  </a:cubicBezTo>
                  <a:cubicBezTo>
                    <a:pt x="89" y="0"/>
                    <a:pt x="89" y="0"/>
                    <a:pt x="89" y="0"/>
                  </a:cubicBezTo>
                  <a:cubicBezTo>
                    <a:pt x="89" y="0"/>
                    <a:pt x="0" y="26"/>
                    <a:pt x="8" y="205"/>
                  </a:cubicBezTo>
                  <a:cubicBezTo>
                    <a:pt x="16" y="205"/>
                    <a:pt x="16" y="205"/>
                    <a:pt x="16" y="205"/>
                  </a:cubicBezTo>
                  <a:cubicBezTo>
                    <a:pt x="16" y="212"/>
                    <a:pt x="16" y="218"/>
                    <a:pt x="16" y="225"/>
                  </a:cubicBezTo>
                  <a:cubicBezTo>
                    <a:pt x="16" y="236"/>
                    <a:pt x="25" y="245"/>
                    <a:pt x="36" y="245"/>
                  </a:cubicBezTo>
                  <a:cubicBezTo>
                    <a:pt x="36" y="245"/>
                    <a:pt x="36" y="245"/>
                    <a:pt x="36" y="245"/>
                  </a:cubicBezTo>
                  <a:cubicBezTo>
                    <a:pt x="48" y="245"/>
                    <a:pt x="56" y="236"/>
                    <a:pt x="56" y="225"/>
                  </a:cubicBezTo>
                  <a:cubicBezTo>
                    <a:pt x="56" y="218"/>
                    <a:pt x="56" y="211"/>
                    <a:pt x="56" y="204"/>
                  </a:cubicBezTo>
                  <a:cubicBezTo>
                    <a:pt x="68" y="204"/>
                    <a:pt x="68" y="204"/>
                    <a:pt x="68" y="204"/>
                  </a:cubicBezTo>
                  <a:cubicBezTo>
                    <a:pt x="68" y="204"/>
                    <a:pt x="68" y="176"/>
                    <a:pt x="71" y="157"/>
                  </a:cubicBezTo>
                  <a:cubicBezTo>
                    <a:pt x="72" y="162"/>
                    <a:pt x="72" y="162"/>
                    <a:pt x="72" y="162"/>
                  </a:cubicBezTo>
                  <a:cubicBezTo>
                    <a:pt x="72" y="163"/>
                    <a:pt x="74" y="163"/>
                    <a:pt x="77" y="163"/>
                  </a:cubicBezTo>
                  <a:cubicBezTo>
                    <a:pt x="102" y="135"/>
                    <a:pt x="121" y="109"/>
                    <a:pt x="136" y="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71"/>
            <p:cNvSpPr>
              <a:spLocks/>
            </p:cNvSpPr>
            <p:nvPr/>
          </p:nvSpPr>
          <p:spPr bwMode="auto">
            <a:xfrm>
              <a:off x="5502275" y="3525838"/>
              <a:ext cx="320675" cy="515938"/>
            </a:xfrm>
            <a:custGeom>
              <a:avLst/>
              <a:gdLst>
                <a:gd name="T0" fmla="*/ 111 w 185"/>
                <a:gd name="T1" fmla="*/ 5 h 298"/>
                <a:gd name="T2" fmla="*/ 149 w 185"/>
                <a:gd name="T3" fmla="*/ 112 h 298"/>
                <a:gd name="T4" fmla="*/ 134 w 185"/>
                <a:gd name="T5" fmla="*/ 114 h 298"/>
                <a:gd name="T6" fmla="*/ 93 w 185"/>
                <a:gd name="T7" fmla="*/ 5 h 298"/>
                <a:gd name="T8" fmla="*/ 92 w 185"/>
                <a:gd name="T9" fmla="*/ 5 h 298"/>
                <a:gd name="T10" fmla="*/ 92 w 185"/>
                <a:gd name="T11" fmla="*/ 5 h 298"/>
                <a:gd name="T12" fmla="*/ 50 w 185"/>
                <a:gd name="T13" fmla="*/ 114 h 298"/>
                <a:gd name="T14" fmla="*/ 35 w 185"/>
                <a:gd name="T15" fmla="*/ 112 h 298"/>
                <a:gd name="T16" fmla="*/ 74 w 185"/>
                <a:gd name="T17" fmla="*/ 5 h 298"/>
                <a:gd name="T18" fmla="*/ 16 w 185"/>
                <a:gd name="T19" fmla="*/ 0 h 298"/>
                <a:gd name="T20" fmla="*/ 18 w 185"/>
                <a:gd name="T21" fmla="*/ 20 h 298"/>
                <a:gd name="T22" fmla="*/ 8 w 185"/>
                <a:gd name="T23" fmla="*/ 78 h 298"/>
                <a:gd name="T24" fmla="*/ 17 w 185"/>
                <a:gd name="T25" fmla="*/ 79 h 298"/>
                <a:gd name="T26" fmla="*/ 0 w 185"/>
                <a:gd name="T27" fmla="*/ 268 h 298"/>
                <a:gd name="T28" fmla="*/ 10 w 185"/>
                <a:gd name="T29" fmla="*/ 271 h 298"/>
                <a:gd name="T30" fmla="*/ 39 w 185"/>
                <a:gd name="T31" fmla="*/ 297 h 298"/>
                <a:gd name="T32" fmla="*/ 70 w 185"/>
                <a:gd name="T33" fmla="*/ 275 h 298"/>
                <a:gd name="T34" fmla="*/ 83 w 185"/>
                <a:gd name="T35" fmla="*/ 272 h 298"/>
                <a:gd name="T36" fmla="*/ 89 w 185"/>
                <a:gd name="T37" fmla="*/ 84 h 298"/>
                <a:gd name="T38" fmla="*/ 92 w 185"/>
                <a:gd name="T39" fmla="*/ 84 h 298"/>
                <a:gd name="T40" fmla="*/ 96 w 185"/>
                <a:gd name="T41" fmla="*/ 84 h 298"/>
                <a:gd name="T42" fmla="*/ 101 w 185"/>
                <a:gd name="T43" fmla="*/ 272 h 298"/>
                <a:gd name="T44" fmla="*/ 114 w 185"/>
                <a:gd name="T45" fmla="*/ 275 h 298"/>
                <a:gd name="T46" fmla="*/ 146 w 185"/>
                <a:gd name="T47" fmla="*/ 297 h 298"/>
                <a:gd name="T48" fmla="*/ 175 w 185"/>
                <a:gd name="T49" fmla="*/ 271 h 298"/>
                <a:gd name="T50" fmla="*/ 185 w 185"/>
                <a:gd name="T51" fmla="*/ 268 h 298"/>
                <a:gd name="T52" fmla="*/ 168 w 185"/>
                <a:gd name="T53" fmla="*/ 79 h 298"/>
                <a:gd name="T54" fmla="*/ 177 w 185"/>
                <a:gd name="T55" fmla="*/ 78 h 298"/>
                <a:gd name="T56" fmla="*/ 166 w 185"/>
                <a:gd name="T57" fmla="*/ 20 h 298"/>
                <a:gd name="T58" fmla="*/ 168 w 185"/>
                <a:gd name="T59" fmla="*/ 0 h 298"/>
                <a:gd name="T60" fmla="*/ 111 w 185"/>
                <a:gd name="T61" fmla="*/ 5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85" h="298">
                  <a:moveTo>
                    <a:pt x="111" y="5"/>
                  </a:moveTo>
                  <a:cubicBezTo>
                    <a:pt x="122" y="23"/>
                    <a:pt x="142" y="62"/>
                    <a:pt x="149" y="112"/>
                  </a:cubicBezTo>
                  <a:cubicBezTo>
                    <a:pt x="134" y="114"/>
                    <a:pt x="134" y="114"/>
                    <a:pt x="134" y="114"/>
                  </a:cubicBezTo>
                  <a:cubicBezTo>
                    <a:pt x="126" y="58"/>
                    <a:pt x="100" y="16"/>
                    <a:pt x="93" y="5"/>
                  </a:cubicBezTo>
                  <a:cubicBezTo>
                    <a:pt x="93" y="5"/>
                    <a:pt x="92" y="5"/>
                    <a:pt x="92" y="5"/>
                  </a:cubicBezTo>
                  <a:cubicBezTo>
                    <a:pt x="92" y="5"/>
                    <a:pt x="92" y="5"/>
                    <a:pt x="92" y="5"/>
                  </a:cubicBezTo>
                  <a:cubicBezTo>
                    <a:pt x="85" y="16"/>
                    <a:pt x="58" y="58"/>
                    <a:pt x="50" y="114"/>
                  </a:cubicBezTo>
                  <a:cubicBezTo>
                    <a:pt x="35" y="112"/>
                    <a:pt x="35" y="112"/>
                    <a:pt x="35" y="112"/>
                  </a:cubicBezTo>
                  <a:cubicBezTo>
                    <a:pt x="42" y="62"/>
                    <a:pt x="63" y="23"/>
                    <a:pt x="74" y="5"/>
                  </a:cubicBezTo>
                  <a:cubicBezTo>
                    <a:pt x="49" y="4"/>
                    <a:pt x="25" y="1"/>
                    <a:pt x="16" y="0"/>
                  </a:cubicBezTo>
                  <a:cubicBezTo>
                    <a:pt x="18" y="20"/>
                    <a:pt x="18" y="20"/>
                    <a:pt x="18" y="20"/>
                  </a:cubicBezTo>
                  <a:cubicBezTo>
                    <a:pt x="8" y="78"/>
                    <a:pt x="8" y="78"/>
                    <a:pt x="8" y="78"/>
                  </a:cubicBezTo>
                  <a:cubicBezTo>
                    <a:pt x="8" y="78"/>
                    <a:pt x="11" y="78"/>
                    <a:pt x="17" y="79"/>
                  </a:cubicBezTo>
                  <a:cubicBezTo>
                    <a:pt x="0" y="268"/>
                    <a:pt x="0" y="268"/>
                    <a:pt x="0" y="268"/>
                  </a:cubicBezTo>
                  <a:cubicBezTo>
                    <a:pt x="0" y="268"/>
                    <a:pt x="4" y="270"/>
                    <a:pt x="10" y="271"/>
                  </a:cubicBezTo>
                  <a:cubicBezTo>
                    <a:pt x="12" y="285"/>
                    <a:pt x="24" y="296"/>
                    <a:pt x="39" y="297"/>
                  </a:cubicBezTo>
                  <a:cubicBezTo>
                    <a:pt x="53" y="298"/>
                    <a:pt x="66" y="288"/>
                    <a:pt x="70" y="275"/>
                  </a:cubicBezTo>
                  <a:cubicBezTo>
                    <a:pt x="78" y="274"/>
                    <a:pt x="83" y="272"/>
                    <a:pt x="83" y="272"/>
                  </a:cubicBezTo>
                  <a:cubicBezTo>
                    <a:pt x="89" y="84"/>
                    <a:pt x="89" y="84"/>
                    <a:pt x="89" y="84"/>
                  </a:cubicBezTo>
                  <a:cubicBezTo>
                    <a:pt x="90" y="84"/>
                    <a:pt x="91" y="84"/>
                    <a:pt x="92" y="84"/>
                  </a:cubicBezTo>
                  <a:cubicBezTo>
                    <a:pt x="94" y="84"/>
                    <a:pt x="95" y="84"/>
                    <a:pt x="96" y="84"/>
                  </a:cubicBezTo>
                  <a:cubicBezTo>
                    <a:pt x="101" y="272"/>
                    <a:pt x="101" y="272"/>
                    <a:pt x="101" y="272"/>
                  </a:cubicBezTo>
                  <a:cubicBezTo>
                    <a:pt x="101" y="272"/>
                    <a:pt x="107" y="274"/>
                    <a:pt x="114" y="275"/>
                  </a:cubicBezTo>
                  <a:cubicBezTo>
                    <a:pt x="118" y="288"/>
                    <a:pt x="131" y="298"/>
                    <a:pt x="146" y="297"/>
                  </a:cubicBezTo>
                  <a:cubicBezTo>
                    <a:pt x="161" y="296"/>
                    <a:pt x="172" y="285"/>
                    <a:pt x="175" y="271"/>
                  </a:cubicBezTo>
                  <a:cubicBezTo>
                    <a:pt x="181" y="270"/>
                    <a:pt x="185" y="268"/>
                    <a:pt x="185" y="268"/>
                  </a:cubicBezTo>
                  <a:cubicBezTo>
                    <a:pt x="168" y="79"/>
                    <a:pt x="168" y="79"/>
                    <a:pt x="168" y="79"/>
                  </a:cubicBezTo>
                  <a:cubicBezTo>
                    <a:pt x="173" y="78"/>
                    <a:pt x="177" y="78"/>
                    <a:pt x="177" y="78"/>
                  </a:cubicBezTo>
                  <a:cubicBezTo>
                    <a:pt x="166" y="20"/>
                    <a:pt x="166" y="20"/>
                    <a:pt x="166" y="20"/>
                  </a:cubicBezTo>
                  <a:cubicBezTo>
                    <a:pt x="168" y="0"/>
                    <a:pt x="168" y="0"/>
                    <a:pt x="168" y="0"/>
                  </a:cubicBezTo>
                  <a:cubicBezTo>
                    <a:pt x="160" y="1"/>
                    <a:pt x="135" y="4"/>
                    <a:pt x="11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72"/>
            <p:cNvSpPr>
              <a:spLocks/>
            </p:cNvSpPr>
            <p:nvPr/>
          </p:nvSpPr>
          <p:spPr bwMode="auto">
            <a:xfrm>
              <a:off x="5611813" y="3217863"/>
              <a:ext cx="100012" cy="122238"/>
            </a:xfrm>
            <a:custGeom>
              <a:avLst/>
              <a:gdLst>
                <a:gd name="T0" fmla="*/ 25 w 58"/>
                <a:gd name="T1" fmla="*/ 71 h 71"/>
                <a:gd name="T2" fmla="*/ 58 w 58"/>
                <a:gd name="T3" fmla="*/ 0 h 71"/>
                <a:gd name="T4" fmla="*/ 29 w 58"/>
                <a:gd name="T5" fmla="*/ 0 h 71"/>
                <a:gd name="T6" fmla="*/ 0 w 58"/>
                <a:gd name="T7" fmla="*/ 0 h 71"/>
                <a:gd name="T8" fmla="*/ 25 w 58"/>
                <a:gd name="T9" fmla="*/ 71 h 71"/>
              </a:gdLst>
              <a:ahLst/>
              <a:cxnLst>
                <a:cxn ang="0">
                  <a:pos x="T0" y="T1"/>
                </a:cxn>
                <a:cxn ang="0">
                  <a:pos x="T2" y="T3"/>
                </a:cxn>
                <a:cxn ang="0">
                  <a:pos x="T4" y="T5"/>
                </a:cxn>
                <a:cxn ang="0">
                  <a:pos x="T6" y="T7"/>
                </a:cxn>
                <a:cxn ang="0">
                  <a:pos x="T8" y="T9"/>
                </a:cxn>
              </a:cxnLst>
              <a:rect l="0" t="0" r="r" b="b"/>
              <a:pathLst>
                <a:path w="58" h="71">
                  <a:moveTo>
                    <a:pt x="25" y="71"/>
                  </a:moveTo>
                  <a:cubicBezTo>
                    <a:pt x="45" y="37"/>
                    <a:pt x="55" y="12"/>
                    <a:pt x="58" y="0"/>
                  </a:cubicBezTo>
                  <a:cubicBezTo>
                    <a:pt x="29" y="0"/>
                    <a:pt x="29" y="0"/>
                    <a:pt x="29" y="0"/>
                  </a:cubicBezTo>
                  <a:cubicBezTo>
                    <a:pt x="0" y="0"/>
                    <a:pt x="0" y="0"/>
                    <a:pt x="0" y="0"/>
                  </a:cubicBezTo>
                  <a:cubicBezTo>
                    <a:pt x="4" y="15"/>
                    <a:pt x="12" y="44"/>
                    <a:pt x="25"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Rectangle 73"/>
            <p:cNvSpPr>
              <a:spLocks noChangeArrowheads="1"/>
            </p:cNvSpPr>
            <p:nvPr/>
          </p:nvSpPr>
          <p:spPr bwMode="auto">
            <a:xfrm>
              <a:off x="4854575" y="3962400"/>
              <a:ext cx="587375"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Rectangle 74"/>
            <p:cNvSpPr>
              <a:spLocks noChangeArrowheads="1"/>
            </p:cNvSpPr>
            <p:nvPr/>
          </p:nvSpPr>
          <p:spPr bwMode="auto">
            <a:xfrm>
              <a:off x="5851525" y="3962400"/>
              <a:ext cx="152400"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Rectangle 75"/>
            <p:cNvSpPr>
              <a:spLocks noChangeArrowheads="1"/>
            </p:cNvSpPr>
            <p:nvPr/>
          </p:nvSpPr>
          <p:spPr bwMode="auto">
            <a:xfrm>
              <a:off x="4300538" y="3962400"/>
              <a:ext cx="152400"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76"/>
            <p:cNvSpPr>
              <a:spLocks noEditPoints="1"/>
            </p:cNvSpPr>
            <p:nvPr/>
          </p:nvSpPr>
          <p:spPr bwMode="auto">
            <a:xfrm>
              <a:off x="5080000" y="2870200"/>
              <a:ext cx="360362" cy="360363"/>
            </a:xfrm>
            <a:custGeom>
              <a:avLst/>
              <a:gdLst>
                <a:gd name="T0" fmla="*/ 104 w 208"/>
                <a:gd name="T1" fmla="*/ 0 h 208"/>
                <a:gd name="T2" fmla="*/ 0 w 208"/>
                <a:gd name="T3" fmla="*/ 104 h 208"/>
                <a:gd name="T4" fmla="*/ 104 w 208"/>
                <a:gd name="T5" fmla="*/ 208 h 208"/>
                <a:gd name="T6" fmla="*/ 208 w 208"/>
                <a:gd name="T7" fmla="*/ 104 h 208"/>
                <a:gd name="T8" fmla="*/ 104 w 208"/>
                <a:gd name="T9" fmla="*/ 0 h 208"/>
                <a:gd name="T10" fmla="*/ 104 w 208"/>
                <a:gd name="T11" fmla="*/ 13 h 208"/>
                <a:gd name="T12" fmla="*/ 150 w 208"/>
                <a:gd name="T13" fmla="*/ 58 h 208"/>
                <a:gd name="T14" fmla="*/ 104 w 208"/>
                <a:gd name="T15" fmla="*/ 104 h 208"/>
                <a:gd name="T16" fmla="*/ 59 w 208"/>
                <a:gd name="T17" fmla="*/ 150 h 208"/>
                <a:gd name="T18" fmla="*/ 104 w 208"/>
                <a:gd name="T19" fmla="*/ 195 h 208"/>
                <a:gd name="T20" fmla="*/ 13 w 208"/>
                <a:gd name="T21" fmla="*/ 104 h 208"/>
                <a:gd name="T22" fmla="*/ 104 w 208"/>
                <a:gd name="T23" fmla="*/ 13 h 208"/>
                <a:gd name="T24" fmla="*/ 104 w 208"/>
                <a:gd name="T25" fmla="*/ 161 h 208"/>
                <a:gd name="T26" fmla="*/ 93 w 208"/>
                <a:gd name="T27" fmla="*/ 150 h 208"/>
                <a:gd name="T28" fmla="*/ 104 w 208"/>
                <a:gd name="T29" fmla="*/ 138 h 208"/>
                <a:gd name="T30" fmla="*/ 115 w 208"/>
                <a:gd name="T31" fmla="*/ 150 h 208"/>
                <a:gd name="T32" fmla="*/ 104 w 208"/>
                <a:gd name="T33" fmla="*/ 161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8" h="208">
                  <a:moveTo>
                    <a:pt x="104" y="0"/>
                  </a:moveTo>
                  <a:cubicBezTo>
                    <a:pt x="47" y="0"/>
                    <a:pt x="0" y="47"/>
                    <a:pt x="0" y="104"/>
                  </a:cubicBezTo>
                  <a:cubicBezTo>
                    <a:pt x="0" y="161"/>
                    <a:pt x="47" y="208"/>
                    <a:pt x="104" y="208"/>
                  </a:cubicBezTo>
                  <a:cubicBezTo>
                    <a:pt x="162" y="208"/>
                    <a:pt x="208" y="161"/>
                    <a:pt x="208" y="104"/>
                  </a:cubicBezTo>
                  <a:cubicBezTo>
                    <a:pt x="208" y="47"/>
                    <a:pt x="162" y="0"/>
                    <a:pt x="104" y="0"/>
                  </a:cubicBezTo>
                  <a:close/>
                  <a:moveTo>
                    <a:pt x="104" y="13"/>
                  </a:moveTo>
                  <a:cubicBezTo>
                    <a:pt x="129" y="13"/>
                    <a:pt x="150" y="33"/>
                    <a:pt x="150" y="58"/>
                  </a:cubicBezTo>
                  <a:cubicBezTo>
                    <a:pt x="150" y="84"/>
                    <a:pt x="129" y="104"/>
                    <a:pt x="104" y="104"/>
                  </a:cubicBezTo>
                  <a:cubicBezTo>
                    <a:pt x="79" y="104"/>
                    <a:pt x="59" y="124"/>
                    <a:pt x="59" y="150"/>
                  </a:cubicBezTo>
                  <a:cubicBezTo>
                    <a:pt x="59" y="175"/>
                    <a:pt x="79" y="195"/>
                    <a:pt x="104" y="195"/>
                  </a:cubicBezTo>
                  <a:cubicBezTo>
                    <a:pt x="54" y="195"/>
                    <a:pt x="13" y="154"/>
                    <a:pt x="13" y="104"/>
                  </a:cubicBezTo>
                  <a:cubicBezTo>
                    <a:pt x="13" y="54"/>
                    <a:pt x="54" y="13"/>
                    <a:pt x="104" y="13"/>
                  </a:cubicBezTo>
                  <a:close/>
                  <a:moveTo>
                    <a:pt x="104" y="161"/>
                  </a:moveTo>
                  <a:cubicBezTo>
                    <a:pt x="98" y="161"/>
                    <a:pt x="93" y="156"/>
                    <a:pt x="93" y="150"/>
                  </a:cubicBezTo>
                  <a:cubicBezTo>
                    <a:pt x="93" y="143"/>
                    <a:pt x="98" y="138"/>
                    <a:pt x="104" y="138"/>
                  </a:cubicBezTo>
                  <a:cubicBezTo>
                    <a:pt x="110" y="138"/>
                    <a:pt x="115" y="143"/>
                    <a:pt x="115" y="150"/>
                  </a:cubicBezTo>
                  <a:cubicBezTo>
                    <a:pt x="115" y="156"/>
                    <a:pt x="110" y="161"/>
                    <a:pt x="104" y="1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Oval 77"/>
            <p:cNvSpPr>
              <a:spLocks noChangeArrowheads="1"/>
            </p:cNvSpPr>
            <p:nvPr/>
          </p:nvSpPr>
          <p:spPr bwMode="auto">
            <a:xfrm>
              <a:off x="5240338" y="2951163"/>
              <a:ext cx="38100" cy="396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9" name="组合 78"/>
          <p:cNvGrpSpPr/>
          <p:nvPr/>
        </p:nvGrpSpPr>
        <p:grpSpPr>
          <a:xfrm>
            <a:off x="261938" y="5029200"/>
            <a:ext cx="1741487" cy="1462088"/>
            <a:chOff x="261938" y="5029200"/>
            <a:chExt cx="1741487" cy="1462088"/>
          </a:xfrm>
          <a:solidFill>
            <a:schemeClr val="tx1">
              <a:lumMod val="65000"/>
              <a:lumOff val="35000"/>
            </a:schemeClr>
          </a:solidFill>
        </p:grpSpPr>
        <p:sp>
          <p:nvSpPr>
            <p:cNvPr id="80" name="Freeform 78"/>
            <p:cNvSpPr>
              <a:spLocks/>
            </p:cNvSpPr>
            <p:nvPr/>
          </p:nvSpPr>
          <p:spPr bwMode="auto">
            <a:xfrm>
              <a:off x="827088" y="6061075"/>
              <a:ext cx="55562" cy="92075"/>
            </a:xfrm>
            <a:custGeom>
              <a:avLst/>
              <a:gdLst>
                <a:gd name="T0" fmla="*/ 0 w 32"/>
                <a:gd name="T1" fmla="*/ 12 h 54"/>
                <a:gd name="T2" fmla="*/ 0 w 32"/>
                <a:gd name="T3" fmla="*/ 54 h 54"/>
                <a:gd name="T4" fmla="*/ 32 w 32"/>
                <a:gd name="T5" fmla="*/ 54 h 54"/>
                <a:gd name="T6" fmla="*/ 32 w 32"/>
                <a:gd name="T7" fmla="*/ 0 h 54"/>
                <a:gd name="T8" fmla="*/ 24 w 32"/>
                <a:gd name="T9" fmla="*/ 4 h 54"/>
                <a:gd name="T10" fmla="*/ 0 w 32"/>
                <a:gd name="T11" fmla="*/ 12 h 54"/>
              </a:gdLst>
              <a:ahLst/>
              <a:cxnLst>
                <a:cxn ang="0">
                  <a:pos x="T0" y="T1"/>
                </a:cxn>
                <a:cxn ang="0">
                  <a:pos x="T2" y="T3"/>
                </a:cxn>
                <a:cxn ang="0">
                  <a:pos x="T4" y="T5"/>
                </a:cxn>
                <a:cxn ang="0">
                  <a:pos x="T6" y="T7"/>
                </a:cxn>
                <a:cxn ang="0">
                  <a:pos x="T8" y="T9"/>
                </a:cxn>
                <a:cxn ang="0">
                  <a:pos x="T10" y="T11"/>
                </a:cxn>
              </a:cxnLst>
              <a:rect l="0" t="0" r="r" b="b"/>
              <a:pathLst>
                <a:path w="32" h="54">
                  <a:moveTo>
                    <a:pt x="0" y="12"/>
                  </a:moveTo>
                  <a:cubicBezTo>
                    <a:pt x="0" y="54"/>
                    <a:pt x="0" y="54"/>
                    <a:pt x="0" y="54"/>
                  </a:cubicBezTo>
                  <a:cubicBezTo>
                    <a:pt x="32" y="54"/>
                    <a:pt x="32" y="54"/>
                    <a:pt x="32" y="54"/>
                  </a:cubicBezTo>
                  <a:cubicBezTo>
                    <a:pt x="32" y="0"/>
                    <a:pt x="32" y="0"/>
                    <a:pt x="32" y="0"/>
                  </a:cubicBezTo>
                  <a:cubicBezTo>
                    <a:pt x="24" y="4"/>
                    <a:pt x="24" y="4"/>
                    <a:pt x="24" y="4"/>
                  </a:cubicBezTo>
                  <a:cubicBezTo>
                    <a:pt x="23" y="4"/>
                    <a:pt x="15" y="8"/>
                    <a:pt x="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79"/>
            <p:cNvSpPr>
              <a:spLocks/>
            </p:cNvSpPr>
            <p:nvPr/>
          </p:nvSpPr>
          <p:spPr bwMode="auto">
            <a:xfrm>
              <a:off x="1241425" y="5553075"/>
              <a:ext cx="528637" cy="419100"/>
            </a:xfrm>
            <a:custGeom>
              <a:avLst/>
              <a:gdLst>
                <a:gd name="T0" fmla="*/ 0 w 305"/>
                <a:gd name="T1" fmla="*/ 45 h 242"/>
                <a:gd name="T2" fmla="*/ 0 w 305"/>
                <a:gd name="T3" fmla="*/ 57 h 242"/>
                <a:gd name="T4" fmla="*/ 12 w 305"/>
                <a:gd name="T5" fmla="*/ 67 h 242"/>
                <a:gd name="T6" fmla="*/ 15 w 305"/>
                <a:gd name="T7" fmla="*/ 70 h 242"/>
                <a:gd name="T8" fmla="*/ 15 w 305"/>
                <a:gd name="T9" fmla="*/ 15 h 242"/>
                <a:gd name="T10" fmla="*/ 291 w 305"/>
                <a:gd name="T11" fmla="*/ 15 h 242"/>
                <a:gd name="T12" fmla="*/ 291 w 305"/>
                <a:gd name="T13" fmla="*/ 193 h 242"/>
                <a:gd name="T14" fmla="*/ 118 w 305"/>
                <a:gd name="T15" fmla="*/ 193 h 242"/>
                <a:gd name="T16" fmla="*/ 124 w 305"/>
                <a:gd name="T17" fmla="*/ 211 h 242"/>
                <a:gd name="T18" fmla="*/ 115 w 305"/>
                <a:gd name="T19" fmla="*/ 238 h 242"/>
                <a:gd name="T20" fmla="*/ 111 w 305"/>
                <a:gd name="T21" fmla="*/ 242 h 242"/>
                <a:gd name="T22" fmla="*/ 235 w 305"/>
                <a:gd name="T23" fmla="*/ 242 h 242"/>
                <a:gd name="T24" fmla="*/ 235 w 305"/>
                <a:gd name="T25" fmla="*/ 232 h 242"/>
                <a:gd name="T26" fmla="*/ 203 w 305"/>
                <a:gd name="T27" fmla="*/ 232 h 242"/>
                <a:gd name="T28" fmla="*/ 203 w 305"/>
                <a:gd name="T29" fmla="*/ 208 h 242"/>
                <a:gd name="T30" fmla="*/ 305 w 305"/>
                <a:gd name="T31" fmla="*/ 208 h 242"/>
                <a:gd name="T32" fmla="*/ 305 w 305"/>
                <a:gd name="T33" fmla="*/ 0 h 242"/>
                <a:gd name="T34" fmla="*/ 10 w 305"/>
                <a:gd name="T35" fmla="*/ 0 h 242"/>
                <a:gd name="T36" fmla="*/ 10 w 305"/>
                <a:gd name="T37" fmla="*/ 4 h 242"/>
                <a:gd name="T38" fmla="*/ 0 w 305"/>
                <a:gd name="T39" fmla="*/ 45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05" h="242">
                  <a:moveTo>
                    <a:pt x="0" y="45"/>
                  </a:moveTo>
                  <a:cubicBezTo>
                    <a:pt x="0" y="57"/>
                    <a:pt x="0" y="57"/>
                    <a:pt x="0" y="57"/>
                  </a:cubicBezTo>
                  <a:cubicBezTo>
                    <a:pt x="5" y="60"/>
                    <a:pt x="9" y="63"/>
                    <a:pt x="12" y="67"/>
                  </a:cubicBezTo>
                  <a:cubicBezTo>
                    <a:pt x="13" y="68"/>
                    <a:pt x="14" y="69"/>
                    <a:pt x="15" y="70"/>
                  </a:cubicBezTo>
                  <a:cubicBezTo>
                    <a:pt x="15" y="15"/>
                    <a:pt x="15" y="15"/>
                    <a:pt x="15" y="15"/>
                  </a:cubicBezTo>
                  <a:cubicBezTo>
                    <a:pt x="291" y="15"/>
                    <a:pt x="291" y="15"/>
                    <a:pt x="291" y="15"/>
                  </a:cubicBezTo>
                  <a:cubicBezTo>
                    <a:pt x="291" y="193"/>
                    <a:pt x="291" y="193"/>
                    <a:pt x="291" y="193"/>
                  </a:cubicBezTo>
                  <a:cubicBezTo>
                    <a:pt x="118" y="193"/>
                    <a:pt x="118" y="193"/>
                    <a:pt x="118" y="193"/>
                  </a:cubicBezTo>
                  <a:cubicBezTo>
                    <a:pt x="122" y="198"/>
                    <a:pt x="124" y="205"/>
                    <a:pt x="124" y="211"/>
                  </a:cubicBezTo>
                  <a:cubicBezTo>
                    <a:pt x="125" y="221"/>
                    <a:pt x="121" y="231"/>
                    <a:pt x="115" y="238"/>
                  </a:cubicBezTo>
                  <a:cubicBezTo>
                    <a:pt x="114" y="240"/>
                    <a:pt x="113" y="241"/>
                    <a:pt x="111" y="242"/>
                  </a:cubicBezTo>
                  <a:cubicBezTo>
                    <a:pt x="235" y="242"/>
                    <a:pt x="235" y="242"/>
                    <a:pt x="235" y="242"/>
                  </a:cubicBezTo>
                  <a:cubicBezTo>
                    <a:pt x="235" y="232"/>
                    <a:pt x="235" y="232"/>
                    <a:pt x="235" y="232"/>
                  </a:cubicBezTo>
                  <a:cubicBezTo>
                    <a:pt x="203" y="232"/>
                    <a:pt x="203" y="232"/>
                    <a:pt x="203" y="232"/>
                  </a:cubicBezTo>
                  <a:cubicBezTo>
                    <a:pt x="203" y="208"/>
                    <a:pt x="203" y="208"/>
                    <a:pt x="203" y="208"/>
                  </a:cubicBezTo>
                  <a:cubicBezTo>
                    <a:pt x="305" y="208"/>
                    <a:pt x="305" y="208"/>
                    <a:pt x="305" y="208"/>
                  </a:cubicBezTo>
                  <a:cubicBezTo>
                    <a:pt x="305" y="0"/>
                    <a:pt x="305" y="0"/>
                    <a:pt x="305" y="0"/>
                  </a:cubicBezTo>
                  <a:cubicBezTo>
                    <a:pt x="10" y="0"/>
                    <a:pt x="10" y="0"/>
                    <a:pt x="10" y="0"/>
                  </a:cubicBezTo>
                  <a:cubicBezTo>
                    <a:pt x="10" y="1"/>
                    <a:pt x="10" y="2"/>
                    <a:pt x="10" y="4"/>
                  </a:cubicBezTo>
                  <a:cubicBezTo>
                    <a:pt x="10" y="19"/>
                    <a:pt x="6" y="33"/>
                    <a:pt x="0"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Rectangle 80"/>
            <p:cNvSpPr>
              <a:spLocks noChangeArrowheads="1"/>
            </p:cNvSpPr>
            <p:nvPr/>
          </p:nvSpPr>
          <p:spPr bwMode="auto">
            <a:xfrm>
              <a:off x="1252538" y="5988050"/>
              <a:ext cx="31750"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81"/>
            <p:cNvSpPr>
              <a:spLocks/>
            </p:cNvSpPr>
            <p:nvPr/>
          </p:nvSpPr>
          <p:spPr bwMode="auto">
            <a:xfrm>
              <a:off x="877888" y="5988050"/>
              <a:ext cx="25400" cy="63500"/>
            </a:xfrm>
            <a:custGeom>
              <a:avLst/>
              <a:gdLst>
                <a:gd name="T0" fmla="*/ 0 w 16"/>
                <a:gd name="T1" fmla="*/ 0 h 40"/>
                <a:gd name="T2" fmla="*/ 3 w 16"/>
                <a:gd name="T3" fmla="*/ 40 h 40"/>
                <a:gd name="T4" fmla="*/ 3 w 16"/>
                <a:gd name="T5" fmla="*/ 39 h 40"/>
                <a:gd name="T6" fmla="*/ 16 w 16"/>
                <a:gd name="T7" fmla="*/ 39 h 40"/>
                <a:gd name="T8" fmla="*/ 16 w 16"/>
                <a:gd name="T9" fmla="*/ 0 h 40"/>
                <a:gd name="T10" fmla="*/ 0 w 16"/>
                <a:gd name="T11" fmla="*/ 0 h 40"/>
              </a:gdLst>
              <a:ahLst/>
              <a:cxnLst>
                <a:cxn ang="0">
                  <a:pos x="T0" y="T1"/>
                </a:cxn>
                <a:cxn ang="0">
                  <a:pos x="T2" y="T3"/>
                </a:cxn>
                <a:cxn ang="0">
                  <a:pos x="T4" y="T5"/>
                </a:cxn>
                <a:cxn ang="0">
                  <a:pos x="T6" y="T7"/>
                </a:cxn>
                <a:cxn ang="0">
                  <a:pos x="T8" y="T9"/>
                </a:cxn>
                <a:cxn ang="0">
                  <a:pos x="T10" y="T11"/>
                </a:cxn>
              </a:cxnLst>
              <a:rect l="0" t="0" r="r" b="b"/>
              <a:pathLst>
                <a:path w="16" h="40">
                  <a:moveTo>
                    <a:pt x="0" y="0"/>
                  </a:moveTo>
                  <a:lnTo>
                    <a:pt x="3" y="40"/>
                  </a:lnTo>
                  <a:lnTo>
                    <a:pt x="3" y="39"/>
                  </a:lnTo>
                  <a:lnTo>
                    <a:pt x="16" y="39"/>
                  </a:lnTo>
                  <a:lnTo>
                    <a:pt x="16"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82"/>
            <p:cNvSpPr>
              <a:spLocks/>
            </p:cNvSpPr>
            <p:nvPr/>
          </p:nvSpPr>
          <p:spPr bwMode="auto">
            <a:xfrm>
              <a:off x="1408113" y="5988050"/>
              <a:ext cx="595312" cy="495300"/>
            </a:xfrm>
            <a:custGeom>
              <a:avLst/>
              <a:gdLst>
                <a:gd name="T0" fmla="*/ 5 w 344"/>
                <a:gd name="T1" fmla="*/ 9 h 286"/>
                <a:gd name="T2" fmla="*/ 0 w 344"/>
                <a:gd name="T3" fmla="*/ 9 h 286"/>
                <a:gd name="T4" fmla="*/ 15 w 344"/>
                <a:gd name="T5" fmla="*/ 20 h 286"/>
                <a:gd name="T6" fmla="*/ 26 w 344"/>
                <a:gd name="T7" fmla="*/ 36 h 286"/>
                <a:gd name="T8" fmla="*/ 249 w 344"/>
                <a:gd name="T9" fmla="*/ 36 h 286"/>
                <a:gd name="T10" fmla="*/ 249 w 344"/>
                <a:gd name="T11" fmla="*/ 286 h 286"/>
                <a:gd name="T12" fmla="*/ 281 w 344"/>
                <a:gd name="T13" fmla="*/ 286 h 286"/>
                <a:gd name="T14" fmla="*/ 281 w 344"/>
                <a:gd name="T15" fmla="*/ 36 h 286"/>
                <a:gd name="T16" fmla="*/ 344 w 344"/>
                <a:gd name="T17" fmla="*/ 36 h 286"/>
                <a:gd name="T18" fmla="*/ 344 w 344"/>
                <a:gd name="T19" fmla="*/ 0 h 286"/>
                <a:gd name="T20" fmla="*/ 5 w 344"/>
                <a:gd name="T21" fmla="*/ 0 h 286"/>
                <a:gd name="T22" fmla="*/ 5 w 344"/>
                <a:gd name="T23" fmla="*/ 9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4" h="286">
                  <a:moveTo>
                    <a:pt x="5" y="9"/>
                  </a:moveTo>
                  <a:cubicBezTo>
                    <a:pt x="0" y="9"/>
                    <a:pt x="0" y="9"/>
                    <a:pt x="0" y="9"/>
                  </a:cubicBezTo>
                  <a:cubicBezTo>
                    <a:pt x="6" y="12"/>
                    <a:pt x="11" y="15"/>
                    <a:pt x="15" y="20"/>
                  </a:cubicBezTo>
                  <a:cubicBezTo>
                    <a:pt x="20" y="24"/>
                    <a:pt x="23" y="30"/>
                    <a:pt x="26" y="36"/>
                  </a:cubicBezTo>
                  <a:cubicBezTo>
                    <a:pt x="249" y="36"/>
                    <a:pt x="249" y="36"/>
                    <a:pt x="249" y="36"/>
                  </a:cubicBezTo>
                  <a:cubicBezTo>
                    <a:pt x="249" y="286"/>
                    <a:pt x="249" y="286"/>
                    <a:pt x="249" y="286"/>
                  </a:cubicBezTo>
                  <a:cubicBezTo>
                    <a:pt x="281" y="286"/>
                    <a:pt x="281" y="286"/>
                    <a:pt x="281" y="286"/>
                  </a:cubicBezTo>
                  <a:cubicBezTo>
                    <a:pt x="281" y="36"/>
                    <a:pt x="281" y="36"/>
                    <a:pt x="281" y="36"/>
                  </a:cubicBezTo>
                  <a:cubicBezTo>
                    <a:pt x="344" y="36"/>
                    <a:pt x="344" y="36"/>
                    <a:pt x="344" y="36"/>
                  </a:cubicBezTo>
                  <a:cubicBezTo>
                    <a:pt x="344" y="0"/>
                    <a:pt x="344" y="0"/>
                    <a:pt x="344" y="0"/>
                  </a:cubicBezTo>
                  <a:cubicBezTo>
                    <a:pt x="5" y="0"/>
                    <a:pt x="5" y="0"/>
                    <a:pt x="5" y="0"/>
                  </a:cubicBezTo>
                  <a:lnTo>
                    <a:pt x="5"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83"/>
            <p:cNvSpPr>
              <a:spLocks/>
            </p:cNvSpPr>
            <p:nvPr/>
          </p:nvSpPr>
          <p:spPr bwMode="auto">
            <a:xfrm>
              <a:off x="846138" y="6181725"/>
              <a:ext cx="428625" cy="307975"/>
            </a:xfrm>
            <a:custGeom>
              <a:avLst/>
              <a:gdLst>
                <a:gd name="T0" fmla="*/ 231 w 247"/>
                <a:gd name="T1" fmla="*/ 178 h 178"/>
                <a:gd name="T2" fmla="*/ 247 w 247"/>
                <a:gd name="T3" fmla="*/ 162 h 178"/>
                <a:gd name="T4" fmla="*/ 247 w 247"/>
                <a:gd name="T5" fmla="*/ 16 h 178"/>
                <a:gd name="T6" fmla="*/ 231 w 247"/>
                <a:gd name="T7" fmla="*/ 0 h 178"/>
                <a:gd name="T8" fmla="*/ 16 w 247"/>
                <a:gd name="T9" fmla="*/ 0 h 178"/>
                <a:gd name="T10" fmla="*/ 12 w 247"/>
                <a:gd name="T11" fmla="*/ 0 h 178"/>
                <a:gd name="T12" fmla="*/ 0 w 247"/>
                <a:gd name="T13" fmla="*/ 16 h 178"/>
                <a:gd name="T14" fmla="*/ 0 w 247"/>
                <a:gd name="T15" fmla="*/ 162 h 178"/>
                <a:gd name="T16" fmla="*/ 12 w 247"/>
                <a:gd name="T17" fmla="*/ 178 h 178"/>
                <a:gd name="T18" fmla="*/ 16 w 247"/>
                <a:gd name="T19" fmla="*/ 178 h 178"/>
                <a:gd name="T20" fmla="*/ 231 w 247"/>
                <a:gd name="T21" fmla="*/ 178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7" h="178">
                  <a:moveTo>
                    <a:pt x="231" y="178"/>
                  </a:moveTo>
                  <a:cubicBezTo>
                    <a:pt x="240" y="178"/>
                    <a:pt x="247" y="171"/>
                    <a:pt x="247" y="162"/>
                  </a:cubicBezTo>
                  <a:cubicBezTo>
                    <a:pt x="247" y="16"/>
                    <a:pt x="247" y="16"/>
                    <a:pt x="247" y="16"/>
                  </a:cubicBezTo>
                  <a:cubicBezTo>
                    <a:pt x="247" y="7"/>
                    <a:pt x="240" y="0"/>
                    <a:pt x="231" y="0"/>
                  </a:cubicBezTo>
                  <a:cubicBezTo>
                    <a:pt x="16" y="0"/>
                    <a:pt x="16" y="0"/>
                    <a:pt x="16" y="0"/>
                  </a:cubicBezTo>
                  <a:cubicBezTo>
                    <a:pt x="15" y="0"/>
                    <a:pt x="13" y="0"/>
                    <a:pt x="12" y="0"/>
                  </a:cubicBezTo>
                  <a:cubicBezTo>
                    <a:pt x="5" y="2"/>
                    <a:pt x="0" y="8"/>
                    <a:pt x="0" y="16"/>
                  </a:cubicBezTo>
                  <a:cubicBezTo>
                    <a:pt x="0" y="162"/>
                    <a:pt x="0" y="162"/>
                    <a:pt x="0" y="162"/>
                  </a:cubicBezTo>
                  <a:cubicBezTo>
                    <a:pt x="0" y="170"/>
                    <a:pt x="5" y="176"/>
                    <a:pt x="12" y="178"/>
                  </a:cubicBezTo>
                  <a:cubicBezTo>
                    <a:pt x="13" y="178"/>
                    <a:pt x="15" y="178"/>
                    <a:pt x="16" y="178"/>
                  </a:cubicBezTo>
                  <a:lnTo>
                    <a:pt x="231" y="17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84"/>
            <p:cNvSpPr>
              <a:spLocks/>
            </p:cNvSpPr>
            <p:nvPr/>
          </p:nvSpPr>
          <p:spPr bwMode="auto">
            <a:xfrm>
              <a:off x="942975" y="5414963"/>
              <a:ext cx="290512" cy="222250"/>
            </a:xfrm>
            <a:custGeom>
              <a:avLst/>
              <a:gdLst>
                <a:gd name="T0" fmla="*/ 23 w 168"/>
                <a:gd name="T1" fmla="*/ 86 h 129"/>
                <a:gd name="T2" fmla="*/ 24 w 168"/>
                <a:gd name="T3" fmla="*/ 86 h 129"/>
                <a:gd name="T4" fmla="*/ 35 w 168"/>
                <a:gd name="T5" fmla="*/ 85 h 129"/>
                <a:gd name="T6" fmla="*/ 70 w 168"/>
                <a:gd name="T7" fmla="*/ 117 h 129"/>
                <a:gd name="T8" fmla="*/ 71 w 168"/>
                <a:gd name="T9" fmla="*/ 128 h 129"/>
                <a:gd name="T10" fmla="*/ 138 w 168"/>
                <a:gd name="T11" fmla="*/ 128 h 129"/>
                <a:gd name="T12" fmla="*/ 141 w 168"/>
                <a:gd name="T13" fmla="*/ 128 h 129"/>
                <a:gd name="T14" fmla="*/ 142 w 168"/>
                <a:gd name="T15" fmla="*/ 128 h 129"/>
                <a:gd name="T16" fmla="*/ 148 w 168"/>
                <a:gd name="T17" fmla="*/ 128 h 129"/>
                <a:gd name="T18" fmla="*/ 154 w 168"/>
                <a:gd name="T19" fmla="*/ 129 h 129"/>
                <a:gd name="T20" fmla="*/ 154 w 168"/>
                <a:gd name="T21" fmla="*/ 129 h 129"/>
                <a:gd name="T22" fmla="*/ 168 w 168"/>
                <a:gd name="T23" fmla="*/ 84 h 129"/>
                <a:gd name="T24" fmla="*/ 84 w 168"/>
                <a:gd name="T25" fmla="*/ 0 h 129"/>
                <a:gd name="T26" fmla="*/ 0 w 168"/>
                <a:gd name="T27" fmla="*/ 84 h 129"/>
                <a:gd name="T28" fmla="*/ 1 w 168"/>
                <a:gd name="T29" fmla="*/ 88 h 129"/>
                <a:gd name="T30" fmla="*/ 23 w 168"/>
                <a:gd name="T31" fmla="*/ 86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8" h="129">
                  <a:moveTo>
                    <a:pt x="23" y="86"/>
                  </a:moveTo>
                  <a:cubicBezTo>
                    <a:pt x="23" y="86"/>
                    <a:pt x="24" y="86"/>
                    <a:pt x="24" y="86"/>
                  </a:cubicBezTo>
                  <a:cubicBezTo>
                    <a:pt x="27" y="85"/>
                    <a:pt x="31" y="85"/>
                    <a:pt x="35" y="85"/>
                  </a:cubicBezTo>
                  <a:cubicBezTo>
                    <a:pt x="52" y="87"/>
                    <a:pt x="67" y="100"/>
                    <a:pt x="70" y="117"/>
                  </a:cubicBezTo>
                  <a:cubicBezTo>
                    <a:pt x="71" y="121"/>
                    <a:pt x="71" y="125"/>
                    <a:pt x="71" y="128"/>
                  </a:cubicBezTo>
                  <a:cubicBezTo>
                    <a:pt x="138" y="128"/>
                    <a:pt x="138" y="128"/>
                    <a:pt x="138" y="128"/>
                  </a:cubicBezTo>
                  <a:cubicBezTo>
                    <a:pt x="139" y="128"/>
                    <a:pt x="140" y="128"/>
                    <a:pt x="141" y="128"/>
                  </a:cubicBezTo>
                  <a:cubicBezTo>
                    <a:pt x="142" y="128"/>
                    <a:pt x="142" y="128"/>
                    <a:pt x="142" y="128"/>
                  </a:cubicBezTo>
                  <a:cubicBezTo>
                    <a:pt x="144" y="128"/>
                    <a:pt x="146" y="128"/>
                    <a:pt x="148" y="128"/>
                  </a:cubicBezTo>
                  <a:cubicBezTo>
                    <a:pt x="149" y="128"/>
                    <a:pt x="151" y="129"/>
                    <a:pt x="154" y="129"/>
                  </a:cubicBezTo>
                  <a:cubicBezTo>
                    <a:pt x="154" y="129"/>
                    <a:pt x="154" y="129"/>
                    <a:pt x="154" y="129"/>
                  </a:cubicBezTo>
                  <a:cubicBezTo>
                    <a:pt x="163" y="116"/>
                    <a:pt x="168" y="101"/>
                    <a:pt x="168" y="84"/>
                  </a:cubicBezTo>
                  <a:cubicBezTo>
                    <a:pt x="168" y="38"/>
                    <a:pt x="130" y="0"/>
                    <a:pt x="84" y="0"/>
                  </a:cubicBezTo>
                  <a:cubicBezTo>
                    <a:pt x="38" y="0"/>
                    <a:pt x="0" y="38"/>
                    <a:pt x="0" y="84"/>
                  </a:cubicBezTo>
                  <a:cubicBezTo>
                    <a:pt x="0" y="85"/>
                    <a:pt x="1" y="86"/>
                    <a:pt x="1" y="88"/>
                  </a:cubicBezTo>
                  <a:cubicBezTo>
                    <a:pt x="11" y="88"/>
                    <a:pt x="21" y="86"/>
                    <a:pt x="23" y="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85"/>
            <p:cNvSpPr>
              <a:spLocks/>
            </p:cNvSpPr>
            <p:nvPr/>
          </p:nvSpPr>
          <p:spPr bwMode="auto">
            <a:xfrm>
              <a:off x="847725" y="5653088"/>
              <a:ext cx="595312" cy="785813"/>
            </a:xfrm>
            <a:custGeom>
              <a:avLst/>
              <a:gdLst>
                <a:gd name="T0" fmla="*/ 302 w 344"/>
                <a:gd name="T1" fmla="*/ 207 h 454"/>
                <a:gd name="T2" fmla="*/ 224 w 344"/>
                <a:gd name="T3" fmla="*/ 207 h 454"/>
                <a:gd name="T4" fmla="*/ 224 w 344"/>
                <a:gd name="T5" fmla="*/ 138 h 454"/>
                <a:gd name="T6" fmla="*/ 225 w 344"/>
                <a:gd name="T7" fmla="*/ 140 h 454"/>
                <a:gd name="T8" fmla="*/ 257 w 344"/>
                <a:gd name="T9" fmla="*/ 171 h 454"/>
                <a:gd name="T10" fmla="*/ 307 w 344"/>
                <a:gd name="T11" fmla="*/ 184 h 454"/>
                <a:gd name="T12" fmla="*/ 307 w 344"/>
                <a:gd name="T13" fmla="*/ 184 h 454"/>
                <a:gd name="T14" fmla="*/ 315 w 344"/>
                <a:gd name="T15" fmla="*/ 183 h 454"/>
                <a:gd name="T16" fmla="*/ 342 w 344"/>
                <a:gd name="T17" fmla="*/ 154 h 454"/>
                <a:gd name="T18" fmla="*/ 312 w 344"/>
                <a:gd name="T19" fmla="*/ 127 h 454"/>
                <a:gd name="T20" fmla="*/ 307 w 344"/>
                <a:gd name="T21" fmla="*/ 128 h 454"/>
                <a:gd name="T22" fmla="*/ 278 w 344"/>
                <a:gd name="T23" fmla="*/ 117 h 454"/>
                <a:gd name="T24" fmla="*/ 264 w 344"/>
                <a:gd name="T25" fmla="*/ 93 h 454"/>
                <a:gd name="T26" fmla="*/ 248 w 344"/>
                <a:gd name="T27" fmla="*/ 42 h 454"/>
                <a:gd name="T28" fmla="*/ 232 w 344"/>
                <a:gd name="T29" fmla="*/ 15 h 454"/>
                <a:gd name="T30" fmla="*/ 206 w 344"/>
                <a:gd name="T31" fmla="*/ 1 h 454"/>
                <a:gd name="T32" fmla="*/ 202 w 344"/>
                <a:gd name="T33" fmla="*/ 0 h 454"/>
                <a:gd name="T34" fmla="*/ 196 w 344"/>
                <a:gd name="T35" fmla="*/ 0 h 454"/>
                <a:gd name="T36" fmla="*/ 193 w 344"/>
                <a:gd name="T37" fmla="*/ 0 h 454"/>
                <a:gd name="T38" fmla="*/ 124 w 344"/>
                <a:gd name="T39" fmla="*/ 0 h 454"/>
                <a:gd name="T40" fmla="*/ 94 w 344"/>
                <a:gd name="T41" fmla="*/ 26 h 454"/>
                <a:gd name="T42" fmla="*/ 93 w 344"/>
                <a:gd name="T43" fmla="*/ 26 h 454"/>
                <a:gd name="T44" fmla="*/ 93 w 344"/>
                <a:gd name="T45" fmla="*/ 27 h 454"/>
                <a:gd name="T46" fmla="*/ 93 w 344"/>
                <a:gd name="T47" fmla="*/ 27 h 454"/>
                <a:gd name="T48" fmla="*/ 41 w 344"/>
                <a:gd name="T49" fmla="*/ 29 h 454"/>
                <a:gd name="T50" fmla="*/ 13 w 344"/>
                <a:gd name="T51" fmla="*/ 23 h 454"/>
                <a:gd name="T52" fmla="*/ 4 w 344"/>
                <a:gd name="T53" fmla="*/ 34 h 454"/>
                <a:gd name="T54" fmla="*/ 0 w 344"/>
                <a:gd name="T55" fmla="*/ 39 h 454"/>
                <a:gd name="T56" fmla="*/ 14 w 344"/>
                <a:gd name="T57" fmla="*/ 168 h 454"/>
                <a:gd name="T58" fmla="*/ 42 w 344"/>
                <a:gd name="T59" fmla="*/ 182 h 454"/>
                <a:gd name="T60" fmla="*/ 42 w 344"/>
                <a:gd name="T61" fmla="*/ 256 h 454"/>
                <a:gd name="T62" fmla="*/ 42 w 344"/>
                <a:gd name="T63" fmla="*/ 257 h 454"/>
                <a:gd name="T64" fmla="*/ 84 w 344"/>
                <a:gd name="T65" fmla="*/ 291 h 454"/>
                <a:gd name="T66" fmla="*/ 260 w 344"/>
                <a:gd name="T67" fmla="*/ 291 h 454"/>
                <a:gd name="T68" fmla="*/ 260 w 344"/>
                <a:gd name="T69" fmla="*/ 412 h 454"/>
                <a:gd name="T70" fmla="*/ 302 w 344"/>
                <a:gd name="T71" fmla="*/ 454 h 454"/>
                <a:gd name="T72" fmla="*/ 344 w 344"/>
                <a:gd name="T73" fmla="*/ 412 h 454"/>
                <a:gd name="T74" fmla="*/ 344 w 344"/>
                <a:gd name="T75" fmla="*/ 249 h 454"/>
                <a:gd name="T76" fmla="*/ 331 w 344"/>
                <a:gd name="T77" fmla="*/ 219 h 454"/>
                <a:gd name="T78" fmla="*/ 302 w 344"/>
                <a:gd name="T79" fmla="*/ 207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4" h="454">
                  <a:moveTo>
                    <a:pt x="302" y="207"/>
                  </a:moveTo>
                  <a:cubicBezTo>
                    <a:pt x="224" y="207"/>
                    <a:pt x="224" y="207"/>
                    <a:pt x="224" y="207"/>
                  </a:cubicBezTo>
                  <a:cubicBezTo>
                    <a:pt x="224" y="138"/>
                    <a:pt x="224" y="138"/>
                    <a:pt x="224" y="138"/>
                  </a:cubicBezTo>
                  <a:cubicBezTo>
                    <a:pt x="224" y="139"/>
                    <a:pt x="225" y="139"/>
                    <a:pt x="225" y="140"/>
                  </a:cubicBezTo>
                  <a:cubicBezTo>
                    <a:pt x="233" y="152"/>
                    <a:pt x="243" y="163"/>
                    <a:pt x="257" y="171"/>
                  </a:cubicBezTo>
                  <a:cubicBezTo>
                    <a:pt x="271" y="179"/>
                    <a:pt x="288" y="184"/>
                    <a:pt x="307" y="184"/>
                  </a:cubicBezTo>
                  <a:cubicBezTo>
                    <a:pt x="307" y="184"/>
                    <a:pt x="307" y="184"/>
                    <a:pt x="307" y="184"/>
                  </a:cubicBezTo>
                  <a:cubicBezTo>
                    <a:pt x="310" y="184"/>
                    <a:pt x="313" y="184"/>
                    <a:pt x="315" y="183"/>
                  </a:cubicBezTo>
                  <a:cubicBezTo>
                    <a:pt x="331" y="182"/>
                    <a:pt x="342" y="169"/>
                    <a:pt x="342" y="154"/>
                  </a:cubicBezTo>
                  <a:cubicBezTo>
                    <a:pt x="341" y="138"/>
                    <a:pt x="327" y="127"/>
                    <a:pt x="312" y="127"/>
                  </a:cubicBezTo>
                  <a:cubicBezTo>
                    <a:pt x="310" y="128"/>
                    <a:pt x="309" y="128"/>
                    <a:pt x="307" y="128"/>
                  </a:cubicBezTo>
                  <a:cubicBezTo>
                    <a:pt x="290" y="127"/>
                    <a:pt x="284" y="123"/>
                    <a:pt x="278" y="117"/>
                  </a:cubicBezTo>
                  <a:cubicBezTo>
                    <a:pt x="273" y="111"/>
                    <a:pt x="268" y="103"/>
                    <a:pt x="264" y="93"/>
                  </a:cubicBezTo>
                  <a:cubicBezTo>
                    <a:pt x="258" y="78"/>
                    <a:pt x="254" y="60"/>
                    <a:pt x="248" y="42"/>
                  </a:cubicBezTo>
                  <a:cubicBezTo>
                    <a:pt x="244" y="33"/>
                    <a:pt x="240" y="24"/>
                    <a:pt x="232" y="15"/>
                  </a:cubicBezTo>
                  <a:cubicBezTo>
                    <a:pt x="226" y="9"/>
                    <a:pt x="217" y="3"/>
                    <a:pt x="206" y="1"/>
                  </a:cubicBezTo>
                  <a:cubicBezTo>
                    <a:pt x="205" y="0"/>
                    <a:pt x="203" y="0"/>
                    <a:pt x="202" y="0"/>
                  </a:cubicBezTo>
                  <a:cubicBezTo>
                    <a:pt x="200" y="0"/>
                    <a:pt x="198" y="0"/>
                    <a:pt x="196" y="0"/>
                  </a:cubicBezTo>
                  <a:cubicBezTo>
                    <a:pt x="195" y="0"/>
                    <a:pt x="194" y="0"/>
                    <a:pt x="193" y="0"/>
                  </a:cubicBezTo>
                  <a:cubicBezTo>
                    <a:pt x="124" y="0"/>
                    <a:pt x="124" y="0"/>
                    <a:pt x="124" y="0"/>
                  </a:cubicBezTo>
                  <a:cubicBezTo>
                    <a:pt x="120" y="13"/>
                    <a:pt x="108" y="24"/>
                    <a:pt x="94" y="26"/>
                  </a:cubicBezTo>
                  <a:cubicBezTo>
                    <a:pt x="93" y="26"/>
                    <a:pt x="93" y="26"/>
                    <a:pt x="93" y="26"/>
                  </a:cubicBezTo>
                  <a:cubicBezTo>
                    <a:pt x="93" y="27"/>
                    <a:pt x="93" y="27"/>
                    <a:pt x="93" y="27"/>
                  </a:cubicBezTo>
                  <a:cubicBezTo>
                    <a:pt x="93" y="27"/>
                    <a:pt x="93" y="27"/>
                    <a:pt x="93" y="27"/>
                  </a:cubicBezTo>
                  <a:cubicBezTo>
                    <a:pt x="76" y="30"/>
                    <a:pt x="58" y="30"/>
                    <a:pt x="41" y="29"/>
                  </a:cubicBezTo>
                  <a:cubicBezTo>
                    <a:pt x="34" y="28"/>
                    <a:pt x="24" y="27"/>
                    <a:pt x="13" y="23"/>
                  </a:cubicBezTo>
                  <a:cubicBezTo>
                    <a:pt x="10" y="26"/>
                    <a:pt x="7" y="30"/>
                    <a:pt x="4" y="34"/>
                  </a:cubicBezTo>
                  <a:cubicBezTo>
                    <a:pt x="3" y="35"/>
                    <a:pt x="2" y="37"/>
                    <a:pt x="0" y="39"/>
                  </a:cubicBezTo>
                  <a:cubicBezTo>
                    <a:pt x="14" y="168"/>
                    <a:pt x="14" y="168"/>
                    <a:pt x="14" y="168"/>
                  </a:cubicBezTo>
                  <a:cubicBezTo>
                    <a:pt x="22" y="174"/>
                    <a:pt x="31" y="179"/>
                    <a:pt x="42" y="182"/>
                  </a:cubicBezTo>
                  <a:cubicBezTo>
                    <a:pt x="42" y="256"/>
                    <a:pt x="42" y="256"/>
                    <a:pt x="42" y="256"/>
                  </a:cubicBezTo>
                  <a:cubicBezTo>
                    <a:pt x="42" y="256"/>
                    <a:pt x="42" y="257"/>
                    <a:pt x="42" y="257"/>
                  </a:cubicBezTo>
                  <a:cubicBezTo>
                    <a:pt x="46" y="277"/>
                    <a:pt x="63" y="291"/>
                    <a:pt x="84" y="291"/>
                  </a:cubicBezTo>
                  <a:cubicBezTo>
                    <a:pt x="260" y="291"/>
                    <a:pt x="260" y="291"/>
                    <a:pt x="260" y="291"/>
                  </a:cubicBezTo>
                  <a:cubicBezTo>
                    <a:pt x="260" y="412"/>
                    <a:pt x="260" y="412"/>
                    <a:pt x="260" y="412"/>
                  </a:cubicBezTo>
                  <a:cubicBezTo>
                    <a:pt x="260" y="435"/>
                    <a:pt x="278" y="454"/>
                    <a:pt x="302" y="454"/>
                  </a:cubicBezTo>
                  <a:cubicBezTo>
                    <a:pt x="325" y="454"/>
                    <a:pt x="344" y="435"/>
                    <a:pt x="344" y="412"/>
                  </a:cubicBezTo>
                  <a:cubicBezTo>
                    <a:pt x="344" y="249"/>
                    <a:pt x="344" y="249"/>
                    <a:pt x="344" y="249"/>
                  </a:cubicBezTo>
                  <a:cubicBezTo>
                    <a:pt x="344" y="238"/>
                    <a:pt x="339" y="227"/>
                    <a:pt x="331" y="219"/>
                  </a:cubicBezTo>
                  <a:cubicBezTo>
                    <a:pt x="323" y="212"/>
                    <a:pt x="313" y="207"/>
                    <a:pt x="302" y="2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86"/>
            <p:cNvSpPr>
              <a:spLocks/>
            </p:cNvSpPr>
            <p:nvPr/>
          </p:nvSpPr>
          <p:spPr bwMode="auto">
            <a:xfrm>
              <a:off x="417513" y="6069013"/>
              <a:ext cx="138112" cy="422275"/>
            </a:xfrm>
            <a:custGeom>
              <a:avLst/>
              <a:gdLst>
                <a:gd name="T0" fmla="*/ 80 w 80"/>
                <a:gd name="T1" fmla="*/ 14 h 244"/>
                <a:gd name="T2" fmla="*/ 78 w 80"/>
                <a:gd name="T3" fmla="*/ 14 h 244"/>
                <a:gd name="T4" fmla="*/ 0 w 80"/>
                <a:gd name="T5" fmla="*/ 0 h 244"/>
                <a:gd name="T6" fmla="*/ 0 w 80"/>
                <a:gd name="T7" fmla="*/ 204 h 244"/>
                <a:gd name="T8" fmla="*/ 40 w 80"/>
                <a:gd name="T9" fmla="*/ 244 h 244"/>
                <a:gd name="T10" fmla="*/ 80 w 80"/>
                <a:gd name="T11" fmla="*/ 204 h 244"/>
                <a:gd name="T12" fmla="*/ 80 w 80"/>
                <a:gd name="T13" fmla="*/ 14 h 244"/>
              </a:gdLst>
              <a:ahLst/>
              <a:cxnLst>
                <a:cxn ang="0">
                  <a:pos x="T0" y="T1"/>
                </a:cxn>
                <a:cxn ang="0">
                  <a:pos x="T2" y="T3"/>
                </a:cxn>
                <a:cxn ang="0">
                  <a:pos x="T4" y="T5"/>
                </a:cxn>
                <a:cxn ang="0">
                  <a:pos x="T6" y="T7"/>
                </a:cxn>
                <a:cxn ang="0">
                  <a:pos x="T8" y="T9"/>
                </a:cxn>
                <a:cxn ang="0">
                  <a:pos x="T10" y="T11"/>
                </a:cxn>
                <a:cxn ang="0">
                  <a:pos x="T12" y="T13"/>
                </a:cxn>
              </a:cxnLst>
              <a:rect l="0" t="0" r="r" b="b"/>
              <a:pathLst>
                <a:path w="80" h="244">
                  <a:moveTo>
                    <a:pt x="80" y="14"/>
                  </a:moveTo>
                  <a:cubicBezTo>
                    <a:pt x="80" y="14"/>
                    <a:pt x="79" y="14"/>
                    <a:pt x="78" y="14"/>
                  </a:cubicBezTo>
                  <a:cubicBezTo>
                    <a:pt x="48" y="11"/>
                    <a:pt x="22" y="6"/>
                    <a:pt x="0" y="0"/>
                  </a:cubicBezTo>
                  <a:cubicBezTo>
                    <a:pt x="0" y="204"/>
                    <a:pt x="0" y="204"/>
                    <a:pt x="0" y="204"/>
                  </a:cubicBezTo>
                  <a:cubicBezTo>
                    <a:pt x="0" y="226"/>
                    <a:pt x="18" y="244"/>
                    <a:pt x="40" y="244"/>
                  </a:cubicBezTo>
                  <a:cubicBezTo>
                    <a:pt x="62" y="244"/>
                    <a:pt x="80" y="226"/>
                    <a:pt x="80" y="204"/>
                  </a:cubicBezTo>
                  <a:lnTo>
                    <a:pt x="80"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87"/>
            <p:cNvSpPr>
              <a:spLocks/>
            </p:cNvSpPr>
            <p:nvPr/>
          </p:nvSpPr>
          <p:spPr bwMode="auto">
            <a:xfrm>
              <a:off x="579438" y="6092825"/>
              <a:ext cx="138112" cy="398463"/>
            </a:xfrm>
            <a:custGeom>
              <a:avLst/>
              <a:gdLst>
                <a:gd name="T0" fmla="*/ 0 w 80"/>
                <a:gd name="T1" fmla="*/ 1 h 230"/>
                <a:gd name="T2" fmla="*/ 0 w 80"/>
                <a:gd name="T3" fmla="*/ 190 h 230"/>
                <a:gd name="T4" fmla="*/ 40 w 80"/>
                <a:gd name="T5" fmla="*/ 230 h 230"/>
                <a:gd name="T6" fmla="*/ 80 w 80"/>
                <a:gd name="T7" fmla="*/ 190 h 230"/>
                <a:gd name="T8" fmla="*/ 80 w 80"/>
                <a:gd name="T9" fmla="*/ 0 h 230"/>
                <a:gd name="T10" fmla="*/ 0 w 80"/>
                <a:gd name="T11" fmla="*/ 1 h 230"/>
              </a:gdLst>
              <a:ahLst/>
              <a:cxnLst>
                <a:cxn ang="0">
                  <a:pos x="T0" y="T1"/>
                </a:cxn>
                <a:cxn ang="0">
                  <a:pos x="T2" y="T3"/>
                </a:cxn>
                <a:cxn ang="0">
                  <a:pos x="T4" y="T5"/>
                </a:cxn>
                <a:cxn ang="0">
                  <a:pos x="T6" y="T7"/>
                </a:cxn>
                <a:cxn ang="0">
                  <a:pos x="T8" y="T9"/>
                </a:cxn>
                <a:cxn ang="0">
                  <a:pos x="T10" y="T11"/>
                </a:cxn>
              </a:cxnLst>
              <a:rect l="0" t="0" r="r" b="b"/>
              <a:pathLst>
                <a:path w="80" h="230">
                  <a:moveTo>
                    <a:pt x="0" y="1"/>
                  </a:moveTo>
                  <a:cubicBezTo>
                    <a:pt x="0" y="190"/>
                    <a:pt x="0" y="190"/>
                    <a:pt x="0" y="190"/>
                  </a:cubicBezTo>
                  <a:cubicBezTo>
                    <a:pt x="0" y="212"/>
                    <a:pt x="18" y="230"/>
                    <a:pt x="40" y="230"/>
                  </a:cubicBezTo>
                  <a:cubicBezTo>
                    <a:pt x="62" y="230"/>
                    <a:pt x="80" y="212"/>
                    <a:pt x="80" y="190"/>
                  </a:cubicBezTo>
                  <a:cubicBezTo>
                    <a:pt x="80" y="0"/>
                    <a:pt x="80" y="0"/>
                    <a:pt x="80" y="0"/>
                  </a:cubicBezTo>
                  <a:cubicBezTo>
                    <a:pt x="57" y="3"/>
                    <a:pt x="30" y="3"/>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88"/>
            <p:cNvSpPr>
              <a:spLocks/>
            </p:cNvSpPr>
            <p:nvPr/>
          </p:nvSpPr>
          <p:spPr bwMode="auto">
            <a:xfrm>
              <a:off x="576263" y="5029200"/>
              <a:ext cx="319087" cy="287338"/>
            </a:xfrm>
            <a:custGeom>
              <a:avLst/>
              <a:gdLst>
                <a:gd name="T0" fmla="*/ 93 w 184"/>
                <a:gd name="T1" fmla="*/ 131 h 166"/>
                <a:gd name="T2" fmla="*/ 106 w 184"/>
                <a:gd name="T3" fmla="*/ 135 h 166"/>
                <a:gd name="T4" fmla="*/ 137 w 184"/>
                <a:gd name="T5" fmla="*/ 166 h 166"/>
                <a:gd name="T6" fmla="*/ 141 w 184"/>
                <a:gd name="T7" fmla="*/ 163 h 166"/>
                <a:gd name="T8" fmla="*/ 169 w 184"/>
                <a:gd name="T9" fmla="*/ 124 h 166"/>
                <a:gd name="T10" fmla="*/ 115 w 184"/>
                <a:gd name="T11" fmla="*/ 15 h 166"/>
                <a:gd name="T12" fmla="*/ 6 w 184"/>
                <a:gd name="T13" fmla="*/ 69 h 166"/>
                <a:gd name="T14" fmla="*/ 4 w 184"/>
                <a:gd name="T15" fmla="*/ 117 h 166"/>
                <a:gd name="T16" fmla="*/ 5 w 184"/>
                <a:gd name="T17" fmla="*/ 123 h 166"/>
                <a:gd name="T18" fmla="*/ 93 w 184"/>
                <a:gd name="T19" fmla="*/ 131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166">
                  <a:moveTo>
                    <a:pt x="93" y="131"/>
                  </a:moveTo>
                  <a:cubicBezTo>
                    <a:pt x="98" y="132"/>
                    <a:pt x="102" y="133"/>
                    <a:pt x="106" y="135"/>
                  </a:cubicBezTo>
                  <a:cubicBezTo>
                    <a:pt x="112" y="138"/>
                    <a:pt x="123" y="146"/>
                    <a:pt x="137" y="166"/>
                  </a:cubicBezTo>
                  <a:cubicBezTo>
                    <a:pt x="138" y="165"/>
                    <a:pt x="140" y="164"/>
                    <a:pt x="141" y="163"/>
                  </a:cubicBezTo>
                  <a:cubicBezTo>
                    <a:pt x="153" y="153"/>
                    <a:pt x="163" y="140"/>
                    <a:pt x="169" y="124"/>
                  </a:cubicBezTo>
                  <a:cubicBezTo>
                    <a:pt x="184" y="79"/>
                    <a:pt x="160" y="30"/>
                    <a:pt x="115" y="15"/>
                  </a:cubicBezTo>
                  <a:cubicBezTo>
                    <a:pt x="70" y="0"/>
                    <a:pt x="21" y="24"/>
                    <a:pt x="6" y="69"/>
                  </a:cubicBezTo>
                  <a:cubicBezTo>
                    <a:pt x="0" y="85"/>
                    <a:pt x="0" y="102"/>
                    <a:pt x="4" y="117"/>
                  </a:cubicBezTo>
                  <a:cubicBezTo>
                    <a:pt x="4" y="119"/>
                    <a:pt x="5" y="121"/>
                    <a:pt x="5" y="123"/>
                  </a:cubicBezTo>
                  <a:lnTo>
                    <a:pt x="93" y="1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89"/>
            <p:cNvSpPr>
              <a:spLocks/>
            </p:cNvSpPr>
            <p:nvPr/>
          </p:nvSpPr>
          <p:spPr bwMode="auto">
            <a:xfrm>
              <a:off x="261938" y="5249863"/>
              <a:ext cx="784225" cy="846138"/>
            </a:xfrm>
            <a:custGeom>
              <a:avLst/>
              <a:gdLst>
                <a:gd name="T0" fmla="*/ 143 w 453"/>
                <a:gd name="T1" fmla="*/ 2 h 489"/>
                <a:gd name="T2" fmla="*/ 23 w 453"/>
                <a:gd name="T3" fmla="*/ 168 h 489"/>
                <a:gd name="T4" fmla="*/ 20 w 453"/>
                <a:gd name="T5" fmla="*/ 182 h 489"/>
                <a:gd name="T6" fmla="*/ 25 w 453"/>
                <a:gd name="T7" fmla="*/ 206 h 489"/>
                <a:gd name="T8" fmla="*/ 49 w 453"/>
                <a:gd name="T9" fmla="*/ 225 h 489"/>
                <a:gd name="T10" fmla="*/ 60 w 453"/>
                <a:gd name="T11" fmla="*/ 228 h 489"/>
                <a:gd name="T12" fmla="*/ 0 w 453"/>
                <a:gd name="T13" fmla="*/ 426 h 489"/>
                <a:gd name="T14" fmla="*/ 169 w 453"/>
                <a:gd name="T15" fmla="*/ 478 h 489"/>
                <a:gd name="T16" fmla="*/ 345 w 453"/>
                <a:gd name="T17" fmla="*/ 459 h 489"/>
                <a:gd name="T18" fmla="*/ 319 w 453"/>
                <a:gd name="T19" fmla="*/ 207 h 489"/>
                <a:gd name="T20" fmla="*/ 345 w 453"/>
                <a:gd name="T21" fmla="*/ 238 h 489"/>
                <a:gd name="T22" fmla="*/ 382 w 453"/>
                <a:gd name="T23" fmla="*/ 248 h 489"/>
                <a:gd name="T24" fmla="*/ 430 w 453"/>
                <a:gd name="T25" fmla="*/ 246 h 489"/>
                <a:gd name="T26" fmla="*/ 451 w 453"/>
                <a:gd name="T27" fmla="*/ 215 h 489"/>
                <a:gd name="T28" fmla="*/ 420 w 453"/>
                <a:gd name="T29" fmla="*/ 195 h 489"/>
                <a:gd name="T30" fmla="*/ 420 w 453"/>
                <a:gd name="T31" fmla="*/ 195 h 489"/>
                <a:gd name="T32" fmla="*/ 387 w 453"/>
                <a:gd name="T33" fmla="*/ 196 h 489"/>
                <a:gd name="T34" fmla="*/ 370 w 453"/>
                <a:gd name="T35" fmla="*/ 192 h 489"/>
                <a:gd name="T36" fmla="*/ 367 w 453"/>
                <a:gd name="T37" fmla="*/ 189 h 489"/>
                <a:gd name="T38" fmla="*/ 317 w 453"/>
                <a:gd name="T39" fmla="*/ 51 h 489"/>
                <a:gd name="T40" fmla="*/ 284 w 453"/>
                <a:gd name="T41" fmla="*/ 15 h 489"/>
                <a:gd name="T42" fmla="*/ 274 w 453"/>
                <a:gd name="T43" fmla="*/ 12 h 489"/>
                <a:gd name="T44" fmla="*/ 155 w 453"/>
                <a:gd name="T45" fmla="*/ 0 h 489"/>
                <a:gd name="T46" fmla="*/ 143 w 453"/>
                <a:gd name="T47" fmla="*/ 2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3" h="489">
                  <a:moveTo>
                    <a:pt x="143" y="2"/>
                  </a:moveTo>
                  <a:cubicBezTo>
                    <a:pt x="136" y="4"/>
                    <a:pt x="75" y="32"/>
                    <a:pt x="23" y="168"/>
                  </a:cubicBezTo>
                  <a:cubicBezTo>
                    <a:pt x="22" y="172"/>
                    <a:pt x="20" y="177"/>
                    <a:pt x="20" y="182"/>
                  </a:cubicBezTo>
                  <a:cubicBezTo>
                    <a:pt x="19" y="189"/>
                    <a:pt x="20" y="198"/>
                    <a:pt x="25" y="206"/>
                  </a:cubicBezTo>
                  <a:cubicBezTo>
                    <a:pt x="31" y="217"/>
                    <a:pt x="41" y="222"/>
                    <a:pt x="49" y="225"/>
                  </a:cubicBezTo>
                  <a:cubicBezTo>
                    <a:pt x="53" y="227"/>
                    <a:pt x="57" y="228"/>
                    <a:pt x="60" y="228"/>
                  </a:cubicBezTo>
                  <a:cubicBezTo>
                    <a:pt x="0" y="426"/>
                    <a:pt x="0" y="426"/>
                    <a:pt x="0" y="426"/>
                  </a:cubicBezTo>
                  <a:cubicBezTo>
                    <a:pt x="0" y="426"/>
                    <a:pt x="56" y="467"/>
                    <a:pt x="169" y="478"/>
                  </a:cubicBezTo>
                  <a:cubicBezTo>
                    <a:pt x="282" y="489"/>
                    <a:pt x="345" y="459"/>
                    <a:pt x="345" y="459"/>
                  </a:cubicBezTo>
                  <a:cubicBezTo>
                    <a:pt x="319" y="207"/>
                    <a:pt x="319" y="207"/>
                    <a:pt x="319" y="207"/>
                  </a:cubicBezTo>
                  <a:cubicBezTo>
                    <a:pt x="324" y="221"/>
                    <a:pt x="334" y="232"/>
                    <a:pt x="345" y="238"/>
                  </a:cubicBezTo>
                  <a:cubicBezTo>
                    <a:pt x="358" y="244"/>
                    <a:pt x="370" y="247"/>
                    <a:pt x="382" y="248"/>
                  </a:cubicBezTo>
                  <a:cubicBezTo>
                    <a:pt x="407" y="250"/>
                    <a:pt x="429" y="246"/>
                    <a:pt x="430" y="246"/>
                  </a:cubicBezTo>
                  <a:cubicBezTo>
                    <a:pt x="444" y="243"/>
                    <a:pt x="453" y="229"/>
                    <a:pt x="451" y="215"/>
                  </a:cubicBezTo>
                  <a:cubicBezTo>
                    <a:pt x="448" y="201"/>
                    <a:pt x="434" y="192"/>
                    <a:pt x="420" y="195"/>
                  </a:cubicBezTo>
                  <a:cubicBezTo>
                    <a:pt x="420" y="195"/>
                    <a:pt x="420" y="195"/>
                    <a:pt x="420" y="195"/>
                  </a:cubicBezTo>
                  <a:cubicBezTo>
                    <a:pt x="417" y="195"/>
                    <a:pt x="401" y="198"/>
                    <a:pt x="387" y="196"/>
                  </a:cubicBezTo>
                  <a:cubicBezTo>
                    <a:pt x="380" y="196"/>
                    <a:pt x="373" y="194"/>
                    <a:pt x="370" y="192"/>
                  </a:cubicBezTo>
                  <a:cubicBezTo>
                    <a:pt x="367" y="190"/>
                    <a:pt x="368" y="190"/>
                    <a:pt x="367" y="189"/>
                  </a:cubicBezTo>
                  <a:cubicBezTo>
                    <a:pt x="350" y="118"/>
                    <a:pt x="332" y="76"/>
                    <a:pt x="317" y="51"/>
                  </a:cubicBezTo>
                  <a:cubicBezTo>
                    <a:pt x="301" y="26"/>
                    <a:pt x="289" y="17"/>
                    <a:pt x="284" y="15"/>
                  </a:cubicBezTo>
                  <a:cubicBezTo>
                    <a:pt x="281" y="13"/>
                    <a:pt x="278" y="12"/>
                    <a:pt x="274" y="12"/>
                  </a:cubicBezTo>
                  <a:cubicBezTo>
                    <a:pt x="155" y="0"/>
                    <a:pt x="155" y="0"/>
                    <a:pt x="155" y="0"/>
                  </a:cubicBezTo>
                  <a:cubicBezTo>
                    <a:pt x="151" y="0"/>
                    <a:pt x="147" y="0"/>
                    <a:pt x="14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2" name="组合 91"/>
          <p:cNvGrpSpPr/>
          <p:nvPr/>
        </p:nvGrpSpPr>
        <p:grpSpPr>
          <a:xfrm>
            <a:off x="4224338" y="5018088"/>
            <a:ext cx="1660524" cy="1473200"/>
            <a:chOff x="4224338" y="5018088"/>
            <a:chExt cx="1660524" cy="1473200"/>
          </a:xfrm>
          <a:solidFill>
            <a:schemeClr val="tx1">
              <a:lumMod val="65000"/>
              <a:lumOff val="35000"/>
            </a:schemeClr>
          </a:solidFill>
        </p:grpSpPr>
        <p:sp>
          <p:nvSpPr>
            <p:cNvPr id="93" name="Freeform 90"/>
            <p:cNvSpPr>
              <a:spLocks/>
            </p:cNvSpPr>
            <p:nvPr/>
          </p:nvSpPr>
          <p:spPr bwMode="auto">
            <a:xfrm>
              <a:off x="4295775" y="5978525"/>
              <a:ext cx="127000" cy="25400"/>
            </a:xfrm>
            <a:custGeom>
              <a:avLst/>
              <a:gdLst>
                <a:gd name="T0" fmla="*/ 0 w 74"/>
                <a:gd name="T1" fmla="*/ 0 h 14"/>
                <a:gd name="T2" fmla="*/ 0 w 74"/>
                <a:gd name="T3" fmla="*/ 14 h 14"/>
                <a:gd name="T4" fmla="*/ 74 w 74"/>
                <a:gd name="T5" fmla="*/ 14 h 14"/>
                <a:gd name="T6" fmla="*/ 66 w 74"/>
                <a:gd name="T7" fmla="*/ 0 h 14"/>
                <a:gd name="T8" fmla="*/ 0 w 74"/>
                <a:gd name="T9" fmla="*/ 0 h 14"/>
              </a:gdLst>
              <a:ahLst/>
              <a:cxnLst>
                <a:cxn ang="0">
                  <a:pos x="T0" y="T1"/>
                </a:cxn>
                <a:cxn ang="0">
                  <a:pos x="T2" y="T3"/>
                </a:cxn>
                <a:cxn ang="0">
                  <a:pos x="T4" y="T5"/>
                </a:cxn>
                <a:cxn ang="0">
                  <a:pos x="T6" y="T7"/>
                </a:cxn>
                <a:cxn ang="0">
                  <a:pos x="T8" y="T9"/>
                </a:cxn>
              </a:cxnLst>
              <a:rect l="0" t="0" r="r" b="b"/>
              <a:pathLst>
                <a:path w="74" h="14">
                  <a:moveTo>
                    <a:pt x="0" y="0"/>
                  </a:moveTo>
                  <a:cubicBezTo>
                    <a:pt x="0" y="14"/>
                    <a:pt x="0" y="14"/>
                    <a:pt x="0" y="14"/>
                  </a:cubicBezTo>
                  <a:cubicBezTo>
                    <a:pt x="74" y="14"/>
                    <a:pt x="74" y="14"/>
                    <a:pt x="74" y="14"/>
                  </a:cubicBezTo>
                  <a:cubicBezTo>
                    <a:pt x="70" y="10"/>
                    <a:pt x="68" y="5"/>
                    <a:pt x="66"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91"/>
            <p:cNvSpPr>
              <a:spLocks/>
            </p:cNvSpPr>
            <p:nvPr/>
          </p:nvSpPr>
          <p:spPr bwMode="auto">
            <a:xfrm>
              <a:off x="5365750" y="5978525"/>
              <a:ext cx="77787" cy="25400"/>
            </a:xfrm>
            <a:custGeom>
              <a:avLst/>
              <a:gdLst>
                <a:gd name="T0" fmla="*/ 45 w 45"/>
                <a:gd name="T1" fmla="*/ 0 h 14"/>
                <a:gd name="T2" fmla="*/ 0 w 45"/>
                <a:gd name="T3" fmla="*/ 0 h 14"/>
                <a:gd name="T4" fmla="*/ 5 w 45"/>
                <a:gd name="T5" fmla="*/ 14 h 14"/>
                <a:gd name="T6" fmla="*/ 44 w 45"/>
                <a:gd name="T7" fmla="*/ 14 h 14"/>
                <a:gd name="T8" fmla="*/ 44 w 45"/>
                <a:gd name="T9" fmla="*/ 10 h 14"/>
                <a:gd name="T10" fmla="*/ 45 w 45"/>
                <a:gd name="T11" fmla="*/ 0 h 14"/>
              </a:gdLst>
              <a:ahLst/>
              <a:cxnLst>
                <a:cxn ang="0">
                  <a:pos x="T0" y="T1"/>
                </a:cxn>
                <a:cxn ang="0">
                  <a:pos x="T2" y="T3"/>
                </a:cxn>
                <a:cxn ang="0">
                  <a:pos x="T4" y="T5"/>
                </a:cxn>
                <a:cxn ang="0">
                  <a:pos x="T6" y="T7"/>
                </a:cxn>
                <a:cxn ang="0">
                  <a:pos x="T8" y="T9"/>
                </a:cxn>
                <a:cxn ang="0">
                  <a:pos x="T10" y="T11"/>
                </a:cxn>
              </a:cxnLst>
              <a:rect l="0" t="0" r="r" b="b"/>
              <a:pathLst>
                <a:path w="45" h="14">
                  <a:moveTo>
                    <a:pt x="45" y="0"/>
                  </a:moveTo>
                  <a:cubicBezTo>
                    <a:pt x="0" y="0"/>
                    <a:pt x="0" y="0"/>
                    <a:pt x="0" y="0"/>
                  </a:cubicBezTo>
                  <a:cubicBezTo>
                    <a:pt x="2" y="5"/>
                    <a:pt x="4" y="9"/>
                    <a:pt x="5" y="14"/>
                  </a:cubicBezTo>
                  <a:cubicBezTo>
                    <a:pt x="44" y="14"/>
                    <a:pt x="44" y="14"/>
                    <a:pt x="44" y="14"/>
                  </a:cubicBezTo>
                  <a:cubicBezTo>
                    <a:pt x="44" y="12"/>
                    <a:pt x="44" y="11"/>
                    <a:pt x="44" y="10"/>
                  </a:cubicBezTo>
                  <a:lnTo>
                    <a:pt x="4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92"/>
            <p:cNvSpPr>
              <a:spLocks/>
            </p:cNvSpPr>
            <p:nvPr/>
          </p:nvSpPr>
          <p:spPr bwMode="auto">
            <a:xfrm>
              <a:off x="4872038" y="5462588"/>
              <a:ext cx="606425" cy="541338"/>
            </a:xfrm>
            <a:custGeom>
              <a:avLst/>
              <a:gdLst>
                <a:gd name="T0" fmla="*/ 41 w 350"/>
                <a:gd name="T1" fmla="*/ 298 h 312"/>
                <a:gd name="T2" fmla="*/ 41 w 350"/>
                <a:gd name="T3" fmla="*/ 18 h 312"/>
                <a:gd name="T4" fmla="*/ 350 w 350"/>
                <a:gd name="T5" fmla="*/ 18 h 312"/>
                <a:gd name="T6" fmla="*/ 350 w 350"/>
                <a:gd name="T7" fmla="*/ 0 h 312"/>
                <a:gd name="T8" fmla="*/ 45 w 350"/>
                <a:gd name="T9" fmla="*/ 0 h 312"/>
                <a:gd name="T10" fmla="*/ 23 w 350"/>
                <a:gd name="T11" fmla="*/ 31 h 312"/>
                <a:gd name="T12" fmla="*/ 23 w 350"/>
                <a:gd name="T13" fmla="*/ 298 h 312"/>
                <a:gd name="T14" fmla="*/ 0 w 350"/>
                <a:gd name="T15" fmla="*/ 298 h 312"/>
                <a:gd name="T16" fmla="*/ 18 w 350"/>
                <a:gd name="T17" fmla="*/ 312 h 312"/>
                <a:gd name="T18" fmla="*/ 89 w 350"/>
                <a:gd name="T19" fmla="*/ 312 h 312"/>
                <a:gd name="T20" fmla="*/ 93 w 350"/>
                <a:gd name="T21" fmla="*/ 298 h 312"/>
                <a:gd name="T22" fmla="*/ 41 w 350"/>
                <a:gd name="T23" fmla="*/ 298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0" h="312">
                  <a:moveTo>
                    <a:pt x="41" y="298"/>
                  </a:moveTo>
                  <a:cubicBezTo>
                    <a:pt x="41" y="18"/>
                    <a:pt x="41" y="18"/>
                    <a:pt x="41" y="18"/>
                  </a:cubicBezTo>
                  <a:cubicBezTo>
                    <a:pt x="350" y="18"/>
                    <a:pt x="350" y="18"/>
                    <a:pt x="350" y="18"/>
                  </a:cubicBezTo>
                  <a:cubicBezTo>
                    <a:pt x="350" y="0"/>
                    <a:pt x="350" y="0"/>
                    <a:pt x="350" y="0"/>
                  </a:cubicBezTo>
                  <a:cubicBezTo>
                    <a:pt x="45" y="0"/>
                    <a:pt x="45" y="0"/>
                    <a:pt x="45" y="0"/>
                  </a:cubicBezTo>
                  <a:cubicBezTo>
                    <a:pt x="39" y="12"/>
                    <a:pt x="32" y="22"/>
                    <a:pt x="23" y="31"/>
                  </a:cubicBezTo>
                  <a:cubicBezTo>
                    <a:pt x="23" y="298"/>
                    <a:pt x="23" y="298"/>
                    <a:pt x="23" y="298"/>
                  </a:cubicBezTo>
                  <a:cubicBezTo>
                    <a:pt x="0" y="298"/>
                    <a:pt x="0" y="298"/>
                    <a:pt x="0" y="298"/>
                  </a:cubicBezTo>
                  <a:cubicBezTo>
                    <a:pt x="6" y="303"/>
                    <a:pt x="12" y="307"/>
                    <a:pt x="18" y="312"/>
                  </a:cubicBezTo>
                  <a:cubicBezTo>
                    <a:pt x="89" y="312"/>
                    <a:pt x="89" y="312"/>
                    <a:pt x="89" y="312"/>
                  </a:cubicBezTo>
                  <a:cubicBezTo>
                    <a:pt x="90" y="307"/>
                    <a:pt x="91" y="303"/>
                    <a:pt x="93" y="298"/>
                  </a:cubicBezTo>
                  <a:lnTo>
                    <a:pt x="41" y="29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93"/>
            <p:cNvSpPr>
              <a:spLocks/>
            </p:cNvSpPr>
            <p:nvPr/>
          </p:nvSpPr>
          <p:spPr bwMode="auto">
            <a:xfrm>
              <a:off x="5819775" y="5786438"/>
              <a:ext cx="12700" cy="19050"/>
            </a:xfrm>
            <a:custGeom>
              <a:avLst/>
              <a:gdLst>
                <a:gd name="T0" fmla="*/ 8 w 8"/>
                <a:gd name="T1" fmla="*/ 9 h 12"/>
                <a:gd name="T2" fmla="*/ 0 w 8"/>
                <a:gd name="T3" fmla="*/ 0 h 12"/>
                <a:gd name="T4" fmla="*/ 0 w 8"/>
                <a:gd name="T5" fmla="*/ 4 h 12"/>
                <a:gd name="T6" fmla="*/ 8 w 8"/>
                <a:gd name="T7" fmla="*/ 12 h 12"/>
                <a:gd name="T8" fmla="*/ 8 w 8"/>
                <a:gd name="T9" fmla="*/ 9 h 12"/>
              </a:gdLst>
              <a:ahLst/>
              <a:cxnLst>
                <a:cxn ang="0">
                  <a:pos x="T0" y="T1"/>
                </a:cxn>
                <a:cxn ang="0">
                  <a:pos x="T2" y="T3"/>
                </a:cxn>
                <a:cxn ang="0">
                  <a:pos x="T4" y="T5"/>
                </a:cxn>
                <a:cxn ang="0">
                  <a:pos x="T6" y="T7"/>
                </a:cxn>
                <a:cxn ang="0">
                  <a:pos x="T8" y="T9"/>
                </a:cxn>
              </a:cxnLst>
              <a:rect l="0" t="0" r="r" b="b"/>
              <a:pathLst>
                <a:path w="8" h="12">
                  <a:moveTo>
                    <a:pt x="8" y="9"/>
                  </a:moveTo>
                  <a:lnTo>
                    <a:pt x="0" y="0"/>
                  </a:lnTo>
                  <a:lnTo>
                    <a:pt x="0" y="4"/>
                  </a:lnTo>
                  <a:lnTo>
                    <a:pt x="8" y="12"/>
                  </a:lnTo>
                  <a:lnTo>
                    <a:pt x="8"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94"/>
            <p:cNvSpPr>
              <a:spLocks/>
            </p:cNvSpPr>
            <p:nvPr/>
          </p:nvSpPr>
          <p:spPr bwMode="auto">
            <a:xfrm>
              <a:off x="5038725" y="5948363"/>
              <a:ext cx="11112" cy="11113"/>
            </a:xfrm>
            <a:custGeom>
              <a:avLst/>
              <a:gdLst>
                <a:gd name="T0" fmla="*/ 3 w 7"/>
                <a:gd name="T1" fmla="*/ 7 h 7"/>
                <a:gd name="T2" fmla="*/ 7 w 7"/>
                <a:gd name="T3" fmla="*/ 0 h 7"/>
                <a:gd name="T4" fmla="*/ 0 w 7"/>
                <a:gd name="T5" fmla="*/ 7 h 7"/>
                <a:gd name="T6" fmla="*/ 3 w 7"/>
                <a:gd name="T7" fmla="*/ 7 h 7"/>
              </a:gdLst>
              <a:ahLst/>
              <a:cxnLst>
                <a:cxn ang="0">
                  <a:pos x="T0" y="T1"/>
                </a:cxn>
                <a:cxn ang="0">
                  <a:pos x="T2" y="T3"/>
                </a:cxn>
                <a:cxn ang="0">
                  <a:pos x="T4" y="T5"/>
                </a:cxn>
                <a:cxn ang="0">
                  <a:pos x="T6" y="T7"/>
                </a:cxn>
              </a:cxnLst>
              <a:rect l="0" t="0" r="r" b="b"/>
              <a:pathLst>
                <a:path w="7" h="7">
                  <a:moveTo>
                    <a:pt x="3" y="7"/>
                  </a:moveTo>
                  <a:cubicBezTo>
                    <a:pt x="4" y="5"/>
                    <a:pt x="5" y="2"/>
                    <a:pt x="7" y="0"/>
                  </a:cubicBezTo>
                  <a:cubicBezTo>
                    <a:pt x="0" y="7"/>
                    <a:pt x="0" y="7"/>
                    <a:pt x="0" y="7"/>
                  </a:cubicBezTo>
                  <a:lnTo>
                    <a:pt x="3"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95"/>
            <p:cNvSpPr>
              <a:spLocks/>
            </p:cNvSpPr>
            <p:nvPr/>
          </p:nvSpPr>
          <p:spPr bwMode="auto">
            <a:xfrm>
              <a:off x="5829300" y="5905500"/>
              <a:ext cx="3175" cy="9525"/>
            </a:xfrm>
            <a:custGeom>
              <a:avLst/>
              <a:gdLst>
                <a:gd name="T0" fmla="*/ 2 w 2"/>
                <a:gd name="T1" fmla="*/ 0 h 6"/>
                <a:gd name="T2" fmla="*/ 0 w 2"/>
                <a:gd name="T3" fmla="*/ 3 h 6"/>
                <a:gd name="T4" fmla="*/ 0 w 2"/>
                <a:gd name="T5" fmla="*/ 6 h 6"/>
                <a:gd name="T6" fmla="*/ 2 w 2"/>
                <a:gd name="T7" fmla="*/ 4 h 6"/>
                <a:gd name="T8" fmla="*/ 2 w 2"/>
                <a:gd name="T9" fmla="*/ 0 h 6"/>
              </a:gdLst>
              <a:ahLst/>
              <a:cxnLst>
                <a:cxn ang="0">
                  <a:pos x="T0" y="T1"/>
                </a:cxn>
                <a:cxn ang="0">
                  <a:pos x="T2" y="T3"/>
                </a:cxn>
                <a:cxn ang="0">
                  <a:pos x="T4" y="T5"/>
                </a:cxn>
                <a:cxn ang="0">
                  <a:pos x="T6" y="T7"/>
                </a:cxn>
                <a:cxn ang="0">
                  <a:pos x="T8" y="T9"/>
                </a:cxn>
              </a:cxnLst>
              <a:rect l="0" t="0" r="r" b="b"/>
              <a:pathLst>
                <a:path w="2" h="6">
                  <a:moveTo>
                    <a:pt x="2" y="0"/>
                  </a:moveTo>
                  <a:lnTo>
                    <a:pt x="0" y="3"/>
                  </a:lnTo>
                  <a:lnTo>
                    <a:pt x="0" y="6"/>
                  </a:lnTo>
                  <a:lnTo>
                    <a:pt x="2" y="4"/>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96"/>
            <p:cNvSpPr>
              <a:spLocks/>
            </p:cNvSpPr>
            <p:nvPr/>
          </p:nvSpPr>
          <p:spPr bwMode="auto">
            <a:xfrm>
              <a:off x="5822950" y="5824538"/>
              <a:ext cx="9525" cy="14288"/>
            </a:xfrm>
            <a:custGeom>
              <a:avLst/>
              <a:gdLst>
                <a:gd name="T0" fmla="*/ 6 w 6"/>
                <a:gd name="T1" fmla="*/ 0 h 9"/>
                <a:gd name="T2" fmla="*/ 0 w 6"/>
                <a:gd name="T3" fmla="*/ 6 h 9"/>
                <a:gd name="T4" fmla="*/ 1 w 6"/>
                <a:gd name="T5" fmla="*/ 9 h 9"/>
                <a:gd name="T6" fmla="*/ 6 w 6"/>
                <a:gd name="T7" fmla="*/ 2 h 9"/>
                <a:gd name="T8" fmla="*/ 6 w 6"/>
                <a:gd name="T9" fmla="*/ 0 h 9"/>
              </a:gdLst>
              <a:ahLst/>
              <a:cxnLst>
                <a:cxn ang="0">
                  <a:pos x="T0" y="T1"/>
                </a:cxn>
                <a:cxn ang="0">
                  <a:pos x="T2" y="T3"/>
                </a:cxn>
                <a:cxn ang="0">
                  <a:pos x="T4" y="T5"/>
                </a:cxn>
                <a:cxn ang="0">
                  <a:pos x="T6" y="T7"/>
                </a:cxn>
                <a:cxn ang="0">
                  <a:pos x="T8" y="T9"/>
                </a:cxn>
              </a:cxnLst>
              <a:rect l="0" t="0" r="r" b="b"/>
              <a:pathLst>
                <a:path w="6" h="9">
                  <a:moveTo>
                    <a:pt x="6" y="0"/>
                  </a:moveTo>
                  <a:lnTo>
                    <a:pt x="0" y="6"/>
                  </a:lnTo>
                  <a:lnTo>
                    <a:pt x="1" y="9"/>
                  </a:lnTo>
                  <a:lnTo>
                    <a:pt x="6" y="2"/>
                  </a:lnTo>
                  <a:lnTo>
                    <a:pt x="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97"/>
            <p:cNvSpPr>
              <a:spLocks/>
            </p:cNvSpPr>
            <p:nvPr/>
          </p:nvSpPr>
          <p:spPr bwMode="auto">
            <a:xfrm>
              <a:off x="5826125" y="5876925"/>
              <a:ext cx="6350" cy="9525"/>
            </a:xfrm>
            <a:custGeom>
              <a:avLst/>
              <a:gdLst>
                <a:gd name="T0" fmla="*/ 4 w 4"/>
                <a:gd name="T1" fmla="*/ 3 h 6"/>
                <a:gd name="T2" fmla="*/ 0 w 4"/>
                <a:gd name="T3" fmla="*/ 0 h 6"/>
                <a:gd name="T4" fmla="*/ 1 w 4"/>
                <a:gd name="T5" fmla="*/ 3 h 6"/>
                <a:gd name="T6" fmla="*/ 4 w 4"/>
                <a:gd name="T7" fmla="*/ 6 h 6"/>
                <a:gd name="T8" fmla="*/ 4 w 4"/>
                <a:gd name="T9" fmla="*/ 3 h 6"/>
              </a:gdLst>
              <a:ahLst/>
              <a:cxnLst>
                <a:cxn ang="0">
                  <a:pos x="T0" y="T1"/>
                </a:cxn>
                <a:cxn ang="0">
                  <a:pos x="T2" y="T3"/>
                </a:cxn>
                <a:cxn ang="0">
                  <a:pos x="T4" y="T5"/>
                </a:cxn>
                <a:cxn ang="0">
                  <a:pos x="T6" y="T7"/>
                </a:cxn>
                <a:cxn ang="0">
                  <a:pos x="T8" y="T9"/>
                </a:cxn>
              </a:cxnLst>
              <a:rect l="0" t="0" r="r" b="b"/>
              <a:pathLst>
                <a:path w="4" h="6">
                  <a:moveTo>
                    <a:pt x="4" y="3"/>
                  </a:moveTo>
                  <a:lnTo>
                    <a:pt x="0" y="0"/>
                  </a:lnTo>
                  <a:lnTo>
                    <a:pt x="1" y="3"/>
                  </a:lnTo>
                  <a:lnTo>
                    <a:pt x="4" y="6"/>
                  </a:lnTo>
                  <a:lnTo>
                    <a:pt x="4"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98"/>
            <p:cNvSpPr>
              <a:spLocks/>
            </p:cNvSpPr>
            <p:nvPr/>
          </p:nvSpPr>
          <p:spPr bwMode="auto">
            <a:xfrm>
              <a:off x="5797550" y="5502275"/>
              <a:ext cx="34925" cy="55563"/>
            </a:xfrm>
            <a:custGeom>
              <a:avLst/>
              <a:gdLst>
                <a:gd name="T0" fmla="*/ 22 w 22"/>
                <a:gd name="T1" fmla="*/ 35 h 35"/>
                <a:gd name="T2" fmla="*/ 22 w 22"/>
                <a:gd name="T3" fmla="*/ 32 h 35"/>
                <a:gd name="T4" fmla="*/ 5 w 22"/>
                <a:gd name="T5" fmla="*/ 16 h 35"/>
                <a:gd name="T6" fmla="*/ 20 w 22"/>
                <a:gd name="T7" fmla="*/ 0 h 35"/>
                <a:gd name="T8" fmla="*/ 17 w 22"/>
                <a:gd name="T9" fmla="*/ 0 h 35"/>
                <a:gd name="T10" fmla="*/ 4 w 22"/>
                <a:gd name="T11" fmla="*/ 13 h 35"/>
                <a:gd name="T12" fmla="*/ 0 w 22"/>
                <a:gd name="T13" fmla="*/ 11 h 35"/>
                <a:gd name="T14" fmla="*/ 0 w 22"/>
                <a:gd name="T15" fmla="*/ 15 h 35"/>
                <a:gd name="T16" fmla="*/ 3 w 22"/>
                <a:gd name="T17" fmla="*/ 16 h 35"/>
                <a:gd name="T18" fmla="*/ 0 w 22"/>
                <a:gd name="T19" fmla="*/ 17 h 35"/>
                <a:gd name="T20" fmla="*/ 0 w 22"/>
                <a:gd name="T21" fmla="*/ 20 h 35"/>
                <a:gd name="T22" fmla="*/ 4 w 22"/>
                <a:gd name="T23" fmla="*/ 17 h 35"/>
                <a:gd name="T24" fmla="*/ 22 w 22"/>
                <a:gd name="T25"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35">
                  <a:moveTo>
                    <a:pt x="22" y="35"/>
                  </a:moveTo>
                  <a:lnTo>
                    <a:pt x="22" y="32"/>
                  </a:lnTo>
                  <a:lnTo>
                    <a:pt x="5" y="16"/>
                  </a:lnTo>
                  <a:lnTo>
                    <a:pt x="20" y="0"/>
                  </a:lnTo>
                  <a:lnTo>
                    <a:pt x="17" y="0"/>
                  </a:lnTo>
                  <a:lnTo>
                    <a:pt x="4" y="13"/>
                  </a:lnTo>
                  <a:lnTo>
                    <a:pt x="0" y="11"/>
                  </a:lnTo>
                  <a:lnTo>
                    <a:pt x="0" y="15"/>
                  </a:lnTo>
                  <a:lnTo>
                    <a:pt x="3" y="16"/>
                  </a:lnTo>
                  <a:lnTo>
                    <a:pt x="0" y="17"/>
                  </a:lnTo>
                  <a:lnTo>
                    <a:pt x="0" y="20"/>
                  </a:lnTo>
                  <a:lnTo>
                    <a:pt x="4" y="17"/>
                  </a:lnTo>
                  <a:lnTo>
                    <a:pt x="22"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99"/>
            <p:cNvSpPr>
              <a:spLocks noEditPoints="1"/>
            </p:cNvSpPr>
            <p:nvPr/>
          </p:nvSpPr>
          <p:spPr bwMode="auto">
            <a:xfrm>
              <a:off x="4951413" y="5502275"/>
              <a:ext cx="527050" cy="457200"/>
            </a:xfrm>
            <a:custGeom>
              <a:avLst/>
              <a:gdLst>
                <a:gd name="T0" fmla="*/ 270 w 304"/>
                <a:gd name="T1" fmla="*/ 0 h 264"/>
                <a:gd name="T2" fmla="*/ 231 w 304"/>
                <a:gd name="T3" fmla="*/ 36 h 264"/>
                <a:gd name="T4" fmla="*/ 192 w 304"/>
                <a:gd name="T5" fmla="*/ 0 h 264"/>
                <a:gd name="T6" fmla="*/ 159 w 304"/>
                <a:gd name="T7" fmla="*/ 12 h 264"/>
                <a:gd name="T8" fmla="*/ 127 w 304"/>
                <a:gd name="T9" fmla="*/ 0 h 264"/>
                <a:gd name="T10" fmla="*/ 88 w 304"/>
                <a:gd name="T11" fmla="*/ 36 h 264"/>
                <a:gd name="T12" fmla="*/ 49 w 304"/>
                <a:gd name="T13" fmla="*/ 0 h 264"/>
                <a:gd name="T14" fmla="*/ 17 w 304"/>
                <a:gd name="T15" fmla="*/ 12 h 264"/>
                <a:gd name="T16" fmla="*/ 17 w 304"/>
                <a:gd name="T17" fmla="*/ 15 h 264"/>
                <a:gd name="T18" fmla="*/ 0 w 304"/>
                <a:gd name="T19" fmla="*/ 77 h 264"/>
                <a:gd name="T20" fmla="*/ 0 w 304"/>
                <a:gd name="T21" fmla="*/ 93 h 264"/>
                <a:gd name="T22" fmla="*/ 17 w 304"/>
                <a:gd name="T23" fmla="*/ 155 h 264"/>
                <a:gd name="T24" fmla="*/ 17 w 304"/>
                <a:gd name="T25" fmla="*/ 158 h 264"/>
                <a:gd name="T26" fmla="*/ 0 w 304"/>
                <a:gd name="T27" fmla="*/ 219 h 264"/>
                <a:gd name="T28" fmla="*/ 0 w 304"/>
                <a:gd name="T29" fmla="*/ 236 h 264"/>
                <a:gd name="T30" fmla="*/ 30 w 304"/>
                <a:gd name="T31" fmla="*/ 264 h 264"/>
                <a:gd name="T32" fmla="*/ 64 w 304"/>
                <a:gd name="T33" fmla="*/ 205 h 264"/>
                <a:gd name="T34" fmla="*/ 122 w 304"/>
                <a:gd name="T35" fmla="*/ 213 h 264"/>
                <a:gd name="T36" fmla="*/ 159 w 304"/>
                <a:gd name="T37" fmla="*/ 205 h 264"/>
                <a:gd name="T38" fmla="*/ 188 w 304"/>
                <a:gd name="T39" fmla="*/ 221 h 264"/>
                <a:gd name="T40" fmla="*/ 231 w 304"/>
                <a:gd name="T41" fmla="*/ 229 h 264"/>
                <a:gd name="T42" fmla="*/ 268 w 304"/>
                <a:gd name="T43" fmla="*/ 264 h 264"/>
                <a:gd name="T44" fmla="*/ 288 w 304"/>
                <a:gd name="T45" fmla="*/ 219 h 264"/>
                <a:gd name="T46" fmla="*/ 290 w 304"/>
                <a:gd name="T47" fmla="*/ 191 h 264"/>
                <a:gd name="T48" fmla="*/ 278 w 304"/>
                <a:gd name="T49" fmla="*/ 134 h 264"/>
                <a:gd name="T50" fmla="*/ 278 w 304"/>
                <a:gd name="T51" fmla="*/ 131 h 264"/>
                <a:gd name="T52" fmla="*/ 301 w 304"/>
                <a:gd name="T53" fmla="*/ 64 h 264"/>
                <a:gd name="T54" fmla="*/ 303 w 304"/>
                <a:gd name="T55" fmla="*/ 14 h 264"/>
                <a:gd name="T56" fmla="*/ 277 w 304"/>
                <a:gd name="T57" fmla="*/ 38 h 264"/>
                <a:gd name="T58" fmla="*/ 208 w 304"/>
                <a:gd name="T59" fmla="*/ 61 h 264"/>
                <a:gd name="T60" fmla="*/ 88 w 304"/>
                <a:gd name="T61" fmla="*/ 86 h 264"/>
                <a:gd name="T62" fmla="*/ 89 w 304"/>
                <a:gd name="T63" fmla="*/ 85 h 264"/>
                <a:gd name="T64" fmla="*/ 87 w 304"/>
                <a:gd name="T65" fmla="*/ 133 h 264"/>
                <a:gd name="T66" fmla="*/ 110 w 304"/>
                <a:gd name="T67" fmla="*/ 156 h 264"/>
                <a:gd name="T68" fmla="*/ 134 w 304"/>
                <a:gd name="T69" fmla="*/ 133 h 264"/>
                <a:gd name="T70" fmla="*/ 136 w 304"/>
                <a:gd name="T71" fmla="*/ 131 h 264"/>
                <a:gd name="T72" fmla="*/ 137 w 304"/>
                <a:gd name="T73" fmla="*/ 85 h 264"/>
                <a:gd name="T74" fmla="*/ 161 w 304"/>
                <a:gd name="T75" fmla="*/ 109 h 264"/>
                <a:gd name="T76" fmla="*/ 207 w 304"/>
                <a:gd name="T77" fmla="*/ 63 h 264"/>
                <a:gd name="T78" fmla="*/ 207 w 304"/>
                <a:gd name="T79" fmla="*/ 155 h 264"/>
                <a:gd name="T80" fmla="*/ 208 w 304"/>
                <a:gd name="T81" fmla="*/ 156 h 264"/>
                <a:gd name="T82" fmla="*/ 208 w 304"/>
                <a:gd name="T83" fmla="*/ 109 h 264"/>
                <a:gd name="T84" fmla="*/ 205 w 304"/>
                <a:gd name="T85" fmla="*/ 61 h 264"/>
                <a:gd name="T86" fmla="*/ 182 w 304"/>
                <a:gd name="T87" fmla="*/ 38 h 264"/>
                <a:gd name="T88" fmla="*/ 113 w 304"/>
                <a:gd name="T89" fmla="*/ 61 h 264"/>
                <a:gd name="T90" fmla="*/ 89 w 304"/>
                <a:gd name="T91" fmla="*/ 38 h 264"/>
                <a:gd name="T92" fmla="*/ 110 w 304"/>
                <a:gd name="T93" fmla="*/ 61 h 264"/>
                <a:gd name="T94" fmla="*/ 18 w 304"/>
                <a:gd name="T95" fmla="*/ 61 h 264"/>
                <a:gd name="T96" fmla="*/ 40 w 304"/>
                <a:gd name="T97" fmla="*/ 86 h 264"/>
                <a:gd name="T98" fmla="*/ 63 w 304"/>
                <a:gd name="T99" fmla="*/ 156 h 264"/>
                <a:gd name="T100" fmla="*/ 63 w 304"/>
                <a:gd name="T101" fmla="*/ 204 h 264"/>
                <a:gd name="T102" fmla="*/ 42 w 304"/>
                <a:gd name="T103" fmla="*/ 180 h 264"/>
                <a:gd name="T104" fmla="*/ 112 w 304"/>
                <a:gd name="T105" fmla="*/ 202 h 264"/>
                <a:gd name="T106" fmla="*/ 136 w 304"/>
                <a:gd name="T107" fmla="*/ 134 h 264"/>
                <a:gd name="T108" fmla="*/ 159 w 304"/>
                <a:gd name="T109" fmla="*/ 158 h 264"/>
                <a:gd name="T110" fmla="*/ 183 w 304"/>
                <a:gd name="T111" fmla="*/ 179 h 264"/>
                <a:gd name="T112" fmla="*/ 184 w 304"/>
                <a:gd name="T113" fmla="*/ 180 h 264"/>
                <a:gd name="T114" fmla="*/ 277 w 304"/>
                <a:gd name="T115" fmla="*/ 228 h 264"/>
                <a:gd name="T116" fmla="*/ 254 w 304"/>
                <a:gd name="T117" fmla="*/ 202 h 264"/>
                <a:gd name="T118" fmla="*/ 232 w 304"/>
                <a:gd name="T119" fmla="*/ 133 h 264"/>
                <a:gd name="T120" fmla="*/ 277 w 304"/>
                <a:gd name="T121" fmla="*/ 85 h 264"/>
                <a:gd name="T122" fmla="*/ 300 w 304"/>
                <a:gd name="T123" fmla="*/ 61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4" h="264">
                  <a:moveTo>
                    <a:pt x="289" y="0"/>
                  </a:moveTo>
                  <a:cubicBezTo>
                    <a:pt x="287" y="0"/>
                    <a:pt x="287" y="0"/>
                    <a:pt x="287" y="0"/>
                  </a:cubicBezTo>
                  <a:cubicBezTo>
                    <a:pt x="300" y="14"/>
                    <a:pt x="300" y="14"/>
                    <a:pt x="300" y="14"/>
                  </a:cubicBezTo>
                  <a:cubicBezTo>
                    <a:pt x="278" y="36"/>
                    <a:pt x="278" y="36"/>
                    <a:pt x="278" y="36"/>
                  </a:cubicBezTo>
                  <a:cubicBezTo>
                    <a:pt x="256" y="14"/>
                    <a:pt x="256" y="14"/>
                    <a:pt x="256" y="14"/>
                  </a:cubicBezTo>
                  <a:cubicBezTo>
                    <a:pt x="270" y="0"/>
                    <a:pt x="270" y="0"/>
                    <a:pt x="270" y="0"/>
                  </a:cubicBezTo>
                  <a:cubicBezTo>
                    <a:pt x="267" y="0"/>
                    <a:pt x="267" y="0"/>
                    <a:pt x="267" y="0"/>
                  </a:cubicBezTo>
                  <a:cubicBezTo>
                    <a:pt x="254" y="12"/>
                    <a:pt x="254" y="12"/>
                    <a:pt x="254" y="12"/>
                  </a:cubicBezTo>
                  <a:cubicBezTo>
                    <a:pt x="242" y="0"/>
                    <a:pt x="242" y="0"/>
                    <a:pt x="242" y="0"/>
                  </a:cubicBezTo>
                  <a:cubicBezTo>
                    <a:pt x="239" y="0"/>
                    <a:pt x="239" y="0"/>
                    <a:pt x="239" y="0"/>
                  </a:cubicBezTo>
                  <a:cubicBezTo>
                    <a:pt x="253" y="14"/>
                    <a:pt x="253" y="14"/>
                    <a:pt x="253" y="14"/>
                  </a:cubicBezTo>
                  <a:cubicBezTo>
                    <a:pt x="231" y="36"/>
                    <a:pt x="231" y="36"/>
                    <a:pt x="231" y="36"/>
                  </a:cubicBezTo>
                  <a:cubicBezTo>
                    <a:pt x="208" y="14"/>
                    <a:pt x="208" y="14"/>
                    <a:pt x="208" y="14"/>
                  </a:cubicBezTo>
                  <a:cubicBezTo>
                    <a:pt x="222" y="0"/>
                    <a:pt x="222" y="0"/>
                    <a:pt x="222" y="0"/>
                  </a:cubicBezTo>
                  <a:cubicBezTo>
                    <a:pt x="219" y="0"/>
                    <a:pt x="219" y="0"/>
                    <a:pt x="219" y="0"/>
                  </a:cubicBezTo>
                  <a:cubicBezTo>
                    <a:pt x="207" y="12"/>
                    <a:pt x="207" y="12"/>
                    <a:pt x="207" y="12"/>
                  </a:cubicBezTo>
                  <a:cubicBezTo>
                    <a:pt x="194" y="0"/>
                    <a:pt x="194" y="0"/>
                    <a:pt x="194" y="0"/>
                  </a:cubicBezTo>
                  <a:cubicBezTo>
                    <a:pt x="192" y="0"/>
                    <a:pt x="192" y="0"/>
                    <a:pt x="192" y="0"/>
                  </a:cubicBezTo>
                  <a:cubicBezTo>
                    <a:pt x="205" y="14"/>
                    <a:pt x="205" y="14"/>
                    <a:pt x="205" y="14"/>
                  </a:cubicBezTo>
                  <a:cubicBezTo>
                    <a:pt x="183" y="36"/>
                    <a:pt x="183" y="36"/>
                    <a:pt x="183" y="36"/>
                  </a:cubicBezTo>
                  <a:cubicBezTo>
                    <a:pt x="161" y="14"/>
                    <a:pt x="161" y="14"/>
                    <a:pt x="161" y="14"/>
                  </a:cubicBezTo>
                  <a:cubicBezTo>
                    <a:pt x="175" y="0"/>
                    <a:pt x="175" y="0"/>
                    <a:pt x="175" y="0"/>
                  </a:cubicBezTo>
                  <a:cubicBezTo>
                    <a:pt x="172" y="0"/>
                    <a:pt x="172" y="0"/>
                    <a:pt x="172" y="0"/>
                  </a:cubicBezTo>
                  <a:cubicBezTo>
                    <a:pt x="159" y="12"/>
                    <a:pt x="159" y="12"/>
                    <a:pt x="159" y="12"/>
                  </a:cubicBezTo>
                  <a:cubicBezTo>
                    <a:pt x="147" y="0"/>
                    <a:pt x="147" y="0"/>
                    <a:pt x="147" y="0"/>
                  </a:cubicBezTo>
                  <a:cubicBezTo>
                    <a:pt x="144" y="0"/>
                    <a:pt x="144" y="0"/>
                    <a:pt x="144" y="0"/>
                  </a:cubicBezTo>
                  <a:cubicBezTo>
                    <a:pt x="158" y="14"/>
                    <a:pt x="158" y="14"/>
                    <a:pt x="158" y="14"/>
                  </a:cubicBezTo>
                  <a:cubicBezTo>
                    <a:pt x="136" y="36"/>
                    <a:pt x="136" y="36"/>
                    <a:pt x="136" y="36"/>
                  </a:cubicBezTo>
                  <a:cubicBezTo>
                    <a:pt x="113" y="14"/>
                    <a:pt x="113" y="14"/>
                    <a:pt x="113" y="14"/>
                  </a:cubicBezTo>
                  <a:cubicBezTo>
                    <a:pt x="127" y="0"/>
                    <a:pt x="127" y="0"/>
                    <a:pt x="127" y="0"/>
                  </a:cubicBezTo>
                  <a:cubicBezTo>
                    <a:pt x="124" y="0"/>
                    <a:pt x="124" y="0"/>
                    <a:pt x="124" y="0"/>
                  </a:cubicBezTo>
                  <a:cubicBezTo>
                    <a:pt x="112" y="12"/>
                    <a:pt x="112" y="12"/>
                    <a:pt x="112" y="12"/>
                  </a:cubicBezTo>
                  <a:cubicBezTo>
                    <a:pt x="99" y="0"/>
                    <a:pt x="99" y="0"/>
                    <a:pt x="99" y="0"/>
                  </a:cubicBezTo>
                  <a:cubicBezTo>
                    <a:pt x="97" y="0"/>
                    <a:pt x="97" y="0"/>
                    <a:pt x="97" y="0"/>
                  </a:cubicBezTo>
                  <a:cubicBezTo>
                    <a:pt x="110" y="14"/>
                    <a:pt x="110" y="14"/>
                    <a:pt x="110" y="14"/>
                  </a:cubicBezTo>
                  <a:cubicBezTo>
                    <a:pt x="88" y="36"/>
                    <a:pt x="88" y="36"/>
                    <a:pt x="88" y="36"/>
                  </a:cubicBezTo>
                  <a:cubicBezTo>
                    <a:pt x="66" y="14"/>
                    <a:pt x="66" y="14"/>
                    <a:pt x="66" y="14"/>
                  </a:cubicBezTo>
                  <a:cubicBezTo>
                    <a:pt x="79" y="0"/>
                    <a:pt x="79" y="0"/>
                    <a:pt x="79" y="0"/>
                  </a:cubicBezTo>
                  <a:cubicBezTo>
                    <a:pt x="77" y="0"/>
                    <a:pt x="77" y="0"/>
                    <a:pt x="77" y="0"/>
                  </a:cubicBezTo>
                  <a:cubicBezTo>
                    <a:pt x="64" y="12"/>
                    <a:pt x="64" y="12"/>
                    <a:pt x="64" y="12"/>
                  </a:cubicBezTo>
                  <a:cubicBezTo>
                    <a:pt x="52" y="0"/>
                    <a:pt x="52" y="0"/>
                    <a:pt x="52" y="0"/>
                  </a:cubicBezTo>
                  <a:cubicBezTo>
                    <a:pt x="49" y="0"/>
                    <a:pt x="49" y="0"/>
                    <a:pt x="49" y="0"/>
                  </a:cubicBezTo>
                  <a:cubicBezTo>
                    <a:pt x="63" y="14"/>
                    <a:pt x="63" y="14"/>
                    <a:pt x="63" y="14"/>
                  </a:cubicBezTo>
                  <a:cubicBezTo>
                    <a:pt x="40" y="36"/>
                    <a:pt x="40" y="36"/>
                    <a:pt x="40" y="36"/>
                  </a:cubicBezTo>
                  <a:cubicBezTo>
                    <a:pt x="18" y="14"/>
                    <a:pt x="18" y="14"/>
                    <a:pt x="18" y="14"/>
                  </a:cubicBezTo>
                  <a:cubicBezTo>
                    <a:pt x="32" y="0"/>
                    <a:pt x="32" y="0"/>
                    <a:pt x="32" y="0"/>
                  </a:cubicBezTo>
                  <a:cubicBezTo>
                    <a:pt x="29" y="0"/>
                    <a:pt x="29" y="0"/>
                    <a:pt x="29" y="0"/>
                  </a:cubicBezTo>
                  <a:cubicBezTo>
                    <a:pt x="17" y="12"/>
                    <a:pt x="17" y="12"/>
                    <a:pt x="17" y="12"/>
                  </a:cubicBezTo>
                  <a:cubicBezTo>
                    <a:pt x="4" y="0"/>
                    <a:pt x="4" y="0"/>
                    <a:pt x="4" y="0"/>
                  </a:cubicBezTo>
                  <a:cubicBezTo>
                    <a:pt x="1" y="0"/>
                    <a:pt x="1" y="0"/>
                    <a:pt x="1" y="0"/>
                  </a:cubicBezTo>
                  <a:cubicBezTo>
                    <a:pt x="15" y="14"/>
                    <a:pt x="15" y="14"/>
                    <a:pt x="15" y="14"/>
                  </a:cubicBezTo>
                  <a:cubicBezTo>
                    <a:pt x="0" y="29"/>
                    <a:pt x="0" y="29"/>
                    <a:pt x="0" y="29"/>
                  </a:cubicBezTo>
                  <a:cubicBezTo>
                    <a:pt x="0" y="32"/>
                    <a:pt x="0" y="32"/>
                    <a:pt x="0" y="32"/>
                  </a:cubicBezTo>
                  <a:cubicBezTo>
                    <a:pt x="17" y="15"/>
                    <a:pt x="17" y="15"/>
                    <a:pt x="17" y="15"/>
                  </a:cubicBezTo>
                  <a:cubicBezTo>
                    <a:pt x="39" y="38"/>
                    <a:pt x="39" y="38"/>
                    <a:pt x="39" y="38"/>
                  </a:cubicBezTo>
                  <a:cubicBezTo>
                    <a:pt x="17" y="60"/>
                    <a:pt x="17" y="60"/>
                    <a:pt x="17" y="60"/>
                  </a:cubicBezTo>
                  <a:cubicBezTo>
                    <a:pt x="0" y="43"/>
                    <a:pt x="0" y="43"/>
                    <a:pt x="0" y="43"/>
                  </a:cubicBezTo>
                  <a:cubicBezTo>
                    <a:pt x="0" y="46"/>
                    <a:pt x="0" y="46"/>
                    <a:pt x="0" y="46"/>
                  </a:cubicBezTo>
                  <a:cubicBezTo>
                    <a:pt x="15" y="61"/>
                    <a:pt x="15" y="61"/>
                    <a:pt x="15" y="61"/>
                  </a:cubicBezTo>
                  <a:cubicBezTo>
                    <a:pt x="0" y="77"/>
                    <a:pt x="0" y="77"/>
                    <a:pt x="0" y="77"/>
                  </a:cubicBezTo>
                  <a:cubicBezTo>
                    <a:pt x="0" y="80"/>
                    <a:pt x="0" y="80"/>
                    <a:pt x="0" y="80"/>
                  </a:cubicBezTo>
                  <a:cubicBezTo>
                    <a:pt x="17" y="63"/>
                    <a:pt x="17" y="63"/>
                    <a:pt x="17" y="63"/>
                  </a:cubicBezTo>
                  <a:cubicBezTo>
                    <a:pt x="39" y="85"/>
                    <a:pt x="39" y="85"/>
                    <a:pt x="39" y="85"/>
                  </a:cubicBezTo>
                  <a:cubicBezTo>
                    <a:pt x="17" y="107"/>
                    <a:pt x="17" y="107"/>
                    <a:pt x="17" y="107"/>
                  </a:cubicBezTo>
                  <a:cubicBezTo>
                    <a:pt x="0" y="90"/>
                    <a:pt x="0" y="90"/>
                    <a:pt x="0" y="90"/>
                  </a:cubicBezTo>
                  <a:cubicBezTo>
                    <a:pt x="0" y="93"/>
                    <a:pt x="0" y="93"/>
                    <a:pt x="0" y="93"/>
                  </a:cubicBezTo>
                  <a:cubicBezTo>
                    <a:pt x="15" y="109"/>
                    <a:pt x="15" y="109"/>
                    <a:pt x="15" y="109"/>
                  </a:cubicBezTo>
                  <a:cubicBezTo>
                    <a:pt x="0" y="124"/>
                    <a:pt x="0" y="124"/>
                    <a:pt x="0" y="124"/>
                  </a:cubicBezTo>
                  <a:cubicBezTo>
                    <a:pt x="0" y="127"/>
                    <a:pt x="0" y="127"/>
                    <a:pt x="0" y="127"/>
                  </a:cubicBezTo>
                  <a:cubicBezTo>
                    <a:pt x="17" y="110"/>
                    <a:pt x="17" y="110"/>
                    <a:pt x="17" y="110"/>
                  </a:cubicBezTo>
                  <a:cubicBezTo>
                    <a:pt x="39" y="133"/>
                    <a:pt x="39" y="133"/>
                    <a:pt x="39" y="133"/>
                  </a:cubicBezTo>
                  <a:cubicBezTo>
                    <a:pt x="17" y="155"/>
                    <a:pt x="17" y="155"/>
                    <a:pt x="17" y="155"/>
                  </a:cubicBezTo>
                  <a:cubicBezTo>
                    <a:pt x="0" y="138"/>
                    <a:pt x="0" y="138"/>
                    <a:pt x="0" y="138"/>
                  </a:cubicBezTo>
                  <a:cubicBezTo>
                    <a:pt x="0" y="141"/>
                    <a:pt x="0" y="141"/>
                    <a:pt x="0" y="141"/>
                  </a:cubicBezTo>
                  <a:cubicBezTo>
                    <a:pt x="15" y="156"/>
                    <a:pt x="15" y="156"/>
                    <a:pt x="15" y="156"/>
                  </a:cubicBezTo>
                  <a:cubicBezTo>
                    <a:pt x="0" y="172"/>
                    <a:pt x="0" y="172"/>
                    <a:pt x="0" y="172"/>
                  </a:cubicBezTo>
                  <a:cubicBezTo>
                    <a:pt x="0" y="175"/>
                    <a:pt x="0" y="175"/>
                    <a:pt x="0" y="175"/>
                  </a:cubicBezTo>
                  <a:cubicBezTo>
                    <a:pt x="17" y="158"/>
                    <a:pt x="17" y="158"/>
                    <a:pt x="17" y="158"/>
                  </a:cubicBezTo>
                  <a:cubicBezTo>
                    <a:pt x="39" y="180"/>
                    <a:pt x="39" y="180"/>
                    <a:pt x="39" y="180"/>
                  </a:cubicBezTo>
                  <a:cubicBezTo>
                    <a:pt x="17" y="202"/>
                    <a:pt x="17" y="202"/>
                    <a:pt x="17" y="202"/>
                  </a:cubicBezTo>
                  <a:cubicBezTo>
                    <a:pt x="0" y="186"/>
                    <a:pt x="0" y="186"/>
                    <a:pt x="0" y="186"/>
                  </a:cubicBezTo>
                  <a:cubicBezTo>
                    <a:pt x="0" y="188"/>
                    <a:pt x="0" y="188"/>
                    <a:pt x="0" y="188"/>
                  </a:cubicBezTo>
                  <a:cubicBezTo>
                    <a:pt x="15" y="204"/>
                    <a:pt x="15" y="204"/>
                    <a:pt x="15" y="204"/>
                  </a:cubicBezTo>
                  <a:cubicBezTo>
                    <a:pt x="0" y="219"/>
                    <a:pt x="0" y="219"/>
                    <a:pt x="0" y="219"/>
                  </a:cubicBezTo>
                  <a:cubicBezTo>
                    <a:pt x="0" y="222"/>
                    <a:pt x="0" y="222"/>
                    <a:pt x="0" y="222"/>
                  </a:cubicBezTo>
                  <a:cubicBezTo>
                    <a:pt x="17" y="205"/>
                    <a:pt x="17" y="205"/>
                    <a:pt x="17" y="205"/>
                  </a:cubicBezTo>
                  <a:cubicBezTo>
                    <a:pt x="39" y="228"/>
                    <a:pt x="39" y="228"/>
                    <a:pt x="39" y="228"/>
                  </a:cubicBezTo>
                  <a:cubicBezTo>
                    <a:pt x="17" y="250"/>
                    <a:pt x="17" y="250"/>
                    <a:pt x="17" y="250"/>
                  </a:cubicBezTo>
                  <a:cubicBezTo>
                    <a:pt x="0" y="233"/>
                    <a:pt x="0" y="233"/>
                    <a:pt x="0" y="233"/>
                  </a:cubicBezTo>
                  <a:cubicBezTo>
                    <a:pt x="0" y="236"/>
                    <a:pt x="0" y="236"/>
                    <a:pt x="0" y="236"/>
                  </a:cubicBezTo>
                  <a:cubicBezTo>
                    <a:pt x="15" y="251"/>
                    <a:pt x="15" y="251"/>
                    <a:pt x="15" y="251"/>
                  </a:cubicBezTo>
                  <a:cubicBezTo>
                    <a:pt x="3" y="264"/>
                    <a:pt x="3" y="264"/>
                    <a:pt x="3" y="264"/>
                  </a:cubicBezTo>
                  <a:cubicBezTo>
                    <a:pt x="6" y="264"/>
                    <a:pt x="6" y="264"/>
                    <a:pt x="6" y="264"/>
                  </a:cubicBezTo>
                  <a:cubicBezTo>
                    <a:pt x="17" y="253"/>
                    <a:pt x="17" y="253"/>
                    <a:pt x="17" y="253"/>
                  </a:cubicBezTo>
                  <a:cubicBezTo>
                    <a:pt x="28" y="264"/>
                    <a:pt x="28" y="264"/>
                    <a:pt x="28" y="264"/>
                  </a:cubicBezTo>
                  <a:cubicBezTo>
                    <a:pt x="30" y="264"/>
                    <a:pt x="30" y="264"/>
                    <a:pt x="30" y="264"/>
                  </a:cubicBezTo>
                  <a:cubicBezTo>
                    <a:pt x="18" y="251"/>
                    <a:pt x="18" y="251"/>
                    <a:pt x="18" y="251"/>
                  </a:cubicBezTo>
                  <a:cubicBezTo>
                    <a:pt x="40" y="229"/>
                    <a:pt x="40" y="229"/>
                    <a:pt x="40" y="229"/>
                  </a:cubicBezTo>
                  <a:cubicBezTo>
                    <a:pt x="62" y="251"/>
                    <a:pt x="62" y="251"/>
                    <a:pt x="62" y="251"/>
                  </a:cubicBezTo>
                  <a:cubicBezTo>
                    <a:pt x="62" y="250"/>
                    <a:pt x="63" y="249"/>
                    <a:pt x="63" y="249"/>
                  </a:cubicBezTo>
                  <a:cubicBezTo>
                    <a:pt x="42" y="228"/>
                    <a:pt x="42" y="228"/>
                    <a:pt x="42" y="228"/>
                  </a:cubicBezTo>
                  <a:cubicBezTo>
                    <a:pt x="64" y="205"/>
                    <a:pt x="64" y="205"/>
                    <a:pt x="64" y="205"/>
                  </a:cubicBezTo>
                  <a:cubicBezTo>
                    <a:pt x="87" y="228"/>
                    <a:pt x="87" y="228"/>
                    <a:pt x="87" y="228"/>
                  </a:cubicBezTo>
                  <a:cubicBezTo>
                    <a:pt x="86" y="229"/>
                    <a:pt x="86" y="229"/>
                    <a:pt x="86" y="229"/>
                  </a:cubicBezTo>
                  <a:cubicBezTo>
                    <a:pt x="88" y="227"/>
                    <a:pt x="90" y="226"/>
                    <a:pt x="93" y="224"/>
                  </a:cubicBezTo>
                  <a:cubicBezTo>
                    <a:pt x="112" y="205"/>
                    <a:pt x="112" y="205"/>
                    <a:pt x="112" y="205"/>
                  </a:cubicBezTo>
                  <a:cubicBezTo>
                    <a:pt x="120" y="214"/>
                    <a:pt x="120" y="214"/>
                    <a:pt x="120" y="214"/>
                  </a:cubicBezTo>
                  <a:cubicBezTo>
                    <a:pt x="121" y="214"/>
                    <a:pt x="122" y="213"/>
                    <a:pt x="122" y="213"/>
                  </a:cubicBezTo>
                  <a:cubicBezTo>
                    <a:pt x="113" y="204"/>
                    <a:pt x="113" y="204"/>
                    <a:pt x="113" y="204"/>
                  </a:cubicBezTo>
                  <a:cubicBezTo>
                    <a:pt x="136" y="182"/>
                    <a:pt x="136" y="182"/>
                    <a:pt x="136" y="182"/>
                  </a:cubicBezTo>
                  <a:cubicBezTo>
                    <a:pt x="158" y="204"/>
                    <a:pt x="158" y="204"/>
                    <a:pt x="158" y="204"/>
                  </a:cubicBezTo>
                  <a:cubicBezTo>
                    <a:pt x="150" y="211"/>
                    <a:pt x="150" y="211"/>
                    <a:pt x="150" y="211"/>
                  </a:cubicBezTo>
                  <a:cubicBezTo>
                    <a:pt x="151" y="211"/>
                    <a:pt x="152" y="211"/>
                    <a:pt x="153" y="212"/>
                  </a:cubicBezTo>
                  <a:cubicBezTo>
                    <a:pt x="159" y="205"/>
                    <a:pt x="159" y="205"/>
                    <a:pt x="159" y="205"/>
                  </a:cubicBezTo>
                  <a:cubicBezTo>
                    <a:pt x="168" y="214"/>
                    <a:pt x="168" y="214"/>
                    <a:pt x="168" y="214"/>
                  </a:cubicBezTo>
                  <a:cubicBezTo>
                    <a:pt x="169" y="214"/>
                    <a:pt x="171" y="215"/>
                    <a:pt x="172" y="215"/>
                  </a:cubicBezTo>
                  <a:cubicBezTo>
                    <a:pt x="161" y="204"/>
                    <a:pt x="161" y="204"/>
                    <a:pt x="161" y="204"/>
                  </a:cubicBezTo>
                  <a:cubicBezTo>
                    <a:pt x="183" y="182"/>
                    <a:pt x="183" y="182"/>
                    <a:pt x="183" y="182"/>
                  </a:cubicBezTo>
                  <a:cubicBezTo>
                    <a:pt x="205" y="204"/>
                    <a:pt x="205" y="204"/>
                    <a:pt x="205" y="204"/>
                  </a:cubicBezTo>
                  <a:cubicBezTo>
                    <a:pt x="188" y="221"/>
                    <a:pt x="188" y="221"/>
                    <a:pt x="188" y="221"/>
                  </a:cubicBezTo>
                  <a:cubicBezTo>
                    <a:pt x="189" y="222"/>
                    <a:pt x="189" y="222"/>
                    <a:pt x="190" y="222"/>
                  </a:cubicBezTo>
                  <a:cubicBezTo>
                    <a:pt x="207" y="205"/>
                    <a:pt x="207" y="205"/>
                    <a:pt x="207" y="205"/>
                  </a:cubicBezTo>
                  <a:cubicBezTo>
                    <a:pt x="229" y="228"/>
                    <a:pt x="229" y="228"/>
                    <a:pt x="229" y="228"/>
                  </a:cubicBezTo>
                  <a:cubicBezTo>
                    <a:pt x="216" y="241"/>
                    <a:pt x="216" y="241"/>
                    <a:pt x="216" y="241"/>
                  </a:cubicBezTo>
                  <a:cubicBezTo>
                    <a:pt x="217" y="241"/>
                    <a:pt x="217" y="242"/>
                    <a:pt x="217" y="242"/>
                  </a:cubicBezTo>
                  <a:cubicBezTo>
                    <a:pt x="231" y="229"/>
                    <a:pt x="231" y="229"/>
                    <a:pt x="231" y="229"/>
                  </a:cubicBezTo>
                  <a:cubicBezTo>
                    <a:pt x="253" y="251"/>
                    <a:pt x="253" y="251"/>
                    <a:pt x="253" y="251"/>
                  </a:cubicBezTo>
                  <a:cubicBezTo>
                    <a:pt x="241" y="264"/>
                    <a:pt x="241" y="264"/>
                    <a:pt x="241" y="264"/>
                  </a:cubicBezTo>
                  <a:cubicBezTo>
                    <a:pt x="243" y="264"/>
                    <a:pt x="243" y="264"/>
                    <a:pt x="243" y="264"/>
                  </a:cubicBezTo>
                  <a:cubicBezTo>
                    <a:pt x="254" y="253"/>
                    <a:pt x="254" y="253"/>
                    <a:pt x="254" y="253"/>
                  </a:cubicBezTo>
                  <a:cubicBezTo>
                    <a:pt x="265" y="264"/>
                    <a:pt x="265" y="264"/>
                    <a:pt x="265" y="264"/>
                  </a:cubicBezTo>
                  <a:cubicBezTo>
                    <a:pt x="268" y="264"/>
                    <a:pt x="268" y="264"/>
                    <a:pt x="268" y="264"/>
                  </a:cubicBezTo>
                  <a:cubicBezTo>
                    <a:pt x="256" y="251"/>
                    <a:pt x="256" y="251"/>
                    <a:pt x="256" y="251"/>
                  </a:cubicBezTo>
                  <a:cubicBezTo>
                    <a:pt x="278" y="229"/>
                    <a:pt x="278" y="229"/>
                    <a:pt x="278" y="229"/>
                  </a:cubicBezTo>
                  <a:cubicBezTo>
                    <a:pt x="287" y="238"/>
                    <a:pt x="287" y="238"/>
                    <a:pt x="287" y="238"/>
                  </a:cubicBezTo>
                  <a:cubicBezTo>
                    <a:pt x="287" y="235"/>
                    <a:pt x="287" y="235"/>
                    <a:pt x="287" y="235"/>
                  </a:cubicBezTo>
                  <a:cubicBezTo>
                    <a:pt x="280" y="228"/>
                    <a:pt x="280" y="228"/>
                    <a:pt x="280" y="228"/>
                  </a:cubicBezTo>
                  <a:cubicBezTo>
                    <a:pt x="288" y="219"/>
                    <a:pt x="288" y="219"/>
                    <a:pt x="288" y="219"/>
                  </a:cubicBezTo>
                  <a:cubicBezTo>
                    <a:pt x="288" y="216"/>
                    <a:pt x="288" y="216"/>
                    <a:pt x="288" y="216"/>
                  </a:cubicBezTo>
                  <a:cubicBezTo>
                    <a:pt x="278" y="226"/>
                    <a:pt x="278" y="226"/>
                    <a:pt x="278" y="226"/>
                  </a:cubicBezTo>
                  <a:cubicBezTo>
                    <a:pt x="256" y="204"/>
                    <a:pt x="256" y="204"/>
                    <a:pt x="256" y="204"/>
                  </a:cubicBezTo>
                  <a:cubicBezTo>
                    <a:pt x="278" y="182"/>
                    <a:pt x="278" y="182"/>
                    <a:pt x="278" y="182"/>
                  </a:cubicBezTo>
                  <a:cubicBezTo>
                    <a:pt x="290" y="194"/>
                    <a:pt x="290" y="194"/>
                    <a:pt x="290" y="194"/>
                  </a:cubicBezTo>
                  <a:cubicBezTo>
                    <a:pt x="290" y="191"/>
                    <a:pt x="290" y="191"/>
                    <a:pt x="290" y="191"/>
                  </a:cubicBezTo>
                  <a:cubicBezTo>
                    <a:pt x="280" y="180"/>
                    <a:pt x="280" y="180"/>
                    <a:pt x="280" y="180"/>
                  </a:cubicBezTo>
                  <a:cubicBezTo>
                    <a:pt x="292" y="167"/>
                    <a:pt x="292" y="167"/>
                    <a:pt x="292" y="167"/>
                  </a:cubicBezTo>
                  <a:cubicBezTo>
                    <a:pt x="293" y="164"/>
                    <a:pt x="293" y="164"/>
                    <a:pt x="293" y="164"/>
                  </a:cubicBezTo>
                  <a:cubicBezTo>
                    <a:pt x="278" y="179"/>
                    <a:pt x="278" y="179"/>
                    <a:pt x="278" y="179"/>
                  </a:cubicBezTo>
                  <a:cubicBezTo>
                    <a:pt x="256" y="156"/>
                    <a:pt x="256" y="156"/>
                    <a:pt x="256" y="156"/>
                  </a:cubicBezTo>
                  <a:cubicBezTo>
                    <a:pt x="278" y="134"/>
                    <a:pt x="278" y="134"/>
                    <a:pt x="278" y="134"/>
                  </a:cubicBezTo>
                  <a:cubicBezTo>
                    <a:pt x="294" y="150"/>
                    <a:pt x="294" y="150"/>
                    <a:pt x="294" y="150"/>
                  </a:cubicBezTo>
                  <a:cubicBezTo>
                    <a:pt x="294" y="147"/>
                    <a:pt x="294" y="147"/>
                    <a:pt x="294" y="147"/>
                  </a:cubicBezTo>
                  <a:cubicBezTo>
                    <a:pt x="280" y="133"/>
                    <a:pt x="280" y="133"/>
                    <a:pt x="280" y="133"/>
                  </a:cubicBezTo>
                  <a:cubicBezTo>
                    <a:pt x="297" y="115"/>
                    <a:pt x="297" y="115"/>
                    <a:pt x="297" y="115"/>
                  </a:cubicBezTo>
                  <a:cubicBezTo>
                    <a:pt x="297" y="112"/>
                    <a:pt x="297" y="112"/>
                    <a:pt x="297" y="112"/>
                  </a:cubicBezTo>
                  <a:cubicBezTo>
                    <a:pt x="278" y="131"/>
                    <a:pt x="278" y="131"/>
                    <a:pt x="278" y="131"/>
                  </a:cubicBezTo>
                  <a:cubicBezTo>
                    <a:pt x="256" y="109"/>
                    <a:pt x="256" y="109"/>
                    <a:pt x="256" y="109"/>
                  </a:cubicBezTo>
                  <a:cubicBezTo>
                    <a:pt x="278" y="86"/>
                    <a:pt x="278" y="86"/>
                    <a:pt x="278" y="86"/>
                  </a:cubicBezTo>
                  <a:cubicBezTo>
                    <a:pt x="297" y="106"/>
                    <a:pt x="297" y="106"/>
                    <a:pt x="297" y="106"/>
                  </a:cubicBezTo>
                  <a:cubicBezTo>
                    <a:pt x="298" y="103"/>
                    <a:pt x="298" y="103"/>
                    <a:pt x="298" y="103"/>
                  </a:cubicBezTo>
                  <a:cubicBezTo>
                    <a:pt x="280" y="85"/>
                    <a:pt x="280" y="85"/>
                    <a:pt x="280" y="85"/>
                  </a:cubicBezTo>
                  <a:cubicBezTo>
                    <a:pt x="301" y="64"/>
                    <a:pt x="301" y="64"/>
                    <a:pt x="301" y="64"/>
                  </a:cubicBezTo>
                  <a:cubicBezTo>
                    <a:pt x="301" y="59"/>
                    <a:pt x="301" y="59"/>
                    <a:pt x="301" y="59"/>
                  </a:cubicBezTo>
                  <a:cubicBezTo>
                    <a:pt x="280" y="38"/>
                    <a:pt x="280" y="38"/>
                    <a:pt x="280" y="38"/>
                  </a:cubicBezTo>
                  <a:cubicBezTo>
                    <a:pt x="302" y="15"/>
                    <a:pt x="302" y="15"/>
                    <a:pt x="302" y="15"/>
                  </a:cubicBezTo>
                  <a:cubicBezTo>
                    <a:pt x="304" y="18"/>
                    <a:pt x="304" y="18"/>
                    <a:pt x="304" y="18"/>
                  </a:cubicBezTo>
                  <a:cubicBezTo>
                    <a:pt x="304" y="15"/>
                    <a:pt x="304" y="15"/>
                    <a:pt x="304" y="15"/>
                  </a:cubicBezTo>
                  <a:cubicBezTo>
                    <a:pt x="303" y="14"/>
                    <a:pt x="303" y="14"/>
                    <a:pt x="303" y="14"/>
                  </a:cubicBezTo>
                  <a:cubicBezTo>
                    <a:pt x="304" y="13"/>
                    <a:pt x="304" y="13"/>
                    <a:pt x="304" y="13"/>
                  </a:cubicBezTo>
                  <a:cubicBezTo>
                    <a:pt x="304" y="10"/>
                    <a:pt x="304" y="10"/>
                    <a:pt x="304" y="10"/>
                  </a:cubicBezTo>
                  <a:cubicBezTo>
                    <a:pt x="302" y="12"/>
                    <a:pt x="302" y="12"/>
                    <a:pt x="302" y="12"/>
                  </a:cubicBezTo>
                  <a:lnTo>
                    <a:pt x="289" y="0"/>
                  </a:lnTo>
                  <a:close/>
                  <a:moveTo>
                    <a:pt x="254" y="15"/>
                  </a:moveTo>
                  <a:cubicBezTo>
                    <a:pt x="277" y="38"/>
                    <a:pt x="277" y="38"/>
                    <a:pt x="277" y="38"/>
                  </a:cubicBezTo>
                  <a:cubicBezTo>
                    <a:pt x="254" y="60"/>
                    <a:pt x="254" y="60"/>
                    <a:pt x="254" y="60"/>
                  </a:cubicBezTo>
                  <a:cubicBezTo>
                    <a:pt x="232" y="38"/>
                    <a:pt x="232" y="38"/>
                    <a:pt x="232" y="38"/>
                  </a:cubicBezTo>
                  <a:lnTo>
                    <a:pt x="254" y="15"/>
                  </a:lnTo>
                  <a:close/>
                  <a:moveTo>
                    <a:pt x="253" y="61"/>
                  </a:moveTo>
                  <a:cubicBezTo>
                    <a:pt x="231" y="84"/>
                    <a:pt x="231" y="84"/>
                    <a:pt x="231" y="84"/>
                  </a:cubicBezTo>
                  <a:cubicBezTo>
                    <a:pt x="208" y="61"/>
                    <a:pt x="208" y="61"/>
                    <a:pt x="208" y="61"/>
                  </a:cubicBezTo>
                  <a:cubicBezTo>
                    <a:pt x="231" y="39"/>
                    <a:pt x="231" y="39"/>
                    <a:pt x="231" y="39"/>
                  </a:cubicBezTo>
                  <a:lnTo>
                    <a:pt x="253" y="61"/>
                  </a:lnTo>
                  <a:close/>
                  <a:moveTo>
                    <a:pt x="110" y="109"/>
                  </a:moveTo>
                  <a:cubicBezTo>
                    <a:pt x="88" y="131"/>
                    <a:pt x="88" y="131"/>
                    <a:pt x="88" y="131"/>
                  </a:cubicBezTo>
                  <a:cubicBezTo>
                    <a:pt x="66" y="109"/>
                    <a:pt x="66" y="109"/>
                    <a:pt x="66" y="109"/>
                  </a:cubicBezTo>
                  <a:cubicBezTo>
                    <a:pt x="88" y="86"/>
                    <a:pt x="88" y="86"/>
                    <a:pt x="88" y="86"/>
                  </a:cubicBezTo>
                  <a:lnTo>
                    <a:pt x="110" y="109"/>
                  </a:lnTo>
                  <a:close/>
                  <a:moveTo>
                    <a:pt x="89" y="85"/>
                  </a:moveTo>
                  <a:cubicBezTo>
                    <a:pt x="112" y="63"/>
                    <a:pt x="112" y="63"/>
                    <a:pt x="112" y="63"/>
                  </a:cubicBezTo>
                  <a:cubicBezTo>
                    <a:pt x="134" y="85"/>
                    <a:pt x="134" y="85"/>
                    <a:pt x="134" y="85"/>
                  </a:cubicBezTo>
                  <a:cubicBezTo>
                    <a:pt x="112" y="107"/>
                    <a:pt x="112" y="107"/>
                    <a:pt x="112" y="107"/>
                  </a:cubicBezTo>
                  <a:lnTo>
                    <a:pt x="89" y="85"/>
                  </a:lnTo>
                  <a:close/>
                  <a:moveTo>
                    <a:pt x="64" y="107"/>
                  </a:moveTo>
                  <a:cubicBezTo>
                    <a:pt x="42" y="85"/>
                    <a:pt x="42" y="85"/>
                    <a:pt x="42" y="85"/>
                  </a:cubicBezTo>
                  <a:cubicBezTo>
                    <a:pt x="64" y="63"/>
                    <a:pt x="64" y="63"/>
                    <a:pt x="64" y="63"/>
                  </a:cubicBezTo>
                  <a:cubicBezTo>
                    <a:pt x="87" y="85"/>
                    <a:pt x="87" y="85"/>
                    <a:pt x="87" y="85"/>
                  </a:cubicBezTo>
                  <a:lnTo>
                    <a:pt x="64" y="107"/>
                  </a:lnTo>
                  <a:close/>
                  <a:moveTo>
                    <a:pt x="87" y="133"/>
                  </a:moveTo>
                  <a:cubicBezTo>
                    <a:pt x="64" y="155"/>
                    <a:pt x="64" y="155"/>
                    <a:pt x="64" y="155"/>
                  </a:cubicBezTo>
                  <a:cubicBezTo>
                    <a:pt x="42" y="133"/>
                    <a:pt x="42" y="133"/>
                    <a:pt x="42" y="133"/>
                  </a:cubicBezTo>
                  <a:cubicBezTo>
                    <a:pt x="64" y="110"/>
                    <a:pt x="64" y="110"/>
                    <a:pt x="64" y="110"/>
                  </a:cubicBezTo>
                  <a:lnTo>
                    <a:pt x="87" y="133"/>
                  </a:lnTo>
                  <a:close/>
                  <a:moveTo>
                    <a:pt x="88" y="134"/>
                  </a:moveTo>
                  <a:cubicBezTo>
                    <a:pt x="110" y="156"/>
                    <a:pt x="110" y="156"/>
                    <a:pt x="110" y="156"/>
                  </a:cubicBezTo>
                  <a:cubicBezTo>
                    <a:pt x="88" y="179"/>
                    <a:pt x="88" y="179"/>
                    <a:pt x="88" y="179"/>
                  </a:cubicBezTo>
                  <a:cubicBezTo>
                    <a:pt x="66" y="156"/>
                    <a:pt x="66" y="156"/>
                    <a:pt x="66" y="156"/>
                  </a:cubicBezTo>
                  <a:lnTo>
                    <a:pt x="88" y="134"/>
                  </a:lnTo>
                  <a:close/>
                  <a:moveTo>
                    <a:pt x="89" y="133"/>
                  </a:moveTo>
                  <a:cubicBezTo>
                    <a:pt x="112" y="110"/>
                    <a:pt x="112" y="110"/>
                    <a:pt x="112" y="110"/>
                  </a:cubicBezTo>
                  <a:cubicBezTo>
                    <a:pt x="134" y="133"/>
                    <a:pt x="134" y="133"/>
                    <a:pt x="134" y="133"/>
                  </a:cubicBezTo>
                  <a:cubicBezTo>
                    <a:pt x="112" y="155"/>
                    <a:pt x="112" y="155"/>
                    <a:pt x="112" y="155"/>
                  </a:cubicBezTo>
                  <a:lnTo>
                    <a:pt x="89" y="133"/>
                  </a:lnTo>
                  <a:close/>
                  <a:moveTo>
                    <a:pt x="113" y="109"/>
                  </a:moveTo>
                  <a:cubicBezTo>
                    <a:pt x="136" y="86"/>
                    <a:pt x="136" y="86"/>
                    <a:pt x="136" y="86"/>
                  </a:cubicBezTo>
                  <a:cubicBezTo>
                    <a:pt x="158" y="109"/>
                    <a:pt x="158" y="109"/>
                    <a:pt x="158" y="109"/>
                  </a:cubicBezTo>
                  <a:cubicBezTo>
                    <a:pt x="136" y="131"/>
                    <a:pt x="136" y="131"/>
                    <a:pt x="136" y="131"/>
                  </a:cubicBezTo>
                  <a:lnTo>
                    <a:pt x="113" y="109"/>
                  </a:lnTo>
                  <a:close/>
                  <a:moveTo>
                    <a:pt x="137" y="85"/>
                  </a:moveTo>
                  <a:cubicBezTo>
                    <a:pt x="159" y="63"/>
                    <a:pt x="159" y="63"/>
                    <a:pt x="159" y="63"/>
                  </a:cubicBezTo>
                  <a:cubicBezTo>
                    <a:pt x="182" y="85"/>
                    <a:pt x="182" y="85"/>
                    <a:pt x="182" y="85"/>
                  </a:cubicBezTo>
                  <a:cubicBezTo>
                    <a:pt x="159" y="107"/>
                    <a:pt x="159" y="107"/>
                    <a:pt x="159" y="107"/>
                  </a:cubicBezTo>
                  <a:lnTo>
                    <a:pt x="137" y="85"/>
                  </a:lnTo>
                  <a:close/>
                  <a:moveTo>
                    <a:pt x="159" y="110"/>
                  </a:moveTo>
                  <a:cubicBezTo>
                    <a:pt x="182" y="133"/>
                    <a:pt x="182" y="133"/>
                    <a:pt x="182" y="133"/>
                  </a:cubicBezTo>
                  <a:cubicBezTo>
                    <a:pt x="159" y="155"/>
                    <a:pt x="159" y="155"/>
                    <a:pt x="159" y="155"/>
                  </a:cubicBezTo>
                  <a:cubicBezTo>
                    <a:pt x="137" y="133"/>
                    <a:pt x="137" y="133"/>
                    <a:pt x="137" y="133"/>
                  </a:cubicBezTo>
                  <a:lnTo>
                    <a:pt x="159" y="110"/>
                  </a:lnTo>
                  <a:close/>
                  <a:moveTo>
                    <a:pt x="161" y="109"/>
                  </a:moveTo>
                  <a:cubicBezTo>
                    <a:pt x="183" y="86"/>
                    <a:pt x="183" y="86"/>
                    <a:pt x="183" y="86"/>
                  </a:cubicBezTo>
                  <a:cubicBezTo>
                    <a:pt x="205" y="109"/>
                    <a:pt x="205" y="109"/>
                    <a:pt x="205" y="109"/>
                  </a:cubicBezTo>
                  <a:cubicBezTo>
                    <a:pt x="183" y="131"/>
                    <a:pt x="183" y="131"/>
                    <a:pt x="183" y="131"/>
                  </a:cubicBezTo>
                  <a:lnTo>
                    <a:pt x="161" y="109"/>
                  </a:lnTo>
                  <a:close/>
                  <a:moveTo>
                    <a:pt x="184" y="85"/>
                  </a:moveTo>
                  <a:cubicBezTo>
                    <a:pt x="207" y="63"/>
                    <a:pt x="207" y="63"/>
                    <a:pt x="207" y="63"/>
                  </a:cubicBezTo>
                  <a:cubicBezTo>
                    <a:pt x="229" y="85"/>
                    <a:pt x="229" y="85"/>
                    <a:pt x="229" y="85"/>
                  </a:cubicBezTo>
                  <a:cubicBezTo>
                    <a:pt x="207" y="107"/>
                    <a:pt x="207" y="107"/>
                    <a:pt x="207" y="107"/>
                  </a:cubicBezTo>
                  <a:lnTo>
                    <a:pt x="184" y="85"/>
                  </a:lnTo>
                  <a:close/>
                  <a:moveTo>
                    <a:pt x="207" y="110"/>
                  </a:moveTo>
                  <a:cubicBezTo>
                    <a:pt x="229" y="133"/>
                    <a:pt x="229" y="133"/>
                    <a:pt x="229" y="133"/>
                  </a:cubicBezTo>
                  <a:cubicBezTo>
                    <a:pt x="207" y="155"/>
                    <a:pt x="207" y="155"/>
                    <a:pt x="207" y="155"/>
                  </a:cubicBezTo>
                  <a:cubicBezTo>
                    <a:pt x="184" y="133"/>
                    <a:pt x="184" y="133"/>
                    <a:pt x="184" y="133"/>
                  </a:cubicBezTo>
                  <a:lnTo>
                    <a:pt x="207" y="110"/>
                  </a:lnTo>
                  <a:close/>
                  <a:moveTo>
                    <a:pt x="231" y="134"/>
                  </a:moveTo>
                  <a:cubicBezTo>
                    <a:pt x="253" y="156"/>
                    <a:pt x="253" y="156"/>
                    <a:pt x="253" y="156"/>
                  </a:cubicBezTo>
                  <a:cubicBezTo>
                    <a:pt x="231" y="179"/>
                    <a:pt x="231" y="179"/>
                    <a:pt x="231" y="179"/>
                  </a:cubicBezTo>
                  <a:cubicBezTo>
                    <a:pt x="208" y="156"/>
                    <a:pt x="208" y="156"/>
                    <a:pt x="208" y="156"/>
                  </a:cubicBezTo>
                  <a:lnTo>
                    <a:pt x="231" y="134"/>
                  </a:lnTo>
                  <a:close/>
                  <a:moveTo>
                    <a:pt x="208" y="109"/>
                  </a:moveTo>
                  <a:cubicBezTo>
                    <a:pt x="231" y="86"/>
                    <a:pt x="231" y="86"/>
                    <a:pt x="231" y="86"/>
                  </a:cubicBezTo>
                  <a:cubicBezTo>
                    <a:pt x="253" y="109"/>
                    <a:pt x="253" y="109"/>
                    <a:pt x="253" y="109"/>
                  </a:cubicBezTo>
                  <a:cubicBezTo>
                    <a:pt x="231" y="131"/>
                    <a:pt x="231" y="131"/>
                    <a:pt x="231" y="131"/>
                  </a:cubicBezTo>
                  <a:lnTo>
                    <a:pt x="208" y="109"/>
                  </a:lnTo>
                  <a:close/>
                  <a:moveTo>
                    <a:pt x="207" y="15"/>
                  </a:moveTo>
                  <a:cubicBezTo>
                    <a:pt x="229" y="38"/>
                    <a:pt x="229" y="38"/>
                    <a:pt x="229" y="38"/>
                  </a:cubicBezTo>
                  <a:cubicBezTo>
                    <a:pt x="207" y="60"/>
                    <a:pt x="207" y="60"/>
                    <a:pt x="207" y="60"/>
                  </a:cubicBezTo>
                  <a:cubicBezTo>
                    <a:pt x="184" y="38"/>
                    <a:pt x="184" y="38"/>
                    <a:pt x="184" y="38"/>
                  </a:cubicBezTo>
                  <a:lnTo>
                    <a:pt x="207" y="15"/>
                  </a:lnTo>
                  <a:close/>
                  <a:moveTo>
                    <a:pt x="205" y="61"/>
                  </a:moveTo>
                  <a:cubicBezTo>
                    <a:pt x="183" y="84"/>
                    <a:pt x="183" y="84"/>
                    <a:pt x="183" y="84"/>
                  </a:cubicBezTo>
                  <a:cubicBezTo>
                    <a:pt x="161" y="61"/>
                    <a:pt x="161" y="61"/>
                    <a:pt x="161" y="61"/>
                  </a:cubicBezTo>
                  <a:cubicBezTo>
                    <a:pt x="183" y="39"/>
                    <a:pt x="183" y="39"/>
                    <a:pt x="183" y="39"/>
                  </a:cubicBezTo>
                  <a:lnTo>
                    <a:pt x="205" y="61"/>
                  </a:lnTo>
                  <a:close/>
                  <a:moveTo>
                    <a:pt x="159" y="15"/>
                  </a:moveTo>
                  <a:cubicBezTo>
                    <a:pt x="182" y="38"/>
                    <a:pt x="182" y="38"/>
                    <a:pt x="182" y="38"/>
                  </a:cubicBezTo>
                  <a:cubicBezTo>
                    <a:pt x="159" y="60"/>
                    <a:pt x="159" y="60"/>
                    <a:pt x="159" y="60"/>
                  </a:cubicBezTo>
                  <a:cubicBezTo>
                    <a:pt x="137" y="38"/>
                    <a:pt x="137" y="38"/>
                    <a:pt x="137" y="38"/>
                  </a:cubicBezTo>
                  <a:lnTo>
                    <a:pt x="159" y="15"/>
                  </a:lnTo>
                  <a:close/>
                  <a:moveTo>
                    <a:pt x="158" y="61"/>
                  </a:moveTo>
                  <a:cubicBezTo>
                    <a:pt x="136" y="84"/>
                    <a:pt x="136" y="84"/>
                    <a:pt x="136" y="84"/>
                  </a:cubicBezTo>
                  <a:cubicBezTo>
                    <a:pt x="113" y="61"/>
                    <a:pt x="113" y="61"/>
                    <a:pt x="113" y="61"/>
                  </a:cubicBezTo>
                  <a:cubicBezTo>
                    <a:pt x="136" y="39"/>
                    <a:pt x="136" y="39"/>
                    <a:pt x="136" y="39"/>
                  </a:cubicBezTo>
                  <a:lnTo>
                    <a:pt x="158" y="61"/>
                  </a:lnTo>
                  <a:close/>
                  <a:moveTo>
                    <a:pt x="112" y="15"/>
                  </a:moveTo>
                  <a:cubicBezTo>
                    <a:pt x="134" y="38"/>
                    <a:pt x="134" y="38"/>
                    <a:pt x="134" y="38"/>
                  </a:cubicBezTo>
                  <a:cubicBezTo>
                    <a:pt x="112" y="60"/>
                    <a:pt x="112" y="60"/>
                    <a:pt x="112" y="60"/>
                  </a:cubicBezTo>
                  <a:cubicBezTo>
                    <a:pt x="89" y="38"/>
                    <a:pt x="89" y="38"/>
                    <a:pt x="89" y="38"/>
                  </a:cubicBezTo>
                  <a:lnTo>
                    <a:pt x="112" y="15"/>
                  </a:lnTo>
                  <a:close/>
                  <a:moveTo>
                    <a:pt x="110" y="61"/>
                  </a:moveTo>
                  <a:cubicBezTo>
                    <a:pt x="88" y="84"/>
                    <a:pt x="88" y="84"/>
                    <a:pt x="88" y="84"/>
                  </a:cubicBezTo>
                  <a:cubicBezTo>
                    <a:pt x="66" y="61"/>
                    <a:pt x="66" y="61"/>
                    <a:pt x="66" y="61"/>
                  </a:cubicBezTo>
                  <a:cubicBezTo>
                    <a:pt x="88" y="39"/>
                    <a:pt x="88" y="39"/>
                    <a:pt x="88" y="39"/>
                  </a:cubicBezTo>
                  <a:lnTo>
                    <a:pt x="110" y="61"/>
                  </a:lnTo>
                  <a:close/>
                  <a:moveTo>
                    <a:pt x="64" y="15"/>
                  </a:moveTo>
                  <a:cubicBezTo>
                    <a:pt x="87" y="38"/>
                    <a:pt x="87" y="38"/>
                    <a:pt x="87" y="38"/>
                  </a:cubicBezTo>
                  <a:cubicBezTo>
                    <a:pt x="64" y="60"/>
                    <a:pt x="64" y="60"/>
                    <a:pt x="64" y="60"/>
                  </a:cubicBezTo>
                  <a:cubicBezTo>
                    <a:pt x="42" y="38"/>
                    <a:pt x="42" y="38"/>
                    <a:pt x="42" y="38"/>
                  </a:cubicBezTo>
                  <a:lnTo>
                    <a:pt x="64" y="15"/>
                  </a:lnTo>
                  <a:close/>
                  <a:moveTo>
                    <a:pt x="18" y="61"/>
                  </a:moveTo>
                  <a:cubicBezTo>
                    <a:pt x="40" y="39"/>
                    <a:pt x="40" y="39"/>
                    <a:pt x="40" y="39"/>
                  </a:cubicBezTo>
                  <a:cubicBezTo>
                    <a:pt x="63" y="61"/>
                    <a:pt x="63" y="61"/>
                    <a:pt x="63" y="61"/>
                  </a:cubicBezTo>
                  <a:cubicBezTo>
                    <a:pt x="40" y="84"/>
                    <a:pt x="40" y="84"/>
                    <a:pt x="40" y="84"/>
                  </a:cubicBezTo>
                  <a:lnTo>
                    <a:pt x="18" y="61"/>
                  </a:lnTo>
                  <a:close/>
                  <a:moveTo>
                    <a:pt x="18" y="109"/>
                  </a:moveTo>
                  <a:cubicBezTo>
                    <a:pt x="40" y="86"/>
                    <a:pt x="40" y="86"/>
                    <a:pt x="40" y="86"/>
                  </a:cubicBezTo>
                  <a:cubicBezTo>
                    <a:pt x="63" y="109"/>
                    <a:pt x="63" y="109"/>
                    <a:pt x="63" y="109"/>
                  </a:cubicBezTo>
                  <a:cubicBezTo>
                    <a:pt x="40" y="131"/>
                    <a:pt x="40" y="131"/>
                    <a:pt x="40" y="131"/>
                  </a:cubicBezTo>
                  <a:lnTo>
                    <a:pt x="18" y="109"/>
                  </a:lnTo>
                  <a:close/>
                  <a:moveTo>
                    <a:pt x="18" y="156"/>
                  </a:moveTo>
                  <a:cubicBezTo>
                    <a:pt x="40" y="134"/>
                    <a:pt x="40" y="134"/>
                    <a:pt x="40" y="134"/>
                  </a:cubicBezTo>
                  <a:cubicBezTo>
                    <a:pt x="63" y="156"/>
                    <a:pt x="63" y="156"/>
                    <a:pt x="63" y="156"/>
                  </a:cubicBezTo>
                  <a:cubicBezTo>
                    <a:pt x="40" y="179"/>
                    <a:pt x="40" y="179"/>
                    <a:pt x="40" y="179"/>
                  </a:cubicBezTo>
                  <a:lnTo>
                    <a:pt x="18" y="156"/>
                  </a:lnTo>
                  <a:close/>
                  <a:moveTo>
                    <a:pt x="40" y="226"/>
                  </a:moveTo>
                  <a:cubicBezTo>
                    <a:pt x="18" y="204"/>
                    <a:pt x="18" y="204"/>
                    <a:pt x="18" y="204"/>
                  </a:cubicBezTo>
                  <a:cubicBezTo>
                    <a:pt x="40" y="182"/>
                    <a:pt x="40" y="182"/>
                    <a:pt x="40" y="182"/>
                  </a:cubicBezTo>
                  <a:cubicBezTo>
                    <a:pt x="63" y="204"/>
                    <a:pt x="63" y="204"/>
                    <a:pt x="63" y="204"/>
                  </a:cubicBezTo>
                  <a:lnTo>
                    <a:pt x="40" y="226"/>
                  </a:lnTo>
                  <a:close/>
                  <a:moveTo>
                    <a:pt x="42" y="180"/>
                  </a:moveTo>
                  <a:cubicBezTo>
                    <a:pt x="64" y="158"/>
                    <a:pt x="64" y="158"/>
                    <a:pt x="64" y="158"/>
                  </a:cubicBezTo>
                  <a:cubicBezTo>
                    <a:pt x="87" y="180"/>
                    <a:pt x="87" y="180"/>
                    <a:pt x="87" y="180"/>
                  </a:cubicBezTo>
                  <a:cubicBezTo>
                    <a:pt x="64" y="202"/>
                    <a:pt x="64" y="202"/>
                    <a:pt x="64" y="202"/>
                  </a:cubicBezTo>
                  <a:lnTo>
                    <a:pt x="42" y="180"/>
                  </a:lnTo>
                  <a:close/>
                  <a:moveTo>
                    <a:pt x="88" y="226"/>
                  </a:moveTo>
                  <a:cubicBezTo>
                    <a:pt x="66" y="204"/>
                    <a:pt x="66" y="204"/>
                    <a:pt x="66" y="204"/>
                  </a:cubicBezTo>
                  <a:cubicBezTo>
                    <a:pt x="88" y="182"/>
                    <a:pt x="88" y="182"/>
                    <a:pt x="88" y="182"/>
                  </a:cubicBezTo>
                  <a:cubicBezTo>
                    <a:pt x="110" y="204"/>
                    <a:pt x="110" y="204"/>
                    <a:pt x="110" y="204"/>
                  </a:cubicBezTo>
                  <a:lnTo>
                    <a:pt x="88" y="226"/>
                  </a:lnTo>
                  <a:close/>
                  <a:moveTo>
                    <a:pt x="112" y="202"/>
                  </a:moveTo>
                  <a:cubicBezTo>
                    <a:pt x="89" y="180"/>
                    <a:pt x="89" y="180"/>
                    <a:pt x="89" y="180"/>
                  </a:cubicBezTo>
                  <a:cubicBezTo>
                    <a:pt x="112" y="158"/>
                    <a:pt x="112" y="158"/>
                    <a:pt x="112" y="158"/>
                  </a:cubicBezTo>
                  <a:cubicBezTo>
                    <a:pt x="134" y="180"/>
                    <a:pt x="134" y="180"/>
                    <a:pt x="134" y="180"/>
                  </a:cubicBezTo>
                  <a:lnTo>
                    <a:pt x="112" y="202"/>
                  </a:lnTo>
                  <a:close/>
                  <a:moveTo>
                    <a:pt x="113" y="156"/>
                  </a:moveTo>
                  <a:cubicBezTo>
                    <a:pt x="136" y="134"/>
                    <a:pt x="136" y="134"/>
                    <a:pt x="136" y="134"/>
                  </a:cubicBezTo>
                  <a:cubicBezTo>
                    <a:pt x="158" y="156"/>
                    <a:pt x="158" y="156"/>
                    <a:pt x="158" y="156"/>
                  </a:cubicBezTo>
                  <a:cubicBezTo>
                    <a:pt x="136" y="179"/>
                    <a:pt x="136" y="179"/>
                    <a:pt x="136" y="179"/>
                  </a:cubicBezTo>
                  <a:lnTo>
                    <a:pt x="113" y="156"/>
                  </a:lnTo>
                  <a:close/>
                  <a:moveTo>
                    <a:pt x="159" y="202"/>
                  </a:moveTo>
                  <a:cubicBezTo>
                    <a:pt x="137" y="180"/>
                    <a:pt x="137" y="180"/>
                    <a:pt x="137" y="180"/>
                  </a:cubicBezTo>
                  <a:cubicBezTo>
                    <a:pt x="159" y="158"/>
                    <a:pt x="159" y="158"/>
                    <a:pt x="159" y="158"/>
                  </a:cubicBezTo>
                  <a:cubicBezTo>
                    <a:pt x="182" y="180"/>
                    <a:pt x="182" y="180"/>
                    <a:pt x="182" y="180"/>
                  </a:cubicBezTo>
                  <a:lnTo>
                    <a:pt x="159" y="202"/>
                  </a:lnTo>
                  <a:close/>
                  <a:moveTo>
                    <a:pt x="161" y="156"/>
                  </a:moveTo>
                  <a:cubicBezTo>
                    <a:pt x="183" y="134"/>
                    <a:pt x="183" y="134"/>
                    <a:pt x="183" y="134"/>
                  </a:cubicBezTo>
                  <a:cubicBezTo>
                    <a:pt x="205" y="156"/>
                    <a:pt x="205" y="156"/>
                    <a:pt x="205" y="156"/>
                  </a:cubicBezTo>
                  <a:cubicBezTo>
                    <a:pt x="183" y="179"/>
                    <a:pt x="183" y="179"/>
                    <a:pt x="183" y="179"/>
                  </a:cubicBezTo>
                  <a:lnTo>
                    <a:pt x="161" y="156"/>
                  </a:lnTo>
                  <a:close/>
                  <a:moveTo>
                    <a:pt x="184" y="180"/>
                  </a:moveTo>
                  <a:cubicBezTo>
                    <a:pt x="207" y="158"/>
                    <a:pt x="207" y="158"/>
                    <a:pt x="207" y="158"/>
                  </a:cubicBezTo>
                  <a:cubicBezTo>
                    <a:pt x="229" y="180"/>
                    <a:pt x="229" y="180"/>
                    <a:pt x="229" y="180"/>
                  </a:cubicBezTo>
                  <a:cubicBezTo>
                    <a:pt x="207" y="202"/>
                    <a:pt x="207" y="202"/>
                    <a:pt x="207" y="202"/>
                  </a:cubicBezTo>
                  <a:lnTo>
                    <a:pt x="184" y="180"/>
                  </a:lnTo>
                  <a:close/>
                  <a:moveTo>
                    <a:pt x="208" y="204"/>
                  </a:moveTo>
                  <a:cubicBezTo>
                    <a:pt x="231" y="182"/>
                    <a:pt x="231" y="182"/>
                    <a:pt x="231" y="182"/>
                  </a:cubicBezTo>
                  <a:cubicBezTo>
                    <a:pt x="253" y="204"/>
                    <a:pt x="253" y="204"/>
                    <a:pt x="253" y="204"/>
                  </a:cubicBezTo>
                  <a:cubicBezTo>
                    <a:pt x="231" y="226"/>
                    <a:pt x="231" y="226"/>
                    <a:pt x="231" y="226"/>
                  </a:cubicBezTo>
                  <a:lnTo>
                    <a:pt x="208" y="204"/>
                  </a:lnTo>
                  <a:close/>
                  <a:moveTo>
                    <a:pt x="277" y="228"/>
                  </a:moveTo>
                  <a:cubicBezTo>
                    <a:pt x="254" y="250"/>
                    <a:pt x="254" y="250"/>
                    <a:pt x="254" y="250"/>
                  </a:cubicBezTo>
                  <a:cubicBezTo>
                    <a:pt x="232" y="228"/>
                    <a:pt x="232" y="228"/>
                    <a:pt x="232" y="228"/>
                  </a:cubicBezTo>
                  <a:cubicBezTo>
                    <a:pt x="254" y="205"/>
                    <a:pt x="254" y="205"/>
                    <a:pt x="254" y="205"/>
                  </a:cubicBezTo>
                  <a:lnTo>
                    <a:pt x="277" y="228"/>
                  </a:lnTo>
                  <a:close/>
                  <a:moveTo>
                    <a:pt x="277" y="180"/>
                  </a:moveTo>
                  <a:cubicBezTo>
                    <a:pt x="254" y="202"/>
                    <a:pt x="254" y="202"/>
                    <a:pt x="254" y="202"/>
                  </a:cubicBezTo>
                  <a:cubicBezTo>
                    <a:pt x="232" y="180"/>
                    <a:pt x="232" y="180"/>
                    <a:pt x="232" y="180"/>
                  </a:cubicBezTo>
                  <a:cubicBezTo>
                    <a:pt x="254" y="158"/>
                    <a:pt x="254" y="158"/>
                    <a:pt x="254" y="158"/>
                  </a:cubicBezTo>
                  <a:lnTo>
                    <a:pt x="277" y="180"/>
                  </a:lnTo>
                  <a:close/>
                  <a:moveTo>
                    <a:pt x="277" y="133"/>
                  </a:moveTo>
                  <a:cubicBezTo>
                    <a:pt x="254" y="155"/>
                    <a:pt x="254" y="155"/>
                    <a:pt x="254" y="155"/>
                  </a:cubicBezTo>
                  <a:cubicBezTo>
                    <a:pt x="232" y="133"/>
                    <a:pt x="232" y="133"/>
                    <a:pt x="232" y="133"/>
                  </a:cubicBezTo>
                  <a:cubicBezTo>
                    <a:pt x="254" y="110"/>
                    <a:pt x="254" y="110"/>
                    <a:pt x="254" y="110"/>
                  </a:cubicBezTo>
                  <a:lnTo>
                    <a:pt x="277" y="133"/>
                  </a:lnTo>
                  <a:close/>
                  <a:moveTo>
                    <a:pt x="254" y="107"/>
                  </a:moveTo>
                  <a:cubicBezTo>
                    <a:pt x="232" y="85"/>
                    <a:pt x="232" y="85"/>
                    <a:pt x="232" y="85"/>
                  </a:cubicBezTo>
                  <a:cubicBezTo>
                    <a:pt x="254" y="63"/>
                    <a:pt x="254" y="63"/>
                    <a:pt x="254" y="63"/>
                  </a:cubicBezTo>
                  <a:cubicBezTo>
                    <a:pt x="277" y="85"/>
                    <a:pt x="277" y="85"/>
                    <a:pt x="277" y="85"/>
                  </a:cubicBezTo>
                  <a:lnTo>
                    <a:pt x="254" y="107"/>
                  </a:lnTo>
                  <a:close/>
                  <a:moveTo>
                    <a:pt x="300" y="61"/>
                  </a:moveTo>
                  <a:cubicBezTo>
                    <a:pt x="278" y="84"/>
                    <a:pt x="278" y="84"/>
                    <a:pt x="278" y="84"/>
                  </a:cubicBezTo>
                  <a:cubicBezTo>
                    <a:pt x="256" y="61"/>
                    <a:pt x="256" y="61"/>
                    <a:pt x="256" y="61"/>
                  </a:cubicBezTo>
                  <a:cubicBezTo>
                    <a:pt x="278" y="39"/>
                    <a:pt x="278" y="39"/>
                    <a:pt x="278" y="39"/>
                  </a:cubicBezTo>
                  <a:lnTo>
                    <a:pt x="300"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100"/>
            <p:cNvSpPr>
              <a:spLocks/>
            </p:cNvSpPr>
            <p:nvPr/>
          </p:nvSpPr>
          <p:spPr bwMode="auto">
            <a:xfrm>
              <a:off x="5810250" y="5659438"/>
              <a:ext cx="22225" cy="26988"/>
            </a:xfrm>
            <a:custGeom>
              <a:avLst/>
              <a:gdLst>
                <a:gd name="T0" fmla="*/ 14 w 14"/>
                <a:gd name="T1" fmla="*/ 0 h 17"/>
                <a:gd name="T2" fmla="*/ 0 w 14"/>
                <a:gd name="T3" fmla="*/ 14 h 17"/>
                <a:gd name="T4" fmla="*/ 0 w 14"/>
                <a:gd name="T5" fmla="*/ 17 h 17"/>
                <a:gd name="T6" fmla="*/ 14 w 14"/>
                <a:gd name="T7" fmla="*/ 3 h 17"/>
                <a:gd name="T8" fmla="*/ 14 w 14"/>
                <a:gd name="T9" fmla="*/ 0 h 17"/>
              </a:gdLst>
              <a:ahLst/>
              <a:cxnLst>
                <a:cxn ang="0">
                  <a:pos x="T0" y="T1"/>
                </a:cxn>
                <a:cxn ang="0">
                  <a:pos x="T2" y="T3"/>
                </a:cxn>
                <a:cxn ang="0">
                  <a:pos x="T4" y="T5"/>
                </a:cxn>
                <a:cxn ang="0">
                  <a:pos x="T6" y="T7"/>
                </a:cxn>
                <a:cxn ang="0">
                  <a:pos x="T8" y="T9"/>
                </a:cxn>
              </a:cxnLst>
              <a:rect l="0" t="0" r="r" b="b"/>
              <a:pathLst>
                <a:path w="14" h="17">
                  <a:moveTo>
                    <a:pt x="14" y="0"/>
                  </a:moveTo>
                  <a:lnTo>
                    <a:pt x="0" y="14"/>
                  </a:lnTo>
                  <a:lnTo>
                    <a:pt x="0" y="17"/>
                  </a:lnTo>
                  <a:lnTo>
                    <a:pt x="14" y="3"/>
                  </a:lnTo>
                  <a:lnTo>
                    <a:pt x="1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101"/>
            <p:cNvSpPr>
              <a:spLocks/>
            </p:cNvSpPr>
            <p:nvPr/>
          </p:nvSpPr>
          <p:spPr bwMode="auto">
            <a:xfrm>
              <a:off x="5816600" y="5741988"/>
              <a:ext cx="15875" cy="20638"/>
            </a:xfrm>
            <a:custGeom>
              <a:avLst/>
              <a:gdLst>
                <a:gd name="T0" fmla="*/ 10 w 10"/>
                <a:gd name="T1" fmla="*/ 0 h 13"/>
                <a:gd name="T2" fmla="*/ 0 w 10"/>
                <a:gd name="T3" fmla="*/ 10 h 13"/>
                <a:gd name="T4" fmla="*/ 0 w 10"/>
                <a:gd name="T5" fmla="*/ 13 h 13"/>
                <a:gd name="T6" fmla="*/ 10 w 10"/>
                <a:gd name="T7" fmla="*/ 3 h 13"/>
                <a:gd name="T8" fmla="*/ 10 w 10"/>
                <a:gd name="T9" fmla="*/ 0 h 13"/>
              </a:gdLst>
              <a:ahLst/>
              <a:cxnLst>
                <a:cxn ang="0">
                  <a:pos x="T0" y="T1"/>
                </a:cxn>
                <a:cxn ang="0">
                  <a:pos x="T2" y="T3"/>
                </a:cxn>
                <a:cxn ang="0">
                  <a:pos x="T4" y="T5"/>
                </a:cxn>
                <a:cxn ang="0">
                  <a:pos x="T6" y="T7"/>
                </a:cxn>
                <a:cxn ang="0">
                  <a:pos x="T8" y="T9"/>
                </a:cxn>
              </a:cxnLst>
              <a:rect l="0" t="0" r="r" b="b"/>
              <a:pathLst>
                <a:path w="10" h="13">
                  <a:moveTo>
                    <a:pt x="10" y="0"/>
                  </a:moveTo>
                  <a:lnTo>
                    <a:pt x="0" y="10"/>
                  </a:lnTo>
                  <a:lnTo>
                    <a:pt x="0" y="13"/>
                  </a:lnTo>
                  <a:lnTo>
                    <a:pt x="10" y="3"/>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102"/>
            <p:cNvSpPr>
              <a:spLocks/>
            </p:cNvSpPr>
            <p:nvPr/>
          </p:nvSpPr>
          <p:spPr bwMode="auto">
            <a:xfrm>
              <a:off x="5811838" y="5697538"/>
              <a:ext cx="20637" cy="25400"/>
            </a:xfrm>
            <a:custGeom>
              <a:avLst/>
              <a:gdLst>
                <a:gd name="T0" fmla="*/ 13 w 13"/>
                <a:gd name="T1" fmla="*/ 13 h 16"/>
                <a:gd name="T2" fmla="*/ 0 w 13"/>
                <a:gd name="T3" fmla="*/ 0 h 16"/>
                <a:gd name="T4" fmla="*/ 0 w 13"/>
                <a:gd name="T5" fmla="*/ 3 h 16"/>
                <a:gd name="T6" fmla="*/ 13 w 13"/>
                <a:gd name="T7" fmla="*/ 16 h 16"/>
                <a:gd name="T8" fmla="*/ 13 w 13"/>
                <a:gd name="T9" fmla="*/ 13 h 16"/>
              </a:gdLst>
              <a:ahLst/>
              <a:cxnLst>
                <a:cxn ang="0">
                  <a:pos x="T0" y="T1"/>
                </a:cxn>
                <a:cxn ang="0">
                  <a:pos x="T2" y="T3"/>
                </a:cxn>
                <a:cxn ang="0">
                  <a:pos x="T4" y="T5"/>
                </a:cxn>
                <a:cxn ang="0">
                  <a:pos x="T6" y="T7"/>
                </a:cxn>
                <a:cxn ang="0">
                  <a:pos x="T8" y="T9"/>
                </a:cxn>
              </a:cxnLst>
              <a:rect l="0" t="0" r="r" b="b"/>
              <a:pathLst>
                <a:path w="13" h="16">
                  <a:moveTo>
                    <a:pt x="13" y="13"/>
                  </a:moveTo>
                  <a:lnTo>
                    <a:pt x="0" y="0"/>
                  </a:lnTo>
                  <a:lnTo>
                    <a:pt x="0" y="3"/>
                  </a:lnTo>
                  <a:lnTo>
                    <a:pt x="13" y="16"/>
                  </a:lnTo>
                  <a:lnTo>
                    <a:pt x="13"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103"/>
            <p:cNvSpPr>
              <a:spLocks/>
            </p:cNvSpPr>
            <p:nvPr/>
          </p:nvSpPr>
          <p:spPr bwMode="auto">
            <a:xfrm>
              <a:off x="5805488" y="5576888"/>
              <a:ext cx="26987" cy="65088"/>
            </a:xfrm>
            <a:custGeom>
              <a:avLst/>
              <a:gdLst>
                <a:gd name="T0" fmla="*/ 17 w 17"/>
                <a:gd name="T1" fmla="*/ 37 h 41"/>
                <a:gd name="T2" fmla="*/ 0 w 17"/>
                <a:gd name="T3" fmla="*/ 20 h 41"/>
                <a:gd name="T4" fmla="*/ 17 w 17"/>
                <a:gd name="T5" fmla="*/ 4 h 41"/>
                <a:gd name="T6" fmla="*/ 17 w 17"/>
                <a:gd name="T7" fmla="*/ 0 h 41"/>
                <a:gd name="T8" fmla="*/ 0 w 17"/>
                <a:gd name="T9" fmla="*/ 18 h 41"/>
                <a:gd name="T10" fmla="*/ 0 w 17"/>
                <a:gd name="T11" fmla="*/ 23 h 41"/>
                <a:gd name="T12" fmla="*/ 17 w 17"/>
                <a:gd name="T13" fmla="*/ 41 h 41"/>
                <a:gd name="T14" fmla="*/ 17 w 17"/>
                <a:gd name="T15" fmla="*/ 37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41">
                  <a:moveTo>
                    <a:pt x="17" y="37"/>
                  </a:moveTo>
                  <a:lnTo>
                    <a:pt x="0" y="20"/>
                  </a:lnTo>
                  <a:lnTo>
                    <a:pt x="17" y="4"/>
                  </a:lnTo>
                  <a:lnTo>
                    <a:pt x="17" y="0"/>
                  </a:lnTo>
                  <a:lnTo>
                    <a:pt x="0" y="18"/>
                  </a:lnTo>
                  <a:lnTo>
                    <a:pt x="0" y="23"/>
                  </a:lnTo>
                  <a:lnTo>
                    <a:pt x="17" y="41"/>
                  </a:lnTo>
                  <a:lnTo>
                    <a:pt x="17"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104"/>
            <p:cNvSpPr>
              <a:spLocks/>
            </p:cNvSpPr>
            <p:nvPr/>
          </p:nvSpPr>
          <p:spPr bwMode="auto">
            <a:xfrm>
              <a:off x="5797550" y="5462588"/>
              <a:ext cx="87312" cy="541338"/>
            </a:xfrm>
            <a:custGeom>
              <a:avLst/>
              <a:gdLst>
                <a:gd name="T0" fmla="*/ 43 w 50"/>
                <a:gd name="T1" fmla="*/ 0 h 312"/>
                <a:gd name="T2" fmla="*/ 0 w 50"/>
                <a:gd name="T3" fmla="*/ 0 h 312"/>
                <a:gd name="T4" fmla="*/ 0 w 50"/>
                <a:gd name="T5" fmla="*/ 18 h 312"/>
                <a:gd name="T6" fmla="*/ 25 w 50"/>
                <a:gd name="T7" fmla="*/ 18 h 312"/>
                <a:gd name="T8" fmla="*/ 25 w 50"/>
                <a:gd name="T9" fmla="*/ 298 h 312"/>
                <a:gd name="T10" fmla="*/ 21 w 50"/>
                <a:gd name="T11" fmla="*/ 298 h 312"/>
                <a:gd name="T12" fmla="*/ 22 w 50"/>
                <a:gd name="T13" fmla="*/ 308 h 312"/>
                <a:gd name="T14" fmla="*/ 22 w 50"/>
                <a:gd name="T15" fmla="*/ 312 h 312"/>
                <a:gd name="T16" fmla="*/ 50 w 50"/>
                <a:gd name="T17" fmla="*/ 312 h 312"/>
                <a:gd name="T18" fmla="*/ 50 w 50"/>
                <a:gd name="T19" fmla="*/ 298 h 312"/>
                <a:gd name="T20" fmla="*/ 43 w 50"/>
                <a:gd name="T21" fmla="*/ 298 h 312"/>
                <a:gd name="T22" fmla="*/ 43 w 50"/>
                <a:gd name="T23" fmla="*/ 0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 h="312">
                  <a:moveTo>
                    <a:pt x="43" y="0"/>
                  </a:moveTo>
                  <a:cubicBezTo>
                    <a:pt x="0" y="0"/>
                    <a:pt x="0" y="0"/>
                    <a:pt x="0" y="0"/>
                  </a:cubicBezTo>
                  <a:cubicBezTo>
                    <a:pt x="0" y="18"/>
                    <a:pt x="0" y="18"/>
                    <a:pt x="0" y="18"/>
                  </a:cubicBezTo>
                  <a:cubicBezTo>
                    <a:pt x="25" y="18"/>
                    <a:pt x="25" y="18"/>
                    <a:pt x="25" y="18"/>
                  </a:cubicBezTo>
                  <a:cubicBezTo>
                    <a:pt x="25" y="298"/>
                    <a:pt x="25" y="298"/>
                    <a:pt x="25" y="298"/>
                  </a:cubicBezTo>
                  <a:cubicBezTo>
                    <a:pt x="21" y="298"/>
                    <a:pt x="21" y="298"/>
                    <a:pt x="21" y="298"/>
                  </a:cubicBezTo>
                  <a:cubicBezTo>
                    <a:pt x="22" y="308"/>
                    <a:pt x="22" y="308"/>
                    <a:pt x="22" y="308"/>
                  </a:cubicBezTo>
                  <a:cubicBezTo>
                    <a:pt x="22" y="309"/>
                    <a:pt x="22" y="310"/>
                    <a:pt x="22" y="312"/>
                  </a:cubicBezTo>
                  <a:cubicBezTo>
                    <a:pt x="50" y="312"/>
                    <a:pt x="50" y="312"/>
                    <a:pt x="50" y="312"/>
                  </a:cubicBezTo>
                  <a:cubicBezTo>
                    <a:pt x="50" y="298"/>
                    <a:pt x="50" y="298"/>
                    <a:pt x="50" y="298"/>
                  </a:cubicBezTo>
                  <a:cubicBezTo>
                    <a:pt x="43" y="298"/>
                    <a:pt x="43" y="298"/>
                    <a:pt x="43" y="298"/>
                  </a:cubicBezTo>
                  <a:lnTo>
                    <a:pt x="4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105"/>
            <p:cNvSpPr>
              <a:spLocks/>
            </p:cNvSpPr>
            <p:nvPr/>
          </p:nvSpPr>
          <p:spPr bwMode="auto">
            <a:xfrm>
              <a:off x="4627563" y="5232400"/>
              <a:ext cx="304800" cy="304800"/>
            </a:xfrm>
            <a:custGeom>
              <a:avLst/>
              <a:gdLst>
                <a:gd name="T0" fmla="*/ 80 w 176"/>
                <a:gd name="T1" fmla="*/ 171 h 176"/>
                <a:gd name="T2" fmla="*/ 171 w 176"/>
                <a:gd name="T3" fmla="*/ 96 h 176"/>
                <a:gd name="T4" fmla="*/ 96 w 176"/>
                <a:gd name="T5" fmla="*/ 5 h 176"/>
                <a:gd name="T6" fmla="*/ 5 w 176"/>
                <a:gd name="T7" fmla="*/ 80 h 176"/>
                <a:gd name="T8" fmla="*/ 80 w 176"/>
                <a:gd name="T9" fmla="*/ 171 h 176"/>
              </a:gdLst>
              <a:ahLst/>
              <a:cxnLst>
                <a:cxn ang="0">
                  <a:pos x="T0" y="T1"/>
                </a:cxn>
                <a:cxn ang="0">
                  <a:pos x="T2" y="T3"/>
                </a:cxn>
                <a:cxn ang="0">
                  <a:pos x="T4" y="T5"/>
                </a:cxn>
                <a:cxn ang="0">
                  <a:pos x="T6" y="T7"/>
                </a:cxn>
                <a:cxn ang="0">
                  <a:pos x="T8" y="T9"/>
                </a:cxn>
              </a:cxnLst>
              <a:rect l="0" t="0" r="r" b="b"/>
              <a:pathLst>
                <a:path w="176" h="176">
                  <a:moveTo>
                    <a:pt x="80" y="171"/>
                  </a:moveTo>
                  <a:cubicBezTo>
                    <a:pt x="125" y="176"/>
                    <a:pt x="166" y="142"/>
                    <a:pt x="171" y="96"/>
                  </a:cubicBezTo>
                  <a:cubicBezTo>
                    <a:pt x="176" y="50"/>
                    <a:pt x="142" y="9"/>
                    <a:pt x="96" y="5"/>
                  </a:cubicBezTo>
                  <a:cubicBezTo>
                    <a:pt x="50" y="0"/>
                    <a:pt x="9" y="34"/>
                    <a:pt x="5" y="80"/>
                  </a:cubicBezTo>
                  <a:cubicBezTo>
                    <a:pt x="0" y="126"/>
                    <a:pt x="34" y="167"/>
                    <a:pt x="80" y="1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106"/>
            <p:cNvSpPr>
              <a:spLocks/>
            </p:cNvSpPr>
            <p:nvPr/>
          </p:nvSpPr>
          <p:spPr bwMode="auto">
            <a:xfrm>
              <a:off x="4406900" y="5513388"/>
              <a:ext cx="660400" cy="977900"/>
            </a:xfrm>
            <a:custGeom>
              <a:avLst/>
              <a:gdLst>
                <a:gd name="T0" fmla="*/ 144 w 382"/>
                <a:gd name="T1" fmla="*/ 229 h 565"/>
                <a:gd name="T2" fmla="*/ 178 w 382"/>
                <a:gd name="T3" fmla="*/ 99 h 565"/>
                <a:gd name="T4" fmla="*/ 177 w 382"/>
                <a:gd name="T5" fmla="*/ 173 h 565"/>
                <a:gd name="T6" fmla="*/ 184 w 382"/>
                <a:gd name="T7" fmla="*/ 209 h 565"/>
                <a:gd name="T8" fmla="*/ 199 w 382"/>
                <a:gd name="T9" fmla="*/ 213 h 565"/>
                <a:gd name="T10" fmla="*/ 220 w 382"/>
                <a:gd name="T11" fmla="*/ 201 h 565"/>
                <a:gd name="T12" fmla="*/ 169 w 382"/>
                <a:gd name="T13" fmla="*/ 15 h 565"/>
                <a:gd name="T14" fmla="*/ 157 w 382"/>
                <a:gd name="T15" fmla="*/ 9 h 565"/>
                <a:gd name="T16" fmla="*/ 65 w 382"/>
                <a:gd name="T17" fmla="*/ 45 h 565"/>
                <a:gd name="T18" fmla="*/ 125 w 382"/>
                <a:gd name="T19" fmla="*/ 31 h 565"/>
                <a:gd name="T20" fmla="*/ 129 w 382"/>
                <a:gd name="T21" fmla="*/ 30 h 565"/>
                <a:gd name="T22" fmla="*/ 164 w 382"/>
                <a:gd name="T23" fmla="*/ 61 h 565"/>
                <a:gd name="T24" fmla="*/ 133 w 382"/>
                <a:gd name="T25" fmla="*/ 101 h 565"/>
                <a:gd name="T26" fmla="*/ 26 w 382"/>
                <a:gd name="T27" fmla="*/ 139 h 565"/>
                <a:gd name="T28" fmla="*/ 17 w 382"/>
                <a:gd name="T29" fmla="*/ 232 h 565"/>
                <a:gd name="T30" fmla="*/ 21 w 382"/>
                <a:gd name="T31" fmla="*/ 249 h 565"/>
                <a:gd name="T32" fmla="*/ 29 w 382"/>
                <a:gd name="T33" fmla="*/ 269 h 565"/>
                <a:gd name="T34" fmla="*/ 110 w 382"/>
                <a:gd name="T35" fmla="*/ 369 h 565"/>
                <a:gd name="T36" fmla="*/ 14 w 382"/>
                <a:gd name="T37" fmla="*/ 499 h 565"/>
                <a:gd name="T38" fmla="*/ 22 w 382"/>
                <a:gd name="T39" fmla="*/ 557 h 565"/>
                <a:gd name="T40" fmla="*/ 47 w 382"/>
                <a:gd name="T41" fmla="*/ 565 h 565"/>
                <a:gd name="T42" fmla="*/ 80 w 382"/>
                <a:gd name="T43" fmla="*/ 548 h 565"/>
                <a:gd name="T44" fmla="*/ 196 w 382"/>
                <a:gd name="T45" fmla="*/ 392 h 565"/>
                <a:gd name="T46" fmla="*/ 200 w 382"/>
                <a:gd name="T47" fmla="*/ 352 h 565"/>
                <a:gd name="T48" fmla="*/ 302 w 382"/>
                <a:gd name="T49" fmla="*/ 451 h 565"/>
                <a:gd name="T50" fmla="*/ 335 w 382"/>
                <a:gd name="T51" fmla="*/ 468 h 565"/>
                <a:gd name="T52" fmla="*/ 360 w 382"/>
                <a:gd name="T53" fmla="*/ 460 h 565"/>
                <a:gd name="T54" fmla="*/ 368 w 382"/>
                <a:gd name="T55" fmla="*/ 401 h 565"/>
                <a:gd name="T56" fmla="*/ 144 w 382"/>
                <a:gd name="T57" fmla="*/ 229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82" h="565">
                  <a:moveTo>
                    <a:pt x="144" y="229"/>
                  </a:moveTo>
                  <a:cubicBezTo>
                    <a:pt x="148" y="183"/>
                    <a:pt x="165" y="136"/>
                    <a:pt x="178" y="99"/>
                  </a:cubicBezTo>
                  <a:cubicBezTo>
                    <a:pt x="193" y="124"/>
                    <a:pt x="193" y="149"/>
                    <a:pt x="177" y="173"/>
                  </a:cubicBezTo>
                  <a:cubicBezTo>
                    <a:pt x="169" y="185"/>
                    <a:pt x="172" y="201"/>
                    <a:pt x="184" y="209"/>
                  </a:cubicBezTo>
                  <a:cubicBezTo>
                    <a:pt x="189" y="212"/>
                    <a:pt x="194" y="213"/>
                    <a:pt x="199" y="213"/>
                  </a:cubicBezTo>
                  <a:cubicBezTo>
                    <a:pt x="207" y="213"/>
                    <a:pt x="215" y="209"/>
                    <a:pt x="220" y="201"/>
                  </a:cubicBezTo>
                  <a:cubicBezTo>
                    <a:pt x="275" y="118"/>
                    <a:pt x="211" y="44"/>
                    <a:pt x="169" y="15"/>
                  </a:cubicBezTo>
                  <a:cubicBezTo>
                    <a:pt x="165" y="13"/>
                    <a:pt x="161" y="10"/>
                    <a:pt x="157" y="9"/>
                  </a:cubicBezTo>
                  <a:cubicBezTo>
                    <a:pt x="130" y="0"/>
                    <a:pt x="90" y="9"/>
                    <a:pt x="65" y="45"/>
                  </a:cubicBezTo>
                  <a:cubicBezTo>
                    <a:pt x="98" y="34"/>
                    <a:pt x="122" y="31"/>
                    <a:pt x="125" y="31"/>
                  </a:cubicBezTo>
                  <a:cubicBezTo>
                    <a:pt x="126" y="30"/>
                    <a:pt x="127" y="30"/>
                    <a:pt x="129" y="30"/>
                  </a:cubicBezTo>
                  <a:cubicBezTo>
                    <a:pt x="146" y="30"/>
                    <a:pt x="161" y="44"/>
                    <a:pt x="164" y="61"/>
                  </a:cubicBezTo>
                  <a:cubicBezTo>
                    <a:pt x="166" y="81"/>
                    <a:pt x="152" y="98"/>
                    <a:pt x="133" y="101"/>
                  </a:cubicBezTo>
                  <a:cubicBezTo>
                    <a:pt x="132" y="101"/>
                    <a:pt x="80" y="108"/>
                    <a:pt x="26" y="139"/>
                  </a:cubicBezTo>
                  <a:cubicBezTo>
                    <a:pt x="19" y="167"/>
                    <a:pt x="17" y="196"/>
                    <a:pt x="17" y="232"/>
                  </a:cubicBezTo>
                  <a:cubicBezTo>
                    <a:pt x="18" y="238"/>
                    <a:pt x="19" y="244"/>
                    <a:pt x="21" y="249"/>
                  </a:cubicBezTo>
                  <a:cubicBezTo>
                    <a:pt x="22" y="256"/>
                    <a:pt x="24" y="263"/>
                    <a:pt x="29" y="269"/>
                  </a:cubicBezTo>
                  <a:cubicBezTo>
                    <a:pt x="110" y="369"/>
                    <a:pt x="110" y="369"/>
                    <a:pt x="110" y="369"/>
                  </a:cubicBezTo>
                  <a:cubicBezTo>
                    <a:pt x="14" y="499"/>
                    <a:pt x="14" y="499"/>
                    <a:pt x="14" y="499"/>
                  </a:cubicBezTo>
                  <a:cubicBezTo>
                    <a:pt x="0" y="518"/>
                    <a:pt x="4" y="544"/>
                    <a:pt x="22" y="557"/>
                  </a:cubicBezTo>
                  <a:cubicBezTo>
                    <a:pt x="30" y="563"/>
                    <a:pt x="38" y="565"/>
                    <a:pt x="47" y="565"/>
                  </a:cubicBezTo>
                  <a:cubicBezTo>
                    <a:pt x="60" y="565"/>
                    <a:pt x="72" y="559"/>
                    <a:pt x="80" y="548"/>
                  </a:cubicBezTo>
                  <a:cubicBezTo>
                    <a:pt x="196" y="392"/>
                    <a:pt x="196" y="392"/>
                    <a:pt x="196" y="392"/>
                  </a:cubicBezTo>
                  <a:cubicBezTo>
                    <a:pt x="205" y="380"/>
                    <a:pt x="206" y="365"/>
                    <a:pt x="200" y="352"/>
                  </a:cubicBezTo>
                  <a:cubicBezTo>
                    <a:pt x="233" y="375"/>
                    <a:pt x="268" y="407"/>
                    <a:pt x="302" y="451"/>
                  </a:cubicBezTo>
                  <a:cubicBezTo>
                    <a:pt x="310" y="462"/>
                    <a:pt x="322" y="468"/>
                    <a:pt x="335" y="468"/>
                  </a:cubicBezTo>
                  <a:cubicBezTo>
                    <a:pt x="344" y="468"/>
                    <a:pt x="353" y="465"/>
                    <a:pt x="360" y="460"/>
                  </a:cubicBezTo>
                  <a:cubicBezTo>
                    <a:pt x="378" y="446"/>
                    <a:pt x="382" y="420"/>
                    <a:pt x="368" y="401"/>
                  </a:cubicBezTo>
                  <a:cubicBezTo>
                    <a:pt x="289" y="297"/>
                    <a:pt x="202" y="250"/>
                    <a:pt x="144" y="2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Oval 107"/>
            <p:cNvSpPr>
              <a:spLocks noChangeArrowheads="1"/>
            </p:cNvSpPr>
            <p:nvPr/>
          </p:nvSpPr>
          <p:spPr bwMode="auto">
            <a:xfrm>
              <a:off x="5060950" y="5910263"/>
              <a:ext cx="276225" cy="2762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108"/>
            <p:cNvSpPr>
              <a:spLocks/>
            </p:cNvSpPr>
            <p:nvPr/>
          </p:nvSpPr>
          <p:spPr bwMode="auto">
            <a:xfrm>
              <a:off x="5480050" y="5403850"/>
              <a:ext cx="315912" cy="657225"/>
            </a:xfrm>
            <a:custGeom>
              <a:avLst/>
              <a:gdLst>
                <a:gd name="T0" fmla="*/ 160 w 183"/>
                <a:gd name="T1" fmla="*/ 79 h 379"/>
                <a:gd name="T2" fmla="*/ 160 w 183"/>
                <a:gd name="T3" fmla="*/ 26 h 379"/>
                <a:gd name="T4" fmla="*/ 160 w 183"/>
                <a:gd name="T5" fmla="*/ 26 h 379"/>
                <a:gd name="T6" fmla="*/ 160 w 183"/>
                <a:gd name="T7" fmla="*/ 26 h 379"/>
                <a:gd name="T8" fmla="*/ 160 w 183"/>
                <a:gd name="T9" fmla="*/ 26 h 379"/>
                <a:gd name="T10" fmla="*/ 143 w 183"/>
                <a:gd name="T11" fmla="*/ 22 h 379"/>
                <a:gd name="T12" fmla="*/ 131 w 183"/>
                <a:gd name="T13" fmla="*/ 16 h 379"/>
                <a:gd name="T14" fmla="*/ 130 w 183"/>
                <a:gd name="T15" fmla="*/ 15 h 379"/>
                <a:gd name="T16" fmla="*/ 110 w 183"/>
                <a:gd name="T17" fmla="*/ 6 h 379"/>
                <a:gd name="T18" fmla="*/ 103 w 183"/>
                <a:gd name="T19" fmla="*/ 1 h 379"/>
                <a:gd name="T20" fmla="*/ 99 w 183"/>
                <a:gd name="T21" fmla="*/ 0 h 379"/>
                <a:gd name="T22" fmla="*/ 54 w 183"/>
                <a:gd name="T23" fmla="*/ 15 h 379"/>
                <a:gd name="T24" fmla="*/ 47 w 183"/>
                <a:gd name="T25" fmla="*/ 19 h 379"/>
                <a:gd name="T26" fmla="*/ 45 w 183"/>
                <a:gd name="T27" fmla="*/ 20 h 379"/>
                <a:gd name="T28" fmla="*/ 24 w 183"/>
                <a:gd name="T29" fmla="*/ 26 h 379"/>
                <a:gd name="T30" fmla="*/ 24 w 183"/>
                <a:gd name="T31" fmla="*/ 26 h 379"/>
                <a:gd name="T32" fmla="*/ 23 w 183"/>
                <a:gd name="T33" fmla="*/ 26 h 379"/>
                <a:gd name="T34" fmla="*/ 23 w 183"/>
                <a:gd name="T35" fmla="*/ 26 h 379"/>
                <a:gd name="T36" fmla="*/ 23 w 183"/>
                <a:gd name="T37" fmla="*/ 79 h 379"/>
                <a:gd name="T38" fmla="*/ 2 w 183"/>
                <a:gd name="T39" fmla="*/ 343 h 379"/>
                <a:gd name="T40" fmla="*/ 30 w 183"/>
                <a:gd name="T41" fmla="*/ 377 h 379"/>
                <a:gd name="T42" fmla="*/ 64 w 183"/>
                <a:gd name="T43" fmla="*/ 349 h 379"/>
                <a:gd name="T44" fmla="*/ 83 w 183"/>
                <a:gd name="T45" fmla="*/ 118 h 379"/>
                <a:gd name="T46" fmla="*/ 101 w 183"/>
                <a:gd name="T47" fmla="*/ 118 h 379"/>
                <a:gd name="T48" fmla="*/ 120 w 183"/>
                <a:gd name="T49" fmla="*/ 349 h 379"/>
                <a:gd name="T50" fmla="*/ 153 w 183"/>
                <a:gd name="T51" fmla="*/ 377 h 379"/>
                <a:gd name="T52" fmla="*/ 182 w 183"/>
                <a:gd name="T53" fmla="*/ 343 h 379"/>
                <a:gd name="T54" fmla="*/ 160 w 183"/>
                <a:gd name="T55" fmla="*/ 79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3" h="379">
                  <a:moveTo>
                    <a:pt x="160" y="79"/>
                  </a:moveTo>
                  <a:cubicBezTo>
                    <a:pt x="160" y="26"/>
                    <a:pt x="160" y="26"/>
                    <a:pt x="160" y="26"/>
                  </a:cubicBezTo>
                  <a:cubicBezTo>
                    <a:pt x="160" y="26"/>
                    <a:pt x="160" y="26"/>
                    <a:pt x="160" y="26"/>
                  </a:cubicBezTo>
                  <a:cubicBezTo>
                    <a:pt x="160" y="26"/>
                    <a:pt x="160" y="26"/>
                    <a:pt x="160" y="26"/>
                  </a:cubicBezTo>
                  <a:cubicBezTo>
                    <a:pt x="160" y="26"/>
                    <a:pt x="160" y="26"/>
                    <a:pt x="160" y="26"/>
                  </a:cubicBezTo>
                  <a:cubicBezTo>
                    <a:pt x="153" y="26"/>
                    <a:pt x="147" y="24"/>
                    <a:pt x="143" y="22"/>
                  </a:cubicBezTo>
                  <a:cubicBezTo>
                    <a:pt x="138" y="20"/>
                    <a:pt x="135" y="18"/>
                    <a:pt x="131" y="16"/>
                  </a:cubicBezTo>
                  <a:cubicBezTo>
                    <a:pt x="130" y="15"/>
                    <a:pt x="130" y="15"/>
                    <a:pt x="130" y="15"/>
                  </a:cubicBezTo>
                  <a:cubicBezTo>
                    <a:pt x="124" y="12"/>
                    <a:pt x="117" y="8"/>
                    <a:pt x="110" y="6"/>
                  </a:cubicBezTo>
                  <a:cubicBezTo>
                    <a:pt x="107" y="4"/>
                    <a:pt x="105" y="3"/>
                    <a:pt x="103" y="1"/>
                  </a:cubicBezTo>
                  <a:cubicBezTo>
                    <a:pt x="101" y="1"/>
                    <a:pt x="100" y="0"/>
                    <a:pt x="99" y="0"/>
                  </a:cubicBezTo>
                  <a:cubicBezTo>
                    <a:pt x="80" y="1"/>
                    <a:pt x="67" y="8"/>
                    <a:pt x="54" y="15"/>
                  </a:cubicBezTo>
                  <a:cubicBezTo>
                    <a:pt x="52" y="17"/>
                    <a:pt x="50" y="18"/>
                    <a:pt x="47" y="19"/>
                  </a:cubicBezTo>
                  <a:cubicBezTo>
                    <a:pt x="45" y="20"/>
                    <a:pt x="45" y="20"/>
                    <a:pt x="45" y="20"/>
                  </a:cubicBezTo>
                  <a:cubicBezTo>
                    <a:pt x="40" y="23"/>
                    <a:pt x="34" y="26"/>
                    <a:pt x="24" y="26"/>
                  </a:cubicBezTo>
                  <a:cubicBezTo>
                    <a:pt x="24" y="26"/>
                    <a:pt x="24" y="26"/>
                    <a:pt x="24" y="26"/>
                  </a:cubicBezTo>
                  <a:cubicBezTo>
                    <a:pt x="23" y="26"/>
                    <a:pt x="23" y="26"/>
                    <a:pt x="23" y="26"/>
                  </a:cubicBezTo>
                  <a:cubicBezTo>
                    <a:pt x="23" y="26"/>
                    <a:pt x="23" y="26"/>
                    <a:pt x="23" y="26"/>
                  </a:cubicBezTo>
                  <a:cubicBezTo>
                    <a:pt x="23" y="79"/>
                    <a:pt x="23" y="79"/>
                    <a:pt x="23" y="79"/>
                  </a:cubicBezTo>
                  <a:cubicBezTo>
                    <a:pt x="2" y="343"/>
                    <a:pt x="2" y="343"/>
                    <a:pt x="2" y="343"/>
                  </a:cubicBezTo>
                  <a:cubicBezTo>
                    <a:pt x="0" y="361"/>
                    <a:pt x="13" y="376"/>
                    <a:pt x="30" y="377"/>
                  </a:cubicBezTo>
                  <a:cubicBezTo>
                    <a:pt x="48" y="379"/>
                    <a:pt x="63" y="366"/>
                    <a:pt x="64" y="349"/>
                  </a:cubicBezTo>
                  <a:cubicBezTo>
                    <a:pt x="83" y="118"/>
                    <a:pt x="83" y="118"/>
                    <a:pt x="83" y="118"/>
                  </a:cubicBezTo>
                  <a:cubicBezTo>
                    <a:pt x="101" y="118"/>
                    <a:pt x="101" y="118"/>
                    <a:pt x="101" y="118"/>
                  </a:cubicBezTo>
                  <a:cubicBezTo>
                    <a:pt x="120" y="349"/>
                    <a:pt x="120" y="349"/>
                    <a:pt x="120" y="349"/>
                  </a:cubicBezTo>
                  <a:cubicBezTo>
                    <a:pt x="121" y="366"/>
                    <a:pt x="136" y="379"/>
                    <a:pt x="153" y="377"/>
                  </a:cubicBezTo>
                  <a:cubicBezTo>
                    <a:pt x="171" y="376"/>
                    <a:pt x="183" y="361"/>
                    <a:pt x="182" y="343"/>
                  </a:cubicBezTo>
                  <a:lnTo>
                    <a:pt x="160" y="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109"/>
            <p:cNvSpPr>
              <a:spLocks/>
            </p:cNvSpPr>
            <p:nvPr/>
          </p:nvSpPr>
          <p:spPr bwMode="auto">
            <a:xfrm>
              <a:off x="5540375" y="5018088"/>
              <a:ext cx="196850" cy="196850"/>
            </a:xfrm>
            <a:custGeom>
              <a:avLst/>
              <a:gdLst>
                <a:gd name="T0" fmla="*/ 88 w 114"/>
                <a:gd name="T1" fmla="*/ 104 h 114"/>
                <a:gd name="T2" fmla="*/ 114 w 114"/>
                <a:gd name="T3" fmla="*/ 57 h 114"/>
                <a:gd name="T4" fmla="*/ 57 w 114"/>
                <a:gd name="T5" fmla="*/ 0 h 114"/>
                <a:gd name="T6" fmla="*/ 0 w 114"/>
                <a:gd name="T7" fmla="*/ 57 h 114"/>
                <a:gd name="T8" fmla="*/ 25 w 114"/>
                <a:gd name="T9" fmla="*/ 104 h 114"/>
                <a:gd name="T10" fmla="*/ 57 w 114"/>
                <a:gd name="T11" fmla="*/ 114 h 114"/>
                <a:gd name="T12" fmla="*/ 88 w 114"/>
                <a:gd name="T13" fmla="*/ 104 h 114"/>
              </a:gdLst>
              <a:ahLst/>
              <a:cxnLst>
                <a:cxn ang="0">
                  <a:pos x="T0" y="T1"/>
                </a:cxn>
                <a:cxn ang="0">
                  <a:pos x="T2" y="T3"/>
                </a:cxn>
                <a:cxn ang="0">
                  <a:pos x="T4" y="T5"/>
                </a:cxn>
                <a:cxn ang="0">
                  <a:pos x="T6" y="T7"/>
                </a:cxn>
                <a:cxn ang="0">
                  <a:pos x="T8" y="T9"/>
                </a:cxn>
                <a:cxn ang="0">
                  <a:pos x="T10" y="T11"/>
                </a:cxn>
                <a:cxn ang="0">
                  <a:pos x="T12" y="T13"/>
                </a:cxn>
              </a:cxnLst>
              <a:rect l="0" t="0" r="r" b="b"/>
              <a:pathLst>
                <a:path w="114" h="114">
                  <a:moveTo>
                    <a:pt x="88" y="104"/>
                  </a:moveTo>
                  <a:cubicBezTo>
                    <a:pt x="104" y="94"/>
                    <a:pt x="114" y="77"/>
                    <a:pt x="114" y="57"/>
                  </a:cubicBezTo>
                  <a:cubicBezTo>
                    <a:pt x="114" y="26"/>
                    <a:pt x="88" y="0"/>
                    <a:pt x="57" y="0"/>
                  </a:cubicBezTo>
                  <a:cubicBezTo>
                    <a:pt x="25" y="0"/>
                    <a:pt x="0" y="26"/>
                    <a:pt x="0" y="57"/>
                  </a:cubicBezTo>
                  <a:cubicBezTo>
                    <a:pt x="0" y="77"/>
                    <a:pt x="10" y="94"/>
                    <a:pt x="25" y="104"/>
                  </a:cubicBezTo>
                  <a:cubicBezTo>
                    <a:pt x="34" y="110"/>
                    <a:pt x="45" y="114"/>
                    <a:pt x="57" y="114"/>
                  </a:cubicBezTo>
                  <a:cubicBezTo>
                    <a:pt x="69" y="114"/>
                    <a:pt x="79" y="110"/>
                    <a:pt x="88" y="1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110"/>
            <p:cNvSpPr>
              <a:spLocks/>
            </p:cNvSpPr>
            <p:nvPr/>
          </p:nvSpPr>
          <p:spPr bwMode="auto">
            <a:xfrm>
              <a:off x="5449888" y="5240338"/>
              <a:ext cx="377825" cy="200025"/>
            </a:xfrm>
            <a:custGeom>
              <a:avLst/>
              <a:gdLst>
                <a:gd name="T0" fmla="*/ 28 w 218"/>
                <a:gd name="T1" fmla="*/ 113 h 116"/>
                <a:gd name="T2" fmla="*/ 40 w 218"/>
                <a:gd name="T3" fmla="*/ 116 h 116"/>
                <a:gd name="T4" fmla="*/ 41 w 218"/>
                <a:gd name="T5" fmla="*/ 116 h 116"/>
                <a:gd name="T6" fmla="*/ 62 w 218"/>
                <a:gd name="T7" fmla="*/ 109 h 116"/>
                <a:gd name="T8" fmla="*/ 116 w 218"/>
                <a:gd name="T9" fmla="*/ 90 h 116"/>
                <a:gd name="T10" fmla="*/ 128 w 218"/>
                <a:gd name="T11" fmla="*/ 91 h 116"/>
                <a:gd name="T12" fmla="*/ 151 w 218"/>
                <a:gd name="T13" fmla="*/ 74 h 116"/>
                <a:gd name="T14" fmla="*/ 134 w 218"/>
                <a:gd name="T15" fmla="*/ 51 h 116"/>
                <a:gd name="T16" fmla="*/ 116 w 218"/>
                <a:gd name="T17" fmla="*/ 49 h 116"/>
                <a:gd name="T18" fmla="*/ 59 w 218"/>
                <a:gd name="T19" fmla="*/ 65 h 116"/>
                <a:gd name="T20" fmla="*/ 43 w 218"/>
                <a:gd name="T21" fmla="*/ 73 h 116"/>
                <a:gd name="T22" fmla="*/ 43 w 218"/>
                <a:gd name="T23" fmla="*/ 73 h 116"/>
                <a:gd name="T24" fmla="*/ 41 w 218"/>
                <a:gd name="T25" fmla="*/ 68 h 116"/>
                <a:gd name="T26" fmla="*/ 47 w 218"/>
                <a:gd name="T27" fmla="*/ 65 h 116"/>
                <a:gd name="T28" fmla="*/ 56 w 218"/>
                <a:gd name="T29" fmla="*/ 60 h 116"/>
                <a:gd name="T30" fmla="*/ 116 w 218"/>
                <a:gd name="T31" fmla="*/ 44 h 116"/>
                <a:gd name="T32" fmla="*/ 135 w 218"/>
                <a:gd name="T33" fmla="*/ 45 h 116"/>
                <a:gd name="T34" fmla="*/ 151 w 218"/>
                <a:gd name="T35" fmla="*/ 55 h 116"/>
                <a:gd name="T36" fmla="*/ 169 w 218"/>
                <a:gd name="T37" fmla="*/ 63 h 116"/>
                <a:gd name="T38" fmla="*/ 170 w 218"/>
                <a:gd name="T39" fmla="*/ 64 h 116"/>
                <a:gd name="T40" fmla="*/ 166 w 218"/>
                <a:gd name="T41" fmla="*/ 43 h 116"/>
                <a:gd name="T42" fmla="*/ 172 w 218"/>
                <a:gd name="T43" fmla="*/ 47 h 116"/>
                <a:gd name="T44" fmla="*/ 177 w 218"/>
                <a:gd name="T45" fmla="*/ 62 h 116"/>
                <a:gd name="T46" fmla="*/ 175 w 218"/>
                <a:gd name="T47" fmla="*/ 73 h 116"/>
                <a:gd name="T48" fmla="*/ 175 w 218"/>
                <a:gd name="T49" fmla="*/ 73 h 116"/>
                <a:gd name="T50" fmla="*/ 166 w 218"/>
                <a:gd name="T51" fmla="*/ 68 h 116"/>
                <a:gd name="T52" fmla="*/ 156 w 218"/>
                <a:gd name="T53" fmla="*/ 63 h 116"/>
                <a:gd name="T54" fmla="*/ 157 w 218"/>
                <a:gd name="T55" fmla="*/ 75 h 116"/>
                <a:gd name="T56" fmla="*/ 132 w 218"/>
                <a:gd name="T57" fmla="*/ 97 h 116"/>
                <a:gd name="T58" fmla="*/ 151 w 218"/>
                <a:gd name="T59" fmla="*/ 106 h 116"/>
                <a:gd name="T60" fmla="*/ 162 w 218"/>
                <a:gd name="T61" fmla="*/ 112 h 116"/>
                <a:gd name="T62" fmla="*/ 177 w 218"/>
                <a:gd name="T63" fmla="*/ 116 h 116"/>
                <a:gd name="T64" fmla="*/ 177 w 218"/>
                <a:gd name="T65" fmla="*/ 116 h 116"/>
                <a:gd name="T66" fmla="*/ 190 w 218"/>
                <a:gd name="T67" fmla="*/ 113 h 116"/>
                <a:gd name="T68" fmla="*/ 211 w 218"/>
                <a:gd name="T69" fmla="*/ 90 h 116"/>
                <a:gd name="T70" fmla="*/ 218 w 218"/>
                <a:gd name="T71" fmla="*/ 62 h 116"/>
                <a:gd name="T72" fmla="*/ 203 w 218"/>
                <a:gd name="T73" fmla="*/ 21 h 116"/>
                <a:gd name="T74" fmla="*/ 158 w 218"/>
                <a:gd name="T75" fmla="*/ 1 h 116"/>
                <a:gd name="T76" fmla="*/ 158 w 218"/>
                <a:gd name="T77" fmla="*/ 0 h 116"/>
                <a:gd name="T78" fmla="*/ 60 w 218"/>
                <a:gd name="T79" fmla="*/ 0 h 116"/>
                <a:gd name="T80" fmla="*/ 58 w 218"/>
                <a:gd name="T81" fmla="*/ 1 h 116"/>
                <a:gd name="T82" fmla="*/ 16 w 218"/>
                <a:gd name="T83" fmla="*/ 19 h 116"/>
                <a:gd name="T84" fmla="*/ 15 w 218"/>
                <a:gd name="T85" fmla="*/ 21 h 116"/>
                <a:gd name="T86" fmla="*/ 0 w 218"/>
                <a:gd name="T87" fmla="*/ 62 h 116"/>
                <a:gd name="T88" fmla="*/ 6 w 218"/>
                <a:gd name="T89" fmla="*/ 90 h 116"/>
                <a:gd name="T90" fmla="*/ 7 w 218"/>
                <a:gd name="T91" fmla="*/ 90 h 116"/>
                <a:gd name="T92" fmla="*/ 28 w 218"/>
                <a:gd name="T93" fmla="*/ 113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8" h="116">
                  <a:moveTo>
                    <a:pt x="28" y="113"/>
                  </a:moveTo>
                  <a:cubicBezTo>
                    <a:pt x="32" y="115"/>
                    <a:pt x="37" y="116"/>
                    <a:pt x="40" y="116"/>
                  </a:cubicBezTo>
                  <a:cubicBezTo>
                    <a:pt x="41" y="116"/>
                    <a:pt x="41" y="116"/>
                    <a:pt x="41" y="116"/>
                  </a:cubicBezTo>
                  <a:cubicBezTo>
                    <a:pt x="51" y="115"/>
                    <a:pt x="56" y="112"/>
                    <a:pt x="62" y="109"/>
                  </a:cubicBezTo>
                  <a:cubicBezTo>
                    <a:pt x="77" y="101"/>
                    <a:pt x="92" y="90"/>
                    <a:pt x="116" y="90"/>
                  </a:cubicBezTo>
                  <a:cubicBezTo>
                    <a:pt x="120" y="90"/>
                    <a:pt x="124" y="90"/>
                    <a:pt x="128" y="91"/>
                  </a:cubicBezTo>
                  <a:cubicBezTo>
                    <a:pt x="139" y="92"/>
                    <a:pt x="150" y="85"/>
                    <a:pt x="151" y="74"/>
                  </a:cubicBezTo>
                  <a:cubicBezTo>
                    <a:pt x="153" y="63"/>
                    <a:pt x="145" y="52"/>
                    <a:pt x="134" y="51"/>
                  </a:cubicBezTo>
                  <a:cubicBezTo>
                    <a:pt x="128" y="50"/>
                    <a:pt x="122" y="49"/>
                    <a:pt x="116" y="49"/>
                  </a:cubicBezTo>
                  <a:cubicBezTo>
                    <a:pt x="92" y="49"/>
                    <a:pt x="72" y="57"/>
                    <a:pt x="59" y="65"/>
                  </a:cubicBezTo>
                  <a:cubicBezTo>
                    <a:pt x="52" y="68"/>
                    <a:pt x="47" y="71"/>
                    <a:pt x="43" y="73"/>
                  </a:cubicBezTo>
                  <a:cubicBezTo>
                    <a:pt x="43" y="73"/>
                    <a:pt x="43" y="73"/>
                    <a:pt x="43" y="73"/>
                  </a:cubicBezTo>
                  <a:cubicBezTo>
                    <a:pt x="42" y="71"/>
                    <a:pt x="42" y="70"/>
                    <a:pt x="41" y="68"/>
                  </a:cubicBezTo>
                  <a:cubicBezTo>
                    <a:pt x="47" y="65"/>
                    <a:pt x="47" y="65"/>
                    <a:pt x="47" y="65"/>
                  </a:cubicBezTo>
                  <a:cubicBezTo>
                    <a:pt x="49" y="63"/>
                    <a:pt x="52" y="61"/>
                    <a:pt x="56" y="60"/>
                  </a:cubicBezTo>
                  <a:cubicBezTo>
                    <a:pt x="76" y="49"/>
                    <a:pt x="96" y="44"/>
                    <a:pt x="116" y="44"/>
                  </a:cubicBezTo>
                  <a:cubicBezTo>
                    <a:pt x="122" y="44"/>
                    <a:pt x="129" y="44"/>
                    <a:pt x="135" y="45"/>
                  </a:cubicBezTo>
                  <a:cubicBezTo>
                    <a:pt x="142" y="46"/>
                    <a:pt x="148" y="50"/>
                    <a:pt x="151" y="55"/>
                  </a:cubicBezTo>
                  <a:cubicBezTo>
                    <a:pt x="158" y="57"/>
                    <a:pt x="164" y="61"/>
                    <a:pt x="169" y="63"/>
                  </a:cubicBezTo>
                  <a:cubicBezTo>
                    <a:pt x="169" y="64"/>
                    <a:pt x="170" y="64"/>
                    <a:pt x="170" y="64"/>
                  </a:cubicBezTo>
                  <a:cubicBezTo>
                    <a:pt x="166" y="43"/>
                    <a:pt x="166" y="43"/>
                    <a:pt x="166" y="43"/>
                  </a:cubicBezTo>
                  <a:cubicBezTo>
                    <a:pt x="168" y="44"/>
                    <a:pt x="170" y="45"/>
                    <a:pt x="172" y="47"/>
                  </a:cubicBezTo>
                  <a:cubicBezTo>
                    <a:pt x="175" y="51"/>
                    <a:pt x="177" y="56"/>
                    <a:pt x="177" y="62"/>
                  </a:cubicBezTo>
                  <a:cubicBezTo>
                    <a:pt x="177" y="66"/>
                    <a:pt x="176" y="70"/>
                    <a:pt x="175" y="73"/>
                  </a:cubicBezTo>
                  <a:cubicBezTo>
                    <a:pt x="175" y="73"/>
                    <a:pt x="175" y="73"/>
                    <a:pt x="175" y="73"/>
                  </a:cubicBezTo>
                  <a:cubicBezTo>
                    <a:pt x="172" y="72"/>
                    <a:pt x="169" y="70"/>
                    <a:pt x="166" y="68"/>
                  </a:cubicBezTo>
                  <a:cubicBezTo>
                    <a:pt x="163" y="67"/>
                    <a:pt x="160" y="65"/>
                    <a:pt x="156" y="63"/>
                  </a:cubicBezTo>
                  <a:cubicBezTo>
                    <a:pt x="157" y="67"/>
                    <a:pt x="158" y="71"/>
                    <a:pt x="157" y="75"/>
                  </a:cubicBezTo>
                  <a:cubicBezTo>
                    <a:pt x="155" y="87"/>
                    <a:pt x="145" y="96"/>
                    <a:pt x="132" y="97"/>
                  </a:cubicBezTo>
                  <a:cubicBezTo>
                    <a:pt x="139" y="99"/>
                    <a:pt x="145" y="103"/>
                    <a:pt x="151" y="106"/>
                  </a:cubicBezTo>
                  <a:cubicBezTo>
                    <a:pt x="154" y="108"/>
                    <a:pt x="158" y="110"/>
                    <a:pt x="162" y="112"/>
                  </a:cubicBezTo>
                  <a:cubicBezTo>
                    <a:pt x="166" y="114"/>
                    <a:pt x="171" y="115"/>
                    <a:pt x="177" y="116"/>
                  </a:cubicBezTo>
                  <a:cubicBezTo>
                    <a:pt x="177" y="116"/>
                    <a:pt x="177" y="116"/>
                    <a:pt x="177" y="116"/>
                  </a:cubicBezTo>
                  <a:cubicBezTo>
                    <a:pt x="181" y="116"/>
                    <a:pt x="186" y="115"/>
                    <a:pt x="190" y="113"/>
                  </a:cubicBezTo>
                  <a:cubicBezTo>
                    <a:pt x="200" y="107"/>
                    <a:pt x="207" y="99"/>
                    <a:pt x="211" y="90"/>
                  </a:cubicBezTo>
                  <a:cubicBezTo>
                    <a:pt x="216" y="82"/>
                    <a:pt x="218" y="72"/>
                    <a:pt x="218" y="62"/>
                  </a:cubicBezTo>
                  <a:cubicBezTo>
                    <a:pt x="217" y="48"/>
                    <a:pt x="213" y="33"/>
                    <a:pt x="203" y="21"/>
                  </a:cubicBezTo>
                  <a:cubicBezTo>
                    <a:pt x="193" y="9"/>
                    <a:pt x="176" y="1"/>
                    <a:pt x="158" y="1"/>
                  </a:cubicBezTo>
                  <a:cubicBezTo>
                    <a:pt x="158" y="0"/>
                    <a:pt x="158" y="0"/>
                    <a:pt x="158" y="0"/>
                  </a:cubicBezTo>
                  <a:cubicBezTo>
                    <a:pt x="60" y="0"/>
                    <a:pt x="60" y="0"/>
                    <a:pt x="60" y="0"/>
                  </a:cubicBezTo>
                  <a:cubicBezTo>
                    <a:pt x="59" y="0"/>
                    <a:pt x="58" y="1"/>
                    <a:pt x="58" y="1"/>
                  </a:cubicBezTo>
                  <a:cubicBezTo>
                    <a:pt x="41" y="1"/>
                    <a:pt x="26" y="9"/>
                    <a:pt x="16" y="19"/>
                  </a:cubicBezTo>
                  <a:cubicBezTo>
                    <a:pt x="16" y="20"/>
                    <a:pt x="15" y="20"/>
                    <a:pt x="15" y="21"/>
                  </a:cubicBezTo>
                  <a:cubicBezTo>
                    <a:pt x="5" y="33"/>
                    <a:pt x="0" y="48"/>
                    <a:pt x="0" y="62"/>
                  </a:cubicBezTo>
                  <a:cubicBezTo>
                    <a:pt x="0" y="72"/>
                    <a:pt x="2" y="81"/>
                    <a:pt x="6" y="90"/>
                  </a:cubicBezTo>
                  <a:cubicBezTo>
                    <a:pt x="6" y="90"/>
                    <a:pt x="7" y="90"/>
                    <a:pt x="7" y="90"/>
                  </a:cubicBezTo>
                  <a:cubicBezTo>
                    <a:pt x="11" y="99"/>
                    <a:pt x="18" y="108"/>
                    <a:pt x="28" y="1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111"/>
            <p:cNvSpPr>
              <a:spLocks/>
            </p:cNvSpPr>
            <p:nvPr/>
          </p:nvSpPr>
          <p:spPr bwMode="auto">
            <a:xfrm>
              <a:off x="5337175" y="6259513"/>
              <a:ext cx="98425" cy="52388"/>
            </a:xfrm>
            <a:custGeom>
              <a:avLst/>
              <a:gdLst>
                <a:gd name="T0" fmla="*/ 32 w 62"/>
                <a:gd name="T1" fmla="*/ 32 h 33"/>
                <a:gd name="T2" fmla="*/ 48 w 62"/>
                <a:gd name="T3" fmla="*/ 18 h 33"/>
                <a:gd name="T4" fmla="*/ 55 w 62"/>
                <a:gd name="T5" fmla="*/ 27 h 33"/>
                <a:gd name="T6" fmla="*/ 62 w 62"/>
                <a:gd name="T7" fmla="*/ 22 h 33"/>
                <a:gd name="T8" fmla="*/ 52 w 62"/>
                <a:gd name="T9" fmla="*/ 4 h 33"/>
                <a:gd name="T10" fmla="*/ 33 w 62"/>
                <a:gd name="T11" fmla="*/ 17 h 33"/>
                <a:gd name="T12" fmla="*/ 19 w 62"/>
                <a:gd name="T13" fmla="*/ 0 h 33"/>
                <a:gd name="T14" fmla="*/ 0 w 62"/>
                <a:gd name="T15" fmla="*/ 27 h 33"/>
                <a:gd name="T16" fmla="*/ 9 w 62"/>
                <a:gd name="T17" fmla="*/ 33 h 33"/>
                <a:gd name="T18" fmla="*/ 20 w 62"/>
                <a:gd name="T19" fmla="*/ 16 h 33"/>
                <a:gd name="T20" fmla="*/ 32 w 62"/>
                <a:gd name="T21" fmla="*/ 3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33">
                  <a:moveTo>
                    <a:pt x="32" y="32"/>
                  </a:moveTo>
                  <a:lnTo>
                    <a:pt x="48" y="18"/>
                  </a:lnTo>
                  <a:lnTo>
                    <a:pt x="55" y="27"/>
                  </a:lnTo>
                  <a:lnTo>
                    <a:pt x="62" y="22"/>
                  </a:lnTo>
                  <a:lnTo>
                    <a:pt x="52" y="4"/>
                  </a:lnTo>
                  <a:lnTo>
                    <a:pt x="33" y="17"/>
                  </a:lnTo>
                  <a:lnTo>
                    <a:pt x="19" y="0"/>
                  </a:lnTo>
                  <a:lnTo>
                    <a:pt x="0" y="27"/>
                  </a:lnTo>
                  <a:lnTo>
                    <a:pt x="9" y="33"/>
                  </a:lnTo>
                  <a:lnTo>
                    <a:pt x="20" y="16"/>
                  </a:lnTo>
                  <a:lnTo>
                    <a:pt x="32"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112"/>
            <p:cNvSpPr>
              <a:spLocks/>
            </p:cNvSpPr>
            <p:nvPr/>
          </p:nvSpPr>
          <p:spPr bwMode="auto">
            <a:xfrm>
              <a:off x="5781675" y="6397625"/>
              <a:ext cx="98425" cy="52388"/>
            </a:xfrm>
            <a:custGeom>
              <a:avLst/>
              <a:gdLst>
                <a:gd name="T0" fmla="*/ 32 w 62"/>
                <a:gd name="T1" fmla="*/ 18 h 33"/>
                <a:gd name="T2" fmla="*/ 18 w 62"/>
                <a:gd name="T3" fmla="*/ 0 h 33"/>
                <a:gd name="T4" fmla="*/ 0 w 62"/>
                <a:gd name="T5" fmla="*/ 27 h 33"/>
                <a:gd name="T6" fmla="*/ 8 w 62"/>
                <a:gd name="T7" fmla="*/ 33 h 33"/>
                <a:gd name="T8" fmla="*/ 19 w 62"/>
                <a:gd name="T9" fmla="*/ 17 h 33"/>
                <a:gd name="T10" fmla="*/ 31 w 62"/>
                <a:gd name="T11" fmla="*/ 32 h 33"/>
                <a:gd name="T12" fmla="*/ 48 w 62"/>
                <a:gd name="T13" fmla="*/ 19 h 33"/>
                <a:gd name="T14" fmla="*/ 54 w 62"/>
                <a:gd name="T15" fmla="*/ 27 h 33"/>
                <a:gd name="T16" fmla="*/ 62 w 62"/>
                <a:gd name="T17" fmla="*/ 22 h 33"/>
                <a:gd name="T18" fmla="*/ 51 w 62"/>
                <a:gd name="T19" fmla="*/ 5 h 33"/>
                <a:gd name="T20" fmla="*/ 32 w 62"/>
                <a:gd name="T21" fmla="*/ 1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33">
                  <a:moveTo>
                    <a:pt x="32" y="18"/>
                  </a:moveTo>
                  <a:lnTo>
                    <a:pt x="18" y="0"/>
                  </a:lnTo>
                  <a:lnTo>
                    <a:pt x="0" y="27"/>
                  </a:lnTo>
                  <a:lnTo>
                    <a:pt x="8" y="33"/>
                  </a:lnTo>
                  <a:lnTo>
                    <a:pt x="19" y="17"/>
                  </a:lnTo>
                  <a:lnTo>
                    <a:pt x="31" y="32"/>
                  </a:lnTo>
                  <a:lnTo>
                    <a:pt x="48" y="19"/>
                  </a:lnTo>
                  <a:lnTo>
                    <a:pt x="54" y="27"/>
                  </a:lnTo>
                  <a:lnTo>
                    <a:pt x="62" y="22"/>
                  </a:lnTo>
                  <a:lnTo>
                    <a:pt x="51" y="5"/>
                  </a:lnTo>
                  <a:lnTo>
                    <a:pt x="32"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113"/>
            <p:cNvSpPr>
              <a:spLocks/>
            </p:cNvSpPr>
            <p:nvPr/>
          </p:nvSpPr>
          <p:spPr bwMode="auto">
            <a:xfrm>
              <a:off x="4913313" y="6386513"/>
              <a:ext cx="100012" cy="50800"/>
            </a:xfrm>
            <a:custGeom>
              <a:avLst/>
              <a:gdLst>
                <a:gd name="T0" fmla="*/ 32 w 63"/>
                <a:gd name="T1" fmla="*/ 31 h 32"/>
                <a:gd name="T2" fmla="*/ 49 w 63"/>
                <a:gd name="T3" fmla="*/ 18 h 32"/>
                <a:gd name="T4" fmla="*/ 55 w 63"/>
                <a:gd name="T5" fmla="*/ 27 h 32"/>
                <a:gd name="T6" fmla="*/ 63 w 63"/>
                <a:gd name="T7" fmla="*/ 21 h 32"/>
                <a:gd name="T8" fmla="*/ 51 w 63"/>
                <a:gd name="T9" fmla="*/ 4 h 32"/>
                <a:gd name="T10" fmla="*/ 34 w 63"/>
                <a:gd name="T11" fmla="*/ 17 h 32"/>
                <a:gd name="T12" fmla="*/ 20 w 63"/>
                <a:gd name="T13" fmla="*/ 0 h 32"/>
                <a:gd name="T14" fmla="*/ 0 w 63"/>
                <a:gd name="T15" fmla="*/ 27 h 32"/>
                <a:gd name="T16" fmla="*/ 9 w 63"/>
                <a:gd name="T17" fmla="*/ 32 h 32"/>
                <a:gd name="T18" fmla="*/ 20 w 63"/>
                <a:gd name="T19" fmla="*/ 16 h 32"/>
                <a:gd name="T20" fmla="*/ 32 w 63"/>
                <a:gd name="T21" fmla="*/ 3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3" h="32">
                  <a:moveTo>
                    <a:pt x="32" y="31"/>
                  </a:moveTo>
                  <a:lnTo>
                    <a:pt x="49" y="18"/>
                  </a:lnTo>
                  <a:lnTo>
                    <a:pt x="55" y="27"/>
                  </a:lnTo>
                  <a:lnTo>
                    <a:pt x="63" y="21"/>
                  </a:lnTo>
                  <a:lnTo>
                    <a:pt x="51" y="4"/>
                  </a:lnTo>
                  <a:lnTo>
                    <a:pt x="34" y="17"/>
                  </a:lnTo>
                  <a:lnTo>
                    <a:pt x="20" y="0"/>
                  </a:lnTo>
                  <a:lnTo>
                    <a:pt x="0" y="27"/>
                  </a:lnTo>
                  <a:lnTo>
                    <a:pt x="9" y="32"/>
                  </a:lnTo>
                  <a:lnTo>
                    <a:pt x="20" y="16"/>
                  </a:lnTo>
                  <a:lnTo>
                    <a:pt x="32"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114"/>
            <p:cNvSpPr>
              <a:spLocks/>
            </p:cNvSpPr>
            <p:nvPr/>
          </p:nvSpPr>
          <p:spPr bwMode="auto">
            <a:xfrm>
              <a:off x="4325938" y="6121400"/>
              <a:ext cx="100012" cy="50800"/>
            </a:xfrm>
            <a:custGeom>
              <a:avLst/>
              <a:gdLst>
                <a:gd name="T0" fmla="*/ 20 w 63"/>
                <a:gd name="T1" fmla="*/ 16 h 32"/>
                <a:gd name="T2" fmla="*/ 32 w 63"/>
                <a:gd name="T3" fmla="*/ 31 h 32"/>
                <a:gd name="T4" fmla="*/ 48 w 63"/>
                <a:gd name="T5" fmla="*/ 18 h 32"/>
                <a:gd name="T6" fmla="*/ 55 w 63"/>
                <a:gd name="T7" fmla="*/ 27 h 32"/>
                <a:gd name="T8" fmla="*/ 63 w 63"/>
                <a:gd name="T9" fmla="*/ 22 h 32"/>
                <a:gd name="T10" fmla="*/ 52 w 63"/>
                <a:gd name="T11" fmla="*/ 4 h 32"/>
                <a:gd name="T12" fmla="*/ 33 w 63"/>
                <a:gd name="T13" fmla="*/ 17 h 32"/>
                <a:gd name="T14" fmla="*/ 19 w 63"/>
                <a:gd name="T15" fmla="*/ 0 h 32"/>
                <a:gd name="T16" fmla="*/ 0 w 63"/>
                <a:gd name="T17" fmla="*/ 27 h 32"/>
                <a:gd name="T18" fmla="*/ 9 w 63"/>
                <a:gd name="T19" fmla="*/ 32 h 32"/>
                <a:gd name="T20" fmla="*/ 20 w 63"/>
                <a:gd name="T21" fmla="*/ 1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3" h="32">
                  <a:moveTo>
                    <a:pt x="20" y="16"/>
                  </a:moveTo>
                  <a:lnTo>
                    <a:pt x="32" y="31"/>
                  </a:lnTo>
                  <a:lnTo>
                    <a:pt x="48" y="18"/>
                  </a:lnTo>
                  <a:lnTo>
                    <a:pt x="55" y="27"/>
                  </a:lnTo>
                  <a:lnTo>
                    <a:pt x="63" y="22"/>
                  </a:lnTo>
                  <a:lnTo>
                    <a:pt x="52" y="4"/>
                  </a:lnTo>
                  <a:lnTo>
                    <a:pt x="33" y="17"/>
                  </a:lnTo>
                  <a:lnTo>
                    <a:pt x="19" y="0"/>
                  </a:lnTo>
                  <a:lnTo>
                    <a:pt x="0" y="27"/>
                  </a:lnTo>
                  <a:lnTo>
                    <a:pt x="9" y="32"/>
                  </a:lnTo>
                  <a:lnTo>
                    <a:pt x="2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115"/>
            <p:cNvSpPr>
              <a:spLocks/>
            </p:cNvSpPr>
            <p:nvPr/>
          </p:nvSpPr>
          <p:spPr bwMode="auto">
            <a:xfrm>
              <a:off x="5508625" y="6164263"/>
              <a:ext cx="98425" cy="53975"/>
            </a:xfrm>
            <a:custGeom>
              <a:avLst/>
              <a:gdLst>
                <a:gd name="T0" fmla="*/ 31 w 62"/>
                <a:gd name="T1" fmla="*/ 32 h 34"/>
                <a:gd name="T2" fmla="*/ 48 w 62"/>
                <a:gd name="T3" fmla="*/ 20 h 34"/>
                <a:gd name="T4" fmla="*/ 54 w 62"/>
                <a:gd name="T5" fmla="*/ 28 h 34"/>
                <a:gd name="T6" fmla="*/ 62 w 62"/>
                <a:gd name="T7" fmla="*/ 23 h 34"/>
                <a:gd name="T8" fmla="*/ 50 w 62"/>
                <a:gd name="T9" fmla="*/ 4 h 34"/>
                <a:gd name="T10" fmla="*/ 33 w 62"/>
                <a:gd name="T11" fmla="*/ 19 h 34"/>
                <a:gd name="T12" fmla="*/ 19 w 62"/>
                <a:gd name="T13" fmla="*/ 0 h 34"/>
                <a:gd name="T14" fmla="*/ 0 w 62"/>
                <a:gd name="T15" fmla="*/ 28 h 34"/>
                <a:gd name="T16" fmla="*/ 8 w 62"/>
                <a:gd name="T17" fmla="*/ 34 h 34"/>
                <a:gd name="T18" fmla="*/ 19 w 62"/>
                <a:gd name="T19" fmla="*/ 17 h 34"/>
                <a:gd name="T20" fmla="*/ 31 w 62"/>
                <a:gd name="T21" fmla="*/ 3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34">
                  <a:moveTo>
                    <a:pt x="31" y="32"/>
                  </a:moveTo>
                  <a:lnTo>
                    <a:pt x="48" y="20"/>
                  </a:lnTo>
                  <a:lnTo>
                    <a:pt x="54" y="28"/>
                  </a:lnTo>
                  <a:lnTo>
                    <a:pt x="62" y="23"/>
                  </a:lnTo>
                  <a:lnTo>
                    <a:pt x="50" y="4"/>
                  </a:lnTo>
                  <a:lnTo>
                    <a:pt x="33" y="19"/>
                  </a:lnTo>
                  <a:lnTo>
                    <a:pt x="19" y="0"/>
                  </a:lnTo>
                  <a:lnTo>
                    <a:pt x="0" y="28"/>
                  </a:lnTo>
                  <a:lnTo>
                    <a:pt x="8" y="34"/>
                  </a:lnTo>
                  <a:lnTo>
                    <a:pt x="19" y="17"/>
                  </a:lnTo>
                  <a:lnTo>
                    <a:pt x="31"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116"/>
            <p:cNvSpPr>
              <a:spLocks/>
            </p:cNvSpPr>
            <p:nvPr/>
          </p:nvSpPr>
          <p:spPr bwMode="auto">
            <a:xfrm>
              <a:off x="4224338" y="5578475"/>
              <a:ext cx="452437" cy="295275"/>
            </a:xfrm>
            <a:custGeom>
              <a:avLst/>
              <a:gdLst>
                <a:gd name="T0" fmla="*/ 237 w 261"/>
                <a:gd name="T1" fmla="*/ 53 h 170"/>
                <a:gd name="T2" fmla="*/ 259 w 261"/>
                <a:gd name="T3" fmla="*/ 25 h 170"/>
                <a:gd name="T4" fmla="*/ 231 w 261"/>
                <a:gd name="T5" fmla="*/ 2 h 170"/>
                <a:gd name="T6" fmla="*/ 8 w 261"/>
                <a:gd name="T7" fmla="*/ 129 h 170"/>
                <a:gd name="T8" fmla="*/ 14 w 261"/>
                <a:gd name="T9" fmla="*/ 165 h 170"/>
                <a:gd name="T10" fmla="*/ 29 w 261"/>
                <a:gd name="T11" fmla="*/ 170 h 170"/>
                <a:gd name="T12" fmla="*/ 50 w 261"/>
                <a:gd name="T13" fmla="*/ 160 h 170"/>
                <a:gd name="T14" fmla="*/ 237 w 261"/>
                <a:gd name="T15" fmla="*/ 53 h 1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1" h="170">
                  <a:moveTo>
                    <a:pt x="237" y="53"/>
                  </a:moveTo>
                  <a:cubicBezTo>
                    <a:pt x="251" y="52"/>
                    <a:pt x="261" y="39"/>
                    <a:pt x="259" y="25"/>
                  </a:cubicBezTo>
                  <a:cubicBezTo>
                    <a:pt x="258" y="10"/>
                    <a:pt x="245" y="0"/>
                    <a:pt x="231" y="2"/>
                  </a:cubicBezTo>
                  <a:cubicBezTo>
                    <a:pt x="225" y="2"/>
                    <a:pt x="90" y="19"/>
                    <a:pt x="8" y="129"/>
                  </a:cubicBezTo>
                  <a:cubicBezTo>
                    <a:pt x="0" y="140"/>
                    <a:pt x="2" y="157"/>
                    <a:pt x="14" y="165"/>
                  </a:cubicBezTo>
                  <a:cubicBezTo>
                    <a:pt x="18" y="169"/>
                    <a:pt x="24" y="170"/>
                    <a:pt x="29" y="170"/>
                  </a:cubicBezTo>
                  <a:cubicBezTo>
                    <a:pt x="37" y="170"/>
                    <a:pt x="45" y="167"/>
                    <a:pt x="50" y="160"/>
                  </a:cubicBezTo>
                  <a:cubicBezTo>
                    <a:pt x="118" y="69"/>
                    <a:pt x="235" y="54"/>
                    <a:pt x="237"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20" name="组合 119"/>
          <p:cNvGrpSpPr/>
          <p:nvPr/>
        </p:nvGrpSpPr>
        <p:grpSpPr>
          <a:xfrm>
            <a:off x="4314825" y="850900"/>
            <a:ext cx="1779587" cy="1524001"/>
            <a:chOff x="4314825" y="850900"/>
            <a:chExt cx="1779587" cy="1524001"/>
          </a:xfrm>
          <a:solidFill>
            <a:schemeClr val="tx1">
              <a:lumMod val="65000"/>
              <a:lumOff val="35000"/>
            </a:schemeClr>
          </a:solidFill>
        </p:grpSpPr>
        <p:sp>
          <p:nvSpPr>
            <p:cNvPr id="121" name="Freeform 117"/>
            <p:cNvSpPr>
              <a:spLocks/>
            </p:cNvSpPr>
            <p:nvPr/>
          </p:nvSpPr>
          <p:spPr bwMode="auto">
            <a:xfrm>
              <a:off x="5383213" y="1860550"/>
              <a:ext cx="1587" cy="1588"/>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1" y="1"/>
                    <a:pt x="1"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118"/>
            <p:cNvSpPr>
              <a:spLocks/>
            </p:cNvSpPr>
            <p:nvPr/>
          </p:nvSpPr>
          <p:spPr bwMode="auto">
            <a:xfrm>
              <a:off x="5492750" y="1852613"/>
              <a:ext cx="204787" cy="9525"/>
            </a:xfrm>
            <a:custGeom>
              <a:avLst/>
              <a:gdLst>
                <a:gd name="T0" fmla="*/ 0 w 118"/>
                <a:gd name="T1" fmla="*/ 6 h 6"/>
                <a:gd name="T2" fmla="*/ 118 w 118"/>
                <a:gd name="T3" fmla="*/ 6 h 6"/>
                <a:gd name="T4" fmla="*/ 118 w 118"/>
                <a:gd name="T5" fmla="*/ 0 h 6"/>
                <a:gd name="T6" fmla="*/ 8 w 118"/>
                <a:gd name="T7" fmla="*/ 0 h 6"/>
                <a:gd name="T8" fmla="*/ 0 w 118"/>
                <a:gd name="T9" fmla="*/ 6 h 6"/>
              </a:gdLst>
              <a:ahLst/>
              <a:cxnLst>
                <a:cxn ang="0">
                  <a:pos x="T0" y="T1"/>
                </a:cxn>
                <a:cxn ang="0">
                  <a:pos x="T2" y="T3"/>
                </a:cxn>
                <a:cxn ang="0">
                  <a:pos x="T4" y="T5"/>
                </a:cxn>
                <a:cxn ang="0">
                  <a:pos x="T6" y="T7"/>
                </a:cxn>
                <a:cxn ang="0">
                  <a:pos x="T8" y="T9"/>
                </a:cxn>
              </a:cxnLst>
              <a:rect l="0" t="0" r="r" b="b"/>
              <a:pathLst>
                <a:path w="118" h="6">
                  <a:moveTo>
                    <a:pt x="0" y="6"/>
                  </a:moveTo>
                  <a:cubicBezTo>
                    <a:pt x="118" y="6"/>
                    <a:pt x="118" y="6"/>
                    <a:pt x="118" y="6"/>
                  </a:cubicBezTo>
                  <a:cubicBezTo>
                    <a:pt x="118" y="0"/>
                    <a:pt x="118" y="0"/>
                    <a:pt x="118" y="0"/>
                  </a:cubicBezTo>
                  <a:cubicBezTo>
                    <a:pt x="8" y="0"/>
                    <a:pt x="8" y="0"/>
                    <a:pt x="8" y="0"/>
                  </a:cubicBezTo>
                  <a:cubicBezTo>
                    <a:pt x="5" y="2"/>
                    <a:pt x="3" y="4"/>
                    <a:pt x="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19"/>
            <p:cNvSpPr>
              <a:spLocks/>
            </p:cNvSpPr>
            <p:nvPr/>
          </p:nvSpPr>
          <p:spPr bwMode="auto">
            <a:xfrm>
              <a:off x="5394325" y="1662113"/>
              <a:ext cx="73025" cy="79375"/>
            </a:xfrm>
            <a:custGeom>
              <a:avLst/>
              <a:gdLst>
                <a:gd name="T0" fmla="*/ 35 w 42"/>
                <a:gd name="T1" fmla="*/ 46 h 46"/>
                <a:gd name="T2" fmla="*/ 38 w 42"/>
                <a:gd name="T3" fmla="*/ 46 h 46"/>
                <a:gd name="T4" fmla="*/ 42 w 42"/>
                <a:gd name="T5" fmla="*/ 46 h 46"/>
                <a:gd name="T6" fmla="*/ 8 w 42"/>
                <a:gd name="T7" fmla="*/ 0 h 46"/>
                <a:gd name="T8" fmla="*/ 0 w 42"/>
                <a:gd name="T9" fmla="*/ 5 h 46"/>
                <a:gd name="T10" fmla="*/ 30 w 42"/>
                <a:gd name="T11" fmla="*/ 46 h 46"/>
                <a:gd name="T12" fmla="*/ 31 w 42"/>
                <a:gd name="T13" fmla="*/ 46 h 46"/>
                <a:gd name="T14" fmla="*/ 35 w 42"/>
                <a:gd name="T15" fmla="*/ 46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46">
                  <a:moveTo>
                    <a:pt x="35" y="46"/>
                  </a:moveTo>
                  <a:cubicBezTo>
                    <a:pt x="36" y="46"/>
                    <a:pt x="37" y="46"/>
                    <a:pt x="38" y="46"/>
                  </a:cubicBezTo>
                  <a:cubicBezTo>
                    <a:pt x="39" y="46"/>
                    <a:pt x="41" y="46"/>
                    <a:pt x="42" y="46"/>
                  </a:cubicBezTo>
                  <a:cubicBezTo>
                    <a:pt x="8" y="0"/>
                    <a:pt x="8" y="0"/>
                    <a:pt x="8" y="0"/>
                  </a:cubicBezTo>
                  <a:cubicBezTo>
                    <a:pt x="0" y="5"/>
                    <a:pt x="0" y="5"/>
                    <a:pt x="0" y="5"/>
                  </a:cubicBezTo>
                  <a:cubicBezTo>
                    <a:pt x="30" y="46"/>
                    <a:pt x="30" y="46"/>
                    <a:pt x="30" y="46"/>
                  </a:cubicBezTo>
                  <a:cubicBezTo>
                    <a:pt x="31" y="46"/>
                    <a:pt x="31" y="46"/>
                    <a:pt x="31" y="46"/>
                  </a:cubicBezTo>
                  <a:cubicBezTo>
                    <a:pt x="32" y="46"/>
                    <a:pt x="34" y="46"/>
                    <a:pt x="35"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120"/>
            <p:cNvSpPr>
              <a:spLocks/>
            </p:cNvSpPr>
            <p:nvPr/>
          </p:nvSpPr>
          <p:spPr bwMode="auto">
            <a:xfrm>
              <a:off x="5518150" y="1819275"/>
              <a:ext cx="19050" cy="25400"/>
            </a:xfrm>
            <a:custGeom>
              <a:avLst/>
              <a:gdLst>
                <a:gd name="T0" fmla="*/ 3 w 11"/>
                <a:gd name="T1" fmla="*/ 15 h 15"/>
                <a:gd name="T2" fmla="*/ 11 w 11"/>
                <a:gd name="T3" fmla="*/ 10 h 15"/>
                <a:gd name="T4" fmla="*/ 4 w 11"/>
                <a:gd name="T5" fmla="*/ 0 h 15"/>
                <a:gd name="T6" fmla="*/ 0 w 11"/>
                <a:gd name="T7" fmla="*/ 10 h 15"/>
                <a:gd name="T8" fmla="*/ 3 w 11"/>
                <a:gd name="T9" fmla="*/ 15 h 15"/>
              </a:gdLst>
              <a:ahLst/>
              <a:cxnLst>
                <a:cxn ang="0">
                  <a:pos x="T0" y="T1"/>
                </a:cxn>
                <a:cxn ang="0">
                  <a:pos x="T2" y="T3"/>
                </a:cxn>
                <a:cxn ang="0">
                  <a:pos x="T4" y="T5"/>
                </a:cxn>
                <a:cxn ang="0">
                  <a:pos x="T6" y="T7"/>
                </a:cxn>
                <a:cxn ang="0">
                  <a:pos x="T8" y="T9"/>
                </a:cxn>
              </a:cxnLst>
              <a:rect l="0" t="0" r="r" b="b"/>
              <a:pathLst>
                <a:path w="11" h="15">
                  <a:moveTo>
                    <a:pt x="3" y="15"/>
                  </a:moveTo>
                  <a:cubicBezTo>
                    <a:pt x="11" y="10"/>
                    <a:pt x="11" y="10"/>
                    <a:pt x="11" y="10"/>
                  </a:cubicBezTo>
                  <a:cubicBezTo>
                    <a:pt x="4" y="0"/>
                    <a:pt x="4" y="0"/>
                    <a:pt x="4" y="0"/>
                  </a:cubicBezTo>
                  <a:cubicBezTo>
                    <a:pt x="3" y="3"/>
                    <a:pt x="2" y="7"/>
                    <a:pt x="0" y="10"/>
                  </a:cubicBezTo>
                  <a:lnTo>
                    <a:pt x="3"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121"/>
            <p:cNvSpPr>
              <a:spLocks/>
            </p:cNvSpPr>
            <p:nvPr/>
          </p:nvSpPr>
          <p:spPr bwMode="auto">
            <a:xfrm>
              <a:off x="4930775" y="1871663"/>
              <a:ext cx="41275" cy="61913"/>
            </a:xfrm>
            <a:custGeom>
              <a:avLst/>
              <a:gdLst>
                <a:gd name="T0" fmla="*/ 0 w 26"/>
                <a:gd name="T1" fmla="*/ 0 h 39"/>
                <a:gd name="T2" fmla="*/ 4 w 26"/>
                <a:gd name="T3" fmla="*/ 39 h 39"/>
                <a:gd name="T4" fmla="*/ 26 w 26"/>
                <a:gd name="T5" fmla="*/ 39 h 39"/>
                <a:gd name="T6" fmla="*/ 26 w 26"/>
                <a:gd name="T7" fmla="*/ 0 h 39"/>
                <a:gd name="T8" fmla="*/ 0 w 26"/>
                <a:gd name="T9" fmla="*/ 0 h 39"/>
              </a:gdLst>
              <a:ahLst/>
              <a:cxnLst>
                <a:cxn ang="0">
                  <a:pos x="T0" y="T1"/>
                </a:cxn>
                <a:cxn ang="0">
                  <a:pos x="T2" y="T3"/>
                </a:cxn>
                <a:cxn ang="0">
                  <a:pos x="T4" y="T5"/>
                </a:cxn>
                <a:cxn ang="0">
                  <a:pos x="T6" y="T7"/>
                </a:cxn>
                <a:cxn ang="0">
                  <a:pos x="T8" y="T9"/>
                </a:cxn>
              </a:cxnLst>
              <a:rect l="0" t="0" r="r" b="b"/>
              <a:pathLst>
                <a:path w="26" h="39">
                  <a:moveTo>
                    <a:pt x="0" y="0"/>
                  </a:moveTo>
                  <a:lnTo>
                    <a:pt x="4" y="39"/>
                  </a:lnTo>
                  <a:lnTo>
                    <a:pt x="26" y="39"/>
                  </a:lnTo>
                  <a:lnTo>
                    <a:pt x="26"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122"/>
            <p:cNvSpPr>
              <a:spLocks/>
            </p:cNvSpPr>
            <p:nvPr/>
          </p:nvSpPr>
          <p:spPr bwMode="auto">
            <a:xfrm>
              <a:off x="5446713" y="1871663"/>
              <a:ext cx="396875" cy="496888"/>
            </a:xfrm>
            <a:custGeom>
              <a:avLst/>
              <a:gdLst>
                <a:gd name="T0" fmla="*/ 0 w 229"/>
                <a:gd name="T1" fmla="*/ 0 h 287"/>
                <a:gd name="T2" fmla="*/ 0 w 229"/>
                <a:gd name="T3" fmla="*/ 5 h 287"/>
                <a:gd name="T4" fmla="*/ 32 w 229"/>
                <a:gd name="T5" fmla="*/ 20 h 287"/>
                <a:gd name="T6" fmla="*/ 43 w 229"/>
                <a:gd name="T7" fmla="*/ 36 h 287"/>
                <a:gd name="T8" fmla="*/ 134 w 229"/>
                <a:gd name="T9" fmla="*/ 36 h 287"/>
                <a:gd name="T10" fmla="*/ 134 w 229"/>
                <a:gd name="T11" fmla="*/ 287 h 287"/>
                <a:gd name="T12" fmla="*/ 166 w 229"/>
                <a:gd name="T13" fmla="*/ 287 h 287"/>
                <a:gd name="T14" fmla="*/ 166 w 229"/>
                <a:gd name="T15" fmla="*/ 36 h 287"/>
                <a:gd name="T16" fmla="*/ 229 w 229"/>
                <a:gd name="T17" fmla="*/ 36 h 287"/>
                <a:gd name="T18" fmla="*/ 229 w 229"/>
                <a:gd name="T19" fmla="*/ 0 h 287"/>
                <a:gd name="T20" fmla="*/ 4 w 229"/>
                <a:gd name="T21" fmla="*/ 0 h 287"/>
                <a:gd name="T22" fmla="*/ 1 w 229"/>
                <a:gd name="T23" fmla="*/ 0 h 287"/>
                <a:gd name="T24" fmla="*/ 0 w 229"/>
                <a:gd name="T25"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9" h="287">
                  <a:moveTo>
                    <a:pt x="0" y="0"/>
                  </a:moveTo>
                  <a:cubicBezTo>
                    <a:pt x="0" y="5"/>
                    <a:pt x="0" y="5"/>
                    <a:pt x="0" y="5"/>
                  </a:cubicBezTo>
                  <a:cubicBezTo>
                    <a:pt x="12" y="6"/>
                    <a:pt x="24" y="11"/>
                    <a:pt x="32" y="20"/>
                  </a:cubicBezTo>
                  <a:cubicBezTo>
                    <a:pt x="37" y="25"/>
                    <a:pt x="40" y="30"/>
                    <a:pt x="43" y="36"/>
                  </a:cubicBezTo>
                  <a:cubicBezTo>
                    <a:pt x="134" y="36"/>
                    <a:pt x="134" y="36"/>
                    <a:pt x="134" y="36"/>
                  </a:cubicBezTo>
                  <a:cubicBezTo>
                    <a:pt x="134" y="287"/>
                    <a:pt x="134" y="287"/>
                    <a:pt x="134" y="287"/>
                  </a:cubicBezTo>
                  <a:cubicBezTo>
                    <a:pt x="166" y="287"/>
                    <a:pt x="166" y="287"/>
                    <a:pt x="166" y="287"/>
                  </a:cubicBezTo>
                  <a:cubicBezTo>
                    <a:pt x="166" y="36"/>
                    <a:pt x="166" y="36"/>
                    <a:pt x="166" y="36"/>
                  </a:cubicBezTo>
                  <a:cubicBezTo>
                    <a:pt x="229" y="36"/>
                    <a:pt x="229" y="36"/>
                    <a:pt x="229" y="36"/>
                  </a:cubicBezTo>
                  <a:cubicBezTo>
                    <a:pt x="229" y="0"/>
                    <a:pt x="229" y="0"/>
                    <a:pt x="229" y="0"/>
                  </a:cubicBezTo>
                  <a:cubicBezTo>
                    <a:pt x="4" y="0"/>
                    <a:pt x="4" y="0"/>
                    <a:pt x="4" y="0"/>
                  </a:cubicBezTo>
                  <a:cubicBezTo>
                    <a:pt x="3" y="0"/>
                    <a:pt x="2"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123"/>
            <p:cNvSpPr>
              <a:spLocks/>
            </p:cNvSpPr>
            <p:nvPr/>
          </p:nvSpPr>
          <p:spPr bwMode="auto">
            <a:xfrm>
              <a:off x="4914900" y="2065338"/>
              <a:ext cx="428625" cy="309563"/>
            </a:xfrm>
            <a:custGeom>
              <a:avLst/>
              <a:gdLst>
                <a:gd name="T0" fmla="*/ 231 w 247"/>
                <a:gd name="T1" fmla="*/ 0 h 179"/>
                <a:gd name="T2" fmla="*/ 16 w 247"/>
                <a:gd name="T3" fmla="*/ 0 h 179"/>
                <a:gd name="T4" fmla="*/ 0 w 247"/>
                <a:gd name="T5" fmla="*/ 16 h 179"/>
                <a:gd name="T6" fmla="*/ 0 w 247"/>
                <a:gd name="T7" fmla="*/ 163 h 179"/>
                <a:gd name="T8" fmla="*/ 16 w 247"/>
                <a:gd name="T9" fmla="*/ 179 h 179"/>
                <a:gd name="T10" fmla="*/ 231 w 247"/>
                <a:gd name="T11" fmla="*/ 179 h 179"/>
                <a:gd name="T12" fmla="*/ 247 w 247"/>
                <a:gd name="T13" fmla="*/ 163 h 179"/>
                <a:gd name="T14" fmla="*/ 247 w 247"/>
                <a:gd name="T15" fmla="*/ 16 h 179"/>
                <a:gd name="T16" fmla="*/ 231 w 247"/>
                <a:gd name="T17"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7" h="179">
                  <a:moveTo>
                    <a:pt x="231" y="0"/>
                  </a:moveTo>
                  <a:cubicBezTo>
                    <a:pt x="16" y="0"/>
                    <a:pt x="16" y="0"/>
                    <a:pt x="16" y="0"/>
                  </a:cubicBezTo>
                  <a:cubicBezTo>
                    <a:pt x="7" y="0"/>
                    <a:pt x="0" y="7"/>
                    <a:pt x="0" y="16"/>
                  </a:cubicBezTo>
                  <a:cubicBezTo>
                    <a:pt x="0" y="163"/>
                    <a:pt x="0" y="163"/>
                    <a:pt x="0" y="163"/>
                  </a:cubicBezTo>
                  <a:cubicBezTo>
                    <a:pt x="0" y="171"/>
                    <a:pt x="7" y="179"/>
                    <a:pt x="16" y="179"/>
                  </a:cubicBezTo>
                  <a:cubicBezTo>
                    <a:pt x="231" y="179"/>
                    <a:pt x="231" y="179"/>
                    <a:pt x="231" y="179"/>
                  </a:cubicBezTo>
                  <a:cubicBezTo>
                    <a:pt x="240" y="179"/>
                    <a:pt x="247" y="171"/>
                    <a:pt x="247" y="163"/>
                  </a:cubicBezTo>
                  <a:cubicBezTo>
                    <a:pt x="247" y="16"/>
                    <a:pt x="247" y="16"/>
                    <a:pt x="247" y="16"/>
                  </a:cubicBezTo>
                  <a:cubicBezTo>
                    <a:pt x="247" y="7"/>
                    <a:pt x="240" y="0"/>
                    <a:pt x="23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124"/>
            <p:cNvSpPr>
              <a:spLocks/>
            </p:cNvSpPr>
            <p:nvPr/>
          </p:nvSpPr>
          <p:spPr bwMode="auto">
            <a:xfrm>
              <a:off x="5043488" y="1336675"/>
              <a:ext cx="285750" cy="203200"/>
            </a:xfrm>
            <a:custGeom>
              <a:avLst/>
              <a:gdLst>
                <a:gd name="T0" fmla="*/ 8 w 165"/>
                <a:gd name="T1" fmla="*/ 63 h 118"/>
                <a:gd name="T2" fmla="*/ 44 w 165"/>
                <a:gd name="T3" fmla="*/ 96 h 118"/>
                <a:gd name="T4" fmla="*/ 44 w 165"/>
                <a:gd name="T5" fmla="*/ 106 h 118"/>
                <a:gd name="T6" fmla="*/ 120 w 165"/>
                <a:gd name="T7" fmla="*/ 106 h 118"/>
                <a:gd name="T8" fmla="*/ 123 w 165"/>
                <a:gd name="T9" fmla="*/ 106 h 118"/>
                <a:gd name="T10" fmla="*/ 124 w 165"/>
                <a:gd name="T11" fmla="*/ 106 h 118"/>
                <a:gd name="T12" fmla="*/ 130 w 165"/>
                <a:gd name="T13" fmla="*/ 107 h 118"/>
                <a:gd name="T14" fmla="*/ 136 w 165"/>
                <a:gd name="T15" fmla="*/ 107 h 118"/>
                <a:gd name="T16" fmla="*/ 158 w 165"/>
                <a:gd name="T17" fmla="*/ 118 h 118"/>
                <a:gd name="T18" fmla="*/ 165 w 165"/>
                <a:gd name="T19" fmla="*/ 84 h 118"/>
                <a:gd name="T20" fmla="*/ 81 w 165"/>
                <a:gd name="T21" fmla="*/ 0 h 118"/>
                <a:gd name="T22" fmla="*/ 0 w 165"/>
                <a:gd name="T23" fmla="*/ 64 h 118"/>
                <a:gd name="T24" fmla="*/ 8 w 165"/>
                <a:gd name="T25" fmla="*/ 63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5" h="118">
                  <a:moveTo>
                    <a:pt x="8" y="63"/>
                  </a:moveTo>
                  <a:cubicBezTo>
                    <a:pt x="26" y="65"/>
                    <a:pt x="40" y="78"/>
                    <a:pt x="44" y="96"/>
                  </a:cubicBezTo>
                  <a:cubicBezTo>
                    <a:pt x="44" y="99"/>
                    <a:pt x="45" y="103"/>
                    <a:pt x="44" y="106"/>
                  </a:cubicBezTo>
                  <a:cubicBezTo>
                    <a:pt x="120" y="106"/>
                    <a:pt x="120" y="106"/>
                    <a:pt x="120" y="106"/>
                  </a:cubicBezTo>
                  <a:cubicBezTo>
                    <a:pt x="121" y="106"/>
                    <a:pt x="122" y="106"/>
                    <a:pt x="123" y="106"/>
                  </a:cubicBezTo>
                  <a:cubicBezTo>
                    <a:pt x="124" y="106"/>
                    <a:pt x="124" y="106"/>
                    <a:pt x="124" y="106"/>
                  </a:cubicBezTo>
                  <a:cubicBezTo>
                    <a:pt x="126" y="106"/>
                    <a:pt x="128" y="106"/>
                    <a:pt x="130" y="107"/>
                  </a:cubicBezTo>
                  <a:cubicBezTo>
                    <a:pt x="131" y="107"/>
                    <a:pt x="133" y="107"/>
                    <a:pt x="136" y="107"/>
                  </a:cubicBezTo>
                  <a:cubicBezTo>
                    <a:pt x="143" y="109"/>
                    <a:pt x="151" y="113"/>
                    <a:pt x="158" y="118"/>
                  </a:cubicBezTo>
                  <a:cubicBezTo>
                    <a:pt x="163" y="107"/>
                    <a:pt x="165" y="96"/>
                    <a:pt x="165" y="84"/>
                  </a:cubicBezTo>
                  <a:cubicBezTo>
                    <a:pt x="165" y="38"/>
                    <a:pt x="128" y="0"/>
                    <a:pt x="81" y="0"/>
                  </a:cubicBezTo>
                  <a:cubicBezTo>
                    <a:pt x="42" y="0"/>
                    <a:pt x="9" y="27"/>
                    <a:pt x="0" y="64"/>
                  </a:cubicBezTo>
                  <a:cubicBezTo>
                    <a:pt x="3" y="63"/>
                    <a:pt x="6" y="63"/>
                    <a:pt x="8"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125"/>
            <p:cNvSpPr>
              <a:spLocks/>
            </p:cNvSpPr>
            <p:nvPr/>
          </p:nvSpPr>
          <p:spPr bwMode="auto">
            <a:xfrm>
              <a:off x="4905375" y="1536700"/>
              <a:ext cx="606425" cy="785813"/>
            </a:xfrm>
            <a:custGeom>
              <a:avLst/>
              <a:gdLst>
                <a:gd name="T0" fmla="*/ 213 w 351"/>
                <a:gd name="T1" fmla="*/ 1 h 454"/>
                <a:gd name="T2" fmla="*/ 209 w 351"/>
                <a:gd name="T3" fmla="*/ 0 h 454"/>
                <a:gd name="T4" fmla="*/ 203 w 351"/>
                <a:gd name="T5" fmla="*/ 0 h 454"/>
                <a:gd name="T6" fmla="*/ 200 w 351"/>
                <a:gd name="T7" fmla="*/ 0 h 454"/>
                <a:gd name="T8" fmla="*/ 122 w 351"/>
                <a:gd name="T9" fmla="*/ 0 h 454"/>
                <a:gd name="T10" fmla="*/ 92 w 351"/>
                <a:gd name="T11" fmla="*/ 27 h 454"/>
                <a:gd name="T12" fmla="*/ 92 w 351"/>
                <a:gd name="T13" fmla="*/ 27 h 454"/>
                <a:gd name="T14" fmla="*/ 91 w 351"/>
                <a:gd name="T15" fmla="*/ 27 h 454"/>
                <a:gd name="T16" fmla="*/ 91 w 351"/>
                <a:gd name="T17" fmla="*/ 27 h 454"/>
                <a:gd name="T18" fmla="*/ 40 w 351"/>
                <a:gd name="T19" fmla="*/ 29 h 454"/>
                <a:gd name="T20" fmla="*/ 18 w 351"/>
                <a:gd name="T21" fmla="*/ 25 h 454"/>
                <a:gd name="T22" fmla="*/ 11 w 351"/>
                <a:gd name="T23" fmla="*/ 34 h 454"/>
                <a:gd name="T24" fmla="*/ 0 w 351"/>
                <a:gd name="T25" fmla="*/ 52 h 454"/>
                <a:gd name="T26" fmla="*/ 11 w 351"/>
                <a:gd name="T27" fmla="*/ 160 h 454"/>
                <a:gd name="T28" fmla="*/ 49 w 351"/>
                <a:gd name="T29" fmla="*/ 182 h 454"/>
                <a:gd name="T30" fmla="*/ 49 w 351"/>
                <a:gd name="T31" fmla="*/ 256 h 454"/>
                <a:gd name="T32" fmla="*/ 49 w 351"/>
                <a:gd name="T33" fmla="*/ 257 h 454"/>
                <a:gd name="T34" fmla="*/ 91 w 351"/>
                <a:gd name="T35" fmla="*/ 291 h 454"/>
                <a:gd name="T36" fmla="*/ 267 w 351"/>
                <a:gd name="T37" fmla="*/ 291 h 454"/>
                <a:gd name="T38" fmla="*/ 267 w 351"/>
                <a:gd name="T39" fmla="*/ 412 h 454"/>
                <a:gd name="T40" fmla="*/ 309 w 351"/>
                <a:gd name="T41" fmla="*/ 454 h 454"/>
                <a:gd name="T42" fmla="*/ 351 w 351"/>
                <a:gd name="T43" fmla="*/ 412 h 454"/>
                <a:gd name="T44" fmla="*/ 351 w 351"/>
                <a:gd name="T45" fmla="*/ 249 h 454"/>
                <a:gd name="T46" fmla="*/ 338 w 351"/>
                <a:gd name="T47" fmla="*/ 220 h 454"/>
                <a:gd name="T48" fmla="*/ 309 w 351"/>
                <a:gd name="T49" fmla="*/ 207 h 454"/>
                <a:gd name="T50" fmla="*/ 231 w 351"/>
                <a:gd name="T51" fmla="*/ 207 h 454"/>
                <a:gd name="T52" fmla="*/ 231 w 351"/>
                <a:gd name="T53" fmla="*/ 138 h 454"/>
                <a:gd name="T54" fmla="*/ 232 w 351"/>
                <a:gd name="T55" fmla="*/ 140 h 454"/>
                <a:gd name="T56" fmla="*/ 264 w 351"/>
                <a:gd name="T57" fmla="*/ 171 h 454"/>
                <a:gd name="T58" fmla="*/ 314 w 351"/>
                <a:gd name="T59" fmla="*/ 184 h 454"/>
                <a:gd name="T60" fmla="*/ 314 w 351"/>
                <a:gd name="T61" fmla="*/ 184 h 454"/>
                <a:gd name="T62" fmla="*/ 322 w 351"/>
                <a:gd name="T63" fmla="*/ 184 h 454"/>
                <a:gd name="T64" fmla="*/ 349 w 351"/>
                <a:gd name="T65" fmla="*/ 154 h 454"/>
                <a:gd name="T66" fmla="*/ 319 w 351"/>
                <a:gd name="T67" fmla="*/ 128 h 454"/>
                <a:gd name="T68" fmla="*/ 314 w 351"/>
                <a:gd name="T69" fmla="*/ 128 h 454"/>
                <a:gd name="T70" fmla="*/ 285 w 351"/>
                <a:gd name="T71" fmla="*/ 117 h 454"/>
                <a:gd name="T72" fmla="*/ 271 w 351"/>
                <a:gd name="T73" fmla="*/ 94 h 454"/>
                <a:gd name="T74" fmla="*/ 255 w 351"/>
                <a:gd name="T75" fmla="*/ 42 h 454"/>
                <a:gd name="T76" fmla="*/ 239 w 351"/>
                <a:gd name="T77" fmla="*/ 16 h 454"/>
                <a:gd name="T78" fmla="*/ 213 w 351"/>
                <a:gd name="T79" fmla="*/ 1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1" h="454">
                  <a:moveTo>
                    <a:pt x="213" y="1"/>
                  </a:moveTo>
                  <a:cubicBezTo>
                    <a:pt x="212" y="0"/>
                    <a:pt x="210" y="0"/>
                    <a:pt x="209" y="0"/>
                  </a:cubicBezTo>
                  <a:cubicBezTo>
                    <a:pt x="207" y="0"/>
                    <a:pt x="205" y="0"/>
                    <a:pt x="203" y="0"/>
                  </a:cubicBezTo>
                  <a:cubicBezTo>
                    <a:pt x="202" y="0"/>
                    <a:pt x="201" y="0"/>
                    <a:pt x="200" y="0"/>
                  </a:cubicBezTo>
                  <a:cubicBezTo>
                    <a:pt x="122" y="0"/>
                    <a:pt x="122" y="0"/>
                    <a:pt x="122" y="0"/>
                  </a:cubicBezTo>
                  <a:cubicBezTo>
                    <a:pt x="118" y="13"/>
                    <a:pt x="107" y="24"/>
                    <a:pt x="92" y="27"/>
                  </a:cubicBezTo>
                  <a:cubicBezTo>
                    <a:pt x="92" y="27"/>
                    <a:pt x="92" y="27"/>
                    <a:pt x="92" y="27"/>
                  </a:cubicBezTo>
                  <a:cubicBezTo>
                    <a:pt x="91" y="27"/>
                    <a:pt x="91" y="27"/>
                    <a:pt x="91" y="27"/>
                  </a:cubicBezTo>
                  <a:cubicBezTo>
                    <a:pt x="91" y="27"/>
                    <a:pt x="91" y="27"/>
                    <a:pt x="91" y="27"/>
                  </a:cubicBezTo>
                  <a:cubicBezTo>
                    <a:pt x="74" y="30"/>
                    <a:pt x="56" y="31"/>
                    <a:pt x="40" y="29"/>
                  </a:cubicBezTo>
                  <a:cubicBezTo>
                    <a:pt x="34" y="28"/>
                    <a:pt x="26" y="27"/>
                    <a:pt x="18" y="25"/>
                  </a:cubicBezTo>
                  <a:cubicBezTo>
                    <a:pt x="16" y="28"/>
                    <a:pt x="13" y="31"/>
                    <a:pt x="11" y="34"/>
                  </a:cubicBezTo>
                  <a:cubicBezTo>
                    <a:pt x="7" y="40"/>
                    <a:pt x="3" y="46"/>
                    <a:pt x="0" y="52"/>
                  </a:cubicBezTo>
                  <a:cubicBezTo>
                    <a:pt x="11" y="160"/>
                    <a:pt x="11" y="160"/>
                    <a:pt x="11" y="160"/>
                  </a:cubicBezTo>
                  <a:cubicBezTo>
                    <a:pt x="21" y="170"/>
                    <a:pt x="34" y="178"/>
                    <a:pt x="49" y="182"/>
                  </a:cubicBezTo>
                  <a:cubicBezTo>
                    <a:pt x="49" y="256"/>
                    <a:pt x="49" y="256"/>
                    <a:pt x="49" y="256"/>
                  </a:cubicBezTo>
                  <a:cubicBezTo>
                    <a:pt x="49" y="256"/>
                    <a:pt x="49" y="257"/>
                    <a:pt x="49" y="257"/>
                  </a:cubicBezTo>
                  <a:cubicBezTo>
                    <a:pt x="53" y="277"/>
                    <a:pt x="70" y="291"/>
                    <a:pt x="91" y="291"/>
                  </a:cubicBezTo>
                  <a:cubicBezTo>
                    <a:pt x="267" y="291"/>
                    <a:pt x="267" y="291"/>
                    <a:pt x="267" y="291"/>
                  </a:cubicBezTo>
                  <a:cubicBezTo>
                    <a:pt x="267" y="412"/>
                    <a:pt x="267" y="412"/>
                    <a:pt x="267" y="412"/>
                  </a:cubicBezTo>
                  <a:cubicBezTo>
                    <a:pt x="267" y="436"/>
                    <a:pt x="285" y="454"/>
                    <a:pt x="309" y="454"/>
                  </a:cubicBezTo>
                  <a:cubicBezTo>
                    <a:pt x="332" y="454"/>
                    <a:pt x="351" y="436"/>
                    <a:pt x="351" y="412"/>
                  </a:cubicBezTo>
                  <a:cubicBezTo>
                    <a:pt x="351" y="249"/>
                    <a:pt x="351" y="249"/>
                    <a:pt x="351" y="249"/>
                  </a:cubicBezTo>
                  <a:cubicBezTo>
                    <a:pt x="351" y="238"/>
                    <a:pt x="346" y="227"/>
                    <a:pt x="338" y="220"/>
                  </a:cubicBezTo>
                  <a:cubicBezTo>
                    <a:pt x="330" y="212"/>
                    <a:pt x="320" y="207"/>
                    <a:pt x="309" y="207"/>
                  </a:cubicBezTo>
                  <a:cubicBezTo>
                    <a:pt x="231" y="207"/>
                    <a:pt x="231" y="207"/>
                    <a:pt x="231" y="207"/>
                  </a:cubicBezTo>
                  <a:cubicBezTo>
                    <a:pt x="231" y="138"/>
                    <a:pt x="231" y="138"/>
                    <a:pt x="231" y="138"/>
                  </a:cubicBezTo>
                  <a:cubicBezTo>
                    <a:pt x="231" y="139"/>
                    <a:pt x="232" y="140"/>
                    <a:pt x="232" y="140"/>
                  </a:cubicBezTo>
                  <a:cubicBezTo>
                    <a:pt x="240" y="152"/>
                    <a:pt x="250" y="163"/>
                    <a:pt x="264" y="171"/>
                  </a:cubicBezTo>
                  <a:cubicBezTo>
                    <a:pt x="278" y="179"/>
                    <a:pt x="295" y="184"/>
                    <a:pt x="314" y="184"/>
                  </a:cubicBezTo>
                  <a:cubicBezTo>
                    <a:pt x="314" y="184"/>
                    <a:pt x="314" y="184"/>
                    <a:pt x="314" y="184"/>
                  </a:cubicBezTo>
                  <a:cubicBezTo>
                    <a:pt x="317" y="184"/>
                    <a:pt x="320" y="184"/>
                    <a:pt x="322" y="184"/>
                  </a:cubicBezTo>
                  <a:cubicBezTo>
                    <a:pt x="338" y="183"/>
                    <a:pt x="349" y="169"/>
                    <a:pt x="349" y="154"/>
                  </a:cubicBezTo>
                  <a:cubicBezTo>
                    <a:pt x="348" y="139"/>
                    <a:pt x="334" y="127"/>
                    <a:pt x="319" y="128"/>
                  </a:cubicBezTo>
                  <a:cubicBezTo>
                    <a:pt x="317" y="128"/>
                    <a:pt x="316" y="128"/>
                    <a:pt x="314" y="128"/>
                  </a:cubicBezTo>
                  <a:cubicBezTo>
                    <a:pt x="297" y="127"/>
                    <a:pt x="291" y="123"/>
                    <a:pt x="285" y="117"/>
                  </a:cubicBezTo>
                  <a:cubicBezTo>
                    <a:pt x="280" y="112"/>
                    <a:pt x="275" y="104"/>
                    <a:pt x="271" y="94"/>
                  </a:cubicBezTo>
                  <a:cubicBezTo>
                    <a:pt x="265" y="79"/>
                    <a:pt x="262" y="60"/>
                    <a:pt x="255" y="42"/>
                  </a:cubicBezTo>
                  <a:cubicBezTo>
                    <a:pt x="251" y="34"/>
                    <a:pt x="247" y="24"/>
                    <a:pt x="239" y="16"/>
                  </a:cubicBezTo>
                  <a:cubicBezTo>
                    <a:pt x="233" y="9"/>
                    <a:pt x="224" y="3"/>
                    <a:pt x="21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126"/>
            <p:cNvSpPr>
              <a:spLocks/>
            </p:cNvSpPr>
            <p:nvPr/>
          </p:nvSpPr>
          <p:spPr bwMode="auto">
            <a:xfrm>
              <a:off x="4471988" y="1954213"/>
              <a:ext cx="138112" cy="420688"/>
            </a:xfrm>
            <a:custGeom>
              <a:avLst/>
              <a:gdLst>
                <a:gd name="T0" fmla="*/ 80 w 80"/>
                <a:gd name="T1" fmla="*/ 13 h 243"/>
                <a:gd name="T2" fmla="*/ 77 w 80"/>
                <a:gd name="T3" fmla="*/ 13 h 243"/>
                <a:gd name="T4" fmla="*/ 0 w 80"/>
                <a:gd name="T5" fmla="*/ 0 h 243"/>
                <a:gd name="T6" fmla="*/ 0 w 80"/>
                <a:gd name="T7" fmla="*/ 203 h 243"/>
                <a:gd name="T8" fmla="*/ 40 w 80"/>
                <a:gd name="T9" fmla="*/ 243 h 243"/>
                <a:gd name="T10" fmla="*/ 80 w 80"/>
                <a:gd name="T11" fmla="*/ 203 h 243"/>
                <a:gd name="T12" fmla="*/ 80 w 80"/>
                <a:gd name="T13" fmla="*/ 13 h 243"/>
              </a:gdLst>
              <a:ahLst/>
              <a:cxnLst>
                <a:cxn ang="0">
                  <a:pos x="T0" y="T1"/>
                </a:cxn>
                <a:cxn ang="0">
                  <a:pos x="T2" y="T3"/>
                </a:cxn>
                <a:cxn ang="0">
                  <a:pos x="T4" y="T5"/>
                </a:cxn>
                <a:cxn ang="0">
                  <a:pos x="T6" y="T7"/>
                </a:cxn>
                <a:cxn ang="0">
                  <a:pos x="T8" y="T9"/>
                </a:cxn>
                <a:cxn ang="0">
                  <a:pos x="T10" y="T11"/>
                </a:cxn>
                <a:cxn ang="0">
                  <a:pos x="T12" y="T13"/>
                </a:cxn>
              </a:cxnLst>
              <a:rect l="0" t="0" r="r" b="b"/>
              <a:pathLst>
                <a:path w="80" h="243">
                  <a:moveTo>
                    <a:pt x="80" y="13"/>
                  </a:moveTo>
                  <a:cubicBezTo>
                    <a:pt x="79" y="13"/>
                    <a:pt x="78" y="13"/>
                    <a:pt x="77" y="13"/>
                  </a:cubicBezTo>
                  <a:cubicBezTo>
                    <a:pt x="48" y="10"/>
                    <a:pt x="22" y="5"/>
                    <a:pt x="0" y="0"/>
                  </a:cubicBezTo>
                  <a:cubicBezTo>
                    <a:pt x="0" y="203"/>
                    <a:pt x="0" y="203"/>
                    <a:pt x="0" y="203"/>
                  </a:cubicBezTo>
                  <a:cubicBezTo>
                    <a:pt x="0" y="226"/>
                    <a:pt x="18" y="243"/>
                    <a:pt x="40" y="243"/>
                  </a:cubicBezTo>
                  <a:cubicBezTo>
                    <a:pt x="62" y="243"/>
                    <a:pt x="80" y="226"/>
                    <a:pt x="80" y="203"/>
                  </a:cubicBezTo>
                  <a:lnTo>
                    <a:pt x="80"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127"/>
            <p:cNvSpPr>
              <a:spLocks/>
            </p:cNvSpPr>
            <p:nvPr/>
          </p:nvSpPr>
          <p:spPr bwMode="auto">
            <a:xfrm>
              <a:off x="4632325" y="1976438"/>
              <a:ext cx="139700" cy="398463"/>
            </a:xfrm>
            <a:custGeom>
              <a:avLst/>
              <a:gdLst>
                <a:gd name="T0" fmla="*/ 0 w 80"/>
                <a:gd name="T1" fmla="*/ 2 h 230"/>
                <a:gd name="T2" fmla="*/ 0 w 80"/>
                <a:gd name="T3" fmla="*/ 190 h 230"/>
                <a:gd name="T4" fmla="*/ 40 w 80"/>
                <a:gd name="T5" fmla="*/ 230 h 230"/>
                <a:gd name="T6" fmla="*/ 80 w 80"/>
                <a:gd name="T7" fmla="*/ 190 h 230"/>
                <a:gd name="T8" fmla="*/ 80 w 80"/>
                <a:gd name="T9" fmla="*/ 0 h 230"/>
                <a:gd name="T10" fmla="*/ 0 w 80"/>
                <a:gd name="T11" fmla="*/ 2 h 230"/>
              </a:gdLst>
              <a:ahLst/>
              <a:cxnLst>
                <a:cxn ang="0">
                  <a:pos x="T0" y="T1"/>
                </a:cxn>
                <a:cxn ang="0">
                  <a:pos x="T2" y="T3"/>
                </a:cxn>
                <a:cxn ang="0">
                  <a:pos x="T4" y="T5"/>
                </a:cxn>
                <a:cxn ang="0">
                  <a:pos x="T6" y="T7"/>
                </a:cxn>
                <a:cxn ang="0">
                  <a:pos x="T8" y="T9"/>
                </a:cxn>
                <a:cxn ang="0">
                  <a:pos x="T10" y="T11"/>
                </a:cxn>
              </a:cxnLst>
              <a:rect l="0" t="0" r="r" b="b"/>
              <a:pathLst>
                <a:path w="80" h="230">
                  <a:moveTo>
                    <a:pt x="0" y="2"/>
                  </a:moveTo>
                  <a:cubicBezTo>
                    <a:pt x="0" y="190"/>
                    <a:pt x="0" y="190"/>
                    <a:pt x="0" y="190"/>
                  </a:cubicBezTo>
                  <a:cubicBezTo>
                    <a:pt x="0" y="213"/>
                    <a:pt x="18" y="230"/>
                    <a:pt x="40" y="230"/>
                  </a:cubicBezTo>
                  <a:cubicBezTo>
                    <a:pt x="62" y="230"/>
                    <a:pt x="80" y="213"/>
                    <a:pt x="80" y="190"/>
                  </a:cubicBezTo>
                  <a:cubicBezTo>
                    <a:pt x="80" y="0"/>
                    <a:pt x="80" y="0"/>
                    <a:pt x="80" y="0"/>
                  </a:cubicBezTo>
                  <a:cubicBezTo>
                    <a:pt x="58" y="3"/>
                    <a:pt x="31" y="4"/>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128"/>
            <p:cNvSpPr>
              <a:spLocks/>
            </p:cNvSpPr>
            <p:nvPr/>
          </p:nvSpPr>
          <p:spPr bwMode="auto">
            <a:xfrm>
              <a:off x="4629150" y="911225"/>
              <a:ext cx="319087" cy="290513"/>
            </a:xfrm>
            <a:custGeom>
              <a:avLst/>
              <a:gdLst>
                <a:gd name="T0" fmla="*/ 94 w 184"/>
                <a:gd name="T1" fmla="*/ 131 h 167"/>
                <a:gd name="T2" fmla="*/ 106 w 184"/>
                <a:gd name="T3" fmla="*/ 135 h 167"/>
                <a:gd name="T4" fmla="*/ 137 w 184"/>
                <a:gd name="T5" fmla="*/ 167 h 167"/>
                <a:gd name="T6" fmla="*/ 141 w 184"/>
                <a:gd name="T7" fmla="*/ 163 h 167"/>
                <a:gd name="T8" fmla="*/ 169 w 184"/>
                <a:gd name="T9" fmla="*/ 124 h 167"/>
                <a:gd name="T10" fmla="*/ 115 w 184"/>
                <a:gd name="T11" fmla="*/ 15 h 167"/>
                <a:gd name="T12" fmla="*/ 6 w 184"/>
                <a:gd name="T13" fmla="*/ 69 h 167"/>
                <a:gd name="T14" fmla="*/ 4 w 184"/>
                <a:gd name="T15" fmla="*/ 117 h 167"/>
                <a:gd name="T16" fmla="*/ 6 w 184"/>
                <a:gd name="T17" fmla="*/ 123 h 167"/>
                <a:gd name="T18" fmla="*/ 94 w 184"/>
                <a:gd name="T19" fmla="*/ 131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167">
                  <a:moveTo>
                    <a:pt x="94" y="131"/>
                  </a:moveTo>
                  <a:cubicBezTo>
                    <a:pt x="98" y="132"/>
                    <a:pt x="102" y="133"/>
                    <a:pt x="106" y="135"/>
                  </a:cubicBezTo>
                  <a:cubicBezTo>
                    <a:pt x="112" y="138"/>
                    <a:pt x="124" y="146"/>
                    <a:pt x="137" y="167"/>
                  </a:cubicBezTo>
                  <a:cubicBezTo>
                    <a:pt x="139" y="166"/>
                    <a:pt x="140" y="164"/>
                    <a:pt x="141" y="163"/>
                  </a:cubicBezTo>
                  <a:cubicBezTo>
                    <a:pt x="154" y="153"/>
                    <a:pt x="164" y="140"/>
                    <a:pt x="169" y="124"/>
                  </a:cubicBezTo>
                  <a:cubicBezTo>
                    <a:pt x="184" y="79"/>
                    <a:pt x="160" y="30"/>
                    <a:pt x="115" y="15"/>
                  </a:cubicBezTo>
                  <a:cubicBezTo>
                    <a:pt x="70" y="0"/>
                    <a:pt x="21" y="24"/>
                    <a:pt x="6" y="69"/>
                  </a:cubicBezTo>
                  <a:cubicBezTo>
                    <a:pt x="1" y="85"/>
                    <a:pt x="0" y="102"/>
                    <a:pt x="4" y="117"/>
                  </a:cubicBezTo>
                  <a:cubicBezTo>
                    <a:pt x="5" y="119"/>
                    <a:pt x="5" y="121"/>
                    <a:pt x="6" y="123"/>
                  </a:cubicBezTo>
                  <a:lnTo>
                    <a:pt x="94" y="1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129"/>
            <p:cNvSpPr>
              <a:spLocks/>
            </p:cNvSpPr>
            <p:nvPr/>
          </p:nvSpPr>
          <p:spPr bwMode="auto">
            <a:xfrm>
              <a:off x="4314825" y="1133475"/>
              <a:ext cx="785812" cy="846138"/>
            </a:xfrm>
            <a:custGeom>
              <a:avLst/>
              <a:gdLst>
                <a:gd name="T0" fmla="*/ 144 w 454"/>
                <a:gd name="T1" fmla="*/ 2 h 489"/>
                <a:gd name="T2" fmla="*/ 24 w 454"/>
                <a:gd name="T3" fmla="*/ 168 h 489"/>
                <a:gd name="T4" fmla="*/ 20 w 454"/>
                <a:gd name="T5" fmla="*/ 182 h 489"/>
                <a:gd name="T6" fmla="*/ 25 w 454"/>
                <a:gd name="T7" fmla="*/ 206 h 489"/>
                <a:gd name="T8" fmla="*/ 49 w 454"/>
                <a:gd name="T9" fmla="*/ 225 h 489"/>
                <a:gd name="T10" fmla="*/ 61 w 454"/>
                <a:gd name="T11" fmla="*/ 229 h 489"/>
                <a:gd name="T12" fmla="*/ 0 w 454"/>
                <a:gd name="T13" fmla="*/ 426 h 489"/>
                <a:gd name="T14" fmla="*/ 169 w 454"/>
                <a:gd name="T15" fmla="*/ 479 h 489"/>
                <a:gd name="T16" fmla="*/ 345 w 454"/>
                <a:gd name="T17" fmla="*/ 459 h 489"/>
                <a:gd name="T18" fmla="*/ 319 w 454"/>
                <a:gd name="T19" fmla="*/ 208 h 489"/>
                <a:gd name="T20" fmla="*/ 345 w 454"/>
                <a:gd name="T21" fmla="*/ 238 h 489"/>
                <a:gd name="T22" fmla="*/ 382 w 454"/>
                <a:gd name="T23" fmla="*/ 248 h 489"/>
                <a:gd name="T24" fmla="*/ 430 w 454"/>
                <a:gd name="T25" fmla="*/ 246 h 489"/>
                <a:gd name="T26" fmla="*/ 451 w 454"/>
                <a:gd name="T27" fmla="*/ 215 h 489"/>
                <a:gd name="T28" fmla="*/ 420 w 454"/>
                <a:gd name="T29" fmla="*/ 195 h 489"/>
                <a:gd name="T30" fmla="*/ 420 w 454"/>
                <a:gd name="T31" fmla="*/ 195 h 489"/>
                <a:gd name="T32" fmla="*/ 387 w 454"/>
                <a:gd name="T33" fmla="*/ 196 h 489"/>
                <a:gd name="T34" fmla="*/ 371 w 454"/>
                <a:gd name="T35" fmla="*/ 192 h 489"/>
                <a:gd name="T36" fmla="*/ 367 w 454"/>
                <a:gd name="T37" fmla="*/ 189 h 489"/>
                <a:gd name="T38" fmla="*/ 317 w 454"/>
                <a:gd name="T39" fmla="*/ 51 h 489"/>
                <a:gd name="T40" fmla="*/ 284 w 454"/>
                <a:gd name="T41" fmla="*/ 15 h 489"/>
                <a:gd name="T42" fmla="*/ 275 w 454"/>
                <a:gd name="T43" fmla="*/ 12 h 489"/>
                <a:gd name="T44" fmla="*/ 155 w 454"/>
                <a:gd name="T45" fmla="*/ 1 h 489"/>
                <a:gd name="T46" fmla="*/ 144 w 454"/>
                <a:gd name="T47" fmla="*/ 2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4" h="489">
                  <a:moveTo>
                    <a:pt x="144" y="2"/>
                  </a:moveTo>
                  <a:cubicBezTo>
                    <a:pt x="136" y="5"/>
                    <a:pt x="75" y="32"/>
                    <a:pt x="24" y="168"/>
                  </a:cubicBezTo>
                  <a:cubicBezTo>
                    <a:pt x="22" y="172"/>
                    <a:pt x="21" y="177"/>
                    <a:pt x="20" y="182"/>
                  </a:cubicBezTo>
                  <a:cubicBezTo>
                    <a:pt x="19" y="190"/>
                    <a:pt x="21" y="198"/>
                    <a:pt x="25" y="206"/>
                  </a:cubicBezTo>
                  <a:cubicBezTo>
                    <a:pt x="31" y="217"/>
                    <a:pt x="41" y="222"/>
                    <a:pt x="49" y="225"/>
                  </a:cubicBezTo>
                  <a:cubicBezTo>
                    <a:pt x="53" y="227"/>
                    <a:pt x="57" y="228"/>
                    <a:pt x="61" y="229"/>
                  </a:cubicBezTo>
                  <a:cubicBezTo>
                    <a:pt x="0" y="426"/>
                    <a:pt x="0" y="426"/>
                    <a:pt x="0" y="426"/>
                  </a:cubicBezTo>
                  <a:cubicBezTo>
                    <a:pt x="0" y="426"/>
                    <a:pt x="57" y="468"/>
                    <a:pt x="169" y="479"/>
                  </a:cubicBezTo>
                  <a:cubicBezTo>
                    <a:pt x="282" y="489"/>
                    <a:pt x="345" y="459"/>
                    <a:pt x="345" y="459"/>
                  </a:cubicBezTo>
                  <a:cubicBezTo>
                    <a:pt x="319" y="208"/>
                    <a:pt x="319" y="208"/>
                    <a:pt x="319" y="208"/>
                  </a:cubicBezTo>
                  <a:cubicBezTo>
                    <a:pt x="324" y="221"/>
                    <a:pt x="335" y="232"/>
                    <a:pt x="345" y="238"/>
                  </a:cubicBezTo>
                  <a:cubicBezTo>
                    <a:pt x="358" y="244"/>
                    <a:pt x="370" y="247"/>
                    <a:pt x="382" y="248"/>
                  </a:cubicBezTo>
                  <a:cubicBezTo>
                    <a:pt x="407" y="250"/>
                    <a:pt x="429" y="246"/>
                    <a:pt x="430" y="246"/>
                  </a:cubicBezTo>
                  <a:cubicBezTo>
                    <a:pt x="445" y="243"/>
                    <a:pt x="454" y="229"/>
                    <a:pt x="451" y="215"/>
                  </a:cubicBezTo>
                  <a:cubicBezTo>
                    <a:pt x="448" y="201"/>
                    <a:pt x="435" y="192"/>
                    <a:pt x="420" y="195"/>
                  </a:cubicBezTo>
                  <a:cubicBezTo>
                    <a:pt x="420" y="195"/>
                    <a:pt x="420" y="195"/>
                    <a:pt x="420" y="195"/>
                  </a:cubicBezTo>
                  <a:cubicBezTo>
                    <a:pt x="417" y="195"/>
                    <a:pt x="401" y="198"/>
                    <a:pt x="387" y="196"/>
                  </a:cubicBezTo>
                  <a:cubicBezTo>
                    <a:pt x="380" y="196"/>
                    <a:pt x="374" y="194"/>
                    <a:pt x="371" y="192"/>
                  </a:cubicBezTo>
                  <a:cubicBezTo>
                    <a:pt x="368" y="190"/>
                    <a:pt x="368" y="191"/>
                    <a:pt x="367" y="189"/>
                  </a:cubicBezTo>
                  <a:cubicBezTo>
                    <a:pt x="350" y="118"/>
                    <a:pt x="332" y="76"/>
                    <a:pt x="317" y="51"/>
                  </a:cubicBezTo>
                  <a:cubicBezTo>
                    <a:pt x="302" y="26"/>
                    <a:pt x="289" y="18"/>
                    <a:pt x="284" y="15"/>
                  </a:cubicBezTo>
                  <a:cubicBezTo>
                    <a:pt x="281" y="13"/>
                    <a:pt x="278" y="12"/>
                    <a:pt x="275" y="12"/>
                  </a:cubicBezTo>
                  <a:cubicBezTo>
                    <a:pt x="155" y="1"/>
                    <a:pt x="155" y="1"/>
                    <a:pt x="155" y="1"/>
                  </a:cubicBezTo>
                  <a:cubicBezTo>
                    <a:pt x="151" y="0"/>
                    <a:pt x="147" y="1"/>
                    <a:pt x="14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130"/>
            <p:cNvSpPr>
              <a:spLocks/>
            </p:cNvSpPr>
            <p:nvPr/>
          </p:nvSpPr>
          <p:spPr bwMode="auto">
            <a:xfrm>
              <a:off x="5102225" y="850900"/>
              <a:ext cx="992187" cy="638175"/>
            </a:xfrm>
            <a:custGeom>
              <a:avLst/>
              <a:gdLst>
                <a:gd name="T0" fmla="*/ 0 w 625"/>
                <a:gd name="T1" fmla="*/ 0 h 402"/>
                <a:gd name="T2" fmla="*/ 0 w 625"/>
                <a:gd name="T3" fmla="*/ 272 h 402"/>
                <a:gd name="T4" fmla="*/ 17 w 625"/>
                <a:gd name="T5" fmla="*/ 272 h 402"/>
                <a:gd name="T6" fmla="*/ 17 w 625"/>
                <a:gd name="T7" fmla="*/ 18 h 402"/>
                <a:gd name="T8" fmla="*/ 607 w 625"/>
                <a:gd name="T9" fmla="*/ 18 h 402"/>
                <a:gd name="T10" fmla="*/ 607 w 625"/>
                <a:gd name="T11" fmla="*/ 384 h 402"/>
                <a:gd name="T12" fmla="*/ 174 w 625"/>
                <a:gd name="T13" fmla="*/ 384 h 402"/>
                <a:gd name="T14" fmla="*/ 174 w 625"/>
                <a:gd name="T15" fmla="*/ 402 h 402"/>
                <a:gd name="T16" fmla="*/ 625 w 625"/>
                <a:gd name="T17" fmla="*/ 402 h 402"/>
                <a:gd name="T18" fmla="*/ 625 w 625"/>
                <a:gd name="T19" fmla="*/ 0 h 402"/>
                <a:gd name="T20" fmla="*/ 0 w 625"/>
                <a:gd name="T21" fmla="*/ 0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5" h="402">
                  <a:moveTo>
                    <a:pt x="0" y="0"/>
                  </a:moveTo>
                  <a:lnTo>
                    <a:pt x="0" y="272"/>
                  </a:lnTo>
                  <a:lnTo>
                    <a:pt x="17" y="272"/>
                  </a:lnTo>
                  <a:lnTo>
                    <a:pt x="17" y="18"/>
                  </a:lnTo>
                  <a:lnTo>
                    <a:pt x="607" y="18"/>
                  </a:lnTo>
                  <a:lnTo>
                    <a:pt x="607" y="384"/>
                  </a:lnTo>
                  <a:lnTo>
                    <a:pt x="174" y="384"/>
                  </a:lnTo>
                  <a:lnTo>
                    <a:pt x="174" y="402"/>
                  </a:lnTo>
                  <a:lnTo>
                    <a:pt x="625" y="402"/>
                  </a:lnTo>
                  <a:lnTo>
                    <a:pt x="62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131"/>
            <p:cNvSpPr>
              <a:spLocks/>
            </p:cNvSpPr>
            <p:nvPr/>
          </p:nvSpPr>
          <p:spPr bwMode="auto">
            <a:xfrm>
              <a:off x="5289550" y="1111250"/>
              <a:ext cx="53975" cy="80963"/>
            </a:xfrm>
            <a:custGeom>
              <a:avLst/>
              <a:gdLst>
                <a:gd name="T0" fmla="*/ 0 w 31"/>
                <a:gd name="T1" fmla="*/ 41 h 47"/>
                <a:gd name="T2" fmla="*/ 0 w 31"/>
                <a:gd name="T3" fmla="*/ 47 h 47"/>
                <a:gd name="T4" fmla="*/ 31 w 31"/>
                <a:gd name="T5" fmla="*/ 47 h 47"/>
                <a:gd name="T6" fmla="*/ 31 w 31"/>
                <a:gd name="T7" fmla="*/ 41 h 47"/>
                <a:gd name="T8" fmla="*/ 10 w 31"/>
                <a:gd name="T9" fmla="*/ 41 h 47"/>
                <a:gd name="T10" fmla="*/ 22 w 31"/>
                <a:gd name="T11" fmla="*/ 26 h 47"/>
                <a:gd name="T12" fmla="*/ 29 w 31"/>
                <a:gd name="T13" fmla="*/ 13 h 47"/>
                <a:gd name="T14" fmla="*/ 14 w 31"/>
                <a:gd name="T15" fmla="*/ 0 h 47"/>
                <a:gd name="T16" fmla="*/ 0 w 31"/>
                <a:gd name="T17" fmla="*/ 3 h 47"/>
                <a:gd name="T18" fmla="*/ 0 w 31"/>
                <a:gd name="T19" fmla="*/ 14 h 47"/>
                <a:gd name="T20" fmla="*/ 6 w 31"/>
                <a:gd name="T21" fmla="*/ 15 h 47"/>
                <a:gd name="T22" fmla="*/ 6 w 31"/>
                <a:gd name="T23" fmla="*/ 10 h 47"/>
                <a:gd name="T24" fmla="*/ 8 w 31"/>
                <a:gd name="T25" fmla="*/ 8 h 47"/>
                <a:gd name="T26" fmla="*/ 12 w 31"/>
                <a:gd name="T27" fmla="*/ 7 h 47"/>
                <a:gd name="T28" fmla="*/ 20 w 31"/>
                <a:gd name="T29" fmla="*/ 13 h 47"/>
                <a:gd name="T30" fmla="*/ 15 w 31"/>
                <a:gd name="T31" fmla="*/ 24 h 47"/>
                <a:gd name="T32" fmla="*/ 0 w 31"/>
                <a:gd name="T33" fmla="*/ 4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 h="47">
                  <a:moveTo>
                    <a:pt x="0" y="41"/>
                  </a:moveTo>
                  <a:cubicBezTo>
                    <a:pt x="0" y="47"/>
                    <a:pt x="0" y="47"/>
                    <a:pt x="0" y="47"/>
                  </a:cubicBezTo>
                  <a:cubicBezTo>
                    <a:pt x="31" y="47"/>
                    <a:pt x="31" y="47"/>
                    <a:pt x="31" y="47"/>
                  </a:cubicBezTo>
                  <a:cubicBezTo>
                    <a:pt x="31" y="41"/>
                    <a:pt x="31" y="41"/>
                    <a:pt x="31" y="41"/>
                  </a:cubicBezTo>
                  <a:cubicBezTo>
                    <a:pt x="10" y="41"/>
                    <a:pt x="10" y="41"/>
                    <a:pt x="10" y="41"/>
                  </a:cubicBezTo>
                  <a:cubicBezTo>
                    <a:pt x="22" y="26"/>
                    <a:pt x="22" y="26"/>
                    <a:pt x="22" y="26"/>
                  </a:cubicBezTo>
                  <a:cubicBezTo>
                    <a:pt x="26" y="22"/>
                    <a:pt x="29" y="18"/>
                    <a:pt x="29" y="13"/>
                  </a:cubicBezTo>
                  <a:cubicBezTo>
                    <a:pt x="29" y="5"/>
                    <a:pt x="23" y="0"/>
                    <a:pt x="14" y="0"/>
                  </a:cubicBezTo>
                  <a:cubicBezTo>
                    <a:pt x="8" y="0"/>
                    <a:pt x="3" y="1"/>
                    <a:pt x="0" y="3"/>
                  </a:cubicBezTo>
                  <a:cubicBezTo>
                    <a:pt x="0" y="14"/>
                    <a:pt x="0" y="14"/>
                    <a:pt x="0" y="14"/>
                  </a:cubicBezTo>
                  <a:cubicBezTo>
                    <a:pt x="6" y="15"/>
                    <a:pt x="6" y="15"/>
                    <a:pt x="6" y="15"/>
                  </a:cubicBezTo>
                  <a:cubicBezTo>
                    <a:pt x="6" y="10"/>
                    <a:pt x="6" y="10"/>
                    <a:pt x="6" y="10"/>
                  </a:cubicBezTo>
                  <a:cubicBezTo>
                    <a:pt x="6" y="9"/>
                    <a:pt x="7" y="8"/>
                    <a:pt x="8" y="8"/>
                  </a:cubicBezTo>
                  <a:cubicBezTo>
                    <a:pt x="9" y="7"/>
                    <a:pt x="10" y="7"/>
                    <a:pt x="12" y="7"/>
                  </a:cubicBezTo>
                  <a:cubicBezTo>
                    <a:pt x="17" y="7"/>
                    <a:pt x="20" y="9"/>
                    <a:pt x="20" y="13"/>
                  </a:cubicBezTo>
                  <a:cubicBezTo>
                    <a:pt x="20" y="17"/>
                    <a:pt x="18" y="19"/>
                    <a:pt x="15" y="24"/>
                  </a:cubicBezTo>
                  <a:lnTo>
                    <a:pt x="0"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132"/>
            <p:cNvSpPr>
              <a:spLocks/>
            </p:cNvSpPr>
            <p:nvPr/>
          </p:nvSpPr>
          <p:spPr bwMode="auto">
            <a:xfrm>
              <a:off x="5345113" y="1111250"/>
              <a:ext cx="58737" cy="80963"/>
            </a:xfrm>
            <a:custGeom>
              <a:avLst/>
              <a:gdLst>
                <a:gd name="T0" fmla="*/ 14 w 34"/>
                <a:gd name="T1" fmla="*/ 0 h 47"/>
                <a:gd name="T2" fmla="*/ 0 w 34"/>
                <a:gd name="T3" fmla="*/ 29 h 47"/>
                <a:gd name="T4" fmla="*/ 0 w 34"/>
                <a:gd name="T5" fmla="*/ 35 h 47"/>
                <a:gd name="T6" fmla="*/ 19 w 34"/>
                <a:gd name="T7" fmla="*/ 35 h 47"/>
                <a:gd name="T8" fmla="*/ 19 w 34"/>
                <a:gd name="T9" fmla="*/ 39 h 47"/>
                <a:gd name="T10" fmla="*/ 17 w 34"/>
                <a:gd name="T11" fmla="*/ 41 h 47"/>
                <a:gd name="T12" fmla="*/ 14 w 34"/>
                <a:gd name="T13" fmla="*/ 42 h 47"/>
                <a:gd name="T14" fmla="*/ 14 w 34"/>
                <a:gd name="T15" fmla="*/ 47 h 47"/>
                <a:gd name="T16" fmla="*/ 32 w 34"/>
                <a:gd name="T17" fmla="*/ 47 h 47"/>
                <a:gd name="T18" fmla="*/ 32 w 34"/>
                <a:gd name="T19" fmla="*/ 41 h 47"/>
                <a:gd name="T20" fmla="*/ 27 w 34"/>
                <a:gd name="T21" fmla="*/ 41 h 47"/>
                <a:gd name="T22" fmla="*/ 27 w 34"/>
                <a:gd name="T23" fmla="*/ 35 h 47"/>
                <a:gd name="T24" fmla="*/ 34 w 34"/>
                <a:gd name="T25" fmla="*/ 35 h 47"/>
                <a:gd name="T26" fmla="*/ 34 w 34"/>
                <a:gd name="T27" fmla="*/ 29 h 47"/>
                <a:gd name="T28" fmla="*/ 28 w 34"/>
                <a:gd name="T29" fmla="*/ 29 h 47"/>
                <a:gd name="T30" fmla="*/ 28 w 34"/>
                <a:gd name="T31" fmla="*/ 16 h 47"/>
                <a:gd name="T32" fmla="*/ 23 w 34"/>
                <a:gd name="T33" fmla="*/ 16 h 47"/>
                <a:gd name="T34" fmla="*/ 20 w 34"/>
                <a:gd name="T35" fmla="*/ 24 h 47"/>
                <a:gd name="T36" fmla="*/ 20 w 34"/>
                <a:gd name="T37" fmla="*/ 29 h 47"/>
                <a:gd name="T38" fmla="*/ 9 w 34"/>
                <a:gd name="T39" fmla="*/ 29 h 47"/>
                <a:gd name="T40" fmla="*/ 21 w 34"/>
                <a:gd name="T41" fmla="*/ 3 h 47"/>
                <a:gd name="T42" fmla="*/ 14 w 34"/>
                <a:gd name="T43"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 h="47">
                  <a:moveTo>
                    <a:pt x="14" y="0"/>
                  </a:moveTo>
                  <a:cubicBezTo>
                    <a:pt x="0" y="29"/>
                    <a:pt x="0" y="29"/>
                    <a:pt x="0" y="29"/>
                  </a:cubicBezTo>
                  <a:cubicBezTo>
                    <a:pt x="0" y="35"/>
                    <a:pt x="0" y="35"/>
                    <a:pt x="0" y="35"/>
                  </a:cubicBezTo>
                  <a:cubicBezTo>
                    <a:pt x="19" y="35"/>
                    <a:pt x="19" y="35"/>
                    <a:pt x="19" y="35"/>
                  </a:cubicBezTo>
                  <a:cubicBezTo>
                    <a:pt x="19" y="39"/>
                    <a:pt x="19" y="39"/>
                    <a:pt x="19" y="39"/>
                  </a:cubicBezTo>
                  <a:cubicBezTo>
                    <a:pt x="19" y="41"/>
                    <a:pt x="19" y="41"/>
                    <a:pt x="17" y="41"/>
                  </a:cubicBezTo>
                  <a:cubicBezTo>
                    <a:pt x="14" y="42"/>
                    <a:pt x="14" y="42"/>
                    <a:pt x="14" y="42"/>
                  </a:cubicBezTo>
                  <a:cubicBezTo>
                    <a:pt x="14" y="47"/>
                    <a:pt x="14" y="47"/>
                    <a:pt x="14" y="47"/>
                  </a:cubicBezTo>
                  <a:cubicBezTo>
                    <a:pt x="32" y="47"/>
                    <a:pt x="32" y="47"/>
                    <a:pt x="32" y="47"/>
                  </a:cubicBezTo>
                  <a:cubicBezTo>
                    <a:pt x="32" y="41"/>
                    <a:pt x="32" y="41"/>
                    <a:pt x="32" y="41"/>
                  </a:cubicBezTo>
                  <a:cubicBezTo>
                    <a:pt x="27" y="41"/>
                    <a:pt x="27" y="41"/>
                    <a:pt x="27" y="41"/>
                  </a:cubicBezTo>
                  <a:cubicBezTo>
                    <a:pt x="27" y="35"/>
                    <a:pt x="27" y="35"/>
                    <a:pt x="27" y="35"/>
                  </a:cubicBezTo>
                  <a:cubicBezTo>
                    <a:pt x="34" y="35"/>
                    <a:pt x="34" y="35"/>
                    <a:pt x="34" y="35"/>
                  </a:cubicBezTo>
                  <a:cubicBezTo>
                    <a:pt x="34" y="29"/>
                    <a:pt x="34" y="29"/>
                    <a:pt x="34" y="29"/>
                  </a:cubicBezTo>
                  <a:cubicBezTo>
                    <a:pt x="28" y="29"/>
                    <a:pt x="28" y="29"/>
                    <a:pt x="28" y="29"/>
                  </a:cubicBezTo>
                  <a:cubicBezTo>
                    <a:pt x="28" y="16"/>
                    <a:pt x="28" y="16"/>
                    <a:pt x="28" y="16"/>
                  </a:cubicBezTo>
                  <a:cubicBezTo>
                    <a:pt x="23" y="16"/>
                    <a:pt x="23" y="16"/>
                    <a:pt x="23" y="16"/>
                  </a:cubicBezTo>
                  <a:cubicBezTo>
                    <a:pt x="20" y="24"/>
                    <a:pt x="20" y="24"/>
                    <a:pt x="20" y="24"/>
                  </a:cubicBezTo>
                  <a:cubicBezTo>
                    <a:pt x="20" y="29"/>
                    <a:pt x="20" y="29"/>
                    <a:pt x="20" y="29"/>
                  </a:cubicBezTo>
                  <a:cubicBezTo>
                    <a:pt x="9" y="29"/>
                    <a:pt x="9" y="29"/>
                    <a:pt x="9" y="29"/>
                  </a:cubicBezTo>
                  <a:cubicBezTo>
                    <a:pt x="21" y="3"/>
                    <a:pt x="21" y="3"/>
                    <a:pt x="21" y="3"/>
                  </a:cubicBezTo>
                  <a:lnTo>
                    <a:pt x="1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133"/>
            <p:cNvSpPr>
              <a:spLocks/>
            </p:cNvSpPr>
            <p:nvPr/>
          </p:nvSpPr>
          <p:spPr bwMode="auto">
            <a:xfrm>
              <a:off x="5430838" y="1130300"/>
              <a:ext cx="60325" cy="61913"/>
            </a:xfrm>
            <a:custGeom>
              <a:avLst/>
              <a:gdLst>
                <a:gd name="T0" fmla="*/ 1 w 35"/>
                <a:gd name="T1" fmla="*/ 30 h 36"/>
                <a:gd name="T2" fmla="*/ 0 w 35"/>
                <a:gd name="T3" fmla="*/ 31 h 36"/>
                <a:gd name="T4" fmla="*/ 0 w 35"/>
                <a:gd name="T5" fmla="*/ 36 h 36"/>
                <a:gd name="T6" fmla="*/ 13 w 35"/>
                <a:gd name="T7" fmla="*/ 36 h 36"/>
                <a:gd name="T8" fmla="*/ 13 w 35"/>
                <a:gd name="T9" fmla="*/ 31 h 36"/>
                <a:gd name="T10" fmla="*/ 11 w 35"/>
                <a:gd name="T11" fmla="*/ 30 h 36"/>
                <a:gd name="T12" fmla="*/ 17 w 35"/>
                <a:gd name="T13" fmla="*/ 22 h 36"/>
                <a:gd name="T14" fmla="*/ 17 w 35"/>
                <a:gd name="T15" fmla="*/ 22 h 36"/>
                <a:gd name="T16" fmla="*/ 21 w 35"/>
                <a:gd name="T17" fmla="*/ 28 h 36"/>
                <a:gd name="T18" fmla="*/ 21 w 35"/>
                <a:gd name="T19" fmla="*/ 30 h 36"/>
                <a:gd name="T20" fmla="*/ 19 w 35"/>
                <a:gd name="T21" fmla="*/ 31 h 36"/>
                <a:gd name="T22" fmla="*/ 19 w 35"/>
                <a:gd name="T23" fmla="*/ 36 h 36"/>
                <a:gd name="T24" fmla="*/ 35 w 35"/>
                <a:gd name="T25" fmla="*/ 36 h 36"/>
                <a:gd name="T26" fmla="*/ 35 w 35"/>
                <a:gd name="T27" fmla="*/ 31 h 36"/>
                <a:gd name="T28" fmla="*/ 32 w 35"/>
                <a:gd name="T29" fmla="*/ 30 h 36"/>
                <a:gd name="T30" fmla="*/ 22 w 35"/>
                <a:gd name="T31" fmla="*/ 18 h 36"/>
                <a:gd name="T32" fmla="*/ 30 w 35"/>
                <a:gd name="T33" fmla="*/ 7 h 36"/>
                <a:gd name="T34" fmla="*/ 33 w 35"/>
                <a:gd name="T35" fmla="*/ 6 h 36"/>
                <a:gd name="T36" fmla="*/ 35 w 35"/>
                <a:gd name="T37" fmla="*/ 5 h 36"/>
                <a:gd name="T38" fmla="*/ 35 w 35"/>
                <a:gd name="T39" fmla="*/ 0 h 36"/>
                <a:gd name="T40" fmla="*/ 21 w 35"/>
                <a:gd name="T41" fmla="*/ 0 h 36"/>
                <a:gd name="T42" fmla="*/ 21 w 35"/>
                <a:gd name="T43" fmla="*/ 5 h 36"/>
                <a:gd name="T44" fmla="*/ 24 w 35"/>
                <a:gd name="T45" fmla="*/ 6 h 36"/>
                <a:gd name="T46" fmla="*/ 18 w 35"/>
                <a:gd name="T47" fmla="*/ 13 h 36"/>
                <a:gd name="T48" fmla="*/ 18 w 35"/>
                <a:gd name="T49" fmla="*/ 13 h 36"/>
                <a:gd name="T50" fmla="*/ 14 w 35"/>
                <a:gd name="T51" fmla="*/ 7 h 36"/>
                <a:gd name="T52" fmla="*/ 14 w 35"/>
                <a:gd name="T53" fmla="*/ 6 h 36"/>
                <a:gd name="T54" fmla="*/ 16 w 35"/>
                <a:gd name="T55" fmla="*/ 5 h 36"/>
                <a:gd name="T56" fmla="*/ 16 w 35"/>
                <a:gd name="T57" fmla="*/ 0 h 36"/>
                <a:gd name="T58" fmla="*/ 1 w 35"/>
                <a:gd name="T59" fmla="*/ 0 h 36"/>
                <a:gd name="T60" fmla="*/ 1 w 35"/>
                <a:gd name="T61" fmla="*/ 5 h 36"/>
                <a:gd name="T62" fmla="*/ 4 w 35"/>
                <a:gd name="T63" fmla="*/ 6 h 36"/>
                <a:gd name="T64" fmla="*/ 13 w 35"/>
                <a:gd name="T65" fmla="*/ 17 h 36"/>
                <a:gd name="T66" fmla="*/ 4 w 35"/>
                <a:gd name="T67" fmla="*/ 29 h 36"/>
                <a:gd name="T68" fmla="*/ 1 w 35"/>
                <a:gd name="T69" fmla="*/ 3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5" h="36">
                  <a:moveTo>
                    <a:pt x="1" y="30"/>
                  </a:moveTo>
                  <a:cubicBezTo>
                    <a:pt x="0" y="31"/>
                    <a:pt x="0" y="31"/>
                    <a:pt x="0" y="31"/>
                  </a:cubicBezTo>
                  <a:cubicBezTo>
                    <a:pt x="0" y="36"/>
                    <a:pt x="0" y="36"/>
                    <a:pt x="0" y="36"/>
                  </a:cubicBezTo>
                  <a:cubicBezTo>
                    <a:pt x="13" y="36"/>
                    <a:pt x="13" y="36"/>
                    <a:pt x="13" y="36"/>
                  </a:cubicBezTo>
                  <a:cubicBezTo>
                    <a:pt x="13" y="31"/>
                    <a:pt x="13" y="31"/>
                    <a:pt x="13" y="31"/>
                  </a:cubicBezTo>
                  <a:cubicBezTo>
                    <a:pt x="11" y="30"/>
                    <a:pt x="11" y="30"/>
                    <a:pt x="11" y="30"/>
                  </a:cubicBezTo>
                  <a:cubicBezTo>
                    <a:pt x="17" y="22"/>
                    <a:pt x="17" y="22"/>
                    <a:pt x="17" y="22"/>
                  </a:cubicBezTo>
                  <a:cubicBezTo>
                    <a:pt x="17" y="22"/>
                    <a:pt x="17" y="22"/>
                    <a:pt x="17" y="22"/>
                  </a:cubicBezTo>
                  <a:cubicBezTo>
                    <a:pt x="21" y="28"/>
                    <a:pt x="21" y="28"/>
                    <a:pt x="21" y="28"/>
                  </a:cubicBezTo>
                  <a:cubicBezTo>
                    <a:pt x="22" y="29"/>
                    <a:pt x="22" y="30"/>
                    <a:pt x="21" y="30"/>
                  </a:cubicBezTo>
                  <a:cubicBezTo>
                    <a:pt x="19" y="31"/>
                    <a:pt x="19" y="31"/>
                    <a:pt x="19" y="31"/>
                  </a:cubicBezTo>
                  <a:cubicBezTo>
                    <a:pt x="19" y="36"/>
                    <a:pt x="19" y="36"/>
                    <a:pt x="19" y="36"/>
                  </a:cubicBezTo>
                  <a:cubicBezTo>
                    <a:pt x="35" y="36"/>
                    <a:pt x="35" y="36"/>
                    <a:pt x="35" y="36"/>
                  </a:cubicBezTo>
                  <a:cubicBezTo>
                    <a:pt x="35" y="31"/>
                    <a:pt x="35" y="31"/>
                    <a:pt x="35" y="31"/>
                  </a:cubicBezTo>
                  <a:cubicBezTo>
                    <a:pt x="32" y="30"/>
                    <a:pt x="32" y="30"/>
                    <a:pt x="32" y="30"/>
                  </a:cubicBezTo>
                  <a:cubicBezTo>
                    <a:pt x="22" y="18"/>
                    <a:pt x="22" y="18"/>
                    <a:pt x="22" y="18"/>
                  </a:cubicBezTo>
                  <a:cubicBezTo>
                    <a:pt x="30" y="7"/>
                    <a:pt x="30" y="7"/>
                    <a:pt x="30" y="7"/>
                  </a:cubicBezTo>
                  <a:cubicBezTo>
                    <a:pt x="31" y="6"/>
                    <a:pt x="32" y="6"/>
                    <a:pt x="33" y="6"/>
                  </a:cubicBezTo>
                  <a:cubicBezTo>
                    <a:pt x="35" y="5"/>
                    <a:pt x="35" y="5"/>
                    <a:pt x="35" y="5"/>
                  </a:cubicBezTo>
                  <a:cubicBezTo>
                    <a:pt x="35" y="0"/>
                    <a:pt x="35" y="0"/>
                    <a:pt x="35" y="0"/>
                  </a:cubicBezTo>
                  <a:cubicBezTo>
                    <a:pt x="21" y="0"/>
                    <a:pt x="21" y="0"/>
                    <a:pt x="21" y="0"/>
                  </a:cubicBezTo>
                  <a:cubicBezTo>
                    <a:pt x="21" y="5"/>
                    <a:pt x="21" y="5"/>
                    <a:pt x="21" y="5"/>
                  </a:cubicBezTo>
                  <a:cubicBezTo>
                    <a:pt x="24" y="6"/>
                    <a:pt x="24" y="6"/>
                    <a:pt x="24" y="6"/>
                  </a:cubicBezTo>
                  <a:cubicBezTo>
                    <a:pt x="18" y="13"/>
                    <a:pt x="18" y="13"/>
                    <a:pt x="18" y="13"/>
                  </a:cubicBezTo>
                  <a:cubicBezTo>
                    <a:pt x="18" y="13"/>
                    <a:pt x="18" y="13"/>
                    <a:pt x="18" y="13"/>
                  </a:cubicBezTo>
                  <a:cubicBezTo>
                    <a:pt x="14" y="7"/>
                    <a:pt x="14" y="7"/>
                    <a:pt x="14" y="7"/>
                  </a:cubicBezTo>
                  <a:cubicBezTo>
                    <a:pt x="13" y="6"/>
                    <a:pt x="13" y="6"/>
                    <a:pt x="14" y="6"/>
                  </a:cubicBezTo>
                  <a:cubicBezTo>
                    <a:pt x="16" y="5"/>
                    <a:pt x="16" y="5"/>
                    <a:pt x="16" y="5"/>
                  </a:cubicBezTo>
                  <a:cubicBezTo>
                    <a:pt x="16" y="0"/>
                    <a:pt x="16" y="0"/>
                    <a:pt x="16" y="0"/>
                  </a:cubicBezTo>
                  <a:cubicBezTo>
                    <a:pt x="1" y="0"/>
                    <a:pt x="1" y="0"/>
                    <a:pt x="1" y="0"/>
                  </a:cubicBezTo>
                  <a:cubicBezTo>
                    <a:pt x="1" y="5"/>
                    <a:pt x="1" y="5"/>
                    <a:pt x="1" y="5"/>
                  </a:cubicBezTo>
                  <a:cubicBezTo>
                    <a:pt x="4" y="6"/>
                    <a:pt x="4" y="6"/>
                    <a:pt x="4" y="6"/>
                  </a:cubicBezTo>
                  <a:cubicBezTo>
                    <a:pt x="13" y="17"/>
                    <a:pt x="13" y="17"/>
                    <a:pt x="13" y="17"/>
                  </a:cubicBezTo>
                  <a:cubicBezTo>
                    <a:pt x="4" y="29"/>
                    <a:pt x="4" y="29"/>
                    <a:pt x="4" y="29"/>
                  </a:cubicBezTo>
                  <a:cubicBezTo>
                    <a:pt x="3" y="30"/>
                    <a:pt x="3" y="30"/>
                    <a:pt x="1"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134"/>
            <p:cNvSpPr>
              <a:spLocks/>
            </p:cNvSpPr>
            <p:nvPr/>
          </p:nvSpPr>
          <p:spPr bwMode="auto">
            <a:xfrm>
              <a:off x="5522913" y="1111250"/>
              <a:ext cx="53975" cy="80963"/>
            </a:xfrm>
            <a:custGeom>
              <a:avLst/>
              <a:gdLst>
                <a:gd name="T0" fmla="*/ 0 w 31"/>
                <a:gd name="T1" fmla="*/ 41 h 47"/>
                <a:gd name="T2" fmla="*/ 0 w 31"/>
                <a:gd name="T3" fmla="*/ 47 h 47"/>
                <a:gd name="T4" fmla="*/ 31 w 31"/>
                <a:gd name="T5" fmla="*/ 47 h 47"/>
                <a:gd name="T6" fmla="*/ 31 w 31"/>
                <a:gd name="T7" fmla="*/ 41 h 47"/>
                <a:gd name="T8" fmla="*/ 10 w 31"/>
                <a:gd name="T9" fmla="*/ 41 h 47"/>
                <a:gd name="T10" fmla="*/ 23 w 31"/>
                <a:gd name="T11" fmla="*/ 26 h 47"/>
                <a:gd name="T12" fmla="*/ 29 w 31"/>
                <a:gd name="T13" fmla="*/ 13 h 47"/>
                <a:gd name="T14" fmla="*/ 14 w 31"/>
                <a:gd name="T15" fmla="*/ 0 h 47"/>
                <a:gd name="T16" fmla="*/ 0 w 31"/>
                <a:gd name="T17" fmla="*/ 3 h 47"/>
                <a:gd name="T18" fmla="*/ 0 w 31"/>
                <a:gd name="T19" fmla="*/ 14 h 47"/>
                <a:gd name="T20" fmla="*/ 7 w 31"/>
                <a:gd name="T21" fmla="*/ 15 h 47"/>
                <a:gd name="T22" fmla="*/ 7 w 31"/>
                <a:gd name="T23" fmla="*/ 10 h 47"/>
                <a:gd name="T24" fmla="*/ 8 w 31"/>
                <a:gd name="T25" fmla="*/ 8 h 47"/>
                <a:gd name="T26" fmla="*/ 13 w 31"/>
                <a:gd name="T27" fmla="*/ 7 h 47"/>
                <a:gd name="T28" fmla="*/ 20 w 31"/>
                <a:gd name="T29" fmla="*/ 13 h 47"/>
                <a:gd name="T30" fmla="*/ 15 w 31"/>
                <a:gd name="T31" fmla="*/ 24 h 47"/>
                <a:gd name="T32" fmla="*/ 0 w 31"/>
                <a:gd name="T33" fmla="*/ 4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 h="47">
                  <a:moveTo>
                    <a:pt x="0" y="41"/>
                  </a:moveTo>
                  <a:cubicBezTo>
                    <a:pt x="0" y="47"/>
                    <a:pt x="0" y="47"/>
                    <a:pt x="0" y="47"/>
                  </a:cubicBezTo>
                  <a:cubicBezTo>
                    <a:pt x="31" y="47"/>
                    <a:pt x="31" y="47"/>
                    <a:pt x="31" y="47"/>
                  </a:cubicBezTo>
                  <a:cubicBezTo>
                    <a:pt x="31" y="41"/>
                    <a:pt x="31" y="41"/>
                    <a:pt x="31" y="41"/>
                  </a:cubicBezTo>
                  <a:cubicBezTo>
                    <a:pt x="10" y="41"/>
                    <a:pt x="10" y="41"/>
                    <a:pt x="10" y="41"/>
                  </a:cubicBezTo>
                  <a:cubicBezTo>
                    <a:pt x="23" y="26"/>
                    <a:pt x="23" y="26"/>
                    <a:pt x="23" y="26"/>
                  </a:cubicBezTo>
                  <a:cubicBezTo>
                    <a:pt x="26" y="22"/>
                    <a:pt x="29" y="18"/>
                    <a:pt x="29" y="13"/>
                  </a:cubicBezTo>
                  <a:cubicBezTo>
                    <a:pt x="29" y="5"/>
                    <a:pt x="24" y="0"/>
                    <a:pt x="14" y="0"/>
                  </a:cubicBezTo>
                  <a:cubicBezTo>
                    <a:pt x="8" y="0"/>
                    <a:pt x="3" y="1"/>
                    <a:pt x="0" y="3"/>
                  </a:cubicBezTo>
                  <a:cubicBezTo>
                    <a:pt x="0" y="14"/>
                    <a:pt x="0" y="14"/>
                    <a:pt x="0" y="14"/>
                  </a:cubicBezTo>
                  <a:cubicBezTo>
                    <a:pt x="7" y="15"/>
                    <a:pt x="7" y="15"/>
                    <a:pt x="7" y="15"/>
                  </a:cubicBezTo>
                  <a:cubicBezTo>
                    <a:pt x="7" y="10"/>
                    <a:pt x="7" y="10"/>
                    <a:pt x="7" y="10"/>
                  </a:cubicBezTo>
                  <a:cubicBezTo>
                    <a:pt x="7" y="9"/>
                    <a:pt x="7" y="8"/>
                    <a:pt x="8" y="8"/>
                  </a:cubicBezTo>
                  <a:cubicBezTo>
                    <a:pt x="9" y="7"/>
                    <a:pt x="11" y="7"/>
                    <a:pt x="13" y="7"/>
                  </a:cubicBezTo>
                  <a:cubicBezTo>
                    <a:pt x="17" y="7"/>
                    <a:pt x="20" y="9"/>
                    <a:pt x="20" y="13"/>
                  </a:cubicBezTo>
                  <a:cubicBezTo>
                    <a:pt x="20" y="17"/>
                    <a:pt x="19" y="19"/>
                    <a:pt x="15" y="24"/>
                  </a:cubicBezTo>
                  <a:lnTo>
                    <a:pt x="0"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135"/>
            <p:cNvSpPr>
              <a:spLocks/>
            </p:cNvSpPr>
            <p:nvPr/>
          </p:nvSpPr>
          <p:spPr bwMode="auto">
            <a:xfrm>
              <a:off x="5578475" y="1111250"/>
              <a:ext cx="58737" cy="80963"/>
            </a:xfrm>
            <a:custGeom>
              <a:avLst/>
              <a:gdLst>
                <a:gd name="T0" fmla="*/ 14 w 34"/>
                <a:gd name="T1" fmla="*/ 0 h 47"/>
                <a:gd name="T2" fmla="*/ 0 w 34"/>
                <a:gd name="T3" fmla="*/ 29 h 47"/>
                <a:gd name="T4" fmla="*/ 0 w 34"/>
                <a:gd name="T5" fmla="*/ 35 h 47"/>
                <a:gd name="T6" fmla="*/ 19 w 34"/>
                <a:gd name="T7" fmla="*/ 35 h 47"/>
                <a:gd name="T8" fmla="*/ 19 w 34"/>
                <a:gd name="T9" fmla="*/ 39 h 47"/>
                <a:gd name="T10" fmla="*/ 18 w 34"/>
                <a:gd name="T11" fmla="*/ 41 h 47"/>
                <a:gd name="T12" fmla="*/ 15 w 34"/>
                <a:gd name="T13" fmla="*/ 42 h 47"/>
                <a:gd name="T14" fmla="*/ 15 w 34"/>
                <a:gd name="T15" fmla="*/ 47 h 47"/>
                <a:gd name="T16" fmla="*/ 32 w 34"/>
                <a:gd name="T17" fmla="*/ 47 h 47"/>
                <a:gd name="T18" fmla="*/ 32 w 34"/>
                <a:gd name="T19" fmla="*/ 41 h 47"/>
                <a:gd name="T20" fmla="*/ 28 w 34"/>
                <a:gd name="T21" fmla="*/ 41 h 47"/>
                <a:gd name="T22" fmla="*/ 28 w 34"/>
                <a:gd name="T23" fmla="*/ 35 h 47"/>
                <a:gd name="T24" fmla="*/ 34 w 34"/>
                <a:gd name="T25" fmla="*/ 35 h 47"/>
                <a:gd name="T26" fmla="*/ 34 w 34"/>
                <a:gd name="T27" fmla="*/ 29 h 47"/>
                <a:gd name="T28" fmla="*/ 28 w 34"/>
                <a:gd name="T29" fmla="*/ 29 h 47"/>
                <a:gd name="T30" fmla="*/ 28 w 34"/>
                <a:gd name="T31" fmla="*/ 16 h 47"/>
                <a:gd name="T32" fmla="*/ 23 w 34"/>
                <a:gd name="T33" fmla="*/ 16 h 47"/>
                <a:gd name="T34" fmla="*/ 20 w 34"/>
                <a:gd name="T35" fmla="*/ 24 h 47"/>
                <a:gd name="T36" fmla="*/ 20 w 34"/>
                <a:gd name="T37" fmla="*/ 29 h 47"/>
                <a:gd name="T38" fmla="*/ 9 w 34"/>
                <a:gd name="T39" fmla="*/ 29 h 47"/>
                <a:gd name="T40" fmla="*/ 21 w 34"/>
                <a:gd name="T41" fmla="*/ 3 h 47"/>
                <a:gd name="T42" fmla="*/ 14 w 34"/>
                <a:gd name="T43"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 h="47">
                  <a:moveTo>
                    <a:pt x="14" y="0"/>
                  </a:moveTo>
                  <a:cubicBezTo>
                    <a:pt x="0" y="29"/>
                    <a:pt x="0" y="29"/>
                    <a:pt x="0" y="29"/>
                  </a:cubicBezTo>
                  <a:cubicBezTo>
                    <a:pt x="0" y="35"/>
                    <a:pt x="0" y="35"/>
                    <a:pt x="0" y="35"/>
                  </a:cubicBezTo>
                  <a:cubicBezTo>
                    <a:pt x="19" y="35"/>
                    <a:pt x="19" y="35"/>
                    <a:pt x="19" y="35"/>
                  </a:cubicBezTo>
                  <a:cubicBezTo>
                    <a:pt x="19" y="39"/>
                    <a:pt x="19" y="39"/>
                    <a:pt x="19" y="39"/>
                  </a:cubicBezTo>
                  <a:cubicBezTo>
                    <a:pt x="19" y="41"/>
                    <a:pt x="19" y="41"/>
                    <a:pt x="18" y="41"/>
                  </a:cubicBezTo>
                  <a:cubicBezTo>
                    <a:pt x="15" y="42"/>
                    <a:pt x="15" y="42"/>
                    <a:pt x="15" y="42"/>
                  </a:cubicBezTo>
                  <a:cubicBezTo>
                    <a:pt x="15" y="47"/>
                    <a:pt x="15" y="47"/>
                    <a:pt x="15" y="47"/>
                  </a:cubicBezTo>
                  <a:cubicBezTo>
                    <a:pt x="32" y="47"/>
                    <a:pt x="32" y="47"/>
                    <a:pt x="32" y="47"/>
                  </a:cubicBezTo>
                  <a:cubicBezTo>
                    <a:pt x="32" y="41"/>
                    <a:pt x="32" y="41"/>
                    <a:pt x="32" y="41"/>
                  </a:cubicBezTo>
                  <a:cubicBezTo>
                    <a:pt x="28" y="41"/>
                    <a:pt x="28" y="41"/>
                    <a:pt x="28" y="41"/>
                  </a:cubicBezTo>
                  <a:cubicBezTo>
                    <a:pt x="28" y="35"/>
                    <a:pt x="28" y="35"/>
                    <a:pt x="28" y="35"/>
                  </a:cubicBezTo>
                  <a:cubicBezTo>
                    <a:pt x="34" y="35"/>
                    <a:pt x="34" y="35"/>
                    <a:pt x="34" y="35"/>
                  </a:cubicBezTo>
                  <a:cubicBezTo>
                    <a:pt x="34" y="29"/>
                    <a:pt x="34" y="29"/>
                    <a:pt x="34" y="29"/>
                  </a:cubicBezTo>
                  <a:cubicBezTo>
                    <a:pt x="28" y="29"/>
                    <a:pt x="28" y="29"/>
                    <a:pt x="28" y="29"/>
                  </a:cubicBezTo>
                  <a:cubicBezTo>
                    <a:pt x="28" y="16"/>
                    <a:pt x="28" y="16"/>
                    <a:pt x="28" y="16"/>
                  </a:cubicBezTo>
                  <a:cubicBezTo>
                    <a:pt x="23" y="16"/>
                    <a:pt x="23" y="16"/>
                    <a:pt x="23" y="16"/>
                  </a:cubicBezTo>
                  <a:cubicBezTo>
                    <a:pt x="20" y="24"/>
                    <a:pt x="20" y="24"/>
                    <a:pt x="20" y="24"/>
                  </a:cubicBezTo>
                  <a:cubicBezTo>
                    <a:pt x="20" y="29"/>
                    <a:pt x="20" y="29"/>
                    <a:pt x="20" y="29"/>
                  </a:cubicBezTo>
                  <a:cubicBezTo>
                    <a:pt x="9" y="29"/>
                    <a:pt x="9" y="29"/>
                    <a:pt x="9" y="29"/>
                  </a:cubicBezTo>
                  <a:cubicBezTo>
                    <a:pt x="21" y="3"/>
                    <a:pt x="21" y="3"/>
                    <a:pt x="21" y="3"/>
                  </a:cubicBezTo>
                  <a:lnTo>
                    <a:pt x="1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Rectangle 136"/>
            <p:cNvSpPr>
              <a:spLocks noChangeArrowheads="1"/>
            </p:cNvSpPr>
            <p:nvPr/>
          </p:nvSpPr>
          <p:spPr bwMode="auto">
            <a:xfrm>
              <a:off x="5673725" y="1136650"/>
              <a:ext cx="47625"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Rectangle 137"/>
            <p:cNvSpPr>
              <a:spLocks noChangeArrowheads="1"/>
            </p:cNvSpPr>
            <p:nvPr/>
          </p:nvSpPr>
          <p:spPr bwMode="auto">
            <a:xfrm>
              <a:off x="5673725" y="1158875"/>
              <a:ext cx="47625"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138"/>
            <p:cNvSpPr>
              <a:spLocks/>
            </p:cNvSpPr>
            <p:nvPr/>
          </p:nvSpPr>
          <p:spPr bwMode="auto">
            <a:xfrm>
              <a:off x="5756275" y="1103313"/>
              <a:ext cx="53975" cy="90488"/>
            </a:xfrm>
            <a:custGeom>
              <a:avLst/>
              <a:gdLst>
                <a:gd name="T0" fmla="*/ 14 w 31"/>
                <a:gd name="T1" fmla="*/ 45 h 52"/>
                <a:gd name="T2" fmla="*/ 3 w 31"/>
                <a:gd name="T3" fmla="*/ 41 h 52"/>
                <a:gd name="T4" fmla="*/ 0 w 31"/>
                <a:gd name="T5" fmla="*/ 48 h 52"/>
                <a:gd name="T6" fmla="*/ 15 w 31"/>
                <a:gd name="T7" fmla="*/ 52 h 52"/>
                <a:gd name="T8" fmla="*/ 31 w 31"/>
                <a:gd name="T9" fmla="*/ 38 h 52"/>
                <a:gd name="T10" fmla="*/ 12 w 31"/>
                <a:gd name="T11" fmla="*/ 23 h 52"/>
                <a:gd name="T12" fmla="*/ 14 w 31"/>
                <a:gd name="T13" fmla="*/ 11 h 52"/>
                <a:gd name="T14" fmla="*/ 31 w 31"/>
                <a:gd name="T15" fmla="*/ 11 h 52"/>
                <a:gd name="T16" fmla="*/ 31 w 31"/>
                <a:gd name="T17" fmla="*/ 1 h 52"/>
                <a:gd name="T18" fmla="*/ 24 w 31"/>
                <a:gd name="T19" fmla="*/ 0 h 52"/>
                <a:gd name="T20" fmla="*/ 24 w 31"/>
                <a:gd name="T21" fmla="*/ 3 h 52"/>
                <a:gd name="T22" fmla="*/ 22 w 31"/>
                <a:gd name="T23" fmla="*/ 5 h 52"/>
                <a:gd name="T24" fmla="*/ 7 w 31"/>
                <a:gd name="T25" fmla="*/ 5 h 52"/>
                <a:gd name="T26" fmla="*/ 4 w 31"/>
                <a:gd name="T27" fmla="*/ 29 h 52"/>
                <a:gd name="T28" fmla="*/ 22 w 31"/>
                <a:gd name="T29" fmla="*/ 38 h 52"/>
                <a:gd name="T30" fmla="*/ 14 w 31"/>
                <a:gd name="T31" fmla="*/ 4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52">
                  <a:moveTo>
                    <a:pt x="14" y="45"/>
                  </a:moveTo>
                  <a:cubicBezTo>
                    <a:pt x="10" y="45"/>
                    <a:pt x="6" y="43"/>
                    <a:pt x="3" y="41"/>
                  </a:cubicBezTo>
                  <a:cubicBezTo>
                    <a:pt x="0" y="48"/>
                    <a:pt x="0" y="48"/>
                    <a:pt x="0" y="48"/>
                  </a:cubicBezTo>
                  <a:cubicBezTo>
                    <a:pt x="3" y="50"/>
                    <a:pt x="9" y="52"/>
                    <a:pt x="15" y="52"/>
                  </a:cubicBezTo>
                  <a:cubicBezTo>
                    <a:pt x="27" y="52"/>
                    <a:pt x="31" y="44"/>
                    <a:pt x="31" y="38"/>
                  </a:cubicBezTo>
                  <a:cubicBezTo>
                    <a:pt x="31" y="27"/>
                    <a:pt x="22" y="24"/>
                    <a:pt x="12" y="23"/>
                  </a:cubicBezTo>
                  <a:cubicBezTo>
                    <a:pt x="14" y="11"/>
                    <a:pt x="14" y="11"/>
                    <a:pt x="14" y="11"/>
                  </a:cubicBezTo>
                  <a:cubicBezTo>
                    <a:pt x="31" y="11"/>
                    <a:pt x="31" y="11"/>
                    <a:pt x="31" y="11"/>
                  </a:cubicBezTo>
                  <a:cubicBezTo>
                    <a:pt x="31" y="1"/>
                    <a:pt x="31" y="1"/>
                    <a:pt x="31" y="1"/>
                  </a:cubicBezTo>
                  <a:cubicBezTo>
                    <a:pt x="24" y="0"/>
                    <a:pt x="24" y="0"/>
                    <a:pt x="24" y="0"/>
                  </a:cubicBezTo>
                  <a:cubicBezTo>
                    <a:pt x="24" y="3"/>
                    <a:pt x="24" y="3"/>
                    <a:pt x="24" y="3"/>
                  </a:cubicBezTo>
                  <a:cubicBezTo>
                    <a:pt x="24" y="5"/>
                    <a:pt x="24" y="5"/>
                    <a:pt x="22" y="5"/>
                  </a:cubicBezTo>
                  <a:cubicBezTo>
                    <a:pt x="7" y="5"/>
                    <a:pt x="7" y="5"/>
                    <a:pt x="7" y="5"/>
                  </a:cubicBezTo>
                  <a:cubicBezTo>
                    <a:pt x="4" y="29"/>
                    <a:pt x="4" y="29"/>
                    <a:pt x="4" y="29"/>
                  </a:cubicBezTo>
                  <a:cubicBezTo>
                    <a:pt x="11" y="29"/>
                    <a:pt x="22" y="30"/>
                    <a:pt x="22" y="38"/>
                  </a:cubicBezTo>
                  <a:cubicBezTo>
                    <a:pt x="22" y="42"/>
                    <a:pt x="20" y="45"/>
                    <a:pt x="14"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139"/>
            <p:cNvSpPr>
              <a:spLocks/>
            </p:cNvSpPr>
            <p:nvPr/>
          </p:nvSpPr>
          <p:spPr bwMode="auto">
            <a:xfrm>
              <a:off x="5819775" y="1112838"/>
              <a:ext cx="52387" cy="79375"/>
            </a:xfrm>
            <a:custGeom>
              <a:avLst/>
              <a:gdLst>
                <a:gd name="T0" fmla="*/ 12 w 31"/>
                <a:gd name="T1" fmla="*/ 46 h 46"/>
                <a:gd name="T2" fmla="*/ 31 w 31"/>
                <a:gd name="T3" fmla="*/ 6 h 46"/>
                <a:gd name="T4" fmla="*/ 31 w 31"/>
                <a:gd name="T5" fmla="*/ 0 h 46"/>
                <a:gd name="T6" fmla="*/ 0 w 31"/>
                <a:gd name="T7" fmla="*/ 0 h 46"/>
                <a:gd name="T8" fmla="*/ 0 w 31"/>
                <a:gd name="T9" fmla="*/ 11 h 46"/>
                <a:gd name="T10" fmla="*/ 7 w 31"/>
                <a:gd name="T11" fmla="*/ 12 h 46"/>
                <a:gd name="T12" fmla="*/ 7 w 31"/>
                <a:gd name="T13" fmla="*/ 8 h 46"/>
                <a:gd name="T14" fmla="*/ 8 w 31"/>
                <a:gd name="T15" fmla="*/ 6 h 46"/>
                <a:gd name="T16" fmla="*/ 22 w 31"/>
                <a:gd name="T17" fmla="*/ 6 h 46"/>
                <a:gd name="T18" fmla="*/ 3 w 31"/>
                <a:gd name="T19" fmla="*/ 46 h 46"/>
                <a:gd name="T20" fmla="*/ 12 w 31"/>
                <a:gd name="T21"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46">
                  <a:moveTo>
                    <a:pt x="12" y="46"/>
                  </a:moveTo>
                  <a:cubicBezTo>
                    <a:pt x="31" y="6"/>
                    <a:pt x="31" y="6"/>
                    <a:pt x="31" y="6"/>
                  </a:cubicBezTo>
                  <a:cubicBezTo>
                    <a:pt x="31" y="0"/>
                    <a:pt x="31" y="0"/>
                    <a:pt x="31" y="0"/>
                  </a:cubicBezTo>
                  <a:cubicBezTo>
                    <a:pt x="0" y="0"/>
                    <a:pt x="0" y="0"/>
                    <a:pt x="0" y="0"/>
                  </a:cubicBezTo>
                  <a:cubicBezTo>
                    <a:pt x="0" y="11"/>
                    <a:pt x="0" y="11"/>
                    <a:pt x="0" y="11"/>
                  </a:cubicBezTo>
                  <a:cubicBezTo>
                    <a:pt x="7" y="12"/>
                    <a:pt x="7" y="12"/>
                    <a:pt x="7" y="12"/>
                  </a:cubicBezTo>
                  <a:cubicBezTo>
                    <a:pt x="7" y="8"/>
                    <a:pt x="7" y="8"/>
                    <a:pt x="7" y="8"/>
                  </a:cubicBezTo>
                  <a:cubicBezTo>
                    <a:pt x="7" y="7"/>
                    <a:pt x="7" y="6"/>
                    <a:pt x="8" y="6"/>
                  </a:cubicBezTo>
                  <a:cubicBezTo>
                    <a:pt x="22" y="6"/>
                    <a:pt x="22" y="6"/>
                    <a:pt x="22" y="6"/>
                  </a:cubicBezTo>
                  <a:cubicBezTo>
                    <a:pt x="3" y="46"/>
                    <a:pt x="3" y="46"/>
                    <a:pt x="3" y="46"/>
                  </a:cubicBezTo>
                  <a:lnTo>
                    <a:pt x="12"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140"/>
            <p:cNvSpPr>
              <a:spLocks noEditPoints="1"/>
            </p:cNvSpPr>
            <p:nvPr/>
          </p:nvSpPr>
          <p:spPr bwMode="auto">
            <a:xfrm>
              <a:off x="5876925" y="1109663"/>
              <a:ext cx="52387" cy="84138"/>
            </a:xfrm>
            <a:custGeom>
              <a:avLst/>
              <a:gdLst>
                <a:gd name="T0" fmla="*/ 25 w 31"/>
                <a:gd name="T1" fmla="*/ 7 h 49"/>
                <a:gd name="T2" fmla="*/ 23 w 31"/>
                <a:gd name="T3" fmla="*/ 0 h 49"/>
                <a:gd name="T4" fmla="*/ 0 w 31"/>
                <a:gd name="T5" fmla="*/ 28 h 49"/>
                <a:gd name="T6" fmla="*/ 15 w 31"/>
                <a:gd name="T7" fmla="*/ 49 h 49"/>
                <a:gd name="T8" fmla="*/ 31 w 31"/>
                <a:gd name="T9" fmla="*/ 33 h 49"/>
                <a:gd name="T10" fmla="*/ 18 w 31"/>
                <a:gd name="T11" fmla="*/ 19 h 49"/>
                <a:gd name="T12" fmla="*/ 8 w 31"/>
                <a:gd name="T13" fmla="*/ 22 h 49"/>
                <a:gd name="T14" fmla="*/ 25 w 31"/>
                <a:gd name="T15" fmla="*/ 7 h 49"/>
                <a:gd name="T16" fmla="*/ 16 w 31"/>
                <a:gd name="T17" fmla="*/ 25 h 49"/>
                <a:gd name="T18" fmla="*/ 22 w 31"/>
                <a:gd name="T19" fmla="*/ 33 h 49"/>
                <a:gd name="T20" fmla="*/ 15 w 31"/>
                <a:gd name="T21" fmla="*/ 42 h 49"/>
                <a:gd name="T22" fmla="*/ 8 w 31"/>
                <a:gd name="T23" fmla="*/ 28 h 49"/>
                <a:gd name="T24" fmla="*/ 16 w 31"/>
                <a:gd name="T25" fmla="*/ 2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49">
                  <a:moveTo>
                    <a:pt x="25" y="7"/>
                  </a:moveTo>
                  <a:cubicBezTo>
                    <a:pt x="23" y="0"/>
                    <a:pt x="23" y="0"/>
                    <a:pt x="23" y="0"/>
                  </a:cubicBezTo>
                  <a:cubicBezTo>
                    <a:pt x="5" y="3"/>
                    <a:pt x="0" y="15"/>
                    <a:pt x="0" y="28"/>
                  </a:cubicBezTo>
                  <a:cubicBezTo>
                    <a:pt x="0" y="40"/>
                    <a:pt x="4" y="49"/>
                    <a:pt x="15" y="49"/>
                  </a:cubicBezTo>
                  <a:cubicBezTo>
                    <a:pt x="26" y="49"/>
                    <a:pt x="31" y="42"/>
                    <a:pt x="31" y="33"/>
                  </a:cubicBezTo>
                  <a:cubicBezTo>
                    <a:pt x="31" y="24"/>
                    <a:pt x="26" y="19"/>
                    <a:pt x="18" y="19"/>
                  </a:cubicBezTo>
                  <a:cubicBezTo>
                    <a:pt x="15" y="19"/>
                    <a:pt x="11" y="20"/>
                    <a:pt x="8" y="22"/>
                  </a:cubicBezTo>
                  <a:cubicBezTo>
                    <a:pt x="9" y="14"/>
                    <a:pt x="15" y="8"/>
                    <a:pt x="25" y="7"/>
                  </a:cubicBezTo>
                  <a:close/>
                  <a:moveTo>
                    <a:pt x="16" y="25"/>
                  </a:moveTo>
                  <a:cubicBezTo>
                    <a:pt x="20" y="25"/>
                    <a:pt x="22" y="28"/>
                    <a:pt x="22" y="33"/>
                  </a:cubicBezTo>
                  <a:cubicBezTo>
                    <a:pt x="22" y="39"/>
                    <a:pt x="20" y="42"/>
                    <a:pt x="15" y="42"/>
                  </a:cubicBezTo>
                  <a:cubicBezTo>
                    <a:pt x="10" y="42"/>
                    <a:pt x="8" y="36"/>
                    <a:pt x="8" y="28"/>
                  </a:cubicBezTo>
                  <a:cubicBezTo>
                    <a:pt x="10" y="26"/>
                    <a:pt x="13" y="25"/>
                    <a:pt x="16"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45" name="组合 144"/>
          <p:cNvGrpSpPr/>
          <p:nvPr/>
        </p:nvGrpSpPr>
        <p:grpSpPr>
          <a:xfrm>
            <a:off x="2311400" y="4906963"/>
            <a:ext cx="1717675" cy="1585912"/>
            <a:chOff x="2311400" y="4906963"/>
            <a:chExt cx="1717675" cy="1585912"/>
          </a:xfrm>
          <a:solidFill>
            <a:schemeClr val="tx1">
              <a:lumMod val="65000"/>
              <a:lumOff val="35000"/>
            </a:schemeClr>
          </a:solidFill>
        </p:grpSpPr>
        <p:sp>
          <p:nvSpPr>
            <p:cNvPr id="146" name="Freeform 141"/>
            <p:cNvSpPr>
              <a:spLocks/>
            </p:cNvSpPr>
            <p:nvPr/>
          </p:nvSpPr>
          <p:spPr bwMode="auto">
            <a:xfrm>
              <a:off x="3381375" y="5489575"/>
              <a:ext cx="647700" cy="26988"/>
            </a:xfrm>
            <a:custGeom>
              <a:avLst/>
              <a:gdLst>
                <a:gd name="T0" fmla="*/ 3 w 374"/>
                <a:gd name="T1" fmla="*/ 8 h 16"/>
                <a:gd name="T2" fmla="*/ 4 w 374"/>
                <a:gd name="T3" fmla="*/ 16 h 16"/>
                <a:gd name="T4" fmla="*/ 374 w 374"/>
                <a:gd name="T5" fmla="*/ 16 h 16"/>
                <a:gd name="T6" fmla="*/ 374 w 374"/>
                <a:gd name="T7" fmla="*/ 0 h 16"/>
                <a:gd name="T8" fmla="*/ 0 w 374"/>
                <a:gd name="T9" fmla="*/ 0 h 16"/>
                <a:gd name="T10" fmla="*/ 3 w 374"/>
                <a:gd name="T11" fmla="*/ 8 h 16"/>
              </a:gdLst>
              <a:ahLst/>
              <a:cxnLst>
                <a:cxn ang="0">
                  <a:pos x="T0" y="T1"/>
                </a:cxn>
                <a:cxn ang="0">
                  <a:pos x="T2" y="T3"/>
                </a:cxn>
                <a:cxn ang="0">
                  <a:pos x="T4" y="T5"/>
                </a:cxn>
                <a:cxn ang="0">
                  <a:pos x="T6" y="T7"/>
                </a:cxn>
                <a:cxn ang="0">
                  <a:pos x="T8" y="T9"/>
                </a:cxn>
                <a:cxn ang="0">
                  <a:pos x="T10" y="T11"/>
                </a:cxn>
              </a:cxnLst>
              <a:rect l="0" t="0" r="r" b="b"/>
              <a:pathLst>
                <a:path w="374" h="16">
                  <a:moveTo>
                    <a:pt x="3" y="8"/>
                  </a:moveTo>
                  <a:cubicBezTo>
                    <a:pt x="3" y="11"/>
                    <a:pt x="4" y="13"/>
                    <a:pt x="4" y="16"/>
                  </a:cubicBezTo>
                  <a:cubicBezTo>
                    <a:pt x="374" y="16"/>
                    <a:pt x="374" y="16"/>
                    <a:pt x="374" y="16"/>
                  </a:cubicBezTo>
                  <a:cubicBezTo>
                    <a:pt x="374" y="0"/>
                    <a:pt x="374" y="0"/>
                    <a:pt x="374" y="0"/>
                  </a:cubicBezTo>
                  <a:cubicBezTo>
                    <a:pt x="0" y="0"/>
                    <a:pt x="0" y="0"/>
                    <a:pt x="0" y="0"/>
                  </a:cubicBezTo>
                  <a:cubicBezTo>
                    <a:pt x="1" y="3"/>
                    <a:pt x="2" y="5"/>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142"/>
            <p:cNvSpPr>
              <a:spLocks/>
            </p:cNvSpPr>
            <p:nvPr/>
          </p:nvSpPr>
          <p:spPr bwMode="auto">
            <a:xfrm>
              <a:off x="3028950" y="5640388"/>
              <a:ext cx="1000125" cy="26988"/>
            </a:xfrm>
            <a:custGeom>
              <a:avLst/>
              <a:gdLst>
                <a:gd name="T0" fmla="*/ 630 w 630"/>
                <a:gd name="T1" fmla="*/ 17 h 17"/>
                <a:gd name="T2" fmla="*/ 630 w 630"/>
                <a:gd name="T3" fmla="*/ 0 h 17"/>
                <a:gd name="T4" fmla="*/ 0 w 630"/>
                <a:gd name="T5" fmla="*/ 0 h 17"/>
                <a:gd name="T6" fmla="*/ 5 w 630"/>
                <a:gd name="T7" fmla="*/ 17 h 17"/>
                <a:gd name="T8" fmla="*/ 630 w 630"/>
                <a:gd name="T9" fmla="*/ 17 h 17"/>
              </a:gdLst>
              <a:ahLst/>
              <a:cxnLst>
                <a:cxn ang="0">
                  <a:pos x="T0" y="T1"/>
                </a:cxn>
                <a:cxn ang="0">
                  <a:pos x="T2" y="T3"/>
                </a:cxn>
                <a:cxn ang="0">
                  <a:pos x="T4" y="T5"/>
                </a:cxn>
                <a:cxn ang="0">
                  <a:pos x="T6" y="T7"/>
                </a:cxn>
                <a:cxn ang="0">
                  <a:pos x="T8" y="T9"/>
                </a:cxn>
              </a:cxnLst>
              <a:rect l="0" t="0" r="r" b="b"/>
              <a:pathLst>
                <a:path w="630" h="17">
                  <a:moveTo>
                    <a:pt x="630" y="17"/>
                  </a:moveTo>
                  <a:lnTo>
                    <a:pt x="630" y="0"/>
                  </a:lnTo>
                  <a:lnTo>
                    <a:pt x="0" y="0"/>
                  </a:lnTo>
                  <a:lnTo>
                    <a:pt x="5" y="17"/>
                  </a:lnTo>
                  <a:lnTo>
                    <a:pt x="630"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Rectangle 143"/>
            <p:cNvSpPr>
              <a:spLocks noChangeArrowheads="1"/>
            </p:cNvSpPr>
            <p:nvPr/>
          </p:nvSpPr>
          <p:spPr bwMode="auto">
            <a:xfrm>
              <a:off x="3403600" y="5527675"/>
              <a:ext cx="17462" cy="1031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Rectangle 144"/>
            <p:cNvSpPr>
              <a:spLocks noChangeArrowheads="1"/>
            </p:cNvSpPr>
            <p:nvPr/>
          </p:nvSpPr>
          <p:spPr bwMode="auto">
            <a:xfrm>
              <a:off x="3856038" y="5527675"/>
              <a:ext cx="17462" cy="1031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145"/>
            <p:cNvSpPr>
              <a:spLocks/>
            </p:cNvSpPr>
            <p:nvPr/>
          </p:nvSpPr>
          <p:spPr bwMode="auto">
            <a:xfrm>
              <a:off x="2489200" y="6046788"/>
              <a:ext cx="192087" cy="439738"/>
            </a:xfrm>
            <a:custGeom>
              <a:avLst/>
              <a:gdLst>
                <a:gd name="T0" fmla="*/ 63 w 111"/>
                <a:gd name="T1" fmla="*/ 20 h 254"/>
                <a:gd name="T2" fmla="*/ 68 w 111"/>
                <a:gd name="T3" fmla="*/ 7 h 254"/>
                <a:gd name="T4" fmla="*/ 34 w 111"/>
                <a:gd name="T5" fmla="*/ 0 h 254"/>
                <a:gd name="T6" fmla="*/ 32 w 111"/>
                <a:gd name="T7" fmla="*/ 12 h 254"/>
                <a:gd name="T8" fmla="*/ 3 w 111"/>
                <a:gd name="T9" fmla="*/ 205 h 254"/>
                <a:gd name="T10" fmla="*/ 37 w 111"/>
                <a:gd name="T11" fmla="*/ 251 h 254"/>
                <a:gd name="T12" fmla="*/ 82 w 111"/>
                <a:gd name="T13" fmla="*/ 217 h 254"/>
                <a:gd name="T14" fmla="*/ 111 w 111"/>
                <a:gd name="T15" fmla="*/ 29 h 254"/>
                <a:gd name="T16" fmla="*/ 80 w 111"/>
                <a:gd name="T17" fmla="*/ 23 h 254"/>
                <a:gd name="T18" fmla="*/ 63 w 111"/>
                <a:gd name="T19" fmla="*/ 20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1" h="254">
                  <a:moveTo>
                    <a:pt x="63" y="20"/>
                  </a:moveTo>
                  <a:cubicBezTo>
                    <a:pt x="68" y="7"/>
                    <a:pt x="68" y="7"/>
                    <a:pt x="68" y="7"/>
                  </a:cubicBezTo>
                  <a:cubicBezTo>
                    <a:pt x="55" y="5"/>
                    <a:pt x="44" y="2"/>
                    <a:pt x="34" y="0"/>
                  </a:cubicBezTo>
                  <a:cubicBezTo>
                    <a:pt x="32" y="12"/>
                    <a:pt x="32" y="12"/>
                    <a:pt x="32" y="12"/>
                  </a:cubicBezTo>
                  <a:cubicBezTo>
                    <a:pt x="3" y="205"/>
                    <a:pt x="3" y="205"/>
                    <a:pt x="3" y="205"/>
                  </a:cubicBezTo>
                  <a:cubicBezTo>
                    <a:pt x="0" y="227"/>
                    <a:pt x="15" y="247"/>
                    <a:pt x="37" y="251"/>
                  </a:cubicBezTo>
                  <a:cubicBezTo>
                    <a:pt x="59" y="254"/>
                    <a:pt x="79" y="239"/>
                    <a:pt x="82" y="217"/>
                  </a:cubicBezTo>
                  <a:cubicBezTo>
                    <a:pt x="111" y="29"/>
                    <a:pt x="111" y="29"/>
                    <a:pt x="111" y="29"/>
                  </a:cubicBezTo>
                  <a:cubicBezTo>
                    <a:pt x="93" y="26"/>
                    <a:pt x="81" y="24"/>
                    <a:pt x="80" y="23"/>
                  </a:cubicBezTo>
                  <a:lnTo>
                    <a:pt x="63"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146"/>
            <p:cNvSpPr>
              <a:spLocks/>
            </p:cNvSpPr>
            <p:nvPr/>
          </p:nvSpPr>
          <p:spPr bwMode="auto">
            <a:xfrm>
              <a:off x="2886075" y="6096000"/>
              <a:ext cx="142875" cy="390525"/>
            </a:xfrm>
            <a:custGeom>
              <a:avLst/>
              <a:gdLst>
                <a:gd name="T0" fmla="*/ 19 w 83"/>
                <a:gd name="T1" fmla="*/ 3 h 225"/>
                <a:gd name="T2" fmla="*/ 12 w 83"/>
                <a:gd name="T3" fmla="*/ 159 h 225"/>
                <a:gd name="T4" fmla="*/ 0 w 83"/>
                <a:gd name="T5" fmla="*/ 188 h 225"/>
                <a:gd name="T6" fmla="*/ 0 w 83"/>
                <a:gd name="T7" fmla="*/ 188 h 225"/>
                <a:gd name="T8" fmla="*/ 46 w 83"/>
                <a:gd name="T9" fmla="*/ 222 h 225"/>
                <a:gd name="T10" fmla="*/ 79 w 83"/>
                <a:gd name="T11" fmla="*/ 176 h 225"/>
                <a:gd name="T12" fmla="*/ 57 w 83"/>
                <a:gd name="T13" fmla="*/ 30 h 225"/>
                <a:gd name="T14" fmla="*/ 37 w 83"/>
                <a:gd name="T15" fmla="*/ 0 h 225"/>
                <a:gd name="T16" fmla="*/ 19 w 83"/>
                <a:gd name="T17" fmla="*/ 3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225">
                  <a:moveTo>
                    <a:pt x="19" y="3"/>
                  </a:moveTo>
                  <a:cubicBezTo>
                    <a:pt x="12" y="159"/>
                    <a:pt x="12" y="159"/>
                    <a:pt x="12" y="159"/>
                  </a:cubicBezTo>
                  <a:cubicBezTo>
                    <a:pt x="11" y="166"/>
                    <a:pt x="7" y="176"/>
                    <a:pt x="0" y="188"/>
                  </a:cubicBezTo>
                  <a:cubicBezTo>
                    <a:pt x="0" y="188"/>
                    <a:pt x="0" y="188"/>
                    <a:pt x="0" y="188"/>
                  </a:cubicBezTo>
                  <a:cubicBezTo>
                    <a:pt x="3" y="210"/>
                    <a:pt x="24" y="225"/>
                    <a:pt x="46" y="222"/>
                  </a:cubicBezTo>
                  <a:cubicBezTo>
                    <a:pt x="68" y="218"/>
                    <a:pt x="83" y="198"/>
                    <a:pt x="79" y="176"/>
                  </a:cubicBezTo>
                  <a:cubicBezTo>
                    <a:pt x="57" y="30"/>
                    <a:pt x="57" y="30"/>
                    <a:pt x="57" y="30"/>
                  </a:cubicBezTo>
                  <a:cubicBezTo>
                    <a:pt x="37" y="0"/>
                    <a:pt x="37" y="0"/>
                    <a:pt x="37" y="0"/>
                  </a:cubicBezTo>
                  <a:cubicBezTo>
                    <a:pt x="31" y="1"/>
                    <a:pt x="25" y="2"/>
                    <a:pt x="19"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147"/>
            <p:cNvSpPr>
              <a:spLocks/>
            </p:cNvSpPr>
            <p:nvPr/>
          </p:nvSpPr>
          <p:spPr bwMode="auto">
            <a:xfrm>
              <a:off x="2324100" y="5680075"/>
              <a:ext cx="155575" cy="76200"/>
            </a:xfrm>
            <a:custGeom>
              <a:avLst/>
              <a:gdLst>
                <a:gd name="T0" fmla="*/ 15 w 90"/>
                <a:gd name="T1" fmla="*/ 4 h 44"/>
                <a:gd name="T2" fmla="*/ 7 w 90"/>
                <a:gd name="T3" fmla="*/ 3 h 44"/>
                <a:gd name="T4" fmla="*/ 4 w 90"/>
                <a:gd name="T5" fmla="*/ 27 h 44"/>
                <a:gd name="T6" fmla="*/ 28 w 90"/>
                <a:gd name="T7" fmla="*/ 44 h 44"/>
                <a:gd name="T8" fmla="*/ 38 w 90"/>
                <a:gd name="T9" fmla="*/ 42 h 44"/>
                <a:gd name="T10" fmla="*/ 90 w 90"/>
                <a:gd name="T11" fmla="*/ 0 h 44"/>
                <a:gd name="T12" fmla="*/ 15 w 90"/>
                <a:gd name="T13" fmla="*/ 4 h 44"/>
              </a:gdLst>
              <a:ahLst/>
              <a:cxnLst>
                <a:cxn ang="0">
                  <a:pos x="T0" y="T1"/>
                </a:cxn>
                <a:cxn ang="0">
                  <a:pos x="T2" y="T3"/>
                </a:cxn>
                <a:cxn ang="0">
                  <a:pos x="T4" y="T5"/>
                </a:cxn>
                <a:cxn ang="0">
                  <a:pos x="T6" y="T7"/>
                </a:cxn>
                <a:cxn ang="0">
                  <a:pos x="T8" y="T9"/>
                </a:cxn>
                <a:cxn ang="0">
                  <a:pos x="T10" y="T11"/>
                </a:cxn>
                <a:cxn ang="0">
                  <a:pos x="T12" y="T13"/>
                </a:cxn>
              </a:cxnLst>
              <a:rect l="0" t="0" r="r" b="b"/>
              <a:pathLst>
                <a:path w="90" h="44">
                  <a:moveTo>
                    <a:pt x="15" y="4"/>
                  </a:moveTo>
                  <a:cubicBezTo>
                    <a:pt x="12" y="4"/>
                    <a:pt x="9" y="3"/>
                    <a:pt x="7" y="3"/>
                  </a:cubicBezTo>
                  <a:cubicBezTo>
                    <a:pt x="2" y="10"/>
                    <a:pt x="0" y="19"/>
                    <a:pt x="4" y="27"/>
                  </a:cubicBezTo>
                  <a:cubicBezTo>
                    <a:pt x="8" y="37"/>
                    <a:pt x="18" y="44"/>
                    <a:pt x="28" y="44"/>
                  </a:cubicBezTo>
                  <a:cubicBezTo>
                    <a:pt x="31" y="44"/>
                    <a:pt x="35" y="43"/>
                    <a:pt x="38" y="42"/>
                  </a:cubicBezTo>
                  <a:cubicBezTo>
                    <a:pt x="40" y="41"/>
                    <a:pt x="64" y="30"/>
                    <a:pt x="90" y="0"/>
                  </a:cubicBezTo>
                  <a:cubicBezTo>
                    <a:pt x="63" y="2"/>
                    <a:pt x="38" y="4"/>
                    <a:pt x="15"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148"/>
            <p:cNvSpPr>
              <a:spLocks/>
            </p:cNvSpPr>
            <p:nvPr/>
          </p:nvSpPr>
          <p:spPr bwMode="auto">
            <a:xfrm>
              <a:off x="3105150" y="5476875"/>
              <a:ext cx="244475" cy="98425"/>
            </a:xfrm>
            <a:custGeom>
              <a:avLst/>
              <a:gdLst>
                <a:gd name="T0" fmla="*/ 120 w 141"/>
                <a:gd name="T1" fmla="*/ 0 h 57"/>
                <a:gd name="T2" fmla="*/ 117 w 141"/>
                <a:gd name="T3" fmla="*/ 2 h 57"/>
                <a:gd name="T4" fmla="*/ 0 w 141"/>
                <a:gd name="T5" fmla="*/ 45 h 57"/>
                <a:gd name="T6" fmla="*/ 66 w 141"/>
                <a:gd name="T7" fmla="*/ 57 h 57"/>
                <a:gd name="T8" fmla="*/ 119 w 141"/>
                <a:gd name="T9" fmla="*/ 51 h 57"/>
                <a:gd name="T10" fmla="*/ 138 w 141"/>
                <a:gd name="T11" fmla="*/ 20 h 57"/>
                <a:gd name="T12" fmla="*/ 120 w 141"/>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141" h="57">
                  <a:moveTo>
                    <a:pt x="120" y="0"/>
                  </a:moveTo>
                  <a:cubicBezTo>
                    <a:pt x="119" y="1"/>
                    <a:pt x="118" y="2"/>
                    <a:pt x="117" y="2"/>
                  </a:cubicBezTo>
                  <a:cubicBezTo>
                    <a:pt x="88" y="16"/>
                    <a:pt x="47" y="30"/>
                    <a:pt x="0" y="45"/>
                  </a:cubicBezTo>
                  <a:cubicBezTo>
                    <a:pt x="19" y="52"/>
                    <a:pt x="40" y="57"/>
                    <a:pt x="66" y="57"/>
                  </a:cubicBezTo>
                  <a:cubicBezTo>
                    <a:pt x="82" y="57"/>
                    <a:pt x="99" y="55"/>
                    <a:pt x="119" y="51"/>
                  </a:cubicBezTo>
                  <a:cubicBezTo>
                    <a:pt x="133" y="48"/>
                    <a:pt x="141" y="34"/>
                    <a:pt x="138" y="20"/>
                  </a:cubicBezTo>
                  <a:cubicBezTo>
                    <a:pt x="136" y="10"/>
                    <a:pt x="129" y="3"/>
                    <a:pt x="12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149"/>
            <p:cNvSpPr>
              <a:spLocks/>
            </p:cNvSpPr>
            <p:nvPr/>
          </p:nvSpPr>
          <p:spPr bwMode="auto">
            <a:xfrm>
              <a:off x="2849563" y="5243513"/>
              <a:ext cx="227012" cy="236538"/>
            </a:xfrm>
            <a:custGeom>
              <a:avLst/>
              <a:gdLst>
                <a:gd name="T0" fmla="*/ 25 w 131"/>
                <a:gd name="T1" fmla="*/ 3 h 137"/>
                <a:gd name="T2" fmla="*/ 0 w 131"/>
                <a:gd name="T3" fmla="*/ 0 h 137"/>
                <a:gd name="T4" fmla="*/ 51 w 131"/>
                <a:gd name="T5" fmla="*/ 68 h 137"/>
                <a:gd name="T6" fmla="*/ 29 w 131"/>
                <a:gd name="T7" fmla="*/ 137 h 137"/>
                <a:gd name="T8" fmla="*/ 60 w 131"/>
                <a:gd name="T9" fmla="*/ 130 h 137"/>
                <a:gd name="T10" fmla="*/ 54 w 131"/>
                <a:gd name="T11" fmla="*/ 100 h 137"/>
                <a:gd name="T12" fmla="*/ 74 w 131"/>
                <a:gd name="T13" fmla="*/ 126 h 137"/>
                <a:gd name="T14" fmla="*/ 131 w 131"/>
                <a:gd name="T15" fmla="*/ 109 h 137"/>
                <a:gd name="T16" fmla="*/ 85 w 131"/>
                <a:gd name="T17" fmla="*/ 54 h 137"/>
                <a:gd name="T18" fmla="*/ 25 w 131"/>
                <a:gd name="T19" fmla="*/ 3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1" h="137">
                  <a:moveTo>
                    <a:pt x="25" y="3"/>
                  </a:moveTo>
                  <a:cubicBezTo>
                    <a:pt x="15" y="2"/>
                    <a:pt x="6" y="1"/>
                    <a:pt x="0" y="0"/>
                  </a:cubicBezTo>
                  <a:cubicBezTo>
                    <a:pt x="27" y="12"/>
                    <a:pt x="47" y="37"/>
                    <a:pt x="51" y="68"/>
                  </a:cubicBezTo>
                  <a:cubicBezTo>
                    <a:pt x="55" y="94"/>
                    <a:pt x="46" y="119"/>
                    <a:pt x="29" y="137"/>
                  </a:cubicBezTo>
                  <a:cubicBezTo>
                    <a:pt x="40" y="135"/>
                    <a:pt x="50" y="132"/>
                    <a:pt x="60" y="130"/>
                  </a:cubicBezTo>
                  <a:cubicBezTo>
                    <a:pt x="54" y="100"/>
                    <a:pt x="54" y="100"/>
                    <a:pt x="54" y="100"/>
                  </a:cubicBezTo>
                  <a:cubicBezTo>
                    <a:pt x="60" y="108"/>
                    <a:pt x="67" y="117"/>
                    <a:pt x="74" y="126"/>
                  </a:cubicBezTo>
                  <a:cubicBezTo>
                    <a:pt x="94" y="120"/>
                    <a:pt x="114" y="115"/>
                    <a:pt x="131" y="109"/>
                  </a:cubicBezTo>
                  <a:cubicBezTo>
                    <a:pt x="112" y="93"/>
                    <a:pt x="98" y="72"/>
                    <a:pt x="85" y="54"/>
                  </a:cubicBezTo>
                  <a:cubicBezTo>
                    <a:pt x="67" y="27"/>
                    <a:pt x="51" y="5"/>
                    <a:pt x="2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150"/>
            <p:cNvSpPr>
              <a:spLocks/>
            </p:cNvSpPr>
            <p:nvPr/>
          </p:nvSpPr>
          <p:spPr bwMode="auto">
            <a:xfrm>
              <a:off x="2451100" y="5235575"/>
              <a:ext cx="301625" cy="320675"/>
            </a:xfrm>
            <a:custGeom>
              <a:avLst/>
              <a:gdLst>
                <a:gd name="T0" fmla="*/ 163 w 174"/>
                <a:gd name="T1" fmla="*/ 162 h 185"/>
                <a:gd name="T2" fmla="*/ 111 w 174"/>
                <a:gd name="T3" fmla="*/ 95 h 185"/>
                <a:gd name="T4" fmla="*/ 128 w 174"/>
                <a:gd name="T5" fmla="*/ 31 h 185"/>
                <a:gd name="T6" fmla="*/ 174 w 174"/>
                <a:gd name="T7" fmla="*/ 0 h 185"/>
                <a:gd name="T8" fmla="*/ 11 w 174"/>
                <a:gd name="T9" fmla="*/ 155 h 185"/>
                <a:gd name="T10" fmla="*/ 0 w 174"/>
                <a:gd name="T11" fmla="*/ 185 h 185"/>
                <a:gd name="T12" fmla="*/ 163 w 174"/>
                <a:gd name="T13" fmla="*/ 162 h 185"/>
              </a:gdLst>
              <a:ahLst/>
              <a:cxnLst>
                <a:cxn ang="0">
                  <a:pos x="T0" y="T1"/>
                </a:cxn>
                <a:cxn ang="0">
                  <a:pos x="T2" y="T3"/>
                </a:cxn>
                <a:cxn ang="0">
                  <a:pos x="T4" y="T5"/>
                </a:cxn>
                <a:cxn ang="0">
                  <a:pos x="T6" y="T7"/>
                </a:cxn>
                <a:cxn ang="0">
                  <a:pos x="T8" y="T9"/>
                </a:cxn>
                <a:cxn ang="0">
                  <a:pos x="T10" y="T11"/>
                </a:cxn>
                <a:cxn ang="0">
                  <a:pos x="T12" y="T13"/>
                </a:cxn>
              </a:cxnLst>
              <a:rect l="0" t="0" r="r" b="b"/>
              <a:pathLst>
                <a:path w="174" h="185">
                  <a:moveTo>
                    <a:pt x="163" y="162"/>
                  </a:moveTo>
                  <a:cubicBezTo>
                    <a:pt x="135" y="151"/>
                    <a:pt x="115" y="125"/>
                    <a:pt x="111" y="95"/>
                  </a:cubicBezTo>
                  <a:cubicBezTo>
                    <a:pt x="108" y="72"/>
                    <a:pt x="114" y="49"/>
                    <a:pt x="128" y="31"/>
                  </a:cubicBezTo>
                  <a:cubicBezTo>
                    <a:pt x="139" y="15"/>
                    <a:pt x="156" y="5"/>
                    <a:pt x="174" y="0"/>
                  </a:cubicBezTo>
                  <a:cubicBezTo>
                    <a:pt x="141" y="0"/>
                    <a:pt x="55" y="6"/>
                    <a:pt x="11" y="155"/>
                  </a:cubicBezTo>
                  <a:cubicBezTo>
                    <a:pt x="8" y="166"/>
                    <a:pt x="4" y="176"/>
                    <a:pt x="0" y="185"/>
                  </a:cubicBezTo>
                  <a:cubicBezTo>
                    <a:pt x="52" y="181"/>
                    <a:pt x="108" y="173"/>
                    <a:pt x="163" y="1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151"/>
            <p:cNvSpPr>
              <a:spLocks/>
            </p:cNvSpPr>
            <p:nvPr/>
          </p:nvSpPr>
          <p:spPr bwMode="auto">
            <a:xfrm>
              <a:off x="2967038" y="5589588"/>
              <a:ext cx="53975" cy="212725"/>
            </a:xfrm>
            <a:custGeom>
              <a:avLst/>
              <a:gdLst>
                <a:gd name="T0" fmla="*/ 31 w 31"/>
                <a:gd name="T1" fmla="*/ 123 h 123"/>
                <a:gd name="T2" fmla="*/ 6 w 31"/>
                <a:gd name="T3" fmla="*/ 0 h 123"/>
                <a:gd name="T4" fmla="*/ 0 w 31"/>
                <a:gd name="T5" fmla="*/ 2 h 123"/>
                <a:gd name="T6" fmla="*/ 31 w 31"/>
                <a:gd name="T7" fmla="*/ 123 h 123"/>
              </a:gdLst>
              <a:ahLst/>
              <a:cxnLst>
                <a:cxn ang="0">
                  <a:pos x="T0" y="T1"/>
                </a:cxn>
                <a:cxn ang="0">
                  <a:pos x="T2" y="T3"/>
                </a:cxn>
                <a:cxn ang="0">
                  <a:pos x="T4" y="T5"/>
                </a:cxn>
                <a:cxn ang="0">
                  <a:pos x="T6" y="T7"/>
                </a:cxn>
              </a:cxnLst>
              <a:rect l="0" t="0" r="r" b="b"/>
              <a:pathLst>
                <a:path w="31" h="123">
                  <a:moveTo>
                    <a:pt x="31" y="123"/>
                  </a:moveTo>
                  <a:cubicBezTo>
                    <a:pt x="6" y="0"/>
                    <a:pt x="6" y="0"/>
                    <a:pt x="6" y="0"/>
                  </a:cubicBezTo>
                  <a:cubicBezTo>
                    <a:pt x="4" y="1"/>
                    <a:pt x="2" y="1"/>
                    <a:pt x="0" y="2"/>
                  </a:cubicBezTo>
                  <a:cubicBezTo>
                    <a:pt x="1" y="68"/>
                    <a:pt x="14" y="116"/>
                    <a:pt x="31"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152"/>
            <p:cNvSpPr>
              <a:spLocks/>
            </p:cNvSpPr>
            <p:nvPr/>
          </p:nvSpPr>
          <p:spPr bwMode="auto">
            <a:xfrm>
              <a:off x="2459038" y="5649913"/>
              <a:ext cx="293687" cy="388938"/>
            </a:xfrm>
            <a:custGeom>
              <a:avLst/>
              <a:gdLst>
                <a:gd name="T0" fmla="*/ 159 w 170"/>
                <a:gd name="T1" fmla="*/ 116 h 225"/>
                <a:gd name="T2" fmla="*/ 138 w 170"/>
                <a:gd name="T3" fmla="*/ 0 h 225"/>
                <a:gd name="T4" fmla="*/ 37 w 170"/>
                <a:gd name="T5" fmla="*/ 15 h 225"/>
                <a:gd name="T6" fmla="*/ 0 w 170"/>
                <a:gd name="T7" fmla="*/ 196 h 225"/>
                <a:gd name="T8" fmla="*/ 90 w 170"/>
                <a:gd name="T9" fmla="*/ 225 h 225"/>
                <a:gd name="T10" fmla="*/ 159 w 170"/>
                <a:gd name="T11" fmla="*/ 116 h 225"/>
              </a:gdLst>
              <a:ahLst/>
              <a:cxnLst>
                <a:cxn ang="0">
                  <a:pos x="T0" y="T1"/>
                </a:cxn>
                <a:cxn ang="0">
                  <a:pos x="T2" y="T3"/>
                </a:cxn>
                <a:cxn ang="0">
                  <a:pos x="T4" y="T5"/>
                </a:cxn>
                <a:cxn ang="0">
                  <a:pos x="T6" y="T7"/>
                </a:cxn>
                <a:cxn ang="0">
                  <a:pos x="T8" y="T9"/>
                </a:cxn>
                <a:cxn ang="0">
                  <a:pos x="T10" y="T11"/>
                </a:cxn>
              </a:cxnLst>
              <a:rect l="0" t="0" r="r" b="b"/>
              <a:pathLst>
                <a:path w="170" h="225">
                  <a:moveTo>
                    <a:pt x="159" y="116"/>
                  </a:moveTo>
                  <a:cubicBezTo>
                    <a:pt x="170" y="108"/>
                    <a:pt x="168" y="68"/>
                    <a:pt x="138" y="0"/>
                  </a:cubicBezTo>
                  <a:cubicBezTo>
                    <a:pt x="102" y="6"/>
                    <a:pt x="69" y="11"/>
                    <a:pt x="37" y="15"/>
                  </a:cubicBezTo>
                  <a:cubicBezTo>
                    <a:pt x="0" y="196"/>
                    <a:pt x="0" y="196"/>
                    <a:pt x="0" y="196"/>
                  </a:cubicBezTo>
                  <a:cubicBezTo>
                    <a:pt x="0" y="196"/>
                    <a:pt x="31" y="214"/>
                    <a:pt x="90" y="225"/>
                  </a:cubicBezTo>
                  <a:cubicBezTo>
                    <a:pt x="98" y="202"/>
                    <a:pt x="123" y="142"/>
                    <a:pt x="159" y="1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153"/>
            <p:cNvSpPr>
              <a:spLocks/>
            </p:cNvSpPr>
            <p:nvPr/>
          </p:nvSpPr>
          <p:spPr bwMode="auto">
            <a:xfrm>
              <a:off x="2611438" y="4906963"/>
              <a:ext cx="296862" cy="298450"/>
            </a:xfrm>
            <a:custGeom>
              <a:avLst/>
              <a:gdLst>
                <a:gd name="T0" fmla="*/ 114 w 172"/>
                <a:gd name="T1" fmla="*/ 167 h 172"/>
                <a:gd name="T2" fmla="*/ 172 w 172"/>
                <a:gd name="T3" fmla="*/ 86 h 172"/>
                <a:gd name="T4" fmla="*/ 86 w 172"/>
                <a:gd name="T5" fmla="*/ 0 h 172"/>
                <a:gd name="T6" fmla="*/ 0 w 172"/>
                <a:gd name="T7" fmla="*/ 86 h 172"/>
                <a:gd name="T8" fmla="*/ 58 w 172"/>
                <a:gd name="T9" fmla="*/ 167 h 172"/>
                <a:gd name="T10" fmla="*/ 86 w 172"/>
                <a:gd name="T11" fmla="*/ 172 h 172"/>
                <a:gd name="T12" fmla="*/ 114 w 172"/>
                <a:gd name="T13" fmla="*/ 167 h 172"/>
              </a:gdLst>
              <a:ahLst/>
              <a:cxnLst>
                <a:cxn ang="0">
                  <a:pos x="T0" y="T1"/>
                </a:cxn>
                <a:cxn ang="0">
                  <a:pos x="T2" y="T3"/>
                </a:cxn>
                <a:cxn ang="0">
                  <a:pos x="T4" y="T5"/>
                </a:cxn>
                <a:cxn ang="0">
                  <a:pos x="T6" y="T7"/>
                </a:cxn>
                <a:cxn ang="0">
                  <a:pos x="T8" y="T9"/>
                </a:cxn>
                <a:cxn ang="0">
                  <a:pos x="T10" y="T11"/>
                </a:cxn>
                <a:cxn ang="0">
                  <a:pos x="T12" y="T13"/>
                </a:cxn>
              </a:cxnLst>
              <a:rect l="0" t="0" r="r" b="b"/>
              <a:pathLst>
                <a:path w="172" h="172">
                  <a:moveTo>
                    <a:pt x="114" y="167"/>
                  </a:moveTo>
                  <a:cubicBezTo>
                    <a:pt x="148" y="155"/>
                    <a:pt x="172" y="123"/>
                    <a:pt x="172" y="86"/>
                  </a:cubicBezTo>
                  <a:cubicBezTo>
                    <a:pt x="172" y="38"/>
                    <a:pt x="133" y="0"/>
                    <a:pt x="86" y="0"/>
                  </a:cubicBezTo>
                  <a:cubicBezTo>
                    <a:pt x="38" y="0"/>
                    <a:pt x="0" y="38"/>
                    <a:pt x="0" y="86"/>
                  </a:cubicBezTo>
                  <a:cubicBezTo>
                    <a:pt x="0" y="124"/>
                    <a:pt x="24" y="156"/>
                    <a:pt x="58" y="167"/>
                  </a:cubicBezTo>
                  <a:cubicBezTo>
                    <a:pt x="67" y="170"/>
                    <a:pt x="76" y="172"/>
                    <a:pt x="86" y="172"/>
                  </a:cubicBezTo>
                  <a:cubicBezTo>
                    <a:pt x="96" y="172"/>
                    <a:pt x="105" y="170"/>
                    <a:pt x="114" y="1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154"/>
            <p:cNvSpPr>
              <a:spLocks/>
            </p:cNvSpPr>
            <p:nvPr/>
          </p:nvSpPr>
          <p:spPr bwMode="auto">
            <a:xfrm>
              <a:off x="2973388" y="6046788"/>
              <a:ext cx="315912" cy="349250"/>
            </a:xfrm>
            <a:custGeom>
              <a:avLst/>
              <a:gdLst>
                <a:gd name="T0" fmla="*/ 0 w 183"/>
                <a:gd name="T1" fmla="*/ 22 h 202"/>
                <a:gd name="T2" fmla="*/ 95 w 183"/>
                <a:gd name="T3" fmla="*/ 164 h 202"/>
                <a:gd name="T4" fmla="*/ 175 w 183"/>
                <a:gd name="T5" fmla="*/ 198 h 202"/>
                <a:gd name="T6" fmla="*/ 179 w 183"/>
                <a:gd name="T7" fmla="*/ 180 h 202"/>
                <a:gd name="T8" fmla="*/ 133 w 183"/>
                <a:gd name="T9" fmla="*/ 112 h 202"/>
                <a:gd name="T10" fmla="*/ 132 w 183"/>
                <a:gd name="T11" fmla="*/ 110 h 202"/>
                <a:gd name="T12" fmla="*/ 59 w 183"/>
                <a:gd name="T13" fmla="*/ 0 h 202"/>
                <a:gd name="T14" fmla="*/ 0 w 183"/>
                <a:gd name="T15" fmla="*/ 22 h 2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3" h="202">
                  <a:moveTo>
                    <a:pt x="0" y="22"/>
                  </a:moveTo>
                  <a:cubicBezTo>
                    <a:pt x="95" y="164"/>
                    <a:pt x="95" y="164"/>
                    <a:pt x="95" y="164"/>
                  </a:cubicBezTo>
                  <a:cubicBezTo>
                    <a:pt x="105" y="178"/>
                    <a:pt x="169" y="202"/>
                    <a:pt x="175" y="198"/>
                  </a:cubicBezTo>
                  <a:cubicBezTo>
                    <a:pt x="181" y="194"/>
                    <a:pt x="183" y="186"/>
                    <a:pt x="179" y="180"/>
                  </a:cubicBezTo>
                  <a:cubicBezTo>
                    <a:pt x="133" y="112"/>
                    <a:pt x="133" y="112"/>
                    <a:pt x="133" y="112"/>
                  </a:cubicBezTo>
                  <a:cubicBezTo>
                    <a:pt x="133" y="111"/>
                    <a:pt x="132" y="111"/>
                    <a:pt x="132" y="110"/>
                  </a:cubicBezTo>
                  <a:cubicBezTo>
                    <a:pt x="59" y="0"/>
                    <a:pt x="59" y="0"/>
                    <a:pt x="59" y="0"/>
                  </a:cubicBezTo>
                  <a:cubicBezTo>
                    <a:pt x="41" y="8"/>
                    <a:pt x="21" y="16"/>
                    <a:pt x="0"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155"/>
            <p:cNvSpPr>
              <a:spLocks/>
            </p:cNvSpPr>
            <p:nvPr/>
          </p:nvSpPr>
          <p:spPr bwMode="auto">
            <a:xfrm>
              <a:off x="2770188" y="6099175"/>
              <a:ext cx="122237" cy="393700"/>
            </a:xfrm>
            <a:custGeom>
              <a:avLst/>
              <a:gdLst>
                <a:gd name="T0" fmla="*/ 71 w 71"/>
                <a:gd name="T1" fmla="*/ 0 h 228"/>
                <a:gd name="T2" fmla="*/ 35 w 71"/>
                <a:gd name="T3" fmla="*/ 2 h 228"/>
                <a:gd name="T4" fmla="*/ 11 w 71"/>
                <a:gd name="T5" fmla="*/ 1 h 228"/>
                <a:gd name="T6" fmla="*/ 5 w 71"/>
                <a:gd name="T7" fmla="*/ 130 h 228"/>
                <a:gd name="T8" fmla="*/ 4 w 71"/>
                <a:gd name="T9" fmla="*/ 132 h 228"/>
                <a:gd name="T10" fmla="*/ 1 w 71"/>
                <a:gd name="T11" fmla="*/ 214 h 228"/>
                <a:gd name="T12" fmla="*/ 13 w 71"/>
                <a:gd name="T13" fmla="*/ 227 h 228"/>
                <a:gd name="T14" fmla="*/ 64 w 71"/>
                <a:gd name="T15" fmla="*/ 157 h 228"/>
                <a:gd name="T16" fmla="*/ 71 w 71"/>
                <a:gd name="T17" fmla="*/ 0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 h="228">
                  <a:moveTo>
                    <a:pt x="71" y="0"/>
                  </a:moveTo>
                  <a:cubicBezTo>
                    <a:pt x="60" y="1"/>
                    <a:pt x="48" y="2"/>
                    <a:pt x="35" y="2"/>
                  </a:cubicBezTo>
                  <a:cubicBezTo>
                    <a:pt x="27" y="2"/>
                    <a:pt x="19" y="1"/>
                    <a:pt x="11" y="1"/>
                  </a:cubicBezTo>
                  <a:cubicBezTo>
                    <a:pt x="5" y="130"/>
                    <a:pt x="5" y="130"/>
                    <a:pt x="5" y="130"/>
                  </a:cubicBezTo>
                  <a:cubicBezTo>
                    <a:pt x="5" y="130"/>
                    <a:pt x="4" y="131"/>
                    <a:pt x="4" y="132"/>
                  </a:cubicBezTo>
                  <a:cubicBezTo>
                    <a:pt x="1" y="214"/>
                    <a:pt x="1" y="214"/>
                    <a:pt x="1" y="214"/>
                  </a:cubicBezTo>
                  <a:cubicBezTo>
                    <a:pt x="0" y="221"/>
                    <a:pt x="6" y="227"/>
                    <a:pt x="13" y="227"/>
                  </a:cubicBezTo>
                  <a:cubicBezTo>
                    <a:pt x="20" y="228"/>
                    <a:pt x="63" y="174"/>
                    <a:pt x="64" y="157"/>
                  </a:cubicBezTo>
                  <a:lnTo>
                    <a:pt x="7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156"/>
            <p:cNvSpPr>
              <a:spLocks/>
            </p:cNvSpPr>
            <p:nvPr/>
          </p:nvSpPr>
          <p:spPr bwMode="auto">
            <a:xfrm>
              <a:off x="2311400" y="5381625"/>
              <a:ext cx="1012825" cy="711200"/>
            </a:xfrm>
            <a:custGeom>
              <a:avLst/>
              <a:gdLst>
                <a:gd name="T0" fmla="*/ 569 w 585"/>
                <a:gd name="T1" fmla="*/ 44 h 411"/>
                <a:gd name="T2" fmla="*/ 580 w 585"/>
                <a:gd name="T3" fmla="*/ 16 h 411"/>
                <a:gd name="T4" fmla="*/ 551 w 585"/>
                <a:gd name="T5" fmla="*/ 5 h 411"/>
                <a:gd name="T6" fmla="*/ 330 w 585"/>
                <a:gd name="T7" fmla="*/ 75 h 411"/>
                <a:gd name="T8" fmla="*/ 298 w 585"/>
                <a:gd name="T9" fmla="*/ 114 h 411"/>
                <a:gd name="T10" fmla="*/ 251 w 585"/>
                <a:gd name="T11" fmla="*/ 92 h 411"/>
                <a:gd name="T12" fmla="*/ 21 w 585"/>
                <a:gd name="T13" fmla="*/ 118 h 411"/>
                <a:gd name="T14" fmla="*/ 0 w 585"/>
                <a:gd name="T15" fmla="*/ 140 h 411"/>
                <a:gd name="T16" fmla="*/ 21 w 585"/>
                <a:gd name="T17" fmla="*/ 161 h 411"/>
                <a:gd name="T18" fmla="*/ 22 w 585"/>
                <a:gd name="T19" fmla="*/ 161 h 411"/>
                <a:gd name="T20" fmla="*/ 231 w 585"/>
                <a:gd name="T21" fmla="*/ 139 h 411"/>
                <a:gd name="T22" fmla="*/ 252 w 585"/>
                <a:gd name="T23" fmla="*/ 283 h 411"/>
                <a:gd name="T24" fmla="*/ 186 w 585"/>
                <a:gd name="T25" fmla="*/ 393 h 411"/>
                <a:gd name="T26" fmla="*/ 347 w 585"/>
                <a:gd name="T27" fmla="*/ 402 h 411"/>
                <a:gd name="T28" fmla="*/ 497 w 585"/>
                <a:gd name="T29" fmla="*/ 341 h 411"/>
                <a:gd name="T30" fmla="*/ 405 w 585"/>
                <a:gd name="T31" fmla="*/ 257 h 411"/>
                <a:gd name="T32" fmla="*/ 364 w 585"/>
                <a:gd name="T33" fmla="*/ 111 h 411"/>
                <a:gd name="T34" fmla="*/ 569 w 585"/>
                <a:gd name="T35" fmla="*/ 44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85" h="411">
                  <a:moveTo>
                    <a:pt x="569" y="44"/>
                  </a:moveTo>
                  <a:cubicBezTo>
                    <a:pt x="580" y="39"/>
                    <a:pt x="585" y="26"/>
                    <a:pt x="580" y="16"/>
                  </a:cubicBezTo>
                  <a:cubicBezTo>
                    <a:pt x="575" y="5"/>
                    <a:pt x="562" y="0"/>
                    <a:pt x="551" y="5"/>
                  </a:cubicBezTo>
                  <a:cubicBezTo>
                    <a:pt x="505" y="27"/>
                    <a:pt x="423" y="53"/>
                    <a:pt x="330" y="75"/>
                  </a:cubicBezTo>
                  <a:cubicBezTo>
                    <a:pt x="327" y="83"/>
                    <a:pt x="317" y="110"/>
                    <a:pt x="298" y="114"/>
                  </a:cubicBezTo>
                  <a:cubicBezTo>
                    <a:pt x="277" y="119"/>
                    <a:pt x="254" y="96"/>
                    <a:pt x="251" y="92"/>
                  </a:cubicBezTo>
                  <a:cubicBezTo>
                    <a:pt x="172" y="107"/>
                    <a:pt x="91" y="118"/>
                    <a:pt x="21" y="118"/>
                  </a:cubicBezTo>
                  <a:cubicBezTo>
                    <a:pt x="10" y="118"/>
                    <a:pt x="0" y="128"/>
                    <a:pt x="0" y="140"/>
                  </a:cubicBezTo>
                  <a:cubicBezTo>
                    <a:pt x="0" y="151"/>
                    <a:pt x="10" y="161"/>
                    <a:pt x="21" y="161"/>
                  </a:cubicBezTo>
                  <a:cubicBezTo>
                    <a:pt x="21" y="161"/>
                    <a:pt x="22" y="161"/>
                    <a:pt x="22" y="161"/>
                  </a:cubicBezTo>
                  <a:cubicBezTo>
                    <a:pt x="85" y="160"/>
                    <a:pt x="158" y="152"/>
                    <a:pt x="231" y="139"/>
                  </a:cubicBezTo>
                  <a:cubicBezTo>
                    <a:pt x="248" y="175"/>
                    <a:pt x="283" y="260"/>
                    <a:pt x="252" y="283"/>
                  </a:cubicBezTo>
                  <a:cubicBezTo>
                    <a:pt x="213" y="312"/>
                    <a:pt x="186" y="393"/>
                    <a:pt x="186" y="393"/>
                  </a:cubicBezTo>
                  <a:cubicBezTo>
                    <a:pt x="186" y="393"/>
                    <a:pt x="274" y="411"/>
                    <a:pt x="347" y="402"/>
                  </a:cubicBezTo>
                  <a:cubicBezTo>
                    <a:pt x="421" y="392"/>
                    <a:pt x="497" y="341"/>
                    <a:pt x="497" y="341"/>
                  </a:cubicBezTo>
                  <a:cubicBezTo>
                    <a:pt x="497" y="341"/>
                    <a:pt x="452" y="275"/>
                    <a:pt x="405" y="257"/>
                  </a:cubicBezTo>
                  <a:cubicBezTo>
                    <a:pt x="369" y="243"/>
                    <a:pt x="364" y="152"/>
                    <a:pt x="364" y="111"/>
                  </a:cubicBezTo>
                  <a:cubicBezTo>
                    <a:pt x="450" y="89"/>
                    <a:pt x="525" y="64"/>
                    <a:pt x="569"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157"/>
            <p:cNvSpPr>
              <a:spLocks/>
            </p:cNvSpPr>
            <p:nvPr/>
          </p:nvSpPr>
          <p:spPr bwMode="auto">
            <a:xfrm>
              <a:off x="2659063" y="5248275"/>
              <a:ext cx="263525" cy="263525"/>
            </a:xfrm>
            <a:custGeom>
              <a:avLst/>
              <a:gdLst>
                <a:gd name="T0" fmla="*/ 5 w 152"/>
                <a:gd name="T1" fmla="*/ 86 h 152"/>
                <a:gd name="T2" fmla="*/ 85 w 152"/>
                <a:gd name="T3" fmla="*/ 147 h 152"/>
                <a:gd name="T4" fmla="*/ 147 w 152"/>
                <a:gd name="T5" fmla="*/ 67 h 152"/>
                <a:gd name="T6" fmla="*/ 66 w 152"/>
                <a:gd name="T7" fmla="*/ 5 h 152"/>
                <a:gd name="T8" fmla="*/ 5 w 152"/>
                <a:gd name="T9" fmla="*/ 86 h 152"/>
              </a:gdLst>
              <a:ahLst/>
              <a:cxnLst>
                <a:cxn ang="0">
                  <a:pos x="T0" y="T1"/>
                </a:cxn>
                <a:cxn ang="0">
                  <a:pos x="T2" y="T3"/>
                </a:cxn>
                <a:cxn ang="0">
                  <a:pos x="T4" y="T5"/>
                </a:cxn>
                <a:cxn ang="0">
                  <a:pos x="T6" y="T7"/>
                </a:cxn>
                <a:cxn ang="0">
                  <a:pos x="T8" y="T9"/>
                </a:cxn>
              </a:cxnLst>
              <a:rect l="0" t="0" r="r" b="b"/>
              <a:pathLst>
                <a:path w="152" h="152">
                  <a:moveTo>
                    <a:pt x="5" y="86"/>
                  </a:moveTo>
                  <a:cubicBezTo>
                    <a:pt x="11" y="125"/>
                    <a:pt x="46" y="152"/>
                    <a:pt x="85" y="147"/>
                  </a:cubicBezTo>
                  <a:cubicBezTo>
                    <a:pt x="124" y="141"/>
                    <a:pt x="152" y="106"/>
                    <a:pt x="147" y="67"/>
                  </a:cubicBezTo>
                  <a:cubicBezTo>
                    <a:pt x="141" y="28"/>
                    <a:pt x="105" y="0"/>
                    <a:pt x="66" y="5"/>
                  </a:cubicBezTo>
                  <a:cubicBezTo>
                    <a:pt x="27" y="11"/>
                    <a:pt x="0" y="47"/>
                    <a:pt x="5" y="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63" name="组合 162"/>
          <p:cNvGrpSpPr/>
          <p:nvPr/>
        </p:nvGrpSpPr>
        <p:grpSpPr>
          <a:xfrm>
            <a:off x="2363788" y="2720975"/>
            <a:ext cx="1385887" cy="1682751"/>
            <a:chOff x="2363788" y="2720975"/>
            <a:chExt cx="1385887" cy="1682751"/>
          </a:xfrm>
          <a:solidFill>
            <a:schemeClr val="tx1">
              <a:lumMod val="65000"/>
              <a:lumOff val="35000"/>
            </a:schemeClr>
          </a:solidFill>
        </p:grpSpPr>
        <p:sp>
          <p:nvSpPr>
            <p:cNvPr id="164" name="Freeform 158"/>
            <p:cNvSpPr>
              <a:spLocks noEditPoints="1"/>
            </p:cNvSpPr>
            <p:nvPr/>
          </p:nvSpPr>
          <p:spPr bwMode="auto">
            <a:xfrm>
              <a:off x="3378200" y="3338513"/>
              <a:ext cx="371475" cy="1062038"/>
            </a:xfrm>
            <a:custGeom>
              <a:avLst/>
              <a:gdLst>
                <a:gd name="T0" fmla="*/ 201 w 215"/>
                <a:gd name="T1" fmla="*/ 587 h 613"/>
                <a:gd name="T2" fmla="*/ 135 w 215"/>
                <a:gd name="T3" fmla="*/ 591 h 613"/>
                <a:gd name="T4" fmla="*/ 133 w 215"/>
                <a:gd name="T5" fmla="*/ 542 h 613"/>
                <a:gd name="T6" fmla="*/ 138 w 215"/>
                <a:gd name="T7" fmla="*/ 501 h 613"/>
                <a:gd name="T8" fmla="*/ 129 w 215"/>
                <a:gd name="T9" fmla="*/ 452 h 613"/>
                <a:gd name="T10" fmla="*/ 114 w 215"/>
                <a:gd name="T11" fmla="*/ 433 h 613"/>
                <a:gd name="T12" fmla="*/ 138 w 215"/>
                <a:gd name="T13" fmla="*/ 295 h 613"/>
                <a:gd name="T14" fmla="*/ 188 w 215"/>
                <a:gd name="T15" fmla="*/ 242 h 613"/>
                <a:gd name="T16" fmla="*/ 166 w 215"/>
                <a:gd name="T17" fmla="*/ 63 h 613"/>
                <a:gd name="T18" fmla="*/ 73 w 215"/>
                <a:gd name="T19" fmla="*/ 6 h 613"/>
                <a:gd name="T20" fmla="*/ 39 w 215"/>
                <a:gd name="T21" fmla="*/ 41 h 613"/>
                <a:gd name="T22" fmla="*/ 87 w 215"/>
                <a:gd name="T23" fmla="*/ 31 h 613"/>
                <a:gd name="T24" fmla="*/ 95 w 215"/>
                <a:gd name="T25" fmla="*/ 30 h 613"/>
                <a:gd name="T26" fmla="*/ 129 w 215"/>
                <a:gd name="T27" fmla="*/ 57 h 613"/>
                <a:gd name="T28" fmla="*/ 102 w 215"/>
                <a:gd name="T29" fmla="*/ 99 h 613"/>
                <a:gd name="T30" fmla="*/ 47 w 215"/>
                <a:gd name="T31" fmla="*/ 112 h 613"/>
                <a:gd name="T32" fmla="*/ 60 w 215"/>
                <a:gd name="T33" fmla="*/ 248 h 613"/>
                <a:gd name="T34" fmla="*/ 60 w 215"/>
                <a:gd name="T35" fmla="*/ 267 h 613"/>
                <a:gd name="T36" fmla="*/ 32 w 215"/>
                <a:gd name="T37" fmla="*/ 441 h 613"/>
                <a:gd name="T38" fmla="*/ 25 w 215"/>
                <a:gd name="T39" fmla="*/ 446 h 613"/>
                <a:gd name="T40" fmla="*/ 20 w 215"/>
                <a:gd name="T41" fmla="*/ 462 h 613"/>
                <a:gd name="T42" fmla="*/ 31 w 215"/>
                <a:gd name="T43" fmla="*/ 528 h 613"/>
                <a:gd name="T44" fmla="*/ 34 w 215"/>
                <a:gd name="T45" fmla="*/ 537 h 613"/>
                <a:gd name="T46" fmla="*/ 4 w 215"/>
                <a:gd name="T47" fmla="*/ 599 h 613"/>
                <a:gd name="T48" fmla="*/ 208 w 215"/>
                <a:gd name="T49" fmla="*/ 601 h 613"/>
                <a:gd name="T50" fmla="*/ 201 w 215"/>
                <a:gd name="T51" fmla="*/ 587 h 613"/>
                <a:gd name="T52" fmla="*/ 120 w 215"/>
                <a:gd name="T53" fmla="*/ 453 h 613"/>
                <a:gd name="T54" fmla="*/ 129 w 215"/>
                <a:gd name="T55" fmla="*/ 503 h 613"/>
                <a:gd name="T56" fmla="*/ 96 w 215"/>
                <a:gd name="T57" fmla="*/ 559 h 613"/>
                <a:gd name="T58" fmla="*/ 85 w 215"/>
                <a:gd name="T59" fmla="*/ 561 h 613"/>
                <a:gd name="T60" fmla="*/ 40 w 215"/>
                <a:gd name="T61" fmla="*/ 526 h 613"/>
                <a:gd name="T62" fmla="*/ 38 w 215"/>
                <a:gd name="T63" fmla="*/ 518 h 613"/>
                <a:gd name="T64" fmla="*/ 75 w 215"/>
                <a:gd name="T65" fmla="*/ 512 h 613"/>
                <a:gd name="T66" fmla="*/ 74 w 215"/>
                <a:gd name="T67" fmla="*/ 504 h 613"/>
                <a:gd name="T68" fmla="*/ 36 w 215"/>
                <a:gd name="T69" fmla="*/ 511 h 613"/>
                <a:gd name="T70" fmla="*/ 32 w 215"/>
                <a:gd name="T71" fmla="*/ 487 h 613"/>
                <a:gd name="T72" fmla="*/ 68 w 215"/>
                <a:gd name="T73" fmla="*/ 481 h 613"/>
                <a:gd name="T74" fmla="*/ 66 w 215"/>
                <a:gd name="T75" fmla="*/ 473 h 613"/>
                <a:gd name="T76" fmla="*/ 31 w 215"/>
                <a:gd name="T77" fmla="*/ 479 h 613"/>
                <a:gd name="T78" fmla="*/ 29 w 215"/>
                <a:gd name="T79" fmla="*/ 462 h 613"/>
                <a:gd name="T80" fmla="*/ 120 w 215"/>
                <a:gd name="T81" fmla="*/ 453 h 613"/>
                <a:gd name="T82" fmla="*/ 29 w 215"/>
                <a:gd name="T83" fmla="*/ 591 h 613"/>
                <a:gd name="T84" fmla="*/ 46 w 215"/>
                <a:gd name="T85" fmla="*/ 554 h 613"/>
                <a:gd name="T86" fmla="*/ 85 w 215"/>
                <a:gd name="T87" fmla="*/ 570 h 613"/>
                <a:gd name="T88" fmla="*/ 98 w 215"/>
                <a:gd name="T89" fmla="*/ 568 h 613"/>
                <a:gd name="T90" fmla="*/ 113 w 215"/>
                <a:gd name="T91" fmla="*/ 562 h 613"/>
                <a:gd name="T92" fmla="*/ 115 w 215"/>
                <a:gd name="T93" fmla="*/ 592 h 613"/>
                <a:gd name="T94" fmla="*/ 29 w 215"/>
                <a:gd name="T95" fmla="*/ 591 h 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5" h="613">
                  <a:moveTo>
                    <a:pt x="201" y="587"/>
                  </a:moveTo>
                  <a:cubicBezTo>
                    <a:pt x="195" y="587"/>
                    <a:pt x="167" y="589"/>
                    <a:pt x="135" y="591"/>
                  </a:cubicBezTo>
                  <a:cubicBezTo>
                    <a:pt x="133" y="542"/>
                    <a:pt x="133" y="542"/>
                    <a:pt x="133" y="542"/>
                  </a:cubicBezTo>
                  <a:cubicBezTo>
                    <a:pt x="139" y="530"/>
                    <a:pt x="142" y="515"/>
                    <a:pt x="138" y="501"/>
                  </a:cubicBezTo>
                  <a:cubicBezTo>
                    <a:pt x="134" y="485"/>
                    <a:pt x="131" y="468"/>
                    <a:pt x="129" y="452"/>
                  </a:cubicBezTo>
                  <a:cubicBezTo>
                    <a:pt x="129" y="444"/>
                    <a:pt x="123" y="437"/>
                    <a:pt x="114" y="433"/>
                  </a:cubicBezTo>
                  <a:cubicBezTo>
                    <a:pt x="112" y="374"/>
                    <a:pt x="126" y="325"/>
                    <a:pt x="138" y="295"/>
                  </a:cubicBezTo>
                  <a:cubicBezTo>
                    <a:pt x="161" y="290"/>
                    <a:pt x="181" y="277"/>
                    <a:pt x="188" y="242"/>
                  </a:cubicBezTo>
                  <a:cubicBezTo>
                    <a:pt x="196" y="171"/>
                    <a:pt x="191" y="129"/>
                    <a:pt x="166" y="63"/>
                  </a:cubicBezTo>
                  <a:cubicBezTo>
                    <a:pt x="148" y="15"/>
                    <a:pt x="103" y="0"/>
                    <a:pt x="73" y="6"/>
                  </a:cubicBezTo>
                  <a:cubicBezTo>
                    <a:pt x="55" y="9"/>
                    <a:pt x="43" y="24"/>
                    <a:pt x="39" y="41"/>
                  </a:cubicBezTo>
                  <a:cubicBezTo>
                    <a:pt x="87" y="31"/>
                    <a:pt x="87" y="31"/>
                    <a:pt x="87" y="31"/>
                  </a:cubicBezTo>
                  <a:cubicBezTo>
                    <a:pt x="90" y="30"/>
                    <a:pt x="92" y="30"/>
                    <a:pt x="95" y="30"/>
                  </a:cubicBezTo>
                  <a:cubicBezTo>
                    <a:pt x="111" y="30"/>
                    <a:pt x="126" y="41"/>
                    <a:pt x="129" y="57"/>
                  </a:cubicBezTo>
                  <a:cubicBezTo>
                    <a:pt x="133" y="76"/>
                    <a:pt x="121" y="95"/>
                    <a:pt x="102" y="99"/>
                  </a:cubicBezTo>
                  <a:cubicBezTo>
                    <a:pt x="47" y="112"/>
                    <a:pt x="47" y="112"/>
                    <a:pt x="47" y="112"/>
                  </a:cubicBezTo>
                  <a:cubicBezTo>
                    <a:pt x="56" y="153"/>
                    <a:pt x="66" y="204"/>
                    <a:pt x="60" y="248"/>
                  </a:cubicBezTo>
                  <a:cubicBezTo>
                    <a:pt x="60" y="255"/>
                    <a:pt x="60" y="261"/>
                    <a:pt x="60" y="267"/>
                  </a:cubicBezTo>
                  <a:cubicBezTo>
                    <a:pt x="45" y="306"/>
                    <a:pt x="28" y="367"/>
                    <a:pt x="32" y="441"/>
                  </a:cubicBezTo>
                  <a:cubicBezTo>
                    <a:pt x="29" y="443"/>
                    <a:pt x="27" y="444"/>
                    <a:pt x="25" y="446"/>
                  </a:cubicBezTo>
                  <a:cubicBezTo>
                    <a:pt x="20" y="452"/>
                    <a:pt x="19" y="458"/>
                    <a:pt x="20" y="462"/>
                  </a:cubicBezTo>
                  <a:cubicBezTo>
                    <a:pt x="22" y="484"/>
                    <a:pt x="26" y="507"/>
                    <a:pt x="31" y="528"/>
                  </a:cubicBezTo>
                  <a:cubicBezTo>
                    <a:pt x="32" y="531"/>
                    <a:pt x="33" y="534"/>
                    <a:pt x="34" y="537"/>
                  </a:cubicBezTo>
                  <a:cubicBezTo>
                    <a:pt x="23" y="553"/>
                    <a:pt x="0" y="588"/>
                    <a:pt x="4" y="599"/>
                  </a:cubicBezTo>
                  <a:cubicBezTo>
                    <a:pt x="9" y="613"/>
                    <a:pt x="131" y="610"/>
                    <a:pt x="208" y="601"/>
                  </a:cubicBezTo>
                  <a:cubicBezTo>
                    <a:pt x="208" y="601"/>
                    <a:pt x="215" y="585"/>
                    <a:pt x="201" y="587"/>
                  </a:cubicBezTo>
                  <a:close/>
                  <a:moveTo>
                    <a:pt x="120" y="453"/>
                  </a:moveTo>
                  <a:cubicBezTo>
                    <a:pt x="122" y="469"/>
                    <a:pt x="125" y="487"/>
                    <a:pt x="129" y="503"/>
                  </a:cubicBezTo>
                  <a:cubicBezTo>
                    <a:pt x="136" y="528"/>
                    <a:pt x="121" y="553"/>
                    <a:pt x="96" y="559"/>
                  </a:cubicBezTo>
                  <a:cubicBezTo>
                    <a:pt x="92" y="560"/>
                    <a:pt x="88" y="561"/>
                    <a:pt x="85" y="561"/>
                  </a:cubicBezTo>
                  <a:cubicBezTo>
                    <a:pt x="64" y="561"/>
                    <a:pt x="45" y="547"/>
                    <a:pt x="40" y="526"/>
                  </a:cubicBezTo>
                  <a:cubicBezTo>
                    <a:pt x="39" y="523"/>
                    <a:pt x="39" y="521"/>
                    <a:pt x="38" y="518"/>
                  </a:cubicBezTo>
                  <a:cubicBezTo>
                    <a:pt x="75" y="512"/>
                    <a:pt x="75" y="512"/>
                    <a:pt x="75" y="512"/>
                  </a:cubicBezTo>
                  <a:cubicBezTo>
                    <a:pt x="74" y="504"/>
                    <a:pt x="74" y="504"/>
                    <a:pt x="74" y="504"/>
                  </a:cubicBezTo>
                  <a:cubicBezTo>
                    <a:pt x="36" y="511"/>
                    <a:pt x="36" y="511"/>
                    <a:pt x="36" y="511"/>
                  </a:cubicBezTo>
                  <a:cubicBezTo>
                    <a:pt x="35" y="503"/>
                    <a:pt x="33" y="495"/>
                    <a:pt x="32" y="487"/>
                  </a:cubicBezTo>
                  <a:cubicBezTo>
                    <a:pt x="68" y="481"/>
                    <a:pt x="68" y="481"/>
                    <a:pt x="68" y="481"/>
                  </a:cubicBezTo>
                  <a:cubicBezTo>
                    <a:pt x="66" y="473"/>
                    <a:pt x="66" y="473"/>
                    <a:pt x="66" y="473"/>
                  </a:cubicBezTo>
                  <a:cubicBezTo>
                    <a:pt x="31" y="479"/>
                    <a:pt x="31" y="479"/>
                    <a:pt x="31" y="479"/>
                  </a:cubicBezTo>
                  <a:cubicBezTo>
                    <a:pt x="30" y="473"/>
                    <a:pt x="29" y="467"/>
                    <a:pt x="29" y="462"/>
                  </a:cubicBezTo>
                  <a:cubicBezTo>
                    <a:pt x="26" y="436"/>
                    <a:pt x="118" y="427"/>
                    <a:pt x="120" y="453"/>
                  </a:cubicBezTo>
                  <a:close/>
                  <a:moveTo>
                    <a:pt x="29" y="591"/>
                  </a:moveTo>
                  <a:cubicBezTo>
                    <a:pt x="19" y="587"/>
                    <a:pt x="33" y="568"/>
                    <a:pt x="46" y="554"/>
                  </a:cubicBezTo>
                  <a:cubicBezTo>
                    <a:pt x="56" y="564"/>
                    <a:pt x="70" y="570"/>
                    <a:pt x="85" y="570"/>
                  </a:cubicBezTo>
                  <a:cubicBezTo>
                    <a:pt x="89" y="570"/>
                    <a:pt x="94" y="569"/>
                    <a:pt x="98" y="568"/>
                  </a:cubicBezTo>
                  <a:cubicBezTo>
                    <a:pt x="104" y="567"/>
                    <a:pt x="108" y="565"/>
                    <a:pt x="113" y="562"/>
                  </a:cubicBezTo>
                  <a:cubicBezTo>
                    <a:pt x="115" y="592"/>
                    <a:pt x="115" y="592"/>
                    <a:pt x="115" y="592"/>
                  </a:cubicBezTo>
                  <a:cubicBezTo>
                    <a:pt x="76" y="594"/>
                    <a:pt x="38" y="595"/>
                    <a:pt x="29" y="5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159"/>
            <p:cNvSpPr>
              <a:spLocks/>
            </p:cNvSpPr>
            <p:nvPr/>
          </p:nvSpPr>
          <p:spPr bwMode="auto">
            <a:xfrm>
              <a:off x="2789238" y="2720975"/>
              <a:ext cx="346075" cy="346075"/>
            </a:xfrm>
            <a:custGeom>
              <a:avLst/>
              <a:gdLst>
                <a:gd name="T0" fmla="*/ 14 w 200"/>
                <a:gd name="T1" fmla="*/ 76 h 200"/>
                <a:gd name="T2" fmla="*/ 76 w 200"/>
                <a:gd name="T3" fmla="*/ 187 h 200"/>
                <a:gd name="T4" fmla="*/ 187 w 200"/>
                <a:gd name="T5" fmla="*/ 125 h 200"/>
                <a:gd name="T6" fmla="*/ 125 w 200"/>
                <a:gd name="T7" fmla="*/ 14 h 200"/>
                <a:gd name="T8" fmla="*/ 14 w 200"/>
                <a:gd name="T9" fmla="*/ 76 h 200"/>
              </a:gdLst>
              <a:ahLst/>
              <a:cxnLst>
                <a:cxn ang="0">
                  <a:pos x="T0" y="T1"/>
                </a:cxn>
                <a:cxn ang="0">
                  <a:pos x="T2" y="T3"/>
                </a:cxn>
                <a:cxn ang="0">
                  <a:pos x="T4" y="T5"/>
                </a:cxn>
                <a:cxn ang="0">
                  <a:pos x="T6" y="T7"/>
                </a:cxn>
                <a:cxn ang="0">
                  <a:pos x="T8" y="T9"/>
                </a:cxn>
              </a:cxnLst>
              <a:rect l="0" t="0" r="r" b="b"/>
              <a:pathLst>
                <a:path w="200" h="200">
                  <a:moveTo>
                    <a:pt x="14" y="76"/>
                  </a:moveTo>
                  <a:cubicBezTo>
                    <a:pt x="0" y="124"/>
                    <a:pt x="28" y="173"/>
                    <a:pt x="76" y="187"/>
                  </a:cubicBezTo>
                  <a:cubicBezTo>
                    <a:pt x="124" y="200"/>
                    <a:pt x="174" y="172"/>
                    <a:pt x="187" y="125"/>
                  </a:cubicBezTo>
                  <a:cubicBezTo>
                    <a:pt x="200" y="77"/>
                    <a:pt x="173" y="27"/>
                    <a:pt x="125" y="14"/>
                  </a:cubicBezTo>
                  <a:cubicBezTo>
                    <a:pt x="77" y="0"/>
                    <a:pt x="27" y="28"/>
                    <a:pt x="14"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160"/>
            <p:cNvSpPr>
              <a:spLocks noEditPoints="1"/>
            </p:cNvSpPr>
            <p:nvPr/>
          </p:nvSpPr>
          <p:spPr bwMode="auto">
            <a:xfrm>
              <a:off x="2363788" y="2995613"/>
              <a:ext cx="503237" cy="1408113"/>
            </a:xfrm>
            <a:custGeom>
              <a:avLst/>
              <a:gdLst>
                <a:gd name="T0" fmla="*/ 186 w 291"/>
                <a:gd name="T1" fmla="*/ 56 h 813"/>
                <a:gd name="T2" fmla="*/ 213 w 291"/>
                <a:gd name="T3" fmla="*/ 41 h 813"/>
                <a:gd name="T4" fmla="*/ 218 w 291"/>
                <a:gd name="T5" fmla="*/ 40 h 813"/>
                <a:gd name="T6" fmla="*/ 258 w 291"/>
                <a:gd name="T7" fmla="*/ 77 h 813"/>
                <a:gd name="T8" fmla="*/ 269 w 291"/>
                <a:gd name="T9" fmla="*/ 120 h 813"/>
                <a:gd name="T10" fmla="*/ 269 w 291"/>
                <a:gd name="T11" fmla="*/ 120 h 813"/>
                <a:gd name="T12" fmla="*/ 258 w 291"/>
                <a:gd name="T13" fmla="*/ 17 h 813"/>
                <a:gd name="T14" fmla="*/ 140 w 291"/>
                <a:gd name="T15" fmla="*/ 55 h 813"/>
                <a:gd name="T16" fmla="*/ 58 w 291"/>
                <a:gd name="T17" fmla="*/ 263 h 813"/>
                <a:gd name="T18" fmla="*/ 108 w 291"/>
                <a:gd name="T19" fmla="*/ 349 h 813"/>
                <a:gd name="T20" fmla="*/ 126 w 291"/>
                <a:gd name="T21" fmla="*/ 585 h 813"/>
                <a:gd name="T22" fmla="*/ 108 w 291"/>
                <a:gd name="T23" fmla="*/ 603 h 813"/>
                <a:gd name="T24" fmla="*/ 87 w 291"/>
                <a:gd name="T25" fmla="*/ 679 h 813"/>
                <a:gd name="T26" fmla="*/ 90 w 291"/>
                <a:gd name="T27" fmla="*/ 731 h 813"/>
                <a:gd name="T28" fmla="*/ 89 w 291"/>
                <a:gd name="T29" fmla="*/ 731 h 813"/>
                <a:gd name="T30" fmla="*/ 86 w 291"/>
                <a:gd name="T31" fmla="*/ 789 h 813"/>
                <a:gd name="T32" fmla="*/ 15 w 291"/>
                <a:gd name="T33" fmla="*/ 785 h 813"/>
                <a:gd name="T34" fmla="*/ 8 w 291"/>
                <a:gd name="T35" fmla="*/ 800 h 813"/>
                <a:gd name="T36" fmla="*/ 228 w 291"/>
                <a:gd name="T37" fmla="*/ 798 h 813"/>
                <a:gd name="T38" fmla="*/ 201 w 291"/>
                <a:gd name="T39" fmla="*/ 740 h 813"/>
                <a:gd name="T40" fmla="*/ 209 w 291"/>
                <a:gd name="T41" fmla="*/ 724 h 813"/>
                <a:gd name="T42" fmla="*/ 236 w 291"/>
                <a:gd name="T43" fmla="*/ 628 h 813"/>
                <a:gd name="T44" fmla="*/ 230 w 291"/>
                <a:gd name="T45" fmla="*/ 609 h 813"/>
                <a:gd name="T46" fmla="*/ 225 w 291"/>
                <a:gd name="T47" fmla="*/ 603 h 813"/>
                <a:gd name="T48" fmla="*/ 196 w 291"/>
                <a:gd name="T49" fmla="*/ 296 h 813"/>
                <a:gd name="T50" fmla="*/ 222 w 291"/>
                <a:gd name="T51" fmla="*/ 215 h 813"/>
                <a:gd name="T52" fmla="*/ 176 w 291"/>
                <a:gd name="T53" fmla="*/ 86 h 813"/>
                <a:gd name="T54" fmla="*/ 186 w 291"/>
                <a:gd name="T55" fmla="*/ 56 h 813"/>
                <a:gd name="T56" fmla="*/ 200 w 291"/>
                <a:gd name="T57" fmla="*/ 789 h 813"/>
                <a:gd name="T58" fmla="*/ 108 w 291"/>
                <a:gd name="T59" fmla="*/ 791 h 813"/>
                <a:gd name="T60" fmla="*/ 110 w 291"/>
                <a:gd name="T61" fmla="*/ 754 h 813"/>
                <a:gd name="T62" fmla="*/ 125 w 291"/>
                <a:gd name="T63" fmla="*/ 762 h 813"/>
                <a:gd name="T64" fmla="*/ 148 w 291"/>
                <a:gd name="T65" fmla="*/ 766 h 813"/>
                <a:gd name="T66" fmla="*/ 187 w 291"/>
                <a:gd name="T67" fmla="*/ 754 h 813"/>
                <a:gd name="T68" fmla="*/ 200 w 291"/>
                <a:gd name="T69" fmla="*/ 789 h 813"/>
                <a:gd name="T70" fmla="*/ 227 w 291"/>
                <a:gd name="T71" fmla="*/ 627 h 813"/>
                <a:gd name="T72" fmla="*/ 220 w 291"/>
                <a:gd name="T73" fmla="*/ 657 h 813"/>
                <a:gd name="T74" fmla="*/ 178 w 291"/>
                <a:gd name="T75" fmla="*/ 643 h 813"/>
                <a:gd name="T76" fmla="*/ 175 w 291"/>
                <a:gd name="T77" fmla="*/ 653 h 813"/>
                <a:gd name="T78" fmla="*/ 218 w 291"/>
                <a:gd name="T79" fmla="*/ 666 h 813"/>
                <a:gd name="T80" fmla="*/ 209 w 291"/>
                <a:gd name="T81" fmla="*/ 694 h 813"/>
                <a:gd name="T82" fmla="*/ 167 w 291"/>
                <a:gd name="T83" fmla="*/ 681 h 813"/>
                <a:gd name="T84" fmla="*/ 164 w 291"/>
                <a:gd name="T85" fmla="*/ 691 h 813"/>
                <a:gd name="T86" fmla="*/ 206 w 291"/>
                <a:gd name="T87" fmla="*/ 704 h 813"/>
                <a:gd name="T88" fmla="*/ 200 w 291"/>
                <a:gd name="T89" fmla="*/ 721 h 813"/>
                <a:gd name="T90" fmla="*/ 148 w 291"/>
                <a:gd name="T91" fmla="*/ 757 h 813"/>
                <a:gd name="T92" fmla="*/ 128 w 291"/>
                <a:gd name="T93" fmla="*/ 754 h 813"/>
                <a:gd name="T94" fmla="*/ 95 w 291"/>
                <a:gd name="T95" fmla="*/ 682 h 813"/>
                <a:gd name="T96" fmla="*/ 117 w 291"/>
                <a:gd name="T97" fmla="*/ 605 h 813"/>
                <a:gd name="T98" fmla="*/ 227 w 291"/>
                <a:gd name="T99" fmla="*/ 627 h 8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91" h="813">
                  <a:moveTo>
                    <a:pt x="186" y="56"/>
                  </a:moveTo>
                  <a:cubicBezTo>
                    <a:pt x="193" y="47"/>
                    <a:pt x="202" y="42"/>
                    <a:pt x="213" y="41"/>
                  </a:cubicBezTo>
                  <a:cubicBezTo>
                    <a:pt x="215" y="40"/>
                    <a:pt x="216" y="40"/>
                    <a:pt x="218" y="40"/>
                  </a:cubicBezTo>
                  <a:cubicBezTo>
                    <a:pt x="239" y="40"/>
                    <a:pt x="256" y="56"/>
                    <a:pt x="258" y="77"/>
                  </a:cubicBezTo>
                  <a:cubicBezTo>
                    <a:pt x="259" y="79"/>
                    <a:pt x="261" y="96"/>
                    <a:pt x="269" y="120"/>
                  </a:cubicBezTo>
                  <a:cubicBezTo>
                    <a:pt x="269" y="120"/>
                    <a:pt x="269" y="120"/>
                    <a:pt x="269" y="120"/>
                  </a:cubicBezTo>
                  <a:cubicBezTo>
                    <a:pt x="291" y="85"/>
                    <a:pt x="289" y="35"/>
                    <a:pt x="258" y="17"/>
                  </a:cubicBezTo>
                  <a:cubicBezTo>
                    <a:pt x="228" y="0"/>
                    <a:pt x="175" y="4"/>
                    <a:pt x="140" y="55"/>
                  </a:cubicBezTo>
                  <a:cubicBezTo>
                    <a:pt x="92" y="125"/>
                    <a:pt x="72" y="174"/>
                    <a:pt x="58" y="263"/>
                  </a:cubicBezTo>
                  <a:cubicBezTo>
                    <a:pt x="54" y="315"/>
                    <a:pt x="79" y="338"/>
                    <a:pt x="108" y="349"/>
                  </a:cubicBezTo>
                  <a:cubicBezTo>
                    <a:pt x="122" y="393"/>
                    <a:pt x="142" y="481"/>
                    <a:pt x="126" y="585"/>
                  </a:cubicBezTo>
                  <a:cubicBezTo>
                    <a:pt x="113" y="589"/>
                    <a:pt x="109" y="598"/>
                    <a:pt x="108" y="603"/>
                  </a:cubicBezTo>
                  <a:cubicBezTo>
                    <a:pt x="103" y="629"/>
                    <a:pt x="96" y="654"/>
                    <a:pt x="87" y="679"/>
                  </a:cubicBezTo>
                  <a:cubicBezTo>
                    <a:pt x="80" y="696"/>
                    <a:pt x="82" y="715"/>
                    <a:pt x="90" y="731"/>
                  </a:cubicBezTo>
                  <a:cubicBezTo>
                    <a:pt x="89" y="731"/>
                    <a:pt x="89" y="731"/>
                    <a:pt x="89" y="731"/>
                  </a:cubicBezTo>
                  <a:cubicBezTo>
                    <a:pt x="86" y="789"/>
                    <a:pt x="86" y="789"/>
                    <a:pt x="86" y="789"/>
                  </a:cubicBezTo>
                  <a:cubicBezTo>
                    <a:pt x="52" y="788"/>
                    <a:pt x="22" y="785"/>
                    <a:pt x="15" y="785"/>
                  </a:cubicBezTo>
                  <a:cubicBezTo>
                    <a:pt x="0" y="783"/>
                    <a:pt x="8" y="800"/>
                    <a:pt x="8" y="800"/>
                  </a:cubicBezTo>
                  <a:cubicBezTo>
                    <a:pt x="91" y="810"/>
                    <a:pt x="222" y="813"/>
                    <a:pt x="228" y="798"/>
                  </a:cubicBezTo>
                  <a:cubicBezTo>
                    <a:pt x="231" y="788"/>
                    <a:pt x="213" y="758"/>
                    <a:pt x="201" y="740"/>
                  </a:cubicBezTo>
                  <a:cubicBezTo>
                    <a:pt x="204" y="735"/>
                    <a:pt x="207" y="730"/>
                    <a:pt x="209" y="724"/>
                  </a:cubicBezTo>
                  <a:cubicBezTo>
                    <a:pt x="221" y="693"/>
                    <a:pt x="230" y="661"/>
                    <a:pt x="236" y="628"/>
                  </a:cubicBezTo>
                  <a:cubicBezTo>
                    <a:pt x="237" y="624"/>
                    <a:pt x="237" y="616"/>
                    <a:pt x="230" y="609"/>
                  </a:cubicBezTo>
                  <a:cubicBezTo>
                    <a:pt x="229" y="607"/>
                    <a:pt x="227" y="605"/>
                    <a:pt x="225" y="603"/>
                  </a:cubicBezTo>
                  <a:cubicBezTo>
                    <a:pt x="247" y="459"/>
                    <a:pt x="212" y="341"/>
                    <a:pt x="196" y="296"/>
                  </a:cubicBezTo>
                  <a:cubicBezTo>
                    <a:pt x="201" y="269"/>
                    <a:pt x="211" y="241"/>
                    <a:pt x="222" y="215"/>
                  </a:cubicBezTo>
                  <a:cubicBezTo>
                    <a:pt x="183" y="149"/>
                    <a:pt x="177" y="90"/>
                    <a:pt x="176" y="86"/>
                  </a:cubicBezTo>
                  <a:cubicBezTo>
                    <a:pt x="175" y="75"/>
                    <a:pt x="179" y="64"/>
                    <a:pt x="186" y="56"/>
                  </a:cubicBezTo>
                  <a:close/>
                  <a:moveTo>
                    <a:pt x="200" y="789"/>
                  </a:moveTo>
                  <a:cubicBezTo>
                    <a:pt x="191" y="793"/>
                    <a:pt x="150" y="793"/>
                    <a:pt x="108" y="791"/>
                  </a:cubicBezTo>
                  <a:cubicBezTo>
                    <a:pt x="110" y="754"/>
                    <a:pt x="110" y="754"/>
                    <a:pt x="110" y="754"/>
                  </a:cubicBezTo>
                  <a:cubicBezTo>
                    <a:pt x="115" y="758"/>
                    <a:pt x="120" y="760"/>
                    <a:pt x="125" y="762"/>
                  </a:cubicBezTo>
                  <a:cubicBezTo>
                    <a:pt x="133" y="765"/>
                    <a:pt x="140" y="766"/>
                    <a:pt x="148" y="766"/>
                  </a:cubicBezTo>
                  <a:cubicBezTo>
                    <a:pt x="162" y="766"/>
                    <a:pt x="176" y="762"/>
                    <a:pt x="187" y="754"/>
                  </a:cubicBezTo>
                  <a:cubicBezTo>
                    <a:pt x="199" y="768"/>
                    <a:pt x="211" y="785"/>
                    <a:pt x="200" y="789"/>
                  </a:cubicBezTo>
                  <a:close/>
                  <a:moveTo>
                    <a:pt x="227" y="627"/>
                  </a:moveTo>
                  <a:cubicBezTo>
                    <a:pt x="225" y="637"/>
                    <a:pt x="223" y="647"/>
                    <a:pt x="220" y="657"/>
                  </a:cubicBezTo>
                  <a:cubicBezTo>
                    <a:pt x="178" y="643"/>
                    <a:pt x="178" y="643"/>
                    <a:pt x="178" y="643"/>
                  </a:cubicBezTo>
                  <a:cubicBezTo>
                    <a:pt x="175" y="653"/>
                    <a:pt x="175" y="653"/>
                    <a:pt x="175" y="653"/>
                  </a:cubicBezTo>
                  <a:cubicBezTo>
                    <a:pt x="218" y="666"/>
                    <a:pt x="218" y="666"/>
                    <a:pt x="218" y="666"/>
                  </a:cubicBezTo>
                  <a:cubicBezTo>
                    <a:pt x="215" y="676"/>
                    <a:pt x="212" y="685"/>
                    <a:pt x="209" y="694"/>
                  </a:cubicBezTo>
                  <a:cubicBezTo>
                    <a:pt x="167" y="681"/>
                    <a:pt x="167" y="681"/>
                    <a:pt x="167" y="681"/>
                  </a:cubicBezTo>
                  <a:cubicBezTo>
                    <a:pt x="164" y="691"/>
                    <a:pt x="164" y="691"/>
                    <a:pt x="164" y="691"/>
                  </a:cubicBezTo>
                  <a:cubicBezTo>
                    <a:pt x="206" y="704"/>
                    <a:pt x="206" y="704"/>
                    <a:pt x="206" y="704"/>
                  </a:cubicBezTo>
                  <a:cubicBezTo>
                    <a:pt x="204" y="710"/>
                    <a:pt x="203" y="715"/>
                    <a:pt x="200" y="721"/>
                  </a:cubicBezTo>
                  <a:cubicBezTo>
                    <a:pt x="192" y="743"/>
                    <a:pt x="171" y="757"/>
                    <a:pt x="148" y="757"/>
                  </a:cubicBezTo>
                  <a:cubicBezTo>
                    <a:pt x="141" y="757"/>
                    <a:pt x="135" y="756"/>
                    <a:pt x="128" y="754"/>
                  </a:cubicBezTo>
                  <a:cubicBezTo>
                    <a:pt x="99" y="743"/>
                    <a:pt x="85" y="711"/>
                    <a:pt x="95" y="682"/>
                  </a:cubicBezTo>
                  <a:cubicBezTo>
                    <a:pt x="105" y="657"/>
                    <a:pt x="112" y="631"/>
                    <a:pt x="117" y="605"/>
                  </a:cubicBezTo>
                  <a:cubicBezTo>
                    <a:pt x="123" y="575"/>
                    <a:pt x="233" y="596"/>
                    <a:pt x="227" y="6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161"/>
            <p:cNvSpPr>
              <a:spLocks/>
            </p:cNvSpPr>
            <p:nvPr/>
          </p:nvSpPr>
          <p:spPr bwMode="auto">
            <a:xfrm>
              <a:off x="3108325" y="3402013"/>
              <a:ext cx="482600" cy="190500"/>
            </a:xfrm>
            <a:custGeom>
              <a:avLst/>
              <a:gdLst>
                <a:gd name="T0" fmla="*/ 276 w 279"/>
                <a:gd name="T1" fmla="*/ 23 h 110"/>
                <a:gd name="T2" fmla="*/ 245 w 279"/>
                <a:gd name="T3" fmla="*/ 4 h 110"/>
                <a:gd name="T4" fmla="*/ 0 w 279"/>
                <a:gd name="T5" fmla="*/ 59 h 110"/>
                <a:gd name="T6" fmla="*/ 9 w 279"/>
                <a:gd name="T7" fmla="*/ 106 h 110"/>
                <a:gd name="T8" fmla="*/ 7 w 279"/>
                <a:gd name="T9" fmla="*/ 110 h 110"/>
                <a:gd name="T10" fmla="*/ 256 w 279"/>
                <a:gd name="T11" fmla="*/ 54 h 110"/>
                <a:gd name="T12" fmla="*/ 276 w 279"/>
                <a:gd name="T13" fmla="*/ 23 h 110"/>
              </a:gdLst>
              <a:ahLst/>
              <a:cxnLst>
                <a:cxn ang="0">
                  <a:pos x="T0" y="T1"/>
                </a:cxn>
                <a:cxn ang="0">
                  <a:pos x="T2" y="T3"/>
                </a:cxn>
                <a:cxn ang="0">
                  <a:pos x="T4" y="T5"/>
                </a:cxn>
                <a:cxn ang="0">
                  <a:pos x="T6" y="T7"/>
                </a:cxn>
                <a:cxn ang="0">
                  <a:pos x="T8" y="T9"/>
                </a:cxn>
                <a:cxn ang="0">
                  <a:pos x="T10" y="T11"/>
                </a:cxn>
                <a:cxn ang="0">
                  <a:pos x="T12" y="T13"/>
                </a:cxn>
              </a:cxnLst>
              <a:rect l="0" t="0" r="r" b="b"/>
              <a:pathLst>
                <a:path w="279" h="110">
                  <a:moveTo>
                    <a:pt x="276" y="23"/>
                  </a:moveTo>
                  <a:cubicBezTo>
                    <a:pt x="273" y="9"/>
                    <a:pt x="259" y="0"/>
                    <a:pt x="245" y="4"/>
                  </a:cubicBezTo>
                  <a:cubicBezTo>
                    <a:pt x="0" y="59"/>
                    <a:pt x="0" y="59"/>
                    <a:pt x="0" y="59"/>
                  </a:cubicBezTo>
                  <a:cubicBezTo>
                    <a:pt x="12" y="70"/>
                    <a:pt x="17" y="89"/>
                    <a:pt x="9" y="106"/>
                  </a:cubicBezTo>
                  <a:cubicBezTo>
                    <a:pt x="8" y="107"/>
                    <a:pt x="7" y="109"/>
                    <a:pt x="7" y="110"/>
                  </a:cubicBezTo>
                  <a:cubicBezTo>
                    <a:pt x="256" y="54"/>
                    <a:pt x="256" y="54"/>
                    <a:pt x="256" y="54"/>
                  </a:cubicBezTo>
                  <a:cubicBezTo>
                    <a:pt x="270" y="51"/>
                    <a:pt x="279" y="37"/>
                    <a:pt x="276"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162"/>
            <p:cNvSpPr>
              <a:spLocks/>
            </p:cNvSpPr>
            <p:nvPr/>
          </p:nvSpPr>
          <p:spPr bwMode="auto">
            <a:xfrm>
              <a:off x="3271838" y="3049588"/>
              <a:ext cx="290512" cy="290513"/>
            </a:xfrm>
            <a:custGeom>
              <a:avLst/>
              <a:gdLst>
                <a:gd name="T0" fmla="*/ 0 w 168"/>
                <a:gd name="T1" fmla="*/ 84 h 168"/>
                <a:gd name="T2" fmla="*/ 83 w 168"/>
                <a:gd name="T3" fmla="*/ 168 h 168"/>
                <a:gd name="T4" fmla="*/ 167 w 168"/>
                <a:gd name="T5" fmla="*/ 85 h 168"/>
                <a:gd name="T6" fmla="*/ 84 w 168"/>
                <a:gd name="T7" fmla="*/ 0 h 168"/>
                <a:gd name="T8" fmla="*/ 0 w 168"/>
                <a:gd name="T9" fmla="*/ 84 h 168"/>
              </a:gdLst>
              <a:ahLst/>
              <a:cxnLst>
                <a:cxn ang="0">
                  <a:pos x="T0" y="T1"/>
                </a:cxn>
                <a:cxn ang="0">
                  <a:pos x="T2" y="T3"/>
                </a:cxn>
                <a:cxn ang="0">
                  <a:pos x="T4" y="T5"/>
                </a:cxn>
                <a:cxn ang="0">
                  <a:pos x="T6" y="T7"/>
                </a:cxn>
                <a:cxn ang="0">
                  <a:pos x="T8" y="T9"/>
                </a:cxn>
              </a:cxnLst>
              <a:rect l="0" t="0" r="r" b="b"/>
              <a:pathLst>
                <a:path w="168" h="168">
                  <a:moveTo>
                    <a:pt x="0" y="84"/>
                  </a:moveTo>
                  <a:cubicBezTo>
                    <a:pt x="0" y="130"/>
                    <a:pt x="37" y="167"/>
                    <a:pt x="83" y="168"/>
                  </a:cubicBezTo>
                  <a:cubicBezTo>
                    <a:pt x="129" y="168"/>
                    <a:pt x="167" y="131"/>
                    <a:pt x="167" y="85"/>
                  </a:cubicBezTo>
                  <a:cubicBezTo>
                    <a:pt x="168" y="39"/>
                    <a:pt x="131" y="1"/>
                    <a:pt x="84" y="0"/>
                  </a:cubicBezTo>
                  <a:cubicBezTo>
                    <a:pt x="38" y="0"/>
                    <a:pt x="0" y="37"/>
                    <a:pt x="0"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163"/>
            <p:cNvSpPr>
              <a:spLocks/>
            </p:cNvSpPr>
            <p:nvPr/>
          </p:nvSpPr>
          <p:spPr bwMode="auto">
            <a:xfrm>
              <a:off x="2681288" y="3079750"/>
              <a:ext cx="439737" cy="531813"/>
            </a:xfrm>
            <a:custGeom>
              <a:avLst/>
              <a:gdLst>
                <a:gd name="T0" fmla="*/ 247 w 254"/>
                <a:gd name="T1" fmla="*/ 288 h 307"/>
                <a:gd name="T2" fmla="*/ 231 w 254"/>
                <a:gd name="T3" fmla="*/ 245 h 307"/>
                <a:gd name="T4" fmla="*/ 65 w 254"/>
                <a:gd name="T5" fmla="*/ 30 h 307"/>
                <a:gd name="T6" fmla="*/ 30 w 254"/>
                <a:gd name="T7" fmla="*/ 2 h 307"/>
                <a:gd name="T8" fmla="*/ 2 w 254"/>
                <a:gd name="T9" fmla="*/ 37 h 307"/>
                <a:gd name="T10" fmla="*/ 204 w 254"/>
                <a:gd name="T11" fmla="*/ 304 h 307"/>
                <a:gd name="T12" fmla="*/ 218 w 254"/>
                <a:gd name="T13" fmla="*/ 307 h 307"/>
                <a:gd name="T14" fmla="*/ 247 w 254"/>
                <a:gd name="T15" fmla="*/ 288 h 3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4" h="307">
                  <a:moveTo>
                    <a:pt x="247" y="288"/>
                  </a:moveTo>
                  <a:cubicBezTo>
                    <a:pt x="254" y="272"/>
                    <a:pt x="247" y="253"/>
                    <a:pt x="231" y="245"/>
                  </a:cubicBezTo>
                  <a:cubicBezTo>
                    <a:pt x="83" y="177"/>
                    <a:pt x="66" y="36"/>
                    <a:pt x="65" y="30"/>
                  </a:cubicBezTo>
                  <a:cubicBezTo>
                    <a:pt x="63" y="13"/>
                    <a:pt x="48" y="0"/>
                    <a:pt x="30" y="2"/>
                  </a:cubicBezTo>
                  <a:cubicBezTo>
                    <a:pt x="13" y="4"/>
                    <a:pt x="0" y="19"/>
                    <a:pt x="2" y="37"/>
                  </a:cubicBezTo>
                  <a:cubicBezTo>
                    <a:pt x="2" y="44"/>
                    <a:pt x="22" y="219"/>
                    <a:pt x="204" y="304"/>
                  </a:cubicBezTo>
                  <a:cubicBezTo>
                    <a:pt x="209" y="306"/>
                    <a:pt x="213" y="307"/>
                    <a:pt x="218" y="307"/>
                  </a:cubicBezTo>
                  <a:cubicBezTo>
                    <a:pt x="230" y="307"/>
                    <a:pt x="241" y="300"/>
                    <a:pt x="247" y="2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70" name="组合 169"/>
          <p:cNvGrpSpPr/>
          <p:nvPr/>
        </p:nvGrpSpPr>
        <p:grpSpPr>
          <a:xfrm>
            <a:off x="6473825" y="976313"/>
            <a:ext cx="674687" cy="1543050"/>
            <a:chOff x="6473825" y="976313"/>
            <a:chExt cx="674687" cy="1543050"/>
          </a:xfrm>
          <a:solidFill>
            <a:schemeClr val="tx1">
              <a:lumMod val="65000"/>
              <a:lumOff val="35000"/>
            </a:schemeClr>
          </a:solidFill>
        </p:grpSpPr>
        <p:sp>
          <p:nvSpPr>
            <p:cNvPr id="171" name="Freeform 167"/>
            <p:cNvSpPr>
              <a:spLocks noEditPoints="1"/>
            </p:cNvSpPr>
            <p:nvPr/>
          </p:nvSpPr>
          <p:spPr bwMode="auto">
            <a:xfrm>
              <a:off x="6473825" y="1306513"/>
              <a:ext cx="674687" cy="1212850"/>
            </a:xfrm>
            <a:custGeom>
              <a:avLst/>
              <a:gdLst>
                <a:gd name="T0" fmla="*/ 42 w 415"/>
                <a:gd name="T1" fmla="*/ 383 h 746"/>
                <a:gd name="T2" fmla="*/ 44 w 415"/>
                <a:gd name="T3" fmla="*/ 383 h 746"/>
                <a:gd name="T4" fmla="*/ 74 w 415"/>
                <a:gd name="T5" fmla="*/ 349 h 746"/>
                <a:gd name="T6" fmla="*/ 100 w 415"/>
                <a:gd name="T7" fmla="*/ 96 h 746"/>
                <a:gd name="T8" fmla="*/ 100 w 415"/>
                <a:gd name="T9" fmla="*/ 229 h 746"/>
                <a:gd name="T10" fmla="*/ 100 w 415"/>
                <a:gd name="T11" fmla="*/ 305 h 746"/>
                <a:gd name="T12" fmla="*/ 100 w 415"/>
                <a:gd name="T13" fmla="*/ 697 h 746"/>
                <a:gd name="T14" fmla="*/ 149 w 415"/>
                <a:gd name="T15" fmla="*/ 746 h 746"/>
                <a:gd name="T16" fmla="*/ 199 w 415"/>
                <a:gd name="T17" fmla="*/ 697 h 746"/>
                <a:gd name="T18" fmla="*/ 199 w 415"/>
                <a:gd name="T19" fmla="*/ 335 h 746"/>
                <a:gd name="T20" fmla="*/ 217 w 415"/>
                <a:gd name="T21" fmla="*/ 335 h 746"/>
                <a:gd name="T22" fmla="*/ 217 w 415"/>
                <a:gd name="T23" fmla="*/ 697 h 746"/>
                <a:gd name="T24" fmla="*/ 267 w 415"/>
                <a:gd name="T25" fmla="*/ 746 h 746"/>
                <a:gd name="T26" fmla="*/ 316 w 415"/>
                <a:gd name="T27" fmla="*/ 697 h 746"/>
                <a:gd name="T28" fmla="*/ 316 w 415"/>
                <a:gd name="T29" fmla="*/ 305 h 746"/>
                <a:gd name="T30" fmla="*/ 316 w 415"/>
                <a:gd name="T31" fmla="*/ 229 h 746"/>
                <a:gd name="T32" fmla="*/ 316 w 415"/>
                <a:gd name="T33" fmla="*/ 96 h 746"/>
                <a:gd name="T34" fmla="*/ 342 w 415"/>
                <a:gd name="T35" fmla="*/ 349 h 746"/>
                <a:gd name="T36" fmla="*/ 372 w 415"/>
                <a:gd name="T37" fmla="*/ 383 h 746"/>
                <a:gd name="T38" fmla="*/ 374 w 415"/>
                <a:gd name="T39" fmla="*/ 383 h 746"/>
                <a:gd name="T40" fmla="*/ 406 w 415"/>
                <a:gd name="T41" fmla="*/ 353 h 746"/>
                <a:gd name="T42" fmla="*/ 343 w 415"/>
                <a:gd name="T43" fmla="*/ 25 h 746"/>
                <a:gd name="T44" fmla="*/ 287 w 415"/>
                <a:gd name="T45" fmla="*/ 0 h 746"/>
                <a:gd name="T46" fmla="*/ 285 w 415"/>
                <a:gd name="T47" fmla="*/ 0 h 746"/>
                <a:gd name="T48" fmla="*/ 131 w 415"/>
                <a:gd name="T49" fmla="*/ 0 h 746"/>
                <a:gd name="T50" fmla="*/ 129 w 415"/>
                <a:gd name="T51" fmla="*/ 0 h 746"/>
                <a:gd name="T52" fmla="*/ 73 w 415"/>
                <a:gd name="T53" fmla="*/ 25 h 746"/>
                <a:gd name="T54" fmla="*/ 10 w 415"/>
                <a:gd name="T55" fmla="*/ 353 h 746"/>
                <a:gd name="T56" fmla="*/ 42 w 415"/>
                <a:gd name="T57" fmla="*/ 383 h 746"/>
                <a:gd name="T58" fmla="*/ 225 w 415"/>
                <a:gd name="T59" fmla="*/ 97 h 746"/>
                <a:gd name="T60" fmla="*/ 290 w 415"/>
                <a:gd name="T61" fmla="*/ 97 h 746"/>
                <a:gd name="T62" fmla="*/ 290 w 415"/>
                <a:gd name="T63" fmla="*/ 113 h 746"/>
                <a:gd name="T64" fmla="*/ 225 w 415"/>
                <a:gd name="T65" fmla="*/ 113 h 746"/>
                <a:gd name="T66" fmla="*/ 225 w 415"/>
                <a:gd name="T67" fmla="*/ 97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15" h="746">
                  <a:moveTo>
                    <a:pt x="42" y="383"/>
                  </a:moveTo>
                  <a:cubicBezTo>
                    <a:pt x="43" y="383"/>
                    <a:pt x="43" y="383"/>
                    <a:pt x="44" y="383"/>
                  </a:cubicBezTo>
                  <a:cubicBezTo>
                    <a:pt x="62" y="382"/>
                    <a:pt x="75" y="367"/>
                    <a:pt x="74" y="349"/>
                  </a:cubicBezTo>
                  <a:cubicBezTo>
                    <a:pt x="66" y="209"/>
                    <a:pt x="82" y="134"/>
                    <a:pt x="100" y="96"/>
                  </a:cubicBezTo>
                  <a:cubicBezTo>
                    <a:pt x="100" y="229"/>
                    <a:pt x="100" y="229"/>
                    <a:pt x="100" y="229"/>
                  </a:cubicBezTo>
                  <a:cubicBezTo>
                    <a:pt x="100" y="305"/>
                    <a:pt x="100" y="305"/>
                    <a:pt x="100" y="305"/>
                  </a:cubicBezTo>
                  <a:cubicBezTo>
                    <a:pt x="100" y="697"/>
                    <a:pt x="100" y="697"/>
                    <a:pt x="100" y="697"/>
                  </a:cubicBezTo>
                  <a:cubicBezTo>
                    <a:pt x="100" y="724"/>
                    <a:pt x="122" y="746"/>
                    <a:pt x="149" y="746"/>
                  </a:cubicBezTo>
                  <a:cubicBezTo>
                    <a:pt x="176" y="746"/>
                    <a:pt x="199" y="724"/>
                    <a:pt x="199" y="697"/>
                  </a:cubicBezTo>
                  <a:cubicBezTo>
                    <a:pt x="199" y="335"/>
                    <a:pt x="199" y="335"/>
                    <a:pt x="199" y="335"/>
                  </a:cubicBezTo>
                  <a:cubicBezTo>
                    <a:pt x="217" y="335"/>
                    <a:pt x="217" y="335"/>
                    <a:pt x="217" y="335"/>
                  </a:cubicBezTo>
                  <a:cubicBezTo>
                    <a:pt x="217" y="697"/>
                    <a:pt x="217" y="697"/>
                    <a:pt x="217" y="697"/>
                  </a:cubicBezTo>
                  <a:cubicBezTo>
                    <a:pt x="217" y="724"/>
                    <a:pt x="239" y="746"/>
                    <a:pt x="267" y="746"/>
                  </a:cubicBezTo>
                  <a:cubicBezTo>
                    <a:pt x="294" y="746"/>
                    <a:pt x="316" y="724"/>
                    <a:pt x="316" y="697"/>
                  </a:cubicBezTo>
                  <a:cubicBezTo>
                    <a:pt x="316" y="305"/>
                    <a:pt x="316" y="305"/>
                    <a:pt x="316" y="305"/>
                  </a:cubicBezTo>
                  <a:cubicBezTo>
                    <a:pt x="316" y="229"/>
                    <a:pt x="316" y="229"/>
                    <a:pt x="316" y="229"/>
                  </a:cubicBezTo>
                  <a:cubicBezTo>
                    <a:pt x="316" y="96"/>
                    <a:pt x="316" y="96"/>
                    <a:pt x="316" y="96"/>
                  </a:cubicBezTo>
                  <a:cubicBezTo>
                    <a:pt x="334" y="134"/>
                    <a:pt x="350" y="209"/>
                    <a:pt x="342" y="349"/>
                  </a:cubicBezTo>
                  <a:cubicBezTo>
                    <a:pt x="341" y="367"/>
                    <a:pt x="354" y="382"/>
                    <a:pt x="372" y="383"/>
                  </a:cubicBezTo>
                  <a:cubicBezTo>
                    <a:pt x="372" y="383"/>
                    <a:pt x="373" y="383"/>
                    <a:pt x="374" y="383"/>
                  </a:cubicBezTo>
                  <a:cubicBezTo>
                    <a:pt x="390" y="383"/>
                    <a:pt x="405" y="370"/>
                    <a:pt x="406" y="353"/>
                  </a:cubicBezTo>
                  <a:cubicBezTo>
                    <a:pt x="415" y="184"/>
                    <a:pt x="394" y="74"/>
                    <a:pt x="343" y="25"/>
                  </a:cubicBezTo>
                  <a:cubicBezTo>
                    <a:pt x="320" y="4"/>
                    <a:pt x="298" y="0"/>
                    <a:pt x="287" y="0"/>
                  </a:cubicBezTo>
                  <a:cubicBezTo>
                    <a:pt x="286" y="0"/>
                    <a:pt x="286" y="0"/>
                    <a:pt x="285" y="0"/>
                  </a:cubicBezTo>
                  <a:cubicBezTo>
                    <a:pt x="131" y="0"/>
                    <a:pt x="131" y="0"/>
                    <a:pt x="131" y="0"/>
                  </a:cubicBezTo>
                  <a:cubicBezTo>
                    <a:pt x="130" y="0"/>
                    <a:pt x="129" y="0"/>
                    <a:pt x="129" y="0"/>
                  </a:cubicBezTo>
                  <a:cubicBezTo>
                    <a:pt x="117" y="0"/>
                    <a:pt x="95" y="4"/>
                    <a:pt x="73" y="25"/>
                  </a:cubicBezTo>
                  <a:cubicBezTo>
                    <a:pt x="21" y="74"/>
                    <a:pt x="0" y="184"/>
                    <a:pt x="10" y="353"/>
                  </a:cubicBezTo>
                  <a:cubicBezTo>
                    <a:pt x="11" y="370"/>
                    <a:pt x="25" y="383"/>
                    <a:pt x="42" y="383"/>
                  </a:cubicBezTo>
                  <a:close/>
                  <a:moveTo>
                    <a:pt x="225" y="97"/>
                  </a:moveTo>
                  <a:cubicBezTo>
                    <a:pt x="290" y="97"/>
                    <a:pt x="290" y="97"/>
                    <a:pt x="290" y="97"/>
                  </a:cubicBezTo>
                  <a:cubicBezTo>
                    <a:pt x="290" y="113"/>
                    <a:pt x="290" y="113"/>
                    <a:pt x="290" y="113"/>
                  </a:cubicBezTo>
                  <a:cubicBezTo>
                    <a:pt x="225" y="113"/>
                    <a:pt x="225" y="113"/>
                    <a:pt x="225" y="113"/>
                  </a:cubicBezTo>
                  <a:lnTo>
                    <a:pt x="225" y="9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Oval 168"/>
            <p:cNvSpPr>
              <a:spLocks noChangeArrowheads="1"/>
            </p:cNvSpPr>
            <p:nvPr/>
          </p:nvSpPr>
          <p:spPr bwMode="auto">
            <a:xfrm>
              <a:off x="6665913" y="976313"/>
              <a:ext cx="292100" cy="292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73" name="组合 172"/>
          <p:cNvGrpSpPr/>
          <p:nvPr/>
        </p:nvGrpSpPr>
        <p:grpSpPr>
          <a:xfrm>
            <a:off x="10121900" y="717550"/>
            <a:ext cx="1898650" cy="1841500"/>
            <a:chOff x="10121900" y="717550"/>
            <a:chExt cx="1898650" cy="1841500"/>
          </a:xfrm>
          <a:solidFill>
            <a:schemeClr val="tx1">
              <a:lumMod val="65000"/>
              <a:lumOff val="35000"/>
            </a:schemeClr>
          </a:solidFill>
        </p:grpSpPr>
        <p:sp>
          <p:nvSpPr>
            <p:cNvPr id="174" name="Freeform 169"/>
            <p:cNvSpPr>
              <a:spLocks noEditPoints="1"/>
            </p:cNvSpPr>
            <p:nvPr/>
          </p:nvSpPr>
          <p:spPr bwMode="auto">
            <a:xfrm>
              <a:off x="10942638" y="1344613"/>
              <a:ext cx="909637" cy="646113"/>
            </a:xfrm>
            <a:custGeom>
              <a:avLst/>
              <a:gdLst>
                <a:gd name="T0" fmla="*/ 224 w 559"/>
                <a:gd name="T1" fmla="*/ 164 h 397"/>
                <a:gd name="T2" fmla="*/ 243 w 559"/>
                <a:gd name="T3" fmla="*/ 97 h 397"/>
                <a:gd name="T4" fmla="*/ 243 w 559"/>
                <a:gd name="T5" fmla="*/ 196 h 397"/>
                <a:gd name="T6" fmla="*/ 390 w 559"/>
                <a:gd name="T7" fmla="*/ 196 h 397"/>
                <a:gd name="T8" fmla="*/ 390 w 559"/>
                <a:gd name="T9" fmla="*/ 397 h 397"/>
                <a:gd name="T10" fmla="*/ 460 w 559"/>
                <a:gd name="T11" fmla="*/ 380 h 397"/>
                <a:gd name="T12" fmla="*/ 460 w 559"/>
                <a:gd name="T13" fmla="*/ 305 h 397"/>
                <a:gd name="T14" fmla="*/ 460 w 559"/>
                <a:gd name="T15" fmla="*/ 229 h 397"/>
                <a:gd name="T16" fmla="*/ 460 w 559"/>
                <a:gd name="T17" fmla="*/ 96 h 397"/>
                <a:gd name="T18" fmla="*/ 485 w 559"/>
                <a:gd name="T19" fmla="*/ 349 h 397"/>
                <a:gd name="T20" fmla="*/ 493 w 559"/>
                <a:gd name="T21" fmla="*/ 372 h 397"/>
                <a:gd name="T22" fmla="*/ 548 w 559"/>
                <a:gd name="T23" fmla="*/ 358 h 397"/>
                <a:gd name="T24" fmla="*/ 549 w 559"/>
                <a:gd name="T25" fmla="*/ 353 h 397"/>
                <a:gd name="T26" fmla="*/ 486 w 559"/>
                <a:gd name="T27" fmla="*/ 25 h 397"/>
                <a:gd name="T28" fmla="*/ 431 w 559"/>
                <a:gd name="T29" fmla="*/ 0 h 397"/>
                <a:gd name="T30" fmla="*/ 429 w 559"/>
                <a:gd name="T31" fmla="*/ 0 h 397"/>
                <a:gd name="T32" fmla="*/ 415 w 559"/>
                <a:gd name="T33" fmla="*/ 0 h 397"/>
                <a:gd name="T34" fmla="*/ 332 w 559"/>
                <a:gd name="T35" fmla="*/ 46 h 397"/>
                <a:gd name="T36" fmla="*/ 250 w 559"/>
                <a:gd name="T37" fmla="*/ 4 h 397"/>
                <a:gd name="T38" fmla="*/ 161 w 559"/>
                <a:gd name="T39" fmla="*/ 149 h 397"/>
                <a:gd name="T40" fmla="*/ 35 w 559"/>
                <a:gd name="T41" fmla="*/ 161 h 397"/>
                <a:gd name="T42" fmla="*/ 1 w 559"/>
                <a:gd name="T43" fmla="*/ 190 h 397"/>
                <a:gd name="T44" fmla="*/ 1 w 559"/>
                <a:gd name="T45" fmla="*/ 196 h 397"/>
                <a:gd name="T46" fmla="*/ 205 w 559"/>
                <a:gd name="T47" fmla="*/ 196 h 397"/>
                <a:gd name="T48" fmla="*/ 224 w 559"/>
                <a:gd name="T49" fmla="*/ 164 h 397"/>
                <a:gd name="T50" fmla="*/ 369 w 559"/>
                <a:gd name="T51" fmla="*/ 97 h 397"/>
                <a:gd name="T52" fmla="*/ 434 w 559"/>
                <a:gd name="T53" fmla="*/ 97 h 397"/>
                <a:gd name="T54" fmla="*/ 434 w 559"/>
                <a:gd name="T55" fmla="*/ 113 h 397"/>
                <a:gd name="T56" fmla="*/ 369 w 559"/>
                <a:gd name="T57" fmla="*/ 113 h 397"/>
                <a:gd name="T58" fmla="*/ 369 w 559"/>
                <a:gd name="T59" fmla="*/ 97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59" h="397">
                  <a:moveTo>
                    <a:pt x="224" y="164"/>
                  </a:moveTo>
                  <a:cubicBezTo>
                    <a:pt x="229" y="133"/>
                    <a:pt x="236" y="112"/>
                    <a:pt x="243" y="97"/>
                  </a:cubicBezTo>
                  <a:cubicBezTo>
                    <a:pt x="243" y="196"/>
                    <a:pt x="243" y="196"/>
                    <a:pt x="243" y="196"/>
                  </a:cubicBezTo>
                  <a:cubicBezTo>
                    <a:pt x="390" y="196"/>
                    <a:pt x="390" y="196"/>
                    <a:pt x="390" y="196"/>
                  </a:cubicBezTo>
                  <a:cubicBezTo>
                    <a:pt x="390" y="397"/>
                    <a:pt x="390" y="397"/>
                    <a:pt x="390" y="397"/>
                  </a:cubicBezTo>
                  <a:cubicBezTo>
                    <a:pt x="460" y="380"/>
                    <a:pt x="460" y="380"/>
                    <a:pt x="460" y="380"/>
                  </a:cubicBezTo>
                  <a:cubicBezTo>
                    <a:pt x="460" y="305"/>
                    <a:pt x="460" y="305"/>
                    <a:pt x="460" y="305"/>
                  </a:cubicBezTo>
                  <a:cubicBezTo>
                    <a:pt x="460" y="229"/>
                    <a:pt x="460" y="229"/>
                    <a:pt x="460" y="229"/>
                  </a:cubicBezTo>
                  <a:cubicBezTo>
                    <a:pt x="460" y="96"/>
                    <a:pt x="460" y="96"/>
                    <a:pt x="460" y="96"/>
                  </a:cubicBezTo>
                  <a:cubicBezTo>
                    <a:pt x="478" y="134"/>
                    <a:pt x="494" y="209"/>
                    <a:pt x="485" y="349"/>
                  </a:cubicBezTo>
                  <a:cubicBezTo>
                    <a:pt x="485" y="358"/>
                    <a:pt x="488" y="366"/>
                    <a:pt x="493" y="372"/>
                  </a:cubicBezTo>
                  <a:cubicBezTo>
                    <a:pt x="548" y="358"/>
                    <a:pt x="548" y="358"/>
                    <a:pt x="548" y="358"/>
                  </a:cubicBezTo>
                  <a:cubicBezTo>
                    <a:pt x="549" y="357"/>
                    <a:pt x="549" y="355"/>
                    <a:pt x="549" y="353"/>
                  </a:cubicBezTo>
                  <a:cubicBezTo>
                    <a:pt x="559" y="184"/>
                    <a:pt x="538" y="74"/>
                    <a:pt x="486" y="25"/>
                  </a:cubicBezTo>
                  <a:cubicBezTo>
                    <a:pt x="464" y="4"/>
                    <a:pt x="442" y="0"/>
                    <a:pt x="431" y="0"/>
                  </a:cubicBezTo>
                  <a:cubicBezTo>
                    <a:pt x="430" y="0"/>
                    <a:pt x="429" y="0"/>
                    <a:pt x="429" y="0"/>
                  </a:cubicBezTo>
                  <a:cubicBezTo>
                    <a:pt x="415" y="0"/>
                    <a:pt x="415" y="0"/>
                    <a:pt x="415" y="0"/>
                  </a:cubicBezTo>
                  <a:cubicBezTo>
                    <a:pt x="398" y="28"/>
                    <a:pt x="367" y="46"/>
                    <a:pt x="332" y="46"/>
                  </a:cubicBezTo>
                  <a:cubicBezTo>
                    <a:pt x="298" y="46"/>
                    <a:pt x="268" y="30"/>
                    <a:pt x="250" y="4"/>
                  </a:cubicBezTo>
                  <a:cubicBezTo>
                    <a:pt x="222" y="14"/>
                    <a:pt x="180" y="46"/>
                    <a:pt x="161" y="149"/>
                  </a:cubicBezTo>
                  <a:cubicBezTo>
                    <a:pt x="147" y="159"/>
                    <a:pt x="89" y="165"/>
                    <a:pt x="35" y="161"/>
                  </a:cubicBezTo>
                  <a:cubicBezTo>
                    <a:pt x="17" y="160"/>
                    <a:pt x="2" y="173"/>
                    <a:pt x="1" y="190"/>
                  </a:cubicBezTo>
                  <a:cubicBezTo>
                    <a:pt x="0" y="192"/>
                    <a:pt x="1" y="194"/>
                    <a:pt x="1" y="196"/>
                  </a:cubicBezTo>
                  <a:cubicBezTo>
                    <a:pt x="205" y="196"/>
                    <a:pt x="205" y="196"/>
                    <a:pt x="205" y="196"/>
                  </a:cubicBezTo>
                  <a:cubicBezTo>
                    <a:pt x="214" y="188"/>
                    <a:pt x="221" y="177"/>
                    <a:pt x="224" y="164"/>
                  </a:cubicBezTo>
                  <a:close/>
                  <a:moveTo>
                    <a:pt x="369" y="97"/>
                  </a:moveTo>
                  <a:cubicBezTo>
                    <a:pt x="434" y="97"/>
                    <a:pt x="434" y="97"/>
                    <a:pt x="434" y="97"/>
                  </a:cubicBezTo>
                  <a:cubicBezTo>
                    <a:pt x="434" y="113"/>
                    <a:pt x="434" y="113"/>
                    <a:pt x="434" y="113"/>
                  </a:cubicBezTo>
                  <a:cubicBezTo>
                    <a:pt x="369" y="113"/>
                    <a:pt x="369" y="113"/>
                    <a:pt x="369" y="113"/>
                  </a:cubicBezTo>
                  <a:lnTo>
                    <a:pt x="369" y="9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170"/>
            <p:cNvSpPr>
              <a:spLocks/>
            </p:cNvSpPr>
            <p:nvPr/>
          </p:nvSpPr>
          <p:spPr bwMode="auto">
            <a:xfrm>
              <a:off x="11534775" y="2082800"/>
              <a:ext cx="155575" cy="476250"/>
            </a:xfrm>
            <a:custGeom>
              <a:avLst/>
              <a:gdLst>
                <a:gd name="T0" fmla="*/ 26 w 96"/>
                <a:gd name="T1" fmla="*/ 261 h 293"/>
                <a:gd name="T2" fmla="*/ 0 w 96"/>
                <a:gd name="T3" fmla="*/ 261 h 293"/>
                <a:gd name="T4" fmla="*/ 46 w 96"/>
                <a:gd name="T5" fmla="*/ 293 h 293"/>
                <a:gd name="T6" fmla="*/ 96 w 96"/>
                <a:gd name="T7" fmla="*/ 244 h 293"/>
                <a:gd name="T8" fmla="*/ 96 w 96"/>
                <a:gd name="T9" fmla="*/ 0 h 293"/>
                <a:gd name="T10" fmla="*/ 26 w 96"/>
                <a:gd name="T11" fmla="*/ 30 h 293"/>
                <a:gd name="T12" fmla="*/ 26 w 96"/>
                <a:gd name="T13" fmla="*/ 261 h 293"/>
              </a:gdLst>
              <a:ahLst/>
              <a:cxnLst>
                <a:cxn ang="0">
                  <a:pos x="T0" y="T1"/>
                </a:cxn>
                <a:cxn ang="0">
                  <a:pos x="T2" y="T3"/>
                </a:cxn>
                <a:cxn ang="0">
                  <a:pos x="T4" y="T5"/>
                </a:cxn>
                <a:cxn ang="0">
                  <a:pos x="T6" y="T7"/>
                </a:cxn>
                <a:cxn ang="0">
                  <a:pos x="T8" y="T9"/>
                </a:cxn>
                <a:cxn ang="0">
                  <a:pos x="T10" y="T11"/>
                </a:cxn>
                <a:cxn ang="0">
                  <a:pos x="T12" y="T13"/>
                </a:cxn>
              </a:cxnLst>
              <a:rect l="0" t="0" r="r" b="b"/>
              <a:pathLst>
                <a:path w="96" h="293">
                  <a:moveTo>
                    <a:pt x="26" y="261"/>
                  </a:moveTo>
                  <a:cubicBezTo>
                    <a:pt x="0" y="261"/>
                    <a:pt x="0" y="261"/>
                    <a:pt x="0" y="261"/>
                  </a:cubicBezTo>
                  <a:cubicBezTo>
                    <a:pt x="7" y="280"/>
                    <a:pt x="25" y="293"/>
                    <a:pt x="46" y="293"/>
                  </a:cubicBezTo>
                  <a:cubicBezTo>
                    <a:pt x="74" y="293"/>
                    <a:pt x="96" y="271"/>
                    <a:pt x="96" y="244"/>
                  </a:cubicBezTo>
                  <a:cubicBezTo>
                    <a:pt x="96" y="0"/>
                    <a:pt x="96" y="0"/>
                    <a:pt x="96" y="0"/>
                  </a:cubicBezTo>
                  <a:cubicBezTo>
                    <a:pt x="26" y="30"/>
                    <a:pt x="26" y="30"/>
                    <a:pt x="26" y="30"/>
                  </a:cubicBezTo>
                  <a:lnTo>
                    <a:pt x="26"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171"/>
            <p:cNvSpPr>
              <a:spLocks noEditPoints="1"/>
            </p:cNvSpPr>
            <p:nvPr/>
          </p:nvSpPr>
          <p:spPr bwMode="auto">
            <a:xfrm>
              <a:off x="11336338" y="1112838"/>
              <a:ext cx="292100" cy="292100"/>
            </a:xfrm>
            <a:custGeom>
              <a:avLst/>
              <a:gdLst>
                <a:gd name="T0" fmla="*/ 90 w 180"/>
                <a:gd name="T1" fmla="*/ 180 h 180"/>
                <a:gd name="T2" fmla="*/ 180 w 180"/>
                <a:gd name="T3" fmla="*/ 90 h 180"/>
                <a:gd name="T4" fmla="*/ 90 w 180"/>
                <a:gd name="T5" fmla="*/ 0 h 180"/>
                <a:gd name="T6" fmla="*/ 0 w 180"/>
                <a:gd name="T7" fmla="*/ 90 h 180"/>
                <a:gd name="T8" fmla="*/ 90 w 180"/>
                <a:gd name="T9" fmla="*/ 180 h 180"/>
                <a:gd name="T10" fmla="*/ 138 w 180"/>
                <a:gd name="T11" fmla="*/ 128 h 180"/>
                <a:gd name="T12" fmla="*/ 133 w 180"/>
                <a:gd name="T13" fmla="*/ 139 h 180"/>
                <a:gd name="T14" fmla="*/ 49 w 180"/>
                <a:gd name="T15" fmla="*/ 142 h 180"/>
                <a:gd name="T16" fmla="*/ 40 w 180"/>
                <a:gd name="T17" fmla="*/ 134 h 180"/>
                <a:gd name="T18" fmla="*/ 138 w 180"/>
                <a:gd name="T19" fmla="*/ 128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0" h="180">
                  <a:moveTo>
                    <a:pt x="90" y="180"/>
                  </a:moveTo>
                  <a:cubicBezTo>
                    <a:pt x="139" y="180"/>
                    <a:pt x="180" y="140"/>
                    <a:pt x="180" y="90"/>
                  </a:cubicBezTo>
                  <a:cubicBezTo>
                    <a:pt x="180" y="41"/>
                    <a:pt x="139" y="0"/>
                    <a:pt x="90" y="0"/>
                  </a:cubicBezTo>
                  <a:cubicBezTo>
                    <a:pt x="40" y="0"/>
                    <a:pt x="0" y="41"/>
                    <a:pt x="0" y="90"/>
                  </a:cubicBezTo>
                  <a:cubicBezTo>
                    <a:pt x="0" y="140"/>
                    <a:pt x="40" y="180"/>
                    <a:pt x="90" y="180"/>
                  </a:cubicBezTo>
                  <a:close/>
                  <a:moveTo>
                    <a:pt x="138" y="128"/>
                  </a:moveTo>
                  <a:cubicBezTo>
                    <a:pt x="133" y="139"/>
                    <a:pt x="133" y="139"/>
                    <a:pt x="133" y="139"/>
                  </a:cubicBezTo>
                  <a:cubicBezTo>
                    <a:pt x="75" y="113"/>
                    <a:pt x="49" y="141"/>
                    <a:pt x="49" y="142"/>
                  </a:cubicBezTo>
                  <a:cubicBezTo>
                    <a:pt x="40" y="134"/>
                    <a:pt x="40" y="134"/>
                    <a:pt x="40" y="134"/>
                  </a:cubicBezTo>
                  <a:cubicBezTo>
                    <a:pt x="41" y="132"/>
                    <a:pt x="72" y="98"/>
                    <a:pt x="138" y="1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172"/>
            <p:cNvSpPr>
              <a:spLocks noEditPoints="1"/>
            </p:cNvSpPr>
            <p:nvPr/>
          </p:nvSpPr>
          <p:spPr bwMode="auto">
            <a:xfrm>
              <a:off x="10121900" y="1685925"/>
              <a:ext cx="1812925" cy="868363"/>
            </a:xfrm>
            <a:custGeom>
              <a:avLst/>
              <a:gdLst>
                <a:gd name="T0" fmla="*/ 239 w 1142"/>
                <a:gd name="T1" fmla="*/ 504 h 547"/>
                <a:gd name="T2" fmla="*/ 279 w 1142"/>
                <a:gd name="T3" fmla="*/ 504 h 547"/>
                <a:gd name="T4" fmla="*/ 279 w 1142"/>
                <a:gd name="T5" fmla="*/ 547 h 547"/>
                <a:gd name="T6" fmla="*/ 863 w 1142"/>
                <a:gd name="T7" fmla="*/ 547 h 547"/>
                <a:gd name="T8" fmla="*/ 863 w 1142"/>
                <a:gd name="T9" fmla="*/ 504 h 547"/>
                <a:gd name="T10" fmla="*/ 903 w 1142"/>
                <a:gd name="T11" fmla="*/ 504 h 547"/>
                <a:gd name="T12" fmla="*/ 903 w 1142"/>
                <a:gd name="T13" fmla="*/ 271 h 547"/>
                <a:gd name="T14" fmla="*/ 1142 w 1142"/>
                <a:gd name="T15" fmla="*/ 170 h 547"/>
                <a:gd name="T16" fmla="*/ 1131 w 1142"/>
                <a:gd name="T17" fmla="*/ 153 h 547"/>
                <a:gd name="T18" fmla="*/ 903 w 1142"/>
                <a:gd name="T19" fmla="*/ 210 h 547"/>
                <a:gd name="T20" fmla="*/ 903 w 1142"/>
                <a:gd name="T21" fmla="*/ 0 h 547"/>
                <a:gd name="T22" fmla="*/ 239 w 1142"/>
                <a:gd name="T23" fmla="*/ 0 h 547"/>
                <a:gd name="T24" fmla="*/ 239 w 1142"/>
                <a:gd name="T25" fmla="*/ 143 h 547"/>
                <a:gd name="T26" fmla="*/ 58 w 1142"/>
                <a:gd name="T27" fmla="*/ 91 h 547"/>
                <a:gd name="T28" fmla="*/ 54 w 1142"/>
                <a:gd name="T29" fmla="*/ 102 h 547"/>
                <a:gd name="T30" fmla="*/ 239 w 1142"/>
                <a:gd name="T31" fmla="*/ 155 h 547"/>
                <a:gd name="T32" fmla="*/ 239 w 1142"/>
                <a:gd name="T33" fmla="*/ 167 h 547"/>
                <a:gd name="T34" fmla="*/ 58 w 1142"/>
                <a:gd name="T35" fmla="*/ 114 h 547"/>
                <a:gd name="T36" fmla="*/ 54 w 1142"/>
                <a:gd name="T37" fmla="*/ 127 h 547"/>
                <a:gd name="T38" fmla="*/ 239 w 1142"/>
                <a:gd name="T39" fmla="*/ 180 h 547"/>
                <a:gd name="T40" fmla="*/ 239 w 1142"/>
                <a:gd name="T41" fmla="*/ 191 h 547"/>
                <a:gd name="T42" fmla="*/ 58 w 1142"/>
                <a:gd name="T43" fmla="*/ 139 h 547"/>
                <a:gd name="T44" fmla="*/ 54 w 1142"/>
                <a:gd name="T45" fmla="*/ 151 h 547"/>
                <a:gd name="T46" fmla="*/ 239 w 1142"/>
                <a:gd name="T47" fmla="*/ 203 h 547"/>
                <a:gd name="T48" fmla="*/ 239 w 1142"/>
                <a:gd name="T49" fmla="*/ 210 h 547"/>
                <a:gd name="T50" fmla="*/ 12 w 1142"/>
                <a:gd name="T51" fmla="*/ 153 h 547"/>
                <a:gd name="T52" fmla="*/ 0 w 1142"/>
                <a:gd name="T53" fmla="*/ 170 h 547"/>
                <a:gd name="T54" fmla="*/ 239 w 1142"/>
                <a:gd name="T55" fmla="*/ 271 h 547"/>
                <a:gd name="T56" fmla="*/ 239 w 1142"/>
                <a:gd name="T57" fmla="*/ 504 h 547"/>
                <a:gd name="T58" fmla="*/ 279 w 1142"/>
                <a:gd name="T59" fmla="*/ 34 h 547"/>
                <a:gd name="T60" fmla="*/ 354 w 1142"/>
                <a:gd name="T61" fmla="*/ 34 h 547"/>
                <a:gd name="T62" fmla="*/ 354 w 1142"/>
                <a:gd name="T63" fmla="*/ 114 h 547"/>
                <a:gd name="T64" fmla="*/ 279 w 1142"/>
                <a:gd name="T65" fmla="*/ 114 h 547"/>
                <a:gd name="T66" fmla="*/ 279 w 1142"/>
                <a:gd name="T67" fmla="*/ 34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42" h="547">
                  <a:moveTo>
                    <a:pt x="239" y="504"/>
                  </a:moveTo>
                  <a:lnTo>
                    <a:pt x="279" y="504"/>
                  </a:lnTo>
                  <a:lnTo>
                    <a:pt x="279" y="547"/>
                  </a:lnTo>
                  <a:lnTo>
                    <a:pt x="863" y="547"/>
                  </a:lnTo>
                  <a:lnTo>
                    <a:pt x="863" y="504"/>
                  </a:lnTo>
                  <a:lnTo>
                    <a:pt x="903" y="504"/>
                  </a:lnTo>
                  <a:lnTo>
                    <a:pt x="903" y="271"/>
                  </a:lnTo>
                  <a:lnTo>
                    <a:pt x="1142" y="170"/>
                  </a:lnTo>
                  <a:lnTo>
                    <a:pt x="1131" y="153"/>
                  </a:lnTo>
                  <a:lnTo>
                    <a:pt x="903" y="210"/>
                  </a:lnTo>
                  <a:lnTo>
                    <a:pt x="903" y="0"/>
                  </a:lnTo>
                  <a:lnTo>
                    <a:pt x="239" y="0"/>
                  </a:lnTo>
                  <a:lnTo>
                    <a:pt x="239" y="143"/>
                  </a:lnTo>
                  <a:lnTo>
                    <a:pt x="58" y="91"/>
                  </a:lnTo>
                  <a:lnTo>
                    <a:pt x="54" y="102"/>
                  </a:lnTo>
                  <a:lnTo>
                    <a:pt x="239" y="155"/>
                  </a:lnTo>
                  <a:lnTo>
                    <a:pt x="239" y="167"/>
                  </a:lnTo>
                  <a:lnTo>
                    <a:pt x="58" y="114"/>
                  </a:lnTo>
                  <a:lnTo>
                    <a:pt x="54" y="127"/>
                  </a:lnTo>
                  <a:lnTo>
                    <a:pt x="239" y="180"/>
                  </a:lnTo>
                  <a:lnTo>
                    <a:pt x="239" y="191"/>
                  </a:lnTo>
                  <a:lnTo>
                    <a:pt x="58" y="139"/>
                  </a:lnTo>
                  <a:lnTo>
                    <a:pt x="54" y="151"/>
                  </a:lnTo>
                  <a:lnTo>
                    <a:pt x="239" y="203"/>
                  </a:lnTo>
                  <a:lnTo>
                    <a:pt x="239" y="210"/>
                  </a:lnTo>
                  <a:lnTo>
                    <a:pt x="12" y="153"/>
                  </a:lnTo>
                  <a:lnTo>
                    <a:pt x="0" y="170"/>
                  </a:lnTo>
                  <a:lnTo>
                    <a:pt x="239" y="271"/>
                  </a:lnTo>
                  <a:lnTo>
                    <a:pt x="239" y="504"/>
                  </a:lnTo>
                  <a:close/>
                  <a:moveTo>
                    <a:pt x="279" y="34"/>
                  </a:moveTo>
                  <a:lnTo>
                    <a:pt x="354" y="34"/>
                  </a:lnTo>
                  <a:lnTo>
                    <a:pt x="354" y="114"/>
                  </a:lnTo>
                  <a:lnTo>
                    <a:pt x="279" y="114"/>
                  </a:lnTo>
                  <a:lnTo>
                    <a:pt x="279"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173"/>
            <p:cNvSpPr>
              <a:spLocks/>
            </p:cNvSpPr>
            <p:nvPr/>
          </p:nvSpPr>
          <p:spPr bwMode="auto">
            <a:xfrm>
              <a:off x="10431463" y="1031875"/>
              <a:ext cx="620712" cy="652463"/>
            </a:xfrm>
            <a:custGeom>
              <a:avLst/>
              <a:gdLst>
                <a:gd name="T0" fmla="*/ 55 w 391"/>
                <a:gd name="T1" fmla="*/ 398 h 411"/>
                <a:gd name="T2" fmla="*/ 391 w 391"/>
                <a:gd name="T3" fmla="*/ 41 h 411"/>
                <a:gd name="T4" fmla="*/ 348 w 391"/>
                <a:gd name="T5" fmla="*/ 0 h 411"/>
                <a:gd name="T6" fmla="*/ 173 w 391"/>
                <a:gd name="T7" fmla="*/ 186 h 411"/>
                <a:gd name="T8" fmla="*/ 160 w 391"/>
                <a:gd name="T9" fmla="*/ 173 h 411"/>
                <a:gd name="T10" fmla="*/ 8 w 391"/>
                <a:gd name="T11" fmla="*/ 334 h 411"/>
                <a:gd name="T12" fmla="*/ 22 w 391"/>
                <a:gd name="T13" fmla="*/ 347 h 411"/>
                <a:gd name="T14" fmla="*/ 0 w 391"/>
                <a:gd name="T15" fmla="*/ 370 h 411"/>
                <a:gd name="T16" fmla="*/ 31 w 391"/>
                <a:gd name="T17" fmla="*/ 399 h 411"/>
                <a:gd name="T18" fmla="*/ 43 w 391"/>
                <a:gd name="T19" fmla="*/ 411 h 411"/>
                <a:gd name="T20" fmla="*/ 55 w 391"/>
                <a:gd name="T21" fmla="*/ 398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1" h="411">
                  <a:moveTo>
                    <a:pt x="55" y="398"/>
                  </a:moveTo>
                  <a:lnTo>
                    <a:pt x="391" y="41"/>
                  </a:lnTo>
                  <a:lnTo>
                    <a:pt x="348" y="0"/>
                  </a:lnTo>
                  <a:lnTo>
                    <a:pt x="173" y="186"/>
                  </a:lnTo>
                  <a:lnTo>
                    <a:pt x="160" y="173"/>
                  </a:lnTo>
                  <a:lnTo>
                    <a:pt x="8" y="334"/>
                  </a:lnTo>
                  <a:lnTo>
                    <a:pt x="22" y="347"/>
                  </a:lnTo>
                  <a:lnTo>
                    <a:pt x="0" y="370"/>
                  </a:lnTo>
                  <a:lnTo>
                    <a:pt x="31" y="399"/>
                  </a:lnTo>
                  <a:lnTo>
                    <a:pt x="43" y="411"/>
                  </a:lnTo>
                  <a:lnTo>
                    <a:pt x="55" y="39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174"/>
            <p:cNvSpPr>
              <a:spLocks noEditPoints="1"/>
            </p:cNvSpPr>
            <p:nvPr/>
          </p:nvSpPr>
          <p:spPr bwMode="auto">
            <a:xfrm>
              <a:off x="11501438" y="717550"/>
              <a:ext cx="519112" cy="446088"/>
            </a:xfrm>
            <a:custGeom>
              <a:avLst/>
              <a:gdLst>
                <a:gd name="T0" fmla="*/ 72 w 319"/>
                <a:gd name="T1" fmla="*/ 164 h 274"/>
                <a:gd name="T2" fmla="*/ 135 w 319"/>
                <a:gd name="T3" fmla="*/ 213 h 274"/>
                <a:gd name="T4" fmla="*/ 103 w 319"/>
                <a:gd name="T5" fmla="*/ 217 h 274"/>
                <a:gd name="T6" fmla="*/ 110 w 319"/>
                <a:gd name="T7" fmla="*/ 257 h 274"/>
                <a:gd name="T8" fmla="*/ 96 w 319"/>
                <a:gd name="T9" fmla="*/ 258 h 274"/>
                <a:gd name="T10" fmla="*/ 197 w 319"/>
                <a:gd name="T11" fmla="*/ 204 h 274"/>
                <a:gd name="T12" fmla="*/ 247 w 319"/>
                <a:gd name="T13" fmla="*/ 164 h 274"/>
                <a:gd name="T14" fmla="*/ 137 w 319"/>
                <a:gd name="T15" fmla="*/ 12 h 274"/>
                <a:gd name="T16" fmla="*/ 30 w 319"/>
                <a:gd name="T17" fmla="*/ 111 h 274"/>
                <a:gd name="T18" fmla="*/ 95 w 319"/>
                <a:gd name="T19" fmla="*/ 78 h 274"/>
                <a:gd name="T20" fmla="*/ 184 w 319"/>
                <a:gd name="T21" fmla="*/ 87 h 274"/>
                <a:gd name="T22" fmla="*/ 257 w 319"/>
                <a:gd name="T23" fmla="*/ 145 h 274"/>
                <a:gd name="T24" fmla="*/ 257 w 319"/>
                <a:gd name="T25" fmla="*/ 145 h 274"/>
                <a:gd name="T26" fmla="*/ 195 w 319"/>
                <a:gd name="T27" fmla="*/ 178 h 274"/>
                <a:gd name="T28" fmla="*/ 71 w 319"/>
                <a:gd name="T29" fmla="*/ 144 h 274"/>
                <a:gd name="T30" fmla="*/ 156 w 319"/>
                <a:gd name="T31" fmla="*/ 117 h 274"/>
                <a:gd name="T32" fmla="*/ 222 w 319"/>
                <a:gd name="T33" fmla="*/ 104 h 274"/>
                <a:gd name="T34" fmla="*/ 88 w 319"/>
                <a:gd name="T35" fmla="*/ 150 h 274"/>
                <a:gd name="T36" fmla="*/ 138 w 319"/>
                <a:gd name="T37" fmla="*/ 141 h 274"/>
                <a:gd name="T38" fmla="*/ 181 w 319"/>
                <a:gd name="T39" fmla="*/ 182 h 274"/>
                <a:gd name="T40" fmla="*/ 181 w 319"/>
                <a:gd name="T41" fmla="*/ 182 h 274"/>
                <a:gd name="T42" fmla="*/ 165 w 319"/>
                <a:gd name="T43" fmla="*/ 184 h 274"/>
                <a:gd name="T44" fmla="*/ 105 w 319"/>
                <a:gd name="T45" fmla="*/ 167 h 274"/>
                <a:gd name="T46" fmla="*/ 125 w 319"/>
                <a:gd name="T47" fmla="*/ 161 h 274"/>
                <a:gd name="T48" fmla="*/ 181 w 319"/>
                <a:gd name="T49" fmla="*/ 102 h 274"/>
                <a:gd name="T50" fmla="*/ 132 w 319"/>
                <a:gd name="T51" fmla="*/ 107 h 274"/>
                <a:gd name="T52" fmla="*/ 171 w 319"/>
                <a:gd name="T53" fmla="*/ 137 h 274"/>
                <a:gd name="T54" fmla="*/ 141 w 319"/>
                <a:gd name="T55" fmla="*/ 119 h 274"/>
                <a:gd name="T56" fmla="*/ 109 w 319"/>
                <a:gd name="T57" fmla="*/ 116 h 274"/>
                <a:gd name="T58" fmla="*/ 125 w 319"/>
                <a:gd name="T59" fmla="*/ 114 h 274"/>
                <a:gd name="T60" fmla="*/ 104 w 319"/>
                <a:gd name="T61" fmla="*/ 110 h 274"/>
                <a:gd name="T62" fmla="*/ 104 w 319"/>
                <a:gd name="T63" fmla="*/ 110 h 274"/>
                <a:gd name="T64" fmla="*/ 167 w 319"/>
                <a:gd name="T65" fmla="*/ 143 h 274"/>
                <a:gd name="T66" fmla="*/ 187 w 319"/>
                <a:gd name="T67" fmla="*/ 95 h 274"/>
                <a:gd name="T68" fmla="*/ 160 w 319"/>
                <a:gd name="T69" fmla="*/ 96 h 274"/>
                <a:gd name="T70" fmla="*/ 116 w 319"/>
                <a:gd name="T71" fmla="*/ 97 h 274"/>
                <a:gd name="T72" fmla="*/ 94 w 319"/>
                <a:gd name="T73" fmla="*/ 116 h 274"/>
                <a:gd name="T74" fmla="*/ 91 w 319"/>
                <a:gd name="T75" fmla="*/ 176 h 274"/>
                <a:gd name="T76" fmla="*/ 138 w 319"/>
                <a:gd name="T77" fmla="*/ 193 h 274"/>
                <a:gd name="T78" fmla="*/ 175 w 319"/>
                <a:gd name="T79" fmla="*/ 167 h 274"/>
                <a:gd name="T80" fmla="*/ 175 w 319"/>
                <a:gd name="T81" fmla="*/ 167 h 274"/>
                <a:gd name="T82" fmla="*/ 206 w 319"/>
                <a:gd name="T83" fmla="*/ 147 h 274"/>
                <a:gd name="T84" fmla="*/ 244 w 319"/>
                <a:gd name="T85" fmla="*/ 108 h 274"/>
                <a:gd name="T86" fmla="*/ 43 w 319"/>
                <a:gd name="T87" fmla="*/ 106 h 274"/>
                <a:gd name="T88" fmla="*/ 44 w 319"/>
                <a:gd name="T89" fmla="*/ 116 h 274"/>
                <a:gd name="T90" fmla="*/ 44 w 319"/>
                <a:gd name="T91" fmla="*/ 116 h 274"/>
                <a:gd name="T92" fmla="*/ 83 w 319"/>
                <a:gd name="T93" fmla="*/ 169 h 274"/>
                <a:gd name="T94" fmla="*/ 78 w 319"/>
                <a:gd name="T95" fmla="*/ 182 h 274"/>
                <a:gd name="T96" fmla="*/ 131 w 319"/>
                <a:gd name="T97" fmla="*/ 205 h 274"/>
                <a:gd name="T98" fmla="*/ 192 w 319"/>
                <a:gd name="T99" fmla="*/ 191 h 274"/>
                <a:gd name="T100" fmla="*/ 226 w 319"/>
                <a:gd name="T101" fmla="*/ 159 h 274"/>
                <a:gd name="T102" fmla="*/ 251 w 319"/>
                <a:gd name="T103" fmla="*/ 152 h 274"/>
                <a:gd name="T104" fmla="*/ 283 w 319"/>
                <a:gd name="T105" fmla="*/ 134 h 274"/>
                <a:gd name="T106" fmla="*/ 277 w 319"/>
                <a:gd name="T107" fmla="*/ 114 h 274"/>
                <a:gd name="T108" fmla="*/ 117 w 319"/>
                <a:gd name="T109" fmla="*/ 31 h 274"/>
                <a:gd name="T110" fmla="*/ 84 w 319"/>
                <a:gd name="T111" fmla="*/ 93 h 274"/>
                <a:gd name="T112" fmla="*/ 20 w 319"/>
                <a:gd name="T113" fmla="*/ 86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19" h="274">
                  <a:moveTo>
                    <a:pt x="30" y="111"/>
                  </a:moveTo>
                  <a:cubicBezTo>
                    <a:pt x="31" y="124"/>
                    <a:pt x="43" y="138"/>
                    <a:pt x="51" y="144"/>
                  </a:cubicBezTo>
                  <a:cubicBezTo>
                    <a:pt x="54" y="146"/>
                    <a:pt x="57" y="147"/>
                    <a:pt x="60" y="149"/>
                  </a:cubicBezTo>
                  <a:cubicBezTo>
                    <a:pt x="62" y="155"/>
                    <a:pt x="67" y="160"/>
                    <a:pt x="72" y="164"/>
                  </a:cubicBezTo>
                  <a:cubicBezTo>
                    <a:pt x="71" y="166"/>
                    <a:pt x="71" y="169"/>
                    <a:pt x="72" y="172"/>
                  </a:cubicBezTo>
                  <a:cubicBezTo>
                    <a:pt x="72" y="174"/>
                    <a:pt x="73" y="175"/>
                    <a:pt x="74" y="177"/>
                  </a:cubicBezTo>
                  <a:cubicBezTo>
                    <a:pt x="65" y="181"/>
                    <a:pt x="59" y="188"/>
                    <a:pt x="70" y="197"/>
                  </a:cubicBezTo>
                  <a:cubicBezTo>
                    <a:pt x="87" y="209"/>
                    <a:pt x="115" y="211"/>
                    <a:pt x="135" y="213"/>
                  </a:cubicBezTo>
                  <a:cubicBezTo>
                    <a:pt x="149" y="214"/>
                    <a:pt x="171" y="215"/>
                    <a:pt x="187" y="209"/>
                  </a:cubicBezTo>
                  <a:cubicBezTo>
                    <a:pt x="187" y="214"/>
                    <a:pt x="186" y="218"/>
                    <a:pt x="183" y="223"/>
                  </a:cubicBezTo>
                  <a:cubicBezTo>
                    <a:pt x="177" y="235"/>
                    <a:pt x="162" y="238"/>
                    <a:pt x="147" y="236"/>
                  </a:cubicBezTo>
                  <a:cubicBezTo>
                    <a:pt x="144" y="221"/>
                    <a:pt x="119" y="217"/>
                    <a:pt x="103" y="217"/>
                  </a:cubicBezTo>
                  <a:cubicBezTo>
                    <a:pt x="102" y="217"/>
                    <a:pt x="93" y="220"/>
                    <a:pt x="96" y="223"/>
                  </a:cubicBezTo>
                  <a:cubicBezTo>
                    <a:pt x="103" y="231"/>
                    <a:pt x="119" y="237"/>
                    <a:pt x="135" y="240"/>
                  </a:cubicBezTo>
                  <a:cubicBezTo>
                    <a:pt x="135" y="241"/>
                    <a:pt x="135" y="243"/>
                    <a:pt x="134" y="244"/>
                  </a:cubicBezTo>
                  <a:cubicBezTo>
                    <a:pt x="132" y="256"/>
                    <a:pt x="119" y="264"/>
                    <a:pt x="110" y="257"/>
                  </a:cubicBezTo>
                  <a:cubicBezTo>
                    <a:pt x="113" y="256"/>
                    <a:pt x="115" y="256"/>
                    <a:pt x="116" y="256"/>
                  </a:cubicBezTo>
                  <a:cubicBezTo>
                    <a:pt x="122" y="255"/>
                    <a:pt x="126" y="248"/>
                    <a:pt x="118" y="249"/>
                  </a:cubicBezTo>
                  <a:cubicBezTo>
                    <a:pt x="109" y="251"/>
                    <a:pt x="107" y="249"/>
                    <a:pt x="99" y="253"/>
                  </a:cubicBezTo>
                  <a:cubicBezTo>
                    <a:pt x="97" y="254"/>
                    <a:pt x="94" y="256"/>
                    <a:pt x="96" y="258"/>
                  </a:cubicBezTo>
                  <a:cubicBezTo>
                    <a:pt x="108" y="274"/>
                    <a:pt x="132" y="266"/>
                    <a:pt x="142" y="251"/>
                  </a:cubicBezTo>
                  <a:cubicBezTo>
                    <a:pt x="144" y="248"/>
                    <a:pt x="146" y="245"/>
                    <a:pt x="146" y="242"/>
                  </a:cubicBezTo>
                  <a:cubicBezTo>
                    <a:pt x="173" y="244"/>
                    <a:pt x="200" y="235"/>
                    <a:pt x="198" y="207"/>
                  </a:cubicBezTo>
                  <a:cubicBezTo>
                    <a:pt x="198" y="206"/>
                    <a:pt x="198" y="205"/>
                    <a:pt x="197" y="204"/>
                  </a:cubicBezTo>
                  <a:cubicBezTo>
                    <a:pt x="199" y="203"/>
                    <a:pt x="200" y="202"/>
                    <a:pt x="201" y="201"/>
                  </a:cubicBezTo>
                  <a:cubicBezTo>
                    <a:pt x="206" y="195"/>
                    <a:pt x="205" y="189"/>
                    <a:pt x="201" y="184"/>
                  </a:cubicBezTo>
                  <a:cubicBezTo>
                    <a:pt x="201" y="184"/>
                    <a:pt x="201" y="184"/>
                    <a:pt x="201" y="184"/>
                  </a:cubicBezTo>
                  <a:cubicBezTo>
                    <a:pt x="218" y="180"/>
                    <a:pt x="234" y="174"/>
                    <a:pt x="247" y="164"/>
                  </a:cubicBezTo>
                  <a:cubicBezTo>
                    <a:pt x="253" y="161"/>
                    <a:pt x="259" y="156"/>
                    <a:pt x="263" y="150"/>
                  </a:cubicBezTo>
                  <a:cubicBezTo>
                    <a:pt x="270" y="148"/>
                    <a:pt x="277" y="146"/>
                    <a:pt x="284" y="143"/>
                  </a:cubicBezTo>
                  <a:cubicBezTo>
                    <a:pt x="319" y="124"/>
                    <a:pt x="273" y="71"/>
                    <a:pt x="256" y="55"/>
                  </a:cubicBezTo>
                  <a:cubicBezTo>
                    <a:pt x="226" y="25"/>
                    <a:pt x="180" y="0"/>
                    <a:pt x="137" y="12"/>
                  </a:cubicBezTo>
                  <a:cubicBezTo>
                    <a:pt x="126" y="16"/>
                    <a:pt x="115" y="22"/>
                    <a:pt x="107" y="30"/>
                  </a:cubicBezTo>
                  <a:cubicBezTo>
                    <a:pt x="95" y="28"/>
                    <a:pt x="82" y="28"/>
                    <a:pt x="70" y="29"/>
                  </a:cubicBezTo>
                  <a:cubicBezTo>
                    <a:pt x="47" y="31"/>
                    <a:pt x="19" y="39"/>
                    <a:pt x="10" y="63"/>
                  </a:cubicBezTo>
                  <a:cubicBezTo>
                    <a:pt x="0" y="88"/>
                    <a:pt x="11" y="103"/>
                    <a:pt x="30" y="111"/>
                  </a:cubicBezTo>
                  <a:close/>
                  <a:moveTo>
                    <a:pt x="133" y="233"/>
                  </a:moveTo>
                  <a:cubicBezTo>
                    <a:pt x="126" y="230"/>
                    <a:pt x="119" y="228"/>
                    <a:pt x="114" y="224"/>
                  </a:cubicBezTo>
                  <a:cubicBezTo>
                    <a:pt x="122" y="225"/>
                    <a:pt x="129" y="227"/>
                    <a:pt x="133" y="233"/>
                  </a:cubicBezTo>
                  <a:close/>
                  <a:moveTo>
                    <a:pt x="95" y="78"/>
                  </a:moveTo>
                  <a:cubicBezTo>
                    <a:pt x="95" y="61"/>
                    <a:pt x="101" y="47"/>
                    <a:pt x="111" y="37"/>
                  </a:cubicBezTo>
                  <a:cubicBezTo>
                    <a:pt x="129" y="40"/>
                    <a:pt x="147" y="45"/>
                    <a:pt x="162" y="51"/>
                  </a:cubicBezTo>
                  <a:cubicBezTo>
                    <a:pt x="177" y="57"/>
                    <a:pt x="207" y="72"/>
                    <a:pt x="218" y="91"/>
                  </a:cubicBezTo>
                  <a:cubicBezTo>
                    <a:pt x="206" y="89"/>
                    <a:pt x="194" y="88"/>
                    <a:pt x="184" y="87"/>
                  </a:cubicBezTo>
                  <a:cubicBezTo>
                    <a:pt x="173" y="86"/>
                    <a:pt x="155" y="85"/>
                    <a:pt x="140" y="88"/>
                  </a:cubicBezTo>
                  <a:cubicBezTo>
                    <a:pt x="125" y="88"/>
                    <a:pt x="110" y="90"/>
                    <a:pt x="96" y="94"/>
                  </a:cubicBezTo>
                  <a:cubicBezTo>
                    <a:pt x="95" y="89"/>
                    <a:pt x="94" y="84"/>
                    <a:pt x="95" y="78"/>
                  </a:cubicBezTo>
                  <a:close/>
                  <a:moveTo>
                    <a:pt x="257" y="145"/>
                  </a:moveTo>
                  <a:cubicBezTo>
                    <a:pt x="251" y="145"/>
                    <a:pt x="246" y="145"/>
                    <a:pt x="242" y="146"/>
                  </a:cubicBezTo>
                  <a:cubicBezTo>
                    <a:pt x="236" y="146"/>
                    <a:pt x="230" y="147"/>
                    <a:pt x="224" y="147"/>
                  </a:cubicBezTo>
                  <a:cubicBezTo>
                    <a:pt x="237" y="143"/>
                    <a:pt x="250" y="138"/>
                    <a:pt x="261" y="131"/>
                  </a:cubicBezTo>
                  <a:cubicBezTo>
                    <a:pt x="261" y="136"/>
                    <a:pt x="260" y="140"/>
                    <a:pt x="257" y="145"/>
                  </a:cubicBezTo>
                  <a:close/>
                  <a:moveTo>
                    <a:pt x="195" y="178"/>
                  </a:moveTo>
                  <a:cubicBezTo>
                    <a:pt x="192" y="176"/>
                    <a:pt x="188" y="174"/>
                    <a:pt x="185" y="172"/>
                  </a:cubicBezTo>
                  <a:cubicBezTo>
                    <a:pt x="189" y="172"/>
                    <a:pt x="192" y="171"/>
                    <a:pt x="196" y="171"/>
                  </a:cubicBezTo>
                  <a:cubicBezTo>
                    <a:pt x="196" y="173"/>
                    <a:pt x="196" y="176"/>
                    <a:pt x="195" y="178"/>
                  </a:cubicBezTo>
                  <a:close/>
                  <a:moveTo>
                    <a:pt x="73" y="121"/>
                  </a:moveTo>
                  <a:cubicBezTo>
                    <a:pt x="78" y="121"/>
                    <a:pt x="83" y="121"/>
                    <a:pt x="88" y="121"/>
                  </a:cubicBezTo>
                  <a:cubicBezTo>
                    <a:pt x="80" y="128"/>
                    <a:pt x="76" y="137"/>
                    <a:pt x="76" y="146"/>
                  </a:cubicBezTo>
                  <a:cubicBezTo>
                    <a:pt x="74" y="146"/>
                    <a:pt x="72" y="145"/>
                    <a:pt x="71" y="144"/>
                  </a:cubicBezTo>
                  <a:cubicBezTo>
                    <a:pt x="67" y="135"/>
                    <a:pt x="69" y="127"/>
                    <a:pt x="73" y="121"/>
                  </a:cubicBezTo>
                  <a:close/>
                  <a:moveTo>
                    <a:pt x="215" y="122"/>
                  </a:moveTo>
                  <a:cubicBezTo>
                    <a:pt x="208" y="131"/>
                    <a:pt x="197" y="135"/>
                    <a:pt x="185" y="136"/>
                  </a:cubicBezTo>
                  <a:cubicBezTo>
                    <a:pt x="176" y="129"/>
                    <a:pt x="165" y="122"/>
                    <a:pt x="156" y="117"/>
                  </a:cubicBezTo>
                  <a:cubicBezTo>
                    <a:pt x="156" y="117"/>
                    <a:pt x="157" y="117"/>
                    <a:pt x="158" y="117"/>
                  </a:cubicBezTo>
                  <a:cubicBezTo>
                    <a:pt x="171" y="115"/>
                    <a:pt x="185" y="112"/>
                    <a:pt x="197" y="106"/>
                  </a:cubicBezTo>
                  <a:cubicBezTo>
                    <a:pt x="198" y="105"/>
                    <a:pt x="201" y="103"/>
                    <a:pt x="200" y="102"/>
                  </a:cubicBezTo>
                  <a:cubicBezTo>
                    <a:pt x="207" y="102"/>
                    <a:pt x="215" y="103"/>
                    <a:pt x="222" y="104"/>
                  </a:cubicBezTo>
                  <a:cubicBezTo>
                    <a:pt x="222" y="110"/>
                    <a:pt x="220" y="116"/>
                    <a:pt x="215" y="122"/>
                  </a:cubicBezTo>
                  <a:close/>
                  <a:moveTo>
                    <a:pt x="133" y="154"/>
                  </a:moveTo>
                  <a:cubicBezTo>
                    <a:pt x="123" y="153"/>
                    <a:pt x="113" y="152"/>
                    <a:pt x="104" y="153"/>
                  </a:cubicBezTo>
                  <a:cubicBezTo>
                    <a:pt x="99" y="152"/>
                    <a:pt x="93" y="151"/>
                    <a:pt x="88" y="150"/>
                  </a:cubicBezTo>
                  <a:cubicBezTo>
                    <a:pt x="88" y="150"/>
                    <a:pt x="88" y="150"/>
                    <a:pt x="88" y="150"/>
                  </a:cubicBezTo>
                  <a:cubicBezTo>
                    <a:pt x="85" y="138"/>
                    <a:pt x="89" y="128"/>
                    <a:pt x="98" y="122"/>
                  </a:cubicBezTo>
                  <a:cubicBezTo>
                    <a:pt x="98" y="122"/>
                    <a:pt x="98" y="122"/>
                    <a:pt x="99" y="122"/>
                  </a:cubicBezTo>
                  <a:cubicBezTo>
                    <a:pt x="109" y="132"/>
                    <a:pt x="123" y="138"/>
                    <a:pt x="138" y="141"/>
                  </a:cubicBezTo>
                  <a:cubicBezTo>
                    <a:pt x="146" y="145"/>
                    <a:pt x="155" y="148"/>
                    <a:pt x="160" y="150"/>
                  </a:cubicBezTo>
                  <a:cubicBezTo>
                    <a:pt x="166" y="151"/>
                    <a:pt x="171" y="152"/>
                    <a:pt x="177" y="152"/>
                  </a:cubicBezTo>
                  <a:cubicBezTo>
                    <a:pt x="162" y="154"/>
                    <a:pt x="147" y="155"/>
                    <a:pt x="133" y="154"/>
                  </a:cubicBezTo>
                  <a:close/>
                  <a:moveTo>
                    <a:pt x="181" y="182"/>
                  </a:moveTo>
                  <a:cubicBezTo>
                    <a:pt x="177" y="179"/>
                    <a:pt x="172" y="176"/>
                    <a:pt x="167" y="174"/>
                  </a:cubicBezTo>
                  <a:cubicBezTo>
                    <a:pt x="168" y="174"/>
                    <a:pt x="170" y="174"/>
                    <a:pt x="171" y="174"/>
                  </a:cubicBezTo>
                  <a:cubicBezTo>
                    <a:pt x="175" y="176"/>
                    <a:pt x="179" y="179"/>
                    <a:pt x="183" y="181"/>
                  </a:cubicBezTo>
                  <a:cubicBezTo>
                    <a:pt x="182" y="181"/>
                    <a:pt x="182" y="182"/>
                    <a:pt x="181" y="182"/>
                  </a:cubicBezTo>
                  <a:close/>
                  <a:moveTo>
                    <a:pt x="125" y="176"/>
                  </a:moveTo>
                  <a:cubicBezTo>
                    <a:pt x="131" y="176"/>
                    <a:pt x="137" y="176"/>
                    <a:pt x="143" y="176"/>
                  </a:cubicBezTo>
                  <a:cubicBezTo>
                    <a:pt x="144" y="176"/>
                    <a:pt x="144" y="176"/>
                    <a:pt x="145" y="176"/>
                  </a:cubicBezTo>
                  <a:cubicBezTo>
                    <a:pt x="151" y="178"/>
                    <a:pt x="158" y="180"/>
                    <a:pt x="165" y="184"/>
                  </a:cubicBezTo>
                  <a:cubicBezTo>
                    <a:pt x="144" y="185"/>
                    <a:pt x="121" y="184"/>
                    <a:pt x="105" y="174"/>
                  </a:cubicBezTo>
                  <a:cubicBezTo>
                    <a:pt x="112" y="175"/>
                    <a:pt x="119" y="175"/>
                    <a:pt x="125" y="176"/>
                  </a:cubicBezTo>
                  <a:close/>
                  <a:moveTo>
                    <a:pt x="148" y="169"/>
                  </a:moveTo>
                  <a:cubicBezTo>
                    <a:pt x="134" y="166"/>
                    <a:pt x="119" y="165"/>
                    <a:pt x="105" y="167"/>
                  </a:cubicBezTo>
                  <a:cubicBezTo>
                    <a:pt x="101" y="167"/>
                    <a:pt x="98" y="166"/>
                    <a:pt x="95" y="165"/>
                  </a:cubicBezTo>
                  <a:cubicBezTo>
                    <a:pt x="94" y="163"/>
                    <a:pt x="92" y="162"/>
                    <a:pt x="92" y="160"/>
                  </a:cubicBezTo>
                  <a:cubicBezTo>
                    <a:pt x="93" y="159"/>
                    <a:pt x="94" y="159"/>
                    <a:pt x="95" y="159"/>
                  </a:cubicBezTo>
                  <a:cubicBezTo>
                    <a:pt x="105" y="160"/>
                    <a:pt x="116" y="161"/>
                    <a:pt x="125" y="161"/>
                  </a:cubicBezTo>
                  <a:cubicBezTo>
                    <a:pt x="126" y="161"/>
                    <a:pt x="126" y="161"/>
                    <a:pt x="126" y="161"/>
                  </a:cubicBezTo>
                  <a:cubicBezTo>
                    <a:pt x="136" y="162"/>
                    <a:pt x="147" y="165"/>
                    <a:pt x="158" y="168"/>
                  </a:cubicBezTo>
                  <a:cubicBezTo>
                    <a:pt x="155" y="169"/>
                    <a:pt x="151" y="169"/>
                    <a:pt x="148" y="169"/>
                  </a:cubicBezTo>
                  <a:close/>
                  <a:moveTo>
                    <a:pt x="181" y="102"/>
                  </a:moveTo>
                  <a:cubicBezTo>
                    <a:pt x="183" y="102"/>
                    <a:pt x="184" y="103"/>
                    <a:pt x="186" y="104"/>
                  </a:cubicBezTo>
                  <a:cubicBezTo>
                    <a:pt x="174" y="108"/>
                    <a:pt x="162" y="112"/>
                    <a:pt x="148" y="114"/>
                  </a:cubicBezTo>
                  <a:cubicBezTo>
                    <a:pt x="143" y="111"/>
                    <a:pt x="139" y="109"/>
                    <a:pt x="135" y="108"/>
                  </a:cubicBezTo>
                  <a:cubicBezTo>
                    <a:pt x="134" y="108"/>
                    <a:pt x="133" y="107"/>
                    <a:pt x="132" y="107"/>
                  </a:cubicBezTo>
                  <a:cubicBezTo>
                    <a:pt x="147" y="104"/>
                    <a:pt x="162" y="102"/>
                    <a:pt x="171" y="102"/>
                  </a:cubicBezTo>
                  <a:cubicBezTo>
                    <a:pt x="174" y="102"/>
                    <a:pt x="178" y="102"/>
                    <a:pt x="181" y="102"/>
                  </a:cubicBezTo>
                  <a:close/>
                  <a:moveTo>
                    <a:pt x="152" y="124"/>
                  </a:moveTo>
                  <a:cubicBezTo>
                    <a:pt x="156" y="127"/>
                    <a:pt x="163" y="131"/>
                    <a:pt x="171" y="137"/>
                  </a:cubicBezTo>
                  <a:cubicBezTo>
                    <a:pt x="160" y="137"/>
                    <a:pt x="150" y="135"/>
                    <a:pt x="141" y="133"/>
                  </a:cubicBezTo>
                  <a:cubicBezTo>
                    <a:pt x="141" y="133"/>
                    <a:pt x="141" y="133"/>
                    <a:pt x="140" y="133"/>
                  </a:cubicBezTo>
                  <a:cubicBezTo>
                    <a:pt x="136" y="129"/>
                    <a:pt x="131" y="125"/>
                    <a:pt x="128" y="120"/>
                  </a:cubicBezTo>
                  <a:cubicBezTo>
                    <a:pt x="133" y="120"/>
                    <a:pt x="137" y="120"/>
                    <a:pt x="141" y="119"/>
                  </a:cubicBezTo>
                  <a:cubicBezTo>
                    <a:pt x="145" y="121"/>
                    <a:pt x="148" y="122"/>
                    <a:pt x="152" y="124"/>
                  </a:cubicBezTo>
                  <a:close/>
                  <a:moveTo>
                    <a:pt x="111" y="113"/>
                  </a:moveTo>
                  <a:cubicBezTo>
                    <a:pt x="111" y="114"/>
                    <a:pt x="112" y="115"/>
                    <a:pt x="112" y="116"/>
                  </a:cubicBezTo>
                  <a:cubicBezTo>
                    <a:pt x="111" y="116"/>
                    <a:pt x="110" y="116"/>
                    <a:pt x="109" y="116"/>
                  </a:cubicBezTo>
                  <a:cubicBezTo>
                    <a:pt x="109" y="116"/>
                    <a:pt x="108" y="115"/>
                    <a:pt x="108" y="115"/>
                  </a:cubicBezTo>
                  <a:cubicBezTo>
                    <a:pt x="109" y="115"/>
                    <a:pt x="110" y="114"/>
                    <a:pt x="111" y="113"/>
                  </a:cubicBezTo>
                  <a:close/>
                  <a:moveTo>
                    <a:pt x="126" y="116"/>
                  </a:moveTo>
                  <a:cubicBezTo>
                    <a:pt x="126" y="115"/>
                    <a:pt x="125" y="115"/>
                    <a:pt x="125" y="114"/>
                  </a:cubicBezTo>
                  <a:cubicBezTo>
                    <a:pt x="125" y="114"/>
                    <a:pt x="125" y="114"/>
                    <a:pt x="125" y="113"/>
                  </a:cubicBezTo>
                  <a:cubicBezTo>
                    <a:pt x="127" y="114"/>
                    <a:pt x="129" y="115"/>
                    <a:pt x="132" y="116"/>
                  </a:cubicBezTo>
                  <a:cubicBezTo>
                    <a:pt x="130" y="116"/>
                    <a:pt x="128" y="116"/>
                    <a:pt x="126" y="116"/>
                  </a:cubicBezTo>
                  <a:close/>
                  <a:moveTo>
                    <a:pt x="104" y="110"/>
                  </a:moveTo>
                  <a:cubicBezTo>
                    <a:pt x="104" y="110"/>
                    <a:pt x="104" y="110"/>
                    <a:pt x="104" y="110"/>
                  </a:cubicBezTo>
                  <a:cubicBezTo>
                    <a:pt x="103" y="109"/>
                    <a:pt x="102" y="107"/>
                    <a:pt x="101" y="105"/>
                  </a:cubicBezTo>
                  <a:cubicBezTo>
                    <a:pt x="104" y="106"/>
                    <a:pt x="107" y="107"/>
                    <a:pt x="109" y="108"/>
                  </a:cubicBezTo>
                  <a:cubicBezTo>
                    <a:pt x="108" y="109"/>
                    <a:pt x="106" y="110"/>
                    <a:pt x="104" y="110"/>
                  </a:cubicBezTo>
                  <a:close/>
                  <a:moveTo>
                    <a:pt x="167" y="143"/>
                  </a:moveTo>
                  <a:cubicBezTo>
                    <a:pt x="171" y="143"/>
                    <a:pt x="174" y="143"/>
                    <a:pt x="178" y="143"/>
                  </a:cubicBezTo>
                  <a:cubicBezTo>
                    <a:pt x="179" y="144"/>
                    <a:pt x="180" y="145"/>
                    <a:pt x="181" y="146"/>
                  </a:cubicBezTo>
                  <a:cubicBezTo>
                    <a:pt x="176" y="145"/>
                    <a:pt x="172" y="144"/>
                    <a:pt x="167" y="143"/>
                  </a:cubicBezTo>
                  <a:close/>
                  <a:moveTo>
                    <a:pt x="187" y="95"/>
                  </a:moveTo>
                  <a:cubicBezTo>
                    <a:pt x="186" y="94"/>
                    <a:pt x="185" y="94"/>
                    <a:pt x="184" y="94"/>
                  </a:cubicBezTo>
                  <a:cubicBezTo>
                    <a:pt x="187" y="94"/>
                    <a:pt x="190" y="94"/>
                    <a:pt x="193" y="95"/>
                  </a:cubicBezTo>
                  <a:cubicBezTo>
                    <a:pt x="191" y="95"/>
                    <a:pt x="189" y="95"/>
                    <a:pt x="187" y="95"/>
                  </a:cubicBezTo>
                  <a:close/>
                  <a:moveTo>
                    <a:pt x="160" y="96"/>
                  </a:moveTo>
                  <a:cubicBezTo>
                    <a:pt x="148" y="97"/>
                    <a:pt x="137" y="99"/>
                    <a:pt x="126" y="102"/>
                  </a:cubicBezTo>
                  <a:cubicBezTo>
                    <a:pt x="129" y="98"/>
                    <a:pt x="134" y="96"/>
                    <a:pt x="140" y="95"/>
                  </a:cubicBezTo>
                  <a:cubicBezTo>
                    <a:pt x="147" y="95"/>
                    <a:pt x="153" y="95"/>
                    <a:pt x="160" y="96"/>
                  </a:cubicBezTo>
                  <a:close/>
                  <a:moveTo>
                    <a:pt x="116" y="100"/>
                  </a:moveTo>
                  <a:cubicBezTo>
                    <a:pt x="115" y="101"/>
                    <a:pt x="115" y="101"/>
                    <a:pt x="115" y="101"/>
                  </a:cubicBezTo>
                  <a:cubicBezTo>
                    <a:pt x="113" y="100"/>
                    <a:pt x="110" y="100"/>
                    <a:pt x="108" y="99"/>
                  </a:cubicBezTo>
                  <a:cubicBezTo>
                    <a:pt x="111" y="98"/>
                    <a:pt x="114" y="98"/>
                    <a:pt x="116" y="97"/>
                  </a:cubicBezTo>
                  <a:cubicBezTo>
                    <a:pt x="117" y="97"/>
                    <a:pt x="118" y="97"/>
                    <a:pt x="119" y="97"/>
                  </a:cubicBezTo>
                  <a:cubicBezTo>
                    <a:pt x="118" y="98"/>
                    <a:pt x="117" y="99"/>
                    <a:pt x="116" y="100"/>
                  </a:cubicBezTo>
                  <a:close/>
                  <a:moveTo>
                    <a:pt x="90" y="110"/>
                  </a:moveTo>
                  <a:cubicBezTo>
                    <a:pt x="91" y="112"/>
                    <a:pt x="92" y="114"/>
                    <a:pt x="94" y="116"/>
                  </a:cubicBezTo>
                  <a:cubicBezTo>
                    <a:pt x="88" y="115"/>
                    <a:pt x="83" y="115"/>
                    <a:pt x="78" y="114"/>
                  </a:cubicBezTo>
                  <a:cubicBezTo>
                    <a:pt x="81" y="112"/>
                    <a:pt x="85" y="109"/>
                    <a:pt x="88" y="107"/>
                  </a:cubicBezTo>
                  <a:cubicBezTo>
                    <a:pt x="89" y="108"/>
                    <a:pt x="89" y="109"/>
                    <a:pt x="90" y="110"/>
                  </a:cubicBezTo>
                  <a:close/>
                  <a:moveTo>
                    <a:pt x="91" y="176"/>
                  </a:moveTo>
                  <a:cubicBezTo>
                    <a:pt x="107" y="189"/>
                    <a:pt x="133" y="191"/>
                    <a:pt x="153" y="191"/>
                  </a:cubicBezTo>
                  <a:cubicBezTo>
                    <a:pt x="159" y="190"/>
                    <a:pt x="166" y="190"/>
                    <a:pt x="173" y="189"/>
                  </a:cubicBezTo>
                  <a:cubicBezTo>
                    <a:pt x="174" y="190"/>
                    <a:pt x="175" y="190"/>
                    <a:pt x="176" y="191"/>
                  </a:cubicBezTo>
                  <a:cubicBezTo>
                    <a:pt x="164" y="195"/>
                    <a:pt x="148" y="194"/>
                    <a:pt x="138" y="193"/>
                  </a:cubicBezTo>
                  <a:cubicBezTo>
                    <a:pt x="125" y="193"/>
                    <a:pt x="113" y="189"/>
                    <a:pt x="101" y="184"/>
                  </a:cubicBezTo>
                  <a:cubicBezTo>
                    <a:pt x="98" y="182"/>
                    <a:pt x="93" y="180"/>
                    <a:pt x="89" y="176"/>
                  </a:cubicBezTo>
                  <a:cubicBezTo>
                    <a:pt x="90" y="176"/>
                    <a:pt x="90" y="176"/>
                    <a:pt x="91" y="176"/>
                  </a:cubicBezTo>
                  <a:close/>
                  <a:moveTo>
                    <a:pt x="175" y="167"/>
                  </a:moveTo>
                  <a:cubicBezTo>
                    <a:pt x="169" y="164"/>
                    <a:pt x="162" y="162"/>
                    <a:pt x="156" y="160"/>
                  </a:cubicBezTo>
                  <a:cubicBezTo>
                    <a:pt x="167" y="159"/>
                    <a:pt x="178" y="157"/>
                    <a:pt x="190" y="155"/>
                  </a:cubicBezTo>
                  <a:cubicBezTo>
                    <a:pt x="192" y="158"/>
                    <a:pt x="194" y="162"/>
                    <a:pt x="195" y="165"/>
                  </a:cubicBezTo>
                  <a:cubicBezTo>
                    <a:pt x="188" y="166"/>
                    <a:pt x="181" y="166"/>
                    <a:pt x="175" y="167"/>
                  </a:cubicBezTo>
                  <a:close/>
                  <a:moveTo>
                    <a:pt x="252" y="114"/>
                  </a:moveTo>
                  <a:cubicBezTo>
                    <a:pt x="255" y="118"/>
                    <a:pt x="258" y="121"/>
                    <a:pt x="259" y="124"/>
                  </a:cubicBezTo>
                  <a:cubicBezTo>
                    <a:pt x="258" y="124"/>
                    <a:pt x="258" y="125"/>
                    <a:pt x="257" y="125"/>
                  </a:cubicBezTo>
                  <a:cubicBezTo>
                    <a:pt x="243" y="136"/>
                    <a:pt x="225" y="143"/>
                    <a:pt x="206" y="147"/>
                  </a:cubicBezTo>
                  <a:cubicBezTo>
                    <a:pt x="203" y="147"/>
                    <a:pt x="200" y="147"/>
                    <a:pt x="197" y="147"/>
                  </a:cubicBezTo>
                  <a:cubicBezTo>
                    <a:pt x="195" y="145"/>
                    <a:pt x="193" y="143"/>
                    <a:pt x="191" y="141"/>
                  </a:cubicBezTo>
                  <a:cubicBezTo>
                    <a:pt x="210" y="136"/>
                    <a:pt x="231" y="126"/>
                    <a:pt x="233" y="106"/>
                  </a:cubicBezTo>
                  <a:cubicBezTo>
                    <a:pt x="236" y="106"/>
                    <a:pt x="240" y="107"/>
                    <a:pt x="244" y="108"/>
                  </a:cubicBezTo>
                  <a:cubicBezTo>
                    <a:pt x="247" y="110"/>
                    <a:pt x="250" y="112"/>
                    <a:pt x="252" y="114"/>
                  </a:cubicBezTo>
                  <a:close/>
                  <a:moveTo>
                    <a:pt x="67" y="113"/>
                  </a:moveTo>
                  <a:cubicBezTo>
                    <a:pt x="67" y="113"/>
                    <a:pt x="66" y="113"/>
                    <a:pt x="66" y="113"/>
                  </a:cubicBezTo>
                  <a:cubicBezTo>
                    <a:pt x="59" y="111"/>
                    <a:pt x="50" y="110"/>
                    <a:pt x="43" y="106"/>
                  </a:cubicBezTo>
                  <a:cubicBezTo>
                    <a:pt x="43" y="102"/>
                    <a:pt x="47" y="98"/>
                    <a:pt x="54" y="98"/>
                  </a:cubicBezTo>
                  <a:cubicBezTo>
                    <a:pt x="63" y="97"/>
                    <a:pt x="73" y="98"/>
                    <a:pt x="83" y="100"/>
                  </a:cubicBezTo>
                  <a:cubicBezTo>
                    <a:pt x="76" y="104"/>
                    <a:pt x="71" y="108"/>
                    <a:pt x="67" y="113"/>
                  </a:cubicBezTo>
                  <a:close/>
                  <a:moveTo>
                    <a:pt x="44" y="116"/>
                  </a:moveTo>
                  <a:cubicBezTo>
                    <a:pt x="50" y="117"/>
                    <a:pt x="56" y="119"/>
                    <a:pt x="62" y="119"/>
                  </a:cubicBezTo>
                  <a:cubicBezTo>
                    <a:pt x="60" y="124"/>
                    <a:pt x="58" y="130"/>
                    <a:pt x="58" y="136"/>
                  </a:cubicBezTo>
                  <a:cubicBezTo>
                    <a:pt x="57" y="135"/>
                    <a:pt x="56" y="135"/>
                    <a:pt x="55" y="134"/>
                  </a:cubicBezTo>
                  <a:cubicBezTo>
                    <a:pt x="51" y="130"/>
                    <a:pt x="46" y="123"/>
                    <a:pt x="44" y="116"/>
                  </a:cubicBezTo>
                  <a:close/>
                  <a:moveTo>
                    <a:pt x="84" y="169"/>
                  </a:moveTo>
                  <a:cubicBezTo>
                    <a:pt x="85" y="170"/>
                    <a:pt x="86" y="171"/>
                    <a:pt x="86" y="172"/>
                  </a:cubicBezTo>
                  <a:cubicBezTo>
                    <a:pt x="86" y="172"/>
                    <a:pt x="85" y="172"/>
                    <a:pt x="85" y="172"/>
                  </a:cubicBezTo>
                  <a:cubicBezTo>
                    <a:pt x="84" y="171"/>
                    <a:pt x="83" y="170"/>
                    <a:pt x="83" y="169"/>
                  </a:cubicBezTo>
                  <a:cubicBezTo>
                    <a:pt x="84" y="169"/>
                    <a:pt x="84" y="169"/>
                    <a:pt x="84" y="169"/>
                  </a:cubicBezTo>
                  <a:close/>
                  <a:moveTo>
                    <a:pt x="131" y="205"/>
                  </a:moveTo>
                  <a:cubicBezTo>
                    <a:pt x="121" y="204"/>
                    <a:pt x="79" y="200"/>
                    <a:pt x="76" y="187"/>
                  </a:cubicBezTo>
                  <a:cubicBezTo>
                    <a:pt x="75" y="185"/>
                    <a:pt x="76" y="183"/>
                    <a:pt x="78" y="182"/>
                  </a:cubicBezTo>
                  <a:cubicBezTo>
                    <a:pt x="89" y="191"/>
                    <a:pt x="109" y="197"/>
                    <a:pt x="120" y="199"/>
                  </a:cubicBezTo>
                  <a:cubicBezTo>
                    <a:pt x="138" y="202"/>
                    <a:pt x="162" y="202"/>
                    <a:pt x="181" y="196"/>
                  </a:cubicBezTo>
                  <a:cubicBezTo>
                    <a:pt x="182" y="198"/>
                    <a:pt x="184" y="200"/>
                    <a:pt x="185" y="202"/>
                  </a:cubicBezTo>
                  <a:cubicBezTo>
                    <a:pt x="170" y="207"/>
                    <a:pt x="140" y="206"/>
                    <a:pt x="131" y="205"/>
                  </a:cubicBezTo>
                  <a:close/>
                  <a:moveTo>
                    <a:pt x="192" y="191"/>
                  </a:moveTo>
                  <a:cubicBezTo>
                    <a:pt x="192" y="191"/>
                    <a:pt x="192" y="191"/>
                    <a:pt x="192" y="191"/>
                  </a:cubicBezTo>
                  <a:cubicBezTo>
                    <a:pt x="192" y="191"/>
                    <a:pt x="192" y="191"/>
                    <a:pt x="192" y="191"/>
                  </a:cubicBezTo>
                  <a:cubicBezTo>
                    <a:pt x="192" y="191"/>
                    <a:pt x="192" y="191"/>
                    <a:pt x="192" y="191"/>
                  </a:cubicBezTo>
                  <a:close/>
                  <a:moveTo>
                    <a:pt x="207" y="175"/>
                  </a:moveTo>
                  <a:cubicBezTo>
                    <a:pt x="208" y="173"/>
                    <a:pt x="208" y="171"/>
                    <a:pt x="208" y="169"/>
                  </a:cubicBezTo>
                  <a:cubicBezTo>
                    <a:pt x="215" y="168"/>
                    <a:pt x="221" y="166"/>
                    <a:pt x="227" y="165"/>
                  </a:cubicBezTo>
                  <a:cubicBezTo>
                    <a:pt x="234" y="164"/>
                    <a:pt x="233" y="158"/>
                    <a:pt x="226" y="159"/>
                  </a:cubicBezTo>
                  <a:cubicBezTo>
                    <a:pt x="220" y="160"/>
                    <a:pt x="213" y="162"/>
                    <a:pt x="207" y="163"/>
                  </a:cubicBezTo>
                  <a:cubicBezTo>
                    <a:pt x="206" y="160"/>
                    <a:pt x="205" y="157"/>
                    <a:pt x="203" y="154"/>
                  </a:cubicBezTo>
                  <a:cubicBezTo>
                    <a:pt x="211" y="154"/>
                    <a:pt x="219" y="154"/>
                    <a:pt x="228" y="153"/>
                  </a:cubicBezTo>
                  <a:cubicBezTo>
                    <a:pt x="235" y="153"/>
                    <a:pt x="243" y="152"/>
                    <a:pt x="251" y="152"/>
                  </a:cubicBezTo>
                  <a:cubicBezTo>
                    <a:pt x="240" y="162"/>
                    <a:pt x="222" y="170"/>
                    <a:pt x="207" y="175"/>
                  </a:cubicBezTo>
                  <a:close/>
                  <a:moveTo>
                    <a:pt x="172" y="18"/>
                  </a:moveTo>
                  <a:cubicBezTo>
                    <a:pt x="202" y="23"/>
                    <a:pt x="230" y="43"/>
                    <a:pt x="251" y="65"/>
                  </a:cubicBezTo>
                  <a:cubicBezTo>
                    <a:pt x="262" y="77"/>
                    <a:pt x="295" y="115"/>
                    <a:pt x="283" y="134"/>
                  </a:cubicBezTo>
                  <a:cubicBezTo>
                    <a:pt x="280" y="138"/>
                    <a:pt x="274" y="141"/>
                    <a:pt x="267" y="143"/>
                  </a:cubicBezTo>
                  <a:cubicBezTo>
                    <a:pt x="270" y="137"/>
                    <a:pt x="272" y="130"/>
                    <a:pt x="271" y="124"/>
                  </a:cubicBezTo>
                  <a:cubicBezTo>
                    <a:pt x="273" y="122"/>
                    <a:pt x="275" y="119"/>
                    <a:pt x="277" y="117"/>
                  </a:cubicBezTo>
                  <a:cubicBezTo>
                    <a:pt x="278" y="116"/>
                    <a:pt x="278" y="115"/>
                    <a:pt x="277" y="114"/>
                  </a:cubicBezTo>
                  <a:cubicBezTo>
                    <a:pt x="270" y="108"/>
                    <a:pt x="261" y="103"/>
                    <a:pt x="250" y="101"/>
                  </a:cubicBezTo>
                  <a:cubicBezTo>
                    <a:pt x="245" y="98"/>
                    <a:pt x="238" y="95"/>
                    <a:pt x="232" y="94"/>
                  </a:cubicBezTo>
                  <a:cubicBezTo>
                    <a:pt x="225" y="69"/>
                    <a:pt x="192" y="54"/>
                    <a:pt x="171" y="46"/>
                  </a:cubicBezTo>
                  <a:cubicBezTo>
                    <a:pt x="154" y="39"/>
                    <a:pt x="136" y="34"/>
                    <a:pt x="117" y="31"/>
                  </a:cubicBezTo>
                  <a:cubicBezTo>
                    <a:pt x="132" y="19"/>
                    <a:pt x="151" y="14"/>
                    <a:pt x="172" y="18"/>
                  </a:cubicBezTo>
                  <a:close/>
                  <a:moveTo>
                    <a:pt x="40" y="43"/>
                  </a:moveTo>
                  <a:cubicBezTo>
                    <a:pt x="57" y="34"/>
                    <a:pt x="79" y="32"/>
                    <a:pt x="101" y="35"/>
                  </a:cubicBezTo>
                  <a:cubicBezTo>
                    <a:pt x="87" y="51"/>
                    <a:pt x="80" y="73"/>
                    <a:pt x="84" y="93"/>
                  </a:cubicBezTo>
                  <a:cubicBezTo>
                    <a:pt x="80" y="93"/>
                    <a:pt x="77" y="92"/>
                    <a:pt x="73" y="92"/>
                  </a:cubicBezTo>
                  <a:cubicBezTo>
                    <a:pt x="61" y="90"/>
                    <a:pt x="42" y="89"/>
                    <a:pt x="33" y="100"/>
                  </a:cubicBezTo>
                  <a:cubicBezTo>
                    <a:pt x="33" y="100"/>
                    <a:pt x="33" y="101"/>
                    <a:pt x="33" y="101"/>
                  </a:cubicBezTo>
                  <a:cubicBezTo>
                    <a:pt x="27" y="97"/>
                    <a:pt x="23" y="93"/>
                    <a:pt x="20" y="86"/>
                  </a:cubicBezTo>
                  <a:cubicBezTo>
                    <a:pt x="14" y="69"/>
                    <a:pt x="24" y="50"/>
                    <a:pt x="40"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175"/>
            <p:cNvSpPr>
              <a:spLocks/>
            </p:cNvSpPr>
            <p:nvPr/>
          </p:nvSpPr>
          <p:spPr bwMode="auto">
            <a:xfrm>
              <a:off x="11133138" y="963613"/>
              <a:ext cx="76200" cy="120650"/>
            </a:xfrm>
            <a:custGeom>
              <a:avLst/>
              <a:gdLst>
                <a:gd name="T0" fmla="*/ 0 w 47"/>
                <a:gd name="T1" fmla="*/ 68 h 75"/>
                <a:gd name="T2" fmla="*/ 2 w 47"/>
                <a:gd name="T3" fmla="*/ 75 h 75"/>
                <a:gd name="T4" fmla="*/ 40 w 47"/>
                <a:gd name="T5" fmla="*/ 47 h 75"/>
                <a:gd name="T6" fmla="*/ 29 w 47"/>
                <a:gd name="T7" fmla="*/ 0 h 75"/>
                <a:gd name="T8" fmla="*/ 23 w 47"/>
                <a:gd name="T9" fmla="*/ 4 h 75"/>
                <a:gd name="T10" fmla="*/ 33 w 47"/>
                <a:gd name="T11" fmla="*/ 44 h 75"/>
                <a:gd name="T12" fmla="*/ 0 w 47"/>
                <a:gd name="T13" fmla="*/ 68 h 75"/>
              </a:gdLst>
              <a:ahLst/>
              <a:cxnLst>
                <a:cxn ang="0">
                  <a:pos x="T0" y="T1"/>
                </a:cxn>
                <a:cxn ang="0">
                  <a:pos x="T2" y="T3"/>
                </a:cxn>
                <a:cxn ang="0">
                  <a:pos x="T4" y="T5"/>
                </a:cxn>
                <a:cxn ang="0">
                  <a:pos x="T6" y="T7"/>
                </a:cxn>
                <a:cxn ang="0">
                  <a:pos x="T8" y="T9"/>
                </a:cxn>
                <a:cxn ang="0">
                  <a:pos x="T10" y="T11"/>
                </a:cxn>
                <a:cxn ang="0">
                  <a:pos x="T12" y="T13"/>
                </a:cxn>
              </a:cxnLst>
              <a:rect l="0" t="0" r="r" b="b"/>
              <a:pathLst>
                <a:path w="47" h="75">
                  <a:moveTo>
                    <a:pt x="0" y="68"/>
                  </a:moveTo>
                  <a:cubicBezTo>
                    <a:pt x="2" y="75"/>
                    <a:pt x="2" y="75"/>
                    <a:pt x="2" y="75"/>
                  </a:cubicBezTo>
                  <a:cubicBezTo>
                    <a:pt x="22" y="70"/>
                    <a:pt x="35" y="60"/>
                    <a:pt x="40" y="47"/>
                  </a:cubicBezTo>
                  <a:cubicBezTo>
                    <a:pt x="47" y="25"/>
                    <a:pt x="29" y="1"/>
                    <a:pt x="29" y="0"/>
                  </a:cubicBezTo>
                  <a:cubicBezTo>
                    <a:pt x="23" y="4"/>
                    <a:pt x="23" y="4"/>
                    <a:pt x="23" y="4"/>
                  </a:cubicBezTo>
                  <a:cubicBezTo>
                    <a:pt x="23" y="5"/>
                    <a:pt x="39" y="26"/>
                    <a:pt x="33" y="44"/>
                  </a:cubicBezTo>
                  <a:cubicBezTo>
                    <a:pt x="29" y="55"/>
                    <a:pt x="18" y="63"/>
                    <a:pt x="0"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176"/>
            <p:cNvSpPr>
              <a:spLocks/>
            </p:cNvSpPr>
            <p:nvPr/>
          </p:nvSpPr>
          <p:spPr bwMode="auto">
            <a:xfrm>
              <a:off x="11202988" y="955675"/>
              <a:ext cx="115887" cy="79375"/>
            </a:xfrm>
            <a:custGeom>
              <a:avLst/>
              <a:gdLst>
                <a:gd name="T0" fmla="*/ 24 w 71"/>
                <a:gd name="T1" fmla="*/ 43 h 48"/>
                <a:gd name="T2" fmla="*/ 41 w 71"/>
                <a:gd name="T3" fmla="*/ 48 h 48"/>
                <a:gd name="T4" fmla="*/ 71 w 71"/>
                <a:gd name="T5" fmla="*/ 39 h 48"/>
                <a:gd name="T6" fmla="*/ 68 w 71"/>
                <a:gd name="T7" fmla="*/ 33 h 48"/>
                <a:gd name="T8" fmla="*/ 27 w 71"/>
                <a:gd name="T9" fmla="*/ 37 h 48"/>
                <a:gd name="T10" fmla="*/ 8 w 71"/>
                <a:gd name="T11" fmla="*/ 0 h 48"/>
                <a:gd name="T12" fmla="*/ 0 w 71"/>
                <a:gd name="T13" fmla="*/ 0 h 48"/>
                <a:gd name="T14" fmla="*/ 24 w 71"/>
                <a:gd name="T15" fmla="*/ 43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48">
                  <a:moveTo>
                    <a:pt x="24" y="43"/>
                  </a:moveTo>
                  <a:cubicBezTo>
                    <a:pt x="29" y="46"/>
                    <a:pt x="35" y="48"/>
                    <a:pt x="41" y="48"/>
                  </a:cubicBezTo>
                  <a:cubicBezTo>
                    <a:pt x="50" y="48"/>
                    <a:pt x="60" y="45"/>
                    <a:pt x="71" y="39"/>
                  </a:cubicBezTo>
                  <a:cubicBezTo>
                    <a:pt x="68" y="33"/>
                    <a:pt x="68" y="33"/>
                    <a:pt x="68" y="33"/>
                  </a:cubicBezTo>
                  <a:cubicBezTo>
                    <a:pt x="51" y="41"/>
                    <a:pt x="37" y="43"/>
                    <a:pt x="27" y="37"/>
                  </a:cubicBezTo>
                  <a:cubicBezTo>
                    <a:pt x="10" y="27"/>
                    <a:pt x="8" y="0"/>
                    <a:pt x="8" y="0"/>
                  </a:cubicBezTo>
                  <a:cubicBezTo>
                    <a:pt x="0" y="0"/>
                    <a:pt x="0" y="0"/>
                    <a:pt x="0" y="0"/>
                  </a:cubicBezTo>
                  <a:cubicBezTo>
                    <a:pt x="1" y="2"/>
                    <a:pt x="3" y="32"/>
                    <a:pt x="24"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177"/>
            <p:cNvSpPr>
              <a:spLocks/>
            </p:cNvSpPr>
            <p:nvPr/>
          </p:nvSpPr>
          <p:spPr bwMode="auto">
            <a:xfrm>
              <a:off x="11244263" y="1044575"/>
              <a:ext cx="80962" cy="120650"/>
            </a:xfrm>
            <a:custGeom>
              <a:avLst/>
              <a:gdLst>
                <a:gd name="T0" fmla="*/ 8 w 49"/>
                <a:gd name="T1" fmla="*/ 25 h 74"/>
                <a:gd name="T2" fmla="*/ 20 w 49"/>
                <a:gd name="T3" fmla="*/ 74 h 74"/>
                <a:gd name="T4" fmla="*/ 26 w 49"/>
                <a:gd name="T5" fmla="*/ 70 h 74"/>
                <a:gd name="T6" fmla="*/ 15 w 49"/>
                <a:gd name="T7" fmla="*/ 28 h 74"/>
                <a:gd name="T8" fmla="*/ 49 w 49"/>
                <a:gd name="T9" fmla="*/ 7 h 74"/>
                <a:gd name="T10" fmla="*/ 48 w 49"/>
                <a:gd name="T11" fmla="*/ 0 h 74"/>
                <a:gd name="T12" fmla="*/ 8 w 49"/>
                <a:gd name="T13" fmla="*/ 25 h 74"/>
              </a:gdLst>
              <a:ahLst/>
              <a:cxnLst>
                <a:cxn ang="0">
                  <a:pos x="T0" y="T1"/>
                </a:cxn>
                <a:cxn ang="0">
                  <a:pos x="T2" y="T3"/>
                </a:cxn>
                <a:cxn ang="0">
                  <a:pos x="T4" y="T5"/>
                </a:cxn>
                <a:cxn ang="0">
                  <a:pos x="T6" y="T7"/>
                </a:cxn>
                <a:cxn ang="0">
                  <a:pos x="T8" y="T9"/>
                </a:cxn>
                <a:cxn ang="0">
                  <a:pos x="T10" y="T11"/>
                </a:cxn>
                <a:cxn ang="0">
                  <a:pos x="T12" y="T13"/>
                </a:cxn>
              </a:cxnLst>
              <a:rect l="0" t="0" r="r" b="b"/>
              <a:pathLst>
                <a:path w="49" h="74">
                  <a:moveTo>
                    <a:pt x="8" y="25"/>
                  </a:moveTo>
                  <a:cubicBezTo>
                    <a:pt x="0" y="47"/>
                    <a:pt x="19" y="73"/>
                    <a:pt x="20" y="74"/>
                  </a:cubicBezTo>
                  <a:cubicBezTo>
                    <a:pt x="26" y="70"/>
                    <a:pt x="26" y="70"/>
                    <a:pt x="26" y="70"/>
                  </a:cubicBezTo>
                  <a:cubicBezTo>
                    <a:pt x="25" y="70"/>
                    <a:pt x="8" y="46"/>
                    <a:pt x="15" y="28"/>
                  </a:cubicBezTo>
                  <a:cubicBezTo>
                    <a:pt x="19" y="17"/>
                    <a:pt x="31" y="10"/>
                    <a:pt x="49" y="7"/>
                  </a:cubicBezTo>
                  <a:cubicBezTo>
                    <a:pt x="48" y="0"/>
                    <a:pt x="48" y="0"/>
                    <a:pt x="48" y="0"/>
                  </a:cubicBezTo>
                  <a:cubicBezTo>
                    <a:pt x="27" y="4"/>
                    <a:pt x="13" y="12"/>
                    <a:pt x="8"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178"/>
            <p:cNvSpPr>
              <a:spLocks/>
            </p:cNvSpPr>
            <p:nvPr/>
          </p:nvSpPr>
          <p:spPr bwMode="auto">
            <a:xfrm>
              <a:off x="11139488" y="1085850"/>
              <a:ext cx="114300" cy="87313"/>
            </a:xfrm>
            <a:custGeom>
              <a:avLst/>
              <a:gdLst>
                <a:gd name="T0" fmla="*/ 47 w 70"/>
                <a:gd name="T1" fmla="*/ 7 h 53"/>
                <a:gd name="T2" fmla="*/ 0 w 70"/>
                <a:gd name="T3" fmla="*/ 14 h 53"/>
                <a:gd name="T4" fmla="*/ 3 w 70"/>
                <a:gd name="T5" fmla="*/ 20 h 53"/>
                <a:gd name="T6" fmla="*/ 44 w 70"/>
                <a:gd name="T7" fmla="*/ 13 h 53"/>
                <a:gd name="T8" fmla="*/ 63 w 70"/>
                <a:gd name="T9" fmla="*/ 53 h 53"/>
                <a:gd name="T10" fmla="*/ 70 w 70"/>
                <a:gd name="T11" fmla="*/ 52 h 53"/>
                <a:gd name="T12" fmla="*/ 47 w 70"/>
                <a:gd name="T13" fmla="*/ 7 h 53"/>
              </a:gdLst>
              <a:ahLst/>
              <a:cxnLst>
                <a:cxn ang="0">
                  <a:pos x="T0" y="T1"/>
                </a:cxn>
                <a:cxn ang="0">
                  <a:pos x="T2" y="T3"/>
                </a:cxn>
                <a:cxn ang="0">
                  <a:pos x="T4" y="T5"/>
                </a:cxn>
                <a:cxn ang="0">
                  <a:pos x="T6" y="T7"/>
                </a:cxn>
                <a:cxn ang="0">
                  <a:pos x="T8" y="T9"/>
                </a:cxn>
                <a:cxn ang="0">
                  <a:pos x="T10" y="T11"/>
                </a:cxn>
                <a:cxn ang="0">
                  <a:pos x="T12" y="T13"/>
                </a:cxn>
              </a:cxnLst>
              <a:rect l="0" t="0" r="r" b="b"/>
              <a:pathLst>
                <a:path w="70" h="53">
                  <a:moveTo>
                    <a:pt x="47" y="7"/>
                  </a:moveTo>
                  <a:cubicBezTo>
                    <a:pt x="35" y="0"/>
                    <a:pt x="19" y="3"/>
                    <a:pt x="0" y="14"/>
                  </a:cubicBezTo>
                  <a:cubicBezTo>
                    <a:pt x="3" y="20"/>
                    <a:pt x="3" y="20"/>
                    <a:pt x="3" y="20"/>
                  </a:cubicBezTo>
                  <a:cubicBezTo>
                    <a:pt x="20" y="10"/>
                    <a:pt x="34" y="8"/>
                    <a:pt x="44" y="13"/>
                  </a:cubicBezTo>
                  <a:cubicBezTo>
                    <a:pt x="61" y="23"/>
                    <a:pt x="63" y="52"/>
                    <a:pt x="63" y="53"/>
                  </a:cubicBezTo>
                  <a:cubicBezTo>
                    <a:pt x="70" y="52"/>
                    <a:pt x="70" y="52"/>
                    <a:pt x="70" y="52"/>
                  </a:cubicBezTo>
                  <a:cubicBezTo>
                    <a:pt x="70" y="51"/>
                    <a:pt x="68" y="18"/>
                    <a:pt x="47"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84" name="组合 183"/>
          <p:cNvGrpSpPr/>
          <p:nvPr/>
        </p:nvGrpSpPr>
        <p:grpSpPr>
          <a:xfrm>
            <a:off x="7335838" y="798513"/>
            <a:ext cx="638175" cy="1720850"/>
            <a:chOff x="7335838" y="798513"/>
            <a:chExt cx="638175" cy="1720850"/>
          </a:xfrm>
          <a:solidFill>
            <a:schemeClr val="tx1">
              <a:lumMod val="65000"/>
              <a:lumOff val="35000"/>
            </a:schemeClr>
          </a:solidFill>
        </p:grpSpPr>
        <p:sp>
          <p:nvSpPr>
            <p:cNvPr id="185" name="Freeform 179"/>
            <p:cNvSpPr>
              <a:spLocks noEditPoints="1"/>
            </p:cNvSpPr>
            <p:nvPr/>
          </p:nvSpPr>
          <p:spPr bwMode="auto">
            <a:xfrm>
              <a:off x="7335838" y="890588"/>
              <a:ext cx="584200" cy="1628775"/>
            </a:xfrm>
            <a:custGeom>
              <a:avLst/>
              <a:gdLst>
                <a:gd name="T0" fmla="*/ 43 w 359"/>
                <a:gd name="T1" fmla="*/ 293 h 1001"/>
                <a:gd name="T2" fmla="*/ 43 w 359"/>
                <a:gd name="T3" fmla="*/ 484 h 1001"/>
                <a:gd name="T4" fmla="*/ 43 w 359"/>
                <a:gd name="T5" fmla="*/ 560 h 1001"/>
                <a:gd name="T6" fmla="*/ 43 w 359"/>
                <a:gd name="T7" fmla="*/ 952 h 1001"/>
                <a:gd name="T8" fmla="*/ 92 w 359"/>
                <a:gd name="T9" fmla="*/ 1001 h 1001"/>
                <a:gd name="T10" fmla="*/ 142 w 359"/>
                <a:gd name="T11" fmla="*/ 952 h 1001"/>
                <a:gd name="T12" fmla="*/ 142 w 359"/>
                <a:gd name="T13" fmla="*/ 590 h 1001"/>
                <a:gd name="T14" fmla="*/ 160 w 359"/>
                <a:gd name="T15" fmla="*/ 590 h 1001"/>
                <a:gd name="T16" fmla="*/ 160 w 359"/>
                <a:gd name="T17" fmla="*/ 952 h 1001"/>
                <a:gd name="T18" fmla="*/ 210 w 359"/>
                <a:gd name="T19" fmla="*/ 1001 h 1001"/>
                <a:gd name="T20" fmla="*/ 259 w 359"/>
                <a:gd name="T21" fmla="*/ 952 h 1001"/>
                <a:gd name="T22" fmla="*/ 259 w 359"/>
                <a:gd name="T23" fmla="*/ 560 h 1001"/>
                <a:gd name="T24" fmla="*/ 259 w 359"/>
                <a:gd name="T25" fmla="*/ 484 h 1001"/>
                <a:gd name="T26" fmla="*/ 259 w 359"/>
                <a:gd name="T27" fmla="*/ 351 h 1001"/>
                <a:gd name="T28" fmla="*/ 285 w 359"/>
                <a:gd name="T29" fmla="*/ 604 h 1001"/>
                <a:gd name="T30" fmla="*/ 315 w 359"/>
                <a:gd name="T31" fmla="*/ 638 h 1001"/>
                <a:gd name="T32" fmla="*/ 317 w 359"/>
                <a:gd name="T33" fmla="*/ 638 h 1001"/>
                <a:gd name="T34" fmla="*/ 349 w 359"/>
                <a:gd name="T35" fmla="*/ 608 h 1001"/>
                <a:gd name="T36" fmla="*/ 286 w 359"/>
                <a:gd name="T37" fmla="*/ 280 h 1001"/>
                <a:gd name="T38" fmla="*/ 230 w 359"/>
                <a:gd name="T39" fmla="*/ 255 h 1001"/>
                <a:gd name="T40" fmla="*/ 228 w 359"/>
                <a:gd name="T41" fmla="*/ 255 h 1001"/>
                <a:gd name="T42" fmla="*/ 97 w 359"/>
                <a:gd name="T43" fmla="*/ 255 h 1001"/>
                <a:gd name="T44" fmla="*/ 84 w 359"/>
                <a:gd name="T45" fmla="*/ 215 h 1001"/>
                <a:gd name="T46" fmla="*/ 52 w 359"/>
                <a:gd name="T47" fmla="*/ 142 h 1001"/>
                <a:gd name="T48" fmla="*/ 151 w 359"/>
                <a:gd name="T49" fmla="*/ 43 h 1001"/>
                <a:gd name="T50" fmla="*/ 198 w 359"/>
                <a:gd name="T51" fmla="*/ 55 h 1001"/>
                <a:gd name="T52" fmla="*/ 175 w 359"/>
                <a:gd name="T53" fmla="*/ 17 h 1001"/>
                <a:gd name="T54" fmla="*/ 35 w 359"/>
                <a:gd name="T55" fmla="*/ 42 h 1001"/>
                <a:gd name="T56" fmla="*/ 16 w 359"/>
                <a:gd name="T57" fmla="*/ 205 h 1001"/>
                <a:gd name="T58" fmla="*/ 43 w 359"/>
                <a:gd name="T59" fmla="*/ 293 h 1001"/>
                <a:gd name="T60" fmla="*/ 168 w 359"/>
                <a:gd name="T61" fmla="*/ 352 h 1001"/>
                <a:gd name="T62" fmla="*/ 233 w 359"/>
                <a:gd name="T63" fmla="*/ 352 h 1001"/>
                <a:gd name="T64" fmla="*/ 233 w 359"/>
                <a:gd name="T65" fmla="*/ 368 h 1001"/>
                <a:gd name="T66" fmla="*/ 168 w 359"/>
                <a:gd name="T67" fmla="*/ 368 h 1001"/>
                <a:gd name="T68" fmla="*/ 168 w 359"/>
                <a:gd name="T69" fmla="*/ 352 h 1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59" h="1001">
                  <a:moveTo>
                    <a:pt x="43" y="293"/>
                  </a:moveTo>
                  <a:cubicBezTo>
                    <a:pt x="43" y="484"/>
                    <a:pt x="43" y="484"/>
                    <a:pt x="43" y="484"/>
                  </a:cubicBezTo>
                  <a:cubicBezTo>
                    <a:pt x="43" y="560"/>
                    <a:pt x="43" y="560"/>
                    <a:pt x="43" y="560"/>
                  </a:cubicBezTo>
                  <a:cubicBezTo>
                    <a:pt x="43" y="952"/>
                    <a:pt x="43" y="952"/>
                    <a:pt x="43" y="952"/>
                  </a:cubicBezTo>
                  <a:cubicBezTo>
                    <a:pt x="43" y="979"/>
                    <a:pt x="65" y="1001"/>
                    <a:pt x="92" y="1001"/>
                  </a:cubicBezTo>
                  <a:cubicBezTo>
                    <a:pt x="120" y="1001"/>
                    <a:pt x="142" y="979"/>
                    <a:pt x="142" y="952"/>
                  </a:cubicBezTo>
                  <a:cubicBezTo>
                    <a:pt x="142" y="590"/>
                    <a:pt x="142" y="590"/>
                    <a:pt x="142" y="590"/>
                  </a:cubicBezTo>
                  <a:cubicBezTo>
                    <a:pt x="160" y="590"/>
                    <a:pt x="160" y="590"/>
                    <a:pt x="160" y="590"/>
                  </a:cubicBezTo>
                  <a:cubicBezTo>
                    <a:pt x="160" y="952"/>
                    <a:pt x="160" y="952"/>
                    <a:pt x="160" y="952"/>
                  </a:cubicBezTo>
                  <a:cubicBezTo>
                    <a:pt x="160" y="979"/>
                    <a:pt x="183" y="1001"/>
                    <a:pt x="210" y="1001"/>
                  </a:cubicBezTo>
                  <a:cubicBezTo>
                    <a:pt x="237" y="1001"/>
                    <a:pt x="259" y="979"/>
                    <a:pt x="259" y="952"/>
                  </a:cubicBezTo>
                  <a:cubicBezTo>
                    <a:pt x="259" y="560"/>
                    <a:pt x="259" y="560"/>
                    <a:pt x="259" y="560"/>
                  </a:cubicBezTo>
                  <a:cubicBezTo>
                    <a:pt x="259" y="484"/>
                    <a:pt x="259" y="484"/>
                    <a:pt x="259" y="484"/>
                  </a:cubicBezTo>
                  <a:cubicBezTo>
                    <a:pt x="259" y="351"/>
                    <a:pt x="259" y="351"/>
                    <a:pt x="259" y="351"/>
                  </a:cubicBezTo>
                  <a:cubicBezTo>
                    <a:pt x="277" y="389"/>
                    <a:pt x="293" y="464"/>
                    <a:pt x="285" y="604"/>
                  </a:cubicBezTo>
                  <a:cubicBezTo>
                    <a:pt x="284" y="622"/>
                    <a:pt x="297" y="637"/>
                    <a:pt x="315" y="638"/>
                  </a:cubicBezTo>
                  <a:cubicBezTo>
                    <a:pt x="316" y="638"/>
                    <a:pt x="316" y="638"/>
                    <a:pt x="317" y="638"/>
                  </a:cubicBezTo>
                  <a:cubicBezTo>
                    <a:pt x="334" y="638"/>
                    <a:pt x="348" y="625"/>
                    <a:pt x="349" y="608"/>
                  </a:cubicBezTo>
                  <a:cubicBezTo>
                    <a:pt x="359" y="439"/>
                    <a:pt x="338" y="329"/>
                    <a:pt x="286" y="280"/>
                  </a:cubicBezTo>
                  <a:cubicBezTo>
                    <a:pt x="264" y="259"/>
                    <a:pt x="242" y="255"/>
                    <a:pt x="230" y="255"/>
                  </a:cubicBezTo>
                  <a:cubicBezTo>
                    <a:pt x="230" y="255"/>
                    <a:pt x="229" y="255"/>
                    <a:pt x="228" y="255"/>
                  </a:cubicBezTo>
                  <a:cubicBezTo>
                    <a:pt x="97" y="255"/>
                    <a:pt x="97" y="255"/>
                    <a:pt x="97" y="255"/>
                  </a:cubicBezTo>
                  <a:cubicBezTo>
                    <a:pt x="92" y="243"/>
                    <a:pt x="88" y="229"/>
                    <a:pt x="84" y="215"/>
                  </a:cubicBezTo>
                  <a:cubicBezTo>
                    <a:pt x="64" y="197"/>
                    <a:pt x="52" y="171"/>
                    <a:pt x="52" y="142"/>
                  </a:cubicBezTo>
                  <a:cubicBezTo>
                    <a:pt x="52" y="88"/>
                    <a:pt x="97" y="43"/>
                    <a:pt x="151" y="43"/>
                  </a:cubicBezTo>
                  <a:cubicBezTo>
                    <a:pt x="168" y="43"/>
                    <a:pt x="184" y="47"/>
                    <a:pt x="198" y="55"/>
                  </a:cubicBezTo>
                  <a:cubicBezTo>
                    <a:pt x="202" y="38"/>
                    <a:pt x="192" y="21"/>
                    <a:pt x="175" y="17"/>
                  </a:cubicBezTo>
                  <a:cubicBezTo>
                    <a:pt x="111" y="0"/>
                    <a:pt x="64" y="8"/>
                    <a:pt x="35" y="42"/>
                  </a:cubicBezTo>
                  <a:cubicBezTo>
                    <a:pt x="6" y="75"/>
                    <a:pt x="0" y="130"/>
                    <a:pt x="16" y="205"/>
                  </a:cubicBezTo>
                  <a:cubicBezTo>
                    <a:pt x="25" y="245"/>
                    <a:pt x="38" y="279"/>
                    <a:pt x="43" y="293"/>
                  </a:cubicBezTo>
                  <a:close/>
                  <a:moveTo>
                    <a:pt x="168" y="352"/>
                  </a:moveTo>
                  <a:cubicBezTo>
                    <a:pt x="233" y="352"/>
                    <a:pt x="233" y="352"/>
                    <a:pt x="233" y="352"/>
                  </a:cubicBezTo>
                  <a:cubicBezTo>
                    <a:pt x="233" y="368"/>
                    <a:pt x="233" y="368"/>
                    <a:pt x="233" y="368"/>
                  </a:cubicBezTo>
                  <a:cubicBezTo>
                    <a:pt x="168" y="368"/>
                    <a:pt x="168" y="368"/>
                    <a:pt x="168" y="368"/>
                  </a:cubicBezTo>
                  <a:lnTo>
                    <a:pt x="168" y="3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180"/>
            <p:cNvSpPr>
              <a:spLocks noEditPoints="1"/>
            </p:cNvSpPr>
            <p:nvPr/>
          </p:nvSpPr>
          <p:spPr bwMode="auto">
            <a:xfrm>
              <a:off x="7435850" y="976313"/>
              <a:ext cx="292100" cy="292100"/>
            </a:xfrm>
            <a:custGeom>
              <a:avLst/>
              <a:gdLst>
                <a:gd name="T0" fmla="*/ 90 w 180"/>
                <a:gd name="T1" fmla="*/ 0 h 180"/>
                <a:gd name="T2" fmla="*/ 0 w 180"/>
                <a:gd name="T3" fmla="*/ 90 h 180"/>
                <a:gd name="T4" fmla="*/ 90 w 180"/>
                <a:gd name="T5" fmla="*/ 180 h 180"/>
                <a:gd name="T6" fmla="*/ 180 w 180"/>
                <a:gd name="T7" fmla="*/ 90 h 180"/>
                <a:gd name="T8" fmla="*/ 90 w 180"/>
                <a:gd name="T9" fmla="*/ 0 h 180"/>
                <a:gd name="T10" fmla="*/ 142 w 180"/>
                <a:gd name="T11" fmla="*/ 124 h 180"/>
                <a:gd name="T12" fmla="*/ 64 w 180"/>
                <a:gd name="T13" fmla="*/ 148 h 180"/>
                <a:gd name="T14" fmla="*/ 54 w 180"/>
                <a:gd name="T15" fmla="*/ 140 h 180"/>
                <a:gd name="T16" fmla="*/ 147 w 180"/>
                <a:gd name="T17" fmla="*/ 113 h 180"/>
                <a:gd name="T18" fmla="*/ 142 w 180"/>
                <a:gd name="T19" fmla="*/ 124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0" h="180">
                  <a:moveTo>
                    <a:pt x="90" y="0"/>
                  </a:moveTo>
                  <a:cubicBezTo>
                    <a:pt x="41" y="0"/>
                    <a:pt x="0" y="41"/>
                    <a:pt x="0" y="90"/>
                  </a:cubicBezTo>
                  <a:cubicBezTo>
                    <a:pt x="0" y="140"/>
                    <a:pt x="41" y="180"/>
                    <a:pt x="90" y="180"/>
                  </a:cubicBezTo>
                  <a:cubicBezTo>
                    <a:pt x="140" y="180"/>
                    <a:pt x="180" y="140"/>
                    <a:pt x="180" y="90"/>
                  </a:cubicBezTo>
                  <a:cubicBezTo>
                    <a:pt x="180" y="41"/>
                    <a:pt x="140" y="0"/>
                    <a:pt x="90" y="0"/>
                  </a:cubicBezTo>
                  <a:close/>
                  <a:moveTo>
                    <a:pt x="142" y="124"/>
                  </a:moveTo>
                  <a:cubicBezTo>
                    <a:pt x="140" y="123"/>
                    <a:pt x="102" y="103"/>
                    <a:pt x="64" y="148"/>
                  </a:cubicBezTo>
                  <a:cubicBezTo>
                    <a:pt x="54" y="140"/>
                    <a:pt x="54" y="140"/>
                    <a:pt x="54" y="140"/>
                  </a:cubicBezTo>
                  <a:cubicBezTo>
                    <a:pt x="100" y="88"/>
                    <a:pt x="147" y="113"/>
                    <a:pt x="147" y="113"/>
                  </a:cubicBezTo>
                  <a:lnTo>
                    <a:pt x="142" y="1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181"/>
            <p:cNvSpPr>
              <a:spLocks/>
            </p:cNvSpPr>
            <p:nvPr/>
          </p:nvSpPr>
          <p:spPr bwMode="auto">
            <a:xfrm>
              <a:off x="7750175" y="966788"/>
              <a:ext cx="38100" cy="39688"/>
            </a:xfrm>
            <a:custGeom>
              <a:avLst/>
              <a:gdLst>
                <a:gd name="T0" fmla="*/ 10 w 24"/>
                <a:gd name="T1" fmla="*/ 25 h 25"/>
                <a:gd name="T2" fmla="*/ 17 w 24"/>
                <a:gd name="T3" fmla="*/ 22 h 25"/>
                <a:gd name="T4" fmla="*/ 23 w 24"/>
                <a:gd name="T5" fmla="*/ 13 h 25"/>
                <a:gd name="T6" fmla="*/ 24 w 24"/>
                <a:gd name="T7" fmla="*/ 8 h 25"/>
                <a:gd name="T8" fmla="*/ 19 w 24"/>
                <a:gd name="T9" fmla="*/ 3 h 25"/>
                <a:gd name="T10" fmla="*/ 12 w 24"/>
                <a:gd name="T11" fmla="*/ 0 h 25"/>
                <a:gd name="T12" fmla="*/ 4 w 24"/>
                <a:gd name="T13" fmla="*/ 6 h 25"/>
                <a:gd name="T14" fmla="*/ 0 w 24"/>
                <a:gd name="T15" fmla="*/ 15 h 25"/>
                <a:gd name="T16" fmla="*/ 10 w 24"/>
                <a:gd name="T17"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5">
                  <a:moveTo>
                    <a:pt x="10" y="25"/>
                  </a:moveTo>
                  <a:cubicBezTo>
                    <a:pt x="12" y="25"/>
                    <a:pt x="14" y="24"/>
                    <a:pt x="17" y="22"/>
                  </a:cubicBezTo>
                  <a:cubicBezTo>
                    <a:pt x="21" y="20"/>
                    <a:pt x="22" y="17"/>
                    <a:pt x="23" y="13"/>
                  </a:cubicBezTo>
                  <a:cubicBezTo>
                    <a:pt x="24" y="8"/>
                    <a:pt x="24" y="8"/>
                    <a:pt x="24" y="8"/>
                  </a:cubicBezTo>
                  <a:cubicBezTo>
                    <a:pt x="24" y="7"/>
                    <a:pt x="22" y="5"/>
                    <a:pt x="19" y="3"/>
                  </a:cubicBezTo>
                  <a:cubicBezTo>
                    <a:pt x="17" y="1"/>
                    <a:pt x="14" y="0"/>
                    <a:pt x="12" y="0"/>
                  </a:cubicBezTo>
                  <a:cubicBezTo>
                    <a:pt x="9" y="0"/>
                    <a:pt x="7" y="2"/>
                    <a:pt x="4" y="6"/>
                  </a:cubicBezTo>
                  <a:cubicBezTo>
                    <a:pt x="1" y="9"/>
                    <a:pt x="0" y="12"/>
                    <a:pt x="0" y="15"/>
                  </a:cubicBezTo>
                  <a:cubicBezTo>
                    <a:pt x="0" y="21"/>
                    <a:pt x="3" y="25"/>
                    <a:pt x="10"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182"/>
            <p:cNvSpPr>
              <a:spLocks/>
            </p:cNvSpPr>
            <p:nvPr/>
          </p:nvSpPr>
          <p:spPr bwMode="auto">
            <a:xfrm>
              <a:off x="7762875" y="803275"/>
              <a:ext cx="49212" cy="139700"/>
            </a:xfrm>
            <a:custGeom>
              <a:avLst/>
              <a:gdLst>
                <a:gd name="T0" fmla="*/ 14 w 30"/>
                <a:gd name="T1" fmla="*/ 86 h 86"/>
                <a:gd name="T2" fmla="*/ 16 w 30"/>
                <a:gd name="T3" fmla="*/ 75 h 86"/>
                <a:gd name="T4" fmla="*/ 20 w 30"/>
                <a:gd name="T5" fmla="*/ 54 h 86"/>
                <a:gd name="T6" fmla="*/ 27 w 30"/>
                <a:gd name="T7" fmla="*/ 26 h 86"/>
                <a:gd name="T8" fmla="*/ 30 w 30"/>
                <a:gd name="T9" fmla="*/ 8 h 86"/>
                <a:gd name="T10" fmla="*/ 27 w 30"/>
                <a:gd name="T11" fmla="*/ 3 h 86"/>
                <a:gd name="T12" fmla="*/ 21 w 30"/>
                <a:gd name="T13" fmla="*/ 0 h 86"/>
                <a:gd name="T14" fmla="*/ 13 w 30"/>
                <a:gd name="T15" fmla="*/ 4 h 86"/>
                <a:gd name="T16" fmla="*/ 8 w 30"/>
                <a:gd name="T17" fmla="*/ 13 h 86"/>
                <a:gd name="T18" fmla="*/ 7 w 30"/>
                <a:gd name="T19" fmla="*/ 20 h 86"/>
                <a:gd name="T20" fmla="*/ 3 w 30"/>
                <a:gd name="T21" fmla="*/ 48 h 86"/>
                <a:gd name="T22" fmla="*/ 0 w 30"/>
                <a:gd name="T23" fmla="*/ 82 h 86"/>
                <a:gd name="T24" fmla="*/ 14 w 30"/>
                <a:gd name="T2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86">
                  <a:moveTo>
                    <a:pt x="14" y="86"/>
                  </a:moveTo>
                  <a:cubicBezTo>
                    <a:pt x="15" y="83"/>
                    <a:pt x="16" y="79"/>
                    <a:pt x="16" y="75"/>
                  </a:cubicBezTo>
                  <a:cubicBezTo>
                    <a:pt x="17" y="70"/>
                    <a:pt x="18" y="63"/>
                    <a:pt x="20" y="54"/>
                  </a:cubicBezTo>
                  <a:cubicBezTo>
                    <a:pt x="22" y="45"/>
                    <a:pt x="25" y="36"/>
                    <a:pt x="27" y="26"/>
                  </a:cubicBezTo>
                  <a:cubicBezTo>
                    <a:pt x="29" y="16"/>
                    <a:pt x="30" y="10"/>
                    <a:pt x="30" y="8"/>
                  </a:cubicBezTo>
                  <a:cubicBezTo>
                    <a:pt x="30" y="6"/>
                    <a:pt x="29" y="4"/>
                    <a:pt x="27" y="3"/>
                  </a:cubicBezTo>
                  <a:cubicBezTo>
                    <a:pt x="25" y="1"/>
                    <a:pt x="23" y="0"/>
                    <a:pt x="21" y="0"/>
                  </a:cubicBezTo>
                  <a:cubicBezTo>
                    <a:pt x="19" y="0"/>
                    <a:pt x="16" y="1"/>
                    <a:pt x="13" y="4"/>
                  </a:cubicBezTo>
                  <a:cubicBezTo>
                    <a:pt x="10" y="6"/>
                    <a:pt x="8" y="9"/>
                    <a:pt x="8" y="13"/>
                  </a:cubicBezTo>
                  <a:cubicBezTo>
                    <a:pt x="7" y="17"/>
                    <a:pt x="7" y="19"/>
                    <a:pt x="7" y="20"/>
                  </a:cubicBezTo>
                  <a:cubicBezTo>
                    <a:pt x="7" y="26"/>
                    <a:pt x="6" y="36"/>
                    <a:pt x="3" y="48"/>
                  </a:cubicBezTo>
                  <a:cubicBezTo>
                    <a:pt x="0" y="60"/>
                    <a:pt x="0" y="71"/>
                    <a:pt x="0" y="82"/>
                  </a:cubicBezTo>
                  <a:cubicBezTo>
                    <a:pt x="4" y="85"/>
                    <a:pt x="8" y="86"/>
                    <a:pt x="14" y="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183"/>
            <p:cNvSpPr>
              <a:spLocks/>
            </p:cNvSpPr>
            <p:nvPr/>
          </p:nvSpPr>
          <p:spPr bwMode="auto">
            <a:xfrm>
              <a:off x="7845425" y="977900"/>
              <a:ext cx="47625" cy="36513"/>
            </a:xfrm>
            <a:custGeom>
              <a:avLst/>
              <a:gdLst>
                <a:gd name="T0" fmla="*/ 12 w 29"/>
                <a:gd name="T1" fmla="*/ 23 h 23"/>
                <a:gd name="T2" fmla="*/ 23 w 29"/>
                <a:gd name="T3" fmla="*/ 20 h 23"/>
                <a:gd name="T4" fmla="*/ 29 w 29"/>
                <a:gd name="T5" fmla="*/ 10 h 23"/>
                <a:gd name="T6" fmla="*/ 22 w 29"/>
                <a:gd name="T7" fmla="*/ 3 h 23"/>
                <a:gd name="T8" fmla="*/ 15 w 29"/>
                <a:gd name="T9" fmla="*/ 0 h 23"/>
                <a:gd name="T10" fmla="*/ 9 w 29"/>
                <a:gd name="T11" fmla="*/ 2 h 23"/>
                <a:gd name="T12" fmla="*/ 7 w 29"/>
                <a:gd name="T13" fmla="*/ 4 h 23"/>
                <a:gd name="T14" fmla="*/ 0 w 29"/>
                <a:gd name="T15" fmla="*/ 12 h 23"/>
                <a:gd name="T16" fmla="*/ 3 w 29"/>
                <a:gd name="T17" fmla="*/ 20 h 23"/>
                <a:gd name="T18" fmla="*/ 12 w 29"/>
                <a:gd name="T19"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23">
                  <a:moveTo>
                    <a:pt x="12" y="23"/>
                  </a:moveTo>
                  <a:cubicBezTo>
                    <a:pt x="16" y="23"/>
                    <a:pt x="20" y="22"/>
                    <a:pt x="23" y="20"/>
                  </a:cubicBezTo>
                  <a:cubicBezTo>
                    <a:pt x="27" y="17"/>
                    <a:pt x="29" y="14"/>
                    <a:pt x="29" y="10"/>
                  </a:cubicBezTo>
                  <a:cubicBezTo>
                    <a:pt x="29" y="6"/>
                    <a:pt x="27" y="4"/>
                    <a:pt x="22" y="3"/>
                  </a:cubicBezTo>
                  <a:cubicBezTo>
                    <a:pt x="19" y="1"/>
                    <a:pt x="17" y="0"/>
                    <a:pt x="15" y="0"/>
                  </a:cubicBezTo>
                  <a:cubicBezTo>
                    <a:pt x="12" y="0"/>
                    <a:pt x="10" y="1"/>
                    <a:pt x="9" y="2"/>
                  </a:cubicBezTo>
                  <a:cubicBezTo>
                    <a:pt x="8" y="3"/>
                    <a:pt x="7" y="3"/>
                    <a:pt x="7" y="4"/>
                  </a:cubicBezTo>
                  <a:cubicBezTo>
                    <a:pt x="2" y="7"/>
                    <a:pt x="0" y="10"/>
                    <a:pt x="0" y="12"/>
                  </a:cubicBezTo>
                  <a:cubicBezTo>
                    <a:pt x="0" y="15"/>
                    <a:pt x="1" y="18"/>
                    <a:pt x="3" y="20"/>
                  </a:cubicBezTo>
                  <a:cubicBezTo>
                    <a:pt x="6" y="22"/>
                    <a:pt x="9" y="23"/>
                    <a:pt x="12"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184"/>
            <p:cNvSpPr>
              <a:spLocks/>
            </p:cNvSpPr>
            <p:nvPr/>
          </p:nvSpPr>
          <p:spPr bwMode="auto">
            <a:xfrm>
              <a:off x="7859713" y="798513"/>
              <a:ext cx="114300" cy="158750"/>
            </a:xfrm>
            <a:custGeom>
              <a:avLst/>
              <a:gdLst>
                <a:gd name="T0" fmla="*/ 7 w 70"/>
                <a:gd name="T1" fmla="*/ 33 h 98"/>
                <a:gd name="T2" fmla="*/ 21 w 70"/>
                <a:gd name="T3" fmla="*/ 25 h 98"/>
                <a:gd name="T4" fmla="*/ 24 w 70"/>
                <a:gd name="T5" fmla="*/ 21 h 98"/>
                <a:gd name="T6" fmla="*/ 37 w 70"/>
                <a:gd name="T7" fmla="*/ 18 h 98"/>
                <a:gd name="T8" fmla="*/ 43 w 70"/>
                <a:gd name="T9" fmla="*/ 19 h 98"/>
                <a:gd name="T10" fmla="*/ 47 w 70"/>
                <a:gd name="T11" fmla="*/ 22 h 98"/>
                <a:gd name="T12" fmla="*/ 50 w 70"/>
                <a:gd name="T13" fmla="*/ 28 h 98"/>
                <a:gd name="T14" fmla="*/ 51 w 70"/>
                <a:gd name="T15" fmla="*/ 35 h 98"/>
                <a:gd name="T16" fmla="*/ 49 w 70"/>
                <a:gd name="T17" fmla="*/ 44 h 98"/>
                <a:gd name="T18" fmla="*/ 44 w 70"/>
                <a:gd name="T19" fmla="*/ 49 h 98"/>
                <a:gd name="T20" fmla="*/ 32 w 70"/>
                <a:gd name="T21" fmla="*/ 54 h 98"/>
                <a:gd name="T22" fmla="*/ 18 w 70"/>
                <a:gd name="T23" fmla="*/ 60 h 98"/>
                <a:gd name="T24" fmla="*/ 9 w 70"/>
                <a:gd name="T25" fmla="*/ 66 h 98"/>
                <a:gd name="T26" fmla="*/ 3 w 70"/>
                <a:gd name="T27" fmla="*/ 80 h 98"/>
                <a:gd name="T28" fmla="*/ 2 w 70"/>
                <a:gd name="T29" fmla="*/ 87 h 98"/>
                <a:gd name="T30" fmla="*/ 3 w 70"/>
                <a:gd name="T31" fmla="*/ 94 h 98"/>
                <a:gd name="T32" fmla="*/ 7 w 70"/>
                <a:gd name="T33" fmla="*/ 98 h 98"/>
                <a:gd name="T34" fmla="*/ 17 w 70"/>
                <a:gd name="T35" fmla="*/ 96 h 98"/>
                <a:gd name="T36" fmla="*/ 21 w 70"/>
                <a:gd name="T37" fmla="*/ 89 h 98"/>
                <a:gd name="T38" fmla="*/ 25 w 70"/>
                <a:gd name="T39" fmla="*/ 75 h 98"/>
                <a:gd name="T40" fmla="*/ 53 w 70"/>
                <a:gd name="T41" fmla="*/ 64 h 98"/>
                <a:gd name="T42" fmla="*/ 65 w 70"/>
                <a:gd name="T43" fmla="*/ 53 h 98"/>
                <a:gd name="T44" fmla="*/ 70 w 70"/>
                <a:gd name="T45" fmla="*/ 33 h 98"/>
                <a:gd name="T46" fmla="*/ 70 w 70"/>
                <a:gd name="T47" fmla="*/ 32 h 98"/>
                <a:gd name="T48" fmla="*/ 67 w 70"/>
                <a:gd name="T49" fmla="*/ 16 h 98"/>
                <a:gd name="T50" fmla="*/ 55 w 70"/>
                <a:gd name="T51" fmla="*/ 4 h 98"/>
                <a:gd name="T52" fmla="*/ 40 w 70"/>
                <a:gd name="T53" fmla="*/ 1 h 98"/>
                <a:gd name="T54" fmla="*/ 30 w 70"/>
                <a:gd name="T55" fmla="*/ 1 h 98"/>
                <a:gd name="T56" fmla="*/ 17 w 70"/>
                <a:gd name="T57" fmla="*/ 5 h 98"/>
                <a:gd name="T58" fmla="*/ 17 w 70"/>
                <a:gd name="T59" fmla="*/ 5 h 98"/>
                <a:gd name="T60" fmla="*/ 5 w 70"/>
                <a:gd name="T61" fmla="*/ 15 h 98"/>
                <a:gd name="T62" fmla="*/ 0 w 70"/>
                <a:gd name="T63" fmla="*/ 25 h 98"/>
                <a:gd name="T64" fmla="*/ 7 w 70"/>
                <a:gd name="T65" fmla="*/ 33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0" h="98">
                  <a:moveTo>
                    <a:pt x="7" y="33"/>
                  </a:moveTo>
                  <a:cubicBezTo>
                    <a:pt x="15" y="33"/>
                    <a:pt x="20" y="30"/>
                    <a:pt x="21" y="25"/>
                  </a:cubicBezTo>
                  <a:cubicBezTo>
                    <a:pt x="21" y="24"/>
                    <a:pt x="22" y="22"/>
                    <a:pt x="24" y="21"/>
                  </a:cubicBezTo>
                  <a:cubicBezTo>
                    <a:pt x="26" y="19"/>
                    <a:pt x="31" y="18"/>
                    <a:pt x="37" y="18"/>
                  </a:cubicBezTo>
                  <a:cubicBezTo>
                    <a:pt x="39" y="18"/>
                    <a:pt x="41" y="19"/>
                    <a:pt x="43" y="19"/>
                  </a:cubicBezTo>
                  <a:cubicBezTo>
                    <a:pt x="45" y="20"/>
                    <a:pt x="46" y="21"/>
                    <a:pt x="47" y="22"/>
                  </a:cubicBezTo>
                  <a:cubicBezTo>
                    <a:pt x="48" y="22"/>
                    <a:pt x="49" y="24"/>
                    <a:pt x="50" y="28"/>
                  </a:cubicBezTo>
                  <a:cubicBezTo>
                    <a:pt x="50" y="31"/>
                    <a:pt x="51" y="34"/>
                    <a:pt x="51" y="35"/>
                  </a:cubicBezTo>
                  <a:cubicBezTo>
                    <a:pt x="51" y="38"/>
                    <a:pt x="50" y="41"/>
                    <a:pt x="49" y="44"/>
                  </a:cubicBezTo>
                  <a:cubicBezTo>
                    <a:pt x="48" y="46"/>
                    <a:pt x="46" y="48"/>
                    <a:pt x="44" y="49"/>
                  </a:cubicBezTo>
                  <a:cubicBezTo>
                    <a:pt x="32" y="54"/>
                    <a:pt x="32" y="54"/>
                    <a:pt x="32" y="54"/>
                  </a:cubicBezTo>
                  <a:cubicBezTo>
                    <a:pt x="25" y="56"/>
                    <a:pt x="20" y="59"/>
                    <a:pt x="18" y="60"/>
                  </a:cubicBezTo>
                  <a:cubicBezTo>
                    <a:pt x="15" y="61"/>
                    <a:pt x="12" y="63"/>
                    <a:pt x="9" y="66"/>
                  </a:cubicBezTo>
                  <a:cubicBezTo>
                    <a:pt x="6" y="73"/>
                    <a:pt x="4" y="78"/>
                    <a:pt x="3" y="80"/>
                  </a:cubicBezTo>
                  <a:cubicBezTo>
                    <a:pt x="2" y="82"/>
                    <a:pt x="2" y="85"/>
                    <a:pt x="2" y="87"/>
                  </a:cubicBezTo>
                  <a:cubicBezTo>
                    <a:pt x="2" y="90"/>
                    <a:pt x="2" y="92"/>
                    <a:pt x="3" y="94"/>
                  </a:cubicBezTo>
                  <a:cubicBezTo>
                    <a:pt x="4" y="97"/>
                    <a:pt x="5" y="98"/>
                    <a:pt x="7" y="98"/>
                  </a:cubicBezTo>
                  <a:cubicBezTo>
                    <a:pt x="11" y="98"/>
                    <a:pt x="15" y="97"/>
                    <a:pt x="17" y="96"/>
                  </a:cubicBezTo>
                  <a:cubicBezTo>
                    <a:pt x="19" y="94"/>
                    <a:pt x="20" y="92"/>
                    <a:pt x="21" y="89"/>
                  </a:cubicBezTo>
                  <a:cubicBezTo>
                    <a:pt x="22" y="84"/>
                    <a:pt x="23" y="79"/>
                    <a:pt x="25" y="75"/>
                  </a:cubicBezTo>
                  <a:cubicBezTo>
                    <a:pt x="39" y="70"/>
                    <a:pt x="48" y="66"/>
                    <a:pt x="53" y="64"/>
                  </a:cubicBezTo>
                  <a:cubicBezTo>
                    <a:pt x="57" y="62"/>
                    <a:pt x="61" y="59"/>
                    <a:pt x="65" y="53"/>
                  </a:cubicBezTo>
                  <a:cubicBezTo>
                    <a:pt x="68" y="48"/>
                    <a:pt x="70" y="41"/>
                    <a:pt x="70" y="33"/>
                  </a:cubicBezTo>
                  <a:cubicBezTo>
                    <a:pt x="70" y="32"/>
                    <a:pt x="70" y="32"/>
                    <a:pt x="70" y="32"/>
                  </a:cubicBezTo>
                  <a:cubicBezTo>
                    <a:pt x="70" y="25"/>
                    <a:pt x="69" y="19"/>
                    <a:pt x="67" y="16"/>
                  </a:cubicBezTo>
                  <a:cubicBezTo>
                    <a:pt x="66" y="12"/>
                    <a:pt x="62" y="8"/>
                    <a:pt x="55" y="4"/>
                  </a:cubicBezTo>
                  <a:cubicBezTo>
                    <a:pt x="52" y="1"/>
                    <a:pt x="47" y="0"/>
                    <a:pt x="40" y="1"/>
                  </a:cubicBezTo>
                  <a:cubicBezTo>
                    <a:pt x="37" y="1"/>
                    <a:pt x="34" y="1"/>
                    <a:pt x="30" y="1"/>
                  </a:cubicBezTo>
                  <a:cubicBezTo>
                    <a:pt x="26" y="1"/>
                    <a:pt x="21" y="2"/>
                    <a:pt x="17" y="5"/>
                  </a:cubicBezTo>
                  <a:cubicBezTo>
                    <a:pt x="17" y="5"/>
                    <a:pt x="17" y="5"/>
                    <a:pt x="17" y="5"/>
                  </a:cubicBezTo>
                  <a:cubicBezTo>
                    <a:pt x="12" y="8"/>
                    <a:pt x="8" y="11"/>
                    <a:pt x="5" y="15"/>
                  </a:cubicBezTo>
                  <a:cubicBezTo>
                    <a:pt x="1" y="19"/>
                    <a:pt x="0" y="22"/>
                    <a:pt x="0" y="25"/>
                  </a:cubicBezTo>
                  <a:cubicBezTo>
                    <a:pt x="0" y="30"/>
                    <a:pt x="2" y="33"/>
                    <a:pt x="7"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91" name="组合 190"/>
          <p:cNvGrpSpPr/>
          <p:nvPr/>
        </p:nvGrpSpPr>
        <p:grpSpPr>
          <a:xfrm>
            <a:off x="7531100" y="3416300"/>
            <a:ext cx="1128712" cy="1152525"/>
            <a:chOff x="7531100" y="3416300"/>
            <a:chExt cx="1128712" cy="1152525"/>
          </a:xfrm>
          <a:solidFill>
            <a:schemeClr val="tx1">
              <a:lumMod val="65000"/>
              <a:lumOff val="35000"/>
            </a:schemeClr>
          </a:solidFill>
        </p:grpSpPr>
        <p:sp>
          <p:nvSpPr>
            <p:cNvPr id="192" name="Freeform 185"/>
            <p:cNvSpPr>
              <a:spLocks/>
            </p:cNvSpPr>
            <p:nvPr/>
          </p:nvSpPr>
          <p:spPr bwMode="auto">
            <a:xfrm>
              <a:off x="8102600" y="3976688"/>
              <a:ext cx="557212" cy="57150"/>
            </a:xfrm>
            <a:custGeom>
              <a:avLst/>
              <a:gdLst>
                <a:gd name="T0" fmla="*/ 95 w 342"/>
                <a:gd name="T1" fmla="*/ 36 h 36"/>
                <a:gd name="T2" fmla="*/ 93 w 342"/>
                <a:gd name="T3" fmla="*/ 36 h 36"/>
                <a:gd name="T4" fmla="*/ 3 w 342"/>
                <a:gd name="T5" fmla="*/ 19 h 36"/>
                <a:gd name="T6" fmla="*/ 0 w 342"/>
                <a:gd name="T7" fmla="*/ 17 h 36"/>
                <a:gd name="T8" fmla="*/ 0 w 342"/>
                <a:gd name="T9" fmla="*/ 36 h 36"/>
                <a:gd name="T10" fmla="*/ 342 w 342"/>
                <a:gd name="T11" fmla="*/ 36 h 36"/>
                <a:gd name="T12" fmla="*/ 342 w 342"/>
                <a:gd name="T13" fmla="*/ 0 h 36"/>
                <a:gd name="T14" fmla="*/ 136 w 342"/>
                <a:gd name="T15" fmla="*/ 0 h 36"/>
                <a:gd name="T16" fmla="*/ 95 w 342"/>
                <a:gd name="T1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2" h="36">
                  <a:moveTo>
                    <a:pt x="95" y="36"/>
                  </a:moveTo>
                  <a:cubicBezTo>
                    <a:pt x="94" y="36"/>
                    <a:pt x="93" y="36"/>
                    <a:pt x="93" y="36"/>
                  </a:cubicBezTo>
                  <a:cubicBezTo>
                    <a:pt x="79" y="35"/>
                    <a:pt x="31" y="32"/>
                    <a:pt x="3" y="19"/>
                  </a:cubicBezTo>
                  <a:cubicBezTo>
                    <a:pt x="0" y="17"/>
                    <a:pt x="0" y="17"/>
                    <a:pt x="0" y="17"/>
                  </a:cubicBezTo>
                  <a:cubicBezTo>
                    <a:pt x="0" y="36"/>
                    <a:pt x="0" y="36"/>
                    <a:pt x="0" y="36"/>
                  </a:cubicBezTo>
                  <a:cubicBezTo>
                    <a:pt x="342" y="36"/>
                    <a:pt x="342" y="36"/>
                    <a:pt x="342" y="36"/>
                  </a:cubicBezTo>
                  <a:cubicBezTo>
                    <a:pt x="342" y="0"/>
                    <a:pt x="342" y="0"/>
                    <a:pt x="342" y="0"/>
                  </a:cubicBezTo>
                  <a:cubicBezTo>
                    <a:pt x="136" y="0"/>
                    <a:pt x="136" y="0"/>
                    <a:pt x="136" y="0"/>
                  </a:cubicBezTo>
                  <a:cubicBezTo>
                    <a:pt x="133" y="20"/>
                    <a:pt x="116" y="36"/>
                    <a:pt x="95"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186"/>
            <p:cNvSpPr>
              <a:spLocks/>
            </p:cNvSpPr>
            <p:nvPr/>
          </p:nvSpPr>
          <p:spPr bwMode="auto">
            <a:xfrm>
              <a:off x="8018463" y="3419475"/>
              <a:ext cx="612775" cy="523875"/>
            </a:xfrm>
            <a:custGeom>
              <a:avLst/>
              <a:gdLst>
                <a:gd name="T0" fmla="*/ 30 w 377"/>
                <a:gd name="T1" fmla="*/ 24 h 322"/>
                <a:gd name="T2" fmla="*/ 353 w 377"/>
                <a:gd name="T3" fmla="*/ 24 h 322"/>
                <a:gd name="T4" fmla="*/ 353 w 377"/>
                <a:gd name="T5" fmla="*/ 228 h 322"/>
                <a:gd name="T6" fmla="*/ 97 w 377"/>
                <a:gd name="T7" fmla="*/ 228 h 322"/>
                <a:gd name="T8" fmla="*/ 98 w 377"/>
                <a:gd name="T9" fmla="*/ 232 h 322"/>
                <a:gd name="T10" fmla="*/ 103 w 377"/>
                <a:gd name="T11" fmla="*/ 252 h 322"/>
                <a:gd name="T12" fmla="*/ 111 w 377"/>
                <a:gd name="T13" fmla="*/ 252 h 322"/>
                <a:gd name="T14" fmla="*/ 111 w 377"/>
                <a:gd name="T15" fmla="*/ 291 h 322"/>
                <a:gd name="T16" fmla="*/ 149 w 377"/>
                <a:gd name="T17" fmla="*/ 295 h 322"/>
                <a:gd name="T18" fmla="*/ 185 w 377"/>
                <a:gd name="T19" fmla="*/ 322 h 322"/>
                <a:gd name="T20" fmla="*/ 272 w 377"/>
                <a:gd name="T21" fmla="*/ 322 h 322"/>
                <a:gd name="T22" fmla="*/ 272 w 377"/>
                <a:gd name="T23" fmla="*/ 295 h 322"/>
                <a:gd name="T24" fmla="*/ 231 w 377"/>
                <a:gd name="T25" fmla="*/ 295 h 322"/>
                <a:gd name="T26" fmla="*/ 231 w 377"/>
                <a:gd name="T27" fmla="*/ 252 h 322"/>
                <a:gd name="T28" fmla="*/ 377 w 377"/>
                <a:gd name="T29" fmla="*/ 252 h 322"/>
                <a:gd name="T30" fmla="*/ 377 w 377"/>
                <a:gd name="T31" fmla="*/ 0 h 322"/>
                <a:gd name="T32" fmla="*/ 0 w 377"/>
                <a:gd name="T33" fmla="*/ 0 h 322"/>
                <a:gd name="T34" fmla="*/ 30 w 377"/>
                <a:gd name="T35" fmla="*/ 24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7" h="322">
                  <a:moveTo>
                    <a:pt x="30" y="24"/>
                  </a:moveTo>
                  <a:cubicBezTo>
                    <a:pt x="353" y="24"/>
                    <a:pt x="353" y="24"/>
                    <a:pt x="353" y="24"/>
                  </a:cubicBezTo>
                  <a:cubicBezTo>
                    <a:pt x="353" y="228"/>
                    <a:pt x="353" y="228"/>
                    <a:pt x="353" y="228"/>
                  </a:cubicBezTo>
                  <a:cubicBezTo>
                    <a:pt x="97" y="228"/>
                    <a:pt x="97" y="228"/>
                    <a:pt x="97" y="228"/>
                  </a:cubicBezTo>
                  <a:cubicBezTo>
                    <a:pt x="98" y="230"/>
                    <a:pt x="98" y="231"/>
                    <a:pt x="98" y="232"/>
                  </a:cubicBezTo>
                  <a:cubicBezTo>
                    <a:pt x="100" y="238"/>
                    <a:pt x="102" y="245"/>
                    <a:pt x="103" y="252"/>
                  </a:cubicBezTo>
                  <a:cubicBezTo>
                    <a:pt x="111" y="252"/>
                    <a:pt x="111" y="252"/>
                    <a:pt x="111" y="252"/>
                  </a:cubicBezTo>
                  <a:cubicBezTo>
                    <a:pt x="111" y="291"/>
                    <a:pt x="111" y="291"/>
                    <a:pt x="111" y="291"/>
                  </a:cubicBezTo>
                  <a:cubicBezTo>
                    <a:pt x="124" y="293"/>
                    <a:pt x="139" y="295"/>
                    <a:pt x="149" y="295"/>
                  </a:cubicBezTo>
                  <a:cubicBezTo>
                    <a:pt x="166" y="296"/>
                    <a:pt x="180" y="307"/>
                    <a:pt x="185" y="322"/>
                  </a:cubicBezTo>
                  <a:cubicBezTo>
                    <a:pt x="272" y="322"/>
                    <a:pt x="272" y="322"/>
                    <a:pt x="272" y="322"/>
                  </a:cubicBezTo>
                  <a:cubicBezTo>
                    <a:pt x="272" y="295"/>
                    <a:pt x="272" y="295"/>
                    <a:pt x="272" y="295"/>
                  </a:cubicBezTo>
                  <a:cubicBezTo>
                    <a:pt x="231" y="295"/>
                    <a:pt x="231" y="295"/>
                    <a:pt x="231" y="295"/>
                  </a:cubicBezTo>
                  <a:cubicBezTo>
                    <a:pt x="231" y="252"/>
                    <a:pt x="231" y="252"/>
                    <a:pt x="231" y="252"/>
                  </a:cubicBezTo>
                  <a:cubicBezTo>
                    <a:pt x="377" y="252"/>
                    <a:pt x="377" y="252"/>
                    <a:pt x="377" y="252"/>
                  </a:cubicBezTo>
                  <a:cubicBezTo>
                    <a:pt x="377" y="0"/>
                    <a:pt x="377" y="0"/>
                    <a:pt x="377" y="0"/>
                  </a:cubicBezTo>
                  <a:cubicBezTo>
                    <a:pt x="0" y="0"/>
                    <a:pt x="0" y="0"/>
                    <a:pt x="0" y="0"/>
                  </a:cubicBezTo>
                  <a:cubicBezTo>
                    <a:pt x="12" y="6"/>
                    <a:pt x="22" y="15"/>
                    <a:pt x="30"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187"/>
            <p:cNvSpPr>
              <a:spLocks/>
            </p:cNvSpPr>
            <p:nvPr/>
          </p:nvSpPr>
          <p:spPr bwMode="auto">
            <a:xfrm>
              <a:off x="7796213" y="3416300"/>
              <a:ext cx="293687" cy="214313"/>
            </a:xfrm>
            <a:custGeom>
              <a:avLst/>
              <a:gdLst>
                <a:gd name="T0" fmla="*/ 146 w 180"/>
                <a:gd name="T1" fmla="*/ 129 h 132"/>
                <a:gd name="T2" fmla="*/ 149 w 180"/>
                <a:gd name="T3" fmla="*/ 128 h 132"/>
                <a:gd name="T4" fmla="*/ 170 w 180"/>
                <a:gd name="T5" fmla="*/ 132 h 132"/>
                <a:gd name="T6" fmla="*/ 180 w 180"/>
                <a:gd name="T7" fmla="*/ 90 h 132"/>
                <a:gd name="T8" fmla="*/ 90 w 180"/>
                <a:gd name="T9" fmla="*/ 0 h 132"/>
                <a:gd name="T10" fmla="*/ 0 w 180"/>
                <a:gd name="T11" fmla="*/ 90 h 132"/>
                <a:gd name="T12" fmla="*/ 9 w 180"/>
                <a:gd name="T13" fmla="*/ 129 h 132"/>
                <a:gd name="T14" fmla="*/ 146 w 180"/>
                <a:gd name="T15" fmla="*/ 129 h 1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0" h="132">
                  <a:moveTo>
                    <a:pt x="146" y="129"/>
                  </a:moveTo>
                  <a:cubicBezTo>
                    <a:pt x="147" y="129"/>
                    <a:pt x="148" y="128"/>
                    <a:pt x="149" y="128"/>
                  </a:cubicBezTo>
                  <a:cubicBezTo>
                    <a:pt x="154" y="128"/>
                    <a:pt x="162" y="129"/>
                    <a:pt x="170" y="132"/>
                  </a:cubicBezTo>
                  <a:cubicBezTo>
                    <a:pt x="177" y="120"/>
                    <a:pt x="180" y="105"/>
                    <a:pt x="180" y="90"/>
                  </a:cubicBezTo>
                  <a:cubicBezTo>
                    <a:pt x="180" y="41"/>
                    <a:pt x="140" y="0"/>
                    <a:pt x="90" y="0"/>
                  </a:cubicBezTo>
                  <a:cubicBezTo>
                    <a:pt x="41" y="0"/>
                    <a:pt x="0" y="41"/>
                    <a:pt x="0" y="90"/>
                  </a:cubicBezTo>
                  <a:cubicBezTo>
                    <a:pt x="0" y="104"/>
                    <a:pt x="4" y="117"/>
                    <a:pt x="9" y="129"/>
                  </a:cubicBezTo>
                  <a:lnTo>
                    <a:pt x="146" y="1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188"/>
            <p:cNvSpPr>
              <a:spLocks/>
            </p:cNvSpPr>
            <p:nvPr/>
          </p:nvSpPr>
          <p:spPr bwMode="auto">
            <a:xfrm>
              <a:off x="7710488" y="3638550"/>
              <a:ext cx="730250" cy="919163"/>
            </a:xfrm>
            <a:custGeom>
              <a:avLst/>
              <a:gdLst>
                <a:gd name="T0" fmla="*/ 117 w 449"/>
                <a:gd name="T1" fmla="*/ 21 h 565"/>
                <a:gd name="T2" fmla="*/ 209 w 449"/>
                <a:gd name="T3" fmla="*/ 113 h 565"/>
                <a:gd name="T4" fmla="*/ 209 w 449"/>
                <a:gd name="T5" fmla="*/ 307 h 565"/>
                <a:gd name="T6" fmla="*/ 246 w 449"/>
                <a:gd name="T7" fmla="*/ 307 h 565"/>
                <a:gd name="T8" fmla="*/ 295 w 449"/>
                <a:gd name="T9" fmla="*/ 356 h 565"/>
                <a:gd name="T10" fmla="*/ 288 w 449"/>
                <a:gd name="T11" fmla="*/ 382 h 565"/>
                <a:gd name="T12" fmla="*/ 348 w 449"/>
                <a:gd name="T13" fmla="*/ 534 h 565"/>
                <a:gd name="T14" fmla="*/ 393 w 449"/>
                <a:gd name="T15" fmla="*/ 565 h 565"/>
                <a:gd name="T16" fmla="*/ 411 w 449"/>
                <a:gd name="T17" fmla="*/ 561 h 565"/>
                <a:gd name="T18" fmla="*/ 439 w 449"/>
                <a:gd name="T19" fmla="*/ 498 h 565"/>
                <a:gd name="T20" fmla="*/ 357 w 449"/>
                <a:gd name="T21" fmla="*/ 291 h 565"/>
                <a:gd name="T22" fmla="*/ 311 w 449"/>
                <a:gd name="T23" fmla="*/ 259 h 565"/>
                <a:gd name="T24" fmla="*/ 241 w 449"/>
                <a:gd name="T25" fmla="*/ 259 h 565"/>
                <a:gd name="T26" fmla="*/ 232 w 449"/>
                <a:gd name="T27" fmla="*/ 259 h 565"/>
                <a:gd name="T28" fmla="*/ 232 w 449"/>
                <a:gd name="T29" fmla="*/ 135 h 565"/>
                <a:gd name="T30" fmla="*/ 241 w 449"/>
                <a:gd name="T31" fmla="*/ 138 h 565"/>
                <a:gd name="T32" fmla="*/ 241 w 449"/>
                <a:gd name="T33" fmla="*/ 147 h 565"/>
                <a:gd name="T34" fmla="*/ 241 w 449"/>
                <a:gd name="T35" fmla="*/ 214 h 565"/>
                <a:gd name="T36" fmla="*/ 248 w 449"/>
                <a:gd name="T37" fmla="*/ 217 h 565"/>
                <a:gd name="T38" fmla="*/ 334 w 449"/>
                <a:gd name="T39" fmla="*/ 233 h 565"/>
                <a:gd name="T40" fmla="*/ 336 w 449"/>
                <a:gd name="T41" fmla="*/ 233 h 565"/>
                <a:gd name="T42" fmla="*/ 368 w 449"/>
                <a:gd name="T43" fmla="*/ 203 h 565"/>
                <a:gd name="T44" fmla="*/ 338 w 449"/>
                <a:gd name="T45" fmla="*/ 170 h 565"/>
                <a:gd name="T46" fmla="*/ 290 w 449"/>
                <a:gd name="T47" fmla="*/ 164 h 565"/>
                <a:gd name="T48" fmla="*/ 278 w 449"/>
                <a:gd name="T49" fmla="*/ 99 h 565"/>
                <a:gd name="T50" fmla="*/ 199 w 449"/>
                <a:gd name="T51" fmla="*/ 1 h 565"/>
                <a:gd name="T52" fmla="*/ 47 w 449"/>
                <a:gd name="T53" fmla="*/ 1 h 565"/>
                <a:gd name="T54" fmla="*/ 12 w 449"/>
                <a:gd name="T55" fmla="*/ 11 h 565"/>
                <a:gd name="T56" fmla="*/ 8 w 449"/>
                <a:gd name="T57" fmla="*/ 14 h 565"/>
                <a:gd name="T58" fmla="*/ 0 w 449"/>
                <a:gd name="T59" fmla="*/ 21 h 565"/>
                <a:gd name="T60" fmla="*/ 117 w 449"/>
                <a:gd name="T61" fmla="*/ 21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49" h="565">
                  <a:moveTo>
                    <a:pt x="117" y="21"/>
                  </a:moveTo>
                  <a:cubicBezTo>
                    <a:pt x="168" y="21"/>
                    <a:pt x="209" y="62"/>
                    <a:pt x="209" y="113"/>
                  </a:cubicBezTo>
                  <a:cubicBezTo>
                    <a:pt x="209" y="307"/>
                    <a:pt x="209" y="307"/>
                    <a:pt x="209" y="307"/>
                  </a:cubicBezTo>
                  <a:cubicBezTo>
                    <a:pt x="246" y="307"/>
                    <a:pt x="246" y="307"/>
                    <a:pt x="246" y="307"/>
                  </a:cubicBezTo>
                  <a:cubicBezTo>
                    <a:pt x="273" y="307"/>
                    <a:pt x="295" y="329"/>
                    <a:pt x="295" y="356"/>
                  </a:cubicBezTo>
                  <a:cubicBezTo>
                    <a:pt x="295" y="366"/>
                    <a:pt x="293" y="375"/>
                    <a:pt x="288" y="382"/>
                  </a:cubicBezTo>
                  <a:cubicBezTo>
                    <a:pt x="348" y="534"/>
                    <a:pt x="348" y="534"/>
                    <a:pt x="348" y="534"/>
                  </a:cubicBezTo>
                  <a:cubicBezTo>
                    <a:pt x="355" y="553"/>
                    <a:pt x="374" y="565"/>
                    <a:pt x="393" y="565"/>
                  </a:cubicBezTo>
                  <a:cubicBezTo>
                    <a:pt x="399" y="565"/>
                    <a:pt x="405" y="564"/>
                    <a:pt x="411" y="561"/>
                  </a:cubicBezTo>
                  <a:cubicBezTo>
                    <a:pt x="436" y="551"/>
                    <a:pt x="449" y="523"/>
                    <a:pt x="439" y="498"/>
                  </a:cubicBezTo>
                  <a:cubicBezTo>
                    <a:pt x="357" y="291"/>
                    <a:pt x="357" y="291"/>
                    <a:pt x="357" y="291"/>
                  </a:cubicBezTo>
                  <a:cubicBezTo>
                    <a:pt x="350" y="272"/>
                    <a:pt x="332" y="259"/>
                    <a:pt x="311" y="259"/>
                  </a:cubicBezTo>
                  <a:cubicBezTo>
                    <a:pt x="241" y="259"/>
                    <a:pt x="241" y="259"/>
                    <a:pt x="241" y="259"/>
                  </a:cubicBezTo>
                  <a:cubicBezTo>
                    <a:pt x="232" y="259"/>
                    <a:pt x="232" y="259"/>
                    <a:pt x="232" y="259"/>
                  </a:cubicBezTo>
                  <a:cubicBezTo>
                    <a:pt x="232" y="135"/>
                    <a:pt x="232" y="135"/>
                    <a:pt x="232" y="135"/>
                  </a:cubicBezTo>
                  <a:cubicBezTo>
                    <a:pt x="235" y="136"/>
                    <a:pt x="238" y="137"/>
                    <a:pt x="241" y="138"/>
                  </a:cubicBezTo>
                  <a:cubicBezTo>
                    <a:pt x="241" y="147"/>
                    <a:pt x="241" y="147"/>
                    <a:pt x="241" y="147"/>
                  </a:cubicBezTo>
                  <a:cubicBezTo>
                    <a:pt x="241" y="214"/>
                    <a:pt x="241" y="214"/>
                    <a:pt x="241" y="214"/>
                  </a:cubicBezTo>
                  <a:cubicBezTo>
                    <a:pt x="248" y="217"/>
                    <a:pt x="248" y="217"/>
                    <a:pt x="248" y="217"/>
                  </a:cubicBezTo>
                  <a:cubicBezTo>
                    <a:pt x="275" y="230"/>
                    <a:pt x="325" y="233"/>
                    <a:pt x="334" y="233"/>
                  </a:cubicBezTo>
                  <a:cubicBezTo>
                    <a:pt x="335" y="233"/>
                    <a:pt x="335" y="233"/>
                    <a:pt x="336" y="233"/>
                  </a:cubicBezTo>
                  <a:cubicBezTo>
                    <a:pt x="353" y="233"/>
                    <a:pt x="367" y="220"/>
                    <a:pt x="368" y="203"/>
                  </a:cubicBezTo>
                  <a:cubicBezTo>
                    <a:pt x="369" y="186"/>
                    <a:pt x="355" y="170"/>
                    <a:pt x="338" y="170"/>
                  </a:cubicBezTo>
                  <a:cubicBezTo>
                    <a:pt x="325" y="169"/>
                    <a:pt x="305" y="167"/>
                    <a:pt x="290" y="164"/>
                  </a:cubicBezTo>
                  <a:cubicBezTo>
                    <a:pt x="287" y="139"/>
                    <a:pt x="283" y="118"/>
                    <a:pt x="278" y="99"/>
                  </a:cubicBezTo>
                  <a:cubicBezTo>
                    <a:pt x="256" y="9"/>
                    <a:pt x="218" y="0"/>
                    <a:pt x="199" y="1"/>
                  </a:cubicBezTo>
                  <a:cubicBezTo>
                    <a:pt x="47" y="1"/>
                    <a:pt x="47" y="1"/>
                    <a:pt x="47" y="1"/>
                  </a:cubicBezTo>
                  <a:cubicBezTo>
                    <a:pt x="39" y="0"/>
                    <a:pt x="26" y="2"/>
                    <a:pt x="12" y="11"/>
                  </a:cubicBezTo>
                  <a:cubicBezTo>
                    <a:pt x="10" y="12"/>
                    <a:pt x="9" y="13"/>
                    <a:pt x="8" y="14"/>
                  </a:cubicBezTo>
                  <a:cubicBezTo>
                    <a:pt x="5" y="16"/>
                    <a:pt x="2" y="19"/>
                    <a:pt x="0" y="21"/>
                  </a:cubicBezTo>
                  <a:lnTo>
                    <a:pt x="117"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189"/>
            <p:cNvSpPr>
              <a:spLocks/>
            </p:cNvSpPr>
            <p:nvPr/>
          </p:nvSpPr>
          <p:spPr bwMode="auto">
            <a:xfrm>
              <a:off x="7531100" y="3692525"/>
              <a:ext cx="639762" cy="876300"/>
            </a:xfrm>
            <a:custGeom>
              <a:avLst/>
              <a:gdLst>
                <a:gd name="T0" fmla="*/ 316 w 393"/>
                <a:gd name="T1" fmla="*/ 492 h 538"/>
                <a:gd name="T2" fmla="*/ 226 w 393"/>
                <a:gd name="T3" fmla="*/ 492 h 538"/>
                <a:gd name="T4" fmla="*/ 227 w 393"/>
                <a:gd name="T5" fmla="*/ 491 h 538"/>
                <a:gd name="T6" fmla="*/ 227 w 393"/>
                <a:gd name="T7" fmla="*/ 360 h 538"/>
                <a:gd name="T8" fmla="*/ 227 w 393"/>
                <a:gd name="T9" fmla="*/ 360 h 538"/>
                <a:gd name="T10" fmla="*/ 356 w 393"/>
                <a:gd name="T11" fmla="*/ 360 h 538"/>
                <a:gd name="T12" fmla="*/ 393 w 393"/>
                <a:gd name="T13" fmla="*/ 323 h 538"/>
                <a:gd name="T14" fmla="*/ 393 w 393"/>
                <a:gd name="T15" fmla="*/ 323 h 538"/>
                <a:gd name="T16" fmla="*/ 356 w 393"/>
                <a:gd name="T17" fmla="*/ 286 h 538"/>
                <a:gd name="T18" fmla="*/ 307 w 393"/>
                <a:gd name="T19" fmla="*/ 286 h 538"/>
                <a:gd name="T20" fmla="*/ 307 w 393"/>
                <a:gd name="T21" fmla="*/ 280 h 538"/>
                <a:gd name="T22" fmla="*/ 307 w 393"/>
                <a:gd name="T23" fmla="*/ 80 h 538"/>
                <a:gd name="T24" fmla="*/ 227 w 393"/>
                <a:gd name="T25" fmla="*/ 0 h 538"/>
                <a:gd name="T26" fmla="*/ 80 w 393"/>
                <a:gd name="T27" fmla="*/ 0 h 538"/>
                <a:gd name="T28" fmla="*/ 0 w 393"/>
                <a:gd name="T29" fmla="*/ 80 h 538"/>
                <a:gd name="T30" fmla="*/ 0 w 393"/>
                <a:gd name="T31" fmla="*/ 280 h 538"/>
                <a:gd name="T32" fmla="*/ 80 w 393"/>
                <a:gd name="T33" fmla="*/ 360 h 538"/>
                <a:gd name="T34" fmla="*/ 153 w 393"/>
                <a:gd name="T35" fmla="*/ 360 h 538"/>
                <a:gd name="T36" fmla="*/ 153 w 393"/>
                <a:gd name="T37" fmla="*/ 491 h 538"/>
                <a:gd name="T38" fmla="*/ 153 w 393"/>
                <a:gd name="T39" fmla="*/ 492 h 538"/>
                <a:gd name="T40" fmla="*/ 63 w 393"/>
                <a:gd name="T41" fmla="*/ 492 h 538"/>
                <a:gd name="T42" fmla="*/ 40 w 393"/>
                <a:gd name="T43" fmla="*/ 515 h 538"/>
                <a:gd name="T44" fmla="*/ 40 w 393"/>
                <a:gd name="T45" fmla="*/ 515 h 538"/>
                <a:gd name="T46" fmla="*/ 63 w 393"/>
                <a:gd name="T47" fmla="*/ 538 h 538"/>
                <a:gd name="T48" fmla="*/ 316 w 393"/>
                <a:gd name="T49" fmla="*/ 538 h 538"/>
                <a:gd name="T50" fmla="*/ 339 w 393"/>
                <a:gd name="T51" fmla="*/ 515 h 538"/>
                <a:gd name="T52" fmla="*/ 339 w 393"/>
                <a:gd name="T53" fmla="*/ 515 h 538"/>
                <a:gd name="T54" fmla="*/ 316 w 393"/>
                <a:gd name="T55" fmla="*/ 492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93" h="538">
                  <a:moveTo>
                    <a:pt x="316" y="492"/>
                  </a:moveTo>
                  <a:cubicBezTo>
                    <a:pt x="226" y="492"/>
                    <a:pt x="226" y="492"/>
                    <a:pt x="226" y="492"/>
                  </a:cubicBezTo>
                  <a:cubicBezTo>
                    <a:pt x="227" y="492"/>
                    <a:pt x="227" y="491"/>
                    <a:pt x="227" y="491"/>
                  </a:cubicBezTo>
                  <a:cubicBezTo>
                    <a:pt x="227" y="360"/>
                    <a:pt x="227" y="360"/>
                    <a:pt x="227" y="360"/>
                  </a:cubicBezTo>
                  <a:cubicBezTo>
                    <a:pt x="227" y="360"/>
                    <a:pt x="227" y="360"/>
                    <a:pt x="227" y="360"/>
                  </a:cubicBezTo>
                  <a:cubicBezTo>
                    <a:pt x="356" y="360"/>
                    <a:pt x="356" y="360"/>
                    <a:pt x="356" y="360"/>
                  </a:cubicBezTo>
                  <a:cubicBezTo>
                    <a:pt x="377" y="360"/>
                    <a:pt x="393" y="344"/>
                    <a:pt x="393" y="323"/>
                  </a:cubicBezTo>
                  <a:cubicBezTo>
                    <a:pt x="393" y="323"/>
                    <a:pt x="393" y="323"/>
                    <a:pt x="393" y="323"/>
                  </a:cubicBezTo>
                  <a:cubicBezTo>
                    <a:pt x="393" y="303"/>
                    <a:pt x="377" y="286"/>
                    <a:pt x="356" y="286"/>
                  </a:cubicBezTo>
                  <a:cubicBezTo>
                    <a:pt x="307" y="286"/>
                    <a:pt x="307" y="286"/>
                    <a:pt x="307" y="286"/>
                  </a:cubicBezTo>
                  <a:cubicBezTo>
                    <a:pt x="307" y="284"/>
                    <a:pt x="307" y="282"/>
                    <a:pt x="307" y="280"/>
                  </a:cubicBezTo>
                  <a:cubicBezTo>
                    <a:pt x="307" y="80"/>
                    <a:pt x="307" y="80"/>
                    <a:pt x="307" y="80"/>
                  </a:cubicBezTo>
                  <a:cubicBezTo>
                    <a:pt x="307" y="36"/>
                    <a:pt x="271" y="0"/>
                    <a:pt x="227" y="0"/>
                  </a:cubicBezTo>
                  <a:cubicBezTo>
                    <a:pt x="80" y="0"/>
                    <a:pt x="80" y="0"/>
                    <a:pt x="80" y="0"/>
                  </a:cubicBezTo>
                  <a:cubicBezTo>
                    <a:pt x="36" y="0"/>
                    <a:pt x="0" y="36"/>
                    <a:pt x="0" y="80"/>
                  </a:cubicBezTo>
                  <a:cubicBezTo>
                    <a:pt x="0" y="280"/>
                    <a:pt x="0" y="280"/>
                    <a:pt x="0" y="280"/>
                  </a:cubicBezTo>
                  <a:cubicBezTo>
                    <a:pt x="0" y="324"/>
                    <a:pt x="36" y="360"/>
                    <a:pt x="80" y="360"/>
                  </a:cubicBezTo>
                  <a:cubicBezTo>
                    <a:pt x="153" y="360"/>
                    <a:pt x="153" y="360"/>
                    <a:pt x="153" y="360"/>
                  </a:cubicBezTo>
                  <a:cubicBezTo>
                    <a:pt x="153" y="491"/>
                    <a:pt x="153" y="491"/>
                    <a:pt x="153" y="491"/>
                  </a:cubicBezTo>
                  <a:cubicBezTo>
                    <a:pt x="153" y="491"/>
                    <a:pt x="153" y="492"/>
                    <a:pt x="153" y="492"/>
                  </a:cubicBezTo>
                  <a:cubicBezTo>
                    <a:pt x="63" y="492"/>
                    <a:pt x="63" y="492"/>
                    <a:pt x="63" y="492"/>
                  </a:cubicBezTo>
                  <a:cubicBezTo>
                    <a:pt x="51" y="492"/>
                    <a:pt x="40" y="503"/>
                    <a:pt x="40" y="515"/>
                  </a:cubicBezTo>
                  <a:cubicBezTo>
                    <a:pt x="40" y="515"/>
                    <a:pt x="40" y="515"/>
                    <a:pt x="40" y="515"/>
                  </a:cubicBezTo>
                  <a:cubicBezTo>
                    <a:pt x="40" y="528"/>
                    <a:pt x="51" y="538"/>
                    <a:pt x="63" y="538"/>
                  </a:cubicBezTo>
                  <a:cubicBezTo>
                    <a:pt x="316" y="538"/>
                    <a:pt x="316" y="538"/>
                    <a:pt x="316" y="538"/>
                  </a:cubicBezTo>
                  <a:cubicBezTo>
                    <a:pt x="329" y="538"/>
                    <a:pt x="339" y="528"/>
                    <a:pt x="339" y="515"/>
                  </a:cubicBezTo>
                  <a:cubicBezTo>
                    <a:pt x="339" y="515"/>
                    <a:pt x="339" y="515"/>
                    <a:pt x="339" y="515"/>
                  </a:cubicBezTo>
                  <a:cubicBezTo>
                    <a:pt x="339" y="503"/>
                    <a:pt x="329" y="492"/>
                    <a:pt x="316" y="4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97" name="组合 196"/>
          <p:cNvGrpSpPr/>
          <p:nvPr/>
        </p:nvGrpSpPr>
        <p:grpSpPr>
          <a:xfrm>
            <a:off x="6348413" y="2840038"/>
            <a:ext cx="1290637" cy="1728788"/>
            <a:chOff x="6348413" y="2840038"/>
            <a:chExt cx="1290637" cy="1728788"/>
          </a:xfrm>
          <a:solidFill>
            <a:schemeClr val="tx1">
              <a:lumMod val="65000"/>
              <a:lumOff val="35000"/>
            </a:schemeClr>
          </a:solidFill>
        </p:grpSpPr>
        <p:sp>
          <p:nvSpPr>
            <p:cNvPr id="198" name="Freeform 190"/>
            <p:cNvSpPr>
              <a:spLocks noEditPoints="1"/>
            </p:cNvSpPr>
            <p:nvPr/>
          </p:nvSpPr>
          <p:spPr bwMode="auto">
            <a:xfrm>
              <a:off x="6486525" y="3249613"/>
              <a:ext cx="1049337" cy="1319213"/>
            </a:xfrm>
            <a:custGeom>
              <a:avLst/>
              <a:gdLst>
                <a:gd name="T0" fmla="*/ 37 w 645"/>
                <a:gd name="T1" fmla="*/ 234 h 810"/>
                <a:gd name="T2" fmla="*/ 47 w 645"/>
                <a:gd name="T3" fmla="*/ 236 h 810"/>
                <a:gd name="T4" fmla="*/ 72 w 645"/>
                <a:gd name="T5" fmla="*/ 223 h 810"/>
                <a:gd name="T6" fmla="*/ 133 w 645"/>
                <a:gd name="T7" fmla="*/ 152 h 810"/>
                <a:gd name="T8" fmla="*/ 133 w 645"/>
                <a:gd name="T9" fmla="*/ 293 h 810"/>
                <a:gd name="T10" fmla="*/ 133 w 645"/>
                <a:gd name="T11" fmla="*/ 369 h 810"/>
                <a:gd name="T12" fmla="*/ 133 w 645"/>
                <a:gd name="T13" fmla="*/ 761 h 810"/>
                <a:gd name="T14" fmla="*/ 183 w 645"/>
                <a:gd name="T15" fmla="*/ 810 h 810"/>
                <a:gd name="T16" fmla="*/ 232 w 645"/>
                <a:gd name="T17" fmla="*/ 761 h 810"/>
                <a:gd name="T18" fmla="*/ 232 w 645"/>
                <a:gd name="T19" fmla="*/ 400 h 810"/>
                <a:gd name="T20" fmla="*/ 251 w 645"/>
                <a:gd name="T21" fmla="*/ 400 h 810"/>
                <a:gd name="T22" fmla="*/ 251 w 645"/>
                <a:gd name="T23" fmla="*/ 761 h 810"/>
                <a:gd name="T24" fmla="*/ 300 w 645"/>
                <a:gd name="T25" fmla="*/ 810 h 810"/>
                <a:gd name="T26" fmla="*/ 350 w 645"/>
                <a:gd name="T27" fmla="*/ 761 h 810"/>
                <a:gd name="T28" fmla="*/ 350 w 645"/>
                <a:gd name="T29" fmla="*/ 369 h 810"/>
                <a:gd name="T30" fmla="*/ 350 w 645"/>
                <a:gd name="T31" fmla="*/ 293 h 810"/>
                <a:gd name="T32" fmla="*/ 350 w 645"/>
                <a:gd name="T33" fmla="*/ 161 h 810"/>
                <a:gd name="T34" fmla="*/ 367 w 645"/>
                <a:gd name="T35" fmla="*/ 235 h 810"/>
                <a:gd name="T36" fmla="*/ 388 w 645"/>
                <a:gd name="T37" fmla="*/ 270 h 810"/>
                <a:gd name="T38" fmla="*/ 473 w 645"/>
                <a:gd name="T39" fmla="*/ 289 h 810"/>
                <a:gd name="T40" fmla="*/ 539 w 645"/>
                <a:gd name="T41" fmla="*/ 284 h 810"/>
                <a:gd name="T42" fmla="*/ 558 w 645"/>
                <a:gd name="T43" fmla="*/ 273 h 810"/>
                <a:gd name="T44" fmla="*/ 563 w 645"/>
                <a:gd name="T45" fmla="*/ 274 h 810"/>
                <a:gd name="T46" fmla="*/ 572 w 645"/>
                <a:gd name="T47" fmla="*/ 274 h 810"/>
                <a:gd name="T48" fmla="*/ 572 w 645"/>
                <a:gd name="T49" fmla="*/ 280 h 810"/>
                <a:gd name="T50" fmla="*/ 582 w 645"/>
                <a:gd name="T51" fmla="*/ 290 h 810"/>
                <a:gd name="T52" fmla="*/ 635 w 645"/>
                <a:gd name="T53" fmla="*/ 290 h 810"/>
                <a:gd name="T54" fmla="*/ 645 w 645"/>
                <a:gd name="T55" fmla="*/ 280 h 810"/>
                <a:gd name="T56" fmla="*/ 645 w 645"/>
                <a:gd name="T57" fmla="*/ 220 h 810"/>
                <a:gd name="T58" fmla="*/ 572 w 645"/>
                <a:gd name="T59" fmla="*/ 220 h 810"/>
                <a:gd name="T60" fmla="*/ 572 w 645"/>
                <a:gd name="T61" fmla="*/ 232 h 810"/>
                <a:gd name="T62" fmla="*/ 563 w 645"/>
                <a:gd name="T63" fmla="*/ 232 h 810"/>
                <a:gd name="T64" fmla="*/ 560 w 645"/>
                <a:gd name="T65" fmla="*/ 232 h 810"/>
                <a:gd name="T66" fmla="*/ 530 w 645"/>
                <a:gd name="T67" fmla="*/ 220 h 810"/>
                <a:gd name="T68" fmla="*/ 430 w 645"/>
                <a:gd name="T69" fmla="*/ 220 h 810"/>
                <a:gd name="T70" fmla="*/ 366 w 645"/>
                <a:gd name="T71" fmla="*/ 79 h 810"/>
                <a:gd name="T72" fmla="*/ 317 w 645"/>
                <a:gd name="T73" fmla="*/ 64 h 810"/>
                <a:gd name="T74" fmla="*/ 164 w 645"/>
                <a:gd name="T75" fmla="*/ 64 h 810"/>
                <a:gd name="T76" fmla="*/ 160 w 645"/>
                <a:gd name="T77" fmla="*/ 65 h 810"/>
                <a:gd name="T78" fmla="*/ 157 w 645"/>
                <a:gd name="T79" fmla="*/ 64 h 810"/>
                <a:gd name="T80" fmla="*/ 72 w 645"/>
                <a:gd name="T81" fmla="*/ 123 h 810"/>
                <a:gd name="T82" fmla="*/ 65 w 645"/>
                <a:gd name="T83" fmla="*/ 31 h 810"/>
                <a:gd name="T84" fmla="*/ 31 w 645"/>
                <a:gd name="T85" fmla="*/ 1 h 810"/>
                <a:gd name="T86" fmla="*/ 2 w 645"/>
                <a:gd name="T87" fmla="*/ 35 h 810"/>
                <a:gd name="T88" fmla="*/ 15 w 645"/>
                <a:gd name="T89" fmla="*/ 206 h 810"/>
                <a:gd name="T90" fmla="*/ 37 w 645"/>
                <a:gd name="T91" fmla="*/ 234 h 810"/>
                <a:gd name="T92" fmla="*/ 572 w 645"/>
                <a:gd name="T93" fmla="*/ 242 h 810"/>
                <a:gd name="T94" fmla="*/ 572 w 645"/>
                <a:gd name="T95" fmla="*/ 264 h 810"/>
                <a:gd name="T96" fmla="*/ 564 w 645"/>
                <a:gd name="T97" fmla="*/ 264 h 810"/>
                <a:gd name="T98" fmla="*/ 566 w 645"/>
                <a:gd name="T99" fmla="*/ 247 h 810"/>
                <a:gd name="T100" fmla="*/ 565 w 645"/>
                <a:gd name="T101" fmla="*/ 242 h 810"/>
                <a:gd name="T102" fmla="*/ 572 w 645"/>
                <a:gd name="T103" fmla="*/ 242 h 810"/>
                <a:gd name="T104" fmla="*/ 259 w 645"/>
                <a:gd name="T105" fmla="*/ 161 h 810"/>
                <a:gd name="T106" fmla="*/ 324 w 645"/>
                <a:gd name="T107" fmla="*/ 161 h 810"/>
                <a:gd name="T108" fmla="*/ 324 w 645"/>
                <a:gd name="T109" fmla="*/ 177 h 810"/>
                <a:gd name="T110" fmla="*/ 259 w 645"/>
                <a:gd name="T111" fmla="*/ 177 h 810"/>
                <a:gd name="T112" fmla="*/ 259 w 645"/>
                <a:gd name="T113" fmla="*/ 161 h 8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45" h="810">
                  <a:moveTo>
                    <a:pt x="37" y="234"/>
                  </a:moveTo>
                  <a:cubicBezTo>
                    <a:pt x="40" y="235"/>
                    <a:pt x="43" y="236"/>
                    <a:pt x="47" y="236"/>
                  </a:cubicBezTo>
                  <a:cubicBezTo>
                    <a:pt x="56" y="236"/>
                    <a:pt x="66" y="231"/>
                    <a:pt x="72" y="223"/>
                  </a:cubicBezTo>
                  <a:cubicBezTo>
                    <a:pt x="92" y="197"/>
                    <a:pt x="115" y="170"/>
                    <a:pt x="133" y="152"/>
                  </a:cubicBezTo>
                  <a:cubicBezTo>
                    <a:pt x="133" y="293"/>
                    <a:pt x="133" y="293"/>
                    <a:pt x="133" y="293"/>
                  </a:cubicBezTo>
                  <a:cubicBezTo>
                    <a:pt x="133" y="369"/>
                    <a:pt x="133" y="369"/>
                    <a:pt x="133" y="369"/>
                  </a:cubicBezTo>
                  <a:cubicBezTo>
                    <a:pt x="133" y="761"/>
                    <a:pt x="133" y="761"/>
                    <a:pt x="133" y="761"/>
                  </a:cubicBezTo>
                  <a:cubicBezTo>
                    <a:pt x="133" y="788"/>
                    <a:pt x="156" y="810"/>
                    <a:pt x="183" y="810"/>
                  </a:cubicBezTo>
                  <a:cubicBezTo>
                    <a:pt x="210" y="810"/>
                    <a:pt x="232" y="788"/>
                    <a:pt x="232" y="761"/>
                  </a:cubicBezTo>
                  <a:cubicBezTo>
                    <a:pt x="232" y="400"/>
                    <a:pt x="232" y="400"/>
                    <a:pt x="232" y="400"/>
                  </a:cubicBezTo>
                  <a:cubicBezTo>
                    <a:pt x="251" y="400"/>
                    <a:pt x="251" y="400"/>
                    <a:pt x="251" y="400"/>
                  </a:cubicBezTo>
                  <a:cubicBezTo>
                    <a:pt x="251" y="761"/>
                    <a:pt x="251" y="761"/>
                    <a:pt x="251" y="761"/>
                  </a:cubicBezTo>
                  <a:cubicBezTo>
                    <a:pt x="251" y="788"/>
                    <a:pt x="273" y="810"/>
                    <a:pt x="300" y="810"/>
                  </a:cubicBezTo>
                  <a:cubicBezTo>
                    <a:pt x="328" y="810"/>
                    <a:pt x="350" y="788"/>
                    <a:pt x="350" y="761"/>
                  </a:cubicBezTo>
                  <a:cubicBezTo>
                    <a:pt x="350" y="369"/>
                    <a:pt x="350" y="369"/>
                    <a:pt x="350" y="369"/>
                  </a:cubicBezTo>
                  <a:cubicBezTo>
                    <a:pt x="350" y="293"/>
                    <a:pt x="350" y="293"/>
                    <a:pt x="350" y="293"/>
                  </a:cubicBezTo>
                  <a:cubicBezTo>
                    <a:pt x="350" y="161"/>
                    <a:pt x="350" y="161"/>
                    <a:pt x="350" y="161"/>
                  </a:cubicBezTo>
                  <a:cubicBezTo>
                    <a:pt x="356" y="177"/>
                    <a:pt x="363" y="200"/>
                    <a:pt x="367" y="235"/>
                  </a:cubicBezTo>
                  <a:cubicBezTo>
                    <a:pt x="369" y="249"/>
                    <a:pt x="376" y="261"/>
                    <a:pt x="388" y="270"/>
                  </a:cubicBezTo>
                  <a:cubicBezTo>
                    <a:pt x="408" y="285"/>
                    <a:pt x="442" y="289"/>
                    <a:pt x="473" y="289"/>
                  </a:cubicBezTo>
                  <a:cubicBezTo>
                    <a:pt x="501" y="289"/>
                    <a:pt x="527" y="285"/>
                    <a:pt x="539" y="284"/>
                  </a:cubicBezTo>
                  <a:cubicBezTo>
                    <a:pt x="547" y="282"/>
                    <a:pt x="554" y="279"/>
                    <a:pt x="558" y="273"/>
                  </a:cubicBezTo>
                  <a:cubicBezTo>
                    <a:pt x="560" y="274"/>
                    <a:pt x="561" y="274"/>
                    <a:pt x="563" y="274"/>
                  </a:cubicBezTo>
                  <a:cubicBezTo>
                    <a:pt x="572" y="274"/>
                    <a:pt x="572" y="274"/>
                    <a:pt x="572" y="274"/>
                  </a:cubicBezTo>
                  <a:cubicBezTo>
                    <a:pt x="572" y="280"/>
                    <a:pt x="572" y="280"/>
                    <a:pt x="572" y="280"/>
                  </a:cubicBezTo>
                  <a:cubicBezTo>
                    <a:pt x="572" y="285"/>
                    <a:pt x="577" y="290"/>
                    <a:pt x="582" y="290"/>
                  </a:cubicBezTo>
                  <a:cubicBezTo>
                    <a:pt x="635" y="290"/>
                    <a:pt x="635" y="290"/>
                    <a:pt x="635" y="290"/>
                  </a:cubicBezTo>
                  <a:cubicBezTo>
                    <a:pt x="640" y="290"/>
                    <a:pt x="645" y="285"/>
                    <a:pt x="645" y="280"/>
                  </a:cubicBezTo>
                  <a:cubicBezTo>
                    <a:pt x="645" y="220"/>
                    <a:pt x="645" y="220"/>
                    <a:pt x="645" y="220"/>
                  </a:cubicBezTo>
                  <a:cubicBezTo>
                    <a:pt x="572" y="220"/>
                    <a:pt x="572" y="220"/>
                    <a:pt x="572" y="220"/>
                  </a:cubicBezTo>
                  <a:cubicBezTo>
                    <a:pt x="572" y="232"/>
                    <a:pt x="572" y="232"/>
                    <a:pt x="572" y="232"/>
                  </a:cubicBezTo>
                  <a:cubicBezTo>
                    <a:pt x="563" y="232"/>
                    <a:pt x="563" y="232"/>
                    <a:pt x="563" y="232"/>
                  </a:cubicBezTo>
                  <a:cubicBezTo>
                    <a:pt x="562" y="232"/>
                    <a:pt x="561" y="232"/>
                    <a:pt x="560" y="232"/>
                  </a:cubicBezTo>
                  <a:cubicBezTo>
                    <a:pt x="553" y="224"/>
                    <a:pt x="542" y="219"/>
                    <a:pt x="530" y="220"/>
                  </a:cubicBezTo>
                  <a:cubicBezTo>
                    <a:pt x="491" y="226"/>
                    <a:pt x="445" y="226"/>
                    <a:pt x="430" y="220"/>
                  </a:cubicBezTo>
                  <a:cubicBezTo>
                    <a:pt x="420" y="150"/>
                    <a:pt x="399" y="102"/>
                    <a:pt x="366" y="79"/>
                  </a:cubicBezTo>
                  <a:cubicBezTo>
                    <a:pt x="346" y="65"/>
                    <a:pt x="327" y="64"/>
                    <a:pt x="317" y="64"/>
                  </a:cubicBezTo>
                  <a:cubicBezTo>
                    <a:pt x="164" y="64"/>
                    <a:pt x="164" y="64"/>
                    <a:pt x="164" y="64"/>
                  </a:cubicBezTo>
                  <a:cubicBezTo>
                    <a:pt x="163" y="64"/>
                    <a:pt x="162" y="64"/>
                    <a:pt x="160" y="65"/>
                  </a:cubicBezTo>
                  <a:cubicBezTo>
                    <a:pt x="159" y="64"/>
                    <a:pt x="158" y="64"/>
                    <a:pt x="157" y="64"/>
                  </a:cubicBezTo>
                  <a:cubicBezTo>
                    <a:pt x="149" y="64"/>
                    <a:pt x="127" y="64"/>
                    <a:pt x="72" y="123"/>
                  </a:cubicBezTo>
                  <a:cubicBezTo>
                    <a:pt x="65" y="31"/>
                    <a:pt x="65" y="31"/>
                    <a:pt x="65" y="31"/>
                  </a:cubicBezTo>
                  <a:cubicBezTo>
                    <a:pt x="64" y="13"/>
                    <a:pt x="49" y="0"/>
                    <a:pt x="31" y="1"/>
                  </a:cubicBezTo>
                  <a:cubicBezTo>
                    <a:pt x="13" y="2"/>
                    <a:pt x="0" y="18"/>
                    <a:pt x="2" y="35"/>
                  </a:cubicBezTo>
                  <a:cubicBezTo>
                    <a:pt x="15" y="206"/>
                    <a:pt x="15" y="206"/>
                    <a:pt x="15" y="206"/>
                  </a:cubicBezTo>
                  <a:cubicBezTo>
                    <a:pt x="16" y="219"/>
                    <a:pt x="25" y="231"/>
                    <a:pt x="37" y="234"/>
                  </a:cubicBezTo>
                  <a:close/>
                  <a:moveTo>
                    <a:pt x="572" y="242"/>
                  </a:moveTo>
                  <a:cubicBezTo>
                    <a:pt x="572" y="264"/>
                    <a:pt x="572" y="264"/>
                    <a:pt x="572" y="264"/>
                  </a:cubicBezTo>
                  <a:cubicBezTo>
                    <a:pt x="564" y="264"/>
                    <a:pt x="564" y="264"/>
                    <a:pt x="564" y="264"/>
                  </a:cubicBezTo>
                  <a:cubicBezTo>
                    <a:pt x="566" y="259"/>
                    <a:pt x="567" y="253"/>
                    <a:pt x="566" y="247"/>
                  </a:cubicBezTo>
                  <a:cubicBezTo>
                    <a:pt x="566" y="245"/>
                    <a:pt x="565" y="244"/>
                    <a:pt x="565" y="242"/>
                  </a:cubicBezTo>
                  <a:lnTo>
                    <a:pt x="572" y="242"/>
                  </a:lnTo>
                  <a:close/>
                  <a:moveTo>
                    <a:pt x="259" y="161"/>
                  </a:moveTo>
                  <a:cubicBezTo>
                    <a:pt x="324" y="161"/>
                    <a:pt x="324" y="161"/>
                    <a:pt x="324" y="161"/>
                  </a:cubicBezTo>
                  <a:cubicBezTo>
                    <a:pt x="324" y="177"/>
                    <a:pt x="324" y="177"/>
                    <a:pt x="324" y="177"/>
                  </a:cubicBezTo>
                  <a:cubicBezTo>
                    <a:pt x="259" y="177"/>
                    <a:pt x="259" y="177"/>
                    <a:pt x="259" y="177"/>
                  </a:cubicBezTo>
                  <a:lnTo>
                    <a:pt x="259" y="1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191"/>
            <p:cNvSpPr>
              <a:spLocks noEditPoints="1"/>
            </p:cNvSpPr>
            <p:nvPr/>
          </p:nvSpPr>
          <p:spPr bwMode="auto">
            <a:xfrm>
              <a:off x="6734175" y="3024188"/>
              <a:ext cx="292100" cy="292100"/>
            </a:xfrm>
            <a:custGeom>
              <a:avLst/>
              <a:gdLst>
                <a:gd name="T0" fmla="*/ 0 w 180"/>
                <a:gd name="T1" fmla="*/ 90 h 180"/>
                <a:gd name="T2" fmla="*/ 90 w 180"/>
                <a:gd name="T3" fmla="*/ 180 h 180"/>
                <a:gd name="T4" fmla="*/ 180 w 180"/>
                <a:gd name="T5" fmla="*/ 90 h 180"/>
                <a:gd name="T6" fmla="*/ 90 w 180"/>
                <a:gd name="T7" fmla="*/ 0 h 180"/>
                <a:gd name="T8" fmla="*/ 0 w 180"/>
                <a:gd name="T9" fmla="*/ 90 h 180"/>
                <a:gd name="T10" fmla="*/ 145 w 180"/>
                <a:gd name="T11" fmla="*/ 117 h 180"/>
                <a:gd name="T12" fmla="*/ 142 w 180"/>
                <a:gd name="T13" fmla="*/ 128 h 180"/>
                <a:gd name="T14" fmla="*/ 65 w 180"/>
                <a:gd name="T15" fmla="*/ 156 h 180"/>
                <a:gd name="T16" fmla="*/ 58 w 180"/>
                <a:gd name="T17" fmla="*/ 146 h 180"/>
                <a:gd name="T18" fmla="*/ 145 w 180"/>
                <a:gd name="T19" fmla="*/ 117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0" h="180">
                  <a:moveTo>
                    <a:pt x="0" y="90"/>
                  </a:moveTo>
                  <a:cubicBezTo>
                    <a:pt x="0" y="140"/>
                    <a:pt x="40" y="180"/>
                    <a:pt x="90" y="180"/>
                  </a:cubicBezTo>
                  <a:cubicBezTo>
                    <a:pt x="139" y="180"/>
                    <a:pt x="180" y="140"/>
                    <a:pt x="180" y="90"/>
                  </a:cubicBezTo>
                  <a:cubicBezTo>
                    <a:pt x="180" y="41"/>
                    <a:pt x="139" y="0"/>
                    <a:pt x="90" y="0"/>
                  </a:cubicBezTo>
                  <a:cubicBezTo>
                    <a:pt x="40" y="0"/>
                    <a:pt x="0" y="41"/>
                    <a:pt x="0" y="90"/>
                  </a:cubicBezTo>
                  <a:close/>
                  <a:moveTo>
                    <a:pt x="145" y="117"/>
                  </a:moveTo>
                  <a:cubicBezTo>
                    <a:pt x="142" y="128"/>
                    <a:pt x="142" y="128"/>
                    <a:pt x="142" y="128"/>
                  </a:cubicBezTo>
                  <a:cubicBezTo>
                    <a:pt x="141" y="128"/>
                    <a:pt x="113" y="122"/>
                    <a:pt x="65" y="156"/>
                  </a:cubicBezTo>
                  <a:cubicBezTo>
                    <a:pt x="58" y="146"/>
                    <a:pt x="58" y="146"/>
                    <a:pt x="58" y="146"/>
                  </a:cubicBezTo>
                  <a:cubicBezTo>
                    <a:pt x="111" y="109"/>
                    <a:pt x="143" y="116"/>
                    <a:pt x="145" y="1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Rectangle 192"/>
            <p:cNvSpPr>
              <a:spLocks noChangeArrowheads="1"/>
            </p:cNvSpPr>
            <p:nvPr/>
          </p:nvSpPr>
          <p:spPr bwMode="auto">
            <a:xfrm>
              <a:off x="6372225" y="3219450"/>
              <a:ext cx="31750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193"/>
            <p:cNvSpPr>
              <a:spLocks noEditPoints="1"/>
            </p:cNvSpPr>
            <p:nvPr/>
          </p:nvSpPr>
          <p:spPr bwMode="auto">
            <a:xfrm>
              <a:off x="6348413" y="3089275"/>
              <a:ext cx="153987" cy="112713"/>
            </a:xfrm>
            <a:custGeom>
              <a:avLst/>
              <a:gdLst>
                <a:gd name="T0" fmla="*/ 22 w 95"/>
                <a:gd name="T1" fmla="*/ 60 h 69"/>
                <a:gd name="T2" fmla="*/ 32 w 95"/>
                <a:gd name="T3" fmla="*/ 69 h 69"/>
                <a:gd name="T4" fmla="*/ 85 w 95"/>
                <a:gd name="T5" fmla="*/ 69 h 69"/>
                <a:gd name="T6" fmla="*/ 95 w 95"/>
                <a:gd name="T7" fmla="*/ 60 h 69"/>
                <a:gd name="T8" fmla="*/ 95 w 95"/>
                <a:gd name="T9" fmla="*/ 0 h 69"/>
                <a:gd name="T10" fmla="*/ 22 w 95"/>
                <a:gd name="T11" fmla="*/ 0 h 69"/>
                <a:gd name="T12" fmla="*/ 22 w 95"/>
                <a:gd name="T13" fmla="*/ 11 h 69"/>
                <a:gd name="T14" fmla="*/ 13 w 95"/>
                <a:gd name="T15" fmla="*/ 11 h 69"/>
                <a:gd name="T16" fmla="*/ 0 w 95"/>
                <a:gd name="T17" fmla="*/ 25 h 69"/>
                <a:gd name="T18" fmla="*/ 0 w 95"/>
                <a:gd name="T19" fmla="*/ 40 h 69"/>
                <a:gd name="T20" fmla="*/ 13 w 95"/>
                <a:gd name="T21" fmla="*/ 54 h 69"/>
                <a:gd name="T22" fmla="*/ 22 w 95"/>
                <a:gd name="T23" fmla="*/ 54 h 69"/>
                <a:gd name="T24" fmla="*/ 22 w 95"/>
                <a:gd name="T25" fmla="*/ 60 h 69"/>
                <a:gd name="T26" fmla="*/ 13 w 95"/>
                <a:gd name="T27" fmla="*/ 44 h 69"/>
                <a:gd name="T28" fmla="*/ 10 w 95"/>
                <a:gd name="T29" fmla="*/ 40 h 69"/>
                <a:gd name="T30" fmla="*/ 10 w 95"/>
                <a:gd name="T31" fmla="*/ 25 h 69"/>
                <a:gd name="T32" fmla="*/ 13 w 95"/>
                <a:gd name="T33" fmla="*/ 21 h 69"/>
                <a:gd name="T34" fmla="*/ 22 w 95"/>
                <a:gd name="T35" fmla="*/ 21 h 69"/>
                <a:gd name="T36" fmla="*/ 22 w 95"/>
                <a:gd name="T37" fmla="*/ 44 h 69"/>
                <a:gd name="T38" fmla="*/ 13 w 95"/>
                <a:gd name="T39" fmla="*/ 4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5" h="69">
                  <a:moveTo>
                    <a:pt x="22" y="60"/>
                  </a:moveTo>
                  <a:cubicBezTo>
                    <a:pt x="22" y="65"/>
                    <a:pt x="27" y="69"/>
                    <a:pt x="32" y="69"/>
                  </a:cubicBezTo>
                  <a:cubicBezTo>
                    <a:pt x="85" y="69"/>
                    <a:pt x="85" y="69"/>
                    <a:pt x="85" y="69"/>
                  </a:cubicBezTo>
                  <a:cubicBezTo>
                    <a:pt x="91" y="69"/>
                    <a:pt x="95" y="65"/>
                    <a:pt x="95" y="60"/>
                  </a:cubicBezTo>
                  <a:cubicBezTo>
                    <a:pt x="95" y="0"/>
                    <a:pt x="95" y="0"/>
                    <a:pt x="95" y="0"/>
                  </a:cubicBezTo>
                  <a:cubicBezTo>
                    <a:pt x="22" y="0"/>
                    <a:pt x="22" y="0"/>
                    <a:pt x="22" y="0"/>
                  </a:cubicBezTo>
                  <a:cubicBezTo>
                    <a:pt x="22" y="11"/>
                    <a:pt x="22" y="11"/>
                    <a:pt x="22" y="11"/>
                  </a:cubicBezTo>
                  <a:cubicBezTo>
                    <a:pt x="13" y="11"/>
                    <a:pt x="13" y="11"/>
                    <a:pt x="13" y="11"/>
                  </a:cubicBezTo>
                  <a:cubicBezTo>
                    <a:pt x="6" y="11"/>
                    <a:pt x="0" y="18"/>
                    <a:pt x="0" y="25"/>
                  </a:cubicBezTo>
                  <a:cubicBezTo>
                    <a:pt x="0" y="40"/>
                    <a:pt x="0" y="40"/>
                    <a:pt x="0" y="40"/>
                  </a:cubicBezTo>
                  <a:cubicBezTo>
                    <a:pt x="0" y="48"/>
                    <a:pt x="6" y="54"/>
                    <a:pt x="13" y="54"/>
                  </a:cubicBezTo>
                  <a:cubicBezTo>
                    <a:pt x="22" y="54"/>
                    <a:pt x="22" y="54"/>
                    <a:pt x="22" y="54"/>
                  </a:cubicBezTo>
                  <a:lnTo>
                    <a:pt x="22" y="60"/>
                  </a:lnTo>
                  <a:close/>
                  <a:moveTo>
                    <a:pt x="13" y="44"/>
                  </a:moveTo>
                  <a:cubicBezTo>
                    <a:pt x="11" y="44"/>
                    <a:pt x="10" y="42"/>
                    <a:pt x="10" y="40"/>
                  </a:cubicBezTo>
                  <a:cubicBezTo>
                    <a:pt x="10" y="25"/>
                    <a:pt x="10" y="25"/>
                    <a:pt x="10" y="25"/>
                  </a:cubicBezTo>
                  <a:cubicBezTo>
                    <a:pt x="10" y="23"/>
                    <a:pt x="11" y="21"/>
                    <a:pt x="13" y="21"/>
                  </a:cubicBezTo>
                  <a:cubicBezTo>
                    <a:pt x="22" y="21"/>
                    <a:pt x="22" y="21"/>
                    <a:pt x="22" y="21"/>
                  </a:cubicBezTo>
                  <a:cubicBezTo>
                    <a:pt x="22" y="44"/>
                    <a:pt x="22" y="44"/>
                    <a:pt x="22" y="44"/>
                  </a:cubicBezTo>
                  <a:lnTo>
                    <a:pt x="13"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194"/>
            <p:cNvSpPr>
              <a:spLocks/>
            </p:cNvSpPr>
            <p:nvPr/>
          </p:nvSpPr>
          <p:spPr bwMode="auto">
            <a:xfrm>
              <a:off x="6373813" y="3006725"/>
              <a:ext cx="120650" cy="71438"/>
            </a:xfrm>
            <a:custGeom>
              <a:avLst/>
              <a:gdLst>
                <a:gd name="T0" fmla="*/ 32 w 74"/>
                <a:gd name="T1" fmla="*/ 23 h 44"/>
                <a:gd name="T2" fmla="*/ 54 w 74"/>
                <a:gd name="T3" fmla="*/ 44 h 44"/>
                <a:gd name="T4" fmla="*/ 73 w 74"/>
                <a:gd name="T5" fmla="*/ 21 h 44"/>
                <a:gd name="T6" fmla="*/ 39 w 74"/>
                <a:gd name="T7" fmla="*/ 6 h 44"/>
                <a:gd name="T8" fmla="*/ 0 w 74"/>
                <a:gd name="T9" fmla="*/ 10 h 44"/>
                <a:gd name="T10" fmla="*/ 32 w 74"/>
                <a:gd name="T11" fmla="*/ 23 h 44"/>
              </a:gdLst>
              <a:ahLst/>
              <a:cxnLst>
                <a:cxn ang="0">
                  <a:pos x="T0" y="T1"/>
                </a:cxn>
                <a:cxn ang="0">
                  <a:pos x="T2" y="T3"/>
                </a:cxn>
                <a:cxn ang="0">
                  <a:pos x="T4" y="T5"/>
                </a:cxn>
                <a:cxn ang="0">
                  <a:pos x="T6" y="T7"/>
                </a:cxn>
                <a:cxn ang="0">
                  <a:pos x="T8" y="T9"/>
                </a:cxn>
                <a:cxn ang="0">
                  <a:pos x="T10" y="T11"/>
                </a:cxn>
              </a:cxnLst>
              <a:rect l="0" t="0" r="r" b="b"/>
              <a:pathLst>
                <a:path w="74" h="44">
                  <a:moveTo>
                    <a:pt x="32" y="23"/>
                  </a:moveTo>
                  <a:cubicBezTo>
                    <a:pt x="39" y="20"/>
                    <a:pt x="62" y="16"/>
                    <a:pt x="54" y="44"/>
                  </a:cubicBezTo>
                  <a:cubicBezTo>
                    <a:pt x="69" y="36"/>
                    <a:pt x="74" y="30"/>
                    <a:pt x="73" y="21"/>
                  </a:cubicBezTo>
                  <a:cubicBezTo>
                    <a:pt x="71" y="3"/>
                    <a:pt x="50" y="0"/>
                    <a:pt x="39" y="6"/>
                  </a:cubicBezTo>
                  <a:cubicBezTo>
                    <a:pt x="29" y="12"/>
                    <a:pt x="22" y="20"/>
                    <a:pt x="0" y="10"/>
                  </a:cubicBezTo>
                  <a:cubicBezTo>
                    <a:pt x="5" y="18"/>
                    <a:pt x="21" y="28"/>
                    <a:pt x="32"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195"/>
            <p:cNvSpPr>
              <a:spLocks noEditPoints="1"/>
            </p:cNvSpPr>
            <p:nvPr/>
          </p:nvSpPr>
          <p:spPr bwMode="auto">
            <a:xfrm>
              <a:off x="6519863" y="3089275"/>
              <a:ext cx="155575" cy="112713"/>
            </a:xfrm>
            <a:custGeom>
              <a:avLst/>
              <a:gdLst>
                <a:gd name="T0" fmla="*/ 33 w 96"/>
                <a:gd name="T1" fmla="*/ 69 h 69"/>
                <a:gd name="T2" fmla="*/ 86 w 96"/>
                <a:gd name="T3" fmla="*/ 69 h 69"/>
                <a:gd name="T4" fmla="*/ 96 w 96"/>
                <a:gd name="T5" fmla="*/ 60 h 69"/>
                <a:gd name="T6" fmla="*/ 96 w 96"/>
                <a:gd name="T7" fmla="*/ 0 h 69"/>
                <a:gd name="T8" fmla="*/ 23 w 96"/>
                <a:gd name="T9" fmla="*/ 0 h 69"/>
                <a:gd name="T10" fmla="*/ 23 w 96"/>
                <a:gd name="T11" fmla="*/ 11 h 69"/>
                <a:gd name="T12" fmla="*/ 14 w 96"/>
                <a:gd name="T13" fmla="*/ 11 h 69"/>
                <a:gd name="T14" fmla="*/ 0 w 96"/>
                <a:gd name="T15" fmla="*/ 25 h 69"/>
                <a:gd name="T16" fmla="*/ 0 w 96"/>
                <a:gd name="T17" fmla="*/ 40 h 69"/>
                <a:gd name="T18" fmla="*/ 14 w 96"/>
                <a:gd name="T19" fmla="*/ 54 h 69"/>
                <a:gd name="T20" fmla="*/ 23 w 96"/>
                <a:gd name="T21" fmla="*/ 54 h 69"/>
                <a:gd name="T22" fmla="*/ 23 w 96"/>
                <a:gd name="T23" fmla="*/ 60 h 69"/>
                <a:gd name="T24" fmla="*/ 33 w 96"/>
                <a:gd name="T25" fmla="*/ 69 h 69"/>
                <a:gd name="T26" fmla="*/ 14 w 96"/>
                <a:gd name="T27" fmla="*/ 44 h 69"/>
                <a:gd name="T28" fmla="*/ 10 w 96"/>
                <a:gd name="T29" fmla="*/ 40 h 69"/>
                <a:gd name="T30" fmla="*/ 10 w 96"/>
                <a:gd name="T31" fmla="*/ 25 h 69"/>
                <a:gd name="T32" fmla="*/ 14 w 96"/>
                <a:gd name="T33" fmla="*/ 21 h 69"/>
                <a:gd name="T34" fmla="*/ 23 w 96"/>
                <a:gd name="T35" fmla="*/ 21 h 69"/>
                <a:gd name="T36" fmla="*/ 23 w 96"/>
                <a:gd name="T37" fmla="*/ 44 h 69"/>
                <a:gd name="T38" fmla="*/ 14 w 96"/>
                <a:gd name="T39" fmla="*/ 4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6" h="69">
                  <a:moveTo>
                    <a:pt x="33" y="69"/>
                  </a:moveTo>
                  <a:cubicBezTo>
                    <a:pt x="86" y="69"/>
                    <a:pt x="86" y="69"/>
                    <a:pt x="86" y="69"/>
                  </a:cubicBezTo>
                  <a:cubicBezTo>
                    <a:pt x="91" y="69"/>
                    <a:pt x="96" y="65"/>
                    <a:pt x="96" y="60"/>
                  </a:cubicBezTo>
                  <a:cubicBezTo>
                    <a:pt x="96" y="0"/>
                    <a:pt x="96" y="0"/>
                    <a:pt x="96" y="0"/>
                  </a:cubicBezTo>
                  <a:cubicBezTo>
                    <a:pt x="23" y="0"/>
                    <a:pt x="23" y="0"/>
                    <a:pt x="23" y="0"/>
                  </a:cubicBezTo>
                  <a:cubicBezTo>
                    <a:pt x="23" y="11"/>
                    <a:pt x="23" y="11"/>
                    <a:pt x="23" y="11"/>
                  </a:cubicBezTo>
                  <a:cubicBezTo>
                    <a:pt x="14" y="11"/>
                    <a:pt x="14" y="11"/>
                    <a:pt x="14" y="11"/>
                  </a:cubicBezTo>
                  <a:cubicBezTo>
                    <a:pt x="6" y="11"/>
                    <a:pt x="0" y="18"/>
                    <a:pt x="0" y="25"/>
                  </a:cubicBezTo>
                  <a:cubicBezTo>
                    <a:pt x="0" y="40"/>
                    <a:pt x="0" y="40"/>
                    <a:pt x="0" y="40"/>
                  </a:cubicBezTo>
                  <a:cubicBezTo>
                    <a:pt x="0" y="48"/>
                    <a:pt x="6" y="54"/>
                    <a:pt x="14" y="54"/>
                  </a:cubicBezTo>
                  <a:cubicBezTo>
                    <a:pt x="23" y="54"/>
                    <a:pt x="23" y="54"/>
                    <a:pt x="23" y="54"/>
                  </a:cubicBezTo>
                  <a:cubicBezTo>
                    <a:pt x="23" y="60"/>
                    <a:pt x="23" y="60"/>
                    <a:pt x="23" y="60"/>
                  </a:cubicBezTo>
                  <a:cubicBezTo>
                    <a:pt x="23" y="65"/>
                    <a:pt x="27" y="69"/>
                    <a:pt x="33" y="69"/>
                  </a:cubicBezTo>
                  <a:close/>
                  <a:moveTo>
                    <a:pt x="14" y="44"/>
                  </a:moveTo>
                  <a:cubicBezTo>
                    <a:pt x="12" y="44"/>
                    <a:pt x="10" y="42"/>
                    <a:pt x="10" y="40"/>
                  </a:cubicBezTo>
                  <a:cubicBezTo>
                    <a:pt x="10" y="25"/>
                    <a:pt x="10" y="25"/>
                    <a:pt x="10" y="25"/>
                  </a:cubicBezTo>
                  <a:cubicBezTo>
                    <a:pt x="10" y="23"/>
                    <a:pt x="12" y="21"/>
                    <a:pt x="14" y="21"/>
                  </a:cubicBezTo>
                  <a:cubicBezTo>
                    <a:pt x="23" y="21"/>
                    <a:pt x="23" y="21"/>
                    <a:pt x="23" y="21"/>
                  </a:cubicBezTo>
                  <a:cubicBezTo>
                    <a:pt x="23" y="44"/>
                    <a:pt x="23" y="44"/>
                    <a:pt x="23" y="44"/>
                  </a:cubicBezTo>
                  <a:lnTo>
                    <a:pt x="14"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196"/>
            <p:cNvSpPr>
              <a:spLocks/>
            </p:cNvSpPr>
            <p:nvPr/>
          </p:nvSpPr>
          <p:spPr bwMode="auto">
            <a:xfrm>
              <a:off x="6546850" y="3006725"/>
              <a:ext cx="119062" cy="71438"/>
            </a:xfrm>
            <a:custGeom>
              <a:avLst/>
              <a:gdLst>
                <a:gd name="T0" fmla="*/ 72 w 73"/>
                <a:gd name="T1" fmla="*/ 21 h 44"/>
                <a:gd name="T2" fmla="*/ 38 w 73"/>
                <a:gd name="T3" fmla="*/ 6 h 44"/>
                <a:gd name="T4" fmla="*/ 0 w 73"/>
                <a:gd name="T5" fmla="*/ 10 h 44"/>
                <a:gd name="T6" fmla="*/ 32 w 73"/>
                <a:gd name="T7" fmla="*/ 23 h 44"/>
                <a:gd name="T8" fmla="*/ 54 w 73"/>
                <a:gd name="T9" fmla="*/ 44 h 44"/>
                <a:gd name="T10" fmla="*/ 72 w 73"/>
                <a:gd name="T11" fmla="*/ 21 h 44"/>
              </a:gdLst>
              <a:ahLst/>
              <a:cxnLst>
                <a:cxn ang="0">
                  <a:pos x="T0" y="T1"/>
                </a:cxn>
                <a:cxn ang="0">
                  <a:pos x="T2" y="T3"/>
                </a:cxn>
                <a:cxn ang="0">
                  <a:pos x="T4" y="T5"/>
                </a:cxn>
                <a:cxn ang="0">
                  <a:pos x="T6" y="T7"/>
                </a:cxn>
                <a:cxn ang="0">
                  <a:pos x="T8" y="T9"/>
                </a:cxn>
                <a:cxn ang="0">
                  <a:pos x="T10" y="T11"/>
                </a:cxn>
              </a:cxnLst>
              <a:rect l="0" t="0" r="r" b="b"/>
              <a:pathLst>
                <a:path w="73" h="44">
                  <a:moveTo>
                    <a:pt x="72" y="21"/>
                  </a:moveTo>
                  <a:cubicBezTo>
                    <a:pt x="71" y="3"/>
                    <a:pt x="49" y="0"/>
                    <a:pt x="38" y="6"/>
                  </a:cubicBezTo>
                  <a:cubicBezTo>
                    <a:pt x="28" y="12"/>
                    <a:pt x="21" y="20"/>
                    <a:pt x="0" y="10"/>
                  </a:cubicBezTo>
                  <a:cubicBezTo>
                    <a:pt x="4" y="18"/>
                    <a:pt x="21" y="28"/>
                    <a:pt x="32" y="23"/>
                  </a:cubicBezTo>
                  <a:cubicBezTo>
                    <a:pt x="38" y="20"/>
                    <a:pt x="61" y="16"/>
                    <a:pt x="54" y="44"/>
                  </a:cubicBezTo>
                  <a:cubicBezTo>
                    <a:pt x="68" y="36"/>
                    <a:pt x="73" y="30"/>
                    <a:pt x="72"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Freeform 197"/>
            <p:cNvSpPr>
              <a:spLocks/>
            </p:cNvSpPr>
            <p:nvPr/>
          </p:nvSpPr>
          <p:spPr bwMode="auto">
            <a:xfrm>
              <a:off x="7407275" y="3527425"/>
              <a:ext cx="119062" cy="69850"/>
            </a:xfrm>
            <a:custGeom>
              <a:avLst/>
              <a:gdLst>
                <a:gd name="T0" fmla="*/ 73 w 73"/>
                <a:gd name="T1" fmla="*/ 20 h 43"/>
                <a:gd name="T2" fmla="*/ 38 w 73"/>
                <a:gd name="T3" fmla="*/ 6 h 43"/>
                <a:gd name="T4" fmla="*/ 0 w 73"/>
                <a:gd name="T5" fmla="*/ 10 h 43"/>
                <a:gd name="T6" fmla="*/ 32 w 73"/>
                <a:gd name="T7" fmla="*/ 22 h 43"/>
                <a:gd name="T8" fmla="*/ 54 w 73"/>
                <a:gd name="T9" fmla="*/ 43 h 43"/>
                <a:gd name="T10" fmla="*/ 73 w 73"/>
                <a:gd name="T11" fmla="*/ 20 h 43"/>
              </a:gdLst>
              <a:ahLst/>
              <a:cxnLst>
                <a:cxn ang="0">
                  <a:pos x="T0" y="T1"/>
                </a:cxn>
                <a:cxn ang="0">
                  <a:pos x="T2" y="T3"/>
                </a:cxn>
                <a:cxn ang="0">
                  <a:pos x="T4" y="T5"/>
                </a:cxn>
                <a:cxn ang="0">
                  <a:pos x="T6" y="T7"/>
                </a:cxn>
                <a:cxn ang="0">
                  <a:pos x="T8" y="T9"/>
                </a:cxn>
                <a:cxn ang="0">
                  <a:pos x="T10" y="T11"/>
                </a:cxn>
              </a:cxnLst>
              <a:rect l="0" t="0" r="r" b="b"/>
              <a:pathLst>
                <a:path w="73" h="43">
                  <a:moveTo>
                    <a:pt x="73" y="20"/>
                  </a:moveTo>
                  <a:cubicBezTo>
                    <a:pt x="71" y="2"/>
                    <a:pt x="49" y="0"/>
                    <a:pt x="38" y="6"/>
                  </a:cubicBezTo>
                  <a:cubicBezTo>
                    <a:pt x="28" y="11"/>
                    <a:pt x="21" y="19"/>
                    <a:pt x="0" y="10"/>
                  </a:cubicBezTo>
                  <a:cubicBezTo>
                    <a:pt x="4" y="17"/>
                    <a:pt x="21" y="27"/>
                    <a:pt x="32" y="22"/>
                  </a:cubicBezTo>
                  <a:cubicBezTo>
                    <a:pt x="39" y="20"/>
                    <a:pt x="62" y="16"/>
                    <a:pt x="54" y="43"/>
                  </a:cubicBezTo>
                  <a:cubicBezTo>
                    <a:pt x="69" y="35"/>
                    <a:pt x="73" y="29"/>
                    <a:pt x="73"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198"/>
            <p:cNvSpPr>
              <a:spLocks/>
            </p:cNvSpPr>
            <p:nvPr/>
          </p:nvSpPr>
          <p:spPr bwMode="auto">
            <a:xfrm>
              <a:off x="7119938" y="3030538"/>
              <a:ext cx="60325" cy="80963"/>
            </a:xfrm>
            <a:custGeom>
              <a:avLst/>
              <a:gdLst>
                <a:gd name="T0" fmla="*/ 1 w 37"/>
                <a:gd name="T1" fmla="*/ 41 h 50"/>
                <a:gd name="T2" fmla="*/ 1 w 37"/>
                <a:gd name="T3" fmla="*/ 47 h 50"/>
                <a:gd name="T4" fmla="*/ 3 w 37"/>
                <a:gd name="T5" fmla="*/ 50 h 50"/>
                <a:gd name="T6" fmla="*/ 6 w 37"/>
                <a:gd name="T7" fmla="*/ 50 h 50"/>
                <a:gd name="T8" fmla="*/ 8 w 37"/>
                <a:gd name="T9" fmla="*/ 47 h 50"/>
                <a:gd name="T10" fmla="*/ 8 w 37"/>
                <a:gd name="T11" fmla="*/ 40 h 50"/>
                <a:gd name="T12" fmla="*/ 8 w 37"/>
                <a:gd name="T13" fmla="*/ 32 h 50"/>
                <a:gd name="T14" fmla="*/ 12 w 37"/>
                <a:gd name="T15" fmla="*/ 30 h 50"/>
                <a:gd name="T16" fmla="*/ 18 w 37"/>
                <a:gd name="T17" fmla="*/ 29 h 50"/>
                <a:gd name="T18" fmla="*/ 23 w 37"/>
                <a:gd name="T19" fmla="*/ 28 h 50"/>
                <a:gd name="T20" fmla="*/ 28 w 37"/>
                <a:gd name="T21" fmla="*/ 27 h 50"/>
                <a:gd name="T22" fmla="*/ 29 w 37"/>
                <a:gd name="T23" fmla="*/ 28 h 50"/>
                <a:gd name="T24" fmla="*/ 29 w 37"/>
                <a:gd name="T25" fmla="*/ 35 h 50"/>
                <a:gd name="T26" fmla="*/ 30 w 37"/>
                <a:gd name="T27" fmla="*/ 42 h 50"/>
                <a:gd name="T28" fmla="*/ 31 w 37"/>
                <a:gd name="T29" fmla="*/ 44 h 50"/>
                <a:gd name="T30" fmla="*/ 34 w 37"/>
                <a:gd name="T31" fmla="*/ 45 h 50"/>
                <a:gd name="T32" fmla="*/ 36 w 37"/>
                <a:gd name="T33" fmla="*/ 43 h 50"/>
                <a:gd name="T34" fmla="*/ 37 w 37"/>
                <a:gd name="T35" fmla="*/ 40 h 50"/>
                <a:gd name="T36" fmla="*/ 35 w 37"/>
                <a:gd name="T37" fmla="*/ 27 h 50"/>
                <a:gd name="T38" fmla="*/ 35 w 37"/>
                <a:gd name="T39" fmla="*/ 11 h 50"/>
                <a:gd name="T40" fmla="*/ 34 w 37"/>
                <a:gd name="T41" fmla="*/ 3 h 50"/>
                <a:gd name="T42" fmla="*/ 33 w 37"/>
                <a:gd name="T43" fmla="*/ 1 h 50"/>
                <a:gd name="T44" fmla="*/ 30 w 37"/>
                <a:gd name="T45" fmla="*/ 0 h 50"/>
                <a:gd name="T46" fmla="*/ 28 w 37"/>
                <a:gd name="T47" fmla="*/ 2 h 50"/>
                <a:gd name="T48" fmla="*/ 27 w 37"/>
                <a:gd name="T49" fmla="*/ 4 h 50"/>
                <a:gd name="T50" fmla="*/ 28 w 37"/>
                <a:gd name="T51" fmla="*/ 14 h 50"/>
                <a:gd name="T52" fmla="*/ 28 w 37"/>
                <a:gd name="T53" fmla="*/ 19 h 50"/>
                <a:gd name="T54" fmla="*/ 21 w 37"/>
                <a:gd name="T55" fmla="*/ 22 h 50"/>
                <a:gd name="T56" fmla="*/ 10 w 37"/>
                <a:gd name="T57" fmla="*/ 25 h 50"/>
                <a:gd name="T58" fmla="*/ 8 w 37"/>
                <a:gd name="T59" fmla="*/ 25 h 50"/>
                <a:gd name="T60" fmla="*/ 7 w 37"/>
                <a:gd name="T61" fmla="*/ 17 h 50"/>
                <a:gd name="T62" fmla="*/ 7 w 37"/>
                <a:gd name="T63" fmla="*/ 11 h 50"/>
                <a:gd name="T64" fmla="*/ 2 w 37"/>
                <a:gd name="T65" fmla="*/ 7 h 50"/>
                <a:gd name="T66" fmla="*/ 1 w 37"/>
                <a:gd name="T67" fmla="*/ 8 h 50"/>
                <a:gd name="T68" fmla="*/ 0 w 37"/>
                <a:gd name="T69" fmla="*/ 10 h 50"/>
                <a:gd name="T70" fmla="*/ 1 w 37"/>
                <a:gd name="T71" fmla="*/ 41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7" h="50">
                  <a:moveTo>
                    <a:pt x="1" y="41"/>
                  </a:moveTo>
                  <a:cubicBezTo>
                    <a:pt x="1" y="44"/>
                    <a:pt x="1" y="45"/>
                    <a:pt x="1" y="47"/>
                  </a:cubicBezTo>
                  <a:cubicBezTo>
                    <a:pt x="2" y="48"/>
                    <a:pt x="2" y="49"/>
                    <a:pt x="3" y="50"/>
                  </a:cubicBezTo>
                  <a:cubicBezTo>
                    <a:pt x="4" y="50"/>
                    <a:pt x="5" y="50"/>
                    <a:pt x="6" y="50"/>
                  </a:cubicBezTo>
                  <a:cubicBezTo>
                    <a:pt x="7" y="50"/>
                    <a:pt x="8" y="49"/>
                    <a:pt x="8" y="47"/>
                  </a:cubicBezTo>
                  <a:cubicBezTo>
                    <a:pt x="9" y="45"/>
                    <a:pt x="9" y="43"/>
                    <a:pt x="8" y="40"/>
                  </a:cubicBezTo>
                  <a:cubicBezTo>
                    <a:pt x="8" y="36"/>
                    <a:pt x="7" y="33"/>
                    <a:pt x="8" y="32"/>
                  </a:cubicBezTo>
                  <a:cubicBezTo>
                    <a:pt x="8" y="32"/>
                    <a:pt x="9" y="31"/>
                    <a:pt x="12" y="30"/>
                  </a:cubicBezTo>
                  <a:cubicBezTo>
                    <a:pt x="15" y="30"/>
                    <a:pt x="17" y="29"/>
                    <a:pt x="18" y="29"/>
                  </a:cubicBezTo>
                  <a:cubicBezTo>
                    <a:pt x="18" y="29"/>
                    <a:pt x="20" y="28"/>
                    <a:pt x="23" y="28"/>
                  </a:cubicBezTo>
                  <a:cubicBezTo>
                    <a:pt x="25" y="27"/>
                    <a:pt x="27" y="27"/>
                    <a:pt x="28" y="27"/>
                  </a:cubicBezTo>
                  <a:cubicBezTo>
                    <a:pt x="28" y="26"/>
                    <a:pt x="28" y="27"/>
                    <a:pt x="29" y="28"/>
                  </a:cubicBezTo>
                  <a:cubicBezTo>
                    <a:pt x="29" y="29"/>
                    <a:pt x="29" y="32"/>
                    <a:pt x="29" y="35"/>
                  </a:cubicBezTo>
                  <a:cubicBezTo>
                    <a:pt x="29" y="39"/>
                    <a:pt x="30" y="41"/>
                    <a:pt x="30" y="42"/>
                  </a:cubicBezTo>
                  <a:cubicBezTo>
                    <a:pt x="30" y="43"/>
                    <a:pt x="30" y="44"/>
                    <a:pt x="31" y="44"/>
                  </a:cubicBezTo>
                  <a:cubicBezTo>
                    <a:pt x="32" y="45"/>
                    <a:pt x="33" y="45"/>
                    <a:pt x="34" y="45"/>
                  </a:cubicBezTo>
                  <a:cubicBezTo>
                    <a:pt x="35" y="45"/>
                    <a:pt x="35" y="44"/>
                    <a:pt x="36" y="43"/>
                  </a:cubicBezTo>
                  <a:cubicBezTo>
                    <a:pt x="37" y="42"/>
                    <a:pt x="37" y="41"/>
                    <a:pt x="37" y="40"/>
                  </a:cubicBezTo>
                  <a:cubicBezTo>
                    <a:pt x="37" y="37"/>
                    <a:pt x="36" y="33"/>
                    <a:pt x="35" y="27"/>
                  </a:cubicBezTo>
                  <a:cubicBezTo>
                    <a:pt x="35" y="20"/>
                    <a:pt x="35" y="15"/>
                    <a:pt x="35" y="11"/>
                  </a:cubicBezTo>
                  <a:cubicBezTo>
                    <a:pt x="35" y="7"/>
                    <a:pt x="34" y="4"/>
                    <a:pt x="34" y="3"/>
                  </a:cubicBezTo>
                  <a:cubicBezTo>
                    <a:pt x="34" y="2"/>
                    <a:pt x="34" y="1"/>
                    <a:pt x="33" y="1"/>
                  </a:cubicBezTo>
                  <a:cubicBezTo>
                    <a:pt x="32" y="0"/>
                    <a:pt x="31" y="0"/>
                    <a:pt x="30" y="0"/>
                  </a:cubicBezTo>
                  <a:cubicBezTo>
                    <a:pt x="29" y="0"/>
                    <a:pt x="28" y="1"/>
                    <a:pt x="28" y="2"/>
                  </a:cubicBezTo>
                  <a:cubicBezTo>
                    <a:pt x="27" y="2"/>
                    <a:pt x="27" y="3"/>
                    <a:pt x="27" y="4"/>
                  </a:cubicBezTo>
                  <a:cubicBezTo>
                    <a:pt x="28" y="7"/>
                    <a:pt x="28" y="11"/>
                    <a:pt x="28" y="14"/>
                  </a:cubicBezTo>
                  <a:cubicBezTo>
                    <a:pt x="28" y="17"/>
                    <a:pt x="28" y="19"/>
                    <a:pt x="28" y="19"/>
                  </a:cubicBezTo>
                  <a:cubicBezTo>
                    <a:pt x="28" y="20"/>
                    <a:pt x="25" y="21"/>
                    <a:pt x="21" y="22"/>
                  </a:cubicBezTo>
                  <a:cubicBezTo>
                    <a:pt x="16" y="24"/>
                    <a:pt x="12" y="25"/>
                    <a:pt x="10" y="25"/>
                  </a:cubicBezTo>
                  <a:cubicBezTo>
                    <a:pt x="9" y="25"/>
                    <a:pt x="8" y="25"/>
                    <a:pt x="8" y="25"/>
                  </a:cubicBezTo>
                  <a:cubicBezTo>
                    <a:pt x="7" y="24"/>
                    <a:pt x="7" y="21"/>
                    <a:pt x="7" y="17"/>
                  </a:cubicBezTo>
                  <a:cubicBezTo>
                    <a:pt x="7" y="14"/>
                    <a:pt x="7" y="12"/>
                    <a:pt x="7" y="11"/>
                  </a:cubicBezTo>
                  <a:cubicBezTo>
                    <a:pt x="6" y="8"/>
                    <a:pt x="5" y="6"/>
                    <a:pt x="2" y="7"/>
                  </a:cubicBezTo>
                  <a:cubicBezTo>
                    <a:pt x="2" y="7"/>
                    <a:pt x="1" y="7"/>
                    <a:pt x="1" y="8"/>
                  </a:cubicBezTo>
                  <a:cubicBezTo>
                    <a:pt x="0" y="9"/>
                    <a:pt x="0" y="10"/>
                    <a:pt x="0" y="10"/>
                  </a:cubicBezTo>
                  <a:cubicBezTo>
                    <a:pt x="1" y="26"/>
                    <a:pt x="2" y="36"/>
                    <a:pt x="1"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199"/>
            <p:cNvSpPr>
              <a:spLocks noEditPoints="1"/>
            </p:cNvSpPr>
            <p:nvPr/>
          </p:nvSpPr>
          <p:spPr bwMode="auto">
            <a:xfrm>
              <a:off x="7189788" y="3040063"/>
              <a:ext cx="44450" cy="57150"/>
            </a:xfrm>
            <a:custGeom>
              <a:avLst/>
              <a:gdLst>
                <a:gd name="T0" fmla="*/ 5 w 27"/>
                <a:gd name="T1" fmla="*/ 33 h 35"/>
                <a:gd name="T2" fmla="*/ 13 w 27"/>
                <a:gd name="T3" fmla="*/ 34 h 35"/>
                <a:gd name="T4" fmla="*/ 23 w 27"/>
                <a:gd name="T5" fmla="*/ 28 h 35"/>
                <a:gd name="T6" fmla="*/ 27 w 27"/>
                <a:gd name="T7" fmla="*/ 21 h 35"/>
                <a:gd name="T8" fmla="*/ 25 w 27"/>
                <a:gd name="T9" fmla="*/ 19 h 35"/>
                <a:gd name="T10" fmla="*/ 23 w 27"/>
                <a:gd name="T11" fmla="*/ 21 h 35"/>
                <a:gd name="T12" fmla="*/ 13 w 27"/>
                <a:gd name="T13" fmla="*/ 28 h 35"/>
                <a:gd name="T14" fmla="*/ 10 w 27"/>
                <a:gd name="T15" fmla="*/ 28 h 35"/>
                <a:gd name="T16" fmla="*/ 8 w 27"/>
                <a:gd name="T17" fmla="*/ 25 h 35"/>
                <a:gd name="T18" fmla="*/ 9 w 27"/>
                <a:gd name="T19" fmla="*/ 24 h 35"/>
                <a:gd name="T20" fmla="*/ 19 w 27"/>
                <a:gd name="T21" fmla="*/ 16 h 35"/>
                <a:gd name="T22" fmla="*/ 22 w 27"/>
                <a:gd name="T23" fmla="*/ 6 h 35"/>
                <a:gd name="T24" fmla="*/ 20 w 27"/>
                <a:gd name="T25" fmla="*/ 2 h 35"/>
                <a:gd name="T26" fmla="*/ 14 w 27"/>
                <a:gd name="T27" fmla="*/ 1 h 35"/>
                <a:gd name="T28" fmla="*/ 4 w 27"/>
                <a:gd name="T29" fmla="*/ 10 h 35"/>
                <a:gd name="T30" fmla="*/ 1 w 27"/>
                <a:gd name="T31" fmla="*/ 25 h 35"/>
                <a:gd name="T32" fmla="*/ 5 w 27"/>
                <a:gd name="T33" fmla="*/ 33 h 35"/>
                <a:gd name="T34" fmla="*/ 10 w 27"/>
                <a:gd name="T35" fmla="*/ 11 h 35"/>
                <a:gd name="T36" fmla="*/ 14 w 27"/>
                <a:gd name="T37" fmla="*/ 6 h 35"/>
                <a:gd name="T38" fmla="*/ 16 w 27"/>
                <a:gd name="T39" fmla="*/ 7 h 35"/>
                <a:gd name="T40" fmla="*/ 17 w 27"/>
                <a:gd name="T41" fmla="*/ 8 h 35"/>
                <a:gd name="T42" fmla="*/ 14 w 27"/>
                <a:gd name="T43" fmla="*/ 14 h 35"/>
                <a:gd name="T44" fmla="*/ 7 w 27"/>
                <a:gd name="T45" fmla="*/ 19 h 35"/>
                <a:gd name="T46" fmla="*/ 10 w 27"/>
                <a:gd name="T47" fmla="*/ 1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35">
                  <a:moveTo>
                    <a:pt x="5" y="33"/>
                  </a:moveTo>
                  <a:cubicBezTo>
                    <a:pt x="7" y="34"/>
                    <a:pt x="10" y="35"/>
                    <a:pt x="13" y="34"/>
                  </a:cubicBezTo>
                  <a:cubicBezTo>
                    <a:pt x="17" y="34"/>
                    <a:pt x="20" y="32"/>
                    <a:pt x="23" y="28"/>
                  </a:cubicBezTo>
                  <a:cubicBezTo>
                    <a:pt x="26" y="25"/>
                    <a:pt x="27" y="23"/>
                    <a:pt x="27" y="21"/>
                  </a:cubicBezTo>
                  <a:cubicBezTo>
                    <a:pt x="27" y="19"/>
                    <a:pt x="26" y="19"/>
                    <a:pt x="25" y="19"/>
                  </a:cubicBezTo>
                  <a:cubicBezTo>
                    <a:pt x="24" y="19"/>
                    <a:pt x="23" y="20"/>
                    <a:pt x="23" y="21"/>
                  </a:cubicBezTo>
                  <a:cubicBezTo>
                    <a:pt x="20" y="25"/>
                    <a:pt x="17" y="28"/>
                    <a:pt x="13" y="28"/>
                  </a:cubicBezTo>
                  <a:cubicBezTo>
                    <a:pt x="12" y="29"/>
                    <a:pt x="10" y="28"/>
                    <a:pt x="10" y="28"/>
                  </a:cubicBezTo>
                  <a:cubicBezTo>
                    <a:pt x="9" y="27"/>
                    <a:pt x="8" y="26"/>
                    <a:pt x="8" y="25"/>
                  </a:cubicBezTo>
                  <a:cubicBezTo>
                    <a:pt x="8" y="25"/>
                    <a:pt x="8" y="24"/>
                    <a:pt x="9" y="24"/>
                  </a:cubicBezTo>
                  <a:cubicBezTo>
                    <a:pt x="13" y="22"/>
                    <a:pt x="17" y="20"/>
                    <a:pt x="19" y="16"/>
                  </a:cubicBezTo>
                  <a:cubicBezTo>
                    <a:pt x="22" y="13"/>
                    <a:pt x="23" y="9"/>
                    <a:pt x="22" y="6"/>
                  </a:cubicBezTo>
                  <a:cubicBezTo>
                    <a:pt x="22" y="4"/>
                    <a:pt x="21" y="3"/>
                    <a:pt x="20" y="2"/>
                  </a:cubicBezTo>
                  <a:cubicBezTo>
                    <a:pt x="18" y="1"/>
                    <a:pt x="16" y="0"/>
                    <a:pt x="14" y="1"/>
                  </a:cubicBezTo>
                  <a:cubicBezTo>
                    <a:pt x="10" y="1"/>
                    <a:pt x="7" y="4"/>
                    <a:pt x="4" y="10"/>
                  </a:cubicBezTo>
                  <a:cubicBezTo>
                    <a:pt x="1" y="15"/>
                    <a:pt x="0" y="20"/>
                    <a:pt x="1" y="25"/>
                  </a:cubicBezTo>
                  <a:cubicBezTo>
                    <a:pt x="1" y="29"/>
                    <a:pt x="3" y="31"/>
                    <a:pt x="5" y="33"/>
                  </a:cubicBezTo>
                  <a:close/>
                  <a:moveTo>
                    <a:pt x="10" y="11"/>
                  </a:moveTo>
                  <a:cubicBezTo>
                    <a:pt x="11" y="8"/>
                    <a:pt x="13" y="7"/>
                    <a:pt x="14" y="6"/>
                  </a:cubicBezTo>
                  <a:cubicBezTo>
                    <a:pt x="15" y="6"/>
                    <a:pt x="15" y="6"/>
                    <a:pt x="16" y="7"/>
                  </a:cubicBezTo>
                  <a:cubicBezTo>
                    <a:pt x="16" y="7"/>
                    <a:pt x="17" y="8"/>
                    <a:pt x="17" y="8"/>
                  </a:cubicBezTo>
                  <a:cubicBezTo>
                    <a:pt x="17" y="10"/>
                    <a:pt x="16" y="12"/>
                    <a:pt x="14" y="14"/>
                  </a:cubicBezTo>
                  <a:cubicBezTo>
                    <a:pt x="12" y="16"/>
                    <a:pt x="10" y="18"/>
                    <a:pt x="7" y="19"/>
                  </a:cubicBezTo>
                  <a:cubicBezTo>
                    <a:pt x="7" y="16"/>
                    <a:pt x="8" y="14"/>
                    <a:pt x="1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200"/>
            <p:cNvSpPr>
              <a:spLocks/>
            </p:cNvSpPr>
            <p:nvPr/>
          </p:nvSpPr>
          <p:spPr bwMode="auto">
            <a:xfrm>
              <a:off x="7240588" y="3032125"/>
              <a:ext cx="41275" cy="57150"/>
            </a:xfrm>
            <a:custGeom>
              <a:avLst/>
              <a:gdLst>
                <a:gd name="T0" fmla="*/ 0 w 26"/>
                <a:gd name="T1" fmla="*/ 13 h 35"/>
                <a:gd name="T2" fmla="*/ 1 w 26"/>
                <a:gd name="T3" fmla="*/ 21 h 35"/>
                <a:gd name="T4" fmla="*/ 2 w 26"/>
                <a:gd name="T5" fmla="*/ 26 h 35"/>
                <a:gd name="T6" fmla="*/ 4 w 26"/>
                <a:gd name="T7" fmla="*/ 33 h 35"/>
                <a:gd name="T8" fmla="*/ 7 w 26"/>
                <a:gd name="T9" fmla="*/ 35 h 35"/>
                <a:gd name="T10" fmla="*/ 10 w 26"/>
                <a:gd name="T11" fmla="*/ 34 h 35"/>
                <a:gd name="T12" fmla="*/ 10 w 26"/>
                <a:gd name="T13" fmla="*/ 30 h 35"/>
                <a:gd name="T14" fmla="*/ 14 w 26"/>
                <a:gd name="T15" fmla="*/ 15 h 35"/>
                <a:gd name="T16" fmla="*/ 19 w 26"/>
                <a:gd name="T17" fmla="*/ 7 h 35"/>
                <a:gd name="T18" fmla="*/ 21 w 26"/>
                <a:gd name="T19" fmla="*/ 7 h 35"/>
                <a:gd name="T20" fmla="*/ 25 w 26"/>
                <a:gd name="T21" fmla="*/ 8 h 35"/>
                <a:gd name="T22" fmla="*/ 26 w 26"/>
                <a:gd name="T23" fmla="*/ 7 h 35"/>
                <a:gd name="T24" fmla="*/ 26 w 26"/>
                <a:gd name="T25" fmla="*/ 5 h 35"/>
                <a:gd name="T26" fmla="*/ 24 w 26"/>
                <a:gd name="T27" fmla="*/ 1 h 35"/>
                <a:gd name="T28" fmla="*/ 19 w 26"/>
                <a:gd name="T29" fmla="*/ 1 h 35"/>
                <a:gd name="T30" fmla="*/ 12 w 26"/>
                <a:gd name="T31" fmla="*/ 6 h 35"/>
                <a:gd name="T32" fmla="*/ 7 w 26"/>
                <a:gd name="T33" fmla="*/ 18 h 35"/>
                <a:gd name="T34" fmla="*/ 7 w 26"/>
                <a:gd name="T35" fmla="*/ 19 h 35"/>
                <a:gd name="T36" fmla="*/ 6 w 26"/>
                <a:gd name="T37" fmla="*/ 15 h 35"/>
                <a:gd name="T38" fmla="*/ 7 w 26"/>
                <a:gd name="T39" fmla="*/ 11 h 35"/>
                <a:gd name="T40" fmla="*/ 7 w 26"/>
                <a:gd name="T41" fmla="*/ 6 h 35"/>
                <a:gd name="T42" fmla="*/ 6 w 26"/>
                <a:gd name="T43" fmla="*/ 4 h 35"/>
                <a:gd name="T44" fmla="*/ 3 w 26"/>
                <a:gd name="T45" fmla="*/ 4 h 35"/>
                <a:gd name="T46" fmla="*/ 1 w 26"/>
                <a:gd name="T47" fmla="*/ 5 h 35"/>
                <a:gd name="T48" fmla="*/ 0 w 26"/>
                <a:gd name="T49" fmla="*/ 7 h 35"/>
                <a:gd name="T50" fmla="*/ 0 w 26"/>
                <a:gd name="T51" fmla="*/ 11 h 35"/>
                <a:gd name="T52" fmla="*/ 0 w 26"/>
                <a:gd name="T53" fmla="*/ 1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6" h="35">
                  <a:moveTo>
                    <a:pt x="0" y="13"/>
                  </a:moveTo>
                  <a:cubicBezTo>
                    <a:pt x="0" y="16"/>
                    <a:pt x="0" y="19"/>
                    <a:pt x="1" y="21"/>
                  </a:cubicBezTo>
                  <a:cubicBezTo>
                    <a:pt x="1" y="23"/>
                    <a:pt x="1" y="25"/>
                    <a:pt x="2" y="26"/>
                  </a:cubicBezTo>
                  <a:cubicBezTo>
                    <a:pt x="2" y="30"/>
                    <a:pt x="3" y="32"/>
                    <a:pt x="4" y="33"/>
                  </a:cubicBezTo>
                  <a:cubicBezTo>
                    <a:pt x="5" y="35"/>
                    <a:pt x="6" y="35"/>
                    <a:pt x="7" y="35"/>
                  </a:cubicBezTo>
                  <a:cubicBezTo>
                    <a:pt x="8" y="35"/>
                    <a:pt x="9" y="34"/>
                    <a:pt x="10" y="34"/>
                  </a:cubicBezTo>
                  <a:cubicBezTo>
                    <a:pt x="10" y="33"/>
                    <a:pt x="10" y="32"/>
                    <a:pt x="10" y="30"/>
                  </a:cubicBezTo>
                  <a:cubicBezTo>
                    <a:pt x="10" y="25"/>
                    <a:pt x="11" y="19"/>
                    <a:pt x="14" y="15"/>
                  </a:cubicBezTo>
                  <a:cubicBezTo>
                    <a:pt x="16" y="10"/>
                    <a:pt x="18" y="7"/>
                    <a:pt x="19" y="7"/>
                  </a:cubicBezTo>
                  <a:cubicBezTo>
                    <a:pt x="20" y="7"/>
                    <a:pt x="20" y="7"/>
                    <a:pt x="21" y="7"/>
                  </a:cubicBezTo>
                  <a:cubicBezTo>
                    <a:pt x="22" y="8"/>
                    <a:pt x="23" y="9"/>
                    <a:pt x="25" y="8"/>
                  </a:cubicBezTo>
                  <a:cubicBezTo>
                    <a:pt x="25" y="8"/>
                    <a:pt x="26" y="8"/>
                    <a:pt x="26" y="7"/>
                  </a:cubicBezTo>
                  <a:cubicBezTo>
                    <a:pt x="26" y="6"/>
                    <a:pt x="26" y="6"/>
                    <a:pt x="26" y="5"/>
                  </a:cubicBezTo>
                  <a:cubicBezTo>
                    <a:pt x="26" y="3"/>
                    <a:pt x="25" y="2"/>
                    <a:pt x="24" y="1"/>
                  </a:cubicBezTo>
                  <a:cubicBezTo>
                    <a:pt x="22" y="0"/>
                    <a:pt x="21" y="0"/>
                    <a:pt x="19" y="1"/>
                  </a:cubicBezTo>
                  <a:cubicBezTo>
                    <a:pt x="16" y="1"/>
                    <a:pt x="14" y="3"/>
                    <a:pt x="12" y="6"/>
                  </a:cubicBezTo>
                  <a:cubicBezTo>
                    <a:pt x="10" y="9"/>
                    <a:pt x="8" y="14"/>
                    <a:pt x="7" y="18"/>
                  </a:cubicBezTo>
                  <a:cubicBezTo>
                    <a:pt x="7" y="19"/>
                    <a:pt x="7" y="19"/>
                    <a:pt x="7" y="19"/>
                  </a:cubicBezTo>
                  <a:cubicBezTo>
                    <a:pt x="6" y="15"/>
                    <a:pt x="6" y="15"/>
                    <a:pt x="6" y="15"/>
                  </a:cubicBezTo>
                  <a:cubicBezTo>
                    <a:pt x="6" y="14"/>
                    <a:pt x="6" y="12"/>
                    <a:pt x="7" y="11"/>
                  </a:cubicBezTo>
                  <a:cubicBezTo>
                    <a:pt x="7" y="9"/>
                    <a:pt x="7" y="7"/>
                    <a:pt x="7" y="6"/>
                  </a:cubicBezTo>
                  <a:cubicBezTo>
                    <a:pt x="7" y="5"/>
                    <a:pt x="6" y="5"/>
                    <a:pt x="6" y="4"/>
                  </a:cubicBezTo>
                  <a:cubicBezTo>
                    <a:pt x="5" y="4"/>
                    <a:pt x="4" y="3"/>
                    <a:pt x="3" y="4"/>
                  </a:cubicBezTo>
                  <a:cubicBezTo>
                    <a:pt x="2" y="4"/>
                    <a:pt x="2" y="4"/>
                    <a:pt x="1" y="5"/>
                  </a:cubicBezTo>
                  <a:cubicBezTo>
                    <a:pt x="0" y="6"/>
                    <a:pt x="0" y="6"/>
                    <a:pt x="0" y="7"/>
                  </a:cubicBezTo>
                  <a:cubicBezTo>
                    <a:pt x="0" y="8"/>
                    <a:pt x="0" y="9"/>
                    <a:pt x="0" y="11"/>
                  </a:cubicBezTo>
                  <a:cubicBezTo>
                    <a:pt x="0" y="11"/>
                    <a:pt x="0" y="12"/>
                    <a:pt x="0"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201"/>
            <p:cNvSpPr>
              <a:spLocks noEditPoints="1"/>
            </p:cNvSpPr>
            <p:nvPr/>
          </p:nvSpPr>
          <p:spPr bwMode="auto">
            <a:xfrm>
              <a:off x="7283450" y="3024188"/>
              <a:ext cx="46037" cy="55563"/>
            </a:xfrm>
            <a:custGeom>
              <a:avLst/>
              <a:gdLst>
                <a:gd name="T0" fmla="*/ 13 w 28"/>
                <a:gd name="T1" fmla="*/ 34 h 34"/>
                <a:gd name="T2" fmla="*/ 24 w 28"/>
                <a:gd name="T3" fmla="*/ 28 h 34"/>
                <a:gd name="T4" fmla="*/ 27 w 28"/>
                <a:gd name="T5" fmla="*/ 20 h 34"/>
                <a:gd name="T6" fmla="*/ 25 w 28"/>
                <a:gd name="T7" fmla="*/ 19 h 34"/>
                <a:gd name="T8" fmla="*/ 23 w 28"/>
                <a:gd name="T9" fmla="*/ 20 h 34"/>
                <a:gd name="T10" fmla="*/ 13 w 28"/>
                <a:gd name="T11" fmla="*/ 28 h 34"/>
                <a:gd name="T12" fmla="*/ 10 w 28"/>
                <a:gd name="T13" fmla="*/ 27 h 34"/>
                <a:gd name="T14" fmla="*/ 8 w 28"/>
                <a:gd name="T15" fmla="*/ 25 h 34"/>
                <a:gd name="T16" fmla="*/ 9 w 28"/>
                <a:gd name="T17" fmla="*/ 24 h 34"/>
                <a:gd name="T18" fmla="*/ 20 w 28"/>
                <a:gd name="T19" fmla="*/ 15 h 34"/>
                <a:gd name="T20" fmla="*/ 23 w 28"/>
                <a:gd name="T21" fmla="*/ 5 h 34"/>
                <a:gd name="T22" fmla="*/ 20 w 28"/>
                <a:gd name="T23" fmla="*/ 1 h 34"/>
                <a:gd name="T24" fmla="*/ 15 w 28"/>
                <a:gd name="T25" fmla="*/ 0 h 34"/>
                <a:gd name="T26" fmla="*/ 4 w 28"/>
                <a:gd name="T27" fmla="*/ 9 h 34"/>
                <a:gd name="T28" fmla="*/ 1 w 28"/>
                <a:gd name="T29" fmla="*/ 25 h 34"/>
                <a:gd name="T30" fmla="*/ 6 w 28"/>
                <a:gd name="T31" fmla="*/ 32 h 34"/>
                <a:gd name="T32" fmla="*/ 13 w 28"/>
                <a:gd name="T33" fmla="*/ 34 h 34"/>
                <a:gd name="T34" fmla="*/ 10 w 28"/>
                <a:gd name="T35" fmla="*/ 10 h 34"/>
                <a:gd name="T36" fmla="*/ 15 w 28"/>
                <a:gd name="T37" fmla="*/ 6 h 34"/>
                <a:gd name="T38" fmla="*/ 16 w 28"/>
                <a:gd name="T39" fmla="*/ 6 h 34"/>
                <a:gd name="T40" fmla="*/ 17 w 28"/>
                <a:gd name="T41" fmla="*/ 8 h 34"/>
                <a:gd name="T42" fmla="*/ 15 w 28"/>
                <a:gd name="T43" fmla="*/ 13 h 34"/>
                <a:gd name="T44" fmla="*/ 8 w 28"/>
                <a:gd name="T45" fmla="*/ 19 h 34"/>
                <a:gd name="T46" fmla="*/ 10 w 28"/>
                <a:gd name="T47" fmla="*/ 1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34">
                  <a:moveTo>
                    <a:pt x="13" y="34"/>
                  </a:moveTo>
                  <a:cubicBezTo>
                    <a:pt x="18" y="33"/>
                    <a:pt x="21" y="31"/>
                    <a:pt x="24" y="28"/>
                  </a:cubicBezTo>
                  <a:cubicBezTo>
                    <a:pt x="26" y="25"/>
                    <a:pt x="28" y="22"/>
                    <a:pt x="27" y="20"/>
                  </a:cubicBezTo>
                  <a:cubicBezTo>
                    <a:pt x="27" y="19"/>
                    <a:pt x="26" y="18"/>
                    <a:pt x="25" y="19"/>
                  </a:cubicBezTo>
                  <a:cubicBezTo>
                    <a:pt x="25" y="19"/>
                    <a:pt x="24" y="19"/>
                    <a:pt x="23" y="20"/>
                  </a:cubicBezTo>
                  <a:cubicBezTo>
                    <a:pt x="20" y="25"/>
                    <a:pt x="17" y="27"/>
                    <a:pt x="13" y="28"/>
                  </a:cubicBezTo>
                  <a:cubicBezTo>
                    <a:pt x="12" y="28"/>
                    <a:pt x="11" y="28"/>
                    <a:pt x="10" y="27"/>
                  </a:cubicBezTo>
                  <a:cubicBezTo>
                    <a:pt x="9" y="26"/>
                    <a:pt x="9" y="26"/>
                    <a:pt x="8" y="25"/>
                  </a:cubicBezTo>
                  <a:cubicBezTo>
                    <a:pt x="8" y="24"/>
                    <a:pt x="9" y="24"/>
                    <a:pt x="9" y="24"/>
                  </a:cubicBezTo>
                  <a:cubicBezTo>
                    <a:pt x="14" y="22"/>
                    <a:pt x="17" y="19"/>
                    <a:pt x="20" y="15"/>
                  </a:cubicBezTo>
                  <a:cubicBezTo>
                    <a:pt x="22" y="12"/>
                    <a:pt x="23" y="9"/>
                    <a:pt x="23" y="5"/>
                  </a:cubicBezTo>
                  <a:cubicBezTo>
                    <a:pt x="22" y="4"/>
                    <a:pt x="22" y="2"/>
                    <a:pt x="20" y="1"/>
                  </a:cubicBezTo>
                  <a:cubicBezTo>
                    <a:pt x="19" y="0"/>
                    <a:pt x="17" y="0"/>
                    <a:pt x="15" y="0"/>
                  </a:cubicBezTo>
                  <a:cubicBezTo>
                    <a:pt x="11" y="1"/>
                    <a:pt x="7" y="4"/>
                    <a:pt x="4" y="9"/>
                  </a:cubicBezTo>
                  <a:cubicBezTo>
                    <a:pt x="1" y="14"/>
                    <a:pt x="0" y="19"/>
                    <a:pt x="1" y="25"/>
                  </a:cubicBezTo>
                  <a:cubicBezTo>
                    <a:pt x="2" y="28"/>
                    <a:pt x="3" y="31"/>
                    <a:pt x="6" y="32"/>
                  </a:cubicBezTo>
                  <a:cubicBezTo>
                    <a:pt x="8" y="34"/>
                    <a:pt x="10" y="34"/>
                    <a:pt x="13" y="34"/>
                  </a:cubicBezTo>
                  <a:close/>
                  <a:moveTo>
                    <a:pt x="10" y="10"/>
                  </a:moveTo>
                  <a:cubicBezTo>
                    <a:pt x="12" y="8"/>
                    <a:pt x="13" y="6"/>
                    <a:pt x="15" y="6"/>
                  </a:cubicBezTo>
                  <a:cubicBezTo>
                    <a:pt x="16" y="6"/>
                    <a:pt x="16" y="6"/>
                    <a:pt x="16" y="6"/>
                  </a:cubicBezTo>
                  <a:cubicBezTo>
                    <a:pt x="17" y="7"/>
                    <a:pt x="17" y="7"/>
                    <a:pt x="17" y="8"/>
                  </a:cubicBezTo>
                  <a:cubicBezTo>
                    <a:pt x="18" y="9"/>
                    <a:pt x="17" y="11"/>
                    <a:pt x="15" y="13"/>
                  </a:cubicBezTo>
                  <a:cubicBezTo>
                    <a:pt x="13" y="16"/>
                    <a:pt x="11" y="17"/>
                    <a:pt x="8" y="19"/>
                  </a:cubicBezTo>
                  <a:cubicBezTo>
                    <a:pt x="8" y="16"/>
                    <a:pt x="9" y="13"/>
                    <a:pt x="10"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202"/>
            <p:cNvSpPr>
              <a:spLocks/>
            </p:cNvSpPr>
            <p:nvPr/>
          </p:nvSpPr>
          <p:spPr bwMode="auto">
            <a:xfrm>
              <a:off x="7326313" y="2997200"/>
              <a:ext cx="15875" cy="31750"/>
            </a:xfrm>
            <a:custGeom>
              <a:avLst/>
              <a:gdLst>
                <a:gd name="T0" fmla="*/ 3 w 10"/>
                <a:gd name="T1" fmla="*/ 16 h 20"/>
                <a:gd name="T2" fmla="*/ 2 w 10"/>
                <a:gd name="T3" fmla="*/ 18 h 20"/>
                <a:gd name="T4" fmla="*/ 4 w 10"/>
                <a:gd name="T5" fmla="*/ 20 h 20"/>
                <a:gd name="T6" fmla="*/ 6 w 10"/>
                <a:gd name="T7" fmla="*/ 20 h 20"/>
                <a:gd name="T8" fmla="*/ 9 w 10"/>
                <a:gd name="T9" fmla="*/ 17 h 20"/>
                <a:gd name="T10" fmla="*/ 9 w 10"/>
                <a:gd name="T11" fmla="*/ 17 h 20"/>
                <a:gd name="T12" fmla="*/ 10 w 10"/>
                <a:gd name="T13" fmla="*/ 11 h 20"/>
                <a:gd name="T14" fmla="*/ 10 w 10"/>
                <a:gd name="T15" fmla="*/ 11 h 20"/>
                <a:gd name="T16" fmla="*/ 10 w 10"/>
                <a:gd name="T17" fmla="*/ 7 h 20"/>
                <a:gd name="T18" fmla="*/ 10 w 10"/>
                <a:gd name="T19" fmla="*/ 7 h 20"/>
                <a:gd name="T20" fmla="*/ 9 w 10"/>
                <a:gd name="T21" fmla="*/ 5 h 20"/>
                <a:gd name="T22" fmla="*/ 8 w 10"/>
                <a:gd name="T23" fmla="*/ 3 h 20"/>
                <a:gd name="T24" fmla="*/ 8 w 10"/>
                <a:gd name="T25" fmla="*/ 3 h 20"/>
                <a:gd name="T26" fmla="*/ 3 w 10"/>
                <a:gd name="T27" fmla="*/ 0 h 20"/>
                <a:gd name="T28" fmla="*/ 1 w 10"/>
                <a:gd name="T29" fmla="*/ 1 h 20"/>
                <a:gd name="T30" fmla="*/ 0 w 10"/>
                <a:gd name="T31" fmla="*/ 3 h 20"/>
                <a:gd name="T32" fmla="*/ 0 w 10"/>
                <a:gd name="T33" fmla="*/ 4 h 20"/>
                <a:gd name="T34" fmla="*/ 1 w 10"/>
                <a:gd name="T35" fmla="*/ 6 h 20"/>
                <a:gd name="T36" fmla="*/ 2 w 10"/>
                <a:gd name="T37" fmla="*/ 7 h 20"/>
                <a:gd name="T38" fmla="*/ 5 w 10"/>
                <a:gd name="T39" fmla="*/ 9 h 20"/>
                <a:gd name="T40" fmla="*/ 3 w 10"/>
                <a:gd name="T41" fmla="*/ 15 h 20"/>
                <a:gd name="T42" fmla="*/ 3 w 10"/>
                <a:gd name="T43" fmla="*/ 1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20">
                  <a:moveTo>
                    <a:pt x="3" y="16"/>
                  </a:moveTo>
                  <a:cubicBezTo>
                    <a:pt x="2" y="17"/>
                    <a:pt x="2" y="18"/>
                    <a:pt x="2" y="18"/>
                  </a:cubicBezTo>
                  <a:cubicBezTo>
                    <a:pt x="3" y="19"/>
                    <a:pt x="3" y="19"/>
                    <a:pt x="4" y="20"/>
                  </a:cubicBezTo>
                  <a:cubicBezTo>
                    <a:pt x="4" y="20"/>
                    <a:pt x="5" y="20"/>
                    <a:pt x="6" y="20"/>
                  </a:cubicBezTo>
                  <a:cubicBezTo>
                    <a:pt x="7" y="20"/>
                    <a:pt x="8" y="19"/>
                    <a:pt x="9" y="17"/>
                  </a:cubicBezTo>
                  <a:cubicBezTo>
                    <a:pt x="9" y="17"/>
                    <a:pt x="9" y="17"/>
                    <a:pt x="9" y="17"/>
                  </a:cubicBezTo>
                  <a:cubicBezTo>
                    <a:pt x="10" y="15"/>
                    <a:pt x="10" y="13"/>
                    <a:pt x="10" y="11"/>
                  </a:cubicBezTo>
                  <a:cubicBezTo>
                    <a:pt x="10" y="11"/>
                    <a:pt x="10" y="11"/>
                    <a:pt x="10" y="11"/>
                  </a:cubicBezTo>
                  <a:cubicBezTo>
                    <a:pt x="10" y="9"/>
                    <a:pt x="10" y="8"/>
                    <a:pt x="10" y="7"/>
                  </a:cubicBezTo>
                  <a:cubicBezTo>
                    <a:pt x="10" y="7"/>
                    <a:pt x="10" y="7"/>
                    <a:pt x="10" y="7"/>
                  </a:cubicBezTo>
                  <a:cubicBezTo>
                    <a:pt x="10" y="6"/>
                    <a:pt x="10" y="5"/>
                    <a:pt x="9" y="5"/>
                  </a:cubicBezTo>
                  <a:cubicBezTo>
                    <a:pt x="9" y="4"/>
                    <a:pt x="9" y="4"/>
                    <a:pt x="8" y="3"/>
                  </a:cubicBezTo>
                  <a:cubicBezTo>
                    <a:pt x="8" y="3"/>
                    <a:pt x="8" y="3"/>
                    <a:pt x="8" y="3"/>
                  </a:cubicBezTo>
                  <a:cubicBezTo>
                    <a:pt x="6" y="1"/>
                    <a:pt x="4" y="0"/>
                    <a:pt x="3" y="0"/>
                  </a:cubicBezTo>
                  <a:cubicBezTo>
                    <a:pt x="3" y="0"/>
                    <a:pt x="2" y="1"/>
                    <a:pt x="1" y="1"/>
                  </a:cubicBezTo>
                  <a:cubicBezTo>
                    <a:pt x="1" y="2"/>
                    <a:pt x="0" y="2"/>
                    <a:pt x="0" y="3"/>
                  </a:cubicBezTo>
                  <a:cubicBezTo>
                    <a:pt x="0" y="3"/>
                    <a:pt x="0" y="4"/>
                    <a:pt x="0" y="4"/>
                  </a:cubicBezTo>
                  <a:cubicBezTo>
                    <a:pt x="1" y="6"/>
                    <a:pt x="1" y="6"/>
                    <a:pt x="1" y="6"/>
                  </a:cubicBezTo>
                  <a:cubicBezTo>
                    <a:pt x="1" y="6"/>
                    <a:pt x="1" y="6"/>
                    <a:pt x="2" y="7"/>
                  </a:cubicBezTo>
                  <a:cubicBezTo>
                    <a:pt x="4" y="8"/>
                    <a:pt x="5" y="9"/>
                    <a:pt x="5" y="9"/>
                  </a:cubicBezTo>
                  <a:cubicBezTo>
                    <a:pt x="5" y="11"/>
                    <a:pt x="5" y="13"/>
                    <a:pt x="3" y="15"/>
                  </a:cubicBezTo>
                  <a:cubicBezTo>
                    <a:pt x="3" y="15"/>
                    <a:pt x="3" y="16"/>
                    <a:pt x="3"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203"/>
            <p:cNvSpPr>
              <a:spLocks/>
            </p:cNvSpPr>
            <p:nvPr/>
          </p:nvSpPr>
          <p:spPr bwMode="auto">
            <a:xfrm>
              <a:off x="7351713" y="3009900"/>
              <a:ext cx="39687" cy="61913"/>
            </a:xfrm>
            <a:custGeom>
              <a:avLst/>
              <a:gdLst>
                <a:gd name="T0" fmla="*/ 10 w 24"/>
                <a:gd name="T1" fmla="*/ 9 h 38"/>
                <a:gd name="T2" fmla="*/ 15 w 24"/>
                <a:gd name="T3" fmla="*/ 7 h 38"/>
                <a:gd name="T4" fmla="*/ 16 w 24"/>
                <a:gd name="T5" fmla="*/ 7 h 38"/>
                <a:gd name="T6" fmla="*/ 17 w 24"/>
                <a:gd name="T7" fmla="*/ 7 h 38"/>
                <a:gd name="T8" fmla="*/ 19 w 24"/>
                <a:gd name="T9" fmla="*/ 6 h 38"/>
                <a:gd name="T10" fmla="*/ 20 w 24"/>
                <a:gd name="T11" fmla="*/ 4 h 38"/>
                <a:gd name="T12" fmla="*/ 14 w 24"/>
                <a:gd name="T13" fmla="*/ 1 h 38"/>
                <a:gd name="T14" fmla="*/ 5 w 24"/>
                <a:gd name="T15" fmla="*/ 6 h 38"/>
                <a:gd name="T16" fmla="*/ 1 w 24"/>
                <a:gd name="T17" fmla="*/ 16 h 38"/>
                <a:gd name="T18" fmla="*/ 3 w 24"/>
                <a:gd name="T19" fmla="*/ 20 h 38"/>
                <a:gd name="T20" fmla="*/ 11 w 24"/>
                <a:gd name="T21" fmla="*/ 23 h 38"/>
                <a:gd name="T22" fmla="*/ 17 w 24"/>
                <a:gd name="T23" fmla="*/ 26 h 38"/>
                <a:gd name="T24" fmla="*/ 13 w 24"/>
                <a:gd name="T25" fmla="*/ 29 h 38"/>
                <a:gd name="T26" fmla="*/ 8 w 24"/>
                <a:gd name="T27" fmla="*/ 31 h 38"/>
                <a:gd name="T28" fmla="*/ 6 w 24"/>
                <a:gd name="T29" fmla="*/ 30 h 38"/>
                <a:gd name="T30" fmla="*/ 4 w 24"/>
                <a:gd name="T31" fmla="*/ 30 h 38"/>
                <a:gd name="T32" fmla="*/ 2 w 24"/>
                <a:gd name="T33" fmla="*/ 32 h 38"/>
                <a:gd name="T34" fmla="*/ 1 w 24"/>
                <a:gd name="T35" fmla="*/ 34 h 38"/>
                <a:gd name="T36" fmla="*/ 7 w 24"/>
                <a:gd name="T37" fmla="*/ 37 h 38"/>
                <a:gd name="T38" fmla="*/ 19 w 24"/>
                <a:gd name="T39" fmla="*/ 32 h 38"/>
                <a:gd name="T40" fmla="*/ 23 w 24"/>
                <a:gd name="T41" fmla="*/ 24 h 38"/>
                <a:gd name="T42" fmla="*/ 21 w 24"/>
                <a:gd name="T43" fmla="*/ 21 h 38"/>
                <a:gd name="T44" fmla="*/ 14 w 24"/>
                <a:gd name="T45" fmla="*/ 18 h 38"/>
                <a:gd name="T46" fmla="*/ 9 w 24"/>
                <a:gd name="T47" fmla="*/ 16 h 38"/>
                <a:gd name="T48" fmla="*/ 8 w 24"/>
                <a:gd name="T49" fmla="*/ 14 h 38"/>
                <a:gd name="T50" fmla="*/ 10 w 24"/>
                <a:gd name="T51" fmla="*/ 9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4" h="38">
                  <a:moveTo>
                    <a:pt x="10" y="9"/>
                  </a:moveTo>
                  <a:cubicBezTo>
                    <a:pt x="12" y="8"/>
                    <a:pt x="13" y="7"/>
                    <a:pt x="15" y="7"/>
                  </a:cubicBezTo>
                  <a:cubicBezTo>
                    <a:pt x="15" y="7"/>
                    <a:pt x="16" y="7"/>
                    <a:pt x="16" y="7"/>
                  </a:cubicBezTo>
                  <a:cubicBezTo>
                    <a:pt x="17" y="7"/>
                    <a:pt x="17" y="7"/>
                    <a:pt x="17" y="7"/>
                  </a:cubicBezTo>
                  <a:cubicBezTo>
                    <a:pt x="18" y="7"/>
                    <a:pt x="19" y="7"/>
                    <a:pt x="19" y="6"/>
                  </a:cubicBezTo>
                  <a:cubicBezTo>
                    <a:pt x="20" y="5"/>
                    <a:pt x="20" y="5"/>
                    <a:pt x="20" y="4"/>
                  </a:cubicBezTo>
                  <a:cubicBezTo>
                    <a:pt x="19" y="1"/>
                    <a:pt x="18" y="0"/>
                    <a:pt x="14" y="1"/>
                  </a:cubicBezTo>
                  <a:cubicBezTo>
                    <a:pt x="11" y="1"/>
                    <a:pt x="8" y="3"/>
                    <a:pt x="5" y="6"/>
                  </a:cubicBezTo>
                  <a:cubicBezTo>
                    <a:pt x="2" y="9"/>
                    <a:pt x="0" y="12"/>
                    <a:pt x="1" y="16"/>
                  </a:cubicBezTo>
                  <a:cubicBezTo>
                    <a:pt x="1" y="17"/>
                    <a:pt x="2" y="19"/>
                    <a:pt x="3" y="20"/>
                  </a:cubicBezTo>
                  <a:cubicBezTo>
                    <a:pt x="4" y="21"/>
                    <a:pt x="7" y="22"/>
                    <a:pt x="11" y="23"/>
                  </a:cubicBezTo>
                  <a:cubicBezTo>
                    <a:pt x="15" y="24"/>
                    <a:pt x="17" y="25"/>
                    <a:pt x="17" y="26"/>
                  </a:cubicBezTo>
                  <a:cubicBezTo>
                    <a:pt x="16" y="27"/>
                    <a:pt x="15" y="28"/>
                    <a:pt x="13" y="29"/>
                  </a:cubicBezTo>
                  <a:cubicBezTo>
                    <a:pt x="12" y="30"/>
                    <a:pt x="10" y="30"/>
                    <a:pt x="8" y="31"/>
                  </a:cubicBezTo>
                  <a:cubicBezTo>
                    <a:pt x="7" y="31"/>
                    <a:pt x="7" y="31"/>
                    <a:pt x="6" y="30"/>
                  </a:cubicBezTo>
                  <a:cubicBezTo>
                    <a:pt x="5" y="30"/>
                    <a:pt x="5" y="30"/>
                    <a:pt x="4" y="30"/>
                  </a:cubicBezTo>
                  <a:cubicBezTo>
                    <a:pt x="3" y="31"/>
                    <a:pt x="3" y="31"/>
                    <a:pt x="2" y="32"/>
                  </a:cubicBezTo>
                  <a:cubicBezTo>
                    <a:pt x="1" y="33"/>
                    <a:pt x="1" y="33"/>
                    <a:pt x="1" y="34"/>
                  </a:cubicBezTo>
                  <a:cubicBezTo>
                    <a:pt x="2" y="37"/>
                    <a:pt x="4" y="38"/>
                    <a:pt x="7" y="37"/>
                  </a:cubicBezTo>
                  <a:cubicBezTo>
                    <a:pt x="12" y="36"/>
                    <a:pt x="16" y="34"/>
                    <a:pt x="19" y="32"/>
                  </a:cubicBezTo>
                  <a:cubicBezTo>
                    <a:pt x="22" y="30"/>
                    <a:pt x="24" y="27"/>
                    <a:pt x="23" y="24"/>
                  </a:cubicBezTo>
                  <a:cubicBezTo>
                    <a:pt x="23" y="23"/>
                    <a:pt x="22" y="22"/>
                    <a:pt x="21" y="21"/>
                  </a:cubicBezTo>
                  <a:cubicBezTo>
                    <a:pt x="20" y="19"/>
                    <a:pt x="17" y="18"/>
                    <a:pt x="14" y="18"/>
                  </a:cubicBezTo>
                  <a:cubicBezTo>
                    <a:pt x="11" y="17"/>
                    <a:pt x="10" y="16"/>
                    <a:pt x="9" y="16"/>
                  </a:cubicBezTo>
                  <a:cubicBezTo>
                    <a:pt x="8" y="15"/>
                    <a:pt x="8" y="15"/>
                    <a:pt x="8" y="14"/>
                  </a:cubicBezTo>
                  <a:cubicBezTo>
                    <a:pt x="7" y="12"/>
                    <a:pt x="8" y="11"/>
                    <a:pt x="1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204"/>
            <p:cNvSpPr>
              <a:spLocks/>
            </p:cNvSpPr>
            <p:nvPr/>
          </p:nvSpPr>
          <p:spPr bwMode="auto">
            <a:xfrm>
              <a:off x="7432675" y="2997200"/>
              <a:ext cx="42862" cy="80963"/>
            </a:xfrm>
            <a:custGeom>
              <a:avLst/>
              <a:gdLst>
                <a:gd name="T0" fmla="*/ 9 w 27"/>
                <a:gd name="T1" fmla="*/ 8 h 50"/>
                <a:gd name="T2" fmla="*/ 7 w 27"/>
                <a:gd name="T3" fmla="*/ 6 h 50"/>
                <a:gd name="T4" fmla="*/ 5 w 27"/>
                <a:gd name="T5" fmla="*/ 5 h 50"/>
                <a:gd name="T6" fmla="*/ 2 w 27"/>
                <a:gd name="T7" fmla="*/ 7 h 50"/>
                <a:gd name="T8" fmla="*/ 1 w 27"/>
                <a:gd name="T9" fmla="*/ 16 h 50"/>
                <a:gd name="T10" fmla="*/ 1 w 27"/>
                <a:gd name="T11" fmla="*/ 26 h 50"/>
                <a:gd name="T12" fmla="*/ 4 w 27"/>
                <a:gd name="T13" fmla="*/ 31 h 50"/>
                <a:gd name="T14" fmla="*/ 9 w 27"/>
                <a:gd name="T15" fmla="*/ 33 h 50"/>
                <a:gd name="T16" fmla="*/ 21 w 27"/>
                <a:gd name="T17" fmla="*/ 23 h 50"/>
                <a:gd name="T18" fmla="*/ 20 w 27"/>
                <a:gd name="T19" fmla="*/ 38 h 50"/>
                <a:gd name="T20" fmla="*/ 16 w 27"/>
                <a:gd name="T21" fmla="*/ 44 h 50"/>
                <a:gd name="T22" fmla="*/ 5 w 27"/>
                <a:gd name="T23" fmla="*/ 42 h 50"/>
                <a:gd name="T24" fmla="*/ 3 w 27"/>
                <a:gd name="T25" fmla="*/ 41 h 50"/>
                <a:gd name="T26" fmla="*/ 1 w 27"/>
                <a:gd name="T27" fmla="*/ 42 h 50"/>
                <a:gd name="T28" fmla="*/ 1 w 27"/>
                <a:gd name="T29" fmla="*/ 44 h 50"/>
                <a:gd name="T30" fmla="*/ 4 w 27"/>
                <a:gd name="T31" fmla="*/ 48 h 50"/>
                <a:gd name="T32" fmla="*/ 10 w 27"/>
                <a:gd name="T33" fmla="*/ 50 h 50"/>
                <a:gd name="T34" fmla="*/ 10 w 27"/>
                <a:gd name="T35" fmla="*/ 50 h 50"/>
                <a:gd name="T36" fmla="*/ 17 w 27"/>
                <a:gd name="T37" fmla="*/ 50 h 50"/>
                <a:gd name="T38" fmla="*/ 23 w 27"/>
                <a:gd name="T39" fmla="*/ 47 h 50"/>
                <a:gd name="T40" fmla="*/ 26 w 27"/>
                <a:gd name="T41" fmla="*/ 39 h 50"/>
                <a:gd name="T42" fmla="*/ 27 w 27"/>
                <a:gd name="T43" fmla="*/ 27 h 50"/>
                <a:gd name="T44" fmla="*/ 27 w 27"/>
                <a:gd name="T45" fmla="*/ 14 h 50"/>
                <a:gd name="T46" fmla="*/ 25 w 27"/>
                <a:gd name="T47" fmla="*/ 4 h 50"/>
                <a:gd name="T48" fmla="*/ 24 w 27"/>
                <a:gd name="T49" fmla="*/ 1 h 50"/>
                <a:gd name="T50" fmla="*/ 21 w 27"/>
                <a:gd name="T51" fmla="*/ 1 h 50"/>
                <a:gd name="T52" fmla="*/ 19 w 27"/>
                <a:gd name="T53" fmla="*/ 2 h 50"/>
                <a:gd name="T54" fmla="*/ 19 w 27"/>
                <a:gd name="T55" fmla="*/ 3 h 50"/>
                <a:gd name="T56" fmla="*/ 19 w 27"/>
                <a:gd name="T57" fmla="*/ 8 h 50"/>
                <a:gd name="T58" fmla="*/ 20 w 27"/>
                <a:gd name="T59" fmla="*/ 15 h 50"/>
                <a:gd name="T60" fmla="*/ 19 w 27"/>
                <a:gd name="T61" fmla="*/ 18 h 50"/>
                <a:gd name="T62" fmla="*/ 16 w 27"/>
                <a:gd name="T63" fmla="*/ 21 h 50"/>
                <a:gd name="T64" fmla="*/ 12 w 27"/>
                <a:gd name="T65" fmla="*/ 25 h 50"/>
                <a:gd name="T66" fmla="*/ 9 w 27"/>
                <a:gd name="T67" fmla="*/ 26 h 50"/>
                <a:gd name="T68" fmla="*/ 8 w 27"/>
                <a:gd name="T69" fmla="*/ 25 h 50"/>
                <a:gd name="T70" fmla="*/ 7 w 27"/>
                <a:gd name="T71" fmla="*/ 23 h 50"/>
                <a:gd name="T72" fmla="*/ 7 w 27"/>
                <a:gd name="T73" fmla="*/ 13 h 50"/>
                <a:gd name="T74" fmla="*/ 9 w 27"/>
                <a:gd name="T75" fmla="*/ 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7" h="50">
                  <a:moveTo>
                    <a:pt x="9" y="8"/>
                  </a:moveTo>
                  <a:cubicBezTo>
                    <a:pt x="8" y="7"/>
                    <a:pt x="8" y="6"/>
                    <a:pt x="7" y="6"/>
                  </a:cubicBezTo>
                  <a:cubicBezTo>
                    <a:pt x="7" y="5"/>
                    <a:pt x="6" y="5"/>
                    <a:pt x="5" y="5"/>
                  </a:cubicBezTo>
                  <a:cubicBezTo>
                    <a:pt x="4" y="5"/>
                    <a:pt x="2" y="6"/>
                    <a:pt x="2" y="7"/>
                  </a:cubicBezTo>
                  <a:cubicBezTo>
                    <a:pt x="1" y="8"/>
                    <a:pt x="1" y="11"/>
                    <a:pt x="1" y="16"/>
                  </a:cubicBezTo>
                  <a:cubicBezTo>
                    <a:pt x="0" y="20"/>
                    <a:pt x="0" y="23"/>
                    <a:pt x="1" y="26"/>
                  </a:cubicBezTo>
                  <a:cubicBezTo>
                    <a:pt x="1" y="28"/>
                    <a:pt x="2" y="30"/>
                    <a:pt x="4" y="31"/>
                  </a:cubicBezTo>
                  <a:cubicBezTo>
                    <a:pt x="5" y="32"/>
                    <a:pt x="7" y="33"/>
                    <a:pt x="9" y="33"/>
                  </a:cubicBezTo>
                  <a:cubicBezTo>
                    <a:pt x="12" y="32"/>
                    <a:pt x="16" y="29"/>
                    <a:pt x="21" y="23"/>
                  </a:cubicBezTo>
                  <a:cubicBezTo>
                    <a:pt x="21" y="29"/>
                    <a:pt x="21" y="34"/>
                    <a:pt x="20" y="38"/>
                  </a:cubicBezTo>
                  <a:cubicBezTo>
                    <a:pt x="19" y="42"/>
                    <a:pt x="18" y="44"/>
                    <a:pt x="16" y="44"/>
                  </a:cubicBezTo>
                  <a:cubicBezTo>
                    <a:pt x="11" y="45"/>
                    <a:pt x="8" y="44"/>
                    <a:pt x="5" y="42"/>
                  </a:cubicBezTo>
                  <a:cubicBezTo>
                    <a:pt x="4" y="41"/>
                    <a:pt x="4" y="41"/>
                    <a:pt x="3" y="41"/>
                  </a:cubicBezTo>
                  <a:cubicBezTo>
                    <a:pt x="2" y="41"/>
                    <a:pt x="2" y="42"/>
                    <a:pt x="1" y="42"/>
                  </a:cubicBezTo>
                  <a:cubicBezTo>
                    <a:pt x="1" y="43"/>
                    <a:pt x="1" y="44"/>
                    <a:pt x="1" y="44"/>
                  </a:cubicBezTo>
                  <a:cubicBezTo>
                    <a:pt x="1" y="45"/>
                    <a:pt x="2" y="46"/>
                    <a:pt x="4" y="48"/>
                  </a:cubicBezTo>
                  <a:cubicBezTo>
                    <a:pt x="6" y="49"/>
                    <a:pt x="8" y="49"/>
                    <a:pt x="10" y="50"/>
                  </a:cubicBezTo>
                  <a:cubicBezTo>
                    <a:pt x="10" y="50"/>
                    <a:pt x="10" y="50"/>
                    <a:pt x="10" y="50"/>
                  </a:cubicBezTo>
                  <a:cubicBezTo>
                    <a:pt x="12" y="50"/>
                    <a:pt x="15" y="50"/>
                    <a:pt x="17" y="50"/>
                  </a:cubicBezTo>
                  <a:cubicBezTo>
                    <a:pt x="19" y="50"/>
                    <a:pt x="21" y="49"/>
                    <a:pt x="23" y="47"/>
                  </a:cubicBezTo>
                  <a:cubicBezTo>
                    <a:pt x="24" y="46"/>
                    <a:pt x="25" y="43"/>
                    <a:pt x="26" y="39"/>
                  </a:cubicBezTo>
                  <a:cubicBezTo>
                    <a:pt x="27" y="35"/>
                    <a:pt x="27" y="31"/>
                    <a:pt x="27" y="27"/>
                  </a:cubicBezTo>
                  <a:cubicBezTo>
                    <a:pt x="27" y="23"/>
                    <a:pt x="27" y="18"/>
                    <a:pt x="27" y="14"/>
                  </a:cubicBezTo>
                  <a:cubicBezTo>
                    <a:pt x="25" y="4"/>
                    <a:pt x="25" y="4"/>
                    <a:pt x="25" y="4"/>
                  </a:cubicBezTo>
                  <a:cubicBezTo>
                    <a:pt x="25" y="3"/>
                    <a:pt x="25" y="1"/>
                    <a:pt x="24" y="1"/>
                  </a:cubicBezTo>
                  <a:cubicBezTo>
                    <a:pt x="23" y="0"/>
                    <a:pt x="23" y="0"/>
                    <a:pt x="21" y="1"/>
                  </a:cubicBezTo>
                  <a:cubicBezTo>
                    <a:pt x="20" y="1"/>
                    <a:pt x="20" y="1"/>
                    <a:pt x="19" y="2"/>
                  </a:cubicBezTo>
                  <a:cubicBezTo>
                    <a:pt x="19" y="2"/>
                    <a:pt x="19" y="3"/>
                    <a:pt x="19" y="3"/>
                  </a:cubicBezTo>
                  <a:cubicBezTo>
                    <a:pt x="19" y="4"/>
                    <a:pt x="19" y="5"/>
                    <a:pt x="19" y="8"/>
                  </a:cubicBezTo>
                  <a:cubicBezTo>
                    <a:pt x="19" y="11"/>
                    <a:pt x="20" y="14"/>
                    <a:pt x="20" y="15"/>
                  </a:cubicBezTo>
                  <a:cubicBezTo>
                    <a:pt x="19" y="16"/>
                    <a:pt x="19" y="17"/>
                    <a:pt x="19" y="18"/>
                  </a:cubicBezTo>
                  <a:cubicBezTo>
                    <a:pt x="19" y="18"/>
                    <a:pt x="18" y="20"/>
                    <a:pt x="16" y="21"/>
                  </a:cubicBezTo>
                  <a:cubicBezTo>
                    <a:pt x="15" y="23"/>
                    <a:pt x="13" y="24"/>
                    <a:pt x="12" y="25"/>
                  </a:cubicBezTo>
                  <a:cubicBezTo>
                    <a:pt x="11" y="26"/>
                    <a:pt x="10" y="26"/>
                    <a:pt x="9" y="26"/>
                  </a:cubicBezTo>
                  <a:cubicBezTo>
                    <a:pt x="9" y="26"/>
                    <a:pt x="8" y="26"/>
                    <a:pt x="8" y="25"/>
                  </a:cubicBezTo>
                  <a:cubicBezTo>
                    <a:pt x="7" y="25"/>
                    <a:pt x="7" y="24"/>
                    <a:pt x="7" y="23"/>
                  </a:cubicBezTo>
                  <a:cubicBezTo>
                    <a:pt x="6" y="20"/>
                    <a:pt x="6" y="17"/>
                    <a:pt x="7" y="13"/>
                  </a:cubicBezTo>
                  <a:cubicBezTo>
                    <a:pt x="8" y="10"/>
                    <a:pt x="9" y="8"/>
                    <a:pt x="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205"/>
            <p:cNvSpPr>
              <a:spLocks noEditPoints="1"/>
            </p:cNvSpPr>
            <p:nvPr/>
          </p:nvSpPr>
          <p:spPr bwMode="auto">
            <a:xfrm>
              <a:off x="7486650" y="2987675"/>
              <a:ext cx="42862" cy="55563"/>
            </a:xfrm>
            <a:custGeom>
              <a:avLst/>
              <a:gdLst>
                <a:gd name="T0" fmla="*/ 27 w 27"/>
                <a:gd name="T1" fmla="*/ 15 h 34"/>
                <a:gd name="T2" fmla="*/ 27 w 27"/>
                <a:gd name="T3" fmla="*/ 11 h 34"/>
                <a:gd name="T4" fmla="*/ 22 w 27"/>
                <a:gd name="T5" fmla="*/ 3 h 34"/>
                <a:gd name="T6" fmla="*/ 14 w 27"/>
                <a:gd name="T7" fmla="*/ 1 h 34"/>
                <a:gd name="T8" fmla="*/ 3 w 27"/>
                <a:gd name="T9" fmla="*/ 10 h 34"/>
                <a:gd name="T10" fmla="*/ 1 w 27"/>
                <a:gd name="T11" fmla="*/ 25 h 34"/>
                <a:gd name="T12" fmla="*/ 5 w 27"/>
                <a:gd name="T13" fmla="*/ 32 h 34"/>
                <a:gd name="T14" fmla="*/ 12 w 27"/>
                <a:gd name="T15" fmla="*/ 34 h 34"/>
                <a:gd name="T16" fmla="*/ 22 w 27"/>
                <a:gd name="T17" fmla="*/ 27 h 34"/>
                <a:gd name="T18" fmla="*/ 27 w 27"/>
                <a:gd name="T19" fmla="*/ 15 h 34"/>
                <a:gd name="T20" fmla="*/ 18 w 27"/>
                <a:gd name="T21" fmla="*/ 22 h 34"/>
                <a:gd name="T22" fmla="*/ 12 w 27"/>
                <a:gd name="T23" fmla="*/ 28 h 34"/>
                <a:gd name="T24" fmla="*/ 9 w 27"/>
                <a:gd name="T25" fmla="*/ 27 h 34"/>
                <a:gd name="T26" fmla="*/ 8 w 27"/>
                <a:gd name="T27" fmla="*/ 23 h 34"/>
                <a:gd name="T28" fmla="*/ 8 w 27"/>
                <a:gd name="T29" fmla="*/ 15 h 34"/>
                <a:gd name="T30" fmla="*/ 11 w 27"/>
                <a:gd name="T31" fmla="*/ 9 h 34"/>
                <a:gd name="T32" fmla="*/ 11 w 27"/>
                <a:gd name="T33" fmla="*/ 9 h 34"/>
                <a:gd name="T34" fmla="*/ 14 w 27"/>
                <a:gd name="T35" fmla="*/ 7 h 34"/>
                <a:gd name="T36" fmla="*/ 18 w 27"/>
                <a:gd name="T37" fmla="*/ 8 h 34"/>
                <a:gd name="T38" fmla="*/ 20 w 27"/>
                <a:gd name="T39" fmla="*/ 13 h 34"/>
                <a:gd name="T40" fmla="*/ 18 w 27"/>
                <a:gd name="T41" fmla="*/ 2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 h="34">
                  <a:moveTo>
                    <a:pt x="27" y="15"/>
                  </a:moveTo>
                  <a:cubicBezTo>
                    <a:pt x="27" y="14"/>
                    <a:pt x="27" y="12"/>
                    <a:pt x="27" y="11"/>
                  </a:cubicBezTo>
                  <a:cubicBezTo>
                    <a:pt x="26" y="8"/>
                    <a:pt x="25" y="5"/>
                    <a:pt x="22" y="3"/>
                  </a:cubicBezTo>
                  <a:cubicBezTo>
                    <a:pt x="20" y="1"/>
                    <a:pt x="17" y="0"/>
                    <a:pt x="14" y="1"/>
                  </a:cubicBezTo>
                  <a:cubicBezTo>
                    <a:pt x="9" y="2"/>
                    <a:pt x="6" y="5"/>
                    <a:pt x="3" y="10"/>
                  </a:cubicBezTo>
                  <a:cubicBezTo>
                    <a:pt x="1" y="15"/>
                    <a:pt x="0" y="20"/>
                    <a:pt x="1" y="25"/>
                  </a:cubicBezTo>
                  <a:cubicBezTo>
                    <a:pt x="1" y="28"/>
                    <a:pt x="3" y="30"/>
                    <a:pt x="5" y="32"/>
                  </a:cubicBezTo>
                  <a:cubicBezTo>
                    <a:pt x="7" y="34"/>
                    <a:pt x="9" y="34"/>
                    <a:pt x="12" y="34"/>
                  </a:cubicBezTo>
                  <a:cubicBezTo>
                    <a:pt x="16" y="33"/>
                    <a:pt x="19" y="31"/>
                    <a:pt x="22" y="27"/>
                  </a:cubicBezTo>
                  <a:cubicBezTo>
                    <a:pt x="25" y="24"/>
                    <a:pt x="26" y="20"/>
                    <a:pt x="27" y="15"/>
                  </a:cubicBezTo>
                  <a:close/>
                  <a:moveTo>
                    <a:pt x="18" y="22"/>
                  </a:moveTo>
                  <a:cubicBezTo>
                    <a:pt x="16" y="26"/>
                    <a:pt x="14" y="27"/>
                    <a:pt x="12" y="28"/>
                  </a:cubicBezTo>
                  <a:cubicBezTo>
                    <a:pt x="11" y="28"/>
                    <a:pt x="10" y="28"/>
                    <a:pt x="9" y="27"/>
                  </a:cubicBezTo>
                  <a:cubicBezTo>
                    <a:pt x="8" y="26"/>
                    <a:pt x="8" y="25"/>
                    <a:pt x="8" y="23"/>
                  </a:cubicBezTo>
                  <a:cubicBezTo>
                    <a:pt x="7" y="20"/>
                    <a:pt x="7" y="18"/>
                    <a:pt x="8" y="15"/>
                  </a:cubicBezTo>
                  <a:cubicBezTo>
                    <a:pt x="9" y="12"/>
                    <a:pt x="10" y="10"/>
                    <a:pt x="11" y="9"/>
                  </a:cubicBezTo>
                  <a:cubicBezTo>
                    <a:pt x="11" y="9"/>
                    <a:pt x="11" y="9"/>
                    <a:pt x="11" y="9"/>
                  </a:cubicBezTo>
                  <a:cubicBezTo>
                    <a:pt x="12" y="8"/>
                    <a:pt x="13" y="7"/>
                    <a:pt x="14" y="7"/>
                  </a:cubicBezTo>
                  <a:cubicBezTo>
                    <a:pt x="16" y="7"/>
                    <a:pt x="17" y="7"/>
                    <a:pt x="18" y="8"/>
                  </a:cubicBezTo>
                  <a:cubicBezTo>
                    <a:pt x="19" y="9"/>
                    <a:pt x="20" y="11"/>
                    <a:pt x="20" y="13"/>
                  </a:cubicBezTo>
                  <a:cubicBezTo>
                    <a:pt x="21" y="16"/>
                    <a:pt x="20" y="19"/>
                    <a:pt x="18"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206"/>
            <p:cNvSpPr>
              <a:spLocks/>
            </p:cNvSpPr>
            <p:nvPr/>
          </p:nvSpPr>
          <p:spPr bwMode="auto">
            <a:xfrm>
              <a:off x="7539038" y="2981325"/>
              <a:ext cx="49212" cy="52388"/>
            </a:xfrm>
            <a:custGeom>
              <a:avLst/>
              <a:gdLst>
                <a:gd name="T0" fmla="*/ 0 w 30"/>
                <a:gd name="T1" fmla="*/ 23 h 32"/>
                <a:gd name="T2" fmla="*/ 4 w 30"/>
                <a:gd name="T3" fmla="*/ 30 h 32"/>
                <a:gd name="T4" fmla="*/ 9 w 30"/>
                <a:gd name="T5" fmla="*/ 31 h 32"/>
                <a:gd name="T6" fmla="*/ 15 w 30"/>
                <a:gd name="T7" fmla="*/ 27 h 32"/>
                <a:gd name="T8" fmla="*/ 20 w 30"/>
                <a:gd name="T9" fmla="*/ 18 h 32"/>
                <a:gd name="T10" fmla="*/ 23 w 30"/>
                <a:gd name="T11" fmla="*/ 26 h 32"/>
                <a:gd name="T12" fmla="*/ 27 w 30"/>
                <a:gd name="T13" fmla="*/ 29 h 32"/>
                <a:gd name="T14" fmla="*/ 29 w 30"/>
                <a:gd name="T15" fmla="*/ 28 h 32"/>
                <a:gd name="T16" fmla="*/ 30 w 30"/>
                <a:gd name="T17" fmla="*/ 25 h 32"/>
                <a:gd name="T18" fmla="*/ 29 w 30"/>
                <a:gd name="T19" fmla="*/ 24 h 32"/>
                <a:gd name="T20" fmla="*/ 25 w 30"/>
                <a:gd name="T21" fmla="*/ 16 h 32"/>
                <a:gd name="T22" fmla="*/ 25 w 30"/>
                <a:gd name="T23" fmla="*/ 5 h 32"/>
                <a:gd name="T24" fmla="*/ 25 w 30"/>
                <a:gd name="T25" fmla="*/ 3 h 32"/>
                <a:gd name="T26" fmla="*/ 21 w 30"/>
                <a:gd name="T27" fmla="*/ 0 h 32"/>
                <a:gd name="T28" fmla="*/ 19 w 30"/>
                <a:gd name="T29" fmla="*/ 2 h 32"/>
                <a:gd name="T30" fmla="*/ 18 w 30"/>
                <a:gd name="T31" fmla="*/ 9 h 32"/>
                <a:gd name="T32" fmla="*/ 14 w 30"/>
                <a:gd name="T33" fmla="*/ 19 h 32"/>
                <a:gd name="T34" fmla="*/ 9 w 30"/>
                <a:gd name="T35" fmla="*/ 25 h 32"/>
                <a:gd name="T36" fmla="*/ 6 w 30"/>
                <a:gd name="T37" fmla="*/ 22 h 32"/>
                <a:gd name="T38" fmla="*/ 6 w 30"/>
                <a:gd name="T39" fmla="*/ 16 h 32"/>
                <a:gd name="T40" fmla="*/ 7 w 30"/>
                <a:gd name="T41" fmla="*/ 10 h 32"/>
                <a:gd name="T42" fmla="*/ 7 w 30"/>
                <a:gd name="T43" fmla="*/ 4 h 32"/>
                <a:gd name="T44" fmla="*/ 6 w 30"/>
                <a:gd name="T45" fmla="*/ 2 h 32"/>
                <a:gd name="T46" fmla="*/ 3 w 30"/>
                <a:gd name="T47" fmla="*/ 2 h 32"/>
                <a:gd name="T48" fmla="*/ 0 w 30"/>
                <a:gd name="T49" fmla="*/ 4 h 32"/>
                <a:gd name="T50" fmla="*/ 0 w 30"/>
                <a:gd name="T51" fmla="*/ 13 h 32"/>
                <a:gd name="T52" fmla="*/ 0 w 30"/>
                <a:gd name="T53" fmla="*/ 2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32">
                  <a:moveTo>
                    <a:pt x="0" y="23"/>
                  </a:moveTo>
                  <a:cubicBezTo>
                    <a:pt x="1" y="26"/>
                    <a:pt x="2" y="29"/>
                    <a:pt x="4" y="30"/>
                  </a:cubicBezTo>
                  <a:cubicBezTo>
                    <a:pt x="6" y="31"/>
                    <a:pt x="7" y="32"/>
                    <a:pt x="9" y="31"/>
                  </a:cubicBezTo>
                  <a:cubicBezTo>
                    <a:pt x="11" y="31"/>
                    <a:pt x="13" y="30"/>
                    <a:pt x="15" y="27"/>
                  </a:cubicBezTo>
                  <a:cubicBezTo>
                    <a:pt x="17" y="25"/>
                    <a:pt x="19" y="22"/>
                    <a:pt x="20" y="18"/>
                  </a:cubicBezTo>
                  <a:cubicBezTo>
                    <a:pt x="21" y="22"/>
                    <a:pt x="21" y="25"/>
                    <a:pt x="23" y="26"/>
                  </a:cubicBezTo>
                  <a:cubicBezTo>
                    <a:pt x="24" y="28"/>
                    <a:pt x="25" y="29"/>
                    <a:pt x="27" y="29"/>
                  </a:cubicBezTo>
                  <a:cubicBezTo>
                    <a:pt x="27" y="29"/>
                    <a:pt x="28" y="28"/>
                    <a:pt x="29" y="28"/>
                  </a:cubicBezTo>
                  <a:cubicBezTo>
                    <a:pt x="30" y="27"/>
                    <a:pt x="30" y="26"/>
                    <a:pt x="30" y="25"/>
                  </a:cubicBezTo>
                  <a:cubicBezTo>
                    <a:pt x="30" y="25"/>
                    <a:pt x="30" y="25"/>
                    <a:pt x="29" y="24"/>
                  </a:cubicBezTo>
                  <a:cubicBezTo>
                    <a:pt x="27" y="24"/>
                    <a:pt x="26" y="21"/>
                    <a:pt x="25" y="16"/>
                  </a:cubicBezTo>
                  <a:cubicBezTo>
                    <a:pt x="24" y="12"/>
                    <a:pt x="24" y="8"/>
                    <a:pt x="25" y="5"/>
                  </a:cubicBezTo>
                  <a:cubicBezTo>
                    <a:pt x="25" y="4"/>
                    <a:pt x="25" y="3"/>
                    <a:pt x="25" y="3"/>
                  </a:cubicBezTo>
                  <a:cubicBezTo>
                    <a:pt x="24" y="1"/>
                    <a:pt x="23" y="0"/>
                    <a:pt x="21" y="0"/>
                  </a:cubicBezTo>
                  <a:cubicBezTo>
                    <a:pt x="20" y="0"/>
                    <a:pt x="19" y="1"/>
                    <a:pt x="19" y="2"/>
                  </a:cubicBezTo>
                  <a:cubicBezTo>
                    <a:pt x="18" y="3"/>
                    <a:pt x="18" y="5"/>
                    <a:pt x="18" y="9"/>
                  </a:cubicBezTo>
                  <a:cubicBezTo>
                    <a:pt x="18" y="12"/>
                    <a:pt x="16" y="16"/>
                    <a:pt x="14" y="19"/>
                  </a:cubicBezTo>
                  <a:cubicBezTo>
                    <a:pt x="12" y="23"/>
                    <a:pt x="10" y="25"/>
                    <a:pt x="9" y="25"/>
                  </a:cubicBezTo>
                  <a:cubicBezTo>
                    <a:pt x="7" y="25"/>
                    <a:pt x="7" y="24"/>
                    <a:pt x="6" y="22"/>
                  </a:cubicBezTo>
                  <a:cubicBezTo>
                    <a:pt x="6" y="21"/>
                    <a:pt x="6" y="19"/>
                    <a:pt x="6" y="16"/>
                  </a:cubicBezTo>
                  <a:cubicBezTo>
                    <a:pt x="6" y="14"/>
                    <a:pt x="7" y="12"/>
                    <a:pt x="7" y="10"/>
                  </a:cubicBezTo>
                  <a:cubicBezTo>
                    <a:pt x="7" y="7"/>
                    <a:pt x="8" y="5"/>
                    <a:pt x="7" y="4"/>
                  </a:cubicBezTo>
                  <a:cubicBezTo>
                    <a:pt x="7" y="3"/>
                    <a:pt x="7" y="3"/>
                    <a:pt x="6" y="2"/>
                  </a:cubicBezTo>
                  <a:cubicBezTo>
                    <a:pt x="5" y="2"/>
                    <a:pt x="4" y="1"/>
                    <a:pt x="3" y="2"/>
                  </a:cubicBezTo>
                  <a:cubicBezTo>
                    <a:pt x="2" y="2"/>
                    <a:pt x="1" y="3"/>
                    <a:pt x="0" y="4"/>
                  </a:cubicBezTo>
                  <a:cubicBezTo>
                    <a:pt x="1" y="6"/>
                    <a:pt x="1" y="9"/>
                    <a:pt x="0" y="13"/>
                  </a:cubicBezTo>
                  <a:cubicBezTo>
                    <a:pt x="0" y="18"/>
                    <a:pt x="0" y="21"/>
                    <a:pt x="0"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207"/>
            <p:cNvSpPr>
              <a:spLocks/>
            </p:cNvSpPr>
            <p:nvPr/>
          </p:nvSpPr>
          <p:spPr bwMode="auto">
            <a:xfrm>
              <a:off x="7594600" y="2968625"/>
              <a:ext cx="44450" cy="57150"/>
            </a:xfrm>
            <a:custGeom>
              <a:avLst/>
              <a:gdLst>
                <a:gd name="T0" fmla="*/ 8 w 27"/>
                <a:gd name="T1" fmla="*/ 5 h 35"/>
                <a:gd name="T2" fmla="*/ 6 w 27"/>
                <a:gd name="T3" fmla="*/ 3 h 35"/>
                <a:gd name="T4" fmla="*/ 4 w 27"/>
                <a:gd name="T5" fmla="*/ 3 h 35"/>
                <a:gd name="T6" fmla="*/ 2 w 27"/>
                <a:gd name="T7" fmla="*/ 4 h 35"/>
                <a:gd name="T8" fmla="*/ 0 w 27"/>
                <a:gd name="T9" fmla="*/ 7 h 35"/>
                <a:gd name="T10" fmla="*/ 1 w 27"/>
                <a:gd name="T11" fmla="*/ 10 h 35"/>
                <a:gd name="T12" fmla="*/ 1 w 27"/>
                <a:gd name="T13" fmla="*/ 12 h 35"/>
                <a:gd name="T14" fmla="*/ 1 w 27"/>
                <a:gd name="T15" fmla="*/ 20 h 35"/>
                <a:gd name="T16" fmla="*/ 2 w 27"/>
                <a:gd name="T17" fmla="*/ 26 h 35"/>
                <a:gd name="T18" fmla="*/ 4 w 27"/>
                <a:gd name="T19" fmla="*/ 33 h 35"/>
                <a:gd name="T20" fmla="*/ 8 w 27"/>
                <a:gd name="T21" fmla="*/ 35 h 35"/>
                <a:gd name="T22" fmla="*/ 10 w 27"/>
                <a:gd name="T23" fmla="*/ 33 h 35"/>
                <a:gd name="T24" fmla="*/ 11 w 27"/>
                <a:gd name="T25" fmla="*/ 30 h 35"/>
                <a:gd name="T26" fmla="*/ 14 w 27"/>
                <a:gd name="T27" fmla="*/ 14 h 35"/>
                <a:gd name="T28" fmla="*/ 20 w 27"/>
                <a:gd name="T29" fmla="*/ 6 h 35"/>
                <a:gd name="T30" fmla="*/ 22 w 27"/>
                <a:gd name="T31" fmla="*/ 7 h 35"/>
                <a:gd name="T32" fmla="*/ 25 w 27"/>
                <a:gd name="T33" fmla="*/ 8 h 35"/>
                <a:gd name="T34" fmla="*/ 27 w 27"/>
                <a:gd name="T35" fmla="*/ 6 h 35"/>
                <a:gd name="T36" fmla="*/ 27 w 27"/>
                <a:gd name="T37" fmla="*/ 4 h 35"/>
                <a:gd name="T38" fmla="*/ 24 w 27"/>
                <a:gd name="T39" fmla="*/ 1 h 35"/>
                <a:gd name="T40" fmla="*/ 20 w 27"/>
                <a:gd name="T41" fmla="*/ 0 h 35"/>
                <a:gd name="T42" fmla="*/ 13 w 27"/>
                <a:gd name="T43" fmla="*/ 6 h 35"/>
                <a:gd name="T44" fmla="*/ 8 w 27"/>
                <a:gd name="T45" fmla="*/ 18 h 35"/>
                <a:gd name="T46" fmla="*/ 7 w 27"/>
                <a:gd name="T47" fmla="*/ 19 h 35"/>
                <a:gd name="T48" fmla="*/ 7 w 27"/>
                <a:gd name="T49" fmla="*/ 14 h 35"/>
                <a:gd name="T50" fmla="*/ 7 w 27"/>
                <a:gd name="T51" fmla="*/ 11 h 35"/>
                <a:gd name="T52" fmla="*/ 8 w 27"/>
                <a:gd name="T53" fmla="*/ 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7" h="35">
                  <a:moveTo>
                    <a:pt x="8" y="5"/>
                  </a:moveTo>
                  <a:cubicBezTo>
                    <a:pt x="7" y="5"/>
                    <a:pt x="7" y="4"/>
                    <a:pt x="6" y="3"/>
                  </a:cubicBezTo>
                  <a:cubicBezTo>
                    <a:pt x="6" y="3"/>
                    <a:pt x="5" y="3"/>
                    <a:pt x="4" y="3"/>
                  </a:cubicBezTo>
                  <a:cubicBezTo>
                    <a:pt x="3" y="3"/>
                    <a:pt x="2" y="4"/>
                    <a:pt x="2" y="4"/>
                  </a:cubicBezTo>
                  <a:cubicBezTo>
                    <a:pt x="1" y="5"/>
                    <a:pt x="1" y="6"/>
                    <a:pt x="0" y="7"/>
                  </a:cubicBezTo>
                  <a:cubicBezTo>
                    <a:pt x="0" y="7"/>
                    <a:pt x="0" y="9"/>
                    <a:pt x="1" y="10"/>
                  </a:cubicBezTo>
                  <a:cubicBezTo>
                    <a:pt x="1" y="11"/>
                    <a:pt x="1" y="12"/>
                    <a:pt x="1" y="12"/>
                  </a:cubicBezTo>
                  <a:cubicBezTo>
                    <a:pt x="1" y="16"/>
                    <a:pt x="1" y="18"/>
                    <a:pt x="1" y="20"/>
                  </a:cubicBezTo>
                  <a:cubicBezTo>
                    <a:pt x="2" y="23"/>
                    <a:pt x="2" y="25"/>
                    <a:pt x="2" y="26"/>
                  </a:cubicBezTo>
                  <a:cubicBezTo>
                    <a:pt x="3" y="29"/>
                    <a:pt x="4" y="32"/>
                    <a:pt x="4" y="33"/>
                  </a:cubicBezTo>
                  <a:cubicBezTo>
                    <a:pt x="5" y="34"/>
                    <a:pt x="6" y="35"/>
                    <a:pt x="8" y="35"/>
                  </a:cubicBezTo>
                  <a:cubicBezTo>
                    <a:pt x="9" y="34"/>
                    <a:pt x="10" y="34"/>
                    <a:pt x="10" y="33"/>
                  </a:cubicBezTo>
                  <a:cubicBezTo>
                    <a:pt x="11" y="32"/>
                    <a:pt x="11" y="31"/>
                    <a:pt x="11" y="30"/>
                  </a:cubicBezTo>
                  <a:cubicBezTo>
                    <a:pt x="11" y="24"/>
                    <a:pt x="12" y="19"/>
                    <a:pt x="14" y="14"/>
                  </a:cubicBezTo>
                  <a:cubicBezTo>
                    <a:pt x="17" y="9"/>
                    <a:pt x="19" y="7"/>
                    <a:pt x="20" y="6"/>
                  </a:cubicBezTo>
                  <a:cubicBezTo>
                    <a:pt x="20" y="6"/>
                    <a:pt x="21" y="6"/>
                    <a:pt x="22" y="7"/>
                  </a:cubicBezTo>
                  <a:cubicBezTo>
                    <a:pt x="23" y="8"/>
                    <a:pt x="24" y="8"/>
                    <a:pt x="25" y="8"/>
                  </a:cubicBezTo>
                  <a:cubicBezTo>
                    <a:pt x="26" y="8"/>
                    <a:pt x="26" y="7"/>
                    <a:pt x="27" y="6"/>
                  </a:cubicBezTo>
                  <a:cubicBezTo>
                    <a:pt x="27" y="6"/>
                    <a:pt x="27" y="5"/>
                    <a:pt x="27" y="4"/>
                  </a:cubicBezTo>
                  <a:cubicBezTo>
                    <a:pt x="27" y="3"/>
                    <a:pt x="26" y="2"/>
                    <a:pt x="24" y="1"/>
                  </a:cubicBezTo>
                  <a:cubicBezTo>
                    <a:pt x="23" y="0"/>
                    <a:pt x="21" y="0"/>
                    <a:pt x="20" y="0"/>
                  </a:cubicBezTo>
                  <a:cubicBezTo>
                    <a:pt x="17" y="0"/>
                    <a:pt x="15" y="2"/>
                    <a:pt x="13" y="6"/>
                  </a:cubicBezTo>
                  <a:cubicBezTo>
                    <a:pt x="11" y="9"/>
                    <a:pt x="9" y="13"/>
                    <a:pt x="8" y="18"/>
                  </a:cubicBezTo>
                  <a:cubicBezTo>
                    <a:pt x="7" y="19"/>
                    <a:pt x="7" y="19"/>
                    <a:pt x="7" y="19"/>
                  </a:cubicBezTo>
                  <a:cubicBezTo>
                    <a:pt x="7" y="14"/>
                    <a:pt x="7" y="14"/>
                    <a:pt x="7" y="14"/>
                  </a:cubicBezTo>
                  <a:cubicBezTo>
                    <a:pt x="7" y="13"/>
                    <a:pt x="7" y="12"/>
                    <a:pt x="7" y="11"/>
                  </a:cubicBezTo>
                  <a:cubicBezTo>
                    <a:pt x="8" y="8"/>
                    <a:pt x="8" y="6"/>
                    <a:pt x="8"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208"/>
            <p:cNvSpPr>
              <a:spLocks/>
            </p:cNvSpPr>
            <p:nvPr/>
          </p:nvSpPr>
          <p:spPr bwMode="auto">
            <a:xfrm>
              <a:off x="7135813" y="3165475"/>
              <a:ext cx="42862" cy="57150"/>
            </a:xfrm>
            <a:custGeom>
              <a:avLst/>
              <a:gdLst>
                <a:gd name="T0" fmla="*/ 13 w 26"/>
                <a:gd name="T1" fmla="*/ 7 h 35"/>
                <a:gd name="T2" fmla="*/ 15 w 26"/>
                <a:gd name="T3" fmla="*/ 9 h 35"/>
                <a:gd name="T4" fmla="*/ 19 w 26"/>
                <a:gd name="T5" fmla="*/ 12 h 35"/>
                <a:gd name="T6" fmla="*/ 21 w 26"/>
                <a:gd name="T7" fmla="*/ 11 h 35"/>
                <a:gd name="T8" fmla="*/ 21 w 26"/>
                <a:gd name="T9" fmla="*/ 7 h 35"/>
                <a:gd name="T10" fmla="*/ 18 w 26"/>
                <a:gd name="T11" fmla="*/ 2 h 35"/>
                <a:gd name="T12" fmla="*/ 13 w 26"/>
                <a:gd name="T13" fmla="*/ 0 h 35"/>
                <a:gd name="T14" fmla="*/ 4 w 26"/>
                <a:gd name="T15" fmla="*/ 10 h 35"/>
                <a:gd name="T16" fmla="*/ 1 w 26"/>
                <a:gd name="T17" fmla="*/ 27 h 35"/>
                <a:gd name="T18" fmla="*/ 4 w 26"/>
                <a:gd name="T19" fmla="*/ 33 h 35"/>
                <a:gd name="T20" fmla="*/ 12 w 26"/>
                <a:gd name="T21" fmla="*/ 34 h 35"/>
                <a:gd name="T22" fmla="*/ 21 w 26"/>
                <a:gd name="T23" fmla="*/ 29 h 35"/>
                <a:gd name="T24" fmla="*/ 25 w 26"/>
                <a:gd name="T25" fmla="*/ 23 h 35"/>
                <a:gd name="T26" fmla="*/ 24 w 26"/>
                <a:gd name="T27" fmla="*/ 21 h 35"/>
                <a:gd name="T28" fmla="*/ 20 w 26"/>
                <a:gd name="T29" fmla="*/ 23 h 35"/>
                <a:gd name="T30" fmla="*/ 12 w 26"/>
                <a:gd name="T31" fmla="*/ 28 h 35"/>
                <a:gd name="T32" fmla="*/ 7 w 26"/>
                <a:gd name="T33" fmla="*/ 25 h 35"/>
                <a:gd name="T34" fmla="*/ 9 w 26"/>
                <a:gd name="T35" fmla="*/ 14 h 35"/>
                <a:gd name="T36" fmla="*/ 13 w 26"/>
                <a:gd name="T37" fmla="*/ 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35">
                  <a:moveTo>
                    <a:pt x="13" y="7"/>
                  </a:moveTo>
                  <a:cubicBezTo>
                    <a:pt x="14" y="6"/>
                    <a:pt x="15" y="7"/>
                    <a:pt x="15" y="9"/>
                  </a:cubicBezTo>
                  <a:cubicBezTo>
                    <a:pt x="16" y="11"/>
                    <a:pt x="17" y="12"/>
                    <a:pt x="19" y="12"/>
                  </a:cubicBezTo>
                  <a:cubicBezTo>
                    <a:pt x="20" y="12"/>
                    <a:pt x="20" y="12"/>
                    <a:pt x="21" y="11"/>
                  </a:cubicBezTo>
                  <a:cubicBezTo>
                    <a:pt x="21" y="10"/>
                    <a:pt x="21" y="9"/>
                    <a:pt x="21" y="7"/>
                  </a:cubicBezTo>
                  <a:cubicBezTo>
                    <a:pt x="21" y="5"/>
                    <a:pt x="20" y="4"/>
                    <a:pt x="18" y="2"/>
                  </a:cubicBezTo>
                  <a:cubicBezTo>
                    <a:pt x="17" y="0"/>
                    <a:pt x="15" y="0"/>
                    <a:pt x="13" y="0"/>
                  </a:cubicBezTo>
                  <a:cubicBezTo>
                    <a:pt x="10" y="1"/>
                    <a:pt x="6" y="4"/>
                    <a:pt x="4" y="10"/>
                  </a:cubicBezTo>
                  <a:cubicBezTo>
                    <a:pt x="1" y="16"/>
                    <a:pt x="0" y="22"/>
                    <a:pt x="1" y="27"/>
                  </a:cubicBezTo>
                  <a:cubicBezTo>
                    <a:pt x="1" y="29"/>
                    <a:pt x="2" y="32"/>
                    <a:pt x="4" y="33"/>
                  </a:cubicBezTo>
                  <a:cubicBezTo>
                    <a:pt x="6" y="34"/>
                    <a:pt x="9" y="35"/>
                    <a:pt x="12" y="34"/>
                  </a:cubicBezTo>
                  <a:cubicBezTo>
                    <a:pt x="15" y="34"/>
                    <a:pt x="19" y="32"/>
                    <a:pt x="21" y="29"/>
                  </a:cubicBezTo>
                  <a:cubicBezTo>
                    <a:pt x="24" y="26"/>
                    <a:pt x="26" y="24"/>
                    <a:pt x="25" y="23"/>
                  </a:cubicBezTo>
                  <a:cubicBezTo>
                    <a:pt x="25" y="21"/>
                    <a:pt x="25" y="21"/>
                    <a:pt x="24" y="21"/>
                  </a:cubicBezTo>
                  <a:cubicBezTo>
                    <a:pt x="23" y="21"/>
                    <a:pt x="22" y="22"/>
                    <a:pt x="20" y="23"/>
                  </a:cubicBezTo>
                  <a:cubicBezTo>
                    <a:pt x="18" y="26"/>
                    <a:pt x="15" y="28"/>
                    <a:pt x="12" y="28"/>
                  </a:cubicBezTo>
                  <a:cubicBezTo>
                    <a:pt x="9" y="29"/>
                    <a:pt x="8" y="28"/>
                    <a:pt x="7" y="25"/>
                  </a:cubicBezTo>
                  <a:cubicBezTo>
                    <a:pt x="7" y="22"/>
                    <a:pt x="7" y="18"/>
                    <a:pt x="9" y="14"/>
                  </a:cubicBezTo>
                  <a:cubicBezTo>
                    <a:pt x="10" y="9"/>
                    <a:pt x="12" y="7"/>
                    <a:pt x="1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209"/>
            <p:cNvSpPr>
              <a:spLocks noEditPoints="1"/>
            </p:cNvSpPr>
            <p:nvPr/>
          </p:nvSpPr>
          <p:spPr bwMode="auto">
            <a:xfrm>
              <a:off x="7183438" y="3157538"/>
              <a:ext cx="44450" cy="55563"/>
            </a:xfrm>
            <a:custGeom>
              <a:avLst/>
              <a:gdLst>
                <a:gd name="T0" fmla="*/ 5 w 27"/>
                <a:gd name="T1" fmla="*/ 32 h 34"/>
                <a:gd name="T2" fmla="*/ 12 w 27"/>
                <a:gd name="T3" fmla="*/ 34 h 34"/>
                <a:gd name="T4" fmla="*/ 22 w 27"/>
                <a:gd name="T5" fmla="*/ 27 h 34"/>
                <a:gd name="T6" fmla="*/ 27 w 27"/>
                <a:gd name="T7" fmla="*/ 15 h 34"/>
                <a:gd name="T8" fmla="*/ 27 w 27"/>
                <a:gd name="T9" fmla="*/ 15 h 34"/>
                <a:gd name="T10" fmla="*/ 26 w 27"/>
                <a:gd name="T11" fmla="*/ 11 h 34"/>
                <a:gd name="T12" fmla="*/ 22 w 27"/>
                <a:gd name="T13" fmla="*/ 3 h 34"/>
                <a:gd name="T14" fmla="*/ 14 w 27"/>
                <a:gd name="T15" fmla="*/ 1 h 34"/>
                <a:gd name="T16" fmla="*/ 3 w 27"/>
                <a:gd name="T17" fmla="*/ 10 h 34"/>
                <a:gd name="T18" fmla="*/ 1 w 27"/>
                <a:gd name="T19" fmla="*/ 25 h 34"/>
                <a:gd name="T20" fmla="*/ 5 w 27"/>
                <a:gd name="T21" fmla="*/ 32 h 34"/>
                <a:gd name="T22" fmla="*/ 8 w 27"/>
                <a:gd name="T23" fmla="*/ 15 h 34"/>
                <a:gd name="T24" fmla="*/ 11 w 27"/>
                <a:gd name="T25" fmla="*/ 9 h 34"/>
                <a:gd name="T26" fmla="*/ 11 w 27"/>
                <a:gd name="T27" fmla="*/ 9 h 34"/>
                <a:gd name="T28" fmla="*/ 14 w 27"/>
                <a:gd name="T29" fmla="*/ 7 h 34"/>
                <a:gd name="T30" fmla="*/ 18 w 27"/>
                <a:gd name="T31" fmla="*/ 8 h 34"/>
                <a:gd name="T32" fmla="*/ 20 w 27"/>
                <a:gd name="T33" fmla="*/ 13 h 34"/>
                <a:gd name="T34" fmla="*/ 18 w 27"/>
                <a:gd name="T35" fmla="*/ 22 h 34"/>
                <a:gd name="T36" fmla="*/ 11 w 27"/>
                <a:gd name="T37" fmla="*/ 28 h 34"/>
                <a:gd name="T38" fmla="*/ 9 w 27"/>
                <a:gd name="T39" fmla="*/ 27 h 34"/>
                <a:gd name="T40" fmla="*/ 7 w 27"/>
                <a:gd name="T41" fmla="*/ 23 h 34"/>
                <a:gd name="T42" fmla="*/ 8 w 27"/>
                <a:gd name="T43" fmla="*/ 15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 h="34">
                  <a:moveTo>
                    <a:pt x="5" y="32"/>
                  </a:moveTo>
                  <a:cubicBezTo>
                    <a:pt x="7" y="34"/>
                    <a:pt x="9" y="34"/>
                    <a:pt x="12" y="34"/>
                  </a:cubicBezTo>
                  <a:cubicBezTo>
                    <a:pt x="15" y="33"/>
                    <a:pt x="19" y="31"/>
                    <a:pt x="22" y="27"/>
                  </a:cubicBezTo>
                  <a:cubicBezTo>
                    <a:pt x="25" y="24"/>
                    <a:pt x="26" y="20"/>
                    <a:pt x="27" y="15"/>
                  </a:cubicBezTo>
                  <a:cubicBezTo>
                    <a:pt x="27" y="15"/>
                    <a:pt x="27" y="15"/>
                    <a:pt x="27" y="15"/>
                  </a:cubicBezTo>
                  <a:cubicBezTo>
                    <a:pt x="27" y="14"/>
                    <a:pt x="27" y="12"/>
                    <a:pt x="26" y="11"/>
                  </a:cubicBezTo>
                  <a:cubicBezTo>
                    <a:pt x="26" y="8"/>
                    <a:pt x="24" y="5"/>
                    <a:pt x="22" y="3"/>
                  </a:cubicBezTo>
                  <a:cubicBezTo>
                    <a:pt x="20" y="1"/>
                    <a:pt x="17" y="0"/>
                    <a:pt x="14" y="1"/>
                  </a:cubicBezTo>
                  <a:cubicBezTo>
                    <a:pt x="9" y="2"/>
                    <a:pt x="5" y="5"/>
                    <a:pt x="3" y="10"/>
                  </a:cubicBezTo>
                  <a:cubicBezTo>
                    <a:pt x="1" y="15"/>
                    <a:pt x="0" y="20"/>
                    <a:pt x="1" y="25"/>
                  </a:cubicBezTo>
                  <a:cubicBezTo>
                    <a:pt x="1" y="28"/>
                    <a:pt x="3" y="30"/>
                    <a:pt x="5" y="32"/>
                  </a:cubicBezTo>
                  <a:close/>
                  <a:moveTo>
                    <a:pt x="8" y="15"/>
                  </a:moveTo>
                  <a:cubicBezTo>
                    <a:pt x="9" y="12"/>
                    <a:pt x="10" y="10"/>
                    <a:pt x="11" y="9"/>
                  </a:cubicBezTo>
                  <a:cubicBezTo>
                    <a:pt x="11" y="9"/>
                    <a:pt x="11" y="9"/>
                    <a:pt x="11" y="9"/>
                  </a:cubicBezTo>
                  <a:cubicBezTo>
                    <a:pt x="12" y="8"/>
                    <a:pt x="13" y="7"/>
                    <a:pt x="14" y="7"/>
                  </a:cubicBezTo>
                  <a:cubicBezTo>
                    <a:pt x="16" y="7"/>
                    <a:pt x="17" y="7"/>
                    <a:pt x="18" y="8"/>
                  </a:cubicBezTo>
                  <a:cubicBezTo>
                    <a:pt x="19" y="9"/>
                    <a:pt x="20" y="11"/>
                    <a:pt x="20" y="13"/>
                  </a:cubicBezTo>
                  <a:cubicBezTo>
                    <a:pt x="21" y="16"/>
                    <a:pt x="20" y="19"/>
                    <a:pt x="18" y="22"/>
                  </a:cubicBezTo>
                  <a:cubicBezTo>
                    <a:pt x="16" y="26"/>
                    <a:pt x="14" y="27"/>
                    <a:pt x="11" y="28"/>
                  </a:cubicBezTo>
                  <a:cubicBezTo>
                    <a:pt x="10" y="28"/>
                    <a:pt x="10" y="28"/>
                    <a:pt x="9" y="27"/>
                  </a:cubicBezTo>
                  <a:cubicBezTo>
                    <a:pt x="8" y="26"/>
                    <a:pt x="8" y="25"/>
                    <a:pt x="7" y="23"/>
                  </a:cubicBezTo>
                  <a:cubicBezTo>
                    <a:pt x="7" y="21"/>
                    <a:pt x="7" y="18"/>
                    <a:pt x="8"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210"/>
            <p:cNvSpPr>
              <a:spLocks/>
            </p:cNvSpPr>
            <p:nvPr/>
          </p:nvSpPr>
          <p:spPr bwMode="auto">
            <a:xfrm>
              <a:off x="7232650" y="3119438"/>
              <a:ext cx="33337" cy="88900"/>
            </a:xfrm>
            <a:custGeom>
              <a:avLst/>
              <a:gdLst>
                <a:gd name="T0" fmla="*/ 3 w 21"/>
                <a:gd name="T1" fmla="*/ 30 h 54"/>
                <a:gd name="T2" fmla="*/ 3 w 21"/>
                <a:gd name="T3" fmla="*/ 30 h 54"/>
                <a:gd name="T4" fmla="*/ 4 w 21"/>
                <a:gd name="T5" fmla="*/ 39 h 54"/>
                <a:gd name="T6" fmla="*/ 4 w 21"/>
                <a:gd name="T7" fmla="*/ 49 h 54"/>
                <a:gd name="T8" fmla="*/ 9 w 21"/>
                <a:gd name="T9" fmla="*/ 53 h 54"/>
                <a:gd name="T10" fmla="*/ 11 w 21"/>
                <a:gd name="T11" fmla="*/ 52 h 54"/>
                <a:gd name="T12" fmla="*/ 12 w 21"/>
                <a:gd name="T13" fmla="*/ 50 h 54"/>
                <a:gd name="T14" fmla="*/ 11 w 21"/>
                <a:gd name="T15" fmla="*/ 46 h 54"/>
                <a:gd name="T16" fmla="*/ 11 w 21"/>
                <a:gd name="T17" fmla="*/ 41 h 54"/>
                <a:gd name="T18" fmla="*/ 10 w 21"/>
                <a:gd name="T19" fmla="*/ 36 h 54"/>
                <a:gd name="T20" fmla="*/ 10 w 21"/>
                <a:gd name="T21" fmla="*/ 36 h 54"/>
                <a:gd name="T22" fmla="*/ 10 w 21"/>
                <a:gd name="T23" fmla="*/ 28 h 54"/>
                <a:gd name="T24" fmla="*/ 12 w 21"/>
                <a:gd name="T25" fmla="*/ 27 h 54"/>
                <a:gd name="T26" fmla="*/ 18 w 21"/>
                <a:gd name="T27" fmla="*/ 25 h 54"/>
                <a:gd name="T28" fmla="*/ 21 w 21"/>
                <a:gd name="T29" fmla="*/ 22 h 54"/>
                <a:gd name="T30" fmla="*/ 18 w 21"/>
                <a:gd name="T31" fmla="*/ 21 h 54"/>
                <a:gd name="T32" fmla="*/ 10 w 21"/>
                <a:gd name="T33" fmla="*/ 22 h 54"/>
                <a:gd name="T34" fmla="*/ 9 w 21"/>
                <a:gd name="T35" fmla="*/ 22 h 54"/>
                <a:gd name="T36" fmla="*/ 10 w 21"/>
                <a:gd name="T37" fmla="*/ 12 h 54"/>
                <a:gd name="T38" fmla="*/ 13 w 21"/>
                <a:gd name="T39" fmla="*/ 6 h 54"/>
                <a:gd name="T40" fmla="*/ 15 w 21"/>
                <a:gd name="T41" fmla="*/ 10 h 54"/>
                <a:gd name="T42" fmla="*/ 16 w 21"/>
                <a:gd name="T43" fmla="*/ 12 h 54"/>
                <a:gd name="T44" fmla="*/ 16 w 21"/>
                <a:gd name="T45" fmla="*/ 13 h 54"/>
                <a:gd name="T46" fmla="*/ 18 w 21"/>
                <a:gd name="T47" fmla="*/ 14 h 54"/>
                <a:gd name="T48" fmla="*/ 20 w 21"/>
                <a:gd name="T49" fmla="*/ 10 h 54"/>
                <a:gd name="T50" fmla="*/ 20 w 21"/>
                <a:gd name="T51" fmla="*/ 5 h 54"/>
                <a:gd name="T52" fmla="*/ 18 w 21"/>
                <a:gd name="T53" fmla="*/ 1 h 54"/>
                <a:gd name="T54" fmla="*/ 13 w 21"/>
                <a:gd name="T55" fmla="*/ 0 h 54"/>
                <a:gd name="T56" fmla="*/ 5 w 21"/>
                <a:gd name="T57" fmla="*/ 5 h 54"/>
                <a:gd name="T58" fmla="*/ 3 w 21"/>
                <a:gd name="T59" fmla="*/ 19 h 54"/>
                <a:gd name="T60" fmla="*/ 3 w 21"/>
                <a:gd name="T61" fmla="*/ 22 h 54"/>
                <a:gd name="T62" fmla="*/ 2 w 21"/>
                <a:gd name="T63" fmla="*/ 24 h 54"/>
                <a:gd name="T64" fmla="*/ 0 w 21"/>
                <a:gd name="T65" fmla="*/ 28 h 54"/>
                <a:gd name="T66" fmla="*/ 3 w 21"/>
                <a:gd name="T67" fmla="*/ 3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 h="54">
                  <a:moveTo>
                    <a:pt x="3" y="30"/>
                  </a:moveTo>
                  <a:cubicBezTo>
                    <a:pt x="3" y="30"/>
                    <a:pt x="3" y="30"/>
                    <a:pt x="3" y="30"/>
                  </a:cubicBezTo>
                  <a:cubicBezTo>
                    <a:pt x="3" y="32"/>
                    <a:pt x="4" y="35"/>
                    <a:pt x="4" y="39"/>
                  </a:cubicBezTo>
                  <a:cubicBezTo>
                    <a:pt x="4" y="44"/>
                    <a:pt x="4" y="48"/>
                    <a:pt x="4" y="49"/>
                  </a:cubicBezTo>
                  <a:cubicBezTo>
                    <a:pt x="5" y="52"/>
                    <a:pt x="7" y="54"/>
                    <a:pt x="9" y="53"/>
                  </a:cubicBezTo>
                  <a:cubicBezTo>
                    <a:pt x="10" y="53"/>
                    <a:pt x="11" y="53"/>
                    <a:pt x="11" y="52"/>
                  </a:cubicBezTo>
                  <a:cubicBezTo>
                    <a:pt x="12" y="52"/>
                    <a:pt x="12" y="51"/>
                    <a:pt x="12" y="50"/>
                  </a:cubicBezTo>
                  <a:cubicBezTo>
                    <a:pt x="12" y="49"/>
                    <a:pt x="11" y="47"/>
                    <a:pt x="11" y="46"/>
                  </a:cubicBezTo>
                  <a:cubicBezTo>
                    <a:pt x="11" y="44"/>
                    <a:pt x="11" y="42"/>
                    <a:pt x="11" y="41"/>
                  </a:cubicBezTo>
                  <a:cubicBezTo>
                    <a:pt x="10" y="36"/>
                    <a:pt x="10" y="36"/>
                    <a:pt x="10" y="36"/>
                  </a:cubicBezTo>
                  <a:cubicBezTo>
                    <a:pt x="10" y="36"/>
                    <a:pt x="10" y="36"/>
                    <a:pt x="10" y="36"/>
                  </a:cubicBezTo>
                  <a:cubicBezTo>
                    <a:pt x="10" y="34"/>
                    <a:pt x="10" y="31"/>
                    <a:pt x="10" y="28"/>
                  </a:cubicBezTo>
                  <a:cubicBezTo>
                    <a:pt x="10" y="28"/>
                    <a:pt x="11" y="28"/>
                    <a:pt x="12" y="27"/>
                  </a:cubicBezTo>
                  <a:cubicBezTo>
                    <a:pt x="15" y="27"/>
                    <a:pt x="17" y="26"/>
                    <a:pt x="18" y="25"/>
                  </a:cubicBezTo>
                  <a:cubicBezTo>
                    <a:pt x="20" y="25"/>
                    <a:pt x="21" y="23"/>
                    <a:pt x="21" y="22"/>
                  </a:cubicBezTo>
                  <a:cubicBezTo>
                    <a:pt x="20" y="21"/>
                    <a:pt x="20" y="20"/>
                    <a:pt x="18" y="21"/>
                  </a:cubicBezTo>
                  <a:cubicBezTo>
                    <a:pt x="16" y="21"/>
                    <a:pt x="14" y="22"/>
                    <a:pt x="10" y="22"/>
                  </a:cubicBezTo>
                  <a:cubicBezTo>
                    <a:pt x="10" y="22"/>
                    <a:pt x="9" y="22"/>
                    <a:pt x="9" y="22"/>
                  </a:cubicBezTo>
                  <a:cubicBezTo>
                    <a:pt x="9" y="19"/>
                    <a:pt x="9" y="16"/>
                    <a:pt x="10" y="12"/>
                  </a:cubicBezTo>
                  <a:cubicBezTo>
                    <a:pt x="10" y="8"/>
                    <a:pt x="11" y="6"/>
                    <a:pt x="13" y="6"/>
                  </a:cubicBezTo>
                  <a:cubicBezTo>
                    <a:pt x="14" y="5"/>
                    <a:pt x="15" y="7"/>
                    <a:pt x="15" y="10"/>
                  </a:cubicBezTo>
                  <a:cubicBezTo>
                    <a:pt x="16" y="12"/>
                    <a:pt x="16" y="12"/>
                    <a:pt x="16" y="12"/>
                  </a:cubicBezTo>
                  <a:cubicBezTo>
                    <a:pt x="16" y="13"/>
                    <a:pt x="16" y="13"/>
                    <a:pt x="16" y="13"/>
                  </a:cubicBezTo>
                  <a:cubicBezTo>
                    <a:pt x="17" y="14"/>
                    <a:pt x="17" y="14"/>
                    <a:pt x="18" y="14"/>
                  </a:cubicBezTo>
                  <a:cubicBezTo>
                    <a:pt x="19" y="13"/>
                    <a:pt x="20" y="12"/>
                    <a:pt x="20" y="10"/>
                  </a:cubicBezTo>
                  <a:cubicBezTo>
                    <a:pt x="21" y="9"/>
                    <a:pt x="21" y="7"/>
                    <a:pt x="20" y="5"/>
                  </a:cubicBezTo>
                  <a:cubicBezTo>
                    <a:pt x="20" y="3"/>
                    <a:pt x="19" y="2"/>
                    <a:pt x="18" y="1"/>
                  </a:cubicBezTo>
                  <a:cubicBezTo>
                    <a:pt x="16" y="0"/>
                    <a:pt x="14" y="0"/>
                    <a:pt x="13" y="0"/>
                  </a:cubicBezTo>
                  <a:cubicBezTo>
                    <a:pt x="9" y="1"/>
                    <a:pt x="7" y="2"/>
                    <a:pt x="5" y="5"/>
                  </a:cubicBezTo>
                  <a:cubicBezTo>
                    <a:pt x="4" y="8"/>
                    <a:pt x="3" y="13"/>
                    <a:pt x="3" y="19"/>
                  </a:cubicBezTo>
                  <a:cubicBezTo>
                    <a:pt x="3" y="20"/>
                    <a:pt x="3" y="21"/>
                    <a:pt x="3" y="22"/>
                  </a:cubicBezTo>
                  <a:cubicBezTo>
                    <a:pt x="3" y="23"/>
                    <a:pt x="2" y="24"/>
                    <a:pt x="2" y="24"/>
                  </a:cubicBezTo>
                  <a:cubicBezTo>
                    <a:pt x="1" y="26"/>
                    <a:pt x="0" y="27"/>
                    <a:pt x="0" y="28"/>
                  </a:cubicBezTo>
                  <a:cubicBezTo>
                    <a:pt x="0" y="28"/>
                    <a:pt x="1" y="29"/>
                    <a:pt x="3"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211"/>
            <p:cNvSpPr>
              <a:spLocks/>
            </p:cNvSpPr>
            <p:nvPr/>
          </p:nvSpPr>
          <p:spPr bwMode="auto">
            <a:xfrm>
              <a:off x="7265988" y="3113088"/>
              <a:ext cx="34925" cy="88900"/>
            </a:xfrm>
            <a:custGeom>
              <a:avLst/>
              <a:gdLst>
                <a:gd name="T0" fmla="*/ 18 w 21"/>
                <a:gd name="T1" fmla="*/ 26 h 54"/>
                <a:gd name="T2" fmla="*/ 21 w 21"/>
                <a:gd name="T3" fmla="*/ 22 h 54"/>
                <a:gd name="T4" fmla="*/ 18 w 21"/>
                <a:gd name="T5" fmla="*/ 21 h 54"/>
                <a:gd name="T6" fmla="*/ 10 w 21"/>
                <a:gd name="T7" fmla="*/ 23 h 54"/>
                <a:gd name="T8" fmla="*/ 9 w 21"/>
                <a:gd name="T9" fmla="*/ 22 h 54"/>
                <a:gd name="T10" fmla="*/ 10 w 21"/>
                <a:gd name="T11" fmla="*/ 12 h 54"/>
                <a:gd name="T12" fmla="*/ 13 w 21"/>
                <a:gd name="T13" fmla="*/ 6 h 54"/>
                <a:gd name="T14" fmla="*/ 15 w 21"/>
                <a:gd name="T15" fmla="*/ 10 h 54"/>
                <a:gd name="T16" fmla="*/ 16 w 21"/>
                <a:gd name="T17" fmla="*/ 12 h 54"/>
                <a:gd name="T18" fmla="*/ 16 w 21"/>
                <a:gd name="T19" fmla="*/ 14 h 54"/>
                <a:gd name="T20" fmla="*/ 18 w 21"/>
                <a:gd name="T21" fmla="*/ 14 h 54"/>
                <a:gd name="T22" fmla="*/ 20 w 21"/>
                <a:gd name="T23" fmla="*/ 11 h 54"/>
                <a:gd name="T24" fmla="*/ 21 w 21"/>
                <a:gd name="T25" fmla="*/ 5 h 54"/>
                <a:gd name="T26" fmla="*/ 18 w 21"/>
                <a:gd name="T27" fmla="*/ 1 h 54"/>
                <a:gd name="T28" fmla="*/ 13 w 21"/>
                <a:gd name="T29" fmla="*/ 0 h 54"/>
                <a:gd name="T30" fmla="*/ 5 w 21"/>
                <a:gd name="T31" fmla="*/ 5 h 54"/>
                <a:gd name="T32" fmla="*/ 3 w 21"/>
                <a:gd name="T33" fmla="*/ 19 h 54"/>
                <a:gd name="T34" fmla="*/ 3 w 21"/>
                <a:gd name="T35" fmla="*/ 22 h 54"/>
                <a:gd name="T36" fmla="*/ 2 w 21"/>
                <a:gd name="T37" fmla="*/ 24 h 54"/>
                <a:gd name="T38" fmla="*/ 0 w 21"/>
                <a:gd name="T39" fmla="*/ 28 h 54"/>
                <a:gd name="T40" fmla="*/ 3 w 21"/>
                <a:gd name="T41" fmla="*/ 30 h 54"/>
                <a:gd name="T42" fmla="*/ 3 w 21"/>
                <a:gd name="T43" fmla="*/ 30 h 54"/>
                <a:gd name="T44" fmla="*/ 4 w 21"/>
                <a:gd name="T45" fmla="*/ 39 h 54"/>
                <a:gd name="T46" fmla="*/ 5 w 21"/>
                <a:gd name="T47" fmla="*/ 49 h 54"/>
                <a:gd name="T48" fmla="*/ 9 w 21"/>
                <a:gd name="T49" fmla="*/ 54 h 54"/>
                <a:gd name="T50" fmla="*/ 11 w 21"/>
                <a:gd name="T51" fmla="*/ 52 h 54"/>
                <a:gd name="T52" fmla="*/ 12 w 21"/>
                <a:gd name="T53" fmla="*/ 51 h 54"/>
                <a:gd name="T54" fmla="*/ 11 w 21"/>
                <a:gd name="T55" fmla="*/ 46 h 54"/>
                <a:gd name="T56" fmla="*/ 11 w 21"/>
                <a:gd name="T57" fmla="*/ 41 h 54"/>
                <a:gd name="T58" fmla="*/ 10 w 21"/>
                <a:gd name="T59" fmla="*/ 36 h 54"/>
                <a:gd name="T60" fmla="*/ 10 w 21"/>
                <a:gd name="T61" fmla="*/ 36 h 54"/>
                <a:gd name="T62" fmla="*/ 10 w 21"/>
                <a:gd name="T63" fmla="*/ 28 h 54"/>
                <a:gd name="T64" fmla="*/ 13 w 21"/>
                <a:gd name="T65" fmla="*/ 28 h 54"/>
                <a:gd name="T66" fmla="*/ 18 w 21"/>
                <a:gd name="T67" fmla="*/ 2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 h="54">
                  <a:moveTo>
                    <a:pt x="18" y="26"/>
                  </a:moveTo>
                  <a:cubicBezTo>
                    <a:pt x="20" y="25"/>
                    <a:pt x="21" y="24"/>
                    <a:pt x="21" y="22"/>
                  </a:cubicBezTo>
                  <a:cubicBezTo>
                    <a:pt x="21" y="21"/>
                    <a:pt x="20" y="21"/>
                    <a:pt x="18" y="21"/>
                  </a:cubicBezTo>
                  <a:cubicBezTo>
                    <a:pt x="16" y="21"/>
                    <a:pt x="14" y="22"/>
                    <a:pt x="10" y="23"/>
                  </a:cubicBezTo>
                  <a:cubicBezTo>
                    <a:pt x="10" y="23"/>
                    <a:pt x="9" y="22"/>
                    <a:pt x="9" y="22"/>
                  </a:cubicBezTo>
                  <a:cubicBezTo>
                    <a:pt x="9" y="20"/>
                    <a:pt x="9" y="16"/>
                    <a:pt x="10" y="12"/>
                  </a:cubicBezTo>
                  <a:cubicBezTo>
                    <a:pt x="10" y="8"/>
                    <a:pt x="11" y="6"/>
                    <a:pt x="13" y="6"/>
                  </a:cubicBezTo>
                  <a:cubicBezTo>
                    <a:pt x="14" y="6"/>
                    <a:pt x="15" y="7"/>
                    <a:pt x="15" y="10"/>
                  </a:cubicBezTo>
                  <a:cubicBezTo>
                    <a:pt x="16" y="12"/>
                    <a:pt x="16" y="12"/>
                    <a:pt x="16" y="12"/>
                  </a:cubicBezTo>
                  <a:cubicBezTo>
                    <a:pt x="16" y="13"/>
                    <a:pt x="16" y="13"/>
                    <a:pt x="16" y="14"/>
                  </a:cubicBezTo>
                  <a:cubicBezTo>
                    <a:pt x="17" y="14"/>
                    <a:pt x="17" y="14"/>
                    <a:pt x="18" y="14"/>
                  </a:cubicBezTo>
                  <a:cubicBezTo>
                    <a:pt x="19" y="14"/>
                    <a:pt x="20" y="13"/>
                    <a:pt x="20" y="11"/>
                  </a:cubicBezTo>
                  <a:cubicBezTo>
                    <a:pt x="21" y="9"/>
                    <a:pt x="21" y="7"/>
                    <a:pt x="21" y="5"/>
                  </a:cubicBezTo>
                  <a:cubicBezTo>
                    <a:pt x="20" y="4"/>
                    <a:pt x="19" y="2"/>
                    <a:pt x="18" y="1"/>
                  </a:cubicBezTo>
                  <a:cubicBezTo>
                    <a:pt x="16" y="0"/>
                    <a:pt x="15" y="0"/>
                    <a:pt x="13" y="0"/>
                  </a:cubicBezTo>
                  <a:cubicBezTo>
                    <a:pt x="9" y="1"/>
                    <a:pt x="7" y="2"/>
                    <a:pt x="5" y="5"/>
                  </a:cubicBezTo>
                  <a:cubicBezTo>
                    <a:pt x="4" y="8"/>
                    <a:pt x="3" y="13"/>
                    <a:pt x="3" y="19"/>
                  </a:cubicBezTo>
                  <a:cubicBezTo>
                    <a:pt x="3" y="20"/>
                    <a:pt x="3" y="22"/>
                    <a:pt x="3" y="22"/>
                  </a:cubicBezTo>
                  <a:cubicBezTo>
                    <a:pt x="3" y="23"/>
                    <a:pt x="3" y="24"/>
                    <a:pt x="2" y="24"/>
                  </a:cubicBezTo>
                  <a:cubicBezTo>
                    <a:pt x="1" y="26"/>
                    <a:pt x="0" y="27"/>
                    <a:pt x="0" y="28"/>
                  </a:cubicBezTo>
                  <a:cubicBezTo>
                    <a:pt x="1" y="29"/>
                    <a:pt x="1" y="29"/>
                    <a:pt x="3" y="30"/>
                  </a:cubicBezTo>
                  <a:cubicBezTo>
                    <a:pt x="3" y="30"/>
                    <a:pt x="3" y="30"/>
                    <a:pt x="3" y="30"/>
                  </a:cubicBezTo>
                  <a:cubicBezTo>
                    <a:pt x="3" y="32"/>
                    <a:pt x="4" y="35"/>
                    <a:pt x="4" y="39"/>
                  </a:cubicBezTo>
                  <a:cubicBezTo>
                    <a:pt x="4" y="45"/>
                    <a:pt x="4" y="48"/>
                    <a:pt x="5" y="49"/>
                  </a:cubicBezTo>
                  <a:cubicBezTo>
                    <a:pt x="5" y="53"/>
                    <a:pt x="7" y="54"/>
                    <a:pt x="9" y="54"/>
                  </a:cubicBezTo>
                  <a:cubicBezTo>
                    <a:pt x="10" y="53"/>
                    <a:pt x="11" y="53"/>
                    <a:pt x="11" y="52"/>
                  </a:cubicBezTo>
                  <a:cubicBezTo>
                    <a:pt x="12" y="52"/>
                    <a:pt x="12" y="51"/>
                    <a:pt x="12" y="51"/>
                  </a:cubicBezTo>
                  <a:cubicBezTo>
                    <a:pt x="12" y="49"/>
                    <a:pt x="11" y="47"/>
                    <a:pt x="11" y="46"/>
                  </a:cubicBezTo>
                  <a:cubicBezTo>
                    <a:pt x="11" y="44"/>
                    <a:pt x="11" y="43"/>
                    <a:pt x="11" y="41"/>
                  </a:cubicBezTo>
                  <a:cubicBezTo>
                    <a:pt x="10" y="36"/>
                    <a:pt x="10" y="36"/>
                    <a:pt x="10" y="36"/>
                  </a:cubicBezTo>
                  <a:cubicBezTo>
                    <a:pt x="10" y="36"/>
                    <a:pt x="10" y="36"/>
                    <a:pt x="10" y="36"/>
                  </a:cubicBezTo>
                  <a:cubicBezTo>
                    <a:pt x="10" y="34"/>
                    <a:pt x="10" y="31"/>
                    <a:pt x="10" y="28"/>
                  </a:cubicBezTo>
                  <a:cubicBezTo>
                    <a:pt x="10" y="28"/>
                    <a:pt x="11" y="28"/>
                    <a:pt x="13" y="28"/>
                  </a:cubicBezTo>
                  <a:cubicBezTo>
                    <a:pt x="15" y="27"/>
                    <a:pt x="17" y="27"/>
                    <a:pt x="18"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212"/>
            <p:cNvSpPr>
              <a:spLocks noEditPoints="1"/>
            </p:cNvSpPr>
            <p:nvPr/>
          </p:nvSpPr>
          <p:spPr bwMode="auto">
            <a:xfrm>
              <a:off x="7302500" y="3135313"/>
              <a:ext cx="44450" cy="57150"/>
            </a:xfrm>
            <a:custGeom>
              <a:avLst/>
              <a:gdLst>
                <a:gd name="T0" fmla="*/ 6 w 28"/>
                <a:gd name="T1" fmla="*/ 33 h 35"/>
                <a:gd name="T2" fmla="*/ 13 w 28"/>
                <a:gd name="T3" fmla="*/ 34 h 35"/>
                <a:gd name="T4" fmla="*/ 24 w 28"/>
                <a:gd name="T5" fmla="*/ 28 h 35"/>
                <a:gd name="T6" fmla="*/ 27 w 28"/>
                <a:gd name="T7" fmla="*/ 21 h 35"/>
                <a:gd name="T8" fmla="*/ 25 w 28"/>
                <a:gd name="T9" fmla="*/ 19 h 35"/>
                <a:gd name="T10" fmla="*/ 23 w 28"/>
                <a:gd name="T11" fmla="*/ 20 h 35"/>
                <a:gd name="T12" fmla="*/ 13 w 28"/>
                <a:gd name="T13" fmla="*/ 28 h 35"/>
                <a:gd name="T14" fmla="*/ 10 w 28"/>
                <a:gd name="T15" fmla="*/ 28 h 35"/>
                <a:gd name="T16" fmla="*/ 8 w 28"/>
                <a:gd name="T17" fmla="*/ 25 h 35"/>
                <a:gd name="T18" fmla="*/ 9 w 28"/>
                <a:gd name="T19" fmla="*/ 24 h 35"/>
                <a:gd name="T20" fmla="*/ 20 w 28"/>
                <a:gd name="T21" fmla="*/ 16 h 35"/>
                <a:gd name="T22" fmla="*/ 23 w 28"/>
                <a:gd name="T23" fmla="*/ 6 h 35"/>
                <a:gd name="T24" fmla="*/ 20 w 28"/>
                <a:gd name="T25" fmla="*/ 2 h 35"/>
                <a:gd name="T26" fmla="*/ 15 w 28"/>
                <a:gd name="T27" fmla="*/ 0 h 35"/>
                <a:gd name="T28" fmla="*/ 4 w 28"/>
                <a:gd name="T29" fmla="*/ 9 h 35"/>
                <a:gd name="T30" fmla="*/ 1 w 28"/>
                <a:gd name="T31" fmla="*/ 25 h 35"/>
                <a:gd name="T32" fmla="*/ 6 w 28"/>
                <a:gd name="T33" fmla="*/ 33 h 35"/>
                <a:gd name="T34" fmla="*/ 10 w 28"/>
                <a:gd name="T35" fmla="*/ 11 h 35"/>
                <a:gd name="T36" fmla="*/ 15 w 28"/>
                <a:gd name="T37" fmla="*/ 6 h 35"/>
                <a:gd name="T38" fmla="*/ 16 w 28"/>
                <a:gd name="T39" fmla="*/ 7 h 35"/>
                <a:gd name="T40" fmla="*/ 17 w 28"/>
                <a:gd name="T41" fmla="*/ 8 h 35"/>
                <a:gd name="T42" fmla="*/ 15 w 28"/>
                <a:gd name="T43" fmla="*/ 14 h 35"/>
                <a:gd name="T44" fmla="*/ 8 w 28"/>
                <a:gd name="T45" fmla="*/ 19 h 35"/>
                <a:gd name="T46" fmla="*/ 10 w 28"/>
                <a:gd name="T47" fmla="*/ 1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35">
                  <a:moveTo>
                    <a:pt x="6" y="33"/>
                  </a:moveTo>
                  <a:cubicBezTo>
                    <a:pt x="8" y="34"/>
                    <a:pt x="10" y="35"/>
                    <a:pt x="13" y="34"/>
                  </a:cubicBezTo>
                  <a:cubicBezTo>
                    <a:pt x="17" y="34"/>
                    <a:pt x="21" y="32"/>
                    <a:pt x="24" y="28"/>
                  </a:cubicBezTo>
                  <a:cubicBezTo>
                    <a:pt x="26" y="25"/>
                    <a:pt x="28" y="22"/>
                    <a:pt x="27" y="21"/>
                  </a:cubicBezTo>
                  <a:cubicBezTo>
                    <a:pt x="27" y="19"/>
                    <a:pt x="26" y="19"/>
                    <a:pt x="25" y="19"/>
                  </a:cubicBezTo>
                  <a:cubicBezTo>
                    <a:pt x="25" y="19"/>
                    <a:pt x="24" y="20"/>
                    <a:pt x="23" y="20"/>
                  </a:cubicBezTo>
                  <a:cubicBezTo>
                    <a:pt x="20" y="25"/>
                    <a:pt x="17" y="28"/>
                    <a:pt x="13" y="28"/>
                  </a:cubicBezTo>
                  <a:cubicBezTo>
                    <a:pt x="12" y="28"/>
                    <a:pt x="11" y="28"/>
                    <a:pt x="10" y="28"/>
                  </a:cubicBezTo>
                  <a:cubicBezTo>
                    <a:pt x="9" y="27"/>
                    <a:pt x="9" y="26"/>
                    <a:pt x="8" y="25"/>
                  </a:cubicBezTo>
                  <a:cubicBezTo>
                    <a:pt x="8" y="25"/>
                    <a:pt x="8" y="24"/>
                    <a:pt x="9" y="24"/>
                  </a:cubicBezTo>
                  <a:cubicBezTo>
                    <a:pt x="14" y="22"/>
                    <a:pt x="17" y="19"/>
                    <a:pt x="20" y="16"/>
                  </a:cubicBezTo>
                  <a:cubicBezTo>
                    <a:pt x="22" y="12"/>
                    <a:pt x="23" y="9"/>
                    <a:pt x="23" y="6"/>
                  </a:cubicBezTo>
                  <a:cubicBezTo>
                    <a:pt x="22" y="4"/>
                    <a:pt x="22" y="3"/>
                    <a:pt x="20" y="2"/>
                  </a:cubicBezTo>
                  <a:cubicBezTo>
                    <a:pt x="19" y="0"/>
                    <a:pt x="17" y="0"/>
                    <a:pt x="15" y="0"/>
                  </a:cubicBezTo>
                  <a:cubicBezTo>
                    <a:pt x="11" y="1"/>
                    <a:pt x="7" y="4"/>
                    <a:pt x="4" y="9"/>
                  </a:cubicBezTo>
                  <a:cubicBezTo>
                    <a:pt x="1" y="15"/>
                    <a:pt x="0" y="20"/>
                    <a:pt x="1" y="25"/>
                  </a:cubicBezTo>
                  <a:cubicBezTo>
                    <a:pt x="2" y="28"/>
                    <a:pt x="3" y="31"/>
                    <a:pt x="6" y="33"/>
                  </a:cubicBezTo>
                  <a:close/>
                  <a:moveTo>
                    <a:pt x="10" y="11"/>
                  </a:moveTo>
                  <a:cubicBezTo>
                    <a:pt x="12" y="8"/>
                    <a:pt x="13" y="7"/>
                    <a:pt x="15" y="6"/>
                  </a:cubicBezTo>
                  <a:cubicBezTo>
                    <a:pt x="16" y="6"/>
                    <a:pt x="16" y="6"/>
                    <a:pt x="16" y="7"/>
                  </a:cubicBezTo>
                  <a:cubicBezTo>
                    <a:pt x="17" y="7"/>
                    <a:pt x="17" y="7"/>
                    <a:pt x="17" y="8"/>
                  </a:cubicBezTo>
                  <a:cubicBezTo>
                    <a:pt x="17" y="10"/>
                    <a:pt x="17" y="12"/>
                    <a:pt x="15" y="14"/>
                  </a:cubicBezTo>
                  <a:cubicBezTo>
                    <a:pt x="13" y="16"/>
                    <a:pt x="11" y="18"/>
                    <a:pt x="8" y="19"/>
                  </a:cubicBezTo>
                  <a:cubicBezTo>
                    <a:pt x="8" y="16"/>
                    <a:pt x="9" y="13"/>
                    <a:pt x="1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213"/>
            <p:cNvSpPr>
              <a:spLocks noEditPoints="1"/>
            </p:cNvSpPr>
            <p:nvPr/>
          </p:nvSpPr>
          <p:spPr bwMode="auto">
            <a:xfrm>
              <a:off x="7350125" y="3127375"/>
              <a:ext cx="44450" cy="55563"/>
            </a:xfrm>
            <a:custGeom>
              <a:avLst/>
              <a:gdLst>
                <a:gd name="T0" fmla="*/ 1 w 27"/>
                <a:gd name="T1" fmla="*/ 25 h 35"/>
                <a:gd name="T2" fmla="*/ 5 w 27"/>
                <a:gd name="T3" fmla="*/ 32 h 35"/>
                <a:gd name="T4" fmla="*/ 13 w 27"/>
                <a:gd name="T5" fmla="*/ 34 h 35"/>
                <a:gd name="T6" fmla="*/ 23 w 27"/>
                <a:gd name="T7" fmla="*/ 28 h 35"/>
                <a:gd name="T8" fmla="*/ 27 w 27"/>
                <a:gd name="T9" fmla="*/ 20 h 35"/>
                <a:gd name="T10" fmla="*/ 25 w 27"/>
                <a:gd name="T11" fmla="*/ 19 h 35"/>
                <a:gd name="T12" fmla="*/ 23 w 27"/>
                <a:gd name="T13" fmla="*/ 20 h 35"/>
                <a:gd name="T14" fmla="*/ 13 w 27"/>
                <a:gd name="T15" fmla="*/ 28 h 35"/>
                <a:gd name="T16" fmla="*/ 9 w 27"/>
                <a:gd name="T17" fmla="*/ 27 h 35"/>
                <a:gd name="T18" fmla="*/ 8 w 27"/>
                <a:gd name="T19" fmla="*/ 25 h 35"/>
                <a:gd name="T20" fmla="*/ 8 w 27"/>
                <a:gd name="T21" fmla="*/ 24 h 35"/>
                <a:gd name="T22" fmla="*/ 19 w 27"/>
                <a:gd name="T23" fmla="*/ 16 h 35"/>
                <a:gd name="T24" fmla="*/ 22 w 27"/>
                <a:gd name="T25" fmla="*/ 6 h 35"/>
                <a:gd name="T26" fmla="*/ 19 w 27"/>
                <a:gd name="T27" fmla="*/ 1 h 35"/>
                <a:gd name="T28" fmla="*/ 14 w 27"/>
                <a:gd name="T29" fmla="*/ 0 h 35"/>
                <a:gd name="T30" fmla="*/ 4 w 27"/>
                <a:gd name="T31" fmla="*/ 9 h 35"/>
                <a:gd name="T32" fmla="*/ 1 w 27"/>
                <a:gd name="T33" fmla="*/ 25 h 35"/>
                <a:gd name="T34" fmla="*/ 10 w 27"/>
                <a:gd name="T35" fmla="*/ 10 h 35"/>
                <a:gd name="T36" fmla="*/ 14 w 27"/>
                <a:gd name="T37" fmla="*/ 6 h 35"/>
                <a:gd name="T38" fmla="*/ 16 w 27"/>
                <a:gd name="T39" fmla="*/ 6 h 35"/>
                <a:gd name="T40" fmla="*/ 17 w 27"/>
                <a:gd name="T41" fmla="*/ 8 h 35"/>
                <a:gd name="T42" fmla="*/ 14 w 27"/>
                <a:gd name="T43" fmla="*/ 14 h 35"/>
                <a:gd name="T44" fmla="*/ 7 w 27"/>
                <a:gd name="T45" fmla="*/ 19 h 35"/>
                <a:gd name="T46" fmla="*/ 10 w 27"/>
                <a:gd name="T47"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35">
                  <a:moveTo>
                    <a:pt x="1" y="25"/>
                  </a:moveTo>
                  <a:cubicBezTo>
                    <a:pt x="1" y="28"/>
                    <a:pt x="3" y="31"/>
                    <a:pt x="5" y="32"/>
                  </a:cubicBezTo>
                  <a:cubicBezTo>
                    <a:pt x="7" y="34"/>
                    <a:pt x="10" y="35"/>
                    <a:pt x="13" y="34"/>
                  </a:cubicBezTo>
                  <a:cubicBezTo>
                    <a:pt x="17" y="33"/>
                    <a:pt x="20" y="31"/>
                    <a:pt x="23" y="28"/>
                  </a:cubicBezTo>
                  <a:cubicBezTo>
                    <a:pt x="26" y="25"/>
                    <a:pt x="27" y="22"/>
                    <a:pt x="27" y="20"/>
                  </a:cubicBezTo>
                  <a:cubicBezTo>
                    <a:pt x="26" y="19"/>
                    <a:pt x="26" y="18"/>
                    <a:pt x="25" y="19"/>
                  </a:cubicBezTo>
                  <a:cubicBezTo>
                    <a:pt x="24" y="19"/>
                    <a:pt x="23" y="19"/>
                    <a:pt x="23" y="20"/>
                  </a:cubicBezTo>
                  <a:cubicBezTo>
                    <a:pt x="20" y="25"/>
                    <a:pt x="17" y="27"/>
                    <a:pt x="13" y="28"/>
                  </a:cubicBezTo>
                  <a:cubicBezTo>
                    <a:pt x="12" y="28"/>
                    <a:pt x="10" y="28"/>
                    <a:pt x="9" y="27"/>
                  </a:cubicBezTo>
                  <a:cubicBezTo>
                    <a:pt x="9" y="27"/>
                    <a:pt x="8" y="26"/>
                    <a:pt x="8" y="25"/>
                  </a:cubicBezTo>
                  <a:cubicBezTo>
                    <a:pt x="8" y="24"/>
                    <a:pt x="8" y="24"/>
                    <a:pt x="8" y="24"/>
                  </a:cubicBezTo>
                  <a:cubicBezTo>
                    <a:pt x="13" y="22"/>
                    <a:pt x="17" y="19"/>
                    <a:pt x="19" y="16"/>
                  </a:cubicBezTo>
                  <a:cubicBezTo>
                    <a:pt x="22" y="12"/>
                    <a:pt x="23" y="9"/>
                    <a:pt x="22" y="6"/>
                  </a:cubicBezTo>
                  <a:cubicBezTo>
                    <a:pt x="22" y="4"/>
                    <a:pt x="21" y="2"/>
                    <a:pt x="19" y="1"/>
                  </a:cubicBezTo>
                  <a:cubicBezTo>
                    <a:pt x="18" y="0"/>
                    <a:pt x="16" y="0"/>
                    <a:pt x="14" y="0"/>
                  </a:cubicBezTo>
                  <a:cubicBezTo>
                    <a:pt x="10" y="1"/>
                    <a:pt x="6" y="4"/>
                    <a:pt x="4" y="9"/>
                  </a:cubicBezTo>
                  <a:cubicBezTo>
                    <a:pt x="1" y="14"/>
                    <a:pt x="0" y="19"/>
                    <a:pt x="1" y="25"/>
                  </a:cubicBezTo>
                  <a:close/>
                  <a:moveTo>
                    <a:pt x="10" y="10"/>
                  </a:moveTo>
                  <a:cubicBezTo>
                    <a:pt x="11" y="8"/>
                    <a:pt x="13" y="6"/>
                    <a:pt x="14" y="6"/>
                  </a:cubicBezTo>
                  <a:cubicBezTo>
                    <a:pt x="15" y="6"/>
                    <a:pt x="15" y="6"/>
                    <a:pt x="16" y="6"/>
                  </a:cubicBezTo>
                  <a:cubicBezTo>
                    <a:pt x="16" y="7"/>
                    <a:pt x="17" y="7"/>
                    <a:pt x="17" y="8"/>
                  </a:cubicBezTo>
                  <a:cubicBezTo>
                    <a:pt x="17" y="9"/>
                    <a:pt x="16" y="11"/>
                    <a:pt x="14" y="14"/>
                  </a:cubicBezTo>
                  <a:cubicBezTo>
                    <a:pt x="12" y="16"/>
                    <a:pt x="10" y="18"/>
                    <a:pt x="7" y="19"/>
                  </a:cubicBezTo>
                  <a:cubicBezTo>
                    <a:pt x="7" y="16"/>
                    <a:pt x="8" y="13"/>
                    <a:pt x="10"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214"/>
            <p:cNvSpPr>
              <a:spLocks/>
            </p:cNvSpPr>
            <p:nvPr/>
          </p:nvSpPr>
          <p:spPr bwMode="auto">
            <a:xfrm>
              <a:off x="7400925" y="3157538"/>
              <a:ext cx="14287" cy="14288"/>
            </a:xfrm>
            <a:custGeom>
              <a:avLst/>
              <a:gdLst>
                <a:gd name="T0" fmla="*/ 9 w 9"/>
                <a:gd name="T1" fmla="*/ 5 h 9"/>
                <a:gd name="T2" fmla="*/ 9 w 9"/>
                <a:gd name="T3" fmla="*/ 2 h 9"/>
                <a:gd name="T4" fmla="*/ 8 w 9"/>
                <a:gd name="T5" fmla="*/ 1 h 9"/>
                <a:gd name="T6" fmla="*/ 5 w 9"/>
                <a:gd name="T7" fmla="*/ 0 h 9"/>
                <a:gd name="T8" fmla="*/ 1 w 9"/>
                <a:gd name="T9" fmla="*/ 1 h 9"/>
                <a:gd name="T10" fmla="*/ 0 w 9"/>
                <a:gd name="T11" fmla="*/ 3 h 9"/>
                <a:gd name="T12" fmla="*/ 1 w 9"/>
                <a:gd name="T13" fmla="*/ 5 h 9"/>
                <a:gd name="T14" fmla="*/ 2 w 9"/>
                <a:gd name="T15" fmla="*/ 8 h 9"/>
                <a:gd name="T16" fmla="*/ 5 w 9"/>
                <a:gd name="T17" fmla="*/ 9 h 9"/>
                <a:gd name="T18" fmla="*/ 7 w 9"/>
                <a:gd name="T19" fmla="*/ 7 h 9"/>
                <a:gd name="T20" fmla="*/ 9 w 9"/>
                <a:gd name="T21"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9" y="5"/>
                  </a:moveTo>
                  <a:cubicBezTo>
                    <a:pt x="9" y="4"/>
                    <a:pt x="9" y="3"/>
                    <a:pt x="9" y="2"/>
                  </a:cubicBezTo>
                  <a:cubicBezTo>
                    <a:pt x="9" y="1"/>
                    <a:pt x="8" y="1"/>
                    <a:pt x="8" y="1"/>
                  </a:cubicBezTo>
                  <a:cubicBezTo>
                    <a:pt x="7" y="0"/>
                    <a:pt x="6" y="0"/>
                    <a:pt x="5" y="0"/>
                  </a:cubicBezTo>
                  <a:cubicBezTo>
                    <a:pt x="3" y="0"/>
                    <a:pt x="2" y="1"/>
                    <a:pt x="1" y="1"/>
                  </a:cubicBezTo>
                  <a:cubicBezTo>
                    <a:pt x="1" y="2"/>
                    <a:pt x="0" y="2"/>
                    <a:pt x="0" y="3"/>
                  </a:cubicBezTo>
                  <a:cubicBezTo>
                    <a:pt x="0" y="3"/>
                    <a:pt x="0" y="4"/>
                    <a:pt x="1" y="5"/>
                  </a:cubicBezTo>
                  <a:cubicBezTo>
                    <a:pt x="1" y="7"/>
                    <a:pt x="1" y="8"/>
                    <a:pt x="2" y="8"/>
                  </a:cubicBezTo>
                  <a:cubicBezTo>
                    <a:pt x="3" y="9"/>
                    <a:pt x="4" y="9"/>
                    <a:pt x="5" y="9"/>
                  </a:cubicBezTo>
                  <a:cubicBezTo>
                    <a:pt x="5" y="9"/>
                    <a:pt x="6" y="8"/>
                    <a:pt x="7" y="7"/>
                  </a:cubicBezTo>
                  <a:cubicBezTo>
                    <a:pt x="8" y="6"/>
                    <a:pt x="9" y="5"/>
                    <a:pt x="9"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215"/>
            <p:cNvSpPr>
              <a:spLocks/>
            </p:cNvSpPr>
            <p:nvPr/>
          </p:nvSpPr>
          <p:spPr bwMode="auto">
            <a:xfrm>
              <a:off x="7426325" y="3152775"/>
              <a:ext cx="12700" cy="14288"/>
            </a:xfrm>
            <a:custGeom>
              <a:avLst/>
              <a:gdLst>
                <a:gd name="T0" fmla="*/ 1 w 8"/>
                <a:gd name="T1" fmla="*/ 2 h 9"/>
                <a:gd name="T2" fmla="*/ 0 w 8"/>
                <a:gd name="T3" fmla="*/ 3 h 9"/>
                <a:gd name="T4" fmla="*/ 0 w 8"/>
                <a:gd name="T5" fmla="*/ 6 h 9"/>
                <a:gd name="T6" fmla="*/ 1 w 8"/>
                <a:gd name="T7" fmla="*/ 9 h 9"/>
                <a:gd name="T8" fmla="*/ 4 w 8"/>
                <a:gd name="T9" fmla="*/ 9 h 9"/>
                <a:gd name="T10" fmla="*/ 6 w 8"/>
                <a:gd name="T11" fmla="*/ 7 h 9"/>
                <a:gd name="T12" fmla="*/ 8 w 8"/>
                <a:gd name="T13" fmla="*/ 5 h 9"/>
                <a:gd name="T14" fmla="*/ 8 w 8"/>
                <a:gd name="T15" fmla="*/ 3 h 9"/>
                <a:gd name="T16" fmla="*/ 7 w 8"/>
                <a:gd name="T17" fmla="*/ 1 h 9"/>
                <a:gd name="T18" fmla="*/ 4 w 8"/>
                <a:gd name="T19" fmla="*/ 1 h 9"/>
                <a:gd name="T20" fmla="*/ 1 w 8"/>
                <a:gd name="T21"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9">
                  <a:moveTo>
                    <a:pt x="1" y="2"/>
                  </a:moveTo>
                  <a:cubicBezTo>
                    <a:pt x="0" y="2"/>
                    <a:pt x="0" y="3"/>
                    <a:pt x="0" y="3"/>
                  </a:cubicBezTo>
                  <a:cubicBezTo>
                    <a:pt x="0" y="4"/>
                    <a:pt x="0" y="5"/>
                    <a:pt x="0" y="6"/>
                  </a:cubicBezTo>
                  <a:cubicBezTo>
                    <a:pt x="0" y="7"/>
                    <a:pt x="1" y="9"/>
                    <a:pt x="1" y="9"/>
                  </a:cubicBezTo>
                  <a:cubicBezTo>
                    <a:pt x="2" y="9"/>
                    <a:pt x="3" y="9"/>
                    <a:pt x="4" y="9"/>
                  </a:cubicBezTo>
                  <a:cubicBezTo>
                    <a:pt x="4" y="9"/>
                    <a:pt x="5" y="8"/>
                    <a:pt x="6" y="7"/>
                  </a:cubicBezTo>
                  <a:cubicBezTo>
                    <a:pt x="7" y="6"/>
                    <a:pt x="8" y="6"/>
                    <a:pt x="8" y="5"/>
                  </a:cubicBezTo>
                  <a:cubicBezTo>
                    <a:pt x="8" y="4"/>
                    <a:pt x="8" y="4"/>
                    <a:pt x="8" y="3"/>
                  </a:cubicBezTo>
                  <a:cubicBezTo>
                    <a:pt x="8" y="2"/>
                    <a:pt x="7" y="1"/>
                    <a:pt x="7" y="1"/>
                  </a:cubicBezTo>
                  <a:cubicBezTo>
                    <a:pt x="6" y="1"/>
                    <a:pt x="5" y="0"/>
                    <a:pt x="4" y="1"/>
                  </a:cubicBezTo>
                  <a:cubicBezTo>
                    <a:pt x="3" y="1"/>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216"/>
            <p:cNvSpPr>
              <a:spLocks/>
            </p:cNvSpPr>
            <p:nvPr/>
          </p:nvSpPr>
          <p:spPr bwMode="auto">
            <a:xfrm>
              <a:off x="7448550" y="3149600"/>
              <a:ext cx="12700" cy="14288"/>
            </a:xfrm>
            <a:custGeom>
              <a:avLst/>
              <a:gdLst>
                <a:gd name="T0" fmla="*/ 7 w 8"/>
                <a:gd name="T1" fmla="*/ 0 h 9"/>
                <a:gd name="T2" fmla="*/ 4 w 8"/>
                <a:gd name="T3" fmla="*/ 0 h 9"/>
                <a:gd name="T4" fmla="*/ 1 w 8"/>
                <a:gd name="T5" fmla="*/ 1 h 9"/>
                <a:gd name="T6" fmla="*/ 0 w 8"/>
                <a:gd name="T7" fmla="*/ 3 h 9"/>
                <a:gd name="T8" fmla="*/ 0 w 8"/>
                <a:gd name="T9" fmla="*/ 5 h 9"/>
                <a:gd name="T10" fmla="*/ 1 w 8"/>
                <a:gd name="T11" fmla="*/ 8 h 9"/>
                <a:gd name="T12" fmla="*/ 4 w 8"/>
                <a:gd name="T13" fmla="*/ 9 h 9"/>
                <a:gd name="T14" fmla="*/ 6 w 8"/>
                <a:gd name="T15" fmla="*/ 7 h 9"/>
                <a:gd name="T16" fmla="*/ 8 w 8"/>
                <a:gd name="T17" fmla="*/ 4 h 9"/>
                <a:gd name="T18" fmla="*/ 8 w 8"/>
                <a:gd name="T19" fmla="*/ 2 h 9"/>
                <a:gd name="T20" fmla="*/ 7 w 8"/>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9">
                  <a:moveTo>
                    <a:pt x="7" y="0"/>
                  </a:moveTo>
                  <a:cubicBezTo>
                    <a:pt x="6" y="0"/>
                    <a:pt x="5" y="0"/>
                    <a:pt x="4" y="0"/>
                  </a:cubicBezTo>
                  <a:cubicBezTo>
                    <a:pt x="3" y="0"/>
                    <a:pt x="2" y="1"/>
                    <a:pt x="1" y="1"/>
                  </a:cubicBezTo>
                  <a:cubicBezTo>
                    <a:pt x="0" y="2"/>
                    <a:pt x="0" y="2"/>
                    <a:pt x="0" y="3"/>
                  </a:cubicBezTo>
                  <a:cubicBezTo>
                    <a:pt x="0" y="3"/>
                    <a:pt x="0" y="4"/>
                    <a:pt x="0" y="5"/>
                  </a:cubicBezTo>
                  <a:cubicBezTo>
                    <a:pt x="0" y="7"/>
                    <a:pt x="1" y="8"/>
                    <a:pt x="1" y="8"/>
                  </a:cubicBezTo>
                  <a:cubicBezTo>
                    <a:pt x="2" y="9"/>
                    <a:pt x="3" y="9"/>
                    <a:pt x="4" y="9"/>
                  </a:cubicBezTo>
                  <a:cubicBezTo>
                    <a:pt x="5" y="8"/>
                    <a:pt x="5" y="8"/>
                    <a:pt x="6" y="7"/>
                  </a:cubicBezTo>
                  <a:cubicBezTo>
                    <a:pt x="7" y="6"/>
                    <a:pt x="8" y="5"/>
                    <a:pt x="8" y="4"/>
                  </a:cubicBezTo>
                  <a:cubicBezTo>
                    <a:pt x="8" y="4"/>
                    <a:pt x="8" y="3"/>
                    <a:pt x="8" y="2"/>
                  </a:cubicBezTo>
                  <a:cubicBezTo>
                    <a:pt x="8" y="1"/>
                    <a:pt x="8" y="1"/>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Freeform 217"/>
            <p:cNvSpPr>
              <a:spLocks/>
            </p:cNvSpPr>
            <p:nvPr/>
          </p:nvSpPr>
          <p:spPr bwMode="auto">
            <a:xfrm>
              <a:off x="6931025" y="2846388"/>
              <a:ext cx="60325" cy="95250"/>
            </a:xfrm>
            <a:custGeom>
              <a:avLst/>
              <a:gdLst>
                <a:gd name="T0" fmla="*/ 0 w 37"/>
                <a:gd name="T1" fmla="*/ 52 h 58"/>
                <a:gd name="T2" fmla="*/ 2 w 37"/>
                <a:gd name="T3" fmla="*/ 58 h 58"/>
                <a:gd name="T4" fmla="*/ 31 w 37"/>
                <a:gd name="T5" fmla="*/ 36 h 58"/>
                <a:gd name="T6" fmla="*/ 23 w 37"/>
                <a:gd name="T7" fmla="*/ 0 h 58"/>
                <a:gd name="T8" fmla="*/ 18 w 37"/>
                <a:gd name="T9" fmla="*/ 3 h 58"/>
                <a:gd name="T10" fmla="*/ 26 w 37"/>
                <a:gd name="T11" fmla="*/ 34 h 58"/>
                <a:gd name="T12" fmla="*/ 0 w 37"/>
                <a:gd name="T13" fmla="*/ 52 h 58"/>
              </a:gdLst>
              <a:ahLst/>
              <a:cxnLst>
                <a:cxn ang="0">
                  <a:pos x="T0" y="T1"/>
                </a:cxn>
                <a:cxn ang="0">
                  <a:pos x="T2" y="T3"/>
                </a:cxn>
                <a:cxn ang="0">
                  <a:pos x="T4" y="T5"/>
                </a:cxn>
                <a:cxn ang="0">
                  <a:pos x="T6" y="T7"/>
                </a:cxn>
                <a:cxn ang="0">
                  <a:pos x="T8" y="T9"/>
                </a:cxn>
                <a:cxn ang="0">
                  <a:pos x="T10" y="T11"/>
                </a:cxn>
                <a:cxn ang="0">
                  <a:pos x="T12" y="T13"/>
                </a:cxn>
              </a:cxnLst>
              <a:rect l="0" t="0" r="r" b="b"/>
              <a:pathLst>
                <a:path w="37" h="58">
                  <a:moveTo>
                    <a:pt x="0" y="52"/>
                  </a:moveTo>
                  <a:cubicBezTo>
                    <a:pt x="2" y="58"/>
                    <a:pt x="2" y="58"/>
                    <a:pt x="2" y="58"/>
                  </a:cubicBezTo>
                  <a:cubicBezTo>
                    <a:pt x="18" y="53"/>
                    <a:pt x="28" y="46"/>
                    <a:pt x="31" y="36"/>
                  </a:cubicBezTo>
                  <a:cubicBezTo>
                    <a:pt x="37" y="19"/>
                    <a:pt x="23" y="0"/>
                    <a:pt x="23" y="0"/>
                  </a:cubicBezTo>
                  <a:cubicBezTo>
                    <a:pt x="18" y="3"/>
                    <a:pt x="18" y="3"/>
                    <a:pt x="18" y="3"/>
                  </a:cubicBezTo>
                  <a:cubicBezTo>
                    <a:pt x="18" y="3"/>
                    <a:pt x="31" y="20"/>
                    <a:pt x="26" y="34"/>
                  </a:cubicBezTo>
                  <a:cubicBezTo>
                    <a:pt x="23" y="42"/>
                    <a:pt x="14" y="49"/>
                    <a:pt x="0"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218"/>
            <p:cNvSpPr>
              <a:spLocks/>
            </p:cNvSpPr>
            <p:nvPr/>
          </p:nvSpPr>
          <p:spPr bwMode="auto">
            <a:xfrm>
              <a:off x="6986588" y="2840038"/>
              <a:ext cx="88900" cy="60325"/>
            </a:xfrm>
            <a:custGeom>
              <a:avLst/>
              <a:gdLst>
                <a:gd name="T0" fmla="*/ 21 w 55"/>
                <a:gd name="T1" fmla="*/ 29 h 37"/>
                <a:gd name="T2" fmla="*/ 6 w 55"/>
                <a:gd name="T3" fmla="*/ 0 h 37"/>
                <a:gd name="T4" fmla="*/ 0 w 55"/>
                <a:gd name="T5" fmla="*/ 1 h 37"/>
                <a:gd name="T6" fmla="*/ 18 w 55"/>
                <a:gd name="T7" fmla="*/ 34 h 37"/>
                <a:gd name="T8" fmla="*/ 32 w 55"/>
                <a:gd name="T9" fmla="*/ 37 h 37"/>
                <a:gd name="T10" fmla="*/ 55 w 55"/>
                <a:gd name="T11" fmla="*/ 31 h 37"/>
                <a:gd name="T12" fmla="*/ 53 w 55"/>
                <a:gd name="T13" fmla="*/ 26 h 37"/>
                <a:gd name="T14" fmla="*/ 21 w 55"/>
                <a:gd name="T15" fmla="*/ 29 h 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 h="37">
                  <a:moveTo>
                    <a:pt x="21" y="29"/>
                  </a:moveTo>
                  <a:cubicBezTo>
                    <a:pt x="8" y="22"/>
                    <a:pt x="6" y="0"/>
                    <a:pt x="6" y="0"/>
                  </a:cubicBezTo>
                  <a:cubicBezTo>
                    <a:pt x="0" y="1"/>
                    <a:pt x="0" y="1"/>
                    <a:pt x="0" y="1"/>
                  </a:cubicBezTo>
                  <a:cubicBezTo>
                    <a:pt x="0" y="2"/>
                    <a:pt x="2" y="25"/>
                    <a:pt x="18" y="34"/>
                  </a:cubicBezTo>
                  <a:cubicBezTo>
                    <a:pt x="22" y="36"/>
                    <a:pt x="27" y="37"/>
                    <a:pt x="32" y="37"/>
                  </a:cubicBezTo>
                  <a:cubicBezTo>
                    <a:pt x="39" y="37"/>
                    <a:pt x="46" y="35"/>
                    <a:pt x="55" y="31"/>
                  </a:cubicBezTo>
                  <a:cubicBezTo>
                    <a:pt x="53" y="26"/>
                    <a:pt x="53" y="26"/>
                    <a:pt x="53" y="26"/>
                  </a:cubicBezTo>
                  <a:cubicBezTo>
                    <a:pt x="39" y="32"/>
                    <a:pt x="29" y="34"/>
                    <a:pt x="21"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219"/>
            <p:cNvSpPr>
              <a:spLocks/>
            </p:cNvSpPr>
            <p:nvPr/>
          </p:nvSpPr>
          <p:spPr bwMode="auto">
            <a:xfrm>
              <a:off x="7018338" y="2908300"/>
              <a:ext cx="61912" cy="95250"/>
            </a:xfrm>
            <a:custGeom>
              <a:avLst/>
              <a:gdLst>
                <a:gd name="T0" fmla="*/ 6 w 38"/>
                <a:gd name="T1" fmla="*/ 20 h 58"/>
                <a:gd name="T2" fmla="*/ 15 w 38"/>
                <a:gd name="T3" fmla="*/ 58 h 58"/>
                <a:gd name="T4" fmla="*/ 20 w 38"/>
                <a:gd name="T5" fmla="*/ 55 h 58"/>
                <a:gd name="T6" fmla="*/ 11 w 38"/>
                <a:gd name="T7" fmla="*/ 22 h 58"/>
                <a:gd name="T8" fmla="*/ 38 w 38"/>
                <a:gd name="T9" fmla="*/ 6 h 58"/>
                <a:gd name="T10" fmla="*/ 37 w 38"/>
                <a:gd name="T11" fmla="*/ 0 h 58"/>
                <a:gd name="T12" fmla="*/ 6 w 38"/>
                <a:gd name="T13" fmla="*/ 20 h 58"/>
              </a:gdLst>
              <a:ahLst/>
              <a:cxnLst>
                <a:cxn ang="0">
                  <a:pos x="T0" y="T1"/>
                </a:cxn>
                <a:cxn ang="0">
                  <a:pos x="T2" y="T3"/>
                </a:cxn>
                <a:cxn ang="0">
                  <a:pos x="T4" y="T5"/>
                </a:cxn>
                <a:cxn ang="0">
                  <a:pos x="T6" y="T7"/>
                </a:cxn>
                <a:cxn ang="0">
                  <a:pos x="T8" y="T9"/>
                </a:cxn>
                <a:cxn ang="0">
                  <a:pos x="T10" y="T11"/>
                </a:cxn>
                <a:cxn ang="0">
                  <a:pos x="T12" y="T13"/>
                </a:cxn>
              </a:cxnLst>
              <a:rect l="0" t="0" r="r" b="b"/>
              <a:pathLst>
                <a:path w="38" h="58">
                  <a:moveTo>
                    <a:pt x="6" y="20"/>
                  </a:moveTo>
                  <a:cubicBezTo>
                    <a:pt x="0" y="37"/>
                    <a:pt x="15" y="57"/>
                    <a:pt x="15" y="58"/>
                  </a:cubicBezTo>
                  <a:cubicBezTo>
                    <a:pt x="20" y="55"/>
                    <a:pt x="20" y="55"/>
                    <a:pt x="20" y="55"/>
                  </a:cubicBezTo>
                  <a:cubicBezTo>
                    <a:pt x="20" y="54"/>
                    <a:pt x="6" y="36"/>
                    <a:pt x="11" y="22"/>
                  </a:cubicBezTo>
                  <a:cubicBezTo>
                    <a:pt x="15" y="14"/>
                    <a:pt x="24" y="8"/>
                    <a:pt x="38" y="6"/>
                  </a:cubicBezTo>
                  <a:cubicBezTo>
                    <a:pt x="37" y="0"/>
                    <a:pt x="37" y="0"/>
                    <a:pt x="37" y="0"/>
                  </a:cubicBezTo>
                  <a:cubicBezTo>
                    <a:pt x="21" y="3"/>
                    <a:pt x="10" y="10"/>
                    <a:pt x="6"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220"/>
            <p:cNvSpPr>
              <a:spLocks/>
            </p:cNvSpPr>
            <p:nvPr/>
          </p:nvSpPr>
          <p:spPr bwMode="auto">
            <a:xfrm>
              <a:off x="6935788" y="2943225"/>
              <a:ext cx="88900" cy="65088"/>
            </a:xfrm>
            <a:custGeom>
              <a:avLst/>
              <a:gdLst>
                <a:gd name="T0" fmla="*/ 0 w 55"/>
                <a:gd name="T1" fmla="*/ 10 h 40"/>
                <a:gd name="T2" fmla="*/ 3 w 55"/>
                <a:gd name="T3" fmla="*/ 15 h 40"/>
                <a:gd name="T4" fmla="*/ 35 w 55"/>
                <a:gd name="T5" fmla="*/ 10 h 40"/>
                <a:gd name="T6" fmla="*/ 49 w 55"/>
                <a:gd name="T7" fmla="*/ 40 h 40"/>
                <a:gd name="T8" fmla="*/ 55 w 55"/>
                <a:gd name="T9" fmla="*/ 40 h 40"/>
                <a:gd name="T10" fmla="*/ 37 w 55"/>
                <a:gd name="T11" fmla="*/ 5 h 40"/>
                <a:gd name="T12" fmla="*/ 0 w 55"/>
                <a:gd name="T13" fmla="*/ 10 h 40"/>
              </a:gdLst>
              <a:ahLst/>
              <a:cxnLst>
                <a:cxn ang="0">
                  <a:pos x="T0" y="T1"/>
                </a:cxn>
                <a:cxn ang="0">
                  <a:pos x="T2" y="T3"/>
                </a:cxn>
                <a:cxn ang="0">
                  <a:pos x="T4" y="T5"/>
                </a:cxn>
                <a:cxn ang="0">
                  <a:pos x="T6" y="T7"/>
                </a:cxn>
                <a:cxn ang="0">
                  <a:pos x="T8" y="T9"/>
                </a:cxn>
                <a:cxn ang="0">
                  <a:pos x="T10" y="T11"/>
                </a:cxn>
                <a:cxn ang="0">
                  <a:pos x="T12" y="T13"/>
                </a:cxn>
              </a:cxnLst>
              <a:rect l="0" t="0" r="r" b="b"/>
              <a:pathLst>
                <a:path w="55" h="40">
                  <a:moveTo>
                    <a:pt x="0" y="10"/>
                  </a:moveTo>
                  <a:cubicBezTo>
                    <a:pt x="3" y="15"/>
                    <a:pt x="3" y="15"/>
                    <a:pt x="3" y="15"/>
                  </a:cubicBezTo>
                  <a:cubicBezTo>
                    <a:pt x="16" y="7"/>
                    <a:pt x="27" y="6"/>
                    <a:pt x="35" y="10"/>
                  </a:cubicBezTo>
                  <a:cubicBezTo>
                    <a:pt x="48" y="17"/>
                    <a:pt x="49" y="40"/>
                    <a:pt x="49" y="40"/>
                  </a:cubicBezTo>
                  <a:cubicBezTo>
                    <a:pt x="55" y="40"/>
                    <a:pt x="55" y="40"/>
                    <a:pt x="55" y="40"/>
                  </a:cubicBezTo>
                  <a:cubicBezTo>
                    <a:pt x="55" y="39"/>
                    <a:pt x="54" y="14"/>
                    <a:pt x="37" y="5"/>
                  </a:cubicBezTo>
                  <a:cubicBezTo>
                    <a:pt x="28" y="0"/>
                    <a:pt x="15" y="2"/>
                    <a:pt x="0"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29" name="组合 228"/>
          <p:cNvGrpSpPr/>
          <p:nvPr/>
        </p:nvGrpSpPr>
        <p:grpSpPr>
          <a:xfrm>
            <a:off x="10455275" y="2857500"/>
            <a:ext cx="1735137" cy="1711326"/>
            <a:chOff x="10455275" y="2857500"/>
            <a:chExt cx="1735137" cy="1711326"/>
          </a:xfrm>
          <a:solidFill>
            <a:schemeClr val="tx1">
              <a:lumMod val="65000"/>
              <a:lumOff val="35000"/>
            </a:schemeClr>
          </a:solidFill>
        </p:grpSpPr>
        <p:sp>
          <p:nvSpPr>
            <p:cNvPr id="230" name="Freeform 221"/>
            <p:cNvSpPr>
              <a:spLocks noEditPoints="1"/>
            </p:cNvSpPr>
            <p:nvPr/>
          </p:nvSpPr>
          <p:spPr bwMode="auto">
            <a:xfrm>
              <a:off x="10974388" y="3430588"/>
              <a:ext cx="625475" cy="1138238"/>
            </a:xfrm>
            <a:custGeom>
              <a:avLst/>
              <a:gdLst>
                <a:gd name="T0" fmla="*/ 334 w 384"/>
                <a:gd name="T1" fmla="*/ 699 h 699"/>
                <a:gd name="T2" fmla="*/ 335 w 384"/>
                <a:gd name="T3" fmla="*/ 699 h 699"/>
                <a:gd name="T4" fmla="*/ 383 w 384"/>
                <a:gd name="T5" fmla="*/ 650 h 699"/>
                <a:gd name="T6" fmla="*/ 343 w 384"/>
                <a:gd name="T7" fmla="*/ 368 h 699"/>
                <a:gd name="T8" fmla="*/ 328 w 384"/>
                <a:gd name="T9" fmla="*/ 371 h 699"/>
                <a:gd name="T10" fmla="*/ 323 w 384"/>
                <a:gd name="T11" fmla="*/ 371 h 699"/>
                <a:gd name="T12" fmla="*/ 287 w 384"/>
                <a:gd name="T13" fmla="*/ 325 h 699"/>
                <a:gd name="T14" fmla="*/ 271 w 384"/>
                <a:gd name="T15" fmla="*/ 128 h 699"/>
                <a:gd name="T16" fmla="*/ 280 w 384"/>
                <a:gd name="T17" fmla="*/ 125 h 699"/>
                <a:gd name="T18" fmla="*/ 296 w 384"/>
                <a:gd name="T19" fmla="*/ 327 h 699"/>
                <a:gd name="T20" fmla="*/ 324 w 384"/>
                <a:gd name="T21" fmla="*/ 362 h 699"/>
                <a:gd name="T22" fmla="*/ 328 w 384"/>
                <a:gd name="T23" fmla="*/ 362 h 699"/>
                <a:gd name="T24" fmla="*/ 360 w 384"/>
                <a:gd name="T25" fmla="*/ 334 h 699"/>
                <a:gd name="T26" fmla="*/ 341 w 384"/>
                <a:gd name="T27" fmla="*/ 105 h 699"/>
                <a:gd name="T28" fmla="*/ 283 w 384"/>
                <a:gd name="T29" fmla="*/ 5 h 699"/>
                <a:gd name="T30" fmla="*/ 275 w 384"/>
                <a:gd name="T31" fmla="*/ 0 h 699"/>
                <a:gd name="T32" fmla="*/ 192 w 384"/>
                <a:gd name="T33" fmla="*/ 46 h 699"/>
                <a:gd name="T34" fmla="*/ 108 w 384"/>
                <a:gd name="T35" fmla="*/ 0 h 699"/>
                <a:gd name="T36" fmla="*/ 100 w 384"/>
                <a:gd name="T37" fmla="*/ 5 h 699"/>
                <a:gd name="T38" fmla="*/ 42 w 384"/>
                <a:gd name="T39" fmla="*/ 105 h 699"/>
                <a:gd name="T40" fmla="*/ 24 w 384"/>
                <a:gd name="T41" fmla="*/ 334 h 699"/>
                <a:gd name="T42" fmla="*/ 55 w 384"/>
                <a:gd name="T43" fmla="*/ 362 h 699"/>
                <a:gd name="T44" fmla="*/ 59 w 384"/>
                <a:gd name="T45" fmla="*/ 362 h 699"/>
                <a:gd name="T46" fmla="*/ 87 w 384"/>
                <a:gd name="T47" fmla="*/ 327 h 699"/>
                <a:gd name="T48" fmla="*/ 103 w 384"/>
                <a:gd name="T49" fmla="*/ 125 h 699"/>
                <a:gd name="T50" fmla="*/ 112 w 384"/>
                <a:gd name="T51" fmla="*/ 128 h 699"/>
                <a:gd name="T52" fmla="*/ 96 w 384"/>
                <a:gd name="T53" fmla="*/ 325 h 699"/>
                <a:gd name="T54" fmla="*/ 60 w 384"/>
                <a:gd name="T55" fmla="*/ 371 h 699"/>
                <a:gd name="T56" fmla="*/ 55 w 384"/>
                <a:gd name="T57" fmla="*/ 371 h 699"/>
                <a:gd name="T58" fmla="*/ 40 w 384"/>
                <a:gd name="T59" fmla="*/ 368 h 699"/>
                <a:gd name="T60" fmla="*/ 0 w 384"/>
                <a:gd name="T61" fmla="*/ 650 h 699"/>
                <a:gd name="T62" fmla="*/ 48 w 384"/>
                <a:gd name="T63" fmla="*/ 699 h 699"/>
                <a:gd name="T64" fmla="*/ 49 w 384"/>
                <a:gd name="T65" fmla="*/ 699 h 699"/>
                <a:gd name="T66" fmla="*/ 98 w 384"/>
                <a:gd name="T67" fmla="*/ 650 h 699"/>
                <a:gd name="T68" fmla="*/ 158 w 384"/>
                <a:gd name="T69" fmla="*/ 347 h 699"/>
                <a:gd name="T70" fmla="*/ 225 w 384"/>
                <a:gd name="T71" fmla="*/ 347 h 699"/>
                <a:gd name="T72" fmla="*/ 285 w 384"/>
                <a:gd name="T73" fmla="*/ 650 h 699"/>
                <a:gd name="T74" fmla="*/ 334 w 384"/>
                <a:gd name="T75" fmla="*/ 699 h 699"/>
                <a:gd name="T76" fmla="*/ 204 w 384"/>
                <a:gd name="T77" fmla="*/ 95 h 699"/>
                <a:gd name="T78" fmla="*/ 269 w 384"/>
                <a:gd name="T79" fmla="*/ 95 h 699"/>
                <a:gd name="T80" fmla="*/ 269 w 384"/>
                <a:gd name="T81" fmla="*/ 111 h 699"/>
                <a:gd name="T82" fmla="*/ 204 w 384"/>
                <a:gd name="T83" fmla="*/ 111 h 699"/>
                <a:gd name="T84" fmla="*/ 204 w 384"/>
                <a:gd name="T85" fmla="*/ 95 h 6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84" h="699">
                  <a:moveTo>
                    <a:pt x="334" y="699"/>
                  </a:moveTo>
                  <a:cubicBezTo>
                    <a:pt x="334" y="699"/>
                    <a:pt x="335" y="699"/>
                    <a:pt x="335" y="699"/>
                  </a:cubicBezTo>
                  <a:cubicBezTo>
                    <a:pt x="362" y="699"/>
                    <a:pt x="384" y="677"/>
                    <a:pt x="383" y="650"/>
                  </a:cubicBezTo>
                  <a:cubicBezTo>
                    <a:pt x="383" y="518"/>
                    <a:pt x="364" y="428"/>
                    <a:pt x="343" y="368"/>
                  </a:cubicBezTo>
                  <a:cubicBezTo>
                    <a:pt x="338" y="370"/>
                    <a:pt x="333" y="371"/>
                    <a:pt x="328" y="371"/>
                  </a:cubicBezTo>
                  <a:cubicBezTo>
                    <a:pt x="326" y="371"/>
                    <a:pt x="325" y="371"/>
                    <a:pt x="323" y="371"/>
                  </a:cubicBezTo>
                  <a:cubicBezTo>
                    <a:pt x="300" y="369"/>
                    <a:pt x="284" y="348"/>
                    <a:pt x="287" y="325"/>
                  </a:cubicBezTo>
                  <a:cubicBezTo>
                    <a:pt x="297" y="235"/>
                    <a:pt x="286" y="171"/>
                    <a:pt x="271" y="128"/>
                  </a:cubicBezTo>
                  <a:cubicBezTo>
                    <a:pt x="280" y="125"/>
                    <a:pt x="280" y="125"/>
                    <a:pt x="280" y="125"/>
                  </a:cubicBezTo>
                  <a:cubicBezTo>
                    <a:pt x="295" y="169"/>
                    <a:pt x="307" y="235"/>
                    <a:pt x="296" y="327"/>
                  </a:cubicBezTo>
                  <a:cubicBezTo>
                    <a:pt x="294" y="344"/>
                    <a:pt x="307" y="360"/>
                    <a:pt x="324" y="362"/>
                  </a:cubicBezTo>
                  <a:cubicBezTo>
                    <a:pt x="325" y="362"/>
                    <a:pt x="327" y="362"/>
                    <a:pt x="328" y="362"/>
                  </a:cubicBezTo>
                  <a:cubicBezTo>
                    <a:pt x="344" y="362"/>
                    <a:pt x="358" y="350"/>
                    <a:pt x="360" y="334"/>
                  </a:cubicBezTo>
                  <a:cubicBezTo>
                    <a:pt x="371" y="232"/>
                    <a:pt x="359" y="157"/>
                    <a:pt x="341" y="105"/>
                  </a:cubicBezTo>
                  <a:cubicBezTo>
                    <a:pt x="318" y="37"/>
                    <a:pt x="286" y="7"/>
                    <a:pt x="283" y="5"/>
                  </a:cubicBezTo>
                  <a:cubicBezTo>
                    <a:pt x="281" y="3"/>
                    <a:pt x="278" y="1"/>
                    <a:pt x="275" y="0"/>
                  </a:cubicBezTo>
                  <a:cubicBezTo>
                    <a:pt x="257" y="27"/>
                    <a:pt x="227" y="46"/>
                    <a:pt x="192" y="46"/>
                  </a:cubicBezTo>
                  <a:cubicBezTo>
                    <a:pt x="157" y="46"/>
                    <a:pt x="126" y="27"/>
                    <a:pt x="108" y="0"/>
                  </a:cubicBezTo>
                  <a:cubicBezTo>
                    <a:pt x="105" y="1"/>
                    <a:pt x="102" y="3"/>
                    <a:pt x="100" y="5"/>
                  </a:cubicBezTo>
                  <a:cubicBezTo>
                    <a:pt x="98" y="7"/>
                    <a:pt x="65" y="37"/>
                    <a:pt x="42" y="105"/>
                  </a:cubicBezTo>
                  <a:cubicBezTo>
                    <a:pt x="24" y="157"/>
                    <a:pt x="12" y="232"/>
                    <a:pt x="24" y="334"/>
                  </a:cubicBezTo>
                  <a:cubicBezTo>
                    <a:pt x="25" y="350"/>
                    <a:pt x="39" y="362"/>
                    <a:pt x="55" y="362"/>
                  </a:cubicBezTo>
                  <a:cubicBezTo>
                    <a:pt x="57" y="362"/>
                    <a:pt x="58" y="362"/>
                    <a:pt x="59" y="362"/>
                  </a:cubicBezTo>
                  <a:cubicBezTo>
                    <a:pt x="77" y="360"/>
                    <a:pt x="89" y="344"/>
                    <a:pt x="87" y="327"/>
                  </a:cubicBezTo>
                  <a:cubicBezTo>
                    <a:pt x="76" y="235"/>
                    <a:pt x="88" y="169"/>
                    <a:pt x="103" y="125"/>
                  </a:cubicBezTo>
                  <a:cubicBezTo>
                    <a:pt x="112" y="128"/>
                    <a:pt x="112" y="128"/>
                    <a:pt x="112" y="128"/>
                  </a:cubicBezTo>
                  <a:cubicBezTo>
                    <a:pt x="97" y="171"/>
                    <a:pt x="86" y="235"/>
                    <a:pt x="96" y="325"/>
                  </a:cubicBezTo>
                  <a:cubicBezTo>
                    <a:pt x="99" y="348"/>
                    <a:pt x="83" y="369"/>
                    <a:pt x="60" y="371"/>
                  </a:cubicBezTo>
                  <a:cubicBezTo>
                    <a:pt x="59" y="371"/>
                    <a:pt x="57" y="371"/>
                    <a:pt x="55" y="371"/>
                  </a:cubicBezTo>
                  <a:cubicBezTo>
                    <a:pt x="50" y="371"/>
                    <a:pt x="45" y="370"/>
                    <a:pt x="40" y="368"/>
                  </a:cubicBezTo>
                  <a:cubicBezTo>
                    <a:pt x="19" y="428"/>
                    <a:pt x="0" y="518"/>
                    <a:pt x="0" y="650"/>
                  </a:cubicBezTo>
                  <a:cubicBezTo>
                    <a:pt x="0" y="677"/>
                    <a:pt x="21" y="699"/>
                    <a:pt x="48" y="699"/>
                  </a:cubicBezTo>
                  <a:cubicBezTo>
                    <a:pt x="49" y="699"/>
                    <a:pt x="49" y="699"/>
                    <a:pt x="49" y="699"/>
                  </a:cubicBezTo>
                  <a:cubicBezTo>
                    <a:pt x="76" y="699"/>
                    <a:pt x="98" y="677"/>
                    <a:pt x="98" y="650"/>
                  </a:cubicBezTo>
                  <a:cubicBezTo>
                    <a:pt x="99" y="459"/>
                    <a:pt x="141" y="373"/>
                    <a:pt x="158" y="347"/>
                  </a:cubicBezTo>
                  <a:cubicBezTo>
                    <a:pt x="225" y="347"/>
                    <a:pt x="225" y="347"/>
                    <a:pt x="225" y="347"/>
                  </a:cubicBezTo>
                  <a:cubicBezTo>
                    <a:pt x="243" y="373"/>
                    <a:pt x="284" y="459"/>
                    <a:pt x="285" y="650"/>
                  </a:cubicBezTo>
                  <a:cubicBezTo>
                    <a:pt x="286" y="677"/>
                    <a:pt x="307" y="699"/>
                    <a:pt x="334" y="699"/>
                  </a:cubicBezTo>
                  <a:close/>
                  <a:moveTo>
                    <a:pt x="204" y="95"/>
                  </a:moveTo>
                  <a:cubicBezTo>
                    <a:pt x="269" y="95"/>
                    <a:pt x="269" y="95"/>
                    <a:pt x="269" y="95"/>
                  </a:cubicBezTo>
                  <a:cubicBezTo>
                    <a:pt x="269" y="111"/>
                    <a:pt x="269" y="111"/>
                    <a:pt x="269" y="111"/>
                  </a:cubicBezTo>
                  <a:cubicBezTo>
                    <a:pt x="204" y="111"/>
                    <a:pt x="204" y="111"/>
                    <a:pt x="204" y="111"/>
                  </a:cubicBezTo>
                  <a:lnTo>
                    <a:pt x="204" y="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222"/>
            <p:cNvSpPr>
              <a:spLocks noEditPoints="1"/>
            </p:cNvSpPr>
            <p:nvPr/>
          </p:nvSpPr>
          <p:spPr bwMode="auto">
            <a:xfrm>
              <a:off x="11141075" y="3197225"/>
              <a:ext cx="292100" cy="292100"/>
            </a:xfrm>
            <a:custGeom>
              <a:avLst/>
              <a:gdLst>
                <a:gd name="T0" fmla="*/ 90 w 180"/>
                <a:gd name="T1" fmla="*/ 180 h 180"/>
                <a:gd name="T2" fmla="*/ 180 w 180"/>
                <a:gd name="T3" fmla="*/ 90 h 180"/>
                <a:gd name="T4" fmla="*/ 90 w 180"/>
                <a:gd name="T5" fmla="*/ 0 h 180"/>
                <a:gd name="T6" fmla="*/ 0 w 180"/>
                <a:gd name="T7" fmla="*/ 90 h 180"/>
                <a:gd name="T8" fmla="*/ 90 w 180"/>
                <a:gd name="T9" fmla="*/ 180 h 180"/>
                <a:gd name="T10" fmla="*/ 101 w 180"/>
                <a:gd name="T11" fmla="*/ 45 h 180"/>
                <a:gd name="T12" fmla="*/ 121 w 180"/>
                <a:gd name="T13" fmla="*/ 65 h 180"/>
                <a:gd name="T14" fmla="*/ 101 w 180"/>
                <a:gd name="T15" fmla="*/ 85 h 180"/>
                <a:gd name="T16" fmla="*/ 81 w 180"/>
                <a:gd name="T17" fmla="*/ 65 h 180"/>
                <a:gd name="T18" fmla="*/ 101 w 180"/>
                <a:gd name="T19" fmla="*/ 45 h 180"/>
                <a:gd name="T20" fmla="*/ 145 w 180"/>
                <a:gd name="T21" fmla="*/ 106 h 180"/>
                <a:gd name="T22" fmla="*/ 143 w 180"/>
                <a:gd name="T23" fmla="*/ 118 h 180"/>
                <a:gd name="T24" fmla="*/ 66 w 180"/>
                <a:gd name="T25" fmla="*/ 150 h 180"/>
                <a:gd name="T26" fmla="*/ 58 w 180"/>
                <a:gd name="T27" fmla="*/ 142 h 180"/>
                <a:gd name="T28" fmla="*/ 145 w 180"/>
                <a:gd name="T29" fmla="*/ 106 h 180"/>
                <a:gd name="T30" fmla="*/ 45 w 180"/>
                <a:gd name="T31" fmla="*/ 77 h 180"/>
                <a:gd name="T32" fmla="*/ 61 w 180"/>
                <a:gd name="T33" fmla="*/ 93 h 180"/>
                <a:gd name="T34" fmla="*/ 45 w 180"/>
                <a:gd name="T35" fmla="*/ 110 h 180"/>
                <a:gd name="T36" fmla="*/ 28 w 180"/>
                <a:gd name="T37" fmla="*/ 93 h 180"/>
                <a:gd name="T38" fmla="*/ 45 w 180"/>
                <a:gd name="T39" fmla="*/ 77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0" h="180">
                  <a:moveTo>
                    <a:pt x="90" y="180"/>
                  </a:moveTo>
                  <a:cubicBezTo>
                    <a:pt x="139" y="180"/>
                    <a:pt x="180" y="140"/>
                    <a:pt x="180" y="90"/>
                  </a:cubicBezTo>
                  <a:cubicBezTo>
                    <a:pt x="180" y="41"/>
                    <a:pt x="139" y="0"/>
                    <a:pt x="90" y="0"/>
                  </a:cubicBezTo>
                  <a:cubicBezTo>
                    <a:pt x="40" y="0"/>
                    <a:pt x="0" y="41"/>
                    <a:pt x="0" y="90"/>
                  </a:cubicBezTo>
                  <a:cubicBezTo>
                    <a:pt x="0" y="140"/>
                    <a:pt x="40" y="180"/>
                    <a:pt x="90" y="180"/>
                  </a:cubicBezTo>
                  <a:close/>
                  <a:moveTo>
                    <a:pt x="101" y="45"/>
                  </a:moveTo>
                  <a:cubicBezTo>
                    <a:pt x="112" y="45"/>
                    <a:pt x="121" y="54"/>
                    <a:pt x="121" y="65"/>
                  </a:cubicBezTo>
                  <a:cubicBezTo>
                    <a:pt x="121" y="76"/>
                    <a:pt x="112" y="85"/>
                    <a:pt x="101" y="85"/>
                  </a:cubicBezTo>
                  <a:cubicBezTo>
                    <a:pt x="90" y="85"/>
                    <a:pt x="81" y="76"/>
                    <a:pt x="81" y="65"/>
                  </a:cubicBezTo>
                  <a:cubicBezTo>
                    <a:pt x="81" y="54"/>
                    <a:pt x="90" y="45"/>
                    <a:pt x="101" y="45"/>
                  </a:cubicBezTo>
                  <a:close/>
                  <a:moveTo>
                    <a:pt x="145" y="106"/>
                  </a:moveTo>
                  <a:cubicBezTo>
                    <a:pt x="143" y="118"/>
                    <a:pt x="143" y="118"/>
                    <a:pt x="143" y="118"/>
                  </a:cubicBezTo>
                  <a:cubicBezTo>
                    <a:pt x="141" y="118"/>
                    <a:pt x="102" y="112"/>
                    <a:pt x="66" y="150"/>
                  </a:cubicBezTo>
                  <a:cubicBezTo>
                    <a:pt x="58" y="142"/>
                    <a:pt x="58" y="142"/>
                    <a:pt x="58" y="142"/>
                  </a:cubicBezTo>
                  <a:cubicBezTo>
                    <a:pt x="97" y="99"/>
                    <a:pt x="143" y="106"/>
                    <a:pt x="145" y="106"/>
                  </a:cubicBezTo>
                  <a:close/>
                  <a:moveTo>
                    <a:pt x="45" y="77"/>
                  </a:moveTo>
                  <a:cubicBezTo>
                    <a:pt x="54" y="77"/>
                    <a:pt x="61" y="84"/>
                    <a:pt x="61" y="93"/>
                  </a:cubicBezTo>
                  <a:cubicBezTo>
                    <a:pt x="61" y="103"/>
                    <a:pt x="54" y="110"/>
                    <a:pt x="45" y="110"/>
                  </a:cubicBezTo>
                  <a:cubicBezTo>
                    <a:pt x="35" y="110"/>
                    <a:pt x="28" y="103"/>
                    <a:pt x="28" y="93"/>
                  </a:cubicBezTo>
                  <a:cubicBezTo>
                    <a:pt x="28" y="84"/>
                    <a:pt x="35" y="77"/>
                    <a:pt x="45"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223"/>
            <p:cNvSpPr>
              <a:spLocks noEditPoints="1"/>
            </p:cNvSpPr>
            <p:nvPr/>
          </p:nvSpPr>
          <p:spPr bwMode="auto">
            <a:xfrm>
              <a:off x="11449050" y="2898775"/>
              <a:ext cx="568325" cy="439738"/>
            </a:xfrm>
            <a:custGeom>
              <a:avLst/>
              <a:gdLst>
                <a:gd name="T0" fmla="*/ 166 w 350"/>
                <a:gd name="T1" fmla="*/ 0 h 270"/>
                <a:gd name="T2" fmla="*/ 0 w 350"/>
                <a:gd name="T3" fmla="*/ 135 h 270"/>
                <a:gd name="T4" fmla="*/ 166 w 350"/>
                <a:gd name="T5" fmla="*/ 270 h 270"/>
                <a:gd name="T6" fmla="*/ 284 w 350"/>
                <a:gd name="T7" fmla="*/ 231 h 270"/>
                <a:gd name="T8" fmla="*/ 350 w 350"/>
                <a:gd name="T9" fmla="*/ 260 h 270"/>
                <a:gd name="T10" fmla="*/ 304 w 350"/>
                <a:gd name="T11" fmla="*/ 211 h 270"/>
                <a:gd name="T12" fmla="*/ 332 w 350"/>
                <a:gd name="T13" fmla="*/ 135 h 270"/>
                <a:gd name="T14" fmla="*/ 166 w 350"/>
                <a:gd name="T15" fmla="*/ 0 h 270"/>
                <a:gd name="T16" fmla="*/ 170 w 350"/>
                <a:gd name="T17" fmla="*/ 258 h 270"/>
                <a:gd name="T18" fmla="*/ 20 w 350"/>
                <a:gd name="T19" fmla="*/ 139 h 270"/>
                <a:gd name="T20" fmla="*/ 170 w 350"/>
                <a:gd name="T21" fmla="*/ 20 h 270"/>
                <a:gd name="T22" fmla="*/ 320 w 350"/>
                <a:gd name="T23" fmla="*/ 139 h 270"/>
                <a:gd name="T24" fmla="*/ 170 w 350"/>
                <a:gd name="T25" fmla="*/ 258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0" h="270">
                  <a:moveTo>
                    <a:pt x="166" y="0"/>
                  </a:moveTo>
                  <a:cubicBezTo>
                    <a:pt x="75" y="0"/>
                    <a:pt x="0" y="61"/>
                    <a:pt x="0" y="135"/>
                  </a:cubicBezTo>
                  <a:cubicBezTo>
                    <a:pt x="0" y="210"/>
                    <a:pt x="75" y="270"/>
                    <a:pt x="166" y="270"/>
                  </a:cubicBezTo>
                  <a:cubicBezTo>
                    <a:pt x="212" y="270"/>
                    <a:pt x="253" y="255"/>
                    <a:pt x="284" y="231"/>
                  </a:cubicBezTo>
                  <a:cubicBezTo>
                    <a:pt x="350" y="260"/>
                    <a:pt x="350" y="260"/>
                    <a:pt x="350" y="260"/>
                  </a:cubicBezTo>
                  <a:cubicBezTo>
                    <a:pt x="304" y="211"/>
                    <a:pt x="304" y="211"/>
                    <a:pt x="304" y="211"/>
                  </a:cubicBezTo>
                  <a:cubicBezTo>
                    <a:pt x="322" y="189"/>
                    <a:pt x="332" y="163"/>
                    <a:pt x="332" y="135"/>
                  </a:cubicBezTo>
                  <a:cubicBezTo>
                    <a:pt x="332" y="61"/>
                    <a:pt x="258" y="0"/>
                    <a:pt x="166" y="0"/>
                  </a:cubicBezTo>
                  <a:close/>
                  <a:moveTo>
                    <a:pt x="170" y="258"/>
                  </a:moveTo>
                  <a:cubicBezTo>
                    <a:pt x="88" y="258"/>
                    <a:pt x="20" y="205"/>
                    <a:pt x="20" y="139"/>
                  </a:cubicBezTo>
                  <a:cubicBezTo>
                    <a:pt x="20" y="73"/>
                    <a:pt x="88" y="20"/>
                    <a:pt x="170" y="20"/>
                  </a:cubicBezTo>
                  <a:cubicBezTo>
                    <a:pt x="253" y="20"/>
                    <a:pt x="320" y="73"/>
                    <a:pt x="320" y="139"/>
                  </a:cubicBezTo>
                  <a:cubicBezTo>
                    <a:pt x="320" y="205"/>
                    <a:pt x="253" y="258"/>
                    <a:pt x="170" y="2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224"/>
            <p:cNvSpPr>
              <a:spLocks noEditPoints="1"/>
            </p:cNvSpPr>
            <p:nvPr/>
          </p:nvSpPr>
          <p:spPr bwMode="auto">
            <a:xfrm>
              <a:off x="10728325" y="2857500"/>
              <a:ext cx="376237" cy="290513"/>
            </a:xfrm>
            <a:custGeom>
              <a:avLst/>
              <a:gdLst>
                <a:gd name="T0" fmla="*/ 44 w 231"/>
                <a:gd name="T1" fmla="*/ 152 h 178"/>
                <a:gd name="T2" fmla="*/ 121 w 231"/>
                <a:gd name="T3" fmla="*/ 178 h 178"/>
                <a:gd name="T4" fmla="*/ 231 w 231"/>
                <a:gd name="T5" fmla="*/ 89 h 178"/>
                <a:gd name="T6" fmla="*/ 121 w 231"/>
                <a:gd name="T7" fmla="*/ 0 h 178"/>
                <a:gd name="T8" fmla="*/ 12 w 231"/>
                <a:gd name="T9" fmla="*/ 89 h 178"/>
                <a:gd name="T10" fmla="*/ 30 w 231"/>
                <a:gd name="T11" fmla="*/ 139 h 178"/>
                <a:gd name="T12" fmla="*/ 0 w 231"/>
                <a:gd name="T13" fmla="*/ 172 h 178"/>
                <a:gd name="T14" fmla="*/ 44 w 231"/>
                <a:gd name="T15" fmla="*/ 152 h 178"/>
                <a:gd name="T16" fmla="*/ 20 w 231"/>
                <a:gd name="T17" fmla="*/ 92 h 178"/>
                <a:gd name="T18" fmla="*/ 119 w 231"/>
                <a:gd name="T19" fmla="*/ 13 h 178"/>
                <a:gd name="T20" fmla="*/ 218 w 231"/>
                <a:gd name="T21" fmla="*/ 92 h 178"/>
                <a:gd name="T22" fmla="*/ 119 w 231"/>
                <a:gd name="T23" fmla="*/ 170 h 178"/>
                <a:gd name="T24" fmla="*/ 20 w 231"/>
                <a:gd name="T25" fmla="*/ 92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1" h="178">
                  <a:moveTo>
                    <a:pt x="44" y="152"/>
                  </a:moveTo>
                  <a:cubicBezTo>
                    <a:pt x="64" y="169"/>
                    <a:pt x="91" y="178"/>
                    <a:pt x="121" y="178"/>
                  </a:cubicBezTo>
                  <a:cubicBezTo>
                    <a:pt x="182" y="178"/>
                    <a:pt x="231" y="139"/>
                    <a:pt x="231" y="89"/>
                  </a:cubicBezTo>
                  <a:cubicBezTo>
                    <a:pt x="231" y="40"/>
                    <a:pt x="182" y="0"/>
                    <a:pt x="121" y="0"/>
                  </a:cubicBezTo>
                  <a:cubicBezTo>
                    <a:pt x="61" y="0"/>
                    <a:pt x="12" y="40"/>
                    <a:pt x="12" y="89"/>
                  </a:cubicBezTo>
                  <a:cubicBezTo>
                    <a:pt x="12" y="108"/>
                    <a:pt x="19" y="125"/>
                    <a:pt x="30" y="139"/>
                  </a:cubicBezTo>
                  <a:cubicBezTo>
                    <a:pt x="0" y="172"/>
                    <a:pt x="0" y="172"/>
                    <a:pt x="0" y="172"/>
                  </a:cubicBezTo>
                  <a:lnTo>
                    <a:pt x="44" y="152"/>
                  </a:lnTo>
                  <a:close/>
                  <a:moveTo>
                    <a:pt x="20" y="92"/>
                  </a:moveTo>
                  <a:cubicBezTo>
                    <a:pt x="20" y="48"/>
                    <a:pt x="64" y="13"/>
                    <a:pt x="119" y="13"/>
                  </a:cubicBezTo>
                  <a:cubicBezTo>
                    <a:pt x="173" y="13"/>
                    <a:pt x="218" y="48"/>
                    <a:pt x="218" y="92"/>
                  </a:cubicBezTo>
                  <a:cubicBezTo>
                    <a:pt x="218" y="135"/>
                    <a:pt x="173" y="170"/>
                    <a:pt x="119" y="170"/>
                  </a:cubicBezTo>
                  <a:cubicBezTo>
                    <a:pt x="64" y="170"/>
                    <a:pt x="20" y="135"/>
                    <a:pt x="20" y="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225"/>
            <p:cNvSpPr>
              <a:spLocks noEditPoints="1"/>
            </p:cNvSpPr>
            <p:nvPr/>
          </p:nvSpPr>
          <p:spPr bwMode="auto">
            <a:xfrm>
              <a:off x="10455275" y="3198813"/>
              <a:ext cx="569912" cy="438150"/>
            </a:xfrm>
            <a:custGeom>
              <a:avLst/>
              <a:gdLst>
                <a:gd name="T0" fmla="*/ 350 w 350"/>
                <a:gd name="T1" fmla="*/ 135 h 270"/>
                <a:gd name="T2" fmla="*/ 184 w 350"/>
                <a:gd name="T3" fmla="*/ 0 h 270"/>
                <a:gd name="T4" fmla="*/ 18 w 350"/>
                <a:gd name="T5" fmla="*/ 135 h 270"/>
                <a:gd name="T6" fmla="*/ 46 w 350"/>
                <a:gd name="T7" fmla="*/ 211 h 270"/>
                <a:gd name="T8" fmla="*/ 0 w 350"/>
                <a:gd name="T9" fmla="*/ 260 h 270"/>
                <a:gd name="T10" fmla="*/ 67 w 350"/>
                <a:gd name="T11" fmla="*/ 231 h 270"/>
                <a:gd name="T12" fmla="*/ 184 w 350"/>
                <a:gd name="T13" fmla="*/ 270 h 270"/>
                <a:gd name="T14" fmla="*/ 350 w 350"/>
                <a:gd name="T15" fmla="*/ 135 h 270"/>
                <a:gd name="T16" fmla="*/ 180 w 350"/>
                <a:gd name="T17" fmla="*/ 258 h 270"/>
                <a:gd name="T18" fmla="*/ 30 w 350"/>
                <a:gd name="T19" fmla="*/ 139 h 270"/>
                <a:gd name="T20" fmla="*/ 180 w 350"/>
                <a:gd name="T21" fmla="*/ 20 h 270"/>
                <a:gd name="T22" fmla="*/ 330 w 350"/>
                <a:gd name="T23" fmla="*/ 139 h 270"/>
                <a:gd name="T24" fmla="*/ 180 w 350"/>
                <a:gd name="T25" fmla="*/ 258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0" h="270">
                  <a:moveTo>
                    <a:pt x="350" y="135"/>
                  </a:moveTo>
                  <a:cubicBezTo>
                    <a:pt x="350" y="61"/>
                    <a:pt x="276" y="0"/>
                    <a:pt x="184" y="0"/>
                  </a:cubicBezTo>
                  <a:cubicBezTo>
                    <a:pt x="92" y="0"/>
                    <a:pt x="18" y="61"/>
                    <a:pt x="18" y="135"/>
                  </a:cubicBezTo>
                  <a:cubicBezTo>
                    <a:pt x="18" y="163"/>
                    <a:pt x="28" y="189"/>
                    <a:pt x="46" y="211"/>
                  </a:cubicBezTo>
                  <a:cubicBezTo>
                    <a:pt x="0" y="260"/>
                    <a:pt x="0" y="260"/>
                    <a:pt x="0" y="260"/>
                  </a:cubicBezTo>
                  <a:cubicBezTo>
                    <a:pt x="67" y="231"/>
                    <a:pt x="67" y="231"/>
                    <a:pt x="67" y="231"/>
                  </a:cubicBezTo>
                  <a:cubicBezTo>
                    <a:pt x="97" y="255"/>
                    <a:pt x="138" y="270"/>
                    <a:pt x="184" y="270"/>
                  </a:cubicBezTo>
                  <a:cubicBezTo>
                    <a:pt x="276" y="270"/>
                    <a:pt x="350" y="210"/>
                    <a:pt x="350" y="135"/>
                  </a:cubicBezTo>
                  <a:close/>
                  <a:moveTo>
                    <a:pt x="180" y="258"/>
                  </a:moveTo>
                  <a:cubicBezTo>
                    <a:pt x="97" y="258"/>
                    <a:pt x="30" y="205"/>
                    <a:pt x="30" y="139"/>
                  </a:cubicBezTo>
                  <a:cubicBezTo>
                    <a:pt x="30" y="73"/>
                    <a:pt x="97" y="20"/>
                    <a:pt x="180" y="20"/>
                  </a:cubicBezTo>
                  <a:cubicBezTo>
                    <a:pt x="263" y="20"/>
                    <a:pt x="330" y="73"/>
                    <a:pt x="330" y="139"/>
                  </a:cubicBezTo>
                  <a:cubicBezTo>
                    <a:pt x="330" y="205"/>
                    <a:pt x="263" y="258"/>
                    <a:pt x="180" y="2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Freeform 226"/>
            <p:cNvSpPr>
              <a:spLocks noEditPoints="1"/>
            </p:cNvSpPr>
            <p:nvPr/>
          </p:nvSpPr>
          <p:spPr bwMode="auto">
            <a:xfrm>
              <a:off x="10472738" y="3732213"/>
              <a:ext cx="468312" cy="360363"/>
            </a:xfrm>
            <a:custGeom>
              <a:avLst/>
              <a:gdLst>
                <a:gd name="T0" fmla="*/ 55 w 288"/>
                <a:gd name="T1" fmla="*/ 190 h 222"/>
                <a:gd name="T2" fmla="*/ 152 w 288"/>
                <a:gd name="T3" fmla="*/ 222 h 222"/>
                <a:gd name="T4" fmla="*/ 288 w 288"/>
                <a:gd name="T5" fmla="*/ 111 h 222"/>
                <a:gd name="T6" fmla="*/ 152 w 288"/>
                <a:gd name="T7" fmla="*/ 0 h 222"/>
                <a:gd name="T8" fmla="*/ 15 w 288"/>
                <a:gd name="T9" fmla="*/ 111 h 222"/>
                <a:gd name="T10" fmla="*/ 38 w 288"/>
                <a:gd name="T11" fmla="*/ 173 h 222"/>
                <a:gd name="T12" fmla="*/ 0 w 288"/>
                <a:gd name="T13" fmla="*/ 214 h 222"/>
                <a:gd name="T14" fmla="*/ 55 w 288"/>
                <a:gd name="T15" fmla="*/ 190 h 222"/>
                <a:gd name="T16" fmla="*/ 25 w 288"/>
                <a:gd name="T17" fmla="*/ 114 h 222"/>
                <a:gd name="T18" fmla="*/ 148 w 288"/>
                <a:gd name="T19" fmla="*/ 17 h 222"/>
                <a:gd name="T20" fmla="*/ 272 w 288"/>
                <a:gd name="T21" fmla="*/ 114 h 222"/>
                <a:gd name="T22" fmla="*/ 148 w 288"/>
                <a:gd name="T23" fmla="*/ 212 h 222"/>
                <a:gd name="T24" fmla="*/ 25 w 288"/>
                <a:gd name="T25" fmla="*/ 114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8" h="222">
                  <a:moveTo>
                    <a:pt x="55" y="190"/>
                  </a:moveTo>
                  <a:cubicBezTo>
                    <a:pt x="80" y="210"/>
                    <a:pt x="114" y="222"/>
                    <a:pt x="152" y="222"/>
                  </a:cubicBezTo>
                  <a:cubicBezTo>
                    <a:pt x="227" y="222"/>
                    <a:pt x="288" y="173"/>
                    <a:pt x="288" y="111"/>
                  </a:cubicBezTo>
                  <a:cubicBezTo>
                    <a:pt x="288" y="50"/>
                    <a:pt x="227" y="0"/>
                    <a:pt x="152" y="0"/>
                  </a:cubicBezTo>
                  <a:cubicBezTo>
                    <a:pt x="76" y="0"/>
                    <a:pt x="15" y="50"/>
                    <a:pt x="15" y="111"/>
                  </a:cubicBezTo>
                  <a:cubicBezTo>
                    <a:pt x="15" y="134"/>
                    <a:pt x="24" y="156"/>
                    <a:pt x="38" y="173"/>
                  </a:cubicBezTo>
                  <a:cubicBezTo>
                    <a:pt x="0" y="214"/>
                    <a:pt x="0" y="214"/>
                    <a:pt x="0" y="214"/>
                  </a:cubicBezTo>
                  <a:lnTo>
                    <a:pt x="55" y="190"/>
                  </a:lnTo>
                  <a:close/>
                  <a:moveTo>
                    <a:pt x="25" y="114"/>
                  </a:moveTo>
                  <a:cubicBezTo>
                    <a:pt x="25" y="60"/>
                    <a:pt x="80" y="17"/>
                    <a:pt x="148" y="17"/>
                  </a:cubicBezTo>
                  <a:cubicBezTo>
                    <a:pt x="216" y="17"/>
                    <a:pt x="272" y="60"/>
                    <a:pt x="272" y="114"/>
                  </a:cubicBezTo>
                  <a:cubicBezTo>
                    <a:pt x="272" y="168"/>
                    <a:pt x="216" y="212"/>
                    <a:pt x="148" y="212"/>
                  </a:cubicBezTo>
                  <a:cubicBezTo>
                    <a:pt x="80" y="212"/>
                    <a:pt x="25" y="168"/>
                    <a:pt x="25" y="1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227"/>
            <p:cNvSpPr>
              <a:spLocks noEditPoints="1"/>
            </p:cNvSpPr>
            <p:nvPr/>
          </p:nvSpPr>
          <p:spPr bwMode="auto">
            <a:xfrm>
              <a:off x="11620500" y="3422650"/>
              <a:ext cx="569912" cy="439738"/>
            </a:xfrm>
            <a:custGeom>
              <a:avLst/>
              <a:gdLst>
                <a:gd name="T0" fmla="*/ 0 w 350"/>
                <a:gd name="T1" fmla="*/ 135 h 270"/>
                <a:gd name="T2" fmla="*/ 166 w 350"/>
                <a:gd name="T3" fmla="*/ 270 h 270"/>
                <a:gd name="T4" fmla="*/ 284 w 350"/>
                <a:gd name="T5" fmla="*/ 230 h 270"/>
                <a:gd name="T6" fmla="*/ 350 w 350"/>
                <a:gd name="T7" fmla="*/ 259 h 270"/>
                <a:gd name="T8" fmla="*/ 304 w 350"/>
                <a:gd name="T9" fmla="*/ 210 h 270"/>
                <a:gd name="T10" fmla="*/ 332 w 350"/>
                <a:gd name="T11" fmla="*/ 135 h 270"/>
                <a:gd name="T12" fmla="*/ 166 w 350"/>
                <a:gd name="T13" fmla="*/ 0 h 270"/>
                <a:gd name="T14" fmla="*/ 0 w 350"/>
                <a:gd name="T15" fmla="*/ 135 h 270"/>
                <a:gd name="T16" fmla="*/ 320 w 350"/>
                <a:gd name="T17" fmla="*/ 138 h 270"/>
                <a:gd name="T18" fmla="*/ 170 w 350"/>
                <a:gd name="T19" fmla="*/ 257 h 270"/>
                <a:gd name="T20" fmla="*/ 20 w 350"/>
                <a:gd name="T21" fmla="*/ 138 h 270"/>
                <a:gd name="T22" fmla="*/ 170 w 350"/>
                <a:gd name="T23" fmla="*/ 19 h 270"/>
                <a:gd name="T24" fmla="*/ 320 w 350"/>
                <a:gd name="T25" fmla="*/ 138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0" h="270">
                  <a:moveTo>
                    <a:pt x="0" y="135"/>
                  </a:moveTo>
                  <a:cubicBezTo>
                    <a:pt x="0" y="209"/>
                    <a:pt x="75" y="270"/>
                    <a:pt x="166" y="270"/>
                  </a:cubicBezTo>
                  <a:cubicBezTo>
                    <a:pt x="212" y="270"/>
                    <a:pt x="253" y="255"/>
                    <a:pt x="284" y="230"/>
                  </a:cubicBezTo>
                  <a:cubicBezTo>
                    <a:pt x="350" y="259"/>
                    <a:pt x="350" y="259"/>
                    <a:pt x="350" y="259"/>
                  </a:cubicBezTo>
                  <a:cubicBezTo>
                    <a:pt x="304" y="210"/>
                    <a:pt x="304" y="210"/>
                    <a:pt x="304" y="210"/>
                  </a:cubicBezTo>
                  <a:cubicBezTo>
                    <a:pt x="322" y="189"/>
                    <a:pt x="332" y="163"/>
                    <a:pt x="332" y="135"/>
                  </a:cubicBezTo>
                  <a:cubicBezTo>
                    <a:pt x="332" y="60"/>
                    <a:pt x="258" y="0"/>
                    <a:pt x="166" y="0"/>
                  </a:cubicBezTo>
                  <a:cubicBezTo>
                    <a:pt x="75" y="0"/>
                    <a:pt x="0" y="60"/>
                    <a:pt x="0" y="135"/>
                  </a:cubicBezTo>
                  <a:close/>
                  <a:moveTo>
                    <a:pt x="320" y="138"/>
                  </a:moveTo>
                  <a:cubicBezTo>
                    <a:pt x="320" y="204"/>
                    <a:pt x="253" y="257"/>
                    <a:pt x="170" y="257"/>
                  </a:cubicBezTo>
                  <a:cubicBezTo>
                    <a:pt x="88" y="257"/>
                    <a:pt x="20" y="204"/>
                    <a:pt x="20" y="138"/>
                  </a:cubicBezTo>
                  <a:cubicBezTo>
                    <a:pt x="20" y="73"/>
                    <a:pt x="88" y="19"/>
                    <a:pt x="170" y="19"/>
                  </a:cubicBezTo>
                  <a:cubicBezTo>
                    <a:pt x="253" y="19"/>
                    <a:pt x="320" y="73"/>
                    <a:pt x="320" y="1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Freeform 228"/>
            <p:cNvSpPr>
              <a:spLocks/>
            </p:cNvSpPr>
            <p:nvPr/>
          </p:nvSpPr>
          <p:spPr bwMode="auto">
            <a:xfrm>
              <a:off x="10567988" y="3376613"/>
              <a:ext cx="63500" cy="80963"/>
            </a:xfrm>
            <a:custGeom>
              <a:avLst/>
              <a:gdLst>
                <a:gd name="T0" fmla="*/ 31 w 39"/>
                <a:gd name="T1" fmla="*/ 0 h 49"/>
                <a:gd name="T2" fmla="*/ 17 w 39"/>
                <a:gd name="T3" fmla="*/ 6 h 49"/>
                <a:gd name="T4" fmla="*/ 5 w 39"/>
                <a:gd name="T5" fmla="*/ 19 h 49"/>
                <a:gd name="T6" fmla="*/ 0 w 39"/>
                <a:gd name="T7" fmla="*/ 35 h 49"/>
                <a:gd name="T8" fmla="*/ 5 w 39"/>
                <a:gd name="T9" fmla="*/ 45 h 49"/>
                <a:gd name="T10" fmla="*/ 15 w 39"/>
                <a:gd name="T11" fmla="*/ 49 h 49"/>
                <a:gd name="T12" fmla="*/ 27 w 39"/>
                <a:gd name="T13" fmla="*/ 45 h 49"/>
                <a:gd name="T14" fmla="*/ 34 w 39"/>
                <a:gd name="T15" fmla="*/ 38 h 49"/>
                <a:gd name="T16" fmla="*/ 32 w 39"/>
                <a:gd name="T17" fmla="*/ 36 h 49"/>
                <a:gd name="T18" fmla="*/ 28 w 39"/>
                <a:gd name="T19" fmla="*/ 38 h 49"/>
                <a:gd name="T20" fmla="*/ 21 w 39"/>
                <a:gd name="T21" fmla="*/ 41 h 49"/>
                <a:gd name="T22" fmla="*/ 16 w 39"/>
                <a:gd name="T23" fmla="*/ 42 h 49"/>
                <a:gd name="T24" fmla="*/ 10 w 39"/>
                <a:gd name="T25" fmla="*/ 40 h 49"/>
                <a:gd name="T26" fmla="*/ 8 w 39"/>
                <a:gd name="T27" fmla="*/ 34 h 49"/>
                <a:gd name="T28" fmla="*/ 12 w 39"/>
                <a:gd name="T29" fmla="*/ 22 h 49"/>
                <a:gd name="T30" fmla="*/ 21 w 39"/>
                <a:gd name="T31" fmla="*/ 11 h 49"/>
                <a:gd name="T32" fmla="*/ 30 w 39"/>
                <a:gd name="T33" fmla="*/ 6 h 49"/>
                <a:gd name="T34" fmla="*/ 32 w 39"/>
                <a:gd name="T35" fmla="*/ 8 h 49"/>
                <a:gd name="T36" fmla="*/ 31 w 39"/>
                <a:gd name="T37" fmla="*/ 11 h 49"/>
                <a:gd name="T38" fmla="*/ 31 w 39"/>
                <a:gd name="T39" fmla="*/ 14 h 49"/>
                <a:gd name="T40" fmla="*/ 32 w 39"/>
                <a:gd name="T41" fmla="*/ 16 h 49"/>
                <a:gd name="T42" fmla="*/ 34 w 39"/>
                <a:gd name="T43" fmla="*/ 17 h 49"/>
                <a:gd name="T44" fmla="*/ 37 w 39"/>
                <a:gd name="T45" fmla="*/ 16 h 49"/>
                <a:gd name="T46" fmla="*/ 39 w 39"/>
                <a:gd name="T47" fmla="*/ 13 h 49"/>
                <a:gd name="T48" fmla="*/ 39 w 39"/>
                <a:gd name="T49" fmla="*/ 8 h 49"/>
                <a:gd name="T50" fmla="*/ 37 w 39"/>
                <a:gd name="T51" fmla="*/ 3 h 49"/>
                <a:gd name="T52" fmla="*/ 31 w 39"/>
                <a:gd name="T53"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9" h="49">
                  <a:moveTo>
                    <a:pt x="31" y="0"/>
                  </a:moveTo>
                  <a:cubicBezTo>
                    <a:pt x="26" y="0"/>
                    <a:pt x="22" y="2"/>
                    <a:pt x="17" y="6"/>
                  </a:cubicBezTo>
                  <a:cubicBezTo>
                    <a:pt x="12" y="9"/>
                    <a:pt x="8" y="14"/>
                    <a:pt x="5" y="19"/>
                  </a:cubicBezTo>
                  <a:cubicBezTo>
                    <a:pt x="2" y="25"/>
                    <a:pt x="0" y="30"/>
                    <a:pt x="0" y="35"/>
                  </a:cubicBezTo>
                  <a:cubicBezTo>
                    <a:pt x="0" y="39"/>
                    <a:pt x="2" y="43"/>
                    <a:pt x="5" y="45"/>
                  </a:cubicBezTo>
                  <a:cubicBezTo>
                    <a:pt x="8" y="47"/>
                    <a:pt x="11" y="49"/>
                    <a:pt x="15" y="49"/>
                  </a:cubicBezTo>
                  <a:cubicBezTo>
                    <a:pt x="19" y="49"/>
                    <a:pt x="23" y="47"/>
                    <a:pt x="27" y="45"/>
                  </a:cubicBezTo>
                  <a:cubicBezTo>
                    <a:pt x="32" y="42"/>
                    <a:pt x="34" y="40"/>
                    <a:pt x="34" y="38"/>
                  </a:cubicBezTo>
                  <a:cubicBezTo>
                    <a:pt x="34" y="36"/>
                    <a:pt x="33" y="36"/>
                    <a:pt x="32" y="36"/>
                  </a:cubicBezTo>
                  <a:cubicBezTo>
                    <a:pt x="31" y="36"/>
                    <a:pt x="30" y="36"/>
                    <a:pt x="28" y="38"/>
                  </a:cubicBezTo>
                  <a:cubicBezTo>
                    <a:pt x="26" y="39"/>
                    <a:pt x="24" y="40"/>
                    <a:pt x="21" y="41"/>
                  </a:cubicBezTo>
                  <a:cubicBezTo>
                    <a:pt x="19" y="42"/>
                    <a:pt x="17" y="42"/>
                    <a:pt x="16" y="42"/>
                  </a:cubicBezTo>
                  <a:cubicBezTo>
                    <a:pt x="13" y="42"/>
                    <a:pt x="11" y="41"/>
                    <a:pt x="10" y="40"/>
                  </a:cubicBezTo>
                  <a:cubicBezTo>
                    <a:pt x="9" y="38"/>
                    <a:pt x="8" y="36"/>
                    <a:pt x="8" y="34"/>
                  </a:cubicBezTo>
                  <a:cubicBezTo>
                    <a:pt x="8" y="31"/>
                    <a:pt x="9" y="27"/>
                    <a:pt x="12" y="22"/>
                  </a:cubicBezTo>
                  <a:cubicBezTo>
                    <a:pt x="14" y="17"/>
                    <a:pt x="17" y="14"/>
                    <a:pt x="21" y="11"/>
                  </a:cubicBezTo>
                  <a:cubicBezTo>
                    <a:pt x="24" y="8"/>
                    <a:pt x="28" y="6"/>
                    <a:pt x="30" y="6"/>
                  </a:cubicBezTo>
                  <a:cubicBezTo>
                    <a:pt x="31" y="6"/>
                    <a:pt x="32" y="7"/>
                    <a:pt x="32" y="8"/>
                  </a:cubicBezTo>
                  <a:cubicBezTo>
                    <a:pt x="32" y="9"/>
                    <a:pt x="32" y="10"/>
                    <a:pt x="31" y="11"/>
                  </a:cubicBezTo>
                  <a:cubicBezTo>
                    <a:pt x="31" y="12"/>
                    <a:pt x="31" y="13"/>
                    <a:pt x="31" y="14"/>
                  </a:cubicBezTo>
                  <a:cubicBezTo>
                    <a:pt x="31" y="15"/>
                    <a:pt x="31" y="16"/>
                    <a:pt x="32" y="16"/>
                  </a:cubicBezTo>
                  <a:cubicBezTo>
                    <a:pt x="32" y="17"/>
                    <a:pt x="33" y="17"/>
                    <a:pt x="34" y="17"/>
                  </a:cubicBezTo>
                  <a:cubicBezTo>
                    <a:pt x="34" y="17"/>
                    <a:pt x="35" y="17"/>
                    <a:pt x="37" y="16"/>
                  </a:cubicBezTo>
                  <a:cubicBezTo>
                    <a:pt x="38" y="15"/>
                    <a:pt x="38" y="14"/>
                    <a:pt x="39" y="13"/>
                  </a:cubicBezTo>
                  <a:cubicBezTo>
                    <a:pt x="39" y="12"/>
                    <a:pt x="39" y="11"/>
                    <a:pt x="39" y="8"/>
                  </a:cubicBezTo>
                  <a:cubicBezTo>
                    <a:pt x="39" y="6"/>
                    <a:pt x="39" y="4"/>
                    <a:pt x="37" y="3"/>
                  </a:cubicBezTo>
                  <a:cubicBezTo>
                    <a:pt x="35" y="1"/>
                    <a:pt x="33" y="0"/>
                    <a:pt x="3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229"/>
            <p:cNvSpPr>
              <a:spLocks noEditPoints="1"/>
            </p:cNvSpPr>
            <p:nvPr/>
          </p:nvSpPr>
          <p:spPr bwMode="auto">
            <a:xfrm>
              <a:off x="10634663" y="3400425"/>
              <a:ext cx="49212" cy="53975"/>
            </a:xfrm>
            <a:custGeom>
              <a:avLst/>
              <a:gdLst>
                <a:gd name="T0" fmla="*/ 18 w 30"/>
                <a:gd name="T1" fmla="*/ 0 h 33"/>
                <a:gd name="T2" fmla="*/ 6 w 30"/>
                <a:gd name="T3" fmla="*/ 7 h 33"/>
                <a:gd name="T4" fmla="*/ 0 w 30"/>
                <a:gd name="T5" fmla="*/ 22 h 33"/>
                <a:gd name="T6" fmla="*/ 3 w 30"/>
                <a:gd name="T7" fmla="*/ 30 h 33"/>
                <a:gd name="T8" fmla="*/ 10 w 30"/>
                <a:gd name="T9" fmla="*/ 33 h 33"/>
                <a:gd name="T10" fmla="*/ 22 w 30"/>
                <a:gd name="T11" fmla="*/ 29 h 33"/>
                <a:gd name="T12" fmla="*/ 29 w 30"/>
                <a:gd name="T13" fmla="*/ 17 h 33"/>
                <a:gd name="T14" fmla="*/ 29 w 30"/>
                <a:gd name="T15" fmla="*/ 17 h 33"/>
                <a:gd name="T16" fmla="*/ 30 w 30"/>
                <a:gd name="T17" fmla="*/ 12 h 33"/>
                <a:gd name="T18" fmla="*/ 27 w 30"/>
                <a:gd name="T19" fmla="*/ 3 h 33"/>
                <a:gd name="T20" fmla="*/ 18 w 30"/>
                <a:gd name="T21" fmla="*/ 0 h 33"/>
                <a:gd name="T22" fmla="*/ 19 w 30"/>
                <a:gd name="T23" fmla="*/ 23 h 33"/>
                <a:gd name="T24" fmla="*/ 11 w 30"/>
                <a:gd name="T25" fmla="*/ 27 h 33"/>
                <a:gd name="T26" fmla="*/ 9 w 30"/>
                <a:gd name="T27" fmla="*/ 26 h 33"/>
                <a:gd name="T28" fmla="*/ 8 w 30"/>
                <a:gd name="T29" fmla="*/ 21 h 33"/>
                <a:gd name="T30" fmla="*/ 10 w 30"/>
                <a:gd name="T31" fmla="*/ 13 h 33"/>
                <a:gd name="T32" fmla="*/ 14 w 30"/>
                <a:gd name="T33" fmla="*/ 7 h 33"/>
                <a:gd name="T34" fmla="*/ 14 w 30"/>
                <a:gd name="T35" fmla="*/ 7 h 33"/>
                <a:gd name="T36" fmla="*/ 18 w 30"/>
                <a:gd name="T37" fmla="*/ 6 h 33"/>
                <a:gd name="T38" fmla="*/ 21 w 30"/>
                <a:gd name="T39" fmla="*/ 8 h 33"/>
                <a:gd name="T40" fmla="*/ 23 w 30"/>
                <a:gd name="T41" fmla="*/ 13 h 33"/>
                <a:gd name="T42" fmla="*/ 19 w 30"/>
                <a:gd name="T43" fmla="*/ 2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 h="33">
                  <a:moveTo>
                    <a:pt x="18" y="0"/>
                  </a:moveTo>
                  <a:cubicBezTo>
                    <a:pt x="13" y="0"/>
                    <a:pt x="9" y="2"/>
                    <a:pt x="6" y="7"/>
                  </a:cubicBezTo>
                  <a:cubicBezTo>
                    <a:pt x="2" y="12"/>
                    <a:pt x="0" y="17"/>
                    <a:pt x="0" y="22"/>
                  </a:cubicBezTo>
                  <a:cubicBezTo>
                    <a:pt x="0" y="25"/>
                    <a:pt x="1" y="28"/>
                    <a:pt x="3" y="30"/>
                  </a:cubicBezTo>
                  <a:cubicBezTo>
                    <a:pt x="5" y="32"/>
                    <a:pt x="7" y="33"/>
                    <a:pt x="10" y="33"/>
                  </a:cubicBezTo>
                  <a:cubicBezTo>
                    <a:pt x="14" y="33"/>
                    <a:pt x="18" y="32"/>
                    <a:pt x="22" y="29"/>
                  </a:cubicBezTo>
                  <a:cubicBezTo>
                    <a:pt x="25" y="25"/>
                    <a:pt x="28" y="22"/>
                    <a:pt x="29" y="17"/>
                  </a:cubicBezTo>
                  <a:cubicBezTo>
                    <a:pt x="29" y="17"/>
                    <a:pt x="29" y="17"/>
                    <a:pt x="29" y="17"/>
                  </a:cubicBezTo>
                  <a:cubicBezTo>
                    <a:pt x="30" y="15"/>
                    <a:pt x="30" y="14"/>
                    <a:pt x="30" y="12"/>
                  </a:cubicBezTo>
                  <a:cubicBezTo>
                    <a:pt x="30" y="9"/>
                    <a:pt x="29" y="6"/>
                    <a:pt x="27" y="3"/>
                  </a:cubicBezTo>
                  <a:cubicBezTo>
                    <a:pt x="24" y="1"/>
                    <a:pt x="22" y="0"/>
                    <a:pt x="18" y="0"/>
                  </a:cubicBezTo>
                  <a:close/>
                  <a:moveTo>
                    <a:pt x="19" y="23"/>
                  </a:moveTo>
                  <a:cubicBezTo>
                    <a:pt x="16" y="26"/>
                    <a:pt x="13" y="27"/>
                    <a:pt x="11" y="27"/>
                  </a:cubicBezTo>
                  <a:cubicBezTo>
                    <a:pt x="10" y="27"/>
                    <a:pt x="9" y="27"/>
                    <a:pt x="9" y="26"/>
                  </a:cubicBezTo>
                  <a:cubicBezTo>
                    <a:pt x="8" y="25"/>
                    <a:pt x="8" y="23"/>
                    <a:pt x="8" y="21"/>
                  </a:cubicBezTo>
                  <a:cubicBezTo>
                    <a:pt x="8" y="19"/>
                    <a:pt x="8" y="16"/>
                    <a:pt x="10" y="13"/>
                  </a:cubicBezTo>
                  <a:cubicBezTo>
                    <a:pt x="11" y="11"/>
                    <a:pt x="12" y="9"/>
                    <a:pt x="14" y="7"/>
                  </a:cubicBezTo>
                  <a:cubicBezTo>
                    <a:pt x="14" y="7"/>
                    <a:pt x="14" y="7"/>
                    <a:pt x="14" y="7"/>
                  </a:cubicBezTo>
                  <a:cubicBezTo>
                    <a:pt x="15" y="6"/>
                    <a:pt x="16" y="6"/>
                    <a:pt x="18" y="6"/>
                  </a:cubicBezTo>
                  <a:cubicBezTo>
                    <a:pt x="19" y="6"/>
                    <a:pt x="20" y="7"/>
                    <a:pt x="21" y="8"/>
                  </a:cubicBezTo>
                  <a:cubicBezTo>
                    <a:pt x="22" y="9"/>
                    <a:pt x="23" y="11"/>
                    <a:pt x="23" y="13"/>
                  </a:cubicBezTo>
                  <a:cubicBezTo>
                    <a:pt x="23" y="17"/>
                    <a:pt x="21" y="20"/>
                    <a:pt x="19"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230"/>
            <p:cNvSpPr>
              <a:spLocks/>
            </p:cNvSpPr>
            <p:nvPr/>
          </p:nvSpPr>
          <p:spPr bwMode="auto">
            <a:xfrm>
              <a:off x="10693400" y="3398838"/>
              <a:ext cx="90487" cy="55563"/>
            </a:xfrm>
            <a:custGeom>
              <a:avLst/>
              <a:gdLst>
                <a:gd name="T0" fmla="*/ 55 w 56"/>
                <a:gd name="T1" fmla="*/ 27 h 34"/>
                <a:gd name="T2" fmla="*/ 52 w 56"/>
                <a:gd name="T3" fmla="*/ 23 h 34"/>
                <a:gd name="T4" fmla="*/ 51 w 56"/>
                <a:gd name="T5" fmla="*/ 15 h 34"/>
                <a:gd name="T6" fmla="*/ 49 w 56"/>
                <a:gd name="T7" fmla="*/ 5 h 34"/>
                <a:gd name="T8" fmla="*/ 44 w 56"/>
                <a:gd name="T9" fmla="*/ 2 h 34"/>
                <a:gd name="T10" fmla="*/ 39 w 56"/>
                <a:gd name="T11" fmla="*/ 5 h 34"/>
                <a:gd name="T12" fmla="*/ 33 w 56"/>
                <a:gd name="T13" fmla="*/ 15 h 34"/>
                <a:gd name="T14" fmla="*/ 29 w 56"/>
                <a:gd name="T15" fmla="*/ 21 h 34"/>
                <a:gd name="T16" fmla="*/ 28 w 56"/>
                <a:gd name="T17" fmla="*/ 14 h 34"/>
                <a:gd name="T18" fmla="*/ 26 w 56"/>
                <a:gd name="T19" fmla="*/ 5 h 34"/>
                <a:gd name="T20" fmla="*/ 22 w 56"/>
                <a:gd name="T21" fmla="*/ 2 h 34"/>
                <a:gd name="T22" fmla="*/ 6 w 56"/>
                <a:gd name="T23" fmla="*/ 21 h 34"/>
                <a:gd name="T24" fmla="*/ 7 w 56"/>
                <a:gd name="T25" fmla="*/ 15 h 34"/>
                <a:gd name="T26" fmla="*/ 9 w 56"/>
                <a:gd name="T27" fmla="*/ 6 h 34"/>
                <a:gd name="T28" fmla="*/ 5 w 56"/>
                <a:gd name="T29" fmla="*/ 0 h 34"/>
                <a:gd name="T30" fmla="*/ 2 w 56"/>
                <a:gd name="T31" fmla="*/ 1 h 34"/>
                <a:gd name="T32" fmla="*/ 2 w 56"/>
                <a:gd name="T33" fmla="*/ 3 h 34"/>
                <a:gd name="T34" fmla="*/ 1 w 56"/>
                <a:gd name="T35" fmla="*/ 13 h 34"/>
                <a:gd name="T36" fmla="*/ 0 w 56"/>
                <a:gd name="T37" fmla="*/ 29 h 34"/>
                <a:gd name="T38" fmla="*/ 4 w 56"/>
                <a:gd name="T39" fmla="*/ 34 h 34"/>
                <a:gd name="T40" fmla="*/ 7 w 56"/>
                <a:gd name="T41" fmla="*/ 31 h 34"/>
                <a:gd name="T42" fmla="*/ 14 w 56"/>
                <a:gd name="T43" fmla="*/ 18 h 34"/>
                <a:gd name="T44" fmla="*/ 21 w 56"/>
                <a:gd name="T45" fmla="*/ 11 h 34"/>
                <a:gd name="T46" fmla="*/ 22 w 56"/>
                <a:gd name="T47" fmla="*/ 19 h 34"/>
                <a:gd name="T48" fmla="*/ 23 w 56"/>
                <a:gd name="T49" fmla="*/ 30 h 34"/>
                <a:gd name="T50" fmla="*/ 27 w 56"/>
                <a:gd name="T51" fmla="*/ 31 h 34"/>
                <a:gd name="T52" fmla="*/ 31 w 56"/>
                <a:gd name="T53" fmla="*/ 29 h 34"/>
                <a:gd name="T54" fmla="*/ 36 w 56"/>
                <a:gd name="T55" fmla="*/ 21 h 34"/>
                <a:gd name="T56" fmla="*/ 40 w 56"/>
                <a:gd name="T57" fmla="*/ 12 h 34"/>
                <a:gd name="T58" fmla="*/ 42 w 56"/>
                <a:gd name="T59" fmla="*/ 10 h 34"/>
                <a:gd name="T60" fmla="*/ 43 w 56"/>
                <a:gd name="T61" fmla="*/ 12 h 34"/>
                <a:gd name="T62" fmla="*/ 44 w 56"/>
                <a:gd name="T63" fmla="*/ 18 h 34"/>
                <a:gd name="T64" fmla="*/ 46 w 56"/>
                <a:gd name="T65" fmla="*/ 30 h 34"/>
                <a:gd name="T66" fmla="*/ 51 w 56"/>
                <a:gd name="T67" fmla="*/ 33 h 34"/>
                <a:gd name="T68" fmla="*/ 54 w 56"/>
                <a:gd name="T69" fmla="*/ 31 h 34"/>
                <a:gd name="T70" fmla="*/ 56 w 56"/>
                <a:gd name="T71" fmla="*/ 29 h 34"/>
                <a:gd name="T72" fmla="*/ 55 w 56"/>
                <a:gd name="T73" fmla="*/ 27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6" h="34">
                  <a:moveTo>
                    <a:pt x="55" y="27"/>
                  </a:moveTo>
                  <a:cubicBezTo>
                    <a:pt x="53" y="26"/>
                    <a:pt x="53" y="25"/>
                    <a:pt x="52" y="23"/>
                  </a:cubicBezTo>
                  <a:cubicBezTo>
                    <a:pt x="51" y="21"/>
                    <a:pt x="51" y="18"/>
                    <a:pt x="51" y="15"/>
                  </a:cubicBezTo>
                  <a:cubicBezTo>
                    <a:pt x="50" y="10"/>
                    <a:pt x="50" y="7"/>
                    <a:pt x="49" y="5"/>
                  </a:cubicBezTo>
                  <a:cubicBezTo>
                    <a:pt x="48" y="3"/>
                    <a:pt x="46" y="2"/>
                    <a:pt x="44" y="2"/>
                  </a:cubicBezTo>
                  <a:cubicBezTo>
                    <a:pt x="42" y="2"/>
                    <a:pt x="40" y="3"/>
                    <a:pt x="39" y="5"/>
                  </a:cubicBezTo>
                  <a:cubicBezTo>
                    <a:pt x="37" y="6"/>
                    <a:pt x="35" y="10"/>
                    <a:pt x="33" y="15"/>
                  </a:cubicBezTo>
                  <a:cubicBezTo>
                    <a:pt x="30" y="19"/>
                    <a:pt x="29" y="21"/>
                    <a:pt x="29" y="21"/>
                  </a:cubicBezTo>
                  <a:cubicBezTo>
                    <a:pt x="28" y="21"/>
                    <a:pt x="28" y="19"/>
                    <a:pt x="28" y="14"/>
                  </a:cubicBezTo>
                  <a:cubicBezTo>
                    <a:pt x="28" y="9"/>
                    <a:pt x="27" y="6"/>
                    <a:pt x="26" y="5"/>
                  </a:cubicBezTo>
                  <a:cubicBezTo>
                    <a:pt x="25" y="3"/>
                    <a:pt x="24" y="2"/>
                    <a:pt x="22" y="2"/>
                  </a:cubicBezTo>
                  <a:cubicBezTo>
                    <a:pt x="17" y="2"/>
                    <a:pt x="12" y="9"/>
                    <a:pt x="6" y="21"/>
                  </a:cubicBezTo>
                  <a:cubicBezTo>
                    <a:pt x="6" y="20"/>
                    <a:pt x="7" y="18"/>
                    <a:pt x="7" y="15"/>
                  </a:cubicBezTo>
                  <a:cubicBezTo>
                    <a:pt x="9" y="10"/>
                    <a:pt x="9" y="7"/>
                    <a:pt x="9" y="6"/>
                  </a:cubicBezTo>
                  <a:cubicBezTo>
                    <a:pt x="9" y="2"/>
                    <a:pt x="8" y="0"/>
                    <a:pt x="5" y="0"/>
                  </a:cubicBezTo>
                  <a:cubicBezTo>
                    <a:pt x="4" y="0"/>
                    <a:pt x="3" y="1"/>
                    <a:pt x="2" y="1"/>
                  </a:cubicBezTo>
                  <a:cubicBezTo>
                    <a:pt x="2" y="2"/>
                    <a:pt x="2" y="2"/>
                    <a:pt x="2" y="3"/>
                  </a:cubicBezTo>
                  <a:cubicBezTo>
                    <a:pt x="2" y="6"/>
                    <a:pt x="1" y="10"/>
                    <a:pt x="1" y="13"/>
                  </a:cubicBezTo>
                  <a:cubicBezTo>
                    <a:pt x="0" y="17"/>
                    <a:pt x="0" y="23"/>
                    <a:pt x="0" y="29"/>
                  </a:cubicBezTo>
                  <a:cubicBezTo>
                    <a:pt x="0" y="32"/>
                    <a:pt x="1" y="34"/>
                    <a:pt x="4" y="34"/>
                  </a:cubicBezTo>
                  <a:cubicBezTo>
                    <a:pt x="6" y="34"/>
                    <a:pt x="7" y="33"/>
                    <a:pt x="7" y="31"/>
                  </a:cubicBezTo>
                  <a:cubicBezTo>
                    <a:pt x="9" y="27"/>
                    <a:pt x="11" y="23"/>
                    <a:pt x="14" y="18"/>
                  </a:cubicBezTo>
                  <a:cubicBezTo>
                    <a:pt x="18" y="13"/>
                    <a:pt x="20" y="11"/>
                    <a:pt x="21" y="11"/>
                  </a:cubicBezTo>
                  <a:cubicBezTo>
                    <a:pt x="21" y="11"/>
                    <a:pt x="21" y="13"/>
                    <a:pt x="22" y="19"/>
                  </a:cubicBezTo>
                  <a:cubicBezTo>
                    <a:pt x="22" y="25"/>
                    <a:pt x="22" y="29"/>
                    <a:pt x="23" y="30"/>
                  </a:cubicBezTo>
                  <a:cubicBezTo>
                    <a:pt x="25" y="31"/>
                    <a:pt x="26" y="31"/>
                    <a:pt x="27" y="31"/>
                  </a:cubicBezTo>
                  <a:cubicBezTo>
                    <a:pt x="28" y="31"/>
                    <a:pt x="30" y="30"/>
                    <a:pt x="31" y="29"/>
                  </a:cubicBezTo>
                  <a:cubicBezTo>
                    <a:pt x="32" y="27"/>
                    <a:pt x="34" y="25"/>
                    <a:pt x="36" y="21"/>
                  </a:cubicBezTo>
                  <a:cubicBezTo>
                    <a:pt x="38" y="17"/>
                    <a:pt x="39" y="14"/>
                    <a:pt x="40" y="12"/>
                  </a:cubicBezTo>
                  <a:cubicBezTo>
                    <a:pt x="41" y="11"/>
                    <a:pt x="42" y="10"/>
                    <a:pt x="42" y="10"/>
                  </a:cubicBezTo>
                  <a:cubicBezTo>
                    <a:pt x="43" y="10"/>
                    <a:pt x="43" y="11"/>
                    <a:pt x="43" y="12"/>
                  </a:cubicBezTo>
                  <a:cubicBezTo>
                    <a:pt x="43" y="13"/>
                    <a:pt x="44" y="15"/>
                    <a:pt x="44" y="18"/>
                  </a:cubicBezTo>
                  <a:cubicBezTo>
                    <a:pt x="44" y="24"/>
                    <a:pt x="45" y="28"/>
                    <a:pt x="46" y="30"/>
                  </a:cubicBezTo>
                  <a:cubicBezTo>
                    <a:pt x="47" y="32"/>
                    <a:pt x="49" y="33"/>
                    <a:pt x="51" y="33"/>
                  </a:cubicBezTo>
                  <a:cubicBezTo>
                    <a:pt x="52" y="33"/>
                    <a:pt x="53" y="32"/>
                    <a:pt x="54" y="31"/>
                  </a:cubicBezTo>
                  <a:cubicBezTo>
                    <a:pt x="56" y="30"/>
                    <a:pt x="56" y="30"/>
                    <a:pt x="56" y="29"/>
                  </a:cubicBezTo>
                  <a:cubicBezTo>
                    <a:pt x="56" y="28"/>
                    <a:pt x="56" y="27"/>
                    <a:pt x="55"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231"/>
            <p:cNvSpPr>
              <a:spLocks noEditPoints="1"/>
            </p:cNvSpPr>
            <p:nvPr/>
          </p:nvSpPr>
          <p:spPr bwMode="auto">
            <a:xfrm>
              <a:off x="10788650" y="3397250"/>
              <a:ext cx="46037" cy="57150"/>
            </a:xfrm>
            <a:custGeom>
              <a:avLst/>
              <a:gdLst>
                <a:gd name="T0" fmla="*/ 26 w 28"/>
                <a:gd name="T1" fmla="*/ 22 h 35"/>
                <a:gd name="T2" fmla="*/ 24 w 28"/>
                <a:gd name="T3" fmla="*/ 23 h 35"/>
                <a:gd name="T4" fmla="*/ 12 w 28"/>
                <a:gd name="T5" fmla="*/ 29 h 35"/>
                <a:gd name="T6" fmla="*/ 9 w 28"/>
                <a:gd name="T7" fmla="*/ 28 h 35"/>
                <a:gd name="T8" fmla="*/ 8 w 28"/>
                <a:gd name="T9" fmla="*/ 25 h 35"/>
                <a:gd name="T10" fmla="*/ 9 w 28"/>
                <a:gd name="T11" fmla="*/ 24 h 35"/>
                <a:gd name="T12" fmla="*/ 21 w 28"/>
                <a:gd name="T13" fmla="*/ 18 h 35"/>
                <a:gd name="T14" fmla="*/ 26 w 28"/>
                <a:gd name="T15" fmla="*/ 8 h 35"/>
                <a:gd name="T16" fmla="*/ 24 w 28"/>
                <a:gd name="T17" fmla="*/ 3 h 35"/>
                <a:gd name="T18" fmla="*/ 19 w 28"/>
                <a:gd name="T19" fmla="*/ 0 h 35"/>
                <a:gd name="T20" fmla="*/ 6 w 28"/>
                <a:gd name="T21" fmla="*/ 8 h 35"/>
                <a:gd name="T22" fmla="*/ 0 w 28"/>
                <a:gd name="T23" fmla="*/ 23 h 35"/>
                <a:gd name="T24" fmla="*/ 3 w 28"/>
                <a:gd name="T25" fmla="*/ 32 h 35"/>
                <a:gd name="T26" fmla="*/ 11 w 28"/>
                <a:gd name="T27" fmla="*/ 35 h 35"/>
                <a:gd name="T28" fmla="*/ 23 w 28"/>
                <a:gd name="T29" fmla="*/ 31 h 35"/>
                <a:gd name="T30" fmla="*/ 28 w 28"/>
                <a:gd name="T31" fmla="*/ 24 h 35"/>
                <a:gd name="T32" fmla="*/ 26 w 28"/>
                <a:gd name="T33" fmla="*/ 22 h 35"/>
                <a:gd name="T34" fmla="*/ 12 w 28"/>
                <a:gd name="T35" fmla="*/ 10 h 35"/>
                <a:gd name="T36" fmla="*/ 18 w 28"/>
                <a:gd name="T37" fmla="*/ 7 h 35"/>
                <a:gd name="T38" fmla="*/ 20 w 28"/>
                <a:gd name="T39" fmla="*/ 7 h 35"/>
                <a:gd name="T40" fmla="*/ 20 w 28"/>
                <a:gd name="T41" fmla="*/ 9 h 35"/>
                <a:gd name="T42" fmla="*/ 17 w 28"/>
                <a:gd name="T43" fmla="*/ 14 h 35"/>
                <a:gd name="T44" fmla="*/ 8 w 28"/>
                <a:gd name="T45" fmla="*/ 18 h 35"/>
                <a:gd name="T46" fmla="*/ 12 w 28"/>
                <a:gd name="T47"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35">
                  <a:moveTo>
                    <a:pt x="26" y="22"/>
                  </a:moveTo>
                  <a:cubicBezTo>
                    <a:pt x="26" y="22"/>
                    <a:pt x="25" y="22"/>
                    <a:pt x="24" y="23"/>
                  </a:cubicBezTo>
                  <a:cubicBezTo>
                    <a:pt x="20" y="27"/>
                    <a:pt x="16" y="29"/>
                    <a:pt x="12" y="29"/>
                  </a:cubicBezTo>
                  <a:cubicBezTo>
                    <a:pt x="11" y="29"/>
                    <a:pt x="10" y="29"/>
                    <a:pt x="9" y="28"/>
                  </a:cubicBezTo>
                  <a:cubicBezTo>
                    <a:pt x="8" y="27"/>
                    <a:pt x="8" y="26"/>
                    <a:pt x="8" y="25"/>
                  </a:cubicBezTo>
                  <a:cubicBezTo>
                    <a:pt x="8" y="24"/>
                    <a:pt x="8" y="24"/>
                    <a:pt x="9" y="24"/>
                  </a:cubicBezTo>
                  <a:cubicBezTo>
                    <a:pt x="14" y="23"/>
                    <a:pt x="18" y="21"/>
                    <a:pt x="21" y="18"/>
                  </a:cubicBezTo>
                  <a:cubicBezTo>
                    <a:pt x="25" y="14"/>
                    <a:pt x="26" y="11"/>
                    <a:pt x="26" y="8"/>
                  </a:cubicBezTo>
                  <a:cubicBezTo>
                    <a:pt x="26" y="6"/>
                    <a:pt x="26" y="4"/>
                    <a:pt x="24" y="3"/>
                  </a:cubicBezTo>
                  <a:cubicBezTo>
                    <a:pt x="23" y="1"/>
                    <a:pt x="21" y="0"/>
                    <a:pt x="19" y="0"/>
                  </a:cubicBezTo>
                  <a:cubicBezTo>
                    <a:pt x="14" y="0"/>
                    <a:pt x="10" y="3"/>
                    <a:pt x="6" y="8"/>
                  </a:cubicBezTo>
                  <a:cubicBezTo>
                    <a:pt x="2" y="13"/>
                    <a:pt x="0" y="18"/>
                    <a:pt x="0" y="23"/>
                  </a:cubicBezTo>
                  <a:cubicBezTo>
                    <a:pt x="0" y="27"/>
                    <a:pt x="1" y="30"/>
                    <a:pt x="3" y="32"/>
                  </a:cubicBezTo>
                  <a:cubicBezTo>
                    <a:pt x="5" y="34"/>
                    <a:pt x="8" y="35"/>
                    <a:pt x="11" y="35"/>
                  </a:cubicBezTo>
                  <a:cubicBezTo>
                    <a:pt x="16" y="35"/>
                    <a:pt x="20" y="34"/>
                    <a:pt x="23" y="31"/>
                  </a:cubicBezTo>
                  <a:cubicBezTo>
                    <a:pt x="26" y="28"/>
                    <a:pt x="28" y="26"/>
                    <a:pt x="28" y="24"/>
                  </a:cubicBezTo>
                  <a:cubicBezTo>
                    <a:pt x="28" y="22"/>
                    <a:pt x="28" y="22"/>
                    <a:pt x="26" y="22"/>
                  </a:cubicBezTo>
                  <a:close/>
                  <a:moveTo>
                    <a:pt x="12" y="10"/>
                  </a:moveTo>
                  <a:cubicBezTo>
                    <a:pt x="14" y="8"/>
                    <a:pt x="16" y="7"/>
                    <a:pt x="18" y="7"/>
                  </a:cubicBezTo>
                  <a:cubicBezTo>
                    <a:pt x="19" y="7"/>
                    <a:pt x="19" y="7"/>
                    <a:pt x="20" y="7"/>
                  </a:cubicBezTo>
                  <a:cubicBezTo>
                    <a:pt x="20" y="8"/>
                    <a:pt x="20" y="8"/>
                    <a:pt x="20" y="9"/>
                  </a:cubicBezTo>
                  <a:cubicBezTo>
                    <a:pt x="20" y="11"/>
                    <a:pt x="19" y="12"/>
                    <a:pt x="17" y="14"/>
                  </a:cubicBezTo>
                  <a:cubicBezTo>
                    <a:pt x="14" y="16"/>
                    <a:pt x="11" y="18"/>
                    <a:pt x="8" y="18"/>
                  </a:cubicBezTo>
                  <a:cubicBezTo>
                    <a:pt x="9" y="16"/>
                    <a:pt x="10" y="13"/>
                    <a:pt x="12"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232"/>
            <p:cNvSpPr>
              <a:spLocks/>
            </p:cNvSpPr>
            <p:nvPr/>
          </p:nvSpPr>
          <p:spPr bwMode="auto">
            <a:xfrm>
              <a:off x="10847388" y="3379788"/>
              <a:ext cx="19050" cy="49213"/>
            </a:xfrm>
            <a:custGeom>
              <a:avLst/>
              <a:gdLst>
                <a:gd name="T0" fmla="*/ 7 w 11"/>
                <a:gd name="T1" fmla="*/ 0 h 30"/>
                <a:gd name="T2" fmla="*/ 4 w 11"/>
                <a:gd name="T3" fmla="*/ 1 h 30"/>
                <a:gd name="T4" fmla="*/ 3 w 11"/>
                <a:gd name="T5" fmla="*/ 4 h 30"/>
                <a:gd name="T6" fmla="*/ 2 w 11"/>
                <a:gd name="T7" fmla="*/ 7 h 30"/>
                <a:gd name="T8" fmla="*/ 1 w 11"/>
                <a:gd name="T9" fmla="*/ 17 h 30"/>
                <a:gd name="T10" fmla="*/ 0 w 11"/>
                <a:gd name="T11" fmla="*/ 28 h 30"/>
                <a:gd name="T12" fmla="*/ 5 w 11"/>
                <a:gd name="T13" fmla="*/ 30 h 30"/>
                <a:gd name="T14" fmla="*/ 6 w 11"/>
                <a:gd name="T15" fmla="*/ 26 h 30"/>
                <a:gd name="T16" fmla="*/ 7 w 11"/>
                <a:gd name="T17" fmla="*/ 18 h 30"/>
                <a:gd name="T18" fmla="*/ 9 w 11"/>
                <a:gd name="T19" fmla="*/ 9 h 30"/>
                <a:gd name="T20" fmla="*/ 11 w 11"/>
                <a:gd name="T21" fmla="*/ 2 h 30"/>
                <a:gd name="T22" fmla="*/ 9 w 11"/>
                <a:gd name="T23" fmla="*/ 1 h 30"/>
                <a:gd name="T24" fmla="*/ 7 w 11"/>
                <a:gd name="T2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30">
                  <a:moveTo>
                    <a:pt x="7" y="0"/>
                  </a:moveTo>
                  <a:cubicBezTo>
                    <a:pt x="6" y="0"/>
                    <a:pt x="6" y="0"/>
                    <a:pt x="4" y="1"/>
                  </a:cubicBezTo>
                  <a:cubicBezTo>
                    <a:pt x="3" y="2"/>
                    <a:pt x="3" y="3"/>
                    <a:pt x="3" y="4"/>
                  </a:cubicBezTo>
                  <a:cubicBezTo>
                    <a:pt x="2" y="6"/>
                    <a:pt x="2" y="6"/>
                    <a:pt x="2" y="7"/>
                  </a:cubicBezTo>
                  <a:cubicBezTo>
                    <a:pt x="2" y="9"/>
                    <a:pt x="2" y="12"/>
                    <a:pt x="1" y="17"/>
                  </a:cubicBezTo>
                  <a:cubicBezTo>
                    <a:pt x="0" y="21"/>
                    <a:pt x="0" y="25"/>
                    <a:pt x="0" y="28"/>
                  </a:cubicBezTo>
                  <a:cubicBezTo>
                    <a:pt x="1" y="29"/>
                    <a:pt x="3" y="30"/>
                    <a:pt x="5" y="30"/>
                  </a:cubicBezTo>
                  <a:cubicBezTo>
                    <a:pt x="5" y="29"/>
                    <a:pt x="6" y="27"/>
                    <a:pt x="6" y="26"/>
                  </a:cubicBezTo>
                  <a:cubicBezTo>
                    <a:pt x="6" y="24"/>
                    <a:pt x="6" y="22"/>
                    <a:pt x="7" y="18"/>
                  </a:cubicBezTo>
                  <a:cubicBezTo>
                    <a:pt x="8" y="15"/>
                    <a:pt x="9" y="12"/>
                    <a:pt x="9" y="9"/>
                  </a:cubicBezTo>
                  <a:cubicBezTo>
                    <a:pt x="10" y="5"/>
                    <a:pt x="11" y="3"/>
                    <a:pt x="11" y="2"/>
                  </a:cubicBezTo>
                  <a:cubicBezTo>
                    <a:pt x="11" y="2"/>
                    <a:pt x="10" y="1"/>
                    <a:pt x="9" y="1"/>
                  </a:cubicBezTo>
                  <a:cubicBezTo>
                    <a:pt x="9" y="0"/>
                    <a:pt x="8"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233"/>
            <p:cNvSpPr>
              <a:spLocks/>
            </p:cNvSpPr>
            <p:nvPr/>
          </p:nvSpPr>
          <p:spPr bwMode="auto">
            <a:xfrm>
              <a:off x="10842625" y="3436938"/>
              <a:ext cx="12700" cy="14288"/>
            </a:xfrm>
            <a:custGeom>
              <a:avLst/>
              <a:gdLst>
                <a:gd name="T0" fmla="*/ 7 w 8"/>
                <a:gd name="T1" fmla="*/ 1 h 8"/>
                <a:gd name="T2" fmla="*/ 4 w 8"/>
                <a:gd name="T3" fmla="*/ 0 h 8"/>
                <a:gd name="T4" fmla="*/ 1 w 8"/>
                <a:gd name="T5" fmla="*/ 2 h 8"/>
                <a:gd name="T6" fmla="*/ 0 w 8"/>
                <a:gd name="T7" fmla="*/ 5 h 8"/>
                <a:gd name="T8" fmla="*/ 3 w 8"/>
                <a:gd name="T9" fmla="*/ 8 h 8"/>
                <a:gd name="T10" fmla="*/ 6 w 8"/>
                <a:gd name="T11" fmla="*/ 7 h 8"/>
                <a:gd name="T12" fmla="*/ 8 w 8"/>
                <a:gd name="T13" fmla="*/ 4 h 8"/>
                <a:gd name="T14" fmla="*/ 8 w 8"/>
                <a:gd name="T15" fmla="*/ 2 h 8"/>
                <a:gd name="T16" fmla="*/ 7 w 8"/>
                <a:gd name="T17"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8">
                  <a:moveTo>
                    <a:pt x="7" y="1"/>
                  </a:moveTo>
                  <a:cubicBezTo>
                    <a:pt x="6" y="0"/>
                    <a:pt x="5" y="0"/>
                    <a:pt x="4" y="0"/>
                  </a:cubicBezTo>
                  <a:cubicBezTo>
                    <a:pt x="3" y="0"/>
                    <a:pt x="2" y="0"/>
                    <a:pt x="1" y="2"/>
                  </a:cubicBezTo>
                  <a:cubicBezTo>
                    <a:pt x="1" y="3"/>
                    <a:pt x="0" y="4"/>
                    <a:pt x="0" y="5"/>
                  </a:cubicBezTo>
                  <a:cubicBezTo>
                    <a:pt x="0" y="7"/>
                    <a:pt x="1" y="8"/>
                    <a:pt x="3" y="8"/>
                  </a:cubicBezTo>
                  <a:cubicBezTo>
                    <a:pt x="4" y="8"/>
                    <a:pt x="5" y="8"/>
                    <a:pt x="6" y="7"/>
                  </a:cubicBezTo>
                  <a:cubicBezTo>
                    <a:pt x="7" y="7"/>
                    <a:pt x="8" y="6"/>
                    <a:pt x="8" y="4"/>
                  </a:cubicBezTo>
                  <a:cubicBezTo>
                    <a:pt x="8" y="2"/>
                    <a:pt x="8" y="2"/>
                    <a:pt x="8" y="2"/>
                  </a:cubicBezTo>
                  <a:cubicBezTo>
                    <a:pt x="8" y="2"/>
                    <a:pt x="8" y="1"/>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234"/>
            <p:cNvSpPr>
              <a:spLocks/>
            </p:cNvSpPr>
            <p:nvPr/>
          </p:nvSpPr>
          <p:spPr bwMode="auto">
            <a:xfrm>
              <a:off x="10875963" y="3436938"/>
              <a:ext cx="12700" cy="14288"/>
            </a:xfrm>
            <a:custGeom>
              <a:avLst/>
              <a:gdLst>
                <a:gd name="T0" fmla="*/ 7 w 8"/>
                <a:gd name="T1" fmla="*/ 1 h 8"/>
                <a:gd name="T2" fmla="*/ 4 w 8"/>
                <a:gd name="T3" fmla="*/ 0 h 8"/>
                <a:gd name="T4" fmla="*/ 1 w 8"/>
                <a:gd name="T5" fmla="*/ 2 h 8"/>
                <a:gd name="T6" fmla="*/ 0 w 8"/>
                <a:gd name="T7" fmla="*/ 5 h 8"/>
                <a:gd name="T8" fmla="*/ 3 w 8"/>
                <a:gd name="T9" fmla="*/ 8 h 8"/>
                <a:gd name="T10" fmla="*/ 6 w 8"/>
                <a:gd name="T11" fmla="*/ 7 h 8"/>
                <a:gd name="T12" fmla="*/ 8 w 8"/>
                <a:gd name="T13" fmla="*/ 4 h 8"/>
                <a:gd name="T14" fmla="*/ 8 w 8"/>
                <a:gd name="T15" fmla="*/ 2 h 8"/>
                <a:gd name="T16" fmla="*/ 7 w 8"/>
                <a:gd name="T17"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8">
                  <a:moveTo>
                    <a:pt x="7" y="1"/>
                  </a:moveTo>
                  <a:cubicBezTo>
                    <a:pt x="6" y="0"/>
                    <a:pt x="5" y="0"/>
                    <a:pt x="4" y="0"/>
                  </a:cubicBezTo>
                  <a:cubicBezTo>
                    <a:pt x="3" y="0"/>
                    <a:pt x="2" y="0"/>
                    <a:pt x="1" y="2"/>
                  </a:cubicBezTo>
                  <a:cubicBezTo>
                    <a:pt x="0" y="3"/>
                    <a:pt x="0" y="4"/>
                    <a:pt x="0" y="5"/>
                  </a:cubicBezTo>
                  <a:cubicBezTo>
                    <a:pt x="0" y="7"/>
                    <a:pt x="1" y="8"/>
                    <a:pt x="3" y="8"/>
                  </a:cubicBezTo>
                  <a:cubicBezTo>
                    <a:pt x="4" y="8"/>
                    <a:pt x="5" y="8"/>
                    <a:pt x="6" y="7"/>
                  </a:cubicBezTo>
                  <a:cubicBezTo>
                    <a:pt x="7" y="7"/>
                    <a:pt x="8" y="6"/>
                    <a:pt x="8" y="4"/>
                  </a:cubicBezTo>
                  <a:cubicBezTo>
                    <a:pt x="8" y="2"/>
                    <a:pt x="8" y="2"/>
                    <a:pt x="8" y="2"/>
                  </a:cubicBezTo>
                  <a:cubicBezTo>
                    <a:pt x="8" y="2"/>
                    <a:pt x="8" y="1"/>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235"/>
            <p:cNvSpPr>
              <a:spLocks/>
            </p:cNvSpPr>
            <p:nvPr/>
          </p:nvSpPr>
          <p:spPr bwMode="auto">
            <a:xfrm>
              <a:off x="10879138" y="3379788"/>
              <a:ext cx="17462" cy="49213"/>
            </a:xfrm>
            <a:custGeom>
              <a:avLst/>
              <a:gdLst>
                <a:gd name="T0" fmla="*/ 8 w 11"/>
                <a:gd name="T1" fmla="*/ 0 h 30"/>
                <a:gd name="T2" fmla="*/ 5 w 11"/>
                <a:gd name="T3" fmla="*/ 1 h 30"/>
                <a:gd name="T4" fmla="*/ 3 w 11"/>
                <a:gd name="T5" fmla="*/ 4 h 30"/>
                <a:gd name="T6" fmla="*/ 3 w 11"/>
                <a:gd name="T7" fmla="*/ 7 h 30"/>
                <a:gd name="T8" fmla="*/ 2 w 11"/>
                <a:gd name="T9" fmla="*/ 17 h 30"/>
                <a:gd name="T10" fmla="*/ 1 w 11"/>
                <a:gd name="T11" fmla="*/ 28 h 30"/>
                <a:gd name="T12" fmla="*/ 5 w 11"/>
                <a:gd name="T13" fmla="*/ 30 h 30"/>
                <a:gd name="T14" fmla="*/ 6 w 11"/>
                <a:gd name="T15" fmla="*/ 26 h 30"/>
                <a:gd name="T16" fmla="*/ 8 w 11"/>
                <a:gd name="T17" fmla="*/ 18 h 30"/>
                <a:gd name="T18" fmla="*/ 10 w 11"/>
                <a:gd name="T19" fmla="*/ 9 h 30"/>
                <a:gd name="T20" fmla="*/ 11 w 11"/>
                <a:gd name="T21" fmla="*/ 2 h 30"/>
                <a:gd name="T22" fmla="*/ 10 w 11"/>
                <a:gd name="T23" fmla="*/ 1 h 30"/>
                <a:gd name="T24" fmla="*/ 8 w 11"/>
                <a:gd name="T2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30">
                  <a:moveTo>
                    <a:pt x="8" y="0"/>
                  </a:moveTo>
                  <a:cubicBezTo>
                    <a:pt x="7" y="0"/>
                    <a:pt x="6" y="0"/>
                    <a:pt x="5" y="1"/>
                  </a:cubicBezTo>
                  <a:cubicBezTo>
                    <a:pt x="4" y="2"/>
                    <a:pt x="3" y="3"/>
                    <a:pt x="3" y="4"/>
                  </a:cubicBezTo>
                  <a:cubicBezTo>
                    <a:pt x="3" y="6"/>
                    <a:pt x="3" y="6"/>
                    <a:pt x="3" y="7"/>
                  </a:cubicBezTo>
                  <a:cubicBezTo>
                    <a:pt x="3" y="9"/>
                    <a:pt x="2" y="12"/>
                    <a:pt x="2" y="17"/>
                  </a:cubicBezTo>
                  <a:cubicBezTo>
                    <a:pt x="1" y="21"/>
                    <a:pt x="0" y="25"/>
                    <a:pt x="1" y="28"/>
                  </a:cubicBezTo>
                  <a:cubicBezTo>
                    <a:pt x="2" y="29"/>
                    <a:pt x="3" y="30"/>
                    <a:pt x="5" y="30"/>
                  </a:cubicBezTo>
                  <a:cubicBezTo>
                    <a:pt x="6" y="29"/>
                    <a:pt x="6" y="27"/>
                    <a:pt x="6" y="26"/>
                  </a:cubicBezTo>
                  <a:cubicBezTo>
                    <a:pt x="6" y="24"/>
                    <a:pt x="7" y="22"/>
                    <a:pt x="8" y="18"/>
                  </a:cubicBezTo>
                  <a:cubicBezTo>
                    <a:pt x="8" y="15"/>
                    <a:pt x="9" y="12"/>
                    <a:pt x="10" y="9"/>
                  </a:cubicBezTo>
                  <a:cubicBezTo>
                    <a:pt x="11" y="5"/>
                    <a:pt x="11" y="3"/>
                    <a:pt x="11" y="2"/>
                  </a:cubicBezTo>
                  <a:cubicBezTo>
                    <a:pt x="11" y="2"/>
                    <a:pt x="11" y="1"/>
                    <a:pt x="10" y="1"/>
                  </a:cubicBezTo>
                  <a:cubicBezTo>
                    <a:pt x="9" y="0"/>
                    <a:pt x="9"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236"/>
            <p:cNvSpPr>
              <a:spLocks/>
            </p:cNvSpPr>
            <p:nvPr/>
          </p:nvSpPr>
          <p:spPr bwMode="auto">
            <a:xfrm>
              <a:off x="10906125" y="3436938"/>
              <a:ext cx="14287" cy="14288"/>
            </a:xfrm>
            <a:custGeom>
              <a:avLst/>
              <a:gdLst>
                <a:gd name="T0" fmla="*/ 7 w 9"/>
                <a:gd name="T1" fmla="*/ 1 h 8"/>
                <a:gd name="T2" fmla="*/ 5 w 9"/>
                <a:gd name="T3" fmla="*/ 0 h 8"/>
                <a:gd name="T4" fmla="*/ 2 w 9"/>
                <a:gd name="T5" fmla="*/ 2 h 8"/>
                <a:gd name="T6" fmla="*/ 0 w 9"/>
                <a:gd name="T7" fmla="*/ 5 h 8"/>
                <a:gd name="T8" fmla="*/ 4 w 9"/>
                <a:gd name="T9" fmla="*/ 8 h 8"/>
                <a:gd name="T10" fmla="*/ 7 w 9"/>
                <a:gd name="T11" fmla="*/ 7 h 8"/>
                <a:gd name="T12" fmla="*/ 8 w 9"/>
                <a:gd name="T13" fmla="*/ 4 h 8"/>
                <a:gd name="T14" fmla="*/ 9 w 9"/>
                <a:gd name="T15" fmla="*/ 2 h 8"/>
                <a:gd name="T16" fmla="*/ 7 w 9"/>
                <a:gd name="T17"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8">
                  <a:moveTo>
                    <a:pt x="7" y="1"/>
                  </a:moveTo>
                  <a:cubicBezTo>
                    <a:pt x="6" y="0"/>
                    <a:pt x="5" y="0"/>
                    <a:pt x="5" y="0"/>
                  </a:cubicBezTo>
                  <a:cubicBezTo>
                    <a:pt x="4" y="0"/>
                    <a:pt x="3" y="0"/>
                    <a:pt x="2" y="2"/>
                  </a:cubicBezTo>
                  <a:cubicBezTo>
                    <a:pt x="1" y="3"/>
                    <a:pt x="0" y="4"/>
                    <a:pt x="0" y="5"/>
                  </a:cubicBezTo>
                  <a:cubicBezTo>
                    <a:pt x="0" y="7"/>
                    <a:pt x="2" y="8"/>
                    <a:pt x="4" y="8"/>
                  </a:cubicBezTo>
                  <a:cubicBezTo>
                    <a:pt x="4" y="8"/>
                    <a:pt x="5" y="8"/>
                    <a:pt x="7" y="7"/>
                  </a:cubicBezTo>
                  <a:cubicBezTo>
                    <a:pt x="8" y="7"/>
                    <a:pt x="8" y="6"/>
                    <a:pt x="8" y="4"/>
                  </a:cubicBezTo>
                  <a:cubicBezTo>
                    <a:pt x="9" y="2"/>
                    <a:pt x="9" y="2"/>
                    <a:pt x="9" y="2"/>
                  </a:cubicBezTo>
                  <a:cubicBezTo>
                    <a:pt x="9" y="2"/>
                    <a:pt x="8" y="1"/>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Freeform 237"/>
            <p:cNvSpPr>
              <a:spLocks/>
            </p:cNvSpPr>
            <p:nvPr/>
          </p:nvSpPr>
          <p:spPr bwMode="auto">
            <a:xfrm>
              <a:off x="10910888" y="3379788"/>
              <a:ext cx="19050" cy="49213"/>
            </a:xfrm>
            <a:custGeom>
              <a:avLst/>
              <a:gdLst>
                <a:gd name="T0" fmla="*/ 8 w 11"/>
                <a:gd name="T1" fmla="*/ 0 h 30"/>
                <a:gd name="T2" fmla="*/ 5 w 11"/>
                <a:gd name="T3" fmla="*/ 1 h 30"/>
                <a:gd name="T4" fmla="*/ 3 w 11"/>
                <a:gd name="T5" fmla="*/ 4 h 30"/>
                <a:gd name="T6" fmla="*/ 3 w 11"/>
                <a:gd name="T7" fmla="*/ 7 h 30"/>
                <a:gd name="T8" fmla="*/ 1 w 11"/>
                <a:gd name="T9" fmla="*/ 17 h 30"/>
                <a:gd name="T10" fmla="*/ 0 w 11"/>
                <a:gd name="T11" fmla="*/ 28 h 30"/>
                <a:gd name="T12" fmla="*/ 5 w 11"/>
                <a:gd name="T13" fmla="*/ 30 h 30"/>
                <a:gd name="T14" fmla="*/ 6 w 11"/>
                <a:gd name="T15" fmla="*/ 26 h 30"/>
                <a:gd name="T16" fmla="*/ 7 w 11"/>
                <a:gd name="T17" fmla="*/ 18 h 30"/>
                <a:gd name="T18" fmla="*/ 10 w 11"/>
                <a:gd name="T19" fmla="*/ 9 h 30"/>
                <a:gd name="T20" fmla="*/ 11 w 11"/>
                <a:gd name="T21" fmla="*/ 2 h 30"/>
                <a:gd name="T22" fmla="*/ 10 w 11"/>
                <a:gd name="T23" fmla="*/ 1 h 30"/>
                <a:gd name="T24" fmla="*/ 8 w 11"/>
                <a:gd name="T2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30">
                  <a:moveTo>
                    <a:pt x="8" y="0"/>
                  </a:moveTo>
                  <a:cubicBezTo>
                    <a:pt x="7" y="0"/>
                    <a:pt x="6" y="0"/>
                    <a:pt x="5" y="1"/>
                  </a:cubicBezTo>
                  <a:cubicBezTo>
                    <a:pt x="4" y="2"/>
                    <a:pt x="3" y="3"/>
                    <a:pt x="3" y="4"/>
                  </a:cubicBezTo>
                  <a:cubicBezTo>
                    <a:pt x="3" y="6"/>
                    <a:pt x="3" y="6"/>
                    <a:pt x="3" y="7"/>
                  </a:cubicBezTo>
                  <a:cubicBezTo>
                    <a:pt x="3" y="9"/>
                    <a:pt x="2" y="12"/>
                    <a:pt x="1" y="17"/>
                  </a:cubicBezTo>
                  <a:cubicBezTo>
                    <a:pt x="0" y="21"/>
                    <a:pt x="0" y="25"/>
                    <a:pt x="0" y="28"/>
                  </a:cubicBezTo>
                  <a:cubicBezTo>
                    <a:pt x="1" y="29"/>
                    <a:pt x="3" y="30"/>
                    <a:pt x="5" y="30"/>
                  </a:cubicBezTo>
                  <a:cubicBezTo>
                    <a:pt x="6" y="29"/>
                    <a:pt x="6" y="27"/>
                    <a:pt x="6" y="26"/>
                  </a:cubicBezTo>
                  <a:cubicBezTo>
                    <a:pt x="6" y="24"/>
                    <a:pt x="6" y="22"/>
                    <a:pt x="7" y="18"/>
                  </a:cubicBezTo>
                  <a:cubicBezTo>
                    <a:pt x="8" y="15"/>
                    <a:pt x="9" y="12"/>
                    <a:pt x="10" y="9"/>
                  </a:cubicBezTo>
                  <a:cubicBezTo>
                    <a:pt x="11" y="5"/>
                    <a:pt x="11" y="3"/>
                    <a:pt x="11" y="2"/>
                  </a:cubicBezTo>
                  <a:cubicBezTo>
                    <a:pt x="11" y="2"/>
                    <a:pt x="11" y="1"/>
                    <a:pt x="10" y="1"/>
                  </a:cubicBezTo>
                  <a:cubicBezTo>
                    <a:pt x="9" y="0"/>
                    <a:pt x="8"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Freeform 238"/>
            <p:cNvSpPr>
              <a:spLocks/>
            </p:cNvSpPr>
            <p:nvPr/>
          </p:nvSpPr>
          <p:spPr bwMode="auto">
            <a:xfrm>
              <a:off x="10828338" y="2970213"/>
              <a:ext cx="49212" cy="53975"/>
            </a:xfrm>
            <a:custGeom>
              <a:avLst/>
              <a:gdLst>
                <a:gd name="T0" fmla="*/ 4 w 30"/>
                <a:gd name="T1" fmla="*/ 33 h 33"/>
                <a:gd name="T2" fmla="*/ 5 w 30"/>
                <a:gd name="T3" fmla="*/ 31 h 33"/>
                <a:gd name="T4" fmla="*/ 6 w 30"/>
                <a:gd name="T5" fmla="*/ 26 h 33"/>
                <a:gd name="T6" fmla="*/ 7 w 30"/>
                <a:gd name="T7" fmla="*/ 20 h 33"/>
                <a:gd name="T8" fmla="*/ 10 w 30"/>
                <a:gd name="T9" fmla="*/ 20 h 33"/>
                <a:gd name="T10" fmla="*/ 15 w 30"/>
                <a:gd name="T11" fmla="*/ 19 h 33"/>
                <a:gd name="T12" fmla="*/ 19 w 30"/>
                <a:gd name="T13" fmla="*/ 19 h 33"/>
                <a:gd name="T14" fmla="*/ 22 w 30"/>
                <a:gd name="T15" fmla="*/ 19 h 33"/>
                <a:gd name="T16" fmla="*/ 23 w 30"/>
                <a:gd name="T17" fmla="*/ 20 h 33"/>
                <a:gd name="T18" fmla="*/ 22 w 30"/>
                <a:gd name="T19" fmla="*/ 26 h 33"/>
                <a:gd name="T20" fmla="*/ 22 w 30"/>
                <a:gd name="T21" fmla="*/ 31 h 33"/>
                <a:gd name="T22" fmla="*/ 23 w 30"/>
                <a:gd name="T23" fmla="*/ 32 h 33"/>
                <a:gd name="T24" fmla="*/ 24 w 30"/>
                <a:gd name="T25" fmla="*/ 33 h 33"/>
                <a:gd name="T26" fmla="*/ 26 w 30"/>
                <a:gd name="T27" fmla="*/ 32 h 33"/>
                <a:gd name="T28" fmla="*/ 27 w 30"/>
                <a:gd name="T29" fmla="*/ 30 h 33"/>
                <a:gd name="T30" fmla="*/ 28 w 30"/>
                <a:gd name="T31" fmla="*/ 20 h 33"/>
                <a:gd name="T32" fmla="*/ 29 w 30"/>
                <a:gd name="T33" fmla="*/ 8 h 33"/>
                <a:gd name="T34" fmla="*/ 30 w 30"/>
                <a:gd name="T35" fmla="*/ 2 h 33"/>
                <a:gd name="T36" fmla="*/ 29 w 30"/>
                <a:gd name="T37" fmla="*/ 1 h 33"/>
                <a:gd name="T38" fmla="*/ 28 w 30"/>
                <a:gd name="T39" fmla="*/ 0 h 33"/>
                <a:gd name="T40" fmla="*/ 26 w 30"/>
                <a:gd name="T41" fmla="*/ 1 h 33"/>
                <a:gd name="T42" fmla="*/ 25 w 30"/>
                <a:gd name="T43" fmla="*/ 2 h 33"/>
                <a:gd name="T44" fmla="*/ 24 w 30"/>
                <a:gd name="T45" fmla="*/ 10 h 33"/>
                <a:gd name="T46" fmla="*/ 23 w 30"/>
                <a:gd name="T47" fmla="*/ 14 h 33"/>
                <a:gd name="T48" fmla="*/ 18 w 30"/>
                <a:gd name="T49" fmla="*/ 15 h 33"/>
                <a:gd name="T50" fmla="*/ 9 w 30"/>
                <a:gd name="T51" fmla="*/ 16 h 33"/>
                <a:gd name="T52" fmla="*/ 8 w 30"/>
                <a:gd name="T53" fmla="*/ 15 h 33"/>
                <a:gd name="T54" fmla="*/ 9 w 30"/>
                <a:gd name="T55" fmla="*/ 10 h 33"/>
                <a:gd name="T56" fmla="*/ 9 w 30"/>
                <a:gd name="T57" fmla="*/ 5 h 33"/>
                <a:gd name="T58" fmla="*/ 6 w 30"/>
                <a:gd name="T59" fmla="*/ 1 h 33"/>
                <a:gd name="T60" fmla="*/ 5 w 30"/>
                <a:gd name="T61" fmla="*/ 2 h 33"/>
                <a:gd name="T62" fmla="*/ 4 w 30"/>
                <a:gd name="T63" fmla="*/ 3 h 33"/>
                <a:gd name="T64" fmla="*/ 1 w 30"/>
                <a:gd name="T65" fmla="*/ 26 h 33"/>
                <a:gd name="T66" fmla="*/ 0 w 30"/>
                <a:gd name="T67" fmla="*/ 30 h 33"/>
                <a:gd name="T68" fmla="*/ 1 w 30"/>
                <a:gd name="T69" fmla="*/ 33 h 33"/>
                <a:gd name="T70" fmla="*/ 4 w 30"/>
                <a:gd name="T71"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0" h="33">
                  <a:moveTo>
                    <a:pt x="4" y="33"/>
                  </a:moveTo>
                  <a:cubicBezTo>
                    <a:pt x="4" y="33"/>
                    <a:pt x="5" y="33"/>
                    <a:pt x="5" y="31"/>
                  </a:cubicBezTo>
                  <a:cubicBezTo>
                    <a:pt x="6" y="30"/>
                    <a:pt x="6" y="28"/>
                    <a:pt x="6" y="26"/>
                  </a:cubicBezTo>
                  <a:cubicBezTo>
                    <a:pt x="6" y="23"/>
                    <a:pt x="7" y="21"/>
                    <a:pt x="7" y="20"/>
                  </a:cubicBezTo>
                  <a:cubicBezTo>
                    <a:pt x="7" y="20"/>
                    <a:pt x="8" y="20"/>
                    <a:pt x="10" y="20"/>
                  </a:cubicBezTo>
                  <a:cubicBezTo>
                    <a:pt x="13" y="20"/>
                    <a:pt x="14" y="19"/>
                    <a:pt x="15" y="19"/>
                  </a:cubicBezTo>
                  <a:cubicBezTo>
                    <a:pt x="15" y="19"/>
                    <a:pt x="17" y="19"/>
                    <a:pt x="19" y="19"/>
                  </a:cubicBezTo>
                  <a:cubicBezTo>
                    <a:pt x="20" y="19"/>
                    <a:pt x="22" y="19"/>
                    <a:pt x="22" y="19"/>
                  </a:cubicBezTo>
                  <a:cubicBezTo>
                    <a:pt x="23" y="19"/>
                    <a:pt x="23" y="19"/>
                    <a:pt x="23" y="20"/>
                  </a:cubicBezTo>
                  <a:cubicBezTo>
                    <a:pt x="23" y="21"/>
                    <a:pt x="23" y="23"/>
                    <a:pt x="22" y="26"/>
                  </a:cubicBezTo>
                  <a:cubicBezTo>
                    <a:pt x="22" y="28"/>
                    <a:pt x="22" y="30"/>
                    <a:pt x="22" y="31"/>
                  </a:cubicBezTo>
                  <a:cubicBezTo>
                    <a:pt x="22" y="31"/>
                    <a:pt x="22" y="32"/>
                    <a:pt x="23" y="32"/>
                  </a:cubicBezTo>
                  <a:cubicBezTo>
                    <a:pt x="23" y="33"/>
                    <a:pt x="24" y="33"/>
                    <a:pt x="24" y="33"/>
                  </a:cubicBezTo>
                  <a:cubicBezTo>
                    <a:pt x="25" y="33"/>
                    <a:pt x="26" y="33"/>
                    <a:pt x="26" y="32"/>
                  </a:cubicBezTo>
                  <a:cubicBezTo>
                    <a:pt x="27" y="31"/>
                    <a:pt x="27" y="30"/>
                    <a:pt x="27" y="30"/>
                  </a:cubicBezTo>
                  <a:cubicBezTo>
                    <a:pt x="27" y="28"/>
                    <a:pt x="28" y="25"/>
                    <a:pt x="28" y="20"/>
                  </a:cubicBezTo>
                  <a:cubicBezTo>
                    <a:pt x="28" y="15"/>
                    <a:pt x="29" y="11"/>
                    <a:pt x="29" y="8"/>
                  </a:cubicBezTo>
                  <a:cubicBezTo>
                    <a:pt x="30" y="5"/>
                    <a:pt x="30" y="4"/>
                    <a:pt x="30" y="2"/>
                  </a:cubicBezTo>
                  <a:cubicBezTo>
                    <a:pt x="30" y="2"/>
                    <a:pt x="30" y="1"/>
                    <a:pt x="29" y="1"/>
                  </a:cubicBezTo>
                  <a:cubicBezTo>
                    <a:pt x="29" y="0"/>
                    <a:pt x="28" y="0"/>
                    <a:pt x="28" y="0"/>
                  </a:cubicBezTo>
                  <a:cubicBezTo>
                    <a:pt x="27" y="0"/>
                    <a:pt x="26" y="0"/>
                    <a:pt x="26" y="1"/>
                  </a:cubicBezTo>
                  <a:cubicBezTo>
                    <a:pt x="25" y="1"/>
                    <a:pt x="25" y="2"/>
                    <a:pt x="25" y="2"/>
                  </a:cubicBezTo>
                  <a:cubicBezTo>
                    <a:pt x="25" y="5"/>
                    <a:pt x="25" y="7"/>
                    <a:pt x="24" y="10"/>
                  </a:cubicBezTo>
                  <a:cubicBezTo>
                    <a:pt x="24" y="12"/>
                    <a:pt x="24" y="13"/>
                    <a:pt x="23" y="14"/>
                  </a:cubicBezTo>
                  <a:cubicBezTo>
                    <a:pt x="23" y="14"/>
                    <a:pt x="21" y="15"/>
                    <a:pt x="18" y="15"/>
                  </a:cubicBezTo>
                  <a:cubicBezTo>
                    <a:pt x="14" y="15"/>
                    <a:pt x="11" y="16"/>
                    <a:pt x="9" y="16"/>
                  </a:cubicBezTo>
                  <a:cubicBezTo>
                    <a:pt x="8" y="16"/>
                    <a:pt x="8" y="15"/>
                    <a:pt x="8" y="15"/>
                  </a:cubicBezTo>
                  <a:cubicBezTo>
                    <a:pt x="8" y="14"/>
                    <a:pt x="8" y="12"/>
                    <a:pt x="9" y="10"/>
                  </a:cubicBezTo>
                  <a:cubicBezTo>
                    <a:pt x="9" y="7"/>
                    <a:pt x="9" y="6"/>
                    <a:pt x="9" y="5"/>
                  </a:cubicBezTo>
                  <a:cubicBezTo>
                    <a:pt x="9" y="2"/>
                    <a:pt x="8" y="1"/>
                    <a:pt x="6" y="1"/>
                  </a:cubicBezTo>
                  <a:cubicBezTo>
                    <a:pt x="6" y="1"/>
                    <a:pt x="5" y="2"/>
                    <a:pt x="5" y="2"/>
                  </a:cubicBezTo>
                  <a:cubicBezTo>
                    <a:pt x="4" y="2"/>
                    <a:pt x="4" y="3"/>
                    <a:pt x="4" y="3"/>
                  </a:cubicBezTo>
                  <a:cubicBezTo>
                    <a:pt x="3" y="15"/>
                    <a:pt x="2" y="23"/>
                    <a:pt x="1" y="26"/>
                  </a:cubicBezTo>
                  <a:cubicBezTo>
                    <a:pt x="1" y="28"/>
                    <a:pt x="0" y="29"/>
                    <a:pt x="0" y="30"/>
                  </a:cubicBezTo>
                  <a:cubicBezTo>
                    <a:pt x="0" y="31"/>
                    <a:pt x="1" y="32"/>
                    <a:pt x="1" y="33"/>
                  </a:cubicBezTo>
                  <a:cubicBezTo>
                    <a:pt x="2" y="33"/>
                    <a:pt x="3" y="33"/>
                    <a:pt x="4"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239"/>
            <p:cNvSpPr>
              <a:spLocks noEditPoints="1"/>
            </p:cNvSpPr>
            <p:nvPr/>
          </p:nvSpPr>
          <p:spPr bwMode="auto">
            <a:xfrm>
              <a:off x="10882313" y="2982913"/>
              <a:ext cx="31750" cy="41275"/>
            </a:xfrm>
            <a:custGeom>
              <a:avLst/>
              <a:gdLst>
                <a:gd name="T0" fmla="*/ 8 w 20"/>
                <a:gd name="T1" fmla="*/ 25 h 25"/>
                <a:gd name="T2" fmla="*/ 16 w 20"/>
                <a:gd name="T3" fmla="*/ 22 h 25"/>
                <a:gd name="T4" fmla="*/ 20 w 20"/>
                <a:gd name="T5" fmla="*/ 17 h 25"/>
                <a:gd name="T6" fmla="*/ 19 w 20"/>
                <a:gd name="T7" fmla="*/ 15 h 25"/>
                <a:gd name="T8" fmla="*/ 17 w 20"/>
                <a:gd name="T9" fmla="*/ 16 h 25"/>
                <a:gd name="T10" fmla="*/ 9 w 20"/>
                <a:gd name="T11" fmla="*/ 20 h 25"/>
                <a:gd name="T12" fmla="*/ 6 w 20"/>
                <a:gd name="T13" fmla="*/ 20 h 25"/>
                <a:gd name="T14" fmla="*/ 6 w 20"/>
                <a:gd name="T15" fmla="*/ 18 h 25"/>
                <a:gd name="T16" fmla="*/ 6 w 20"/>
                <a:gd name="T17" fmla="*/ 17 h 25"/>
                <a:gd name="T18" fmla="*/ 15 w 20"/>
                <a:gd name="T19" fmla="*/ 12 h 25"/>
                <a:gd name="T20" fmla="*/ 19 w 20"/>
                <a:gd name="T21" fmla="*/ 5 h 25"/>
                <a:gd name="T22" fmla="*/ 17 w 20"/>
                <a:gd name="T23" fmla="*/ 2 h 25"/>
                <a:gd name="T24" fmla="*/ 13 w 20"/>
                <a:gd name="T25" fmla="*/ 0 h 25"/>
                <a:gd name="T26" fmla="*/ 5 w 20"/>
                <a:gd name="T27" fmla="*/ 5 h 25"/>
                <a:gd name="T28" fmla="*/ 0 w 20"/>
                <a:gd name="T29" fmla="*/ 16 h 25"/>
                <a:gd name="T30" fmla="*/ 3 w 20"/>
                <a:gd name="T31" fmla="*/ 23 h 25"/>
                <a:gd name="T32" fmla="*/ 8 w 20"/>
                <a:gd name="T33" fmla="*/ 25 h 25"/>
                <a:gd name="T34" fmla="*/ 9 w 20"/>
                <a:gd name="T35" fmla="*/ 7 h 25"/>
                <a:gd name="T36" fmla="*/ 13 w 20"/>
                <a:gd name="T37" fmla="*/ 5 h 25"/>
                <a:gd name="T38" fmla="*/ 14 w 20"/>
                <a:gd name="T39" fmla="*/ 5 h 25"/>
                <a:gd name="T40" fmla="*/ 14 w 20"/>
                <a:gd name="T41" fmla="*/ 6 h 25"/>
                <a:gd name="T42" fmla="*/ 12 w 20"/>
                <a:gd name="T43" fmla="*/ 10 h 25"/>
                <a:gd name="T44" fmla="*/ 6 w 20"/>
                <a:gd name="T45" fmla="*/ 13 h 25"/>
                <a:gd name="T46" fmla="*/ 9 w 20"/>
                <a:gd name="T47" fmla="*/ 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 h="25">
                  <a:moveTo>
                    <a:pt x="8" y="25"/>
                  </a:moveTo>
                  <a:cubicBezTo>
                    <a:pt x="11" y="25"/>
                    <a:pt x="14" y="24"/>
                    <a:pt x="16" y="22"/>
                  </a:cubicBezTo>
                  <a:cubicBezTo>
                    <a:pt x="19" y="20"/>
                    <a:pt x="20" y="18"/>
                    <a:pt x="20" y="17"/>
                  </a:cubicBezTo>
                  <a:cubicBezTo>
                    <a:pt x="20" y="16"/>
                    <a:pt x="20" y="15"/>
                    <a:pt x="19" y="15"/>
                  </a:cubicBezTo>
                  <a:cubicBezTo>
                    <a:pt x="18" y="15"/>
                    <a:pt x="18" y="16"/>
                    <a:pt x="17" y="16"/>
                  </a:cubicBezTo>
                  <a:cubicBezTo>
                    <a:pt x="14" y="19"/>
                    <a:pt x="12" y="20"/>
                    <a:pt x="9" y="20"/>
                  </a:cubicBezTo>
                  <a:cubicBezTo>
                    <a:pt x="8" y="20"/>
                    <a:pt x="7" y="20"/>
                    <a:pt x="6" y="20"/>
                  </a:cubicBezTo>
                  <a:cubicBezTo>
                    <a:pt x="6" y="19"/>
                    <a:pt x="6" y="18"/>
                    <a:pt x="6" y="18"/>
                  </a:cubicBezTo>
                  <a:cubicBezTo>
                    <a:pt x="6" y="17"/>
                    <a:pt x="6" y="17"/>
                    <a:pt x="6" y="17"/>
                  </a:cubicBezTo>
                  <a:cubicBezTo>
                    <a:pt x="10" y="16"/>
                    <a:pt x="13" y="15"/>
                    <a:pt x="15" y="12"/>
                  </a:cubicBezTo>
                  <a:cubicBezTo>
                    <a:pt x="18" y="10"/>
                    <a:pt x="19" y="8"/>
                    <a:pt x="19" y="5"/>
                  </a:cubicBezTo>
                  <a:cubicBezTo>
                    <a:pt x="19" y="4"/>
                    <a:pt x="18" y="3"/>
                    <a:pt x="17" y="2"/>
                  </a:cubicBezTo>
                  <a:cubicBezTo>
                    <a:pt x="16" y="1"/>
                    <a:pt x="15" y="0"/>
                    <a:pt x="13" y="0"/>
                  </a:cubicBezTo>
                  <a:cubicBezTo>
                    <a:pt x="10" y="0"/>
                    <a:pt x="7" y="2"/>
                    <a:pt x="5" y="5"/>
                  </a:cubicBezTo>
                  <a:cubicBezTo>
                    <a:pt x="2" y="9"/>
                    <a:pt x="0" y="13"/>
                    <a:pt x="0" y="16"/>
                  </a:cubicBezTo>
                  <a:cubicBezTo>
                    <a:pt x="0" y="19"/>
                    <a:pt x="1" y="21"/>
                    <a:pt x="3" y="23"/>
                  </a:cubicBezTo>
                  <a:cubicBezTo>
                    <a:pt x="4" y="24"/>
                    <a:pt x="6" y="25"/>
                    <a:pt x="8" y="25"/>
                  </a:cubicBezTo>
                  <a:close/>
                  <a:moveTo>
                    <a:pt x="9" y="7"/>
                  </a:moveTo>
                  <a:cubicBezTo>
                    <a:pt x="10" y="5"/>
                    <a:pt x="12" y="5"/>
                    <a:pt x="13" y="5"/>
                  </a:cubicBezTo>
                  <a:cubicBezTo>
                    <a:pt x="13" y="5"/>
                    <a:pt x="14" y="5"/>
                    <a:pt x="14" y="5"/>
                  </a:cubicBezTo>
                  <a:cubicBezTo>
                    <a:pt x="14" y="5"/>
                    <a:pt x="14" y="6"/>
                    <a:pt x="14" y="6"/>
                  </a:cubicBezTo>
                  <a:cubicBezTo>
                    <a:pt x="14" y="7"/>
                    <a:pt x="13" y="9"/>
                    <a:pt x="12" y="10"/>
                  </a:cubicBezTo>
                  <a:cubicBezTo>
                    <a:pt x="10" y="12"/>
                    <a:pt x="8" y="13"/>
                    <a:pt x="6" y="13"/>
                  </a:cubicBezTo>
                  <a:cubicBezTo>
                    <a:pt x="6" y="11"/>
                    <a:pt x="7" y="9"/>
                    <a:pt x="9"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240"/>
            <p:cNvSpPr>
              <a:spLocks/>
            </p:cNvSpPr>
            <p:nvPr/>
          </p:nvSpPr>
          <p:spPr bwMode="auto">
            <a:xfrm>
              <a:off x="10915650" y="2984500"/>
              <a:ext cx="38100" cy="58738"/>
            </a:xfrm>
            <a:custGeom>
              <a:avLst/>
              <a:gdLst>
                <a:gd name="T0" fmla="*/ 6 w 23"/>
                <a:gd name="T1" fmla="*/ 35 h 36"/>
                <a:gd name="T2" fmla="*/ 6 w 23"/>
                <a:gd name="T3" fmla="*/ 35 h 36"/>
                <a:gd name="T4" fmla="*/ 11 w 23"/>
                <a:gd name="T5" fmla="*/ 36 h 36"/>
                <a:gd name="T6" fmla="*/ 15 w 23"/>
                <a:gd name="T7" fmla="*/ 34 h 36"/>
                <a:gd name="T8" fmla="*/ 19 w 23"/>
                <a:gd name="T9" fmla="*/ 29 h 36"/>
                <a:gd name="T10" fmla="*/ 22 w 23"/>
                <a:gd name="T11" fmla="*/ 20 h 36"/>
                <a:gd name="T12" fmla="*/ 23 w 23"/>
                <a:gd name="T13" fmla="*/ 11 h 36"/>
                <a:gd name="T14" fmla="*/ 23 w 23"/>
                <a:gd name="T15" fmla="*/ 4 h 36"/>
                <a:gd name="T16" fmla="*/ 23 w 23"/>
                <a:gd name="T17" fmla="*/ 1 h 36"/>
                <a:gd name="T18" fmla="*/ 21 w 23"/>
                <a:gd name="T19" fmla="*/ 0 h 36"/>
                <a:gd name="T20" fmla="*/ 19 w 23"/>
                <a:gd name="T21" fmla="*/ 1 h 36"/>
                <a:gd name="T22" fmla="*/ 18 w 23"/>
                <a:gd name="T23" fmla="*/ 2 h 36"/>
                <a:gd name="T24" fmla="*/ 18 w 23"/>
                <a:gd name="T25" fmla="*/ 5 h 36"/>
                <a:gd name="T26" fmla="*/ 17 w 23"/>
                <a:gd name="T27" fmla="*/ 10 h 36"/>
                <a:gd name="T28" fmla="*/ 17 w 23"/>
                <a:gd name="T29" fmla="*/ 12 h 36"/>
                <a:gd name="T30" fmla="*/ 14 w 23"/>
                <a:gd name="T31" fmla="*/ 15 h 36"/>
                <a:gd name="T32" fmla="*/ 11 w 23"/>
                <a:gd name="T33" fmla="*/ 17 h 36"/>
                <a:gd name="T34" fmla="*/ 8 w 23"/>
                <a:gd name="T35" fmla="*/ 17 h 36"/>
                <a:gd name="T36" fmla="*/ 7 w 23"/>
                <a:gd name="T37" fmla="*/ 17 h 36"/>
                <a:gd name="T38" fmla="*/ 7 w 23"/>
                <a:gd name="T39" fmla="*/ 14 h 36"/>
                <a:gd name="T40" fmla="*/ 9 w 23"/>
                <a:gd name="T41" fmla="*/ 8 h 36"/>
                <a:gd name="T42" fmla="*/ 10 w 23"/>
                <a:gd name="T43" fmla="*/ 4 h 36"/>
                <a:gd name="T44" fmla="*/ 10 w 23"/>
                <a:gd name="T45" fmla="*/ 2 h 36"/>
                <a:gd name="T46" fmla="*/ 8 w 23"/>
                <a:gd name="T47" fmla="*/ 1 h 36"/>
                <a:gd name="T48" fmla="*/ 6 w 23"/>
                <a:gd name="T49" fmla="*/ 2 h 36"/>
                <a:gd name="T50" fmla="*/ 4 w 23"/>
                <a:gd name="T51" fmla="*/ 8 h 36"/>
                <a:gd name="T52" fmla="*/ 2 w 23"/>
                <a:gd name="T53" fmla="*/ 16 h 36"/>
                <a:gd name="T54" fmla="*/ 4 w 23"/>
                <a:gd name="T55" fmla="*/ 20 h 36"/>
                <a:gd name="T56" fmla="*/ 7 w 23"/>
                <a:gd name="T57" fmla="*/ 22 h 36"/>
                <a:gd name="T58" fmla="*/ 17 w 23"/>
                <a:gd name="T59" fmla="*/ 17 h 36"/>
                <a:gd name="T60" fmla="*/ 15 w 23"/>
                <a:gd name="T61" fmla="*/ 27 h 36"/>
                <a:gd name="T62" fmla="*/ 11 w 23"/>
                <a:gd name="T63" fmla="*/ 32 h 36"/>
                <a:gd name="T64" fmla="*/ 3 w 23"/>
                <a:gd name="T65" fmla="*/ 28 h 36"/>
                <a:gd name="T66" fmla="*/ 2 w 23"/>
                <a:gd name="T67" fmla="*/ 28 h 36"/>
                <a:gd name="T68" fmla="*/ 1 w 23"/>
                <a:gd name="T69" fmla="*/ 28 h 36"/>
                <a:gd name="T70" fmla="*/ 0 w 23"/>
                <a:gd name="T71" fmla="*/ 30 h 36"/>
                <a:gd name="T72" fmla="*/ 2 w 23"/>
                <a:gd name="T73" fmla="*/ 32 h 36"/>
                <a:gd name="T74" fmla="*/ 6 w 23"/>
                <a:gd name="T75" fmla="*/ 3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3" h="36">
                  <a:moveTo>
                    <a:pt x="6" y="35"/>
                  </a:moveTo>
                  <a:cubicBezTo>
                    <a:pt x="6" y="35"/>
                    <a:pt x="6" y="35"/>
                    <a:pt x="6" y="35"/>
                  </a:cubicBezTo>
                  <a:cubicBezTo>
                    <a:pt x="7" y="35"/>
                    <a:pt x="9" y="36"/>
                    <a:pt x="11" y="36"/>
                  </a:cubicBezTo>
                  <a:cubicBezTo>
                    <a:pt x="13" y="36"/>
                    <a:pt x="14" y="35"/>
                    <a:pt x="15" y="34"/>
                  </a:cubicBezTo>
                  <a:cubicBezTo>
                    <a:pt x="17" y="33"/>
                    <a:pt x="18" y="32"/>
                    <a:pt x="19" y="29"/>
                  </a:cubicBezTo>
                  <a:cubicBezTo>
                    <a:pt x="20" y="27"/>
                    <a:pt x="21" y="24"/>
                    <a:pt x="22" y="20"/>
                  </a:cubicBezTo>
                  <a:cubicBezTo>
                    <a:pt x="22" y="17"/>
                    <a:pt x="22" y="14"/>
                    <a:pt x="23" y="11"/>
                  </a:cubicBezTo>
                  <a:cubicBezTo>
                    <a:pt x="23" y="4"/>
                    <a:pt x="23" y="4"/>
                    <a:pt x="23" y="4"/>
                  </a:cubicBezTo>
                  <a:cubicBezTo>
                    <a:pt x="23" y="2"/>
                    <a:pt x="23" y="1"/>
                    <a:pt x="23" y="1"/>
                  </a:cubicBezTo>
                  <a:cubicBezTo>
                    <a:pt x="22" y="0"/>
                    <a:pt x="22" y="0"/>
                    <a:pt x="21" y="0"/>
                  </a:cubicBezTo>
                  <a:cubicBezTo>
                    <a:pt x="20" y="0"/>
                    <a:pt x="19" y="0"/>
                    <a:pt x="19" y="1"/>
                  </a:cubicBezTo>
                  <a:cubicBezTo>
                    <a:pt x="19" y="1"/>
                    <a:pt x="18" y="2"/>
                    <a:pt x="18" y="2"/>
                  </a:cubicBezTo>
                  <a:cubicBezTo>
                    <a:pt x="18" y="2"/>
                    <a:pt x="18" y="3"/>
                    <a:pt x="18" y="5"/>
                  </a:cubicBezTo>
                  <a:cubicBezTo>
                    <a:pt x="18" y="8"/>
                    <a:pt x="18" y="10"/>
                    <a:pt x="17" y="10"/>
                  </a:cubicBezTo>
                  <a:cubicBezTo>
                    <a:pt x="17" y="11"/>
                    <a:pt x="17" y="12"/>
                    <a:pt x="17" y="12"/>
                  </a:cubicBezTo>
                  <a:cubicBezTo>
                    <a:pt x="16" y="13"/>
                    <a:pt x="15" y="14"/>
                    <a:pt x="14" y="15"/>
                  </a:cubicBezTo>
                  <a:cubicBezTo>
                    <a:pt x="13" y="16"/>
                    <a:pt x="12" y="16"/>
                    <a:pt x="11" y="17"/>
                  </a:cubicBezTo>
                  <a:cubicBezTo>
                    <a:pt x="10" y="17"/>
                    <a:pt x="9" y="17"/>
                    <a:pt x="8" y="17"/>
                  </a:cubicBezTo>
                  <a:cubicBezTo>
                    <a:pt x="8" y="17"/>
                    <a:pt x="8" y="17"/>
                    <a:pt x="7" y="17"/>
                  </a:cubicBezTo>
                  <a:cubicBezTo>
                    <a:pt x="7" y="16"/>
                    <a:pt x="7" y="15"/>
                    <a:pt x="7" y="14"/>
                  </a:cubicBezTo>
                  <a:cubicBezTo>
                    <a:pt x="7" y="12"/>
                    <a:pt x="8" y="10"/>
                    <a:pt x="9" y="8"/>
                  </a:cubicBezTo>
                  <a:cubicBezTo>
                    <a:pt x="10" y="5"/>
                    <a:pt x="10" y="4"/>
                    <a:pt x="10" y="4"/>
                  </a:cubicBezTo>
                  <a:cubicBezTo>
                    <a:pt x="10" y="3"/>
                    <a:pt x="10" y="3"/>
                    <a:pt x="10" y="2"/>
                  </a:cubicBezTo>
                  <a:cubicBezTo>
                    <a:pt x="9" y="2"/>
                    <a:pt x="9" y="1"/>
                    <a:pt x="8" y="1"/>
                  </a:cubicBezTo>
                  <a:cubicBezTo>
                    <a:pt x="7" y="1"/>
                    <a:pt x="6" y="2"/>
                    <a:pt x="6" y="2"/>
                  </a:cubicBezTo>
                  <a:cubicBezTo>
                    <a:pt x="5" y="3"/>
                    <a:pt x="4" y="5"/>
                    <a:pt x="4" y="8"/>
                  </a:cubicBezTo>
                  <a:cubicBezTo>
                    <a:pt x="3" y="12"/>
                    <a:pt x="2" y="14"/>
                    <a:pt x="2" y="16"/>
                  </a:cubicBezTo>
                  <a:cubicBezTo>
                    <a:pt x="2" y="17"/>
                    <a:pt x="3" y="19"/>
                    <a:pt x="4" y="20"/>
                  </a:cubicBezTo>
                  <a:cubicBezTo>
                    <a:pt x="5" y="21"/>
                    <a:pt x="6" y="22"/>
                    <a:pt x="7" y="22"/>
                  </a:cubicBezTo>
                  <a:cubicBezTo>
                    <a:pt x="10" y="22"/>
                    <a:pt x="13" y="20"/>
                    <a:pt x="17" y="17"/>
                  </a:cubicBezTo>
                  <a:cubicBezTo>
                    <a:pt x="17" y="21"/>
                    <a:pt x="16" y="24"/>
                    <a:pt x="15" y="27"/>
                  </a:cubicBezTo>
                  <a:cubicBezTo>
                    <a:pt x="14" y="30"/>
                    <a:pt x="12" y="32"/>
                    <a:pt x="11" y="32"/>
                  </a:cubicBezTo>
                  <a:cubicBezTo>
                    <a:pt x="7" y="32"/>
                    <a:pt x="5" y="30"/>
                    <a:pt x="3" y="28"/>
                  </a:cubicBezTo>
                  <a:cubicBezTo>
                    <a:pt x="3" y="28"/>
                    <a:pt x="2" y="28"/>
                    <a:pt x="2" y="28"/>
                  </a:cubicBezTo>
                  <a:cubicBezTo>
                    <a:pt x="1" y="28"/>
                    <a:pt x="1" y="28"/>
                    <a:pt x="1" y="28"/>
                  </a:cubicBezTo>
                  <a:cubicBezTo>
                    <a:pt x="0" y="28"/>
                    <a:pt x="0" y="29"/>
                    <a:pt x="0" y="30"/>
                  </a:cubicBezTo>
                  <a:cubicBezTo>
                    <a:pt x="0" y="30"/>
                    <a:pt x="1" y="31"/>
                    <a:pt x="2" y="32"/>
                  </a:cubicBezTo>
                  <a:cubicBezTo>
                    <a:pt x="3" y="33"/>
                    <a:pt x="4" y="34"/>
                    <a:pt x="6"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Freeform 241"/>
            <p:cNvSpPr>
              <a:spLocks/>
            </p:cNvSpPr>
            <p:nvPr/>
          </p:nvSpPr>
          <p:spPr bwMode="auto">
            <a:xfrm>
              <a:off x="10964863" y="2971800"/>
              <a:ext cx="11112" cy="34925"/>
            </a:xfrm>
            <a:custGeom>
              <a:avLst/>
              <a:gdLst>
                <a:gd name="T0" fmla="*/ 3 w 7"/>
                <a:gd name="T1" fmla="*/ 21 h 21"/>
                <a:gd name="T2" fmla="*/ 4 w 7"/>
                <a:gd name="T3" fmla="*/ 18 h 21"/>
                <a:gd name="T4" fmla="*/ 5 w 7"/>
                <a:gd name="T5" fmla="*/ 13 h 21"/>
                <a:gd name="T6" fmla="*/ 6 w 7"/>
                <a:gd name="T7" fmla="*/ 6 h 21"/>
                <a:gd name="T8" fmla="*/ 7 w 7"/>
                <a:gd name="T9" fmla="*/ 2 h 21"/>
                <a:gd name="T10" fmla="*/ 6 w 7"/>
                <a:gd name="T11" fmla="*/ 0 h 21"/>
                <a:gd name="T12" fmla="*/ 5 w 7"/>
                <a:gd name="T13" fmla="*/ 0 h 21"/>
                <a:gd name="T14" fmla="*/ 3 w 7"/>
                <a:gd name="T15" fmla="*/ 1 h 21"/>
                <a:gd name="T16" fmla="*/ 2 w 7"/>
                <a:gd name="T17" fmla="*/ 3 h 21"/>
                <a:gd name="T18" fmla="*/ 1 w 7"/>
                <a:gd name="T19" fmla="*/ 5 h 21"/>
                <a:gd name="T20" fmla="*/ 0 w 7"/>
                <a:gd name="T21" fmla="*/ 12 h 21"/>
                <a:gd name="T22" fmla="*/ 0 w 7"/>
                <a:gd name="T23" fmla="*/ 20 h 21"/>
                <a:gd name="T24" fmla="*/ 3 w 7"/>
                <a:gd name="T25"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21">
                  <a:moveTo>
                    <a:pt x="3" y="21"/>
                  </a:moveTo>
                  <a:cubicBezTo>
                    <a:pt x="3" y="20"/>
                    <a:pt x="4" y="19"/>
                    <a:pt x="4" y="18"/>
                  </a:cubicBezTo>
                  <a:cubicBezTo>
                    <a:pt x="4" y="17"/>
                    <a:pt x="4" y="15"/>
                    <a:pt x="5" y="13"/>
                  </a:cubicBezTo>
                  <a:cubicBezTo>
                    <a:pt x="5" y="11"/>
                    <a:pt x="6" y="9"/>
                    <a:pt x="6" y="6"/>
                  </a:cubicBezTo>
                  <a:cubicBezTo>
                    <a:pt x="7" y="4"/>
                    <a:pt x="7" y="2"/>
                    <a:pt x="7" y="2"/>
                  </a:cubicBezTo>
                  <a:cubicBezTo>
                    <a:pt x="7" y="1"/>
                    <a:pt x="7" y="1"/>
                    <a:pt x="6" y="0"/>
                  </a:cubicBezTo>
                  <a:cubicBezTo>
                    <a:pt x="6" y="0"/>
                    <a:pt x="5" y="0"/>
                    <a:pt x="5" y="0"/>
                  </a:cubicBezTo>
                  <a:cubicBezTo>
                    <a:pt x="4" y="0"/>
                    <a:pt x="4" y="0"/>
                    <a:pt x="3" y="1"/>
                  </a:cubicBezTo>
                  <a:cubicBezTo>
                    <a:pt x="2" y="1"/>
                    <a:pt x="2" y="2"/>
                    <a:pt x="2" y="3"/>
                  </a:cubicBezTo>
                  <a:cubicBezTo>
                    <a:pt x="1" y="4"/>
                    <a:pt x="1" y="4"/>
                    <a:pt x="1" y="5"/>
                  </a:cubicBezTo>
                  <a:cubicBezTo>
                    <a:pt x="1" y="6"/>
                    <a:pt x="1" y="8"/>
                    <a:pt x="0" y="12"/>
                  </a:cubicBezTo>
                  <a:cubicBezTo>
                    <a:pt x="0" y="14"/>
                    <a:pt x="0" y="17"/>
                    <a:pt x="0" y="20"/>
                  </a:cubicBezTo>
                  <a:cubicBezTo>
                    <a:pt x="0" y="21"/>
                    <a:pt x="2" y="21"/>
                    <a:pt x="3"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Freeform 242"/>
            <p:cNvSpPr>
              <a:spLocks/>
            </p:cNvSpPr>
            <p:nvPr/>
          </p:nvSpPr>
          <p:spPr bwMode="auto">
            <a:xfrm>
              <a:off x="10961688" y="3011488"/>
              <a:ext cx="9525" cy="9525"/>
            </a:xfrm>
            <a:custGeom>
              <a:avLst/>
              <a:gdLst>
                <a:gd name="T0" fmla="*/ 2 w 6"/>
                <a:gd name="T1" fmla="*/ 6 h 6"/>
                <a:gd name="T2" fmla="*/ 4 w 6"/>
                <a:gd name="T3" fmla="*/ 6 h 6"/>
                <a:gd name="T4" fmla="*/ 5 w 6"/>
                <a:gd name="T5" fmla="*/ 4 h 6"/>
                <a:gd name="T6" fmla="*/ 6 w 6"/>
                <a:gd name="T7" fmla="*/ 2 h 6"/>
                <a:gd name="T8" fmla="*/ 4 w 6"/>
                <a:gd name="T9" fmla="*/ 1 h 6"/>
                <a:gd name="T10" fmla="*/ 3 w 6"/>
                <a:gd name="T11" fmla="*/ 0 h 6"/>
                <a:gd name="T12" fmla="*/ 1 w 6"/>
                <a:gd name="T13" fmla="*/ 2 h 6"/>
                <a:gd name="T14" fmla="*/ 0 w 6"/>
                <a:gd name="T15" fmla="*/ 4 h 6"/>
                <a:gd name="T16" fmla="*/ 2 w 6"/>
                <a:gd name="T1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2" y="6"/>
                  </a:moveTo>
                  <a:cubicBezTo>
                    <a:pt x="3" y="6"/>
                    <a:pt x="3" y="6"/>
                    <a:pt x="4" y="6"/>
                  </a:cubicBezTo>
                  <a:cubicBezTo>
                    <a:pt x="5" y="5"/>
                    <a:pt x="5" y="5"/>
                    <a:pt x="5" y="4"/>
                  </a:cubicBezTo>
                  <a:cubicBezTo>
                    <a:pt x="6" y="2"/>
                    <a:pt x="6" y="2"/>
                    <a:pt x="6" y="2"/>
                  </a:cubicBezTo>
                  <a:cubicBezTo>
                    <a:pt x="6" y="2"/>
                    <a:pt x="5" y="2"/>
                    <a:pt x="4" y="1"/>
                  </a:cubicBezTo>
                  <a:cubicBezTo>
                    <a:pt x="4" y="1"/>
                    <a:pt x="3" y="0"/>
                    <a:pt x="3" y="0"/>
                  </a:cubicBezTo>
                  <a:cubicBezTo>
                    <a:pt x="2" y="0"/>
                    <a:pt x="1" y="1"/>
                    <a:pt x="1" y="2"/>
                  </a:cubicBezTo>
                  <a:cubicBezTo>
                    <a:pt x="0" y="3"/>
                    <a:pt x="0" y="3"/>
                    <a:pt x="0" y="4"/>
                  </a:cubicBezTo>
                  <a:cubicBezTo>
                    <a:pt x="0" y="6"/>
                    <a:pt x="0" y="6"/>
                    <a:pt x="2"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243"/>
            <p:cNvSpPr>
              <a:spLocks/>
            </p:cNvSpPr>
            <p:nvPr/>
          </p:nvSpPr>
          <p:spPr bwMode="auto">
            <a:xfrm>
              <a:off x="10983913" y="3011488"/>
              <a:ext cx="9525" cy="9525"/>
            </a:xfrm>
            <a:custGeom>
              <a:avLst/>
              <a:gdLst>
                <a:gd name="T0" fmla="*/ 2 w 5"/>
                <a:gd name="T1" fmla="*/ 6 h 6"/>
                <a:gd name="T2" fmla="*/ 4 w 5"/>
                <a:gd name="T3" fmla="*/ 6 h 6"/>
                <a:gd name="T4" fmla="*/ 5 w 5"/>
                <a:gd name="T5" fmla="*/ 4 h 6"/>
                <a:gd name="T6" fmla="*/ 5 w 5"/>
                <a:gd name="T7" fmla="*/ 2 h 6"/>
                <a:gd name="T8" fmla="*/ 4 w 5"/>
                <a:gd name="T9" fmla="*/ 1 h 6"/>
                <a:gd name="T10" fmla="*/ 2 w 5"/>
                <a:gd name="T11" fmla="*/ 0 h 6"/>
                <a:gd name="T12" fmla="*/ 0 w 5"/>
                <a:gd name="T13" fmla="*/ 2 h 6"/>
                <a:gd name="T14" fmla="*/ 0 w 5"/>
                <a:gd name="T15" fmla="*/ 4 h 6"/>
                <a:gd name="T16" fmla="*/ 2 w 5"/>
                <a:gd name="T1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6">
                  <a:moveTo>
                    <a:pt x="2" y="6"/>
                  </a:moveTo>
                  <a:cubicBezTo>
                    <a:pt x="2" y="6"/>
                    <a:pt x="3" y="6"/>
                    <a:pt x="4" y="6"/>
                  </a:cubicBezTo>
                  <a:cubicBezTo>
                    <a:pt x="5" y="5"/>
                    <a:pt x="5" y="5"/>
                    <a:pt x="5" y="4"/>
                  </a:cubicBezTo>
                  <a:cubicBezTo>
                    <a:pt x="5" y="2"/>
                    <a:pt x="5" y="2"/>
                    <a:pt x="5" y="2"/>
                  </a:cubicBezTo>
                  <a:cubicBezTo>
                    <a:pt x="5" y="2"/>
                    <a:pt x="5" y="2"/>
                    <a:pt x="4" y="1"/>
                  </a:cubicBezTo>
                  <a:cubicBezTo>
                    <a:pt x="4" y="1"/>
                    <a:pt x="3" y="0"/>
                    <a:pt x="2" y="0"/>
                  </a:cubicBezTo>
                  <a:cubicBezTo>
                    <a:pt x="2" y="0"/>
                    <a:pt x="1" y="1"/>
                    <a:pt x="0" y="2"/>
                  </a:cubicBezTo>
                  <a:cubicBezTo>
                    <a:pt x="0" y="3"/>
                    <a:pt x="0" y="3"/>
                    <a:pt x="0" y="4"/>
                  </a:cubicBezTo>
                  <a:cubicBezTo>
                    <a:pt x="0" y="6"/>
                    <a:pt x="0" y="6"/>
                    <a:pt x="2"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244"/>
            <p:cNvSpPr>
              <a:spLocks/>
            </p:cNvSpPr>
            <p:nvPr/>
          </p:nvSpPr>
          <p:spPr bwMode="auto">
            <a:xfrm>
              <a:off x="10985500" y="2971800"/>
              <a:ext cx="14287" cy="34925"/>
            </a:xfrm>
            <a:custGeom>
              <a:avLst/>
              <a:gdLst>
                <a:gd name="T0" fmla="*/ 4 w 8"/>
                <a:gd name="T1" fmla="*/ 21 h 21"/>
                <a:gd name="T2" fmla="*/ 5 w 8"/>
                <a:gd name="T3" fmla="*/ 18 h 21"/>
                <a:gd name="T4" fmla="*/ 5 w 8"/>
                <a:gd name="T5" fmla="*/ 13 h 21"/>
                <a:gd name="T6" fmla="*/ 7 w 8"/>
                <a:gd name="T7" fmla="*/ 6 h 21"/>
                <a:gd name="T8" fmla="*/ 8 w 8"/>
                <a:gd name="T9" fmla="*/ 2 h 21"/>
                <a:gd name="T10" fmla="*/ 7 w 8"/>
                <a:gd name="T11" fmla="*/ 0 h 21"/>
                <a:gd name="T12" fmla="*/ 6 w 8"/>
                <a:gd name="T13" fmla="*/ 0 h 21"/>
                <a:gd name="T14" fmla="*/ 4 w 8"/>
                <a:gd name="T15" fmla="*/ 1 h 21"/>
                <a:gd name="T16" fmla="*/ 2 w 8"/>
                <a:gd name="T17" fmla="*/ 3 h 21"/>
                <a:gd name="T18" fmla="*/ 2 w 8"/>
                <a:gd name="T19" fmla="*/ 5 h 21"/>
                <a:gd name="T20" fmla="*/ 1 w 8"/>
                <a:gd name="T21" fmla="*/ 12 h 21"/>
                <a:gd name="T22" fmla="*/ 1 w 8"/>
                <a:gd name="T23" fmla="*/ 20 h 21"/>
                <a:gd name="T24" fmla="*/ 4 w 8"/>
                <a:gd name="T25"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21">
                  <a:moveTo>
                    <a:pt x="4" y="21"/>
                  </a:moveTo>
                  <a:cubicBezTo>
                    <a:pt x="4" y="20"/>
                    <a:pt x="4" y="19"/>
                    <a:pt x="5" y="18"/>
                  </a:cubicBezTo>
                  <a:cubicBezTo>
                    <a:pt x="5" y="17"/>
                    <a:pt x="5" y="15"/>
                    <a:pt x="5" y="13"/>
                  </a:cubicBezTo>
                  <a:cubicBezTo>
                    <a:pt x="6" y="11"/>
                    <a:pt x="7" y="9"/>
                    <a:pt x="7" y="6"/>
                  </a:cubicBezTo>
                  <a:cubicBezTo>
                    <a:pt x="8" y="4"/>
                    <a:pt x="8" y="2"/>
                    <a:pt x="8" y="2"/>
                  </a:cubicBezTo>
                  <a:cubicBezTo>
                    <a:pt x="8" y="1"/>
                    <a:pt x="8" y="1"/>
                    <a:pt x="7" y="0"/>
                  </a:cubicBezTo>
                  <a:cubicBezTo>
                    <a:pt x="7" y="0"/>
                    <a:pt x="6" y="0"/>
                    <a:pt x="6" y="0"/>
                  </a:cubicBezTo>
                  <a:cubicBezTo>
                    <a:pt x="5" y="0"/>
                    <a:pt x="4" y="0"/>
                    <a:pt x="4" y="1"/>
                  </a:cubicBezTo>
                  <a:cubicBezTo>
                    <a:pt x="3" y="1"/>
                    <a:pt x="3" y="2"/>
                    <a:pt x="2" y="3"/>
                  </a:cubicBezTo>
                  <a:cubicBezTo>
                    <a:pt x="2" y="4"/>
                    <a:pt x="2" y="4"/>
                    <a:pt x="2" y="5"/>
                  </a:cubicBezTo>
                  <a:cubicBezTo>
                    <a:pt x="2" y="6"/>
                    <a:pt x="2" y="8"/>
                    <a:pt x="1" y="12"/>
                  </a:cubicBezTo>
                  <a:cubicBezTo>
                    <a:pt x="1" y="14"/>
                    <a:pt x="0" y="17"/>
                    <a:pt x="1" y="20"/>
                  </a:cubicBezTo>
                  <a:cubicBezTo>
                    <a:pt x="1" y="21"/>
                    <a:pt x="2" y="21"/>
                    <a:pt x="4"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Freeform 245"/>
            <p:cNvSpPr>
              <a:spLocks/>
            </p:cNvSpPr>
            <p:nvPr/>
          </p:nvSpPr>
          <p:spPr bwMode="auto">
            <a:xfrm>
              <a:off x="11009313" y="2971800"/>
              <a:ext cx="12700" cy="34925"/>
            </a:xfrm>
            <a:custGeom>
              <a:avLst/>
              <a:gdLst>
                <a:gd name="T0" fmla="*/ 4 w 8"/>
                <a:gd name="T1" fmla="*/ 21 h 21"/>
                <a:gd name="T2" fmla="*/ 4 w 8"/>
                <a:gd name="T3" fmla="*/ 18 h 21"/>
                <a:gd name="T4" fmla="*/ 5 w 8"/>
                <a:gd name="T5" fmla="*/ 13 h 21"/>
                <a:gd name="T6" fmla="*/ 7 w 8"/>
                <a:gd name="T7" fmla="*/ 6 h 21"/>
                <a:gd name="T8" fmla="*/ 8 w 8"/>
                <a:gd name="T9" fmla="*/ 2 h 21"/>
                <a:gd name="T10" fmla="*/ 7 w 8"/>
                <a:gd name="T11" fmla="*/ 0 h 21"/>
                <a:gd name="T12" fmla="*/ 5 w 8"/>
                <a:gd name="T13" fmla="*/ 0 h 21"/>
                <a:gd name="T14" fmla="*/ 4 w 8"/>
                <a:gd name="T15" fmla="*/ 1 h 21"/>
                <a:gd name="T16" fmla="*/ 2 w 8"/>
                <a:gd name="T17" fmla="*/ 3 h 21"/>
                <a:gd name="T18" fmla="*/ 2 w 8"/>
                <a:gd name="T19" fmla="*/ 5 h 21"/>
                <a:gd name="T20" fmla="*/ 1 w 8"/>
                <a:gd name="T21" fmla="*/ 12 h 21"/>
                <a:gd name="T22" fmla="*/ 0 w 8"/>
                <a:gd name="T23" fmla="*/ 20 h 21"/>
                <a:gd name="T24" fmla="*/ 4 w 8"/>
                <a:gd name="T25"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21">
                  <a:moveTo>
                    <a:pt x="4" y="21"/>
                  </a:moveTo>
                  <a:cubicBezTo>
                    <a:pt x="4" y="20"/>
                    <a:pt x="4" y="19"/>
                    <a:pt x="4" y="18"/>
                  </a:cubicBezTo>
                  <a:cubicBezTo>
                    <a:pt x="4" y="17"/>
                    <a:pt x="5" y="15"/>
                    <a:pt x="5" y="13"/>
                  </a:cubicBezTo>
                  <a:cubicBezTo>
                    <a:pt x="6" y="11"/>
                    <a:pt x="6" y="9"/>
                    <a:pt x="7" y="6"/>
                  </a:cubicBezTo>
                  <a:cubicBezTo>
                    <a:pt x="8" y="4"/>
                    <a:pt x="8" y="2"/>
                    <a:pt x="8" y="2"/>
                  </a:cubicBezTo>
                  <a:cubicBezTo>
                    <a:pt x="8" y="1"/>
                    <a:pt x="8" y="1"/>
                    <a:pt x="7" y="0"/>
                  </a:cubicBezTo>
                  <a:cubicBezTo>
                    <a:pt x="7" y="0"/>
                    <a:pt x="6" y="0"/>
                    <a:pt x="5" y="0"/>
                  </a:cubicBezTo>
                  <a:cubicBezTo>
                    <a:pt x="5" y="0"/>
                    <a:pt x="4" y="0"/>
                    <a:pt x="4" y="1"/>
                  </a:cubicBezTo>
                  <a:cubicBezTo>
                    <a:pt x="3" y="1"/>
                    <a:pt x="2" y="2"/>
                    <a:pt x="2" y="3"/>
                  </a:cubicBezTo>
                  <a:cubicBezTo>
                    <a:pt x="2" y="4"/>
                    <a:pt x="2" y="4"/>
                    <a:pt x="2" y="5"/>
                  </a:cubicBezTo>
                  <a:cubicBezTo>
                    <a:pt x="2" y="6"/>
                    <a:pt x="2" y="8"/>
                    <a:pt x="1" y="12"/>
                  </a:cubicBezTo>
                  <a:cubicBezTo>
                    <a:pt x="0" y="14"/>
                    <a:pt x="0" y="17"/>
                    <a:pt x="0" y="20"/>
                  </a:cubicBezTo>
                  <a:cubicBezTo>
                    <a:pt x="1" y="21"/>
                    <a:pt x="2" y="21"/>
                    <a:pt x="4"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 name="Freeform 246"/>
            <p:cNvSpPr>
              <a:spLocks/>
            </p:cNvSpPr>
            <p:nvPr/>
          </p:nvSpPr>
          <p:spPr bwMode="auto">
            <a:xfrm>
              <a:off x="11006138" y="3011488"/>
              <a:ext cx="9525" cy="9525"/>
            </a:xfrm>
            <a:custGeom>
              <a:avLst/>
              <a:gdLst>
                <a:gd name="T0" fmla="*/ 3 w 6"/>
                <a:gd name="T1" fmla="*/ 6 h 6"/>
                <a:gd name="T2" fmla="*/ 5 w 6"/>
                <a:gd name="T3" fmla="*/ 6 h 6"/>
                <a:gd name="T4" fmla="*/ 6 w 6"/>
                <a:gd name="T5" fmla="*/ 4 h 6"/>
                <a:gd name="T6" fmla="*/ 6 w 6"/>
                <a:gd name="T7" fmla="*/ 2 h 6"/>
                <a:gd name="T8" fmla="*/ 5 w 6"/>
                <a:gd name="T9" fmla="*/ 1 h 6"/>
                <a:gd name="T10" fmla="*/ 3 w 6"/>
                <a:gd name="T11" fmla="*/ 0 h 6"/>
                <a:gd name="T12" fmla="*/ 1 w 6"/>
                <a:gd name="T13" fmla="*/ 2 h 6"/>
                <a:gd name="T14" fmla="*/ 0 w 6"/>
                <a:gd name="T15" fmla="*/ 4 h 6"/>
                <a:gd name="T16" fmla="*/ 3 w 6"/>
                <a:gd name="T1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3" y="6"/>
                  </a:moveTo>
                  <a:cubicBezTo>
                    <a:pt x="3" y="6"/>
                    <a:pt x="4" y="6"/>
                    <a:pt x="5" y="6"/>
                  </a:cubicBezTo>
                  <a:cubicBezTo>
                    <a:pt x="5" y="5"/>
                    <a:pt x="6" y="5"/>
                    <a:pt x="6" y="4"/>
                  </a:cubicBezTo>
                  <a:cubicBezTo>
                    <a:pt x="6" y="2"/>
                    <a:pt x="6" y="2"/>
                    <a:pt x="6" y="2"/>
                  </a:cubicBezTo>
                  <a:cubicBezTo>
                    <a:pt x="6" y="2"/>
                    <a:pt x="6" y="2"/>
                    <a:pt x="5" y="1"/>
                  </a:cubicBezTo>
                  <a:cubicBezTo>
                    <a:pt x="4" y="1"/>
                    <a:pt x="4" y="0"/>
                    <a:pt x="3" y="0"/>
                  </a:cubicBezTo>
                  <a:cubicBezTo>
                    <a:pt x="3" y="0"/>
                    <a:pt x="2" y="1"/>
                    <a:pt x="1" y="2"/>
                  </a:cubicBezTo>
                  <a:cubicBezTo>
                    <a:pt x="1" y="3"/>
                    <a:pt x="0" y="3"/>
                    <a:pt x="0" y="4"/>
                  </a:cubicBezTo>
                  <a:cubicBezTo>
                    <a:pt x="0" y="6"/>
                    <a:pt x="1" y="6"/>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Freeform 247"/>
            <p:cNvSpPr>
              <a:spLocks noEditPoints="1"/>
            </p:cNvSpPr>
            <p:nvPr/>
          </p:nvSpPr>
          <p:spPr bwMode="auto">
            <a:xfrm>
              <a:off x="11753850" y="3611563"/>
              <a:ext cx="76200" cy="74613"/>
            </a:xfrm>
            <a:custGeom>
              <a:avLst/>
              <a:gdLst>
                <a:gd name="T0" fmla="*/ 4 w 47"/>
                <a:gd name="T1" fmla="*/ 45 h 46"/>
                <a:gd name="T2" fmla="*/ 6 w 47"/>
                <a:gd name="T3" fmla="*/ 45 h 46"/>
                <a:gd name="T4" fmla="*/ 9 w 47"/>
                <a:gd name="T5" fmla="*/ 40 h 46"/>
                <a:gd name="T6" fmla="*/ 12 w 47"/>
                <a:gd name="T7" fmla="*/ 34 h 46"/>
                <a:gd name="T8" fmla="*/ 14 w 47"/>
                <a:gd name="T9" fmla="*/ 35 h 46"/>
                <a:gd name="T10" fmla="*/ 16 w 47"/>
                <a:gd name="T11" fmla="*/ 35 h 46"/>
                <a:gd name="T12" fmla="*/ 25 w 47"/>
                <a:gd name="T13" fmla="*/ 32 h 46"/>
                <a:gd name="T14" fmla="*/ 32 w 47"/>
                <a:gd name="T15" fmla="*/ 31 h 46"/>
                <a:gd name="T16" fmla="*/ 32 w 47"/>
                <a:gd name="T17" fmla="*/ 31 h 46"/>
                <a:gd name="T18" fmla="*/ 34 w 47"/>
                <a:gd name="T19" fmla="*/ 37 h 46"/>
                <a:gd name="T20" fmla="*/ 38 w 47"/>
                <a:gd name="T21" fmla="*/ 44 h 46"/>
                <a:gd name="T22" fmla="*/ 43 w 47"/>
                <a:gd name="T23" fmla="*/ 46 h 46"/>
                <a:gd name="T24" fmla="*/ 46 w 47"/>
                <a:gd name="T25" fmla="*/ 45 h 46"/>
                <a:gd name="T26" fmla="*/ 47 w 47"/>
                <a:gd name="T27" fmla="*/ 43 h 46"/>
                <a:gd name="T28" fmla="*/ 47 w 47"/>
                <a:gd name="T29" fmla="*/ 41 h 46"/>
                <a:gd name="T30" fmla="*/ 45 w 47"/>
                <a:gd name="T31" fmla="*/ 39 h 46"/>
                <a:gd name="T32" fmla="*/ 39 w 47"/>
                <a:gd name="T33" fmla="*/ 29 h 46"/>
                <a:gd name="T34" fmla="*/ 30 w 47"/>
                <a:gd name="T35" fmla="*/ 5 h 46"/>
                <a:gd name="T36" fmla="*/ 30 w 47"/>
                <a:gd name="T37" fmla="*/ 4 h 46"/>
                <a:gd name="T38" fmla="*/ 30 w 47"/>
                <a:gd name="T39" fmla="*/ 2 h 46"/>
                <a:gd name="T40" fmla="*/ 26 w 47"/>
                <a:gd name="T41" fmla="*/ 0 h 46"/>
                <a:gd name="T42" fmla="*/ 23 w 47"/>
                <a:gd name="T43" fmla="*/ 2 h 46"/>
                <a:gd name="T44" fmla="*/ 15 w 47"/>
                <a:gd name="T45" fmla="*/ 17 h 46"/>
                <a:gd name="T46" fmla="*/ 7 w 47"/>
                <a:gd name="T47" fmla="*/ 29 h 46"/>
                <a:gd name="T48" fmla="*/ 0 w 47"/>
                <a:gd name="T49" fmla="*/ 42 h 46"/>
                <a:gd name="T50" fmla="*/ 1 w 47"/>
                <a:gd name="T51" fmla="*/ 44 h 46"/>
                <a:gd name="T52" fmla="*/ 4 w 47"/>
                <a:gd name="T53" fmla="*/ 45 h 46"/>
                <a:gd name="T54" fmla="*/ 25 w 47"/>
                <a:gd name="T55" fmla="*/ 11 h 46"/>
                <a:gd name="T56" fmla="*/ 25 w 47"/>
                <a:gd name="T57" fmla="*/ 13 h 46"/>
                <a:gd name="T58" fmla="*/ 29 w 47"/>
                <a:gd name="T59" fmla="*/ 25 h 46"/>
                <a:gd name="T60" fmla="*/ 27 w 47"/>
                <a:gd name="T61" fmla="*/ 26 h 46"/>
                <a:gd name="T62" fmla="*/ 20 w 47"/>
                <a:gd name="T63" fmla="*/ 27 h 46"/>
                <a:gd name="T64" fmla="*/ 16 w 47"/>
                <a:gd name="T65" fmla="*/ 28 h 46"/>
                <a:gd name="T66" fmla="*/ 25 w 47"/>
                <a:gd name="T67"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7" h="46">
                  <a:moveTo>
                    <a:pt x="4" y="45"/>
                  </a:moveTo>
                  <a:cubicBezTo>
                    <a:pt x="4" y="45"/>
                    <a:pt x="5" y="45"/>
                    <a:pt x="6" y="45"/>
                  </a:cubicBezTo>
                  <a:cubicBezTo>
                    <a:pt x="6" y="44"/>
                    <a:pt x="7" y="43"/>
                    <a:pt x="9" y="40"/>
                  </a:cubicBezTo>
                  <a:cubicBezTo>
                    <a:pt x="11" y="37"/>
                    <a:pt x="12" y="35"/>
                    <a:pt x="12" y="34"/>
                  </a:cubicBezTo>
                  <a:cubicBezTo>
                    <a:pt x="13" y="35"/>
                    <a:pt x="13" y="35"/>
                    <a:pt x="14" y="35"/>
                  </a:cubicBezTo>
                  <a:cubicBezTo>
                    <a:pt x="15" y="35"/>
                    <a:pt x="15" y="35"/>
                    <a:pt x="16" y="35"/>
                  </a:cubicBezTo>
                  <a:cubicBezTo>
                    <a:pt x="18" y="34"/>
                    <a:pt x="21" y="33"/>
                    <a:pt x="25" y="32"/>
                  </a:cubicBezTo>
                  <a:cubicBezTo>
                    <a:pt x="28" y="32"/>
                    <a:pt x="31" y="31"/>
                    <a:pt x="32" y="31"/>
                  </a:cubicBezTo>
                  <a:cubicBezTo>
                    <a:pt x="32" y="31"/>
                    <a:pt x="32" y="31"/>
                    <a:pt x="32" y="31"/>
                  </a:cubicBezTo>
                  <a:cubicBezTo>
                    <a:pt x="32" y="32"/>
                    <a:pt x="33" y="33"/>
                    <a:pt x="34" y="37"/>
                  </a:cubicBezTo>
                  <a:cubicBezTo>
                    <a:pt x="35" y="40"/>
                    <a:pt x="37" y="42"/>
                    <a:pt x="38" y="44"/>
                  </a:cubicBezTo>
                  <a:cubicBezTo>
                    <a:pt x="40" y="46"/>
                    <a:pt x="41" y="46"/>
                    <a:pt x="43" y="46"/>
                  </a:cubicBezTo>
                  <a:cubicBezTo>
                    <a:pt x="44" y="46"/>
                    <a:pt x="45" y="46"/>
                    <a:pt x="46" y="45"/>
                  </a:cubicBezTo>
                  <a:cubicBezTo>
                    <a:pt x="47" y="45"/>
                    <a:pt x="47" y="44"/>
                    <a:pt x="47" y="43"/>
                  </a:cubicBezTo>
                  <a:cubicBezTo>
                    <a:pt x="47" y="42"/>
                    <a:pt x="47" y="41"/>
                    <a:pt x="47" y="41"/>
                  </a:cubicBezTo>
                  <a:cubicBezTo>
                    <a:pt x="46" y="41"/>
                    <a:pt x="46" y="40"/>
                    <a:pt x="45" y="39"/>
                  </a:cubicBezTo>
                  <a:cubicBezTo>
                    <a:pt x="43" y="37"/>
                    <a:pt x="41" y="34"/>
                    <a:pt x="39" y="29"/>
                  </a:cubicBezTo>
                  <a:cubicBezTo>
                    <a:pt x="36" y="24"/>
                    <a:pt x="34" y="17"/>
                    <a:pt x="30" y="5"/>
                  </a:cubicBezTo>
                  <a:cubicBezTo>
                    <a:pt x="30" y="5"/>
                    <a:pt x="30" y="4"/>
                    <a:pt x="30" y="4"/>
                  </a:cubicBezTo>
                  <a:cubicBezTo>
                    <a:pt x="30" y="3"/>
                    <a:pt x="30" y="2"/>
                    <a:pt x="30" y="2"/>
                  </a:cubicBezTo>
                  <a:cubicBezTo>
                    <a:pt x="29" y="1"/>
                    <a:pt x="28" y="0"/>
                    <a:pt x="26" y="0"/>
                  </a:cubicBezTo>
                  <a:cubicBezTo>
                    <a:pt x="25" y="0"/>
                    <a:pt x="24" y="1"/>
                    <a:pt x="23" y="2"/>
                  </a:cubicBezTo>
                  <a:cubicBezTo>
                    <a:pt x="22" y="4"/>
                    <a:pt x="19" y="8"/>
                    <a:pt x="15" y="17"/>
                  </a:cubicBezTo>
                  <a:cubicBezTo>
                    <a:pt x="12" y="21"/>
                    <a:pt x="10" y="25"/>
                    <a:pt x="7" y="29"/>
                  </a:cubicBezTo>
                  <a:cubicBezTo>
                    <a:pt x="2" y="37"/>
                    <a:pt x="0" y="41"/>
                    <a:pt x="0" y="42"/>
                  </a:cubicBezTo>
                  <a:cubicBezTo>
                    <a:pt x="0" y="42"/>
                    <a:pt x="0" y="43"/>
                    <a:pt x="1" y="44"/>
                  </a:cubicBezTo>
                  <a:cubicBezTo>
                    <a:pt x="2" y="45"/>
                    <a:pt x="3" y="45"/>
                    <a:pt x="4" y="45"/>
                  </a:cubicBezTo>
                  <a:close/>
                  <a:moveTo>
                    <a:pt x="25" y="11"/>
                  </a:moveTo>
                  <a:cubicBezTo>
                    <a:pt x="25" y="12"/>
                    <a:pt x="25" y="12"/>
                    <a:pt x="25" y="13"/>
                  </a:cubicBezTo>
                  <a:cubicBezTo>
                    <a:pt x="28" y="20"/>
                    <a:pt x="29" y="24"/>
                    <a:pt x="29" y="25"/>
                  </a:cubicBezTo>
                  <a:cubicBezTo>
                    <a:pt x="29" y="25"/>
                    <a:pt x="28" y="26"/>
                    <a:pt x="27" y="26"/>
                  </a:cubicBezTo>
                  <a:cubicBezTo>
                    <a:pt x="23" y="26"/>
                    <a:pt x="21" y="27"/>
                    <a:pt x="20" y="27"/>
                  </a:cubicBezTo>
                  <a:cubicBezTo>
                    <a:pt x="19" y="27"/>
                    <a:pt x="18" y="27"/>
                    <a:pt x="16" y="28"/>
                  </a:cubicBezTo>
                  <a:lnTo>
                    <a:pt x="25"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 name="Freeform 248"/>
            <p:cNvSpPr>
              <a:spLocks/>
            </p:cNvSpPr>
            <p:nvPr/>
          </p:nvSpPr>
          <p:spPr bwMode="auto">
            <a:xfrm>
              <a:off x="11839575" y="3600450"/>
              <a:ext cx="20637" cy="85725"/>
            </a:xfrm>
            <a:custGeom>
              <a:avLst/>
              <a:gdLst>
                <a:gd name="T0" fmla="*/ 4 w 13"/>
                <a:gd name="T1" fmla="*/ 53 h 53"/>
                <a:gd name="T2" fmla="*/ 7 w 13"/>
                <a:gd name="T3" fmla="*/ 52 h 53"/>
                <a:gd name="T4" fmla="*/ 8 w 13"/>
                <a:gd name="T5" fmla="*/ 49 h 53"/>
                <a:gd name="T6" fmla="*/ 8 w 13"/>
                <a:gd name="T7" fmla="*/ 47 h 53"/>
                <a:gd name="T8" fmla="*/ 7 w 13"/>
                <a:gd name="T9" fmla="*/ 38 h 53"/>
                <a:gd name="T10" fmla="*/ 8 w 13"/>
                <a:gd name="T11" fmla="*/ 28 h 53"/>
                <a:gd name="T12" fmla="*/ 10 w 13"/>
                <a:gd name="T13" fmla="*/ 17 h 53"/>
                <a:gd name="T14" fmla="*/ 13 w 13"/>
                <a:gd name="T15" fmla="*/ 7 h 53"/>
                <a:gd name="T16" fmla="*/ 13 w 13"/>
                <a:gd name="T17" fmla="*/ 4 h 53"/>
                <a:gd name="T18" fmla="*/ 10 w 13"/>
                <a:gd name="T19" fmla="*/ 0 h 53"/>
                <a:gd name="T20" fmla="*/ 6 w 13"/>
                <a:gd name="T21" fmla="*/ 3 h 53"/>
                <a:gd name="T22" fmla="*/ 2 w 13"/>
                <a:gd name="T23" fmla="*/ 20 h 53"/>
                <a:gd name="T24" fmla="*/ 0 w 13"/>
                <a:gd name="T25" fmla="*/ 44 h 53"/>
                <a:gd name="T26" fmla="*/ 1 w 13"/>
                <a:gd name="T27" fmla="*/ 51 h 53"/>
                <a:gd name="T28" fmla="*/ 4 w 13"/>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53">
                  <a:moveTo>
                    <a:pt x="4" y="53"/>
                  </a:moveTo>
                  <a:cubicBezTo>
                    <a:pt x="5" y="53"/>
                    <a:pt x="6" y="53"/>
                    <a:pt x="7" y="52"/>
                  </a:cubicBezTo>
                  <a:cubicBezTo>
                    <a:pt x="8" y="51"/>
                    <a:pt x="8" y="50"/>
                    <a:pt x="8" y="49"/>
                  </a:cubicBezTo>
                  <a:cubicBezTo>
                    <a:pt x="8" y="49"/>
                    <a:pt x="8" y="48"/>
                    <a:pt x="8" y="47"/>
                  </a:cubicBezTo>
                  <a:cubicBezTo>
                    <a:pt x="7" y="44"/>
                    <a:pt x="7" y="41"/>
                    <a:pt x="7" y="38"/>
                  </a:cubicBezTo>
                  <a:cubicBezTo>
                    <a:pt x="7" y="36"/>
                    <a:pt x="7" y="33"/>
                    <a:pt x="8" y="28"/>
                  </a:cubicBezTo>
                  <a:cubicBezTo>
                    <a:pt x="8" y="24"/>
                    <a:pt x="9" y="20"/>
                    <a:pt x="10" y="17"/>
                  </a:cubicBezTo>
                  <a:cubicBezTo>
                    <a:pt x="12" y="12"/>
                    <a:pt x="12" y="9"/>
                    <a:pt x="13" y="7"/>
                  </a:cubicBezTo>
                  <a:cubicBezTo>
                    <a:pt x="13" y="6"/>
                    <a:pt x="13" y="5"/>
                    <a:pt x="13" y="4"/>
                  </a:cubicBezTo>
                  <a:cubicBezTo>
                    <a:pt x="13" y="2"/>
                    <a:pt x="12" y="0"/>
                    <a:pt x="10" y="0"/>
                  </a:cubicBezTo>
                  <a:cubicBezTo>
                    <a:pt x="9" y="0"/>
                    <a:pt x="7" y="1"/>
                    <a:pt x="6" y="3"/>
                  </a:cubicBezTo>
                  <a:cubicBezTo>
                    <a:pt x="5" y="5"/>
                    <a:pt x="4" y="10"/>
                    <a:pt x="2" y="20"/>
                  </a:cubicBezTo>
                  <a:cubicBezTo>
                    <a:pt x="1" y="29"/>
                    <a:pt x="0" y="38"/>
                    <a:pt x="0" y="44"/>
                  </a:cubicBezTo>
                  <a:cubicBezTo>
                    <a:pt x="0" y="48"/>
                    <a:pt x="0" y="50"/>
                    <a:pt x="1" y="51"/>
                  </a:cubicBezTo>
                  <a:cubicBezTo>
                    <a:pt x="1" y="53"/>
                    <a:pt x="2" y="53"/>
                    <a:pt x="4"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Freeform 249"/>
            <p:cNvSpPr>
              <a:spLocks/>
            </p:cNvSpPr>
            <p:nvPr/>
          </p:nvSpPr>
          <p:spPr bwMode="auto">
            <a:xfrm>
              <a:off x="11863388" y="3630613"/>
              <a:ext cx="55562" cy="55563"/>
            </a:xfrm>
            <a:custGeom>
              <a:avLst/>
              <a:gdLst>
                <a:gd name="T0" fmla="*/ 7 w 34"/>
                <a:gd name="T1" fmla="*/ 32 h 34"/>
                <a:gd name="T2" fmla="*/ 11 w 34"/>
                <a:gd name="T3" fmla="*/ 34 h 34"/>
                <a:gd name="T4" fmla="*/ 16 w 34"/>
                <a:gd name="T5" fmla="*/ 29 h 34"/>
                <a:gd name="T6" fmla="*/ 25 w 34"/>
                <a:gd name="T7" fmla="*/ 14 h 34"/>
                <a:gd name="T8" fmla="*/ 31 w 34"/>
                <a:gd name="T9" fmla="*/ 6 h 34"/>
                <a:gd name="T10" fmla="*/ 34 w 34"/>
                <a:gd name="T11" fmla="*/ 3 h 34"/>
                <a:gd name="T12" fmla="*/ 33 w 34"/>
                <a:gd name="T13" fmla="*/ 1 h 34"/>
                <a:gd name="T14" fmla="*/ 30 w 34"/>
                <a:gd name="T15" fmla="*/ 0 h 34"/>
                <a:gd name="T16" fmla="*/ 27 w 34"/>
                <a:gd name="T17" fmla="*/ 0 h 34"/>
                <a:gd name="T18" fmla="*/ 23 w 34"/>
                <a:gd name="T19" fmla="*/ 5 h 34"/>
                <a:gd name="T20" fmla="*/ 17 w 34"/>
                <a:gd name="T21" fmla="*/ 14 h 34"/>
                <a:gd name="T22" fmla="*/ 13 w 34"/>
                <a:gd name="T23" fmla="*/ 21 h 34"/>
                <a:gd name="T24" fmla="*/ 12 w 34"/>
                <a:gd name="T25" fmla="*/ 23 h 34"/>
                <a:gd name="T26" fmla="*/ 11 w 34"/>
                <a:gd name="T27" fmla="*/ 22 h 34"/>
                <a:gd name="T28" fmla="*/ 10 w 34"/>
                <a:gd name="T29" fmla="*/ 18 h 34"/>
                <a:gd name="T30" fmla="*/ 8 w 34"/>
                <a:gd name="T31" fmla="*/ 13 h 34"/>
                <a:gd name="T32" fmla="*/ 7 w 34"/>
                <a:gd name="T33" fmla="*/ 9 h 34"/>
                <a:gd name="T34" fmla="*/ 7 w 34"/>
                <a:gd name="T35" fmla="*/ 4 h 34"/>
                <a:gd name="T36" fmla="*/ 4 w 34"/>
                <a:gd name="T37" fmla="*/ 0 h 34"/>
                <a:gd name="T38" fmla="*/ 0 w 34"/>
                <a:gd name="T39" fmla="*/ 5 h 34"/>
                <a:gd name="T40" fmla="*/ 4 w 34"/>
                <a:gd name="T41" fmla="*/ 23 h 34"/>
                <a:gd name="T42" fmla="*/ 7 w 34"/>
                <a:gd name="T43" fmla="*/ 3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 h="34">
                  <a:moveTo>
                    <a:pt x="7" y="32"/>
                  </a:moveTo>
                  <a:cubicBezTo>
                    <a:pt x="8" y="33"/>
                    <a:pt x="9" y="34"/>
                    <a:pt x="11" y="34"/>
                  </a:cubicBezTo>
                  <a:cubicBezTo>
                    <a:pt x="12" y="34"/>
                    <a:pt x="14" y="33"/>
                    <a:pt x="16" y="29"/>
                  </a:cubicBezTo>
                  <a:cubicBezTo>
                    <a:pt x="19" y="23"/>
                    <a:pt x="22" y="18"/>
                    <a:pt x="25" y="14"/>
                  </a:cubicBezTo>
                  <a:cubicBezTo>
                    <a:pt x="28" y="10"/>
                    <a:pt x="30" y="8"/>
                    <a:pt x="31" y="6"/>
                  </a:cubicBezTo>
                  <a:cubicBezTo>
                    <a:pt x="33" y="5"/>
                    <a:pt x="34" y="4"/>
                    <a:pt x="34" y="3"/>
                  </a:cubicBezTo>
                  <a:cubicBezTo>
                    <a:pt x="34" y="2"/>
                    <a:pt x="34" y="1"/>
                    <a:pt x="33" y="1"/>
                  </a:cubicBezTo>
                  <a:cubicBezTo>
                    <a:pt x="32" y="0"/>
                    <a:pt x="31" y="0"/>
                    <a:pt x="30" y="0"/>
                  </a:cubicBezTo>
                  <a:cubicBezTo>
                    <a:pt x="29" y="0"/>
                    <a:pt x="28" y="0"/>
                    <a:pt x="27" y="0"/>
                  </a:cubicBezTo>
                  <a:cubicBezTo>
                    <a:pt x="27" y="1"/>
                    <a:pt x="25" y="2"/>
                    <a:pt x="23" y="5"/>
                  </a:cubicBezTo>
                  <a:cubicBezTo>
                    <a:pt x="22" y="7"/>
                    <a:pt x="19" y="10"/>
                    <a:pt x="17" y="14"/>
                  </a:cubicBezTo>
                  <a:cubicBezTo>
                    <a:pt x="15" y="18"/>
                    <a:pt x="13" y="20"/>
                    <a:pt x="13" y="21"/>
                  </a:cubicBezTo>
                  <a:cubicBezTo>
                    <a:pt x="12" y="22"/>
                    <a:pt x="12" y="23"/>
                    <a:pt x="12" y="23"/>
                  </a:cubicBezTo>
                  <a:cubicBezTo>
                    <a:pt x="11" y="23"/>
                    <a:pt x="11" y="22"/>
                    <a:pt x="11" y="22"/>
                  </a:cubicBezTo>
                  <a:cubicBezTo>
                    <a:pt x="11" y="20"/>
                    <a:pt x="10" y="19"/>
                    <a:pt x="10" y="18"/>
                  </a:cubicBezTo>
                  <a:cubicBezTo>
                    <a:pt x="9" y="17"/>
                    <a:pt x="9" y="15"/>
                    <a:pt x="8" y="13"/>
                  </a:cubicBezTo>
                  <a:cubicBezTo>
                    <a:pt x="8" y="11"/>
                    <a:pt x="7" y="9"/>
                    <a:pt x="7" y="9"/>
                  </a:cubicBezTo>
                  <a:cubicBezTo>
                    <a:pt x="7" y="8"/>
                    <a:pt x="7" y="6"/>
                    <a:pt x="7" y="4"/>
                  </a:cubicBezTo>
                  <a:cubicBezTo>
                    <a:pt x="7" y="2"/>
                    <a:pt x="6" y="0"/>
                    <a:pt x="4" y="0"/>
                  </a:cubicBezTo>
                  <a:cubicBezTo>
                    <a:pt x="1" y="0"/>
                    <a:pt x="0" y="2"/>
                    <a:pt x="0" y="5"/>
                  </a:cubicBezTo>
                  <a:cubicBezTo>
                    <a:pt x="0" y="9"/>
                    <a:pt x="1" y="15"/>
                    <a:pt x="4" y="23"/>
                  </a:cubicBezTo>
                  <a:cubicBezTo>
                    <a:pt x="6" y="28"/>
                    <a:pt x="7" y="30"/>
                    <a:pt x="7"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 name="Freeform 250"/>
            <p:cNvSpPr>
              <a:spLocks/>
            </p:cNvSpPr>
            <p:nvPr/>
          </p:nvSpPr>
          <p:spPr bwMode="auto">
            <a:xfrm>
              <a:off x="11930063" y="3605213"/>
              <a:ext cx="15875" cy="14288"/>
            </a:xfrm>
            <a:custGeom>
              <a:avLst/>
              <a:gdLst>
                <a:gd name="T0" fmla="*/ 5 w 10"/>
                <a:gd name="T1" fmla="*/ 9 h 9"/>
                <a:gd name="T2" fmla="*/ 8 w 10"/>
                <a:gd name="T3" fmla="*/ 7 h 9"/>
                <a:gd name="T4" fmla="*/ 10 w 10"/>
                <a:gd name="T5" fmla="*/ 4 h 9"/>
                <a:gd name="T6" fmla="*/ 9 w 10"/>
                <a:gd name="T7" fmla="*/ 1 h 9"/>
                <a:gd name="T8" fmla="*/ 6 w 10"/>
                <a:gd name="T9" fmla="*/ 0 h 9"/>
                <a:gd name="T10" fmla="*/ 2 w 10"/>
                <a:gd name="T11" fmla="*/ 1 h 9"/>
                <a:gd name="T12" fmla="*/ 0 w 10"/>
                <a:gd name="T13" fmla="*/ 4 h 9"/>
                <a:gd name="T14" fmla="*/ 2 w 10"/>
                <a:gd name="T15" fmla="*/ 7 h 9"/>
                <a:gd name="T16" fmla="*/ 5 w 10"/>
                <a:gd name="T17"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9">
                  <a:moveTo>
                    <a:pt x="5" y="9"/>
                  </a:moveTo>
                  <a:cubicBezTo>
                    <a:pt x="6" y="9"/>
                    <a:pt x="7" y="8"/>
                    <a:pt x="8" y="7"/>
                  </a:cubicBezTo>
                  <a:cubicBezTo>
                    <a:pt x="9" y="6"/>
                    <a:pt x="10" y="5"/>
                    <a:pt x="10" y="4"/>
                  </a:cubicBezTo>
                  <a:cubicBezTo>
                    <a:pt x="10" y="3"/>
                    <a:pt x="10" y="2"/>
                    <a:pt x="9" y="1"/>
                  </a:cubicBezTo>
                  <a:cubicBezTo>
                    <a:pt x="8" y="0"/>
                    <a:pt x="7" y="0"/>
                    <a:pt x="6" y="0"/>
                  </a:cubicBezTo>
                  <a:cubicBezTo>
                    <a:pt x="4" y="0"/>
                    <a:pt x="3" y="0"/>
                    <a:pt x="2" y="1"/>
                  </a:cubicBezTo>
                  <a:cubicBezTo>
                    <a:pt x="1" y="2"/>
                    <a:pt x="0" y="3"/>
                    <a:pt x="0" y="4"/>
                  </a:cubicBezTo>
                  <a:cubicBezTo>
                    <a:pt x="0" y="5"/>
                    <a:pt x="1" y="6"/>
                    <a:pt x="2" y="7"/>
                  </a:cubicBezTo>
                  <a:cubicBezTo>
                    <a:pt x="3" y="8"/>
                    <a:pt x="4" y="9"/>
                    <a:pt x="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 name="Freeform 251"/>
            <p:cNvSpPr>
              <a:spLocks/>
            </p:cNvSpPr>
            <p:nvPr/>
          </p:nvSpPr>
          <p:spPr bwMode="auto">
            <a:xfrm>
              <a:off x="11920538" y="3632200"/>
              <a:ext cx="17462" cy="53975"/>
            </a:xfrm>
            <a:custGeom>
              <a:avLst/>
              <a:gdLst>
                <a:gd name="T0" fmla="*/ 4 w 11"/>
                <a:gd name="T1" fmla="*/ 33 h 33"/>
                <a:gd name="T2" fmla="*/ 6 w 11"/>
                <a:gd name="T3" fmla="*/ 31 h 33"/>
                <a:gd name="T4" fmla="*/ 8 w 11"/>
                <a:gd name="T5" fmla="*/ 30 h 33"/>
                <a:gd name="T6" fmla="*/ 8 w 11"/>
                <a:gd name="T7" fmla="*/ 29 h 33"/>
                <a:gd name="T8" fmla="*/ 7 w 11"/>
                <a:gd name="T9" fmla="*/ 24 h 33"/>
                <a:gd name="T10" fmla="*/ 7 w 11"/>
                <a:gd name="T11" fmla="*/ 18 h 33"/>
                <a:gd name="T12" fmla="*/ 9 w 11"/>
                <a:gd name="T13" fmla="*/ 8 h 33"/>
                <a:gd name="T14" fmla="*/ 9 w 11"/>
                <a:gd name="T15" fmla="*/ 8 h 33"/>
                <a:gd name="T16" fmla="*/ 11 w 11"/>
                <a:gd name="T17" fmla="*/ 3 h 33"/>
                <a:gd name="T18" fmla="*/ 9 w 11"/>
                <a:gd name="T19" fmla="*/ 1 h 33"/>
                <a:gd name="T20" fmla="*/ 6 w 11"/>
                <a:gd name="T21" fmla="*/ 0 h 33"/>
                <a:gd name="T22" fmla="*/ 4 w 11"/>
                <a:gd name="T23" fmla="*/ 1 h 33"/>
                <a:gd name="T24" fmla="*/ 3 w 11"/>
                <a:gd name="T25" fmla="*/ 5 h 33"/>
                <a:gd name="T26" fmla="*/ 2 w 11"/>
                <a:gd name="T27" fmla="*/ 11 h 33"/>
                <a:gd name="T28" fmla="*/ 2 w 11"/>
                <a:gd name="T29" fmla="*/ 11 h 33"/>
                <a:gd name="T30" fmla="*/ 1 w 11"/>
                <a:gd name="T31" fmla="*/ 14 h 33"/>
                <a:gd name="T32" fmla="*/ 0 w 11"/>
                <a:gd name="T33" fmla="*/ 27 h 33"/>
                <a:gd name="T34" fmla="*/ 4 w 11"/>
                <a:gd name="T35"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33">
                  <a:moveTo>
                    <a:pt x="4" y="33"/>
                  </a:moveTo>
                  <a:cubicBezTo>
                    <a:pt x="5" y="33"/>
                    <a:pt x="6" y="32"/>
                    <a:pt x="6" y="31"/>
                  </a:cubicBezTo>
                  <a:cubicBezTo>
                    <a:pt x="7" y="31"/>
                    <a:pt x="8" y="30"/>
                    <a:pt x="8" y="30"/>
                  </a:cubicBezTo>
                  <a:cubicBezTo>
                    <a:pt x="8" y="29"/>
                    <a:pt x="8" y="29"/>
                    <a:pt x="8" y="29"/>
                  </a:cubicBezTo>
                  <a:cubicBezTo>
                    <a:pt x="7" y="27"/>
                    <a:pt x="7" y="25"/>
                    <a:pt x="7" y="24"/>
                  </a:cubicBezTo>
                  <a:cubicBezTo>
                    <a:pt x="7" y="22"/>
                    <a:pt x="7" y="20"/>
                    <a:pt x="7" y="18"/>
                  </a:cubicBezTo>
                  <a:cubicBezTo>
                    <a:pt x="8" y="15"/>
                    <a:pt x="8" y="12"/>
                    <a:pt x="9" y="8"/>
                  </a:cubicBezTo>
                  <a:cubicBezTo>
                    <a:pt x="9" y="8"/>
                    <a:pt x="9" y="8"/>
                    <a:pt x="9" y="8"/>
                  </a:cubicBezTo>
                  <a:cubicBezTo>
                    <a:pt x="10" y="5"/>
                    <a:pt x="11" y="4"/>
                    <a:pt x="11" y="3"/>
                  </a:cubicBezTo>
                  <a:cubicBezTo>
                    <a:pt x="11" y="2"/>
                    <a:pt x="10" y="1"/>
                    <a:pt x="9" y="1"/>
                  </a:cubicBezTo>
                  <a:cubicBezTo>
                    <a:pt x="9" y="0"/>
                    <a:pt x="8" y="0"/>
                    <a:pt x="6" y="0"/>
                  </a:cubicBezTo>
                  <a:cubicBezTo>
                    <a:pt x="5" y="0"/>
                    <a:pt x="4" y="0"/>
                    <a:pt x="4" y="1"/>
                  </a:cubicBezTo>
                  <a:cubicBezTo>
                    <a:pt x="3" y="2"/>
                    <a:pt x="3" y="4"/>
                    <a:pt x="3" y="5"/>
                  </a:cubicBezTo>
                  <a:cubicBezTo>
                    <a:pt x="3" y="6"/>
                    <a:pt x="2" y="8"/>
                    <a:pt x="2" y="11"/>
                  </a:cubicBezTo>
                  <a:cubicBezTo>
                    <a:pt x="2" y="11"/>
                    <a:pt x="2" y="11"/>
                    <a:pt x="2" y="11"/>
                  </a:cubicBezTo>
                  <a:cubicBezTo>
                    <a:pt x="2" y="12"/>
                    <a:pt x="1" y="13"/>
                    <a:pt x="1" y="14"/>
                  </a:cubicBezTo>
                  <a:cubicBezTo>
                    <a:pt x="0" y="19"/>
                    <a:pt x="0" y="23"/>
                    <a:pt x="0" y="27"/>
                  </a:cubicBezTo>
                  <a:cubicBezTo>
                    <a:pt x="0" y="31"/>
                    <a:pt x="1" y="33"/>
                    <a:pt x="4"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 name="Freeform 252"/>
            <p:cNvSpPr>
              <a:spLocks/>
            </p:cNvSpPr>
            <p:nvPr/>
          </p:nvSpPr>
          <p:spPr bwMode="auto">
            <a:xfrm>
              <a:off x="11945938" y="3632200"/>
              <a:ext cx="61912" cy="50800"/>
            </a:xfrm>
            <a:custGeom>
              <a:avLst/>
              <a:gdLst>
                <a:gd name="T0" fmla="*/ 5 w 38"/>
                <a:gd name="T1" fmla="*/ 31 h 31"/>
                <a:gd name="T2" fmla="*/ 6 w 38"/>
                <a:gd name="T3" fmla="*/ 31 h 31"/>
                <a:gd name="T4" fmla="*/ 7 w 38"/>
                <a:gd name="T5" fmla="*/ 29 h 31"/>
                <a:gd name="T6" fmla="*/ 14 w 38"/>
                <a:gd name="T7" fmla="*/ 17 h 31"/>
                <a:gd name="T8" fmla="*/ 21 w 38"/>
                <a:gd name="T9" fmla="*/ 9 h 31"/>
                <a:gd name="T10" fmla="*/ 24 w 38"/>
                <a:gd name="T11" fmla="*/ 17 h 31"/>
                <a:gd name="T12" fmla="*/ 26 w 38"/>
                <a:gd name="T13" fmla="*/ 27 h 31"/>
                <a:gd name="T14" fmla="*/ 26 w 38"/>
                <a:gd name="T15" fmla="*/ 27 h 31"/>
                <a:gd name="T16" fmla="*/ 31 w 38"/>
                <a:gd name="T17" fmla="*/ 30 h 31"/>
                <a:gd name="T18" fmla="*/ 36 w 38"/>
                <a:gd name="T19" fmla="*/ 28 h 31"/>
                <a:gd name="T20" fmla="*/ 38 w 38"/>
                <a:gd name="T21" fmla="*/ 25 h 31"/>
                <a:gd name="T22" fmla="*/ 37 w 38"/>
                <a:gd name="T23" fmla="*/ 23 h 31"/>
                <a:gd name="T24" fmla="*/ 35 w 38"/>
                <a:gd name="T25" fmla="*/ 23 h 31"/>
                <a:gd name="T26" fmla="*/ 33 w 38"/>
                <a:gd name="T27" fmla="*/ 24 h 31"/>
                <a:gd name="T28" fmla="*/ 31 w 38"/>
                <a:gd name="T29" fmla="*/ 13 h 31"/>
                <a:gd name="T30" fmla="*/ 22 w 38"/>
                <a:gd name="T31" fmla="*/ 2 h 31"/>
                <a:gd name="T32" fmla="*/ 8 w 38"/>
                <a:gd name="T33" fmla="*/ 17 h 31"/>
                <a:gd name="T34" fmla="*/ 10 w 38"/>
                <a:gd name="T35" fmla="*/ 6 h 31"/>
                <a:gd name="T36" fmla="*/ 9 w 38"/>
                <a:gd name="T37" fmla="*/ 1 h 31"/>
                <a:gd name="T38" fmla="*/ 6 w 38"/>
                <a:gd name="T39" fmla="*/ 0 h 31"/>
                <a:gd name="T40" fmla="*/ 4 w 38"/>
                <a:gd name="T41" fmla="*/ 2 h 31"/>
                <a:gd name="T42" fmla="*/ 2 w 38"/>
                <a:gd name="T43" fmla="*/ 5 h 31"/>
                <a:gd name="T44" fmla="*/ 1 w 38"/>
                <a:gd name="T45" fmla="*/ 21 h 31"/>
                <a:gd name="T46" fmla="*/ 0 w 38"/>
                <a:gd name="T47" fmla="*/ 27 h 31"/>
                <a:gd name="T48" fmla="*/ 5 w 38"/>
                <a:gd name="T49"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 h="31">
                  <a:moveTo>
                    <a:pt x="5" y="31"/>
                  </a:moveTo>
                  <a:cubicBezTo>
                    <a:pt x="5" y="31"/>
                    <a:pt x="6" y="31"/>
                    <a:pt x="6" y="31"/>
                  </a:cubicBezTo>
                  <a:cubicBezTo>
                    <a:pt x="7" y="30"/>
                    <a:pt x="7" y="29"/>
                    <a:pt x="7" y="29"/>
                  </a:cubicBezTo>
                  <a:cubicBezTo>
                    <a:pt x="8" y="26"/>
                    <a:pt x="10" y="22"/>
                    <a:pt x="14" y="17"/>
                  </a:cubicBezTo>
                  <a:cubicBezTo>
                    <a:pt x="17" y="12"/>
                    <a:pt x="20" y="9"/>
                    <a:pt x="21" y="9"/>
                  </a:cubicBezTo>
                  <a:cubicBezTo>
                    <a:pt x="23" y="9"/>
                    <a:pt x="24" y="12"/>
                    <a:pt x="24" y="17"/>
                  </a:cubicBezTo>
                  <a:cubicBezTo>
                    <a:pt x="25" y="22"/>
                    <a:pt x="25" y="25"/>
                    <a:pt x="26" y="27"/>
                  </a:cubicBezTo>
                  <a:cubicBezTo>
                    <a:pt x="26" y="27"/>
                    <a:pt x="26" y="27"/>
                    <a:pt x="26" y="27"/>
                  </a:cubicBezTo>
                  <a:cubicBezTo>
                    <a:pt x="27" y="29"/>
                    <a:pt x="29" y="30"/>
                    <a:pt x="31" y="30"/>
                  </a:cubicBezTo>
                  <a:cubicBezTo>
                    <a:pt x="33" y="30"/>
                    <a:pt x="35" y="29"/>
                    <a:pt x="36" y="28"/>
                  </a:cubicBezTo>
                  <a:cubicBezTo>
                    <a:pt x="37" y="27"/>
                    <a:pt x="38" y="26"/>
                    <a:pt x="38" y="25"/>
                  </a:cubicBezTo>
                  <a:cubicBezTo>
                    <a:pt x="38" y="24"/>
                    <a:pt x="38" y="23"/>
                    <a:pt x="37" y="23"/>
                  </a:cubicBezTo>
                  <a:cubicBezTo>
                    <a:pt x="36" y="23"/>
                    <a:pt x="36" y="23"/>
                    <a:pt x="35" y="23"/>
                  </a:cubicBezTo>
                  <a:cubicBezTo>
                    <a:pt x="34" y="24"/>
                    <a:pt x="34" y="24"/>
                    <a:pt x="33" y="24"/>
                  </a:cubicBezTo>
                  <a:cubicBezTo>
                    <a:pt x="32" y="24"/>
                    <a:pt x="31" y="20"/>
                    <a:pt x="31" y="13"/>
                  </a:cubicBezTo>
                  <a:cubicBezTo>
                    <a:pt x="30" y="5"/>
                    <a:pt x="27" y="2"/>
                    <a:pt x="22" y="2"/>
                  </a:cubicBezTo>
                  <a:cubicBezTo>
                    <a:pt x="17" y="2"/>
                    <a:pt x="12" y="7"/>
                    <a:pt x="8" y="17"/>
                  </a:cubicBezTo>
                  <a:cubicBezTo>
                    <a:pt x="9" y="11"/>
                    <a:pt x="10" y="8"/>
                    <a:pt x="10" y="6"/>
                  </a:cubicBezTo>
                  <a:cubicBezTo>
                    <a:pt x="10" y="3"/>
                    <a:pt x="9" y="2"/>
                    <a:pt x="9" y="1"/>
                  </a:cubicBezTo>
                  <a:cubicBezTo>
                    <a:pt x="8" y="1"/>
                    <a:pt x="7" y="0"/>
                    <a:pt x="6" y="0"/>
                  </a:cubicBezTo>
                  <a:cubicBezTo>
                    <a:pt x="5" y="0"/>
                    <a:pt x="4" y="1"/>
                    <a:pt x="4" y="2"/>
                  </a:cubicBezTo>
                  <a:cubicBezTo>
                    <a:pt x="3" y="3"/>
                    <a:pt x="2" y="4"/>
                    <a:pt x="2" y="5"/>
                  </a:cubicBezTo>
                  <a:cubicBezTo>
                    <a:pt x="2" y="11"/>
                    <a:pt x="2" y="16"/>
                    <a:pt x="1" y="21"/>
                  </a:cubicBezTo>
                  <a:cubicBezTo>
                    <a:pt x="1" y="24"/>
                    <a:pt x="0" y="26"/>
                    <a:pt x="0" y="27"/>
                  </a:cubicBezTo>
                  <a:cubicBezTo>
                    <a:pt x="0" y="30"/>
                    <a:pt x="2" y="31"/>
                    <a:pt x="5"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 name="Freeform 253"/>
            <p:cNvSpPr>
              <a:spLocks/>
            </p:cNvSpPr>
            <p:nvPr/>
          </p:nvSpPr>
          <p:spPr bwMode="auto">
            <a:xfrm>
              <a:off x="12012613" y="3667125"/>
              <a:ext cx="14287" cy="14288"/>
            </a:xfrm>
            <a:custGeom>
              <a:avLst/>
              <a:gdLst>
                <a:gd name="T0" fmla="*/ 3 w 9"/>
                <a:gd name="T1" fmla="*/ 9 h 9"/>
                <a:gd name="T2" fmla="*/ 6 w 9"/>
                <a:gd name="T3" fmla="*/ 8 h 9"/>
                <a:gd name="T4" fmla="*/ 9 w 9"/>
                <a:gd name="T5" fmla="*/ 6 h 9"/>
                <a:gd name="T6" fmla="*/ 9 w 9"/>
                <a:gd name="T7" fmla="*/ 3 h 9"/>
                <a:gd name="T8" fmla="*/ 8 w 9"/>
                <a:gd name="T9" fmla="*/ 1 h 9"/>
                <a:gd name="T10" fmla="*/ 5 w 9"/>
                <a:gd name="T11" fmla="*/ 0 h 9"/>
                <a:gd name="T12" fmla="*/ 2 w 9"/>
                <a:gd name="T13" fmla="*/ 1 h 9"/>
                <a:gd name="T14" fmla="*/ 0 w 9"/>
                <a:gd name="T15" fmla="*/ 2 h 9"/>
                <a:gd name="T16" fmla="*/ 0 w 9"/>
                <a:gd name="T17" fmla="*/ 5 h 9"/>
                <a:gd name="T18" fmla="*/ 1 w 9"/>
                <a:gd name="T19" fmla="*/ 9 h 9"/>
                <a:gd name="T20" fmla="*/ 3 w 9"/>
                <a:gd name="T21"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9"/>
                  </a:moveTo>
                  <a:cubicBezTo>
                    <a:pt x="4" y="9"/>
                    <a:pt x="5" y="9"/>
                    <a:pt x="6" y="8"/>
                  </a:cubicBezTo>
                  <a:cubicBezTo>
                    <a:pt x="7" y="7"/>
                    <a:pt x="8" y="6"/>
                    <a:pt x="9" y="6"/>
                  </a:cubicBezTo>
                  <a:cubicBezTo>
                    <a:pt x="9" y="5"/>
                    <a:pt x="9" y="4"/>
                    <a:pt x="9" y="3"/>
                  </a:cubicBezTo>
                  <a:cubicBezTo>
                    <a:pt x="9" y="2"/>
                    <a:pt x="9" y="2"/>
                    <a:pt x="8" y="1"/>
                  </a:cubicBezTo>
                  <a:cubicBezTo>
                    <a:pt x="7" y="1"/>
                    <a:pt x="7" y="0"/>
                    <a:pt x="5" y="0"/>
                  </a:cubicBezTo>
                  <a:cubicBezTo>
                    <a:pt x="4" y="0"/>
                    <a:pt x="2" y="1"/>
                    <a:pt x="2" y="1"/>
                  </a:cubicBezTo>
                  <a:cubicBezTo>
                    <a:pt x="1" y="1"/>
                    <a:pt x="0" y="2"/>
                    <a:pt x="0" y="2"/>
                  </a:cubicBezTo>
                  <a:cubicBezTo>
                    <a:pt x="0" y="3"/>
                    <a:pt x="0" y="4"/>
                    <a:pt x="0" y="5"/>
                  </a:cubicBezTo>
                  <a:cubicBezTo>
                    <a:pt x="0" y="7"/>
                    <a:pt x="0" y="8"/>
                    <a:pt x="1" y="9"/>
                  </a:cubicBezTo>
                  <a:cubicBezTo>
                    <a:pt x="1" y="9"/>
                    <a:pt x="2" y="9"/>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 name="Freeform 254"/>
            <p:cNvSpPr>
              <a:spLocks/>
            </p:cNvSpPr>
            <p:nvPr/>
          </p:nvSpPr>
          <p:spPr bwMode="auto">
            <a:xfrm>
              <a:off x="12038013" y="3667125"/>
              <a:ext cx="14287" cy="14288"/>
            </a:xfrm>
            <a:custGeom>
              <a:avLst/>
              <a:gdLst>
                <a:gd name="T0" fmla="*/ 4 w 9"/>
                <a:gd name="T1" fmla="*/ 9 h 9"/>
                <a:gd name="T2" fmla="*/ 6 w 9"/>
                <a:gd name="T3" fmla="*/ 8 h 9"/>
                <a:gd name="T4" fmla="*/ 9 w 9"/>
                <a:gd name="T5" fmla="*/ 6 h 9"/>
                <a:gd name="T6" fmla="*/ 9 w 9"/>
                <a:gd name="T7" fmla="*/ 3 h 9"/>
                <a:gd name="T8" fmla="*/ 8 w 9"/>
                <a:gd name="T9" fmla="*/ 1 h 9"/>
                <a:gd name="T10" fmla="*/ 6 w 9"/>
                <a:gd name="T11" fmla="*/ 0 h 9"/>
                <a:gd name="T12" fmla="*/ 2 w 9"/>
                <a:gd name="T13" fmla="*/ 1 h 9"/>
                <a:gd name="T14" fmla="*/ 0 w 9"/>
                <a:gd name="T15" fmla="*/ 2 h 9"/>
                <a:gd name="T16" fmla="*/ 0 w 9"/>
                <a:gd name="T17" fmla="*/ 5 h 9"/>
                <a:gd name="T18" fmla="*/ 1 w 9"/>
                <a:gd name="T19" fmla="*/ 9 h 9"/>
                <a:gd name="T20" fmla="*/ 4 w 9"/>
                <a:gd name="T21"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4" y="9"/>
                  </a:moveTo>
                  <a:cubicBezTo>
                    <a:pt x="4" y="9"/>
                    <a:pt x="5" y="9"/>
                    <a:pt x="6" y="8"/>
                  </a:cubicBezTo>
                  <a:cubicBezTo>
                    <a:pt x="8" y="7"/>
                    <a:pt x="8" y="6"/>
                    <a:pt x="9" y="6"/>
                  </a:cubicBezTo>
                  <a:cubicBezTo>
                    <a:pt x="9" y="5"/>
                    <a:pt x="9" y="4"/>
                    <a:pt x="9" y="3"/>
                  </a:cubicBezTo>
                  <a:cubicBezTo>
                    <a:pt x="9" y="2"/>
                    <a:pt x="9" y="2"/>
                    <a:pt x="8" y="1"/>
                  </a:cubicBezTo>
                  <a:cubicBezTo>
                    <a:pt x="8" y="1"/>
                    <a:pt x="7" y="0"/>
                    <a:pt x="6" y="0"/>
                  </a:cubicBezTo>
                  <a:cubicBezTo>
                    <a:pt x="4" y="0"/>
                    <a:pt x="3" y="1"/>
                    <a:pt x="2" y="1"/>
                  </a:cubicBezTo>
                  <a:cubicBezTo>
                    <a:pt x="1" y="1"/>
                    <a:pt x="0" y="2"/>
                    <a:pt x="0" y="2"/>
                  </a:cubicBezTo>
                  <a:cubicBezTo>
                    <a:pt x="0" y="3"/>
                    <a:pt x="0" y="4"/>
                    <a:pt x="0" y="5"/>
                  </a:cubicBezTo>
                  <a:cubicBezTo>
                    <a:pt x="0" y="7"/>
                    <a:pt x="0" y="8"/>
                    <a:pt x="1" y="9"/>
                  </a:cubicBezTo>
                  <a:cubicBezTo>
                    <a:pt x="2" y="9"/>
                    <a:pt x="2" y="9"/>
                    <a:pt x="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 name="Freeform 255"/>
            <p:cNvSpPr>
              <a:spLocks/>
            </p:cNvSpPr>
            <p:nvPr/>
          </p:nvSpPr>
          <p:spPr bwMode="auto">
            <a:xfrm>
              <a:off x="12061825" y="3667125"/>
              <a:ext cx="14287" cy="14288"/>
            </a:xfrm>
            <a:custGeom>
              <a:avLst/>
              <a:gdLst>
                <a:gd name="T0" fmla="*/ 4 w 9"/>
                <a:gd name="T1" fmla="*/ 9 h 9"/>
                <a:gd name="T2" fmla="*/ 7 w 9"/>
                <a:gd name="T3" fmla="*/ 8 h 9"/>
                <a:gd name="T4" fmla="*/ 9 w 9"/>
                <a:gd name="T5" fmla="*/ 6 h 9"/>
                <a:gd name="T6" fmla="*/ 9 w 9"/>
                <a:gd name="T7" fmla="*/ 3 h 9"/>
                <a:gd name="T8" fmla="*/ 9 w 9"/>
                <a:gd name="T9" fmla="*/ 1 h 9"/>
                <a:gd name="T10" fmla="*/ 6 w 9"/>
                <a:gd name="T11" fmla="*/ 0 h 9"/>
                <a:gd name="T12" fmla="*/ 2 w 9"/>
                <a:gd name="T13" fmla="*/ 1 h 9"/>
                <a:gd name="T14" fmla="*/ 1 w 9"/>
                <a:gd name="T15" fmla="*/ 2 h 9"/>
                <a:gd name="T16" fmla="*/ 0 w 9"/>
                <a:gd name="T17" fmla="*/ 5 h 9"/>
                <a:gd name="T18" fmla="*/ 1 w 9"/>
                <a:gd name="T19" fmla="*/ 9 h 9"/>
                <a:gd name="T20" fmla="*/ 4 w 9"/>
                <a:gd name="T21"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4" y="9"/>
                  </a:moveTo>
                  <a:cubicBezTo>
                    <a:pt x="5" y="9"/>
                    <a:pt x="6" y="9"/>
                    <a:pt x="7" y="8"/>
                  </a:cubicBezTo>
                  <a:cubicBezTo>
                    <a:pt x="8" y="7"/>
                    <a:pt x="9" y="6"/>
                    <a:pt x="9" y="6"/>
                  </a:cubicBezTo>
                  <a:cubicBezTo>
                    <a:pt x="9" y="5"/>
                    <a:pt x="9" y="4"/>
                    <a:pt x="9" y="3"/>
                  </a:cubicBezTo>
                  <a:cubicBezTo>
                    <a:pt x="9" y="2"/>
                    <a:pt x="9" y="2"/>
                    <a:pt x="9" y="1"/>
                  </a:cubicBezTo>
                  <a:cubicBezTo>
                    <a:pt x="8" y="1"/>
                    <a:pt x="7" y="0"/>
                    <a:pt x="6" y="0"/>
                  </a:cubicBezTo>
                  <a:cubicBezTo>
                    <a:pt x="4" y="0"/>
                    <a:pt x="3" y="1"/>
                    <a:pt x="2" y="1"/>
                  </a:cubicBezTo>
                  <a:cubicBezTo>
                    <a:pt x="1" y="1"/>
                    <a:pt x="1" y="2"/>
                    <a:pt x="1" y="2"/>
                  </a:cubicBezTo>
                  <a:cubicBezTo>
                    <a:pt x="0" y="3"/>
                    <a:pt x="0" y="4"/>
                    <a:pt x="0" y="5"/>
                  </a:cubicBezTo>
                  <a:cubicBezTo>
                    <a:pt x="0" y="7"/>
                    <a:pt x="1" y="8"/>
                    <a:pt x="1" y="9"/>
                  </a:cubicBezTo>
                  <a:cubicBezTo>
                    <a:pt x="2" y="9"/>
                    <a:pt x="3" y="9"/>
                    <a:pt x="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 name="Freeform 256"/>
            <p:cNvSpPr>
              <a:spLocks noEditPoints="1"/>
            </p:cNvSpPr>
            <p:nvPr/>
          </p:nvSpPr>
          <p:spPr bwMode="auto">
            <a:xfrm>
              <a:off x="11626850" y="3908425"/>
              <a:ext cx="388937" cy="298450"/>
            </a:xfrm>
            <a:custGeom>
              <a:avLst/>
              <a:gdLst>
                <a:gd name="T0" fmla="*/ 239 w 239"/>
                <a:gd name="T1" fmla="*/ 177 h 184"/>
                <a:gd name="T2" fmla="*/ 207 w 239"/>
                <a:gd name="T3" fmla="*/ 143 h 184"/>
                <a:gd name="T4" fmla="*/ 226 w 239"/>
                <a:gd name="T5" fmla="*/ 92 h 184"/>
                <a:gd name="T6" fmla="*/ 113 w 239"/>
                <a:gd name="T7" fmla="*/ 0 h 184"/>
                <a:gd name="T8" fmla="*/ 0 w 239"/>
                <a:gd name="T9" fmla="*/ 92 h 184"/>
                <a:gd name="T10" fmla="*/ 113 w 239"/>
                <a:gd name="T11" fmla="*/ 184 h 184"/>
                <a:gd name="T12" fmla="*/ 193 w 239"/>
                <a:gd name="T13" fmla="*/ 157 h 184"/>
                <a:gd name="T14" fmla="*/ 239 w 239"/>
                <a:gd name="T15" fmla="*/ 177 h 184"/>
                <a:gd name="T16" fmla="*/ 116 w 239"/>
                <a:gd name="T17" fmla="*/ 175 h 184"/>
                <a:gd name="T18" fmla="*/ 14 w 239"/>
                <a:gd name="T19" fmla="*/ 94 h 184"/>
                <a:gd name="T20" fmla="*/ 116 w 239"/>
                <a:gd name="T21" fmla="*/ 13 h 184"/>
                <a:gd name="T22" fmla="*/ 218 w 239"/>
                <a:gd name="T23" fmla="*/ 94 h 184"/>
                <a:gd name="T24" fmla="*/ 116 w 239"/>
                <a:gd name="T25" fmla="*/ 175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9" h="184">
                  <a:moveTo>
                    <a:pt x="239" y="177"/>
                  </a:moveTo>
                  <a:cubicBezTo>
                    <a:pt x="207" y="143"/>
                    <a:pt x="207" y="143"/>
                    <a:pt x="207" y="143"/>
                  </a:cubicBezTo>
                  <a:cubicBezTo>
                    <a:pt x="219" y="129"/>
                    <a:pt x="226" y="111"/>
                    <a:pt x="226" y="92"/>
                  </a:cubicBezTo>
                  <a:cubicBezTo>
                    <a:pt x="226" y="41"/>
                    <a:pt x="176" y="0"/>
                    <a:pt x="113" y="0"/>
                  </a:cubicBezTo>
                  <a:cubicBezTo>
                    <a:pt x="51" y="0"/>
                    <a:pt x="0" y="41"/>
                    <a:pt x="0" y="92"/>
                  </a:cubicBezTo>
                  <a:cubicBezTo>
                    <a:pt x="0" y="143"/>
                    <a:pt x="51" y="184"/>
                    <a:pt x="113" y="184"/>
                  </a:cubicBezTo>
                  <a:cubicBezTo>
                    <a:pt x="145" y="184"/>
                    <a:pt x="173" y="174"/>
                    <a:pt x="193" y="157"/>
                  </a:cubicBezTo>
                  <a:lnTo>
                    <a:pt x="239" y="177"/>
                  </a:lnTo>
                  <a:close/>
                  <a:moveTo>
                    <a:pt x="116" y="175"/>
                  </a:moveTo>
                  <a:cubicBezTo>
                    <a:pt x="60" y="175"/>
                    <a:pt x="14" y="139"/>
                    <a:pt x="14" y="94"/>
                  </a:cubicBezTo>
                  <a:cubicBezTo>
                    <a:pt x="14" y="49"/>
                    <a:pt x="60" y="13"/>
                    <a:pt x="116" y="13"/>
                  </a:cubicBezTo>
                  <a:cubicBezTo>
                    <a:pt x="172" y="13"/>
                    <a:pt x="218" y="49"/>
                    <a:pt x="218" y="94"/>
                  </a:cubicBezTo>
                  <a:cubicBezTo>
                    <a:pt x="218" y="139"/>
                    <a:pt x="172" y="175"/>
                    <a:pt x="116" y="1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 name="Freeform 257"/>
            <p:cNvSpPr>
              <a:spLocks/>
            </p:cNvSpPr>
            <p:nvPr/>
          </p:nvSpPr>
          <p:spPr bwMode="auto">
            <a:xfrm>
              <a:off x="11720513" y="4021138"/>
              <a:ext cx="60325" cy="68263"/>
            </a:xfrm>
            <a:custGeom>
              <a:avLst/>
              <a:gdLst>
                <a:gd name="T0" fmla="*/ 34 w 37"/>
                <a:gd name="T1" fmla="*/ 0 h 42"/>
                <a:gd name="T2" fmla="*/ 32 w 37"/>
                <a:gd name="T3" fmla="*/ 1 h 42"/>
                <a:gd name="T4" fmla="*/ 31 w 37"/>
                <a:gd name="T5" fmla="*/ 3 h 42"/>
                <a:gd name="T6" fmla="*/ 30 w 37"/>
                <a:gd name="T7" fmla="*/ 12 h 42"/>
                <a:gd name="T8" fmla="*/ 29 w 37"/>
                <a:gd name="T9" fmla="*/ 17 h 42"/>
                <a:gd name="T10" fmla="*/ 22 w 37"/>
                <a:gd name="T11" fmla="*/ 19 h 42"/>
                <a:gd name="T12" fmla="*/ 11 w 37"/>
                <a:gd name="T13" fmla="*/ 19 h 42"/>
                <a:gd name="T14" fmla="*/ 9 w 37"/>
                <a:gd name="T15" fmla="*/ 19 h 42"/>
                <a:gd name="T16" fmla="*/ 10 w 37"/>
                <a:gd name="T17" fmla="*/ 12 h 42"/>
                <a:gd name="T18" fmla="*/ 11 w 37"/>
                <a:gd name="T19" fmla="*/ 6 h 42"/>
                <a:gd name="T20" fmla="*/ 8 w 37"/>
                <a:gd name="T21" fmla="*/ 2 h 42"/>
                <a:gd name="T22" fmla="*/ 6 w 37"/>
                <a:gd name="T23" fmla="*/ 2 h 42"/>
                <a:gd name="T24" fmla="*/ 5 w 37"/>
                <a:gd name="T25" fmla="*/ 4 h 42"/>
                <a:gd name="T26" fmla="*/ 1 w 37"/>
                <a:gd name="T27" fmla="*/ 33 h 42"/>
                <a:gd name="T28" fmla="*/ 0 w 37"/>
                <a:gd name="T29" fmla="*/ 38 h 42"/>
                <a:gd name="T30" fmla="*/ 1 w 37"/>
                <a:gd name="T31" fmla="*/ 41 h 42"/>
                <a:gd name="T32" fmla="*/ 4 w 37"/>
                <a:gd name="T33" fmla="*/ 42 h 42"/>
                <a:gd name="T34" fmla="*/ 6 w 37"/>
                <a:gd name="T35" fmla="*/ 39 h 42"/>
                <a:gd name="T36" fmla="*/ 7 w 37"/>
                <a:gd name="T37" fmla="*/ 33 h 42"/>
                <a:gd name="T38" fmla="*/ 8 w 37"/>
                <a:gd name="T39" fmla="*/ 25 h 42"/>
                <a:gd name="T40" fmla="*/ 13 w 37"/>
                <a:gd name="T41" fmla="*/ 24 h 42"/>
                <a:gd name="T42" fmla="*/ 18 w 37"/>
                <a:gd name="T43" fmla="*/ 24 h 42"/>
                <a:gd name="T44" fmla="*/ 23 w 37"/>
                <a:gd name="T45" fmla="*/ 24 h 42"/>
                <a:gd name="T46" fmla="*/ 28 w 37"/>
                <a:gd name="T47" fmla="*/ 24 h 42"/>
                <a:gd name="T48" fmla="*/ 28 w 37"/>
                <a:gd name="T49" fmla="*/ 25 h 42"/>
                <a:gd name="T50" fmla="*/ 27 w 37"/>
                <a:gd name="T51" fmla="*/ 32 h 42"/>
                <a:gd name="T52" fmla="*/ 27 w 37"/>
                <a:gd name="T53" fmla="*/ 38 h 42"/>
                <a:gd name="T54" fmla="*/ 28 w 37"/>
                <a:gd name="T55" fmla="*/ 40 h 42"/>
                <a:gd name="T56" fmla="*/ 30 w 37"/>
                <a:gd name="T57" fmla="*/ 41 h 42"/>
                <a:gd name="T58" fmla="*/ 33 w 37"/>
                <a:gd name="T59" fmla="*/ 40 h 42"/>
                <a:gd name="T60" fmla="*/ 34 w 37"/>
                <a:gd name="T61" fmla="*/ 37 h 42"/>
                <a:gd name="T62" fmla="*/ 35 w 37"/>
                <a:gd name="T63" fmla="*/ 25 h 42"/>
                <a:gd name="T64" fmla="*/ 36 w 37"/>
                <a:gd name="T65" fmla="*/ 10 h 42"/>
                <a:gd name="T66" fmla="*/ 37 w 37"/>
                <a:gd name="T67" fmla="*/ 3 h 42"/>
                <a:gd name="T68" fmla="*/ 36 w 37"/>
                <a:gd name="T69" fmla="*/ 1 h 42"/>
                <a:gd name="T70" fmla="*/ 34 w 37"/>
                <a:gd name="T7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7" h="42">
                  <a:moveTo>
                    <a:pt x="34" y="0"/>
                  </a:moveTo>
                  <a:cubicBezTo>
                    <a:pt x="33" y="0"/>
                    <a:pt x="32" y="0"/>
                    <a:pt x="32" y="1"/>
                  </a:cubicBezTo>
                  <a:cubicBezTo>
                    <a:pt x="31" y="2"/>
                    <a:pt x="31" y="2"/>
                    <a:pt x="31" y="3"/>
                  </a:cubicBezTo>
                  <a:cubicBezTo>
                    <a:pt x="31" y="6"/>
                    <a:pt x="30" y="9"/>
                    <a:pt x="30" y="12"/>
                  </a:cubicBezTo>
                  <a:cubicBezTo>
                    <a:pt x="30" y="15"/>
                    <a:pt x="29" y="17"/>
                    <a:pt x="29" y="17"/>
                  </a:cubicBezTo>
                  <a:cubicBezTo>
                    <a:pt x="29" y="18"/>
                    <a:pt x="26" y="18"/>
                    <a:pt x="22" y="19"/>
                  </a:cubicBezTo>
                  <a:cubicBezTo>
                    <a:pt x="17" y="19"/>
                    <a:pt x="14" y="19"/>
                    <a:pt x="11" y="19"/>
                  </a:cubicBezTo>
                  <a:cubicBezTo>
                    <a:pt x="10" y="19"/>
                    <a:pt x="10" y="19"/>
                    <a:pt x="9" y="19"/>
                  </a:cubicBezTo>
                  <a:cubicBezTo>
                    <a:pt x="9" y="18"/>
                    <a:pt x="10" y="15"/>
                    <a:pt x="10" y="12"/>
                  </a:cubicBezTo>
                  <a:cubicBezTo>
                    <a:pt x="11" y="9"/>
                    <a:pt x="11" y="7"/>
                    <a:pt x="11" y="6"/>
                  </a:cubicBezTo>
                  <a:cubicBezTo>
                    <a:pt x="11" y="3"/>
                    <a:pt x="10" y="2"/>
                    <a:pt x="8" y="2"/>
                  </a:cubicBezTo>
                  <a:cubicBezTo>
                    <a:pt x="7" y="2"/>
                    <a:pt x="6" y="2"/>
                    <a:pt x="6" y="2"/>
                  </a:cubicBezTo>
                  <a:cubicBezTo>
                    <a:pt x="5" y="3"/>
                    <a:pt x="5" y="3"/>
                    <a:pt x="5" y="4"/>
                  </a:cubicBezTo>
                  <a:cubicBezTo>
                    <a:pt x="3" y="19"/>
                    <a:pt x="2" y="28"/>
                    <a:pt x="1" y="33"/>
                  </a:cubicBezTo>
                  <a:cubicBezTo>
                    <a:pt x="0" y="35"/>
                    <a:pt x="0" y="36"/>
                    <a:pt x="0" y="38"/>
                  </a:cubicBezTo>
                  <a:cubicBezTo>
                    <a:pt x="0" y="39"/>
                    <a:pt x="1" y="40"/>
                    <a:pt x="1" y="41"/>
                  </a:cubicBezTo>
                  <a:cubicBezTo>
                    <a:pt x="2" y="41"/>
                    <a:pt x="3" y="42"/>
                    <a:pt x="4" y="42"/>
                  </a:cubicBezTo>
                  <a:cubicBezTo>
                    <a:pt x="5" y="42"/>
                    <a:pt x="6" y="41"/>
                    <a:pt x="6" y="39"/>
                  </a:cubicBezTo>
                  <a:cubicBezTo>
                    <a:pt x="7" y="37"/>
                    <a:pt x="7" y="35"/>
                    <a:pt x="7" y="33"/>
                  </a:cubicBezTo>
                  <a:cubicBezTo>
                    <a:pt x="8" y="29"/>
                    <a:pt x="8" y="26"/>
                    <a:pt x="8" y="25"/>
                  </a:cubicBezTo>
                  <a:cubicBezTo>
                    <a:pt x="9" y="25"/>
                    <a:pt x="10" y="25"/>
                    <a:pt x="13" y="24"/>
                  </a:cubicBezTo>
                  <a:cubicBezTo>
                    <a:pt x="15" y="24"/>
                    <a:pt x="17" y="24"/>
                    <a:pt x="18" y="24"/>
                  </a:cubicBezTo>
                  <a:cubicBezTo>
                    <a:pt x="19" y="24"/>
                    <a:pt x="20" y="24"/>
                    <a:pt x="23" y="24"/>
                  </a:cubicBezTo>
                  <a:cubicBezTo>
                    <a:pt x="25" y="24"/>
                    <a:pt x="27" y="24"/>
                    <a:pt x="28" y="24"/>
                  </a:cubicBezTo>
                  <a:cubicBezTo>
                    <a:pt x="28" y="24"/>
                    <a:pt x="28" y="24"/>
                    <a:pt x="28" y="25"/>
                  </a:cubicBezTo>
                  <a:cubicBezTo>
                    <a:pt x="28" y="26"/>
                    <a:pt x="28" y="29"/>
                    <a:pt x="27" y="32"/>
                  </a:cubicBezTo>
                  <a:cubicBezTo>
                    <a:pt x="27" y="35"/>
                    <a:pt x="27" y="37"/>
                    <a:pt x="27" y="38"/>
                  </a:cubicBezTo>
                  <a:cubicBezTo>
                    <a:pt x="27" y="39"/>
                    <a:pt x="27" y="40"/>
                    <a:pt x="28" y="40"/>
                  </a:cubicBezTo>
                  <a:cubicBezTo>
                    <a:pt x="29" y="41"/>
                    <a:pt x="29" y="41"/>
                    <a:pt x="30" y="41"/>
                  </a:cubicBezTo>
                  <a:cubicBezTo>
                    <a:pt x="31" y="41"/>
                    <a:pt x="32" y="41"/>
                    <a:pt x="33" y="40"/>
                  </a:cubicBezTo>
                  <a:cubicBezTo>
                    <a:pt x="33" y="39"/>
                    <a:pt x="34" y="38"/>
                    <a:pt x="34" y="37"/>
                  </a:cubicBezTo>
                  <a:cubicBezTo>
                    <a:pt x="34" y="35"/>
                    <a:pt x="34" y="31"/>
                    <a:pt x="35" y="25"/>
                  </a:cubicBezTo>
                  <a:cubicBezTo>
                    <a:pt x="35" y="19"/>
                    <a:pt x="36" y="14"/>
                    <a:pt x="36" y="10"/>
                  </a:cubicBezTo>
                  <a:cubicBezTo>
                    <a:pt x="37" y="7"/>
                    <a:pt x="37" y="4"/>
                    <a:pt x="37" y="3"/>
                  </a:cubicBezTo>
                  <a:cubicBezTo>
                    <a:pt x="37" y="2"/>
                    <a:pt x="37" y="1"/>
                    <a:pt x="36" y="1"/>
                  </a:cubicBezTo>
                  <a:cubicBezTo>
                    <a:pt x="36" y="0"/>
                    <a:pt x="35" y="0"/>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 name="Freeform 258"/>
            <p:cNvSpPr>
              <a:spLocks noEditPoints="1"/>
            </p:cNvSpPr>
            <p:nvPr/>
          </p:nvSpPr>
          <p:spPr bwMode="auto">
            <a:xfrm>
              <a:off x="11787188" y="4037013"/>
              <a:ext cx="39687" cy="50800"/>
            </a:xfrm>
            <a:custGeom>
              <a:avLst/>
              <a:gdLst>
                <a:gd name="T0" fmla="*/ 23 w 25"/>
                <a:gd name="T1" fmla="*/ 19 h 31"/>
                <a:gd name="T2" fmla="*/ 21 w 25"/>
                <a:gd name="T3" fmla="*/ 20 h 31"/>
                <a:gd name="T4" fmla="*/ 11 w 25"/>
                <a:gd name="T5" fmla="*/ 25 h 31"/>
                <a:gd name="T6" fmla="*/ 8 w 25"/>
                <a:gd name="T7" fmla="*/ 24 h 31"/>
                <a:gd name="T8" fmla="*/ 7 w 25"/>
                <a:gd name="T9" fmla="*/ 22 h 31"/>
                <a:gd name="T10" fmla="*/ 8 w 25"/>
                <a:gd name="T11" fmla="*/ 21 h 31"/>
                <a:gd name="T12" fmla="*/ 19 w 25"/>
                <a:gd name="T13" fmla="*/ 15 h 31"/>
                <a:gd name="T14" fmla="*/ 23 w 25"/>
                <a:gd name="T15" fmla="*/ 7 h 31"/>
                <a:gd name="T16" fmla="*/ 21 w 25"/>
                <a:gd name="T17" fmla="*/ 2 h 31"/>
                <a:gd name="T18" fmla="*/ 17 w 25"/>
                <a:gd name="T19" fmla="*/ 0 h 31"/>
                <a:gd name="T20" fmla="*/ 6 w 25"/>
                <a:gd name="T21" fmla="*/ 7 h 31"/>
                <a:gd name="T22" fmla="*/ 0 w 25"/>
                <a:gd name="T23" fmla="*/ 20 h 31"/>
                <a:gd name="T24" fmla="*/ 3 w 25"/>
                <a:gd name="T25" fmla="*/ 28 h 31"/>
                <a:gd name="T26" fmla="*/ 10 w 25"/>
                <a:gd name="T27" fmla="*/ 31 h 31"/>
                <a:gd name="T28" fmla="*/ 20 w 25"/>
                <a:gd name="T29" fmla="*/ 27 h 31"/>
                <a:gd name="T30" fmla="*/ 25 w 25"/>
                <a:gd name="T31" fmla="*/ 21 h 31"/>
                <a:gd name="T32" fmla="*/ 23 w 25"/>
                <a:gd name="T33" fmla="*/ 19 h 31"/>
                <a:gd name="T34" fmla="*/ 11 w 25"/>
                <a:gd name="T35" fmla="*/ 9 h 31"/>
                <a:gd name="T36" fmla="*/ 16 w 25"/>
                <a:gd name="T37" fmla="*/ 6 h 31"/>
                <a:gd name="T38" fmla="*/ 17 w 25"/>
                <a:gd name="T39" fmla="*/ 6 h 31"/>
                <a:gd name="T40" fmla="*/ 18 w 25"/>
                <a:gd name="T41" fmla="*/ 8 h 31"/>
                <a:gd name="T42" fmla="*/ 15 w 25"/>
                <a:gd name="T43" fmla="*/ 13 h 31"/>
                <a:gd name="T44" fmla="*/ 7 w 25"/>
                <a:gd name="T45" fmla="*/ 16 h 31"/>
                <a:gd name="T46" fmla="*/ 11 w 25"/>
                <a:gd name="T47"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 h="31">
                  <a:moveTo>
                    <a:pt x="23" y="19"/>
                  </a:moveTo>
                  <a:cubicBezTo>
                    <a:pt x="23" y="19"/>
                    <a:pt x="22" y="19"/>
                    <a:pt x="21" y="20"/>
                  </a:cubicBezTo>
                  <a:cubicBezTo>
                    <a:pt x="18" y="24"/>
                    <a:pt x="14" y="25"/>
                    <a:pt x="11" y="25"/>
                  </a:cubicBezTo>
                  <a:cubicBezTo>
                    <a:pt x="10" y="25"/>
                    <a:pt x="9" y="25"/>
                    <a:pt x="8" y="24"/>
                  </a:cubicBezTo>
                  <a:cubicBezTo>
                    <a:pt x="7" y="24"/>
                    <a:pt x="7" y="23"/>
                    <a:pt x="7" y="22"/>
                  </a:cubicBezTo>
                  <a:cubicBezTo>
                    <a:pt x="7" y="21"/>
                    <a:pt x="7" y="21"/>
                    <a:pt x="8" y="21"/>
                  </a:cubicBezTo>
                  <a:cubicBezTo>
                    <a:pt x="12" y="20"/>
                    <a:pt x="16" y="18"/>
                    <a:pt x="19" y="15"/>
                  </a:cubicBezTo>
                  <a:cubicBezTo>
                    <a:pt x="22" y="12"/>
                    <a:pt x="23" y="10"/>
                    <a:pt x="23" y="7"/>
                  </a:cubicBezTo>
                  <a:cubicBezTo>
                    <a:pt x="23" y="5"/>
                    <a:pt x="23" y="3"/>
                    <a:pt x="21" y="2"/>
                  </a:cubicBezTo>
                  <a:cubicBezTo>
                    <a:pt x="20" y="1"/>
                    <a:pt x="19" y="0"/>
                    <a:pt x="17" y="0"/>
                  </a:cubicBezTo>
                  <a:cubicBezTo>
                    <a:pt x="13" y="0"/>
                    <a:pt x="9" y="2"/>
                    <a:pt x="6" y="7"/>
                  </a:cubicBezTo>
                  <a:cubicBezTo>
                    <a:pt x="2" y="11"/>
                    <a:pt x="0" y="16"/>
                    <a:pt x="0" y="20"/>
                  </a:cubicBezTo>
                  <a:cubicBezTo>
                    <a:pt x="0" y="24"/>
                    <a:pt x="1" y="26"/>
                    <a:pt x="3" y="28"/>
                  </a:cubicBezTo>
                  <a:cubicBezTo>
                    <a:pt x="5" y="30"/>
                    <a:pt x="7" y="31"/>
                    <a:pt x="10" y="31"/>
                  </a:cubicBezTo>
                  <a:cubicBezTo>
                    <a:pt x="14" y="31"/>
                    <a:pt x="17" y="30"/>
                    <a:pt x="20" y="27"/>
                  </a:cubicBezTo>
                  <a:cubicBezTo>
                    <a:pt x="23" y="25"/>
                    <a:pt x="25" y="23"/>
                    <a:pt x="25" y="21"/>
                  </a:cubicBezTo>
                  <a:cubicBezTo>
                    <a:pt x="25" y="20"/>
                    <a:pt x="24" y="19"/>
                    <a:pt x="23" y="19"/>
                  </a:cubicBezTo>
                  <a:close/>
                  <a:moveTo>
                    <a:pt x="11" y="9"/>
                  </a:moveTo>
                  <a:cubicBezTo>
                    <a:pt x="13" y="7"/>
                    <a:pt x="15" y="6"/>
                    <a:pt x="16" y="6"/>
                  </a:cubicBezTo>
                  <a:cubicBezTo>
                    <a:pt x="17" y="6"/>
                    <a:pt x="17" y="6"/>
                    <a:pt x="17" y="6"/>
                  </a:cubicBezTo>
                  <a:cubicBezTo>
                    <a:pt x="18" y="7"/>
                    <a:pt x="18" y="7"/>
                    <a:pt x="18" y="8"/>
                  </a:cubicBezTo>
                  <a:cubicBezTo>
                    <a:pt x="18" y="9"/>
                    <a:pt x="17" y="11"/>
                    <a:pt x="15" y="13"/>
                  </a:cubicBezTo>
                  <a:cubicBezTo>
                    <a:pt x="13" y="14"/>
                    <a:pt x="10" y="16"/>
                    <a:pt x="7" y="16"/>
                  </a:cubicBezTo>
                  <a:cubicBezTo>
                    <a:pt x="8" y="14"/>
                    <a:pt x="9" y="11"/>
                    <a:pt x="11"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 name="Freeform 259"/>
            <p:cNvSpPr>
              <a:spLocks/>
            </p:cNvSpPr>
            <p:nvPr/>
          </p:nvSpPr>
          <p:spPr bwMode="auto">
            <a:xfrm>
              <a:off x="11836400" y="4013200"/>
              <a:ext cx="19050" cy="76200"/>
            </a:xfrm>
            <a:custGeom>
              <a:avLst/>
              <a:gdLst>
                <a:gd name="T0" fmla="*/ 9 w 12"/>
                <a:gd name="T1" fmla="*/ 0 h 47"/>
                <a:gd name="T2" fmla="*/ 6 w 12"/>
                <a:gd name="T3" fmla="*/ 3 h 47"/>
                <a:gd name="T4" fmla="*/ 2 w 12"/>
                <a:gd name="T5" fmla="*/ 17 h 47"/>
                <a:gd name="T6" fmla="*/ 0 w 12"/>
                <a:gd name="T7" fmla="*/ 39 h 47"/>
                <a:gd name="T8" fmla="*/ 1 w 12"/>
                <a:gd name="T9" fmla="*/ 45 h 47"/>
                <a:gd name="T10" fmla="*/ 3 w 12"/>
                <a:gd name="T11" fmla="*/ 47 h 47"/>
                <a:gd name="T12" fmla="*/ 6 w 12"/>
                <a:gd name="T13" fmla="*/ 46 h 47"/>
                <a:gd name="T14" fmla="*/ 7 w 12"/>
                <a:gd name="T15" fmla="*/ 43 h 47"/>
                <a:gd name="T16" fmla="*/ 7 w 12"/>
                <a:gd name="T17" fmla="*/ 41 h 47"/>
                <a:gd name="T18" fmla="*/ 7 w 12"/>
                <a:gd name="T19" fmla="*/ 34 h 47"/>
                <a:gd name="T20" fmla="*/ 7 w 12"/>
                <a:gd name="T21" fmla="*/ 25 h 47"/>
                <a:gd name="T22" fmla="*/ 9 w 12"/>
                <a:gd name="T23" fmla="*/ 15 h 47"/>
                <a:gd name="T24" fmla="*/ 11 w 12"/>
                <a:gd name="T25" fmla="*/ 7 h 47"/>
                <a:gd name="T26" fmla="*/ 12 w 12"/>
                <a:gd name="T27" fmla="*/ 3 h 47"/>
                <a:gd name="T28" fmla="*/ 9 w 12"/>
                <a:gd name="T29"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47">
                  <a:moveTo>
                    <a:pt x="9" y="0"/>
                  </a:moveTo>
                  <a:cubicBezTo>
                    <a:pt x="8" y="0"/>
                    <a:pt x="7" y="1"/>
                    <a:pt x="6" y="3"/>
                  </a:cubicBezTo>
                  <a:cubicBezTo>
                    <a:pt x="5" y="4"/>
                    <a:pt x="4" y="9"/>
                    <a:pt x="2" y="17"/>
                  </a:cubicBezTo>
                  <a:cubicBezTo>
                    <a:pt x="1" y="26"/>
                    <a:pt x="0" y="33"/>
                    <a:pt x="0" y="39"/>
                  </a:cubicBezTo>
                  <a:cubicBezTo>
                    <a:pt x="0" y="42"/>
                    <a:pt x="0" y="44"/>
                    <a:pt x="1" y="45"/>
                  </a:cubicBezTo>
                  <a:cubicBezTo>
                    <a:pt x="1" y="46"/>
                    <a:pt x="2" y="47"/>
                    <a:pt x="3" y="47"/>
                  </a:cubicBezTo>
                  <a:cubicBezTo>
                    <a:pt x="4" y="47"/>
                    <a:pt x="5" y="46"/>
                    <a:pt x="6" y="46"/>
                  </a:cubicBezTo>
                  <a:cubicBezTo>
                    <a:pt x="7" y="45"/>
                    <a:pt x="7" y="44"/>
                    <a:pt x="7" y="43"/>
                  </a:cubicBezTo>
                  <a:cubicBezTo>
                    <a:pt x="7" y="43"/>
                    <a:pt x="7" y="42"/>
                    <a:pt x="7" y="41"/>
                  </a:cubicBezTo>
                  <a:cubicBezTo>
                    <a:pt x="7" y="38"/>
                    <a:pt x="7" y="36"/>
                    <a:pt x="7" y="34"/>
                  </a:cubicBezTo>
                  <a:cubicBezTo>
                    <a:pt x="7" y="31"/>
                    <a:pt x="7" y="29"/>
                    <a:pt x="7" y="25"/>
                  </a:cubicBezTo>
                  <a:cubicBezTo>
                    <a:pt x="8" y="21"/>
                    <a:pt x="8" y="18"/>
                    <a:pt x="9" y="15"/>
                  </a:cubicBezTo>
                  <a:cubicBezTo>
                    <a:pt x="10" y="10"/>
                    <a:pt x="11" y="8"/>
                    <a:pt x="11" y="7"/>
                  </a:cubicBezTo>
                  <a:cubicBezTo>
                    <a:pt x="12" y="5"/>
                    <a:pt x="12" y="4"/>
                    <a:pt x="12" y="3"/>
                  </a:cubicBezTo>
                  <a:cubicBezTo>
                    <a:pt x="12" y="1"/>
                    <a:pt x="11"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 name="Freeform 260"/>
            <p:cNvSpPr>
              <a:spLocks/>
            </p:cNvSpPr>
            <p:nvPr/>
          </p:nvSpPr>
          <p:spPr bwMode="auto">
            <a:xfrm>
              <a:off x="11860213" y="4013200"/>
              <a:ext cx="19050" cy="76200"/>
            </a:xfrm>
            <a:custGeom>
              <a:avLst/>
              <a:gdLst>
                <a:gd name="T0" fmla="*/ 9 w 12"/>
                <a:gd name="T1" fmla="*/ 0 h 47"/>
                <a:gd name="T2" fmla="*/ 6 w 12"/>
                <a:gd name="T3" fmla="*/ 3 h 47"/>
                <a:gd name="T4" fmla="*/ 2 w 12"/>
                <a:gd name="T5" fmla="*/ 17 h 47"/>
                <a:gd name="T6" fmla="*/ 0 w 12"/>
                <a:gd name="T7" fmla="*/ 39 h 47"/>
                <a:gd name="T8" fmla="*/ 1 w 12"/>
                <a:gd name="T9" fmla="*/ 45 h 47"/>
                <a:gd name="T10" fmla="*/ 4 w 12"/>
                <a:gd name="T11" fmla="*/ 47 h 47"/>
                <a:gd name="T12" fmla="*/ 6 w 12"/>
                <a:gd name="T13" fmla="*/ 46 h 47"/>
                <a:gd name="T14" fmla="*/ 7 w 12"/>
                <a:gd name="T15" fmla="*/ 43 h 47"/>
                <a:gd name="T16" fmla="*/ 7 w 12"/>
                <a:gd name="T17" fmla="*/ 41 h 47"/>
                <a:gd name="T18" fmla="*/ 7 w 12"/>
                <a:gd name="T19" fmla="*/ 34 h 47"/>
                <a:gd name="T20" fmla="*/ 7 w 12"/>
                <a:gd name="T21" fmla="*/ 25 h 47"/>
                <a:gd name="T22" fmla="*/ 9 w 12"/>
                <a:gd name="T23" fmla="*/ 15 h 47"/>
                <a:gd name="T24" fmla="*/ 12 w 12"/>
                <a:gd name="T25" fmla="*/ 7 h 47"/>
                <a:gd name="T26" fmla="*/ 12 w 12"/>
                <a:gd name="T27" fmla="*/ 3 h 47"/>
                <a:gd name="T28" fmla="*/ 9 w 12"/>
                <a:gd name="T29"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47">
                  <a:moveTo>
                    <a:pt x="9" y="0"/>
                  </a:moveTo>
                  <a:cubicBezTo>
                    <a:pt x="8" y="0"/>
                    <a:pt x="7" y="1"/>
                    <a:pt x="6" y="3"/>
                  </a:cubicBezTo>
                  <a:cubicBezTo>
                    <a:pt x="5" y="4"/>
                    <a:pt x="4" y="9"/>
                    <a:pt x="2" y="17"/>
                  </a:cubicBezTo>
                  <a:cubicBezTo>
                    <a:pt x="1" y="26"/>
                    <a:pt x="0" y="33"/>
                    <a:pt x="0" y="39"/>
                  </a:cubicBezTo>
                  <a:cubicBezTo>
                    <a:pt x="0" y="42"/>
                    <a:pt x="1" y="44"/>
                    <a:pt x="1" y="45"/>
                  </a:cubicBezTo>
                  <a:cubicBezTo>
                    <a:pt x="2" y="46"/>
                    <a:pt x="2" y="47"/>
                    <a:pt x="4" y="47"/>
                  </a:cubicBezTo>
                  <a:cubicBezTo>
                    <a:pt x="5" y="47"/>
                    <a:pt x="5" y="46"/>
                    <a:pt x="6" y="46"/>
                  </a:cubicBezTo>
                  <a:cubicBezTo>
                    <a:pt x="7" y="45"/>
                    <a:pt x="7" y="44"/>
                    <a:pt x="7" y="43"/>
                  </a:cubicBezTo>
                  <a:cubicBezTo>
                    <a:pt x="7" y="43"/>
                    <a:pt x="7" y="42"/>
                    <a:pt x="7" y="41"/>
                  </a:cubicBezTo>
                  <a:cubicBezTo>
                    <a:pt x="7" y="38"/>
                    <a:pt x="7" y="36"/>
                    <a:pt x="7" y="34"/>
                  </a:cubicBezTo>
                  <a:cubicBezTo>
                    <a:pt x="7" y="31"/>
                    <a:pt x="7" y="29"/>
                    <a:pt x="7" y="25"/>
                  </a:cubicBezTo>
                  <a:cubicBezTo>
                    <a:pt x="8" y="21"/>
                    <a:pt x="9" y="18"/>
                    <a:pt x="9" y="15"/>
                  </a:cubicBezTo>
                  <a:cubicBezTo>
                    <a:pt x="11" y="10"/>
                    <a:pt x="11" y="8"/>
                    <a:pt x="12" y="7"/>
                  </a:cubicBezTo>
                  <a:cubicBezTo>
                    <a:pt x="12" y="5"/>
                    <a:pt x="12" y="4"/>
                    <a:pt x="12" y="3"/>
                  </a:cubicBezTo>
                  <a:cubicBezTo>
                    <a:pt x="12" y="1"/>
                    <a:pt x="11"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 name="Freeform 261"/>
            <p:cNvSpPr>
              <a:spLocks noEditPoints="1"/>
            </p:cNvSpPr>
            <p:nvPr/>
          </p:nvSpPr>
          <p:spPr bwMode="auto">
            <a:xfrm>
              <a:off x="11882438" y="4040188"/>
              <a:ext cx="42862" cy="47625"/>
            </a:xfrm>
            <a:custGeom>
              <a:avLst/>
              <a:gdLst>
                <a:gd name="T0" fmla="*/ 25 w 26"/>
                <a:gd name="T1" fmla="*/ 15 h 30"/>
                <a:gd name="T2" fmla="*/ 25 w 26"/>
                <a:gd name="T3" fmla="*/ 15 h 30"/>
                <a:gd name="T4" fmla="*/ 26 w 26"/>
                <a:gd name="T5" fmla="*/ 12 h 30"/>
                <a:gd name="T6" fmla="*/ 23 w 26"/>
                <a:gd name="T7" fmla="*/ 4 h 30"/>
                <a:gd name="T8" fmla="*/ 16 w 26"/>
                <a:gd name="T9" fmla="*/ 0 h 30"/>
                <a:gd name="T10" fmla="*/ 5 w 26"/>
                <a:gd name="T11" fmla="*/ 7 h 30"/>
                <a:gd name="T12" fmla="*/ 0 w 26"/>
                <a:gd name="T13" fmla="*/ 20 h 30"/>
                <a:gd name="T14" fmla="*/ 3 w 26"/>
                <a:gd name="T15" fmla="*/ 27 h 30"/>
                <a:gd name="T16" fmla="*/ 9 w 26"/>
                <a:gd name="T17" fmla="*/ 30 h 30"/>
                <a:gd name="T18" fmla="*/ 19 w 26"/>
                <a:gd name="T19" fmla="*/ 26 h 30"/>
                <a:gd name="T20" fmla="*/ 25 w 26"/>
                <a:gd name="T21" fmla="*/ 15 h 30"/>
                <a:gd name="T22" fmla="*/ 16 w 26"/>
                <a:gd name="T23" fmla="*/ 21 h 30"/>
                <a:gd name="T24" fmla="*/ 9 w 26"/>
                <a:gd name="T25" fmla="*/ 24 h 30"/>
                <a:gd name="T26" fmla="*/ 7 w 26"/>
                <a:gd name="T27" fmla="*/ 23 h 30"/>
                <a:gd name="T28" fmla="*/ 7 w 26"/>
                <a:gd name="T29" fmla="*/ 19 h 30"/>
                <a:gd name="T30" fmla="*/ 8 w 26"/>
                <a:gd name="T31" fmla="*/ 12 h 30"/>
                <a:gd name="T32" fmla="*/ 12 w 26"/>
                <a:gd name="T33" fmla="*/ 7 h 30"/>
                <a:gd name="T34" fmla="*/ 12 w 26"/>
                <a:gd name="T35" fmla="*/ 7 h 30"/>
                <a:gd name="T36" fmla="*/ 15 w 26"/>
                <a:gd name="T37" fmla="*/ 6 h 30"/>
                <a:gd name="T38" fmla="*/ 19 w 26"/>
                <a:gd name="T39" fmla="*/ 8 h 30"/>
                <a:gd name="T40" fmla="*/ 20 w 26"/>
                <a:gd name="T41" fmla="*/ 12 h 30"/>
                <a:gd name="T42" fmla="*/ 16 w 26"/>
                <a:gd name="T43" fmla="*/ 2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30">
                  <a:moveTo>
                    <a:pt x="25" y="15"/>
                  </a:moveTo>
                  <a:cubicBezTo>
                    <a:pt x="25" y="15"/>
                    <a:pt x="25" y="15"/>
                    <a:pt x="25" y="15"/>
                  </a:cubicBezTo>
                  <a:cubicBezTo>
                    <a:pt x="26" y="14"/>
                    <a:pt x="26" y="13"/>
                    <a:pt x="26" y="12"/>
                  </a:cubicBezTo>
                  <a:cubicBezTo>
                    <a:pt x="26" y="8"/>
                    <a:pt x="25" y="6"/>
                    <a:pt x="23" y="4"/>
                  </a:cubicBezTo>
                  <a:cubicBezTo>
                    <a:pt x="21" y="1"/>
                    <a:pt x="19" y="0"/>
                    <a:pt x="16" y="0"/>
                  </a:cubicBezTo>
                  <a:cubicBezTo>
                    <a:pt x="12" y="0"/>
                    <a:pt x="8" y="2"/>
                    <a:pt x="5" y="7"/>
                  </a:cubicBezTo>
                  <a:cubicBezTo>
                    <a:pt x="2" y="11"/>
                    <a:pt x="0" y="16"/>
                    <a:pt x="0" y="20"/>
                  </a:cubicBezTo>
                  <a:cubicBezTo>
                    <a:pt x="0" y="23"/>
                    <a:pt x="1" y="25"/>
                    <a:pt x="3" y="27"/>
                  </a:cubicBezTo>
                  <a:cubicBezTo>
                    <a:pt x="4" y="29"/>
                    <a:pt x="6" y="30"/>
                    <a:pt x="9" y="30"/>
                  </a:cubicBezTo>
                  <a:cubicBezTo>
                    <a:pt x="12" y="30"/>
                    <a:pt x="16" y="29"/>
                    <a:pt x="19" y="26"/>
                  </a:cubicBezTo>
                  <a:cubicBezTo>
                    <a:pt x="22" y="23"/>
                    <a:pt x="24" y="20"/>
                    <a:pt x="25" y="15"/>
                  </a:cubicBezTo>
                  <a:close/>
                  <a:moveTo>
                    <a:pt x="16" y="21"/>
                  </a:moveTo>
                  <a:cubicBezTo>
                    <a:pt x="14" y="23"/>
                    <a:pt x="12" y="24"/>
                    <a:pt x="9" y="24"/>
                  </a:cubicBezTo>
                  <a:cubicBezTo>
                    <a:pt x="9" y="24"/>
                    <a:pt x="8" y="24"/>
                    <a:pt x="7" y="23"/>
                  </a:cubicBezTo>
                  <a:cubicBezTo>
                    <a:pt x="7" y="22"/>
                    <a:pt x="7" y="21"/>
                    <a:pt x="7" y="19"/>
                  </a:cubicBezTo>
                  <a:cubicBezTo>
                    <a:pt x="7" y="17"/>
                    <a:pt x="7" y="15"/>
                    <a:pt x="8" y="12"/>
                  </a:cubicBezTo>
                  <a:cubicBezTo>
                    <a:pt x="9" y="10"/>
                    <a:pt x="11" y="8"/>
                    <a:pt x="12" y="7"/>
                  </a:cubicBezTo>
                  <a:cubicBezTo>
                    <a:pt x="12" y="7"/>
                    <a:pt x="12" y="7"/>
                    <a:pt x="12" y="7"/>
                  </a:cubicBezTo>
                  <a:cubicBezTo>
                    <a:pt x="13" y="6"/>
                    <a:pt x="14" y="6"/>
                    <a:pt x="15" y="6"/>
                  </a:cubicBezTo>
                  <a:cubicBezTo>
                    <a:pt x="17" y="6"/>
                    <a:pt x="18" y="6"/>
                    <a:pt x="19" y="8"/>
                  </a:cubicBezTo>
                  <a:cubicBezTo>
                    <a:pt x="19" y="9"/>
                    <a:pt x="20" y="10"/>
                    <a:pt x="20" y="12"/>
                  </a:cubicBezTo>
                  <a:cubicBezTo>
                    <a:pt x="20" y="15"/>
                    <a:pt x="19" y="18"/>
                    <a:pt x="16"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 name="Freeform 262"/>
            <p:cNvSpPr>
              <a:spLocks noEditPoints="1"/>
            </p:cNvSpPr>
            <p:nvPr/>
          </p:nvSpPr>
          <p:spPr bwMode="auto">
            <a:xfrm>
              <a:off x="10591800" y="3886200"/>
              <a:ext cx="61912" cy="60325"/>
            </a:xfrm>
            <a:custGeom>
              <a:avLst/>
              <a:gdLst>
                <a:gd name="T0" fmla="*/ 3 w 38"/>
                <a:gd name="T1" fmla="*/ 36 h 37"/>
                <a:gd name="T2" fmla="*/ 4 w 38"/>
                <a:gd name="T3" fmla="*/ 35 h 37"/>
                <a:gd name="T4" fmla="*/ 7 w 38"/>
                <a:gd name="T5" fmla="*/ 32 h 37"/>
                <a:gd name="T6" fmla="*/ 10 w 38"/>
                <a:gd name="T7" fmla="*/ 27 h 37"/>
                <a:gd name="T8" fmla="*/ 11 w 38"/>
                <a:gd name="T9" fmla="*/ 28 h 37"/>
                <a:gd name="T10" fmla="*/ 12 w 38"/>
                <a:gd name="T11" fmla="*/ 27 h 37"/>
                <a:gd name="T12" fmla="*/ 20 w 38"/>
                <a:gd name="T13" fmla="*/ 26 h 37"/>
                <a:gd name="T14" fmla="*/ 25 w 38"/>
                <a:gd name="T15" fmla="*/ 25 h 37"/>
                <a:gd name="T16" fmla="*/ 26 w 38"/>
                <a:gd name="T17" fmla="*/ 25 h 37"/>
                <a:gd name="T18" fmla="*/ 27 w 38"/>
                <a:gd name="T19" fmla="*/ 29 h 37"/>
                <a:gd name="T20" fmla="*/ 31 w 38"/>
                <a:gd name="T21" fmla="*/ 35 h 37"/>
                <a:gd name="T22" fmla="*/ 34 w 38"/>
                <a:gd name="T23" fmla="*/ 37 h 37"/>
                <a:gd name="T24" fmla="*/ 37 w 38"/>
                <a:gd name="T25" fmla="*/ 36 h 37"/>
                <a:gd name="T26" fmla="*/ 38 w 38"/>
                <a:gd name="T27" fmla="*/ 34 h 37"/>
                <a:gd name="T28" fmla="*/ 37 w 38"/>
                <a:gd name="T29" fmla="*/ 33 h 37"/>
                <a:gd name="T30" fmla="*/ 36 w 38"/>
                <a:gd name="T31" fmla="*/ 31 h 37"/>
                <a:gd name="T32" fmla="*/ 31 w 38"/>
                <a:gd name="T33" fmla="*/ 23 h 37"/>
                <a:gd name="T34" fmla="*/ 24 w 38"/>
                <a:gd name="T35" fmla="*/ 4 h 37"/>
                <a:gd name="T36" fmla="*/ 24 w 38"/>
                <a:gd name="T37" fmla="*/ 2 h 37"/>
                <a:gd name="T38" fmla="*/ 24 w 38"/>
                <a:gd name="T39" fmla="*/ 1 h 37"/>
                <a:gd name="T40" fmla="*/ 21 w 38"/>
                <a:gd name="T41" fmla="*/ 0 h 37"/>
                <a:gd name="T42" fmla="*/ 18 w 38"/>
                <a:gd name="T43" fmla="*/ 1 h 37"/>
                <a:gd name="T44" fmla="*/ 12 w 38"/>
                <a:gd name="T45" fmla="*/ 13 h 37"/>
                <a:gd name="T46" fmla="*/ 6 w 38"/>
                <a:gd name="T47" fmla="*/ 23 h 37"/>
                <a:gd name="T48" fmla="*/ 0 w 38"/>
                <a:gd name="T49" fmla="*/ 33 h 37"/>
                <a:gd name="T50" fmla="*/ 1 w 38"/>
                <a:gd name="T51" fmla="*/ 35 h 37"/>
                <a:gd name="T52" fmla="*/ 3 w 38"/>
                <a:gd name="T53" fmla="*/ 36 h 37"/>
                <a:gd name="T54" fmla="*/ 20 w 38"/>
                <a:gd name="T55" fmla="*/ 9 h 37"/>
                <a:gd name="T56" fmla="*/ 20 w 38"/>
                <a:gd name="T57" fmla="*/ 10 h 37"/>
                <a:gd name="T58" fmla="*/ 24 w 38"/>
                <a:gd name="T59" fmla="*/ 20 h 37"/>
                <a:gd name="T60" fmla="*/ 21 w 38"/>
                <a:gd name="T61" fmla="*/ 20 h 37"/>
                <a:gd name="T62" fmla="*/ 16 w 38"/>
                <a:gd name="T63" fmla="*/ 21 h 37"/>
                <a:gd name="T64" fmla="*/ 13 w 38"/>
                <a:gd name="T65" fmla="*/ 22 h 37"/>
                <a:gd name="T66" fmla="*/ 20 w 38"/>
                <a:gd name="T67" fmla="*/ 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8" h="37">
                  <a:moveTo>
                    <a:pt x="3" y="36"/>
                  </a:moveTo>
                  <a:cubicBezTo>
                    <a:pt x="3" y="36"/>
                    <a:pt x="4" y="36"/>
                    <a:pt x="4" y="35"/>
                  </a:cubicBezTo>
                  <a:cubicBezTo>
                    <a:pt x="5" y="35"/>
                    <a:pt x="6" y="34"/>
                    <a:pt x="7" y="32"/>
                  </a:cubicBezTo>
                  <a:cubicBezTo>
                    <a:pt x="9" y="29"/>
                    <a:pt x="10" y="28"/>
                    <a:pt x="10" y="27"/>
                  </a:cubicBezTo>
                  <a:cubicBezTo>
                    <a:pt x="10" y="27"/>
                    <a:pt x="11" y="28"/>
                    <a:pt x="11" y="28"/>
                  </a:cubicBezTo>
                  <a:cubicBezTo>
                    <a:pt x="12" y="28"/>
                    <a:pt x="12" y="28"/>
                    <a:pt x="12" y="27"/>
                  </a:cubicBezTo>
                  <a:cubicBezTo>
                    <a:pt x="14" y="27"/>
                    <a:pt x="17" y="26"/>
                    <a:pt x="20" y="26"/>
                  </a:cubicBezTo>
                  <a:cubicBezTo>
                    <a:pt x="23" y="25"/>
                    <a:pt x="25" y="25"/>
                    <a:pt x="25" y="25"/>
                  </a:cubicBezTo>
                  <a:cubicBezTo>
                    <a:pt x="25" y="25"/>
                    <a:pt x="26" y="25"/>
                    <a:pt x="26" y="25"/>
                  </a:cubicBezTo>
                  <a:cubicBezTo>
                    <a:pt x="26" y="25"/>
                    <a:pt x="26" y="26"/>
                    <a:pt x="27" y="29"/>
                  </a:cubicBezTo>
                  <a:cubicBezTo>
                    <a:pt x="28" y="31"/>
                    <a:pt x="29" y="33"/>
                    <a:pt x="31" y="35"/>
                  </a:cubicBezTo>
                  <a:cubicBezTo>
                    <a:pt x="32" y="36"/>
                    <a:pt x="33" y="37"/>
                    <a:pt x="34" y="37"/>
                  </a:cubicBezTo>
                  <a:cubicBezTo>
                    <a:pt x="35" y="37"/>
                    <a:pt x="36" y="37"/>
                    <a:pt x="37" y="36"/>
                  </a:cubicBezTo>
                  <a:cubicBezTo>
                    <a:pt x="37" y="35"/>
                    <a:pt x="38" y="35"/>
                    <a:pt x="38" y="34"/>
                  </a:cubicBezTo>
                  <a:cubicBezTo>
                    <a:pt x="38" y="33"/>
                    <a:pt x="38" y="33"/>
                    <a:pt x="37" y="33"/>
                  </a:cubicBezTo>
                  <a:cubicBezTo>
                    <a:pt x="37" y="32"/>
                    <a:pt x="37" y="32"/>
                    <a:pt x="36" y="31"/>
                  </a:cubicBezTo>
                  <a:cubicBezTo>
                    <a:pt x="34" y="29"/>
                    <a:pt x="33" y="27"/>
                    <a:pt x="31" y="23"/>
                  </a:cubicBezTo>
                  <a:cubicBezTo>
                    <a:pt x="29" y="19"/>
                    <a:pt x="27" y="13"/>
                    <a:pt x="24" y="4"/>
                  </a:cubicBezTo>
                  <a:cubicBezTo>
                    <a:pt x="24" y="4"/>
                    <a:pt x="24" y="3"/>
                    <a:pt x="24" y="2"/>
                  </a:cubicBezTo>
                  <a:cubicBezTo>
                    <a:pt x="24" y="2"/>
                    <a:pt x="24" y="1"/>
                    <a:pt x="24" y="1"/>
                  </a:cubicBezTo>
                  <a:cubicBezTo>
                    <a:pt x="23" y="0"/>
                    <a:pt x="22" y="0"/>
                    <a:pt x="21" y="0"/>
                  </a:cubicBezTo>
                  <a:cubicBezTo>
                    <a:pt x="20" y="0"/>
                    <a:pt x="19" y="0"/>
                    <a:pt x="18" y="1"/>
                  </a:cubicBezTo>
                  <a:cubicBezTo>
                    <a:pt x="18" y="2"/>
                    <a:pt x="15" y="6"/>
                    <a:pt x="12" y="13"/>
                  </a:cubicBezTo>
                  <a:cubicBezTo>
                    <a:pt x="10" y="16"/>
                    <a:pt x="8" y="20"/>
                    <a:pt x="6" y="23"/>
                  </a:cubicBezTo>
                  <a:cubicBezTo>
                    <a:pt x="2" y="29"/>
                    <a:pt x="0" y="32"/>
                    <a:pt x="0" y="33"/>
                  </a:cubicBezTo>
                  <a:cubicBezTo>
                    <a:pt x="0" y="34"/>
                    <a:pt x="0" y="34"/>
                    <a:pt x="1" y="35"/>
                  </a:cubicBezTo>
                  <a:cubicBezTo>
                    <a:pt x="2" y="36"/>
                    <a:pt x="2" y="36"/>
                    <a:pt x="3" y="36"/>
                  </a:cubicBezTo>
                  <a:close/>
                  <a:moveTo>
                    <a:pt x="20" y="9"/>
                  </a:moveTo>
                  <a:cubicBezTo>
                    <a:pt x="20" y="9"/>
                    <a:pt x="20" y="9"/>
                    <a:pt x="20" y="10"/>
                  </a:cubicBezTo>
                  <a:cubicBezTo>
                    <a:pt x="22" y="16"/>
                    <a:pt x="23" y="19"/>
                    <a:pt x="24" y="20"/>
                  </a:cubicBezTo>
                  <a:cubicBezTo>
                    <a:pt x="23" y="20"/>
                    <a:pt x="22" y="20"/>
                    <a:pt x="21" y="20"/>
                  </a:cubicBezTo>
                  <a:cubicBezTo>
                    <a:pt x="19" y="21"/>
                    <a:pt x="17" y="21"/>
                    <a:pt x="16" y="21"/>
                  </a:cubicBezTo>
                  <a:cubicBezTo>
                    <a:pt x="15" y="21"/>
                    <a:pt x="14" y="22"/>
                    <a:pt x="13" y="22"/>
                  </a:cubicBezTo>
                  <a:lnTo>
                    <a:pt x="2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 name="Freeform 263"/>
            <p:cNvSpPr>
              <a:spLocks/>
            </p:cNvSpPr>
            <p:nvPr/>
          </p:nvSpPr>
          <p:spPr bwMode="auto">
            <a:xfrm>
              <a:off x="10660063" y="3876675"/>
              <a:ext cx="17462" cy="69850"/>
            </a:xfrm>
            <a:custGeom>
              <a:avLst/>
              <a:gdLst>
                <a:gd name="T0" fmla="*/ 3 w 10"/>
                <a:gd name="T1" fmla="*/ 43 h 43"/>
                <a:gd name="T2" fmla="*/ 5 w 10"/>
                <a:gd name="T3" fmla="*/ 42 h 43"/>
                <a:gd name="T4" fmla="*/ 6 w 10"/>
                <a:gd name="T5" fmla="*/ 39 h 43"/>
                <a:gd name="T6" fmla="*/ 6 w 10"/>
                <a:gd name="T7" fmla="*/ 38 h 43"/>
                <a:gd name="T8" fmla="*/ 6 w 10"/>
                <a:gd name="T9" fmla="*/ 31 h 43"/>
                <a:gd name="T10" fmla="*/ 6 w 10"/>
                <a:gd name="T11" fmla="*/ 23 h 43"/>
                <a:gd name="T12" fmla="*/ 8 w 10"/>
                <a:gd name="T13" fmla="*/ 13 h 43"/>
                <a:gd name="T14" fmla="*/ 10 w 10"/>
                <a:gd name="T15" fmla="*/ 6 h 43"/>
                <a:gd name="T16" fmla="*/ 10 w 10"/>
                <a:gd name="T17" fmla="*/ 3 h 43"/>
                <a:gd name="T18" fmla="*/ 8 w 10"/>
                <a:gd name="T19" fmla="*/ 0 h 43"/>
                <a:gd name="T20" fmla="*/ 5 w 10"/>
                <a:gd name="T21" fmla="*/ 2 h 43"/>
                <a:gd name="T22" fmla="*/ 2 w 10"/>
                <a:gd name="T23" fmla="*/ 16 h 43"/>
                <a:gd name="T24" fmla="*/ 0 w 10"/>
                <a:gd name="T25" fmla="*/ 36 h 43"/>
                <a:gd name="T26" fmla="*/ 0 w 10"/>
                <a:gd name="T27" fmla="*/ 41 h 43"/>
                <a:gd name="T28" fmla="*/ 3 w 10"/>
                <a:gd name="T29"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43">
                  <a:moveTo>
                    <a:pt x="3" y="43"/>
                  </a:moveTo>
                  <a:cubicBezTo>
                    <a:pt x="4" y="43"/>
                    <a:pt x="4" y="42"/>
                    <a:pt x="5" y="42"/>
                  </a:cubicBezTo>
                  <a:cubicBezTo>
                    <a:pt x="6" y="41"/>
                    <a:pt x="6" y="40"/>
                    <a:pt x="6" y="39"/>
                  </a:cubicBezTo>
                  <a:cubicBezTo>
                    <a:pt x="6" y="39"/>
                    <a:pt x="6" y="39"/>
                    <a:pt x="6" y="38"/>
                  </a:cubicBezTo>
                  <a:cubicBezTo>
                    <a:pt x="6" y="35"/>
                    <a:pt x="6" y="33"/>
                    <a:pt x="6" y="31"/>
                  </a:cubicBezTo>
                  <a:cubicBezTo>
                    <a:pt x="6" y="29"/>
                    <a:pt x="6" y="26"/>
                    <a:pt x="6" y="23"/>
                  </a:cubicBezTo>
                  <a:cubicBezTo>
                    <a:pt x="7" y="19"/>
                    <a:pt x="7" y="16"/>
                    <a:pt x="8" y="13"/>
                  </a:cubicBezTo>
                  <a:cubicBezTo>
                    <a:pt x="9" y="9"/>
                    <a:pt x="10" y="7"/>
                    <a:pt x="10" y="6"/>
                  </a:cubicBezTo>
                  <a:cubicBezTo>
                    <a:pt x="10" y="5"/>
                    <a:pt x="10" y="4"/>
                    <a:pt x="10" y="3"/>
                  </a:cubicBezTo>
                  <a:cubicBezTo>
                    <a:pt x="10" y="1"/>
                    <a:pt x="9" y="0"/>
                    <a:pt x="8" y="0"/>
                  </a:cubicBezTo>
                  <a:cubicBezTo>
                    <a:pt x="7" y="0"/>
                    <a:pt x="6" y="1"/>
                    <a:pt x="5" y="2"/>
                  </a:cubicBezTo>
                  <a:cubicBezTo>
                    <a:pt x="4" y="4"/>
                    <a:pt x="3" y="8"/>
                    <a:pt x="2" y="16"/>
                  </a:cubicBezTo>
                  <a:cubicBezTo>
                    <a:pt x="0" y="23"/>
                    <a:pt x="0" y="30"/>
                    <a:pt x="0" y="36"/>
                  </a:cubicBezTo>
                  <a:cubicBezTo>
                    <a:pt x="0" y="38"/>
                    <a:pt x="0" y="40"/>
                    <a:pt x="0" y="41"/>
                  </a:cubicBezTo>
                  <a:cubicBezTo>
                    <a:pt x="1" y="42"/>
                    <a:pt x="2" y="43"/>
                    <a:pt x="3"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 name="Freeform 264"/>
            <p:cNvSpPr>
              <a:spLocks/>
            </p:cNvSpPr>
            <p:nvPr/>
          </p:nvSpPr>
          <p:spPr bwMode="auto">
            <a:xfrm>
              <a:off x="10680700" y="3900488"/>
              <a:ext cx="42862" cy="46038"/>
            </a:xfrm>
            <a:custGeom>
              <a:avLst/>
              <a:gdLst>
                <a:gd name="T0" fmla="*/ 5 w 27"/>
                <a:gd name="T1" fmla="*/ 26 h 28"/>
                <a:gd name="T2" fmla="*/ 8 w 27"/>
                <a:gd name="T3" fmla="*/ 28 h 28"/>
                <a:gd name="T4" fmla="*/ 12 w 27"/>
                <a:gd name="T5" fmla="*/ 24 h 28"/>
                <a:gd name="T6" fmla="*/ 20 w 27"/>
                <a:gd name="T7" fmla="*/ 12 h 28"/>
                <a:gd name="T8" fmla="*/ 25 w 27"/>
                <a:gd name="T9" fmla="*/ 5 h 28"/>
                <a:gd name="T10" fmla="*/ 27 w 27"/>
                <a:gd name="T11" fmla="*/ 3 h 28"/>
                <a:gd name="T12" fmla="*/ 26 w 27"/>
                <a:gd name="T13" fmla="*/ 1 h 28"/>
                <a:gd name="T14" fmla="*/ 24 w 27"/>
                <a:gd name="T15" fmla="*/ 0 h 28"/>
                <a:gd name="T16" fmla="*/ 22 w 27"/>
                <a:gd name="T17" fmla="*/ 0 h 28"/>
                <a:gd name="T18" fmla="*/ 19 w 27"/>
                <a:gd name="T19" fmla="*/ 4 h 28"/>
                <a:gd name="T20" fmla="*/ 14 w 27"/>
                <a:gd name="T21" fmla="*/ 11 h 28"/>
                <a:gd name="T22" fmla="*/ 10 w 27"/>
                <a:gd name="T23" fmla="*/ 17 h 28"/>
                <a:gd name="T24" fmla="*/ 9 w 27"/>
                <a:gd name="T25" fmla="*/ 19 h 28"/>
                <a:gd name="T26" fmla="*/ 9 w 27"/>
                <a:gd name="T27" fmla="*/ 18 h 28"/>
                <a:gd name="T28" fmla="*/ 8 w 27"/>
                <a:gd name="T29" fmla="*/ 15 h 28"/>
                <a:gd name="T30" fmla="*/ 6 w 27"/>
                <a:gd name="T31" fmla="*/ 11 h 28"/>
                <a:gd name="T32" fmla="*/ 6 w 27"/>
                <a:gd name="T33" fmla="*/ 7 h 28"/>
                <a:gd name="T34" fmla="*/ 6 w 27"/>
                <a:gd name="T35" fmla="*/ 4 h 28"/>
                <a:gd name="T36" fmla="*/ 3 w 27"/>
                <a:gd name="T37" fmla="*/ 0 h 28"/>
                <a:gd name="T38" fmla="*/ 0 w 27"/>
                <a:gd name="T39" fmla="*/ 4 h 28"/>
                <a:gd name="T40" fmla="*/ 3 w 27"/>
                <a:gd name="T41" fmla="*/ 19 h 28"/>
                <a:gd name="T42" fmla="*/ 5 w 27"/>
                <a:gd name="T43"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 h="28">
                  <a:moveTo>
                    <a:pt x="5" y="26"/>
                  </a:moveTo>
                  <a:cubicBezTo>
                    <a:pt x="6" y="27"/>
                    <a:pt x="7" y="28"/>
                    <a:pt x="8" y="28"/>
                  </a:cubicBezTo>
                  <a:cubicBezTo>
                    <a:pt x="10" y="28"/>
                    <a:pt x="11" y="26"/>
                    <a:pt x="12" y="24"/>
                  </a:cubicBezTo>
                  <a:cubicBezTo>
                    <a:pt x="15" y="19"/>
                    <a:pt x="17" y="15"/>
                    <a:pt x="20" y="12"/>
                  </a:cubicBezTo>
                  <a:cubicBezTo>
                    <a:pt x="22" y="8"/>
                    <a:pt x="24" y="6"/>
                    <a:pt x="25" y="5"/>
                  </a:cubicBezTo>
                  <a:cubicBezTo>
                    <a:pt x="26" y="4"/>
                    <a:pt x="27" y="4"/>
                    <a:pt x="27" y="3"/>
                  </a:cubicBezTo>
                  <a:cubicBezTo>
                    <a:pt x="27" y="2"/>
                    <a:pt x="27" y="1"/>
                    <a:pt x="26" y="1"/>
                  </a:cubicBezTo>
                  <a:cubicBezTo>
                    <a:pt x="26" y="0"/>
                    <a:pt x="25" y="0"/>
                    <a:pt x="24" y="0"/>
                  </a:cubicBezTo>
                  <a:cubicBezTo>
                    <a:pt x="23" y="0"/>
                    <a:pt x="23" y="0"/>
                    <a:pt x="22" y="0"/>
                  </a:cubicBezTo>
                  <a:cubicBezTo>
                    <a:pt x="21" y="1"/>
                    <a:pt x="20" y="2"/>
                    <a:pt x="19" y="4"/>
                  </a:cubicBezTo>
                  <a:cubicBezTo>
                    <a:pt x="17" y="6"/>
                    <a:pt x="15" y="8"/>
                    <a:pt x="14" y="11"/>
                  </a:cubicBezTo>
                  <a:cubicBezTo>
                    <a:pt x="12" y="15"/>
                    <a:pt x="10" y="16"/>
                    <a:pt x="10" y="17"/>
                  </a:cubicBezTo>
                  <a:cubicBezTo>
                    <a:pt x="10" y="18"/>
                    <a:pt x="9" y="19"/>
                    <a:pt x="9" y="19"/>
                  </a:cubicBezTo>
                  <a:cubicBezTo>
                    <a:pt x="9" y="19"/>
                    <a:pt x="9" y="18"/>
                    <a:pt x="9" y="18"/>
                  </a:cubicBezTo>
                  <a:cubicBezTo>
                    <a:pt x="8" y="16"/>
                    <a:pt x="8" y="16"/>
                    <a:pt x="8" y="15"/>
                  </a:cubicBezTo>
                  <a:cubicBezTo>
                    <a:pt x="7" y="14"/>
                    <a:pt x="7" y="12"/>
                    <a:pt x="6" y="11"/>
                  </a:cubicBezTo>
                  <a:cubicBezTo>
                    <a:pt x="6" y="9"/>
                    <a:pt x="6" y="8"/>
                    <a:pt x="6" y="7"/>
                  </a:cubicBezTo>
                  <a:cubicBezTo>
                    <a:pt x="6" y="6"/>
                    <a:pt x="6" y="5"/>
                    <a:pt x="6" y="4"/>
                  </a:cubicBezTo>
                  <a:cubicBezTo>
                    <a:pt x="6" y="1"/>
                    <a:pt x="5" y="0"/>
                    <a:pt x="3" y="0"/>
                  </a:cubicBezTo>
                  <a:cubicBezTo>
                    <a:pt x="1" y="0"/>
                    <a:pt x="0" y="2"/>
                    <a:pt x="0" y="4"/>
                  </a:cubicBezTo>
                  <a:cubicBezTo>
                    <a:pt x="0" y="7"/>
                    <a:pt x="1" y="12"/>
                    <a:pt x="3" y="19"/>
                  </a:cubicBezTo>
                  <a:cubicBezTo>
                    <a:pt x="5" y="22"/>
                    <a:pt x="5" y="25"/>
                    <a:pt x="5"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 name="Freeform 265"/>
            <p:cNvSpPr>
              <a:spLocks/>
            </p:cNvSpPr>
            <p:nvPr/>
          </p:nvSpPr>
          <p:spPr bwMode="auto">
            <a:xfrm>
              <a:off x="10734675" y="3879850"/>
              <a:ext cx="12700" cy="12700"/>
            </a:xfrm>
            <a:custGeom>
              <a:avLst/>
              <a:gdLst>
                <a:gd name="T0" fmla="*/ 4 w 8"/>
                <a:gd name="T1" fmla="*/ 8 h 8"/>
                <a:gd name="T2" fmla="*/ 6 w 8"/>
                <a:gd name="T3" fmla="*/ 6 h 8"/>
                <a:gd name="T4" fmla="*/ 8 w 8"/>
                <a:gd name="T5" fmla="*/ 3 h 8"/>
                <a:gd name="T6" fmla="*/ 7 w 8"/>
                <a:gd name="T7" fmla="*/ 1 h 8"/>
                <a:gd name="T8" fmla="*/ 4 w 8"/>
                <a:gd name="T9" fmla="*/ 0 h 8"/>
                <a:gd name="T10" fmla="*/ 1 w 8"/>
                <a:gd name="T11" fmla="*/ 1 h 8"/>
                <a:gd name="T12" fmla="*/ 0 w 8"/>
                <a:gd name="T13" fmla="*/ 4 h 8"/>
                <a:gd name="T14" fmla="*/ 1 w 8"/>
                <a:gd name="T15" fmla="*/ 6 h 8"/>
                <a:gd name="T16" fmla="*/ 4 w 8"/>
                <a:gd name="T17"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8">
                  <a:moveTo>
                    <a:pt x="4" y="8"/>
                  </a:moveTo>
                  <a:cubicBezTo>
                    <a:pt x="4" y="8"/>
                    <a:pt x="5" y="7"/>
                    <a:pt x="6" y="6"/>
                  </a:cubicBezTo>
                  <a:cubicBezTo>
                    <a:pt x="7" y="5"/>
                    <a:pt x="8" y="4"/>
                    <a:pt x="8" y="3"/>
                  </a:cubicBezTo>
                  <a:cubicBezTo>
                    <a:pt x="8" y="2"/>
                    <a:pt x="8" y="2"/>
                    <a:pt x="7" y="1"/>
                  </a:cubicBezTo>
                  <a:cubicBezTo>
                    <a:pt x="6" y="0"/>
                    <a:pt x="5" y="0"/>
                    <a:pt x="4" y="0"/>
                  </a:cubicBezTo>
                  <a:cubicBezTo>
                    <a:pt x="3" y="0"/>
                    <a:pt x="2" y="0"/>
                    <a:pt x="1" y="1"/>
                  </a:cubicBezTo>
                  <a:cubicBezTo>
                    <a:pt x="0" y="2"/>
                    <a:pt x="0" y="3"/>
                    <a:pt x="0" y="4"/>
                  </a:cubicBezTo>
                  <a:cubicBezTo>
                    <a:pt x="0" y="5"/>
                    <a:pt x="0" y="6"/>
                    <a:pt x="1" y="6"/>
                  </a:cubicBezTo>
                  <a:cubicBezTo>
                    <a:pt x="2" y="7"/>
                    <a:pt x="3" y="8"/>
                    <a:pt x="4"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 name="Freeform 266"/>
            <p:cNvSpPr>
              <a:spLocks/>
            </p:cNvSpPr>
            <p:nvPr/>
          </p:nvSpPr>
          <p:spPr bwMode="auto">
            <a:xfrm>
              <a:off x="10725150" y="3902075"/>
              <a:ext cx="14287" cy="42863"/>
            </a:xfrm>
            <a:custGeom>
              <a:avLst/>
              <a:gdLst>
                <a:gd name="T0" fmla="*/ 3 w 8"/>
                <a:gd name="T1" fmla="*/ 26 h 26"/>
                <a:gd name="T2" fmla="*/ 5 w 8"/>
                <a:gd name="T3" fmla="*/ 25 h 26"/>
                <a:gd name="T4" fmla="*/ 6 w 8"/>
                <a:gd name="T5" fmla="*/ 24 h 26"/>
                <a:gd name="T6" fmla="*/ 6 w 8"/>
                <a:gd name="T7" fmla="*/ 23 h 26"/>
                <a:gd name="T8" fmla="*/ 6 w 8"/>
                <a:gd name="T9" fmla="*/ 19 h 26"/>
                <a:gd name="T10" fmla="*/ 6 w 8"/>
                <a:gd name="T11" fmla="*/ 14 h 26"/>
                <a:gd name="T12" fmla="*/ 7 w 8"/>
                <a:gd name="T13" fmla="*/ 7 h 26"/>
                <a:gd name="T14" fmla="*/ 8 w 8"/>
                <a:gd name="T15" fmla="*/ 6 h 26"/>
                <a:gd name="T16" fmla="*/ 8 w 8"/>
                <a:gd name="T17" fmla="*/ 2 h 26"/>
                <a:gd name="T18" fmla="*/ 8 w 8"/>
                <a:gd name="T19" fmla="*/ 1 h 26"/>
                <a:gd name="T20" fmla="*/ 5 w 8"/>
                <a:gd name="T21" fmla="*/ 0 h 26"/>
                <a:gd name="T22" fmla="*/ 3 w 8"/>
                <a:gd name="T23" fmla="*/ 1 h 26"/>
                <a:gd name="T24" fmla="*/ 2 w 8"/>
                <a:gd name="T25" fmla="*/ 4 h 26"/>
                <a:gd name="T26" fmla="*/ 1 w 8"/>
                <a:gd name="T27" fmla="*/ 9 h 26"/>
                <a:gd name="T28" fmla="*/ 1 w 8"/>
                <a:gd name="T29" fmla="*/ 9 h 26"/>
                <a:gd name="T30" fmla="*/ 1 w 8"/>
                <a:gd name="T31" fmla="*/ 11 h 26"/>
                <a:gd name="T32" fmla="*/ 0 w 8"/>
                <a:gd name="T33" fmla="*/ 21 h 26"/>
                <a:gd name="T34" fmla="*/ 3 w 8"/>
                <a:gd name="T35"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 h="26">
                  <a:moveTo>
                    <a:pt x="3" y="26"/>
                  </a:moveTo>
                  <a:cubicBezTo>
                    <a:pt x="4" y="26"/>
                    <a:pt x="4" y="26"/>
                    <a:pt x="5" y="25"/>
                  </a:cubicBezTo>
                  <a:cubicBezTo>
                    <a:pt x="6" y="25"/>
                    <a:pt x="6" y="24"/>
                    <a:pt x="6" y="24"/>
                  </a:cubicBezTo>
                  <a:cubicBezTo>
                    <a:pt x="6" y="24"/>
                    <a:pt x="6" y="23"/>
                    <a:pt x="6" y="23"/>
                  </a:cubicBezTo>
                  <a:cubicBezTo>
                    <a:pt x="6" y="21"/>
                    <a:pt x="6" y="20"/>
                    <a:pt x="6" y="19"/>
                  </a:cubicBezTo>
                  <a:cubicBezTo>
                    <a:pt x="6" y="18"/>
                    <a:pt x="6" y="16"/>
                    <a:pt x="6" y="14"/>
                  </a:cubicBezTo>
                  <a:cubicBezTo>
                    <a:pt x="6" y="12"/>
                    <a:pt x="7" y="10"/>
                    <a:pt x="7" y="7"/>
                  </a:cubicBezTo>
                  <a:cubicBezTo>
                    <a:pt x="8" y="6"/>
                    <a:pt x="8" y="6"/>
                    <a:pt x="8" y="6"/>
                  </a:cubicBezTo>
                  <a:cubicBezTo>
                    <a:pt x="8" y="4"/>
                    <a:pt x="8" y="3"/>
                    <a:pt x="8" y="2"/>
                  </a:cubicBezTo>
                  <a:cubicBezTo>
                    <a:pt x="8" y="2"/>
                    <a:pt x="8" y="1"/>
                    <a:pt x="8" y="1"/>
                  </a:cubicBezTo>
                  <a:cubicBezTo>
                    <a:pt x="7" y="0"/>
                    <a:pt x="6" y="0"/>
                    <a:pt x="5" y="0"/>
                  </a:cubicBezTo>
                  <a:cubicBezTo>
                    <a:pt x="4" y="0"/>
                    <a:pt x="3" y="0"/>
                    <a:pt x="3" y="1"/>
                  </a:cubicBezTo>
                  <a:cubicBezTo>
                    <a:pt x="2" y="2"/>
                    <a:pt x="2" y="3"/>
                    <a:pt x="2" y="4"/>
                  </a:cubicBezTo>
                  <a:cubicBezTo>
                    <a:pt x="2" y="4"/>
                    <a:pt x="2" y="6"/>
                    <a:pt x="1" y="9"/>
                  </a:cubicBezTo>
                  <a:cubicBezTo>
                    <a:pt x="1" y="9"/>
                    <a:pt x="1" y="9"/>
                    <a:pt x="1" y="9"/>
                  </a:cubicBezTo>
                  <a:cubicBezTo>
                    <a:pt x="1" y="10"/>
                    <a:pt x="1" y="11"/>
                    <a:pt x="1" y="11"/>
                  </a:cubicBezTo>
                  <a:cubicBezTo>
                    <a:pt x="0" y="15"/>
                    <a:pt x="0" y="19"/>
                    <a:pt x="0" y="21"/>
                  </a:cubicBezTo>
                  <a:cubicBezTo>
                    <a:pt x="0" y="25"/>
                    <a:pt x="1" y="26"/>
                    <a:pt x="3"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 name="Freeform 267"/>
            <p:cNvSpPr>
              <a:spLocks/>
            </p:cNvSpPr>
            <p:nvPr/>
          </p:nvSpPr>
          <p:spPr bwMode="auto">
            <a:xfrm>
              <a:off x="10747375" y="3902075"/>
              <a:ext cx="49212" cy="41275"/>
            </a:xfrm>
            <a:custGeom>
              <a:avLst/>
              <a:gdLst>
                <a:gd name="T0" fmla="*/ 4 w 30"/>
                <a:gd name="T1" fmla="*/ 25 h 25"/>
                <a:gd name="T2" fmla="*/ 5 w 30"/>
                <a:gd name="T3" fmla="*/ 25 h 25"/>
                <a:gd name="T4" fmla="*/ 6 w 30"/>
                <a:gd name="T5" fmla="*/ 23 h 25"/>
                <a:gd name="T6" fmla="*/ 11 w 30"/>
                <a:gd name="T7" fmla="*/ 14 h 25"/>
                <a:gd name="T8" fmla="*/ 17 w 30"/>
                <a:gd name="T9" fmla="*/ 7 h 25"/>
                <a:gd name="T10" fmla="*/ 19 w 30"/>
                <a:gd name="T11" fmla="*/ 13 h 25"/>
                <a:gd name="T12" fmla="*/ 21 w 30"/>
                <a:gd name="T13" fmla="*/ 21 h 25"/>
                <a:gd name="T14" fmla="*/ 21 w 30"/>
                <a:gd name="T15" fmla="*/ 21 h 25"/>
                <a:gd name="T16" fmla="*/ 25 w 30"/>
                <a:gd name="T17" fmla="*/ 24 h 25"/>
                <a:gd name="T18" fmla="*/ 29 w 30"/>
                <a:gd name="T19" fmla="*/ 22 h 25"/>
                <a:gd name="T20" fmla="*/ 30 w 30"/>
                <a:gd name="T21" fmla="*/ 20 h 25"/>
                <a:gd name="T22" fmla="*/ 29 w 30"/>
                <a:gd name="T23" fmla="*/ 19 h 25"/>
                <a:gd name="T24" fmla="*/ 28 w 30"/>
                <a:gd name="T25" fmla="*/ 19 h 25"/>
                <a:gd name="T26" fmla="*/ 27 w 30"/>
                <a:gd name="T27" fmla="*/ 19 h 25"/>
                <a:gd name="T28" fmla="*/ 24 w 30"/>
                <a:gd name="T29" fmla="*/ 10 h 25"/>
                <a:gd name="T30" fmla="*/ 18 w 30"/>
                <a:gd name="T31" fmla="*/ 1 h 25"/>
                <a:gd name="T32" fmla="*/ 6 w 30"/>
                <a:gd name="T33" fmla="*/ 14 h 25"/>
                <a:gd name="T34" fmla="*/ 8 w 30"/>
                <a:gd name="T35" fmla="*/ 5 h 25"/>
                <a:gd name="T36" fmla="*/ 7 w 30"/>
                <a:gd name="T37" fmla="*/ 1 h 25"/>
                <a:gd name="T38" fmla="*/ 5 w 30"/>
                <a:gd name="T39" fmla="*/ 0 h 25"/>
                <a:gd name="T40" fmla="*/ 3 w 30"/>
                <a:gd name="T41" fmla="*/ 2 h 25"/>
                <a:gd name="T42" fmla="*/ 2 w 30"/>
                <a:gd name="T43" fmla="*/ 4 h 25"/>
                <a:gd name="T44" fmla="*/ 1 w 30"/>
                <a:gd name="T45" fmla="*/ 17 h 25"/>
                <a:gd name="T46" fmla="*/ 0 w 30"/>
                <a:gd name="T47" fmla="*/ 22 h 25"/>
                <a:gd name="T48" fmla="*/ 4 w 30"/>
                <a:gd name="T49"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25">
                  <a:moveTo>
                    <a:pt x="4" y="25"/>
                  </a:moveTo>
                  <a:cubicBezTo>
                    <a:pt x="4" y="25"/>
                    <a:pt x="4" y="25"/>
                    <a:pt x="5" y="25"/>
                  </a:cubicBezTo>
                  <a:cubicBezTo>
                    <a:pt x="5" y="24"/>
                    <a:pt x="5" y="24"/>
                    <a:pt x="6" y="23"/>
                  </a:cubicBezTo>
                  <a:cubicBezTo>
                    <a:pt x="6" y="21"/>
                    <a:pt x="8" y="18"/>
                    <a:pt x="11" y="14"/>
                  </a:cubicBezTo>
                  <a:cubicBezTo>
                    <a:pt x="14" y="9"/>
                    <a:pt x="16" y="7"/>
                    <a:pt x="17" y="7"/>
                  </a:cubicBezTo>
                  <a:cubicBezTo>
                    <a:pt x="18" y="7"/>
                    <a:pt x="19" y="9"/>
                    <a:pt x="19" y="13"/>
                  </a:cubicBezTo>
                  <a:cubicBezTo>
                    <a:pt x="19" y="17"/>
                    <a:pt x="20" y="20"/>
                    <a:pt x="21" y="21"/>
                  </a:cubicBezTo>
                  <a:cubicBezTo>
                    <a:pt x="21" y="21"/>
                    <a:pt x="21" y="21"/>
                    <a:pt x="21" y="21"/>
                  </a:cubicBezTo>
                  <a:cubicBezTo>
                    <a:pt x="22" y="23"/>
                    <a:pt x="23" y="24"/>
                    <a:pt x="25" y="24"/>
                  </a:cubicBezTo>
                  <a:cubicBezTo>
                    <a:pt x="26" y="24"/>
                    <a:pt x="28" y="23"/>
                    <a:pt x="29" y="22"/>
                  </a:cubicBezTo>
                  <a:cubicBezTo>
                    <a:pt x="30" y="22"/>
                    <a:pt x="30" y="21"/>
                    <a:pt x="30" y="20"/>
                  </a:cubicBezTo>
                  <a:cubicBezTo>
                    <a:pt x="30" y="19"/>
                    <a:pt x="30" y="19"/>
                    <a:pt x="29" y="19"/>
                  </a:cubicBezTo>
                  <a:cubicBezTo>
                    <a:pt x="29" y="19"/>
                    <a:pt x="28" y="19"/>
                    <a:pt x="28" y="19"/>
                  </a:cubicBezTo>
                  <a:cubicBezTo>
                    <a:pt x="27" y="19"/>
                    <a:pt x="27" y="19"/>
                    <a:pt x="27" y="19"/>
                  </a:cubicBezTo>
                  <a:cubicBezTo>
                    <a:pt x="26" y="19"/>
                    <a:pt x="25" y="16"/>
                    <a:pt x="24" y="10"/>
                  </a:cubicBezTo>
                  <a:cubicBezTo>
                    <a:pt x="24" y="4"/>
                    <a:pt x="22" y="1"/>
                    <a:pt x="18" y="1"/>
                  </a:cubicBezTo>
                  <a:cubicBezTo>
                    <a:pt x="14" y="1"/>
                    <a:pt x="10" y="5"/>
                    <a:pt x="6" y="14"/>
                  </a:cubicBezTo>
                  <a:cubicBezTo>
                    <a:pt x="7" y="9"/>
                    <a:pt x="8" y="6"/>
                    <a:pt x="8" y="5"/>
                  </a:cubicBezTo>
                  <a:cubicBezTo>
                    <a:pt x="8" y="3"/>
                    <a:pt x="7" y="1"/>
                    <a:pt x="7" y="1"/>
                  </a:cubicBezTo>
                  <a:cubicBezTo>
                    <a:pt x="6" y="1"/>
                    <a:pt x="6" y="0"/>
                    <a:pt x="5" y="0"/>
                  </a:cubicBezTo>
                  <a:cubicBezTo>
                    <a:pt x="4" y="0"/>
                    <a:pt x="3" y="1"/>
                    <a:pt x="3" y="2"/>
                  </a:cubicBezTo>
                  <a:cubicBezTo>
                    <a:pt x="2" y="2"/>
                    <a:pt x="2" y="3"/>
                    <a:pt x="2" y="4"/>
                  </a:cubicBezTo>
                  <a:cubicBezTo>
                    <a:pt x="2" y="9"/>
                    <a:pt x="1" y="13"/>
                    <a:pt x="1" y="17"/>
                  </a:cubicBezTo>
                  <a:cubicBezTo>
                    <a:pt x="0" y="19"/>
                    <a:pt x="0" y="21"/>
                    <a:pt x="0" y="22"/>
                  </a:cubicBezTo>
                  <a:cubicBezTo>
                    <a:pt x="0" y="24"/>
                    <a:pt x="1" y="25"/>
                    <a:pt x="4"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 name="Freeform 268"/>
            <p:cNvSpPr>
              <a:spLocks/>
            </p:cNvSpPr>
            <p:nvPr/>
          </p:nvSpPr>
          <p:spPr bwMode="auto">
            <a:xfrm>
              <a:off x="10801350" y="3930650"/>
              <a:ext cx="11112" cy="11113"/>
            </a:xfrm>
            <a:custGeom>
              <a:avLst/>
              <a:gdLst>
                <a:gd name="T0" fmla="*/ 3 w 7"/>
                <a:gd name="T1" fmla="*/ 7 h 7"/>
                <a:gd name="T2" fmla="*/ 5 w 7"/>
                <a:gd name="T3" fmla="*/ 6 h 7"/>
                <a:gd name="T4" fmla="*/ 7 w 7"/>
                <a:gd name="T5" fmla="*/ 4 h 7"/>
                <a:gd name="T6" fmla="*/ 7 w 7"/>
                <a:gd name="T7" fmla="*/ 2 h 7"/>
                <a:gd name="T8" fmla="*/ 6 w 7"/>
                <a:gd name="T9" fmla="*/ 1 h 7"/>
                <a:gd name="T10" fmla="*/ 4 w 7"/>
                <a:gd name="T11" fmla="*/ 0 h 7"/>
                <a:gd name="T12" fmla="*/ 1 w 7"/>
                <a:gd name="T13" fmla="*/ 1 h 7"/>
                <a:gd name="T14" fmla="*/ 0 w 7"/>
                <a:gd name="T15" fmla="*/ 2 h 7"/>
                <a:gd name="T16" fmla="*/ 0 w 7"/>
                <a:gd name="T17" fmla="*/ 4 h 7"/>
                <a:gd name="T18" fmla="*/ 0 w 7"/>
                <a:gd name="T19" fmla="*/ 7 h 7"/>
                <a:gd name="T20" fmla="*/ 3 w 7"/>
                <a:gd name="T21"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7">
                  <a:moveTo>
                    <a:pt x="3" y="7"/>
                  </a:moveTo>
                  <a:cubicBezTo>
                    <a:pt x="3" y="7"/>
                    <a:pt x="4" y="7"/>
                    <a:pt x="5" y="6"/>
                  </a:cubicBezTo>
                  <a:cubicBezTo>
                    <a:pt x="6" y="6"/>
                    <a:pt x="6" y="5"/>
                    <a:pt x="7" y="4"/>
                  </a:cubicBezTo>
                  <a:cubicBezTo>
                    <a:pt x="7" y="4"/>
                    <a:pt x="7" y="3"/>
                    <a:pt x="7" y="2"/>
                  </a:cubicBezTo>
                  <a:cubicBezTo>
                    <a:pt x="7" y="2"/>
                    <a:pt x="7" y="1"/>
                    <a:pt x="6" y="1"/>
                  </a:cubicBezTo>
                  <a:cubicBezTo>
                    <a:pt x="6" y="0"/>
                    <a:pt x="5" y="0"/>
                    <a:pt x="4" y="0"/>
                  </a:cubicBezTo>
                  <a:cubicBezTo>
                    <a:pt x="3" y="0"/>
                    <a:pt x="2" y="0"/>
                    <a:pt x="1" y="1"/>
                  </a:cubicBezTo>
                  <a:cubicBezTo>
                    <a:pt x="0" y="1"/>
                    <a:pt x="0" y="1"/>
                    <a:pt x="0" y="2"/>
                  </a:cubicBezTo>
                  <a:cubicBezTo>
                    <a:pt x="0" y="2"/>
                    <a:pt x="0" y="3"/>
                    <a:pt x="0" y="4"/>
                  </a:cubicBezTo>
                  <a:cubicBezTo>
                    <a:pt x="0" y="5"/>
                    <a:pt x="0" y="6"/>
                    <a:pt x="0" y="7"/>
                  </a:cubicBezTo>
                  <a:cubicBezTo>
                    <a:pt x="1" y="7"/>
                    <a:pt x="2" y="7"/>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 name="Freeform 269"/>
            <p:cNvSpPr>
              <a:spLocks/>
            </p:cNvSpPr>
            <p:nvPr/>
          </p:nvSpPr>
          <p:spPr bwMode="auto">
            <a:xfrm>
              <a:off x="10820400" y="3930650"/>
              <a:ext cx="11112" cy="11113"/>
            </a:xfrm>
            <a:custGeom>
              <a:avLst/>
              <a:gdLst>
                <a:gd name="T0" fmla="*/ 3 w 7"/>
                <a:gd name="T1" fmla="*/ 7 h 7"/>
                <a:gd name="T2" fmla="*/ 5 w 7"/>
                <a:gd name="T3" fmla="*/ 6 h 7"/>
                <a:gd name="T4" fmla="*/ 7 w 7"/>
                <a:gd name="T5" fmla="*/ 4 h 7"/>
                <a:gd name="T6" fmla="*/ 7 w 7"/>
                <a:gd name="T7" fmla="*/ 2 h 7"/>
                <a:gd name="T8" fmla="*/ 6 w 7"/>
                <a:gd name="T9" fmla="*/ 1 h 7"/>
                <a:gd name="T10" fmla="*/ 4 w 7"/>
                <a:gd name="T11" fmla="*/ 0 h 7"/>
                <a:gd name="T12" fmla="*/ 1 w 7"/>
                <a:gd name="T13" fmla="*/ 1 h 7"/>
                <a:gd name="T14" fmla="*/ 0 w 7"/>
                <a:gd name="T15" fmla="*/ 2 h 7"/>
                <a:gd name="T16" fmla="*/ 0 w 7"/>
                <a:gd name="T17" fmla="*/ 4 h 7"/>
                <a:gd name="T18" fmla="*/ 1 w 7"/>
                <a:gd name="T19" fmla="*/ 7 h 7"/>
                <a:gd name="T20" fmla="*/ 3 w 7"/>
                <a:gd name="T21"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7">
                  <a:moveTo>
                    <a:pt x="3" y="7"/>
                  </a:moveTo>
                  <a:cubicBezTo>
                    <a:pt x="3" y="7"/>
                    <a:pt x="4" y="7"/>
                    <a:pt x="5" y="6"/>
                  </a:cubicBezTo>
                  <a:cubicBezTo>
                    <a:pt x="6" y="6"/>
                    <a:pt x="7" y="5"/>
                    <a:pt x="7" y="4"/>
                  </a:cubicBezTo>
                  <a:cubicBezTo>
                    <a:pt x="7" y="4"/>
                    <a:pt x="7" y="3"/>
                    <a:pt x="7" y="2"/>
                  </a:cubicBezTo>
                  <a:cubicBezTo>
                    <a:pt x="7" y="2"/>
                    <a:pt x="7" y="1"/>
                    <a:pt x="6" y="1"/>
                  </a:cubicBezTo>
                  <a:cubicBezTo>
                    <a:pt x="6" y="0"/>
                    <a:pt x="5" y="0"/>
                    <a:pt x="4" y="0"/>
                  </a:cubicBezTo>
                  <a:cubicBezTo>
                    <a:pt x="3" y="0"/>
                    <a:pt x="2" y="0"/>
                    <a:pt x="1" y="1"/>
                  </a:cubicBezTo>
                  <a:cubicBezTo>
                    <a:pt x="1" y="1"/>
                    <a:pt x="0" y="1"/>
                    <a:pt x="0" y="2"/>
                  </a:cubicBezTo>
                  <a:cubicBezTo>
                    <a:pt x="0" y="2"/>
                    <a:pt x="0" y="3"/>
                    <a:pt x="0" y="4"/>
                  </a:cubicBezTo>
                  <a:cubicBezTo>
                    <a:pt x="0" y="5"/>
                    <a:pt x="0" y="6"/>
                    <a:pt x="1" y="7"/>
                  </a:cubicBezTo>
                  <a:cubicBezTo>
                    <a:pt x="1" y="7"/>
                    <a:pt x="2" y="7"/>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 name="Freeform 270"/>
            <p:cNvSpPr>
              <a:spLocks/>
            </p:cNvSpPr>
            <p:nvPr/>
          </p:nvSpPr>
          <p:spPr bwMode="auto">
            <a:xfrm>
              <a:off x="10839450" y="3930650"/>
              <a:ext cx="11112" cy="11113"/>
            </a:xfrm>
            <a:custGeom>
              <a:avLst/>
              <a:gdLst>
                <a:gd name="T0" fmla="*/ 3 w 7"/>
                <a:gd name="T1" fmla="*/ 7 h 7"/>
                <a:gd name="T2" fmla="*/ 5 w 7"/>
                <a:gd name="T3" fmla="*/ 6 h 7"/>
                <a:gd name="T4" fmla="*/ 7 w 7"/>
                <a:gd name="T5" fmla="*/ 4 h 7"/>
                <a:gd name="T6" fmla="*/ 7 w 7"/>
                <a:gd name="T7" fmla="*/ 2 h 7"/>
                <a:gd name="T8" fmla="*/ 7 w 7"/>
                <a:gd name="T9" fmla="*/ 1 h 7"/>
                <a:gd name="T10" fmla="*/ 4 w 7"/>
                <a:gd name="T11" fmla="*/ 0 h 7"/>
                <a:gd name="T12" fmla="*/ 1 w 7"/>
                <a:gd name="T13" fmla="*/ 1 h 7"/>
                <a:gd name="T14" fmla="*/ 0 w 7"/>
                <a:gd name="T15" fmla="*/ 2 h 7"/>
                <a:gd name="T16" fmla="*/ 0 w 7"/>
                <a:gd name="T17" fmla="*/ 4 h 7"/>
                <a:gd name="T18" fmla="*/ 1 w 7"/>
                <a:gd name="T19" fmla="*/ 7 h 7"/>
                <a:gd name="T20" fmla="*/ 3 w 7"/>
                <a:gd name="T21"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7">
                  <a:moveTo>
                    <a:pt x="3" y="7"/>
                  </a:moveTo>
                  <a:cubicBezTo>
                    <a:pt x="4" y="7"/>
                    <a:pt x="4" y="7"/>
                    <a:pt x="5" y="6"/>
                  </a:cubicBezTo>
                  <a:cubicBezTo>
                    <a:pt x="6" y="6"/>
                    <a:pt x="7" y="5"/>
                    <a:pt x="7" y="4"/>
                  </a:cubicBezTo>
                  <a:cubicBezTo>
                    <a:pt x="7" y="4"/>
                    <a:pt x="7" y="3"/>
                    <a:pt x="7" y="2"/>
                  </a:cubicBezTo>
                  <a:cubicBezTo>
                    <a:pt x="7" y="2"/>
                    <a:pt x="7" y="1"/>
                    <a:pt x="7" y="1"/>
                  </a:cubicBezTo>
                  <a:cubicBezTo>
                    <a:pt x="6" y="0"/>
                    <a:pt x="5" y="0"/>
                    <a:pt x="4" y="0"/>
                  </a:cubicBezTo>
                  <a:cubicBezTo>
                    <a:pt x="3" y="0"/>
                    <a:pt x="2" y="0"/>
                    <a:pt x="1" y="1"/>
                  </a:cubicBezTo>
                  <a:cubicBezTo>
                    <a:pt x="1" y="1"/>
                    <a:pt x="0" y="1"/>
                    <a:pt x="0" y="2"/>
                  </a:cubicBezTo>
                  <a:cubicBezTo>
                    <a:pt x="0" y="2"/>
                    <a:pt x="0" y="3"/>
                    <a:pt x="0" y="4"/>
                  </a:cubicBezTo>
                  <a:cubicBezTo>
                    <a:pt x="0" y="5"/>
                    <a:pt x="0" y="6"/>
                    <a:pt x="1" y="7"/>
                  </a:cubicBezTo>
                  <a:cubicBezTo>
                    <a:pt x="1" y="7"/>
                    <a:pt x="2" y="7"/>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 name="Freeform 271"/>
            <p:cNvSpPr>
              <a:spLocks/>
            </p:cNvSpPr>
            <p:nvPr/>
          </p:nvSpPr>
          <p:spPr bwMode="auto">
            <a:xfrm>
              <a:off x="11604625" y="3022600"/>
              <a:ext cx="74612" cy="82550"/>
            </a:xfrm>
            <a:custGeom>
              <a:avLst/>
              <a:gdLst>
                <a:gd name="T0" fmla="*/ 34 w 46"/>
                <a:gd name="T1" fmla="*/ 29 h 51"/>
                <a:gd name="T2" fmla="*/ 35 w 46"/>
                <a:gd name="T3" fmla="*/ 31 h 51"/>
                <a:gd name="T4" fmla="*/ 34 w 46"/>
                <a:gd name="T5" fmla="*/ 40 h 51"/>
                <a:gd name="T6" fmla="*/ 33 w 46"/>
                <a:gd name="T7" fmla="*/ 47 h 51"/>
                <a:gd name="T8" fmla="*/ 34 w 46"/>
                <a:gd name="T9" fmla="*/ 50 h 51"/>
                <a:gd name="T10" fmla="*/ 37 w 46"/>
                <a:gd name="T11" fmla="*/ 51 h 51"/>
                <a:gd name="T12" fmla="*/ 40 w 46"/>
                <a:gd name="T13" fmla="*/ 49 h 51"/>
                <a:gd name="T14" fmla="*/ 42 w 46"/>
                <a:gd name="T15" fmla="*/ 46 h 51"/>
                <a:gd name="T16" fmla="*/ 43 w 46"/>
                <a:gd name="T17" fmla="*/ 31 h 51"/>
                <a:gd name="T18" fmla="*/ 45 w 46"/>
                <a:gd name="T19" fmla="*/ 13 h 51"/>
                <a:gd name="T20" fmla="*/ 46 w 46"/>
                <a:gd name="T21" fmla="*/ 4 h 51"/>
                <a:gd name="T22" fmla="*/ 45 w 46"/>
                <a:gd name="T23" fmla="*/ 1 h 51"/>
                <a:gd name="T24" fmla="*/ 42 w 46"/>
                <a:gd name="T25" fmla="*/ 0 h 51"/>
                <a:gd name="T26" fmla="*/ 39 w 46"/>
                <a:gd name="T27" fmla="*/ 2 h 51"/>
                <a:gd name="T28" fmla="*/ 38 w 46"/>
                <a:gd name="T29" fmla="*/ 4 h 51"/>
                <a:gd name="T30" fmla="*/ 37 w 46"/>
                <a:gd name="T31" fmla="*/ 15 h 51"/>
                <a:gd name="T32" fmla="*/ 36 w 46"/>
                <a:gd name="T33" fmla="*/ 22 h 51"/>
                <a:gd name="T34" fmla="*/ 27 w 46"/>
                <a:gd name="T35" fmla="*/ 23 h 51"/>
                <a:gd name="T36" fmla="*/ 14 w 46"/>
                <a:gd name="T37" fmla="*/ 24 h 51"/>
                <a:gd name="T38" fmla="*/ 12 w 46"/>
                <a:gd name="T39" fmla="*/ 24 h 51"/>
                <a:gd name="T40" fmla="*/ 13 w 46"/>
                <a:gd name="T41" fmla="*/ 15 h 51"/>
                <a:gd name="T42" fmla="*/ 14 w 46"/>
                <a:gd name="T43" fmla="*/ 8 h 51"/>
                <a:gd name="T44" fmla="*/ 10 w 46"/>
                <a:gd name="T45" fmla="*/ 2 h 51"/>
                <a:gd name="T46" fmla="*/ 7 w 46"/>
                <a:gd name="T47" fmla="*/ 3 h 51"/>
                <a:gd name="T48" fmla="*/ 6 w 46"/>
                <a:gd name="T49" fmla="*/ 5 h 51"/>
                <a:gd name="T50" fmla="*/ 1 w 46"/>
                <a:gd name="T51" fmla="*/ 41 h 51"/>
                <a:gd name="T52" fmla="*/ 0 w 46"/>
                <a:gd name="T53" fmla="*/ 46 h 51"/>
                <a:gd name="T54" fmla="*/ 2 w 46"/>
                <a:gd name="T55" fmla="*/ 50 h 51"/>
                <a:gd name="T56" fmla="*/ 5 w 46"/>
                <a:gd name="T57" fmla="*/ 51 h 51"/>
                <a:gd name="T58" fmla="*/ 8 w 46"/>
                <a:gd name="T59" fmla="*/ 48 h 51"/>
                <a:gd name="T60" fmla="*/ 9 w 46"/>
                <a:gd name="T61" fmla="*/ 41 h 51"/>
                <a:gd name="T62" fmla="*/ 11 w 46"/>
                <a:gd name="T63" fmla="*/ 31 h 51"/>
                <a:gd name="T64" fmla="*/ 16 w 46"/>
                <a:gd name="T65" fmla="*/ 30 h 51"/>
                <a:gd name="T66" fmla="*/ 22 w 46"/>
                <a:gd name="T67" fmla="*/ 30 h 51"/>
                <a:gd name="T68" fmla="*/ 28 w 46"/>
                <a:gd name="T69" fmla="*/ 30 h 51"/>
                <a:gd name="T70" fmla="*/ 34 w 46"/>
                <a:gd name="T71" fmla="*/ 2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6" h="51">
                  <a:moveTo>
                    <a:pt x="34" y="29"/>
                  </a:moveTo>
                  <a:cubicBezTo>
                    <a:pt x="34" y="29"/>
                    <a:pt x="35" y="30"/>
                    <a:pt x="35" y="31"/>
                  </a:cubicBezTo>
                  <a:cubicBezTo>
                    <a:pt x="35" y="32"/>
                    <a:pt x="34" y="35"/>
                    <a:pt x="34" y="40"/>
                  </a:cubicBezTo>
                  <a:cubicBezTo>
                    <a:pt x="33" y="44"/>
                    <a:pt x="33" y="46"/>
                    <a:pt x="33" y="47"/>
                  </a:cubicBezTo>
                  <a:cubicBezTo>
                    <a:pt x="33" y="48"/>
                    <a:pt x="33" y="49"/>
                    <a:pt x="34" y="50"/>
                  </a:cubicBezTo>
                  <a:cubicBezTo>
                    <a:pt x="35" y="50"/>
                    <a:pt x="36" y="51"/>
                    <a:pt x="37" y="51"/>
                  </a:cubicBezTo>
                  <a:cubicBezTo>
                    <a:pt x="38" y="51"/>
                    <a:pt x="39" y="50"/>
                    <a:pt x="40" y="49"/>
                  </a:cubicBezTo>
                  <a:cubicBezTo>
                    <a:pt x="41" y="48"/>
                    <a:pt x="42" y="47"/>
                    <a:pt x="42" y="46"/>
                  </a:cubicBezTo>
                  <a:cubicBezTo>
                    <a:pt x="42" y="43"/>
                    <a:pt x="42" y="38"/>
                    <a:pt x="43" y="31"/>
                  </a:cubicBezTo>
                  <a:cubicBezTo>
                    <a:pt x="43" y="24"/>
                    <a:pt x="44" y="18"/>
                    <a:pt x="45" y="13"/>
                  </a:cubicBezTo>
                  <a:cubicBezTo>
                    <a:pt x="46" y="9"/>
                    <a:pt x="46" y="6"/>
                    <a:pt x="46" y="4"/>
                  </a:cubicBezTo>
                  <a:cubicBezTo>
                    <a:pt x="46" y="3"/>
                    <a:pt x="46" y="2"/>
                    <a:pt x="45" y="1"/>
                  </a:cubicBezTo>
                  <a:cubicBezTo>
                    <a:pt x="44" y="1"/>
                    <a:pt x="43" y="0"/>
                    <a:pt x="42" y="0"/>
                  </a:cubicBezTo>
                  <a:cubicBezTo>
                    <a:pt x="41" y="0"/>
                    <a:pt x="40" y="1"/>
                    <a:pt x="39" y="2"/>
                  </a:cubicBezTo>
                  <a:cubicBezTo>
                    <a:pt x="38" y="2"/>
                    <a:pt x="38" y="3"/>
                    <a:pt x="38" y="4"/>
                  </a:cubicBezTo>
                  <a:cubicBezTo>
                    <a:pt x="38" y="8"/>
                    <a:pt x="37" y="11"/>
                    <a:pt x="37" y="15"/>
                  </a:cubicBezTo>
                  <a:cubicBezTo>
                    <a:pt x="36" y="19"/>
                    <a:pt x="36" y="21"/>
                    <a:pt x="36" y="22"/>
                  </a:cubicBezTo>
                  <a:cubicBezTo>
                    <a:pt x="35" y="22"/>
                    <a:pt x="32" y="23"/>
                    <a:pt x="27" y="23"/>
                  </a:cubicBezTo>
                  <a:cubicBezTo>
                    <a:pt x="21" y="24"/>
                    <a:pt x="17" y="24"/>
                    <a:pt x="14" y="24"/>
                  </a:cubicBezTo>
                  <a:cubicBezTo>
                    <a:pt x="13" y="24"/>
                    <a:pt x="12" y="24"/>
                    <a:pt x="12" y="24"/>
                  </a:cubicBezTo>
                  <a:cubicBezTo>
                    <a:pt x="12" y="22"/>
                    <a:pt x="12" y="19"/>
                    <a:pt x="13" y="15"/>
                  </a:cubicBezTo>
                  <a:cubicBezTo>
                    <a:pt x="14" y="12"/>
                    <a:pt x="14" y="9"/>
                    <a:pt x="14" y="8"/>
                  </a:cubicBezTo>
                  <a:cubicBezTo>
                    <a:pt x="14" y="4"/>
                    <a:pt x="12" y="2"/>
                    <a:pt x="10" y="2"/>
                  </a:cubicBezTo>
                  <a:cubicBezTo>
                    <a:pt x="9" y="2"/>
                    <a:pt x="8" y="3"/>
                    <a:pt x="7" y="3"/>
                  </a:cubicBezTo>
                  <a:cubicBezTo>
                    <a:pt x="7" y="4"/>
                    <a:pt x="6" y="5"/>
                    <a:pt x="6" y="5"/>
                  </a:cubicBezTo>
                  <a:cubicBezTo>
                    <a:pt x="4" y="23"/>
                    <a:pt x="3" y="35"/>
                    <a:pt x="1" y="41"/>
                  </a:cubicBezTo>
                  <a:cubicBezTo>
                    <a:pt x="1" y="43"/>
                    <a:pt x="0" y="45"/>
                    <a:pt x="0" y="46"/>
                  </a:cubicBezTo>
                  <a:cubicBezTo>
                    <a:pt x="0" y="48"/>
                    <a:pt x="1" y="49"/>
                    <a:pt x="2" y="50"/>
                  </a:cubicBezTo>
                  <a:cubicBezTo>
                    <a:pt x="3" y="51"/>
                    <a:pt x="4" y="51"/>
                    <a:pt x="5" y="51"/>
                  </a:cubicBezTo>
                  <a:cubicBezTo>
                    <a:pt x="6" y="51"/>
                    <a:pt x="7" y="50"/>
                    <a:pt x="8" y="48"/>
                  </a:cubicBezTo>
                  <a:cubicBezTo>
                    <a:pt x="9" y="46"/>
                    <a:pt x="9" y="44"/>
                    <a:pt x="9" y="41"/>
                  </a:cubicBezTo>
                  <a:cubicBezTo>
                    <a:pt x="10" y="35"/>
                    <a:pt x="10" y="32"/>
                    <a:pt x="11" y="31"/>
                  </a:cubicBezTo>
                  <a:cubicBezTo>
                    <a:pt x="11" y="31"/>
                    <a:pt x="12" y="31"/>
                    <a:pt x="16" y="30"/>
                  </a:cubicBezTo>
                  <a:cubicBezTo>
                    <a:pt x="19" y="30"/>
                    <a:pt x="21" y="30"/>
                    <a:pt x="22" y="30"/>
                  </a:cubicBezTo>
                  <a:cubicBezTo>
                    <a:pt x="23" y="30"/>
                    <a:pt x="25" y="30"/>
                    <a:pt x="28" y="30"/>
                  </a:cubicBezTo>
                  <a:cubicBezTo>
                    <a:pt x="31" y="29"/>
                    <a:pt x="33" y="29"/>
                    <a:pt x="34"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 name="Freeform 272"/>
            <p:cNvSpPr>
              <a:spLocks noEditPoints="1"/>
            </p:cNvSpPr>
            <p:nvPr/>
          </p:nvSpPr>
          <p:spPr bwMode="auto">
            <a:xfrm>
              <a:off x="11687175" y="3043238"/>
              <a:ext cx="49212" cy="61913"/>
            </a:xfrm>
            <a:custGeom>
              <a:avLst/>
              <a:gdLst>
                <a:gd name="T0" fmla="*/ 12 w 30"/>
                <a:gd name="T1" fmla="*/ 38 h 38"/>
                <a:gd name="T2" fmla="*/ 24 w 30"/>
                <a:gd name="T3" fmla="*/ 33 h 38"/>
                <a:gd name="T4" fmla="*/ 30 w 30"/>
                <a:gd name="T5" fmla="*/ 25 h 38"/>
                <a:gd name="T6" fmla="*/ 28 w 30"/>
                <a:gd name="T7" fmla="*/ 23 h 38"/>
                <a:gd name="T8" fmla="*/ 25 w 30"/>
                <a:gd name="T9" fmla="*/ 24 h 38"/>
                <a:gd name="T10" fmla="*/ 13 w 30"/>
                <a:gd name="T11" fmla="*/ 31 h 38"/>
                <a:gd name="T12" fmla="*/ 9 w 30"/>
                <a:gd name="T13" fmla="*/ 29 h 38"/>
                <a:gd name="T14" fmla="*/ 8 w 30"/>
                <a:gd name="T15" fmla="*/ 26 h 38"/>
                <a:gd name="T16" fmla="*/ 9 w 30"/>
                <a:gd name="T17" fmla="*/ 25 h 38"/>
                <a:gd name="T18" fmla="*/ 22 w 30"/>
                <a:gd name="T19" fmla="*/ 18 h 38"/>
                <a:gd name="T20" fmla="*/ 28 w 30"/>
                <a:gd name="T21" fmla="*/ 8 h 38"/>
                <a:gd name="T22" fmla="*/ 26 w 30"/>
                <a:gd name="T23" fmla="*/ 2 h 38"/>
                <a:gd name="T24" fmla="*/ 20 w 30"/>
                <a:gd name="T25" fmla="*/ 0 h 38"/>
                <a:gd name="T26" fmla="*/ 6 w 30"/>
                <a:gd name="T27" fmla="*/ 8 h 38"/>
                <a:gd name="T28" fmla="*/ 0 w 30"/>
                <a:gd name="T29" fmla="*/ 25 h 38"/>
                <a:gd name="T30" fmla="*/ 3 w 30"/>
                <a:gd name="T31" fmla="*/ 34 h 38"/>
                <a:gd name="T32" fmla="*/ 12 w 30"/>
                <a:gd name="T33" fmla="*/ 38 h 38"/>
                <a:gd name="T34" fmla="*/ 13 w 30"/>
                <a:gd name="T35" fmla="*/ 11 h 38"/>
                <a:gd name="T36" fmla="*/ 19 w 30"/>
                <a:gd name="T37" fmla="*/ 7 h 38"/>
                <a:gd name="T38" fmla="*/ 20 w 30"/>
                <a:gd name="T39" fmla="*/ 7 h 38"/>
                <a:gd name="T40" fmla="*/ 21 w 30"/>
                <a:gd name="T41" fmla="*/ 9 h 38"/>
                <a:gd name="T42" fmla="*/ 17 w 30"/>
                <a:gd name="T43" fmla="*/ 15 h 38"/>
                <a:gd name="T44" fmla="*/ 8 w 30"/>
                <a:gd name="T45" fmla="*/ 19 h 38"/>
                <a:gd name="T46" fmla="*/ 13 w 30"/>
                <a:gd name="T47" fmla="*/ 1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0" h="38">
                  <a:moveTo>
                    <a:pt x="12" y="38"/>
                  </a:moveTo>
                  <a:cubicBezTo>
                    <a:pt x="16" y="38"/>
                    <a:pt x="20" y="36"/>
                    <a:pt x="24" y="33"/>
                  </a:cubicBezTo>
                  <a:cubicBezTo>
                    <a:pt x="28" y="30"/>
                    <a:pt x="30" y="27"/>
                    <a:pt x="30" y="25"/>
                  </a:cubicBezTo>
                  <a:cubicBezTo>
                    <a:pt x="30" y="24"/>
                    <a:pt x="29" y="23"/>
                    <a:pt x="28" y="23"/>
                  </a:cubicBezTo>
                  <a:cubicBezTo>
                    <a:pt x="27" y="23"/>
                    <a:pt x="26" y="23"/>
                    <a:pt x="25" y="24"/>
                  </a:cubicBezTo>
                  <a:cubicBezTo>
                    <a:pt x="21" y="29"/>
                    <a:pt x="17" y="31"/>
                    <a:pt x="13" y="31"/>
                  </a:cubicBezTo>
                  <a:cubicBezTo>
                    <a:pt x="11" y="31"/>
                    <a:pt x="10" y="30"/>
                    <a:pt x="9" y="29"/>
                  </a:cubicBezTo>
                  <a:cubicBezTo>
                    <a:pt x="8" y="28"/>
                    <a:pt x="8" y="27"/>
                    <a:pt x="8" y="26"/>
                  </a:cubicBezTo>
                  <a:cubicBezTo>
                    <a:pt x="8" y="26"/>
                    <a:pt x="8" y="25"/>
                    <a:pt x="9" y="25"/>
                  </a:cubicBezTo>
                  <a:cubicBezTo>
                    <a:pt x="14" y="24"/>
                    <a:pt x="19" y="22"/>
                    <a:pt x="22" y="18"/>
                  </a:cubicBezTo>
                  <a:cubicBezTo>
                    <a:pt x="26" y="15"/>
                    <a:pt x="28" y="11"/>
                    <a:pt x="28" y="8"/>
                  </a:cubicBezTo>
                  <a:cubicBezTo>
                    <a:pt x="28" y="6"/>
                    <a:pt x="27" y="4"/>
                    <a:pt x="26" y="2"/>
                  </a:cubicBezTo>
                  <a:cubicBezTo>
                    <a:pt x="24" y="1"/>
                    <a:pt x="22" y="0"/>
                    <a:pt x="20" y="0"/>
                  </a:cubicBezTo>
                  <a:cubicBezTo>
                    <a:pt x="15" y="0"/>
                    <a:pt x="10" y="3"/>
                    <a:pt x="6" y="8"/>
                  </a:cubicBezTo>
                  <a:cubicBezTo>
                    <a:pt x="2" y="13"/>
                    <a:pt x="0" y="19"/>
                    <a:pt x="0" y="25"/>
                  </a:cubicBezTo>
                  <a:cubicBezTo>
                    <a:pt x="0" y="29"/>
                    <a:pt x="1" y="32"/>
                    <a:pt x="3" y="34"/>
                  </a:cubicBezTo>
                  <a:cubicBezTo>
                    <a:pt x="5" y="36"/>
                    <a:pt x="8" y="38"/>
                    <a:pt x="12" y="38"/>
                  </a:cubicBezTo>
                  <a:close/>
                  <a:moveTo>
                    <a:pt x="13" y="11"/>
                  </a:moveTo>
                  <a:cubicBezTo>
                    <a:pt x="15" y="8"/>
                    <a:pt x="17" y="7"/>
                    <a:pt x="19" y="7"/>
                  </a:cubicBezTo>
                  <a:cubicBezTo>
                    <a:pt x="20" y="7"/>
                    <a:pt x="20" y="7"/>
                    <a:pt x="20" y="7"/>
                  </a:cubicBezTo>
                  <a:cubicBezTo>
                    <a:pt x="21" y="8"/>
                    <a:pt x="21" y="8"/>
                    <a:pt x="21" y="9"/>
                  </a:cubicBezTo>
                  <a:cubicBezTo>
                    <a:pt x="21" y="11"/>
                    <a:pt x="20" y="13"/>
                    <a:pt x="17" y="15"/>
                  </a:cubicBezTo>
                  <a:cubicBezTo>
                    <a:pt x="15" y="17"/>
                    <a:pt x="12" y="19"/>
                    <a:pt x="8" y="19"/>
                  </a:cubicBezTo>
                  <a:cubicBezTo>
                    <a:pt x="9" y="16"/>
                    <a:pt x="10" y="13"/>
                    <a:pt x="13"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 name="Freeform 273"/>
            <p:cNvSpPr>
              <a:spLocks/>
            </p:cNvSpPr>
            <p:nvPr/>
          </p:nvSpPr>
          <p:spPr bwMode="auto">
            <a:xfrm>
              <a:off x="11745913" y="3014663"/>
              <a:ext cx="22225" cy="92075"/>
            </a:xfrm>
            <a:custGeom>
              <a:avLst/>
              <a:gdLst>
                <a:gd name="T0" fmla="*/ 4 w 14"/>
                <a:gd name="T1" fmla="*/ 57 h 57"/>
                <a:gd name="T2" fmla="*/ 7 w 14"/>
                <a:gd name="T3" fmla="*/ 55 h 57"/>
                <a:gd name="T4" fmla="*/ 9 w 14"/>
                <a:gd name="T5" fmla="*/ 52 h 57"/>
                <a:gd name="T6" fmla="*/ 8 w 14"/>
                <a:gd name="T7" fmla="*/ 50 h 57"/>
                <a:gd name="T8" fmla="*/ 8 w 14"/>
                <a:gd name="T9" fmla="*/ 40 h 57"/>
                <a:gd name="T10" fmla="*/ 9 w 14"/>
                <a:gd name="T11" fmla="*/ 30 h 57"/>
                <a:gd name="T12" fmla="*/ 11 w 14"/>
                <a:gd name="T13" fmla="*/ 17 h 57"/>
                <a:gd name="T14" fmla="*/ 14 w 14"/>
                <a:gd name="T15" fmla="*/ 7 h 57"/>
                <a:gd name="T16" fmla="*/ 14 w 14"/>
                <a:gd name="T17" fmla="*/ 4 h 57"/>
                <a:gd name="T18" fmla="*/ 11 w 14"/>
                <a:gd name="T19" fmla="*/ 0 h 57"/>
                <a:gd name="T20" fmla="*/ 7 w 14"/>
                <a:gd name="T21" fmla="*/ 3 h 57"/>
                <a:gd name="T22" fmla="*/ 3 w 14"/>
                <a:gd name="T23" fmla="*/ 21 h 57"/>
                <a:gd name="T24" fmla="*/ 0 w 14"/>
                <a:gd name="T25" fmla="*/ 47 h 57"/>
                <a:gd name="T26" fmla="*/ 1 w 14"/>
                <a:gd name="T27" fmla="*/ 54 h 57"/>
                <a:gd name="T28" fmla="*/ 4 w 14"/>
                <a:gd name="T29"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57">
                  <a:moveTo>
                    <a:pt x="4" y="57"/>
                  </a:moveTo>
                  <a:cubicBezTo>
                    <a:pt x="5" y="57"/>
                    <a:pt x="6" y="56"/>
                    <a:pt x="7" y="55"/>
                  </a:cubicBezTo>
                  <a:cubicBezTo>
                    <a:pt x="8" y="54"/>
                    <a:pt x="9" y="53"/>
                    <a:pt x="9" y="52"/>
                  </a:cubicBezTo>
                  <a:cubicBezTo>
                    <a:pt x="9" y="52"/>
                    <a:pt x="9" y="51"/>
                    <a:pt x="8" y="50"/>
                  </a:cubicBezTo>
                  <a:cubicBezTo>
                    <a:pt x="8" y="46"/>
                    <a:pt x="8" y="43"/>
                    <a:pt x="8" y="40"/>
                  </a:cubicBezTo>
                  <a:cubicBezTo>
                    <a:pt x="8" y="38"/>
                    <a:pt x="8" y="34"/>
                    <a:pt x="9" y="30"/>
                  </a:cubicBezTo>
                  <a:cubicBezTo>
                    <a:pt x="9" y="25"/>
                    <a:pt x="10" y="21"/>
                    <a:pt x="11" y="17"/>
                  </a:cubicBezTo>
                  <a:cubicBezTo>
                    <a:pt x="13" y="12"/>
                    <a:pt x="13" y="9"/>
                    <a:pt x="14" y="7"/>
                  </a:cubicBezTo>
                  <a:cubicBezTo>
                    <a:pt x="14" y="6"/>
                    <a:pt x="14" y="5"/>
                    <a:pt x="14" y="4"/>
                  </a:cubicBezTo>
                  <a:cubicBezTo>
                    <a:pt x="14" y="1"/>
                    <a:pt x="13" y="0"/>
                    <a:pt x="11" y="0"/>
                  </a:cubicBezTo>
                  <a:cubicBezTo>
                    <a:pt x="9" y="0"/>
                    <a:pt x="8" y="1"/>
                    <a:pt x="7" y="3"/>
                  </a:cubicBezTo>
                  <a:cubicBezTo>
                    <a:pt x="6" y="4"/>
                    <a:pt x="4" y="10"/>
                    <a:pt x="3" y="21"/>
                  </a:cubicBezTo>
                  <a:cubicBezTo>
                    <a:pt x="1" y="31"/>
                    <a:pt x="0" y="40"/>
                    <a:pt x="0" y="47"/>
                  </a:cubicBezTo>
                  <a:cubicBezTo>
                    <a:pt x="0" y="51"/>
                    <a:pt x="0" y="53"/>
                    <a:pt x="1" y="54"/>
                  </a:cubicBezTo>
                  <a:cubicBezTo>
                    <a:pt x="2" y="56"/>
                    <a:pt x="3" y="57"/>
                    <a:pt x="4"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 name="Freeform 274"/>
            <p:cNvSpPr>
              <a:spLocks noEditPoints="1"/>
            </p:cNvSpPr>
            <p:nvPr/>
          </p:nvSpPr>
          <p:spPr bwMode="auto">
            <a:xfrm>
              <a:off x="11768138" y="3043238"/>
              <a:ext cx="66675" cy="96838"/>
            </a:xfrm>
            <a:custGeom>
              <a:avLst/>
              <a:gdLst>
                <a:gd name="T0" fmla="*/ 31 w 40"/>
                <a:gd name="T1" fmla="*/ 0 h 59"/>
                <a:gd name="T2" fmla="*/ 22 w 40"/>
                <a:gd name="T3" fmla="*/ 4 h 59"/>
                <a:gd name="T4" fmla="*/ 13 w 40"/>
                <a:gd name="T5" fmla="*/ 15 h 59"/>
                <a:gd name="T6" fmla="*/ 14 w 40"/>
                <a:gd name="T7" fmla="*/ 12 h 59"/>
                <a:gd name="T8" fmla="*/ 15 w 40"/>
                <a:gd name="T9" fmla="*/ 5 h 59"/>
                <a:gd name="T10" fmla="*/ 11 w 40"/>
                <a:gd name="T11" fmla="*/ 0 h 59"/>
                <a:gd name="T12" fmla="*/ 8 w 40"/>
                <a:gd name="T13" fmla="*/ 1 h 59"/>
                <a:gd name="T14" fmla="*/ 6 w 40"/>
                <a:gd name="T15" fmla="*/ 3 h 59"/>
                <a:gd name="T16" fmla="*/ 6 w 40"/>
                <a:gd name="T17" fmla="*/ 9 h 59"/>
                <a:gd name="T18" fmla="*/ 6 w 40"/>
                <a:gd name="T19" fmla="*/ 10 h 59"/>
                <a:gd name="T20" fmla="*/ 1 w 40"/>
                <a:gd name="T21" fmla="*/ 49 h 59"/>
                <a:gd name="T22" fmla="*/ 0 w 40"/>
                <a:gd name="T23" fmla="*/ 55 h 59"/>
                <a:gd name="T24" fmla="*/ 2 w 40"/>
                <a:gd name="T25" fmla="*/ 57 h 59"/>
                <a:gd name="T26" fmla="*/ 4 w 40"/>
                <a:gd name="T27" fmla="*/ 59 h 59"/>
                <a:gd name="T28" fmla="*/ 7 w 40"/>
                <a:gd name="T29" fmla="*/ 57 h 59"/>
                <a:gd name="T30" fmla="*/ 8 w 40"/>
                <a:gd name="T31" fmla="*/ 53 h 59"/>
                <a:gd name="T32" fmla="*/ 10 w 40"/>
                <a:gd name="T33" fmla="*/ 41 h 59"/>
                <a:gd name="T34" fmla="*/ 11 w 40"/>
                <a:gd name="T35" fmla="*/ 34 h 59"/>
                <a:gd name="T36" fmla="*/ 16 w 40"/>
                <a:gd name="T37" fmla="*/ 37 h 59"/>
                <a:gd name="T38" fmla="*/ 32 w 40"/>
                <a:gd name="T39" fmla="*/ 28 h 59"/>
                <a:gd name="T40" fmla="*/ 40 w 40"/>
                <a:gd name="T41" fmla="*/ 9 h 59"/>
                <a:gd name="T42" fmla="*/ 37 w 40"/>
                <a:gd name="T43" fmla="*/ 3 h 59"/>
                <a:gd name="T44" fmla="*/ 31 w 40"/>
                <a:gd name="T45" fmla="*/ 0 h 59"/>
                <a:gd name="T46" fmla="*/ 26 w 40"/>
                <a:gd name="T47" fmla="*/ 24 h 59"/>
                <a:gd name="T48" fmla="*/ 17 w 40"/>
                <a:gd name="T49" fmla="*/ 30 h 59"/>
                <a:gd name="T50" fmla="*/ 15 w 40"/>
                <a:gd name="T51" fmla="*/ 29 h 59"/>
                <a:gd name="T52" fmla="*/ 13 w 40"/>
                <a:gd name="T53" fmla="*/ 27 h 59"/>
                <a:gd name="T54" fmla="*/ 20 w 40"/>
                <a:gd name="T55" fmla="*/ 15 h 59"/>
                <a:gd name="T56" fmla="*/ 30 w 40"/>
                <a:gd name="T57" fmla="*/ 8 h 59"/>
                <a:gd name="T58" fmla="*/ 31 w 40"/>
                <a:gd name="T59" fmla="*/ 9 h 59"/>
                <a:gd name="T60" fmla="*/ 32 w 40"/>
                <a:gd name="T61" fmla="*/ 11 h 59"/>
                <a:gd name="T62" fmla="*/ 26 w 40"/>
                <a:gd name="T63" fmla="*/ 2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0" h="59">
                  <a:moveTo>
                    <a:pt x="31" y="0"/>
                  </a:moveTo>
                  <a:cubicBezTo>
                    <a:pt x="28" y="0"/>
                    <a:pt x="25" y="2"/>
                    <a:pt x="22" y="4"/>
                  </a:cubicBezTo>
                  <a:cubicBezTo>
                    <a:pt x="19" y="7"/>
                    <a:pt x="16" y="11"/>
                    <a:pt x="13" y="15"/>
                  </a:cubicBezTo>
                  <a:cubicBezTo>
                    <a:pt x="14" y="12"/>
                    <a:pt x="14" y="12"/>
                    <a:pt x="14" y="12"/>
                  </a:cubicBezTo>
                  <a:cubicBezTo>
                    <a:pt x="14" y="9"/>
                    <a:pt x="15" y="6"/>
                    <a:pt x="15" y="5"/>
                  </a:cubicBezTo>
                  <a:cubicBezTo>
                    <a:pt x="15" y="1"/>
                    <a:pt x="13" y="0"/>
                    <a:pt x="11" y="0"/>
                  </a:cubicBezTo>
                  <a:cubicBezTo>
                    <a:pt x="10" y="0"/>
                    <a:pt x="9" y="0"/>
                    <a:pt x="8" y="1"/>
                  </a:cubicBezTo>
                  <a:cubicBezTo>
                    <a:pt x="7" y="1"/>
                    <a:pt x="7" y="2"/>
                    <a:pt x="6" y="3"/>
                  </a:cubicBezTo>
                  <a:cubicBezTo>
                    <a:pt x="6" y="4"/>
                    <a:pt x="6" y="6"/>
                    <a:pt x="6" y="9"/>
                  </a:cubicBezTo>
                  <a:cubicBezTo>
                    <a:pt x="6" y="10"/>
                    <a:pt x="6" y="10"/>
                    <a:pt x="6" y="10"/>
                  </a:cubicBezTo>
                  <a:cubicBezTo>
                    <a:pt x="6" y="23"/>
                    <a:pt x="4" y="36"/>
                    <a:pt x="1" y="49"/>
                  </a:cubicBezTo>
                  <a:cubicBezTo>
                    <a:pt x="0" y="51"/>
                    <a:pt x="0" y="53"/>
                    <a:pt x="0" y="55"/>
                  </a:cubicBezTo>
                  <a:cubicBezTo>
                    <a:pt x="0" y="56"/>
                    <a:pt x="1" y="57"/>
                    <a:pt x="2" y="57"/>
                  </a:cubicBezTo>
                  <a:cubicBezTo>
                    <a:pt x="2" y="58"/>
                    <a:pt x="3" y="59"/>
                    <a:pt x="4" y="59"/>
                  </a:cubicBezTo>
                  <a:cubicBezTo>
                    <a:pt x="5" y="59"/>
                    <a:pt x="6" y="58"/>
                    <a:pt x="7" y="57"/>
                  </a:cubicBezTo>
                  <a:cubicBezTo>
                    <a:pt x="8" y="57"/>
                    <a:pt x="8" y="55"/>
                    <a:pt x="8" y="53"/>
                  </a:cubicBezTo>
                  <a:cubicBezTo>
                    <a:pt x="10" y="41"/>
                    <a:pt x="10" y="41"/>
                    <a:pt x="10" y="41"/>
                  </a:cubicBezTo>
                  <a:cubicBezTo>
                    <a:pt x="10" y="37"/>
                    <a:pt x="11" y="35"/>
                    <a:pt x="11" y="34"/>
                  </a:cubicBezTo>
                  <a:cubicBezTo>
                    <a:pt x="12" y="36"/>
                    <a:pt x="13" y="37"/>
                    <a:pt x="16" y="37"/>
                  </a:cubicBezTo>
                  <a:cubicBezTo>
                    <a:pt x="21" y="37"/>
                    <a:pt x="26" y="34"/>
                    <a:pt x="32" y="28"/>
                  </a:cubicBezTo>
                  <a:cubicBezTo>
                    <a:pt x="37" y="23"/>
                    <a:pt x="40" y="16"/>
                    <a:pt x="40" y="9"/>
                  </a:cubicBezTo>
                  <a:cubicBezTo>
                    <a:pt x="40" y="7"/>
                    <a:pt x="39" y="5"/>
                    <a:pt x="37" y="3"/>
                  </a:cubicBezTo>
                  <a:cubicBezTo>
                    <a:pt x="35" y="1"/>
                    <a:pt x="33" y="0"/>
                    <a:pt x="31" y="0"/>
                  </a:cubicBezTo>
                  <a:close/>
                  <a:moveTo>
                    <a:pt x="26" y="24"/>
                  </a:moveTo>
                  <a:cubicBezTo>
                    <a:pt x="23" y="28"/>
                    <a:pt x="20" y="30"/>
                    <a:pt x="17" y="30"/>
                  </a:cubicBezTo>
                  <a:cubicBezTo>
                    <a:pt x="16" y="30"/>
                    <a:pt x="15" y="30"/>
                    <a:pt x="15" y="29"/>
                  </a:cubicBezTo>
                  <a:cubicBezTo>
                    <a:pt x="14" y="29"/>
                    <a:pt x="13" y="28"/>
                    <a:pt x="13" y="27"/>
                  </a:cubicBezTo>
                  <a:cubicBezTo>
                    <a:pt x="13" y="24"/>
                    <a:pt x="16" y="20"/>
                    <a:pt x="20" y="15"/>
                  </a:cubicBezTo>
                  <a:cubicBezTo>
                    <a:pt x="24" y="10"/>
                    <a:pt x="27" y="8"/>
                    <a:pt x="30" y="8"/>
                  </a:cubicBezTo>
                  <a:cubicBezTo>
                    <a:pt x="30" y="8"/>
                    <a:pt x="31" y="8"/>
                    <a:pt x="31" y="9"/>
                  </a:cubicBezTo>
                  <a:cubicBezTo>
                    <a:pt x="32" y="9"/>
                    <a:pt x="32" y="10"/>
                    <a:pt x="32" y="11"/>
                  </a:cubicBezTo>
                  <a:cubicBezTo>
                    <a:pt x="32" y="15"/>
                    <a:pt x="30" y="20"/>
                    <a:pt x="26"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 name="Freeform 275"/>
            <p:cNvSpPr>
              <a:spLocks/>
            </p:cNvSpPr>
            <p:nvPr/>
          </p:nvSpPr>
          <p:spPr bwMode="auto">
            <a:xfrm>
              <a:off x="11644313" y="3162300"/>
              <a:ext cx="96837" cy="58738"/>
            </a:xfrm>
            <a:custGeom>
              <a:avLst/>
              <a:gdLst>
                <a:gd name="T0" fmla="*/ 59 w 60"/>
                <a:gd name="T1" fmla="*/ 28 h 36"/>
                <a:gd name="T2" fmla="*/ 56 w 60"/>
                <a:gd name="T3" fmla="*/ 24 h 36"/>
                <a:gd name="T4" fmla="*/ 55 w 60"/>
                <a:gd name="T5" fmla="*/ 16 h 36"/>
                <a:gd name="T6" fmla="*/ 52 w 60"/>
                <a:gd name="T7" fmla="*/ 5 h 36"/>
                <a:gd name="T8" fmla="*/ 47 w 60"/>
                <a:gd name="T9" fmla="*/ 2 h 36"/>
                <a:gd name="T10" fmla="*/ 41 w 60"/>
                <a:gd name="T11" fmla="*/ 5 h 36"/>
                <a:gd name="T12" fmla="*/ 35 w 60"/>
                <a:gd name="T13" fmla="*/ 15 h 36"/>
                <a:gd name="T14" fmla="*/ 31 w 60"/>
                <a:gd name="T15" fmla="*/ 22 h 36"/>
                <a:gd name="T16" fmla="*/ 30 w 60"/>
                <a:gd name="T17" fmla="*/ 15 h 36"/>
                <a:gd name="T18" fmla="*/ 28 w 60"/>
                <a:gd name="T19" fmla="*/ 5 h 36"/>
                <a:gd name="T20" fmla="*/ 24 w 60"/>
                <a:gd name="T21" fmla="*/ 2 h 36"/>
                <a:gd name="T22" fmla="*/ 7 w 60"/>
                <a:gd name="T23" fmla="*/ 22 h 36"/>
                <a:gd name="T24" fmla="*/ 8 w 60"/>
                <a:gd name="T25" fmla="*/ 16 h 36"/>
                <a:gd name="T26" fmla="*/ 10 w 60"/>
                <a:gd name="T27" fmla="*/ 6 h 36"/>
                <a:gd name="T28" fmla="*/ 5 w 60"/>
                <a:gd name="T29" fmla="*/ 0 h 36"/>
                <a:gd name="T30" fmla="*/ 3 w 60"/>
                <a:gd name="T31" fmla="*/ 1 h 36"/>
                <a:gd name="T32" fmla="*/ 2 w 60"/>
                <a:gd name="T33" fmla="*/ 3 h 36"/>
                <a:gd name="T34" fmla="*/ 1 w 60"/>
                <a:gd name="T35" fmla="*/ 14 h 36"/>
                <a:gd name="T36" fmla="*/ 0 w 60"/>
                <a:gd name="T37" fmla="*/ 30 h 36"/>
                <a:gd name="T38" fmla="*/ 4 w 60"/>
                <a:gd name="T39" fmla="*/ 36 h 36"/>
                <a:gd name="T40" fmla="*/ 8 w 60"/>
                <a:gd name="T41" fmla="*/ 33 h 36"/>
                <a:gd name="T42" fmla="*/ 16 w 60"/>
                <a:gd name="T43" fmla="*/ 19 h 36"/>
                <a:gd name="T44" fmla="*/ 22 w 60"/>
                <a:gd name="T45" fmla="*/ 11 h 36"/>
                <a:gd name="T46" fmla="*/ 23 w 60"/>
                <a:gd name="T47" fmla="*/ 20 h 36"/>
                <a:gd name="T48" fmla="*/ 25 w 60"/>
                <a:gd name="T49" fmla="*/ 32 h 36"/>
                <a:gd name="T50" fmla="*/ 29 w 60"/>
                <a:gd name="T51" fmla="*/ 33 h 36"/>
                <a:gd name="T52" fmla="*/ 33 w 60"/>
                <a:gd name="T53" fmla="*/ 31 h 36"/>
                <a:gd name="T54" fmla="*/ 38 w 60"/>
                <a:gd name="T55" fmla="*/ 22 h 36"/>
                <a:gd name="T56" fmla="*/ 43 w 60"/>
                <a:gd name="T57" fmla="*/ 13 h 36"/>
                <a:gd name="T58" fmla="*/ 45 w 60"/>
                <a:gd name="T59" fmla="*/ 11 h 36"/>
                <a:gd name="T60" fmla="*/ 46 w 60"/>
                <a:gd name="T61" fmla="*/ 12 h 36"/>
                <a:gd name="T62" fmla="*/ 47 w 60"/>
                <a:gd name="T63" fmla="*/ 18 h 36"/>
                <a:gd name="T64" fmla="*/ 50 w 60"/>
                <a:gd name="T65" fmla="*/ 31 h 36"/>
                <a:gd name="T66" fmla="*/ 55 w 60"/>
                <a:gd name="T67" fmla="*/ 35 h 36"/>
                <a:gd name="T68" fmla="*/ 58 w 60"/>
                <a:gd name="T69" fmla="*/ 33 h 36"/>
                <a:gd name="T70" fmla="*/ 60 w 60"/>
                <a:gd name="T71" fmla="*/ 30 h 36"/>
                <a:gd name="T72" fmla="*/ 59 w 60"/>
                <a:gd name="T73" fmla="*/ 2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0" h="36">
                  <a:moveTo>
                    <a:pt x="59" y="28"/>
                  </a:moveTo>
                  <a:cubicBezTo>
                    <a:pt x="57" y="27"/>
                    <a:pt x="56" y="26"/>
                    <a:pt x="56" y="24"/>
                  </a:cubicBezTo>
                  <a:cubicBezTo>
                    <a:pt x="55" y="22"/>
                    <a:pt x="55" y="19"/>
                    <a:pt x="55" y="16"/>
                  </a:cubicBezTo>
                  <a:cubicBezTo>
                    <a:pt x="54" y="11"/>
                    <a:pt x="53" y="7"/>
                    <a:pt x="52" y="5"/>
                  </a:cubicBezTo>
                  <a:cubicBezTo>
                    <a:pt x="51" y="3"/>
                    <a:pt x="50" y="2"/>
                    <a:pt x="47" y="2"/>
                  </a:cubicBezTo>
                  <a:cubicBezTo>
                    <a:pt x="45" y="2"/>
                    <a:pt x="43" y="3"/>
                    <a:pt x="41" y="5"/>
                  </a:cubicBezTo>
                  <a:cubicBezTo>
                    <a:pt x="40" y="6"/>
                    <a:pt x="37" y="10"/>
                    <a:pt x="35" y="15"/>
                  </a:cubicBezTo>
                  <a:cubicBezTo>
                    <a:pt x="33" y="20"/>
                    <a:pt x="31" y="22"/>
                    <a:pt x="31" y="22"/>
                  </a:cubicBezTo>
                  <a:cubicBezTo>
                    <a:pt x="30" y="22"/>
                    <a:pt x="30" y="20"/>
                    <a:pt x="30" y="15"/>
                  </a:cubicBezTo>
                  <a:cubicBezTo>
                    <a:pt x="30" y="10"/>
                    <a:pt x="30" y="6"/>
                    <a:pt x="28" y="5"/>
                  </a:cubicBezTo>
                  <a:cubicBezTo>
                    <a:pt x="27" y="3"/>
                    <a:pt x="26" y="2"/>
                    <a:pt x="24" y="2"/>
                  </a:cubicBezTo>
                  <a:cubicBezTo>
                    <a:pt x="19" y="2"/>
                    <a:pt x="13" y="9"/>
                    <a:pt x="7" y="22"/>
                  </a:cubicBezTo>
                  <a:cubicBezTo>
                    <a:pt x="7" y="21"/>
                    <a:pt x="7" y="19"/>
                    <a:pt x="8" y="16"/>
                  </a:cubicBezTo>
                  <a:cubicBezTo>
                    <a:pt x="9" y="10"/>
                    <a:pt x="10" y="7"/>
                    <a:pt x="10" y="6"/>
                  </a:cubicBezTo>
                  <a:cubicBezTo>
                    <a:pt x="10" y="2"/>
                    <a:pt x="8" y="0"/>
                    <a:pt x="5" y="0"/>
                  </a:cubicBezTo>
                  <a:cubicBezTo>
                    <a:pt x="4" y="0"/>
                    <a:pt x="3" y="0"/>
                    <a:pt x="3" y="1"/>
                  </a:cubicBezTo>
                  <a:cubicBezTo>
                    <a:pt x="2" y="2"/>
                    <a:pt x="2" y="2"/>
                    <a:pt x="2" y="3"/>
                  </a:cubicBezTo>
                  <a:cubicBezTo>
                    <a:pt x="2" y="7"/>
                    <a:pt x="2" y="10"/>
                    <a:pt x="1" y="14"/>
                  </a:cubicBezTo>
                  <a:cubicBezTo>
                    <a:pt x="0" y="18"/>
                    <a:pt x="0" y="24"/>
                    <a:pt x="0" y="30"/>
                  </a:cubicBezTo>
                  <a:cubicBezTo>
                    <a:pt x="0" y="34"/>
                    <a:pt x="1" y="36"/>
                    <a:pt x="4" y="36"/>
                  </a:cubicBezTo>
                  <a:cubicBezTo>
                    <a:pt x="6" y="36"/>
                    <a:pt x="8" y="35"/>
                    <a:pt x="8" y="33"/>
                  </a:cubicBezTo>
                  <a:cubicBezTo>
                    <a:pt x="10" y="29"/>
                    <a:pt x="12" y="24"/>
                    <a:pt x="16" y="19"/>
                  </a:cubicBezTo>
                  <a:cubicBezTo>
                    <a:pt x="19" y="14"/>
                    <a:pt x="21" y="11"/>
                    <a:pt x="22" y="11"/>
                  </a:cubicBezTo>
                  <a:cubicBezTo>
                    <a:pt x="23" y="11"/>
                    <a:pt x="23" y="14"/>
                    <a:pt x="23" y="20"/>
                  </a:cubicBezTo>
                  <a:cubicBezTo>
                    <a:pt x="23" y="27"/>
                    <a:pt x="24" y="30"/>
                    <a:pt x="25" y="32"/>
                  </a:cubicBezTo>
                  <a:cubicBezTo>
                    <a:pt x="27" y="33"/>
                    <a:pt x="28" y="33"/>
                    <a:pt x="29" y="33"/>
                  </a:cubicBezTo>
                  <a:cubicBezTo>
                    <a:pt x="31" y="33"/>
                    <a:pt x="32" y="32"/>
                    <a:pt x="33" y="31"/>
                  </a:cubicBezTo>
                  <a:cubicBezTo>
                    <a:pt x="35" y="29"/>
                    <a:pt x="37" y="26"/>
                    <a:pt x="38" y="22"/>
                  </a:cubicBezTo>
                  <a:cubicBezTo>
                    <a:pt x="41" y="18"/>
                    <a:pt x="42" y="15"/>
                    <a:pt x="43" y="13"/>
                  </a:cubicBezTo>
                  <a:cubicBezTo>
                    <a:pt x="44" y="12"/>
                    <a:pt x="45" y="11"/>
                    <a:pt x="45" y="11"/>
                  </a:cubicBezTo>
                  <a:cubicBezTo>
                    <a:pt x="46" y="11"/>
                    <a:pt x="46" y="11"/>
                    <a:pt x="46" y="12"/>
                  </a:cubicBezTo>
                  <a:cubicBezTo>
                    <a:pt x="47" y="13"/>
                    <a:pt x="47" y="15"/>
                    <a:pt x="47" y="18"/>
                  </a:cubicBezTo>
                  <a:cubicBezTo>
                    <a:pt x="48" y="25"/>
                    <a:pt x="48" y="29"/>
                    <a:pt x="50" y="31"/>
                  </a:cubicBezTo>
                  <a:cubicBezTo>
                    <a:pt x="51" y="33"/>
                    <a:pt x="53" y="35"/>
                    <a:pt x="55" y="35"/>
                  </a:cubicBezTo>
                  <a:cubicBezTo>
                    <a:pt x="56" y="35"/>
                    <a:pt x="57" y="34"/>
                    <a:pt x="58" y="33"/>
                  </a:cubicBezTo>
                  <a:cubicBezTo>
                    <a:pt x="60" y="32"/>
                    <a:pt x="60" y="31"/>
                    <a:pt x="60" y="30"/>
                  </a:cubicBezTo>
                  <a:cubicBezTo>
                    <a:pt x="60" y="29"/>
                    <a:pt x="60" y="29"/>
                    <a:pt x="59"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 name="Freeform 276"/>
            <p:cNvSpPr>
              <a:spLocks noEditPoints="1"/>
            </p:cNvSpPr>
            <p:nvPr/>
          </p:nvSpPr>
          <p:spPr bwMode="auto">
            <a:xfrm>
              <a:off x="11747500" y="3160713"/>
              <a:ext cx="49212" cy="61913"/>
            </a:xfrm>
            <a:custGeom>
              <a:avLst/>
              <a:gdLst>
                <a:gd name="T0" fmla="*/ 28 w 30"/>
                <a:gd name="T1" fmla="*/ 23 h 38"/>
                <a:gd name="T2" fmla="*/ 25 w 30"/>
                <a:gd name="T3" fmla="*/ 24 h 38"/>
                <a:gd name="T4" fmla="*/ 13 w 30"/>
                <a:gd name="T5" fmla="*/ 31 h 38"/>
                <a:gd name="T6" fmla="*/ 9 w 30"/>
                <a:gd name="T7" fmla="*/ 29 h 38"/>
                <a:gd name="T8" fmla="*/ 8 w 30"/>
                <a:gd name="T9" fmla="*/ 26 h 38"/>
                <a:gd name="T10" fmla="*/ 8 w 30"/>
                <a:gd name="T11" fmla="*/ 25 h 38"/>
                <a:gd name="T12" fmla="*/ 22 w 30"/>
                <a:gd name="T13" fmla="*/ 18 h 38"/>
                <a:gd name="T14" fmla="*/ 28 w 30"/>
                <a:gd name="T15" fmla="*/ 8 h 38"/>
                <a:gd name="T16" fmla="*/ 25 w 30"/>
                <a:gd name="T17" fmla="*/ 2 h 38"/>
                <a:gd name="T18" fmla="*/ 20 w 30"/>
                <a:gd name="T19" fmla="*/ 0 h 38"/>
                <a:gd name="T20" fmla="*/ 6 w 30"/>
                <a:gd name="T21" fmla="*/ 8 h 38"/>
                <a:gd name="T22" fmla="*/ 0 w 30"/>
                <a:gd name="T23" fmla="*/ 25 h 38"/>
                <a:gd name="T24" fmla="*/ 3 w 30"/>
                <a:gd name="T25" fmla="*/ 34 h 38"/>
                <a:gd name="T26" fmla="*/ 11 w 30"/>
                <a:gd name="T27" fmla="*/ 38 h 38"/>
                <a:gd name="T28" fmla="*/ 24 w 30"/>
                <a:gd name="T29" fmla="*/ 33 h 38"/>
                <a:gd name="T30" fmla="*/ 30 w 30"/>
                <a:gd name="T31" fmla="*/ 25 h 38"/>
                <a:gd name="T32" fmla="*/ 28 w 30"/>
                <a:gd name="T33" fmla="*/ 23 h 38"/>
                <a:gd name="T34" fmla="*/ 13 w 30"/>
                <a:gd name="T35" fmla="*/ 11 h 38"/>
                <a:gd name="T36" fmla="*/ 19 w 30"/>
                <a:gd name="T37" fmla="*/ 7 h 38"/>
                <a:gd name="T38" fmla="*/ 20 w 30"/>
                <a:gd name="T39" fmla="*/ 7 h 38"/>
                <a:gd name="T40" fmla="*/ 21 w 30"/>
                <a:gd name="T41" fmla="*/ 9 h 38"/>
                <a:gd name="T42" fmla="*/ 17 w 30"/>
                <a:gd name="T43" fmla="*/ 15 h 38"/>
                <a:gd name="T44" fmla="*/ 8 w 30"/>
                <a:gd name="T45" fmla="*/ 19 h 38"/>
                <a:gd name="T46" fmla="*/ 13 w 30"/>
                <a:gd name="T47" fmla="*/ 1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0" h="38">
                  <a:moveTo>
                    <a:pt x="28" y="23"/>
                  </a:moveTo>
                  <a:cubicBezTo>
                    <a:pt x="27" y="23"/>
                    <a:pt x="26" y="23"/>
                    <a:pt x="25" y="24"/>
                  </a:cubicBezTo>
                  <a:cubicBezTo>
                    <a:pt x="21" y="29"/>
                    <a:pt x="17" y="31"/>
                    <a:pt x="13" y="31"/>
                  </a:cubicBezTo>
                  <a:cubicBezTo>
                    <a:pt x="11" y="31"/>
                    <a:pt x="10" y="30"/>
                    <a:pt x="9" y="29"/>
                  </a:cubicBezTo>
                  <a:cubicBezTo>
                    <a:pt x="8" y="28"/>
                    <a:pt x="8" y="27"/>
                    <a:pt x="8" y="26"/>
                  </a:cubicBezTo>
                  <a:cubicBezTo>
                    <a:pt x="8" y="26"/>
                    <a:pt x="8" y="25"/>
                    <a:pt x="8" y="25"/>
                  </a:cubicBezTo>
                  <a:cubicBezTo>
                    <a:pt x="14" y="24"/>
                    <a:pt x="19" y="22"/>
                    <a:pt x="22" y="18"/>
                  </a:cubicBezTo>
                  <a:cubicBezTo>
                    <a:pt x="26" y="15"/>
                    <a:pt x="28" y="11"/>
                    <a:pt x="28" y="8"/>
                  </a:cubicBezTo>
                  <a:cubicBezTo>
                    <a:pt x="28" y="6"/>
                    <a:pt x="27" y="4"/>
                    <a:pt x="25" y="2"/>
                  </a:cubicBezTo>
                  <a:cubicBezTo>
                    <a:pt x="24" y="1"/>
                    <a:pt x="22" y="0"/>
                    <a:pt x="20" y="0"/>
                  </a:cubicBezTo>
                  <a:cubicBezTo>
                    <a:pt x="15" y="0"/>
                    <a:pt x="10" y="3"/>
                    <a:pt x="6" y="8"/>
                  </a:cubicBezTo>
                  <a:cubicBezTo>
                    <a:pt x="2" y="13"/>
                    <a:pt x="0" y="19"/>
                    <a:pt x="0" y="25"/>
                  </a:cubicBezTo>
                  <a:cubicBezTo>
                    <a:pt x="0" y="29"/>
                    <a:pt x="1" y="32"/>
                    <a:pt x="3" y="34"/>
                  </a:cubicBezTo>
                  <a:cubicBezTo>
                    <a:pt x="5" y="36"/>
                    <a:pt x="8" y="38"/>
                    <a:pt x="11" y="38"/>
                  </a:cubicBezTo>
                  <a:cubicBezTo>
                    <a:pt x="16" y="38"/>
                    <a:pt x="20" y="36"/>
                    <a:pt x="24" y="33"/>
                  </a:cubicBezTo>
                  <a:cubicBezTo>
                    <a:pt x="28" y="30"/>
                    <a:pt x="30" y="27"/>
                    <a:pt x="30" y="25"/>
                  </a:cubicBezTo>
                  <a:cubicBezTo>
                    <a:pt x="30" y="24"/>
                    <a:pt x="29" y="23"/>
                    <a:pt x="28" y="23"/>
                  </a:cubicBezTo>
                  <a:close/>
                  <a:moveTo>
                    <a:pt x="13" y="11"/>
                  </a:moveTo>
                  <a:cubicBezTo>
                    <a:pt x="15" y="8"/>
                    <a:pt x="17" y="7"/>
                    <a:pt x="19" y="7"/>
                  </a:cubicBezTo>
                  <a:cubicBezTo>
                    <a:pt x="19" y="7"/>
                    <a:pt x="20" y="7"/>
                    <a:pt x="20" y="7"/>
                  </a:cubicBezTo>
                  <a:cubicBezTo>
                    <a:pt x="21" y="8"/>
                    <a:pt x="21" y="8"/>
                    <a:pt x="21" y="9"/>
                  </a:cubicBezTo>
                  <a:cubicBezTo>
                    <a:pt x="21" y="11"/>
                    <a:pt x="20" y="13"/>
                    <a:pt x="17" y="15"/>
                  </a:cubicBezTo>
                  <a:cubicBezTo>
                    <a:pt x="14" y="17"/>
                    <a:pt x="11" y="19"/>
                    <a:pt x="8" y="19"/>
                  </a:cubicBezTo>
                  <a:cubicBezTo>
                    <a:pt x="9" y="16"/>
                    <a:pt x="10" y="13"/>
                    <a:pt x="13"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 name="Freeform 277"/>
            <p:cNvSpPr>
              <a:spLocks/>
            </p:cNvSpPr>
            <p:nvPr/>
          </p:nvSpPr>
          <p:spPr bwMode="auto">
            <a:xfrm>
              <a:off x="11183938" y="2941638"/>
              <a:ext cx="46037" cy="209550"/>
            </a:xfrm>
            <a:custGeom>
              <a:avLst/>
              <a:gdLst>
                <a:gd name="T0" fmla="*/ 24 w 28"/>
                <a:gd name="T1" fmla="*/ 13 h 129"/>
                <a:gd name="T2" fmla="*/ 20 w 28"/>
                <a:gd name="T3" fmla="*/ 4 h 129"/>
                <a:gd name="T4" fmla="*/ 1 w 28"/>
                <a:gd name="T5" fmla="*/ 43 h 129"/>
                <a:gd name="T6" fmla="*/ 14 w 28"/>
                <a:gd name="T7" fmla="*/ 88 h 129"/>
                <a:gd name="T8" fmla="*/ 4 w 28"/>
                <a:gd name="T9" fmla="*/ 118 h 129"/>
                <a:gd name="T10" fmla="*/ 9 w 28"/>
                <a:gd name="T11" fmla="*/ 125 h 129"/>
                <a:gd name="T12" fmla="*/ 20 w 28"/>
                <a:gd name="T13" fmla="*/ 78 h 129"/>
                <a:gd name="T14" fmla="*/ 11 w 28"/>
                <a:gd name="T15" fmla="*/ 32 h 129"/>
                <a:gd name="T16" fmla="*/ 24 w 28"/>
                <a:gd name="T17" fmla="*/ 13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29">
                  <a:moveTo>
                    <a:pt x="24" y="13"/>
                  </a:moveTo>
                  <a:cubicBezTo>
                    <a:pt x="28" y="9"/>
                    <a:pt x="24" y="0"/>
                    <a:pt x="20" y="4"/>
                  </a:cubicBezTo>
                  <a:cubicBezTo>
                    <a:pt x="10" y="13"/>
                    <a:pt x="3" y="27"/>
                    <a:pt x="1" y="43"/>
                  </a:cubicBezTo>
                  <a:cubicBezTo>
                    <a:pt x="0" y="60"/>
                    <a:pt x="13" y="71"/>
                    <a:pt x="14" y="88"/>
                  </a:cubicBezTo>
                  <a:cubicBezTo>
                    <a:pt x="15" y="98"/>
                    <a:pt x="10" y="110"/>
                    <a:pt x="4" y="118"/>
                  </a:cubicBezTo>
                  <a:cubicBezTo>
                    <a:pt x="0" y="122"/>
                    <a:pt x="6" y="129"/>
                    <a:pt x="9" y="125"/>
                  </a:cubicBezTo>
                  <a:cubicBezTo>
                    <a:pt x="19" y="113"/>
                    <a:pt x="23" y="95"/>
                    <a:pt x="20" y="78"/>
                  </a:cubicBezTo>
                  <a:cubicBezTo>
                    <a:pt x="17" y="60"/>
                    <a:pt x="5" y="52"/>
                    <a:pt x="11" y="32"/>
                  </a:cubicBezTo>
                  <a:cubicBezTo>
                    <a:pt x="14" y="25"/>
                    <a:pt x="19" y="17"/>
                    <a:pt x="24"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 name="Freeform 278"/>
            <p:cNvSpPr>
              <a:spLocks/>
            </p:cNvSpPr>
            <p:nvPr/>
          </p:nvSpPr>
          <p:spPr bwMode="auto">
            <a:xfrm>
              <a:off x="11256963" y="2941638"/>
              <a:ext cx="44450" cy="209550"/>
            </a:xfrm>
            <a:custGeom>
              <a:avLst/>
              <a:gdLst>
                <a:gd name="T0" fmla="*/ 24 w 28"/>
                <a:gd name="T1" fmla="*/ 13 h 129"/>
                <a:gd name="T2" fmla="*/ 20 w 28"/>
                <a:gd name="T3" fmla="*/ 4 h 129"/>
                <a:gd name="T4" fmla="*/ 1 w 28"/>
                <a:gd name="T5" fmla="*/ 43 h 129"/>
                <a:gd name="T6" fmla="*/ 14 w 28"/>
                <a:gd name="T7" fmla="*/ 88 h 129"/>
                <a:gd name="T8" fmla="*/ 4 w 28"/>
                <a:gd name="T9" fmla="*/ 118 h 129"/>
                <a:gd name="T10" fmla="*/ 9 w 28"/>
                <a:gd name="T11" fmla="*/ 125 h 129"/>
                <a:gd name="T12" fmla="*/ 20 w 28"/>
                <a:gd name="T13" fmla="*/ 78 h 129"/>
                <a:gd name="T14" fmla="*/ 11 w 28"/>
                <a:gd name="T15" fmla="*/ 32 h 129"/>
                <a:gd name="T16" fmla="*/ 24 w 28"/>
                <a:gd name="T17" fmla="*/ 13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29">
                  <a:moveTo>
                    <a:pt x="24" y="13"/>
                  </a:moveTo>
                  <a:cubicBezTo>
                    <a:pt x="28" y="9"/>
                    <a:pt x="24" y="0"/>
                    <a:pt x="20" y="4"/>
                  </a:cubicBezTo>
                  <a:cubicBezTo>
                    <a:pt x="10" y="13"/>
                    <a:pt x="3" y="27"/>
                    <a:pt x="1" y="43"/>
                  </a:cubicBezTo>
                  <a:cubicBezTo>
                    <a:pt x="0" y="60"/>
                    <a:pt x="12" y="71"/>
                    <a:pt x="14" y="88"/>
                  </a:cubicBezTo>
                  <a:cubicBezTo>
                    <a:pt x="15" y="98"/>
                    <a:pt x="10" y="110"/>
                    <a:pt x="4" y="118"/>
                  </a:cubicBezTo>
                  <a:cubicBezTo>
                    <a:pt x="0" y="122"/>
                    <a:pt x="5" y="129"/>
                    <a:pt x="9" y="125"/>
                  </a:cubicBezTo>
                  <a:cubicBezTo>
                    <a:pt x="19" y="113"/>
                    <a:pt x="23" y="95"/>
                    <a:pt x="20" y="78"/>
                  </a:cubicBezTo>
                  <a:cubicBezTo>
                    <a:pt x="17" y="60"/>
                    <a:pt x="4" y="52"/>
                    <a:pt x="11" y="32"/>
                  </a:cubicBezTo>
                  <a:cubicBezTo>
                    <a:pt x="14" y="25"/>
                    <a:pt x="19" y="17"/>
                    <a:pt x="24"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 name="Freeform 279"/>
            <p:cNvSpPr>
              <a:spLocks/>
            </p:cNvSpPr>
            <p:nvPr/>
          </p:nvSpPr>
          <p:spPr bwMode="auto">
            <a:xfrm>
              <a:off x="11326813" y="2941638"/>
              <a:ext cx="44450" cy="209550"/>
            </a:xfrm>
            <a:custGeom>
              <a:avLst/>
              <a:gdLst>
                <a:gd name="T0" fmla="*/ 24 w 28"/>
                <a:gd name="T1" fmla="*/ 13 h 129"/>
                <a:gd name="T2" fmla="*/ 21 w 28"/>
                <a:gd name="T3" fmla="*/ 4 h 129"/>
                <a:gd name="T4" fmla="*/ 2 w 28"/>
                <a:gd name="T5" fmla="*/ 43 h 129"/>
                <a:gd name="T6" fmla="*/ 14 w 28"/>
                <a:gd name="T7" fmla="*/ 88 h 129"/>
                <a:gd name="T8" fmla="*/ 4 w 28"/>
                <a:gd name="T9" fmla="*/ 118 h 129"/>
                <a:gd name="T10" fmla="*/ 10 w 28"/>
                <a:gd name="T11" fmla="*/ 125 h 129"/>
                <a:gd name="T12" fmla="*/ 21 w 28"/>
                <a:gd name="T13" fmla="*/ 78 h 129"/>
                <a:gd name="T14" fmla="*/ 12 w 28"/>
                <a:gd name="T15" fmla="*/ 32 h 129"/>
                <a:gd name="T16" fmla="*/ 24 w 28"/>
                <a:gd name="T17" fmla="*/ 13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29">
                  <a:moveTo>
                    <a:pt x="24" y="13"/>
                  </a:moveTo>
                  <a:cubicBezTo>
                    <a:pt x="28" y="9"/>
                    <a:pt x="25" y="0"/>
                    <a:pt x="21" y="4"/>
                  </a:cubicBezTo>
                  <a:cubicBezTo>
                    <a:pt x="11" y="13"/>
                    <a:pt x="4" y="27"/>
                    <a:pt x="2" y="43"/>
                  </a:cubicBezTo>
                  <a:cubicBezTo>
                    <a:pt x="0" y="60"/>
                    <a:pt x="13" y="71"/>
                    <a:pt x="14" y="88"/>
                  </a:cubicBezTo>
                  <a:cubicBezTo>
                    <a:pt x="15" y="98"/>
                    <a:pt x="10" y="110"/>
                    <a:pt x="4" y="118"/>
                  </a:cubicBezTo>
                  <a:cubicBezTo>
                    <a:pt x="1" y="122"/>
                    <a:pt x="6" y="129"/>
                    <a:pt x="10" y="125"/>
                  </a:cubicBezTo>
                  <a:cubicBezTo>
                    <a:pt x="20" y="113"/>
                    <a:pt x="24" y="95"/>
                    <a:pt x="21" y="78"/>
                  </a:cubicBezTo>
                  <a:cubicBezTo>
                    <a:pt x="17" y="60"/>
                    <a:pt x="5" y="52"/>
                    <a:pt x="12" y="32"/>
                  </a:cubicBezTo>
                  <a:cubicBezTo>
                    <a:pt x="14" y="25"/>
                    <a:pt x="19" y="17"/>
                    <a:pt x="24"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89" name="组合 288"/>
          <p:cNvGrpSpPr/>
          <p:nvPr/>
        </p:nvGrpSpPr>
        <p:grpSpPr>
          <a:xfrm>
            <a:off x="8988425" y="5043488"/>
            <a:ext cx="1639887" cy="1436687"/>
            <a:chOff x="8988425" y="5043488"/>
            <a:chExt cx="1639887" cy="1436687"/>
          </a:xfrm>
          <a:solidFill>
            <a:schemeClr val="tx1">
              <a:lumMod val="65000"/>
              <a:lumOff val="35000"/>
            </a:schemeClr>
          </a:solidFill>
        </p:grpSpPr>
        <p:sp>
          <p:nvSpPr>
            <p:cNvPr id="290" name="Freeform 280"/>
            <p:cNvSpPr>
              <a:spLocks/>
            </p:cNvSpPr>
            <p:nvPr/>
          </p:nvSpPr>
          <p:spPr bwMode="auto">
            <a:xfrm>
              <a:off x="10071100" y="5876925"/>
              <a:ext cx="557212" cy="57150"/>
            </a:xfrm>
            <a:custGeom>
              <a:avLst/>
              <a:gdLst>
                <a:gd name="T0" fmla="*/ 95 w 342"/>
                <a:gd name="T1" fmla="*/ 35 h 36"/>
                <a:gd name="T2" fmla="*/ 93 w 342"/>
                <a:gd name="T3" fmla="*/ 35 h 36"/>
                <a:gd name="T4" fmla="*/ 3 w 342"/>
                <a:gd name="T5" fmla="*/ 18 h 36"/>
                <a:gd name="T6" fmla="*/ 0 w 342"/>
                <a:gd name="T7" fmla="*/ 16 h 36"/>
                <a:gd name="T8" fmla="*/ 0 w 342"/>
                <a:gd name="T9" fmla="*/ 36 h 36"/>
                <a:gd name="T10" fmla="*/ 342 w 342"/>
                <a:gd name="T11" fmla="*/ 36 h 36"/>
                <a:gd name="T12" fmla="*/ 342 w 342"/>
                <a:gd name="T13" fmla="*/ 0 h 36"/>
                <a:gd name="T14" fmla="*/ 135 w 342"/>
                <a:gd name="T15" fmla="*/ 0 h 36"/>
                <a:gd name="T16" fmla="*/ 95 w 342"/>
                <a:gd name="T17" fmla="*/ 3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2" h="36">
                  <a:moveTo>
                    <a:pt x="95" y="35"/>
                  </a:moveTo>
                  <a:cubicBezTo>
                    <a:pt x="94" y="35"/>
                    <a:pt x="93" y="35"/>
                    <a:pt x="93" y="35"/>
                  </a:cubicBezTo>
                  <a:cubicBezTo>
                    <a:pt x="79" y="34"/>
                    <a:pt x="31" y="31"/>
                    <a:pt x="3" y="18"/>
                  </a:cubicBezTo>
                  <a:cubicBezTo>
                    <a:pt x="0" y="16"/>
                    <a:pt x="0" y="16"/>
                    <a:pt x="0" y="16"/>
                  </a:cubicBezTo>
                  <a:cubicBezTo>
                    <a:pt x="0" y="36"/>
                    <a:pt x="0" y="36"/>
                    <a:pt x="0" y="36"/>
                  </a:cubicBezTo>
                  <a:cubicBezTo>
                    <a:pt x="342" y="36"/>
                    <a:pt x="342" y="36"/>
                    <a:pt x="342" y="36"/>
                  </a:cubicBezTo>
                  <a:cubicBezTo>
                    <a:pt x="342" y="0"/>
                    <a:pt x="342" y="0"/>
                    <a:pt x="342" y="0"/>
                  </a:cubicBezTo>
                  <a:cubicBezTo>
                    <a:pt x="135" y="0"/>
                    <a:pt x="135" y="0"/>
                    <a:pt x="135" y="0"/>
                  </a:cubicBezTo>
                  <a:cubicBezTo>
                    <a:pt x="132" y="20"/>
                    <a:pt x="115" y="35"/>
                    <a:pt x="95"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 name="Freeform 281"/>
            <p:cNvSpPr>
              <a:spLocks/>
            </p:cNvSpPr>
            <p:nvPr/>
          </p:nvSpPr>
          <p:spPr bwMode="auto">
            <a:xfrm>
              <a:off x="9986963" y="5319713"/>
              <a:ext cx="612775" cy="522288"/>
            </a:xfrm>
            <a:custGeom>
              <a:avLst/>
              <a:gdLst>
                <a:gd name="T0" fmla="*/ 30 w 377"/>
                <a:gd name="T1" fmla="*/ 24 h 321"/>
                <a:gd name="T2" fmla="*/ 353 w 377"/>
                <a:gd name="T3" fmla="*/ 24 h 321"/>
                <a:gd name="T4" fmla="*/ 353 w 377"/>
                <a:gd name="T5" fmla="*/ 228 h 321"/>
                <a:gd name="T6" fmla="*/ 97 w 377"/>
                <a:gd name="T7" fmla="*/ 228 h 321"/>
                <a:gd name="T8" fmla="*/ 98 w 377"/>
                <a:gd name="T9" fmla="*/ 231 h 321"/>
                <a:gd name="T10" fmla="*/ 103 w 377"/>
                <a:gd name="T11" fmla="*/ 252 h 321"/>
                <a:gd name="T12" fmla="*/ 111 w 377"/>
                <a:gd name="T13" fmla="*/ 252 h 321"/>
                <a:gd name="T14" fmla="*/ 111 w 377"/>
                <a:gd name="T15" fmla="*/ 290 h 321"/>
                <a:gd name="T16" fmla="*/ 149 w 377"/>
                <a:gd name="T17" fmla="*/ 295 h 321"/>
                <a:gd name="T18" fmla="*/ 185 w 377"/>
                <a:gd name="T19" fmla="*/ 321 h 321"/>
                <a:gd name="T20" fmla="*/ 272 w 377"/>
                <a:gd name="T21" fmla="*/ 321 h 321"/>
                <a:gd name="T22" fmla="*/ 272 w 377"/>
                <a:gd name="T23" fmla="*/ 294 h 321"/>
                <a:gd name="T24" fmla="*/ 231 w 377"/>
                <a:gd name="T25" fmla="*/ 294 h 321"/>
                <a:gd name="T26" fmla="*/ 231 w 377"/>
                <a:gd name="T27" fmla="*/ 252 h 321"/>
                <a:gd name="T28" fmla="*/ 377 w 377"/>
                <a:gd name="T29" fmla="*/ 252 h 321"/>
                <a:gd name="T30" fmla="*/ 377 w 377"/>
                <a:gd name="T31" fmla="*/ 0 h 321"/>
                <a:gd name="T32" fmla="*/ 0 w 377"/>
                <a:gd name="T33" fmla="*/ 0 h 321"/>
                <a:gd name="T34" fmla="*/ 30 w 377"/>
                <a:gd name="T35" fmla="*/ 24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7" h="321">
                  <a:moveTo>
                    <a:pt x="30" y="24"/>
                  </a:moveTo>
                  <a:cubicBezTo>
                    <a:pt x="353" y="24"/>
                    <a:pt x="353" y="24"/>
                    <a:pt x="353" y="24"/>
                  </a:cubicBezTo>
                  <a:cubicBezTo>
                    <a:pt x="353" y="228"/>
                    <a:pt x="353" y="228"/>
                    <a:pt x="353" y="228"/>
                  </a:cubicBezTo>
                  <a:cubicBezTo>
                    <a:pt x="97" y="228"/>
                    <a:pt x="97" y="228"/>
                    <a:pt x="97" y="228"/>
                  </a:cubicBezTo>
                  <a:cubicBezTo>
                    <a:pt x="98" y="229"/>
                    <a:pt x="98" y="230"/>
                    <a:pt x="98" y="231"/>
                  </a:cubicBezTo>
                  <a:cubicBezTo>
                    <a:pt x="100" y="237"/>
                    <a:pt x="101" y="244"/>
                    <a:pt x="103" y="252"/>
                  </a:cubicBezTo>
                  <a:cubicBezTo>
                    <a:pt x="111" y="252"/>
                    <a:pt x="111" y="252"/>
                    <a:pt x="111" y="252"/>
                  </a:cubicBezTo>
                  <a:cubicBezTo>
                    <a:pt x="111" y="290"/>
                    <a:pt x="111" y="290"/>
                    <a:pt x="111" y="290"/>
                  </a:cubicBezTo>
                  <a:cubicBezTo>
                    <a:pt x="124" y="293"/>
                    <a:pt x="139" y="294"/>
                    <a:pt x="149" y="295"/>
                  </a:cubicBezTo>
                  <a:cubicBezTo>
                    <a:pt x="166" y="295"/>
                    <a:pt x="179" y="306"/>
                    <a:pt x="185" y="321"/>
                  </a:cubicBezTo>
                  <a:cubicBezTo>
                    <a:pt x="272" y="321"/>
                    <a:pt x="272" y="321"/>
                    <a:pt x="272" y="321"/>
                  </a:cubicBezTo>
                  <a:cubicBezTo>
                    <a:pt x="272" y="294"/>
                    <a:pt x="272" y="294"/>
                    <a:pt x="272" y="294"/>
                  </a:cubicBezTo>
                  <a:cubicBezTo>
                    <a:pt x="231" y="294"/>
                    <a:pt x="231" y="294"/>
                    <a:pt x="231" y="294"/>
                  </a:cubicBezTo>
                  <a:cubicBezTo>
                    <a:pt x="231" y="252"/>
                    <a:pt x="231" y="252"/>
                    <a:pt x="231" y="252"/>
                  </a:cubicBezTo>
                  <a:cubicBezTo>
                    <a:pt x="377" y="252"/>
                    <a:pt x="377" y="252"/>
                    <a:pt x="377" y="252"/>
                  </a:cubicBezTo>
                  <a:cubicBezTo>
                    <a:pt x="377" y="0"/>
                    <a:pt x="377" y="0"/>
                    <a:pt x="377" y="0"/>
                  </a:cubicBezTo>
                  <a:cubicBezTo>
                    <a:pt x="0" y="0"/>
                    <a:pt x="0" y="0"/>
                    <a:pt x="0" y="0"/>
                  </a:cubicBezTo>
                  <a:cubicBezTo>
                    <a:pt x="12" y="6"/>
                    <a:pt x="22" y="14"/>
                    <a:pt x="30"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 name="Freeform 282"/>
            <p:cNvSpPr>
              <a:spLocks/>
            </p:cNvSpPr>
            <p:nvPr/>
          </p:nvSpPr>
          <p:spPr bwMode="auto">
            <a:xfrm>
              <a:off x="9766300" y="5316538"/>
              <a:ext cx="292100" cy="212725"/>
            </a:xfrm>
            <a:custGeom>
              <a:avLst/>
              <a:gdLst>
                <a:gd name="T0" fmla="*/ 90 w 180"/>
                <a:gd name="T1" fmla="*/ 0 h 131"/>
                <a:gd name="T2" fmla="*/ 0 w 180"/>
                <a:gd name="T3" fmla="*/ 90 h 131"/>
                <a:gd name="T4" fmla="*/ 9 w 180"/>
                <a:gd name="T5" fmla="*/ 128 h 131"/>
                <a:gd name="T6" fmla="*/ 146 w 180"/>
                <a:gd name="T7" fmla="*/ 128 h 131"/>
                <a:gd name="T8" fmla="*/ 149 w 180"/>
                <a:gd name="T9" fmla="*/ 128 h 131"/>
                <a:gd name="T10" fmla="*/ 170 w 180"/>
                <a:gd name="T11" fmla="*/ 131 h 131"/>
                <a:gd name="T12" fmla="*/ 180 w 180"/>
                <a:gd name="T13" fmla="*/ 90 h 131"/>
                <a:gd name="T14" fmla="*/ 90 w 180"/>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0" h="131">
                  <a:moveTo>
                    <a:pt x="90" y="0"/>
                  </a:moveTo>
                  <a:cubicBezTo>
                    <a:pt x="41" y="0"/>
                    <a:pt x="0" y="40"/>
                    <a:pt x="0" y="90"/>
                  </a:cubicBezTo>
                  <a:cubicBezTo>
                    <a:pt x="0" y="103"/>
                    <a:pt x="3" y="116"/>
                    <a:pt x="9" y="128"/>
                  </a:cubicBezTo>
                  <a:cubicBezTo>
                    <a:pt x="146" y="128"/>
                    <a:pt x="146" y="128"/>
                    <a:pt x="146" y="128"/>
                  </a:cubicBezTo>
                  <a:cubicBezTo>
                    <a:pt x="147" y="128"/>
                    <a:pt x="148" y="128"/>
                    <a:pt x="149" y="128"/>
                  </a:cubicBezTo>
                  <a:cubicBezTo>
                    <a:pt x="154" y="128"/>
                    <a:pt x="162" y="129"/>
                    <a:pt x="170" y="131"/>
                  </a:cubicBezTo>
                  <a:cubicBezTo>
                    <a:pt x="177" y="119"/>
                    <a:pt x="180" y="105"/>
                    <a:pt x="180" y="90"/>
                  </a:cubicBezTo>
                  <a:cubicBezTo>
                    <a:pt x="180" y="40"/>
                    <a:pt x="140" y="0"/>
                    <a:pt x="9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 name="Freeform 283"/>
            <p:cNvSpPr>
              <a:spLocks/>
            </p:cNvSpPr>
            <p:nvPr/>
          </p:nvSpPr>
          <p:spPr bwMode="auto">
            <a:xfrm>
              <a:off x="9685338" y="5537200"/>
              <a:ext cx="595312" cy="919163"/>
            </a:xfrm>
            <a:custGeom>
              <a:avLst/>
              <a:gdLst>
                <a:gd name="T0" fmla="*/ 227 w 365"/>
                <a:gd name="T1" fmla="*/ 260 h 565"/>
                <a:gd name="T2" fmla="*/ 227 w 365"/>
                <a:gd name="T3" fmla="*/ 135 h 565"/>
                <a:gd name="T4" fmla="*/ 237 w 365"/>
                <a:gd name="T5" fmla="*/ 138 h 565"/>
                <a:gd name="T6" fmla="*/ 237 w 365"/>
                <a:gd name="T7" fmla="*/ 148 h 565"/>
                <a:gd name="T8" fmla="*/ 237 w 365"/>
                <a:gd name="T9" fmla="*/ 214 h 565"/>
                <a:gd name="T10" fmla="*/ 244 w 365"/>
                <a:gd name="T11" fmla="*/ 217 h 565"/>
                <a:gd name="T12" fmla="*/ 330 w 365"/>
                <a:gd name="T13" fmla="*/ 234 h 565"/>
                <a:gd name="T14" fmla="*/ 332 w 365"/>
                <a:gd name="T15" fmla="*/ 234 h 565"/>
                <a:gd name="T16" fmla="*/ 364 w 365"/>
                <a:gd name="T17" fmla="*/ 203 h 565"/>
                <a:gd name="T18" fmla="*/ 333 w 365"/>
                <a:gd name="T19" fmla="*/ 170 h 565"/>
                <a:gd name="T20" fmla="*/ 286 w 365"/>
                <a:gd name="T21" fmla="*/ 164 h 565"/>
                <a:gd name="T22" fmla="*/ 274 w 365"/>
                <a:gd name="T23" fmla="*/ 99 h 565"/>
                <a:gd name="T24" fmla="*/ 195 w 365"/>
                <a:gd name="T25" fmla="*/ 1 h 565"/>
                <a:gd name="T26" fmla="*/ 43 w 365"/>
                <a:gd name="T27" fmla="*/ 1 h 565"/>
                <a:gd name="T28" fmla="*/ 7 w 365"/>
                <a:gd name="T29" fmla="*/ 11 h 565"/>
                <a:gd name="T30" fmla="*/ 3 w 365"/>
                <a:gd name="T31" fmla="*/ 14 h 565"/>
                <a:gd name="T32" fmla="*/ 0 w 365"/>
                <a:gd name="T33" fmla="*/ 17 h 565"/>
                <a:gd name="T34" fmla="*/ 1 w 365"/>
                <a:gd name="T35" fmla="*/ 21 h 565"/>
                <a:gd name="T36" fmla="*/ 113 w 365"/>
                <a:gd name="T37" fmla="*/ 21 h 565"/>
                <a:gd name="T38" fmla="*/ 205 w 365"/>
                <a:gd name="T39" fmla="*/ 113 h 565"/>
                <a:gd name="T40" fmla="*/ 205 w 365"/>
                <a:gd name="T41" fmla="*/ 307 h 565"/>
                <a:gd name="T42" fmla="*/ 242 w 365"/>
                <a:gd name="T43" fmla="*/ 307 h 565"/>
                <a:gd name="T44" fmla="*/ 291 w 365"/>
                <a:gd name="T45" fmla="*/ 356 h 565"/>
                <a:gd name="T46" fmla="*/ 242 w 365"/>
                <a:gd name="T47" fmla="*/ 405 h 565"/>
                <a:gd name="T48" fmla="*/ 240 w 365"/>
                <a:gd name="T49" fmla="*/ 405 h 565"/>
                <a:gd name="T50" fmla="*/ 222 w 365"/>
                <a:gd name="T51" fmla="*/ 507 h 565"/>
                <a:gd name="T52" fmla="*/ 222 w 365"/>
                <a:gd name="T53" fmla="*/ 520 h 565"/>
                <a:gd name="T54" fmla="*/ 237 w 365"/>
                <a:gd name="T55" fmla="*/ 548 h 565"/>
                <a:gd name="T56" fmla="*/ 237 w 365"/>
                <a:gd name="T57" fmla="*/ 551 h 565"/>
                <a:gd name="T58" fmla="*/ 262 w 365"/>
                <a:gd name="T59" fmla="*/ 564 h 565"/>
                <a:gd name="T60" fmla="*/ 270 w 365"/>
                <a:gd name="T61" fmla="*/ 565 h 565"/>
                <a:gd name="T62" fmla="*/ 319 w 365"/>
                <a:gd name="T63" fmla="*/ 525 h 565"/>
                <a:gd name="T64" fmla="*/ 355 w 365"/>
                <a:gd name="T65" fmla="*/ 317 h 565"/>
                <a:gd name="T66" fmla="*/ 345 w 365"/>
                <a:gd name="T67" fmla="*/ 277 h 565"/>
                <a:gd name="T68" fmla="*/ 307 w 365"/>
                <a:gd name="T69" fmla="*/ 260 h 565"/>
                <a:gd name="T70" fmla="*/ 237 w 365"/>
                <a:gd name="T71" fmla="*/ 260 h 565"/>
                <a:gd name="T72" fmla="*/ 227 w 365"/>
                <a:gd name="T73" fmla="*/ 260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5" h="565">
                  <a:moveTo>
                    <a:pt x="227" y="260"/>
                  </a:moveTo>
                  <a:cubicBezTo>
                    <a:pt x="227" y="135"/>
                    <a:pt x="227" y="135"/>
                    <a:pt x="227" y="135"/>
                  </a:cubicBezTo>
                  <a:cubicBezTo>
                    <a:pt x="230" y="136"/>
                    <a:pt x="233" y="138"/>
                    <a:pt x="237" y="138"/>
                  </a:cubicBezTo>
                  <a:cubicBezTo>
                    <a:pt x="237" y="148"/>
                    <a:pt x="237" y="148"/>
                    <a:pt x="237" y="148"/>
                  </a:cubicBezTo>
                  <a:cubicBezTo>
                    <a:pt x="237" y="214"/>
                    <a:pt x="237" y="214"/>
                    <a:pt x="237" y="214"/>
                  </a:cubicBezTo>
                  <a:cubicBezTo>
                    <a:pt x="244" y="217"/>
                    <a:pt x="244" y="217"/>
                    <a:pt x="244" y="217"/>
                  </a:cubicBezTo>
                  <a:cubicBezTo>
                    <a:pt x="271" y="230"/>
                    <a:pt x="320" y="233"/>
                    <a:pt x="330" y="234"/>
                  </a:cubicBezTo>
                  <a:cubicBezTo>
                    <a:pt x="331" y="234"/>
                    <a:pt x="331" y="234"/>
                    <a:pt x="332" y="234"/>
                  </a:cubicBezTo>
                  <a:cubicBezTo>
                    <a:pt x="349" y="234"/>
                    <a:pt x="363" y="220"/>
                    <a:pt x="364" y="203"/>
                  </a:cubicBezTo>
                  <a:cubicBezTo>
                    <a:pt x="365" y="186"/>
                    <a:pt x="351" y="171"/>
                    <a:pt x="333" y="170"/>
                  </a:cubicBezTo>
                  <a:cubicBezTo>
                    <a:pt x="320" y="169"/>
                    <a:pt x="301" y="167"/>
                    <a:pt x="286" y="164"/>
                  </a:cubicBezTo>
                  <a:cubicBezTo>
                    <a:pt x="283" y="140"/>
                    <a:pt x="279" y="118"/>
                    <a:pt x="274" y="99"/>
                  </a:cubicBezTo>
                  <a:cubicBezTo>
                    <a:pt x="252" y="10"/>
                    <a:pt x="213" y="0"/>
                    <a:pt x="195" y="1"/>
                  </a:cubicBezTo>
                  <a:cubicBezTo>
                    <a:pt x="43" y="1"/>
                    <a:pt x="43" y="1"/>
                    <a:pt x="43" y="1"/>
                  </a:cubicBezTo>
                  <a:cubicBezTo>
                    <a:pt x="34" y="1"/>
                    <a:pt x="22" y="2"/>
                    <a:pt x="7" y="11"/>
                  </a:cubicBezTo>
                  <a:cubicBezTo>
                    <a:pt x="6" y="12"/>
                    <a:pt x="5" y="13"/>
                    <a:pt x="3" y="14"/>
                  </a:cubicBezTo>
                  <a:cubicBezTo>
                    <a:pt x="2" y="15"/>
                    <a:pt x="1" y="16"/>
                    <a:pt x="0" y="17"/>
                  </a:cubicBezTo>
                  <a:cubicBezTo>
                    <a:pt x="1" y="19"/>
                    <a:pt x="1" y="20"/>
                    <a:pt x="1" y="21"/>
                  </a:cubicBezTo>
                  <a:cubicBezTo>
                    <a:pt x="113" y="21"/>
                    <a:pt x="113" y="21"/>
                    <a:pt x="113" y="21"/>
                  </a:cubicBezTo>
                  <a:cubicBezTo>
                    <a:pt x="163" y="21"/>
                    <a:pt x="205" y="63"/>
                    <a:pt x="205" y="113"/>
                  </a:cubicBezTo>
                  <a:cubicBezTo>
                    <a:pt x="205" y="307"/>
                    <a:pt x="205" y="307"/>
                    <a:pt x="205" y="307"/>
                  </a:cubicBezTo>
                  <a:cubicBezTo>
                    <a:pt x="242" y="307"/>
                    <a:pt x="242" y="307"/>
                    <a:pt x="242" y="307"/>
                  </a:cubicBezTo>
                  <a:cubicBezTo>
                    <a:pt x="269" y="307"/>
                    <a:pt x="291" y="329"/>
                    <a:pt x="291" y="356"/>
                  </a:cubicBezTo>
                  <a:cubicBezTo>
                    <a:pt x="291" y="383"/>
                    <a:pt x="269" y="405"/>
                    <a:pt x="242" y="405"/>
                  </a:cubicBezTo>
                  <a:cubicBezTo>
                    <a:pt x="240" y="405"/>
                    <a:pt x="240" y="405"/>
                    <a:pt x="240" y="405"/>
                  </a:cubicBezTo>
                  <a:cubicBezTo>
                    <a:pt x="222" y="507"/>
                    <a:pt x="222" y="507"/>
                    <a:pt x="222" y="507"/>
                  </a:cubicBezTo>
                  <a:cubicBezTo>
                    <a:pt x="221" y="512"/>
                    <a:pt x="221" y="516"/>
                    <a:pt x="222" y="520"/>
                  </a:cubicBezTo>
                  <a:cubicBezTo>
                    <a:pt x="231" y="526"/>
                    <a:pt x="237" y="536"/>
                    <a:pt x="237" y="548"/>
                  </a:cubicBezTo>
                  <a:cubicBezTo>
                    <a:pt x="237" y="549"/>
                    <a:pt x="237" y="550"/>
                    <a:pt x="237" y="551"/>
                  </a:cubicBezTo>
                  <a:cubicBezTo>
                    <a:pt x="243" y="558"/>
                    <a:pt x="252" y="562"/>
                    <a:pt x="262" y="564"/>
                  </a:cubicBezTo>
                  <a:cubicBezTo>
                    <a:pt x="265" y="565"/>
                    <a:pt x="268" y="565"/>
                    <a:pt x="270" y="565"/>
                  </a:cubicBezTo>
                  <a:cubicBezTo>
                    <a:pt x="294" y="565"/>
                    <a:pt x="314" y="548"/>
                    <a:pt x="319" y="525"/>
                  </a:cubicBezTo>
                  <a:cubicBezTo>
                    <a:pt x="355" y="317"/>
                    <a:pt x="355" y="317"/>
                    <a:pt x="355" y="317"/>
                  </a:cubicBezTo>
                  <a:cubicBezTo>
                    <a:pt x="358" y="303"/>
                    <a:pt x="354" y="288"/>
                    <a:pt x="345" y="277"/>
                  </a:cubicBezTo>
                  <a:cubicBezTo>
                    <a:pt x="335" y="266"/>
                    <a:pt x="322" y="260"/>
                    <a:pt x="307" y="260"/>
                  </a:cubicBezTo>
                  <a:cubicBezTo>
                    <a:pt x="237" y="260"/>
                    <a:pt x="237" y="260"/>
                    <a:pt x="237" y="260"/>
                  </a:cubicBezTo>
                  <a:lnTo>
                    <a:pt x="227" y="2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 name="Freeform 284"/>
            <p:cNvSpPr>
              <a:spLocks/>
            </p:cNvSpPr>
            <p:nvPr/>
          </p:nvSpPr>
          <p:spPr bwMode="auto">
            <a:xfrm>
              <a:off x="9501188" y="5591175"/>
              <a:ext cx="638175" cy="876300"/>
            </a:xfrm>
            <a:custGeom>
              <a:avLst/>
              <a:gdLst>
                <a:gd name="T0" fmla="*/ 316 w 393"/>
                <a:gd name="T1" fmla="*/ 492 h 538"/>
                <a:gd name="T2" fmla="*/ 226 w 393"/>
                <a:gd name="T3" fmla="*/ 492 h 538"/>
                <a:gd name="T4" fmla="*/ 226 w 393"/>
                <a:gd name="T5" fmla="*/ 491 h 538"/>
                <a:gd name="T6" fmla="*/ 226 w 393"/>
                <a:gd name="T7" fmla="*/ 360 h 538"/>
                <a:gd name="T8" fmla="*/ 227 w 393"/>
                <a:gd name="T9" fmla="*/ 360 h 538"/>
                <a:gd name="T10" fmla="*/ 356 w 393"/>
                <a:gd name="T11" fmla="*/ 360 h 538"/>
                <a:gd name="T12" fmla="*/ 393 w 393"/>
                <a:gd name="T13" fmla="*/ 323 h 538"/>
                <a:gd name="T14" fmla="*/ 393 w 393"/>
                <a:gd name="T15" fmla="*/ 323 h 538"/>
                <a:gd name="T16" fmla="*/ 356 w 393"/>
                <a:gd name="T17" fmla="*/ 286 h 538"/>
                <a:gd name="T18" fmla="*/ 306 w 393"/>
                <a:gd name="T19" fmla="*/ 286 h 538"/>
                <a:gd name="T20" fmla="*/ 307 w 393"/>
                <a:gd name="T21" fmla="*/ 280 h 538"/>
                <a:gd name="T22" fmla="*/ 307 w 393"/>
                <a:gd name="T23" fmla="*/ 80 h 538"/>
                <a:gd name="T24" fmla="*/ 227 w 393"/>
                <a:gd name="T25" fmla="*/ 0 h 538"/>
                <a:gd name="T26" fmla="*/ 117 w 393"/>
                <a:gd name="T27" fmla="*/ 0 h 538"/>
                <a:gd name="T28" fmla="*/ 117 w 393"/>
                <a:gd name="T29" fmla="*/ 3 h 538"/>
                <a:gd name="T30" fmla="*/ 73 w 393"/>
                <a:gd name="T31" fmla="*/ 45 h 538"/>
                <a:gd name="T32" fmla="*/ 71 w 393"/>
                <a:gd name="T33" fmla="*/ 45 h 538"/>
                <a:gd name="T34" fmla="*/ 13 w 393"/>
                <a:gd name="T35" fmla="*/ 38 h 538"/>
                <a:gd name="T36" fmla="*/ 0 w 393"/>
                <a:gd name="T37" fmla="*/ 80 h 538"/>
                <a:gd name="T38" fmla="*/ 0 w 393"/>
                <a:gd name="T39" fmla="*/ 280 h 538"/>
                <a:gd name="T40" fmla="*/ 80 w 393"/>
                <a:gd name="T41" fmla="*/ 360 h 538"/>
                <a:gd name="T42" fmla="*/ 152 w 393"/>
                <a:gd name="T43" fmla="*/ 360 h 538"/>
                <a:gd name="T44" fmla="*/ 152 w 393"/>
                <a:gd name="T45" fmla="*/ 491 h 538"/>
                <a:gd name="T46" fmla="*/ 152 w 393"/>
                <a:gd name="T47" fmla="*/ 492 h 538"/>
                <a:gd name="T48" fmla="*/ 63 w 393"/>
                <a:gd name="T49" fmla="*/ 492 h 538"/>
                <a:gd name="T50" fmla="*/ 40 w 393"/>
                <a:gd name="T51" fmla="*/ 515 h 538"/>
                <a:gd name="T52" fmla="*/ 40 w 393"/>
                <a:gd name="T53" fmla="*/ 515 h 538"/>
                <a:gd name="T54" fmla="*/ 63 w 393"/>
                <a:gd name="T55" fmla="*/ 538 h 538"/>
                <a:gd name="T56" fmla="*/ 316 w 393"/>
                <a:gd name="T57" fmla="*/ 538 h 538"/>
                <a:gd name="T58" fmla="*/ 339 w 393"/>
                <a:gd name="T59" fmla="*/ 515 h 538"/>
                <a:gd name="T60" fmla="*/ 339 w 393"/>
                <a:gd name="T61" fmla="*/ 515 h 538"/>
                <a:gd name="T62" fmla="*/ 316 w 393"/>
                <a:gd name="T63" fmla="*/ 492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93" h="538">
                  <a:moveTo>
                    <a:pt x="316" y="492"/>
                  </a:moveTo>
                  <a:cubicBezTo>
                    <a:pt x="226" y="492"/>
                    <a:pt x="226" y="492"/>
                    <a:pt x="226" y="492"/>
                  </a:cubicBezTo>
                  <a:cubicBezTo>
                    <a:pt x="226" y="492"/>
                    <a:pt x="226" y="491"/>
                    <a:pt x="226" y="491"/>
                  </a:cubicBezTo>
                  <a:cubicBezTo>
                    <a:pt x="226" y="360"/>
                    <a:pt x="226" y="360"/>
                    <a:pt x="226" y="360"/>
                  </a:cubicBezTo>
                  <a:cubicBezTo>
                    <a:pt x="227" y="360"/>
                    <a:pt x="227" y="360"/>
                    <a:pt x="227" y="360"/>
                  </a:cubicBezTo>
                  <a:cubicBezTo>
                    <a:pt x="356" y="360"/>
                    <a:pt x="356" y="360"/>
                    <a:pt x="356" y="360"/>
                  </a:cubicBezTo>
                  <a:cubicBezTo>
                    <a:pt x="376" y="360"/>
                    <a:pt x="393" y="344"/>
                    <a:pt x="393" y="323"/>
                  </a:cubicBezTo>
                  <a:cubicBezTo>
                    <a:pt x="393" y="323"/>
                    <a:pt x="393" y="323"/>
                    <a:pt x="393" y="323"/>
                  </a:cubicBezTo>
                  <a:cubicBezTo>
                    <a:pt x="393" y="303"/>
                    <a:pt x="376" y="286"/>
                    <a:pt x="356" y="286"/>
                  </a:cubicBezTo>
                  <a:cubicBezTo>
                    <a:pt x="306" y="286"/>
                    <a:pt x="306" y="286"/>
                    <a:pt x="306" y="286"/>
                  </a:cubicBezTo>
                  <a:cubicBezTo>
                    <a:pt x="307" y="284"/>
                    <a:pt x="307" y="282"/>
                    <a:pt x="307" y="280"/>
                  </a:cubicBezTo>
                  <a:cubicBezTo>
                    <a:pt x="307" y="80"/>
                    <a:pt x="307" y="80"/>
                    <a:pt x="307" y="80"/>
                  </a:cubicBezTo>
                  <a:cubicBezTo>
                    <a:pt x="307" y="36"/>
                    <a:pt x="271" y="0"/>
                    <a:pt x="227" y="0"/>
                  </a:cubicBezTo>
                  <a:cubicBezTo>
                    <a:pt x="117" y="0"/>
                    <a:pt x="117" y="0"/>
                    <a:pt x="117" y="0"/>
                  </a:cubicBezTo>
                  <a:cubicBezTo>
                    <a:pt x="117" y="1"/>
                    <a:pt x="117" y="2"/>
                    <a:pt x="117" y="3"/>
                  </a:cubicBezTo>
                  <a:cubicBezTo>
                    <a:pt x="116" y="27"/>
                    <a:pt x="97" y="45"/>
                    <a:pt x="73" y="45"/>
                  </a:cubicBezTo>
                  <a:cubicBezTo>
                    <a:pt x="73" y="45"/>
                    <a:pt x="72" y="45"/>
                    <a:pt x="71" y="45"/>
                  </a:cubicBezTo>
                  <a:cubicBezTo>
                    <a:pt x="62" y="45"/>
                    <a:pt x="37" y="43"/>
                    <a:pt x="13" y="38"/>
                  </a:cubicBezTo>
                  <a:cubicBezTo>
                    <a:pt x="5" y="50"/>
                    <a:pt x="0" y="65"/>
                    <a:pt x="0" y="80"/>
                  </a:cubicBezTo>
                  <a:cubicBezTo>
                    <a:pt x="0" y="280"/>
                    <a:pt x="0" y="280"/>
                    <a:pt x="0" y="280"/>
                  </a:cubicBezTo>
                  <a:cubicBezTo>
                    <a:pt x="0" y="324"/>
                    <a:pt x="36" y="360"/>
                    <a:pt x="80" y="360"/>
                  </a:cubicBezTo>
                  <a:cubicBezTo>
                    <a:pt x="152" y="360"/>
                    <a:pt x="152" y="360"/>
                    <a:pt x="152" y="360"/>
                  </a:cubicBezTo>
                  <a:cubicBezTo>
                    <a:pt x="152" y="491"/>
                    <a:pt x="152" y="491"/>
                    <a:pt x="152" y="491"/>
                  </a:cubicBezTo>
                  <a:cubicBezTo>
                    <a:pt x="152" y="491"/>
                    <a:pt x="152" y="492"/>
                    <a:pt x="152" y="492"/>
                  </a:cubicBezTo>
                  <a:cubicBezTo>
                    <a:pt x="63" y="492"/>
                    <a:pt x="63" y="492"/>
                    <a:pt x="63" y="492"/>
                  </a:cubicBezTo>
                  <a:cubicBezTo>
                    <a:pt x="50" y="492"/>
                    <a:pt x="40" y="503"/>
                    <a:pt x="40" y="515"/>
                  </a:cubicBezTo>
                  <a:cubicBezTo>
                    <a:pt x="40" y="515"/>
                    <a:pt x="40" y="515"/>
                    <a:pt x="40" y="515"/>
                  </a:cubicBezTo>
                  <a:cubicBezTo>
                    <a:pt x="40" y="528"/>
                    <a:pt x="50" y="538"/>
                    <a:pt x="63" y="538"/>
                  </a:cubicBezTo>
                  <a:cubicBezTo>
                    <a:pt x="316" y="538"/>
                    <a:pt x="316" y="538"/>
                    <a:pt x="316" y="538"/>
                  </a:cubicBezTo>
                  <a:cubicBezTo>
                    <a:pt x="328" y="538"/>
                    <a:pt x="339" y="528"/>
                    <a:pt x="339" y="515"/>
                  </a:cubicBezTo>
                  <a:cubicBezTo>
                    <a:pt x="339" y="515"/>
                    <a:pt x="339" y="515"/>
                    <a:pt x="339" y="515"/>
                  </a:cubicBezTo>
                  <a:cubicBezTo>
                    <a:pt x="339" y="503"/>
                    <a:pt x="328" y="492"/>
                    <a:pt x="316" y="4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 name="Freeform 285"/>
            <p:cNvSpPr>
              <a:spLocks/>
            </p:cNvSpPr>
            <p:nvPr/>
          </p:nvSpPr>
          <p:spPr bwMode="auto">
            <a:xfrm>
              <a:off x="9159875" y="5043488"/>
              <a:ext cx="293687" cy="214313"/>
            </a:xfrm>
            <a:custGeom>
              <a:avLst/>
              <a:gdLst>
                <a:gd name="T0" fmla="*/ 148 w 180"/>
                <a:gd name="T1" fmla="*/ 128 h 132"/>
                <a:gd name="T2" fmla="*/ 170 w 180"/>
                <a:gd name="T3" fmla="*/ 132 h 132"/>
                <a:gd name="T4" fmla="*/ 180 w 180"/>
                <a:gd name="T5" fmla="*/ 90 h 132"/>
                <a:gd name="T6" fmla="*/ 90 w 180"/>
                <a:gd name="T7" fmla="*/ 0 h 132"/>
                <a:gd name="T8" fmla="*/ 0 w 180"/>
                <a:gd name="T9" fmla="*/ 90 h 132"/>
                <a:gd name="T10" fmla="*/ 8 w 180"/>
                <a:gd name="T11" fmla="*/ 128 h 132"/>
                <a:gd name="T12" fmla="*/ 145 w 180"/>
                <a:gd name="T13" fmla="*/ 128 h 132"/>
                <a:gd name="T14" fmla="*/ 148 w 180"/>
                <a:gd name="T15" fmla="*/ 128 h 1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0" h="132">
                  <a:moveTo>
                    <a:pt x="148" y="128"/>
                  </a:moveTo>
                  <a:cubicBezTo>
                    <a:pt x="154" y="128"/>
                    <a:pt x="162" y="129"/>
                    <a:pt x="170" y="132"/>
                  </a:cubicBezTo>
                  <a:cubicBezTo>
                    <a:pt x="176" y="119"/>
                    <a:pt x="180" y="105"/>
                    <a:pt x="180" y="90"/>
                  </a:cubicBezTo>
                  <a:cubicBezTo>
                    <a:pt x="180" y="40"/>
                    <a:pt x="140" y="0"/>
                    <a:pt x="90" y="0"/>
                  </a:cubicBezTo>
                  <a:cubicBezTo>
                    <a:pt x="40" y="0"/>
                    <a:pt x="0" y="40"/>
                    <a:pt x="0" y="90"/>
                  </a:cubicBezTo>
                  <a:cubicBezTo>
                    <a:pt x="0" y="103"/>
                    <a:pt x="3" y="116"/>
                    <a:pt x="8" y="128"/>
                  </a:cubicBezTo>
                  <a:cubicBezTo>
                    <a:pt x="145" y="128"/>
                    <a:pt x="145" y="128"/>
                    <a:pt x="145" y="128"/>
                  </a:cubicBezTo>
                  <a:cubicBezTo>
                    <a:pt x="146" y="128"/>
                    <a:pt x="147" y="128"/>
                    <a:pt x="148" y="1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 name="Freeform 286"/>
            <p:cNvSpPr>
              <a:spLocks/>
            </p:cNvSpPr>
            <p:nvPr/>
          </p:nvSpPr>
          <p:spPr bwMode="auto">
            <a:xfrm>
              <a:off x="8988425" y="5264150"/>
              <a:ext cx="684212" cy="1216025"/>
            </a:xfrm>
            <a:custGeom>
              <a:avLst/>
              <a:gdLst>
                <a:gd name="T0" fmla="*/ 284 w 421"/>
                <a:gd name="T1" fmla="*/ 306 h 747"/>
                <a:gd name="T2" fmla="*/ 284 w 421"/>
                <a:gd name="T3" fmla="*/ 230 h 747"/>
                <a:gd name="T4" fmla="*/ 284 w 421"/>
                <a:gd name="T5" fmla="*/ 135 h 747"/>
                <a:gd name="T6" fmla="*/ 293 w 421"/>
                <a:gd name="T7" fmla="*/ 139 h 747"/>
                <a:gd name="T8" fmla="*/ 293 w 421"/>
                <a:gd name="T9" fmla="*/ 214 h 747"/>
                <a:gd name="T10" fmla="*/ 300 w 421"/>
                <a:gd name="T11" fmla="*/ 218 h 747"/>
                <a:gd name="T12" fmla="*/ 387 w 421"/>
                <a:gd name="T13" fmla="*/ 234 h 747"/>
                <a:gd name="T14" fmla="*/ 388 w 421"/>
                <a:gd name="T15" fmla="*/ 234 h 747"/>
                <a:gd name="T16" fmla="*/ 420 w 421"/>
                <a:gd name="T17" fmla="*/ 204 h 747"/>
                <a:gd name="T18" fmla="*/ 390 w 421"/>
                <a:gd name="T19" fmla="*/ 170 h 747"/>
                <a:gd name="T20" fmla="*/ 343 w 421"/>
                <a:gd name="T21" fmla="*/ 164 h 747"/>
                <a:gd name="T22" fmla="*/ 331 w 421"/>
                <a:gd name="T23" fmla="*/ 100 h 747"/>
                <a:gd name="T24" fmla="*/ 331 w 421"/>
                <a:gd name="T25" fmla="*/ 100 h 747"/>
                <a:gd name="T26" fmla="*/ 252 w 421"/>
                <a:gd name="T27" fmla="*/ 1 h 747"/>
                <a:gd name="T28" fmla="*/ 99 w 421"/>
                <a:gd name="T29" fmla="*/ 1 h 747"/>
                <a:gd name="T30" fmla="*/ 63 w 421"/>
                <a:gd name="T31" fmla="*/ 13 h 747"/>
                <a:gd name="T32" fmla="*/ 60 w 421"/>
                <a:gd name="T33" fmla="*/ 15 h 747"/>
                <a:gd name="T34" fmla="*/ 1 w 421"/>
                <a:gd name="T35" fmla="*/ 193 h 747"/>
                <a:gd name="T36" fmla="*/ 17 w 421"/>
                <a:gd name="T37" fmla="*/ 232 h 747"/>
                <a:gd name="T38" fmla="*/ 58 w 421"/>
                <a:gd name="T39" fmla="*/ 252 h 747"/>
                <a:gd name="T40" fmla="*/ 59 w 421"/>
                <a:gd name="T41" fmla="*/ 252 h 747"/>
                <a:gd name="T42" fmla="*/ 59 w 421"/>
                <a:gd name="T43" fmla="*/ 129 h 747"/>
                <a:gd name="T44" fmla="*/ 68 w 421"/>
                <a:gd name="T45" fmla="*/ 129 h 747"/>
                <a:gd name="T46" fmla="*/ 68 w 421"/>
                <a:gd name="T47" fmla="*/ 230 h 747"/>
                <a:gd name="T48" fmla="*/ 68 w 421"/>
                <a:gd name="T49" fmla="*/ 306 h 747"/>
                <a:gd name="T50" fmla="*/ 68 w 421"/>
                <a:gd name="T51" fmla="*/ 332 h 747"/>
                <a:gd name="T52" fmla="*/ 68 w 421"/>
                <a:gd name="T53" fmla="*/ 698 h 747"/>
                <a:gd name="T54" fmla="*/ 117 w 421"/>
                <a:gd name="T55" fmla="*/ 747 h 747"/>
                <a:gd name="T56" fmla="*/ 167 w 421"/>
                <a:gd name="T57" fmla="*/ 698 h 747"/>
                <a:gd name="T58" fmla="*/ 167 w 421"/>
                <a:gd name="T59" fmla="*/ 346 h 747"/>
                <a:gd name="T60" fmla="*/ 167 w 421"/>
                <a:gd name="T61" fmla="*/ 337 h 747"/>
                <a:gd name="T62" fmla="*/ 185 w 421"/>
                <a:gd name="T63" fmla="*/ 337 h 747"/>
                <a:gd name="T64" fmla="*/ 185 w 421"/>
                <a:gd name="T65" fmla="*/ 346 h 747"/>
                <a:gd name="T66" fmla="*/ 185 w 421"/>
                <a:gd name="T67" fmla="*/ 698 h 747"/>
                <a:gd name="T68" fmla="*/ 235 w 421"/>
                <a:gd name="T69" fmla="*/ 747 h 747"/>
                <a:gd name="T70" fmla="*/ 284 w 421"/>
                <a:gd name="T71" fmla="*/ 698 h 747"/>
                <a:gd name="T72" fmla="*/ 284 w 421"/>
                <a:gd name="T73" fmla="*/ 332 h 747"/>
                <a:gd name="T74" fmla="*/ 284 w 421"/>
                <a:gd name="T75" fmla="*/ 306 h 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1" h="747">
                  <a:moveTo>
                    <a:pt x="284" y="306"/>
                  </a:moveTo>
                  <a:cubicBezTo>
                    <a:pt x="284" y="230"/>
                    <a:pt x="284" y="230"/>
                    <a:pt x="284" y="230"/>
                  </a:cubicBezTo>
                  <a:cubicBezTo>
                    <a:pt x="284" y="135"/>
                    <a:pt x="284" y="135"/>
                    <a:pt x="284" y="135"/>
                  </a:cubicBezTo>
                  <a:cubicBezTo>
                    <a:pt x="287" y="137"/>
                    <a:pt x="290" y="138"/>
                    <a:pt x="293" y="139"/>
                  </a:cubicBezTo>
                  <a:cubicBezTo>
                    <a:pt x="293" y="214"/>
                    <a:pt x="293" y="214"/>
                    <a:pt x="293" y="214"/>
                  </a:cubicBezTo>
                  <a:cubicBezTo>
                    <a:pt x="300" y="218"/>
                    <a:pt x="300" y="218"/>
                    <a:pt x="300" y="218"/>
                  </a:cubicBezTo>
                  <a:cubicBezTo>
                    <a:pt x="328" y="230"/>
                    <a:pt x="377" y="234"/>
                    <a:pt x="387" y="234"/>
                  </a:cubicBezTo>
                  <a:cubicBezTo>
                    <a:pt x="387" y="234"/>
                    <a:pt x="388" y="234"/>
                    <a:pt x="388" y="234"/>
                  </a:cubicBezTo>
                  <a:cubicBezTo>
                    <a:pt x="405" y="234"/>
                    <a:pt x="419" y="221"/>
                    <a:pt x="420" y="204"/>
                  </a:cubicBezTo>
                  <a:cubicBezTo>
                    <a:pt x="421" y="186"/>
                    <a:pt x="408" y="171"/>
                    <a:pt x="390" y="170"/>
                  </a:cubicBezTo>
                  <a:cubicBezTo>
                    <a:pt x="377" y="170"/>
                    <a:pt x="358" y="167"/>
                    <a:pt x="343" y="164"/>
                  </a:cubicBezTo>
                  <a:cubicBezTo>
                    <a:pt x="340" y="140"/>
                    <a:pt x="336" y="118"/>
                    <a:pt x="331" y="100"/>
                  </a:cubicBezTo>
                  <a:cubicBezTo>
                    <a:pt x="331" y="100"/>
                    <a:pt x="331" y="100"/>
                    <a:pt x="331" y="100"/>
                  </a:cubicBezTo>
                  <a:cubicBezTo>
                    <a:pt x="308" y="10"/>
                    <a:pt x="270" y="0"/>
                    <a:pt x="252" y="1"/>
                  </a:cubicBezTo>
                  <a:cubicBezTo>
                    <a:pt x="99" y="1"/>
                    <a:pt x="99" y="1"/>
                    <a:pt x="99" y="1"/>
                  </a:cubicBezTo>
                  <a:cubicBezTo>
                    <a:pt x="91" y="1"/>
                    <a:pt x="78" y="3"/>
                    <a:pt x="63" y="13"/>
                  </a:cubicBezTo>
                  <a:cubicBezTo>
                    <a:pt x="62" y="13"/>
                    <a:pt x="61" y="14"/>
                    <a:pt x="60" y="15"/>
                  </a:cubicBezTo>
                  <a:cubicBezTo>
                    <a:pt x="26" y="41"/>
                    <a:pt x="7" y="99"/>
                    <a:pt x="1" y="193"/>
                  </a:cubicBezTo>
                  <a:cubicBezTo>
                    <a:pt x="0" y="208"/>
                    <a:pt x="6" y="222"/>
                    <a:pt x="17" y="232"/>
                  </a:cubicBezTo>
                  <a:cubicBezTo>
                    <a:pt x="27" y="242"/>
                    <a:pt x="42" y="248"/>
                    <a:pt x="58" y="252"/>
                  </a:cubicBezTo>
                  <a:cubicBezTo>
                    <a:pt x="58" y="252"/>
                    <a:pt x="59" y="252"/>
                    <a:pt x="59" y="252"/>
                  </a:cubicBezTo>
                  <a:cubicBezTo>
                    <a:pt x="59" y="129"/>
                    <a:pt x="59" y="129"/>
                    <a:pt x="59" y="129"/>
                  </a:cubicBezTo>
                  <a:cubicBezTo>
                    <a:pt x="68" y="129"/>
                    <a:pt x="68" y="129"/>
                    <a:pt x="68" y="129"/>
                  </a:cubicBezTo>
                  <a:cubicBezTo>
                    <a:pt x="68" y="230"/>
                    <a:pt x="68" y="230"/>
                    <a:pt x="68" y="230"/>
                  </a:cubicBezTo>
                  <a:cubicBezTo>
                    <a:pt x="68" y="306"/>
                    <a:pt x="68" y="306"/>
                    <a:pt x="68" y="306"/>
                  </a:cubicBezTo>
                  <a:cubicBezTo>
                    <a:pt x="68" y="332"/>
                    <a:pt x="68" y="332"/>
                    <a:pt x="68" y="332"/>
                  </a:cubicBezTo>
                  <a:cubicBezTo>
                    <a:pt x="68" y="698"/>
                    <a:pt x="68" y="698"/>
                    <a:pt x="68" y="698"/>
                  </a:cubicBezTo>
                  <a:cubicBezTo>
                    <a:pt x="68" y="725"/>
                    <a:pt x="90" y="747"/>
                    <a:pt x="117" y="747"/>
                  </a:cubicBezTo>
                  <a:cubicBezTo>
                    <a:pt x="145" y="747"/>
                    <a:pt x="167" y="725"/>
                    <a:pt x="167" y="698"/>
                  </a:cubicBezTo>
                  <a:cubicBezTo>
                    <a:pt x="167" y="346"/>
                    <a:pt x="167" y="346"/>
                    <a:pt x="167" y="346"/>
                  </a:cubicBezTo>
                  <a:cubicBezTo>
                    <a:pt x="167" y="337"/>
                    <a:pt x="167" y="337"/>
                    <a:pt x="167" y="337"/>
                  </a:cubicBezTo>
                  <a:cubicBezTo>
                    <a:pt x="185" y="337"/>
                    <a:pt x="185" y="337"/>
                    <a:pt x="185" y="337"/>
                  </a:cubicBezTo>
                  <a:cubicBezTo>
                    <a:pt x="185" y="346"/>
                    <a:pt x="185" y="346"/>
                    <a:pt x="185" y="346"/>
                  </a:cubicBezTo>
                  <a:cubicBezTo>
                    <a:pt x="185" y="698"/>
                    <a:pt x="185" y="698"/>
                    <a:pt x="185" y="698"/>
                  </a:cubicBezTo>
                  <a:cubicBezTo>
                    <a:pt x="185" y="725"/>
                    <a:pt x="207" y="747"/>
                    <a:pt x="235" y="747"/>
                  </a:cubicBezTo>
                  <a:cubicBezTo>
                    <a:pt x="262" y="747"/>
                    <a:pt x="284" y="725"/>
                    <a:pt x="284" y="698"/>
                  </a:cubicBezTo>
                  <a:cubicBezTo>
                    <a:pt x="284" y="332"/>
                    <a:pt x="284" y="332"/>
                    <a:pt x="284" y="332"/>
                  </a:cubicBezTo>
                  <a:lnTo>
                    <a:pt x="284" y="3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97" name="组合 296"/>
          <p:cNvGrpSpPr/>
          <p:nvPr/>
        </p:nvGrpSpPr>
        <p:grpSpPr>
          <a:xfrm>
            <a:off x="10717213" y="4725988"/>
            <a:ext cx="1343025" cy="1763713"/>
            <a:chOff x="10717213" y="4725988"/>
            <a:chExt cx="1343025" cy="1763713"/>
          </a:xfrm>
          <a:solidFill>
            <a:schemeClr val="tx1">
              <a:lumMod val="65000"/>
              <a:lumOff val="35000"/>
            </a:schemeClr>
          </a:solidFill>
        </p:grpSpPr>
        <p:sp>
          <p:nvSpPr>
            <p:cNvPr id="298" name="Freeform 287"/>
            <p:cNvSpPr>
              <a:spLocks noEditPoints="1"/>
            </p:cNvSpPr>
            <p:nvPr/>
          </p:nvSpPr>
          <p:spPr bwMode="auto">
            <a:xfrm>
              <a:off x="11456988" y="4945063"/>
              <a:ext cx="292100" cy="293688"/>
            </a:xfrm>
            <a:custGeom>
              <a:avLst/>
              <a:gdLst>
                <a:gd name="T0" fmla="*/ 90 w 180"/>
                <a:gd name="T1" fmla="*/ 180 h 180"/>
                <a:gd name="T2" fmla="*/ 180 w 180"/>
                <a:gd name="T3" fmla="*/ 90 h 180"/>
                <a:gd name="T4" fmla="*/ 90 w 180"/>
                <a:gd name="T5" fmla="*/ 0 h 180"/>
                <a:gd name="T6" fmla="*/ 0 w 180"/>
                <a:gd name="T7" fmla="*/ 90 h 180"/>
                <a:gd name="T8" fmla="*/ 90 w 180"/>
                <a:gd name="T9" fmla="*/ 180 h 180"/>
                <a:gd name="T10" fmla="*/ 146 w 180"/>
                <a:gd name="T11" fmla="*/ 125 h 180"/>
                <a:gd name="T12" fmla="*/ 90 w 180"/>
                <a:gd name="T13" fmla="*/ 156 h 180"/>
                <a:gd name="T14" fmla="*/ 34 w 180"/>
                <a:gd name="T15" fmla="*/ 125 h 180"/>
                <a:gd name="T16" fmla="*/ 146 w 180"/>
                <a:gd name="T17" fmla="*/ 125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0" h="180">
                  <a:moveTo>
                    <a:pt x="90" y="180"/>
                  </a:moveTo>
                  <a:cubicBezTo>
                    <a:pt x="140" y="180"/>
                    <a:pt x="180" y="140"/>
                    <a:pt x="180" y="90"/>
                  </a:cubicBezTo>
                  <a:cubicBezTo>
                    <a:pt x="180" y="41"/>
                    <a:pt x="140" y="0"/>
                    <a:pt x="90" y="0"/>
                  </a:cubicBezTo>
                  <a:cubicBezTo>
                    <a:pt x="40" y="0"/>
                    <a:pt x="0" y="41"/>
                    <a:pt x="0" y="90"/>
                  </a:cubicBezTo>
                  <a:cubicBezTo>
                    <a:pt x="0" y="140"/>
                    <a:pt x="40" y="180"/>
                    <a:pt x="90" y="180"/>
                  </a:cubicBezTo>
                  <a:close/>
                  <a:moveTo>
                    <a:pt x="146" y="125"/>
                  </a:moveTo>
                  <a:cubicBezTo>
                    <a:pt x="134" y="144"/>
                    <a:pt x="114" y="156"/>
                    <a:pt x="90" y="156"/>
                  </a:cubicBezTo>
                  <a:cubicBezTo>
                    <a:pt x="66" y="156"/>
                    <a:pt x="45" y="144"/>
                    <a:pt x="34" y="125"/>
                  </a:cubicBezTo>
                  <a:lnTo>
                    <a:pt x="146" y="1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 name="Freeform 288"/>
            <p:cNvSpPr>
              <a:spLocks noEditPoints="1"/>
            </p:cNvSpPr>
            <p:nvPr/>
          </p:nvSpPr>
          <p:spPr bwMode="auto">
            <a:xfrm>
              <a:off x="10812463" y="5275263"/>
              <a:ext cx="674687" cy="1214438"/>
            </a:xfrm>
            <a:custGeom>
              <a:avLst/>
              <a:gdLst>
                <a:gd name="T0" fmla="*/ 342 w 415"/>
                <a:gd name="T1" fmla="*/ 25 h 746"/>
                <a:gd name="T2" fmla="*/ 287 w 415"/>
                <a:gd name="T3" fmla="*/ 0 h 746"/>
                <a:gd name="T4" fmla="*/ 285 w 415"/>
                <a:gd name="T5" fmla="*/ 0 h 746"/>
                <a:gd name="T6" fmla="*/ 130 w 415"/>
                <a:gd name="T7" fmla="*/ 0 h 746"/>
                <a:gd name="T8" fmla="*/ 128 w 415"/>
                <a:gd name="T9" fmla="*/ 0 h 746"/>
                <a:gd name="T10" fmla="*/ 72 w 415"/>
                <a:gd name="T11" fmla="*/ 25 h 746"/>
                <a:gd name="T12" fmla="*/ 10 w 415"/>
                <a:gd name="T13" fmla="*/ 353 h 746"/>
                <a:gd name="T14" fmla="*/ 42 w 415"/>
                <a:gd name="T15" fmla="*/ 383 h 746"/>
                <a:gd name="T16" fmla="*/ 43 w 415"/>
                <a:gd name="T17" fmla="*/ 383 h 746"/>
                <a:gd name="T18" fmla="*/ 74 w 415"/>
                <a:gd name="T19" fmla="*/ 349 h 746"/>
                <a:gd name="T20" fmla="*/ 99 w 415"/>
                <a:gd name="T21" fmla="*/ 96 h 746"/>
                <a:gd name="T22" fmla="*/ 99 w 415"/>
                <a:gd name="T23" fmla="*/ 229 h 746"/>
                <a:gd name="T24" fmla="*/ 99 w 415"/>
                <a:gd name="T25" fmla="*/ 305 h 746"/>
                <a:gd name="T26" fmla="*/ 99 w 415"/>
                <a:gd name="T27" fmla="*/ 697 h 746"/>
                <a:gd name="T28" fmla="*/ 149 w 415"/>
                <a:gd name="T29" fmla="*/ 746 h 746"/>
                <a:gd name="T30" fmla="*/ 198 w 415"/>
                <a:gd name="T31" fmla="*/ 697 h 746"/>
                <a:gd name="T32" fmla="*/ 198 w 415"/>
                <a:gd name="T33" fmla="*/ 335 h 746"/>
                <a:gd name="T34" fmla="*/ 217 w 415"/>
                <a:gd name="T35" fmla="*/ 335 h 746"/>
                <a:gd name="T36" fmla="*/ 217 w 415"/>
                <a:gd name="T37" fmla="*/ 697 h 746"/>
                <a:gd name="T38" fmla="*/ 266 w 415"/>
                <a:gd name="T39" fmla="*/ 746 h 746"/>
                <a:gd name="T40" fmla="*/ 316 w 415"/>
                <a:gd name="T41" fmla="*/ 697 h 746"/>
                <a:gd name="T42" fmla="*/ 316 w 415"/>
                <a:gd name="T43" fmla="*/ 305 h 746"/>
                <a:gd name="T44" fmla="*/ 316 w 415"/>
                <a:gd name="T45" fmla="*/ 229 h 746"/>
                <a:gd name="T46" fmla="*/ 316 w 415"/>
                <a:gd name="T47" fmla="*/ 96 h 746"/>
                <a:gd name="T48" fmla="*/ 341 w 415"/>
                <a:gd name="T49" fmla="*/ 349 h 746"/>
                <a:gd name="T50" fmla="*/ 371 w 415"/>
                <a:gd name="T51" fmla="*/ 383 h 746"/>
                <a:gd name="T52" fmla="*/ 373 w 415"/>
                <a:gd name="T53" fmla="*/ 383 h 746"/>
                <a:gd name="T54" fmla="*/ 405 w 415"/>
                <a:gd name="T55" fmla="*/ 353 h 746"/>
                <a:gd name="T56" fmla="*/ 342 w 415"/>
                <a:gd name="T57" fmla="*/ 25 h 746"/>
                <a:gd name="T58" fmla="*/ 289 w 415"/>
                <a:gd name="T59" fmla="*/ 113 h 746"/>
                <a:gd name="T60" fmla="*/ 224 w 415"/>
                <a:gd name="T61" fmla="*/ 113 h 746"/>
                <a:gd name="T62" fmla="*/ 224 w 415"/>
                <a:gd name="T63" fmla="*/ 97 h 746"/>
                <a:gd name="T64" fmla="*/ 289 w 415"/>
                <a:gd name="T65" fmla="*/ 97 h 746"/>
                <a:gd name="T66" fmla="*/ 289 w 415"/>
                <a:gd name="T67" fmla="*/ 113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15" h="746">
                  <a:moveTo>
                    <a:pt x="342" y="25"/>
                  </a:moveTo>
                  <a:cubicBezTo>
                    <a:pt x="320" y="4"/>
                    <a:pt x="298" y="0"/>
                    <a:pt x="287" y="0"/>
                  </a:cubicBezTo>
                  <a:cubicBezTo>
                    <a:pt x="286" y="0"/>
                    <a:pt x="285" y="0"/>
                    <a:pt x="285" y="0"/>
                  </a:cubicBezTo>
                  <a:cubicBezTo>
                    <a:pt x="130" y="0"/>
                    <a:pt x="130" y="0"/>
                    <a:pt x="130" y="0"/>
                  </a:cubicBezTo>
                  <a:cubicBezTo>
                    <a:pt x="129" y="0"/>
                    <a:pt x="129" y="0"/>
                    <a:pt x="128" y="0"/>
                  </a:cubicBezTo>
                  <a:cubicBezTo>
                    <a:pt x="117" y="0"/>
                    <a:pt x="95" y="4"/>
                    <a:pt x="72" y="25"/>
                  </a:cubicBezTo>
                  <a:cubicBezTo>
                    <a:pt x="21" y="74"/>
                    <a:pt x="0" y="184"/>
                    <a:pt x="10" y="353"/>
                  </a:cubicBezTo>
                  <a:cubicBezTo>
                    <a:pt x="11" y="370"/>
                    <a:pt x="25" y="383"/>
                    <a:pt x="42" y="383"/>
                  </a:cubicBezTo>
                  <a:cubicBezTo>
                    <a:pt x="42" y="383"/>
                    <a:pt x="43" y="383"/>
                    <a:pt x="43" y="383"/>
                  </a:cubicBezTo>
                  <a:cubicBezTo>
                    <a:pt x="61" y="382"/>
                    <a:pt x="75" y="367"/>
                    <a:pt x="74" y="349"/>
                  </a:cubicBezTo>
                  <a:cubicBezTo>
                    <a:pt x="65" y="209"/>
                    <a:pt x="81" y="134"/>
                    <a:pt x="99" y="96"/>
                  </a:cubicBezTo>
                  <a:cubicBezTo>
                    <a:pt x="99" y="229"/>
                    <a:pt x="99" y="229"/>
                    <a:pt x="99" y="229"/>
                  </a:cubicBezTo>
                  <a:cubicBezTo>
                    <a:pt x="99" y="305"/>
                    <a:pt x="99" y="305"/>
                    <a:pt x="99" y="305"/>
                  </a:cubicBezTo>
                  <a:cubicBezTo>
                    <a:pt x="99" y="697"/>
                    <a:pt x="99" y="697"/>
                    <a:pt x="99" y="697"/>
                  </a:cubicBezTo>
                  <a:cubicBezTo>
                    <a:pt x="99" y="724"/>
                    <a:pt x="121" y="746"/>
                    <a:pt x="149" y="746"/>
                  </a:cubicBezTo>
                  <a:cubicBezTo>
                    <a:pt x="176" y="746"/>
                    <a:pt x="198" y="724"/>
                    <a:pt x="198" y="697"/>
                  </a:cubicBezTo>
                  <a:cubicBezTo>
                    <a:pt x="198" y="335"/>
                    <a:pt x="198" y="335"/>
                    <a:pt x="198" y="335"/>
                  </a:cubicBezTo>
                  <a:cubicBezTo>
                    <a:pt x="217" y="335"/>
                    <a:pt x="217" y="335"/>
                    <a:pt x="217" y="335"/>
                  </a:cubicBezTo>
                  <a:cubicBezTo>
                    <a:pt x="217" y="697"/>
                    <a:pt x="217" y="697"/>
                    <a:pt x="217" y="697"/>
                  </a:cubicBezTo>
                  <a:cubicBezTo>
                    <a:pt x="217" y="724"/>
                    <a:pt x="239" y="746"/>
                    <a:pt x="266" y="746"/>
                  </a:cubicBezTo>
                  <a:cubicBezTo>
                    <a:pt x="293" y="746"/>
                    <a:pt x="316" y="724"/>
                    <a:pt x="316" y="697"/>
                  </a:cubicBezTo>
                  <a:cubicBezTo>
                    <a:pt x="316" y="305"/>
                    <a:pt x="316" y="305"/>
                    <a:pt x="316" y="305"/>
                  </a:cubicBezTo>
                  <a:cubicBezTo>
                    <a:pt x="316" y="229"/>
                    <a:pt x="316" y="229"/>
                    <a:pt x="316" y="229"/>
                  </a:cubicBezTo>
                  <a:cubicBezTo>
                    <a:pt x="316" y="96"/>
                    <a:pt x="316" y="96"/>
                    <a:pt x="316" y="96"/>
                  </a:cubicBezTo>
                  <a:cubicBezTo>
                    <a:pt x="333" y="134"/>
                    <a:pt x="349" y="209"/>
                    <a:pt x="341" y="349"/>
                  </a:cubicBezTo>
                  <a:cubicBezTo>
                    <a:pt x="340" y="367"/>
                    <a:pt x="354" y="382"/>
                    <a:pt x="371" y="383"/>
                  </a:cubicBezTo>
                  <a:cubicBezTo>
                    <a:pt x="372" y="383"/>
                    <a:pt x="372" y="383"/>
                    <a:pt x="373" y="383"/>
                  </a:cubicBezTo>
                  <a:cubicBezTo>
                    <a:pt x="390" y="383"/>
                    <a:pt x="404" y="370"/>
                    <a:pt x="405" y="353"/>
                  </a:cubicBezTo>
                  <a:cubicBezTo>
                    <a:pt x="415" y="184"/>
                    <a:pt x="394" y="74"/>
                    <a:pt x="342" y="25"/>
                  </a:cubicBezTo>
                  <a:close/>
                  <a:moveTo>
                    <a:pt x="289" y="113"/>
                  </a:moveTo>
                  <a:cubicBezTo>
                    <a:pt x="224" y="113"/>
                    <a:pt x="224" y="113"/>
                    <a:pt x="224" y="113"/>
                  </a:cubicBezTo>
                  <a:cubicBezTo>
                    <a:pt x="224" y="97"/>
                    <a:pt x="224" y="97"/>
                    <a:pt x="224" y="97"/>
                  </a:cubicBezTo>
                  <a:cubicBezTo>
                    <a:pt x="289" y="97"/>
                    <a:pt x="289" y="97"/>
                    <a:pt x="289" y="97"/>
                  </a:cubicBezTo>
                  <a:lnTo>
                    <a:pt x="289" y="1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 name="Freeform 289"/>
            <p:cNvSpPr>
              <a:spLocks noEditPoints="1"/>
            </p:cNvSpPr>
            <p:nvPr/>
          </p:nvSpPr>
          <p:spPr bwMode="auto">
            <a:xfrm>
              <a:off x="11002963" y="4945063"/>
              <a:ext cx="292100" cy="293688"/>
            </a:xfrm>
            <a:custGeom>
              <a:avLst/>
              <a:gdLst>
                <a:gd name="T0" fmla="*/ 90 w 180"/>
                <a:gd name="T1" fmla="*/ 180 h 180"/>
                <a:gd name="T2" fmla="*/ 180 w 180"/>
                <a:gd name="T3" fmla="*/ 90 h 180"/>
                <a:gd name="T4" fmla="*/ 90 w 180"/>
                <a:gd name="T5" fmla="*/ 0 h 180"/>
                <a:gd name="T6" fmla="*/ 0 w 180"/>
                <a:gd name="T7" fmla="*/ 90 h 180"/>
                <a:gd name="T8" fmla="*/ 90 w 180"/>
                <a:gd name="T9" fmla="*/ 180 h 180"/>
                <a:gd name="T10" fmla="*/ 146 w 180"/>
                <a:gd name="T11" fmla="*/ 125 h 180"/>
                <a:gd name="T12" fmla="*/ 90 w 180"/>
                <a:gd name="T13" fmla="*/ 156 h 180"/>
                <a:gd name="T14" fmla="*/ 34 w 180"/>
                <a:gd name="T15" fmla="*/ 125 h 180"/>
                <a:gd name="T16" fmla="*/ 146 w 180"/>
                <a:gd name="T17" fmla="*/ 125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0" h="180">
                  <a:moveTo>
                    <a:pt x="90" y="180"/>
                  </a:moveTo>
                  <a:cubicBezTo>
                    <a:pt x="140" y="180"/>
                    <a:pt x="180" y="140"/>
                    <a:pt x="180" y="90"/>
                  </a:cubicBezTo>
                  <a:cubicBezTo>
                    <a:pt x="180" y="41"/>
                    <a:pt x="140" y="0"/>
                    <a:pt x="90" y="0"/>
                  </a:cubicBezTo>
                  <a:cubicBezTo>
                    <a:pt x="41" y="0"/>
                    <a:pt x="0" y="41"/>
                    <a:pt x="0" y="90"/>
                  </a:cubicBezTo>
                  <a:cubicBezTo>
                    <a:pt x="0" y="140"/>
                    <a:pt x="41" y="180"/>
                    <a:pt x="90" y="180"/>
                  </a:cubicBezTo>
                  <a:close/>
                  <a:moveTo>
                    <a:pt x="146" y="125"/>
                  </a:moveTo>
                  <a:cubicBezTo>
                    <a:pt x="135" y="144"/>
                    <a:pt x="114" y="156"/>
                    <a:pt x="90" y="156"/>
                  </a:cubicBezTo>
                  <a:cubicBezTo>
                    <a:pt x="67" y="156"/>
                    <a:pt x="46" y="144"/>
                    <a:pt x="34" y="125"/>
                  </a:cubicBezTo>
                  <a:lnTo>
                    <a:pt x="146" y="1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 name="Freeform 290"/>
            <p:cNvSpPr>
              <a:spLocks noEditPoints="1"/>
            </p:cNvSpPr>
            <p:nvPr/>
          </p:nvSpPr>
          <p:spPr bwMode="auto">
            <a:xfrm>
              <a:off x="11345863" y="5275263"/>
              <a:ext cx="714375" cy="1214438"/>
            </a:xfrm>
            <a:custGeom>
              <a:avLst/>
              <a:gdLst>
                <a:gd name="T0" fmla="*/ 411 w 439"/>
                <a:gd name="T1" fmla="*/ 190 h 746"/>
                <a:gd name="T2" fmla="*/ 393 w 439"/>
                <a:gd name="T3" fmla="*/ 193 h 746"/>
                <a:gd name="T4" fmla="*/ 397 w 439"/>
                <a:gd name="T5" fmla="*/ 172 h 746"/>
                <a:gd name="T6" fmla="*/ 388 w 439"/>
                <a:gd name="T7" fmla="*/ 163 h 746"/>
                <a:gd name="T8" fmla="*/ 379 w 439"/>
                <a:gd name="T9" fmla="*/ 172 h 746"/>
                <a:gd name="T10" fmla="*/ 375 w 439"/>
                <a:gd name="T11" fmla="*/ 193 h 746"/>
                <a:gd name="T12" fmla="*/ 375 w 439"/>
                <a:gd name="T13" fmla="*/ 193 h 746"/>
                <a:gd name="T14" fmla="*/ 350 w 439"/>
                <a:gd name="T15" fmla="*/ 190 h 746"/>
                <a:gd name="T16" fmla="*/ 283 w 439"/>
                <a:gd name="T17" fmla="*/ 20 h 746"/>
                <a:gd name="T18" fmla="*/ 247 w 439"/>
                <a:gd name="T19" fmla="*/ 3 h 746"/>
                <a:gd name="T20" fmla="*/ 235 w 439"/>
                <a:gd name="T21" fmla="*/ 0 h 746"/>
                <a:gd name="T22" fmla="*/ 81 w 439"/>
                <a:gd name="T23" fmla="*/ 0 h 746"/>
                <a:gd name="T24" fmla="*/ 81 w 439"/>
                <a:gd name="T25" fmla="*/ 0 h 746"/>
                <a:gd name="T26" fmla="*/ 0 w 439"/>
                <a:gd name="T27" fmla="*/ 0 h 746"/>
                <a:gd name="T28" fmla="*/ 22 w 439"/>
                <a:gd name="T29" fmla="*/ 16 h 746"/>
                <a:gd name="T30" fmla="*/ 89 w 439"/>
                <a:gd name="T31" fmla="*/ 354 h 746"/>
                <a:gd name="T32" fmla="*/ 50 w 439"/>
                <a:gd name="T33" fmla="*/ 395 h 746"/>
                <a:gd name="T34" fmla="*/ 50 w 439"/>
                <a:gd name="T35" fmla="*/ 697 h 746"/>
                <a:gd name="T36" fmla="*/ 99 w 439"/>
                <a:gd name="T37" fmla="*/ 746 h 746"/>
                <a:gd name="T38" fmla="*/ 149 w 439"/>
                <a:gd name="T39" fmla="*/ 697 h 746"/>
                <a:gd name="T40" fmla="*/ 149 w 439"/>
                <a:gd name="T41" fmla="*/ 335 h 746"/>
                <a:gd name="T42" fmla="*/ 167 w 439"/>
                <a:gd name="T43" fmla="*/ 335 h 746"/>
                <a:gd name="T44" fmla="*/ 167 w 439"/>
                <a:gd name="T45" fmla="*/ 697 h 746"/>
                <a:gd name="T46" fmla="*/ 217 w 439"/>
                <a:gd name="T47" fmla="*/ 746 h 746"/>
                <a:gd name="T48" fmla="*/ 266 w 439"/>
                <a:gd name="T49" fmla="*/ 697 h 746"/>
                <a:gd name="T50" fmla="*/ 266 w 439"/>
                <a:gd name="T51" fmla="*/ 305 h 746"/>
                <a:gd name="T52" fmla="*/ 266 w 439"/>
                <a:gd name="T53" fmla="*/ 229 h 746"/>
                <a:gd name="T54" fmla="*/ 266 w 439"/>
                <a:gd name="T55" fmla="*/ 105 h 746"/>
                <a:gd name="T56" fmla="*/ 287 w 439"/>
                <a:gd name="T57" fmla="*/ 201 h 746"/>
                <a:gd name="T58" fmla="*/ 309 w 439"/>
                <a:gd name="T59" fmla="*/ 240 h 746"/>
                <a:gd name="T60" fmla="*/ 377 w 439"/>
                <a:gd name="T61" fmla="*/ 257 h 746"/>
                <a:gd name="T62" fmla="*/ 422 w 439"/>
                <a:gd name="T63" fmla="*/ 253 h 746"/>
                <a:gd name="T64" fmla="*/ 411 w 439"/>
                <a:gd name="T65" fmla="*/ 190 h 746"/>
                <a:gd name="T66" fmla="*/ 173 w 439"/>
                <a:gd name="T67" fmla="*/ 33 h 746"/>
                <a:gd name="T68" fmla="*/ 181 w 439"/>
                <a:gd name="T69" fmla="*/ 63 h 746"/>
                <a:gd name="T70" fmla="*/ 180 w 439"/>
                <a:gd name="T71" fmla="*/ 65 h 746"/>
                <a:gd name="T72" fmla="*/ 158 w 439"/>
                <a:gd name="T73" fmla="*/ 72 h 746"/>
                <a:gd name="T74" fmla="*/ 136 w 439"/>
                <a:gd name="T75" fmla="*/ 65 h 746"/>
                <a:gd name="T76" fmla="*/ 135 w 439"/>
                <a:gd name="T77" fmla="*/ 63 h 746"/>
                <a:gd name="T78" fmla="*/ 143 w 439"/>
                <a:gd name="T79" fmla="*/ 33 h 746"/>
                <a:gd name="T80" fmla="*/ 158 w 439"/>
                <a:gd name="T81" fmla="*/ 33 h 746"/>
                <a:gd name="T82" fmla="*/ 173 w 439"/>
                <a:gd name="T83" fmla="*/ 33 h 746"/>
                <a:gd name="T84" fmla="*/ 158 w 439"/>
                <a:gd name="T85" fmla="*/ 291 h 746"/>
                <a:gd name="T86" fmla="*/ 120 w 439"/>
                <a:gd name="T87" fmla="*/ 243 h 746"/>
                <a:gd name="T88" fmla="*/ 142 w 439"/>
                <a:gd name="T89" fmla="*/ 81 h 746"/>
                <a:gd name="T90" fmla="*/ 158 w 439"/>
                <a:gd name="T91" fmla="*/ 84 h 746"/>
                <a:gd name="T92" fmla="*/ 158 w 439"/>
                <a:gd name="T93" fmla="*/ 84 h 746"/>
                <a:gd name="T94" fmla="*/ 158 w 439"/>
                <a:gd name="T95" fmla="*/ 84 h 746"/>
                <a:gd name="T96" fmla="*/ 174 w 439"/>
                <a:gd name="T97" fmla="*/ 81 h 746"/>
                <a:gd name="T98" fmla="*/ 196 w 439"/>
                <a:gd name="T99" fmla="*/ 243 h 746"/>
                <a:gd name="T100" fmla="*/ 158 w 439"/>
                <a:gd name="T101" fmla="*/ 291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39" h="746">
                  <a:moveTo>
                    <a:pt x="411" y="190"/>
                  </a:moveTo>
                  <a:cubicBezTo>
                    <a:pt x="405" y="191"/>
                    <a:pt x="399" y="192"/>
                    <a:pt x="393" y="193"/>
                  </a:cubicBezTo>
                  <a:cubicBezTo>
                    <a:pt x="397" y="172"/>
                    <a:pt x="397" y="172"/>
                    <a:pt x="397" y="172"/>
                  </a:cubicBezTo>
                  <a:cubicBezTo>
                    <a:pt x="397" y="167"/>
                    <a:pt x="393" y="163"/>
                    <a:pt x="388" y="163"/>
                  </a:cubicBezTo>
                  <a:cubicBezTo>
                    <a:pt x="383" y="163"/>
                    <a:pt x="379" y="167"/>
                    <a:pt x="379" y="172"/>
                  </a:cubicBezTo>
                  <a:cubicBezTo>
                    <a:pt x="375" y="193"/>
                    <a:pt x="375" y="193"/>
                    <a:pt x="375" y="193"/>
                  </a:cubicBezTo>
                  <a:cubicBezTo>
                    <a:pt x="375" y="193"/>
                    <a:pt x="375" y="193"/>
                    <a:pt x="375" y="193"/>
                  </a:cubicBezTo>
                  <a:cubicBezTo>
                    <a:pt x="365" y="193"/>
                    <a:pt x="355" y="192"/>
                    <a:pt x="350" y="190"/>
                  </a:cubicBezTo>
                  <a:cubicBezTo>
                    <a:pt x="341" y="106"/>
                    <a:pt x="319" y="49"/>
                    <a:pt x="283" y="20"/>
                  </a:cubicBezTo>
                  <a:cubicBezTo>
                    <a:pt x="270" y="10"/>
                    <a:pt x="257" y="5"/>
                    <a:pt x="247" y="3"/>
                  </a:cubicBezTo>
                  <a:cubicBezTo>
                    <a:pt x="244" y="1"/>
                    <a:pt x="240" y="0"/>
                    <a:pt x="235" y="0"/>
                  </a:cubicBezTo>
                  <a:cubicBezTo>
                    <a:pt x="81" y="0"/>
                    <a:pt x="81" y="0"/>
                    <a:pt x="81" y="0"/>
                  </a:cubicBezTo>
                  <a:cubicBezTo>
                    <a:pt x="81" y="0"/>
                    <a:pt x="81" y="0"/>
                    <a:pt x="81" y="0"/>
                  </a:cubicBezTo>
                  <a:cubicBezTo>
                    <a:pt x="0" y="0"/>
                    <a:pt x="0" y="0"/>
                    <a:pt x="0" y="0"/>
                  </a:cubicBezTo>
                  <a:cubicBezTo>
                    <a:pt x="7" y="4"/>
                    <a:pt x="15" y="9"/>
                    <a:pt x="22" y="16"/>
                  </a:cubicBezTo>
                  <a:cubicBezTo>
                    <a:pt x="77" y="67"/>
                    <a:pt x="99" y="181"/>
                    <a:pt x="89" y="354"/>
                  </a:cubicBezTo>
                  <a:cubicBezTo>
                    <a:pt x="88" y="375"/>
                    <a:pt x="71" y="392"/>
                    <a:pt x="50" y="395"/>
                  </a:cubicBezTo>
                  <a:cubicBezTo>
                    <a:pt x="50" y="697"/>
                    <a:pt x="50" y="697"/>
                    <a:pt x="50" y="697"/>
                  </a:cubicBezTo>
                  <a:cubicBezTo>
                    <a:pt x="50" y="724"/>
                    <a:pt x="72" y="746"/>
                    <a:pt x="99" y="746"/>
                  </a:cubicBezTo>
                  <a:cubicBezTo>
                    <a:pt x="127" y="746"/>
                    <a:pt x="149" y="724"/>
                    <a:pt x="149" y="697"/>
                  </a:cubicBezTo>
                  <a:cubicBezTo>
                    <a:pt x="149" y="335"/>
                    <a:pt x="149" y="335"/>
                    <a:pt x="149" y="335"/>
                  </a:cubicBezTo>
                  <a:cubicBezTo>
                    <a:pt x="167" y="335"/>
                    <a:pt x="167" y="335"/>
                    <a:pt x="167" y="335"/>
                  </a:cubicBezTo>
                  <a:cubicBezTo>
                    <a:pt x="167" y="697"/>
                    <a:pt x="167" y="697"/>
                    <a:pt x="167" y="697"/>
                  </a:cubicBezTo>
                  <a:cubicBezTo>
                    <a:pt x="167" y="724"/>
                    <a:pt x="189" y="746"/>
                    <a:pt x="217" y="746"/>
                  </a:cubicBezTo>
                  <a:cubicBezTo>
                    <a:pt x="244" y="746"/>
                    <a:pt x="266" y="724"/>
                    <a:pt x="266" y="697"/>
                  </a:cubicBezTo>
                  <a:cubicBezTo>
                    <a:pt x="266" y="305"/>
                    <a:pt x="266" y="305"/>
                    <a:pt x="266" y="305"/>
                  </a:cubicBezTo>
                  <a:cubicBezTo>
                    <a:pt x="266" y="229"/>
                    <a:pt x="266" y="229"/>
                    <a:pt x="266" y="229"/>
                  </a:cubicBezTo>
                  <a:cubicBezTo>
                    <a:pt x="266" y="105"/>
                    <a:pt x="266" y="105"/>
                    <a:pt x="266" y="105"/>
                  </a:cubicBezTo>
                  <a:cubicBezTo>
                    <a:pt x="275" y="126"/>
                    <a:pt x="283" y="157"/>
                    <a:pt x="287" y="201"/>
                  </a:cubicBezTo>
                  <a:cubicBezTo>
                    <a:pt x="288" y="217"/>
                    <a:pt x="296" y="230"/>
                    <a:pt x="309" y="240"/>
                  </a:cubicBezTo>
                  <a:cubicBezTo>
                    <a:pt x="327" y="254"/>
                    <a:pt x="354" y="257"/>
                    <a:pt x="377" y="257"/>
                  </a:cubicBezTo>
                  <a:cubicBezTo>
                    <a:pt x="397" y="257"/>
                    <a:pt x="414" y="255"/>
                    <a:pt x="422" y="253"/>
                  </a:cubicBezTo>
                  <a:cubicBezTo>
                    <a:pt x="439" y="250"/>
                    <a:pt x="428" y="187"/>
                    <a:pt x="411" y="190"/>
                  </a:cubicBezTo>
                  <a:close/>
                  <a:moveTo>
                    <a:pt x="173" y="33"/>
                  </a:moveTo>
                  <a:cubicBezTo>
                    <a:pt x="181" y="63"/>
                    <a:pt x="181" y="63"/>
                    <a:pt x="181" y="63"/>
                  </a:cubicBezTo>
                  <a:cubicBezTo>
                    <a:pt x="180" y="65"/>
                    <a:pt x="180" y="65"/>
                    <a:pt x="180" y="65"/>
                  </a:cubicBezTo>
                  <a:cubicBezTo>
                    <a:pt x="173" y="70"/>
                    <a:pt x="166" y="72"/>
                    <a:pt x="158" y="72"/>
                  </a:cubicBezTo>
                  <a:cubicBezTo>
                    <a:pt x="150" y="72"/>
                    <a:pt x="143" y="70"/>
                    <a:pt x="136" y="65"/>
                  </a:cubicBezTo>
                  <a:cubicBezTo>
                    <a:pt x="135" y="63"/>
                    <a:pt x="135" y="63"/>
                    <a:pt x="135" y="63"/>
                  </a:cubicBezTo>
                  <a:cubicBezTo>
                    <a:pt x="143" y="33"/>
                    <a:pt x="143" y="33"/>
                    <a:pt x="143" y="33"/>
                  </a:cubicBezTo>
                  <a:cubicBezTo>
                    <a:pt x="158" y="33"/>
                    <a:pt x="158" y="33"/>
                    <a:pt x="158" y="33"/>
                  </a:cubicBezTo>
                  <a:lnTo>
                    <a:pt x="173" y="33"/>
                  </a:lnTo>
                  <a:close/>
                  <a:moveTo>
                    <a:pt x="158" y="291"/>
                  </a:moveTo>
                  <a:cubicBezTo>
                    <a:pt x="120" y="243"/>
                    <a:pt x="120" y="243"/>
                    <a:pt x="120" y="243"/>
                  </a:cubicBezTo>
                  <a:cubicBezTo>
                    <a:pt x="142" y="81"/>
                    <a:pt x="142" y="81"/>
                    <a:pt x="142" y="81"/>
                  </a:cubicBezTo>
                  <a:cubicBezTo>
                    <a:pt x="147" y="83"/>
                    <a:pt x="153" y="84"/>
                    <a:pt x="158" y="84"/>
                  </a:cubicBezTo>
                  <a:cubicBezTo>
                    <a:pt x="158" y="84"/>
                    <a:pt x="158" y="84"/>
                    <a:pt x="158" y="84"/>
                  </a:cubicBezTo>
                  <a:cubicBezTo>
                    <a:pt x="158" y="84"/>
                    <a:pt x="158" y="84"/>
                    <a:pt x="158" y="84"/>
                  </a:cubicBezTo>
                  <a:cubicBezTo>
                    <a:pt x="163" y="84"/>
                    <a:pt x="169" y="83"/>
                    <a:pt x="174" y="81"/>
                  </a:cubicBezTo>
                  <a:cubicBezTo>
                    <a:pt x="196" y="243"/>
                    <a:pt x="196" y="243"/>
                    <a:pt x="196" y="243"/>
                  </a:cubicBezTo>
                  <a:lnTo>
                    <a:pt x="158" y="2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 name="Freeform 291"/>
            <p:cNvSpPr>
              <a:spLocks/>
            </p:cNvSpPr>
            <p:nvPr/>
          </p:nvSpPr>
          <p:spPr bwMode="auto">
            <a:xfrm>
              <a:off x="10898188" y="4725988"/>
              <a:ext cx="146050" cy="146050"/>
            </a:xfrm>
            <a:custGeom>
              <a:avLst/>
              <a:gdLst>
                <a:gd name="T0" fmla="*/ 44 w 90"/>
                <a:gd name="T1" fmla="*/ 90 h 90"/>
                <a:gd name="T2" fmla="*/ 46 w 90"/>
                <a:gd name="T3" fmla="*/ 90 h 90"/>
                <a:gd name="T4" fmla="*/ 90 w 90"/>
                <a:gd name="T5" fmla="*/ 45 h 90"/>
                <a:gd name="T6" fmla="*/ 90 w 90"/>
                <a:gd name="T7" fmla="*/ 44 h 90"/>
                <a:gd name="T8" fmla="*/ 46 w 90"/>
                <a:gd name="T9" fmla="*/ 0 h 90"/>
                <a:gd name="T10" fmla="*/ 44 w 90"/>
                <a:gd name="T11" fmla="*/ 0 h 90"/>
                <a:gd name="T12" fmla="*/ 0 w 90"/>
                <a:gd name="T13" fmla="*/ 44 h 90"/>
                <a:gd name="T14" fmla="*/ 0 w 90"/>
                <a:gd name="T15" fmla="*/ 45 h 90"/>
                <a:gd name="T16" fmla="*/ 44 w 90"/>
                <a:gd name="T17"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 h="90">
                  <a:moveTo>
                    <a:pt x="44" y="90"/>
                  </a:moveTo>
                  <a:cubicBezTo>
                    <a:pt x="46" y="90"/>
                    <a:pt x="46" y="90"/>
                    <a:pt x="46" y="90"/>
                  </a:cubicBezTo>
                  <a:cubicBezTo>
                    <a:pt x="48" y="58"/>
                    <a:pt x="58" y="48"/>
                    <a:pt x="90" y="45"/>
                  </a:cubicBezTo>
                  <a:cubicBezTo>
                    <a:pt x="90" y="44"/>
                    <a:pt x="90" y="44"/>
                    <a:pt x="90" y="44"/>
                  </a:cubicBezTo>
                  <a:cubicBezTo>
                    <a:pt x="58" y="41"/>
                    <a:pt x="48" y="32"/>
                    <a:pt x="46" y="0"/>
                  </a:cubicBezTo>
                  <a:cubicBezTo>
                    <a:pt x="44" y="0"/>
                    <a:pt x="44" y="0"/>
                    <a:pt x="44" y="0"/>
                  </a:cubicBezTo>
                  <a:cubicBezTo>
                    <a:pt x="42" y="32"/>
                    <a:pt x="32" y="41"/>
                    <a:pt x="0" y="44"/>
                  </a:cubicBezTo>
                  <a:cubicBezTo>
                    <a:pt x="0" y="45"/>
                    <a:pt x="0" y="45"/>
                    <a:pt x="0" y="45"/>
                  </a:cubicBezTo>
                  <a:cubicBezTo>
                    <a:pt x="32" y="48"/>
                    <a:pt x="42" y="58"/>
                    <a:pt x="44"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 name="Freeform 292"/>
            <p:cNvSpPr>
              <a:spLocks/>
            </p:cNvSpPr>
            <p:nvPr/>
          </p:nvSpPr>
          <p:spPr bwMode="auto">
            <a:xfrm>
              <a:off x="10818813" y="5049838"/>
              <a:ext cx="125412" cy="125413"/>
            </a:xfrm>
            <a:custGeom>
              <a:avLst/>
              <a:gdLst>
                <a:gd name="T0" fmla="*/ 39 w 77"/>
                <a:gd name="T1" fmla="*/ 0 h 77"/>
                <a:gd name="T2" fmla="*/ 38 w 77"/>
                <a:gd name="T3" fmla="*/ 0 h 77"/>
                <a:gd name="T4" fmla="*/ 0 w 77"/>
                <a:gd name="T5" fmla="*/ 38 h 77"/>
                <a:gd name="T6" fmla="*/ 0 w 77"/>
                <a:gd name="T7" fmla="*/ 39 h 77"/>
                <a:gd name="T8" fmla="*/ 38 w 77"/>
                <a:gd name="T9" fmla="*/ 77 h 77"/>
                <a:gd name="T10" fmla="*/ 39 w 77"/>
                <a:gd name="T11" fmla="*/ 77 h 77"/>
                <a:gd name="T12" fmla="*/ 77 w 77"/>
                <a:gd name="T13" fmla="*/ 39 h 77"/>
                <a:gd name="T14" fmla="*/ 77 w 77"/>
                <a:gd name="T15" fmla="*/ 38 h 77"/>
                <a:gd name="T16" fmla="*/ 39 w 77"/>
                <a:gd name="T1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77">
                  <a:moveTo>
                    <a:pt x="39" y="0"/>
                  </a:moveTo>
                  <a:cubicBezTo>
                    <a:pt x="38" y="0"/>
                    <a:pt x="38" y="0"/>
                    <a:pt x="38" y="0"/>
                  </a:cubicBezTo>
                  <a:cubicBezTo>
                    <a:pt x="36" y="27"/>
                    <a:pt x="28" y="36"/>
                    <a:pt x="0" y="38"/>
                  </a:cubicBezTo>
                  <a:cubicBezTo>
                    <a:pt x="0" y="39"/>
                    <a:pt x="0" y="39"/>
                    <a:pt x="0" y="39"/>
                  </a:cubicBezTo>
                  <a:cubicBezTo>
                    <a:pt x="28" y="41"/>
                    <a:pt x="36" y="50"/>
                    <a:pt x="38" y="77"/>
                  </a:cubicBezTo>
                  <a:cubicBezTo>
                    <a:pt x="39" y="77"/>
                    <a:pt x="39" y="77"/>
                    <a:pt x="39" y="77"/>
                  </a:cubicBezTo>
                  <a:cubicBezTo>
                    <a:pt x="42" y="50"/>
                    <a:pt x="50" y="41"/>
                    <a:pt x="77" y="39"/>
                  </a:cubicBezTo>
                  <a:cubicBezTo>
                    <a:pt x="77" y="38"/>
                    <a:pt x="77" y="38"/>
                    <a:pt x="77" y="38"/>
                  </a:cubicBezTo>
                  <a:cubicBezTo>
                    <a:pt x="50" y="36"/>
                    <a:pt x="42" y="27"/>
                    <a:pt x="3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 name="Freeform 293"/>
            <p:cNvSpPr>
              <a:spLocks/>
            </p:cNvSpPr>
            <p:nvPr/>
          </p:nvSpPr>
          <p:spPr bwMode="auto">
            <a:xfrm>
              <a:off x="10717213" y="4838700"/>
              <a:ext cx="168275" cy="168275"/>
            </a:xfrm>
            <a:custGeom>
              <a:avLst/>
              <a:gdLst>
                <a:gd name="T0" fmla="*/ 103 w 103"/>
                <a:gd name="T1" fmla="*/ 53 h 104"/>
                <a:gd name="T2" fmla="*/ 103 w 103"/>
                <a:gd name="T3" fmla="*/ 51 h 104"/>
                <a:gd name="T4" fmla="*/ 52 w 103"/>
                <a:gd name="T5" fmla="*/ 0 h 104"/>
                <a:gd name="T6" fmla="*/ 50 w 103"/>
                <a:gd name="T7" fmla="*/ 0 h 104"/>
                <a:gd name="T8" fmla="*/ 0 w 103"/>
                <a:gd name="T9" fmla="*/ 51 h 104"/>
                <a:gd name="T10" fmla="*/ 0 w 103"/>
                <a:gd name="T11" fmla="*/ 53 h 104"/>
                <a:gd name="T12" fmla="*/ 50 w 103"/>
                <a:gd name="T13" fmla="*/ 104 h 104"/>
                <a:gd name="T14" fmla="*/ 52 w 103"/>
                <a:gd name="T15" fmla="*/ 104 h 104"/>
                <a:gd name="T16" fmla="*/ 103 w 103"/>
                <a:gd name="T17" fmla="*/ 5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104">
                  <a:moveTo>
                    <a:pt x="103" y="53"/>
                  </a:moveTo>
                  <a:cubicBezTo>
                    <a:pt x="103" y="51"/>
                    <a:pt x="103" y="51"/>
                    <a:pt x="103" y="51"/>
                  </a:cubicBezTo>
                  <a:cubicBezTo>
                    <a:pt x="66" y="48"/>
                    <a:pt x="55" y="37"/>
                    <a:pt x="52" y="0"/>
                  </a:cubicBezTo>
                  <a:cubicBezTo>
                    <a:pt x="50" y="0"/>
                    <a:pt x="50" y="0"/>
                    <a:pt x="50" y="0"/>
                  </a:cubicBezTo>
                  <a:cubicBezTo>
                    <a:pt x="47" y="37"/>
                    <a:pt x="36" y="48"/>
                    <a:pt x="0" y="51"/>
                  </a:cubicBezTo>
                  <a:cubicBezTo>
                    <a:pt x="0" y="53"/>
                    <a:pt x="0" y="53"/>
                    <a:pt x="0" y="53"/>
                  </a:cubicBezTo>
                  <a:cubicBezTo>
                    <a:pt x="36" y="56"/>
                    <a:pt x="47" y="67"/>
                    <a:pt x="50" y="104"/>
                  </a:cubicBezTo>
                  <a:cubicBezTo>
                    <a:pt x="52" y="104"/>
                    <a:pt x="52" y="104"/>
                    <a:pt x="52" y="104"/>
                  </a:cubicBezTo>
                  <a:cubicBezTo>
                    <a:pt x="55" y="67"/>
                    <a:pt x="66" y="56"/>
                    <a:pt x="103"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05" name="组合 304"/>
          <p:cNvGrpSpPr/>
          <p:nvPr/>
        </p:nvGrpSpPr>
        <p:grpSpPr>
          <a:xfrm>
            <a:off x="8164513" y="4786313"/>
            <a:ext cx="584200" cy="1693863"/>
            <a:chOff x="8164513" y="4786313"/>
            <a:chExt cx="584200" cy="1693863"/>
          </a:xfrm>
          <a:solidFill>
            <a:schemeClr val="tx1">
              <a:lumMod val="65000"/>
              <a:lumOff val="35000"/>
            </a:schemeClr>
          </a:solidFill>
        </p:grpSpPr>
        <p:sp>
          <p:nvSpPr>
            <p:cNvPr id="306" name="Freeform 300"/>
            <p:cNvSpPr>
              <a:spLocks/>
            </p:cNvSpPr>
            <p:nvPr/>
          </p:nvSpPr>
          <p:spPr bwMode="auto">
            <a:xfrm>
              <a:off x="8467725" y="5583238"/>
              <a:ext cx="188912" cy="896938"/>
            </a:xfrm>
            <a:custGeom>
              <a:avLst/>
              <a:gdLst>
                <a:gd name="T0" fmla="*/ 0 w 116"/>
                <a:gd name="T1" fmla="*/ 133 h 551"/>
                <a:gd name="T2" fmla="*/ 4 w 116"/>
                <a:gd name="T3" fmla="*/ 140 h 551"/>
                <a:gd name="T4" fmla="*/ 4 w 116"/>
                <a:gd name="T5" fmla="*/ 140 h 551"/>
                <a:gd name="T6" fmla="*/ 17 w 116"/>
                <a:gd name="T7" fmla="*/ 140 h 551"/>
                <a:gd name="T8" fmla="*/ 17 w 116"/>
                <a:gd name="T9" fmla="*/ 501 h 551"/>
                <a:gd name="T10" fmla="*/ 67 w 116"/>
                <a:gd name="T11" fmla="*/ 551 h 551"/>
                <a:gd name="T12" fmla="*/ 116 w 116"/>
                <a:gd name="T13" fmla="*/ 501 h 551"/>
                <a:gd name="T14" fmla="*/ 116 w 116"/>
                <a:gd name="T15" fmla="*/ 109 h 551"/>
                <a:gd name="T16" fmla="*/ 116 w 116"/>
                <a:gd name="T17" fmla="*/ 34 h 551"/>
                <a:gd name="T18" fmla="*/ 116 w 116"/>
                <a:gd name="T19" fmla="*/ 0 h 551"/>
                <a:gd name="T20" fmla="*/ 0 w 116"/>
                <a:gd name="T21" fmla="*/ 133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6" h="551">
                  <a:moveTo>
                    <a:pt x="0" y="133"/>
                  </a:moveTo>
                  <a:cubicBezTo>
                    <a:pt x="1" y="135"/>
                    <a:pt x="3" y="138"/>
                    <a:pt x="4" y="140"/>
                  </a:cubicBezTo>
                  <a:cubicBezTo>
                    <a:pt x="4" y="140"/>
                    <a:pt x="4" y="140"/>
                    <a:pt x="4" y="140"/>
                  </a:cubicBezTo>
                  <a:cubicBezTo>
                    <a:pt x="17" y="140"/>
                    <a:pt x="17" y="140"/>
                    <a:pt x="17" y="140"/>
                  </a:cubicBezTo>
                  <a:cubicBezTo>
                    <a:pt x="17" y="501"/>
                    <a:pt x="17" y="501"/>
                    <a:pt x="17" y="501"/>
                  </a:cubicBezTo>
                  <a:cubicBezTo>
                    <a:pt x="17" y="529"/>
                    <a:pt x="40" y="551"/>
                    <a:pt x="67" y="551"/>
                  </a:cubicBezTo>
                  <a:cubicBezTo>
                    <a:pt x="94" y="551"/>
                    <a:pt x="116" y="529"/>
                    <a:pt x="116" y="501"/>
                  </a:cubicBezTo>
                  <a:cubicBezTo>
                    <a:pt x="116" y="109"/>
                    <a:pt x="116" y="109"/>
                    <a:pt x="116" y="109"/>
                  </a:cubicBezTo>
                  <a:cubicBezTo>
                    <a:pt x="116" y="34"/>
                    <a:pt x="116" y="34"/>
                    <a:pt x="116" y="34"/>
                  </a:cubicBezTo>
                  <a:cubicBezTo>
                    <a:pt x="116" y="0"/>
                    <a:pt x="116" y="0"/>
                    <a:pt x="116" y="0"/>
                  </a:cubicBezTo>
                  <a:cubicBezTo>
                    <a:pt x="90" y="40"/>
                    <a:pt x="51" y="84"/>
                    <a:pt x="0"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 name="Freeform 301"/>
            <p:cNvSpPr>
              <a:spLocks/>
            </p:cNvSpPr>
            <p:nvPr/>
          </p:nvSpPr>
          <p:spPr bwMode="auto">
            <a:xfrm>
              <a:off x="8304213" y="5775325"/>
              <a:ext cx="161925" cy="704850"/>
            </a:xfrm>
            <a:custGeom>
              <a:avLst/>
              <a:gdLst>
                <a:gd name="T0" fmla="*/ 87 w 99"/>
                <a:gd name="T1" fmla="*/ 78 h 433"/>
                <a:gd name="T2" fmla="*/ 68 w 99"/>
                <a:gd name="T3" fmla="*/ 83 h 433"/>
                <a:gd name="T4" fmla="*/ 68 w 99"/>
                <a:gd name="T5" fmla="*/ 83 h 433"/>
                <a:gd name="T6" fmla="*/ 31 w 99"/>
                <a:gd name="T7" fmla="*/ 61 h 433"/>
                <a:gd name="T8" fmla="*/ 0 w 99"/>
                <a:gd name="T9" fmla="*/ 0 h 433"/>
                <a:gd name="T10" fmla="*/ 0 w 99"/>
                <a:gd name="T11" fmla="*/ 383 h 433"/>
                <a:gd name="T12" fmla="*/ 49 w 99"/>
                <a:gd name="T13" fmla="*/ 433 h 433"/>
                <a:gd name="T14" fmla="*/ 99 w 99"/>
                <a:gd name="T15" fmla="*/ 383 h 433"/>
                <a:gd name="T16" fmla="*/ 99 w 99"/>
                <a:gd name="T17" fmla="*/ 68 h 433"/>
                <a:gd name="T18" fmla="*/ 87 w 99"/>
                <a:gd name="T19" fmla="*/ 78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9" h="433">
                  <a:moveTo>
                    <a:pt x="87" y="78"/>
                  </a:moveTo>
                  <a:cubicBezTo>
                    <a:pt x="81" y="81"/>
                    <a:pt x="74" y="83"/>
                    <a:pt x="68" y="83"/>
                  </a:cubicBezTo>
                  <a:cubicBezTo>
                    <a:pt x="68" y="83"/>
                    <a:pt x="68" y="83"/>
                    <a:pt x="68" y="83"/>
                  </a:cubicBezTo>
                  <a:cubicBezTo>
                    <a:pt x="52" y="83"/>
                    <a:pt x="38" y="75"/>
                    <a:pt x="31" y="61"/>
                  </a:cubicBezTo>
                  <a:cubicBezTo>
                    <a:pt x="20" y="40"/>
                    <a:pt x="9" y="19"/>
                    <a:pt x="0" y="0"/>
                  </a:cubicBezTo>
                  <a:cubicBezTo>
                    <a:pt x="0" y="383"/>
                    <a:pt x="0" y="383"/>
                    <a:pt x="0" y="383"/>
                  </a:cubicBezTo>
                  <a:cubicBezTo>
                    <a:pt x="0" y="411"/>
                    <a:pt x="22" y="433"/>
                    <a:pt x="49" y="433"/>
                  </a:cubicBezTo>
                  <a:cubicBezTo>
                    <a:pt x="77" y="433"/>
                    <a:pt x="99" y="411"/>
                    <a:pt x="99" y="383"/>
                  </a:cubicBezTo>
                  <a:cubicBezTo>
                    <a:pt x="99" y="68"/>
                    <a:pt x="99" y="68"/>
                    <a:pt x="99" y="68"/>
                  </a:cubicBezTo>
                  <a:cubicBezTo>
                    <a:pt x="96" y="72"/>
                    <a:pt x="92" y="76"/>
                    <a:pt x="87"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 name="Freeform 302"/>
            <p:cNvSpPr>
              <a:spLocks/>
            </p:cNvSpPr>
            <p:nvPr/>
          </p:nvSpPr>
          <p:spPr bwMode="auto">
            <a:xfrm>
              <a:off x="8216900" y="5265738"/>
              <a:ext cx="500062" cy="630238"/>
            </a:xfrm>
            <a:custGeom>
              <a:avLst/>
              <a:gdLst>
                <a:gd name="T0" fmla="*/ 93 w 308"/>
                <a:gd name="T1" fmla="*/ 370 h 387"/>
                <a:gd name="T2" fmla="*/ 122 w 308"/>
                <a:gd name="T3" fmla="*/ 387 h 387"/>
                <a:gd name="T4" fmla="*/ 137 w 308"/>
                <a:gd name="T5" fmla="*/ 383 h 387"/>
                <a:gd name="T6" fmla="*/ 150 w 308"/>
                <a:gd name="T7" fmla="*/ 340 h 387"/>
                <a:gd name="T8" fmla="*/ 147 w 308"/>
                <a:gd name="T9" fmla="*/ 335 h 387"/>
                <a:gd name="T10" fmla="*/ 145 w 308"/>
                <a:gd name="T11" fmla="*/ 337 h 387"/>
                <a:gd name="T12" fmla="*/ 117 w 308"/>
                <a:gd name="T13" fmla="*/ 348 h 387"/>
                <a:gd name="T14" fmla="*/ 87 w 308"/>
                <a:gd name="T15" fmla="*/ 335 h 387"/>
                <a:gd name="T16" fmla="*/ 75 w 308"/>
                <a:gd name="T17" fmla="*/ 305 h 387"/>
                <a:gd name="T18" fmla="*/ 88 w 308"/>
                <a:gd name="T19" fmla="*/ 277 h 387"/>
                <a:gd name="T20" fmla="*/ 109 w 308"/>
                <a:gd name="T21" fmla="*/ 257 h 387"/>
                <a:gd name="T22" fmla="*/ 69 w 308"/>
                <a:gd name="T23" fmla="*/ 133 h 387"/>
                <a:gd name="T24" fmla="*/ 78 w 308"/>
                <a:gd name="T25" fmla="*/ 132 h 387"/>
                <a:gd name="T26" fmla="*/ 116 w 308"/>
                <a:gd name="T27" fmla="*/ 250 h 387"/>
                <a:gd name="T28" fmla="*/ 213 w 308"/>
                <a:gd name="T29" fmla="*/ 132 h 387"/>
                <a:gd name="T30" fmla="*/ 222 w 308"/>
                <a:gd name="T31" fmla="*/ 135 h 387"/>
                <a:gd name="T32" fmla="*/ 95 w 308"/>
                <a:gd name="T33" fmla="*/ 283 h 387"/>
                <a:gd name="T34" fmla="*/ 93 w 308"/>
                <a:gd name="T35" fmla="*/ 329 h 387"/>
                <a:gd name="T36" fmla="*/ 117 w 308"/>
                <a:gd name="T37" fmla="*/ 339 h 387"/>
                <a:gd name="T38" fmla="*/ 138 w 308"/>
                <a:gd name="T39" fmla="*/ 330 h 387"/>
                <a:gd name="T40" fmla="*/ 284 w 308"/>
                <a:gd name="T41" fmla="*/ 155 h 387"/>
                <a:gd name="T42" fmla="*/ 302 w 308"/>
                <a:gd name="T43" fmla="*/ 60 h 387"/>
                <a:gd name="T44" fmla="*/ 255 w 308"/>
                <a:gd name="T45" fmla="*/ 4 h 387"/>
                <a:gd name="T46" fmla="*/ 239 w 308"/>
                <a:gd name="T47" fmla="*/ 0 h 387"/>
                <a:gd name="T48" fmla="*/ 227 w 308"/>
                <a:gd name="T49" fmla="*/ 0 h 387"/>
                <a:gd name="T50" fmla="*/ 138 w 308"/>
                <a:gd name="T51" fmla="*/ 56 h 387"/>
                <a:gd name="T52" fmla="*/ 53 w 308"/>
                <a:gd name="T53" fmla="*/ 9 h 387"/>
                <a:gd name="T54" fmla="*/ 18 w 308"/>
                <a:gd name="T55" fmla="*/ 43 h 387"/>
                <a:gd name="T56" fmla="*/ 5 w 308"/>
                <a:gd name="T57" fmla="*/ 141 h 387"/>
                <a:gd name="T58" fmla="*/ 93 w 308"/>
                <a:gd name="T59" fmla="*/ 370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08" h="387">
                  <a:moveTo>
                    <a:pt x="93" y="370"/>
                  </a:moveTo>
                  <a:cubicBezTo>
                    <a:pt x="99" y="381"/>
                    <a:pt x="110" y="387"/>
                    <a:pt x="122" y="387"/>
                  </a:cubicBezTo>
                  <a:cubicBezTo>
                    <a:pt x="127" y="387"/>
                    <a:pt x="132" y="386"/>
                    <a:pt x="137" y="383"/>
                  </a:cubicBezTo>
                  <a:cubicBezTo>
                    <a:pt x="152" y="375"/>
                    <a:pt x="158" y="355"/>
                    <a:pt x="150" y="340"/>
                  </a:cubicBezTo>
                  <a:cubicBezTo>
                    <a:pt x="149" y="338"/>
                    <a:pt x="148" y="336"/>
                    <a:pt x="147" y="335"/>
                  </a:cubicBezTo>
                  <a:cubicBezTo>
                    <a:pt x="146" y="335"/>
                    <a:pt x="146" y="336"/>
                    <a:pt x="145" y="337"/>
                  </a:cubicBezTo>
                  <a:cubicBezTo>
                    <a:pt x="137" y="344"/>
                    <a:pt x="127" y="348"/>
                    <a:pt x="117" y="348"/>
                  </a:cubicBezTo>
                  <a:cubicBezTo>
                    <a:pt x="105" y="348"/>
                    <a:pt x="94" y="343"/>
                    <a:pt x="87" y="335"/>
                  </a:cubicBezTo>
                  <a:cubicBezTo>
                    <a:pt x="79" y="327"/>
                    <a:pt x="75" y="316"/>
                    <a:pt x="75" y="305"/>
                  </a:cubicBezTo>
                  <a:cubicBezTo>
                    <a:pt x="76" y="294"/>
                    <a:pt x="80" y="284"/>
                    <a:pt x="88" y="277"/>
                  </a:cubicBezTo>
                  <a:cubicBezTo>
                    <a:pt x="96" y="270"/>
                    <a:pt x="102" y="263"/>
                    <a:pt x="109" y="257"/>
                  </a:cubicBezTo>
                  <a:cubicBezTo>
                    <a:pt x="84" y="201"/>
                    <a:pt x="73" y="161"/>
                    <a:pt x="69" y="133"/>
                  </a:cubicBezTo>
                  <a:cubicBezTo>
                    <a:pt x="78" y="132"/>
                    <a:pt x="78" y="132"/>
                    <a:pt x="78" y="132"/>
                  </a:cubicBezTo>
                  <a:cubicBezTo>
                    <a:pt x="82" y="158"/>
                    <a:pt x="92" y="196"/>
                    <a:pt x="116" y="250"/>
                  </a:cubicBezTo>
                  <a:cubicBezTo>
                    <a:pt x="169" y="198"/>
                    <a:pt x="198" y="159"/>
                    <a:pt x="213" y="132"/>
                  </a:cubicBezTo>
                  <a:cubicBezTo>
                    <a:pt x="222" y="135"/>
                    <a:pt x="222" y="135"/>
                    <a:pt x="222" y="135"/>
                  </a:cubicBezTo>
                  <a:cubicBezTo>
                    <a:pt x="203" y="168"/>
                    <a:pt x="166" y="216"/>
                    <a:pt x="95" y="283"/>
                  </a:cubicBezTo>
                  <a:cubicBezTo>
                    <a:pt x="82" y="296"/>
                    <a:pt x="81" y="316"/>
                    <a:pt x="93" y="329"/>
                  </a:cubicBezTo>
                  <a:cubicBezTo>
                    <a:pt x="100" y="335"/>
                    <a:pt x="108" y="339"/>
                    <a:pt x="117" y="339"/>
                  </a:cubicBezTo>
                  <a:cubicBezTo>
                    <a:pt x="124" y="339"/>
                    <a:pt x="132" y="336"/>
                    <a:pt x="138" y="330"/>
                  </a:cubicBezTo>
                  <a:cubicBezTo>
                    <a:pt x="211" y="262"/>
                    <a:pt x="259" y="204"/>
                    <a:pt x="284" y="155"/>
                  </a:cubicBezTo>
                  <a:cubicBezTo>
                    <a:pt x="303" y="118"/>
                    <a:pt x="308" y="87"/>
                    <a:pt x="302" y="60"/>
                  </a:cubicBezTo>
                  <a:cubicBezTo>
                    <a:pt x="294" y="29"/>
                    <a:pt x="272" y="12"/>
                    <a:pt x="255" y="4"/>
                  </a:cubicBezTo>
                  <a:cubicBezTo>
                    <a:pt x="251" y="2"/>
                    <a:pt x="245" y="0"/>
                    <a:pt x="239" y="0"/>
                  </a:cubicBezTo>
                  <a:cubicBezTo>
                    <a:pt x="227" y="0"/>
                    <a:pt x="227" y="0"/>
                    <a:pt x="227" y="0"/>
                  </a:cubicBezTo>
                  <a:cubicBezTo>
                    <a:pt x="211" y="33"/>
                    <a:pt x="177" y="56"/>
                    <a:pt x="138" y="56"/>
                  </a:cubicBezTo>
                  <a:cubicBezTo>
                    <a:pt x="102" y="56"/>
                    <a:pt x="71" y="38"/>
                    <a:pt x="53" y="9"/>
                  </a:cubicBezTo>
                  <a:cubicBezTo>
                    <a:pt x="41" y="16"/>
                    <a:pt x="28" y="26"/>
                    <a:pt x="18" y="43"/>
                  </a:cubicBezTo>
                  <a:cubicBezTo>
                    <a:pt x="4" y="68"/>
                    <a:pt x="0" y="100"/>
                    <a:pt x="5" y="141"/>
                  </a:cubicBezTo>
                  <a:cubicBezTo>
                    <a:pt x="13" y="200"/>
                    <a:pt x="43" y="276"/>
                    <a:pt x="93" y="3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 name="Oval 303"/>
            <p:cNvSpPr>
              <a:spLocks noChangeArrowheads="1"/>
            </p:cNvSpPr>
            <p:nvPr/>
          </p:nvSpPr>
          <p:spPr bwMode="auto">
            <a:xfrm>
              <a:off x="8294688" y="5049838"/>
              <a:ext cx="292100" cy="292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 name="Freeform 305"/>
            <p:cNvSpPr>
              <a:spLocks/>
            </p:cNvSpPr>
            <p:nvPr/>
          </p:nvSpPr>
          <p:spPr bwMode="auto">
            <a:xfrm>
              <a:off x="8340725" y="4786313"/>
              <a:ext cx="46037" cy="209550"/>
            </a:xfrm>
            <a:custGeom>
              <a:avLst/>
              <a:gdLst>
                <a:gd name="T0" fmla="*/ 25 w 29"/>
                <a:gd name="T1" fmla="*/ 13 h 129"/>
                <a:gd name="T2" fmla="*/ 21 w 29"/>
                <a:gd name="T3" fmla="*/ 4 h 129"/>
                <a:gd name="T4" fmla="*/ 2 w 29"/>
                <a:gd name="T5" fmla="*/ 43 h 129"/>
                <a:gd name="T6" fmla="*/ 15 w 29"/>
                <a:gd name="T7" fmla="*/ 87 h 129"/>
                <a:gd name="T8" fmla="*/ 5 w 29"/>
                <a:gd name="T9" fmla="*/ 118 h 129"/>
                <a:gd name="T10" fmla="*/ 10 w 29"/>
                <a:gd name="T11" fmla="*/ 125 h 129"/>
                <a:gd name="T12" fmla="*/ 21 w 29"/>
                <a:gd name="T13" fmla="*/ 78 h 129"/>
                <a:gd name="T14" fmla="*/ 12 w 29"/>
                <a:gd name="T15" fmla="*/ 32 h 129"/>
                <a:gd name="T16" fmla="*/ 25 w 29"/>
                <a:gd name="T17" fmla="*/ 13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129">
                  <a:moveTo>
                    <a:pt x="25" y="13"/>
                  </a:moveTo>
                  <a:cubicBezTo>
                    <a:pt x="29" y="9"/>
                    <a:pt x="25" y="0"/>
                    <a:pt x="21" y="4"/>
                  </a:cubicBezTo>
                  <a:cubicBezTo>
                    <a:pt x="11" y="13"/>
                    <a:pt x="4" y="27"/>
                    <a:pt x="2" y="43"/>
                  </a:cubicBezTo>
                  <a:cubicBezTo>
                    <a:pt x="0" y="60"/>
                    <a:pt x="13" y="71"/>
                    <a:pt x="15" y="87"/>
                  </a:cubicBezTo>
                  <a:cubicBezTo>
                    <a:pt x="16" y="98"/>
                    <a:pt x="11" y="110"/>
                    <a:pt x="5" y="118"/>
                  </a:cubicBezTo>
                  <a:cubicBezTo>
                    <a:pt x="1" y="122"/>
                    <a:pt x="6" y="129"/>
                    <a:pt x="10" y="125"/>
                  </a:cubicBezTo>
                  <a:cubicBezTo>
                    <a:pt x="20" y="113"/>
                    <a:pt x="24" y="95"/>
                    <a:pt x="21" y="78"/>
                  </a:cubicBezTo>
                  <a:cubicBezTo>
                    <a:pt x="18" y="60"/>
                    <a:pt x="5" y="52"/>
                    <a:pt x="12" y="32"/>
                  </a:cubicBezTo>
                  <a:cubicBezTo>
                    <a:pt x="15" y="25"/>
                    <a:pt x="20" y="17"/>
                    <a:pt x="25"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 name="Freeform 306"/>
            <p:cNvSpPr>
              <a:spLocks/>
            </p:cNvSpPr>
            <p:nvPr/>
          </p:nvSpPr>
          <p:spPr bwMode="auto">
            <a:xfrm>
              <a:off x="8412163" y="4786313"/>
              <a:ext cx="44450" cy="209550"/>
            </a:xfrm>
            <a:custGeom>
              <a:avLst/>
              <a:gdLst>
                <a:gd name="T0" fmla="*/ 24 w 28"/>
                <a:gd name="T1" fmla="*/ 13 h 129"/>
                <a:gd name="T2" fmla="*/ 21 w 28"/>
                <a:gd name="T3" fmla="*/ 4 h 129"/>
                <a:gd name="T4" fmla="*/ 2 w 28"/>
                <a:gd name="T5" fmla="*/ 43 h 129"/>
                <a:gd name="T6" fmla="*/ 14 w 28"/>
                <a:gd name="T7" fmla="*/ 87 h 129"/>
                <a:gd name="T8" fmla="*/ 4 w 28"/>
                <a:gd name="T9" fmla="*/ 118 h 129"/>
                <a:gd name="T10" fmla="*/ 10 w 28"/>
                <a:gd name="T11" fmla="*/ 125 h 129"/>
                <a:gd name="T12" fmla="*/ 21 w 28"/>
                <a:gd name="T13" fmla="*/ 78 h 129"/>
                <a:gd name="T14" fmla="*/ 12 w 28"/>
                <a:gd name="T15" fmla="*/ 32 h 129"/>
                <a:gd name="T16" fmla="*/ 24 w 28"/>
                <a:gd name="T17" fmla="*/ 13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29">
                  <a:moveTo>
                    <a:pt x="24" y="13"/>
                  </a:moveTo>
                  <a:cubicBezTo>
                    <a:pt x="28" y="9"/>
                    <a:pt x="25" y="0"/>
                    <a:pt x="21" y="4"/>
                  </a:cubicBezTo>
                  <a:cubicBezTo>
                    <a:pt x="11" y="13"/>
                    <a:pt x="3" y="27"/>
                    <a:pt x="2" y="43"/>
                  </a:cubicBezTo>
                  <a:cubicBezTo>
                    <a:pt x="0" y="60"/>
                    <a:pt x="13" y="71"/>
                    <a:pt x="14" y="87"/>
                  </a:cubicBezTo>
                  <a:cubicBezTo>
                    <a:pt x="15" y="98"/>
                    <a:pt x="10" y="110"/>
                    <a:pt x="4" y="118"/>
                  </a:cubicBezTo>
                  <a:cubicBezTo>
                    <a:pt x="1" y="122"/>
                    <a:pt x="6" y="129"/>
                    <a:pt x="10" y="125"/>
                  </a:cubicBezTo>
                  <a:cubicBezTo>
                    <a:pt x="19" y="113"/>
                    <a:pt x="24" y="95"/>
                    <a:pt x="21" y="78"/>
                  </a:cubicBezTo>
                  <a:cubicBezTo>
                    <a:pt x="17" y="60"/>
                    <a:pt x="5" y="52"/>
                    <a:pt x="12" y="32"/>
                  </a:cubicBezTo>
                  <a:cubicBezTo>
                    <a:pt x="14" y="25"/>
                    <a:pt x="19" y="17"/>
                    <a:pt x="24"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 name="Freeform 307"/>
            <p:cNvSpPr>
              <a:spLocks/>
            </p:cNvSpPr>
            <p:nvPr/>
          </p:nvSpPr>
          <p:spPr bwMode="auto">
            <a:xfrm>
              <a:off x="8483600" y="4786313"/>
              <a:ext cx="46037" cy="209550"/>
            </a:xfrm>
            <a:custGeom>
              <a:avLst/>
              <a:gdLst>
                <a:gd name="T0" fmla="*/ 24 w 28"/>
                <a:gd name="T1" fmla="*/ 13 h 129"/>
                <a:gd name="T2" fmla="*/ 20 w 28"/>
                <a:gd name="T3" fmla="*/ 4 h 129"/>
                <a:gd name="T4" fmla="*/ 2 w 28"/>
                <a:gd name="T5" fmla="*/ 43 h 129"/>
                <a:gd name="T6" fmla="*/ 14 w 28"/>
                <a:gd name="T7" fmla="*/ 87 h 129"/>
                <a:gd name="T8" fmla="*/ 4 w 28"/>
                <a:gd name="T9" fmla="*/ 118 h 129"/>
                <a:gd name="T10" fmla="*/ 9 w 28"/>
                <a:gd name="T11" fmla="*/ 125 h 129"/>
                <a:gd name="T12" fmla="*/ 20 w 28"/>
                <a:gd name="T13" fmla="*/ 78 h 129"/>
                <a:gd name="T14" fmla="*/ 11 w 28"/>
                <a:gd name="T15" fmla="*/ 32 h 129"/>
                <a:gd name="T16" fmla="*/ 24 w 28"/>
                <a:gd name="T17" fmla="*/ 13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29">
                  <a:moveTo>
                    <a:pt x="24" y="13"/>
                  </a:moveTo>
                  <a:cubicBezTo>
                    <a:pt x="28" y="9"/>
                    <a:pt x="24" y="0"/>
                    <a:pt x="20" y="4"/>
                  </a:cubicBezTo>
                  <a:cubicBezTo>
                    <a:pt x="11" y="13"/>
                    <a:pt x="3" y="27"/>
                    <a:pt x="2" y="43"/>
                  </a:cubicBezTo>
                  <a:cubicBezTo>
                    <a:pt x="0" y="60"/>
                    <a:pt x="13" y="71"/>
                    <a:pt x="14" y="87"/>
                  </a:cubicBezTo>
                  <a:cubicBezTo>
                    <a:pt x="15" y="98"/>
                    <a:pt x="10" y="110"/>
                    <a:pt x="4" y="118"/>
                  </a:cubicBezTo>
                  <a:cubicBezTo>
                    <a:pt x="1" y="122"/>
                    <a:pt x="6" y="129"/>
                    <a:pt x="9" y="125"/>
                  </a:cubicBezTo>
                  <a:cubicBezTo>
                    <a:pt x="19" y="113"/>
                    <a:pt x="23" y="95"/>
                    <a:pt x="20" y="78"/>
                  </a:cubicBezTo>
                  <a:cubicBezTo>
                    <a:pt x="17" y="60"/>
                    <a:pt x="5" y="52"/>
                    <a:pt x="11" y="32"/>
                  </a:cubicBezTo>
                  <a:cubicBezTo>
                    <a:pt x="14" y="25"/>
                    <a:pt x="19" y="17"/>
                    <a:pt x="24"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 name="Freeform 308"/>
            <p:cNvSpPr>
              <a:spLocks/>
            </p:cNvSpPr>
            <p:nvPr/>
          </p:nvSpPr>
          <p:spPr bwMode="auto">
            <a:xfrm>
              <a:off x="8196263" y="5249863"/>
              <a:ext cx="52387" cy="61913"/>
            </a:xfrm>
            <a:custGeom>
              <a:avLst/>
              <a:gdLst>
                <a:gd name="T0" fmla="*/ 10 w 32"/>
                <a:gd name="T1" fmla="*/ 33 h 38"/>
                <a:gd name="T2" fmla="*/ 13 w 32"/>
                <a:gd name="T3" fmla="*/ 17 h 38"/>
                <a:gd name="T4" fmla="*/ 28 w 32"/>
                <a:gd name="T5" fmla="*/ 8 h 38"/>
                <a:gd name="T6" fmla="*/ 31 w 32"/>
                <a:gd name="T7" fmla="*/ 4 h 38"/>
                <a:gd name="T8" fmla="*/ 27 w 32"/>
                <a:gd name="T9" fmla="*/ 1 h 38"/>
                <a:gd name="T10" fmla="*/ 6 w 32"/>
                <a:gd name="T11" fmla="*/ 13 h 38"/>
                <a:gd name="T12" fmla="*/ 2 w 32"/>
                <a:gd name="T13" fmla="*/ 35 h 38"/>
                <a:gd name="T14" fmla="*/ 6 w 32"/>
                <a:gd name="T15" fmla="*/ 38 h 38"/>
                <a:gd name="T16" fmla="*/ 7 w 32"/>
                <a:gd name="T17" fmla="*/ 38 h 38"/>
                <a:gd name="T18" fmla="*/ 10 w 32"/>
                <a:gd name="T19" fmla="*/ 3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38">
                  <a:moveTo>
                    <a:pt x="10" y="33"/>
                  </a:moveTo>
                  <a:cubicBezTo>
                    <a:pt x="10" y="33"/>
                    <a:pt x="8" y="24"/>
                    <a:pt x="13" y="17"/>
                  </a:cubicBezTo>
                  <a:cubicBezTo>
                    <a:pt x="16" y="13"/>
                    <a:pt x="21" y="10"/>
                    <a:pt x="28" y="8"/>
                  </a:cubicBezTo>
                  <a:cubicBezTo>
                    <a:pt x="30" y="8"/>
                    <a:pt x="32" y="6"/>
                    <a:pt x="31" y="4"/>
                  </a:cubicBezTo>
                  <a:cubicBezTo>
                    <a:pt x="31" y="2"/>
                    <a:pt x="29" y="0"/>
                    <a:pt x="27" y="1"/>
                  </a:cubicBezTo>
                  <a:cubicBezTo>
                    <a:pt x="17" y="2"/>
                    <a:pt x="10" y="6"/>
                    <a:pt x="6" y="13"/>
                  </a:cubicBezTo>
                  <a:cubicBezTo>
                    <a:pt x="0" y="23"/>
                    <a:pt x="2" y="34"/>
                    <a:pt x="2" y="35"/>
                  </a:cubicBezTo>
                  <a:cubicBezTo>
                    <a:pt x="3" y="36"/>
                    <a:pt x="4" y="38"/>
                    <a:pt x="6" y="38"/>
                  </a:cubicBezTo>
                  <a:cubicBezTo>
                    <a:pt x="6" y="38"/>
                    <a:pt x="7" y="38"/>
                    <a:pt x="7" y="38"/>
                  </a:cubicBezTo>
                  <a:cubicBezTo>
                    <a:pt x="9" y="37"/>
                    <a:pt x="11" y="35"/>
                    <a:pt x="10"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 name="Freeform 309"/>
            <p:cNvSpPr>
              <a:spLocks/>
            </p:cNvSpPr>
            <p:nvPr/>
          </p:nvSpPr>
          <p:spPr bwMode="auto">
            <a:xfrm>
              <a:off x="8164513" y="5222875"/>
              <a:ext cx="76200" cy="84138"/>
            </a:xfrm>
            <a:custGeom>
              <a:avLst/>
              <a:gdLst>
                <a:gd name="T0" fmla="*/ 46 w 47"/>
                <a:gd name="T1" fmla="*/ 4 h 52"/>
                <a:gd name="T2" fmla="*/ 42 w 47"/>
                <a:gd name="T3" fmla="*/ 0 h 52"/>
                <a:gd name="T4" fmla="*/ 11 w 47"/>
                <a:gd name="T5" fmla="*/ 17 h 52"/>
                <a:gd name="T6" fmla="*/ 3 w 47"/>
                <a:gd name="T7" fmla="*/ 48 h 52"/>
                <a:gd name="T8" fmla="*/ 7 w 47"/>
                <a:gd name="T9" fmla="*/ 52 h 52"/>
                <a:gd name="T10" fmla="*/ 8 w 47"/>
                <a:gd name="T11" fmla="*/ 52 h 52"/>
                <a:gd name="T12" fmla="*/ 11 w 47"/>
                <a:gd name="T13" fmla="*/ 47 h 52"/>
                <a:gd name="T14" fmla="*/ 17 w 47"/>
                <a:gd name="T15" fmla="*/ 22 h 52"/>
                <a:gd name="T16" fmla="*/ 43 w 47"/>
                <a:gd name="T17" fmla="*/ 8 h 52"/>
                <a:gd name="T18" fmla="*/ 46 w 47"/>
                <a:gd name="T19"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52">
                  <a:moveTo>
                    <a:pt x="46" y="4"/>
                  </a:moveTo>
                  <a:cubicBezTo>
                    <a:pt x="46" y="2"/>
                    <a:pt x="44" y="0"/>
                    <a:pt x="42" y="0"/>
                  </a:cubicBezTo>
                  <a:cubicBezTo>
                    <a:pt x="28" y="2"/>
                    <a:pt x="17" y="8"/>
                    <a:pt x="11" y="17"/>
                  </a:cubicBezTo>
                  <a:cubicBezTo>
                    <a:pt x="0" y="31"/>
                    <a:pt x="3" y="48"/>
                    <a:pt x="3" y="48"/>
                  </a:cubicBezTo>
                  <a:cubicBezTo>
                    <a:pt x="4" y="50"/>
                    <a:pt x="5" y="52"/>
                    <a:pt x="7" y="52"/>
                  </a:cubicBezTo>
                  <a:cubicBezTo>
                    <a:pt x="7" y="52"/>
                    <a:pt x="8" y="52"/>
                    <a:pt x="8" y="52"/>
                  </a:cubicBezTo>
                  <a:cubicBezTo>
                    <a:pt x="10" y="51"/>
                    <a:pt x="12" y="49"/>
                    <a:pt x="11" y="47"/>
                  </a:cubicBezTo>
                  <a:cubicBezTo>
                    <a:pt x="11" y="47"/>
                    <a:pt x="9" y="33"/>
                    <a:pt x="17" y="22"/>
                  </a:cubicBezTo>
                  <a:cubicBezTo>
                    <a:pt x="22" y="15"/>
                    <a:pt x="31" y="10"/>
                    <a:pt x="43" y="8"/>
                  </a:cubicBezTo>
                  <a:cubicBezTo>
                    <a:pt x="45" y="8"/>
                    <a:pt x="47" y="6"/>
                    <a:pt x="46"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 name="Freeform 310"/>
            <p:cNvSpPr>
              <a:spLocks/>
            </p:cNvSpPr>
            <p:nvPr/>
          </p:nvSpPr>
          <p:spPr bwMode="auto">
            <a:xfrm>
              <a:off x="8620125" y="5222875"/>
              <a:ext cx="66675" cy="46038"/>
            </a:xfrm>
            <a:custGeom>
              <a:avLst/>
              <a:gdLst>
                <a:gd name="T0" fmla="*/ 25 w 41"/>
                <a:gd name="T1" fmla="*/ 5 h 29"/>
                <a:gd name="T2" fmla="*/ 3 w 41"/>
                <a:gd name="T3" fmla="*/ 5 h 29"/>
                <a:gd name="T4" fmla="*/ 0 w 41"/>
                <a:gd name="T5" fmla="*/ 10 h 29"/>
                <a:gd name="T6" fmla="*/ 6 w 41"/>
                <a:gd name="T7" fmla="*/ 12 h 29"/>
                <a:gd name="T8" fmla="*/ 22 w 41"/>
                <a:gd name="T9" fmla="*/ 12 h 29"/>
                <a:gd name="T10" fmla="*/ 33 w 41"/>
                <a:gd name="T11" fmla="*/ 26 h 29"/>
                <a:gd name="T12" fmla="*/ 36 w 41"/>
                <a:gd name="T13" fmla="*/ 29 h 29"/>
                <a:gd name="T14" fmla="*/ 38 w 41"/>
                <a:gd name="T15" fmla="*/ 28 h 29"/>
                <a:gd name="T16" fmla="*/ 40 w 41"/>
                <a:gd name="T17" fmla="*/ 23 h 29"/>
                <a:gd name="T18" fmla="*/ 25 w 41"/>
                <a:gd name="T19" fmla="*/ 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29">
                  <a:moveTo>
                    <a:pt x="25" y="5"/>
                  </a:moveTo>
                  <a:cubicBezTo>
                    <a:pt x="14" y="0"/>
                    <a:pt x="3" y="5"/>
                    <a:pt x="3" y="5"/>
                  </a:cubicBezTo>
                  <a:cubicBezTo>
                    <a:pt x="1" y="6"/>
                    <a:pt x="0" y="8"/>
                    <a:pt x="0" y="10"/>
                  </a:cubicBezTo>
                  <a:cubicBezTo>
                    <a:pt x="1" y="12"/>
                    <a:pt x="4" y="13"/>
                    <a:pt x="6" y="12"/>
                  </a:cubicBezTo>
                  <a:cubicBezTo>
                    <a:pt x="6" y="12"/>
                    <a:pt x="14" y="9"/>
                    <a:pt x="22" y="12"/>
                  </a:cubicBezTo>
                  <a:cubicBezTo>
                    <a:pt x="27" y="15"/>
                    <a:pt x="30" y="19"/>
                    <a:pt x="33" y="26"/>
                  </a:cubicBezTo>
                  <a:cubicBezTo>
                    <a:pt x="33" y="28"/>
                    <a:pt x="35" y="29"/>
                    <a:pt x="36" y="29"/>
                  </a:cubicBezTo>
                  <a:cubicBezTo>
                    <a:pt x="37" y="29"/>
                    <a:pt x="37" y="29"/>
                    <a:pt x="38" y="28"/>
                  </a:cubicBezTo>
                  <a:cubicBezTo>
                    <a:pt x="40" y="28"/>
                    <a:pt x="41" y="25"/>
                    <a:pt x="40" y="23"/>
                  </a:cubicBezTo>
                  <a:cubicBezTo>
                    <a:pt x="37" y="14"/>
                    <a:pt x="32" y="8"/>
                    <a:pt x="2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 name="Freeform 311"/>
            <p:cNvSpPr>
              <a:spLocks/>
            </p:cNvSpPr>
            <p:nvPr/>
          </p:nvSpPr>
          <p:spPr bwMode="auto">
            <a:xfrm>
              <a:off x="8620125" y="5189538"/>
              <a:ext cx="92075" cy="66675"/>
            </a:xfrm>
            <a:custGeom>
              <a:avLst/>
              <a:gdLst>
                <a:gd name="T0" fmla="*/ 52 w 57"/>
                <a:gd name="T1" fmla="*/ 41 h 41"/>
                <a:gd name="T2" fmla="*/ 54 w 57"/>
                <a:gd name="T3" fmla="*/ 41 h 41"/>
                <a:gd name="T4" fmla="*/ 56 w 57"/>
                <a:gd name="T5" fmla="*/ 36 h 41"/>
                <a:gd name="T6" fmla="*/ 35 w 57"/>
                <a:gd name="T7" fmla="*/ 8 h 41"/>
                <a:gd name="T8" fmla="*/ 3 w 57"/>
                <a:gd name="T9" fmla="*/ 5 h 41"/>
                <a:gd name="T10" fmla="*/ 0 w 57"/>
                <a:gd name="T11" fmla="*/ 11 h 41"/>
                <a:gd name="T12" fmla="*/ 5 w 57"/>
                <a:gd name="T13" fmla="*/ 13 h 41"/>
                <a:gd name="T14" fmla="*/ 31 w 57"/>
                <a:gd name="T15" fmla="*/ 15 h 41"/>
                <a:gd name="T16" fmla="*/ 49 w 57"/>
                <a:gd name="T17" fmla="*/ 38 h 41"/>
                <a:gd name="T18" fmla="*/ 52 w 57"/>
                <a:gd name="T19"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 h="41">
                  <a:moveTo>
                    <a:pt x="52" y="41"/>
                  </a:moveTo>
                  <a:cubicBezTo>
                    <a:pt x="53" y="41"/>
                    <a:pt x="53" y="41"/>
                    <a:pt x="54" y="41"/>
                  </a:cubicBezTo>
                  <a:cubicBezTo>
                    <a:pt x="56" y="40"/>
                    <a:pt x="57" y="38"/>
                    <a:pt x="56" y="36"/>
                  </a:cubicBezTo>
                  <a:cubicBezTo>
                    <a:pt x="52" y="22"/>
                    <a:pt x="45" y="13"/>
                    <a:pt x="35" y="8"/>
                  </a:cubicBezTo>
                  <a:cubicBezTo>
                    <a:pt x="20" y="0"/>
                    <a:pt x="3" y="5"/>
                    <a:pt x="3" y="5"/>
                  </a:cubicBezTo>
                  <a:cubicBezTo>
                    <a:pt x="1" y="6"/>
                    <a:pt x="0" y="8"/>
                    <a:pt x="0" y="11"/>
                  </a:cubicBezTo>
                  <a:cubicBezTo>
                    <a:pt x="1" y="13"/>
                    <a:pt x="3" y="14"/>
                    <a:pt x="5" y="13"/>
                  </a:cubicBezTo>
                  <a:cubicBezTo>
                    <a:pt x="6" y="13"/>
                    <a:pt x="19" y="9"/>
                    <a:pt x="31" y="15"/>
                  </a:cubicBezTo>
                  <a:cubicBezTo>
                    <a:pt x="39" y="19"/>
                    <a:pt x="45" y="27"/>
                    <a:pt x="49" y="38"/>
                  </a:cubicBezTo>
                  <a:cubicBezTo>
                    <a:pt x="49" y="40"/>
                    <a:pt x="51" y="41"/>
                    <a:pt x="52"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 name="Freeform 312"/>
            <p:cNvSpPr>
              <a:spLocks/>
            </p:cNvSpPr>
            <p:nvPr/>
          </p:nvSpPr>
          <p:spPr bwMode="auto">
            <a:xfrm>
              <a:off x="8685213" y="5772150"/>
              <a:ext cx="28575" cy="71438"/>
            </a:xfrm>
            <a:custGeom>
              <a:avLst/>
              <a:gdLst>
                <a:gd name="T0" fmla="*/ 9 w 18"/>
                <a:gd name="T1" fmla="*/ 1 h 44"/>
                <a:gd name="T2" fmla="*/ 3 w 18"/>
                <a:gd name="T3" fmla="*/ 1 h 44"/>
                <a:gd name="T4" fmla="*/ 4 w 18"/>
                <a:gd name="T5" fmla="*/ 7 h 44"/>
                <a:gd name="T6" fmla="*/ 10 w 18"/>
                <a:gd name="T7" fmla="*/ 22 h 44"/>
                <a:gd name="T8" fmla="*/ 2 w 18"/>
                <a:gd name="T9" fmla="*/ 37 h 44"/>
                <a:gd name="T10" fmla="*/ 2 w 18"/>
                <a:gd name="T11" fmla="*/ 43 h 44"/>
                <a:gd name="T12" fmla="*/ 5 w 18"/>
                <a:gd name="T13" fmla="*/ 44 h 44"/>
                <a:gd name="T14" fmla="*/ 8 w 18"/>
                <a:gd name="T15" fmla="*/ 43 h 44"/>
                <a:gd name="T16" fmla="*/ 18 w 18"/>
                <a:gd name="T17" fmla="*/ 22 h 44"/>
                <a:gd name="T18" fmla="*/ 9 w 18"/>
                <a:gd name="T19" fmla="*/ 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44">
                  <a:moveTo>
                    <a:pt x="9" y="1"/>
                  </a:moveTo>
                  <a:cubicBezTo>
                    <a:pt x="7" y="0"/>
                    <a:pt x="5" y="0"/>
                    <a:pt x="3" y="1"/>
                  </a:cubicBezTo>
                  <a:cubicBezTo>
                    <a:pt x="2" y="3"/>
                    <a:pt x="2" y="5"/>
                    <a:pt x="4" y="7"/>
                  </a:cubicBezTo>
                  <a:cubicBezTo>
                    <a:pt x="4" y="7"/>
                    <a:pt x="10" y="13"/>
                    <a:pt x="10" y="22"/>
                  </a:cubicBezTo>
                  <a:cubicBezTo>
                    <a:pt x="10" y="27"/>
                    <a:pt x="7" y="32"/>
                    <a:pt x="2" y="37"/>
                  </a:cubicBezTo>
                  <a:cubicBezTo>
                    <a:pt x="0" y="39"/>
                    <a:pt x="0" y="41"/>
                    <a:pt x="2" y="43"/>
                  </a:cubicBezTo>
                  <a:cubicBezTo>
                    <a:pt x="3" y="44"/>
                    <a:pt x="4" y="44"/>
                    <a:pt x="5" y="44"/>
                  </a:cubicBezTo>
                  <a:cubicBezTo>
                    <a:pt x="6" y="44"/>
                    <a:pt x="7" y="44"/>
                    <a:pt x="8" y="43"/>
                  </a:cubicBezTo>
                  <a:cubicBezTo>
                    <a:pt x="14" y="36"/>
                    <a:pt x="18" y="29"/>
                    <a:pt x="18" y="22"/>
                  </a:cubicBezTo>
                  <a:cubicBezTo>
                    <a:pt x="18" y="10"/>
                    <a:pt x="9" y="2"/>
                    <a:pt x="9"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 name="Freeform 313"/>
            <p:cNvSpPr>
              <a:spLocks/>
            </p:cNvSpPr>
            <p:nvPr/>
          </p:nvSpPr>
          <p:spPr bwMode="auto">
            <a:xfrm>
              <a:off x="8707438" y="5759450"/>
              <a:ext cx="41275" cy="103188"/>
            </a:xfrm>
            <a:custGeom>
              <a:avLst/>
              <a:gdLst>
                <a:gd name="T0" fmla="*/ 7 w 25"/>
                <a:gd name="T1" fmla="*/ 1 h 64"/>
                <a:gd name="T2" fmla="*/ 7 w 25"/>
                <a:gd name="T3" fmla="*/ 7 h 64"/>
                <a:gd name="T4" fmla="*/ 16 w 25"/>
                <a:gd name="T5" fmla="*/ 31 h 64"/>
                <a:gd name="T6" fmla="*/ 2 w 25"/>
                <a:gd name="T7" fmla="*/ 57 h 64"/>
                <a:gd name="T8" fmla="*/ 1 w 25"/>
                <a:gd name="T9" fmla="*/ 62 h 64"/>
                <a:gd name="T10" fmla="*/ 4 w 25"/>
                <a:gd name="T11" fmla="*/ 64 h 64"/>
                <a:gd name="T12" fmla="*/ 7 w 25"/>
                <a:gd name="T13" fmla="*/ 63 h 64"/>
                <a:gd name="T14" fmla="*/ 24 w 25"/>
                <a:gd name="T15" fmla="*/ 31 h 64"/>
                <a:gd name="T16" fmla="*/ 13 w 25"/>
                <a:gd name="T17" fmla="*/ 1 h 64"/>
                <a:gd name="T18" fmla="*/ 7 w 25"/>
                <a:gd name="T19" fmla="*/ 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64">
                  <a:moveTo>
                    <a:pt x="7" y="1"/>
                  </a:moveTo>
                  <a:cubicBezTo>
                    <a:pt x="5" y="3"/>
                    <a:pt x="5" y="5"/>
                    <a:pt x="7" y="7"/>
                  </a:cubicBezTo>
                  <a:cubicBezTo>
                    <a:pt x="7" y="7"/>
                    <a:pt x="17" y="17"/>
                    <a:pt x="16" y="31"/>
                  </a:cubicBezTo>
                  <a:cubicBezTo>
                    <a:pt x="15" y="40"/>
                    <a:pt x="11" y="49"/>
                    <a:pt x="2" y="57"/>
                  </a:cubicBezTo>
                  <a:cubicBezTo>
                    <a:pt x="0" y="58"/>
                    <a:pt x="0" y="61"/>
                    <a:pt x="1" y="62"/>
                  </a:cubicBezTo>
                  <a:cubicBezTo>
                    <a:pt x="2" y="63"/>
                    <a:pt x="3" y="64"/>
                    <a:pt x="4" y="64"/>
                  </a:cubicBezTo>
                  <a:cubicBezTo>
                    <a:pt x="5" y="64"/>
                    <a:pt x="6" y="63"/>
                    <a:pt x="7" y="63"/>
                  </a:cubicBezTo>
                  <a:cubicBezTo>
                    <a:pt x="18" y="53"/>
                    <a:pt x="23" y="43"/>
                    <a:pt x="24" y="31"/>
                  </a:cubicBezTo>
                  <a:cubicBezTo>
                    <a:pt x="25" y="14"/>
                    <a:pt x="13" y="2"/>
                    <a:pt x="13" y="1"/>
                  </a:cubicBezTo>
                  <a:cubicBezTo>
                    <a:pt x="11" y="0"/>
                    <a:pt x="9" y="0"/>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19" name="组合 318"/>
          <p:cNvGrpSpPr/>
          <p:nvPr/>
        </p:nvGrpSpPr>
        <p:grpSpPr>
          <a:xfrm>
            <a:off x="6532563" y="5094288"/>
            <a:ext cx="1570037" cy="1390650"/>
            <a:chOff x="6532563" y="5094288"/>
            <a:chExt cx="1570037" cy="1390650"/>
          </a:xfrm>
          <a:solidFill>
            <a:schemeClr val="tx1">
              <a:lumMod val="65000"/>
              <a:lumOff val="35000"/>
            </a:schemeClr>
          </a:solidFill>
        </p:grpSpPr>
        <p:sp>
          <p:nvSpPr>
            <p:cNvPr id="320" name="Freeform 294"/>
            <p:cNvSpPr>
              <a:spLocks/>
            </p:cNvSpPr>
            <p:nvPr/>
          </p:nvSpPr>
          <p:spPr bwMode="auto">
            <a:xfrm>
              <a:off x="7197725" y="5603875"/>
              <a:ext cx="714375" cy="177800"/>
            </a:xfrm>
            <a:custGeom>
              <a:avLst/>
              <a:gdLst>
                <a:gd name="T0" fmla="*/ 90 w 439"/>
                <a:gd name="T1" fmla="*/ 51 h 109"/>
                <a:gd name="T2" fmla="*/ 125 w 439"/>
                <a:gd name="T3" fmla="*/ 40 h 109"/>
                <a:gd name="T4" fmla="*/ 160 w 439"/>
                <a:gd name="T5" fmla="*/ 51 h 109"/>
                <a:gd name="T6" fmla="*/ 240 w 439"/>
                <a:gd name="T7" fmla="*/ 104 h 109"/>
                <a:gd name="T8" fmla="*/ 389 w 439"/>
                <a:gd name="T9" fmla="*/ 100 h 109"/>
                <a:gd name="T10" fmla="*/ 438 w 439"/>
                <a:gd name="T11" fmla="*/ 49 h 109"/>
                <a:gd name="T12" fmla="*/ 386 w 439"/>
                <a:gd name="T13" fmla="*/ 0 h 109"/>
                <a:gd name="T14" fmla="*/ 125 w 439"/>
                <a:gd name="T15" fmla="*/ 8 h 109"/>
                <a:gd name="T16" fmla="*/ 93 w 439"/>
                <a:gd name="T17" fmla="*/ 21 h 109"/>
                <a:gd name="T18" fmla="*/ 0 w 439"/>
                <a:gd name="T19" fmla="*/ 106 h 109"/>
                <a:gd name="T20" fmla="*/ 5 w 439"/>
                <a:gd name="T21" fmla="*/ 109 h 109"/>
                <a:gd name="T22" fmla="*/ 90 w 439"/>
                <a:gd name="T23" fmla="*/ 5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39" h="109">
                  <a:moveTo>
                    <a:pt x="90" y="51"/>
                  </a:moveTo>
                  <a:cubicBezTo>
                    <a:pt x="101" y="44"/>
                    <a:pt x="113" y="40"/>
                    <a:pt x="125" y="40"/>
                  </a:cubicBezTo>
                  <a:cubicBezTo>
                    <a:pt x="138" y="40"/>
                    <a:pt x="150" y="44"/>
                    <a:pt x="160" y="51"/>
                  </a:cubicBezTo>
                  <a:cubicBezTo>
                    <a:pt x="240" y="104"/>
                    <a:pt x="240" y="104"/>
                    <a:pt x="240" y="104"/>
                  </a:cubicBezTo>
                  <a:cubicBezTo>
                    <a:pt x="389" y="100"/>
                    <a:pt x="389" y="100"/>
                    <a:pt x="389" y="100"/>
                  </a:cubicBezTo>
                  <a:cubicBezTo>
                    <a:pt x="417" y="99"/>
                    <a:pt x="439" y="76"/>
                    <a:pt x="438" y="49"/>
                  </a:cubicBezTo>
                  <a:cubicBezTo>
                    <a:pt x="437" y="21"/>
                    <a:pt x="414" y="0"/>
                    <a:pt x="386" y="0"/>
                  </a:cubicBezTo>
                  <a:cubicBezTo>
                    <a:pt x="125" y="8"/>
                    <a:pt x="125" y="8"/>
                    <a:pt x="125" y="8"/>
                  </a:cubicBezTo>
                  <a:cubicBezTo>
                    <a:pt x="113" y="8"/>
                    <a:pt x="101" y="13"/>
                    <a:pt x="93" y="21"/>
                  </a:cubicBezTo>
                  <a:cubicBezTo>
                    <a:pt x="0" y="106"/>
                    <a:pt x="0" y="106"/>
                    <a:pt x="0" y="106"/>
                  </a:cubicBezTo>
                  <a:cubicBezTo>
                    <a:pt x="2" y="107"/>
                    <a:pt x="3" y="108"/>
                    <a:pt x="5" y="109"/>
                  </a:cubicBezTo>
                  <a:lnTo>
                    <a:pt x="90" y="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 name="Freeform 295"/>
            <p:cNvSpPr>
              <a:spLocks/>
            </p:cNvSpPr>
            <p:nvPr/>
          </p:nvSpPr>
          <p:spPr bwMode="auto">
            <a:xfrm>
              <a:off x="7507288" y="5802313"/>
              <a:ext cx="595312" cy="661988"/>
            </a:xfrm>
            <a:custGeom>
              <a:avLst/>
              <a:gdLst>
                <a:gd name="T0" fmla="*/ 166 w 366"/>
                <a:gd name="T1" fmla="*/ 62 h 406"/>
                <a:gd name="T2" fmla="*/ 192 w 366"/>
                <a:gd name="T3" fmla="*/ 101 h 406"/>
                <a:gd name="T4" fmla="*/ 183 w 366"/>
                <a:gd name="T5" fmla="*/ 148 h 406"/>
                <a:gd name="T6" fmla="*/ 131 w 366"/>
                <a:gd name="T7" fmla="*/ 175 h 406"/>
                <a:gd name="T8" fmla="*/ 97 w 366"/>
                <a:gd name="T9" fmla="*/ 164 h 406"/>
                <a:gd name="T10" fmla="*/ 0 w 366"/>
                <a:gd name="T11" fmla="*/ 99 h 406"/>
                <a:gd name="T12" fmla="*/ 0 w 366"/>
                <a:gd name="T13" fmla="*/ 406 h 406"/>
                <a:gd name="T14" fmla="*/ 318 w 366"/>
                <a:gd name="T15" fmla="*/ 406 h 406"/>
                <a:gd name="T16" fmla="*/ 318 w 366"/>
                <a:gd name="T17" fmla="*/ 49 h 406"/>
                <a:gd name="T18" fmla="*/ 366 w 366"/>
                <a:gd name="T19" fmla="*/ 49 h 406"/>
                <a:gd name="T20" fmla="*/ 366 w 366"/>
                <a:gd name="T21" fmla="*/ 0 h 406"/>
                <a:gd name="T22" fmla="*/ 75 w 366"/>
                <a:gd name="T23" fmla="*/ 0 h 406"/>
                <a:gd name="T24" fmla="*/ 166 w 366"/>
                <a:gd name="T25" fmla="*/ 62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6" h="406">
                  <a:moveTo>
                    <a:pt x="166" y="62"/>
                  </a:moveTo>
                  <a:cubicBezTo>
                    <a:pt x="180" y="71"/>
                    <a:pt x="189" y="85"/>
                    <a:pt x="192" y="101"/>
                  </a:cubicBezTo>
                  <a:cubicBezTo>
                    <a:pt x="195" y="118"/>
                    <a:pt x="192" y="134"/>
                    <a:pt x="183" y="148"/>
                  </a:cubicBezTo>
                  <a:cubicBezTo>
                    <a:pt x="171" y="165"/>
                    <a:pt x="152" y="175"/>
                    <a:pt x="131" y="175"/>
                  </a:cubicBezTo>
                  <a:cubicBezTo>
                    <a:pt x="119" y="175"/>
                    <a:pt x="107" y="171"/>
                    <a:pt x="97" y="164"/>
                  </a:cubicBezTo>
                  <a:cubicBezTo>
                    <a:pt x="0" y="99"/>
                    <a:pt x="0" y="99"/>
                    <a:pt x="0" y="99"/>
                  </a:cubicBezTo>
                  <a:cubicBezTo>
                    <a:pt x="0" y="406"/>
                    <a:pt x="0" y="406"/>
                    <a:pt x="0" y="406"/>
                  </a:cubicBezTo>
                  <a:cubicBezTo>
                    <a:pt x="318" y="406"/>
                    <a:pt x="318" y="406"/>
                    <a:pt x="318" y="406"/>
                  </a:cubicBezTo>
                  <a:cubicBezTo>
                    <a:pt x="318" y="49"/>
                    <a:pt x="318" y="49"/>
                    <a:pt x="318" y="49"/>
                  </a:cubicBezTo>
                  <a:cubicBezTo>
                    <a:pt x="366" y="49"/>
                    <a:pt x="366" y="49"/>
                    <a:pt x="366" y="49"/>
                  </a:cubicBezTo>
                  <a:cubicBezTo>
                    <a:pt x="366" y="0"/>
                    <a:pt x="366" y="0"/>
                    <a:pt x="366" y="0"/>
                  </a:cubicBezTo>
                  <a:cubicBezTo>
                    <a:pt x="75" y="0"/>
                    <a:pt x="75" y="0"/>
                    <a:pt x="75" y="0"/>
                  </a:cubicBezTo>
                  <a:lnTo>
                    <a:pt x="166"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 name="Freeform 296"/>
            <p:cNvSpPr>
              <a:spLocks/>
            </p:cNvSpPr>
            <p:nvPr/>
          </p:nvSpPr>
          <p:spPr bwMode="auto">
            <a:xfrm>
              <a:off x="6702425" y="5824538"/>
              <a:ext cx="655637" cy="660400"/>
            </a:xfrm>
            <a:custGeom>
              <a:avLst/>
              <a:gdLst>
                <a:gd name="T0" fmla="*/ 242 w 402"/>
                <a:gd name="T1" fmla="*/ 158 h 406"/>
                <a:gd name="T2" fmla="*/ 231 w 402"/>
                <a:gd name="T3" fmla="*/ 157 h 406"/>
                <a:gd name="T4" fmla="*/ 205 w 402"/>
                <a:gd name="T5" fmla="*/ 149 h 406"/>
                <a:gd name="T6" fmla="*/ 12 w 402"/>
                <a:gd name="T7" fmla="*/ 0 h 406"/>
                <a:gd name="T8" fmla="*/ 16 w 402"/>
                <a:gd name="T9" fmla="*/ 192 h 406"/>
                <a:gd name="T10" fmla="*/ 102 w 402"/>
                <a:gd name="T11" fmla="*/ 226 h 406"/>
                <a:gd name="T12" fmla="*/ 172 w 402"/>
                <a:gd name="T13" fmla="*/ 208 h 406"/>
                <a:gd name="T14" fmla="*/ 204 w 402"/>
                <a:gd name="T15" fmla="*/ 335 h 406"/>
                <a:gd name="T16" fmla="*/ 205 w 402"/>
                <a:gd name="T17" fmla="*/ 336 h 406"/>
                <a:gd name="T18" fmla="*/ 118 w 402"/>
                <a:gd name="T19" fmla="*/ 358 h 406"/>
                <a:gd name="T20" fmla="*/ 101 w 402"/>
                <a:gd name="T21" fmla="*/ 386 h 406"/>
                <a:gd name="T22" fmla="*/ 101 w 402"/>
                <a:gd name="T23" fmla="*/ 386 h 406"/>
                <a:gd name="T24" fmla="*/ 129 w 402"/>
                <a:gd name="T25" fmla="*/ 403 h 406"/>
                <a:gd name="T26" fmla="*/ 374 w 402"/>
                <a:gd name="T27" fmla="*/ 341 h 406"/>
                <a:gd name="T28" fmla="*/ 391 w 402"/>
                <a:gd name="T29" fmla="*/ 313 h 406"/>
                <a:gd name="T30" fmla="*/ 391 w 402"/>
                <a:gd name="T31" fmla="*/ 313 h 406"/>
                <a:gd name="T32" fmla="*/ 363 w 402"/>
                <a:gd name="T33" fmla="*/ 296 h 406"/>
                <a:gd name="T34" fmla="*/ 276 w 402"/>
                <a:gd name="T35" fmla="*/ 318 h 406"/>
                <a:gd name="T36" fmla="*/ 276 w 402"/>
                <a:gd name="T37" fmla="*/ 317 h 406"/>
                <a:gd name="T38" fmla="*/ 244 w 402"/>
                <a:gd name="T39" fmla="*/ 190 h 406"/>
                <a:gd name="T40" fmla="*/ 244 w 402"/>
                <a:gd name="T41" fmla="*/ 190 h 406"/>
                <a:gd name="T42" fmla="*/ 370 w 402"/>
                <a:gd name="T43" fmla="*/ 158 h 406"/>
                <a:gd name="T44" fmla="*/ 397 w 402"/>
                <a:gd name="T45" fmla="*/ 113 h 406"/>
                <a:gd name="T46" fmla="*/ 397 w 402"/>
                <a:gd name="T47" fmla="*/ 113 h 406"/>
                <a:gd name="T48" fmla="*/ 366 w 402"/>
                <a:gd name="T49" fmla="*/ 86 h 406"/>
                <a:gd name="T50" fmla="*/ 277 w 402"/>
                <a:gd name="T51" fmla="*/ 147 h 406"/>
                <a:gd name="T52" fmla="*/ 242 w 402"/>
                <a:gd name="T53" fmla="*/ 158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02" h="406">
                  <a:moveTo>
                    <a:pt x="242" y="158"/>
                  </a:moveTo>
                  <a:cubicBezTo>
                    <a:pt x="238" y="158"/>
                    <a:pt x="234" y="158"/>
                    <a:pt x="231" y="157"/>
                  </a:cubicBezTo>
                  <a:cubicBezTo>
                    <a:pt x="222" y="157"/>
                    <a:pt x="213" y="154"/>
                    <a:pt x="205" y="149"/>
                  </a:cubicBezTo>
                  <a:cubicBezTo>
                    <a:pt x="134" y="107"/>
                    <a:pt x="69" y="67"/>
                    <a:pt x="12" y="0"/>
                  </a:cubicBezTo>
                  <a:cubicBezTo>
                    <a:pt x="3" y="44"/>
                    <a:pt x="0" y="108"/>
                    <a:pt x="16" y="192"/>
                  </a:cubicBezTo>
                  <a:cubicBezTo>
                    <a:pt x="34" y="220"/>
                    <a:pt x="68" y="234"/>
                    <a:pt x="102" y="226"/>
                  </a:cubicBezTo>
                  <a:cubicBezTo>
                    <a:pt x="172" y="208"/>
                    <a:pt x="172" y="208"/>
                    <a:pt x="172" y="208"/>
                  </a:cubicBezTo>
                  <a:cubicBezTo>
                    <a:pt x="204" y="335"/>
                    <a:pt x="204" y="335"/>
                    <a:pt x="204" y="335"/>
                  </a:cubicBezTo>
                  <a:cubicBezTo>
                    <a:pt x="204" y="335"/>
                    <a:pt x="205" y="336"/>
                    <a:pt x="205" y="336"/>
                  </a:cubicBezTo>
                  <a:cubicBezTo>
                    <a:pt x="118" y="358"/>
                    <a:pt x="118" y="358"/>
                    <a:pt x="118" y="358"/>
                  </a:cubicBezTo>
                  <a:cubicBezTo>
                    <a:pt x="106" y="361"/>
                    <a:pt x="98" y="374"/>
                    <a:pt x="101" y="386"/>
                  </a:cubicBezTo>
                  <a:cubicBezTo>
                    <a:pt x="101" y="386"/>
                    <a:pt x="101" y="386"/>
                    <a:pt x="101" y="386"/>
                  </a:cubicBezTo>
                  <a:cubicBezTo>
                    <a:pt x="104" y="398"/>
                    <a:pt x="117" y="406"/>
                    <a:pt x="129" y="403"/>
                  </a:cubicBezTo>
                  <a:cubicBezTo>
                    <a:pt x="374" y="341"/>
                    <a:pt x="374" y="341"/>
                    <a:pt x="374" y="341"/>
                  </a:cubicBezTo>
                  <a:cubicBezTo>
                    <a:pt x="387" y="338"/>
                    <a:pt x="394" y="325"/>
                    <a:pt x="391" y="313"/>
                  </a:cubicBezTo>
                  <a:cubicBezTo>
                    <a:pt x="391" y="313"/>
                    <a:pt x="391" y="313"/>
                    <a:pt x="391" y="313"/>
                  </a:cubicBezTo>
                  <a:cubicBezTo>
                    <a:pt x="388" y="301"/>
                    <a:pt x="375" y="293"/>
                    <a:pt x="363" y="296"/>
                  </a:cubicBezTo>
                  <a:cubicBezTo>
                    <a:pt x="276" y="318"/>
                    <a:pt x="276" y="318"/>
                    <a:pt x="276" y="318"/>
                  </a:cubicBezTo>
                  <a:cubicBezTo>
                    <a:pt x="276" y="318"/>
                    <a:pt x="276" y="317"/>
                    <a:pt x="276" y="317"/>
                  </a:cubicBezTo>
                  <a:cubicBezTo>
                    <a:pt x="244" y="190"/>
                    <a:pt x="244" y="190"/>
                    <a:pt x="244" y="190"/>
                  </a:cubicBezTo>
                  <a:cubicBezTo>
                    <a:pt x="244" y="190"/>
                    <a:pt x="244" y="190"/>
                    <a:pt x="244" y="190"/>
                  </a:cubicBezTo>
                  <a:cubicBezTo>
                    <a:pt x="370" y="158"/>
                    <a:pt x="370" y="158"/>
                    <a:pt x="370" y="158"/>
                  </a:cubicBezTo>
                  <a:cubicBezTo>
                    <a:pt x="390" y="153"/>
                    <a:pt x="402" y="133"/>
                    <a:pt x="397" y="113"/>
                  </a:cubicBezTo>
                  <a:cubicBezTo>
                    <a:pt x="397" y="113"/>
                    <a:pt x="397" y="113"/>
                    <a:pt x="397" y="113"/>
                  </a:cubicBezTo>
                  <a:cubicBezTo>
                    <a:pt x="393" y="98"/>
                    <a:pt x="380" y="88"/>
                    <a:pt x="366" y="86"/>
                  </a:cubicBezTo>
                  <a:cubicBezTo>
                    <a:pt x="277" y="147"/>
                    <a:pt x="277" y="147"/>
                    <a:pt x="277" y="147"/>
                  </a:cubicBezTo>
                  <a:cubicBezTo>
                    <a:pt x="266" y="154"/>
                    <a:pt x="254" y="158"/>
                    <a:pt x="242"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 name="Freeform 297"/>
            <p:cNvSpPr>
              <a:spLocks/>
            </p:cNvSpPr>
            <p:nvPr/>
          </p:nvSpPr>
          <p:spPr bwMode="auto">
            <a:xfrm>
              <a:off x="7064375" y="5635625"/>
              <a:ext cx="69850" cy="96838"/>
            </a:xfrm>
            <a:custGeom>
              <a:avLst/>
              <a:gdLst>
                <a:gd name="T0" fmla="*/ 43 w 43"/>
                <a:gd name="T1" fmla="*/ 60 h 60"/>
                <a:gd name="T2" fmla="*/ 31 w 43"/>
                <a:gd name="T3" fmla="*/ 15 h 60"/>
                <a:gd name="T4" fmla="*/ 27 w 43"/>
                <a:gd name="T5" fmla="*/ 3 h 60"/>
                <a:gd name="T6" fmla="*/ 0 w 43"/>
                <a:gd name="T7" fmla="*/ 0 h 60"/>
                <a:gd name="T8" fmla="*/ 43 w 43"/>
                <a:gd name="T9" fmla="*/ 60 h 60"/>
              </a:gdLst>
              <a:ahLst/>
              <a:cxnLst>
                <a:cxn ang="0">
                  <a:pos x="T0" y="T1"/>
                </a:cxn>
                <a:cxn ang="0">
                  <a:pos x="T2" y="T3"/>
                </a:cxn>
                <a:cxn ang="0">
                  <a:pos x="T4" y="T5"/>
                </a:cxn>
                <a:cxn ang="0">
                  <a:pos x="T6" y="T7"/>
                </a:cxn>
                <a:cxn ang="0">
                  <a:pos x="T8" y="T9"/>
                </a:cxn>
              </a:cxnLst>
              <a:rect l="0" t="0" r="r" b="b"/>
              <a:pathLst>
                <a:path w="43" h="60">
                  <a:moveTo>
                    <a:pt x="43" y="60"/>
                  </a:moveTo>
                  <a:cubicBezTo>
                    <a:pt x="31" y="15"/>
                    <a:pt x="31" y="15"/>
                    <a:pt x="31" y="15"/>
                  </a:cubicBezTo>
                  <a:cubicBezTo>
                    <a:pt x="30" y="11"/>
                    <a:pt x="29" y="7"/>
                    <a:pt x="27" y="3"/>
                  </a:cubicBezTo>
                  <a:cubicBezTo>
                    <a:pt x="0" y="0"/>
                    <a:pt x="0" y="0"/>
                    <a:pt x="0" y="0"/>
                  </a:cubicBezTo>
                  <a:cubicBezTo>
                    <a:pt x="9" y="22"/>
                    <a:pt x="22" y="42"/>
                    <a:pt x="43"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 name="Freeform 298"/>
            <p:cNvSpPr>
              <a:spLocks/>
            </p:cNvSpPr>
            <p:nvPr/>
          </p:nvSpPr>
          <p:spPr bwMode="auto">
            <a:xfrm>
              <a:off x="6532563" y="5324475"/>
              <a:ext cx="1281112" cy="912813"/>
            </a:xfrm>
            <a:custGeom>
              <a:avLst/>
              <a:gdLst>
                <a:gd name="T0" fmla="*/ 325 w 787"/>
                <a:gd name="T1" fmla="*/ 40 h 561"/>
                <a:gd name="T2" fmla="*/ 337 w 787"/>
                <a:gd name="T3" fmla="*/ 116 h 561"/>
                <a:gd name="T4" fmla="*/ 261 w 787"/>
                <a:gd name="T5" fmla="*/ 109 h 561"/>
                <a:gd name="T6" fmla="*/ 246 w 787"/>
                <a:gd name="T7" fmla="*/ 112 h 561"/>
                <a:gd name="T8" fmla="*/ 227 w 787"/>
                <a:gd name="T9" fmla="*/ 150 h 561"/>
                <a:gd name="T10" fmla="*/ 293 w 787"/>
                <a:gd name="T11" fmla="*/ 251 h 561"/>
                <a:gd name="T12" fmla="*/ 291 w 787"/>
                <a:gd name="T13" fmla="*/ 257 h 561"/>
                <a:gd name="T14" fmla="*/ 222 w 787"/>
                <a:gd name="T15" fmla="*/ 192 h 561"/>
                <a:gd name="T16" fmla="*/ 211 w 787"/>
                <a:gd name="T17" fmla="*/ 204 h 561"/>
                <a:gd name="T18" fmla="*/ 211 w 787"/>
                <a:gd name="T19" fmla="*/ 204 h 561"/>
                <a:gd name="T20" fmla="*/ 211 w 787"/>
                <a:gd name="T21" fmla="*/ 204 h 561"/>
                <a:gd name="T22" fmla="*/ 197 w 787"/>
                <a:gd name="T23" fmla="*/ 212 h 561"/>
                <a:gd name="T24" fmla="*/ 246 w 787"/>
                <a:gd name="T25" fmla="*/ 293 h 561"/>
                <a:gd name="T26" fmla="*/ 241 w 787"/>
                <a:gd name="T27" fmla="*/ 294 h 561"/>
                <a:gd name="T28" fmla="*/ 143 w 787"/>
                <a:gd name="T29" fmla="*/ 187 h 561"/>
                <a:gd name="T30" fmla="*/ 101 w 787"/>
                <a:gd name="T31" fmla="*/ 175 h 561"/>
                <a:gd name="T32" fmla="*/ 79 w 787"/>
                <a:gd name="T33" fmla="*/ 189 h 561"/>
                <a:gd name="T34" fmla="*/ 51 w 787"/>
                <a:gd name="T35" fmla="*/ 536 h 561"/>
                <a:gd name="T36" fmla="*/ 82 w 787"/>
                <a:gd name="T37" fmla="*/ 561 h 561"/>
                <a:gd name="T38" fmla="*/ 89 w 787"/>
                <a:gd name="T39" fmla="*/ 561 h 561"/>
                <a:gd name="T40" fmla="*/ 113 w 787"/>
                <a:gd name="T41" fmla="*/ 523 h 561"/>
                <a:gd name="T42" fmla="*/ 110 w 787"/>
                <a:gd name="T43" fmla="*/ 280 h 561"/>
                <a:gd name="T44" fmla="*/ 316 w 787"/>
                <a:gd name="T45" fmla="*/ 446 h 561"/>
                <a:gd name="T46" fmla="*/ 337 w 787"/>
                <a:gd name="T47" fmla="*/ 452 h 561"/>
                <a:gd name="T48" fmla="*/ 375 w 787"/>
                <a:gd name="T49" fmla="*/ 444 h 561"/>
                <a:gd name="T50" fmla="*/ 535 w 787"/>
                <a:gd name="T51" fmla="*/ 334 h 561"/>
                <a:gd name="T52" fmla="*/ 702 w 787"/>
                <a:gd name="T53" fmla="*/ 448 h 561"/>
                <a:gd name="T54" fmla="*/ 730 w 787"/>
                <a:gd name="T55" fmla="*/ 457 h 561"/>
                <a:gd name="T56" fmla="*/ 772 w 787"/>
                <a:gd name="T57" fmla="*/ 435 h 561"/>
                <a:gd name="T58" fmla="*/ 759 w 787"/>
                <a:gd name="T59" fmla="*/ 366 h 561"/>
                <a:gd name="T60" fmla="*/ 563 w 787"/>
                <a:gd name="T61" fmla="*/ 233 h 561"/>
                <a:gd name="T62" fmla="*/ 506 w 787"/>
                <a:gd name="T63" fmla="*/ 233 h 561"/>
                <a:gd name="T64" fmla="*/ 415 w 787"/>
                <a:gd name="T65" fmla="*/ 295 h 561"/>
                <a:gd name="T66" fmla="*/ 309 w 787"/>
                <a:gd name="T67" fmla="*/ 178 h 561"/>
                <a:gd name="T68" fmla="*/ 372 w 787"/>
                <a:gd name="T69" fmla="*/ 183 h 561"/>
                <a:gd name="T70" fmla="*/ 375 w 787"/>
                <a:gd name="T71" fmla="*/ 184 h 561"/>
                <a:gd name="T72" fmla="*/ 398 w 787"/>
                <a:gd name="T73" fmla="*/ 173 h 561"/>
                <a:gd name="T74" fmla="*/ 406 w 787"/>
                <a:gd name="T75" fmla="*/ 147 h 561"/>
                <a:gd name="T76" fmla="*/ 388 w 787"/>
                <a:gd name="T77" fmla="*/ 31 h 561"/>
                <a:gd name="T78" fmla="*/ 384 w 787"/>
                <a:gd name="T79" fmla="*/ 18 h 561"/>
                <a:gd name="T80" fmla="*/ 396 w 787"/>
                <a:gd name="T81" fmla="*/ 17 h 561"/>
                <a:gd name="T82" fmla="*/ 420 w 787"/>
                <a:gd name="T83" fmla="*/ 13 h 561"/>
                <a:gd name="T84" fmla="*/ 418 w 787"/>
                <a:gd name="T85" fmla="*/ 0 h 561"/>
                <a:gd name="T86" fmla="*/ 388 w 787"/>
                <a:gd name="T87" fmla="*/ 4 h 561"/>
                <a:gd name="T88" fmla="*/ 371 w 787"/>
                <a:gd name="T89" fmla="*/ 7 h 561"/>
                <a:gd name="T90" fmla="*/ 352 w 787"/>
                <a:gd name="T91" fmla="*/ 4 h 561"/>
                <a:gd name="T92" fmla="*/ 335 w 787"/>
                <a:gd name="T93" fmla="*/ 12 h 561"/>
                <a:gd name="T94" fmla="*/ 318 w 787"/>
                <a:gd name="T95" fmla="*/ 14 h 561"/>
                <a:gd name="T96" fmla="*/ 297 w 787"/>
                <a:gd name="T97" fmla="*/ 17 h 561"/>
                <a:gd name="T98" fmla="*/ 299 w 787"/>
                <a:gd name="T99" fmla="*/ 31 h 561"/>
                <a:gd name="T100" fmla="*/ 313 w 787"/>
                <a:gd name="T101" fmla="*/ 28 h 561"/>
                <a:gd name="T102" fmla="*/ 326 w 787"/>
                <a:gd name="T103" fmla="*/ 27 h 561"/>
                <a:gd name="T104" fmla="*/ 325 w 787"/>
                <a:gd name="T105" fmla="*/ 40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87" h="561">
                  <a:moveTo>
                    <a:pt x="325" y="40"/>
                  </a:moveTo>
                  <a:cubicBezTo>
                    <a:pt x="337" y="116"/>
                    <a:pt x="337" y="116"/>
                    <a:pt x="337" y="116"/>
                  </a:cubicBezTo>
                  <a:cubicBezTo>
                    <a:pt x="261" y="109"/>
                    <a:pt x="261" y="109"/>
                    <a:pt x="261" y="109"/>
                  </a:cubicBezTo>
                  <a:cubicBezTo>
                    <a:pt x="256" y="108"/>
                    <a:pt x="250" y="109"/>
                    <a:pt x="246" y="112"/>
                  </a:cubicBezTo>
                  <a:cubicBezTo>
                    <a:pt x="242" y="126"/>
                    <a:pt x="236" y="139"/>
                    <a:pt x="227" y="150"/>
                  </a:cubicBezTo>
                  <a:cubicBezTo>
                    <a:pt x="256" y="177"/>
                    <a:pt x="301" y="225"/>
                    <a:pt x="293" y="251"/>
                  </a:cubicBezTo>
                  <a:cubicBezTo>
                    <a:pt x="292" y="253"/>
                    <a:pt x="292" y="255"/>
                    <a:pt x="291" y="257"/>
                  </a:cubicBezTo>
                  <a:cubicBezTo>
                    <a:pt x="222" y="192"/>
                    <a:pt x="222" y="192"/>
                    <a:pt x="222" y="192"/>
                  </a:cubicBezTo>
                  <a:cubicBezTo>
                    <a:pt x="219" y="196"/>
                    <a:pt x="215" y="201"/>
                    <a:pt x="211" y="204"/>
                  </a:cubicBezTo>
                  <a:cubicBezTo>
                    <a:pt x="211" y="204"/>
                    <a:pt x="211" y="204"/>
                    <a:pt x="211" y="204"/>
                  </a:cubicBezTo>
                  <a:cubicBezTo>
                    <a:pt x="211" y="204"/>
                    <a:pt x="211" y="204"/>
                    <a:pt x="211" y="204"/>
                  </a:cubicBezTo>
                  <a:cubicBezTo>
                    <a:pt x="207" y="208"/>
                    <a:pt x="202" y="210"/>
                    <a:pt x="197" y="212"/>
                  </a:cubicBezTo>
                  <a:cubicBezTo>
                    <a:pt x="246" y="293"/>
                    <a:pt x="246" y="293"/>
                    <a:pt x="246" y="293"/>
                  </a:cubicBezTo>
                  <a:cubicBezTo>
                    <a:pt x="244" y="293"/>
                    <a:pt x="243" y="293"/>
                    <a:pt x="241" y="294"/>
                  </a:cubicBezTo>
                  <a:cubicBezTo>
                    <a:pt x="206" y="297"/>
                    <a:pt x="156" y="210"/>
                    <a:pt x="143" y="187"/>
                  </a:cubicBezTo>
                  <a:cubicBezTo>
                    <a:pt x="128" y="186"/>
                    <a:pt x="114" y="182"/>
                    <a:pt x="101" y="175"/>
                  </a:cubicBezTo>
                  <a:cubicBezTo>
                    <a:pt x="93" y="176"/>
                    <a:pt x="84" y="181"/>
                    <a:pt x="79" y="189"/>
                  </a:cubicBezTo>
                  <a:cubicBezTo>
                    <a:pt x="76" y="193"/>
                    <a:pt x="0" y="307"/>
                    <a:pt x="51" y="536"/>
                  </a:cubicBezTo>
                  <a:cubicBezTo>
                    <a:pt x="54" y="551"/>
                    <a:pt x="67" y="561"/>
                    <a:pt x="82" y="561"/>
                  </a:cubicBezTo>
                  <a:cubicBezTo>
                    <a:pt x="84" y="561"/>
                    <a:pt x="86" y="561"/>
                    <a:pt x="89" y="561"/>
                  </a:cubicBezTo>
                  <a:cubicBezTo>
                    <a:pt x="106" y="557"/>
                    <a:pt x="117" y="540"/>
                    <a:pt x="113" y="523"/>
                  </a:cubicBezTo>
                  <a:cubicBezTo>
                    <a:pt x="88" y="409"/>
                    <a:pt x="97" y="329"/>
                    <a:pt x="110" y="280"/>
                  </a:cubicBezTo>
                  <a:cubicBezTo>
                    <a:pt x="168" y="354"/>
                    <a:pt x="231" y="396"/>
                    <a:pt x="316" y="446"/>
                  </a:cubicBezTo>
                  <a:cubicBezTo>
                    <a:pt x="323" y="450"/>
                    <a:pt x="330" y="452"/>
                    <a:pt x="337" y="452"/>
                  </a:cubicBezTo>
                  <a:cubicBezTo>
                    <a:pt x="350" y="454"/>
                    <a:pt x="363" y="452"/>
                    <a:pt x="375" y="444"/>
                  </a:cubicBezTo>
                  <a:cubicBezTo>
                    <a:pt x="535" y="334"/>
                    <a:pt x="535" y="334"/>
                    <a:pt x="535" y="334"/>
                  </a:cubicBezTo>
                  <a:cubicBezTo>
                    <a:pt x="702" y="448"/>
                    <a:pt x="702" y="448"/>
                    <a:pt x="702" y="448"/>
                  </a:cubicBezTo>
                  <a:cubicBezTo>
                    <a:pt x="711" y="454"/>
                    <a:pt x="721" y="457"/>
                    <a:pt x="730" y="457"/>
                  </a:cubicBezTo>
                  <a:cubicBezTo>
                    <a:pt x="746" y="457"/>
                    <a:pt x="762" y="449"/>
                    <a:pt x="772" y="435"/>
                  </a:cubicBezTo>
                  <a:cubicBezTo>
                    <a:pt x="787" y="412"/>
                    <a:pt x="781" y="381"/>
                    <a:pt x="759" y="366"/>
                  </a:cubicBezTo>
                  <a:cubicBezTo>
                    <a:pt x="563" y="233"/>
                    <a:pt x="563" y="233"/>
                    <a:pt x="563" y="233"/>
                  </a:cubicBezTo>
                  <a:cubicBezTo>
                    <a:pt x="545" y="221"/>
                    <a:pt x="523" y="221"/>
                    <a:pt x="506" y="233"/>
                  </a:cubicBezTo>
                  <a:cubicBezTo>
                    <a:pt x="415" y="295"/>
                    <a:pt x="415" y="295"/>
                    <a:pt x="415" y="295"/>
                  </a:cubicBezTo>
                  <a:cubicBezTo>
                    <a:pt x="350" y="262"/>
                    <a:pt x="325" y="225"/>
                    <a:pt x="309" y="178"/>
                  </a:cubicBezTo>
                  <a:cubicBezTo>
                    <a:pt x="372" y="183"/>
                    <a:pt x="372" y="183"/>
                    <a:pt x="372" y="183"/>
                  </a:cubicBezTo>
                  <a:cubicBezTo>
                    <a:pt x="373" y="184"/>
                    <a:pt x="374" y="184"/>
                    <a:pt x="375" y="184"/>
                  </a:cubicBezTo>
                  <a:cubicBezTo>
                    <a:pt x="384" y="184"/>
                    <a:pt x="392" y="180"/>
                    <a:pt x="398" y="173"/>
                  </a:cubicBezTo>
                  <a:cubicBezTo>
                    <a:pt x="405" y="166"/>
                    <a:pt x="408" y="156"/>
                    <a:pt x="406" y="147"/>
                  </a:cubicBezTo>
                  <a:cubicBezTo>
                    <a:pt x="388" y="31"/>
                    <a:pt x="388" y="31"/>
                    <a:pt x="388" y="31"/>
                  </a:cubicBezTo>
                  <a:cubicBezTo>
                    <a:pt x="388" y="26"/>
                    <a:pt x="386" y="22"/>
                    <a:pt x="384" y="18"/>
                  </a:cubicBezTo>
                  <a:cubicBezTo>
                    <a:pt x="396" y="17"/>
                    <a:pt x="396" y="17"/>
                    <a:pt x="396" y="17"/>
                  </a:cubicBezTo>
                  <a:cubicBezTo>
                    <a:pt x="420" y="13"/>
                    <a:pt x="420" y="13"/>
                    <a:pt x="420" y="13"/>
                  </a:cubicBezTo>
                  <a:cubicBezTo>
                    <a:pt x="418" y="0"/>
                    <a:pt x="418" y="0"/>
                    <a:pt x="418" y="0"/>
                  </a:cubicBezTo>
                  <a:cubicBezTo>
                    <a:pt x="388" y="4"/>
                    <a:pt x="388" y="4"/>
                    <a:pt x="388" y="4"/>
                  </a:cubicBezTo>
                  <a:cubicBezTo>
                    <a:pt x="371" y="7"/>
                    <a:pt x="371" y="7"/>
                    <a:pt x="371" y="7"/>
                  </a:cubicBezTo>
                  <a:cubicBezTo>
                    <a:pt x="365" y="4"/>
                    <a:pt x="359" y="3"/>
                    <a:pt x="352" y="4"/>
                  </a:cubicBezTo>
                  <a:cubicBezTo>
                    <a:pt x="345" y="5"/>
                    <a:pt x="340" y="8"/>
                    <a:pt x="335" y="12"/>
                  </a:cubicBezTo>
                  <a:cubicBezTo>
                    <a:pt x="318" y="14"/>
                    <a:pt x="318" y="14"/>
                    <a:pt x="318" y="14"/>
                  </a:cubicBezTo>
                  <a:cubicBezTo>
                    <a:pt x="297" y="17"/>
                    <a:pt x="297" y="17"/>
                    <a:pt x="297" y="17"/>
                  </a:cubicBezTo>
                  <a:cubicBezTo>
                    <a:pt x="299" y="31"/>
                    <a:pt x="299" y="31"/>
                    <a:pt x="299" y="31"/>
                  </a:cubicBezTo>
                  <a:cubicBezTo>
                    <a:pt x="313" y="28"/>
                    <a:pt x="313" y="28"/>
                    <a:pt x="313" y="28"/>
                  </a:cubicBezTo>
                  <a:cubicBezTo>
                    <a:pt x="326" y="27"/>
                    <a:pt x="326" y="27"/>
                    <a:pt x="326" y="27"/>
                  </a:cubicBezTo>
                  <a:cubicBezTo>
                    <a:pt x="325" y="31"/>
                    <a:pt x="324" y="36"/>
                    <a:pt x="325"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 name="Freeform 299"/>
            <p:cNvSpPr>
              <a:spLocks/>
            </p:cNvSpPr>
            <p:nvPr/>
          </p:nvSpPr>
          <p:spPr bwMode="auto">
            <a:xfrm>
              <a:off x="6811963" y="5597525"/>
              <a:ext cx="69850" cy="55563"/>
            </a:xfrm>
            <a:custGeom>
              <a:avLst/>
              <a:gdLst>
                <a:gd name="T0" fmla="*/ 43 w 43"/>
                <a:gd name="T1" fmla="*/ 5 h 34"/>
                <a:gd name="T2" fmla="*/ 36 w 43"/>
                <a:gd name="T3" fmla="*/ 0 h 34"/>
                <a:gd name="T4" fmla="*/ 0 w 43"/>
                <a:gd name="T5" fmla="*/ 17 h 34"/>
                <a:gd name="T6" fmla="*/ 8 w 43"/>
                <a:gd name="T7" fmla="*/ 34 h 34"/>
                <a:gd name="T8" fmla="*/ 10 w 43"/>
                <a:gd name="T9" fmla="*/ 34 h 34"/>
                <a:gd name="T10" fmla="*/ 32 w 43"/>
                <a:gd name="T11" fmla="*/ 27 h 34"/>
                <a:gd name="T12" fmla="*/ 43 w 43"/>
                <a:gd name="T13" fmla="*/ 7 h 34"/>
                <a:gd name="T14" fmla="*/ 43 w 43"/>
                <a:gd name="T15" fmla="*/ 5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 h="34">
                  <a:moveTo>
                    <a:pt x="43" y="5"/>
                  </a:moveTo>
                  <a:cubicBezTo>
                    <a:pt x="36" y="0"/>
                    <a:pt x="36" y="0"/>
                    <a:pt x="36" y="0"/>
                  </a:cubicBezTo>
                  <a:cubicBezTo>
                    <a:pt x="26" y="8"/>
                    <a:pt x="13" y="14"/>
                    <a:pt x="0" y="17"/>
                  </a:cubicBezTo>
                  <a:cubicBezTo>
                    <a:pt x="8" y="34"/>
                    <a:pt x="8" y="34"/>
                    <a:pt x="8" y="34"/>
                  </a:cubicBezTo>
                  <a:cubicBezTo>
                    <a:pt x="10" y="34"/>
                    <a:pt x="10" y="34"/>
                    <a:pt x="10" y="34"/>
                  </a:cubicBezTo>
                  <a:cubicBezTo>
                    <a:pt x="18" y="34"/>
                    <a:pt x="26" y="32"/>
                    <a:pt x="32" y="27"/>
                  </a:cubicBezTo>
                  <a:cubicBezTo>
                    <a:pt x="38" y="22"/>
                    <a:pt x="42" y="15"/>
                    <a:pt x="43" y="7"/>
                  </a:cubicBezTo>
                  <a:lnTo>
                    <a:pt x="43"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 name="Freeform 304"/>
            <p:cNvSpPr>
              <a:spLocks noEditPoints="1"/>
            </p:cNvSpPr>
            <p:nvPr/>
          </p:nvSpPr>
          <p:spPr bwMode="auto">
            <a:xfrm>
              <a:off x="6613525" y="5307013"/>
              <a:ext cx="322262" cy="323850"/>
            </a:xfrm>
            <a:custGeom>
              <a:avLst/>
              <a:gdLst>
                <a:gd name="T0" fmla="*/ 164 w 198"/>
                <a:gd name="T1" fmla="*/ 162 h 199"/>
                <a:gd name="T2" fmla="*/ 162 w 198"/>
                <a:gd name="T3" fmla="*/ 34 h 199"/>
                <a:gd name="T4" fmla="*/ 34 w 198"/>
                <a:gd name="T5" fmla="*/ 37 h 199"/>
                <a:gd name="T6" fmla="*/ 37 w 198"/>
                <a:gd name="T7" fmla="*/ 164 h 199"/>
                <a:gd name="T8" fmla="*/ 164 w 198"/>
                <a:gd name="T9" fmla="*/ 162 h 199"/>
                <a:gd name="T10" fmla="*/ 108 w 198"/>
                <a:gd name="T11" fmla="*/ 109 h 199"/>
                <a:gd name="T12" fmla="*/ 141 w 198"/>
                <a:gd name="T13" fmla="*/ 121 h 199"/>
                <a:gd name="T14" fmla="*/ 144 w 198"/>
                <a:gd name="T15" fmla="*/ 156 h 199"/>
                <a:gd name="T16" fmla="*/ 111 w 198"/>
                <a:gd name="T17" fmla="*/ 144 h 199"/>
                <a:gd name="T18" fmla="*/ 108 w 198"/>
                <a:gd name="T19" fmla="*/ 10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199">
                  <a:moveTo>
                    <a:pt x="164" y="162"/>
                  </a:moveTo>
                  <a:cubicBezTo>
                    <a:pt x="198" y="126"/>
                    <a:pt x="197" y="69"/>
                    <a:pt x="162" y="34"/>
                  </a:cubicBezTo>
                  <a:cubicBezTo>
                    <a:pt x="126" y="0"/>
                    <a:pt x="69" y="1"/>
                    <a:pt x="34" y="37"/>
                  </a:cubicBezTo>
                  <a:cubicBezTo>
                    <a:pt x="0" y="73"/>
                    <a:pt x="1" y="130"/>
                    <a:pt x="37" y="164"/>
                  </a:cubicBezTo>
                  <a:cubicBezTo>
                    <a:pt x="73" y="199"/>
                    <a:pt x="130" y="197"/>
                    <a:pt x="164" y="162"/>
                  </a:cubicBezTo>
                  <a:close/>
                  <a:moveTo>
                    <a:pt x="108" y="109"/>
                  </a:moveTo>
                  <a:cubicBezTo>
                    <a:pt x="117" y="103"/>
                    <a:pt x="132" y="108"/>
                    <a:pt x="141" y="121"/>
                  </a:cubicBezTo>
                  <a:cubicBezTo>
                    <a:pt x="151" y="134"/>
                    <a:pt x="153" y="149"/>
                    <a:pt x="144" y="156"/>
                  </a:cubicBezTo>
                  <a:cubicBezTo>
                    <a:pt x="136" y="162"/>
                    <a:pt x="121" y="157"/>
                    <a:pt x="111" y="144"/>
                  </a:cubicBezTo>
                  <a:cubicBezTo>
                    <a:pt x="101" y="131"/>
                    <a:pt x="100" y="115"/>
                    <a:pt x="108"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 name="Freeform 314"/>
            <p:cNvSpPr>
              <a:spLocks/>
            </p:cNvSpPr>
            <p:nvPr/>
          </p:nvSpPr>
          <p:spPr bwMode="auto">
            <a:xfrm>
              <a:off x="7215188" y="5094288"/>
              <a:ext cx="195262" cy="207963"/>
            </a:xfrm>
            <a:custGeom>
              <a:avLst/>
              <a:gdLst>
                <a:gd name="T0" fmla="*/ 16 w 120"/>
                <a:gd name="T1" fmla="*/ 85 h 128"/>
                <a:gd name="T2" fmla="*/ 40 w 120"/>
                <a:gd name="T3" fmla="*/ 80 h 128"/>
                <a:gd name="T4" fmla="*/ 72 w 120"/>
                <a:gd name="T5" fmla="*/ 68 h 128"/>
                <a:gd name="T6" fmla="*/ 84 w 120"/>
                <a:gd name="T7" fmla="*/ 40 h 128"/>
                <a:gd name="T8" fmla="*/ 92 w 120"/>
                <a:gd name="T9" fmla="*/ 17 h 128"/>
                <a:gd name="T10" fmla="*/ 120 w 120"/>
                <a:gd name="T11" fmla="*/ 8 h 128"/>
                <a:gd name="T12" fmla="*/ 120 w 120"/>
                <a:gd name="T13" fmla="*/ 0 h 128"/>
                <a:gd name="T14" fmla="*/ 86 w 120"/>
                <a:gd name="T15" fmla="*/ 12 h 128"/>
                <a:gd name="T16" fmla="*/ 76 w 120"/>
                <a:gd name="T17" fmla="*/ 40 h 128"/>
                <a:gd name="T18" fmla="*/ 40 w 120"/>
                <a:gd name="T19" fmla="*/ 72 h 128"/>
                <a:gd name="T20" fmla="*/ 11 w 120"/>
                <a:gd name="T21" fmla="*/ 79 h 128"/>
                <a:gd name="T22" fmla="*/ 0 w 120"/>
                <a:gd name="T23" fmla="*/ 100 h 128"/>
                <a:gd name="T24" fmla="*/ 0 w 120"/>
                <a:gd name="T25" fmla="*/ 128 h 128"/>
                <a:gd name="T26" fmla="*/ 8 w 120"/>
                <a:gd name="T27" fmla="*/ 128 h 128"/>
                <a:gd name="T28" fmla="*/ 8 w 120"/>
                <a:gd name="T29" fmla="*/ 100 h 128"/>
                <a:gd name="T30" fmla="*/ 16 w 120"/>
                <a:gd name="T31" fmla="*/ 85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128">
                  <a:moveTo>
                    <a:pt x="16" y="85"/>
                  </a:moveTo>
                  <a:cubicBezTo>
                    <a:pt x="21" y="82"/>
                    <a:pt x="29" y="80"/>
                    <a:pt x="40" y="80"/>
                  </a:cubicBezTo>
                  <a:cubicBezTo>
                    <a:pt x="53" y="80"/>
                    <a:pt x="64" y="76"/>
                    <a:pt x="72" y="68"/>
                  </a:cubicBezTo>
                  <a:cubicBezTo>
                    <a:pt x="80" y="61"/>
                    <a:pt x="84" y="51"/>
                    <a:pt x="84" y="40"/>
                  </a:cubicBezTo>
                  <a:cubicBezTo>
                    <a:pt x="84" y="31"/>
                    <a:pt x="87" y="23"/>
                    <a:pt x="92" y="17"/>
                  </a:cubicBezTo>
                  <a:cubicBezTo>
                    <a:pt x="97" y="12"/>
                    <a:pt x="106" y="8"/>
                    <a:pt x="120" y="8"/>
                  </a:cubicBezTo>
                  <a:cubicBezTo>
                    <a:pt x="120" y="0"/>
                    <a:pt x="120" y="0"/>
                    <a:pt x="120" y="0"/>
                  </a:cubicBezTo>
                  <a:cubicBezTo>
                    <a:pt x="105" y="0"/>
                    <a:pt x="93" y="4"/>
                    <a:pt x="86" y="12"/>
                  </a:cubicBezTo>
                  <a:cubicBezTo>
                    <a:pt x="79" y="19"/>
                    <a:pt x="76" y="29"/>
                    <a:pt x="76" y="40"/>
                  </a:cubicBezTo>
                  <a:cubicBezTo>
                    <a:pt x="76" y="58"/>
                    <a:pt x="63" y="72"/>
                    <a:pt x="40" y="72"/>
                  </a:cubicBezTo>
                  <a:cubicBezTo>
                    <a:pt x="28" y="72"/>
                    <a:pt x="18" y="74"/>
                    <a:pt x="11" y="79"/>
                  </a:cubicBezTo>
                  <a:cubicBezTo>
                    <a:pt x="4" y="83"/>
                    <a:pt x="0" y="91"/>
                    <a:pt x="0" y="100"/>
                  </a:cubicBezTo>
                  <a:cubicBezTo>
                    <a:pt x="0" y="116"/>
                    <a:pt x="0" y="128"/>
                    <a:pt x="0" y="128"/>
                  </a:cubicBezTo>
                  <a:cubicBezTo>
                    <a:pt x="8" y="128"/>
                    <a:pt x="8" y="128"/>
                    <a:pt x="8" y="128"/>
                  </a:cubicBezTo>
                  <a:cubicBezTo>
                    <a:pt x="8" y="128"/>
                    <a:pt x="8" y="116"/>
                    <a:pt x="8" y="100"/>
                  </a:cubicBezTo>
                  <a:cubicBezTo>
                    <a:pt x="9" y="93"/>
                    <a:pt x="11" y="89"/>
                    <a:pt x="16" y="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 name="Freeform 315"/>
            <p:cNvSpPr>
              <a:spLocks/>
            </p:cNvSpPr>
            <p:nvPr/>
          </p:nvSpPr>
          <p:spPr bwMode="auto">
            <a:xfrm>
              <a:off x="7177088" y="5094288"/>
              <a:ext cx="96837" cy="207963"/>
            </a:xfrm>
            <a:custGeom>
              <a:avLst/>
              <a:gdLst>
                <a:gd name="T0" fmla="*/ 15 w 60"/>
                <a:gd name="T1" fmla="*/ 53 h 128"/>
                <a:gd name="T2" fmla="*/ 2 w 60"/>
                <a:gd name="T3" fmla="*/ 63 h 128"/>
                <a:gd name="T4" fmla="*/ 0 w 60"/>
                <a:gd name="T5" fmla="*/ 76 h 128"/>
                <a:gd name="T6" fmla="*/ 0 w 60"/>
                <a:gd name="T7" fmla="*/ 128 h 128"/>
                <a:gd name="T8" fmla="*/ 8 w 60"/>
                <a:gd name="T9" fmla="*/ 128 h 128"/>
                <a:gd name="T10" fmla="*/ 8 w 60"/>
                <a:gd name="T11" fmla="*/ 76 h 128"/>
                <a:gd name="T12" fmla="*/ 10 w 60"/>
                <a:gd name="T13" fmla="*/ 66 h 128"/>
                <a:gd name="T14" fmla="*/ 13 w 60"/>
                <a:gd name="T15" fmla="*/ 62 h 128"/>
                <a:gd name="T16" fmla="*/ 36 w 60"/>
                <a:gd name="T17" fmla="*/ 60 h 128"/>
                <a:gd name="T18" fmla="*/ 47 w 60"/>
                <a:gd name="T19" fmla="*/ 58 h 128"/>
                <a:gd name="T20" fmla="*/ 49 w 60"/>
                <a:gd name="T21" fmla="*/ 54 h 128"/>
                <a:gd name="T22" fmla="*/ 44 w 60"/>
                <a:gd name="T23" fmla="*/ 47 h 128"/>
                <a:gd name="T24" fmla="*/ 37 w 60"/>
                <a:gd name="T25" fmla="*/ 40 h 128"/>
                <a:gd name="T26" fmla="*/ 28 w 60"/>
                <a:gd name="T27" fmla="*/ 24 h 128"/>
                <a:gd name="T28" fmla="*/ 41 w 60"/>
                <a:gd name="T29" fmla="*/ 10 h 128"/>
                <a:gd name="T30" fmla="*/ 60 w 60"/>
                <a:gd name="T31" fmla="*/ 8 h 128"/>
                <a:gd name="T32" fmla="*/ 60 w 60"/>
                <a:gd name="T33" fmla="*/ 0 h 128"/>
                <a:gd name="T34" fmla="*/ 38 w 60"/>
                <a:gd name="T35" fmla="*/ 3 h 128"/>
                <a:gd name="T36" fmla="*/ 20 w 60"/>
                <a:gd name="T37" fmla="*/ 24 h 128"/>
                <a:gd name="T38" fmla="*/ 31 w 60"/>
                <a:gd name="T39" fmla="*/ 45 h 128"/>
                <a:gd name="T40" fmla="*/ 38 w 60"/>
                <a:gd name="T41" fmla="*/ 52 h 128"/>
                <a:gd name="T42" fmla="*/ 36 w 60"/>
                <a:gd name="T43" fmla="*/ 52 h 128"/>
                <a:gd name="T44" fmla="*/ 15 w 60"/>
                <a:gd name="T45" fmla="*/ 5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 h="128">
                  <a:moveTo>
                    <a:pt x="15" y="53"/>
                  </a:moveTo>
                  <a:cubicBezTo>
                    <a:pt x="9" y="54"/>
                    <a:pt x="4" y="57"/>
                    <a:pt x="2" y="63"/>
                  </a:cubicBezTo>
                  <a:cubicBezTo>
                    <a:pt x="1" y="67"/>
                    <a:pt x="0" y="71"/>
                    <a:pt x="0" y="76"/>
                  </a:cubicBezTo>
                  <a:cubicBezTo>
                    <a:pt x="0" y="96"/>
                    <a:pt x="0" y="128"/>
                    <a:pt x="0" y="128"/>
                  </a:cubicBezTo>
                  <a:cubicBezTo>
                    <a:pt x="8" y="128"/>
                    <a:pt x="8" y="128"/>
                    <a:pt x="8" y="128"/>
                  </a:cubicBezTo>
                  <a:cubicBezTo>
                    <a:pt x="8" y="128"/>
                    <a:pt x="8" y="96"/>
                    <a:pt x="8" y="76"/>
                  </a:cubicBezTo>
                  <a:cubicBezTo>
                    <a:pt x="8" y="71"/>
                    <a:pt x="9" y="68"/>
                    <a:pt x="10" y="66"/>
                  </a:cubicBezTo>
                  <a:cubicBezTo>
                    <a:pt x="11" y="64"/>
                    <a:pt x="11" y="63"/>
                    <a:pt x="13" y="62"/>
                  </a:cubicBezTo>
                  <a:cubicBezTo>
                    <a:pt x="17" y="60"/>
                    <a:pt x="24" y="60"/>
                    <a:pt x="36" y="60"/>
                  </a:cubicBezTo>
                  <a:cubicBezTo>
                    <a:pt x="41" y="60"/>
                    <a:pt x="44" y="60"/>
                    <a:pt x="47" y="58"/>
                  </a:cubicBezTo>
                  <a:cubicBezTo>
                    <a:pt x="48" y="57"/>
                    <a:pt x="49" y="55"/>
                    <a:pt x="49" y="54"/>
                  </a:cubicBezTo>
                  <a:cubicBezTo>
                    <a:pt x="48" y="50"/>
                    <a:pt x="46" y="49"/>
                    <a:pt x="44" y="47"/>
                  </a:cubicBezTo>
                  <a:cubicBezTo>
                    <a:pt x="42" y="45"/>
                    <a:pt x="40" y="43"/>
                    <a:pt x="37" y="40"/>
                  </a:cubicBezTo>
                  <a:cubicBezTo>
                    <a:pt x="32" y="35"/>
                    <a:pt x="28" y="30"/>
                    <a:pt x="28" y="24"/>
                  </a:cubicBezTo>
                  <a:cubicBezTo>
                    <a:pt x="29" y="16"/>
                    <a:pt x="33" y="13"/>
                    <a:pt x="41" y="10"/>
                  </a:cubicBezTo>
                  <a:cubicBezTo>
                    <a:pt x="48" y="8"/>
                    <a:pt x="56" y="8"/>
                    <a:pt x="60" y="8"/>
                  </a:cubicBezTo>
                  <a:cubicBezTo>
                    <a:pt x="60" y="0"/>
                    <a:pt x="60" y="0"/>
                    <a:pt x="60" y="0"/>
                  </a:cubicBezTo>
                  <a:cubicBezTo>
                    <a:pt x="56" y="0"/>
                    <a:pt x="47" y="0"/>
                    <a:pt x="38" y="3"/>
                  </a:cubicBezTo>
                  <a:cubicBezTo>
                    <a:pt x="30" y="5"/>
                    <a:pt x="20" y="12"/>
                    <a:pt x="20" y="24"/>
                  </a:cubicBezTo>
                  <a:cubicBezTo>
                    <a:pt x="20" y="33"/>
                    <a:pt x="26" y="40"/>
                    <a:pt x="31" y="45"/>
                  </a:cubicBezTo>
                  <a:cubicBezTo>
                    <a:pt x="33" y="48"/>
                    <a:pt x="36" y="50"/>
                    <a:pt x="38" y="52"/>
                  </a:cubicBezTo>
                  <a:cubicBezTo>
                    <a:pt x="38" y="52"/>
                    <a:pt x="37" y="52"/>
                    <a:pt x="36" y="52"/>
                  </a:cubicBezTo>
                  <a:cubicBezTo>
                    <a:pt x="27" y="52"/>
                    <a:pt x="21" y="52"/>
                    <a:pt x="15"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29" name="组合 328"/>
          <p:cNvGrpSpPr/>
          <p:nvPr/>
        </p:nvGrpSpPr>
        <p:grpSpPr>
          <a:xfrm>
            <a:off x="8832850" y="2855913"/>
            <a:ext cx="1484312" cy="1716088"/>
            <a:chOff x="8832850" y="2855913"/>
            <a:chExt cx="1484312" cy="1716088"/>
          </a:xfrm>
          <a:solidFill>
            <a:schemeClr val="tx1">
              <a:lumMod val="65000"/>
              <a:lumOff val="35000"/>
            </a:schemeClr>
          </a:solidFill>
        </p:grpSpPr>
        <p:sp>
          <p:nvSpPr>
            <p:cNvPr id="330" name="Freeform 316"/>
            <p:cNvSpPr>
              <a:spLocks/>
            </p:cNvSpPr>
            <p:nvPr/>
          </p:nvSpPr>
          <p:spPr bwMode="auto">
            <a:xfrm>
              <a:off x="9628188" y="4122738"/>
              <a:ext cx="192087" cy="449263"/>
            </a:xfrm>
            <a:custGeom>
              <a:avLst/>
              <a:gdLst>
                <a:gd name="T0" fmla="*/ 0 w 119"/>
                <a:gd name="T1" fmla="*/ 0 h 276"/>
                <a:gd name="T2" fmla="*/ 18 w 119"/>
                <a:gd name="T3" fmla="*/ 229 h 276"/>
                <a:gd name="T4" fmla="*/ 71 w 119"/>
                <a:gd name="T5" fmla="*/ 274 h 276"/>
                <a:gd name="T6" fmla="*/ 117 w 119"/>
                <a:gd name="T7" fmla="*/ 221 h 276"/>
                <a:gd name="T8" fmla="*/ 103 w 119"/>
                <a:gd name="T9" fmla="*/ 52 h 276"/>
                <a:gd name="T10" fmla="*/ 0 w 119"/>
                <a:gd name="T11" fmla="*/ 0 h 276"/>
              </a:gdLst>
              <a:ahLst/>
              <a:cxnLst>
                <a:cxn ang="0">
                  <a:pos x="T0" y="T1"/>
                </a:cxn>
                <a:cxn ang="0">
                  <a:pos x="T2" y="T3"/>
                </a:cxn>
                <a:cxn ang="0">
                  <a:pos x="T4" y="T5"/>
                </a:cxn>
                <a:cxn ang="0">
                  <a:pos x="T6" y="T7"/>
                </a:cxn>
                <a:cxn ang="0">
                  <a:pos x="T8" y="T9"/>
                </a:cxn>
                <a:cxn ang="0">
                  <a:pos x="T10" y="T11"/>
                </a:cxn>
              </a:cxnLst>
              <a:rect l="0" t="0" r="r" b="b"/>
              <a:pathLst>
                <a:path w="119" h="276">
                  <a:moveTo>
                    <a:pt x="0" y="0"/>
                  </a:moveTo>
                  <a:cubicBezTo>
                    <a:pt x="18" y="229"/>
                    <a:pt x="18" y="229"/>
                    <a:pt x="18" y="229"/>
                  </a:cubicBezTo>
                  <a:cubicBezTo>
                    <a:pt x="20" y="256"/>
                    <a:pt x="44" y="276"/>
                    <a:pt x="71" y="274"/>
                  </a:cubicBezTo>
                  <a:cubicBezTo>
                    <a:pt x="99" y="272"/>
                    <a:pt x="119" y="248"/>
                    <a:pt x="117" y="221"/>
                  </a:cubicBezTo>
                  <a:cubicBezTo>
                    <a:pt x="103" y="52"/>
                    <a:pt x="103" y="52"/>
                    <a:pt x="103" y="52"/>
                  </a:cubicBezTo>
                  <a:cubicBezTo>
                    <a:pt x="61" y="51"/>
                    <a:pt x="24" y="3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 name="Freeform 317"/>
            <p:cNvSpPr>
              <a:spLocks noEditPoints="1"/>
            </p:cNvSpPr>
            <p:nvPr/>
          </p:nvSpPr>
          <p:spPr bwMode="auto">
            <a:xfrm>
              <a:off x="9440863" y="3027363"/>
              <a:ext cx="292100" cy="292100"/>
            </a:xfrm>
            <a:custGeom>
              <a:avLst/>
              <a:gdLst>
                <a:gd name="T0" fmla="*/ 101 w 180"/>
                <a:gd name="T1" fmla="*/ 23 h 179"/>
                <a:gd name="T2" fmla="*/ 79 w 180"/>
                <a:gd name="T3" fmla="*/ 45 h 179"/>
                <a:gd name="T4" fmla="*/ 0 w 180"/>
                <a:gd name="T5" fmla="*/ 88 h 179"/>
                <a:gd name="T6" fmla="*/ 0 w 180"/>
                <a:gd name="T7" fmla="*/ 89 h 179"/>
                <a:gd name="T8" fmla="*/ 90 w 180"/>
                <a:gd name="T9" fmla="*/ 179 h 179"/>
                <a:gd name="T10" fmla="*/ 180 w 180"/>
                <a:gd name="T11" fmla="*/ 89 h 179"/>
                <a:gd name="T12" fmla="*/ 104 w 180"/>
                <a:gd name="T13" fmla="*/ 0 h 179"/>
                <a:gd name="T14" fmla="*/ 101 w 180"/>
                <a:gd name="T15" fmla="*/ 23 h 179"/>
                <a:gd name="T16" fmla="*/ 148 w 180"/>
                <a:gd name="T17" fmla="*/ 117 h 179"/>
                <a:gd name="T18" fmla="*/ 100 w 180"/>
                <a:gd name="T19" fmla="*/ 132 h 179"/>
                <a:gd name="T20" fmla="*/ 51 w 180"/>
                <a:gd name="T21" fmla="*/ 147 h 179"/>
                <a:gd name="T22" fmla="*/ 91 w 180"/>
                <a:gd name="T23" fmla="*/ 104 h 179"/>
                <a:gd name="T24" fmla="*/ 148 w 180"/>
                <a:gd name="T25" fmla="*/ 117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0" h="179">
                  <a:moveTo>
                    <a:pt x="101" y="23"/>
                  </a:moveTo>
                  <a:cubicBezTo>
                    <a:pt x="97" y="33"/>
                    <a:pt x="89" y="41"/>
                    <a:pt x="79" y="45"/>
                  </a:cubicBezTo>
                  <a:cubicBezTo>
                    <a:pt x="41" y="60"/>
                    <a:pt x="16" y="75"/>
                    <a:pt x="0" y="88"/>
                  </a:cubicBezTo>
                  <a:cubicBezTo>
                    <a:pt x="0" y="89"/>
                    <a:pt x="0" y="89"/>
                    <a:pt x="0" y="89"/>
                  </a:cubicBezTo>
                  <a:cubicBezTo>
                    <a:pt x="0" y="139"/>
                    <a:pt x="41" y="179"/>
                    <a:pt x="90" y="179"/>
                  </a:cubicBezTo>
                  <a:cubicBezTo>
                    <a:pt x="140" y="179"/>
                    <a:pt x="180" y="139"/>
                    <a:pt x="180" y="89"/>
                  </a:cubicBezTo>
                  <a:cubicBezTo>
                    <a:pt x="180" y="44"/>
                    <a:pt x="147" y="7"/>
                    <a:pt x="104" y="0"/>
                  </a:cubicBezTo>
                  <a:cubicBezTo>
                    <a:pt x="105" y="8"/>
                    <a:pt x="105" y="16"/>
                    <a:pt x="101" y="23"/>
                  </a:cubicBezTo>
                  <a:close/>
                  <a:moveTo>
                    <a:pt x="148" y="117"/>
                  </a:moveTo>
                  <a:cubicBezTo>
                    <a:pt x="153" y="133"/>
                    <a:pt x="126" y="124"/>
                    <a:pt x="100" y="132"/>
                  </a:cubicBezTo>
                  <a:cubicBezTo>
                    <a:pt x="73" y="140"/>
                    <a:pt x="56" y="162"/>
                    <a:pt x="51" y="147"/>
                  </a:cubicBezTo>
                  <a:cubicBezTo>
                    <a:pt x="46" y="131"/>
                    <a:pt x="64" y="112"/>
                    <a:pt x="91" y="104"/>
                  </a:cubicBezTo>
                  <a:cubicBezTo>
                    <a:pt x="118" y="96"/>
                    <a:pt x="143" y="102"/>
                    <a:pt x="148" y="1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 name="Freeform 318"/>
            <p:cNvSpPr>
              <a:spLocks/>
            </p:cNvSpPr>
            <p:nvPr/>
          </p:nvSpPr>
          <p:spPr bwMode="auto">
            <a:xfrm>
              <a:off x="9739313" y="2863850"/>
              <a:ext cx="134937" cy="101600"/>
            </a:xfrm>
            <a:custGeom>
              <a:avLst/>
              <a:gdLst>
                <a:gd name="T0" fmla="*/ 71 w 83"/>
                <a:gd name="T1" fmla="*/ 28 h 63"/>
                <a:gd name="T2" fmla="*/ 0 w 83"/>
                <a:gd name="T3" fmla="*/ 63 h 63"/>
                <a:gd name="T4" fmla="*/ 71 w 83"/>
                <a:gd name="T5" fmla="*/ 28 h 63"/>
              </a:gdLst>
              <a:ahLst/>
              <a:cxnLst>
                <a:cxn ang="0">
                  <a:pos x="T0" y="T1"/>
                </a:cxn>
                <a:cxn ang="0">
                  <a:pos x="T2" y="T3"/>
                </a:cxn>
                <a:cxn ang="0">
                  <a:pos x="T4" y="T5"/>
                </a:cxn>
              </a:cxnLst>
              <a:rect l="0" t="0" r="r" b="b"/>
              <a:pathLst>
                <a:path w="83" h="63">
                  <a:moveTo>
                    <a:pt x="71" y="28"/>
                  </a:moveTo>
                  <a:cubicBezTo>
                    <a:pt x="58" y="0"/>
                    <a:pt x="6" y="28"/>
                    <a:pt x="0" y="63"/>
                  </a:cubicBezTo>
                  <a:cubicBezTo>
                    <a:pt x="46" y="44"/>
                    <a:pt x="83" y="54"/>
                    <a:pt x="71"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319"/>
            <p:cNvSpPr>
              <a:spLocks/>
            </p:cNvSpPr>
            <p:nvPr/>
          </p:nvSpPr>
          <p:spPr bwMode="auto">
            <a:xfrm>
              <a:off x="9645650" y="2855913"/>
              <a:ext cx="92075" cy="111125"/>
            </a:xfrm>
            <a:custGeom>
              <a:avLst/>
              <a:gdLst>
                <a:gd name="T0" fmla="*/ 17 w 57"/>
                <a:gd name="T1" fmla="*/ 68 h 68"/>
                <a:gd name="T2" fmla="*/ 35 w 57"/>
                <a:gd name="T3" fmla="*/ 8 h 68"/>
                <a:gd name="T4" fmla="*/ 17 w 57"/>
                <a:gd name="T5" fmla="*/ 68 h 68"/>
              </a:gdLst>
              <a:ahLst/>
              <a:cxnLst>
                <a:cxn ang="0">
                  <a:pos x="T0" y="T1"/>
                </a:cxn>
                <a:cxn ang="0">
                  <a:pos x="T2" y="T3"/>
                </a:cxn>
                <a:cxn ang="0">
                  <a:pos x="T4" y="T5"/>
                </a:cxn>
              </a:cxnLst>
              <a:rect l="0" t="0" r="r" b="b"/>
              <a:pathLst>
                <a:path w="57" h="68">
                  <a:moveTo>
                    <a:pt x="17" y="68"/>
                  </a:moveTo>
                  <a:cubicBezTo>
                    <a:pt x="31" y="31"/>
                    <a:pt x="57" y="15"/>
                    <a:pt x="35" y="8"/>
                  </a:cubicBezTo>
                  <a:cubicBezTo>
                    <a:pt x="12" y="0"/>
                    <a:pt x="0" y="45"/>
                    <a:pt x="17"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320"/>
            <p:cNvSpPr>
              <a:spLocks/>
            </p:cNvSpPr>
            <p:nvPr/>
          </p:nvSpPr>
          <p:spPr bwMode="auto">
            <a:xfrm>
              <a:off x="9753600" y="2992438"/>
              <a:ext cx="93662" cy="66675"/>
            </a:xfrm>
            <a:custGeom>
              <a:avLst/>
              <a:gdLst>
                <a:gd name="T0" fmla="*/ 0 w 57"/>
                <a:gd name="T1" fmla="*/ 36 h 41"/>
                <a:gd name="T2" fmla="*/ 53 w 57"/>
                <a:gd name="T3" fmla="*/ 21 h 41"/>
                <a:gd name="T4" fmla="*/ 0 w 57"/>
                <a:gd name="T5" fmla="*/ 36 h 41"/>
              </a:gdLst>
              <a:ahLst/>
              <a:cxnLst>
                <a:cxn ang="0">
                  <a:pos x="T0" y="T1"/>
                </a:cxn>
                <a:cxn ang="0">
                  <a:pos x="T2" y="T3"/>
                </a:cxn>
                <a:cxn ang="0">
                  <a:pos x="T4" y="T5"/>
                </a:cxn>
              </a:cxnLst>
              <a:rect l="0" t="0" r="r" b="b"/>
              <a:pathLst>
                <a:path w="57" h="41">
                  <a:moveTo>
                    <a:pt x="0" y="36"/>
                  </a:moveTo>
                  <a:cubicBezTo>
                    <a:pt x="33" y="28"/>
                    <a:pt x="57" y="41"/>
                    <a:pt x="53" y="21"/>
                  </a:cubicBezTo>
                  <a:cubicBezTo>
                    <a:pt x="47" y="0"/>
                    <a:pt x="8" y="12"/>
                    <a:pt x="0"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 name="Rectangle 321"/>
            <p:cNvSpPr>
              <a:spLocks noChangeArrowheads="1"/>
            </p:cNvSpPr>
            <p:nvPr/>
          </p:nvSpPr>
          <p:spPr bwMode="auto">
            <a:xfrm>
              <a:off x="9994900" y="3600450"/>
              <a:ext cx="322262"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 name="Rectangle 322"/>
            <p:cNvSpPr>
              <a:spLocks noChangeArrowheads="1"/>
            </p:cNvSpPr>
            <p:nvPr/>
          </p:nvSpPr>
          <p:spPr bwMode="auto">
            <a:xfrm>
              <a:off x="9955213" y="3559175"/>
              <a:ext cx="322262"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 name="Rectangle 323"/>
            <p:cNvSpPr>
              <a:spLocks noChangeArrowheads="1"/>
            </p:cNvSpPr>
            <p:nvPr/>
          </p:nvSpPr>
          <p:spPr bwMode="auto">
            <a:xfrm>
              <a:off x="9980613" y="3521075"/>
              <a:ext cx="322262"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 name="Rectangle 324"/>
            <p:cNvSpPr>
              <a:spLocks noChangeArrowheads="1"/>
            </p:cNvSpPr>
            <p:nvPr/>
          </p:nvSpPr>
          <p:spPr bwMode="auto">
            <a:xfrm>
              <a:off x="9964738" y="3481388"/>
              <a:ext cx="322262"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 name="Rectangle 325"/>
            <p:cNvSpPr>
              <a:spLocks noChangeArrowheads="1"/>
            </p:cNvSpPr>
            <p:nvPr/>
          </p:nvSpPr>
          <p:spPr bwMode="auto">
            <a:xfrm>
              <a:off x="9977438" y="3440113"/>
              <a:ext cx="322262"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 name="Rectangle 326"/>
            <p:cNvSpPr>
              <a:spLocks noChangeArrowheads="1"/>
            </p:cNvSpPr>
            <p:nvPr/>
          </p:nvSpPr>
          <p:spPr bwMode="auto">
            <a:xfrm>
              <a:off x="9977438" y="3402013"/>
              <a:ext cx="322262"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 name="Freeform 327"/>
            <p:cNvSpPr>
              <a:spLocks/>
            </p:cNvSpPr>
            <p:nvPr/>
          </p:nvSpPr>
          <p:spPr bwMode="auto">
            <a:xfrm>
              <a:off x="8877300" y="3589338"/>
              <a:ext cx="315912" cy="79375"/>
            </a:xfrm>
            <a:custGeom>
              <a:avLst/>
              <a:gdLst>
                <a:gd name="T0" fmla="*/ 2 w 199"/>
                <a:gd name="T1" fmla="*/ 50 h 50"/>
                <a:gd name="T2" fmla="*/ 199 w 199"/>
                <a:gd name="T3" fmla="*/ 11 h 50"/>
                <a:gd name="T4" fmla="*/ 196 w 199"/>
                <a:gd name="T5" fmla="*/ 0 h 50"/>
                <a:gd name="T6" fmla="*/ 0 w 199"/>
                <a:gd name="T7" fmla="*/ 38 h 50"/>
                <a:gd name="T8" fmla="*/ 2 w 199"/>
                <a:gd name="T9" fmla="*/ 50 h 50"/>
              </a:gdLst>
              <a:ahLst/>
              <a:cxnLst>
                <a:cxn ang="0">
                  <a:pos x="T0" y="T1"/>
                </a:cxn>
                <a:cxn ang="0">
                  <a:pos x="T2" y="T3"/>
                </a:cxn>
                <a:cxn ang="0">
                  <a:pos x="T4" y="T5"/>
                </a:cxn>
                <a:cxn ang="0">
                  <a:pos x="T6" y="T7"/>
                </a:cxn>
                <a:cxn ang="0">
                  <a:pos x="T8" y="T9"/>
                </a:cxn>
              </a:cxnLst>
              <a:rect l="0" t="0" r="r" b="b"/>
              <a:pathLst>
                <a:path w="199" h="50">
                  <a:moveTo>
                    <a:pt x="2" y="50"/>
                  </a:moveTo>
                  <a:lnTo>
                    <a:pt x="199" y="11"/>
                  </a:lnTo>
                  <a:lnTo>
                    <a:pt x="196" y="0"/>
                  </a:lnTo>
                  <a:lnTo>
                    <a:pt x="0" y="38"/>
                  </a:lnTo>
                  <a:lnTo>
                    <a:pt x="2" y="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 name="Freeform 328"/>
            <p:cNvSpPr>
              <a:spLocks noEditPoints="1"/>
            </p:cNvSpPr>
            <p:nvPr/>
          </p:nvSpPr>
          <p:spPr bwMode="auto">
            <a:xfrm>
              <a:off x="8832850" y="3495675"/>
              <a:ext cx="168275" cy="133350"/>
            </a:xfrm>
            <a:custGeom>
              <a:avLst/>
              <a:gdLst>
                <a:gd name="T0" fmla="*/ 30 w 103"/>
                <a:gd name="T1" fmla="*/ 73 h 82"/>
                <a:gd name="T2" fmla="*/ 42 w 103"/>
                <a:gd name="T3" fmla="*/ 81 h 82"/>
                <a:gd name="T4" fmla="*/ 94 w 103"/>
                <a:gd name="T5" fmla="*/ 70 h 82"/>
                <a:gd name="T6" fmla="*/ 102 w 103"/>
                <a:gd name="T7" fmla="*/ 59 h 82"/>
                <a:gd name="T8" fmla="*/ 90 w 103"/>
                <a:gd name="T9" fmla="*/ 0 h 82"/>
                <a:gd name="T10" fmla="*/ 19 w 103"/>
                <a:gd name="T11" fmla="*/ 14 h 82"/>
                <a:gd name="T12" fmla="*/ 21 w 103"/>
                <a:gd name="T13" fmla="*/ 26 h 82"/>
                <a:gd name="T14" fmla="*/ 12 w 103"/>
                <a:gd name="T15" fmla="*/ 27 h 82"/>
                <a:gd name="T16" fmla="*/ 1 w 103"/>
                <a:gd name="T17" fmla="*/ 43 h 82"/>
                <a:gd name="T18" fmla="*/ 4 w 103"/>
                <a:gd name="T19" fmla="*/ 58 h 82"/>
                <a:gd name="T20" fmla="*/ 20 w 103"/>
                <a:gd name="T21" fmla="*/ 69 h 82"/>
                <a:gd name="T22" fmla="*/ 29 w 103"/>
                <a:gd name="T23" fmla="*/ 67 h 82"/>
                <a:gd name="T24" fmla="*/ 30 w 103"/>
                <a:gd name="T25" fmla="*/ 73 h 82"/>
                <a:gd name="T26" fmla="*/ 18 w 103"/>
                <a:gd name="T27" fmla="*/ 59 h 82"/>
                <a:gd name="T28" fmla="*/ 14 w 103"/>
                <a:gd name="T29" fmla="*/ 56 h 82"/>
                <a:gd name="T30" fmla="*/ 11 w 103"/>
                <a:gd name="T31" fmla="*/ 42 h 82"/>
                <a:gd name="T32" fmla="*/ 14 w 103"/>
                <a:gd name="T33" fmla="*/ 37 h 82"/>
                <a:gd name="T34" fmla="*/ 23 w 103"/>
                <a:gd name="T35" fmla="*/ 35 h 82"/>
                <a:gd name="T36" fmla="*/ 27 w 103"/>
                <a:gd name="T37" fmla="*/ 58 h 82"/>
                <a:gd name="T38" fmla="*/ 18 w 103"/>
                <a:gd name="T39" fmla="*/ 59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3" h="82">
                  <a:moveTo>
                    <a:pt x="30" y="73"/>
                  </a:moveTo>
                  <a:cubicBezTo>
                    <a:pt x="31" y="78"/>
                    <a:pt x="37" y="82"/>
                    <a:pt x="42" y="81"/>
                  </a:cubicBezTo>
                  <a:cubicBezTo>
                    <a:pt x="94" y="70"/>
                    <a:pt x="94" y="70"/>
                    <a:pt x="94" y="70"/>
                  </a:cubicBezTo>
                  <a:cubicBezTo>
                    <a:pt x="99" y="69"/>
                    <a:pt x="103" y="64"/>
                    <a:pt x="102" y="59"/>
                  </a:cubicBezTo>
                  <a:cubicBezTo>
                    <a:pt x="90" y="0"/>
                    <a:pt x="90" y="0"/>
                    <a:pt x="90" y="0"/>
                  </a:cubicBezTo>
                  <a:cubicBezTo>
                    <a:pt x="19" y="14"/>
                    <a:pt x="19" y="14"/>
                    <a:pt x="19" y="14"/>
                  </a:cubicBezTo>
                  <a:cubicBezTo>
                    <a:pt x="21" y="26"/>
                    <a:pt x="21" y="26"/>
                    <a:pt x="21" y="26"/>
                  </a:cubicBezTo>
                  <a:cubicBezTo>
                    <a:pt x="12" y="27"/>
                    <a:pt x="12" y="27"/>
                    <a:pt x="12" y="27"/>
                  </a:cubicBezTo>
                  <a:cubicBezTo>
                    <a:pt x="5" y="29"/>
                    <a:pt x="0" y="36"/>
                    <a:pt x="1" y="43"/>
                  </a:cubicBezTo>
                  <a:cubicBezTo>
                    <a:pt x="4" y="58"/>
                    <a:pt x="4" y="58"/>
                    <a:pt x="4" y="58"/>
                  </a:cubicBezTo>
                  <a:cubicBezTo>
                    <a:pt x="6" y="66"/>
                    <a:pt x="13" y="71"/>
                    <a:pt x="20" y="69"/>
                  </a:cubicBezTo>
                  <a:cubicBezTo>
                    <a:pt x="29" y="67"/>
                    <a:pt x="29" y="67"/>
                    <a:pt x="29" y="67"/>
                  </a:cubicBezTo>
                  <a:lnTo>
                    <a:pt x="30" y="73"/>
                  </a:lnTo>
                  <a:close/>
                  <a:moveTo>
                    <a:pt x="18" y="59"/>
                  </a:moveTo>
                  <a:cubicBezTo>
                    <a:pt x="16" y="60"/>
                    <a:pt x="14" y="58"/>
                    <a:pt x="14" y="56"/>
                  </a:cubicBezTo>
                  <a:cubicBezTo>
                    <a:pt x="11" y="42"/>
                    <a:pt x="11" y="42"/>
                    <a:pt x="11" y="42"/>
                  </a:cubicBezTo>
                  <a:cubicBezTo>
                    <a:pt x="11" y="39"/>
                    <a:pt x="12" y="37"/>
                    <a:pt x="14" y="37"/>
                  </a:cubicBezTo>
                  <a:cubicBezTo>
                    <a:pt x="23" y="35"/>
                    <a:pt x="23" y="35"/>
                    <a:pt x="23" y="35"/>
                  </a:cubicBezTo>
                  <a:cubicBezTo>
                    <a:pt x="27" y="58"/>
                    <a:pt x="27" y="58"/>
                    <a:pt x="27" y="58"/>
                  </a:cubicBezTo>
                  <a:lnTo>
                    <a:pt x="18"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 name="Freeform 329"/>
            <p:cNvSpPr>
              <a:spLocks/>
            </p:cNvSpPr>
            <p:nvPr/>
          </p:nvSpPr>
          <p:spPr bwMode="auto">
            <a:xfrm>
              <a:off x="8840788" y="3421063"/>
              <a:ext cx="123825" cy="71438"/>
            </a:xfrm>
            <a:custGeom>
              <a:avLst/>
              <a:gdLst>
                <a:gd name="T0" fmla="*/ 73 w 76"/>
                <a:gd name="T1" fmla="*/ 18 h 44"/>
                <a:gd name="T2" fmla="*/ 37 w 76"/>
                <a:gd name="T3" fmla="*/ 10 h 44"/>
                <a:gd name="T4" fmla="*/ 0 w 76"/>
                <a:gd name="T5" fmla="*/ 22 h 44"/>
                <a:gd name="T6" fmla="*/ 34 w 76"/>
                <a:gd name="T7" fmla="*/ 28 h 44"/>
                <a:gd name="T8" fmla="*/ 59 w 76"/>
                <a:gd name="T9" fmla="*/ 44 h 44"/>
                <a:gd name="T10" fmla="*/ 73 w 76"/>
                <a:gd name="T11" fmla="*/ 18 h 44"/>
              </a:gdLst>
              <a:ahLst/>
              <a:cxnLst>
                <a:cxn ang="0">
                  <a:pos x="T0" y="T1"/>
                </a:cxn>
                <a:cxn ang="0">
                  <a:pos x="T2" y="T3"/>
                </a:cxn>
                <a:cxn ang="0">
                  <a:pos x="T4" y="T5"/>
                </a:cxn>
                <a:cxn ang="0">
                  <a:pos x="T6" y="T7"/>
                </a:cxn>
                <a:cxn ang="0">
                  <a:pos x="T8" y="T9"/>
                </a:cxn>
                <a:cxn ang="0">
                  <a:pos x="T10" y="T11"/>
                </a:cxn>
              </a:cxnLst>
              <a:rect l="0" t="0" r="r" b="b"/>
              <a:pathLst>
                <a:path w="76" h="44">
                  <a:moveTo>
                    <a:pt x="73" y="18"/>
                  </a:moveTo>
                  <a:cubicBezTo>
                    <a:pt x="68" y="0"/>
                    <a:pt x="47" y="2"/>
                    <a:pt x="37" y="10"/>
                  </a:cubicBezTo>
                  <a:cubicBezTo>
                    <a:pt x="28" y="18"/>
                    <a:pt x="23" y="27"/>
                    <a:pt x="0" y="22"/>
                  </a:cubicBezTo>
                  <a:cubicBezTo>
                    <a:pt x="6" y="28"/>
                    <a:pt x="24" y="35"/>
                    <a:pt x="34" y="28"/>
                  </a:cubicBezTo>
                  <a:cubicBezTo>
                    <a:pt x="40" y="24"/>
                    <a:pt x="62" y="16"/>
                    <a:pt x="59" y="44"/>
                  </a:cubicBezTo>
                  <a:cubicBezTo>
                    <a:pt x="72" y="33"/>
                    <a:pt x="76" y="27"/>
                    <a:pt x="73"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Freeform 330"/>
            <p:cNvSpPr>
              <a:spLocks noEditPoints="1"/>
            </p:cNvSpPr>
            <p:nvPr/>
          </p:nvSpPr>
          <p:spPr bwMode="auto">
            <a:xfrm>
              <a:off x="9001125" y="3463925"/>
              <a:ext cx="166687" cy="131763"/>
            </a:xfrm>
            <a:custGeom>
              <a:avLst/>
              <a:gdLst>
                <a:gd name="T0" fmla="*/ 2 w 103"/>
                <a:gd name="T1" fmla="*/ 43 h 81"/>
                <a:gd name="T2" fmla="*/ 5 w 103"/>
                <a:gd name="T3" fmla="*/ 58 h 81"/>
                <a:gd name="T4" fmla="*/ 21 w 103"/>
                <a:gd name="T5" fmla="*/ 69 h 81"/>
                <a:gd name="T6" fmla="*/ 30 w 103"/>
                <a:gd name="T7" fmla="*/ 67 h 81"/>
                <a:gd name="T8" fmla="*/ 31 w 103"/>
                <a:gd name="T9" fmla="*/ 73 h 81"/>
                <a:gd name="T10" fmla="*/ 42 w 103"/>
                <a:gd name="T11" fmla="*/ 80 h 81"/>
                <a:gd name="T12" fmla="*/ 94 w 103"/>
                <a:gd name="T13" fmla="*/ 70 h 81"/>
                <a:gd name="T14" fmla="*/ 102 w 103"/>
                <a:gd name="T15" fmla="*/ 59 h 81"/>
                <a:gd name="T16" fmla="*/ 91 w 103"/>
                <a:gd name="T17" fmla="*/ 0 h 81"/>
                <a:gd name="T18" fmla="*/ 19 w 103"/>
                <a:gd name="T19" fmla="*/ 14 h 81"/>
                <a:gd name="T20" fmla="*/ 22 w 103"/>
                <a:gd name="T21" fmla="*/ 25 h 81"/>
                <a:gd name="T22" fmla="*/ 13 w 103"/>
                <a:gd name="T23" fmla="*/ 27 h 81"/>
                <a:gd name="T24" fmla="*/ 2 w 103"/>
                <a:gd name="T25" fmla="*/ 43 h 81"/>
                <a:gd name="T26" fmla="*/ 15 w 103"/>
                <a:gd name="T27" fmla="*/ 37 h 81"/>
                <a:gd name="T28" fmla="*/ 23 w 103"/>
                <a:gd name="T29" fmla="*/ 35 h 81"/>
                <a:gd name="T30" fmla="*/ 28 w 103"/>
                <a:gd name="T31" fmla="*/ 57 h 81"/>
                <a:gd name="T32" fmla="*/ 19 w 103"/>
                <a:gd name="T33" fmla="*/ 59 h 81"/>
                <a:gd name="T34" fmla="*/ 15 w 103"/>
                <a:gd name="T35" fmla="*/ 56 h 81"/>
                <a:gd name="T36" fmla="*/ 12 w 103"/>
                <a:gd name="T37" fmla="*/ 41 h 81"/>
                <a:gd name="T38" fmla="*/ 15 w 103"/>
                <a:gd name="T39" fmla="*/ 37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3" h="81">
                  <a:moveTo>
                    <a:pt x="2" y="43"/>
                  </a:moveTo>
                  <a:cubicBezTo>
                    <a:pt x="5" y="58"/>
                    <a:pt x="5" y="58"/>
                    <a:pt x="5" y="58"/>
                  </a:cubicBezTo>
                  <a:cubicBezTo>
                    <a:pt x="6" y="65"/>
                    <a:pt x="13" y="70"/>
                    <a:pt x="21" y="69"/>
                  </a:cubicBezTo>
                  <a:cubicBezTo>
                    <a:pt x="30" y="67"/>
                    <a:pt x="30" y="67"/>
                    <a:pt x="30" y="67"/>
                  </a:cubicBezTo>
                  <a:cubicBezTo>
                    <a:pt x="31" y="73"/>
                    <a:pt x="31" y="73"/>
                    <a:pt x="31" y="73"/>
                  </a:cubicBezTo>
                  <a:cubicBezTo>
                    <a:pt x="32" y="78"/>
                    <a:pt x="37" y="81"/>
                    <a:pt x="42" y="80"/>
                  </a:cubicBezTo>
                  <a:cubicBezTo>
                    <a:pt x="94" y="70"/>
                    <a:pt x="94" y="70"/>
                    <a:pt x="94" y="70"/>
                  </a:cubicBezTo>
                  <a:cubicBezTo>
                    <a:pt x="100" y="69"/>
                    <a:pt x="103" y="64"/>
                    <a:pt x="102" y="59"/>
                  </a:cubicBezTo>
                  <a:cubicBezTo>
                    <a:pt x="91" y="0"/>
                    <a:pt x="91" y="0"/>
                    <a:pt x="91" y="0"/>
                  </a:cubicBezTo>
                  <a:cubicBezTo>
                    <a:pt x="19" y="14"/>
                    <a:pt x="19" y="14"/>
                    <a:pt x="19" y="14"/>
                  </a:cubicBezTo>
                  <a:cubicBezTo>
                    <a:pt x="22" y="25"/>
                    <a:pt x="22" y="25"/>
                    <a:pt x="22" y="25"/>
                  </a:cubicBezTo>
                  <a:cubicBezTo>
                    <a:pt x="13" y="27"/>
                    <a:pt x="13" y="27"/>
                    <a:pt x="13" y="27"/>
                  </a:cubicBezTo>
                  <a:cubicBezTo>
                    <a:pt x="5" y="29"/>
                    <a:pt x="0" y="36"/>
                    <a:pt x="2" y="43"/>
                  </a:cubicBezTo>
                  <a:close/>
                  <a:moveTo>
                    <a:pt x="15" y="37"/>
                  </a:moveTo>
                  <a:cubicBezTo>
                    <a:pt x="23" y="35"/>
                    <a:pt x="23" y="35"/>
                    <a:pt x="23" y="35"/>
                  </a:cubicBezTo>
                  <a:cubicBezTo>
                    <a:pt x="28" y="57"/>
                    <a:pt x="28" y="57"/>
                    <a:pt x="28" y="57"/>
                  </a:cubicBezTo>
                  <a:cubicBezTo>
                    <a:pt x="19" y="59"/>
                    <a:pt x="19" y="59"/>
                    <a:pt x="19" y="59"/>
                  </a:cubicBezTo>
                  <a:cubicBezTo>
                    <a:pt x="17" y="59"/>
                    <a:pt x="15" y="58"/>
                    <a:pt x="15" y="56"/>
                  </a:cubicBezTo>
                  <a:cubicBezTo>
                    <a:pt x="12" y="41"/>
                    <a:pt x="12" y="41"/>
                    <a:pt x="12" y="41"/>
                  </a:cubicBezTo>
                  <a:cubicBezTo>
                    <a:pt x="11" y="39"/>
                    <a:pt x="13" y="37"/>
                    <a:pt x="15"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Freeform 331"/>
            <p:cNvSpPr>
              <a:spLocks/>
            </p:cNvSpPr>
            <p:nvPr/>
          </p:nvSpPr>
          <p:spPr bwMode="auto">
            <a:xfrm>
              <a:off x="9010650" y="3389313"/>
              <a:ext cx="122237" cy="71438"/>
            </a:xfrm>
            <a:custGeom>
              <a:avLst/>
              <a:gdLst>
                <a:gd name="T0" fmla="*/ 73 w 75"/>
                <a:gd name="T1" fmla="*/ 18 h 44"/>
                <a:gd name="T2" fmla="*/ 36 w 75"/>
                <a:gd name="T3" fmla="*/ 10 h 44"/>
                <a:gd name="T4" fmla="*/ 0 w 75"/>
                <a:gd name="T5" fmla="*/ 21 h 44"/>
                <a:gd name="T6" fmla="*/ 33 w 75"/>
                <a:gd name="T7" fmla="*/ 27 h 44"/>
                <a:gd name="T8" fmla="*/ 59 w 75"/>
                <a:gd name="T9" fmla="*/ 44 h 44"/>
                <a:gd name="T10" fmla="*/ 73 w 75"/>
                <a:gd name="T11" fmla="*/ 18 h 44"/>
              </a:gdLst>
              <a:ahLst/>
              <a:cxnLst>
                <a:cxn ang="0">
                  <a:pos x="T0" y="T1"/>
                </a:cxn>
                <a:cxn ang="0">
                  <a:pos x="T2" y="T3"/>
                </a:cxn>
                <a:cxn ang="0">
                  <a:pos x="T4" y="T5"/>
                </a:cxn>
                <a:cxn ang="0">
                  <a:pos x="T6" y="T7"/>
                </a:cxn>
                <a:cxn ang="0">
                  <a:pos x="T8" y="T9"/>
                </a:cxn>
                <a:cxn ang="0">
                  <a:pos x="T10" y="T11"/>
                </a:cxn>
              </a:cxnLst>
              <a:rect l="0" t="0" r="r" b="b"/>
              <a:pathLst>
                <a:path w="75" h="44">
                  <a:moveTo>
                    <a:pt x="73" y="18"/>
                  </a:moveTo>
                  <a:cubicBezTo>
                    <a:pt x="68" y="0"/>
                    <a:pt x="46" y="2"/>
                    <a:pt x="36" y="10"/>
                  </a:cubicBezTo>
                  <a:cubicBezTo>
                    <a:pt x="28" y="18"/>
                    <a:pt x="22" y="27"/>
                    <a:pt x="0" y="21"/>
                  </a:cubicBezTo>
                  <a:cubicBezTo>
                    <a:pt x="5" y="28"/>
                    <a:pt x="23" y="34"/>
                    <a:pt x="33" y="27"/>
                  </a:cubicBezTo>
                  <a:cubicBezTo>
                    <a:pt x="39" y="24"/>
                    <a:pt x="61" y="15"/>
                    <a:pt x="59" y="44"/>
                  </a:cubicBezTo>
                  <a:cubicBezTo>
                    <a:pt x="72" y="33"/>
                    <a:pt x="75" y="27"/>
                    <a:pt x="73"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 name="Freeform 332"/>
            <p:cNvSpPr>
              <a:spLocks noEditPoints="1"/>
            </p:cNvSpPr>
            <p:nvPr/>
          </p:nvSpPr>
          <p:spPr bwMode="auto">
            <a:xfrm>
              <a:off x="8875713" y="2978150"/>
              <a:ext cx="1392237" cy="1593850"/>
            </a:xfrm>
            <a:custGeom>
              <a:avLst/>
              <a:gdLst>
                <a:gd name="T0" fmla="*/ 224 w 856"/>
                <a:gd name="T1" fmla="*/ 717 h 979"/>
                <a:gd name="T2" fmla="*/ 215 w 856"/>
                <a:gd name="T3" fmla="*/ 667 h 979"/>
                <a:gd name="T4" fmla="*/ 329 w 856"/>
                <a:gd name="T5" fmla="*/ 512 h 979"/>
                <a:gd name="T6" fmla="*/ 341 w 856"/>
                <a:gd name="T7" fmla="*/ 977 h 979"/>
                <a:gd name="T8" fmla="*/ 424 w 856"/>
                <a:gd name="T9" fmla="*/ 567 h 979"/>
                <a:gd name="T10" fmla="*/ 545 w 856"/>
                <a:gd name="T11" fmla="*/ 486 h 979"/>
                <a:gd name="T12" fmla="*/ 588 w 856"/>
                <a:gd name="T13" fmla="*/ 479 h 979"/>
                <a:gd name="T14" fmla="*/ 694 w 856"/>
                <a:gd name="T15" fmla="*/ 645 h 979"/>
                <a:gd name="T16" fmla="*/ 725 w 856"/>
                <a:gd name="T17" fmla="*/ 605 h 979"/>
                <a:gd name="T18" fmla="*/ 657 w 856"/>
                <a:gd name="T19" fmla="*/ 464 h 979"/>
                <a:gd name="T20" fmla="*/ 763 w 856"/>
                <a:gd name="T21" fmla="*/ 478 h 979"/>
                <a:gd name="T22" fmla="*/ 760 w 856"/>
                <a:gd name="T23" fmla="*/ 414 h 979"/>
                <a:gd name="T24" fmla="*/ 791 w 856"/>
                <a:gd name="T25" fmla="*/ 158 h 979"/>
                <a:gd name="T26" fmla="*/ 856 w 856"/>
                <a:gd name="T27" fmla="*/ 132 h 979"/>
                <a:gd name="T28" fmla="*/ 733 w 856"/>
                <a:gd name="T29" fmla="*/ 81 h 979"/>
                <a:gd name="T30" fmla="*/ 513 w 856"/>
                <a:gd name="T31" fmla="*/ 232 h 979"/>
                <a:gd name="T32" fmla="*/ 317 w 856"/>
                <a:gd name="T33" fmla="*/ 149 h 979"/>
                <a:gd name="T34" fmla="*/ 422 w 856"/>
                <a:gd name="T35" fmla="*/ 66 h 979"/>
                <a:gd name="T36" fmla="*/ 399 w 856"/>
                <a:gd name="T37" fmla="*/ 7 h 979"/>
                <a:gd name="T38" fmla="*/ 253 w 856"/>
                <a:gd name="T39" fmla="*/ 147 h 979"/>
                <a:gd name="T40" fmla="*/ 117 w 856"/>
                <a:gd name="T41" fmla="*/ 102 h 979"/>
                <a:gd name="T42" fmla="*/ 127 w 856"/>
                <a:gd name="T43" fmla="*/ 69 h 979"/>
                <a:gd name="T44" fmla="*/ 94 w 856"/>
                <a:gd name="T45" fmla="*/ 94 h 979"/>
                <a:gd name="T46" fmla="*/ 70 w 856"/>
                <a:gd name="T47" fmla="*/ 145 h 979"/>
                <a:gd name="T48" fmla="*/ 41 w 856"/>
                <a:gd name="T49" fmla="*/ 226 h 979"/>
                <a:gd name="T50" fmla="*/ 84 w 856"/>
                <a:gd name="T51" fmla="*/ 159 h 979"/>
                <a:gd name="T52" fmla="*/ 97 w 856"/>
                <a:gd name="T53" fmla="*/ 421 h 979"/>
                <a:gd name="T54" fmla="*/ 101 w 856"/>
                <a:gd name="T55" fmla="*/ 485 h 979"/>
                <a:gd name="T56" fmla="*/ 279 w 856"/>
                <a:gd name="T57" fmla="*/ 425 h 979"/>
                <a:gd name="T58" fmla="*/ 160 w 856"/>
                <a:gd name="T59" fmla="*/ 634 h 979"/>
                <a:gd name="T60" fmla="*/ 118 w 856"/>
                <a:gd name="T61" fmla="*/ 654 h 979"/>
                <a:gd name="T62" fmla="*/ 0 w 856"/>
                <a:gd name="T63" fmla="*/ 771 h 979"/>
                <a:gd name="T64" fmla="*/ 260 w 856"/>
                <a:gd name="T65" fmla="*/ 738 h 979"/>
                <a:gd name="T66" fmla="*/ 836 w 856"/>
                <a:gd name="T67" fmla="*/ 121 h 979"/>
                <a:gd name="T68" fmla="*/ 749 w 856"/>
                <a:gd name="T69" fmla="*/ 86 h 979"/>
                <a:gd name="T70" fmla="*/ 454 w 856"/>
                <a:gd name="T71" fmla="*/ 329 h 979"/>
                <a:gd name="T72" fmla="*/ 519 w 856"/>
                <a:gd name="T73" fmla="*/ 345 h 979"/>
                <a:gd name="T74" fmla="*/ 454 w 856"/>
                <a:gd name="T75" fmla="*/ 329 h 979"/>
                <a:gd name="T76" fmla="*/ 309 w 856"/>
                <a:gd name="T77" fmla="*/ 282 h 979"/>
                <a:gd name="T78" fmla="*/ 144 w 856"/>
                <a:gd name="T79" fmla="*/ 645 h 979"/>
                <a:gd name="T80" fmla="*/ 167 w 856"/>
                <a:gd name="T81" fmla="*/ 670 h 979"/>
                <a:gd name="T82" fmla="*/ 199 w 856"/>
                <a:gd name="T83" fmla="*/ 678 h 979"/>
                <a:gd name="T84" fmla="*/ 209 w 856"/>
                <a:gd name="T85" fmla="*/ 708 h 979"/>
                <a:gd name="T86" fmla="*/ 144 w 856"/>
                <a:gd name="T87" fmla="*/ 645 h 9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56" h="979">
                  <a:moveTo>
                    <a:pt x="260" y="738"/>
                  </a:moveTo>
                  <a:cubicBezTo>
                    <a:pt x="224" y="717"/>
                    <a:pt x="224" y="717"/>
                    <a:pt x="224" y="717"/>
                  </a:cubicBezTo>
                  <a:cubicBezTo>
                    <a:pt x="244" y="684"/>
                    <a:pt x="244" y="684"/>
                    <a:pt x="244" y="684"/>
                  </a:cubicBezTo>
                  <a:cubicBezTo>
                    <a:pt x="215" y="667"/>
                    <a:pt x="215" y="667"/>
                    <a:pt x="215" y="667"/>
                  </a:cubicBezTo>
                  <a:cubicBezTo>
                    <a:pt x="267" y="613"/>
                    <a:pt x="304" y="542"/>
                    <a:pt x="329" y="476"/>
                  </a:cubicBezTo>
                  <a:cubicBezTo>
                    <a:pt x="329" y="512"/>
                    <a:pt x="329" y="512"/>
                    <a:pt x="329" y="512"/>
                  </a:cubicBezTo>
                  <a:cubicBezTo>
                    <a:pt x="296" y="924"/>
                    <a:pt x="296" y="924"/>
                    <a:pt x="296" y="924"/>
                  </a:cubicBezTo>
                  <a:cubicBezTo>
                    <a:pt x="293" y="951"/>
                    <a:pt x="314" y="975"/>
                    <a:pt x="341" y="977"/>
                  </a:cubicBezTo>
                  <a:cubicBezTo>
                    <a:pt x="368" y="979"/>
                    <a:pt x="392" y="959"/>
                    <a:pt x="394" y="932"/>
                  </a:cubicBezTo>
                  <a:cubicBezTo>
                    <a:pt x="424" y="567"/>
                    <a:pt x="424" y="567"/>
                    <a:pt x="424" y="567"/>
                  </a:cubicBezTo>
                  <a:cubicBezTo>
                    <a:pt x="443" y="567"/>
                    <a:pt x="443" y="567"/>
                    <a:pt x="443" y="567"/>
                  </a:cubicBezTo>
                  <a:cubicBezTo>
                    <a:pt x="461" y="525"/>
                    <a:pt x="499" y="494"/>
                    <a:pt x="545" y="486"/>
                  </a:cubicBezTo>
                  <a:cubicBezTo>
                    <a:pt x="545" y="435"/>
                    <a:pt x="545" y="435"/>
                    <a:pt x="545" y="435"/>
                  </a:cubicBezTo>
                  <a:cubicBezTo>
                    <a:pt x="559" y="448"/>
                    <a:pt x="574" y="462"/>
                    <a:pt x="588" y="479"/>
                  </a:cubicBezTo>
                  <a:cubicBezTo>
                    <a:pt x="619" y="516"/>
                    <a:pt x="649" y="563"/>
                    <a:pt x="663" y="620"/>
                  </a:cubicBezTo>
                  <a:cubicBezTo>
                    <a:pt x="666" y="635"/>
                    <a:pt x="679" y="645"/>
                    <a:pt x="694" y="645"/>
                  </a:cubicBezTo>
                  <a:cubicBezTo>
                    <a:pt x="696" y="645"/>
                    <a:pt x="699" y="644"/>
                    <a:pt x="702" y="644"/>
                  </a:cubicBezTo>
                  <a:cubicBezTo>
                    <a:pt x="719" y="640"/>
                    <a:pt x="729" y="622"/>
                    <a:pt x="725" y="605"/>
                  </a:cubicBezTo>
                  <a:cubicBezTo>
                    <a:pt x="713" y="555"/>
                    <a:pt x="691" y="512"/>
                    <a:pt x="665" y="475"/>
                  </a:cubicBezTo>
                  <a:cubicBezTo>
                    <a:pt x="663" y="471"/>
                    <a:pt x="660" y="467"/>
                    <a:pt x="657" y="464"/>
                  </a:cubicBezTo>
                  <a:cubicBezTo>
                    <a:pt x="683" y="473"/>
                    <a:pt x="713" y="478"/>
                    <a:pt x="747" y="478"/>
                  </a:cubicBezTo>
                  <a:cubicBezTo>
                    <a:pt x="753" y="478"/>
                    <a:pt x="758" y="478"/>
                    <a:pt x="763" y="478"/>
                  </a:cubicBezTo>
                  <a:cubicBezTo>
                    <a:pt x="781" y="477"/>
                    <a:pt x="795" y="462"/>
                    <a:pt x="794" y="444"/>
                  </a:cubicBezTo>
                  <a:cubicBezTo>
                    <a:pt x="793" y="427"/>
                    <a:pt x="778" y="413"/>
                    <a:pt x="760" y="414"/>
                  </a:cubicBezTo>
                  <a:cubicBezTo>
                    <a:pt x="627" y="420"/>
                    <a:pt x="574" y="323"/>
                    <a:pt x="559" y="285"/>
                  </a:cubicBezTo>
                  <a:cubicBezTo>
                    <a:pt x="611" y="267"/>
                    <a:pt x="710" y="228"/>
                    <a:pt x="791" y="158"/>
                  </a:cubicBezTo>
                  <a:cubicBezTo>
                    <a:pt x="802" y="173"/>
                    <a:pt x="802" y="173"/>
                    <a:pt x="802" y="173"/>
                  </a:cubicBezTo>
                  <a:cubicBezTo>
                    <a:pt x="856" y="132"/>
                    <a:pt x="856" y="132"/>
                    <a:pt x="856" y="132"/>
                  </a:cubicBezTo>
                  <a:cubicBezTo>
                    <a:pt x="788" y="40"/>
                    <a:pt x="788" y="40"/>
                    <a:pt x="788" y="40"/>
                  </a:cubicBezTo>
                  <a:cubicBezTo>
                    <a:pt x="733" y="81"/>
                    <a:pt x="733" y="81"/>
                    <a:pt x="733" y="81"/>
                  </a:cubicBezTo>
                  <a:cubicBezTo>
                    <a:pt x="753" y="107"/>
                    <a:pt x="753" y="107"/>
                    <a:pt x="753" y="107"/>
                  </a:cubicBezTo>
                  <a:cubicBezTo>
                    <a:pt x="661" y="187"/>
                    <a:pt x="537" y="225"/>
                    <a:pt x="513" y="232"/>
                  </a:cubicBezTo>
                  <a:cubicBezTo>
                    <a:pt x="389" y="232"/>
                    <a:pt x="389" y="232"/>
                    <a:pt x="389" y="232"/>
                  </a:cubicBezTo>
                  <a:cubicBezTo>
                    <a:pt x="355" y="210"/>
                    <a:pt x="317" y="177"/>
                    <a:pt x="317" y="149"/>
                  </a:cubicBezTo>
                  <a:cubicBezTo>
                    <a:pt x="318" y="145"/>
                    <a:pt x="319" y="140"/>
                    <a:pt x="321" y="136"/>
                  </a:cubicBezTo>
                  <a:cubicBezTo>
                    <a:pt x="332" y="113"/>
                    <a:pt x="368" y="88"/>
                    <a:pt x="422" y="66"/>
                  </a:cubicBezTo>
                  <a:cubicBezTo>
                    <a:pt x="439" y="60"/>
                    <a:pt x="447" y="41"/>
                    <a:pt x="440" y="25"/>
                  </a:cubicBezTo>
                  <a:cubicBezTo>
                    <a:pt x="434" y="8"/>
                    <a:pt x="415" y="0"/>
                    <a:pt x="399" y="7"/>
                  </a:cubicBezTo>
                  <a:cubicBezTo>
                    <a:pt x="326" y="36"/>
                    <a:pt x="281" y="70"/>
                    <a:pt x="263" y="109"/>
                  </a:cubicBezTo>
                  <a:cubicBezTo>
                    <a:pt x="257" y="121"/>
                    <a:pt x="254" y="134"/>
                    <a:pt x="253" y="147"/>
                  </a:cubicBezTo>
                  <a:cubicBezTo>
                    <a:pt x="253" y="164"/>
                    <a:pt x="257" y="181"/>
                    <a:pt x="264" y="196"/>
                  </a:cubicBezTo>
                  <a:cubicBezTo>
                    <a:pt x="218" y="174"/>
                    <a:pt x="163" y="144"/>
                    <a:pt x="117" y="102"/>
                  </a:cubicBezTo>
                  <a:cubicBezTo>
                    <a:pt x="115" y="101"/>
                    <a:pt x="114" y="100"/>
                    <a:pt x="113" y="99"/>
                  </a:cubicBezTo>
                  <a:cubicBezTo>
                    <a:pt x="127" y="69"/>
                    <a:pt x="127" y="69"/>
                    <a:pt x="127" y="69"/>
                  </a:cubicBezTo>
                  <a:cubicBezTo>
                    <a:pt x="110" y="61"/>
                    <a:pt x="110" y="61"/>
                    <a:pt x="110" y="61"/>
                  </a:cubicBezTo>
                  <a:cubicBezTo>
                    <a:pt x="94" y="94"/>
                    <a:pt x="94" y="94"/>
                    <a:pt x="94" y="94"/>
                  </a:cubicBezTo>
                  <a:cubicBezTo>
                    <a:pt x="86" y="94"/>
                    <a:pt x="78" y="98"/>
                    <a:pt x="72" y="105"/>
                  </a:cubicBezTo>
                  <a:cubicBezTo>
                    <a:pt x="61" y="116"/>
                    <a:pt x="61" y="133"/>
                    <a:pt x="70" y="145"/>
                  </a:cubicBezTo>
                  <a:cubicBezTo>
                    <a:pt x="43" y="202"/>
                    <a:pt x="43" y="202"/>
                    <a:pt x="43" y="202"/>
                  </a:cubicBezTo>
                  <a:cubicBezTo>
                    <a:pt x="41" y="226"/>
                    <a:pt x="41" y="226"/>
                    <a:pt x="41" y="226"/>
                  </a:cubicBezTo>
                  <a:cubicBezTo>
                    <a:pt x="60" y="210"/>
                    <a:pt x="60" y="210"/>
                    <a:pt x="60" y="210"/>
                  </a:cubicBezTo>
                  <a:cubicBezTo>
                    <a:pt x="84" y="159"/>
                    <a:pt x="84" y="159"/>
                    <a:pt x="84" y="159"/>
                  </a:cubicBezTo>
                  <a:cubicBezTo>
                    <a:pt x="162" y="225"/>
                    <a:pt x="255" y="264"/>
                    <a:pt x="308" y="282"/>
                  </a:cubicBezTo>
                  <a:cubicBezTo>
                    <a:pt x="307" y="288"/>
                    <a:pt x="293" y="395"/>
                    <a:pt x="97" y="421"/>
                  </a:cubicBezTo>
                  <a:cubicBezTo>
                    <a:pt x="79" y="423"/>
                    <a:pt x="67" y="439"/>
                    <a:pt x="69" y="457"/>
                  </a:cubicBezTo>
                  <a:cubicBezTo>
                    <a:pt x="71" y="473"/>
                    <a:pt x="85" y="485"/>
                    <a:pt x="101" y="485"/>
                  </a:cubicBezTo>
                  <a:cubicBezTo>
                    <a:pt x="102" y="485"/>
                    <a:pt x="104" y="485"/>
                    <a:pt x="105" y="484"/>
                  </a:cubicBezTo>
                  <a:cubicBezTo>
                    <a:pt x="184" y="474"/>
                    <a:pt x="240" y="451"/>
                    <a:pt x="279" y="425"/>
                  </a:cubicBezTo>
                  <a:cubicBezTo>
                    <a:pt x="257" y="492"/>
                    <a:pt x="221" y="571"/>
                    <a:pt x="167" y="625"/>
                  </a:cubicBezTo>
                  <a:cubicBezTo>
                    <a:pt x="164" y="627"/>
                    <a:pt x="162" y="631"/>
                    <a:pt x="160" y="634"/>
                  </a:cubicBezTo>
                  <a:cubicBezTo>
                    <a:pt x="138" y="620"/>
                    <a:pt x="138" y="620"/>
                    <a:pt x="138" y="620"/>
                  </a:cubicBezTo>
                  <a:cubicBezTo>
                    <a:pt x="118" y="654"/>
                    <a:pt x="118" y="654"/>
                    <a:pt x="118" y="654"/>
                  </a:cubicBezTo>
                  <a:cubicBezTo>
                    <a:pt x="82" y="632"/>
                    <a:pt x="82" y="632"/>
                    <a:pt x="82" y="632"/>
                  </a:cubicBezTo>
                  <a:cubicBezTo>
                    <a:pt x="0" y="771"/>
                    <a:pt x="0" y="771"/>
                    <a:pt x="0" y="771"/>
                  </a:cubicBezTo>
                  <a:cubicBezTo>
                    <a:pt x="178" y="877"/>
                    <a:pt x="178" y="877"/>
                    <a:pt x="178" y="877"/>
                  </a:cubicBezTo>
                  <a:lnTo>
                    <a:pt x="260" y="738"/>
                  </a:lnTo>
                  <a:close/>
                  <a:moveTo>
                    <a:pt x="788" y="56"/>
                  </a:moveTo>
                  <a:cubicBezTo>
                    <a:pt x="836" y="121"/>
                    <a:pt x="836" y="121"/>
                    <a:pt x="836" y="121"/>
                  </a:cubicBezTo>
                  <a:cubicBezTo>
                    <a:pt x="797" y="151"/>
                    <a:pt x="797" y="151"/>
                    <a:pt x="797" y="151"/>
                  </a:cubicBezTo>
                  <a:cubicBezTo>
                    <a:pt x="749" y="86"/>
                    <a:pt x="749" y="86"/>
                    <a:pt x="749" y="86"/>
                  </a:cubicBezTo>
                  <a:lnTo>
                    <a:pt x="788" y="56"/>
                  </a:lnTo>
                  <a:close/>
                  <a:moveTo>
                    <a:pt x="454" y="329"/>
                  </a:moveTo>
                  <a:cubicBezTo>
                    <a:pt x="519" y="329"/>
                    <a:pt x="519" y="329"/>
                    <a:pt x="519" y="329"/>
                  </a:cubicBezTo>
                  <a:cubicBezTo>
                    <a:pt x="519" y="345"/>
                    <a:pt x="519" y="345"/>
                    <a:pt x="519" y="345"/>
                  </a:cubicBezTo>
                  <a:cubicBezTo>
                    <a:pt x="454" y="345"/>
                    <a:pt x="454" y="345"/>
                    <a:pt x="454" y="345"/>
                  </a:cubicBezTo>
                  <a:lnTo>
                    <a:pt x="454" y="329"/>
                  </a:lnTo>
                  <a:close/>
                  <a:moveTo>
                    <a:pt x="308" y="282"/>
                  </a:moveTo>
                  <a:cubicBezTo>
                    <a:pt x="308" y="282"/>
                    <a:pt x="309" y="282"/>
                    <a:pt x="309" y="282"/>
                  </a:cubicBezTo>
                  <a:cubicBezTo>
                    <a:pt x="308" y="282"/>
                    <a:pt x="308" y="282"/>
                    <a:pt x="308" y="282"/>
                  </a:cubicBezTo>
                  <a:close/>
                  <a:moveTo>
                    <a:pt x="144" y="645"/>
                  </a:moveTo>
                  <a:cubicBezTo>
                    <a:pt x="158" y="653"/>
                    <a:pt x="158" y="653"/>
                    <a:pt x="158" y="653"/>
                  </a:cubicBezTo>
                  <a:cubicBezTo>
                    <a:pt x="159" y="659"/>
                    <a:pt x="162" y="665"/>
                    <a:pt x="167" y="670"/>
                  </a:cubicBezTo>
                  <a:cubicBezTo>
                    <a:pt x="173" y="676"/>
                    <a:pt x="181" y="679"/>
                    <a:pt x="189" y="679"/>
                  </a:cubicBezTo>
                  <a:cubicBezTo>
                    <a:pt x="193" y="679"/>
                    <a:pt x="196" y="679"/>
                    <a:pt x="199" y="678"/>
                  </a:cubicBezTo>
                  <a:cubicBezTo>
                    <a:pt x="220" y="690"/>
                    <a:pt x="220" y="690"/>
                    <a:pt x="220" y="690"/>
                  </a:cubicBezTo>
                  <a:cubicBezTo>
                    <a:pt x="209" y="708"/>
                    <a:pt x="209" y="708"/>
                    <a:pt x="209" y="708"/>
                  </a:cubicBezTo>
                  <a:cubicBezTo>
                    <a:pt x="133" y="663"/>
                    <a:pt x="133" y="663"/>
                    <a:pt x="133" y="663"/>
                  </a:cubicBezTo>
                  <a:lnTo>
                    <a:pt x="144" y="6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 name="Freeform 333"/>
            <p:cNvSpPr>
              <a:spLocks/>
            </p:cNvSpPr>
            <p:nvPr/>
          </p:nvSpPr>
          <p:spPr bwMode="auto">
            <a:xfrm>
              <a:off x="9594850" y="3783013"/>
              <a:ext cx="401637" cy="409575"/>
            </a:xfrm>
            <a:custGeom>
              <a:avLst/>
              <a:gdLst>
                <a:gd name="T0" fmla="*/ 232 w 247"/>
                <a:gd name="T1" fmla="*/ 155 h 252"/>
                <a:gd name="T2" fmla="*/ 126 w 247"/>
                <a:gd name="T3" fmla="*/ 236 h 252"/>
                <a:gd name="T4" fmla="*/ 16 w 247"/>
                <a:gd name="T5" fmla="*/ 126 h 252"/>
                <a:gd name="T6" fmla="*/ 126 w 247"/>
                <a:gd name="T7" fmla="*/ 16 h 252"/>
                <a:gd name="T8" fmla="*/ 163 w 247"/>
                <a:gd name="T9" fmla="*/ 22 h 252"/>
                <a:gd name="T10" fmla="*/ 147 w 247"/>
                <a:gd name="T11" fmla="*/ 2 h 252"/>
                <a:gd name="T12" fmla="*/ 126 w 247"/>
                <a:gd name="T13" fmla="*/ 0 h 252"/>
                <a:gd name="T14" fmla="*/ 0 w 247"/>
                <a:gd name="T15" fmla="*/ 126 h 252"/>
                <a:gd name="T16" fmla="*/ 126 w 247"/>
                <a:gd name="T17" fmla="*/ 252 h 252"/>
                <a:gd name="T18" fmla="*/ 247 w 247"/>
                <a:gd name="T19" fmla="*/ 160 h 252"/>
                <a:gd name="T20" fmla="*/ 232 w 247"/>
                <a:gd name="T21" fmla="*/ 155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7" h="252">
                  <a:moveTo>
                    <a:pt x="232" y="155"/>
                  </a:moveTo>
                  <a:cubicBezTo>
                    <a:pt x="219" y="201"/>
                    <a:pt x="176" y="236"/>
                    <a:pt x="126" y="236"/>
                  </a:cubicBezTo>
                  <a:cubicBezTo>
                    <a:pt x="65" y="236"/>
                    <a:pt x="16" y="186"/>
                    <a:pt x="16" y="126"/>
                  </a:cubicBezTo>
                  <a:cubicBezTo>
                    <a:pt x="16" y="65"/>
                    <a:pt x="65" y="16"/>
                    <a:pt x="126" y="16"/>
                  </a:cubicBezTo>
                  <a:cubicBezTo>
                    <a:pt x="139" y="16"/>
                    <a:pt x="151" y="18"/>
                    <a:pt x="163" y="22"/>
                  </a:cubicBezTo>
                  <a:cubicBezTo>
                    <a:pt x="158" y="15"/>
                    <a:pt x="153" y="8"/>
                    <a:pt x="147" y="2"/>
                  </a:cubicBezTo>
                  <a:cubicBezTo>
                    <a:pt x="140" y="0"/>
                    <a:pt x="133" y="0"/>
                    <a:pt x="126" y="0"/>
                  </a:cubicBezTo>
                  <a:cubicBezTo>
                    <a:pt x="56" y="0"/>
                    <a:pt x="0" y="56"/>
                    <a:pt x="0" y="126"/>
                  </a:cubicBezTo>
                  <a:cubicBezTo>
                    <a:pt x="0" y="195"/>
                    <a:pt x="56" y="252"/>
                    <a:pt x="126" y="252"/>
                  </a:cubicBezTo>
                  <a:cubicBezTo>
                    <a:pt x="184" y="252"/>
                    <a:pt x="232" y="213"/>
                    <a:pt x="247" y="160"/>
                  </a:cubicBezTo>
                  <a:cubicBezTo>
                    <a:pt x="242" y="159"/>
                    <a:pt x="237" y="157"/>
                    <a:pt x="232" y="1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Freeform 334"/>
            <p:cNvSpPr>
              <a:spLocks/>
            </p:cNvSpPr>
            <p:nvPr/>
          </p:nvSpPr>
          <p:spPr bwMode="auto">
            <a:xfrm>
              <a:off x="9704388" y="3840163"/>
              <a:ext cx="111125" cy="173038"/>
            </a:xfrm>
            <a:custGeom>
              <a:avLst/>
              <a:gdLst>
                <a:gd name="T0" fmla="*/ 55 w 69"/>
                <a:gd name="T1" fmla="*/ 104 h 106"/>
                <a:gd name="T2" fmla="*/ 61 w 69"/>
                <a:gd name="T3" fmla="*/ 106 h 106"/>
                <a:gd name="T4" fmla="*/ 64 w 69"/>
                <a:gd name="T5" fmla="*/ 105 h 106"/>
                <a:gd name="T6" fmla="*/ 69 w 69"/>
                <a:gd name="T7" fmla="*/ 98 h 106"/>
                <a:gd name="T8" fmla="*/ 69 w 69"/>
                <a:gd name="T9" fmla="*/ 0 h 106"/>
                <a:gd name="T10" fmla="*/ 53 w 69"/>
                <a:gd name="T11" fmla="*/ 0 h 106"/>
                <a:gd name="T12" fmla="*/ 53 w 69"/>
                <a:gd name="T13" fmla="*/ 80 h 106"/>
                <a:gd name="T14" fmla="*/ 11 w 69"/>
                <a:gd name="T15" fmla="*/ 40 h 106"/>
                <a:gd name="T16" fmla="*/ 0 w 69"/>
                <a:gd name="T17" fmla="*/ 52 h 106"/>
                <a:gd name="T18" fmla="*/ 55 w 69"/>
                <a:gd name="T19" fmla="*/ 10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106">
                  <a:moveTo>
                    <a:pt x="55" y="104"/>
                  </a:moveTo>
                  <a:cubicBezTo>
                    <a:pt x="57" y="105"/>
                    <a:pt x="59" y="106"/>
                    <a:pt x="61" y="106"/>
                  </a:cubicBezTo>
                  <a:cubicBezTo>
                    <a:pt x="62" y="106"/>
                    <a:pt x="63" y="106"/>
                    <a:pt x="64" y="105"/>
                  </a:cubicBezTo>
                  <a:cubicBezTo>
                    <a:pt x="67" y="104"/>
                    <a:pt x="69" y="101"/>
                    <a:pt x="69" y="98"/>
                  </a:cubicBezTo>
                  <a:cubicBezTo>
                    <a:pt x="69" y="0"/>
                    <a:pt x="69" y="0"/>
                    <a:pt x="69" y="0"/>
                  </a:cubicBezTo>
                  <a:cubicBezTo>
                    <a:pt x="53" y="0"/>
                    <a:pt x="53" y="0"/>
                    <a:pt x="53" y="0"/>
                  </a:cubicBezTo>
                  <a:cubicBezTo>
                    <a:pt x="53" y="80"/>
                    <a:pt x="53" y="80"/>
                    <a:pt x="53" y="80"/>
                  </a:cubicBezTo>
                  <a:cubicBezTo>
                    <a:pt x="11" y="40"/>
                    <a:pt x="11" y="40"/>
                    <a:pt x="11" y="40"/>
                  </a:cubicBezTo>
                  <a:cubicBezTo>
                    <a:pt x="0" y="52"/>
                    <a:pt x="0" y="52"/>
                    <a:pt x="0" y="52"/>
                  </a:cubicBezTo>
                  <a:lnTo>
                    <a:pt x="55" y="1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49" name="组合 348"/>
          <p:cNvGrpSpPr/>
          <p:nvPr/>
        </p:nvGrpSpPr>
        <p:grpSpPr>
          <a:xfrm>
            <a:off x="8262938" y="871538"/>
            <a:ext cx="1763712" cy="1728787"/>
            <a:chOff x="8262938" y="871538"/>
            <a:chExt cx="1763712" cy="1728787"/>
          </a:xfrm>
          <a:solidFill>
            <a:schemeClr val="tx1">
              <a:lumMod val="65000"/>
              <a:lumOff val="35000"/>
            </a:schemeClr>
          </a:solidFill>
        </p:grpSpPr>
        <p:sp>
          <p:nvSpPr>
            <p:cNvPr id="350" name="Freeform 337"/>
            <p:cNvSpPr>
              <a:spLocks noEditPoints="1"/>
            </p:cNvSpPr>
            <p:nvPr/>
          </p:nvSpPr>
          <p:spPr bwMode="auto">
            <a:xfrm>
              <a:off x="8262938" y="1201738"/>
              <a:ext cx="601662" cy="1214438"/>
            </a:xfrm>
            <a:custGeom>
              <a:avLst/>
              <a:gdLst>
                <a:gd name="T0" fmla="*/ 175 w 369"/>
                <a:gd name="T1" fmla="*/ 335 h 746"/>
                <a:gd name="T2" fmla="*/ 194 w 369"/>
                <a:gd name="T3" fmla="*/ 335 h 746"/>
                <a:gd name="T4" fmla="*/ 194 w 369"/>
                <a:gd name="T5" fmla="*/ 663 h 746"/>
                <a:gd name="T6" fmla="*/ 215 w 369"/>
                <a:gd name="T7" fmla="*/ 639 h 746"/>
                <a:gd name="T8" fmla="*/ 285 w 369"/>
                <a:gd name="T9" fmla="*/ 607 h 746"/>
                <a:gd name="T10" fmla="*/ 289 w 369"/>
                <a:gd name="T11" fmla="*/ 607 h 746"/>
                <a:gd name="T12" fmla="*/ 293 w 369"/>
                <a:gd name="T13" fmla="*/ 607 h 746"/>
                <a:gd name="T14" fmla="*/ 293 w 369"/>
                <a:gd name="T15" fmla="*/ 606 h 746"/>
                <a:gd name="T16" fmla="*/ 252 w 369"/>
                <a:gd name="T17" fmla="*/ 519 h 746"/>
                <a:gd name="T18" fmla="*/ 293 w 369"/>
                <a:gd name="T19" fmla="*/ 431 h 746"/>
                <a:gd name="T20" fmla="*/ 293 w 369"/>
                <a:gd name="T21" fmla="*/ 305 h 746"/>
                <a:gd name="T22" fmla="*/ 293 w 369"/>
                <a:gd name="T23" fmla="*/ 229 h 746"/>
                <a:gd name="T24" fmla="*/ 293 w 369"/>
                <a:gd name="T25" fmla="*/ 169 h 746"/>
                <a:gd name="T26" fmla="*/ 304 w 369"/>
                <a:gd name="T27" fmla="*/ 169 h 746"/>
                <a:gd name="T28" fmla="*/ 304 w 369"/>
                <a:gd name="T29" fmla="*/ 373 h 746"/>
                <a:gd name="T30" fmla="*/ 313 w 369"/>
                <a:gd name="T31" fmla="*/ 359 h 746"/>
                <a:gd name="T32" fmla="*/ 328 w 369"/>
                <a:gd name="T33" fmla="*/ 38 h 746"/>
                <a:gd name="T34" fmla="*/ 268 w 369"/>
                <a:gd name="T35" fmla="*/ 1 h 746"/>
                <a:gd name="T36" fmla="*/ 262 w 369"/>
                <a:gd name="T37" fmla="*/ 0 h 746"/>
                <a:gd name="T38" fmla="*/ 107 w 369"/>
                <a:gd name="T39" fmla="*/ 0 h 746"/>
                <a:gd name="T40" fmla="*/ 101 w 369"/>
                <a:gd name="T41" fmla="*/ 1 h 746"/>
                <a:gd name="T42" fmla="*/ 41 w 369"/>
                <a:gd name="T43" fmla="*/ 38 h 746"/>
                <a:gd name="T44" fmla="*/ 57 w 369"/>
                <a:gd name="T45" fmla="*/ 359 h 746"/>
                <a:gd name="T46" fmla="*/ 66 w 369"/>
                <a:gd name="T47" fmla="*/ 373 h 746"/>
                <a:gd name="T48" fmla="*/ 66 w 369"/>
                <a:gd name="T49" fmla="*/ 169 h 746"/>
                <a:gd name="T50" fmla="*/ 77 w 369"/>
                <a:gd name="T51" fmla="*/ 169 h 746"/>
                <a:gd name="T52" fmla="*/ 77 w 369"/>
                <a:gd name="T53" fmla="*/ 229 h 746"/>
                <a:gd name="T54" fmla="*/ 77 w 369"/>
                <a:gd name="T55" fmla="*/ 305 h 746"/>
                <a:gd name="T56" fmla="*/ 77 w 369"/>
                <a:gd name="T57" fmla="*/ 445 h 746"/>
                <a:gd name="T58" fmla="*/ 77 w 369"/>
                <a:gd name="T59" fmla="*/ 697 h 746"/>
                <a:gd name="T60" fmla="*/ 126 w 369"/>
                <a:gd name="T61" fmla="*/ 746 h 746"/>
                <a:gd name="T62" fmla="*/ 163 w 369"/>
                <a:gd name="T63" fmla="*/ 729 h 746"/>
                <a:gd name="T64" fmla="*/ 175 w 369"/>
                <a:gd name="T65" fmla="*/ 696 h 746"/>
                <a:gd name="T66" fmla="*/ 175 w 369"/>
                <a:gd name="T67" fmla="*/ 335 h 746"/>
                <a:gd name="T68" fmla="*/ 202 w 369"/>
                <a:gd name="T69" fmla="*/ 97 h 746"/>
                <a:gd name="T70" fmla="*/ 267 w 369"/>
                <a:gd name="T71" fmla="*/ 97 h 746"/>
                <a:gd name="T72" fmla="*/ 267 w 369"/>
                <a:gd name="T73" fmla="*/ 113 h 746"/>
                <a:gd name="T74" fmla="*/ 202 w 369"/>
                <a:gd name="T75" fmla="*/ 113 h 746"/>
                <a:gd name="T76" fmla="*/ 202 w 369"/>
                <a:gd name="T77" fmla="*/ 97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69" h="746">
                  <a:moveTo>
                    <a:pt x="175" y="335"/>
                  </a:moveTo>
                  <a:cubicBezTo>
                    <a:pt x="194" y="335"/>
                    <a:pt x="194" y="335"/>
                    <a:pt x="194" y="335"/>
                  </a:cubicBezTo>
                  <a:cubicBezTo>
                    <a:pt x="194" y="663"/>
                    <a:pt x="194" y="663"/>
                    <a:pt x="194" y="663"/>
                  </a:cubicBezTo>
                  <a:cubicBezTo>
                    <a:pt x="200" y="654"/>
                    <a:pt x="207" y="646"/>
                    <a:pt x="215" y="639"/>
                  </a:cubicBezTo>
                  <a:cubicBezTo>
                    <a:pt x="242" y="613"/>
                    <a:pt x="271" y="608"/>
                    <a:pt x="285" y="607"/>
                  </a:cubicBezTo>
                  <a:cubicBezTo>
                    <a:pt x="287" y="607"/>
                    <a:pt x="288" y="607"/>
                    <a:pt x="289" y="607"/>
                  </a:cubicBezTo>
                  <a:cubicBezTo>
                    <a:pt x="293" y="607"/>
                    <a:pt x="293" y="607"/>
                    <a:pt x="293" y="607"/>
                  </a:cubicBezTo>
                  <a:cubicBezTo>
                    <a:pt x="293" y="606"/>
                    <a:pt x="293" y="606"/>
                    <a:pt x="293" y="606"/>
                  </a:cubicBezTo>
                  <a:cubicBezTo>
                    <a:pt x="268" y="585"/>
                    <a:pt x="252" y="554"/>
                    <a:pt x="252" y="519"/>
                  </a:cubicBezTo>
                  <a:cubicBezTo>
                    <a:pt x="252" y="483"/>
                    <a:pt x="268" y="452"/>
                    <a:pt x="293" y="431"/>
                  </a:cubicBezTo>
                  <a:cubicBezTo>
                    <a:pt x="293" y="305"/>
                    <a:pt x="293" y="305"/>
                    <a:pt x="293" y="305"/>
                  </a:cubicBezTo>
                  <a:cubicBezTo>
                    <a:pt x="293" y="229"/>
                    <a:pt x="293" y="229"/>
                    <a:pt x="293" y="229"/>
                  </a:cubicBezTo>
                  <a:cubicBezTo>
                    <a:pt x="293" y="169"/>
                    <a:pt x="293" y="169"/>
                    <a:pt x="293" y="169"/>
                  </a:cubicBezTo>
                  <a:cubicBezTo>
                    <a:pt x="304" y="169"/>
                    <a:pt x="304" y="169"/>
                    <a:pt x="304" y="169"/>
                  </a:cubicBezTo>
                  <a:cubicBezTo>
                    <a:pt x="304" y="373"/>
                    <a:pt x="304" y="373"/>
                    <a:pt x="304" y="373"/>
                  </a:cubicBezTo>
                  <a:cubicBezTo>
                    <a:pt x="308" y="369"/>
                    <a:pt x="311" y="364"/>
                    <a:pt x="313" y="359"/>
                  </a:cubicBezTo>
                  <a:cubicBezTo>
                    <a:pt x="364" y="203"/>
                    <a:pt x="369" y="95"/>
                    <a:pt x="328" y="38"/>
                  </a:cubicBezTo>
                  <a:cubicBezTo>
                    <a:pt x="307" y="10"/>
                    <a:pt x="282" y="2"/>
                    <a:pt x="268" y="1"/>
                  </a:cubicBezTo>
                  <a:cubicBezTo>
                    <a:pt x="266" y="0"/>
                    <a:pt x="264" y="0"/>
                    <a:pt x="262" y="0"/>
                  </a:cubicBezTo>
                  <a:cubicBezTo>
                    <a:pt x="107" y="0"/>
                    <a:pt x="107" y="0"/>
                    <a:pt x="107" y="0"/>
                  </a:cubicBezTo>
                  <a:cubicBezTo>
                    <a:pt x="105" y="0"/>
                    <a:pt x="103" y="0"/>
                    <a:pt x="101" y="1"/>
                  </a:cubicBezTo>
                  <a:cubicBezTo>
                    <a:pt x="87" y="2"/>
                    <a:pt x="62" y="10"/>
                    <a:pt x="41" y="38"/>
                  </a:cubicBezTo>
                  <a:cubicBezTo>
                    <a:pt x="0" y="95"/>
                    <a:pt x="5" y="203"/>
                    <a:pt x="57" y="359"/>
                  </a:cubicBezTo>
                  <a:cubicBezTo>
                    <a:pt x="59" y="364"/>
                    <a:pt x="62" y="369"/>
                    <a:pt x="66" y="373"/>
                  </a:cubicBezTo>
                  <a:cubicBezTo>
                    <a:pt x="66" y="169"/>
                    <a:pt x="66" y="169"/>
                    <a:pt x="66" y="169"/>
                  </a:cubicBezTo>
                  <a:cubicBezTo>
                    <a:pt x="77" y="169"/>
                    <a:pt x="77" y="169"/>
                    <a:pt x="77" y="169"/>
                  </a:cubicBezTo>
                  <a:cubicBezTo>
                    <a:pt x="77" y="229"/>
                    <a:pt x="77" y="229"/>
                    <a:pt x="77" y="229"/>
                  </a:cubicBezTo>
                  <a:cubicBezTo>
                    <a:pt x="77" y="305"/>
                    <a:pt x="77" y="305"/>
                    <a:pt x="77" y="305"/>
                  </a:cubicBezTo>
                  <a:cubicBezTo>
                    <a:pt x="77" y="445"/>
                    <a:pt x="77" y="445"/>
                    <a:pt x="77" y="445"/>
                  </a:cubicBezTo>
                  <a:cubicBezTo>
                    <a:pt x="77" y="697"/>
                    <a:pt x="77" y="697"/>
                    <a:pt x="77" y="697"/>
                  </a:cubicBezTo>
                  <a:cubicBezTo>
                    <a:pt x="77" y="724"/>
                    <a:pt x="99" y="746"/>
                    <a:pt x="126" y="746"/>
                  </a:cubicBezTo>
                  <a:cubicBezTo>
                    <a:pt x="141" y="746"/>
                    <a:pt x="154" y="740"/>
                    <a:pt x="163" y="729"/>
                  </a:cubicBezTo>
                  <a:cubicBezTo>
                    <a:pt x="167" y="717"/>
                    <a:pt x="171" y="706"/>
                    <a:pt x="175" y="696"/>
                  </a:cubicBezTo>
                  <a:lnTo>
                    <a:pt x="175" y="335"/>
                  </a:lnTo>
                  <a:close/>
                  <a:moveTo>
                    <a:pt x="202" y="97"/>
                  </a:moveTo>
                  <a:cubicBezTo>
                    <a:pt x="267" y="97"/>
                    <a:pt x="267" y="97"/>
                    <a:pt x="267" y="97"/>
                  </a:cubicBezTo>
                  <a:cubicBezTo>
                    <a:pt x="267" y="113"/>
                    <a:pt x="267" y="113"/>
                    <a:pt x="267" y="113"/>
                  </a:cubicBezTo>
                  <a:cubicBezTo>
                    <a:pt x="202" y="113"/>
                    <a:pt x="202" y="113"/>
                    <a:pt x="202" y="113"/>
                  </a:cubicBezTo>
                  <a:lnTo>
                    <a:pt x="202" y="9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Oval 338"/>
            <p:cNvSpPr>
              <a:spLocks noChangeArrowheads="1"/>
            </p:cNvSpPr>
            <p:nvPr/>
          </p:nvSpPr>
          <p:spPr bwMode="auto">
            <a:xfrm>
              <a:off x="8418513" y="871538"/>
              <a:ext cx="292100" cy="2936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 name="Freeform 339"/>
            <p:cNvSpPr>
              <a:spLocks noEditPoints="1"/>
            </p:cNvSpPr>
            <p:nvPr/>
          </p:nvSpPr>
          <p:spPr bwMode="auto">
            <a:xfrm>
              <a:off x="8843963" y="1201738"/>
              <a:ext cx="601662" cy="1214438"/>
            </a:xfrm>
            <a:custGeom>
              <a:avLst/>
              <a:gdLst>
                <a:gd name="T0" fmla="*/ 76 w 369"/>
                <a:gd name="T1" fmla="*/ 169 h 746"/>
                <a:gd name="T2" fmla="*/ 76 w 369"/>
                <a:gd name="T3" fmla="*/ 229 h 746"/>
                <a:gd name="T4" fmla="*/ 76 w 369"/>
                <a:gd name="T5" fmla="*/ 305 h 746"/>
                <a:gd name="T6" fmla="*/ 76 w 369"/>
                <a:gd name="T7" fmla="*/ 427 h 746"/>
                <a:gd name="T8" fmla="*/ 123 w 369"/>
                <a:gd name="T9" fmla="*/ 519 h 746"/>
                <a:gd name="T10" fmla="*/ 80 w 369"/>
                <a:gd name="T11" fmla="*/ 607 h 746"/>
                <a:gd name="T12" fmla="*/ 86 w 369"/>
                <a:gd name="T13" fmla="*/ 607 h 746"/>
                <a:gd name="T14" fmla="*/ 89 w 369"/>
                <a:gd name="T15" fmla="*/ 607 h 746"/>
                <a:gd name="T16" fmla="*/ 160 w 369"/>
                <a:gd name="T17" fmla="*/ 639 h 746"/>
                <a:gd name="T18" fmla="*/ 175 w 369"/>
                <a:gd name="T19" fmla="*/ 655 h 746"/>
                <a:gd name="T20" fmla="*/ 175 w 369"/>
                <a:gd name="T21" fmla="*/ 335 h 746"/>
                <a:gd name="T22" fmla="*/ 194 w 369"/>
                <a:gd name="T23" fmla="*/ 335 h 746"/>
                <a:gd name="T24" fmla="*/ 194 w 369"/>
                <a:gd name="T25" fmla="*/ 684 h 746"/>
                <a:gd name="T26" fmla="*/ 214 w 369"/>
                <a:gd name="T27" fmla="*/ 736 h 746"/>
                <a:gd name="T28" fmla="*/ 243 w 369"/>
                <a:gd name="T29" fmla="*/ 746 h 746"/>
                <a:gd name="T30" fmla="*/ 293 w 369"/>
                <a:gd name="T31" fmla="*/ 697 h 746"/>
                <a:gd name="T32" fmla="*/ 293 w 369"/>
                <a:gd name="T33" fmla="*/ 445 h 746"/>
                <a:gd name="T34" fmla="*/ 293 w 369"/>
                <a:gd name="T35" fmla="*/ 305 h 746"/>
                <a:gd name="T36" fmla="*/ 293 w 369"/>
                <a:gd name="T37" fmla="*/ 229 h 746"/>
                <a:gd name="T38" fmla="*/ 293 w 369"/>
                <a:gd name="T39" fmla="*/ 169 h 746"/>
                <a:gd name="T40" fmla="*/ 303 w 369"/>
                <a:gd name="T41" fmla="*/ 169 h 746"/>
                <a:gd name="T42" fmla="*/ 303 w 369"/>
                <a:gd name="T43" fmla="*/ 373 h 746"/>
                <a:gd name="T44" fmla="*/ 312 w 369"/>
                <a:gd name="T45" fmla="*/ 359 h 746"/>
                <a:gd name="T46" fmla="*/ 328 w 369"/>
                <a:gd name="T47" fmla="*/ 38 h 746"/>
                <a:gd name="T48" fmla="*/ 268 w 369"/>
                <a:gd name="T49" fmla="*/ 1 h 746"/>
                <a:gd name="T50" fmla="*/ 262 w 369"/>
                <a:gd name="T51" fmla="*/ 0 h 746"/>
                <a:gd name="T52" fmla="*/ 107 w 369"/>
                <a:gd name="T53" fmla="*/ 0 h 746"/>
                <a:gd name="T54" fmla="*/ 101 w 369"/>
                <a:gd name="T55" fmla="*/ 1 h 746"/>
                <a:gd name="T56" fmla="*/ 41 w 369"/>
                <a:gd name="T57" fmla="*/ 38 h 746"/>
                <a:gd name="T58" fmla="*/ 56 w 369"/>
                <a:gd name="T59" fmla="*/ 359 h 746"/>
                <a:gd name="T60" fmla="*/ 66 w 369"/>
                <a:gd name="T61" fmla="*/ 373 h 746"/>
                <a:gd name="T62" fmla="*/ 66 w 369"/>
                <a:gd name="T63" fmla="*/ 169 h 746"/>
                <a:gd name="T64" fmla="*/ 76 w 369"/>
                <a:gd name="T65" fmla="*/ 169 h 746"/>
                <a:gd name="T66" fmla="*/ 201 w 369"/>
                <a:gd name="T67" fmla="*/ 97 h 746"/>
                <a:gd name="T68" fmla="*/ 266 w 369"/>
                <a:gd name="T69" fmla="*/ 97 h 746"/>
                <a:gd name="T70" fmla="*/ 266 w 369"/>
                <a:gd name="T71" fmla="*/ 113 h 746"/>
                <a:gd name="T72" fmla="*/ 201 w 369"/>
                <a:gd name="T73" fmla="*/ 113 h 746"/>
                <a:gd name="T74" fmla="*/ 201 w 369"/>
                <a:gd name="T75" fmla="*/ 97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69" h="746">
                  <a:moveTo>
                    <a:pt x="76" y="169"/>
                  </a:moveTo>
                  <a:cubicBezTo>
                    <a:pt x="76" y="229"/>
                    <a:pt x="76" y="229"/>
                    <a:pt x="76" y="229"/>
                  </a:cubicBezTo>
                  <a:cubicBezTo>
                    <a:pt x="76" y="305"/>
                    <a:pt x="76" y="305"/>
                    <a:pt x="76" y="305"/>
                  </a:cubicBezTo>
                  <a:cubicBezTo>
                    <a:pt x="76" y="427"/>
                    <a:pt x="76" y="427"/>
                    <a:pt x="76" y="427"/>
                  </a:cubicBezTo>
                  <a:cubicBezTo>
                    <a:pt x="104" y="447"/>
                    <a:pt x="123" y="481"/>
                    <a:pt x="123" y="519"/>
                  </a:cubicBezTo>
                  <a:cubicBezTo>
                    <a:pt x="123" y="554"/>
                    <a:pt x="106" y="586"/>
                    <a:pt x="80" y="607"/>
                  </a:cubicBezTo>
                  <a:cubicBezTo>
                    <a:pt x="86" y="607"/>
                    <a:pt x="86" y="607"/>
                    <a:pt x="86" y="607"/>
                  </a:cubicBezTo>
                  <a:cubicBezTo>
                    <a:pt x="87" y="607"/>
                    <a:pt x="88" y="607"/>
                    <a:pt x="89" y="607"/>
                  </a:cubicBezTo>
                  <a:cubicBezTo>
                    <a:pt x="104" y="608"/>
                    <a:pt x="132" y="613"/>
                    <a:pt x="160" y="639"/>
                  </a:cubicBezTo>
                  <a:cubicBezTo>
                    <a:pt x="165" y="644"/>
                    <a:pt x="170" y="649"/>
                    <a:pt x="175" y="655"/>
                  </a:cubicBezTo>
                  <a:cubicBezTo>
                    <a:pt x="175" y="335"/>
                    <a:pt x="175" y="335"/>
                    <a:pt x="175" y="335"/>
                  </a:cubicBezTo>
                  <a:cubicBezTo>
                    <a:pt x="194" y="335"/>
                    <a:pt x="194" y="335"/>
                    <a:pt x="194" y="335"/>
                  </a:cubicBezTo>
                  <a:cubicBezTo>
                    <a:pt x="194" y="684"/>
                    <a:pt x="194" y="684"/>
                    <a:pt x="194" y="684"/>
                  </a:cubicBezTo>
                  <a:cubicBezTo>
                    <a:pt x="202" y="699"/>
                    <a:pt x="208" y="717"/>
                    <a:pt x="214" y="736"/>
                  </a:cubicBezTo>
                  <a:cubicBezTo>
                    <a:pt x="222" y="742"/>
                    <a:pt x="232" y="746"/>
                    <a:pt x="243" y="746"/>
                  </a:cubicBezTo>
                  <a:cubicBezTo>
                    <a:pt x="270" y="746"/>
                    <a:pt x="293" y="724"/>
                    <a:pt x="293" y="697"/>
                  </a:cubicBezTo>
                  <a:cubicBezTo>
                    <a:pt x="293" y="445"/>
                    <a:pt x="293" y="445"/>
                    <a:pt x="293" y="445"/>
                  </a:cubicBezTo>
                  <a:cubicBezTo>
                    <a:pt x="293" y="305"/>
                    <a:pt x="293" y="305"/>
                    <a:pt x="293" y="305"/>
                  </a:cubicBezTo>
                  <a:cubicBezTo>
                    <a:pt x="293" y="229"/>
                    <a:pt x="293" y="229"/>
                    <a:pt x="293" y="229"/>
                  </a:cubicBezTo>
                  <a:cubicBezTo>
                    <a:pt x="293" y="169"/>
                    <a:pt x="293" y="169"/>
                    <a:pt x="293" y="169"/>
                  </a:cubicBezTo>
                  <a:cubicBezTo>
                    <a:pt x="303" y="169"/>
                    <a:pt x="303" y="169"/>
                    <a:pt x="303" y="169"/>
                  </a:cubicBezTo>
                  <a:cubicBezTo>
                    <a:pt x="303" y="373"/>
                    <a:pt x="303" y="373"/>
                    <a:pt x="303" y="373"/>
                  </a:cubicBezTo>
                  <a:cubicBezTo>
                    <a:pt x="307" y="369"/>
                    <a:pt x="311" y="364"/>
                    <a:pt x="312" y="359"/>
                  </a:cubicBezTo>
                  <a:cubicBezTo>
                    <a:pt x="364" y="203"/>
                    <a:pt x="369" y="95"/>
                    <a:pt x="328" y="38"/>
                  </a:cubicBezTo>
                  <a:cubicBezTo>
                    <a:pt x="307" y="10"/>
                    <a:pt x="282" y="2"/>
                    <a:pt x="268" y="1"/>
                  </a:cubicBezTo>
                  <a:cubicBezTo>
                    <a:pt x="266" y="0"/>
                    <a:pt x="264" y="0"/>
                    <a:pt x="262" y="0"/>
                  </a:cubicBezTo>
                  <a:cubicBezTo>
                    <a:pt x="107" y="0"/>
                    <a:pt x="107" y="0"/>
                    <a:pt x="107" y="0"/>
                  </a:cubicBezTo>
                  <a:cubicBezTo>
                    <a:pt x="105" y="0"/>
                    <a:pt x="103" y="0"/>
                    <a:pt x="101" y="1"/>
                  </a:cubicBezTo>
                  <a:cubicBezTo>
                    <a:pt x="87" y="2"/>
                    <a:pt x="62" y="10"/>
                    <a:pt x="41" y="38"/>
                  </a:cubicBezTo>
                  <a:cubicBezTo>
                    <a:pt x="0" y="95"/>
                    <a:pt x="5" y="203"/>
                    <a:pt x="56" y="359"/>
                  </a:cubicBezTo>
                  <a:cubicBezTo>
                    <a:pt x="58" y="364"/>
                    <a:pt x="61" y="369"/>
                    <a:pt x="66" y="373"/>
                  </a:cubicBezTo>
                  <a:cubicBezTo>
                    <a:pt x="66" y="169"/>
                    <a:pt x="66" y="169"/>
                    <a:pt x="66" y="169"/>
                  </a:cubicBezTo>
                  <a:lnTo>
                    <a:pt x="76" y="169"/>
                  </a:lnTo>
                  <a:close/>
                  <a:moveTo>
                    <a:pt x="201" y="97"/>
                  </a:moveTo>
                  <a:cubicBezTo>
                    <a:pt x="266" y="97"/>
                    <a:pt x="266" y="97"/>
                    <a:pt x="266" y="97"/>
                  </a:cubicBezTo>
                  <a:cubicBezTo>
                    <a:pt x="266" y="113"/>
                    <a:pt x="266" y="113"/>
                    <a:pt x="266" y="113"/>
                  </a:cubicBezTo>
                  <a:cubicBezTo>
                    <a:pt x="201" y="113"/>
                    <a:pt x="201" y="113"/>
                    <a:pt x="201" y="113"/>
                  </a:cubicBezTo>
                  <a:lnTo>
                    <a:pt x="201" y="9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 name="Oval 340"/>
            <p:cNvSpPr>
              <a:spLocks noChangeArrowheads="1"/>
            </p:cNvSpPr>
            <p:nvPr/>
          </p:nvSpPr>
          <p:spPr bwMode="auto">
            <a:xfrm>
              <a:off x="8997950" y="871538"/>
              <a:ext cx="292100" cy="2936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 name="Freeform 341"/>
            <p:cNvSpPr>
              <a:spLocks noEditPoints="1"/>
            </p:cNvSpPr>
            <p:nvPr/>
          </p:nvSpPr>
          <p:spPr bwMode="auto">
            <a:xfrm>
              <a:off x="9424988" y="1201738"/>
              <a:ext cx="601662" cy="1214438"/>
            </a:xfrm>
            <a:custGeom>
              <a:avLst/>
              <a:gdLst>
                <a:gd name="T0" fmla="*/ 65 w 369"/>
                <a:gd name="T1" fmla="*/ 373 h 746"/>
                <a:gd name="T2" fmla="*/ 65 w 369"/>
                <a:gd name="T3" fmla="*/ 169 h 746"/>
                <a:gd name="T4" fmla="*/ 76 w 369"/>
                <a:gd name="T5" fmla="*/ 169 h 746"/>
                <a:gd name="T6" fmla="*/ 76 w 369"/>
                <a:gd name="T7" fmla="*/ 229 h 746"/>
                <a:gd name="T8" fmla="*/ 76 w 369"/>
                <a:gd name="T9" fmla="*/ 305 h 746"/>
                <a:gd name="T10" fmla="*/ 76 w 369"/>
                <a:gd name="T11" fmla="*/ 445 h 746"/>
                <a:gd name="T12" fmla="*/ 76 w 369"/>
                <a:gd name="T13" fmla="*/ 697 h 746"/>
                <a:gd name="T14" fmla="*/ 125 w 369"/>
                <a:gd name="T15" fmla="*/ 746 h 746"/>
                <a:gd name="T16" fmla="*/ 175 w 369"/>
                <a:gd name="T17" fmla="*/ 697 h 746"/>
                <a:gd name="T18" fmla="*/ 175 w 369"/>
                <a:gd name="T19" fmla="*/ 335 h 746"/>
                <a:gd name="T20" fmla="*/ 193 w 369"/>
                <a:gd name="T21" fmla="*/ 335 h 746"/>
                <a:gd name="T22" fmla="*/ 193 w 369"/>
                <a:gd name="T23" fmla="*/ 697 h 746"/>
                <a:gd name="T24" fmla="*/ 243 w 369"/>
                <a:gd name="T25" fmla="*/ 746 h 746"/>
                <a:gd name="T26" fmla="*/ 292 w 369"/>
                <a:gd name="T27" fmla="*/ 697 h 746"/>
                <a:gd name="T28" fmla="*/ 292 w 369"/>
                <a:gd name="T29" fmla="*/ 445 h 746"/>
                <a:gd name="T30" fmla="*/ 292 w 369"/>
                <a:gd name="T31" fmla="*/ 305 h 746"/>
                <a:gd name="T32" fmla="*/ 292 w 369"/>
                <a:gd name="T33" fmla="*/ 229 h 746"/>
                <a:gd name="T34" fmla="*/ 292 w 369"/>
                <a:gd name="T35" fmla="*/ 169 h 746"/>
                <a:gd name="T36" fmla="*/ 303 w 369"/>
                <a:gd name="T37" fmla="*/ 169 h 746"/>
                <a:gd name="T38" fmla="*/ 303 w 369"/>
                <a:gd name="T39" fmla="*/ 373 h 746"/>
                <a:gd name="T40" fmla="*/ 312 w 369"/>
                <a:gd name="T41" fmla="*/ 359 h 746"/>
                <a:gd name="T42" fmla="*/ 327 w 369"/>
                <a:gd name="T43" fmla="*/ 38 h 746"/>
                <a:gd name="T44" fmla="*/ 268 w 369"/>
                <a:gd name="T45" fmla="*/ 1 h 746"/>
                <a:gd name="T46" fmla="*/ 261 w 369"/>
                <a:gd name="T47" fmla="*/ 0 h 746"/>
                <a:gd name="T48" fmla="*/ 107 w 369"/>
                <a:gd name="T49" fmla="*/ 0 h 746"/>
                <a:gd name="T50" fmla="*/ 101 w 369"/>
                <a:gd name="T51" fmla="*/ 1 h 746"/>
                <a:gd name="T52" fmla="*/ 41 w 369"/>
                <a:gd name="T53" fmla="*/ 38 h 746"/>
                <a:gd name="T54" fmla="*/ 56 w 369"/>
                <a:gd name="T55" fmla="*/ 359 h 746"/>
                <a:gd name="T56" fmla="*/ 65 w 369"/>
                <a:gd name="T57" fmla="*/ 373 h 746"/>
                <a:gd name="T58" fmla="*/ 201 w 369"/>
                <a:gd name="T59" fmla="*/ 97 h 746"/>
                <a:gd name="T60" fmla="*/ 266 w 369"/>
                <a:gd name="T61" fmla="*/ 97 h 746"/>
                <a:gd name="T62" fmla="*/ 266 w 369"/>
                <a:gd name="T63" fmla="*/ 113 h 746"/>
                <a:gd name="T64" fmla="*/ 201 w 369"/>
                <a:gd name="T65" fmla="*/ 113 h 746"/>
                <a:gd name="T66" fmla="*/ 201 w 369"/>
                <a:gd name="T67" fmla="*/ 97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69" h="746">
                  <a:moveTo>
                    <a:pt x="65" y="373"/>
                  </a:moveTo>
                  <a:cubicBezTo>
                    <a:pt x="65" y="169"/>
                    <a:pt x="65" y="169"/>
                    <a:pt x="65" y="169"/>
                  </a:cubicBezTo>
                  <a:cubicBezTo>
                    <a:pt x="76" y="169"/>
                    <a:pt x="76" y="169"/>
                    <a:pt x="76" y="169"/>
                  </a:cubicBezTo>
                  <a:cubicBezTo>
                    <a:pt x="76" y="229"/>
                    <a:pt x="76" y="229"/>
                    <a:pt x="76" y="229"/>
                  </a:cubicBezTo>
                  <a:cubicBezTo>
                    <a:pt x="76" y="305"/>
                    <a:pt x="76" y="305"/>
                    <a:pt x="76" y="305"/>
                  </a:cubicBezTo>
                  <a:cubicBezTo>
                    <a:pt x="76" y="445"/>
                    <a:pt x="76" y="445"/>
                    <a:pt x="76" y="445"/>
                  </a:cubicBezTo>
                  <a:cubicBezTo>
                    <a:pt x="76" y="697"/>
                    <a:pt x="76" y="697"/>
                    <a:pt x="76" y="697"/>
                  </a:cubicBezTo>
                  <a:cubicBezTo>
                    <a:pt x="76" y="724"/>
                    <a:pt x="98" y="746"/>
                    <a:pt x="125" y="746"/>
                  </a:cubicBezTo>
                  <a:cubicBezTo>
                    <a:pt x="153" y="746"/>
                    <a:pt x="175" y="724"/>
                    <a:pt x="175" y="697"/>
                  </a:cubicBezTo>
                  <a:cubicBezTo>
                    <a:pt x="175" y="335"/>
                    <a:pt x="175" y="335"/>
                    <a:pt x="175" y="335"/>
                  </a:cubicBezTo>
                  <a:cubicBezTo>
                    <a:pt x="193" y="335"/>
                    <a:pt x="193" y="335"/>
                    <a:pt x="193" y="335"/>
                  </a:cubicBezTo>
                  <a:cubicBezTo>
                    <a:pt x="193" y="697"/>
                    <a:pt x="193" y="697"/>
                    <a:pt x="193" y="697"/>
                  </a:cubicBezTo>
                  <a:cubicBezTo>
                    <a:pt x="193" y="724"/>
                    <a:pt x="215" y="746"/>
                    <a:pt x="243" y="746"/>
                  </a:cubicBezTo>
                  <a:cubicBezTo>
                    <a:pt x="270" y="746"/>
                    <a:pt x="292" y="724"/>
                    <a:pt x="292" y="697"/>
                  </a:cubicBezTo>
                  <a:cubicBezTo>
                    <a:pt x="292" y="445"/>
                    <a:pt x="292" y="445"/>
                    <a:pt x="292" y="445"/>
                  </a:cubicBezTo>
                  <a:cubicBezTo>
                    <a:pt x="292" y="305"/>
                    <a:pt x="292" y="305"/>
                    <a:pt x="292" y="305"/>
                  </a:cubicBezTo>
                  <a:cubicBezTo>
                    <a:pt x="292" y="229"/>
                    <a:pt x="292" y="229"/>
                    <a:pt x="292" y="229"/>
                  </a:cubicBezTo>
                  <a:cubicBezTo>
                    <a:pt x="292" y="169"/>
                    <a:pt x="292" y="169"/>
                    <a:pt x="292" y="169"/>
                  </a:cubicBezTo>
                  <a:cubicBezTo>
                    <a:pt x="303" y="169"/>
                    <a:pt x="303" y="169"/>
                    <a:pt x="303" y="169"/>
                  </a:cubicBezTo>
                  <a:cubicBezTo>
                    <a:pt x="303" y="373"/>
                    <a:pt x="303" y="373"/>
                    <a:pt x="303" y="373"/>
                  </a:cubicBezTo>
                  <a:cubicBezTo>
                    <a:pt x="307" y="369"/>
                    <a:pt x="310" y="364"/>
                    <a:pt x="312" y="359"/>
                  </a:cubicBezTo>
                  <a:cubicBezTo>
                    <a:pt x="363" y="203"/>
                    <a:pt x="369" y="95"/>
                    <a:pt x="327" y="38"/>
                  </a:cubicBezTo>
                  <a:cubicBezTo>
                    <a:pt x="307" y="10"/>
                    <a:pt x="281" y="2"/>
                    <a:pt x="268" y="1"/>
                  </a:cubicBezTo>
                  <a:cubicBezTo>
                    <a:pt x="266" y="0"/>
                    <a:pt x="263" y="0"/>
                    <a:pt x="261" y="0"/>
                  </a:cubicBezTo>
                  <a:cubicBezTo>
                    <a:pt x="107" y="0"/>
                    <a:pt x="107" y="0"/>
                    <a:pt x="107" y="0"/>
                  </a:cubicBezTo>
                  <a:cubicBezTo>
                    <a:pt x="105" y="0"/>
                    <a:pt x="103" y="0"/>
                    <a:pt x="101" y="1"/>
                  </a:cubicBezTo>
                  <a:cubicBezTo>
                    <a:pt x="87" y="2"/>
                    <a:pt x="61" y="10"/>
                    <a:pt x="41" y="38"/>
                  </a:cubicBezTo>
                  <a:cubicBezTo>
                    <a:pt x="0" y="95"/>
                    <a:pt x="5" y="203"/>
                    <a:pt x="56" y="359"/>
                  </a:cubicBezTo>
                  <a:cubicBezTo>
                    <a:pt x="58" y="364"/>
                    <a:pt x="61" y="369"/>
                    <a:pt x="65" y="373"/>
                  </a:cubicBezTo>
                  <a:close/>
                  <a:moveTo>
                    <a:pt x="201" y="97"/>
                  </a:moveTo>
                  <a:cubicBezTo>
                    <a:pt x="266" y="97"/>
                    <a:pt x="266" y="97"/>
                    <a:pt x="266" y="97"/>
                  </a:cubicBezTo>
                  <a:cubicBezTo>
                    <a:pt x="266" y="113"/>
                    <a:pt x="266" y="113"/>
                    <a:pt x="266" y="113"/>
                  </a:cubicBezTo>
                  <a:cubicBezTo>
                    <a:pt x="201" y="113"/>
                    <a:pt x="201" y="113"/>
                    <a:pt x="201" y="113"/>
                  </a:cubicBezTo>
                  <a:lnTo>
                    <a:pt x="201" y="9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 name="Oval 342"/>
            <p:cNvSpPr>
              <a:spLocks noChangeArrowheads="1"/>
            </p:cNvSpPr>
            <p:nvPr/>
          </p:nvSpPr>
          <p:spPr bwMode="auto">
            <a:xfrm>
              <a:off x="9578975" y="871538"/>
              <a:ext cx="292100" cy="2936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 name="Freeform 343"/>
            <p:cNvSpPr>
              <a:spLocks/>
            </p:cNvSpPr>
            <p:nvPr/>
          </p:nvSpPr>
          <p:spPr bwMode="auto">
            <a:xfrm>
              <a:off x="8535988" y="2228850"/>
              <a:ext cx="647700" cy="371475"/>
            </a:xfrm>
            <a:custGeom>
              <a:avLst/>
              <a:gdLst>
                <a:gd name="T0" fmla="*/ 91 w 398"/>
                <a:gd name="T1" fmla="*/ 97 h 228"/>
                <a:gd name="T2" fmla="*/ 91 w 398"/>
                <a:gd name="T3" fmla="*/ 228 h 228"/>
                <a:gd name="T4" fmla="*/ 307 w 398"/>
                <a:gd name="T5" fmla="*/ 228 h 228"/>
                <a:gd name="T6" fmla="*/ 307 w 398"/>
                <a:gd name="T7" fmla="*/ 97 h 228"/>
                <a:gd name="T8" fmla="*/ 334 w 398"/>
                <a:gd name="T9" fmla="*/ 228 h 228"/>
                <a:gd name="T10" fmla="*/ 398 w 398"/>
                <a:gd name="T11" fmla="*/ 228 h 228"/>
                <a:gd name="T12" fmla="*/ 334 w 398"/>
                <a:gd name="T13" fmla="*/ 25 h 228"/>
                <a:gd name="T14" fmla="*/ 278 w 398"/>
                <a:gd name="T15" fmla="*/ 0 h 228"/>
                <a:gd name="T16" fmla="*/ 276 w 398"/>
                <a:gd name="T17" fmla="*/ 0 h 228"/>
                <a:gd name="T18" fmla="*/ 122 w 398"/>
                <a:gd name="T19" fmla="*/ 0 h 228"/>
                <a:gd name="T20" fmla="*/ 119 w 398"/>
                <a:gd name="T21" fmla="*/ 0 h 228"/>
                <a:gd name="T22" fmla="*/ 64 w 398"/>
                <a:gd name="T23" fmla="*/ 25 h 228"/>
                <a:gd name="T24" fmla="*/ 0 w 398"/>
                <a:gd name="T25" fmla="*/ 228 h 228"/>
                <a:gd name="T26" fmla="*/ 64 w 398"/>
                <a:gd name="T27" fmla="*/ 228 h 228"/>
                <a:gd name="T28" fmla="*/ 91 w 398"/>
                <a:gd name="T29" fmla="*/ 97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98" h="228">
                  <a:moveTo>
                    <a:pt x="91" y="97"/>
                  </a:moveTo>
                  <a:cubicBezTo>
                    <a:pt x="91" y="228"/>
                    <a:pt x="91" y="228"/>
                    <a:pt x="91" y="228"/>
                  </a:cubicBezTo>
                  <a:cubicBezTo>
                    <a:pt x="307" y="228"/>
                    <a:pt x="307" y="228"/>
                    <a:pt x="307" y="228"/>
                  </a:cubicBezTo>
                  <a:cubicBezTo>
                    <a:pt x="307" y="97"/>
                    <a:pt x="307" y="97"/>
                    <a:pt x="307" y="97"/>
                  </a:cubicBezTo>
                  <a:cubicBezTo>
                    <a:pt x="319" y="121"/>
                    <a:pt x="330" y="163"/>
                    <a:pt x="334" y="228"/>
                  </a:cubicBezTo>
                  <a:cubicBezTo>
                    <a:pt x="398" y="228"/>
                    <a:pt x="398" y="228"/>
                    <a:pt x="398" y="228"/>
                  </a:cubicBezTo>
                  <a:cubicBezTo>
                    <a:pt x="393" y="129"/>
                    <a:pt x="371" y="61"/>
                    <a:pt x="334" y="25"/>
                  </a:cubicBezTo>
                  <a:cubicBezTo>
                    <a:pt x="311" y="4"/>
                    <a:pt x="289" y="1"/>
                    <a:pt x="278" y="0"/>
                  </a:cubicBezTo>
                  <a:cubicBezTo>
                    <a:pt x="277" y="0"/>
                    <a:pt x="277" y="0"/>
                    <a:pt x="276" y="0"/>
                  </a:cubicBezTo>
                  <a:cubicBezTo>
                    <a:pt x="122" y="0"/>
                    <a:pt x="122" y="0"/>
                    <a:pt x="122" y="0"/>
                  </a:cubicBezTo>
                  <a:cubicBezTo>
                    <a:pt x="121" y="0"/>
                    <a:pt x="120" y="0"/>
                    <a:pt x="119" y="0"/>
                  </a:cubicBezTo>
                  <a:cubicBezTo>
                    <a:pt x="108" y="1"/>
                    <a:pt x="86" y="4"/>
                    <a:pt x="64" y="25"/>
                  </a:cubicBezTo>
                  <a:cubicBezTo>
                    <a:pt x="26" y="61"/>
                    <a:pt x="5" y="129"/>
                    <a:pt x="0" y="228"/>
                  </a:cubicBezTo>
                  <a:cubicBezTo>
                    <a:pt x="64" y="228"/>
                    <a:pt x="64" y="228"/>
                    <a:pt x="64" y="228"/>
                  </a:cubicBezTo>
                  <a:cubicBezTo>
                    <a:pt x="68" y="163"/>
                    <a:pt x="79" y="121"/>
                    <a:pt x="91" y="9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 name="Oval 344"/>
            <p:cNvSpPr>
              <a:spLocks noChangeArrowheads="1"/>
            </p:cNvSpPr>
            <p:nvPr/>
          </p:nvSpPr>
          <p:spPr bwMode="auto">
            <a:xfrm>
              <a:off x="8712200" y="1900238"/>
              <a:ext cx="293687" cy="292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2212534167"/>
      </p:ext>
    </p:extLst>
  </p:cSld>
  <p:clrMapOvr>
    <a:masterClrMapping/>
  </p:clrMapOvr>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2130425" y="1447801"/>
            <a:ext cx="1909763" cy="1636712"/>
            <a:chOff x="2130425" y="1447801"/>
            <a:chExt cx="1909763" cy="1636712"/>
          </a:xfrm>
          <a:solidFill>
            <a:schemeClr val="tx1">
              <a:lumMod val="65000"/>
              <a:lumOff val="35000"/>
            </a:schemeClr>
          </a:solidFill>
        </p:grpSpPr>
        <p:sp>
          <p:nvSpPr>
            <p:cNvPr id="3" name="Freeform 5"/>
            <p:cNvSpPr>
              <a:spLocks noEditPoints="1"/>
            </p:cNvSpPr>
            <p:nvPr/>
          </p:nvSpPr>
          <p:spPr bwMode="auto">
            <a:xfrm>
              <a:off x="2130425" y="1862138"/>
              <a:ext cx="828675" cy="1222375"/>
            </a:xfrm>
            <a:custGeom>
              <a:avLst/>
              <a:gdLst>
                <a:gd name="T0" fmla="*/ 212 w 633"/>
                <a:gd name="T1" fmla="*/ 468 h 935"/>
                <a:gd name="T2" fmla="*/ 181 w 633"/>
                <a:gd name="T3" fmla="*/ 880 h 935"/>
                <a:gd name="T4" fmla="*/ 226 w 633"/>
                <a:gd name="T5" fmla="*/ 933 h 935"/>
                <a:gd name="T6" fmla="*/ 279 w 633"/>
                <a:gd name="T7" fmla="*/ 887 h 935"/>
                <a:gd name="T8" fmla="*/ 306 w 633"/>
                <a:gd name="T9" fmla="*/ 544 h 935"/>
                <a:gd name="T10" fmla="*/ 347 w 633"/>
                <a:gd name="T11" fmla="*/ 536 h 935"/>
                <a:gd name="T12" fmla="*/ 423 w 633"/>
                <a:gd name="T13" fmla="*/ 889 h 935"/>
                <a:gd name="T14" fmla="*/ 482 w 633"/>
                <a:gd name="T15" fmla="*/ 927 h 935"/>
                <a:gd name="T16" fmla="*/ 520 w 633"/>
                <a:gd name="T17" fmla="*/ 868 h 935"/>
                <a:gd name="T18" fmla="*/ 437 w 633"/>
                <a:gd name="T19" fmla="*/ 485 h 935"/>
                <a:gd name="T20" fmla="*/ 437 w 633"/>
                <a:gd name="T21" fmla="*/ 485 h 935"/>
                <a:gd name="T22" fmla="*/ 431 w 633"/>
                <a:gd name="T23" fmla="*/ 455 h 935"/>
                <a:gd name="T24" fmla="*/ 421 w 633"/>
                <a:gd name="T25" fmla="*/ 410 h 935"/>
                <a:gd name="T26" fmla="*/ 421 w 633"/>
                <a:gd name="T27" fmla="*/ 410 h 935"/>
                <a:gd name="T28" fmla="*/ 380 w 633"/>
                <a:gd name="T29" fmla="*/ 218 h 935"/>
                <a:gd name="T30" fmla="*/ 598 w 633"/>
                <a:gd name="T31" fmla="*/ 88 h 935"/>
                <a:gd name="T32" fmla="*/ 586 w 633"/>
                <a:gd name="T33" fmla="*/ 44 h 935"/>
                <a:gd name="T34" fmla="*/ 627 w 633"/>
                <a:gd name="T35" fmla="*/ 20 h 935"/>
                <a:gd name="T36" fmla="*/ 631 w 633"/>
                <a:gd name="T37" fmla="*/ 6 h 935"/>
                <a:gd name="T38" fmla="*/ 617 w 633"/>
                <a:gd name="T39" fmla="*/ 2 h 935"/>
                <a:gd name="T40" fmla="*/ 535 w 633"/>
                <a:gd name="T41" fmla="*/ 51 h 935"/>
                <a:gd name="T42" fmla="*/ 535 w 633"/>
                <a:gd name="T43" fmla="*/ 51 h 935"/>
                <a:gd name="T44" fmla="*/ 330 w 633"/>
                <a:gd name="T45" fmla="*/ 173 h 935"/>
                <a:gd name="T46" fmla="*/ 255 w 633"/>
                <a:gd name="T47" fmla="*/ 247 h 935"/>
                <a:gd name="T48" fmla="*/ 234 w 633"/>
                <a:gd name="T49" fmla="*/ 250 h 935"/>
                <a:gd name="T50" fmla="*/ 163 w 633"/>
                <a:gd name="T51" fmla="*/ 220 h 935"/>
                <a:gd name="T52" fmla="*/ 159 w 633"/>
                <a:gd name="T53" fmla="*/ 222 h 935"/>
                <a:gd name="T54" fmla="*/ 104 w 633"/>
                <a:gd name="T55" fmla="*/ 206 h 935"/>
                <a:gd name="T56" fmla="*/ 101 w 633"/>
                <a:gd name="T57" fmla="*/ 201 h 935"/>
                <a:gd name="T58" fmla="*/ 129 w 633"/>
                <a:gd name="T59" fmla="*/ 99 h 935"/>
                <a:gd name="T60" fmla="*/ 134 w 633"/>
                <a:gd name="T61" fmla="*/ 96 h 935"/>
                <a:gd name="T62" fmla="*/ 148 w 633"/>
                <a:gd name="T63" fmla="*/ 100 h 935"/>
                <a:gd name="T64" fmla="*/ 150 w 633"/>
                <a:gd name="T65" fmla="*/ 96 h 935"/>
                <a:gd name="T66" fmla="*/ 159 w 633"/>
                <a:gd name="T67" fmla="*/ 85 h 935"/>
                <a:gd name="T68" fmla="*/ 136 w 633"/>
                <a:gd name="T69" fmla="*/ 79 h 935"/>
                <a:gd name="T70" fmla="*/ 122 w 633"/>
                <a:gd name="T71" fmla="*/ 88 h 935"/>
                <a:gd name="T72" fmla="*/ 109 w 633"/>
                <a:gd name="T73" fmla="*/ 132 h 935"/>
                <a:gd name="T74" fmla="*/ 108 w 633"/>
                <a:gd name="T75" fmla="*/ 133 h 935"/>
                <a:gd name="T76" fmla="*/ 8 w 633"/>
                <a:gd name="T77" fmla="*/ 270 h 935"/>
                <a:gd name="T78" fmla="*/ 7 w 633"/>
                <a:gd name="T79" fmla="*/ 307 h 935"/>
                <a:gd name="T80" fmla="*/ 34 w 633"/>
                <a:gd name="T81" fmla="*/ 321 h 935"/>
                <a:gd name="T82" fmla="*/ 41 w 633"/>
                <a:gd name="T83" fmla="*/ 321 h 935"/>
                <a:gd name="T84" fmla="*/ 174 w 633"/>
                <a:gd name="T85" fmla="*/ 291 h 935"/>
                <a:gd name="T86" fmla="*/ 212 w 633"/>
                <a:gd name="T87" fmla="*/ 468 h 935"/>
                <a:gd name="T88" fmla="*/ 118 w 633"/>
                <a:gd name="T89" fmla="*/ 228 h 935"/>
                <a:gd name="T90" fmla="*/ 139 w 633"/>
                <a:gd name="T91" fmla="*/ 234 h 935"/>
                <a:gd name="T92" fmla="*/ 109 w 633"/>
                <a:gd name="T93" fmla="*/ 240 h 935"/>
                <a:gd name="T94" fmla="*/ 118 w 633"/>
                <a:gd name="T95" fmla="*/ 228 h 9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33" h="935">
                  <a:moveTo>
                    <a:pt x="212" y="468"/>
                  </a:moveTo>
                  <a:cubicBezTo>
                    <a:pt x="181" y="880"/>
                    <a:pt x="181" y="880"/>
                    <a:pt x="181" y="880"/>
                  </a:cubicBezTo>
                  <a:cubicBezTo>
                    <a:pt x="179" y="907"/>
                    <a:pt x="199" y="931"/>
                    <a:pt x="226" y="933"/>
                  </a:cubicBezTo>
                  <a:cubicBezTo>
                    <a:pt x="253" y="935"/>
                    <a:pt x="277" y="914"/>
                    <a:pt x="279" y="887"/>
                  </a:cubicBezTo>
                  <a:cubicBezTo>
                    <a:pt x="306" y="544"/>
                    <a:pt x="306" y="544"/>
                    <a:pt x="306" y="544"/>
                  </a:cubicBezTo>
                  <a:cubicBezTo>
                    <a:pt x="347" y="536"/>
                    <a:pt x="347" y="536"/>
                    <a:pt x="347" y="536"/>
                  </a:cubicBezTo>
                  <a:cubicBezTo>
                    <a:pt x="423" y="889"/>
                    <a:pt x="423" y="889"/>
                    <a:pt x="423" y="889"/>
                  </a:cubicBezTo>
                  <a:cubicBezTo>
                    <a:pt x="429" y="915"/>
                    <a:pt x="455" y="932"/>
                    <a:pt x="482" y="927"/>
                  </a:cubicBezTo>
                  <a:cubicBezTo>
                    <a:pt x="508" y="921"/>
                    <a:pt x="525" y="894"/>
                    <a:pt x="520" y="868"/>
                  </a:cubicBezTo>
                  <a:cubicBezTo>
                    <a:pt x="437" y="485"/>
                    <a:pt x="437" y="485"/>
                    <a:pt x="437" y="485"/>
                  </a:cubicBezTo>
                  <a:cubicBezTo>
                    <a:pt x="437" y="485"/>
                    <a:pt x="437" y="485"/>
                    <a:pt x="437" y="485"/>
                  </a:cubicBezTo>
                  <a:cubicBezTo>
                    <a:pt x="431" y="455"/>
                    <a:pt x="431" y="455"/>
                    <a:pt x="431" y="455"/>
                  </a:cubicBezTo>
                  <a:cubicBezTo>
                    <a:pt x="421" y="410"/>
                    <a:pt x="421" y="410"/>
                    <a:pt x="421" y="410"/>
                  </a:cubicBezTo>
                  <a:cubicBezTo>
                    <a:pt x="421" y="410"/>
                    <a:pt x="421" y="410"/>
                    <a:pt x="421" y="410"/>
                  </a:cubicBezTo>
                  <a:cubicBezTo>
                    <a:pt x="380" y="218"/>
                    <a:pt x="380" y="218"/>
                    <a:pt x="380" y="218"/>
                  </a:cubicBezTo>
                  <a:cubicBezTo>
                    <a:pt x="598" y="88"/>
                    <a:pt x="598" y="88"/>
                    <a:pt x="598" y="88"/>
                  </a:cubicBezTo>
                  <a:cubicBezTo>
                    <a:pt x="607" y="83"/>
                    <a:pt x="598" y="59"/>
                    <a:pt x="586" y="44"/>
                  </a:cubicBezTo>
                  <a:cubicBezTo>
                    <a:pt x="627" y="20"/>
                    <a:pt x="627" y="20"/>
                    <a:pt x="627" y="20"/>
                  </a:cubicBezTo>
                  <a:cubicBezTo>
                    <a:pt x="632" y="17"/>
                    <a:pt x="633" y="11"/>
                    <a:pt x="631" y="6"/>
                  </a:cubicBezTo>
                  <a:cubicBezTo>
                    <a:pt x="628" y="1"/>
                    <a:pt x="622" y="0"/>
                    <a:pt x="617" y="2"/>
                  </a:cubicBezTo>
                  <a:cubicBezTo>
                    <a:pt x="535" y="51"/>
                    <a:pt x="535" y="51"/>
                    <a:pt x="535" y="51"/>
                  </a:cubicBezTo>
                  <a:cubicBezTo>
                    <a:pt x="535" y="51"/>
                    <a:pt x="535" y="51"/>
                    <a:pt x="535" y="51"/>
                  </a:cubicBezTo>
                  <a:cubicBezTo>
                    <a:pt x="330" y="173"/>
                    <a:pt x="330" y="173"/>
                    <a:pt x="330" y="173"/>
                  </a:cubicBezTo>
                  <a:cubicBezTo>
                    <a:pt x="322" y="209"/>
                    <a:pt x="293" y="239"/>
                    <a:pt x="255" y="247"/>
                  </a:cubicBezTo>
                  <a:cubicBezTo>
                    <a:pt x="248" y="249"/>
                    <a:pt x="241" y="250"/>
                    <a:pt x="234" y="250"/>
                  </a:cubicBezTo>
                  <a:cubicBezTo>
                    <a:pt x="206" y="250"/>
                    <a:pt x="181" y="238"/>
                    <a:pt x="163" y="220"/>
                  </a:cubicBezTo>
                  <a:cubicBezTo>
                    <a:pt x="162" y="221"/>
                    <a:pt x="160" y="222"/>
                    <a:pt x="159" y="222"/>
                  </a:cubicBezTo>
                  <a:cubicBezTo>
                    <a:pt x="104" y="206"/>
                    <a:pt x="104" y="206"/>
                    <a:pt x="104" y="206"/>
                  </a:cubicBezTo>
                  <a:cubicBezTo>
                    <a:pt x="102" y="206"/>
                    <a:pt x="101" y="204"/>
                    <a:pt x="101" y="201"/>
                  </a:cubicBezTo>
                  <a:cubicBezTo>
                    <a:pt x="129" y="99"/>
                    <a:pt x="129" y="99"/>
                    <a:pt x="129" y="99"/>
                  </a:cubicBezTo>
                  <a:cubicBezTo>
                    <a:pt x="130" y="97"/>
                    <a:pt x="132" y="95"/>
                    <a:pt x="134" y="96"/>
                  </a:cubicBezTo>
                  <a:cubicBezTo>
                    <a:pt x="148" y="100"/>
                    <a:pt x="148" y="100"/>
                    <a:pt x="148" y="100"/>
                  </a:cubicBezTo>
                  <a:cubicBezTo>
                    <a:pt x="149" y="99"/>
                    <a:pt x="150" y="98"/>
                    <a:pt x="150" y="96"/>
                  </a:cubicBezTo>
                  <a:cubicBezTo>
                    <a:pt x="153" y="93"/>
                    <a:pt x="156" y="89"/>
                    <a:pt x="159" y="85"/>
                  </a:cubicBezTo>
                  <a:cubicBezTo>
                    <a:pt x="136" y="79"/>
                    <a:pt x="136" y="79"/>
                    <a:pt x="136" y="79"/>
                  </a:cubicBezTo>
                  <a:cubicBezTo>
                    <a:pt x="130" y="77"/>
                    <a:pt x="123" y="81"/>
                    <a:pt x="122" y="88"/>
                  </a:cubicBezTo>
                  <a:cubicBezTo>
                    <a:pt x="109" y="132"/>
                    <a:pt x="109" y="132"/>
                    <a:pt x="109" y="132"/>
                  </a:cubicBezTo>
                  <a:cubicBezTo>
                    <a:pt x="109" y="132"/>
                    <a:pt x="108" y="133"/>
                    <a:pt x="108" y="133"/>
                  </a:cubicBezTo>
                  <a:cubicBezTo>
                    <a:pt x="8" y="270"/>
                    <a:pt x="8" y="270"/>
                    <a:pt x="8" y="270"/>
                  </a:cubicBezTo>
                  <a:cubicBezTo>
                    <a:pt x="0" y="281"/>
                    <a:pt x="0" y="296"/>
                    <a:pt x="7" y="307"/>
                  </a:cubicBezTo>
                  <a:cubicBezTo>
                    <a:pt x="13" y="316"/>
                    <a:pt x="23" y="321"/>
                    <a:pt x="34" y="321"/>
                  </a:cubicBezTo>
                  <a:cubicBezTo>
                    <a:pt x="36" y="321"/>
                    <a:pt x="38" y="321"/>
                    <a:pt x="41" y="321"/>
                  </a:cubicBezTo>
                  <a:cubicBezTo>
                    <a:pt x="174" y="291"/>
                    <a:pt x="174" y="291"/>
                    <a:pt x="174" y="291"/>
                  </a:cubicBezTo>
                  <a:lnTo>
                    <a:pt x="212" y="468"/>
                  </a:lnTo>
                  <a:close/>
                  <a:moveTo>
                    <a:pt x="118" y="228"/>
                  </a:moveTo>
                  <a:cubicBezTo>
                    <a:pt x="139" y="234"/>
                    <a:pt x="139" y="234"/>
                    <a:pt x="139" y="234"/>
                  </a:cubicBezTo>
                  <a:cubicBezTo>
                    <a:pt x="109" y="240"/>
                    <a:pt x="109" y="240"/>
                    <a:pt x="109" y="240"/>
                  </a:cubicBezTo>
                  <a:lnTo>
                    <a:pt x="118" y="2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Freeform 6"/>
            <p:cNvSpPr>
              <a:spLocks/>
            </p:cNvSpPr>
            <p:nvPr/>
          </p:nvSpPr>
          <p:spPr bwMode="auto">
            <a:xfrm>
              <a:off x="2308225" y="1928813"/>
              <a:ext cx="257175" cy="258762"/>
            </a:xfrm>
            <a:custGeom>
              <a:avLst/>
              <a:gdLst>
                <a:gd name="T0" fmla="*/ 11 w 197"/>
                <a:gd name="T1" fmla="*/ 117 h 197"/>
                <a:gd name="T2" fmla="*/ 118 w 197"/>
                <a:gd name="T3" fmla="*/ 186 h 197"/>
                <a:gd name="T4" fmla="*/ 187 w 197"/>
                <a:gd name="T5" fmla="*/ 79 h 197"/>
                <a:gd name="T6" fmla="*/ 80 w 197"/>
                <a:gd name="T7" fmla="*/ 10 h 197"/>
                <a:gd name="T8" fmla="*/ 11 w 197"/>
                <a:gd name="T9" fmla="*/ 117 h 197"/>
              </a:gdLst>
              <a:ahLst/>
              <a:cxnLst>
                <a:cxn ang="0">
                  <a:pos x="T0" y="T1"/>
                </a:cxn>
                <a:cxn ang="0">
                  <a:pos x="T2" y="T3"/>
                </a:cxn>
                <a:cxn ang="0">
                  <a:pos x="T4" y="T5"/>
                </a:cxn>
                <a:cxn ang="0">
                  <a:pos x="T6" y="T7"/>
                </a:cxn>
                <a:cxn ang="0">
                  <a:pos x="T8" y="T9"/>
                </a:cxn>
              </a:cxnLst>
              <a:rect l="0" t="0" r="r" b="b"/>
              <a:pathLst>
                <a:path w="197" h="197">
                  <a:moveTo>
                    <a:pt x="11" y="117"/>
                  </a:moveTo>
                  <a:cubicBezTo>
                    <a:pt x="21" y="166"/>
                    <a:pt x="69" y="197"/>
                    <a:pt x="118" y="186"/>
                  </a:cubicBezTo>
                  <a:cubicBezTo>
                    <a:pt x="166" y="176"/>
                    <a:pt x="197" y="128"/>
                    <a:pt x="187" y="79"/>
                  </a:cubicBezTo>
                  <a:cubicBezTo>
                    <a:pt x="176" y="31"/>
                    <a:pt x="128" y="0"/>
                    <a:pt x="80" y="10"/>
                  </a:cubicBezTo>
                  <a:cubicBezTo>
                    <a:pt x="31" y="21"/>
                    <a:pt x="0" y="69"/>
                    <a:pt x="11" y="1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 name="Freeform 7"/>
            <p:cNvSpPr>
              <a:spLocks/>
            </p:cNvSpPr>
            <p:nvPr/>
          </p:nvSpPr>
          <p:spPr bwMode="auto">
            <a:xfrm>
              <a:off x="3176588" y="2078038"/>
              <a:ext cx="76200" cy="104775"/>
            </a:xfrm>
            <a:custGeom>
              <a:avLst/>
              <a:gdLst>
                <a:gd name="T0" fmla="*/ 44 w 59"/>
                <a:gd name="T1" fmla="*/ 27 h 79"/>
                <a:gd name="T2" fmla="*/ 42 w 59"/>
                <a:gd name="T3" fmla="*/ 0 h 79"/>
                <a:gd name="T4" fmla="*/ 40 w 59"/>
                <a:gd name="T5" fmla="*/ 0 h 79"/>
                <a:gd name="T6" fmla="*/ 0 w 59"/>
                <a:gd name="T7" fmla="*/ 40 h 79"/>
                <a:gd name="T8" fmla="*/ 40 w 59"/>
                <a:gd name="T9" fmla="*/ 79 h 79"/>
                <a:gd name="T10" fmla="*/ 50 w 59"/>
                <a:gd name="T11" fmla="*/ 78 h 79"/>
                <a:gd name="T12" fmla="*/ 59 w 59"/>
                <a:gd name="T13" fmla="*/ 71 h 79"/>
                <a:gd name="T14" fmla="*/ 44 w 59"/>
                <a:gd name="T15" fmla="*/ 27 h 7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79">
                  <a:moveTo>
                    <a:pt x="44" y="27"/>
                  </a:moveTo>
                  <a:cubicBezTo>
                    <a:pt x="42" y="17"/>
                    <a:pt x="42" y="8"/>
                    <a:pt x="42" y="0"/>
                  </a:cubicBezTo>
                  <a:cubicBezTo>
                    <a:pt x="41" y="0"/>
                    <a:pt x="41" y="0"/>
                    <a:pt x="40" y="0"/>
                  </a:cubicBezTo>
                  <a:cubicBezTo>
                    <a:pt x="18" y="0"/>
                    <a:pt x="0" y="18"/>
                    <a:pt x="0" y="40"/>
                  </a:cubicBezTo>
                  <a:cubicBezTo>
                    <a:pt x="0" y="61"/>
                    <a:pt x="18" y="79"/>
                    <a:pt x="40" y="79"/>
                  </a:cubicBezTo>
                  <a:cubicBezTo>
                    <a:pt x="44" y="79"/>
                    <a:pt x="47" y="79"/>
                    <a:pt x="50" y="78"/>
                  </a:cubicBezTo>
                  <a:cubicBezTo>
                    <a:pt x="59" y="71"/>
                    <a:pt x="59" y="71"/>
                    <a:pt x="59" y="71"/>
                  </a:cubicBezTo>
                  <a:cubicBezTo>
                    <a:pt x="55" y="63"/>
                    <a:pt x="48" y="46"/>
                    <a:pt x="44"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Freeform 8"/>
            <p:cNvSpPr>
              <a:spLocks/>
            </p:cNvSpPr>
            <p:nvPr/>
          </p:nvSpPr>
          <p:spPr bwMode="auto">
            <a:xfrm>
              <a:off x="3013075" y="1500188"/>
              <a:ext cx="461963" cy="563562"/>
            </a:xfrm>
            <a:custGeom>
              <a:avLst/>
              <a:gdLst>
                <a:gd name="T0" fmla="*/ 69 w 354"/>
                <a:gd name="T1" fmla="*/ 235 h 431"/>
                <a:gd name="T2" fmla="*/ 136 w 354"/>
                <a:gd name="T3" fmla="*/ 183 h 431"/>
                <a:gd name="T4" fmla="*/ 141 w 354"/>
                <a:gd name="T5" fmla="*/ 189 h 431"/>
                <a:gd name="T6" fmla="*/ 92 w 354"/>
                <a:gd name="T7" fmla="*/ 241 h 431"/>
                <a:gd name="T8" fmla="*/ 102 w 354"/>
                <a:gd name="T9" fmla="*/ 270 h 431"/>
                <a:gd name="T10" fmla="*/ 58 w 354"/>
                <a:gd name="T11" fmla="*/ 324 h 431"/>
                <a:gd name="T12" fmla="*/ 113 w 354"/>
                <a:gd name="T13" fmla="*/ 379 h 431"/>
                <a:gd name="T14" fmla="*/ 114 w 354"/>
                <a:gd name="T15" fmla="*/ 379 h 431"/>
                <a:gd name="T16" fmla="*/ 112 w 354"/>
                <a:gd name="T17" fmla="*/ 391 h 431"/>
                <a:gd name="T18" fmla="*/ 152 w 354"/>
                <a:gd name="T19" fmla="*/ 431 h 431"/>
                <a:gd name="T20" fmla="*/ 168 w 354"/>
                <a:gd name="T21" fmla="*/ 427 h 431"/>
                <a:gd name="T22" fmla="*/ 191 w 354"/>
                <a:gd name="T23" fmla="*/ 384 h 431"/>
                <a:gd name="T24" fmla="*/ 171 w 354"/>
                <a:gd name="T25" fmla="*/ 357 h 431"/>
                <a:gd name="T26" fmla="*/ 128 w 354"/>
                <a:gd name="T27" fmla="*/ 378 h 431"/>
                <a:gd name="T28" fmla="*/ 125 w 354"/>
                <a:gd name="T29" fmla="*/ 378 h 431"/>
                <a:gd name="T30" fmla="*/ 168 w 354"/>
                <a:gd name="T31" fmla="*/ 324 h 431"/>
                <a:gd name="T32" fmla="*/ 164 w 354"/>
                <a:gd name="T33" fmla="*/ 302 h 431"/>
                <a:gd name="T34" fmla="*/ 177 w 354"/>
                <a:gd name="T35" fmla="*/ 300 h 431"/>
                <a:gd name="T36" fmla="*/ 230 w 354"/>
                <a:gd name="T37" fmla="*/ 233 h 431"/>
                <a:gd name="T38" fmla="*/ 228 w 354"/>
                <a:gd name="T39" fmla="*/ 217 h 431"/>
                <a:gd name="T40" fmla="*/ 296 w 354"/>
                <a:gd name="T41" fmla="*/ 165 h 431"/>
                <a:gd name="T42" fmla="*/ 306 w 354"/>
                <a:gd name="T43" fmla="*/ 167 h 431"/>
                <a:gd name="T44" fmla="*/ 354 w 354"/>
                <a:gd name="T45" fmla="*/ 127 h 431"/>
                <a:gd name="T46" fmla="*/ 354 w 354"/>
                <a:gd name="T47" fmla="*/ 118 h 431"/>
                <a:gd name="T48" fmla="*/ 306 w 354"/>
                <a:gd name="T49" fmla="*/ 70 h 431"/>
                <a:gd name="T50" fmla="*/ 262 w 354"/>
                <a:gd name="T51" fmla="*/ 99 h 431"/>
                <a:gd name="T52" fmla="*/ 284 w 354"/>
                <a:gd name="T53" fmla="*/ 66 h 431"/>
                <a:gd name="T54" fmla="*/ 210 w 354"/>
                <a:gd name="T55" fmla="*/ 30 h 431"/>
                <a:gd name="T56" fmla="*/ 170 w 354"/>
                <a:gd name="T57" fmla="*/ 39 h 431"/>
                <a:gd name="T58" fmla="*/ 108 w 354"/>
                <a:gd name="T59" fmla="*/ 0 h 431"/>
                <a:gd name="T60" fmla="*/ 102 w 354"/>
                <a:gd name="T61" fmla="*/ 1 h 431"/>
                <a:gd name="T62" fmla="*/ 39 w 354"/>
                <a:gd name="T63" fmla="*/ 69 h 431"/>
                <a:gd name="T64" fmla="*/ 102 w 354"/>
                <a:gd name="T65" fmla="*/ 137 h 431"/>
                <a:gd name="T66" fmla="*/ 97 w 354"/>
                <a:gd name="T67" fmla="*/ 137 h 431"/>
                <a:gd name="T68" fmla="*/ 38 w 354"/>
                <a:gd name="T69" fmla="*/ 104 h 431"/>
                <a:gd name="T70" fmla="*/ 0 w 354"/>
                <a:gd name="T71" fmla="*/ 165 h 431"/>
                <a:gd name="T72" fmla="*/ 9 w 354"/>
                <a:gd name="T73" fmla="*/ 201 h 431"/>
                <a:gd name="T74" fmla="*/ 69 w 354"/>
                <a:gd name="T75" fmla="*/ 235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54" h="431">
                  <a:moveTo>
                    <a:pt x="69" y="235"/>
                  </a:moveTo>
                  <a:cubicBezTo>
                    <a:pt x="101" y="235"/>
                    <a:pt x="128" y="213"/>
                    <a:pt x="136" y="183"/>
                  </a:cubicBezTo>
                  <a:cubicBezTo>
                    <a:pt x="138" y="186"/>
                    <a:pt x="139" y="188"/>
                    <a:pt x="141" y="189"/>
                  </a:cubicBezTo>
                  <a:cubicBezTo>
                    <a:pt x="136" y="215"/>
                    <a:pt x="116" y="234"/>
                    <a:pt x="92" y="241"/>
                  </a:cubicBezTo>
                  <a:cubicBezTo>
                    <a:pt x="93" y="252"/>
                    <a:pt x="97" y="262"/>
                    <a:pt x="102" y="270"/>
                  </a:cubicBezTo>
                  <a:cubicBezTo>
                    <a:pt x="77" y="275"/>
                    <a:pt x="58" y="297"/>
                    <a:pt x="58" y="324"/>
                  </a:cubicBezTo>
                  <a:cubicBezTo>
                    <a:pt x="58" y="354"/>
                    <a:pt x="83" y="379"/>
                    <a:pt x="113" y="379"/>
                  </a:cubicBezTo>
                  <a:cubicBezTo>
                    <a:pt x="114" y="379"/>
                    <a:pt x="114" y="379"/>
                    <a:pt x="114" y="379"/>
                  </a:cubicBezTo>
                  <a:cubicBezTo>
                    <a:pt x="113" y="383"/>
                    <a:pt x="112" y="387"/>
                    <a:pt x="112" y="391"/>
                  </a:cubicBezTo>
                  <a:cubicBezTo>
                    <a:pt x="112" y="413"/>
                    <a:pt x="130" y="431"/>
                    <a:pt x="152" y="431"/>
                  </a:cubicBezTo>
                  <a:cubicBezTo>
                    <a:pt x="158" y="431"/>
                    <a:pt x="163" y="430"/>
                    <a:pt x="168" y="427"/>
                  </a:cubicBezTo>
                  <a:cubicBezTo>
                    <a:pt x="171" y="410"/>
                    <a:pt x="179" y="396"/>
                    <a:pt x="191" y="384"/>
                  </a:cubicBezTo>
                  <a:cubicBezTo>
                    <a:pt x="188" y="372"/>
                    <a:pt x="181" y="362"/>
                    <a:pt x="171" y="357"/>
                  </a:cubicBezTo>
                  <a:cubicBezTo>
                    <a:pt x="161" y="370"/>
                    <a:pt x="145" y="378"/>
                    <a:pt x="128" y="378"/>
                  </a:cubicBezTo>
                  <a:cubicBezTo>
                    <a:pt x="127" y="378"/>
                    <a:pt x="126" y="378"/>
                    <a:pt x="125" y="378"/>
                  </a:cubicBezTo>
                  <a:cubicBezTo>
                    <a:pt x="150" y="373"/>
                    <a:pt x="168" y="351"/>
                    <a:pt x="168" y="324"/>
                  </a:cubicBezTo>
                  <a:cubicBezTo>
                    <a:pt x="168" y="316"/>
                    <a:pt x="167" y="309"/>
                    <a:pt x="164" y="302"/>
                  </a:cubicBezTo>
                  <a:cubicBezTo>
                    <a:pt x="168" y="302"/>
                    <a:pt x="173" y="301"/>
                    <a:pt x="177" y="300"/>
                  </a:cubicBezTo>
                  <a:cubicBezTo>
                    <a:pt x="208" y="292"/>
                    <a:pt x="230" y="265"/>
                    <a:pt x="230" y="233"/>
                  </a:cubicBezTo>
                  <a:cubicBezTo>
                    <a:pt x="230" y="227"/>
                    <a:pt x="229" y="222"/>
                    <a:pt x="228" y="217"/>
                  </a:cubicBezTo>
                  <a:cubicBezTo>
                    <a:pt x="258" y="212"/>
                    <a:pt x="283" y="192"/>
                    <a:pt x="296" y="165"/>
                  </a:cubicBezTo>
                  <a:cubicBezTo>
                    <a:pt x="299" y="166"/>
                    <a:pt x="302" y="167"/>
                    <a:pt x="306" y="167"/>
                  </a:cubicBezTo>
                  <a:cubicBezTo>
                    <a:pt x="330" y="167"/>
                    <a:pt x="350" y="149"/>
                    <a:pt x="354" y="127"/>
                  </a:cubicBezTo>
                  <a:cubicBezTo>
                    <a:pt x="354" y="124"/>
                    <a:pt x="354" y="121"/>
                    <a:pt x="354" y="118"/>
                  </a:cubicBezTo>
                  <a:cubicBezTo>
                    <a:pt x="354" y="91"/>
                    <a:pt x="333" y="70"/>
                    <a:pt x="306" y="70"/>
                  </a:cubicBezTo>
                  <a:cubicBezTo>
                    <a:pt x="286" y="70"/>
                    <a:pt x="269" y="82"/>
                    <a:pt x="262" y="99"/>
                  </a:cubicBezTo>
                  <a:cubicBezTo>
                    <a:pt x="264" y="85"/>
                    <a:pt x="273" y="73"/>
                    <a:pt x="284" y="66"/>
                  </a:cubicBezTo>
                  <a:cubicBezTo>
                    <a:pt x="267" y="44"/>
                    <a:pt x="240" y="30"/>
                    <a:pt x="210" y="30"/>
                  </a:cubicBezTo>
                  <a:cubicBezTo>
                    <a:pt x="196" y="30"/>
                    <a:pt x="182" y="33"/>
                    <a:pt x="170" y="39"/>
                  </a:cubicBezTo>
                  <a:cubicBezTo>
                    <a:pt x="158" y="16"/>
                    <a:pt x="135" y="0"/>
                    <a:pt x="108" y="0"/>
                  </a:cubicBezTo>
                  <a:cubicBezTo>
                    <a:pt x="106" y="0"/>
                    <a:pt x="104" y="0"/>
                    <a:pt x="102" y="1"/>
                  </a:cubicBezTo>
                  <a:cubicBezTo>
                    <a:pt x="67" y="3"/>
                    <a:pt x="39" y="33"/>
                    <a:pt x="39" y="69"/>
                  </a:cubicBezTo>
                  <a:cubicBezTo>
                    <a:pt x="39" y="105"/>
                    <a:pt x="67" y="134"/>
                    <a:pt x="102" y="137"/>
                  </a:cubicBezTo>
                  <a:cubicBezTo>
                    <a:pt x="101" y="137"/>
                    <a:pt x="99" y="137"/>
                    <a:pt x="97" y="137"/>
                  </a:cubicBezTo>
                  <a:cubicBezTo>
                    <a:pt x="72" y="137"/>
                    <a:pt x="50" y="124"/>
                    <a:pt x="38" y="104"/>
                  </a:cubicBezTo>
                  <a:cubicBezTo>
                    <a:pt x="15" y="115"/>
                    <a:pt x="0" y="138"/>
                    <a:pt x="0" y="165"/>
                  </a:cubicBezTo>
                  <a:cubicBezTo>
                    <a:pt x="0" y="178"/>
                    <a:pt x="3" y="190"/>
                    <a:pt x="9" y="201"/>
                  </a:cubicBezTo>
                  <a:cubicBezTo>
                    <a:pt x="21" y="221"/>
                    <a:pt x="44" y="235"/>
                    <a:pt x="69" y="2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Oval 9"/>
            <p:cNvSpPr>
              <a:spLocks noChangeArrowheads="1"/>
            </p:cNvSpPr>
            <p:nvPr/>
          </p:nvSpPr>
          <p:spPr bwMode="auto">
            <a:xfrm>
              <a:off x="3232150" y="1447801"/>
              <a:ext cx="73025" cy="7143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Oval 10"/>
            <p:cNvSpPr>
              <a:spLocks noChangeArrowheads="1"/>
            </p:cNvSpPr>
            <p:nvPr/>
          </p:nvSpPr>
          <p:spPr bwMode="auto">
            <a:xfrm>
              <a:off x="3359150" y="1447801"/>
              <a:ext cx="101600" cy="1016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11"/>
            <p:cNvSpPr>
              <a:spLocks/>
            </p:cNvSpPr>
            <p:nvPr/>
          </p:nvSpPr>
          <p:spPr bwMode="auto">
            <a:xfrm>
              <a:off x="3502025" y="1830388"/>
              <a:ext cx="331788" cy="344487"/>
            </a:xfrm>
            <a:custGeom>
              <a:avLst/>
              <a:gdLst>
                <a:gd name="T0" fmla="*/ 18 w 254"/>
                <a:gd name="T1" fmla="*/ 100 h 263"/>
                <a:gd name="T2" fmla="*/ 20 w 254"/>
                <a:gd name="T3" fmla="*/ 98 h 263"/>
                <a:gd name="T4" fmla="*/ 77 w 254"/>
                <a:gd name="T5" fmla="*/ 142 h 263"/>
                <a:gd name="T6" fmla="*/ 91 w 254"/>
                <a:gd name="T7" fmla="*/ 106 h 263"/>
                <a:gd name="T8" fmla="*/ 103 w 254"/>
                <a:gd name="T9" fmla="*/ 162 h 263"/>
                <a:gd name="T10" fmla="*/ 105 w 254"/>
                <a:gd name="T11" fmla="*/ 163 h 263"/>
                <a:gd name="T12" fmla="*/ 153 w 254"/>
                <a:gd name="T13" fmla="*/ 102 h 263"/>
                <a:gd name="T14" fmla="*/ 165 w 254"/>
                <a:gd name="T15" fmla="*/ 206 h 263"/>
                <a:gd name="T16" fmla="*/ 211 w 254"/>
                <a:gd name="T17" fmla="*/ 154 h 263"/>
                <a:gd name="T18" fmla="*/ 213 w 254"/>
                <a:gd name="T19" fmla="*/ 247 h 263"/>
                <a:gd name="T20" fmla="*/ 233 w 254"/>
                <a:gd name="T21" fmla="*/ 263 h 263"/>
                <a:gd name="T22" fmla="*/ 203 w 254"/>
                <a:gd name="T23" fmla="*/ 83 h 263"/>
                <a:gd name="T24" fmla="*/ 188 w 254"/>
                <a:gd name="T25" fmla="*/ 137 h 263"/>
                <a:gd name="T26" fmla="*/ 115 w 254"/>
                <a:gd name="T27" fmla="*/ 32 h 263"/>
                <a:gd name="T28" fmla="*/ 114 w 254"/>
                <a:gd name="T29" fmla="*/ 123 h 263"/>
                <a:gd name="T30" fmla="*/ 80 w 254"/>
                <a:gd name="T31" fmla="*/ 44 h 263"/>
                <a:gd name="T32" fmla="*/ 70 w 254"/>
                <a:gd name="T33" fmla="*/ 106 h 263"/>
                <a:gd name="T34" fmla="*/ 0 w 254"/>
                <a:gd name="T35" fmla="*/ 0 h 263"/>
                <a:gd name="T36" fmla="*/ 19 w 254"/>
                <a:gd name="T37" fmla="*/ 66 h 263"/>
                <a:gd name="T38" fmla="*/ 18 w 254"/>
                <a:gd name="T39" fmla="*/ 100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4" h="263">
                  <a:moveTo>
                    <a:pt x="18" y="100"/>
                  </a:moveTo>
                  <a:cubicBezTo>
                    <a:pt x="20" y="98"/>
                    <a:pt x="20" y="98"/>
                    <a:pt x="20" y="98"/>
                  </a:cubicBezTo>
                  <a:cubicBezTo>
                    <a:pt x="77" y="142"/>
                    <a:pt x="77" y="142"/>
                    <a:pt x="77" y="142"/>
                  </a:cubicBezTo>
                  <a:cubicBezTo>
                    <a:pt x="84" y="136"/>
                    <a:pt x="90" y="126"/>
                    <a:pt x="91" y="106"/>
                  </a:cubicBezTo>
                  <a:cubicBezTo>
                    <a:pt x="91" y="106"/>
                    <a:pt x="116" y="132"/>
                    <a:pt x="103" y="162"/>
                  </a:cubicBezTo>
                  <a:cubicBezTo>
                    <a:pt x="105" y="163"/>
                    <a:pt x="105" y="163"/>
                    <a:pt x="105" y="163"/>
                  </a:cubicBezTo>
                  <a:cubicBezTo>
                    <a:pt x="124" y="156"/>
                    <a:pt x="149" y="128"/>
                    <a:pt x="153" y="102"/>
                  </a:cubicBezTo>
                  <a:cubicBezTo>
                    <a:pt x="191" y="143"/>
                    <a:pt x="165" y="206"/>
                    <a:pt x="165" y="206"/>
                  </a:cubicBezTo>
                  <a:cubicBezTo>
                    <a:pt x="165" y="206"/>
                    <a:pt x="200" y="175"/>
                    <a:pt x="211" y="154"/>
                  </a:cubicBezTo>
                  <a:cubicBezTo>
                    <a:pt x="226" y="182"/>
                    <a:pt x="220" y="222"/>
                    <a:pt x="213" y="247"/>
                  </a:cubicBezTo>
                  <a:cubicBezTo>
                    <a:pt x="233" y="263"/>
                    <a:pt x="233" y="263"/>
                    <a:pt x="233" y="263"/>
                  </a:cubicBezTo>
                  <a:cubicBezTo>
                    <a:pt x="245" y="221"/>
                    <a:pt x="254" y="148"/>
                    <a:pt x="203" y="83"/>
                  </a:cubicBezTo>
                  <a:cubicBezTo>
                    <a:pt x="208" y="138"/>
                    <a:pt x="188" y="137"/>
                    <a:pt x="188" y="137"/>
                  </a:cubicBezTo>
                  <a:cubicBezTo>
                    <a:pt x="188" y="137"/>
                    <a:pt x="206" y="79"/>
                    <a:pt x="115" y="32"/>
                  </a:cubicBezTo>
                  <a:cubicBezTo>
                    <a:pt x="144" y="80"/>
                    <a:pt x="114" y="123"/>
                    <a:pt x="114" y="123"/>
                  </a:cubicBezTo>
                  <a:cubicBezTo>
                    <a:pt x="114" y="123"/>
                    <a:pt x="126" y="86"/>
                    <a:pt x="80" y="44"/>
                  </a:cubicBezTo>
                  <a:cubicBezTo>
                    <a:pt x="83" y="71"/>
                    <a:pt x="86" y="90"/>
                    <a:pt x="70" y="106"/>
                  </a:cubicBezTo>
                  <a:cubicBezTo>
                    <a:pt x="61" y="73"/>
                    <a:pt x="40" y="37"/>
                    <a:pt x="0" y="0"/>
                  </a:cubicBezTo>
                  <a:cubicBezTo>
                    <a:pt x="12" y="24"/>
                    <a:pt x="17" y="46"/>
                    <a:pt x="19" y="66"/>
                  </a:cubicBezTo>
                  <a:cubicBezTo>
                    <a:pt x="20" y="78"/>
                    <a:pt x="20" y="90"/>
                    <a:pt x="1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12"/>
            <p:cNvSpPr>
              <a:spLocks/>
            </p:cNvSpPr>
            <p:nvPr/>
          </p:nvSpPr>
          <p:spPr bwMode="auto">
            <a:xfrm>
              <a:off x="3219450" y="1828800"/>
              <a:ext cx="277813" cy="334962"/>
            </a:xfrm>
            <a:custGeom>
              <a:avLst/>
              <a:gdLst>
                <a:gd name="T0" fmla="*/ 34 w 213"/>
                <a:gd name="T1" fmla="*/ 256 h 256"/>
                <a:gd name="T2" fmla="*/ 53 w 213"/>
                <a:gd name="T3" fmla="*/ 241 h 256"/>
                <a:gd name="T4" fmla="*/ 51 w 213"/>
                <a:gd name="T5" fmla="*/ 217 h 256"/>
                <a:gd name="T6" fmla="*/ 63 w 213"/>
                <a:gd name="T7" fmla="*/ 198 h 256"/>
                <a:gd name="T8" fmla="*/ 90 w 213"/>
                <a:gd name="T9" fmla="*/ 137 h 256"/>
                <a:gd name="T10" fmla="*/ 123 w 213"/>
                <a:gd name="T11" fmla="*/ 187 h 256"/>
                <a:gd name="T12" fmla="*/ 156 w 213"/>
                <a:gd name="T13" fmla="*/ 161 h 256"/>
                <a:gd name="T14" fmla="*/ 169 w 213"/>
                <a:gd name="T15" fmla="*/ 110 h 256"/>
                <a:gd name="T16" fmla="*/ 185 w 213"/>
                <a:gd name="T17" fmla="*/ 139 h 256"/>
                <a:gd name="T18" fmla="*/ 213 w 213"/>
                <a:gd name="T19" fmla="*/ 118 h 256"/>
                <a:gd name="T20" fmla="*/ 121 w 213"/>
                <a:gd name="T21" fmla="*/ 0 h 256"/>
                <a:gd name="T22" fmla="*/ 120 w 213"/>
                <a:gd name="T23" fmla="*/ 142 h 256"/>
                <a:gd name="T24" fmla="*/ 76 w 213"/>
                <a:gd name="T25" fmla="*/ 19 h 256"/>
                <a:gd name="T26" fmla="*/ 45 w 213"/>
                <a:gd name="T27" fmla="*/ 134 h 256"/>
                <a:gd name="T28" fmla="*/ 34 w 213"/>
                <a:gd name="T29" fmla="*/ 256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3" h="256">
                  <a:moveTo>
                    <a:pt x="34" y="256"/>
                  </a:moveTo>
                  <a:cubicBezTo>
                    <a:pt x="53" y="241"/>
                    <a:pt x="53" y="241"/>
                    <a:pt x="53" y="241"/>
                  </a:cubicBezTo>
                  <a:cubicBezTo>
                    <a:pt x="51" y="233"/>
                    <a:pt x="50" y="224"/>
                    <a:pt x="51" y="217"/>
                  </a:cubicBezTo>
                  <a:cubicBezTo>
                    <a:pt x="52" y="212"/>
                    <a:pt x="54" y="205"/>
                    <a:pt x="63" y="198"/>
                  </a:cubicBezTo>
                  <a:cubicBezTo>
                    <a:pt x="76" y="187"/>
                    <a:pt x="95" y="162"/>
                    <a:pt x="90" y="137"/>
                  </a:cubicBezTo>
                  <a:cubicBezTo>
                    <a:pt x="90" y="137"/>
                    <a:pt x="118" y="154"/>
                    <a:pt x="123" y="187"/>
                  </a:cubicBezTo>
                  <a:cubicBezTo>
                    <a:pt x="156" y="161"/>
                    <a:pt x="156" y="161"/>
                    <a:pt x="156" y="161"/>
                  </a:cubicBezTo>
                  <a:cubicBezTo>
                    <a:pt x="162" y="147"/>
                    <a:pt x="166" y="129"/>
                    <a:pt x="169" y="110"/>
                  </a:cubicBezTo>
                  <a:cubicBezTo>
                    <a:pt x="176" y="120"/>
                    <a:pt x="181" y="130"/>
                    <a:pt x="185" y="139"/>
                  </a:cubicBezTo>
                  <a:cubicBezTo>
                    <a:pt x="213" y="118"/>
                    <a:pt x="213" y="118"/>
                    <a:pt x="213" y="118"/>
                  </a:cubicBezTo>
                  <a:cubicBezTo>
                    <a:pt x="206" y="85"/>
                    <a:pt x="184" y="40"/>
                    <a:pt x="121" y="0"/>
                  </a:cubicBezTo>
                  <a:cubicBezTo>
                    <a:pt x="157" y="75"/>
                    <a:pt x="120" y="142"/>
                    <a:pt x="120" y="142"/>
                  </a:cubicBezTo>
                  <a:cubicBezTo>
                    <a:pt x="120" y="142"/>
                    <a:pt x="134" y="85"/>
                    <a:pt x="76" y="19"/>
                  </a:cubicBezTo>
                  <a:cubicBezTo>
                    <a:pt x="81" y="71"/>
                    <a:pt x="85" y="103"/>
                    <a:pt x="45" y="134"/>
                  </a:cubicBezTo>
                  <a:cubicBezTo>
                    <a:pt x="0" y="171"/>
                    <a:pt x="24" y="234"/>
                    <a:pt x="34" y="2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3"/>
            <p:cNvSpPr>
              <a:spLocks noEditPoints="1"/>
            </p:cNvSpPr>
            <p:nvPr/>
          </p:nvSpPr>
          <p:spPr bwMode="auto">
            <a:xfrm>
              <a:off x="2781300" y="1974850"/>
              <a:ext cx="1258888" cy="565150"/>
            </a:xfrm>
            <a:custGeom>
              <a:avLst/>
              <a:gdLst>
                <a:gd name="T0" fmla="*/ 648 w 793"/>
                <a:gd name="T1" fmla="*/ 196 h 356"/>
                <a:gd name="T2" fmla="*/ 676 w 793"/>
                <a:gd name="T3" fmla="*/ 159 h 356"/>
                <a:gd name="T4" fmla="*/ 470 w 793"/>
                <a:gd name="T5" fmla="*/ 0 h 356"/>
                <a:gd name="T6" fmla="*/ 265 w 793"/>
                <a:gd name="T7" fmla="*/ 159 h 356"/>
                <a:gd name="T8" fmla="*/ 294 w 793"/>
                <a:gd name="T9" fmla="*/ 196 h 356"/>
                <a:gd name="T10" fmla="*/ 314 w 793"/>
                <a:gd name="T11" fmla="*/ 181 h 356"/>
                <a:gd name="T12" fmla="*/ 314 w 793"/>
                <a:gd name="T13" fmla="*/ 192 h 356"/>
                <a:gd name="T14" fmla="*/ 314 w 793"/>
                <a:gd name="T15" fmla="*/ 339 h 356"/>
                <a:gd name="T16" fmla="*/ 296 w 793"/>
                <a:gd name="T17" fmla="*/ 339 h 356"/>
                <a:gd name="T18" fmla="*/ 295 w 793"/>
                <a:gd name="T19" fmla="*/ 329 h 356"/>
                <a:gd name="T20" fmla="*/ 274 w 793"/>
                <a:gd name="T21" fmla="*/ 314 h 356"/>
                <a:gd name="T22" fmla="*/ 258 w 793"/>
                <a:gd name="T23" fmla="*/ 300 h 356"/>
                <a:gd name="T24" fmla="*/ 240 w 793"/>
                <a:gd name="T25" fmla="*/ 287 h 356"/>
                <a:gd name="T26" fmla="*/ 217 w 793"/>
                <a:gd name="T27" fmla="*/ 314 h 356"/>
                <a:gd name="T28" fmla="*/ 210 w 793"/>
                <a:gd name="T29" fmla="*/ 321 h 356"/>
                <a:gd name="T30" fmla="*/ 202 w 793"/>
                <a:gd name="T31" fmla="*/ 339 h 356"/>
                <a:gd name="T32" fmla="*/ 0 w 793"/>
                <a:gd name="T33" fmla="*/ 339 h 356"/>
                <a:gd name="T34" fmla="*/ 0 w 793"/>
                <a:gd name="T35" fmla="*/ 356 h 356"/>
                <a:gd name="T36" fmla="*/ 793 w 793"/>
                <a:gd name="T37" fmla="*/ 356 h 356"/>
                <a:gd name="T38" fmla="*/ 793 w 793"/>
                <a:gd name="T39" fmla="*/ 339 h 356"/>
                <a:gd name="T40" fmla="*/ 751 w 793"/>
                <a:gd name="T41" fmla="*/ 339 h 356"/>
                <a:gd name="T42" fmla="*/ 736 w 793"/>
                <a:gd name="T43" fmla="*/ 313 h 356"/>
                <a:gd name="T44" fmla="*/ 715 w 793"/>
                <a:gd name="T45" fmla="*/ 290 h 356"/>
                <a:gd name="T46" fmla="*/ 666 w 793"/>
                <a:gd name="T47" fmla="*/ 300 h 356"/>
                <a:gd name="T48" fmla="*/ 660 w 793"/>
                <a:gd name="T49" fmla="*/ 339 h 356"/>
                <a:gd name="T50" fmla="*/ 633 w 793"/>
                <a:gd name="T51" fmla="*/ 339 h 356"/>
                <a:gd name="T52" fmla="*/ 633 w 793"/>
                <a:gd name="T53" fmla="*/ 195 h 356"/>
                <a:gd name="T54" fmla="*/ 633 w 793"/>
                <a:gd name="T55" fmla="*/ 185 h 356"/>
                <a:gd name="T56" fmla="*/ 648 w 793"/>
                <a:gd name="T57" fmla="*/ 196 h 356"/>
                <a:gd name="T58" fmla="*/ 345 w 793"/>
                <a:gd name="T59" fmla="*/ 339 h 356"/>
                <a:gd name="T60" fmla="*/ 345 w 793"/>
                <a:gd name="T61" fmla="*/ 157 h 356"/>
                <a:gd name="T62" fmla="*/ 359 w 793"/>
                <a:gd name="T63" fmla="*/ 146 h 356"/>
                <a:gd name="T64" fmla="*/ 360 w 793"/>
                <a:gd name="T65" fmla="*/ 149 h 356"/>
                <a:gd name="T66" fmla="*/ 377 w 793"/>
                <a:gd name="T67" fmla="*/ 168 h 356"/>
                <a:gd name="T68" fmla="*/ 395 w 793"/>
                <a:gd name="T69" fmla="*/ 138 h 356"/>
                <a:gd name="T70" fmla="*/ 426 w 793"/>
                <a:gd name="T71" fmla="*/ 115 h 356"/>
                <a:gd name="T72" fmla="*/ 452 w 793"/>
                <a:gd name="T73" fmla="*/ 74 h 356"/>
                <a:gd name="T74" fmla="*/ 470 w 793"/>
                <a:gd name="T75" fmla="*/ 60 h 356"/>
                <a:gd name="T76" fmla="*/ 488 w 793"/>
                <a:gd name="T77" fmla="*/ 73 h 356"/>
                <a:gd name="T78" fmla="*/ 471 w 793"/>
                <a:gd name="T79" fmla="*/ 92 h 356"/>
                <a:gd name="T80" fmla="*/ 465 w 793"/>
                <a:gd name="T81" fmla="*/ 118 h 356"/>
                <a:gd name="T82" fmla="*/ 437 w 793"/>
                <a:gd name="T83" fmla="*/ 139 h 356"/>
                <a:gd name="T84" fmla="*/ 467 w 793"/>
                <a:gd name="T85" fmla="*/ 143 h 356"/>
                <a:gd name="T86" fmla="*/ 486 w 793"/>
                <a:gd name="T87" fmla="*/ 134 h 356"/>
                <a:gd name="T88" fmla="*/ 502 w 793"/>
                <a:gd name="T89" fmla="*/ 112 h 356"/>
                <a:gd name="T90" fmla="*/ 521 w 793"/>
                <a:gd name="T91" fmla="*/ 107 h 356"/>
                <a:gd name="T92" fmla="*/ 526 w 793"/>
                <a:gd name="T93" fmla="*/ 125 h 356"/>
                <a:gd name="T94" fmla="*/ 552 w 793"/>
                <a:gd name="T95" fmla="*/ 146 h 356"/>
                <a:gd name="T96" fmla="*/ 547 w 793"/>
                <a:gd name="T97" fmla="*/ 170 h 356"/>
                <a:gd name="T98" fmla="*/ 575 w 793"/>
                <a:gd name="T99" fmla="*/ 172 h 356"/>
                <a:gd name="T100" fmla="*/ 587 w 793"/>
                <a:gd name="T101" fmla="*/ 192 h 356"/>
                <a:gd name="T102" fmla="*/ 601 w 793"/>
                <a:gd name="T103" fmla="*/ 196 h 356"/>
                <a:gd name="T104" fmla="*/ 601 w 793"/>
                <a:gd name="T105" fmla="*/ 339 h 356"/>
                <a:gd name="T106" fmla="*/ 345 w 793"/>
                <a:gd name="T107" fmla="*/ 339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93" h="356">
                  <a:moveTo>
                    <a:pt x="648" y="196"/>
                  </a:moveTo>
                  <a:lnTo>
                    <a:pt x="676" y="159"/>
                  </a:lnTo>
                  <a:lnTo>
                    <a:pt x="470" y="0"/>
                  </a:lnTo>
                  <a:lnTo>
                    <a:pt x="265" y="159"/>
                  </a:lnTo>
                  <a:lnTo>
                    <a:pt x="294" y="196"/>
                  </a:lnTo>
                  <a:lnTo>
                    <a:pt x="314" y="181"/>
                  </a:lnTo>
                  <a:lnTo>
                    <a:pt x="314" y="192"/>
                  </a:lnTo>
                  <a:lnTo>
                    <a:pt x="314" y="339"/>
                  </a:lnTo>
                  <a:lnTo>
                    <a:pt x="296" y="339"/>
                  </a:lnTo>
                  <a:lnTo>
                    <a:pt x="295" y="329"/>
                  </a:lnTo>
                  <a:lnTo>
                    <a:pt x="274" y="314"/>
                  </a:lnTo>
                  <a:lnTo>
                    <a:pt x="258" y="300"/>
                  </a:lnTo>
                  <a:lnTo>
                    <a:pt x="240" y="287"/>
                  </a:lnTo>
                  <a:lnTo>
                    <a:pt x="217" y="314"/>
                  </a:lnTo>
                  <a:lnTo>
                    <a:pt x="210" y="321"/>
                  </a:lnTo>
                  <a:lnTo>
                    <a:pt x="202" y="339"/>
                  </a:lnTo>
                  <a:lnTo>
                    <a:pt x="0" y="339"/>
                  </a:lnTo>
                  <a:lnTo>
                    <a:pt x="0" y="356"/>
                  </a:lnTo>
                  <a:lnTo>
                    <a:pt x="793" y="356"/>
                  </a:lnTo>
                  <a:lnTo>
                    <a:pt x="793" y="339"/>
                  </a:lnTo>
                  <a:lnTo>
                    <a:pt x="751" y="339"/>
                  </a:lnTo>
                  <a:lnTo>
                    <a:pt x="736" y="313"/>
                  </a:lnTo>
                  <a:lnTo>
                    <a:pt x="715" y="290"/>
                  </a:lnTo>
                  <a:lnTo>
                    <a:pt x="666" y="300"/>
                  </a:lnTo>
                  <a:lnTo>
                    <a:pt x="660" y="339"/>
                  </a:lnTo>
                  <a:lnTo>
                    <a:pt x="633" y="339"/>
                  </a:lnTo>
                  <a:lnTo>
                    <a:pt x="633" y="195"/>
                  </a:lnTo>
                  <a:lnTo>
                    <a:pt x="633" y="185"/>
                  </a:lnTo>
                  <a:lnTo>
                    <a:pt x="648" y="196"/>
                  </a:lnTo>
                  <a:close/>
                  <a:moveTo>
                    <a:pt x="345" y="339"/>
                  </a:moveTo>
                  <a:lnTo>
                    <a:pt x="345" y="157"/>
                  </a:lnTo>
                  <a:lnTo>
                    <a:pt x="359" y="146"/>
                  </a:lnTo>
                  <a:lnTo>
                    <a:pt x="360" y="149"/>
                  </a:lnTo>
                  <a:lnTo>
                    <a:pt x="377" y="168"/>
                  </a:lnTo>
                  <a:lnTo>
                    <a:pt x="395" y="138"/>
                  </a:lnTo>
                  <a:lnTo>
                    <a:pt x="426" y="115"/>
                  </a:lnTo>
                  <a:lnTo>
                    <a:pt x="452" y="74"/>
                  </a:lnTo>
                  <a:lnTo>
                    <a:pt x="470" y="60"/>
                  </a:lnTo>
                  <a:lnTo>
                    <a:pt x="488" y="73"/>
                  </a:lnTo>
                  <a:lnTo>
                    <a:pt x="471" y="92"/>
                  </a:lnTo>
                  <a:lnTo>
                    <a:pt x="465" y="118"/>
                  </a:lnTo>
                  <a:lnTo>
                    <a:pt x="437" y="139"/>
                  </a:lnTo>
                  <a:lnTo>
                    <a:pt x="467" y="143"/>
                  </a:lnTo>
                  <a:lnTo>
                    <a:pt x="486" y="134"/>
                  </a:lnTo>
                  <a:lnTo>
                    <a:pt x="502" y="112"/>
                  </a:lnTo>
                  <a:lnTo>
                    <a:pt x="521" y="107"/>
                  </a:lnTo>
                  <a:lnTo>
                    <a:pt x="526" y="125"/>
                  </a:lnTo>
                  <a:lnTo>
                    <a:pt x="552" y="146"/>
                  </a:lnTo>
                  <a:lnTo>
                    <a:pt x="547" y="170"/>
                  </a:lnTo>
                  <a:lnTo>
                    <a:pt x="575" y="172"/>
                  </a:lnTo>
                  <a:lnTo>
                    <a:pt x="587" y="192"/>
                  </a:lnTo>
                  <a:lnTo>
                    <a:pt x="601" y="196"/>
                  </a:lnTo>
                  <a:lnTo>
                    <a:pt x="601" y="339"/>
                  </a:lnTo>
                  <a:lnTo>
                    <a:pt x="345" y="3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Rectangle 14"/>
            <p:cNvSpPr>
              <a:spLocks noChangeArrowheads="1"/>
            </p:cNvSpPr>
            <p:nvPr/>
          </p:nvSpPr>
          <p:spPr bwMode="auto">
            <a:xfrm>
              <a:off x="3402013" y="2316163"/>
              <a:ext cx="127000" cy="1968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Rectangle 15"/>
            <p:cNvSpPr>
              <a:spLocks noChangeArrowheads="1"/>
            </p:cNvSpPr>
            <p:nvPr/>
          </p:nvSpPr>
          <p:spPr bwMode="auto">
            <a:xfrm>
              <a:off x="3582988" y="2316163"/>
              <a:ext cx="92075" cy="9048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6"/>
            <p:cNvSpPr>
              <a:spLocks/>
            </p:cNvSpPr>
            <p:nvPr/>
          </p:nvSpPr>
          <p:spPr bwMode="auto">
            <a:xfrm>
              <a:off x="2554288" y="1811338"/>
              <a:ext cx="107950" cy="85725"/>
            </a:xfrm>
            <a:custGeom>
              <a:avLst/>
              <a:gdLst>
                <a:gd name="T0" fmla="*/ 70 w 83"/>
                <a:gd name="T1" fmla="*/ 27 h 65"/>
                <a:gd name="T2" fmla="*/ 0 w 83"/>
                <a:gd name="T3" fmla="*/ 65 h 65"/>
                <a:gd name="T4" fmla="*/ 70 w 83"/>
                <a:gd name="T5" fmla="*/ 27 h 65"/>
              </a:gdLst>
              <a:ahLst/>
              <a:cxnLst>
                <a:cxn ang="0">
                  <a:pos x="T0" y="T1"/>
                </a:cxn>
                <a:cxn ang="0">
                  <a:pos x="T2" y="T3"/>
                </a:cxn>
                <a:cxn ang="0">
                  <a:pos x="T4" y="T5"/>
                </a:cxn>
              </a:cxnLst>
              <a:rect l="0" t="0" r="r" b="b"/>
              <a:pathLst>
                <a:path w="83" h="65">
                  <a:moveTo>
                    <a:pt x="70" y="27"/>
                  </a:moveTo>
                  <a:cubicBezTo>
                    <a:pt x="56" y="0"/>
                    <a:pt x="4" y="30"/>
                    <a:pt x="0" y="65"/>
                  </a:cubicBezTo>
                  <a:cubicBezTo>
                    <a:pt x="45" y="44"/>
                    <a:pt x="83" y="54"/>
                    <a:pt x="70"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7"/>
            <p:cNvSpPr>
              <a:spLocks/>
            </p:cNvSpPr>
            <p:nvPr/>
          </p:nvSpPr>
          <p:spPr bwMode="auto">
            <a:xfrm>
              <a:off x="2476500" y="1811338"/>
              <a:ext cx="73025" cy="88900"/>
            </a:xfrm>
            <a:custGeom>
              <a:avLst/>
              <a:gdLst>
                <a:gd name="T0" fmla="*/ 34 w 56"/>
                <a:gd name="T1" fmla="*/ 7 h 68"/>
                <a:gd name="T2" fmla="*/ 18 w 56"/>
                <a:gd name="T3" fmla="*/ 68 h 68"/>
                <a:gd name="T4" fmla="*/ 34 w 56"/>
                <a:gd name="T5" fmla="*/ 7 h 68"/>
              </a:gdLst>
              <a:ahLst/>
              <a:cxnLst>
                <a:cxn ang="0">
                  <a:pos x="T0" y="T1"/>
                </a:cxn>
                <a:cxn ang="0">
                  <a:pos x="T2" y="T3"/>
                </a:cxn>
                <a:cxn ang="0">
                  <a:pos x="T4" y="T5"/>
                </a:cxn>
              </a:cxnLst>
              <a:rect l="0" t="0" r="r" b="b"/>
              <a:pathLst>
                <a:path w="56" h="68">
                  <a:moveTo>
                    <a:pt x="34" y="7"/>
                  </a:moveTo>
                  <a:cubicBezTo>
                    <a:pt x="10" y="0"/>
                    <a:pt x="0" y="46"/>
                    <a:pt x="18" y="68"/>
                  </a:cubicBezTo>
                  <a:cubicBezTo>
                    <a:pt x="30" y="30"/>
                    <a:pt x="56" y="13"/>
                    <a:pt x="3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8"/>
            <p:cNvSpPr>
              <a:spLocks/>
            </p:cNvSpPr>
            <p:nvPr/>
          </p:nvSpPr>
          <p:spPr bwMode="auto">
            <a:xfrm>
              <a:off x="2566988" y="1914525"/>
              <a:ext cx="76200" cy="52387"/>
            </a:xfrm>
            <a:custGeom>
              <a:avLst/>
              <a:gdLst>
                <a:gd name="T0" fmla="*/ 0 w 58"/>
                <a:gd name="T1" fmla="*/ 38 h 40"/>
                <a:gd name="T2" fmla="*/ 53 w 58"/>
                <a:gd name="T3" fmla="*/ 21 h 40"/>
                <a:gd name="T4" fmla="*/ 0 w 58"/>
                <a:gd name="T5" fmla="*/ 38 h 40"/>
              </a:gdLst>
              <a:ahLst/>
              <a:cxnLst>
                <a:cxn ang="0">
                  <a:pos x="T0" y="T1"/>
                </a:cxn>
                <a:cxn ang="0">
                  <a:pos x="T2" y="T3"/>
                </a:cxn>
                <a:cxn ang="0">
                  <a:pos x="T4" y="T5"/>
                </a:cxn>
              </a:cxnLst>
              <a:rect l="0" t="0" r="r" b="b"/>
              <a:pathLst>
                <a:path w="58" h="40">
                  <a:moveTo>
                    <a:pt x="0" y="38"/>
                  </a:moveTo>
                  <a:cubicBezTo>
                    <a:pt x="34" y="29"/>
                    <a:pt x="58" y="40"/>
                    <a:pt x="53" y="21"/>
                  </a:cubicBezTo>
                  <a:cubicBezTo>
                    <a:pt x="47" y="0"/>
                    <a:pt x="8" y="14"/>
                    <a:pt x="0"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7" name="组合 16"/>
          <p:cNvGrpSpPr/>
          <p:nvPr/>
        </p:nvGrpSpPr>
        <p:grpSpPr>
          <a:xfrm>
            <a:off x="123825" y="1633538"/>
            <a:ext cx="1897063" cy="1450974"/>
            <a:chOff x="123825" y="1633538"/>
            <a:chExt cx="1897063" cy="1450974"/>
          </a:xfrm>
          <a:solidFill>
            <a:schemeClr val="tx1">
              <a:lumMod val="65000"/>
              <a:lumOff val="35000"/>
            </a:schemeClr>
          </a:solidFill>
        </p:grpSpPr>
        <p:sp>
          <p:nvSpPr>
            <p:cNvPr id="18" name="Freeform 19"/>
            <p:cNvSpPr>
              <a:spLocks noEditPoints="1"/>
            </p:cNvSpPr>
            <p:nvPr/>
          </p:nvSpPr>
          <p:spPr bwMode="auto">
            <a:xfrm>
              <a:off x="123825" y="1962150"/>
              <a:ext cx="830263" cy="1122362"/>
            </a:xfrm>
            <a:custGeom>
              <a:avLst/>
              <a:gdLst>
                <a:gd name="T0" fmla="*/ 34 w 634"/>
                <a:gd name="T1" fmla="*/ 244 h 858"/>
                <a:gd name="T2" fmla="*/ 41 w 634"/>
                <a:gd name="T3" fmla="*/ 244 h 858"/>
                <a:gd name="T4" fmla="*/ 174 w 634"/>
                <a:gd name="T5" fmla="*/ 214 h 858"/>
                <a:gd name="T6" fmla="*/ 212 w 634"/>
                <a:gd name="T7" fmla="*/ 391 h 858"/>
                <a:gd name="T8" fmla="*/ 181 w 634"/>
                <a:gd name="T9" fmla="*/ 803 h 858"/>
                <a:gd name="T10" fmla="*/ 226 w 634"/>
                <a:gd name="T11" fmla="*/ 856 h 858"/>
                <a:gd name="T12" fmla="*/ 279 w 634"/>
                <a:gd name="T13" fmla="*/ 810 h 858"/>
                <a:gd name="T14" fmla="*/ 305 w 634"/>
                <a:gd name="T15" fmla="*/ 467 h 858"/>
                <a:gd name="T16" fmla="*/ 347 w 634"/>
                <a:gd name="T17" fmla="*/ 459 h 858"/>
                <a:gd name="T18" fmla="*/ 423 w 634"/>
                <a:gd name="T19" fmla="*/ 812 h 858"/>
                <a:gd name="T20" fmla="*/ 481 w 634"/>
                <a:gd name="T21" fmla="*/ 850 h 858"/>
                <a:gd name="T22" fmla="*/ 519 w 634"/>
                <a:gd name="T23" fmla="*/ 791 h 858"/>
                <a:gd name="T24" fmla="*/ 437 w 634"/>
                <a:gd name="T25" fmla="*/ 408 h 858"/>
                <a:gd name="T26" fmla="*/ 437 w 634"/>
                <a:gd name="T27" fmla="*/ 408 h 858"/>
                <a:gd name="T28" fmla="*/ 431 w 634"/>
                <a:gd name="T29" fmla="*/ 378 h 858"/>
                <a:gd name="T30" fmla="*/ 421 w 634"/>
                <a:gd name="T31" fmla="*/ 333 h 858"/>
                <a:gd name="T32" fmla="*/ 421 w 634"/>
                <a:gd name="T33" fmla="*/ 333 h 858"/>
                <a:gd name="T34" fmla="*/ 396 w 634"/>
                <a:gd name="T35" fmla="*/ 215 h 858"/>
                <a:gd name="T36" fmla="*/ 598 w 634"/>
                <a:gd name="T37" fmla="*/ 290 h 858"/>
                <a:gd name="T38" fmla="*/ 601 w 634"/>
                <a:gd name="T39" fmla="*/ 290 h 858"/>
                <a:gd name="T40" fmla="*/ 633 w 634"/>
                <a:gd name="T41" fmla="*/ 260 h 858"/>
                <a:gd name="T42" fmla="*/ 603 w 634"/>
                <a:gd name="T43" fmla="*/ 226 h 858"/>
                <a:gd name="T44" fmla="*/ 370 w 634"/>
                <a:gd name="T45" fmla="*/ 122 h 858"/>
                <a:gd name="T46" fmla="*/ 358 w 634"/>
                <a:gd name="T47" fmla="*/ 117 h 858"/>
                <a:gd name="T48" fmla="*/ 343 w 634"/>
                <a:gd name="T49" fmla="*/ 116 h 858"/>
                <a:gd name="T50" fmla="*/ 320 w 634"/>
                <a:gd name="T51" fmla="*/ 121 h 858"/>
                <a:gd name="T52" fmla="*/ 254 w 634"/>
                <a:gd name="T53" fmla="*/ 170 h 858"/>
                <a:gd name="T54" fmla="*/ 234 w 634"/>
                <a:gd name="T55" fmla="*/ 173 h 858"/>
                <a:gd name="T56" fmla="*/ 163 w 634"/>
                <a:gd name="T57" fmla="*/ 143 h 858"/>
                <a:gd name="T58" fmla="*/ 158 w 634"/>
                <a:gd name="T59" fmla="*/ 145 h 858"/>
                <a:gd name="T60" fmla="*/ 104 w 634"/>
                <a:gd name="T61" fmla="*/ 129 h 858"/>
                <a:gd name="T62" fmla="*/ 101 w 634"/>
                <a:gd name="T63" fmla="*/ 124 h 858"/>
                <a:gd name="T64" fmla="*/ 129 w 634"/>
                <a:gd name="T65" fmla="*/ 22 h 858"/>
                <a:gd name="T66" fmla="*/ 134 w 634"/>
                <a:gd name="T67" fmla="*/ 19 h 858"/>
                <a:gd name="T68" fmla="*/ 148 w 634"/>
                <a:gd name="T69" fmla="*/ 23 h 858"/>
                <a:gd name="T70" fmla="*/ 150 w 634"/>
                <a:gd name="T71" fmla="*/ 19 h 858"/>
                <a:gd name="T72" fmla="*/ 159 w 634"/>
                <a:gd name="T73" fmla="*/ 8 h 858"/>
                <a:gd name="T74" fmla="*/ 136 w 634"/>
                <a:gd name="T75" fmla="*/ 2 h 858"/>
                <a:gd name="T76" fmla="*/ 122 w 634"/>
                <a:gd name="T77" fmla="*/ 11 h 858"/>
                <a:gd name="T78" fmla="*/ 109 w 634"/>
                <a:gd name="T79" fmla="*/ 55 h 858"/>
                <a:gd name="T80" fmla="*/ 108 w 634"/>
                <a:gd name="T81" fmla="*/ 56 h 858"/>
                <a:gd name="T82" fmla="*/ 8 w 634"/>
                <a:gd name="T83" fmla="*/ 193 h 858"/>
                <a:gd name="T84" fmla="*/ 7 w 634"/>
                <a:gd name="T85" fmla="*/ 230 h 858"/>
                <a:gd name="T86" fmla="*/ 34 w 634"/>
                <a:gd name="T87" fmla="*/ 244 h 858"/>
                <a:gd name="T88" fmla="*/ 139 w 634"/>
                <a:gd name="T89" fmla="*/ 157 h 858"/>
                <a:gd name="T90" fmla="*/ 109 w 634"/>
                <a:gd name="T91" fmla="*/ 163 h 858"/>
                <a:gd name="T92" fmla="*/ 118 w 634"/>
                <a:gd name="T93" fmla="*/ 151 h 858"/>
                <a:gd name="T94" fmla="*/ 139 w 634"/>
                <a:gd name="T95" fmla="*/ 157 h 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34" h="858">
                  <a:moveTo>
                    <a:pt x="34" y="244"/>
                  </a:moveTo>
                  <a:cubicBezTo>
                    <a:pt x="36" y="244"/>
                    <a:pt x="38" y="244"/>
                    <a:pt x="41" y="244"/>
                  </a:cubicBezTo>
                  <a:cubicBezTo>
                    <a:pt x="174" y="214"/>
                    <a:pt x="174" y="214"/>
                    <a:pt x="174" y="214"/>
                  </a:cubicBezTo>
                  <a:cubicBezTo>
                    <a:pt x="212" y="391"/>
                    <a:pt x="212" y="391"/>
                    <a:pt x="212" y="391"/>
                  </a:cubicBezTo>
                  <a:cubicBezTo>
                    <a:pt x="181" y="803"/>
                    <a:pt x="181" y="803"/>
                    <a:pt x="181" y="803"/>
                  </a:cubicBezTo>
                  <a:cubicBezTo>
                    <a:pt x="178" y="830"/>
                    <a:pt x="199" y="854"/>
                    <a:pt x="226" y="856"/>
                  </a:cubicBezTo>
                  <a:cubicBezTo>
                    <a:pt x="253" y="858"/>
                    <a:pt x="277" y="837"/>
                    <a:pt x="279" y="810"/>
                  </a:cubicBezTo>
                  <a:cubicBezTo>
                    <a:pt x="305" y="467"/>
                    <a:pt x="305" y="467"/>
                    <a:pt x="305" y="467"/>
                  </a:cubicBezTo>
                  <a:cubicBezTo>
                    <a:pt x="347" y="459"/>
                    <a:pt x="347" y="459"/>
                    <a:pt x="347" y="459"/>
                  </a:cubicBezTo>
                  <a:cubicBezTo>
                    <a:pt x="423" y="812"/>
                    <a:pt x="423" y="812"/>
                    <a:pt x="423" y="812"/>
                  </a:cubicBezTo>
                  <a:cubicBezTo>
                    <a:pt x="428" y="838"/>
                    <a:pt x="455" y="855"/>
                    <a:pt x="481" y="850"/>
                  </a:cubicBezTo>
                  <a:cubicBezTo>
                    <a:pt x="508" y="844"/>
                    <a:pt x="525" y="817"/>
                    <a:pt x="519" y="791"/>
                  </a:cubicBezTo>
                  <a:cubicBezTo>
                    <a:pt x="437" y="408"/>
                    <a:pt x="437" y="408"/>
                    <a:pt x="437" y="408"/>
                  </a:cubicBezTo>
                  <a:cubicBezTo>
                    <a:pt x="437" y="408"/>
                    <a:pt x="437" y="408"/>
                    <a:pt x="437" y="408"/>
                  </a:cubicBezTo>
                  <a:cubicBezTo>
                    <a:pt x="431" y="378"/>
                    <a:pt x="431" y="378"/>
                    <a:pt x="431" y="378"/>
                  </a:cubicBezTo>
                  <a:cubicBezTo>
                    <a:pt x="421" y="333"/>
                    <a:pt x="421" y="333"/>
                    <a:pt x="421" y="333"/>
                  </a:cubicBezTo>
                  <a:cubicBezTo>
                    <a:pt x="421" y="333"/>
                    <a:pt x="421" y="333"/>
                    <a:pt x="421" y="333"/>
                  </a:cubicBezTo>
                  <a:cubicBezTo>
                    <a:pt x="396" y="215"/>
                    <a:pt x="396" y="215"/>
                    <a:pt x="396" y="215"/>
                  </a:cubicBezTo>
                  <a:cubicBezTo>
                    <a:pt x="449" y="246"/>
                    <a:pt x="527" y="285"/>
                    <a:pt x="598" y="290"/>
                  </a:cubicBezTo>
                  <a:cubicBezTo>
                    <a:pt x="599" y="290"/>
                    <a:pt x="600" y="290"/>
                    <a:pt x="601" y="290"/>
                  </a:cubicBezTo>
                  <a:cubicBezTo>
                    <a:pt x="617" y="290"/>
                    <a:pt x="631" y="277"/>
                    <a:pt x="633" y="260"/>
                  </a:cubicBezTo>
                  <a:cubicBezTo>
                    <a:pt x="634" y="242"/>
                    <a:pt x="621" y="227"/>
                    <a:pt x="603" y="226"/>
                  </a:cubicBezTo>
                  <a:cubicBezTo>
                    <a:pt x="502" y="219"/>
                    <a:pt x="372" y="123"/>
                    <a:pt x="370" y="122"/>
                  </a:cubicBezTo>
                  <a:cubicBezTo>
                    <a:pt x="367" y="120"/>
                    <a:pt x="362" y="118"/>
                    <a:pt x="358" y="117"/>
                  </a:cubicBezTo>
                  <a:cubicBezTo>
                    <a:pt x="353" y="115"/>
                    <a:pt x="348" y="115"/>
                    <a:pt x="343" y="116"/>
                  </a:cubicBezTo>
                  <a:cubicBezTo>
                    <a:pt x="320" y="121"/>
                    <a:pt x="320" y="121"/>
                    <a:pt x="320" y="121"/>
                  </a:cubicBezTo>
                  <a:cubicBezTo>
                    <a:pt x="307" y="145"/>
                    <a:pt x="284" y="164"/>
                    <a:pt x="254" y="170"/>
                  </a:cubicBezTo>
                  <a:cubicBezTo>
                    <a:pt x="248" y="172"/>
                    <a:pt x="241" y="173"/>
                    <a:pt x="234" y="173"/>
                  </a:cubicBezTo>
                  <a:cubicBezTo>
                    <a:pt x="206" y="173"/>
                    <a:pt x="181" y="161"/>
                    <a:pt x="163" y="143"/>
                  </a:cubicBezTo>
                  <a:cubicBezTo>
                    <a:pt x="162" y="144"/>
                    <a:pt x="160" y="145"/>
                    <a:pt x="158" y="145"/>
                  </a:cubicBezTo>
                  <a:cubicBezTo>
                    <a:pt x="104" y="129"/>
                    <a:pt x="104" y="129"/>
                    <a:pt x="104" y="129"/>
                  </a:cubicBezTo>
                  <a:cubicBezTo>
                    <a:pt x="102" y="129"/>
                    <a:pt x="100" y="127"/>
                    <a:pt x="101" y="124"/>
                  </a:cubicBezTo>
                  <a:cubicBezTo>
                    <a:pt x="129" y="22"/>
                    <a:pt x="129" y="22"/>
                    <a:pt x="129" y="22"/>
                  </a:cubicBezTo>
                  <a:cubicBezTo>
                    <a:pt x="130" y="20"/>
                    <a:pt x="132" y="18"/>
                    <a:pt x="134" y="19"/>
                  </a:cubicBezTo>
                  <a:cubicBezTo>
                    <a:pt x="148" y="23"/>
                    <a:pt x="148" y="23"/>
                    <a:pt x="148" y="23"/>
                  </a:cubicBezTo>
                  <a:cubicBezTo>
                    <a:pt x="149" y="22"/>
                    <a:pt x="150" y="21"/>
                    <a:pt x="150" y="19"/>
                  </a:cubicBezTo>
                  <a:cubicBezTo>
                    <a:pt x="153" y="16"/>
                    <a:pt x="156" y="12"/>
                    <a:pt x="159" y="8"/>
                  </a:cubicBezTo>
                  <a:cubicBezTo>
                    <a:pt x="136" y="2"/>
                    <a:pt x="136" y="2"/>
                    <a:pt x="136" y="2"/>
                  </a:cubicBezTo>
                  <a:cubicBezTo>
                    <a:pt x="130" y="0"/>
                    <a:pt x="123" y="4"/>
                    <a:pt x="122" y="11"/>
                  </a:cubicBezTo>
                  <a:cubicBezTo>
                    <a:pt x="109" y="55"/>
                    <a:pt x="109" y="55"/>
                    <a:pt x="109" y="55"/>
                  </a:cubicBezTo>
                  <a:cubicBezTo>
                    <a:pt x="109" y="55"/>
                    <a:pt x="108" y="56"/>
                    <a:pt x="108" y="56"/>
                  </a:cubicBezTo>
                  <a:cubicBezTo>
                    <a:pt x="8" y="193"/>
                    <a:pt x="8" y="193"/>
                    <a:pt x="8" y="193"/>
                  </a:cubicBezTo>
                  <a:cubicBezTo>
                    <a:pt x="0" y="204"/>
                    <a:pt x="0" y="219"/>
                    <a:pt x="7" y="230"/>
                  </a:cubicBezTo>
                  <a:cubicBezTo>
                    <a:pt x="13" y="239"/>
                    <a:pt x="23" y="244"/>
                    <a:pt x="34" y="244"/>
                  </a:cubicBezTo>
                  <a:close/>
                  <a:moveTo>
                    <a:pt x="139" y="157"/>
                  </a:moveTo>
                  <a:cubicBezTo>
                    <a:pt x="109" y="163"/>
                    <a:pt x="109" y="163"/>
                    <a:pt x="109" y="163"/>
                  </a:cubicBezTo>
                  <a:cubicBezTo>
                    <a:pt x="118" y="151"/>
                    <a:pt x="118" y="151"/>
                    <a:pt x="118" y="151"/>
                  </a:cubicBezTo>
                  <a:lnTo>
                    <a:pt x="139" y="1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20"/>
            <p:cNvSpPr>
              <a:spLocks/>
            </p:cNvSpPr>
            <p:nvPr/>
          </p:nvSpPr>
          <p:spPr bwMode="auto">
            <a:xfrm>
              <a:off x="301625" y="1928813"/>
              <a:ext cx="257175" cy="258762"/>
            </a:xfrm>
            <a:custGeom>
              <a:avLst/>
              <a:gdLst>
                <a:gd name="T0" fmla="*/ 11 w 197"/>
                <a:gd name="T1" fmla="*/ 117 h 197"/>
                <a:gd name="T2" fmla="*/ 118 w 197"/>
                <a:gd name="T3" fmla="*/ 186 h 197"/>
                <a:gd name="T4" fmla="*/ 187 w 197"/>
                <a:gd name="T5" fmla="*/ 79 h 197"/>
                <a:gd name="T6" fmla="*/ 80 w 197"/>
                <a:gd name="T7" fmla="*/ 10 h 197"/>
                <a:gd name="T8" fmla="*/ 11 w 197"/>
                <a:gd name="T9" fmla="*/ 117 h 197"/>
              </a:gdLst>
              <a:ahLst/>
              <a:cxnLst>
                <a:cxn ang="0">
                  <a:pos x="T0" y="T1"/>
                </a:cxn>
                <a:cxn ang="0">
                  <a:pos x="T2" y="T3"/>
                </a:cxn>
                <a:cxn ang="0">
                  <a:pos x="T4" y="T5"/>
                </a:cxn>
                <a:cxn ang="0">
                  <a:pos x="T6" y="T7"/>
                </a:cxn>
                <a:cxn ang="0">
                  <a:pos x="T8" y="T9"/>
                </a:cxn>
              </a:cxnLst>
              <a:rect l="0" t="0" r="r" b="b"/>
              <a:pathLst>
                <a:path w="197" h="197">
                  <a:moveTo>
                    <a:pt x="11" y="117"/>
                  </a:moveTo>
                  <a:cubicBezTo>
                    <a:pt x="21" y="166"/>
                    <a:pt x="69" y="197"/>
                    <a:pt x="118" y="186"/>
                  </a:cubicBezTo>
                  <a:cubicBezTo>
                    <a:pt x="166" y="176"/>
                    <a:pt x="197" y="128"/>
                    <a:pt x="187" y="79"/>
                  </a:cubicBezTo>
                  <a:cubicBezTo>
                    <a:pt x="176" y="31"/>
                    <a:pt x="128" y="0"/>
                    <a:pt x="80" y="10"/>
                  </a:cubicBezTo>
                  <a:cubicBezTo>
                    <a:pt x="31" y="21"/>
                    <a:pt x="0" y="69"/>
                    <a:pt x="11" y="1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21"/>
            <p:cNvSpPr>
              <a:spLocks/>
            </p:cNvSpPr>
            <p:nvPr/>
          </p:nvSpPr>
          <p:spPr bwMode="auto">
            <a:xfrm>
              <a:off x="546100" y="1811338"/>
              <a:ext cx="109538" cy="85725"/>
            </a:xfrm>
            <a:custGeom>
              <a:avLst/>
              <a:gdLst>
                <a:gd name="T0" fmla="*/ 70 w 83"/>
                <a:gd name="T1" fmla="*/ 27 h 65"/>
                <a:gd name="T2" fmla="*/ 0 w 83"/>
                <a:gd name="T3" fmla="*/ 65 h 65"/>
                <a:gd name="T4" fmla="*/ 70 w 83"/>
                <a:gd name="T5" fmla="*/ 27 h 65"/>
              </a:gdLst>
              <a:ahLst/>
              <a:cxnLst>
                <a:cxn ang="0">
                  <a:pos x="T0" y="T1"/>
                </a:cxn>
                <a:cxn ang="0">
                  <a:pos x="T2" y="T3"/>
                </a:cxn>
                <a:cxn ang="0">
                  <a:pos x="T4" y="T5"/>
                </a:cxn>
              </a:cxnLst>
              <a:rect l="0" t="0" r="r" b="b"/>
              <a:pathLst>
                <a:path w="83" h="65">
                  <a:moveTo>
                    <a:pt x="70" y="27"/>
                  </a:moveTo>
                  <a:cubicBezTo>
                    <a:pt x="56" y="0"/>
                    <a:pt x="4" y="30"/>
                    <a:pt x="0" y="65"/>
                  </a:cubicBezTo>
                  <a:cubicBezTo>
                    <a:pt x="45" y="44"/>
                    <a:pt x="83" y="54"/>
                    <a:pt x="70"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22"/>
            <p:cNvSpPr>
              <a:spLocks/>
            </p:cNvSpPr>
            <p:nvPr/>
          </p:nvSpPr>
          <p:spPr bwMode="auto">
            <a:xfrm>
              <a:off x="469900" y="1811338"/>
              <a:ext cx="73025" cy="88900"/>
            </a:xfrm>
            <a:custGeom>
              <a:avLst/>
              <a:gdLst>
                <a:gd name="T0" fmla="*/ 34 w 56"/>
                <a:gd name="T1" fmla="*/ 7 h 68"/>
                <a:gd name="T2" fmla="*/ 18 w 56"/>
                <a:gd name="T3" fmla="*/ 68 h 68"/>
                <a:gd name="T4" fmla="*/ 34 w 56"/>
                <a:gd name="T5" fmla="*/ 7 h 68"/>
              </a:gdLst>
              <a:ahLst/>
              <a:cxnLst>
                <a:cxn ang="0">
                  <a:pos x="T0" y="T1"/>
                </a:cxn>
                <a:cxn ang="0">
                  <a:pos x="T2" y="T3"/>
                </a:cxn>
                <a:cxn ang="0">
                  <a:pos x="T4" y="T5"/>
                </a:cxn>
              </a:cxnLst>
              <a:rect l="0" t="0" r="r" b="b"/>
              <a:pathLst>
                <a:path w="56" h="68">
                  <a:moveTo>
                    <a:pt x="34" y="7"/>
                  </a:moveTo>
                  <a:cubicBezTo>
                    <a:pt x="10" y="0"/>
                    <a:pt x="0" y="46"/>
                    <a:pt x="18" y="68"/>
                  </a:cubicBezTo>
                  <a:cubicBezTo>
                    <a:pt x="30" y="30"/>
                    <a:pt x="56" y="13"/>
                    <a:pt x="3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23"/>
            <p:cNvSpPr>
              <a:spLocks/>
            </p:cNvSpPr>
            <p:nvPr/>
          </p:nvSpPr>
          <p:spPr bwMode="auto">
            <a:xfrm>
              <a:off x="560388" y="1914525"/>
              <a:ext cx="76200" cy="52387"/>
            </a:xfrm>
            <a:custGeom>
              <a:avLst/>
              <a:gdLst>
                <a:gd name="T0" fmla="*/ 0 w 58"/>
                <a:gd name="T1" fmla="*/ 38 h 40"/>
                <a:gd name="T2" fmla="*/ 52 w 58"/>
                <a:gd name="T3" fmla="*/ 21 h 40"/>
                <a:gd name="T4" fmla="*/ 0 w 58"/>
                <a:gd name="T5" fmla="*/ 38 h 40"/>
              </a:gdLst>
              <a:ahLst/>
              <a:cxnLst>
                <a:cxn ang="0">
                  <a:pos x="T0" y="T1"/>
                </a:cxn>
                <a:cxn ang="0">
                  <a:pos x="T2" y="T3"/>
                </a:cxn>
                <a:cxn ang="0">
                  <a:pos x="T4" y="T5"/>
                </a:cxn>
              </a:cxnLst>
              <a:rect l="0" t="0" r="r" b="b"/>
              <a:pathLst>
                <a:path w="58" h="40">
                  <a:moveTo>
                    <a:pt x="0" y="38"/>
                  </a:moveTo>
                  <a:cubicBezTo>
                    <a:pt x="34" y="29"/>
                    <a:pt x="58" y="40"/>
                    <a:pt x="52" y="21"/>
                  </a:cubicBezTo>
                  <a:cubicBezTo>
                    <a:pt x="47" y="0"/>
                    <a:pt x="8" y="14"/>
                    <a:pt x="0"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24"/>
            <p:cNvSpPr>
              <a:spLocks/>
            </p:cNvSpPr>
            <p:nvPr/>
          </p:nvSpPr>
          <p:spPr bwMode="auto">
            <a:xfrm>
              <a:off x="1527175" y="2449513"/>
              <a:ext cx="493713" cy="90487"/>
            </a:xfrm>
            <a:custGeom>
              <a:avLst/>
              <a:gdLst>
                <a:gd name="T0" fmla="*/ 378 w 378"/>
                <a:gd name="T1" fmla="*/ 69 h 69"/>
                <a:gd name="T2" fmla="*/ 378 w 378"/>
                <a:gd name="T3" fmla="*/ 49 h 69"/>
                <a:gd name="T4" fmla="*/ 211 w 378"/>
                <a:gd name="T5" fmla="*/ 49 h 69"/>
                <a:gd name="T6" fmla="*/ 209 w 378"/>
                <a:gd name="T7" fmla="*/ 36 h 69"/>
                <a:gd name="T8" fmla="*/ 185 w 378"/>
                <a:gd name="T9" fmla="*/ 20 h 69"/>
                <a:gd name="T10" fmla="*/ 155 w 378"/>
                <a:gd name="T11" fmla="*/ 0 h 69"/>
                <a:gd name="T12" fmla="*/ 111 w 378"/>
                <a:gd name="T13" fmla="*/ 24 h 69"/>
                <a:gd name="T14" fmla="*/ 94 w 378"/>
                <a:gd name="T15" fmla="*/ 49 h 69"/>
                <a:gd name="T16" fmla="*/ 36 w 378"/>
                <a:gd name="T17" fmla="*/ 49 h 69"/>
                <a:gd name="T18" fmla="*/ 0 w 378"/>
                <a:gd name="T19" fmla="*/ 69 h 69"/>
                <a:gd name="T20" fmla="*/ 378 w 378"/>
                <a:gd name="T21"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8" h="69">
                  <a:moveTo>
                    <a:pt x="378" y="69"/>
                  </a:moveTo>
                  <a:cubicBezTo>
                    <a:pt x="378" y="49"/>
                    <a:pt x="378" y="49"/>
                    <a:pt x="378" y="49"/>
                  </a:cubicBezTo>
                  <a:cubicBezTo>
                    <a:pt x="211" y="49"/>
                    <a:pt x="211" y="49"/>
                    <a:pt x="211" y="49"/>
                  </a:cubicBezTo>
                  <a:cubicBezTo>
                    <a:pt x="209" y="36"/>
                    <a:pt x="209" y="36"/>
                    <a:pt x="209" y="36"/>
                  </a:cubicBezTo>
                  <a:cubicBezTo>
                    <a:pt x="185" y="20"/>
                    <a:pt x="185" y="20"/>
                    <a:pt x="185" y="20"/>
                  </a:cubicBezTo>
                  <a:cubicBezTo>
                    <a:pt x="155" y="0"/>
                    <a:pt x="155" y="0"/>
                    <a:pt x="155" y="0"/>
                  </a:cubicBezTo>
                  <a:cubicBezTo>
                    <a:pt x="111" y="24"/>
                    <a:pt x="111" y="24"/>
                    <a:pt x="111" y="24"/>
                  </a:cubicBezTo>
                  <a:cubicBezTo>
                    <a:pt x="94" y="49"/>
                    <a:pt x="94" y="49"/>
                    <a:pt x="94" y="49"/>
                  </a:cubicBezTo>
                  <a:cubicBezTo>
                    <a:pt x="36" y="49"/>
                    <a:pt x="36" y="49"/>
                    <a:pt x="36" y="49"/>
                  </a:cubicBezTo>
                  <a:cubicBezTo>
                    <a:pt x="23" y="57"/>
                    <a:pt x="10" y="64"/>
                    <a:pt x="0" y="69"/>
                  </a:cubicBezTo>
                  <a:lnTo>
                    <a:pt x="378"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5"/>
            <p:cNvSpPr>
              <a:spLocks/>
            </p:cNvSpPr>
            <p:nvPr/>
          </p:nvSpPr>
          <p:spPr bwMode="auto">
            <a:xfrm>
              <a:off x="762000" y="2479675"/>
              <a:ext cx="431800" cy="60325"/>
            </a:xfrm>
            <a:custGeom>
              <a:avLst/>
              <a:gdLst>
                <a:gd name="T0" fmla="*/ 223 w 272"/>
                <a:gd name="T1" fmla="*/ 21 h 38"/>
                <a:gd name="T2" fmla="*/ 222 w 272"/>
                <a:gd name="T3" fmla="*/ 18 h 38"/>
                <a:gd name="T4" fmla="*/ 210 w 272"/>
                <a:gd name="T5" fmla="*/ 10 h 38"/>
                <a:gd name="T6" fmla="*/ 195 w 272"/>
                <a:gd name="T7" fmla="*/ 0 h 38"/>
                <a:gd name="T8" fmla="*/ 173 w 272"/>
                <a:gd name="T9" fmla="*/ 12 h 38"/>
                <a:gd name="T10" fmla="*/ 166 w 272"/>
                <a:gd name="T11" fmla="*/ 21 h 38"/>
                <a:gd name="T12" fmla="*/ 0 w 272"/>
                <a:gd name="T13" fmla="*/ 21 h 38"/>
                <a:gd name="T14" fmla="*/ 0 w 272"/>
                <a:gd name="T15" fmla="*/ 38 h 38"/>
                <a:gd name="T16" fmla="*/ 272 w 272"/>
                <a:gd name="T17" fmla="*/ 38 h 38"/>
                <a:gd name="T18" fmla="*/ 256 w 272"/>
                <a:gd name="T19" fmla="*/ 21 h 38"/>
                <a:gd name="T20" fmla="*/ 223 w 272"/>
                <a:gd name="T21" fmla="*/ 2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2" h="38">
                  <a:moveTo>
                    <a:pt x="223" y="21"/>
                  </a:moveTo>
                  <a:lnTo>
                    <a:pt x="222" y="18"/>
                  </a:lnTo>
                  <a:lnTo>
                    <a:pt x="210" y="10"/>
                  </a:lnTo>
                  <a:lnTo>
                    <a:pt x="195" y="0"/>
                  </a:lnTo>
                  <a:lnTo>
                    <a:pt x="173" y="12"/>
                  </a:lnTo>
                  <a:lnTo>
                    <a:pt x="166" y="21"/>
                  </a:lnTo>
                  <a:lnTo>
                    <a:pt x="0" y="21"/>
                  </a:lnTo>
                  <a:lnTo>
                    <a:pt x="0" y="38"/>
                  </a:lnTo>
                  <a:lnTo>
                    <a:pt x="272" y="38"/>
                  </a:lnTo>
                  <a:lnTo>
                    <a:pt x="256" y="21"/>
                  </a:lnTo>
                  <a:lnTo>
                    <a:pt x="223"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26"/>
            <p:cNvSpPr>
              <a:spLocks/>
            </p:cNvSpPr>
            <p:nvPr/>
          </p:nvSpPr>
          <p:spPr bwMode="auto">
            <a:xfrm>
              <a:off x="976313" y="1863725"/>
              <a:ext cx="679450" cy="417512"/>
            </a:xfrm>
            <a:custGeom>
              <a:avLst/>
              <a:gdLst>
                <a:gd name="T0" fmla="*/ 22 w 520"/>
                <a:gd name="T1" fmla="*/ 256 h 319"/>
                <a:gd name="T2" fmla="*/ 4 w 520"/>
                <a:gd name="T3" fmla="*/ 264 h 319"/>
                <a:gd name="T4" fmla="*/ 26 w 520"/>
                <a:gd name="T5" fmla="*/ 315 h 319"/>
                <a:gd name="T6" fmla="*/ 28 w 520"/>
                <a:gd name="T7" fmla="*/ 319 h 319"/>
                <a:gd name="T8" fmla="*/ 520 w 520"/>
                <a:gd name="T9" fmla="*/ 102 h 319"/>
                <a:gd name="T10" fmla="*/ 518 w 520"/>
                <a:gd name="T11" fmla="*/ 98 h 319"/>
                <a:gd name="T12" fmla="*/ 496 w 520"/>
                <a:gd name="T13" fmla="*/ 47 h 319"/>
                <a:gd name="T14" fmla="*/ 477 w 520"/>
                <a:gd name="T15" fmla="*/ 56 h 319"/>
                <a:gd name="T16" fmla="*/ 459 w 520"/>
                <a:gd name="T17" fmla="*/ 16 h 319"/>
                <a:gd name="T18" fmla="*/ 432 w 520"/>
                <a:gd name="T19" fmla="*/ 5 h 319"/>
                <a:gd name="T20" fmla="*/ 394 w 520"/>
                <a:gd name="T21" fmla="*/ 22 h 319"/>
                <a:gd name="T22" fmla="*/ 384 w 520"/>
                <a:gd name="T23" fmla="*/ 49 h 319"/>
                <a:gd name="T24" fmla="*/ 401 w 520"/>
                <a:gd name="T25" fmla="*/ 89 h 319"/>
                <a:gd name="T26" fmla="*/ 180 w 520"/>
                <a:gd name="T27" fmla="*/ 187 h 319"/>
                <a:gd name="T28" fmla="*/ 178 w 520"/>
                <a:gd name="T29" fmla="*/ 211 h 319"/>
                <a:gd name="T30" fmla="*/ 154 w 520"/>
                <a:gd name="T31" fmla="*/ 219 h 319"/>
                <a:gd name="T32" fmla="*/ 140 w 520"/>
                <a:gd name="T33" fmla="*/ 204 h 319"/>
                <a:gd name="T34" fmla="*/ 98 w 520"/>
                <a:gd name="T35" fmla="*/ 223 h 319"/>
                <a:gd name="T36" fmla="*/ 81 w 520"/>
                <a:gd name="T37" fmla="*/ 182 h 319"/>
                <a:gd name="T38" fmla="*/ 53 w 520"/>
                <a:gd name="T39" fmla="*/ 172 h 319"/>
                <a:gd name="T40" fmla="*/ 15 w 520"/>
                <a:gd name="T41" fmla="*/ 189 h 319"/>
                <a:gd name="T42" fmla="*/ 5 w 520"/>
                <a:gd name="T43" fmla="*/ 216 h 319"/>
                <a:gd name="T44" fmla="*/ 22 w 520"/>
                <a:gd name="T45" fmla="*/ 256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20" h="319">
                  <a:moveTo>
                    <a:pt x="22" y="256"/>
                  </a:moveTo>
                  <a:cubicBezTo>
                    <a:pt x="4" y="264"/>
                    <a:pt x="4" y="264"/>
                    <a:pt x="4" y="264"/>
                  </a:cubicBezTo>
                  <a:cubicBezTo>
                    <a:pt x="26" y="315"/>
                    <a:pt x="26" y="315"/>
                    <a:pt x="26" y="315"/>
                  </a:cubicBezTo>
                  <a:cubicBezTo>
                    <a:pt x="28" y="319"/>
                    <a:pt x="28" y="319"/>
                    <a:pt x="28" y="319"/>
                  </a:cubicBezTo>
                  <a:cubicBezTo>
                    <a:pt x="520" y="102"/>
                    <a:pt x="520" y="102"/>
                    <a:pt x="520" y="102"/>
                  </a:cubicBezTo>
                  <a:cubicBezTo>
                    <a:pt x="518" y="98"/>
                    <a:pt x="518" y="98"/>
                    <a:pt x="518" y="98"/>
                  </a:cubicBezTo>
                  <a:cubicBezTo>
                    <a:pt x="496" y="47"/>
                    <a:pt x="496" y="47"/>
                    <a:pt x="496" y="47"/>
                  </a:cubicBezTo>
                  <a:cubicBezTo>
                    <a:pt x="477" y="56"/>
                    <a:pt x="477" y="56"/>
                    <a:pt x="477" y="56"/>
                  </a:cubicBezTo>
                  <a:cubicBezTo>
                    <a:pt x="459" y="16"/>
                    <a:pt x="459" y="16"/>
                    <a:pt x="459" y="16"/>
                  </a:cubicBezTo>
                  <a:cubicBezTo>
                    <a:pt x="455" y="5"/>
                    <a:pt x="443" y="0"/>
                    <a:pt x="432" y="5"/>
                  </a:cubicBezTo>
                  <a:cubicBezTo>
                    <a:pt x="394" y="22"/>
                    <a:pt x="394" y="22"/>
                    <a:pt x="394" y="22"/>
                  </a:cubicBezTo>
                  <a:cubicBezTo>
                    <a:pt x="384" y="26"/>
                    <a:pt x="379" y="38"/>
                    <a:pt x="384" y="49"/>
                  </a:cubicBezTo>
                  <a:cubicBezTo>
                    <a:pt x="401" y="89"/>
                    <a:pt x="401" y="89"/>
                    <a:pt x="401" y="89"/>
                  </a:cubicBezTo>
                  <a:cubicBezTo>
                    <a:pt x="180" y="187"/>
                    <a:pt x="180" y="187"/>
                    <a:pt x="180" y="187"/>
                  </a:cubicBezTo>
                  <a:cubicBezTo>
                    <a:pt x="178" y="211"/>
                    <a:pt x="178" y="211"/>
                    <a:pt x="178" y="211"/>
                  </a:cubicBezTo>
                  <a:cubicBezTo>
                    <a:pt x="154" y="219"/>
                    <a:pt x="154" y="219"/>
                    <a:pt x="154" y="219"/>
                  </a:cubicBezTo>
                  <a:cubicBezTo>
                    <a:pt x="140" y="204"/>
                    <a:pt x="140" y="204"/>
                    <a:pt x="140" y="204"/>
                  </a:cubicBezTo>
                  <a:cubicBezTo>
                    <a:pt x="98" y="223"/>
                    <a:pt x="98" y="223"/>
                    <a:pt x="98" y="223"/>
                  </a:cubicBezTo>
                  <a:cubicBezTo>
                    <a:pt x="81" y="182"/>
                    <a:pt x="81" y="182"/>
                    <a:pt x="81" y="182"/>
                  </a:cubicBezTo>
                  <a:cubicBezTo>
                    <a:pt x="76" y="172"/>
                    <a:pt x="64" y="167"/>
                    <a:pt x="53" y="172"/>
                  </a:cubicBezTo>
                  <a:cubicBezTo>
                    <a:pt x="15" y="189"/>
                    <a:pt x="15" y="189"/>
                    <a:pt x="15" y="189"/>
                  </a:cubicBezTo>
                  <a:cubicBezTo>
                    <a:pt x="5" y="193"/>
                    <a:pt x="0" y="205"/>
                    <a:pt x="5" y="216"/>
                  </a:cubicBezTo>
                  <a:lnTo>
                    <a:pt x="22" y="2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27"/>
            <p:cNvSpPr>
              <a:spLocks noEditPoints="1"/>
            </p:cNvSpPr>
            <p:nvPr/>
          </p:nvSpPr>
          <p:spPr bwMode="auto">
            <a:xfrm>
              <a:off x="1017588" y="2011363"/>
              <a:ext cx="700088" cy="584200"/>
            </a:xfrm>
            <a:custGeom>
              <a:avLst/>
              <a:gdLst>
                <a:gd name="T0" fmla="*/ 19 w 535"/>
                <a:gd name="T1" fmla="*/ 259 h 447"/>
                <a:gd name="T2" fmla="*/ 42 w 535"/>
                <a:gd name="T3" fmla="*/ 255 h 447"/>
                <a:gd name="T4" fmla="*/ 30 w 535"/>
                <a:gd name="T5" fmla="*/ 285 h 447"/>
                <a:gd name="T6" fmla="*/ 43 w 535"/>
                <a:gd name="T7" fmla="*/ 314 h 447"/>
                <a:gd name="T8" fmla="*/ 65 w 535"/>
                <a:gd name="T9" fmla="*/ 311 h 447"/>
                <a:gd name="T10" fmla="*/ 198 w 535"/>
                <a:gd name="T11" fmla="*/ 447 h 447"/>
                <a:gd name="T12" fmla="*/ 372 w 535"/>
                <a:gd name="T13" fmla="*/ 395 h 447"/>
                <a:gd name="T14" fmla="*/ 529 w 535"/>
                <a:gd name="T15" fmla="*/ 301 h 447"/>
                <a:gd name="T16" fmla="*/ 526 w 535"/>
                <a:gd name="T17" fmla="*/ 253 h 447"/>
                <a:gd name="T18" fmla="*/ 496 w 535"/>
                <a:gd name="T19" fmla="*/ 244 h 447"/>
                <a:gd name="T20" fmla="*/ 500 w 535"/>
                <a:gd name="T21" fmla="*/ 210 h 447"/>
                <a:gd name="T22" fmla="*/ 522 w 535"/>
                <a:gd name="T23" fmla="*/ 184 h 447"/>
                <a:gd name="T24" fmla="*/ 518 w 535"/>
                <a:gd name="T25" fmla="*/ 112 h 447"/>
                <a:gd name="T26" fmla="*/ 535 w 535"/>
                <a:gd name="T27" fmla="*/ 97 h 447"/>
                <a:gd name="T28" fmla="*/ 493 w 535"/>
                <a:gd name="T29" fmla="*/ 0 h 447"/>
                <a:gd name="T30" fmla="*/ 0 w 535"/>
                <a:gd name="T31" fmla="*/ 217 h 447"/>
                <a:gd name="T32" fmla="*/ 19 w 535"/>
                <a:gd name="T33" fmla="*/ 259 h 447"/>
                <a:gd name="T34" fmla="*/ 429 w 535"/>
                <a:gd name="T35" fmla="*/ 54 h 447"/>
                <a:gd name="T36" fmla="*/ 475 w 535"/>
                <a:gd name="T37" fmla="*/ 71 h 447"/>
                <a:gd name="T38" fmla="*/ 458 w 535"/>
                <a:gd name="T39" fmla="*/ 117 h 447"/>
                <a:gd name="T40" fmla="*/ 412 w 535"/>
                <a:gd name="T41" fmla="*/ 99 h 447"/>
                <a:gd name="T42" fmla="*/ 429 w 535"/>
                <a:gd name="T43" fmla="*/ 54 h 447"/>
                <a:gd name="T44" fmla="*/ 478 w 535"/>
                <a:gd name="T45" fmla="*/ 145 h 447"/>
                <a:gd name="T46" fmla="*/ 486 w 535"/>
                <a:gd name="T47" fmla="*/ 279 h 447"/>
                <a:gd name="T48" fmla="*/ 356 w 535"/>
                <a:gd name="T49" fmla="*/ 357 h 447"/>
                <a:gd name="T50" fmla="*/ 211 w 535"/>
                <a:gd name="T51" fmla="*/ 401 h 447"/>
                <a:gd name="T52" fmla="*/ 116 w 535"/>
                <a:gd name="T53" fmla="*/ 304 h 447"/>
                <a:gd name="T54" fmla="*/ 306 w 535"/>
                <a:gd name="T55" fmla="*/ 243 h 447"/>
                <a:gd name="T56" fmla="*/ 478 w 535"/>
                <a:gd name="T57" fmla="*/ 145 h 447"/>
                <a:gd name="T58" fmla="*/ 82 w 535"/>
                <a:gd name="T59" fmla="*/ 207 h 447"/>
                <a:gd name="T60" fmla="*/ 128 w 535"/>
                <a:gd name="T61" fmla="*/ 224 h 447"/>
                <a:gd name="T62" fmla="*/ 110 w 535"/>
                <a:gd name="T63" fmla="*/ 270 h 447"/>
                <a:gd name="T64" fmla="*/ 64 w 535"/>
                <a:gd name="T65" fmla="*/ 253 h 447"/>
                <a:gd name="T66" fmla="*/ 82 w 535"/>
                <a:gd name="T67" fmla="*/ 207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35" h="447">
                  <a:moveTo>
                    <a:pt x="19" y="259"/>
                  </a:moveTo>
                  <a:cubicBezTo>
                    <a:pt x="42" y="255"/>
                    <a:pt x="42" y="255"/>
                    <a:pt x="42" y="255"/>
                  </a:cubicBezTo>
                  <a:cubicBezTo>
                    <a:pt x="30" y="285"/>
                    <a:pt x="30" y="285"/>
                    <a:pt x="30" y="285"/>
                  </a:cubicBezTo>
                  <a:cubicBezTo>
                    <a:pt x="43" y="314"/>
                    <a:pt x="43" y="314"/>
                    <a:pt x="43" y="314"/>
                  </a:cubicBezTo>
                  <a:cubicBezTo>
                    <a:pt x="43" y="314"/>
                    <a:pt x="51" y="313"/>
                    <a:pt x="65" y="311"/>
                  </a:cubicBezTo>
                  <a:cubicBezTo>
                    <a:pt x="198" y="447"/>
                    <a:pt x="198" y="447"/>
                    <a:pt x="198" y="447"/>
                  </a:cubicBezTo>
                  <a:cubicBezTo>
                    <a:pt x="198" y="447"/>
                    <a:pt x="333" y="412"/>
                    <a:pt x="372" y="395"/>
                  </a:cubicBezTo>
                  <a:cubicBezTo>
                    <a:pt x="411" y="378"/>
                    <a:pt x="529" y="301"/>
                    <a:pt x="529" y="301"/>
                  </a:cubicBezTo>
                  <a:cubicBezTo>
                    <a:pt x="526" y="253"/>
                    <a:pt x="526" y="253"/>
                    <a:pt x="526" y="253"/>
                  </a:cubicBezTo>
                  <a:cubicBezTo>
                    <a:pt x="496" y="244"/>
                    <a:pt x="496" y="244"/>
                    <a:pt x="496" y="244"/>
                  </a:cubicBezTo>
                  <a:cubicBezTo>
                    <a:pt x="500" y="210"/>
                    <a:pt x="500" y="210"/>
                    <a:pt x="500" y="210"/>
                  </a:cubicBezTo>
                  <a:cubicBezTo>
                    <a:pt x="522" y="184"/>
                    <a:pt x="522" y="184"/>
                    <a:pt x="522" y="184"/>
                  </a:cubicBezTo>
                  <a:cubicBezTo>
                    <a:pt x="518" y="112"/>
                    <a:pt x="518" y="112"/>
                    <a:pt x="518" y="112"/>
                  </a:cubicBezTo>
                  <a:cubicBezTo>
                    <a:pt x="529" y="102"/>
                    <a:pt x="535" y="97"/>
                    <a:pt x="535" y="97"/>
                  </a:cubicBezTo>
                  <a:cubicBezTo>
                    <a:pt x="493" y="0"/>
                    <a:pt x="493" y="0"/>
                    <a:pt x="493" y="0"/>
                  </a:cubicBezTo>
                  <a:cubicBezTo>
                    <a:pt x="0" y="217"/>
                    <a:pt x="0" y="217"/>
                    <a:pt x="0" y="217"/>
                  </a:cubicBezTo>
                  <a:lnTo>
                    <a:pt x="19" y="259"/>
                  </a:lnTo>
                  <a:close/>
                  <a:moveTo>
                    <a:pt x="429" y="54"/>
                  </a:moveTo>
                  <a:cubicBezTo>
                    <a:pt x="447" y="46"/>
                    <a:pt x="468" y="54"/>
                    <a:pt x="475" y="71"/>
                  </a:cubicBezTo>
                  <a:cubicBezTo>
                    <a:pt x="483" y="89"/>
                    <a:pt x="475" y="110"/>
                    <a:pt x="458" y="117"/>
                  </a:cubicBezTo>
                  <a:cubicBezTo>
                    <a:pt x="440" y="125"/>
                    <a:pt x="419" y="117"/>
                    <a:pt x="412" y="99"/>
                  </a:cubicBezTo>
                  <a:cubicBezTo>
                    <a:pt x="404" y="82"/>
                    <a:pt x="412" y="61"/>
                    <a:pt x="429" y="54"/>
                  </a:cubicBezTo>
                  <a:close/>
                  <a:moveTo>
                    <a:pt x="478" y="145"/>
                  </a:moveTo>
                  <a:cubicBezTo>
                    <a:pt x="486" y="279"/>
                    <a:pt x="486" y="279"/>
                    <a:pt x="486" y="279"/>
                  </a:cubicBezTo>
                  <a:cubicBezTo>
                    <a:pt x="459" y="297"/>
                    <a:pt x="385" y="344"/>
                    <a:pt x="356" y="357"/>
                  </a:cubicBezTo>
                  <a:cubicBezTo>
                    <a:pt x="326" y="370"/>
                    <a:pt x="242" y="393"/>
                    <a:pt x="211" y="401"/>
                  </a:cubicBezTo>
                  <a:cubicBezTo>
                    <a:pt x="116" y="304"/>
                    <a:pt x="116" y="304"/>
                    <a:pt x="116" y="304"/>
                  </a:cubicBezTo>
                  <a:cubicBezTo>
                    <a:pt x="116" y="304"/>
                    <a:pt x="239" y="272"/>
                    <a:pt x="306" y="243"/>
                  </a:cubicBezTo>
                  <a:cubicBezTo>
                    <a:pt x="372" y="214"/>
                    <a:pt x="478" y="145"/>
                    <a:pt x="478" y="145"/>
                  </a:cubicBezTo>
                  <a:close/>
                  <a:moveTo>
                    <a:pt x="82" y="207"/>
                  </a:moveTo>
                  <a:cubicBezTo>
                    <a:pt x="100" y="199"/>
                    <a:pt x="120" y="207"/>
                    <a:pt x="128" y="224"/>
                  </a:cubicBezTo>
                  <a:cubicBezTo>
                    <a:pt x="136" y="242"/>
                    <a:pt x="128" y="263"/>
                    <a:pt x="110" y="270"/>
                  </a:cubicBezTo>
                  <a:cubicBezTo>
                    <a:pt x="93" y="278"/>
                    <a:pt x="72" y="270"/>
                    <a:pt x="64" y="253"/>
                  </a:cubicBezTo>
                  <a:cubicBezTo>
                    <a:pt x="56" y="235"/>
                    <a:pt x="64" y="214"/>
                    <a:pt x="82" y="2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28"/>
            <p:cNvSpPr>
              <a:spLocks noEditPoints="1"/>
            </p:cNvSpPr>
            <p:nvPr/>
          </p:nvSpPr>
          <p:spPr bwMode="auto">
            <a:xfrm>
              <a:off x="1008063" y="1633538"/>
              <a:ext cx="393700" cy="377825"/>
            </a:xfrm>
            <a:custGeom>
              <a:avLst/>
              <a:gdLst>
                <a:gd name="T0" fmla="*/ 99 w 302"/>
                <a:gd name="T1" fmla="*/ 204 h 289"/>
                <a:gd name="T2" fmla="*/ 154 w 302"/>
                <a:gd name="T3" fmla="*/ 258 h 289"/>
                <a:gd name="T4" fmla="*/ 187 w 302"/>
                <a:gd name="T5" fmla="*/ 267 h 289"/>
                <a:gd name="T6" fmla="*/ 172 w 302"/>
                <a:gd name="T7" fmla="*/ 270 h 289"/>
                <a:gd name="T8" fmla="*/ 154 w 302"/>
                <a:gd name="T9" fmla="*/ 253 h 289"/>
                <a:gd name="T10" fmla="*/ 236 w 302"/>
                <a:gd name="T11" fmla="*/ 199 h 289"/>
                <a:gd name="T12" fmla="*/ 269 w 302"/>
                <a:gd name="T13" fmla="*/ 131 h 289"/>
                <a:gd name="T14" fmla="*/ 196 w 302"/>
                <a:gd name="T15" fmla="*/ 47 h 289"/>
                <a:gd name="T16" fmla="*/ 182 w 302"/>
                <a:gd name="T17" fmla="*/ 241 h 289"/>
                <a:gd name="T18" fmla="*/ 182 w 302"/>
                <a:gd name="T19" fmla="*/ 241 h 289"/>
                <a:gd name="T20" fmla="*/ 99 w 302"/>
                <a:gd name="T21" fmla="*/ 170 h 289"/>
                <a:gd name="T22" fmla="*/ 70 w 302"/>
                <a:gd name="T23" fmla="*/ 182 h 289"/>
                <a:gd name="T24" fmla="*/ 72 w 302"/>
                <a:gd name="T25" fmla="*/ 184 h 289"/>
                <a:gd name="T26" fmla="*/ 157 w 302"/>
                <a:gd name="T27" fmla="*/ 105 h 289"/>
                <a:gd name="T28" fmla="*/ 200 w 302"/>
                <a:gd name="T29" fmla="*/ 73 h 289"/>
                <a:gd name="T30" fmla="*/ 215 w 302"/>
                <a:gd name="T31" fmla="*/ 138 h 289"/>
                <a:gd name="T32" fmla="*/ 206 w 302"/>
                <a:gd name="T33" fmla="*/ 184 h 289"/>
                <a:gd name="T34" fmla="*/ 155 w 302"/>
                <a:gd name="T35" fmla="*/ 187 h 289"/>
                <a:gd name="T36" fmla="*/ 209 w 302"/>
                <a:gd name="T37" fmla="*/ 179 h 289"/>
                <a:gd name="T38" fmla="*/ 124 w 302"/>
                <a:gd name="T39" fmla="*/ 206 h 289"/>
                <a:gd name="T40" fmla="*/ 108 w 302"/>
                <a:gd name="T41" fmla="*/ 211 h 289"/>
                <a:gd name="T42" fmla="*/ 120 w 302"/>
                <a:gd name="T43" fmla="*/ 160 h 289"/>
                <a:gd name="T44" fmla="*/ 78 w 302"/>
                <a:gd name="T45" fmla="*/ 120 h 289"/>
                <a:gd name="T46" fmla="*/ 144 w 302"/>
                <a:gd name="T47" fmla="*/ 135 h 289"/>
                <a:gd name="T48" fmla="*/ 78 w 302"/>
                <a:gd name="T49" fmla="*/ 120 h 289"/>
                <a:gd name="T50" fmla="*/ 120 w 302"/>
                <a:gd name="T51" fmla="*/ 169 h 289"/>
                <a:gd name="T52" fmla="*/ 198 w 302"/>
                <a:gd name="T53" fmla="*/ 139 h 289"/>
                <a:gd name="T54" fmla="*/ 187 w 302"/>
                <a:gd name="T55" fmla="*/ 139 h 289"/>
                <a:gd name="T56" fmla="*/ 171 w 302"/>
                <a:gd name="T57" fmla="*/ 118 h 289"/>
                <a:gd name="T58" fmla="*/ 116 w 302"/>
                <a:gd name="T59" fmla="*/ 118 h 289"/>
                <a:gd name="T60" fmla="*/ 133 w 302"/>
                <a:gd name="T61" fmla="*/ 125 h 289"/>
                <a:gd name="T62" fmla="*/ 177 w 302"/>
                <a:gd name="T63" fmla="*/ 128 h 289"/>
                <a:gd name="T64" fmla="*/ 176 w 302"/>
                <a:gd name="T65" fmla="*/ 128 h 289"/>
                <a:gd name="T66" fmla="*/ 187 w 302"/>
                <a:gd name="T67" fmla="*/ 132 h 289"/>
                <a:gd name="T68" fmla="*/ 191 w 302"/>
                <a:gd name="T69" fmla="*/ 123 h 289"/>
                <a:gd name="T70" fmla="*/ 195 w 302"/>
                <a:gd name="T71" fmla="*/ 117 h 289"/>
                <a:gd name="T72" fmla="*/ 126 w 302"/>
                <a:gd name="T73" fmla="*/ 111 h 289"/>
                <a:gd name="T74" fmla="*/ 173 w 302"/>
                <a:gd name="T75" fmla="*/ 138 h 289"/>
                <a:gd name="T76" fmla="*/ 149 w 302"/>
                <a:gd name="T77" fmla="*/ 139 h 289"/>
                <a:gd name="T78" fmla="*/ 109 w 302"/>
                <a:gd name="T79" fmla="*/ 173 h 289"/>
                <a:gd name="T80" fmla="*/ 104 w 302"/>
                <a:gd name="T81" fmla="*/ 188 h 289"/>
                <a:gd name="T82" fmla="*/ 137 w 302"/>
                <a:gd name="T83" fmla="*/ 192 h 289"/>
                <a:gd name="T84" fmla="*/ 132 w 302"/>
                <a:gd name="T85" fmla="*/ 200 h 289"/>
                <a:gd name="T86" fmla="*/ 198 w 302"/>
                <a:gd name="T87" fmla="*/ 191 h 289"/>
                <a:gd name="T88" fmla="*/ 210 w 302"/>
                <a:gd name="T89" fmla="*/ 124 h 289"/>
                <a:gd name="T90" fmla="*/ 257 w 302"/>
                <a:gd name="T91" fmla="*/ 121 h 289"/>
                <a:gd name="T92" fmla="*/ 63 w 302"/>
                <a:gd name="T93" fmla="*/ 122 h 289"/>
                <a:gd name="T94" fmla="*/ 103 w 302"/>
                <a:gd name="T95" fmla="*/ 165 h 289"/>
                <a:gd name="T96" fmla="*/ 56 w 302"/>
                <a:gd name="T97" fmla="*/ 123 h 289"/>
                <a:gd name="T98" fmla="*/ 36 w 302"/>
                <a:gd name="T99" fmla="*/ 132 h 289"/>
                <a:gd name="T100" fmla="*/ 41 w 302"/>
                <a:gd name="T101" fmla="*/ 151 h 289"/>
                <a:gd name="T102" fmla="*/ 115 w 302"/>
                <a:gd name="T103" fmla="*/ 218 h 289"/>
                <a:gd name="T104" fmla="*/ 218 w 302"/>
                <a:gd name="T105" fmla="*/ 198 h 289"/>
                <a:gd name="T106" fmla="*/ 215 w 302"/>
                <a:gd name="T107" fmla="*/ 185 h 289"/>
                <a:gd name="T108" fmla="*/ 222 w 302"/>
                <a:gd name="T109" fmla="*/ 174 h 289"/>
                <a:gd name="T110" fmla="*/ 242 w 302"/>
                <a:gd name="T111" fmla="*/ 155 h 289"/>
                <a:gd name="T112" fmla="*/ 279 w 302"/>
                <a:gd name="T113" fmla="*/ 82 h 289"/>
                <a:gd name="T114" fmla="*/ 201 w 302"/>
                <a:gd name="T115" fmla="*/ 52 h 289"/>
                <a:gd name="T116" fmla="*/ 178 w 302"/>
                <a:gd name="T117" fmla="*/ 50 h 289"/>
                <a:gd name="T118" fmla="*/ 53 w 302"/>
                <a:gd name="T119" fmla="*/ 119 h 289"/>
                <a:gd name="T120" fmla="*/ 30 w 302"/>
                <a:gd name="T121" fmla="*/ 143 h 289"/>
                <a:gd name="T122" fmla="*/ 22 w 302"/>
                <a:gd name="T123" fmla="*/ 120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2" h="289">
                  <a:moveTo>
                    <a:pt x="15" y="161"/>
                  </a:moveTo>
                  <a:cubicBezTo>
                    <a:pt x="21" y="164"/>
                    <a:pt x="28" y="165"/>
                    <a:pt x="35" y="167"/>
                  </a:cubicBezTo>
                  <a:cubicBezTo>
                    <a:pt x="47" y="186"/>
                    <a:pt x="76" y="196"/>
                    <a:pt x="96" y="201"/>
                  </a:cubicBezTo>
                  <a:cubicBezTo>
                    <a:pt x="97" y="202"/>
                    <a:pt x="98" y="203"/>
                    <a:pt x="99" y="204"/>
                  </a:cubicBezTo>
                  <a:cubicBezTo>
                    <a:pt x="98" y="204"/>
                    <a:pt x="98" y="205"/>
                    <a:pt x="97" y="206"/>
                  </a:cubicBezTo>
                  <a:cubicBezTo>
                    <a:pt x="93" y="213"/>
                    <a:pt x="97" y="219"/>
                    <a:pt x="103" y="222"/>
                  </a:cubicBezTo>
                  <a:cubicBezTo>
                    <a:pt x="97" y="243"/>
                    <a:pt x="118" y="257"/>
                    <a:pt x="139" y="258"/>
                  </a:cubicBezTo>
                  <a:cubicBezTo>
                    <a:pt x="143" y="259"/>
                    <a:pt x="148" y="259"/>
                    <a:pt x="154" y="258"/>
                  </a:cubicBezTo>
                  <a:cubicBezTo>
                    <a:pt x="154" y="261"/>
                    <a:pt x="155" y="264"/>
                    <a:pt x="157" y="268"/>
                  </a:cubicBezTo>
                  <a:cubicBezTo>
                    <a:pt x="167" y="286"/>
                    <a:pt x="192" y="289"/>
                    <a:pt x="204" y="272"/>
                  </a:cubicBezTo>
                  <a:cubicBezTo>
                    <a:pt x="205" y="271"/>
                    <a:pt x="205" y="271"/>
                    <a:pt x="204" y="270"/>
                  </a:cubicBezTo>
                  <a:cubicBezTo>
                    <a:pt x="195" y="266"/>
                    <a:pt x="198" y="269"/>
                    <a:pt x="187" y="267"/>
                  </a:cubicBezTo>
                  <a:cubicBezTo>
                    <a:pt x="184" y="267"/>
                    <a:pt x="173" y="272"/>
                    <a:pt x="179" y="273"/>
                  </a:cubicBezTo>
                  <a:cubicBezTo>
                    <a:pt x="180" y="273"/>
                    <a:pt x="187" y="273"/>
                    <a:pt x="189" y="274"/>
                  </a:cubicBezTo>
                  <a:cubicBezTo>
                    <a:pt x="196" y="278"/>
                    <a:pt x="186" y="278"/>
                    <a:pt x="182" y="277"/>
                  </a:cubicBezTo>
                  <a:cubicBezTo>
                    <a:pt x="178" y="276"/>
                    <a:pt x="175" y="272"/>
                    <a:pt x="172" y="270"/>
                  </a:cubicBezTo>
                  <a:cubicBezTo>
                    <a:pt x="169" y="266"/>
                    <a:pt x="166" y="261"/>
                    <a:pt x="165" y="256"/>
                  </a:cubicBezTo>
                  <a:cubicBezTo>
                    <a:pt x="180" y="254"/>
                    <a:pt x="195" y="248"/>
                    <a:pt x="204" y="238"/>
                  </a:cubicBezTo>
                  <a:cubicBezTo>
                    <a:pt x="206" y="236"/>
                    <a:pt x="204" y="235"/>
                    <a:pt x="203" y="235"/>
                  </a:cubicBezTo>
                  <a:cubicBezTo>
                    <a:pt x="189" y="234"/>
                    <a:pt x="158" y="237"/>
                    <a:pt x="154" y="253"/>
                  </a:cubicBezTo>
                  <a:cubicBezTo>
                    <a:pt x="140" y="254"/>
                    <a:pt x="124" y="252"/>
                    <a:pt x="117" y="239"/>
                  </a:cubicBezTo>
                  <a:cubicBezTo>
                    <a:pt x="114" y="234"/>
                    <a:pt x="113" y="230"/>
                    <a:pt x="113" y="226"/>
                  </a:cubicBezTo>
                  <a:cubicBezTo>
                    <a:pt x="123" y="229"/>
                    <a:pt x="134" y="230"/>
                    <a:pt x="139" y="230"/>
                  </a:cubicBezTo>
                  <a:cubicBezTo>
                    <a:pt x="152" y="231"/>
                    <a:pt x="245" y="224"/>
                    <a:pt x="236" y="199"/>
                  </a:cubicBezTo>
                  <a:cubicBezTo>
                    <a:pt x="234" y="196"/>
                    <a:pt x="230" y="193"/>
                    <a:pt x="226" y="191"/>
                  </a:cubicBezTo>
                  <a:cubicBezTo>
                    <a:pt x="229" y="187"/>
                    <a:pt x="230" y="183"/>
                    <a:pt x="228" y="179"/>
                  </a:cubicBezTo>
                  <a:cubicBezTo>
                    <a:pt x="233" y="175"/>
                    <a:pt x="238" y="170"/>
                    <a:pt x="240" y="164"/>
                  </a:cubicBezTo>
                  <a:cubicBezTo>
                    <a:pt x="253" y="157"/>
                    <a:pt x="264" y="147"/>
                    <a:pt x="269" y="131"/>
                  </a:cubicBezTo>
                  <a:cubicBezTo>
                    <a:pt x="269" y="129"/>
                    <a:pt x="269" y="128"/>
                    <a:pt x="269" y="126"/>
                  </a:cubicBezTo>
                  <a:cubicBezTo>
                    <a:pt x="275" y="123"/>
                    <a:pt x="280" y="120"/>
                    <a:pt x="284" y="115"/>
                  </a:cubicBezTo>
                  <a:cubicBezTo>
                    <a:pt x="302" y="96"/>
                    <a:pt x="291" y="67"/>
                    <a:pt x="270" y="56"/>
                  </a:cubicBezTo>
                  <a:cubicBezTo>
                    <a:pt x="249" y="44"/>
                    <a:pt x="221" y="44"/>
                    <a:pt x="196" y="47"/>
                  </a:cubicBezTo>
                  <a:cubicBezTo>
                    <a:pt x="173" y="24"/>
                    <a:pt x="135" y="23"/>
                    <a:pt x="103" y="35"/>
                  </a:cubicBezTo>
                  <a:cubicBezTo>
                    <a:pt x="63" y="51"/>
                    <a:pt x="26" y="84"/>
                    <a:pt x="9" y="124"/>
                  </a:cubicBezTo>
                  <a:cubicBezTo>
                    <a:pt x="3" y="138"/>
                    <a:pt x="0" y="153"/>
                    <a:pt x="15" y="161"/>
                  </a:cubicBezTo>
                  <a:close/>
                  <a:moveTo>
                    <a:pt x="182" y="241"/>
                  </a:moveTo>
                  <a:cubicBezTo>
                    <a:pt x="188" y="240"/>
                    <a:pt x="193" y="238"/>
                    <a:pt x="186" y="244"/>
                  </a:cubicBezTo>
                  <a:cubicBezTo>
                    <a:pt x="181" y="248"/>
                    <a:pt x="172" y="250"/>
                    <a:pt x="166" y="251"/>
                  </a:cubicBezTo>
                  <a:cubicBezTo>
                    <a:pt x="166" y="250"/>
                    <a:pt x="166" y="249"/>
                    <a:pt x="167" y="248"/>
                  </a:cubicBezTo>
                  <a:cubicBezTo>
                    <a:pt x="170" y="242"/>
                    <a:pt x="176" y="241"/>
                    <a:pt x="182" y="241"/>
                  </a:cubicBezTo>
                  <a:close/>
                  <a:moveTo>
                    <a:pt x="72" y="184"/>
                  </a:moveTo>
                  <a:cubicBezTo>
                    <a:pt x="65" y="180"/>
                    <a:pt x="57" y="175"/>
                    <a:pt x="51" y="169"/>
                  </a:cubicBezTo>
                  <a:cubicBezTo>
                    <a:pt x="59" y="170"/>
                    <a:pt x="67" y="170"/>
                    <a:pt x="74" y="170"/>
                  </a:cubicBezTo>
                  <a:cubicBezTo>
                    <a:pt x="82" y="170"/>
                    <a:pt x="90" y="171"/>
                    <a:pt x="99" y="170"/>
                  </a:cubicBezTo>
                  <a:cubicBezTo>
                    <a:pt x="99" y="171"/>
                    <a:pt x="99" y="171"/>
                    <a:pt x="99" y="171"/>
                  </a:cubicBezTo>
                  <a:cubicBezTo>
                    <a:pt x="97" y="174"/>
                    <a:pt x="96" y="177"/>
                    <a:pt x="95" y="180"/>
                  </a:cubicBezTo>
                  <a:cubicBezTo>
                    <a:pt x="89" y="179"/>
                    <a:pt x="83" y="178"/>
                    <a:pt x="77" y="176"/>
                  </a:cubicBezTo>
                  <a:cubicBezTo>
                    <a:pt x="74" y="176"/>
                    <a:pt x="64" y="181"/>
                    <a:pt x="70" y="182"/>
                  </a:cubicBezTo>
                  <a:cubicBezTo>
                    <a:pt x="78" y="183"/>
                    <a:pt x="85" y="185"/>
                    <a:pt x="93" y="186"/>
                  </a:cubicBezTo>
                  <a:cubicBezTo>
                    <a:pt x="93" y="187"/>
                    <a:pt x="93" y="188"/>
                    <a:pt x="93" y="189"/>
                  </a:cubicBezTo>
                  <a:cubicBezTo>
                    <a:pt x="93" y="190"/>
                    <a:pt x="93" y="191"/>
                    <a:pt x="93" y="192"/>
                  </a:cubicBezTo>
                  <a:cubicBezTo>
                    <a:pt x="86" y="190"/>
                    <a:pt x="79" y="187"/>
                    <a:pt x="72" y="184"/>
                  </a:cubicBezTo>
                  <a:close/>
                  <a:moveTo>
                    <a:pt x="200" y="73"/>
                  </a:moveTo>
                  <a:cubicBezTo>
                    <a:pt x="206" y="86"/>
                    <a:pt x="207" y="99"/>
                    <a:pt x="204" y="111"/>
                  </a:cubicBezTo>
                  <a:cubicBezTo>
                    <a:pt x="191" y="107"/>
                    <a:pt x="177" y="106"/>
                    <a:pt x="162" y="106"/>
                  </a:cubicBezTo>
                  <a:cubicBezTo>
                    <a:pt x="161" y="106"/>
                    <a:pt x="159" y="106"/>
                    <a:pt x="157" y="105"/>
                  </a:cubicBezTo>
                  <a:cubicBezTo>
                    <a:pt x="132" y="102"/>
                    <a:pt x="104" y="104"/>
                    <a:pt x="79" y="111"/>
                  </a:cubicBezTo>
                  <a:cubicBezTo>
                    <a:pt x="88" y="84"/>
                    <a:pt x="139" y="65"/>
                    <a:pt x="159" y="60"/>
                  </a:cubicBezTo>
                  <a:cubicBezTo>
                    <a:pt x="167" y="57"/>
                    <a:pt x="177" y="55"/>
                    <a:pt x="189" y="53"/>
                  </a:cubicBezTo>
                  <a:cubicBezTo>
                    <a:pt x="193" y="59"/>
                    <a:pt x="197" y="65"/>
                    <a:pt x="200" y="73"/>
                  </a:cubicBezTo>
                  <a:close/>
                  <a:moveTo>
                    <a:pt x="230" y="162"/>
                  </a:moveTo>
                  <a:cubicBezTo>
                    <a:pt x="228" y="163"/>
                    <a:pt x="226" y="164"/>
                    <a:pt x="225" y="165"/>
                  </a:cubicBezTo>
                  <a:cubicBezTo>
                    <a:pt x="226" y="158"/>
                    <a:pt x="225" y="152"/>
                    <a:pt x="221" y="145"/>
                  </a:cubicBezTo>
                  <a:cubicBezTo>
                    <a:pt x="219" y="143"/>
                    <a:pt x="217" y="140"/>
                    <a:pt x="215" y="138"/>
                  </a:cubicBezTo>
                  <a:cubicBezTo>
                    <a:pt x="219" y="138"/>
                    <a:pt x="222" y="138"/>
                    <a:pt x="225" y="138"/>
                  </a:cubicBezTo>
                  <a:cubicBezTo>
                    <a:pt x="231" y="145"/>
                    <a:pt x="233" y="153"/>
                    <a:pt x="230" y="162"/>
                  </a:cubicBezTo>
                  <a:close/>
                  <a:moveTo>
                    <a:pt x="208" y="180"/>
                  </a:moveTo>
                  <a:cubicBezTo>
                    <a:pt x="207" y="181"/>
                    <a:pt x="207" y="182"/>
                    <a:pt x="206" y="184"/>
                  </a:cubicBezTo>
                  <a:cubicBezTo>
                    <a:pt x="204" y="184"/>
                    <a:pt x="203" y="184"/>
                    <a:pt x="201" y="185"/>
                  </a:cubicBezTo>
                  <a:cubicBezTo>
                    <a:pt x="201" y="185"/>
                    <a:pt x="201" y="185"/>
                    <a:pt x="201" y="185"/>
                  </a:cubicBezTo>
                  <a:cubicBezTo>
                    <a:pt x="191" y="183"/>
                    <a:pt x="182" y="183"/>
                    <a:pt x="172" y="184"/>
                  </a:cubicBezTo>
                  <a:cubicBezTo>
                    <a:pt x="167" y="185"/>
                    <a:pt x="161" y="185"/>
                    <a:pt x="155" y="187"/>
                  </a:cubicBezTo>
                  <a:cubicBezTo>
                    <a:pt x="152" y="186"/>
                    <a:pt x="149" y="186"/>
                    <a:pt x="147" y="186"/>
                  </a:cubicBezTo>
                  <a:cubicBezTo>
                    <a:pt x="145" y="186"/>
                    <a:pt x="143" y="186"/>
                    <a:pt x="141" y="186"/>
                  </a:cubicBezTo>
                  <a:cubicBezTo>
                    <a:pt x="145" y="184"/>
                    <a:pt x="149" y="182"/>
                    <a:pt x="152" y="182"/>
                  </a:cubicBezTo>
                  <a:cubicBezTo>
                    <a:pt x="159" y="180"/>
                    <a:pt x="193" y="175"/>
                    <a:pt x="209" y="179"/>
                  </a:cubicBezTo>
                  <a:cubicBezTo>
                    <a:pt x="209" y="179"/>
                    <a:pt x="208" y="180"/>
                    <a:pt x="208" y="180"/>
                  </a:cubicBezTo>
                  <a:close/>
                  <a:moveTo>
                    <a:pt x="212" y="195"/>
                  </a:moveTo>
                  <a:cubicBezTo>
                    <a:pt x="193" y="213"/>
                    <a:pt x="149" y="218"/>
                    <a:pt x="123" y="207"/>
                  </a:cubicBezTo>
                  <a:cubicBezTo>
                    <a:pt x="123" y="207"/>
                    <a:pt x="123" y="206"/>
                    <a:pt x="124" y="206"/>
                  </a:cubicBezTo>
                  <a:cubicBezTo>
                    <a:pt x="148" y="209"/>
                    <a:pt x="174" y="208"/>
                    <a:pt x="196" y="199"/>
                  </a:cubicBezTo>
                  <a:cubicBezTo>
                    <a:pt x="200" y="197"/>
                    <a:pt x="203" y="195"/>
                    <a:pt x="206" y="193"/>
                  </a:cubicBezTo>
                  <a:cubicBezTo>
                    <a:pt x="208" y="194"/>
                    <a:pt x="210" y="194"/>
                    <a:pt x="212" y="195"/>
                  </a:cubicBezTo>
                  <a:close/>
                  <a:moveTo>
                    <a:pt x="108" y="211"/>
                  </a:moveTo>
                  <a:cubicBezTo>
                    <a:pt x="108" y="211"/>
                    <a:pt x="108" y="210"/>
                    <a:pt x="108" y="210"/>
                  </a:cubicBezTo>
                  <a:cubicBezTo>
                    <a:pt x="109" y="210"/>
                    <a:pt x="109" y="210"/>
                    <a:pt x="109" y="210"/>
                  </a:cubicBezTo>
                  <a:cubicBezTo>
                    <a:pt x="109" y="210"/>
                    <a:pt x="109" y="211"/>
                    <a:pt x="108" y="211"/>
                  </a:cubicBezTo>
                  <a:close/>
                  <a:moveTo>
                    <a:pt x="120" y="160"/>
                  </a:moveTo>
                  <a:cubicBezTo>
                    <a:pt x="128" y="161"/>
                    <a:pt x="136" y="160"/>
                    <a:pt x="145" y="159"/>
                  </a:cubicBezTo>
                  <a:cubicBezTo>
                    <a:pt x="136" y="162"/>
                    <a:pt x="125" y="164"/>
                    <a:pt x="115" y="165"/>
                  </a:cubicBezTo>
                  <a:cubicBezTo>
                    <a:pt x="117" y="163"/>
                    <a:pt x="118" y="162"/>
                    <a:pt x="120" y="160"/>
                  </a:cubicBezTo>
                  <a:close/>
                  <a:moveTo>
                    <a:pt x="78" y="120"/>
                  </a:moveTo>
                  <a:cubicBezTo>
                    <a:pt x="87" y="119"/>
                    <a:pt x="96" y="118"/>
                    <a:pt x="105" y="118"/>
                  </a:cubicBezTo>
                  <a:cubicBezTo>
                    <a:pt x="103" y="119"/>
                    <a:pt x="102" y="119"/>
                    <a:pt x="101" y="120"/>
                  </a:cubicBezTo>
                  <a:cubicBezTo>
                    <a:pt x="100" y="121"/>
                    <a:pt x="99" y="122"/>
                    <a:pt x="101" y="123"/>
                  </a:cubicBezTo>
                  <a:cubicBezTo>
                    <a:pt x="114" y="129"/>
                    <a:pt x="129" y="133"/>
                    <a:pt x="144" y="135"/>
                  </a:cubicBezTo>
                  <a:cubicBezTo>
                    <a:pt x="144" y="136"/>
                    <a:pt x="143" y="136"/>
                    <a:pt x="142" y="137"/>
                  </a:cubicBezTo>
                  <a:cubicBezTo>
                    <a:pt x="135" y="140"/>
                    <a:pt x="125" y="146"/>
                    <a:pt x="116" y="153"/>
                  </a:cubicBezTo>
                  <a:cubicBezTo>
                    <a:pt x="104" y="151"/>
                    <a:pt x="93" y="147"/>
                    <a:pt x="86" y="138"/>
                  </a:cubicBezTo>
                  <a:cubicBezTo>
                    <a:pt x="81" y="132"/>
                    <a:pt x="78" y="125"/>
                    <a:pt x="78" y="120"/>
                  </a:cubicBezTo>
                  <a:close/>
                  <a:moveTo>
                    <a:pt x="213" y="168"/>
                  </a:moveTo>
                  <a:cubicBezTo>
                    <a:pt x="211" y="169"/>
                    <a:pt x="210" y="169"/>
                    <a:pt x="208" y="169"/>
                  </a:cubicBezTo>
                  <a:cubicBezTo>
                    <a:pt x="195" y="167"/>
                    <a:pt x="178" y="170"/>
                    <a:pt x="165" y="173"/>
                  </a:cubicBezTo>
                  <a:cubicBezTo>
                    <a:pt x="150" y="173"/>
                    <a:pt x="135" y="172"/>
                    <a:pt x="120" y="169"/>
                  </a:cubicBezTo>
                  <a:cubicBezTo>
                    <a:pt x="136" y="167"/>
                    <a:pt x="153" y="163"/>
                    <a:pt x="166" y="155"/>
                  </a:cubicBezTo>
                  <a:cubicBezTo>
                    <a:pt x="168" y="154"/>
                    <a:pt x="171" y="153"/>
                    <a:pt x="174" y="152"/>
                  </a:cubicBezTo>
                  <a:cubicBezTo>
                    <a:pt x="183" y="149"/>
                    <a:pt x="191" y="144"/>
                    <a:pt x="198" y="139"/>
                  </a:cubicBezTo>
                  <a:cubicBezTo>
                    <a:pt x="198" y="139"/>
                    <a:pt x="198" y="139"/>
                    <a:pt x="198" y="139"/>
                  </a:cubicBezTo>
                  <a:cubicBezTo>
                    <a:pt x="198" y="139"/>
                    <a:pt x="199" y="139"/>
                    <a:pt x="199" y="139"/>
                  </a:cubicBezTo>
                  <a:cubicBezTo>
                    <a:pt x="209" y="146"/>
                    <a:pt x="215" y="155"/>
                    <a:pt x="213" y="168"/>
                  </a:cubicBezTo>
                  <a:close/>
                  <a:moveTo>
                    <a:pt x="183" y="139"/>
                  </a:moveTo>
                  <a:cubicBezTo>
                    <a:pt x="184" y="139"/>
                    <a:pt x="186" y="139"/>
                    <a:pt x="187" y="139"/>
                  </a:cubicBezTo>
                  <a:cubicBezTo>
                    <a:pt x="184" y="141"/>
                    <a:pt x="181" y="143"/>
                    <a:pt x="177" y="145"/>
                  </a:cubicBezTo>
                  <a:cubicBezTo>
                    <a:pt x="179" y="143"/>
                    <a:pt x="181" y="141"/>
                    <a:pt x="183" y="139"/>
                  </a:cubicBezTo>
                  <a:close/>
                  <a:moveTo>
                    <a:pt x="143" y="111"/>
                  </a:moveTo>
                  <a:cubicBezTo>
                    <a:pt x="154" y="112"/>
                    <a:pt x="165" y="114"/>
                    <a:pt x="171" y="118"/>
                  </a:cubicBezTo>
                  <a:cubicBezTo>
                    <a:pt x="162" y="116"/>
                    <a:pt x="153" y="115"/>
                    <a:pt x="146" y="114"/>
                  </a:cubicBezTo>
                  <a:cubicBezTo>
                    <a:pt x="140" y="114"/>
                    <a:pt x="135" y="113"/>
                    <a:pt x="129" y="113"/>
                  </a:cubicBezTo>
                  <a:cubicBezTo>
                    <a:pt x="133" y="112"/>
                    <a:pt x="138" y="111"/>
                    <a:pt x="143" y="111"/>
                  </a:cubicBezTo>
                  <a:close/>
                  <a:moveTo>
                    <a:pt x="116" y="118"/>
                  </a:moveTo>
                  <a:cubicBezTo>
                    <a:pt x="122" y="118"/>
                    <a:pt x="129" y="119"/>
                    <a:pt x="135" y="119"/>
                  </a:cubicBezTo>
                  <a:cubicBezTo>
                    <a:pt x="144" y="120"/>
                    <a:pt x="156" y="122"/>
                    <a:pt x="169" y="125"/>
                  </a:cubicBezTo>
                  <a:cubicBezTo>
                    <a:pt x="165" y="127"/>
                    <a:pt x="161" y="128"/>
                    <a:pt x="157" y="130"/>
                  </a:cubicBezTo>
                  <a:cubicBezTo>
                    <a:pt x="149" y="129"/>
                    <a:pt x="141" y="127"/>
                    <a:pt x="133" y="125"/>
                  </a:cubicBezTo>
                  <a:cubicBezTo>
                    <a:pt x="128" y="124"/>
                    <a:pt x="123" y="123"/>
                    <a:pt x="119" y="121"/>
                  </a:cubicBezTo>
                  <a:cubicBezTo>
                    <a:pt x="113" y="119"/>
                    <a:pt x="112" y="121"/>
                    <a:pt x="116" y="118"/>
                  </a:cubicBezTo>
                  <a:close/>
                  <a:moveTo>
                    <a:pt x="176" y="128"/>
                  </a:moveTo>
                  <a:cubicBezTo>
                    <a:pt x="176" y="128"/>
                    <a:pt x="177" y="128"/>
                    <a:pt x="177" y="128"/>
                  </a:cubicBezTo>
                  <a:cubicBezTo>
                    <a:pt x="177" y="129"/>
                    <a:pt x="176" y="131"/>
                    <a:pt x="176" y="132"/>
                  </a:cubicBezTo>
                  <a:cubicBezTo>
                    <a:pt x="173" y="132"/>
                    <a:pt x="170" y="131"/>
                    <a:pt x="167" y="131"/>
                  </a:cubicBezTo>
                  <a:cubicBezTo>
                    <a:pt x="167" y="131"/>
                    <a:pt x="167" y="131"/>
                    <a:pt x="167" y="131"/>
                  </a:cubicBezTo>
                  <a:cubicBezTo>
                    <a:pt x="170" y="130"/>
                    <a:pt x="173" y="129"/>
                    <a:pt x="176" y="128"/>
                  </a:cubicBezTo>
                  <a:close/>
                  <a:moveTo>
                    <a:pt x="187" y="132"/>
                  </a:moveTo>
                  <a:cubicBezTo>
                    <a:pt x="187" y="132"/>
                    <a:pt x="188" y="132"/>
                    <a:pt x="189" y="133"/>
                  </a:cubicBezTo>
                  <a:cubicBezTo>
                    <a:pt x="188" y="133"/>
                    <a:pt x="187" y="133"/>
                    <a:pt x="186" y="133"/>
                  </a:cubicBezTo>
                  <a:cubicBezTo>
                    <a:pt x="186" y="132"/>
                    <a:pt x="186" y="132"/>
                    <a:pt x="187" y="132"/>
                  </a:cubicBezTo>
                  <a:close/>
                  <a:moveTo>
                    <a:pt x="191" y="123"/>
                  </a:moveTo>
                  <a:cubicBezTo>
                    <a:pt x="194" y="122"/>
                    <a:pt x="198" y="121"/>
                    <a:pt x="201" y="121"/>
                  </a:cubicBezTo>
                  <a:cubicBezTo>
                    <a:pt x="200" y="123"/>
                    <a:pt x="199" y="124"/>
                    <a:pt x="198" y="126"/>
                  </a:cubicBezTo>
                  <a:cubicBezTo>
                    <a:pt x="196" y="125"/>
                    <a:pt x="193" y="124"/>
                    <a:pt x="191" y="123"/>
                  </a:cubicBezTo>
                  <a:close/>
                  <a:moveTo>
                    <a:pt x="191" y="118"/>
                  </a:moveTo>
                  <a:cubicBezTo>
                    <a:pt x="189" y="119"/>
                    <a:pt x="188" y="119"/>
                    <a:pt x="187" y="120"/>
                  </a:cubicBezTo>
                  <a:cubicBezTo>
                    <a:pt x="185" y="118"/>
                    <a:pt x="184" y="116"/>
                    <a:pt x="182" y="114"/>
                  </a:cubicBezTo>
                  <a:cubicBezTo>
                    <a:pt x="187" y="115"/>
                    <a:pt x="191" y="116"/>
                    <a:pt x="195" y="117"/>
                  </a:cubicBezTo>
                  <a:cubicBezTo>
                    <a:pt x="193" y="118"/>
                    <a:pt x="192" y="118"/>
                    <a:pt x="191" y="118"/>
                  </a:cubicBezTo>
                  <a:close/>
                  <a:moveTo>
                    <a:pt x="119" y="112"/>
                  </a:moveTo>
                  <a:cubicBezTo>
                    <a:pt x="111" y="112"/>
                    <a:pt x="104" y="112"/>
                    <a:pt x="96" y="113"/>
                  </a:cubicBezTo>
                  <a:cubicBezTo>
                    <a:pt x="104" y="112"/>
                    <a:pt x="115" y="111"/>
                    <a:pt x="126" y="111"/>
                  </a:cubicBezTo>
                  <a:cubicBezTo>
                    <a:pt x="124" y="111"/>
                    <a:pt x="121" y="112"/>
                    <a:pt x="119" y="112"/>
                  </a:cubicBezTo>
                  <a:close/>
                  <a:moveTo>
                    <a:pt x="149" y="139"/>
                  </a:moveTo>
                  <a:cubicBezTo>
                    <a:pt x="150" y="138"/>
                    <a:pt x="152" y="137"/>
                    <a:pt x="154" y="137"/>
                  </a:cubicBezTo>
                  <a:cubicBezTo>
                    <a:pt x="160" y="137"/>
                    <a:pt x="166" y="138"/>
                    <a:pt x="173" y="138"/>
                  </a:cubicBezTo>
                  <a:cubicBezTo>
                    <a:pt x="172" y="139"/>
                    <a:pt x="172" y="139"/>
                    <a:pt x="172" y="139"/>
                  </a:cubicBezTo>
                  <a:cubicBezTo>
                    <a:pt x="168" y="144"/>
                    <a:pt x="164" y="148"/>
                    <a:pt x="160" y="151"/>
                  </a:cubicBezTo>
                  <a:cubicBezTo>
                    <a:pt x="150" y="154"/>
                    <a:pt x="138" y="155"/>
                    <a:pt x="126" y="154"/>
                  </a:cubicBezTo>
                  <a:cubicBezTo>
                    <a:pt x="135" y="148"/>
                    <a:pt x="143" y="142"/>
                    <a:pt x="149" y="139"/>
                  </a:cubicBezTo>
                  <a:close/>
                  <a:moveTo>
                    <a:pt x="150" y="177"/>
                  </a:moveTo>
                  <a:cubicBezTo>
                    <a:pt x="144" y="179"/>
                    <a:pt x="136" y="181"/>
                    <a:pt x="128" y="184"/>
                  </a:cubicBezTo>
                  <a:cubicBezTo>
                    <a:pt x="120" y="184"/>
                    <a:pt x="113" y="183"/>
                    <a:pt x="105" y="181"/>
                  </a:cubicBezTo>
                  <a:cubicBezTo>
                    <a:pt x="106" y="178"/>
                    <a:pt x="107" y="175"/>
                    <a:pt x="109" y="173"/>
                  </a:cubicBezTo>
                  <a:cubicBezTo>
                    <a:pt x="123" y="175"/>
                    <a:pt x="137" y="176"/>
                    <a:pt x="150" y="177"/>
                  </a:cubicBezTo>
                  <a:close/>
                  <a:moveTo>
                    <a:pt x="116" y="190"/>
                  </a:moveTo>
                  <a:cubicBezTo>
                    <a:pt x="113" y="191"/>
                    <a:pt x="110" y="193"/>
                    <a:pt x="107" y="195"/>
                  </a:cubicBezTo>
                  <a:cubicBezTo>
                    <a:pt x="105" y="193"/>
                    <a:pt x="105" y="191"/>
                    <a:pt x="104" y="188"/>
                  </a:cubicBezTo>
                  <a:cubicBezTo>
                    <a:pt x="108" y="189"/>
                    <a:pt x="112" y="189"/>
                    <a:pt x="116" y="190"/>
                  </a:cubicBezTo>
                  <a:close/>
                  <a:moveTo>
                    <a:pt x="117" y="198"/>
                  </a:moveTo>
                  <a:cubicBezTo>
                    <a:pt x="121" y="196"/>
                    <a:pt x="125" y="193"/>
                    <a:pt x="129" y="191"/>
                  </a:cubicBezTo>
                  <a:cubicBezTo>
                    <a:pt x="132" y="191"/>
                    <a:pt x="134" y="191"/>
                    <a:pt x="137" y="192"/>
                  </a:cubicBezTo>
                  <a:cubicBezTo>
                    <a:pt x="131" y="194"/>
                    <a:pt x="126" y="196"/>
                    <a:pt x="122" y="199"/>
                  </a:cubicBezTo>
                  <a:cubicBezTo>
                    <a:pt x="120" y="199"/>
                    <a:pt x="119" y="199"/>
                    <a:pt x="117" y="198"/>
                  </a:cubicBezTo>
                  <a:close/>
                  <a:moveTo>
                    <a:pt x="143" y="201"/>
                  </a:moveTo>
                  <a:cubicBezTo>
                    <a:pt x="140" y="201"/>
                    <a:pt x="136" y="201"/>
                    <a:pt x="132" y="200"/>
                  </a:cubicBezTo>
                  <a:cubicBezTo>
                    <a:pt x="139" y="197"/>
                    <a:pt x="146" y="194"/>
                    <a:pt x="154" y="192"/>
                  </a:cubicBezTo>
                  <a:cubicBezTo>
                    <a:pt x="162" y="193"/>
                    <a:pt x="171" y="192"/>
                    <a:pt x="179" y="192"/>
                  </a:cubicBezTo>
                  <a:cubicBezTo>
                    <a:pt x="184" y="191"/>
                    <a:pt x="189" y="191"/>
                    <a:pt x="194" y="190"/>
                  </a:cubicBezTo>
                  <a:cubicBezTo>
                    <a:pt x="195" y="190"/>
                    <a:pt x="197" y="191"/>
                    <a:pt x="198" y="191"/>
                  </a:cubicBezTo>
                  <a:cubicBezTo>
                    <a:pt x="184" y="202"/>
                    <a:pt x="161" y="202"/>
                    <a:pt x="143" y="201"/>
                  </a:cubicBezTo>
                  <a:close/>
                  <a:moveTo>
                    <a:pt x="209" y="133"/>
                  </a:moveTo>
                  <a:cubicBezTo>
                    <a:pt x="208" y="132"/>
                    <a:pt x="207" y="131"/>
                    <a:pt x="205" y="130"/>
                  </a:cubicBezTo>
                  <a:cubicBezTo>
                    <a:pt x="207" y="128"/>
                    <a:pt x="208" y="126"/>
                    <a:pt x="210" y="124"/>
                  </a:cubicBezTo>
                  <a:cubicBezTo>
                    <a:pt x="214" y="126"/>
                    <a:pt x="218" y="129"/>
                    <a:pt x="221" y="132"/>
                  </a:cubicBezTo>
                  <a:cubicBezTo>
                    <a:pt x="217" y="133"/>
                    <a:pt x="213" y="133"/>
                    <a:pt x="209" y="133"/>
                  </a:cubicBezTo>
                  <a:close/>
                  <a:moveTo>
                    <a:pt x="218" y="116"/>
                  </a:moveTo>
                  <a:cubicBezTo>
                    <a:pt x="233" y="113"/>
                    <a:pt x="252" y="110"/>
                    <a:pt x="257" y="121"/>
                  </a:cubicBezTo>
                  <a:cubicBezTo>
                    <a:pt x="258" y="123"/>
                    <a:pt x="258" y="124"/>
                    <a:pt x="259" y="125"/>
                  </a:cubicBezTo>
                  <a:cubicBezTo>
                    <a:pt x="252" y="128"/>
                    <a:pt x="244" y="129"/>
                    <a:pt x="236" y="131"/>
                  </a:cubicBezTo>
                  <a:cubicBezTo>
                    <a:pt x="232" y="125"/>
                    <a:pt x="226" y="120"/>
                    <a:pt x="218" y="116"/>
                  </a:cubicBezTo>
                  <a:close/>
                  <a:moveTo>
                    <a:pt x="63" y="122"/>
                  </a:moveTo>
                  <a:cubicBezTo>
                    <a:pt x="65" y="122"/>
                    <a:pt x="66" y="122"/>
                    <a:pt x="68" y="121"/>
                  </a:cubicBezTo>
                  <a:cubicBezTo>
                    <a:pt x="67" y="130"/>
                    <a:pt x="70" y="138"/>
                    <a:pt x="78" y="145"/>
                  </a:cubicBezTo>
                  <a:cubicBezTo>
                    <a:pt x="87" y="153"/>
                    <a:pt x="98" y="157"/>
                    <a:pt x="110" y="159"/>
                  </a:cubicBezTo>
                  <a:cubicBezTo>
                    <a:pt x="107" y="161"/>
                    <a:pt x="105" y="163"/>
                    <a:pt x="103" y="165"/>
                  </a:cubicBezTo>
                  <a:cubicBezTo>
                    <a:pt x="103" y="165"/>
                    <a:pt x="102" y="165"/>
                    <a:pt x="102" y="165"/>
                  </a:cubicBezTo>
                  <a:cubicBezTo>
                    <a:pt x="85" y="161"/>
                    <a:pt x="69" y="155"/>
                    <a:pt x="55" y="148"/>
                  </a:cubicBezTo>
                  <a:cubicBezTo>
                    <a:pt x="53" y="147"/>
                    <a:pt x="47" y="144"/>
                    <a:pt x="42" y="140"/>
                  </a:cubicBezTo>
                  <a:cubicBezTo>
                    <a:pt x="44" y="133"/>
                    <a:pt x="49" y="127"/>
                    <a:pt x="56" y="123"/>
                  </a:cubicBezTo>
                  <a:cubicBezTo>
                    <a:pt x="59" y="123"/>
                    <a:pt x="62" y="122"/>
                    <a:pt x="63" y="122"/>
                  </a:cubicBezTo>
                  <a:close/>
                  <a:moveTo>
                    <a:pt x="36" y="132"/>
                  </a:moveTo>
                  <a:cubicBezTo>
                    <a:pt x="36" y="131"/>
                    <a:pt x="37" y="130"/>
                    <a:pt x="38" y="129"/>
                  </a:cubicBezTo>
                  <a:cubicBezTo>
                    <a:pt x="37" y="130"/>
                    <a:pt x="37" y="131"/>
                    <a:pt x="36" y="132"/>
                  </a:cubicBezTo>
                  <a:close/>
                  <a:moveTo>
                    <a:pt x="74" y="164"/>
                  </a:moveTo>
                  <a:cubicBezTo>
                    <a:pt x="72" y="164"/>
                    <a:pt x="71" y="164"/>
                    <a:pt x="69" y="164"/>
                  </a:cubicBezTo>
                  <a:cubicBezTo>
                    <a:pt x="62" y="163"/>
                    <a:pt x="54" y="163"/>
                    <a:pt x="46" y="162"/>
                  </a:cubicBezTo>
                  <a:cubicBezTo>
                    <a:pt x="44" y="159"/>
                    <a:pt x="42" y="155"/>
                    <a:pt x="41" y="151"/>
                  </a:cubicBezTo>
                  <a:cubicBezTo>
                    <a:pt x="52" y="157"/>
                    <a:pt x="63" y="161"/>
                    <a:pt x="74" y="164"/>
                  </a:cubicBezTo>
                  <a:close/>
                  <a:moveTo>
                    <a:pt x="212" y="214"/>
                  </a:moveTo>
                  <a:cubicBezTo>
                    <a:pt x="185" y="225"/>
                    <a:pt x="152" y="228"/>
                    <a:pt x="124" y="221"/>
                  </a:cubicBezTo>
                  <a:cubicBezTo>
                    <a:pt x="120" y="220"/>
                    <a:pt x="117" y="219"/>
                    <a:pt x="115" y="218"/>
                  </a:cubicBezTo>
                  <a:cubicBezTo>
                    <a:pt x="115" y="216"/>
                    <a:pt x="116" y="214"/>
                    <a:pt x="117" y="213"/>
                  </a:cubicBezTo>
                  <a:cubicBezTo>
                    <a:pt x="128" y="216"/>
                    <a:pt x="140" y="216"/>
                    <a:pt x="147" y="217"/>
                  </a:cubicBezTo>
                  <a:cubicBezTo>
                    <a:pt x="170" y="217"/>
                    <a:pt x="194" y="214"/>
                    <a:pt x="214" y="201"/>
                  </a:cubicBezTo>
                  <a:cubicBezTo>
                    <a:pt x="215" y="200"/>
                    <a:pt x="217" y="199"/>
                    <a:pt x="218" y="198"/>
                  </a:cubicBezTo>
                  <a:cubicBezTo>
                    <a:pt x="228" y="204"/>
                    <a:pt x="224" y="210"/>
                    <a:pt x="212" y="214"/>
                  </a:cubicBezTo>
                  <a:close/>
                  <a:moveTo>
                    <a:pt x="217" y="188"/>
                  </a:moveTo>
                  <a:cubicBezTo>
                    <a:pt x="216" y="188"/>
                    <a:pt x="214" y="187"/>
                    <a:pt x="213" y="187"/>
                  </a:cubicBezTo>
                  <a:cubicBezTo>
                    <a:pt x="214" y="186"/>
                    <a:pt x="214" y="186"/>
                    <a:pt x="215" y="185"/>
                  </a:cubicBezTo>
                  <a:cubicBezTo>
                    <a:pt x="215" y="185"/>
                    <a:pt x="216" y="185"/>
                    <a:pt x="217" y="184"/>
                  </a:cubicBezTo>
                  <a:cubicBezTo>
                    <a:pt x="217" y="185"/>
                    <a:pt x="217" y="186"/>
                    <a:pt x="217" y="188"/>
                  </a:cubicBezTo>
                  <a:close/>
                  <a:moveTo>
                    <a:pt x="223" y="174"/>
                  </a:moveTo>
                  <a:cubicBezTo>
                    <a:pt x="223" y="174"/>
                    <a:pt x="222" y="174"/>
                    <a:pt x="222" y="174"/>
                  </a:cubicBezTo>
                  <a:cubicBezTo>
                    <a:pt x="222" y="173"/>
                    <a:pt x="223" y="172"/>
                    <a:pt x="223" y="171"/>
                  </a:cubicBezTo>
                  <a:cubicBezTo>
                    <a:pt x="224" y="171"/>
                    <a:pt x="225" y="170"/>
                    <a:pt x="226" y="170"/>
                  </a:cubicBezTo>
                  <a:cubicBezTo>
                    <a:pt x="225" y="171"/>
                    <a:pt x="224" y="173"/>
                    <a:pt x="223" y="174"/>
                  </a:cubicBezTo>
                  <a:close/>
                  <a:moveTo>
                    <a:pt x="242" y="155"/>
                  </a:moveTo>
                  <a:cubicBezTo>
                    <a:pt x="243" y="147"/>
                    <a:pt x="242" y="141"/>
                    <a:pt x="239" y="136"/>
                  </a:cubicBezTo>
                  <a:cubicBezTo>
                    <a:pt x="246" y="135"/>
                    <a:pt x="253" y="133"/>
                    <a:pt x="259" y="131"/>
                  </a:cubicBezTo>
                  <a:cubicBezTo>
                    <a:pt x="258" y="140"/>
                    <a:pt x="251" y="148"/>
                    <a:pt x="242" y="155"/>
                  </a:cubicBezTo>
                  <a:close/>
                  <a:moveTo>
                    <a:pt x="279" y="82"/>
                  </a:moveTo>
                  <a:cubicBezTo>
                    <a:pt x="286" y="100"/>
                    <a:pt x="280" y="112"/>
                    <a:pt x="269" y="120"/>
                  </a:cubicBezTo>
                  <a:cubicBezTo>
                    <a:pt x="265" y="105"/>
                    <a:pt x="236" y="108"/>
                    <a:pt x="214" y="112"/>
                  </a:cubicBezTo>
                  <a:cubicBezTo>
                    <a:pt x="219" y="97"/>
                    <a:pt x="217" y="80"/>
                    <a:pt x="208" y="63"/>
                  </a:cubicBezTo>
                  <a:cubicBezTo>
                    <a:pt x="206" y="59"/>
                    <a:pt x="203" y="55"/>
                    <a:pt x="201" y="52"/>
                  </a:cubicBezTo>
                  <a:cubicBezTo>
                    <a:pt x="233" y="49"/>
                    <a:pt x="269" y="53"/>
                    <a:pt x="279" y="82"/>
                  </a:cubicBezTo>
                  <a:close/>
                  <a:moveTo>
                    <a:pt x="22" y="120"/>
                  </a:moveTo>
                  <a:cubicBezTo>
                    <a:pt x="45" y="68"/>
                    <a:pt x="138" y="0"/>
                    <a:pt x="185" y="49"/>
                  </a:cubicBezTo>
                  <a:cubicBezTo>
                    <a:pt x="183" y="49"/>
                    <a:pt x="180" y="50"/>
                    <a:pt x="178" y="50"/>
                  </a:cubicBezTo>
                  <a:cubicBezTo>
                    <a:pt x="147" y="56"/>
                    <a:pt x="115" y="67"/>
                    <a:pt x="90" y="86"/>
                  </a:cubicBezTo>
                  <a:cubicBezTo>
                    <a:pt x="81" y="93"/>
                    <a:pt x="73" y="103"/>
                    <a:pt x="69" y="114"/>
                  </a:cubicBezTo>
                  <a:cubicBezTo>
                    <a:pt x="68" y="114"/>
                    <a:pt x="67" y="114"/>
                    <a:pt x="66" y="114"/>
                  </a:cubicBezTo>
                  <a:cubicBezTo>
                    <a:pt x="62" y="116"/>
                    <a:pt x="57" y="117"/>
                    <a:pt x="53" y="119"/>
                  </a:cubicBezTo>
                  <a:cubicBezTo>
                    <a:pt x="52" y="120"/>
                    <a:pt x="51" y="120"/>
                    <a:pt x="49" y="121"/>
                  </a:cubicBezTo>
                  <a:cubicBezTo>
                    <a:pt x="40" y="123"/>
                    <a:pt x="30" y="127"/>
                    <a:pt x="23" y="134"/>
                  </a:cubicBezTo>
                  <a:cubicBezTo>
                    <a:pt x="22" y="135"/>
                    <a:pt x="22" y="135"/>
                    <a:pt x="23" y="136"/>
                  </a:cubicBezTo>
                  <a:cubicBezTo>
                    <a:pt x="25" y="139"/>
                    <a:pt x="27" y="141"/>
                    <a:pt x="30" y="143"/>
                  </a:cubicBezTo>
                  <a:cubicBezTo>
                    <a:pt x="29" y="147"/>
                    <a:pt x="29" y="151"/>
                    <a:pt x="30" y="156"/>
                  </a:cubicBezTo>
                  <a:cubicBezTo>
                    <a:pt x="30" y="157"/>
                    <a:pt x="31" y="158"/>
                    <a:pt x="31" y="158"/>
                  </a:cubicBezTo>
                  <a:cubicBezTo>
                    <a:pt x="29" y="158"/>
                    <a:pt x="27" y="157"/>
                    <a:pt x="25" y="156"/>
                  </a:cubicBezTo>
                  <a:cubicBezTo>
                    <a:pt x="10" y="147"/>
                    <a:pt x="16" y="133"/>
                    <a:pt x="22"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29"/>
            <p:cNvSpPr>
              <a:spLocks/>
            </p:cNvSpPr>
            <p:nvPr/>
          </p:nvSpPr>
          <p:spPr bwMode="auto">
            <a:xfrm>
              <a:off x="1274763" y="2406650"/>
              <a:ext cx="88900" cy="79375"/>
            </a:xfrm>
            <a:custGeom>
              <a:avLst/>
              <a:gdLst>
                <a:gd name="T0" fmla="*/ 0 w 56"/>
                <a:gd name="T1" fmla="*/ 23 h 50"/>
                <a:gd name="T2" fmla="*/ 27 w 56"/>
                <a:gd name="T3" fmla="*/ 28 h 50"/>
                <a:gd name="T4" fmla="*/ 22 w 56"/>
                <a:gd name="T5" fmla="*/ 48 h 50"/>
                <a:gd name="T6" fmla="*/ 28 w 56"/>
                <a:gd name="T7" fmla="*/ 50 h 50"/>
                <a:gd name="T8" fmla="*/ 33 w 56"/>
                <a:gd name="T9" fmla="*/ 30 h 50"/>
                <a:gd name="T10" fmla="*/ 54 w 56"/>
                <a:gd name="T11" fmla="*/ 34 h 50"/>
                <a:gd name="T12" fmla="*/ 56 w 56"/>
                <a:gd name="T13" fmla="*/ 27 h 50"/>
                <a:gd name="T14" fmla="*/ 36 w 56"/>
                <a:gd name="T15" fmla="*/ 23 h 50"/>
                <a:gd name="T16" fmla="*/ 41 w 56"/>
                <a:gd name="T17" fmla="*/ 3 h 50"/>
                <a:gd name="T18" fmla="*/ 33 w 56"/>
                <a:gd name="T19" fmla="*/ 0 h 50"/>
                <a:gd name="T20" fmla="*/ 28 w 56"/>
                <a:gd name="T21" fmla="*/ 22 h 50"/>
                <a:gd name="T22" fmla="*/ 2 w 56"/>
                <a:gd name="T23" fmla="*/ 16 h 50"/>
                <a:gd name="T24" fmla="*/ 0 w 56"/>
                <a:gd name="T25" fmla="*/ 23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6" h="50">
                  <a:moveTo>
                    <a:pt x="0" y="23"/>
                  </a:moveTo>
                  <a:lnTo>
                    <a:pt x="27" y="28"/>
                  </a:lnTo>
                  <a:lnTo>
                    <a:pt x="22" y="48"/>
                  </a:lnTo>
                  <a:lnTo>
                    <a:pt x="28" y="50"/>
                  </a:lnTo>
                  <a:lnTo>
                    <a:pt x="33" y="30"/>
                  </a:lnTo>
                  <a:lnTo>
                    <a:pt x="54" y="34"/>
                  </a:lnTo>
                  <a:lnTo>
                    <a:pt x="56" y="27"/>
                  </a:lnTo>
                  <a:lnTo>
                    <a:pt x="36" y="23"/>
                  </a:lnTo>
                  <a:lnTo>
                    <a:pt x="41" y="3"/>
                  </a:lnTo>
                  <a:lnTo>
                    <a:pt x="33" y="0"/>
                  </a:lnTo>
                  <a:lnTo>
                    <a:pt x="28" y="22"/>
                  </a:lnTo>
                  <a:lnTo>
                    <a:pt x="2" y="16"/>
                  </a:lnTo>
                  <a:lnTo>
                    <a:pt x="0"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30"/>
            <p:cNvSpPr>
              <a:spLocks/>
            </p:cNvSpPr>
            <p:nvPr/>
          </p:nvSpPr>
          <p:spPr bwMode="auto">
            <a:xfrm>
              <a:off x="1096963" y="2559050"/>
              <a:ext cx="71438" cy="58737"/>
            </a:xfrm>
            <a:custGeom>
              <a:avLst/>
              <a:gdLst>
                <a:gd name="T0" fmla="*/ 43 w 45"/>
                <a:gd name="T1" fmla="*/ 18 h 37"/>
                <a:gd name="T2" fmla="*/ 45 w 45"/>
                <a:gd name="T3" fmla="*/ 5 h 37"/>
                <a:gd name="T4" fmla="*/ 30 w 45"/>
                <a:gd name="T5" fmla="*/ 0 h 37"/>
                <a:gd name="T6" fmla="*/ 0 w 45"/>
                <a:gd name="T7" fmla="*/ 7 h 37"/>
                <a:gd name="T8" fmla="*/ 2 w 45"/>
                <a:gd name="T9" fmla="*/ 27 h 37"/>
                <a:gd name="T10" fmla="*/ 24 w 45"/>
                <a:gd name="T11" fmla="*/ 37 h 37"/>
                <a:gd name="T12" fmla="*/ 43 w 45"/>
                <a:gd name="T13" fmla="*/ 18 h 37"/>
              </a:gdLst>
              <a:ahLst/>
              <a:cxnLst>
                <a:cxn ang="0">
                  <a:pos x="T0" y="T1"/>
                </a:cxn>
                <a:cxn ang="0">
                  <a:pos x="T2" y="T3"/>
                </a:cxn>
                <a:cxn ang="0">
                  <a:pos x="T4" y="T5"/>
                </a:cxn>
                <a:cxn ang="0">
                  <a:pos x="T6" y="T7"/>
                </a:cxn>
                <a:cxn ang="0">
                  <a:pos x="T8" y="T9"/>
                </a:cxn>
                <a:cxn ang="0">
                  <a:pos x="T10" y="T11"/>
                </a:cxn>
                <a:cxn ang="0">
                  <a:pos x="T12" y="T13"/>
                </a:cxn>
              </a:cxnLst>
              <a:rect l="0" t="0" r="r" b="b"/>
              <a:pathLst>
                <a:path w="45" h="37">
                  <a:moveTo>
                    <a:pt x="43" y="18"/>
                  </a:moveTo>
                  <a:lnTo>
                    <a:pt x="45" y="5"/>
                  </a:lnTo>
                  <a:lnTo>
                    <a:pt x="30" y="0"/>
                  </a:lnTo>
                  <a:lnTo>
                    <a:pt x="0" y="7"/>
                  </a:lnTo>
                  <a:lnTo>
                    <a:pt x="2" y="27"/>
                  </a:lnTo>
                  <a:lnTo>
                    <a:pt x="24" y="37"/>
                  </a:lnTo>
                  <a:lnTo>
                    <a:pt x="43"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31"/>
            <p:cNvSpPr>
              <a:spLocks/>
            </p:cNvSpPr>
            <p:nvPr/>
          </p:nvSpPr>
          <p:spPr bwMode="auto">
            <a:xfrm>
              <a:off x="1185863" y="2609850"/>
              <a:ext cx="47625" cy="33337"/>
            </a:xfrm>
            <a:custGeom>
              <a:avLst/>
              <a:gdLst>
                <a:gd name="T0" fmla="*/ 28 w 30"/>
                <a:gd name="T1" fmla="*/ 0 h 21"/>
                <a:gd name="T2" fmla="*/ 12 w 30"/>
                <a:gd name="T3" fmla="*/ 1 h 21"/>
                <a:gd name="T4" fmla="*/ 0 w 30"/>
                <a:gd name="T5" fmla="*/ 17 h 21"/>
                <a:gd name="T6" fmla="*/ 17 w 30"/>
                <a:gd name="T7" fmla="*/ 21 h 21"/>
                <a:gd name="T8" fmla="*/ 30 w 30"/>
                <a:gd name="T9" fmla="*/ 12 h 21"/>
                <a:gd name="T10" fmla="*/ 28 w 30"/>
                <a:gd name="T11" fmla="*/ 0 h 21"/>
              </a:gdLst>
              <a:ahLst/>
              <a:cxnLst>
                <a:cxn ang="0">
                  <a:pos x="T0" y="T1"/>
                </a:cxn>
                <a:cxn ang="0">
                  <a:pos x="T2" y="T3"/>
                </a:cxn>
                <a:cxn ang="0">
                  <a:pos x="T4" y="T5"/>
                </a:cxn>
                <a:cxn ang="0">
                  <a:pos x="T6" y="T7"/>
                </a:cxn>
                <a:cxn ang="0">
                  <a:pos x="T8" y="T9"/>
                </a:cxn>
                <a:cxn ang="0">
                  <a:pos x="T10" y="T11"/>
                </a:cxn>
              </a:cxnLst>
              <a:rect l="0" t="0" r="r" b="b"/>
              <a:pathLst>
                <a:path w="30" h="21">
                  <a:moveTo>
                    <a:pt x="28" y="0"/>
                  </a:moveTo>
                  <a:lnTo>
                    <a:pt x="12" y="1"/>
                  </a:lnTo>
                  <a:lnTo>
                    <a:pt x="0" y="17"/>
                  </a:lnTo>
                  <a:lnTo>
                    <a:pt x="17" y="21"/>
                  </a:lnTo>
                  <a:lnTo>
                    <a:pt x="30" y="12"/>
                  </a:lnTo>
                  <a:lnTo>
                    <a:pt x="2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32"/>
            <p:cNvSpPr>
              <a:spLocks/>
            </p:cNvSpPr>
            <p:nvPr/>
          </p:nvSpPr>
          <p:spPr bwMode="auto">
            <a:xfrm>
              <a:off x="1036638" y="2617788"/>
              <a:ext cx="49213" cy="33337"/>
            </a:xfrm>
            <a:custGeom>
              <a:avLst/>
              <a:gdLst>
                <a:gd name="T0" fmla="*/ 31 w 31"/>
                <a:gd name="T1" fmla="*/ 12 h 21"/>
                <a:gd name="T2" fmla="*/ 29 w 31"/>
                <a:gd name="T3" fmla="*/ 0 h 21"/>
                <a:gd name="T4" fmla="*/ 13 w 31"/>
                <a:gd name="T5" fmla="*/ 1 h 21"/>
                <a:gd name="T6" fmla="*/ 0 w 31"/>
                <a:gd name="T7" fmla="*/ 16 h 21"/>
                <a:gd name="T8" fmla="*/ 17 w 31"/>
                <a:gd name="T9" fmla="*/ 21 h 21"/>
                <a:gd name="T10" fmla="*/ 31 w 31"/>
                <a:gd name="T11" fmla="*/ 12 h 21"/>
              </a:gdLst>
              <a:ahLst/>
              <a:cxnLst>
                <a:cxn ang="0">
                  <a:pos x="T0" y="T1"/>
                </a:cxn>
                <a:cxn ang="0">
                  <a:pos x="T2" y="T3"/>
                </a:cxn>
                <a:cxn ang="0">
                  <a:pos x="T4" y="T5"/>
                </a:cxn>
                <a:cxn ang="0">
                  <a:pos x="T6" y="T7"/>
                </a:cxn>
                <a:cxn ang="0">
                  <a:pos x="T8" y="T9"/>
                </a:cxn>
                <a:cxn ang="0">
                  <a:pos x="T10" y="T11"/>
                </a:cxn>
              </a:cxnLst>
              <a:rect l="0" t="0" r="r" b="b"/>
              <a:pathLst>
                <a:path w="31" h="21">
                  <a:moveTo>
                    <a:pt x="31" y="12"/>
                  </a:moveTo>
                  <a:lnTo>
                    <a:pt x="29" y="0"/>
                  </a:lnTo>
                  <a:lnTo>
                    <a:pt x="13" y="1"/>
                  </a:lnTo>
                  <a:lnTo>
                    <a:pt x="0" y="16"/>
                  </a:lnTo>
                  <a:lnTo>
                    <a:pt x="17" y="21"/>
                  </a:lnTo>
                  <a:lnTo>
                    <a:pt x="31"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33"/>
            <p:cNvSpPr>
              <a:spLocks/>
            </p:cNvSpPr>
            <p:nvPr/>
          </p:nvSpPr>
          <p:spPr bwMode="auto">
            <a:xfrm>
              <a:off x="996950" y="2562225"/>
              <a:ext cx="47625" cy="31750"/>
            </a:xfrm>
            <a:custGeom>
              <a:avLst/>
              <a:gdLst>
                <a:gd name="T0" fmla="*/ 11 w 30"/>
                <a:gd name="T1" fmla="*/ 0 h 20"/>
                <a:gd name="T2" fmla="*/ 0 w 30"/>
                <a:gd name="T3" fmla="*/ 16 h 20"/>
                <a:gd name="T4" fmla="*/ 16 w 30"/>
                <a:gd name="T5" fmla="*/ 20 h 20"/>
                <a:gd name="T6" fmla="*/ 30 w 30"/>
                <a:gd name="T7" fmla="*/ 12 h 20"/>
                <a:gd name="T8" fmla="*/ 28 w 30"/>
                <a:gd name="T9" fmla="*/ 0 h 20"/>
                <a:gd name="T10" fmla="*/ 11 w 30"/>
                <a:gd name="T11" fmla="*/ 0 h 20"/>
              </a:gdLst>
              <a:ahLst/>
              <a:cxnLst>
                <a:cxn ang="0">
                  <a:pos x="T0" y="T1"/>
                </a:cxn>
                <a:cxn ang="0">
                  <a:pos x="T2" y="T3"/>
                </a:cxn>
                <a:cxn ang="0">
                  <a:pos x="T4" y="T5"/>
                </a:cxn>
                <a:cxn ang="0">
                  <a:pos x="T6" y="T7"/>
                </a:cxn>
                <a:cxn ang="0">
                  <a:pos x="T8" y="T9"/>
                </a:cxn>
                <a:cxn ang="0">
                  <a:pos x="T10" y="T11"/>
                </a:cxn>
              </a:cxnLst>
              <a:rect l="0" t="0" r="r" b="b"/>
              <a:pathLst>
                <a:path w="30" h="20">
                  <a:moveTo>
                    <a:pt x="11" y="0"/>
                  </a:moveTo>
                  <a:lnTo>
                    <a:pt x="0" y="16"/>
                  </a:lnTo>
                  <a:lnTo>
                    <a:pt x="16" y="20"/>
                  </a:lnTo>
                  <a:lnTo>
                    <a:pt x="30" y="12"/>
                  </a:lnTo>
                  <a:lnTo>
                    <a:pt x="28" y="0"/>
                  </a:lnTo>
                  <a:lnTo>
                    <a:pt x="1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34"/>
            <p:cNvSpPr>
              <a:spLocks/>
            </p:cNvSpPr>
            <p:nvPr/>
          </p:nvSpPr>
          <p:spPr bwMode="auto">
            <a:xfrm>
              <a:off x="1538288" y="2562225"/>
              <a:ext cx="49213" cy="31750"/>
            </a:xfrm>
            <a:custGeom>
              <a:avLst/>
              <a:gdLst>
                <a:gd name="T0" fmla="*/ 28 w 31"/>
                <a:gd name="T1" fmla="*/ 0 h 20"/>
                <a:gd name="T2" fmla="*/ 12 w 31"/>
                <a:gd name="T3" fmla="*/ 0 h 20"/>
                <a:gd name="T4" fmla="*/ 0 w 31"/>
                <a:gd name="T5" fmla="*/ 16 h 20"/>
                <a:gd name="T6" fmla="*/ 17 w 31"/>
                <a:gd name="T7" fmla="*/ 20 h 20"/>
                <a:gd name="T8" fmla="*/ 31 w 31"/>
                <a:gd name="T9" fmla="*/ 12 h 20"/>
                <a:gd name="T10" fmla="*/ 28 w 31"/>
                <a:gd name="T11" fmla="*/ 0 h 20"/>
              </a:gdLst>
              <a:ahLst/>
              <a:cxnLst>
                <a:cxn ang="0">
                  <a:pos x="T0" y="T1"/>
                </a:cxn>
                <a:cxn ang="0">
                  <a:pos x="T2" y="T3"/>
                </a:cxn>
                <a:cxn ang="0">
                  <a:pos x="T4" y="T5"/>
                </a:cxn>
                <a:cxn ang="0">
                  <a:pos x="T6" y="T7"/>
                </a:cxn>
                <a:cxn ang="0">
                  <a:pos x="T8" y="T9"/>
                </a:cxn>
                <a:cxn ang="0">
                  <a:pos x="T10" y="T11"/>
                </a:cxn>
              </a:cxnLst>
              <a:rect l="0" t="0" r="r" b="b"/>
              <a:pathLst>
                <a:path w="31" h="20">
                  <a:moveTo>
                    <a:pt x="28" y="0"/>
                  </a:moveTo>
                  <a:lnTo>
                    <a:pt x="12" y="0"/>
                  </a:lnTo>
                  <a:lnTo>
                    <a:pt x="0" y="16"/>
                  </a:lnTo>
                  <a:lnTo>
                    <a:pt x="17" y="20"/>
                  </a:lnTo>
                  <a:lnTo>
                    <a:pt x="31" y="12"/>
                  </a:lnTo>
                  <a:lnTo>
                    <a:pt x="2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35"/>
            <p:cNvSpPr>
              <a:spLocks/>
            </p:cNvSpPr>
            <p:nvPr/>
          </p:nvSpPr>
          <p:spPr bwMode="auto">
            <a:xfrm>
              <a:off x="1498600" y="2301875"/>
              <a:ext cx="112713" cy="114300"/>
            </a:xfrm>
            <a:custGeom>
              <a:avLst/>
              <a:gdLst>
                <a:gd name="T0" fmla="*/ 43 w 87"/>
                <a:gd name="T1" fmla="*/ 0 h 87"/>
                <a:gd name="T2" fmla="*/ 0 w 87"/>
                <a:gd name="T3" fmla="*/ 43 h 87"/>
                <a:gd name="T4" fmla="*/ 41 w 87"/>
                <a:gd name="T5" fmla="*/ 87 h 87"/>
                <a:gd name="T6" fmla="*/ 43 w 87"/>
                <a:gd name="T7" fmla="*/ 87 h 87"/>
                <a:gd name="T8" fmla="*/ 83 w 87"/>
                <a:gd name="T9" fmla="*/ 60 h 87"/>
                <a:gd name="T10" fmla="*/ 87 w 87"/>
                <a:gd name="T11" fmla="*/ 43 h 87"/>
                <a:gd name="T12" fmla="*/ 43 w 87"/>
                <a:gd name="T13" fmla="*/ 0 h 87"/>
              </a:gdLst>
              <a:ahLst/>
              <a:cxnLst>
                <a:cxn ang="0">
                  <a:pos x="T0" y="T1"/>
                </a:cxn>
                <a:cxn ang="0">
                  <a:pos x="T2" y="T3"/>
                </a:cxn>
                <a:cxn ang="0">
                  <a:pos x="T4" y="T5"/>
                </a:cxn>
                <a:cxn ang="0">
                  <a:pos x="T6" y="T7"/>
                </a:cxn>
                <a:cxn ang="0">
                  <a:pos x="T8" y="T9"/>
                </a:cxn>
                <a:cxn ang="0">
                  <a:pos x="T10" y="T11"/>
                </a:cxn>
                <a:cxn ang="0">
                  <a:pos x="T12" y="T13"/>
                </a:cxn>
              </a:cxnLst>
              <a:rect l="0" t="0" r="r" b="b"/>
              <a:pathLst>
                <a:path w="87" h="87">
                  <a:moveTo>
                    <a:pt x="43" y="0"/>
                  </a:moveTo>
                  <a:cubicBezTo>
                    <a:pt x="19" y="0"/>
                    <a:pt x="0" y="20"/>
                    <a:pt x="0" y="43"/>
                  </a:cubicBezTo>
                  <a:cubicBezTo>
                    <a:pt x="0" y="67"/>
                    <a:pt x="18" y="85"/>
                    <a:pt x="41" y="87"/>
                  </a:cubicBezTo>
                  <a:cubicBezTo>
                    <a:pt x="42" y="87"/>
                    <a:pt x="42" y="87"/>
                    <a:pt x="43" y="87"/>
                  </a:cubicBezTo>
                  <a:cubicBezTo>
                    <a:pt x="61" y="87"/>
                    <a:pt x="77" y="76"/>
                    <a:pt x="83" y="60"/>
                  </a:cubicBezTo>
                  <a:cubicBezTo>
                    <a:pt x="85" y="55"/>
                    <a:pt x="87" y="49"/>
                    <a:pt x="87" y="43"/>
                  </a:cubicBezTo>
                  <a:cubicBezTo>
                    <a:pt x="87" y="20"/>
                    <a:pt x="67" y="0"/>
                    <a:pt x="4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5" name="组合 34"/>
          <p:cNvGrpSpPr/>
          <p:nvPr/>
        </p:nvGrpSpPr>
        <p:grpSpPr>
          <a:xfrm>
            <a:off x="4181475" y="1693863"/>
            <a:ext cx="1903413" cy="1390649"/>
            <a:chOff x="4181475" y="1693863"/>
            <a:chExt cx="1903413" cy="1390649"/>
          </a:xfrm>
          <a:solidFill>
            <a:schemeClr val="tx1">
              <a:lumMod val="65000"/>
              <a:lumOff val="35000"/>
            </a:schemeClr>
          </a:solidFill>
        </p:grpSpPr>
        <p:sp>
          <p:nvSpPr>
            <p:cNvPr id="36" name="Freeform 36"/>
            <p:cNvSpPr>
              <a:spLocks/>
            </p:cNvSpPr>
            <p:nvPr/>
          </p:nvSpPr>
          <p:spPr bwMode="auto">
            <a:xfrm>
              <a:off x="4181475" y="1962150"/>
              <a:ext cx="207963" cy="319087"/>
            </a:xfrm>
            <a:custGeom>
              <a:avLst/>
              <a:gdLst>
                <a:gd name="T0" fmla="*/ 41 w 159"/>
                <a:gd name="T1" fmla="*/ 244 h 244"/>
                <a:gd name="T2" fmla="*/ 143 w 159"/>
                <a:gd name="T3" fmla="*/ 221 h 244"/>
                <a:gd name="T4" fmla="*/ 118 w 159"/>
                <a:gd name="T5" fmla="*/ 187 h 244"/>
                <a:gd name="T6" fmla="*/ 110 w 159"/>
                <a:gd name="T7" fmla="*/ 163 h 244"/>
                <a:gd name="T8" fmla="*/ 110 w 159"/>
                <a:gd name="T9" fmla="*/ 163 h 244"/>
                <a:gd name="T10" fmla="*/ 110 w 159"/>
                <a:gd name="T11" fmla="*/ 162 h 244"/>
                <a:gd name="T12" fmla="*/ 123 w 159"/>
                <a:gd name="T13" fmla="*/ 134 h 244"/>
                <a:gd name="T14" fmla="*/ 104 w 159"/>
                <a:gd name="T15" fmla="*/ 129 h 244"/>
                <a:gd name="T16" fmla="*/ 102 w 159"/>
                <a:gd name="T17" fmla="*/ 124 h 244"/>
                <a:gd name="T18" fmla="*/ 130 w 159"/>
                <a:gd name="T19" fmla="*/ 22 h 244"/>
                <a:gd name="T20" fmla="*/ 135 w 159"/>
                <a:gd name="T21" fmla="*/ 19 h 244"/>
                <a:gd name="T22" fmla="*/ 149 w 159"/>
                <a:gd name="T23" fmla="*/ 23 h 244"/>
                <a:gd name="T24" fmla="*/ 151 w 159"/>
                <a:gd name="T25" fmla="*/ 19 h 244"/>
                <a:gd name="T26" fmla="*/ 159 w 159"/>
                <a:gd name="T27" fmla="*/ 8 h 244"/>
                <a:gd name="T28" fmla="*/ 137 w 159"/>
                <a:gd name="T29" fmla="*/ 2 h 244"/>
                <a:gd name="T30" fmla="*/ 122 w 159"/>
                <a:gd name="T31" fmla="*/ 11 h 244"/>
                <a:gd name="T32" fmla="*/ 110 w 159"/>
                <a:gd name="T33" fmla="*/ 55 h 244"/>
                <a:gd name="T34" fmla="*/ 108 w 159"/>
                <a:gd name="T35" fmla="*/ 56 h 244"/>
                <a:gd name="T36" fmla="*/ 8 w 159"/>
                <a:gd name="T37" fmla="*/ 193 h 244"/>
                <a:gd name="T38" fmla="*/ 8 w 159"/>
                <a:gd name="T39" fmla="*/ 230 h 244"/>
                <a:gd name="T40" fmla="*/ 34 w 159"/>
                <a:gd name="T41" fmla="*/ 244 h 244"/>
                <a:gd name="T42" fmla="*/ 41 w 159"/>
                <a:gd name="T43" fmla="*/ 244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9" h="244">
                  <a:moveTo>
                    <a:pt x="41" y="244"/>
                  </a:moveTo>
                  <a:cubicBezTo>
                    <a:pt x="143" y="221"/>
                    <a:pt x="143" y="221"/>
                    <a:pt x="143" y="221"/>
                  </a:cubicBezTo>
                  <a:cubicBezTo>
                    <a:pt x="135" y="211"/>
                    <a:pt x="126" y="200"/>
                    <a:pt x="118" y="187"/>
                  </a:cubicBezTo>
                  <a:cubicBezTo>
                    <a:pt x="112" y="180"/>
                    <a:pt x="110" y="171"/>
                    <a:pt x="110" y="163"/>
                  </a:cubicBezTo>
                  <a:cubicBezTo>
                    <a:pt x="110" y="163"/>
                    <a:pt x="110" y="163"/>
                    <a:pt x="110" y="163"/>
                  </a:cubicBezTo>
                  <a:cubicBezTo>
                    <a:pt x="110" y="162"/>
                    <a:pt x="110" y="162"/>
                    <a:pt x="110" y="162"/>
                  </a:cubicBezTo>
                  <a:cubicBezTo>
                    <a:pt x="111" y="152"/>
                    <a:pt x="115" y="142"/>
                    <a:pt x="123" y="134"/>
                  </a:cubicBezTo>
                  <a:cubicBezTo>
                    <a:pt x="104" y="129"/>
                    <a:pt x="104" y="129"/>
                    <a:pt x="104" y="129"/>
                  </a:cubicBezTo>
                  <a:cubicBezTo>
                    <a:pt x="102" y="129"/>
                    <a:pt x="101" y="127"/>
                    <a:pt x="102" y="124"/>
                  </a:cubicBezTo>
                  <a:cubicBezTo>
                    <a:pt x="130" y="22"/>
                    <a:pt x="130" y="22"/>
                    <a:pt x="130" y="22"/>
                  </a:cubicBezTo>
                  <a:cubicBezTo>
                    <a:pt x="131" y="20"/>
                    <a:pt x="133" y="18"/>
                    <a:pt x="135" y="19"/>
                  </a:cubicBezTo>
                  <a:cubicBezTo>
                    <a:pt x="149" y="23"/>
                    <a:pt x="149" y="23"/>
                    <a:pt x="149" y="23"/>
                  </a:cubicBezTo>
                  <a:cubicBezTo>
                    <a:pt x="149" y="22"/>
                    <a:pt x="150" y="21"/>
                    <a:pt x="151" y="19"/>
                  </a:cubicBezTo>
                  <a:cubicBezTo>
                    <a:pt x="153" y="16"/>
                    <a:pt x="156" y="12"/>
                    <a:pt x="159" y="8"/>
                  </a:cubicBezTo>
                  <a:cubicBezTo>
                    <a:pt x="137" y="2"/>
                    <a:pt x="137" y="2"/>
                    <a:pt x="137" y="2"/>
                  </a:cubicBezTo>
                  <a:cubicBezTo>
                    <a:pt x="130" y="0"/>
                    <a:pt x="124" y="4"/>
                    <a:pt x="122" y="11"/>
                  </a:cubicBezTo>
                  <a:cubicBezTo>
                    <a:pt x="110" y="55"/>
                    <a:pt x="110" y="55"/>
                    <a:pt x="110" y="55"/>
                  </a:cubicBezTo>
                  <a:cubicBezTo>
                    <a:pt x="109" y="55"/>
                    <a:pt x="109" y="56"/>
                    <a:pt x="108" y="56"/>
                  </a:cubicBezTo>
                  <a:cubicBezTo>
                    <a:pt x="8" y="193"/>
                    <a:pt x="8" y="193"/>
                    <a:pt x="8" y="193"/>
                  </a:cubicBezTo>
                  <a:cubicBezTo>
                    <a:pt x="1" y="204"/>
                    <a:pt x="0" y="219"/>
                    <a:pt x="8" y="230"/>
                  </a:cubicBezTo>
                  <a:cubicBezTo>
                    <a:pt x="13" y="239"/>
                    <a:pt x="24" y="244"/>
                    <a:pt x="34" y="244"/>
                  </a:cubicBezTo>
                  <a:cubicBezTo>
                    <a:pt x="37" y="244"/>
                    <a:pt x="39" y="244"/>
                    <a:pt x="41" y="2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37"/>
            <p:cNvSpPr>
              <a:spLocks/>
            </p:cNvSpPr>
            <p:nvPr/>
          </p:nvSpPr>
          <p:spPr bwMode="auto">
            <a:xfrm>
              <a:off x="4416425" y="2266950"/>
              <a:ext cx="454025" cy="817562"/>
            </a:xfrm>
            <a:custGeom>
              <a:avLst/>
              <a:gdLst>
                <a:gd name="T0" fmla="*/ 129 w 347"/>
                <a:gd name="T1" fmla="*/ 78 h 625"/>
                <a:gd name="T2" fmla="*/ 107 w 347"/>
                <a:gd name="T3" fmla="*/ 81 h 625"/>
                <a:gd name="T4" fmla="*/ 7 w 347"/>
                <a:gd name="T5" fmla="*/ 35 h 625"/>
                <a:gd name="T6" fmla="*/ 34 w 347"/>
                <a:gd name="T7" fmla="*/ 158 h 625"/>
                <a:gd name="T8" fmla="*/ 2 w 347"/>
                <a:gd name="T9" fmla="*/ 570 h 625"/>
                <a:gd name="T10" fmla="*/ 48 w 347"/>
                <a:gd name="T11" fmla="*/ 623 h 625"/>
                <a:gd name="T12" fmla="*/ 101 w 347"/>
                <a:gd name="T13" fmla="*/ 577 h 625"/>
                <a:gd name="T14" fmla="*/ 127 w 347"/>
                <a:gd name="T15" fmla="*/ 234 h 625"/>
                <a:gd name="T16" fmla="*/ 168 w 347"/>
                <a:gd name="T17" fmla="*/ 226 h 625"/>
                <a:gd name="T18" fmla="*/ 244 w 347"/>
                <a:gd name="T19" fmla="*/ 579 h 625"/>
                <a:gd name="T20" fmla="*/ 303 w 347"/>
                <a:gd name="T21" fmla="*/ 617 h 625"/>
                <a:gd name="T22" fmla="*/ 341 w 347"/>
                <a:gd name="T23" fmla="*/ 558 h 625"/>
                <a:gd name="T24" fmla="*/ 253 w 347"/>
                <a:gd name="T25" fmla="*/ 149 h 625"/>
                <a:gd name="T26" fmla="*/ 221 w 347"/>
                <a:gd name="T27" fmla="*/ 0 h 625"/>
                <a:gd name="T28" fmla="*/ 129 w 347"/>
                <a:gd name="T29" fmla="*/ 78 h 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7" h="625">
                  <a:moveTo>
                    <a:pt x="129" y="78"/>
                  </a:moveTo>
                  <a:cubicBezTo>
                    <a:pt x="122" y="80"/>
                    <a:pt x="114" y="81"/>
                    <a:pt x="107" y="81"/>
                  </a:cubicBezTo>
                  <a:cubicBezTo>
                    <a:pt x="75" y="81"/>
                    <a:pt x="41" y="65"/>
                    <a:pt x="7" y="35"/>
                  </a:cubicBezTo>
                  <a:cubicBezTo>
                    <a:pt x="34" y="158"/>
                    <a:pt x="34" y="158"/>
                    <a:pt x="34" y="158"/>
                  </a:cubicBezTo>
                  <a:cubicBezTo>
                    <a:pt x="2" y="570"/>
                    <a:pt x="2" y="570"/>
                    <a:pt x="2" y="570"/>
                  </a:cubicBezTo>
                  <a:cubicBezTo>
                    <a:pt x="0" y="597"/>
                    <a:pt x="20" y="621"/>
                    <a:pt x="48" y="623"/>
                  </a:cubicBezTo>
                  <a:cubicBezTo>
                    <a:pt x="75" y="625"/>
                    <a:pt x="99" y="604"/>
                    <a:pt x="101" y="577"/>
                  </a:cubicBezTo>
                  <a:cubicBezTo>
                    <a:pt x="127" y="234"/>
                    <a:pt x="127" y="234"/>
                    <a:pt x="127" y="234"/>
                  </a:cubicBezTo>
                  <a:cubicBezTo>
                    <a:pt x="168" y="226"/>
                    <a:pt x="168" y="226"/>
                    <a:pt x="168" y="226"/>
                  </a:cubicBezTo>
                  <a:cubicBezTo>
                    <a:pt x="244" y="579"/>
                    <a:pt x="244" y="579"/>
                    <a:pt x="244" y="579"/>
                  </a:cubicBezTo>
                  <a:cubicBezTo>
                    <a:pt x="250" y="605"/>
                    <a:pt x="276" y="622"/>
                    <a:pt x="303" y="617"/>
                  </a:cubicBezTo>
                  <a:cubicBezTo>
                    <a:pt x="330" y="611"/>
                    <a:pt x="347" y="584"/>
                    <a:pt x="341" y="558"/>
                  </a:cubicBezTo>
                  <a:cubicBezTo>
                    <a:pt x="253" y="149"/>
                    <a:pt x="253" y="149"/>
                    <a:pt x="253" y="149"/>
                  </a:cubicBezTo>
                  <a:cubicBezTo>
                    <a:pt x="221" y="0"/>
                    <a:pt x="221" y="0"/>
                    <a:pt x="221" y="0"/>
                  </a:cubicBezTo>
                  <a:cubicBezTo>
                    <a:pt x="202" y="35"/>
                    <a:pt x="172" y="70"/>
                    <a:pt x="129"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38"/>
            <p:cNvSpPr>
              <a:spLocks/>
            </p:cNvSpPr>
            <p:nvPr/>
          </p:nvSpPr>
          <p:spPr bwMode="auto">
            <a:xfrm>
              <a:off x="4605338" y="1811338"/>
              <a:ext cx="107950" cy="85725"/>
            </a:xfrm>
            <a:custGeom>
              <a:avLst/>
              <a:gdLst>
                <a:gd name="T0" fmla="*/ 70 w 83"/>
                <a:gd name="T1" fmla="*/ 27 h 65"/>
                <a:gd name="T2" fmla="*/ 0 w 83"/>
                <a:gd name="T3" fmla="*/ 65 h 65"/>
                <a:gd name="T4" fmla="*/ 70 w 83"/>
                <a:gd name="T5" fmla="*/ 27 h 65"/>
              </a:gdLst>
              <a:ahLst/>
              <a:cxnLst>
                <a:cxn ang="0">
                  <a:pos x="T0" y="T1"/>
                </a:cxn>
                <a:cxn ang="0">
                  <a:pos x="T2" y="T3"/>
                </a:cxn>
                <a:cxn ang="0">
                  <a:pos x="T4" y="T5"/>
                </a:cxn>
              </a:cxnLst>
              <a:rect l="0" t="0" r="r" b="b"/>
              <a:pathLst>
                <a:path w="83" h="65">
                  <a:moveTo>
                    <a:pt x="70" y="27"/>
                  </a:moveTo>
                  <a:cubicBezTo>
                    <a:pt x="56" y="0"/>
                    <a:pt x="5" y="30"/>
                    <a:pt x="0" y="65"/>
                  </a:cubicBezTo>
                  <a:cubicBezTo>
                    <a:pt x="46" y="44"/>
                    <a:pt x="83" y="54"/>
                    <a:pt x="70"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39"/>
            <p:cNvSpPr>
              <a:spLocks/>
            </p:cNvSpPr>
            <p:nvPr/>
          </p:nvSpPr>
          <p:spPr bwMode="auto">
            <a:xfrm>
              <a:off x="4527550" y="1811338"/>
              <a:ext cx="74613" cy="88900"/>
            </a:xfrm>
            <a:custGeom>
              <a:avLst/>
              <a:gdLst>
                <a:gd name="T0" fmla="*/ 34 w 57"/>
                <a:gd name="T1" fmla="*/ 7 h 68"/>
                <a:gd name="T2" fmla="*/ 18 w 57"/>
                <a:gd name="T3" fmla="*/ 68 h 68"/>
                <a:gd name="T4" fmla="*/ 34 w 57"/>
                <a:gd name="T5" fmla="*/ 7 h 68"/>
              </a:gdLst>
              <a:ahLst/>
              <a:cxnLst>
                <a:cxn ang="0">
                  <a:pos x="T0" y="T1"/>
                </a:cxn>
                <a:cxn ang="0">
                  <a:pos x="T2" y="T3"/>
                </a:cxn>
                <a:cxn ang="0">
                  <a:pos x="T4" y="T5"/>
                </a:cxn>
              </a:cxnLst>
              <a:rect l="0" t="0" r="r" b="b"/>
              <a:pathLst>
                <a:path w="57" h="68">
                  <a:moveTo>
                    <a:pt x="34" y="7"/>
                  </a:moveTo>
                  <a:cubicBezTo>
                    <a:pt x="11" y="0"/>
                    <a:pt x="0" y="46"/>
                    <a:pt x="18" y="68"/>
                  </a:cubicBezTo>
                  <a:cubicBezTo>
                    <a:pt x="31" y="30"/>
                    <a:pt x="57" y="13"/>
                    <a:pt x="3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40"/>
            <p:cNvSpPr>
              <a:spLocks/>
            </p:cNvSpPr>
            <p:nvPr/>
          </p:nvSpPr>
          <p:spPr bwMode="auto">
            <a:xfrm>
              <a:off x="4619625" y="1914525"/>
              <a:ext cx="74613" cy="52387"/>
            </a:xfrm>
            <a:custGeom>
              <a:avLst/>
              <a:gdLst>
                <a:gd name="T0" fmla="*/ 0 w 58"/>
                <a:gd name="T1" fmla="*/ 38 h 40"/>
                <a:gd name="T2" fmla="*/ 52 w 58"/>
                <a:gd name="T3" fmla="*/ 21 h 40"/>
                <a:gd name="T4" fmla="*/ 0 w 58"/>
                <a:gd name="T5" fmla="*/ 38 h 40"/>
              </a:gdLst>
              <a:ahLst/>
              <a:cxnLst>
                <a:cxn ang="0">
                  <a:pos x="T0" y="T1"/>
                </a:cxn>
                <a:cxn ang="0">
                  <a:pos x="T2" y="T3"/>
                </a:cxn>
                <a:cxn ang="0">
                  <a:pos x="T4" y="T5"/>
                </a:cxn>
              </a:cxnLst>
              <a:rect l="0" t="0" r="r" b="b"/>
              <a:pathLst>
                <a:path w="58" h="40">
                  <a:moveTo>
                    <a:pt x="0" y="38"/>
                  </a:moveTo>
                  <a:cubicBezTo>
                    <a:pt x="33" y="29"/>
                    <a:pt x="58" y="40"/>
                    <a:pt x="52" y="21"/>
                  </a:cubicBezTo>
                  <a:cubicBezTo>
                    <a:pt x="46" y="0"/>
                    <a:pt x="7" y="14"/>
                    <a:pt x="0"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41"/>
            <p:cNvSpPr>
              <a:spLocks/>
            </p:cNvSpPr>
            <p:nvPr/>
          </p:nvSpPr>
          <p:spPr bwMode="auto">
            <a:xfrm>
              <a:off x="4332288" y="2101850"/>
              <a:ext cx="404813" cy="258762"/>
            </a:xfrm>
            <a:custGeom>
              <a:avLst/>
              <a:gdLst>
                <a:gd name="T0" fmla="*/ 140 w 309"/>
                <a:gd name="T1" fmla="*/ 63 h 197"/>
                <a:gd name="T2" fmla="*/ 119 w 309"/>
                <a:gd name="T3" fmla="*/ 66 h 197"/>
                <a:gd name="T4" fmla="*/ 91 w 309"/>
                <a:gd name="T5" fmla="*/ 61 h 197"/>
                <a:gd name="T6" fmla="*/ 172 w 309"/>
                <a:gd name="T7" fmla="*/ 124 h 197"/>
                <a:gd name="T8" fmla="*/ 176 w 309"/>
                <a:gd name="T9" fmla="*/ 124 h 197"/>
                <a:gd name="T10" fmla="*/ 213 w 309"/>
                <a:gd name="T11" fmla="*/ 85 h 197"/>
                <a:gd name="T12" fmla="*/ 225 w 309"/>
                <a:gd name="T13" fmla="*/ 83 h 197"/>
                <a:gd name="T14" fmla="*/ 178 w 309"/>
                <a:gd name="T15" fmla="*/ 133 h 197"/>
                <a:gd name="T16" fmla="*/ 74 w 309"/>
                <a:gd name="T17" fmla="*/ 55 h 197"/>
                <a:gd name="T18" fmla="*/ 39 w 309"/>
                <a:gd name="T19" fmla="*/ 25 h 197"/>
                <a:gd name="T20" fmla="*/ 18 w 309"/>
                <a:gd name="T21" fmla="*/ 31 h 197"/>
                <a:gd name="T22" fmla="*/ 10 w 309"/>
                <a:gd name="T23" fmla="*/ 75 h 197"/>
                <a:gd name="T24" fmla="*/ 171 w 309"/>
                <a:gd name="T25" fmla="*/ 197 h 197"/>
                <a:gd name="T26" fmla="*/ 191 w 309"/>
                <a:gd name="T27" fmla="*/ 195 h 197"/>
                <a:gd name="T28" fmla="*/ 299 w 309"/>
                <a:gd name="T29" fmla="*/ 70 h 197"/>
                <a:gd name="T30" fmla="*/ 307 w 309"/>
                <a:gd name="T31" fmla="*/ 39 h 197"/>
                <a:gd name="T32" fmla="*/ 299 w 309"/>
                <a:gd name="T33" fmla="*/ 11 h 197"/>
                <a:gd name="T34" fmla="*/ 270 w 309"/>
                <a:gd name="T35" fmla="*/ 1 h 197"/>
                <a:gd name="T36" fmla="*/ 207 w 309"/>
                <a:gd name="T37" fmla="*/ 12 h 197"/>
                <a:gd name="T38" fmla="*/ 140 w 309"/>
                <a:gd name="T39" fmla="*/ 63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09" h="197">
                  <a:moveTo>
                    <a:pt x="140" y="63"/>
                  </a:moveTo>
                  <a:cubicBezTo>
                    <a:pt x="133" y="65"/>
                    <a:pt x="126" y="66"/>
                    <a:pt x="119" y="66"/>
                  </a:cubicBezTo>
                  <a:cubicBezTo>
                    <a:pt x="109" y="66"/>
                    <a:pt x="100" y="64"/>
                    <a:pt x="91" y="61"/>
                  </a:cubicBezTo>
                  <a:cubicBezTo>
                    <a:pt x="123" y="101"/>
                    <a:pt x="152" y="124"/>
                    <a:pt x="172" y="124"/>
                  </a:cubicBezTo>
                  <a:cubicBezTo>
                    <a:pt x="174" y="124"/>
                    <a:pt x="175" y="124"/>
                    <a:pt x="176" y="124"/>
                  </a:cubicBezTo>
                  <a:cubicBezTo>
                    <a:pt x="188" y="121"/>
                    <a:pt x="201" y="108"/>
                    <a:pt x="213" y="85"/>
                  </a:cubicBezTo>
                  <a:cubicBezTo>
                    <a:pt x="225" y="83"/>
                    <a:pt x="225" y="83"/>
                    <a:pt x="225" y="83"/>
                  </a:cubicBezTo>
                  <a:cubicBezTo>
                    <a:pt x="213" y="107"/>
                    <a:pt x="197" y="129"/>
                    <a:pt x="178" y="133"/>
                  </a:cubicBezTo>
                  <a:cubicBezTo>
                    <a:pt x="153" y="138"/>
                    <a:pt x="115" y="110"/>
                    <a:pt x="74" y="55"/>
                  </a:cubicBezTo>
                  <a:cubicBezTo>
                    <a:pt x="61" y="48"/>
                    <a:pt x="48" y="37"/>
                    <a:pt x="39" y="25"/>
                  </a:cubicBezTo>
                  <a:cubicBezTo>
                    <a:pt x="32" y="24"/>
                    <a:pt x="25" y="26"/>
                    <a:pt x="18" y="31"/>
                  </a:cubicBezTo>
                  <a:cubicBezTo>
                    <a:pt x="4" y="41"/>
                    <a:pt x="0" y="61"/>
                    <a:pt x="10" y="75"/>
                  </a:cubicBezTo>
                  <a:cubicBezTo>
                    <a:pt x="67" y="157"/>
                    <a:pt x="120" y="197"/>
                    <a:pt x="171" y="197"/>
                  </a:cubicBezTo>
                  <a:cubicBezTo>
                    <a:pt x="178" y="197"/>
                    <a:pt x="184" y="197"/>
                    <a:pt x="191" y="195"/>
                  </a:cubicBezTo>
                  <a:cubicBezTo>
                    <a:pt x="253" y="183"/>
                    <a:pt x="285" y="113"/>
                    <a:pt x="299" y="70"/>
                  </a:cubicBezTo>
                  <a:cubicBezTo>
                    <a:pt x="304" y="55"/>
                    <a:pt x="306" y="43"/>
                    <a:pt x="307" y="39"/>
                  </a:cubicBezTo>
                  <a:cubicBezTo>
                    <a:pt x="309" y="29"/>
                    <a:pt x="306" y="18"/>
                    <a:pt x="299" y="11"/>
                  </a:cubicBezTo>
                  <a:cubicBezTo>
                    <a:pt x="292" y="3"/>
                    <a:pt x="281" y="0"/>
                    <a:pt x="270" y="1"/>
                  </a:cubicBezTo>
                  <a:cubicBezTo>
                    <a:pt x="207" y="12"/>
                    <a:pt x="207" y="12"/>
                    <a:pt x="207" y="12"/>
                  </a:cubicBezTo>
                  <a:cubicBezTo>
                    <a:pt x="194" y="37"/>
                    <a:pt x="170" y="57"/>
                    <a:pt x="140"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42"/>
            <p:cNvSpPr>
              <a:spLocks noEditPoints="1"/>
            </p:cNvSpPr>
            <p:nvPr/>
          </p:nvSpPr>
          <p:spPr bwMode="auto">
            <a:xfrm>
              <a:off x="4826000" y="1843088"/>
              <a:ext cx="1258888" cy="696912"/>
            </a:xfrm>
            <a:custGeom>
              <a:avLst/>
              <a:gdLst>
                <a:gd name="T0" fmla="*/ 866 w 963"/>
                <a:gd name="T1" fmla="*/ 303 h 532"/>
                <a:gd name="T2" fmla="*/ 644 w 963"/>
                <a:gd name="T3" fmla="*/ 50 h 532"/>
                <a:gd name="T4" fmla="*/ 428 w 963"/>
                <a:gd name="T5" fmla="*/ 298 h 532"/>
                <a:gd name="T6" fmla="*/ 243 w 963"/>
                <a:gd name="T7" fmla="*/ 509 h 532"/>
                <a:gd name="T8" fmla="*/ 223 w 963"/>
                <a:gd name="T9" fmla="*/ 437 h 532"/>
                <a:gd name="T10" fmla="*/ 250 w 963"/>
                <a:gd name="T11" fmla="*/ 360 h 532"/>
                <a:gd name="T12" fmla="*/ 225 w 963"/>
                <a:gd name="T13" fmla="*/ 284 h 532"/>
                <a:gd name="T14" fmla="*/ 252 w 963"/>
                <a:gd name="T15" fmla="*/ 207 h 532"/>
                <a:gd name="T16" fmla="*/ 273 w 963"/>
                <a:gd name="T17" fmla="*/ 220 h 532"/>
                <a:gd name="T18" fmla="*/ 319 w 963"/>
                <a:gd name="T19" fmla="*/ 201 h 532"/>
                <a:gd name="T20" fmla="*/ 210 w 963"/>
                <a:gd name="T21" fmla="*/ 75 h 532"/>
                <a:gd name="T22" fmla="*/ 214 w 963"/>
                <a:gd name="T23" fmla="*/ 41 h 532"/>
                <a:gd name="T24" fmla="*/ 217 w 963"/>
                <a:gd name="T25" fmla="*/ 33 h 532"/>
                <a:gd name="T26" fmla="*/ 148 w 963"/>
                <a:gd name="T27" fmla="*/ 50 h 532"/>
                <a:gd name="T28" fmla="*/ 101 w 963"/>
                <a:gd name="T29" fmla="*/ 141 h 532"/>
                <a:gd name="T30" fmla="*/ 146 w 963"/>
                <a:gd name="T31" fmla="*/ 312 h 532"/>
                <a:gd name="T32" fmla="*/ 195 w 963"/>
                <a:gd name="T33" fmla="*/ 322 h 532"/>
                <a:gd name="T34" fmla="*/ 207 w 963"/>
                <a:gd name="T35" fmla="*/ 386 h 532"/>
                <a:gd name="T36" fmla="*/ 180 w 963"/>
                <a:gd name="T37" fmla="*/ 463 h 532"/>
                <a:gd name="T38" fmla="*/ 186 w 963"/>
                <a:gd name="T39" fmla="*/ 512 h 532"/>
                <a:gd name="T40" fmla="*/ 963 w 963"/>
                <a:gd name="T41" fmla="*/ 532 h 532"/>
                <a:gd name="T42" fmla="*/ 644 w 963"/>
                <a:gd name="T43" fmla="*/ 132 h 532"/>
                <a:gd name="T44" fmla="*/ 644 w 963"/>
                <a:gd name="T45" fmla="*/ 512 h 532"/>
                <a:gd name="T46" fmla="*/ 534 w 963"/>
                <a:gd name="T47" fmla="*/ 512 h 532"/>
                <a:gd name="T48" fmla="*/ 234 w 963"/>
                <a:gd name="T49" fmla="*/ 258 h 532"/>
                <a:gd name="T50" fmla="*/ 218 w 963"/>
                <a:gd name="T51" fmla="*/ 241 h 532"/>
                <a:gd name="T52" fmla="*/ 209 w 963"/>
                <a:gd name="T53" fmla="*/ 233 h 532"/>
                <a:gd name="T54" fmla="*/ 199 w 963"/>
                <a:gd name="T55" fmla="*/ 275 h 532"/>
                <a:gd name="T56" fmla="*/ 199 w 963"/>
                <a:gd name="T57" fmla="*/ 275 h 532"/>
                <a:gd name="T58" fmla="*/ 203 w 963"/>
                <a:gd name="T59" fmla="*/ 210 h 532"/>
                <a:gd name="T60" fmla="*/ 218 w 963"/>
                <a:gd name="T61" fmla="*/ 190 h 532"/>
                <a:gd name="T62" fmla="*/ 247 w 963"/>
                <a:gd name="T63" fmla="*/ 158 h 532"/>
                <a:gd name="T64" fmla="*/ 162 w 963"/>
                <a:gd name="T65" fmla="*/ 140 h 532"/>
                <a:gd name="T66" fmla="*/ 218 w 963"/>
                <a:gd name="T67" fmla="*/ 173 h 532"/>
                <a:gd name="T68" fmla="*/ 210 w 963"/>
                <a:gd name="T69" fmla="*/ 182 h 532"/>
                <a:gd name="T70" fmla="*/ 199 w 963"/>
                <a:gd name="T71" fmla="*/ 310 h 532"/>
                <a:gd name="T72" fmla="*/ 216 w 963"/>
                <a:gd name="T73" fmla="*/ 327 h 532"/>
                <a:gd name="T74" fmla="*/ 216 w 963"/>
                <a:gd name="T75" fmla="*/ 344 h 532"/>
                <a:gd name="T76" fmla="*/ 199 w 963"/>
                <a:gd name="T77" fmla="*/ 361 h 532"/>
                <a:gd name="T78" fmla="*/ 232 w 963"/>
                <a:gd name="T79" fmla="*/ 411 h 532"/>
                <a:gd name="T80" fmla="*/ 197 w 963"/>
                <a:gd name="T81" fmla="*/ 463 h 532"/>
                <a:gd name="T82" fmla="*/ 214 w 963"/>
                <a:gd name="T83" fmla="*/ 480 h 532"/>
                <a:gd name="T84" fmla="*/ 229 w 963"/>
                <a:gd name="T85" fmla="*/ 512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63" h="532">
                  <a:moveTo>
                    <a:pt x="963" y="512"/>
                  </a:moveTo>
                  <a:cubicBezTo>
                    <a:pt x="866" y="512"/>
                    <a:pt x="866" y="512"/>
                    <a:pt x="866" y="512"/>
                  </a:cubicBezTo>
                  <a:cubicBezTo>
                    <a:pt x="866" y="303"/>
                    <a:pt x="866" y="303"/>
                    <a:pt x="866" y="303"/>
                  </a:cubicBezTo>
                  <a:cubicBezTo>
                    <a:pt x="886" y="319"/>
                    <a:pt x="886" y="319"/>
                    <a:pt x="886" y="319"/>
                  </a:cubicBezTo>
                  <a:cubicBezTo>
                    <a:pt x="925" y="268"/>
                    <a:pt x="925" y="268"/>
                    <a:pt x="925" y="268"/>
                  </a:cubicBezTo>
                  <a:cubicBezTo>
                    <a:pt x="644" y="50"/>
                    <a:pt x="644" y="50"/>
                    <a:pt x="644" y="50"/>
                  </a:cubicBezTo>
                  <a:cubicBezTo>
                    <a:pt x="362" y="268"/>
                    <a:pt x="362" y="268"/>
                    <a:pt x="362" y="268"/>
                  </a:cubicBezTo>
                  <a:cubicBezTo>
                    <a:pt x="401" y="319"/>
                    <a:pt x="401" y="319"/>
                    <a:pt x="401" y="319"/>
                  </a:cubicBezTo>
                  <a:cubicBezTo>
                    <a:pt x="428" y="298"/>
                    <a:pt x="428" y="298"/>
                    <a:pt x="428" y="298"/>
                  </a:cubicBezTo>
                  <a:cubicBezTo>
                    <a:pt x="428" y="512"/>
                    <a:pt x="428" y="512"/>
                    <a:pt x="428" y="512"/>
                  </a:cubicBezTo>
                  <a:cubicBezTo>
                    <a:pt x="240" y="512"/>
                    <a:pt x="240" y="512"/>
                    <a:pt x="240" y="512"/>
                  </a:cubicBezTo>
                  <a:cubicBezTo>
                    <a:pt x="243" y="509"/>
                    <a:pt x="243" y="509"/>
                    <a:pt x="243" y="509"/>
                  </a:cubicBezTo>
                  <a:cubicBezTo>
                    <a:pt x="222" y="488"/>
                    <a:pt x="222" y="488"/>
                    <a:pt x="222" y="488"/>
                  </a:cubicBezTo>
                  <a:cubicBezTo>
                    <a:pt x="248" y="462"/>
                    <a:pt x="248" y="462"/>
                    <a:pt x="248" y="462"/>
                  </a:cubicBezTo>
                  <a:cubicBezTo>
                    <a:pt x="223" y="437"/>
                    <a:pt x="223" y="437"/>
                    <a:pt x="223" y="437"/>
                  </a:cubicBezTo>
                  <a:cubicBezTo>
                    <a:pt x="249" y="411"/>
                    <a:pt x="249" y="411"/>
                    <a:pt x="249" y="411"/>
                  </a:cubicBezTo>
                  <a:cubicBezTo>
                    <a:pt x="224" y="386"/>
                    <a:pt x="224" y="386"/>
                    <a:pt x="224" y="386"/>
                  </a:cubicBezTo>
                  <a:cubicBezTo>
                    <a:pt x="250" y="360"/>
                    <a:pt x="250" y="360"/>
                    <a:pt x="250" y="360"/>
                  </a:cubicBezTo>
                  <a:cubicBezTo>
                    <a:pt x="225" y="335"/>
                    <a:pt x="225" y="335"/>
                    <a:pt x="225" y="335"/>
                  </a:cubicBezTo>
                  <a:cubicBezTo>
                    <a:pt x="250" y="309"/>
                    <a:pt x="250" y="309"/>
                    <a:pt x="250" y="309"/>
                  </a:cubicBezTo>
                  <a:cubicBezTo>
                    <a:pt x="225" y="284"/>
                    <a:pt x="225" y="284"/>
                    <a:pt x="225" y="284"/>
                  </a:cubicBezTo>
                  <a:cubicBezTo>
                    <a:pt x="251" y="258"/>
                    <a:pt x="251" y="258"/>
                    <a:pt x="251" y="258"/>
                  </a:cubicBezTo>
                  <a:cubicBezTo>
                    <a:pt x="226" y="233"/>
                    <a:pt x="226" y="233"/>
                    <a:pt x="226" y="233"/>
                  </a:cubicBezTo>
                  <a:cubicBezTo>
                    <a:pt x="252" y="207"/>
                    <a:pt x="252" y="207"/>
                    <a:pt x="252" y="207"/>
                  </a:cubicBezTo>
                  <a:cubicBezTo>
                    <a:pt x="227" y="182"/>
                    <a:pt x="227" y="182"/>
                    <a:pt x="227" y="182"/>
                  </a:cubicBezTo>
                  <a:cubicBezTo>
                    <a:pt x="248" y="161"/>
                    <a:pt x="248" y="161"/>
                    <a:pt x="248" y="161"/>
                  </a:cubicBezTo>
                  <a:cubicBezTo>
                    <a:pt x="273" y="220"/>
                    <a:pt x="273" y="220"/>
                    <a:pt x="273" y="220"/>
                  </a:cubicBezTo>
                  <a:cubicBezTo>
                    <a:pt x="277" y="230"/>
                    <a:pt x="287" y="236"/>
                    <a:pt x="296" y="236"/>
                  </a:cubicBezTo>
                  <a:cubicBezTo>
                    <a:pt x="300" y="236"/>
                    <a:pt x="303" y="235"/>
                    <a:pt x="306" y="234"/>
                  </a:cubicBezTo>
                  <a:cubicBezTo>
                    <a:pt x="319" y="228"/>
                    <a:pt x="325" y="213"/>
                    <a:pt x="319" y="201"/>
                  </a:cubicBezTo>
                  <a:cubicBezTo>
                    <a:pt x="269" y="82"/>
                    <a:pt x="269" y="82"/>
                    <a:pt x="269" y="82"/>
                  </a:cubicBezTo>
                  <a:cubicBezTo>
                    <a:pt x="264" y="70"/>
                    <a:pt x="251" y="64"/>
                    <a:pt x="239" y="67"/>
                  </a:cubicBezTo>
                  <a:cubicBezTo>
                    <a:pt x="210" y="75"/>
                    <a:pt x="210" y="75"/>
                    <a:pt x="210" y="75"/>
                  </a:cubicBezTo>
                  <a:cubicBezTo>
                    <a:pt x="209" y="71"/>
                    <a:pt x="208" y="67"/>
                    <a:pt x="208" y="63"/>
                  </a:cubicBezTo>
                  <a:cubicBezTo>
                    <a:pt x="208" y="56"/>
                    <a:pt x="210" y="50"/>
                    <a:pt x="212" y="45"/>
                  </a:cubicBezTo>
                  <a:cubicBezTo>
                    <a:pt x="212" y="43"/>
                    <a:pt x="213" y="42"/>
                    <a:pt x="214" y="41"/>
                  </a:cubicBezTo>
                  <a:cubicBezTo>
                    <a:pt x="214" y="40"/>
                    <a:pt x="214" y="40"/>
                    <a:pt x="214" y="39"/>
                  </a:cubicBezTo>
                  <a:cubicBezTo>
                    <a:pt x="214" y="39"/>
                    <a:pt x="214" y="39"/>
                    <a:pt x="214" y="39"/>
                  </a:cubicBezTo>
                  <a:cubicBezTo>
                    <a:pt x="216" y="38"/>
                    <a:pt x="217" y="35"/>
                    <a:pt x="217" y="33"/>
                  </a:cubicBezTo>
                  <a:cubicBezTo>
                    <a:pt x="222" y="21"/>
                    <a:pt x="222" y="8"/>
                    <a:pt x="216" y="0"/>
                  </a:cubicBezTo>
                  <a:cubicBezTo>
                    <a:pt x="207" y="0"/>
                    <a:pt x="207" y="0"/>
                    <a:pt x="207" y="0"/>
                  </a:cubicBezTo>
                  <a:cubicBezTo>
                    <a:pt x="162" y="4"/>
                    <a:pt x="158" y="19"/>
                    <a:pt x="148" y="50"/>
                  </a:cubicBezTo>
                  <a:cubicBezTo>
                    <a:pt x="146" y="60"/>
                    <a:pt x="142" y="70"/>
                    <a:pt x="138" y="81"/>
                  </a:cubicBezTo>
                  <a:cubicBezTo>
                    <a:pt x="131" y="99"/>
                    <a:pt x="111" y="115"/>
                    <a:pt x="89" y="124"/>
                  </a:cubicBezTo>
                  <a:cubicBezTo>
                    <a:pt x="92" y="131"/>
                    <a:pt x="96" y="136"/>
                    <a:pt x="101" y="141"/>
                  </a:cubicBezTo>
                  <a:cubicBezTo>
                    <a:pt x="102" y="141"/>
                    <a:pt x="102" y="141"/>
                    <a:pt x="102" y="141"/>
                  </a:cubicBezTo>
                  <a:cubicBezTo>
                    <a:pt x="153" y="215"/>
                    <a:pt x="153" y="215"/>
                    <a:pt x="153" y="215"/>
                  </a:cubicBezTo>
                  <a:cubicBezTo>
                    <a:pt x="146" y="312"/>
                    <a:pt x="146" y="312"/>
                    <a:pt x="146" y="312"/>
                  </a:cubicBezTo>
                  <a:cubicBezTo>
                    <a:pt x="145" y="326"/>
                    <a:pt x="156" y="338"/>
                    <a:pt x="170" y="339"/>
                  </a:cubicBezTo>
                  <a:cubicBezTo>
                    <a:pt x="170" y="339"/>
                    <a:pt x="171" y="339"/>
                    <a:pt x="171" y="339"/>
                  </a:cubicBezTo>
                  <a:cubicBezTo>
                    <a:pt x="182" y="339"/>
                    <a:pt x="191" y="332"/>
                    <a:pt x="195" y="322"/>
                  </a:cubicBezTo>
                  <a:cubicBezTo>
                    <a:pt x="208" y="335"/>
                    <a:pt x="208" y="335"/>
                    <a:pt x="208" y="335"/>
                  </a:cubicBezTo>
                  <a:cubicBezTo>
                    <a:pt x="182" y="361"/>
                    <a:pt x="182" y="361"/>
                    <a:pt x="182" y="361"/>
                  </a:cubicBezTo>
                  <a:cubicBezTo>
                    <a:pt x="207" y="386"/>
                    <a:pt x="207" y="386"/>
                    <a:pt x="207" y="386"/>
                  </a:cubicBezTo>
                  <a:cubicBezTo>
                    <a:pt x="181" y="412"/>
                    <a:pt x="181" y="412"/>
                    <a:pt x="181" y="412"/>
                  </a:cubicBezTo>
                  <a:cubicBezTo>
                    <a:pt x="206" y="437"/>
                    <a:pt x="206" y="437"/>
                    <a:pt x="206" y="437"/>
                  </a:cubicBezTo>
                  <a:cubicBezTo>
                    <a:pt x="180" y="463"/>
                    <a:pt x="180" y="463"/>
                    <a:pt x="180" y="463"/>
                  </a:cubicBezTo>
                  <a:cubicBezTo>
                    <a:pt x="205" y="488"/>
                    <a:pt x="205" y="488"/>
                    <a:pt x="205" y="488"/>
                  </a:cubicBezTo>
                  <a:cubicBezTo>
                    <a:pt x="183" y="510"/>
                    <a:pt x="183" y="510"/>
                    <a:pt x="183" y="510"/>
                  </a:cubicBezTo>
                  <a:cubicBezTo>
                    <a:pt x="186" y="512"/>
                    <a:pt x="186" y="512"/>
                    <a:pt x="186" y="512"/>
                  </a:cubicBezTo>
                  <a:cubicBezTo>
                    <a:pt x="0" y="512"/>
                    <a:pt x="0" y="512"/>
                    <a:pt x="0" y="512"/>
                  </a:cubicBezTo>
                  <a:cubicBezTo>
                    <a:pt x="0" y="532"/>
                    <a:pt x="0" y="532"/>
                    <a:pt x="0" y="532"/>
                  </a:cubicBezTo>
                  <a:cubicBezTo>
                    <a:pt x="963" y="532"/>
                    <a:pt x="963" y="532"/>
                    <a:pt x="963" y="532"/>
                  </a:cubicBezTo>
                  <a:lnTo>
                    <a:pt x="963" y="512"/>
                  </a:lnTo>
                  <a:close/>
                  <a:moveTo>
                    <a:pt x="471" y="265"/>
                  </a:moveTo>
                  <a:cubicBezTo>
                    <a:pt x="644" y="132"/>
                    <a:pt x="644" y="132"/>
                    <a:pt x="644" y="132"/>
                  </a:cubicBezTo>
                  <a:cubicBezTo>
                    <a:pt x="822" y="270"/>
                    <a:pt x="822" y="270"/>
                    <a:pt x="822" y="270"/>
                  </a:cubicBezTo>
                  <a:cubicBezTo>
                    <a:pt x="822" y="512"/>
                    <a:pt x="822" y="512"/>
                    <a:pt x="822" y="512"/>
                  </a:cubicBezTo>
                  <a:cubicBezTo>
                    <a:pt x="644" y="512"/>
                    <a:pt x="644" y="512"/>
                    <a:pt x="644" y="512"/>
                  </a:cubicBezTo>
                  <a:cubicBezTo>
                    <a:pt x="644" y="345"/>
                    <a:pt x="644" y="345"/>
                    <a:pt x="644" y="345"/>
                  </a:cubicBezTo>
                  <a:cubicBezTo>
                    <a:pt x="534" y="345"/>
                    <a:pt x="534" y="345"/>
                    <a:pt x="534" y="345"/>
                  </a:cubicBezTo>
                  <a:cubicBezTo>
                    <a:pt x="534" y="512"/>
                    <a:pt x="534" y="512"/>
                    <a:pt x="534" y="512"/>
                  </a:cubicBezTo>
                  <a:cubicBezTo>
                    <a:pt x="471" y="512"/>
                    <a:pt x="471" y="512"/>
                    <a:pt x="471" y="512"/>
                  </a:cubicBezTo>
                  <a:lnTo>
                    <a:pt x="471" y="265"/>
                  </a:lnTo>
                  <a:close/>
                  <a:moveTo>
                    <a:pt x="234" y="258"/>
                  </a:moveTo>
                  <a:cubicBezTo>
                    <a:pt x="217" y="276"/>
                    <a:pt x="217" y="276"/>
                    <a:pt x="217" y="276"/>
                  </a:cubicBezTo>
                  <a:cubicBezTo>
                    <a:pt x="200" y="259"/>
                    <a:pt x="200" y="259"/>
                    <a:pt x="200" y="259"/>
                  </a:cubicBezTo>
                  <a:cubicBezTo>
                    <a:pt x="218" y="241"/>
                    <a:pt x="218" y="241"/>
                    <a:pt x="218" y="241"/>
                  </a:cubicBezTo>
                  <a:lnTo>
                    <a:pt x="234" y="258"/>
                  </a:lnTo>
                  <a:close/>
                  <a:moveTo>
                    <a:pt x="202" y="226"/>
                  </a:moveTo>
                  <a:cubicBezTo>
                    <a:pt x="209" y="233"/>
                    <a:pt x="209" y="233"/>
                    <a:pt x="209" y="233"/>
                  </a:cubicBezTo>
                  <a:cubicBezTo>
                    <a:pt x="201" y="241"/>
                    <a:pt x="201" y="241"/>
                    <a:pt x="201" y="241"/>
                  </a:cubicBezTo>
                  <a:lnTo>
                    <a:pt x="202" y="226"/>
                  </a:lnTo>
                  <a:close/>
                  <a:moveTo>
                    <a:pt x="199" y="275"/>
                  </a:moveTo>
                  <a:cubicBezTo>
                    <a:pt x="208" y="284"/>
                    <a:pt x="208" y="284"/>
                    <a:pt x="208" y="284"/>
                  </a:cubicBezTo>
                  <a:cubicBezTo>
                    <a:pt x="198" y="295"/>
                    <a:pt x="198" y="295"/>
                    <a:pt x="198" y="295"/>
                  </a:cubicBezTo>
                  <a:lnTo>
                    <a:pt x="199" y="275"/>
                  </a:lnTo>
                  <a:close/>
                  <a:moveTo>
                    <a:pt x="235" y="207"/>
                  </a:moveTo>
                  <a:cubicBezTo>
                    <a:pt x="218" y="224"/>
                    <a:pt x="218" y="224"/>
                    <a:pt x="218" y="224"/>
                  </a:cubicBezTo>
                  <a:cubicBezTo>
                    <a:pt x="203" y="210"/>
                    <a:pt x="203" y="210"/>
                    <a:pt x="203" y="210"/>
                  </a:cubicBezTo>
                  <a:cubicBezTo>
                    <a:pt x="203" y="209"/>
                    <a:pt x="203" y="209"/>
                    <a:pt x="203" y="209"/>
                  </a:cubicBezTo>
                  <a:cubicBezTo>
                    <a:pt x="203" y="208"/>
                    <a:pt x="203" y="207"/>
                    <a:pt x="203" y="205"/>
                  </a:cubicBezTo>
                  <a:cubicBezTo>
                    <a:pt x="218" y="190"/>
                    <a:pt x="218" y="190"/>
                    <a:pt x="218" y="190"/>
                  </a:cubicBezTo>
                  <a:lnTo>
                    <a:pt x="235" y="207"/>
                  </a:lnTo>
                  <a:close/>
                  <a:moveTo>
                    <a:pt x="245" y="155"/>
                  </a:moveTo>
                  <a:cubicBezTo>
                    <a:pt x="247" y="158"/>
                    <a:pt x="247" y="158"/>
                    <a:pt x="247" y="158"/>
                  </a:cubicBezTo>
                  <a:cubicBezTo>
                    <a:pt x="242" y="153"/>
                    <a:pt x="242" y="153"/>
                    <a:pt x="242" y="153"/>
                  </a:cubicBezTo>
                  <a:cubicBezTo>
                    <a:pt x="243" y="154"/>
                    <a:pt x="244" y="155"/>
                    <a:pt x="245" y="155"/>
                  </a:cubicBezTo>
                  <a:close/>
                  <a:moveTo>
                    <a:pt x="162" y="140"/>
                  </a:moveTo>
                  <a:cubicBezTo>
                    <a:pt x="207" y="128"/>
                    <a:pt x="207" y="128"/>
                    <a:pt x="207" y="128"/>
                  </a:cubicBezTo>
                  <a:cubicBezTo>
                    <a:pt x="216" y="136"/>
                    <a:pt x="226" y="144"/>
                    <a:pt x="240" y="152"/>
                  </a:cubicBezTo>
                  <a:cubicBezTo>
                    <a:pt x="218" y="173"/>
                    <a:pt x="218" y="173"/>
                    <a:pt x="218" y="173"/>
                  </a:cubicBezTo>
                  <a:cubicBezTo>
                    <a:pt x="198" y="152"/>
                    <a:pt x="198" y="152"/>
                    <a:pt x="198" y="152"/>
                  </a:cubicBezTo>
                  <a:cubicBezTo>
                    <a:pt x="189" y="161"/>
                    <a:pt x="189" y="161"/>
                    <a:pt x="189" y="161"/>
                  </a:cubicBezTo>
                  <a:cubicBezTo>
                    <a:pt x="210" y="182"/>
                    <a:pt x="210" y="182"/>
                    <a:pt x="210" y="182"/>
                  </a:cubicBezTo>
                  <a:cubicBezTo>
                    <a:pt x="199" y="193"/>
                    <a:pt x="199" y="193"/>
                    <a:pt x="199" y="193"/>
                  </a:cubicBezTo>
                  <a:lnTo>
                    <a:pt x="162" y="140"/>
                  </a:lnTo>
                  <a:close/>
                  <a:moveTo>
                    <a:pt x="199" y="310"/>
                  </a:moveTo>
                  <a:cubicBezTo>
                    <a:pt x="217" y="292"/>
                    <a:pt x="217" y="292"/>
                    <a:pt x="217" y="292"/>
                  </a:cubicBezTo>
                  <a:cubicBezTo>
                    <a:pt x="234" y="309"/>
                    <a:pt x="234" y="309"/>
                    <a:pt x="234" y="309"/>
                  </a:cubicBezTo>
                  <a:cubicBezTo>
                    <a:pt x="216" y="327"/>
                    <a:pt x="216" y="327"/>
                    <a:pt x="216" y="327"/>
                  </a:cubicBezTo>
                  <a:lnTo>
                    <a:pt x="199" y="310"/>
                  </a:lnTo>
                  <a:close/>
                  <a:moveTo>
                    <a:pt x="199" y="361"/>
                  </a:moveTo>
                  <a:cubicBezTo>
                    <a:pt x="216" y="344"/>
                    <a:pt x="216" y="344"/>
                    <a:pt x="216" y="344"/>
                  </a:cubicBezTo>
                  <a:cubicBezTo>
                    <a:pt x="233" y="360"/>
                    <a:pt x="233" y="360"/>
                    <a:pt x="233" y="360"/>
                  </a:cubicBezTo>
                  <a:cubicBezTo>
                    <a:pt x="215" y="378"/>
                    <a:pt x="215" y="378"/>
                    <a:pt x="215" y="378"/>
                  </a:cubicBezTo>
                  <a:lnTo>
                    <a:pt x="199" y="361"/>
                  </a:lnTo>
                  <a:close/>
                  <a:moveTo>
                    <a:pt x="198" y="412"/>
                  </a:moveTo>
                  <a:cubicBezTo>
                    <a:pt x="215" y="395"/>
                    <a:pt x="215" y="395"/>
                    <a:pt x="215" y="395"/>
                  </a:cubicBezTo>
                  <a:cubicBezTo>
                    <a:pt x="232" y="411"/>
                    <a:pt x="232" y="411"/>
                    <a:pt x="232" y="411"/>
                  </a:cubicBezTo>
                  <a:cubicBezTo>
                    <a:pt x="214" y="429"/>
                    <a:pt x="214" y="429"/>
                    <a:pt x="214" y="429"/>
                  </a:cubicBezTo>
                  <a:lnTo>
                    <a:pt x="198" y="412"/>
                  </a:lnTo>
                  <a:close/>
                  <a:moveTo>
                    <a:pt x="197" y="463"/>
                  </a:moveTo>
                  <a:cubicBezTo>
                    <a:pt x="214" y="446"/>
                    <a:pt x="214" y="446"/>
                    <a:pt x="214" y="446"/>
                  </a:cubicBezTo>
                  <a:cubicBezTo>
                    <a:pt x="231" y="462"/>
                    <a:pt x="231" y="462"/>
                    <a:pt x="231" y="462"/>
                  </a:cubicBezTo>
                  <a:cubicBezTo>
                    <a:pt x="214" y="480"/>
                    <a:pt x="214" y="480"/>
                    <a:pt x="214" y="480"/>
                  </a:cubicBezTo>
                  <a:lnTo>
                    <a:pt x="197" y="463"/>
                  </a:lnTo>
                  <a:close/>
                  <a:moveTo>
                    <a:pt x="214" y="497"/>
                  </a:moveTo>
                  <a:cubicBezTo>
                    <a:pt x="229" y="512"/>
                    <a:pt x="229" y="512"/>
                    <a:pt x="229" y="512"/>
                  </a:cubicBezTo>
                  <a:cubicBezTo>
                    <a:pt x="198" y="512"/>
                    <a:pt x="198" y="512"/>
                    <a:pt x="198" y="512"/>
                  </a:cubicBezTo>
                  <a:lnTo>
                    <a:pt x="214" y="49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Rectangle 43"/>
            <p:cNvSpPr>
              <a:spLocks noChangeArrowheads="1"/>
            </p:cNvSpPr>
            <p:nvPr/>
          </p:nvSpPr>
          <p:spPr bwMode="auto">
            <a:xfrm>
              <a:off x="5729288" y="2293938"/>
              <a:ext cx="103188" cy="1047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44"/>
            <p:cNvSpPr>
              <a:spLocks/>
            </p:cNvSpPr>
            <p:nvPr/>
          </p:nvSpPr>
          <p:spPr bwMode="auto">
            <a:xfrm>
              <a:off x="4791075" y="1725613"/>
              <a:ext cx="304800" cy="330200"/>
            </a:xfrm>
            <a:custGeom>
              <a:avLst/>
              <a:gdLst>
                <a:gd name="T0" fmla="*/ 157 w 233"/>
                <a:gd name="T1" fmla="*/ 168 h 252"/>
                <a:gd name="T2" fmla="*/ 233 w 233"/>
                <a:gd name="T3" fmla="*/ 81 h 252"/>
                <a:gd name="T4" fmla="*/ 55 w 233"/>
                <a:gd name="T5" fmla="*/ 126 h 252"/>
                <a:gd name="T6" fmla="*/ 157 w 233"/>
                <a:gd name="T7" fmla="*/ 168 h 252"/>
              </a:gdLst>
              <a:ahLst/>
              <a:cxnLst>
                <a:cxn ang="0">
                  <a:pos x="T0" y="T1"/>
                </a:cxn>
                <a:cxn ang="0">
                  <a:pos x="T2" y="T3"/>
                </a:cxn>
                <a:cxn ang="0">
                  <a:pos x="T4" y="T5"/>
                </a:cxn>
                <a:cxn ang="0">
                  <a:pos x="T6" y="T7"/>
                </a:cxn>
              </a:cxnLst>
              <a:rect l="0" t="0" r="r" b="b"/>
              <a:pathLst>
                <a:path w="233" h="252">
                  <a:moveTo>
                    <a:pt x="157" y="168"/>
                  </a:moveTo>
                  <a:cubicBezTo>
                    <a:pt x="176" y="119"/>
                    <a:pt x="168" y="87"/>
                    <a:pt x="233" y="81"/>
                  </a:cubicBezTo>
                  <a:cubicBezTo>
                    <a:pt x="233" y="81"/>
                    <a:pt x="110" y="0"/>
                    <a:pt x="55" y="126"/>
                  </a:cubicBezTo>
                  <a:cubicBezTo>
                    <a:pt x="0" y="252"/>
                    <a:pt x="137" y="217"/>
                    <a:pt x="157" y="1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45"/>
            <p:cNvSpPr>
              <a:spLocks/>
            </p:cNvSpPr>
            <p:nvPr/>
          </p:nvSpPr>
          <p:spPr bwMode="auto">
            <a:xfrm>
              <a:off x="5099050" y="1725613"/>
              <a:ext cx="169863" cy="134937"/>
            </a:xfrm>
            <a:custGeom>
              <a:avLst/>
              <a:gdLst>
                <a:gd name="T0" fmla="*/ 28 w 130"/>
                <a:gd name="T1" fmla="*/ 92 h 103"/>
                <a:gd name="T2" fmla="*/ 86 w 130"/>
                <a:gd name="T3" fmla="*/ 78 h 103"/>
                <a:gd name="T4" fmla="*/ 75 w 130"/>
                <a:gd name="T5" fmla="*/ 71 h 103"/>
                <a:gd name="T6" fmla="*/ 49 w 130"/>
                <a:gd name="T7" fmla="*/ 34 h 103"/>
                <a:gd name="T8" fmla="*/ 81 w 130"/>
                <a:gd name="T9" fmla="*/ 65 h 103"/>
                <a:gd name="T10" fmla="*/ 118 w 130"/>
                <a:gd name="T11" fmla="*/ 76 h 103"/>
                <a:gd name="T12" fmla="*/ 126 w 130"/>
                <a:gd name="T13" fmla="*/ 72 h 103"/>
                <a:gd name="T14" fmla="*/ 94 w 130"/>
                <a:gd name="T15" fmla="*/ 39 h 103"/>
                <a:gd name="T16" fmla="*/ 92 w 130"/>
                <a:gd name="T17" fmla="*/ 38 h 103"/>
                <a:gd name="T18" fmla="*/ 70 w 130"/>
                <a:gd name="T19" fmla="*/ 12 h 103"/>
                <a:gd name="T20" fmla="*/ 9 w 130"/>
                <a:gd name="T21" fmla="*/ 31 h 103"/>
                <a:gd name="T22" fmla="*/ 18 w 130"/>
                <a:gd name="T23" fmla="*/ 84 h 103"/>
                <a:gd name="T24" fmla="*/ 23 w 130"/>
                <a:gd name="T25" fmla="*/ 88 h 103"/>
                <a:gd name="T26" fmla="*/ 28 w 130"/>
                <a:gd name="T27" fmla="*/ 92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0" h="103">
                  <a:moveTo>
                    <a:pt x="28" y="92"/>
                  </a:moveTo>
                  <a:cubicBezTo>
                    <a:pt x="49" y="103"/>
                    <a:pt x="73" y="96"/>
                    <a:pt x="86" y="78"/>
                  </a:cubicBezTo>
                  <a:cubicBezTo>
                    <a:pt x="83" y="76"/>
                    <a:pt x="79" y="74"/>
                    <a:pt x="75" y="71"/>
                  </a:cubicBezTo>
                  <a:cubicBezTo>
                    <a:pt x="57" y="57"/>
                    <a:pt x="45" y="41"/>
                    <a:pt x="49" y="34"/>
                  </a:cubicBezTo>
                  <a:cubicBezTo>
                    <a:pt x="49" y="42"/>
                    <a:pt x="62" y="55"/>
                    <a:pt x="81" y="65"/>
                  </a:cubicBezTo>
                  <a:cubicBezTo>
                    <a:pt x="96" y="72"/>
                    <a:pt x="110" y="76"/>
                    <a:pt x="118" y="76"/>
                  </a:cubicBezTo>
                  <a:cubicBezTo>
                    <a:pt x="122" y="75"/>
                    <a:pt x="125" y="74"/>
                    <a:pt x="126" y="72"/>
                  </a:cubicBezTo>
                  <a:cubicBezTo>
                    <a:pt x="130" y="65"/>
                    <a:pt x="116" y="50"/>
                    <a:pt x="94" y="39"/>
                  </a:cubicBezTo>
                  <a:cubicBezTo>
                    <a:pt x="94" y="39"/>
                    <a:pt x="93" y="39"/>
                    <a:pt x="92" y="38"/>
                  </a:cubicBezTo>
                  <a:cubicBezTo>
                    <a:pt x="89" y="27"/>
                    <a:pt x="81" y="18"/>
                    <a:pt x="70" y="12"/>
                  </a:cubicBezTo>
                  <a:cubicBezTo>
                    <a:pt x="48" y="0"/>
                    <a:pt x="21" y="9"/>
                    <a:pt x="9" y="31"/>
                  </a:cubicBezTo>
                  <a:cubicBezTo>
                    <a:pt x="0" y="49"/>
                    <a:pt x="4" y="71"/>
                    <a:pt x="18" y="84"/>
                  </a:cubicBezTo>
                  <a:cubicBezTo>
                    <a:pt x="19" y="86"/>
                    <a:pt x="21" y="87"/>
                    <a:pt x="23" y="88"/>
                  </a:cubicBezTo>
                  <a:cubicBezTo>
                    <a:pt x="25" y="90"/>
                    <a:pt x="26" y="91"/>
                    <a:pt x="28" y="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46"/>
            <p:cNvSpPr>
              <a:spLocks/>
            </p:cNvSpPr>
            <p:nvPr/>
          </p:nvSpPr>
          <p:spPr bwMode="auto">
            <a:xfrm>
              <a:off x="5807075" y="1693863"/>
              <a:ext cx="192088" cy="204787"/>
            </a:xfrm>
            <a:custGeom>
              <a:avLst/>
              <a:gdLst>
                <a:gd name="T0" fmla="*/ 78 w 147"/>
                <a:gd name="T1" fmla="*/ 156 h 156"/>
                <a:gd name="T2" fmla="*/ 147 w 147"/>
                <a:gd name="T3" fmla="*/ 113 h 156"/>
                <a:gd name="T4" fmla="*/ 95 w 147"/>
                <a:gd name="T5" fmla="*/ 138 h 156"/>
                <a:gd name="T6" fmla="*/ 26 w 147"/>
                <a:gd name="T7" fmla="*/ 69 h 156"/>
                <a:gd name="T8" fmla="*/ 88 w 147"/>
                <a:gd name="T9" fmla="*/ 1 h 156"/>
                <a:gd name="T10" fmla="*/ 78 w 147"/>
                <a:gd name="T11" fmla="*/ 0 h 156"/>
                <a:gd name="T12" fmla="*/ 0 w 147"/>
                <a:gd name="T13" fmla="*/ 78 h 156"/>
                <a:gd name="T14" fmla="*/ 78 w 147"/>
                <a:gd name="T15" fmla="*/ 156 h 1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56">
                  <a:moveTo>
                    <a:pt x="78" y="156"/>
                  </a:moveTo>
                  <a:cubicBezTo>
                    <a:pt x="108" y="156"/>
                    <a:pt x="135" y="139"/>
                    <a:pt x="147" y="113"/>
                  </a:cubicBezTo>
                  <a:cubicBezTo>
                    <a:pt x="135" y="128"/>
                    <a:pt x="116" y="138"/>
                    <a:pt x="95" y="138"/>
                  </a:cubicBezTo>
                  <a:cubicBezTo>
                    <a:pt x="57" y="138"/>
                    <a:pt x="26" y="107"/>
                    <a:pt x="26" y="69"/>
                  </a:cubicBezTo>
                  <a:cubicBezTo>
                    <a:pt x="26" y="34"/>
                    <a:pt x="53" y="5"/>
                    <a:pt x="88" y="1"/>
                  </a:cubicBezTo>
                  <a:cubicBezTo>
                    <a:pt x="85" y="1"/>
                    <a:pt x="81" y="0"/>
                    <a:pt x="78" y="0"/>
                  </a:cubicBezTo>
                  <a:cubicBezTo>
                    <a:pt x="35" y="0"/>
                    <a:pt x="0" y="35"/>
                    <a:pt x="0" y="78"/>
                  </a:cubicBezTo>
                  <a:cubicBezTo>
                    <a:pt x="0" y="121"/>
                    <a:pt x="35" y="156"/>
                    <a:pt x="78" y="1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47"/>
            <p:cNvSpPr>
              <a:spLocks/>
            </p:cNvSpPr>
            <p:nvPr/>
          </p:nvSpPr>
          <p:spPr bwMode="auto">
            <a:xfrm>
              <a:off x="4360863" y="1928813"/>
              <a:ext cx="257175" cy="258762"/>
            </a:xfrm>
            <a:custGeom>
              <a:avLst/>
              <a:gdLst>
                <a:gd name="T0" fmla="*/ 10 w 197"/>
                <a:gd name="T1" fmla="*/ 117 h 197"/>
                <a:gd name="T2" fmla="*/ 117 w 197"/>
                <a:gd name="T3" fmla="*/ 186 h 197"/>
                <a:gd name="T4" fmla="*/ 186 w 197"/>
                <a:gd name="T5" fmla="*/ 79 h 197"/>
                <a:gd name="T6" fmla="*/ 79 w 197"/>
                <a:gd name="T7" fmla="*/ 10 h 197"/>
                <a:gd name="T8" fmla="*/ 10 w 197"/>
                <a:gd name="T9" fmla="*/ 117 h 197"/>
              </a:gdLst>
              <a:ahLst/>
              <a:cxnLst>
                <a:cxn ang="0">
                  <a:pos x="T0" y="T1"/>
                </a:cxn>
                <a:cxn ang="0">
                  <a:pos x="T2" y="T3"/>
                </a:cxn>
                <a:cxn ang="0">
                  <a:pos x="T4" y="T5"/>
                </a:cxn>
                <a:cxn ang="0">
                  <a:pos x="T6" y="T7"/>
                </a:cxn>
                <a:cxn ang="0">
                  <a:pos x="T8" y="T9"/>
                </a:cxn>
              </a:cxnLst>
              <a:rect l="0" t="0" r="r" b="b"/>
              <a:pathLst>
                <a:path w="197" h="197">
                  <a:moveTo>
                    <a:pt x="10" y="117"/>
                  </a:moveTo>
                  <a:cubicBezTo>
                    <a:pt x="21" y="166"/>
                    <a:pt x="68" y="197"/>
                    <a:pt x="117" y="186"/>
                  </a:cubicBezTo>
                  <a:cubicBezTo>
                    <a:pt x="166" y="176"/>
                    <a:pt x="197" y="128"/>
                    <a:pt x="186" y="79"/>
                  </a:cubicBezTo>
                  <a:cubicBezTo>
                    <a:pt x="176" y="31"/>
                    <a:pt x="128" y="0"/>
                    <a:pt x="79" y="10"/>
                  </a:cubicBezTo>
                  <a:cubicBezTo>
                    <a:pt x="31" y="21"/>
                    <a:pt x="0" y="69"/>
                    <a:pt x="10" y="1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8" name="组合 47"/>
          <p:cNvGrpSpPr/>
          <p:nvPr/>
        </p:nvGrpSpPr>
        <p:grpSpPr>
          <a:xfrm>
            <a:off x="2130425" y="3546475"/>
            <a:ext cx="1836738" cy="1273175"/>
            <a:chOff x="2130425" y="3546475"/>
            <a:chExt cx="1836738" cy="1273175"/>
          </a:xfrm>
          <a:solidFill>
            <a:schemeClr val="tx1">
              <a:lumMod val="65000"/>
              <a:lumOff val="35000"/>
            </a:schemeClr>
          </a:solidFill>
        </p:grpSpPr>
        <p:sp>
          <p:nvSpPr>
            <p:cNvPr id="49" name="Freeform 48"/>
            <p:cNvSpPr>
              <a:spLocks noEditPoints="1"/>
            </p:cNvSpPr>
            <p:nvPr/>
          </p:nvSpPr>
          <p:spPr bwMode="auto">
            <a:xfrm>
              <a:off x="2130425" y="3592513"/>
              <a:ext cx="687388" cy="1227137"/>
            </a:xfrm>
            <a:custGeom>
              <a:avLst/>
              <a:gdLst>
                <a:gd name="T0" fmla="*/ 212 w 525"/>
                <a:gd name="T1" fmla="*/ 472 h 938"/>
                <a:gd name="T2" fmla="*/ 181 w 525"/>
                <a:gd name="T3" fmla="*/ 883 h 938"/>
                <a:gd name="T4" fmla="*/ 226 w 525"/>
                <a:gd name="T5" fmla="*/ 936 h 938"/>
                <a:gd name="T6" fmla="*/ 279 w 525"/>
                <a:gd name="T7" fmla="*/ 891 h 938"/>
                <a:gd name="T8" fmla="*/ 306 w 525"/>
                <a:gd name="T9" fmla="*/ 548 h 938"/>
                <a:gd name="T10" fmla="*/ 347 w 525"/>
                <a:gd name="T11" fmla="*/ 539 h 938"/>
                <a:gd name="T12" fmla="*/ 423 w 525"/>
                <a:gd name="T13" fmla="*/ 892 h 938"/>
                <a:gd name="T14" fmla="*/ 482 w 525"/>
                <a:gd name="T15" fmla="*/ 930 h 938"/>
                <a:gd name="T16" fmla="*/ 520 w 525"/>
                <a:gd name="T17" fmla="*/ 871 h 938"/>
                <a:gd name="T18" fmla="*/ 437 w 525"/>
                <a:gd name="T19" fmla="*/ 488 h 938"/>
                <a:gd name="T20" fmla="*/ 437 w 525"/>
                <a:gd name="T21" fmla="*/ 488 h 938"/>
                <a:gd name="T22" fmla="*/ 431 w 525"/>
                <a:gd name="T23" fmla="*/ 458 h 938"/>
                <a:gd name="T24" fmla="*/ 421 w 525"/>
                <a:gd name="T25" fmla="*/ 414 h 938"/>
                <a:gd name="T26" fmla="*/ 421 w 525"/>
                <a:gd name="T27" fmla="*/ 414 h 938"/>
                <a:gd name="T28" fmla="*/ 383 w 525"/>
                <a:gd name="T29" fmla="*/ 237 h 938"/>
                <a:gd name="T30" fmla="*/ 469 w 525"/>
                <a:gd name="T31" fmla="*/ 207 h 938"/>
                <a:gd name="T32" fmla="*/ 491 w 525"/>
                <a:gd name="T33" fmla="*/ 174 h 938"/>
                <a:gd name="T34" fmla="*/ 479 w 525"/>
                <a:gd name="T35" fmla="*/ 31 h 938"/>
                <a:gd name="T36" fmla="*/ 444 w 525"/>
                <a:gd name="T37" fmla="*/ 2 h 938"/>
                <a:gd name="T38" fmla="*/ 415 w 525"/>
                <a:gd name="T39" fmla="*/ 36 h 938"/>
                <a:gd name="T40" fmla="*/ 425 w 525"/>
                <a:gd name="T41" fmla="*/ 155 h 938"/>
                <a:gd name="T42" fmla="*/ 327 w 525"/>
                <a:gd name="T43" fmla="*/ 188 h 938"/>
                <a:gd name="T44" fmla="*/ 255 w 525"/>
                <a:gd name="T45" fmla="*/ 251 h 938"/>
                <a:gd name="T46" fmla="*/ 234 w 525"/>
                <a:gd name="T47" fmla="*/ 253 h 938"/>
                <a:gd name="T48" fmla="*/ 163 w 525"/>
                <a:gd name="T49" fmla="*/ 223 h 938"/>
                <a:gd name="T50" fmla="*/ 159 w 525"/>
                <a:gd name="T51" fmla="*/ 225 h 938"/>
                <a:gd name="T52" fmla="*/ 104 w 525"/>
                <a:gd name="T53" fmla="*/ 210 h 938"/>
                <a:gd name="T54" fmla="*/ 101 w 525"/>
                <a:gd name="T55" fmla="*/ 205 h 938"/>
                <a:gd name="T56" fmla="*/ 129 w 525"/>
                <a:gd name="T57" fmla="*/ 102 h 938"/>
                <a:gd name="T58" fmla="*/ 134 w 525"/>
                <a:gd name="T59" fmla="*/ 100 h 938"/>
                <a:gd name="T60" fmla="*/ 148 w 525"/>
                <a:gd name="T61" fmla="*/ 103 h 938"/>
                <a:gd name="T62" fmla="*/ 150 w 525"/>
                <a:gd name="T63" fmla="*/ 100 h 938"/>
                <a:gd name="T64" fmla="*/ 159 w 525"/>
                <a:gd name="T65" fmla="*/ 89 h 938"/>
                <a:gd name="T66" fmla="*/ 136 w 525"/>
                <a:gd name="T67" fmla="*/ 83 h 938"/>
                <a:gd name="T68" fmla="*/ 122 w 525"/>
                <a:gd name="T69" fmla="*/ 91 h 938"/>
                <a:gd name="T70" fmla="*/ 109 w 525"/>
                <a:gd name="T71" fmla="*/ 135 h 938"/>
                <a:gd name="T72" fmla="*/ 108 w 525"/>
                <a:gd name="T73" fmla="*/ 137 h 938"/>
                <a:gd name="T74" fmla="*/ 8 w 525"/>
                <a:gd name="T75" fmla="*/ 274 h 938"/>
                <a:gd name="T76" fmla="*/ 7 w 525"/>
                <a:gd name="T77" fmla="*/ 310 h 938"/>
                <a:gd name="T78" fmla="*/ 34 w 525"/>
                <a:gd name="T79" fmla="*/ 325 h 938"/>
                <a:gd name="T80" fmla="*/ 41 w 525"/>
                <a:gd name="T81" fmla="*/ 324 h 938"/>
                <a:gd name="T82" fmla="*/ 174 w 525"/>
                <a:gd name="T83" fmla="*/ 295 h 938"/>
                <a:gd name="T84" fmla="*/ 212 w 525"/>
                <a:gd name="T85" fmla="*/ 472 h 938"/>
                <a:gd name="T86" fmla="*/ 118 w 525"/>
                <a:gd name="T87" fmla="*/ 231 h 938"/>
                <a:gd name="T88" fmla="*/ 140 w 525"/>
                <a:gd name="T89" fmla="*/ 237 h 938"/>
                <a:gd name="T90" fmla="*/ 109 w 525"/>
                <a:gd name="T91" fmla="*/ 244 h 938"/>
                <a:gd name="T92" fmla="*/ 118 w 525"/>
                <a:gd name="T93" fmla="*/ 231 h 9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25" h="938">
                  <a:moveTo>
                    <a:pt x="212" y="472"/>
                  </a:moveTo>
                  <a:cubicBezTo>
                    <a:pt x="181" y="883"/>
                    <a:pt x="181" y="883"/>
                    <a:pt x="181" y="883"/>
                  </a:cubicBezTo>
                  <a:cubicBezTo>
                    <a:pt x="179" y="910"/>
                    <a:pt x="199" y="934"/>
                    <a:pt x="226" y="936"/>
                  </a:cubicBezTo>
                  <a:cubicBezTo>
                    <a:pt x="253" y="938"/>
                    <a:pt x="277" y="918"/>
                    <a:pt x="279" y="891"/>
                  </a:cubicBezTo>
                  <a:cubicBezTo>
                    <a:pt x="306" y="548"/>
                    <a:pt x="306" y="548"/>
                    <a:pt x="306" y="548"/>
                  </a:cubicBezTo>
                  <a:cubicBezTo>
                    <a:pt x="347" y="539"/>
                    <a:pt x="347" y="539"/>
                    <a:pt x="347" y="539"/>
                  </a:cubicBezTo>
                  <a:cubicBezTo>
                    <a:pt x="423" y="892"/>
                    <a:pt x="423" y="892"/>
                    <a:pt x="423" y="892"/>
                  </a:cubicBezTo>
                  <a:cubicBezTo>
                    <a:pt x="429" y="919"/>
                    <a:pt x="455" y="936"/>
                    <a:pt x="482" y="930"/>
                  </a:cubicBezTo>
                  <a:cubicBezTo>
                    <a:pt x="508" y="924"/>
                    <a:pt x="525" y="898"/>
                    <a:pt x="520" y="871"/>
                  </a:cubicBezTo>
                  <a:cubicBezTo>
                    <a:pt x="437" y="488"/>
                    <a:pt x="437" y="488"/>
                    <a:pt x="437" y="488"/>
                  </a:cubicBezTo>
                  <a:cubicBezTo>
                    <a:pt x="437" y="488"/>
                    <a:pt x="437" y="488"/>
                    <a:pt x="437" y="488"/>
                  </a:cubicBezTo>
                  <a:cubicBezTo>
                    <a:pt x="431" y="458"/>
                    <a:pt x="431" y="458"/>
                    <a:pt x="431" y="458"/>
                  </a:cubicBezTo>
                  <a:cubicBezTo>
                    <a:pt x="421" y="414"/>
                    <a:pt x="421" y="414"/>
                    <a:pt x="421" y="414"/>
                  </a:cubicBezTo>
                  <a:cubicBezTo>
                    <a:pt x="421" y="414"/>
                    <a:pt x="421" y="414"/>
                    <a:pt x="421" y="414"/>
                  </a:cubicBezTo>
                  <a:cubicBezTo>
                    <a:pt x="383" y="237"/>
                    <a:pt x="383" y="237"/>
                    <a:pt x="383" y="237"/>
                  </a:cubicBezTo>
                  <a:cubicBezTo>
                    <a:pt x="469" y="207"/>
                    <a:pt x="469" y="207"/>
                    <a:pt x="469" y="207"/>
                  </a:cubicBezTo>
                  <a:cubicBezTo>
                    <a:pt x="483" y="202"/>
                    <a:pt x="492" y="189"/>
                    <a:pt x="491" y="174"/>
                  </a:cubicBezTo>
                  <a:cubicBezTo>
                    <a:pt x="479" y="31"/>
                    <a:pt x="479" y="31"/>
                    <a:pt x="479" y="31"/>
                  </a:cubicBezTo>
                  <a:cubicBezTo>
                    <a:pt x="477" y="13"/>
                    <a:pt x="462" y="0"/>
                    <a:pt x="444" y="2"/>
                  </a:cubicBezTo>
                  <a:cubicBezTo>
                    <a:pt x="427" y="3"/>
                    <a:pt x="414" y="19"/>
                    <a:pt x="415" y="36"/>
                  </a:cubicBezTo>
                  <a:cubicBezTo>
                    <a:pt x="425" y="155"/>
                    <a:pt x="425" y="155"/>
                    <a:pt x="425" y="155"/>
                  </a:cubicBezTo>
                  <a:cubicBezTo>
                    <a:pt x="327" y="188"/>
                    <a:pt x="327" y="188"/>
                    <a:pt x="327" y="188"/>
                  </a:cubicBezTo>
                  <a:cubicBezTo>
                    <a:pt x="315" y="219"/>
                    <a:pt x="289" y="244"/>
                    <a:pt x="255" y="251"/>
                  </a:cubicBezTo>
                  <a:cubicBezTo>
                    <a:pt x="248" y="252"/>
                    <a:pt x="241" y="253"/>
                    <a:pt x="234" y="253"/>
                  </a:cubicBezTo>
                  <a:cubicBezTo>
                    <a:pt x="206" y="253"/>
                    <a:pt x="181" y="242"/>
                    <a:pt x="163" y="223"/>
                  </a:cubicBezTo>
                  <a:cubicBezTo>
                    <a:pt x="162" y="225"/>
                    <a:pt x="160" y="226"/>
                    <a:pt x="159" y="225"/>
                  </a:cubicBezTo>
                  <a:cubicBezTo>
                    <a:pt x="104" y="210"/>
                    <a:pt x="104" y="210"/>
                    <a:pt x="104" y="210"/>
                  </a:cubicBezTo>
                  <a:cubicBezTo>
                    <a:pt x="102" y="209"/>
                    <a:pt x="100" y="207"/>
                    <a:pt x="101" y="205"/>
                  </a:cubicBezTo>
                  <a:cubicBezTo>
                    <a:pt x="129" y="102"/>
                    <a:pt x="129" y="102"/>
                    <a:pt x="129" y="102"/>
                  </a:cubicBezTo>
                  <a:cubicBezTo>
                    <a:pt x="130" y="100"/>
                    <a:pt x="132" y="99"/>
                    <a:pt x="134" y="100"/>
                  </a:cubicBezTo>
                  <a:cubicBezTo>
                    <a:pt x="148" y="103"/>
                    <a:pt x="148" y="103"/>
                    <a:pt x="148" y="103"/>
                  </a:cubicBezTo>
                  <a:cubicBezTo>
                    <a:pt x="149" y="102"/>
                    <a:pt x="150" y="101"/>
                    <a:pt x="150" y="100"/>
                  </a:cubicBezTo>
                  <a:cubicBezTo>
                    <a:pt x="153" y="96"/>
                    <a:pt x="156" y="92"/>
                    <a:pt x="159" y="89"/>
                  </a:cubicBezTo>
                  <a:cubicBezTo>
                    <a:pt x="136" y="83"/>
                    <a:pt x="136" y="83"/>
                    <a:pt x="136" y="83"/>
                  </a:cubicBezTo>
                  <a:cubicBezTo>
                    <a:pt x="130" y="81"/>
                    <a:pt x="123" y="85"/>
                    <a:pt x="122" y="91"/>
                  </a:cubicBezTo>
                  <a:cubicBezTo>
                    <a:pt x="109" y="135"/>
                    <a:pt x="109" y="135"/>
                    <a:pt x="109" y="135"/>
                  </a:cubicBezTo>
                  <a:cubicBezTo>
                    <a:pt x="109" y="136"/>
                    <a:pt x="108" y="136"/>
                    <a:pt x="108" y="137"/>
                  </a:cubicBezTo>
                  <a:cubicBezTo>
                    <a:pt x="8" y="274"/>
                    <a:pt x="8" y="274"/>
                    <a:pt x="8" y="274"/>
                  </a:cubicBezTo>
                  <a:cubicBezTo>
                    <a:pt x="0" y="285"/>
                    <a:pt x="0" y="299"/>
                    <a:pt x="7" y="310"/>
                  </a:cubicBezTo>
                  <a:cubicBezTo>
                    <a:pt x="13" y="320"/>
                    <a:pt x="23" y="325"/>
                    <a:pt x="34" y="325"/>
                  </a:cubicBezTo>
                  <a:cubicBezTo>
                    <a:pt x="36" y="325"/>
                    <a:pt x="38" y="325"/>
                    <a:pt x="41" y="324"/>
                  </a:cubicBezTo>
                  <a:cubicBezTo>
                    <a:pt x="174" y="295"/>
                    <a:pt x="174" y="295"/>
                    <a:pt x="174" y="295"/>
                  </a:cubicBezTo>
                  <a:lnTo>
                    <a:pt x="212" y="472"/>
                  </a:lnTo>
                  <a:close/>
                  <a:moveTo>
                    <a:pt x="118" y="231"/>
                  </a:moveTo>
                  <a:cubicBezTo>
                    <a:pt x="140" y="237"/>
                    <a:pt x="140" y="237"/>
                    <a:pt x="140" y="237"/>
                  </a:cubicBezTo>
                  <a:cubicBezTo>
                    <a:pt x="109" y="244"/>
                    <a:pt x="109" y="244"/>
                    <a:pt x="109" y="244"/>
                  </a:cubicBezTo>
                  <a:lnTo>
                    <a:pt x="118" y="2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49"/>
            <p:cNvSpPr>
              <a:spLocks/>
            </p:cNvSpPr>
            <p:nvPr/>
          </p:nvSpPr>
          <p:spPr bwMode="auto">
            <a:xfrm>
              <a:off x="2308225" y="3665538"/>
              <a:ext cx="257175" cy="257175"/>
            </a:xfrm>
            <a:custGeom>
              <a:avLst/>
              <a:gdLst>
                <a:gd name="T0" fmla="*/ 11 w 197"/>
                <a:gd name="T1" fmla="*/ 117 h 196"/>
                <a:gd name="T2" fmla="*/ 118 w 197"/>
                <a:gd name="T3" fmla="*/ 186 h 196"/>
                <a:gd name="T4" fmla="*/ 187 w 197"/>
                <a:gd name="T5" fmla="*/ 79 h 196"/>
                <a:gd name="T6" fmla="*/ 80 w 197"/>
                <a:gd name="T7" fmla="*/ 10 h 196"/>
                <a:gd name="T8" fmla="*/ 11 w 197"/>
                <a:gd name="T9" fmla="*/ 117 h 196"/>
              </a:gdLst>
              <a:ahLst/>
              <a:cxnLst>
                <a:cxn ang="0">
                  <a:pos x="T0" y="T1"/>
                </a:cxn>
                <a:cxn ang="0">
                  <a:pos x="T2" y="T3"/>
                </a:cxn>
                <a:cxn ang="0">
                  <a:pos x="T4" y="T5"/>
                </a:cxn>
                <a:cxn ang="0">
                  <a:pos x="T6" y="T7"/>
                </a:cxn>
                <a:cxn ang="0">
                  <a:pos x="T8" y="T9"/>
                </a:cxn>
              </a:cxnLst>
              <a:rect l="0" t="0" r="r" b="b"/>
              <a:pathLst>
                <a:path w="197" h="196">
                  <a:moveTo>
                    <a:pt x="11" y="117"/>
                  </a:moveTo>
                  <a:cubicBezTo>
                    <a:pt x="21" y="165"/>
                    <a:pt x="69" y="196"/>
                    <a:pt x="118" y="186"/>
                  </a:cubicBezTo>
                  <a:cubicBezTo>
                    <a:pt x="166" y="175"/>
                    <a:pt x="197" y="128"/>
                    <a:pt x="187" y="79"/>
                  </a:cubicBezTo>
                  <a:cubicBezTo>
                    <a:pt x="176" y="30"/>
                    <a:pt x="128" y="0"/>
                    <a:pt x="80" y="10"/>
                  </a:cubicBezTo>
                  <a:cubicBezTo>
                    <a:pt x="31" y="20"/>
                    <a:pt x="0" y="68"/>
                    <a:pt x="11" y="1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50"/>
            <p:cNvSpPr>
              <a:spLocks/>
            </p:cNvSpPr>
            <p:nvPr/>
          </p:nvSpPr>
          <p:spPr bwMode="auto">
            <a:xfrm>
              <a:off x="2554288" y="3546475"/>
              <a:ext cx="107950" cy="87312"/>
            </a:xfrm>
            <a:custGeom>
              <a:avLst/>
              <a:gdLst>
                <a:gd name="T0" fmla="*/ 70 w 83"/>
                <a:gd name="T1" fmla="*/ 28 h 66"/>
                <a:gd name="T2" fmla="*/ 0 w 83"/>
                <a:gd name="T3" fmla="*/ 66 h 66"/>
                <a:gd name="T4" fmla="*/ 70 w 83"/>
                <a:gd name="T5" fmla="*/ 28 h 66"/>
              </a:gdLst>
              <a:ahLst/>
              <a:cxnLst>
                <a:cxn ang="0">
                  <a:pos x="T0" y="T1"/>
                </a:cxn>
                <a:cxn ang="0">
                  <a:pos x="T2" y="T3"/>
                </a:cxn>
                <a:cxn ang="0">
                  <a:pos x="T4" y="T5"/>
                </a:cxn>
              </a:cxnLst>
              <a:rect l="0" t="0" r="r" b="b"/>
              <a:pathLst>
                <a:path w="83" h="66">
                  <a:moveTo>
                    <a:pt x="70" y="28"/>
                  </a:moveTo>
                  <a:cubicBezTo>
                    <a:pt x="56" y="0"/>
                    <a:pt x="4" y="30"/>
                    <a:pt x="0" y="66"/>
                  </a:cubicBezTo>
                  <a:cubicBezTo>
                    <a:pt x="45" y="45"/>
                    <a:pt x="83" y="54"/>
                    <a:pt x="70"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51"/>
            <p:cNvSpPr>
              <a:spLocks/>
            </p:cNvSpPr>
            <p:nvPr/>
          </p:nvSpPr>
          <p:spPr bwMode="auto">
            <a:xfrm>
              <a:off x="2476500" y="3546475"/>
              <a:ext cx="73025" cy="88900"/>
            </a:xfrm>
            <a:custGeom>
              <a:avLst/>
              <a:gdLst>
                <a:gd name="T0" fmla="*/ 18 w 56"/>
                <a:gd name="T1" fmla="*/ 68 h 68"/>
                <a:gd name="T2" fmla="*/ 34 w 56"/>
                <a:gd name="T3" fmla="*/ 7 h 68"/>
                <a:gd name="T4" fmla="*/ 18 w 56"/>
                <a:gd name="T5" fmla="*/ 68 h 68"/>
              </a:gdLst>
              <a:ahLst/>
              <a:cxnLst>
                <a:cxn ang="0">
                  <a:pos x="T0" y="T1"/>
                </a:cxn>
                <a:cxn ang="0">
                  <a:pos x="T2" y="T3"/>
                </a:cxn>
                <a:cxn ang="0">
                  <a:pos x="T4" y="T5"/>
                </a:cxn>
              </a:cxnLst>
              <a:rect l="0" t="0" r="r" b="b"/>
              <a:pathLst>
                <a:path w="56" h="68">
                  <a:moveTo>
                    <a:pt x="18" y="68"/>
                  </a:moveTo>
                  <a:cubicBezTo>
                    <a:pt x="30" y="31"/>
                    <a:pt x="56" y="14"/>
                    <a:pt x="34" y="7"/>
                  </a:cubicBezTo>
                  <a:cubicBezTo>
                    <a:pt x="10" y="0"/>
                    <a:pt x="0" y="46"/>
                    <a:pt x="18"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52"/>
            <p:cNvSpPr>
              <a:spLocks/>
            </p:cNvSpPr>
            <p:nvPr/>
          </p:nvSpPr>
          <p:spPr bwMode="auto">
            <a:xfrm>
              <a:off x="2566988" y="3651250"/>
              <a:ext cx="76200" cy="52387"/>
            </a:xfrm>
            <a:custGeom>
              <a:avLst/>
              <a:gdLst>
                <a:gd name="T0" fmla="*/ 0 w 58"/>
                <a:gd name="T1" fmla="*/ 37 h 40"/>
                <a:gd name="T2" fmla="*/ 53 w 58"/>
                <a:gd name="T3" fmla="*/ 20 h 40"/>
                <a:gd name="T4" fmla="*/ 0 w 58"/>
                <a:gd name="T5" fmla="*/ 37 h 40"/>
              </a:gdLst>
              <a:ahLst/>
              <a:cxnLst>
                <a:cxn ang="0">
                  <a:pos x="T0" y="T1"/>
                </a:cxn>
                <a:cxn ang="0">
                  <a:pos x="T2" y="T3"/>
                </a:cxn>
                <a:cxn ang="0">
                  <a:pos x="T4" y="T5"/>
                </a:cxn>
              </a:cxnLst>
              <a:rect l="0" t="0" r="r" b="b"/>
              <a:pathLst>
                <a:path w="58" h="40">
                  <a:moveTo>
                    <a:pt x="0" y="37"/>
                  </a:moveTo>
                  <a:cubicBezTo>
                    <a:pt x="34" y="29"/>
                    <a:pt x="58" y="40"/>
                    <a:pt x="53" y="20"/>
                  </a:cubicBezTo>
                  <a:cubicBezTo>
                    <a:pt x="47" y="0"/>
                    <a:pt x="8" y="14"/>
                    <a:pt x="0"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53"/>
            <p:cNvSpPr>
              <a:spLocks/>
            </p:cNvSpPr>
            <p:nvPr/>
          </p:nvSpPr>
          <p:spPr bwMode="auto">
            <a:xfrm>
              <a:off x="2754313" y="4249738"/>
              <a:ext cx="252413" cy="25400"/>
            </a:xfrm>
            <a:custGeom>
              <a:avLst/>
              <a:gdLst>
                <a:gd name="T0" fmla="*/ 0 w 193"/>
                <a:gd name="T1" fmla="*/ 0 h 20"/>
                <a:gd name="T2" fmla="*/ 0 w 193"/>
                <a:gd name="T3" fmla="*/ 20 h 20"/>
                <a:gd name="T4" fmla="*/ 187 w 193"/>
                <a:gd name="T5" fmla="*/ 20 h 20"/>
                <a:gd name="T6" fmla="*/ 193 w 193"/>
                <a:gd name="T7" fmla="*/ 0 h 20"/>
                <a:gd name="T8" fmla="*/ 0 w 193"/>
                <a:gd name="T9" fmla="*/ 0 h 20"/>
              </a:gdLst>
              <a:ahLst/>
              <a:cxnLst>
                <a:cxn ang="0">
                  <a:pos x="T0" y="T1"/>
                </a:cxn>
                <a:cxn ang="0">
                  <a:pos x="T2" y="T3"/>
                </a:cxn>
                <a:cxn ang="0">
                  <a:pos x="T4" y="T5"/>
                </a:cxn>
                <a:cxn ang="0">
                  <a:pos x="T6" y="T7"/>
                </a:cxn>
                <a:cxn ang="0">
                  <a:pos x="T8" y="T9"/>
                </a:cxn>
              </a:cxnLst>
              <a:rect l="0" t="0" r="r" b="b"/>
              <a:pathLst>
                <a:path w="193" h="20">
                  <a:moveTo>
                    <a:pt x="0" y="0"/>
                  </a:moveTo>
                  <a:cubicBezTo>
                    <a:pt x="0" y="20"/>
                    <a:pt x="0" y="20"/>
                    <a:pt x="0" y="20"/>
                  </a:cubicBezTo>
                  <a:cubicBezTo>
                    <a:pt x="187" y="20"/>
                    <a:pt x="187" y="20"/>
                    <a:pt x="187" y="20"/>
                  </a:cubicBezTo>
                  <a:cubicBezTo>
                    <a:pt x="188" y="13"/>
                    <a:pt x="190" y="6"/>
                    <a:pt x="193"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54"/>
            <p:cNvSpPr>
              <a:spLocks/>
            </p:cNvSpPr>
            <p:nvPr/>
          </p:nvSpPr>
          <p:spPr bwMode="auto">
            <a:xfrm>
              <a:off x="3513138" y="4249738"/>
              <a:ext cx="454025" cy="25400"/>
            </a:xfrm>
            <a:custGeom>
              <a:avLst/>
              <a:gdLst>
                <a:gd name="T0" fmla="*/ 0 w 286"/>
                <a:gd name="T1" fmla="*/ 16 h 16"/>
                <a:gd name="T2" fmla="*/ 286 w 286"/>
                <a:gd name="T3" fmla="*/ 16 h 16"/>
                <a:gd name="T4" fmla="*/ 286 w 286"/>
                <a:gd name="T5" fmla="*/ 0 h 16"/>
                <a:gd name="T6" fmla="*/ 7 w 286"/>
                <a:gd name="T7" fmla="*/ 0 h 16"/>
                <a:gd name="T8" fmla="*/ 0 w 286"/>
                <a:gd name="T9" fmla="*/ 16 h 16"/>
              </a:gdLst>
              <a:ahLst/>
              <a:cxnLst>
                <a:cxn ang="0">
                  <a:pos x="T0" y="T1"/>
                </a:cxn>
                <a:cxn ang="0">
                  <a:pos x="T2" y="T3"/>
                </a:cxn>
                <a:cxn ang="0">
                  <a:pos x="T4" y="T5"/>
                </a:cxn>
                <a:cxn ang="0">
                  <a:pos x="T6" y="T7"/>
                </a:cxn>
                <a:cxn ang="0">
                  <a:pos x="T8" y="T9"/>
                </a:cxn>
              </a:cxnLst>
              <a:rect l="0" t="0" r="r" b="b"/>
              <a:pathLst>
                <a:path w="286" h="16">
                  <a:moveTo>
                    <a:pt x="0" y="16"/>
                  </a:moveTo>
                  <a:lnTo>
                    <a:pt x="286" y="16"/>
                  </a:lnTo>
                  <a:lnTo>
                    <a:pt x="286" y="0"/>
                  </a:lnTo>
                  <a:lnTo>
                    <a:pt x="7" y="0"/>
                  </a:lnTo>
                  <a:lnTo>
                    <a:pt x="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55"/>
            <p:cNvSpPr>
              <a:spLocks/>
            </p:cNvSpPr>
            <p:nvPr/>
          </p:nvSpPr>
          <p:spPr bwMode="auto">
            <a:xfrm>
              <a:off x="2967038" y="4006850"/>
              <a:ext cx="914400" cy="500062"/>
            </a:xfrm>
            <a:custGeom>
              <a:avLst/>
              <a:gdLst>
                <a:gd name="T0" fmla="*/ 441 w 699"/>
                <a:gd name="T1" fmla="*/ 114 h 382"/>
                <a:gd name="T2" fmla="*/ 611 w 699"/>
                <a:gd name="T3" fmla="*/ 94 h 382"/>
                <a:gd name="T4" fmla="*/ 642 w 699"/>
                <a:gd name="T5" fmla="*/ 55 h 382"/>
                <a:gd name="T6" fmla="*/ 603 w 699"/>
                <a:gd name="T7" fmla="*/ 24 h 382"/>
                <a:gd name="T8" fmla="*/ 412 w 699"/>
                <a:gd name="T9" fmla="*/ 46 h 382"/>
                <a:gd name="T10" fmla="*/ 383 w 699"/>
                <a:gd name="T11" fmla="*/ 68 h 382"/>
                <a:gd name="T12" fmla="*/ 351 w 699"/>
                <a:gd name="T13" fmla="*/ 151 h 382"/>
                <a:gd name="T14" fmla="*/ 199 w 699"/>
                <a:gd name="T15" fmla="*/ 151 h 382"/>
                <a:gd name="T16" fmla="*/ 159 w 699"/>
                <a:gd name="T17" fmla="*/ 67 h 382"/>
                <a:gd name="T18" fmla="*/ 148 w 699"/>
                <a:gd name="T19" fmla="*/ 56 h 382"/>
                <a:gd name="T20" fmla="*/ 47 w 699"/>
                <a:gd name="T21" fmla="*/ 6 h 382"/>
                <a:gd name="T22" fmla="*/ 17 w 699"/>
                <a:gd name="T23" fmla="*/ 16 h 382"/>
                <a:gd name="T24" fmla="*/ 27 w 699"/>
                <a:gd name="T25" fmla="*/ 47 h 382"/>
                <a:gd name="T26" fmla="*/ 121 w 699"/>
                <a:gd name="T27" fmla="*/ 94 h 382"/>
                <a:gd name="T28" fmla="*/ 154 w 699"/>
                <a:gd name="T29" fmla="*/ 164 h 382"/>
                <a:gd name="T30" fmla="*/ 176 w 699"/>
                <a:gd name="T31" fmla="*/ 218 h 382"/>
                <a:gd name="T32" fmla="*/ 161 w 699"/>
                <a:gd name="T33" fmla="*/ 263 h 382"/>
                <a:gd name="T34" fmla="*/ 161 w 699"/>
                <a:gd name="T35" fmla="*/ 282 h 382"/>
                <a:gd name="T36" fmla="*/ 154 w 699"/>
                <a:gd name="T37" fmla="*/ 321 h 382"/>
                <a:gd name="T38" fmla="*/ 21 w 699"/>
                <a:gd name="T39" fmla="*/ 336 h 382"/>
                <a:gd name="T40" fmla="*/ 1 w 699"/>
                <a:gd name="T41" fmla="*/ 361 h 382"/>
                <a:gd name="T42" fmla="*/ 24 w 699"/>
                <a:gd name="T43" fmla="*/ 382 h 382"/>
                <a:gd name="T44" fmla="*/ 26 w 699"/>
                <a:gd name="T45" fmla="*/ 382 h 382"/>
                <a:gd name="T46" fmla="*/ 176 w 699"/>
                <a:gd name="T47" fmla="*/ 365 h 382"/>
                <a:gd name="T48" fmla="*/ 196 w 699"/>
                <a:gd name="T49" fmla="*/ 346 h 382"/>
                <a:gd name="T50" fmla="*/ 203 w 699"/>
                <a:gd name="T51" fmla="*/ 307 h 382"/>
                <a:gd name="T52" fmla="*/ 356 w 699"/>
                <a:gd name="T53" fmla="*/ 307 h 382"/>
                <a:gd name="T54" fmla="*/ 656 w 699"/>
                <a:gd name="T55" fmla="*/ 348 h 382"/>
                <a:gd name="T56" fmla="*/ 696 w 699"/>
                <a:gd name="T57" fmla="*/ 318 h 382"/>
                <a:gd name="T58" fmla="*/ 666 w 699"/>
                <a:gd name="T59" fmla="*/ 278 h 382"/>
                <a:gd name="T60" fmla="*/ 402 w 699"/>
                <a:gd name="T61" fmla="*/ 241 h 382"/>
                <a:gd name="T62" fmla="*/ 402 w 699"/>
                <a:gd name="T63" fmla="*/ 213 h 382"/>
                <a:gd name="T64" fmla="*/ 441 w 699"/>
                <a:gd name="T65" fmla="*/ 114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99" h="382">
                  <a:moveTo>
                    <a:pt x="441" y="114"/>
                  </a:moveTo>
                  <a:cubicBezTo>
                    <a:pt x="611" y="94"/>
                    <a:pt x="611" y="94"/>
                    <a:pt x="611" y="94"/>
                  </a:cubicBezTo>
                  <a:cubicBezTo>
                    <a:pt x="630" y="92"/>
                    <a:pt x="644" y="75"/>
                    <a:pt x="642" y="55"/>
                  </a:cubicBezTo>
                  <a:cubicBezTo>
                    <a:pt x="640" y="36"/>
                    <a:pt x="622" y="22"/>
                    <a:pt x="603" y="24"/>
                  </a:cubicBezTo>
                  <a:cubicBezTo>
                    <a:pt x="412" y="46"/>
                    <a:pt x="412" y="46"/>
                    <a:pt x="412" y="46"/>
                  </a:cubicBezTo>
                  <a:cubicBezTo>
                    <a:pt x="398" y="47"/>
                    <a:pt x="387" y="56"/>
                    <a:pt x="383" y="68"/>
                  </a:cubicBezTo>
                  <a:cubicBezTo>
                    <a:pt x="351" y="151"/>
                    <a:pt x="351" y="151"/>
                    <a:pt x="351" y="151"/>
                  </a:cubicBezTo>
                  <a:cubicBezTo>
                    <a:pt x="199" y="151"/>
                    <a:pt x="199" y="151"/>
                    <a:pt x="199" y="151"/>
                  </a:cubicBezTo>
                  <a:cubicBezTo>
                    <a:pt x="159" y="67"/>
                    <a:pt x="159" y="67"/>
                    <a:pt x="159" y="67"/>
                  </a:cubicBezTo>
                  <a:cubicBezTo>
                    <a:pt x="157" y="62"/>
                    <a:pt x="153" y="58"/>
                    <a:pt x="148" y="56"/>
                  </a:cubicBezTo>
                  <a:cubicBezTo>
                    <a:pt x="47" y="6"/>
                    <a:pt x="47" y="6"/>
                    <a:pt x="47" y="6"/>
                  </a:cubicBezTo>
                  <a:cubicBezTo>
                    <a:pt x="36" y="0"/>
                    <a:pt x="22" y="5"/>
                    <a:pt x="17" y="16"/>
                  </a:cubicBezTo>
                  <a:cubicBezTo>
                    <a:pt x="11" y="28"/>
                    <a:pt x="16" y="42"/>
                    <a:pt x="27" y="47"/>
                  </a:cubicBezTo>
                  <a:cubicBezTo>
                    <a:pt x="121" y="94"/>
                    <a:pt x="121" y="94"/>
                    <a:pt x="121" y="94"/>
                  </a:cubicBezTo>
                  <a:cubicBezTo>
                    <a:pt x="154" y="164"/>
                    <a:pt x="154" y="164"/>
                    <a:pt x="154" y="164"/>
                  </a:cubicBezTo>
                  <a:cubicBezTo>
                    <a:pt x="167" y="178"/>
                    <a:pt x="176" y="197"/>
                    <a:pt x="176" y="218"/>
                  </a:cubicBezTo>
                  <a:cubicBezTo>
                    <a:pt x="176" y="235"/>
                    <a:pt x="170" y="251"/>
                    <a:pt x="161" y="263"/>
                  </a:cubicBezTo>
                  <a:cubicBezTo>
                    <a:pt x="161" y="282"/>
                    <a:pt x="161" y="282"/>
                    <a:pt x="161" y="282"/>
                  </a:cubicBezTo>
                  <a:cubicBezTo>
                    <a:pt x="154" y="321"/>
                    <a:pt x="154" y="321"/>
                    <a:pt x="154" y="321"/>
                  </a:cubicBezTo>
                  <a:cubicBezTo>
                    <a:pt x="21" y="336"/>
                    <a:pt x="21" y="336"/>
                    <a:pt x="21" y="336"/>
                  </a:cubicBezTo>
                  <a:cubicBezTo>
                    <a:pt x="9" y="337"/>
                    <a:pt x="0" y="349"/>
                    <a:pt x="1" y="361"/>
                  </a:cubicBezTo>
                  <a:cubicBezTo>
                    <a:pt x="2" y="373"/>
                    <a:pt x="12" y="382"/>
                    <a:pt x="24" y="382"/>
                  </a:cubicBezTo>
                  <a:cubicBezTo>
                    <a:pt x="25" y="382"/>
                    <a:pt x="25" y="382"/>
                    <a:pt x="26" y="382"/>
                  </a:cubicBezTo>
                  <a:cubicBezTo>
                    <a:pt x="176" y="365"/>
                    <a:pt x="176" y="365"/>
                    <a:pt x="176" y="365"/>
                  </a:cubicBezTo>
                  <a:cubicBezTo>
                    <a:pt x="186" y="364"/>
                    <a:pt x="194" y="357"/>
                    <a:pt x="196" y="346"/>
                  </a:cubicBezTo>
                  <a:cubicBezTo>
                    <a:pt x="203" y="307"/>
                    <a:pt x="203" y="307"/>
                    <a:pt x="203" y="307"/>
                  </a:cubicBezTo>
                  <a:cubicBezTo>
                    <a:pt x="356" y="307"/>
                    <a:pt x="356" y="307"/>
                    <a:pt x="356" y="307"/>
                  </a:cubicBezTo>
                  <a:cubicBezTo>
                    <a:pt x="656" y="348"/>
                    <a:pt x="656" y="348"/>
                    <a:pt x="656" y="348"/>
                  </a:cubicBezTo>
                  <a:cubicBezTo>
                    <a:pt x="675" y="351"/>
                    <a:pt x="693" y="337"/>
                    <a:pt x="696" y="318"/>
                  </a:cubicBezTo>
                  <a:cubicBezTo>
                    <a:pt x="699" y="298"/>
                    <a:pt x="685" y="280"/>
                    <a:pt x="666" y="278"/>
                  </a:cubicBezTo>
                  <a:cubicBezTo>
                    <a:pt x="402" y="241"/>
                    <a:pt x="402" y="241"/>
                    <a:pt x="402" y="241"/>
                  </a:cubicBezTo>
                  <a:cubicBezTo>
                    <a:pt x="402" y="213"/>
                    <a:pt x="402" y="213"/>
                    <a:pt x="402" y="213"/>
                  </a:cubicBezTo>
                  <a:lnTo>
                    <a:pt x="44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Oval 56"/>
            <p:cNvSpPr>
              <a:spLocks noChangeArrowheads="1"/>
            </p:cNvSpPr>
            <p:nvPr/>
          </p:nvSpPr>
          <p:spPr bwMode="auto">
            <a:xfrm>
              <a:off x="3011488" y="4206875"/>
              <a:ext cx="169863" cy="171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57"/>
            <p:cNvSpPr>
              <a:spLocks/>
            </p:cNvSpPr>
            <p:nvPr/>
          </p:nvSpPr>
          <p:spPr bwMode="auto">
            <a:xfrm>
              <a:off x="3446463" y="4046538"/>
              <a:ext cx="36513" cy="28575"/>
            </a:xfrm>
            <a:custGeom>
              <a:avLst/>
              <a:gdLst>
                <a:gd name="T0" fmla="*/ 8 w 28"/>
                <a:gd name="T1" fmla="*/ 5 h 22"/>
                <a:gd name="T2" fmla="*/ 0 w 28"/>
                <a:gd name="T3" fmla="*/ 19 h 22"/>
                <a:gd name="T4" fmla="*/ 3 w 28"/>
                <a:gd name="T5" fmla="*/ 22 h 22"/>
                <a:gd name="T6" fmla="*/ 3 w 28"/>
                <a:gd name="T7" fmla="*/ 22 h 22"/>
                <a:gd name="T8" fmla="*/ 6 w 28"/>
                <a:gd name="T9" fmla="*/ 19 h 22"/>
                <a:gd name="T10" fmla="*/ 12 w 28"/>
                <a:gd name="T11" fmla="*/ 9 h 22"/>
                <a:gd name="T12" fmla="*/ 24 w 28"/>
                <a:gd name="T13" fmla="*/ 7 h 22"/>
                <a:gd name="T14" fmla="*/ 27 w 28"/>
                <a:gd name="T15" fmla="*/ 5 h 22"/>
                <a:gd name="T16" fmla="*/ 25 w 28"/>
                <a:gd name="T17" fmla="*/ 1 h 22"/>
                <a:gd name="T18" fmla="*/ 8 w 28"/>
                <a:gd name="T19" fmla="*/ 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22">
                  <a:moveTo>
                    <a:pt x="8" y="5"/>
                  </a:moveTo>
                  <a:cubicBezTo>
                    <a:pt x="1" y="10"/>
                    <a:pt x="0" y="19"/>
                    <a:pt x="0" y="19"/>
                  </a:cubicBezTo>
                  <a:cubicBezTo>
                    <a:pt x="0" y="20"/>
                    <a:pt x="1" y="22"/>
                    <a:pt x="3" y="22"/>
                  </a:cubicBezTo>
                  <a:cubicBezTo>
                    <a:pt x="3" y="22"/>
                    <a:pt x="3" y="22"/>
                    <a:pt x="3" y="22"/>
                  </a:cubicBezTo>
                  <a:cubicBezTo>
                    <a:pt x="5" y="22"/>
                    <a:pt x="6" y="21"/>
                    <a:pt x="6" y="19"/>
                  </a:cubicBezTo>
                  <a:cubicBezTo>
                    <a:pt x="6" y="19"/>
                    <a:pt x="7" y="13"/>
                    <a:pt x="12" y="9"/>
                  </a:cubicBezTo>
                  <a:cubicBezTo>
                    <a:pt x="15" y="7"/>
                    <a:pt x="19" y="6"/>
                    <a:pt x="24" y="7"/>
                  </a:cubicBezTo>
                  <a:cubicBezTo>
                    <a:pt x="26" y="7"/>
                    <a:pt x="27" y="6"/>
                    <a:pt x="27" y="5"/>
                  </a:cubicBezTo>
                  <a:cubicBezTo>
                    <a:pt x="28" y="3"/>
                    <a:pt x="26" y="2"/>
                    <a:pt x="25" y="1"/>
                  </a:cubicBezTo>
                  <a:cubicBezTo>
                    <a:pt x="18" y="0"/>
                    <a:pt x="12" y="2"/>
                    <a:pt x="8"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58"/>
            <p:cNvSpPr>
              <a:spLocks/>
            </p:cNvSpPr>
            <p:nvPr/>
          </p:nvSpPr>
          <p:spPr bwMode="auto">
            <a:xfrm>
              <a:off x="3430588" y="4029075"/>
              <a:ext cx="52388" cy="38100"/>
            </a:xfrm>
            <a:custGeom>
              <a:avLst/>
              <a:gdLst>
                <a:gd name="T0" fmla="*/ 40 w 40"/>
                <a:gd name="T1" fmla="*/ 5 h 29"/>
                <a:gd name="T2" fmla="*/ 38 w 40"/>
                <a:gd name="T3" fmla="*/ 2 h 29"/>
                <a:gd name="T4" fmla="*/ 12 w 40"/>
                <a:gd name="T5" fmla="*/ 6 h 29"/>
                <a:gd name="T6" fmla="*/ 0 w 40"/>
                <a:gd name="T7" fmla="*/ 25 h 29"/>
                <a:gd name="T8" fmla="*/ 3 w 40"/>
                <a:gd name="T9" fmla="*/ 29 h 29"/>
                <a:gd name="T10" fmla="*/ 3 w 40"/>
                <a:gd name="T11" fmla="*/ 29 h 29"/>
                <a:gd name="T12" fmla="*/ 6 w 40"/>
                <a:gd name="T13" fmla="*/ 26 h 29"/>
                <a:gd name="T14" fmla="*/ 16 w 40"/>
                <a:gd name="T15" fmla="*/ 10 h 29"/>
                <a:gd name="T16" fmla="*/ 36 w 40"/>
                <a:gd name="T17" fmla="*/ 7 h 29"/>
                <a:gd name="T18" fmla="*/ 40 w 40"/>
                <a:gd name="T19" fmla="*/ 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29">
                  <a:moveTo>
                    <a:pt x="40" y="5"/>
                  </a:moveTo>
                  <a:cubicBezTo>
                    <a:pt x="40" y="3"/>
                    <a:pt x="39" y="2"/>
                    <a:pt x="38" y="2"/>
                  </a:cubicBezTo>
                  <a:cubicBezTo>
                    <a:pt x="28" y="0"/>
                    <a:pt x="19" y="1"/>
                    <a:pt x="12" y="6"/>
                  </a:cubicBezTo>
                  <a:cubicBezTo>
                    <a:pt x="2" y="13"/>
                    <a:pt x="0" y="25"/>
                    <a:pt x="0" y="25"/>
                  </a:cubicBezTo>
                  <a:cubicBezTo>
                    <a:pt x="0" y="27"/>
                    <a:pt x="1" y="28"/>
                    <a:pt x="3" y="29"/>
                  </a:cubicBezTo>
                  <a:cubicBezTo>
                    <a:pt x="3" y="29"/>
                    <a:pt x="3" y="29"/>
                    <a:pt x="3" y="29"/>
                  </a:cubicBezTo>
                  <a:cubicBezTo>
                    <a:pt x="4" y="29"/>
                    <a:pt x="6" y="28"/>
                    <a:pt x="6" y="26"/>
                  </a:cubicBezTo>
                  <a:cubicBezTo>
                    <a:pt x="6" y="26"/>
                    <a:pt x="8" y="16"/>
                    <a:pt x="16" y="10"/>
                  </a:cubicBezTo>
                  <a:cubicBezTo>
                    <a:pt x="21" y="7"/>
                    <a:pt x="28" y="6"/>
                    <a:pt x="36" y="7"/>
                  </a:cubicBezTo>
                  <a:cubicBezTo>
                    <a:pt x="38" y="7"/>
                    <a:pt x="39" y="6"/>
                    <a:pt x="4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59"/>
            <p:cNvSpPr>
              <a:spLocks/>
            </p:cNvSpPr>
            <p:nvPr/>
          </p:nvSpPr>
          <p:spPr bwMode="auto">
            <a:xfrm>
              <a:off x="3787775" y="4017963"/>
              <a:ext cx="33338" cy="31750"/>
            </a:xfrm>
            <a:custGeom>
              <a:avLst/>
              <a:gdLst>
                <a:gd name="T0" fmla="*/ 3 w 25"/>
                <a:gd name="T1" fmla="*/ 1 h 24"/>
                <a:gd name="T2" fmla="*/ 0 w 25"/>
                <a:gd name="T3" fmla="*/ 4 h 24"/>
                <a:gd name="T4" fmla="*/ 3 w 25"/>
                <a:gd name="T5" fmla="*/ 6 h 24"/>
                <a:gd name="T6" fmla="*/ 14 w 25"/>
                <a:gd name="T7" fmla="*/ 10 h 24"/>
                <a:gd name="T8" fmla="*/ 19 w 25"/>
                <a:gd name="T9" fmla="*/ 21 h 24"/>
                <a:gd name="T10" fmla="*/ 22 w 25"/>
                <a:gd name="T11" fmla="*/ 24 h 24"/>
                <a:gd name="T12" fmla="*/ 22 w 25"/>
                <a:gd name="T13" fmla="*/ 24 h 24"/>
                <a:gd name="T14" fmla="*/ 25 w 25"/>
                <a:gd name="T15" fmla="*/ 21 h 24"/>
                <a:gd name="T16" fmla="*/ 18 w 25"/>
                <a:gd name="T17" fmla="*/ 5 h 24"/>
                <a:gd name="T18" fmla="*/ 3 w 25"/>
                <a:gd name="T19" fmla="*/ 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24">
                  <a:moveTo>
                    <a:pt x="3" y="1"/>
                  </a:moveTo>
                  <a:cubicBezTo>
                    <a:pt x="1" y="1"/>
                    <a:pt x="0" y="2"/>
                    <a:pt x="0" y="4"/>
                  </a:cubicBezTo>
                  <a:cubicBezTo>
                    <a:pt x="0" y="5"/>
                    <a:pt x="2" y="7"/>
                    <a:pt x="3" y="6"/>
                  </a:cubicBezTo>
                  <a:cubicBezTo>
                    <a:pt x="3" y="6"/>
                    <a:pt x="10" y="6"/>
                    <a:pt x="14" y="10"/>
                  </a:cubicBezTo>
                  <a:cubicBezTo>
                    <a:pt x="17" y="12"/>
                    <a:pt x="19" y="16"/>
                    <a:pt x="19" y="21"/>
                  </a:cubicBezTo>
                  <a:cubicBezTo>
                    <a:pt x="19" y="23"/>
                    <a:pt x="21" y="24"/>
                    <a:pt x="22" y="24"/>
                  </a:cubicBezTo>
                  <a:cubicBezTo>
                    <a:pt x="22" y="24"/>
                    <a:pt x="22" y="24"/>
                    <a:pt x="22" y="24"/>
                  </a:cubicBezTo>
                  <a:cubicBezTo>
                    <a:pt x="24" y="24"/>
                    <a:pt x="25" y="22"/>
                    <a:pt x="25" y="21"/>
                  </a:cubicBezTo>
                  <a:cubicBezTo>
                    <a:pt x="25" y="14"/>
                    <a:pt x="22" y="9"/>
                    <a:pt x="18" y="5"/>
                  </a:cubicBezTo>
                  <a:cubicBezTo>
                    <a:pt x="12" y="0"/>
                    <a:pt x="3"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60"/>
            <p:cNvSpPr>
              <a:spLocks/>
            </p:cNvSpPr>
            <p:nvPr/>
          </p:nvSpPr>
          <p:spPr bwMode="auto">
            <a:xfrm>
              <a:off x="3794125" y="4000500"/>
              <a:ext cx="44450" cy="46037"/>
            </a:xfrm>
            <a:custGeom>
              <a:avLst/>
              <a:gdLst>
                <a:gd name="T0" fmla="*/ 31 w 34"/>
                <a:gd name="T1" fmla="*/ 35 h 35"/>
                <a:gd name="T2" fmla="*/ 31 w 34"/>
                <a:gd name="T3" fmla="*/ 35 h 35"/>
                <a:gd name="T4" fmla="*/ 34 w 34"/>
                <a:gd name="T5" fmla="*/ 32 h 35"/>
                <a:gd name="T6" fmla="*/ 24 w 34"/>
                <a:gd name="T7" fmla="*/ 8 h 35"/>
                <a:gd name="T8" fmla="*/ 3 w 34"/>
                <a:gd name="T9" fmla="*/ 0 h 35"/>
                <a:gd name="T10" fmla="*/ 0 w 34"/>
                <a:gd name="T11" fmla="*/ 3 h 35"/>
                <a:gd name="T12" fmla="*/ 3 w 34"/>
                <a:gd name="T13" fmla="*/ 6 h 35"/>
                <a:gd name="T14" fmla="*/ 20 w 34"/>
                <a:gd name="T15" fmla="*/ 12 h 35"/>
                <a:gd name="T16" fmla="*/ 28 w 34"/>
                <a:gd name="T17" fmla="*/ 32 h 35"/>
                <a:gd name="T18" fmla="*/ 31 w 34"/>
                <a:gd name="T19"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31" y="35"/>
                  </a:moveTo>
                  <a:cubicBezTo>
                    <a:pt x="31" y="35"/>
                    <a:pt x="31" y="35"/>
                    <a:pt x="31" y="35"/>
                  </a:cubicBezTo>
                  <a:cubicBezTo>
                    <a:pt x="32" y="35"/>
                    <a:pt x="34" y="33"/>
                    <a:pt x="34" y="32"/>
                  </a:cubicBezTo>
                  <a:cubicBezTo>
                    <a:pt x="33" y="22"/>
                    <a:pt x="30" y="14"/>
                    <a:pt x="24" y="8"/>
                  </a:cubicBezTo>
                  <a:cubicBezTo>
                    <a:pt x="15" y="0"/>
                    <a:pt x="3" y="0"/>
                    <a:pt x="3" y="0"/>
                  </a:cubicBezTo>
                  <a:cubicBezTo>
                    <a:pt x="1" y="0"/>
                    <a:pt x="0" y="2"/>
                    <a:pt x="0" y="3"/>
                  </a:cubicBezTo>
                  <a:cubicBezTo>
                    <a:pt x="0" y="5"/>
                    <a:pt x="1" y="6"/>
                    <a:pt x="3" y="6"/>
                  </a:cubicBezTo>
                  <a:cubicBezTo>
                    <a:pt x="3" y="6"/>
                    <a:pt x="13" y="6"/>
                    <a:pt x="20" y="12"/>
                  </a:cubicBezTo>
                  <a:cubicBezTo>
                    <a:pt x="25" y="17"/>
                    <a:pt x="28" y="23"/>
                    <a:pt x="28" y="32"/>
                  </a:cubicBezTo>
                  <a:cubicBezTo>
                    <a:pt x="28" y="33"/>
                    <a:pt x="29" y="35"/>
                    <a:pt x="31"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61"/>
            <p:cNvSpPr>
              <a:spLocks/>
            </p:cNvSpPr>
            <p:nvPr/>
          </p:nvSpPr>
          <p:spPr bwMode="auto">
            <a:xfrm>
              <a:off x="3856038" y="4354513"/>
              <a:ext cx="33338" cy="31750"/>
            </a:xfrm>
            <a:custGeom>
              <a:avLst/>
              <a:gdLst>
                <a:gd name="T0" fmla="*/ 3 w 25"/>
                <a:gd name="T1" fmla="*/ 6 h 24"/>
                <a:gd name="T2" fmla="*/ 4 w 25"/>
                <a:gd name="T3" fmla="*/ 6 h 24"/>
                <a:gd name="T4" fmla="*/ 14 w 25"/>
                <a:gd name="T5" fmla="*/ 9 h 24"/>
                <a:gd name="T6" fmla="*/ 19 w 25"/>
                <a:gd name="T7" fmla="*/ 20 h 24"/>
                <a:gd name="T8" fmla="*/ 19 w 25"/>
                <a:gd name="T9" fmla="*/ 21 h 24"/>
                <a:gd name="T10" fmla="*/ 22 w 25"/>
                <a:gd name="T11" fmla="*/ 24 h 24"/>
                <a:gd name="T12" fmla="*/ 22 w 25"/>
                <a:gd name="T13" fmla="*/ 24 h 24"/>
                <a:gd name="T14" fmla="*/ 22 w 25"/>
                <a:gd name="T15" fmla="*/ 24 h 24"/>
                <a:gd name="T16" fmla="*/ 25 w 25"/>
                <a:gd name="T17" fmla="*/ 21 h 24"/>
                <a:gd name="T18" fmla="*/ 18 w 25"/>
                <a:gd name="T19" fmla="*/ 5 h 24"/>
                <a:gd name="T20" fmla="*/ 3 w 25"/>
                <a:gd name="T21" fmla="*/ 0 h 24"/>
                <a:gd name="T22" fmla="*/ 0 w 25"/>
                <a:gd name="T23" fmla="*/ 4 h 24"/>
                <a:gd name="T24" fmla="*/ 0 w 25"/>
                <a:gd name="T25" fmla="*/ 4 h 24"/>
                <a:gd name="T26" fmla="*/ 3 w 25"/>
                <a:gd name="T27" fmla="*/ 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 h="24">
                  <a:moveTo>
                    <a:pt x="3" y="6"/>
                  </a:moveTo>
                  <a:cubicBezTo>
                    <a:pt x="3" y="6"/>
                    <a:pt x="3" y="6"/>
                    <a:pt x="4" y="6"/>
                  </a:cubicBezTo>
                  <a:cubicBezTo>
                    <a:pt x="5" y="6"/>
                    <a:pt x="10" y="6"/>
                    <a:pt x="14" y="9"/>
                  </a:cubicBezTo>
                  <a:cubicBezTo>
                    <a:pt x="17" y="12"/>
                    <a:pt x="18" y="15"/>
                    <a:pt x="19" y="20"/>
                  </a:cubicBezTo>
                  <a:cubicBezTo>
                    <a:pt x="19" y="20"/>
                    <a:pt x="19" y="20"/>
                    <a:pt x="19" y="21"/>
                  </a:cubicBezTo>
                  <a:cubicBezTo>
                    <a:pt x="19" y="22"/>
                    <a:pt x="20" y="23"/>
                    <a:pt x="22" y="24"/>
                  </a:cubicBezTo>
                  <a:cubicBezTo>
                    <a:pt x="22" y="24"/>
                    <a:pt x="22" y="24"/>
                    <a:pt x="22" y="24"/>
                  </a:cubicBezTo>
                  <a:cubicBezTo>
                    <a:pt x="22" y="24"/>
                    <a:pt x="22" y="24"/>
                    <a:pt x="22" y="24"/>
                  </a:cubicBezTo>
                  <a:cubicBezTo>
                    <a:pt x="24" y="24"/>
                    <a:pt x="25" y="22"/>
                    <a:pt x="25" y="21"/>
                  </a:cubicBezTo>
                  <a:cubicBezTo>
                    <a:pt x="24" y="14"/>
                    <a:pt x="22" y="9"/>
                    <a:pt x="18" y="5"/>
                  </a:cubicBezTo>
                  <a:cubicBezTo>
                    <a:pt x="11" y="0"/>
                    <a:pt x="3" y="0"/>
                    <a:pt x="3" y="0"/>
                  </a:cubicBezTo>
                  <a:cubicBezTo>
                    <a:pt x="1" y="1"/>
                    <a:pt x="0" y="2"/>
                    <a:pt x="0" y="4"/>
                  </a:cubicBezTo>
                  <a:cubicBezTo>
                    <a:pt x="0" y="4"/>
                    <a:pt x="0" y="4"/>
                    <a:pt x="0" y="4"/>
                  </a:cubicBezTo>
                  <a:cubicBezTo>
                    <a:pt x="1" y="6"/>
                    <a:pt x="2" y="6"/>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62"/>
            <p:cNvSpPr>
              <a:spLocks/>
            </p:cNvSpPr>
            <p:nvPr/>
          </p:nvSpPr>
          <p:spPr bwMode="auto">
            <a:xfrm>
              <a:off x="3862388" y="4337050"/>
              <a:ext cx="44450" cy="44450"/>
            </a:xfrm>
            <a:custGeom>
              <a:avLst/>
              <a:gdLst>
                <a:gd name="T0" fmla="*/ 31 w 34"/>
                <a:gd name="T1" fmla="*/ 34 h 34"/>
                <a:gd name="T2" fmla="*/ 34 w 34"/>
                <a:gd name="T3" fmla="*/ 31 h 34"/>
                <a:gd name="T4" fmla="*/ 24 w 34"/>
                <a:gd name="T5" fmla="*/ 8 h 34"/>
                <a:gd name="T6" fmla="*/ 2 w 34"/>
                <a:gd name="T7" fmla="*/ 0 h 34"/>
                <a:gd name="T8" fmla="*/ 0 w 34"/>
                <a:gd name="T9" fmla="*/ 3 h 34"/>
                <a:gd name="T10" fmla="*/ 3 w 34"/>
                <a:gd name="T11" fmla="*/ 6 h 34"/>
                <a:gd name="T12" fmla="*/ 20 w 34"/>
                <a:gd name="T13" fmla="*/ 12 h 34"/>
                <a:gd name="T14" fmla="*/ 28 w 34"/>
                <a:gd name="T15" fmla="*/ 32 h 34"/>
                <a:gd name="T16" fmla="*/ 31 w 34"/>
                <a:gd name="T17" fmla="*/ 34 h 34"/>
                <a:gd name="T18" fmla="*/ 31 w 34"/>
                <a:gd name="T19"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31" y="34"/>
                  </a:moveTo>
                  <a:cubicBezTo>
                    <a:pt x="32" y="34"/>
                    <a:pt x="34" y="33"/>
                    <a:pt x="34" y="31"/>
                  </a:cubicBezTo>
                  <a:cubicBezTo>
                    <a:pt x="33" y="21"/>
                    <a:pt x="30" y="13"/>
                    <a:pt x="24" y="8"/>
                  </a:cubicBezTo>
                  <a:cubicBezTo>
                    <a:pt x="15" y="0"/>
                    <a:pt x="3" y="0"/>
                    <a:pt x="2" y="0"/>
                  </a:cubicBezTo>
                  <a:cubicBezTo>
                    <a:pt x="1" y="0"/>
                    <a:pt x="0" y="2"/>
                    <a:pt x="0" y="3"/>
                  </a:cubicBezTo>
                  <a:cubicBezTo>
                    <a:pt x="0" y="5"/>
                    <a:pt x="1" y="6"/>
                    <a:pt x="3" y="6"/>
                  </a:cubicBezTo>
                  <a:cubicBezTo>
                    <a:pt x="3" y="6"/>
                    <a:pt x="13" y="5"/>
                    <a:pt x="20" y="12"/>
                  </a:cubicBezTo>
                  <a:cubicBezTo>
                    <a:pt x="25" y="17"/>
                    <a:pt x="28" y="23"/>
                    <a:pt x="28" y="32"/>
                  </a:cubicBezTo>
                  <a:cubicBezTo>
                    <a:pt x="28" y="33"/>
                    <a:pt x="29" y="34"/>
                    <a:pt x="31" y="34"/>
                  </a:cubicBezTo>
                  <a:cubicBezTo>
                    <a:pt x="31" y="34"/>
                    <a:pt x="31" y="34"/>
                    <a:pt x="31"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63"/>
            <p:cNvSpPr>
              <a:spLocks/>
            </p:cNvSpPr>
            <p:nvPr/>
          </p:nvSpPr>
          <p:spPr bwMode="auto">
            <a:xfrm>
              <a:off x="3003550" y="3976688"/>
              <a:ext cx="39688" cy="25400"/>
            </a:xfrm>
            <a:custGeom>
              <a:avLst/>
              <a:gdLst>
                <a:gd name="T0" fmla="*/ 27 w 30"/>
                <a:gd name="T1" fmla="*/ 20 h 20"/>
                <a:gd name="T2" fmla="*/ 28 w 30"/>
                <a:gd name="T3" fmla="*/ 20 h 20"/>
                <a:gd name="T4" fmla="*/ 29 w 30"/>
                <a:gd name="T5" fmla="*/ 16 h 20"/>
                <a:gd name="T6" fmla="*/ 18 w 30"/>
                <a:gd name="T7" fmla="*/ 3 h 20"/>
                <a:gd name="T8" fmla="*/ 2 w 30"/>
                <a:gd name="T9" fmla="*/ 3 h 20"/>
                <a:gd name="T10" fmla="*/ 1 w 30"/>
                <a:gd name="T11" fmla="*/ 7 h 20"/>
                <a:gd name="T12" fmla="*/ 5 w 30"/>
                <a:gd name="T13" fmla="*/ 8 h 20"/>
                <a:gd name="T14" fmla="*/ 16 w 30"/>
                <a:gd name="T15" fmla="*/ 8 h 20"/>
                <a:gd name="T16" fmla="*/ 24 w 30"/>
                <a:gd name="T17" fmla="*/ 18 h 20"/>
                <a:gd name="T18" fmla="*/ 24 w 30"/>
                <a:gd name="T19" fmla="*/ 19 h 20"/>
                <a:gd name="T20" fmla="*/ 27 w 30"/>
                <a:gd name="T21" fmla="*/ 20 h 20"/>
                <a:gd name="T22" fmla="*/ 27 w 30"/>
                <a:gd name="T23"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20">
                  <a:moveTo>
                    <a:pt x="27" y="20"/>
                  </a:moveTo>
                  <a:cubicBezTo>
                    <a:pt x="27" y="20"/>
                    <a:pt x="27" y="20"/>
                    <a:pt x="28" y="20"/>
                  </a:cubicBezTo>
                  <a:cubicBezTo>
                    <a:pt x="29" y="19"/>
                    <a:pt x="30" y="18"/>
                    <a:pt x="29" y="16"/>
                  </a:cubicBezTo>
                  <a:cubicBezTo>
                    <a:pt x="27" y="10"/>
                    <a:pt x="23" y="5"/>
                    <a:pt x="18" y="3"/>
                  </a:cubicBezTo>
                  <a:cubicBezTo>
                    <a:pt x="11" y="0"/>
                    <a:pt x="3" y="3"/>
                    <a:pt x="2" y="3"/>
                  </a:cubicBezTo>
                  <a:cubicBezTo>
                    <a:pt x="1" y="4"/>
                    <a:pt x="0" y="5"/>
                    <a:pt x="1" y="7"/>
                  </a:cubicBezTo>
                  <a:cubicBezTo>
                    <a:pt x="1" y="8"/>
                    <a:pt x="3" y="9"/>
                    <a:pt x="5" y="8"/>
                  </a:cubicBezTo>
                  <a:cubicBezTo>
                    <a:pt x="5" y="8"/>
                    <a:pt x="11" y="6"/>
                    <a:pt x="16" y="8"/>
                  </a:cubicBezTo>
                  <a:cubicBezTo>
                    <a:pt x="20" y="10"/>
                    <a:pt x="22" y="13"/>
                    <a:pt x="24" y="18"/>
                  </a:cubicBezTo>
                  <a:cubicBezTo>
                    <a:pt x="24" y="19"/>
                    <a:pt x="24" y="19"/>
                    <a:pt x="24" y="19"/>
                  </a:cubicBezTo>
                  <a:cubicBezTo>
                    <a:pt x="25" y="20"/>
                    <a:pt x="26" y="20"/>
                    <a:pt x="27" y="20"/>
                  </a:cubicBezTo>
                  <a:cubicBezTo>
                    <a:pt x="27" y="20"/>
                    <a:pt x="27" y="20"/>
                    <a:pt x="27"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64"/>
            <p:cNvSpPr>
              <a:spLocks/>
            </p:cNvSpPr>
            <p:nvPr/>
          </p:nvSpPr>
          <p:spPr bwMode="auto">
            <a:xfrm>
              <a:off x="3003550" y="3956050"/>
              <a:ext cx="53975" cy="39687"/>
            </a:xfrm>
            <a:custGeom>
              <a:avLst/>
              <a:gdLst>
                <a:gd name="T0" fmla="*/ 25 w 41"/>
                <a:gd name="T1" fmla="*/ 6 h 30"/>
                <a:gd name="T2" fmla="*/ 2 w 41"/>
                <a:gd name="T3" fmla="*/ 4 h 30"/>
                <a:gd name="T4" fmla="*/ 1 w 41"/>
                <a:gd name="T5" fmla="*/ 8 h 30"/>
                <a:gd name="T6" fmla="*/ 4 w 41"/>
                <a:gd name="T7" fmla="*/ 10 h 30"/>
                <a:gd name="T8" fmla="*/ 23 w 41"/>
                <a:gd name="T9" fmla="*/ 11 h 30"/>
                <a:gd name="T10" fmla="*/ 35 w 41"/>
                <a:gd name="T11" fmla="*/ 27 h 30"/>
                <a:gd name="T12" fmla="*/ 38 w 41"/>
                <a:gd name="T13" fmla="*/ 30 h 30"/>
                <a:gd name="T14" fmla="*/ 39 w 41"/>
                <a:gd name="T15" fmla="*/ 29 h 30"/>
                <a:gd name="T16" fmla="*/ 41 w 41"/>
                <a:gd name="T17" fmla="*/ 26 h 30"/>
                <a:gd name="T18" fmla="*/ 25 w 41"/>
                <a:gd name="T19" fmla="*/ 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30">
                  <a:moveTo>
                    <a:pt x="25" y="6"/>
                  </a:moveTo>
                  <a:cubicBezTo>
                    <a:pt x="14" y="0"/>
                    <a:pt x="3" y="4"/>
                    <a:pt x="2" y="4"/>
                  </a:cubicBezTo>
                  <a:cubicBezTo>
                    <a:pt x="1" y="5"/>
                    <a:pt x="0" y="6"/>
                    <a:pt x="1" y="8"/>
                  </a:cubicBezTo>
                  <a:cubicBezTo>
                    <a:pt x="1" y="9"/>
                    <a:pt x="3" y="10"/>
                    <a:pt x="4" y="10"/>
                  </a:cubicBezTo>
                  <a:cubicBezTo>
                    <a:pt x="4" y="9"/>
                    <a:pt x="14" y="6"/>
                    <a:pt x="23" y="11"/>
                  </a:cubicBezTo>
                  <a:cubicBezTo>
                    <a:pt x="29" y="14"/>
                    <a:pt x="33" y="19"/>
                    <a:pt x="35" y="27"/>
                  </a:cubicBezTo>
                  <a:cubicBezTo>
                    <a:pt x="36" y="29"/>
                    <a:pt x="37" y="30"/>
                    <a:pt x="38" y="30"/>
                  </a:cubicBezTo>
                  <a:cubicBezTo>
                    <a:pt x="38" y="30"/>
                    <a:pt x="39" y="29"/>
                    <a:pt x="39" y="29"/>
                  </a:cubicBezTo>
                  <a:cubicBezTo>
                    <a:pt x="41" y="29"/>
                    <a:pt x="41" y="27"/>
                    <a:pt x="41" y="26"/>
                  </a:cubicBezTo>
                  <a:cubicBezTo>
                    <a:pt x="38" y="16"/>
                    <a:pt x="33" y="9"/>
                    <a:pt x="2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65"/>
            <p:cNvSpPr>
              <a:spLocks/>
            </p:cNvSpPr>
            <p:nvPr/>
          </p:nvSpPr>
          <p:spPr bwMode="auto">
            <a:xfrm>
              <a:off x="2936875" y="4421188"/>
              <a:ext cx="33338" cy="30162"/>
            </a:xfrm>
            <a:custGeom>
              <a:avLst/>
              <a:gdLst>
                <a:gd name="T0" fmla="*/ 6 w 25"/>
                <a:gd name="T1" fmla="*/ 6 h 23"/>
                <a:gd name="T2" fmla="*/ 0 w 25"/>
                <a:gd name="T3" fmla="*/ 21 h 23"/>
                <a:gd name="T4" fmla="*/ 3 w 25"/>
                <a:gd name="T5" fmla="*/ 23 h 23"/>
                <a:gd name="T6" fmla="*/ 3 w 25"/>
                <a:gd name="T7" fmla="*/ 23 h 23"/>
                <a:gd name="T8" fmla="*/ 6 w 25"/>
                <a:gd name="T9" fmla="*/ 20 h 23"/>
                <a:gd name="T10" fmla="*/ 10 w 25"/>
                <a:gd name="T11" fmla="*/ 10 h 23"/>
                <a:gd name="T12" fmla="*/ 22 w 25"/>
                <a:gd name="T13" fmla="*/ 6 h 23"/>
                <a:gd name="T14" fmla="*/ 25 w 25"/>
                <a:gd name="T15" fmla="*/ 3 h 23"/>
                <a:gd name="T16" fmla="*/ 22 w 25"/>
                <a:gd name="T17" fmla="*/ 0 h 23"/>
                <a:gd name="T18" fmla="*/ 6 w 25"/>
                <a:gd name="T19" fmla="*/ 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23">
                  <a:moveTo>
                    <a:pt x="6" y="6"/>
                  </a:moveTo>
                  <a:cubicBezTo>
                    <a:pt x="0" y="12"/>
                    <a:pt x="0" y="20"/>
                    <a:pt x="0" y="21"/>
                  </a:cubicBezTo>
                  <a:cubicBezTo>
                    <a:pt x="0" y="22"/>
                    <a:pt x="1" y="23"/>
                    <a:pt x="3" y="23"/>
                  </a:cubicBezTo>
                  <a:cubicBezTo>
                    <a:pt x="3" y="23"/>
                    <a:pt x="3" y="23"/>
                    <a:pt x="3" y="23"/>
                  </a:cubicBezTo>
                  <a:cubicBezTo>
                    <a:pt x="5" y="23"/>
                    <a:pt x="6" y="22"/>
                    <a:pt x="6" y="20"/>
                  </a:cubicBezTo>
                  <a:cubicBezTo>
                    <a:pt x="6" y="20"/>
                    <a:pt x="6" y="14"/>
                    <a:pt x="10" y="10"/>
                  </a:cubicBezTo>
                  <a:cubicBezTo>
                    <a:pt x="13" y="7"/>
                    <a:pt x="17" y="6"/>
                    <a:pt x="22" y="6"/>
                  </a:cubicBezTo>
                  <a:cubicBezTo>
                    <a:pt x="24" y="6"/>
                    <a:pt x="25" y="5"/>
                    <a:pt x="25" y="3"/>
                  </a:cubicBezTo>
                  <a:cubicBezTo>
                    <a:pt x="25" y="1"/>
                    <a:pt x="24" y="0"/>
                    <a:pt x="22" y="0"/>
                  </a:cubicBezTo>
                  <a:cubicBezTo>
                    <a:pt x="15" y="0"/>
                    <a:pt x="10" y="2"/>
                    <a:pt x="6"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66"/>
            <p:cNvSpPr>
              <a:spLocks/>
            </p:cNvSpPr>
            <p:nvPr/>
          </p:nvSpPr>
          <p:spPr bwMode="auto">
            <a:xfrm>
              <a:off x="2919413" y="4403725"/>
              <a:ext cx="49213" cy="41275"/>
            </a:xfrm>
            <a:custGeom>
              <a:avLst/>
              <a:gdLst>
                <a:gd name="T0" fmla="*/ 34 w 37"/>
                <a:gd name="T1" fmla="*/ 0 h 31"/>
                <a:gd name="T2" fmla="*/ 10 w 37"/>
                <a:gd name="T3" fmla="*/ 8 h 31"/>
                <a:gd name="T4" fmla="*/ 0 w 37"/>
                <a:gd name="T5" fmla="*/ 28 h 31"/>
                <a:gd name="T6" fmla="*/ 3 w 37"/>
                <a:gd name="T7" fmla="*/ 31 h 31"/>
                <a:gd name="T8" fmla="*/ 3 w 37"/>
                <a:gd name="T9" fmla="*/ 31 h 31"/>
                <a:gd name="T10" fmla="*/ 6 w 37"/>
                <a:gd name="T11" fmla="*/ 29 h 31"/>
                <a:gd name="T12" fmla="*/ 14 w 37"/>
                <a:gd name="T13" fmla="*/ 12 h 31"/>
                <a:gd name="T14" fmla="*/ 34 w 37"/>
                <a:gd name="T15" fmla="*/ 6 h 31"/>
                <a:gd name="T16" fmla="*/ 37 w 37"/>
                <a:gd name="T17" fmla="*/ 3 h 31"/>
                <a:gd name="T18" fmla="*/ 34 w 37"/>
                <a:gd name="T19"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31">
                  <a:moveTo>
                    <a:pt x="34" y="0"/>
                  </a:moveTo>
                  <a:cubicBezTo>
                    <a:pt x="24" y="0"/>
                    <a:pt x="16" y="2"/>
                    <a:pt x="10" y="8"/>
                  </a:cubicBezTo>
                  <a:cubicBezTo>
                    <a:pt x="1" y="16"/>
                    <a:pt x="0" y="28"/>
                    <a:pt x="0" y="28"/>
                  </a:cubicBezTo>
                  <a:cubicBezTo>
                    <a:pt x="0" y="30"/>
                    <a:pt x="1" y="31"/>
                    <a:pt x="3" y="31"/>
                  </a:cubicBezTo>
                  <a:cubicBezTo>
                    <a:pt x="3" y="31"/>
                    <a:pt x="3" y="31"/>
                    <a:pt x="3" y="31"/>
                  </a:cubicBezTo>
                  <a:cubicBezTo>
                    <a:pt x="5" y="31"/>
                    <a:pt x="6" y="30"/>
                    <a:pt x="6" y="29"/>
                  </a:cubicBezTo>
                  <a:cubicBezTo>
                    <a:pt x="6" y="29"/>
                    <a:pt x="6" y="18"/>
                    <a:pt x="14" y="12"/>
                  </a:cubicBezTo>
                  <a:cubicBezTo>
                    <a:pt x="19" y="7"/>
                    <a:pt x="25" y="6"/>
                    <a:pt x="34" y="6"/>
                  </a:cubicBezTo>
                  <a:cubicBezTo>
                    <a:pt x="36" y="6"/>
                    <a:pt x="37" y="5"/>
                    <a:pt x="37" y="3"/>
                  </a:cubicBezTo>
                  <a:cubicBezTo>
                    <a:pt x="37" y="2"/>
                    <a:pt x="36" y="0"/>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67"/>
            <p:cNvSpPr>
              <a:spLocks/>
            </p:cNvSpPr>
            <p:nvPr/>
          </p:nvSpPr>
          <p:spPr bwMode="auto">
            <a:xfrm>
              <a:off x="3228975" y="4467225"/>
              <a:ext cx="30163" cy="34925"/>
            </a:xfrm>
            <a:custGeom>
              <a:avLst/>
              <a:gdLst>
                <a:gd name="T0" fmla="*/ 3 w 23"/>
                <a:gd name="T1" fmla="*/ 21 h 27"/>
                <a:gd name="T2" fmla="*/ 0 w 23"/>
                <a:gd name="T3" fmla="*/ 24 h 27"/>
                <a:gd name="T4" fmla="*/ 3 w 23"/>
                <a:gd name="T5" fmla="*/ 27 h 27"/>
                <a:gd name="T6" fmla="*/ 18 w 23"/>
                <a:gd name="T7" fmla="*/ 19 h 27"/>
                <a:gd name="T8" fmla="*/ 22 w 23"/>
                <a:gd name="T9" fmla="*/ 3 h 27"/>
                <a:gd name="T10" fmla="*/ 19 w 23"/>
                <a:gd name="T11" fmla="*/ 1 h 27"/>
                <a:gd name="T12" fmla="*/ 19 w 23"/>
                <a:gd name="T13" fmla="*/ 1 h 27"/>
                <a:gd name="T14" fmla="*/ 16 w 23"/>
                <a:gd name="T15" fmla="*/ 4 h 27"/>
                <a:gd name="T16" fmla="*/ 14 w 23"/>
                <a:gd name="T17" fmla="*/ 15 h 27"/>
                <a:gd name="T18" fmla="*/ 3 w 23"/>
                <a:gd name="T19" fmla="*/ 2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27">
                  <a:moveTo>
                    <a:pt x="3" y="21"/>
                  </a:moveTo>
                  <a:cubicBezTo>
                    <a:pt x="1" y="21"/>
                    <a:pt x="0" y="23"/>
                    <a:pt x="0" y="24"/>
                  </a:cubicBezTo>
                  <a:cubicBezTo>
                    <a:pt x="0" y="26"/>
                    <a:pt x="2" y="27"/>
                    <a:pt x="3" y="27"/>
                  </a:cubicBezTo>
                  <a:cubicBezTo>
                    <a:pt x="10" y="26"/>
                    <a:pt x="15" y="23"/>
                    <a:pt x="18" y="19"/>
                  </a:cubicBezTo>
                  <a:cubicBezTo>
                    <a:pt x="23" y="12"/>
                    <a:pt x="22" y="3"/>
                    <a:pt x="22" y="3"/>
                  </a:cubicBezTo>
                  <a:cubicBezTo>
                    <a:pt x="22" y="1"/>
                    <a:pt x="20" y="0"/>
                    <a:pt x="19" y="1"/>
                  </a:cubicBezTo>
                  <a:cubicBezTo>
                    <a:pt x="19" y="1"/>
                    <a:pt x="19" y="1"/>
                    <a:pt x="19" y="1"/>
                  </a:cubicBezTo>
                  <a:cubicBezTo>
                    <a:pt x="17" y="1"/>
                    <a:pt x="16" y="2"/>
                    <a:pt x="16" y="4"/>
                  </a:cubicBezTo>
                  <a:cubicBezTo>
                    <a:pt x="16" y="4"/>
                    <a:pt x="17" y="10"/>
                    <a:pt x="14" y="15"/>
                  </a:cubicBezTo>
                  <a:cubicBezTo>
                    <a:pt x="12" y="18"/>
                    <a:pt x="8" y="20"/>
                    <a:pt x="3"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68"/>
            <p:cNvSpPr>
              <a:spLocks/>
            </p:cNvSpPr>
            <p:nvPr/>
          </p:nvSpPr>
          <p:spPr bwMode="auto">
            <a:xfrm>
              <a:off x="3232150" y="4470400"/>
              <a:ext cx="44450" cy="47625"/>
            </a:xfrm>
            <a:custGeom>
              <a:avLst/>
              <a:gdLst>
                <a:gd name="T0" fmla="*/ 3 w 34"/>
                <a:gd name="T1" fmla="*/ 30 h 36"/>
                <a:gd name="T2" fmla="*/ 0 w 34"/>
                <a:gd name="T3" fmla="*/ 33 h 36"/>
                <a:gd name="T4" fmla="*/ 3 w 34"/>
                <a:gd name="T5" fmla="*/ 36 h 36"/>
                <a:gd name="T6" fmla="*/ 26 w 34"/>
                <a:gd name="T7" fmla="*/ 25 h 36"/>
                <a:gd name="T8" fmla="*/ 33 w 34"/>
                <a:gd name="T9" fmla="*/ 3 h 36"/>
                <a:gd name="T10" fmla="*/ 29 w 34"/>
                <a:gd name="T11" fmla="*/ 0 h 36"/>
                <a:gd name="T12" fmla="*/ 29 w 34"/>
                <a:gd name="T13" fmla="*/ 0 h 36"/>
                <a:gd name="T14" fmla="*/ 27 w 34"/>
                <a:gd name="T15" fmla="*/ 4 h 36"/>
                <a:gd name="T16" fmla="*/ 22 w 34"/>
                <a:gd name="T17" fmla="*/ 22 h 36"/>
                <a:gd name="T18" fmla="*/ 3 w 34"/>
                <a:gd name="T19" fmla="*/ 3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6">
                  <a:moveTo>
                    <a:pt x="3" y="30"/>
                  </a:moveTo>
                  <a:cubicBezTo>
                    <a:pt x="1" y="31"/>
                    <a:pt x="0" y="32"/>
                    <a:pt x="0" y="33"/>
                  </a:cubicBezTo>
                  <a:cubicBezTo>
                    <a:pt x="0" y="35"/>
                    <a:pt x="2" y="36"/>
                    <a:pt x="3" y="36"/>
                  </a:cubicBezTo>
                  <a:cubicBezTo>
                    <a:pt x="13" y="35"/>
                    <a:pt x="21" y="31"/>
                    <a:pt x="26" y="25"/>
                  </a:cubicBezTo>
                  <a:cubicBezTo>
                    <a:pt x="34" y="16"/>
                    <a:pt x="33" y="3"/>
                    <a:pt x="33" y="3"/>
                  </a:cubicBezTo>
                  <a:cubicBezTo>
                    <a:pt x="32" y="1"/>
                    <a:pt x="31" y="0"/>
                    <a:pt x="29" y="0"/>
                  </a:cubicBezTo>
                  <a:cubicBezTo>
                    <a:pt x="29" y="0"/>
                    <a:pt x="29" y="0"/>
                    <a:pt x="29" y="0"/>
                  </a:cubicBezTo>
                  <a:cubicBezTo>
                    <a:pt x="28" y="1"/>
                    <a:pt x="27" y="2"/>
                    <a:pt x="27" y="4"/>
                  </a:cubicBezTo>
                  <a:cubicBezTo>
                    <a:pt x="27" y="4"/>
                    <a:pt x="28" y="14"/>
                    <a:pt x="22" y="22"/>
                  </a:cubicBezTo>
                  <a:cubicBezTo>
                    <a:pt x="18" y="27"/>
                    <a:pt x="11" y="30"/>
                    <a:pt x="3"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69"/>
            <p:cNvSpPr>
              <a:spLocks/>
            </p:cNvSpPr>
            <p:nvPr/>
          </p:nvSpPr>
          <p:spPr bwMode="auto">
            <a:xfrm>
              <a:off x="3694113" y="4467225"/>
              <a:ext cx="42863" cy="19050"/>
            </a:xfrm>
            <a:custGeom>
              <a:avLst/>
              <a:gdLst>
                <a:gd name="T0" fmla="*/ 16 w 33"/>
                <a:gd name="T1" fmla="*/ 14 h 14"/>
                <a:gd name="T2" fmla="*/ 31 w 33"/>
                <a:gd name="T3" fmla="*/ 9 h 14"/>
                <a:gd name="T4" fmla="*/ 31 w 33"/>
                <a:gd name="T5" fmla="*/ 4 h 14"/>
                <a:gd name="T6" fmla="*/ 31 w 33"/>
                <a:gd name="T7" fmla="*/ 4 h 14"/>
                <a:gd name="T8" fmla="*/ 27 w 33"/>
                <a:gd name="T9" fmla="*/ 4 h 14"/>
                <a:gd name="T10" fmla="*/ 17 w 33"/>
                <a:gd name="T11" fmla="*/ 8 h 14"/>
                <a:gd name="T12" fmla="*/ 6 w 33"/>
                <a:gd name="T13" fmla="*/ 2 h 14"/>
                <a:gd name="T14" fmla="*/ 2 w 33"/>
                <a:gd name="T15" fmla="*/ 1 h 14"/>
                <a:gd name="T16" fmla="*/ 1 w 33"/>
                <a:gd name="T17" fmla="*/ 5 h 14"/>
                <a:gd name="T18" fmla="*/ 16 w 33"/>
                <a:gd name="T19"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14">
                  <a:moveTo>
                    <a:pt x="16" y="14"/>
                  </a:moveTo>
                  <a:cubicBezTo>
                    <a:pt x="25" y="14"/>
                    <a:pt x="31" y="9"/>
                    <a:pt x="31" y="9"/>
                  </a:cubicBezTo>
                  <a:cubicBezTo>
                    <a:pt x="32" y="7"/>
                    <a:pt x="33" y="6"/>
                    <a:pt x="31" y="4"/>
                  </a:cubicBezTo>
                  <a:cubicBezTo>
                    <a:pt x="31" y="4"/>
                    <a:pt x="31" y="4"/>
                    <a:pt x="31" y="4"/>
                  </a:cubicBezTo>
                  <a:cubicBezTo>
                    <a:pt x="30" y="3"/>
                    <a:pt x="29" y="3"/>
                    <a:pt x="27" y="4"/>
                  </a:cubicBezTo>
                  <a:cubicBezTo>
                    <a:pt x="27" y="4"/>
                    <a:pt x="23" y="8"/>
                    <a:pt x="17" y="8"/>
                  </a:cubicBezTo>
                  <a:cubicBezTo>
                    <a:pt x="13" y="8"/>
                    <a:pt x="9" y="6"/>
                    <a:pt x="6" y="2"/>
                  </a:cubicBezTo>
                  <a:cubicBezTo>
                    <a:pt x="5" y="0"/>
                    <a:pt x="3" y="0"/>
                    <a:pt x="2" y="1"/>
                  </a:cubicBezTo>
                  <a:cubicBezTo>
                    <a:pt x="0" y="2"/>
                    <a:pt x="0" y="4"/>
                    <a:pt x="1" y="5"/>
                  </a:cubicBezTo>
                  <a:cubicBezTo>
                    <a:pt x="6" y="10"/>
                    <a:pt x="11" y="13"/>
                    <a:pt x="16"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70"/>
            <p:cNvSpPr>
              <a:spLocks/>
            </p:cNvSpPr>
            <p:nvPr/>
          </p:nvSpPr>
          <p:spPr bwMode="auto">
            <a:xfrm>
              <a:off x="3683000" y="4479925"/>
              <a:ext cx="60325" cy="25400"/>
            </a:xfrm>
            <a:custGeom>
              <a:avLst/>
              <a:gdLst>
                <a:gd name="T0" fmla="*/ 2 w 46"/>
                <a:gd name="T1" fmla="*/ 1 h 20"/>
                <a:gd name="T2" fmla="*/ 1 w 46"/>
                <a:gd name="T3" fmla="*/ 5 h 20"/>
                <a:gd name="T4" fmla="*/ 23 w 46"/>
                <a:gd name="T5" fmla="*/ 19 h 20"/>
                <a:gd name="T6" fmla="*/ 45 w 46"/>
                <a:gd name="T7" fmla="*/ 13 h 20"/>
                <a:gd name="T8" fmla="*/ 45 w 46"/>
                <a:gd name="T9" fmla="*/ 9 h 20"/>
                <a:gd name="T10" fmla="*/ 45 w 46"/>
                <a:gd name="T11" fmla="*/ 8 h 20"/>
                <a:gd name="T12" fmla="*/ 41 w 46"/>
                <a:gd name="T13" fmla="*/ 8 h 20"/>
                <a:gd name="T14" fmla="*/ 23 w 46"/>
                <a:gd name="T15" fmla="*/ 13 h 20"/>
                <a:gd name="T16" fmla="*/ 6 w 46"/>
                <a:gd name="T17" fmla="*/ 2 h 20"/>
                <a:gd name="T18" fmla="*/ 2 w 46"/>
                <a:gd name="T19"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20">
                  <a:moveTo>
                    <a:pt x="2" y="1"/>
                  </a:moveTo>
                  <a:cubicBezTo>
                    <a:pt x="1" y="2"/>
                    <a:pt x="0" y="4"/>
                    <a:pt x="1" y="5"/>
                  </a:cubicBezTo>
                  <a:cubicBezTo>
                    <a:pt x="7" y="13"/>
                    <a:pt x="15" y="18"/>
                    <a:pt x="23" y="19"/>
                  </a:cubicBezTo>
                  <a:cubicBezTo>
                    <a:pt x="35" y="20"/>
                    <a:pt x="45" y="13"/>
                    <a:pt x="45" y="13"/>
                  </a:cubicBezTo>
                  <a:cubicBezTo>
                    <a:pt x="46" y="12"/>
                    <a:pt x="46" y="10"/>
                    <a:pt x="45" y="9"/>
                  </a:cubicBezTo>
                  <a:cubicBezTo>
                    <a:pt x="45" y="8"/>
                    <a:pt x="45" y="8"/>
                    <a:pt x="45" y="8"/>
                  </a:cubicBezTo>
                  <a:cubicBezTo>
                    <a:pt x="44" y="7"/>
                    <a:pt x="43" y="7"/>
                    <a:pt x="41" y="8"/>
                  </a:cubicBezTo>
                  <a:cubicBezTo>
                    <a:pt x="41" y="8"/>
                    <a:pt x="33" y="14"/>
                    <a:pt x="23" y="13"/>
                  </a:cubicBezTo>
                  <a:cubicBezTo>
                    <a:pt x="17" y="12"/>
                    <a:pt x="11" y="9"/>
                    <a:pt x="6" y="2"/>
                  </a:cubicBezTo>
                  <a:cubicBezTo>
                    <a:pt x="5" y="1"/>
                    <a:pt x="3"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71"/>
            <p:cNvSpPr>
              <a:spLocks/>
            </p:cNvSpPr>
            <p:nvPr/>
          </p:nvSpPr>
          <p:spPr bwMode="auto">
            <a:xfrm>
              <a:off x="3279775" y="3989388"/>
              <a:ext cx="53975" cy="168275"/>
            </a:xfrm>
            <a:custGeom>
              <a:avLst/>
              <a:gdLst>
                <a:gd name="T0" fmla="*/ 11 w 34"/>
                <a:gd name="T1" fmla="*/ 106 h 106"/>
                <a:gd name="T2" fmla="*/ 34 w 34"/>
                <a:gd name="T3" fmla="*/ 44 h 106"/>
                <a:gd name="T4" fmla="*/ 9 w 34"/>
                <a:gd name="T5" fmla="*/ 48 h 106"/>
                <a:gd name="T6" fmla="*/ 19 w 34"/>
                <a:gd name="T7" fmla="*/ 1 h 106"/>
                <a:gd name="T8" fmla="*/ 8 w 34"/>
                <a:gd name="T9" fmla="*/ 0 h 106"/>
                <a:gd name="T10" fmla="*/ 0 w 34"/>
                <a:gd name="T11" fmla="*/ 58 h 106"/>
                <a:gd name="T12" fmla="*/ 21 w 34"/>
                <a:gd name="T13" fmla="*/ 53 h 106"/>
                <a:gd name="T14" fmla="*/ 9 w 34"/>
                <a:gd name="T15" fmla="*/ 105 h 106"/>
                <a:gd name="T16" fmla="*/ 11 w 34"/>
                <a:gd name="T17"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106">
                  <a:moveTo>
                    <a:pt x="11" y="106"/>
                  </a:moveTo>
                  <a:lnTo>
                    <a:pt x="34" y="44"/>
                  </a:lnTo>
                  <a:lnTo>
                    <a:pt x="9" y="48"/>
                  </a:lnTo>
                  <a:lnTo>
                    <a:pt x="19" y="1"/>
                  </a:lnTo>
                  <a:lnTo>
                    <a:pt x="8" y="0"/>
                  </a:lnTo>
                  <a:lnTo>
                    <a:pt x="0" y="58"/>
                  </a:lnTo>
                  <a:lnTo>
                    <a:pt x="21" y="53"/>
                  </a:lnTo>
                  <a:lnTo>
                    <a:pt x="9" y="105"/>
                  </a:lnTo>
                  <a:lnTo>
                    <a:pt x="11" y="1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72"/>
            <p:cNvSpPr>
              <a:spLocks/>
            </p:cNvSpPr>
            <p:nvPr/>
          </p:nvSpPr>
          <p:spPr bwMode="auto">
            <a:xfrm>
              <a:off x="3321050" y="4048125"/>
              <a:ext cx="80963" cy="125412"/>
            </a:xfrm>
            <a:custGeom>
              <a:avLst/>
              <a:gdLst>
                <a:gd name="T0" fmla="*/ 44 w 51"/>
                <a:gd name="T1" fmla="*/ 0 h 79"/>
                <a:gd name="T2" fmla="*/ 13 w 51"/>
                <a:gd name="T3" fmla="*/ 39 h 79"/>
                <a:gd name="T4" fmla="*/ 32 w 51"/>
                <a:gd name="T5" fmla="*/ 44 h 79"/>
                <a:gd name="T6" fmla="*/ 0 w 51"/>
                <a:gd name="T7" fmla="*/ 78 h 79"/>
                <a:gd name="T8" fmla="*/ 2 w 51"/>
                <a:gd name="T9" fmla="*/ 79 h 79"/>
                <a:gd name="T10" fmla="*/ 44 w 51"/>
                <a:gd name="T11" fmla="*/ 44 h 79"/>
                <a:gd name="T12" fmla="*/ 24 w 51"/>
                <a:gd name="T13" fmla="*/ 36 h 79"/>
                <a:gd name="T14" fmla="*/ 51 w 51"/>
                <a:gd name="T15" fmla="*/ 6 h 79"/>
                <a:gd name="T16" fmla="*/ 44 w 51"/>
                <a:gd name="T17"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79">
                  <a:moveTo>
                    <a:pt x="44" y="0"/>
                  </a:moveTo>
                  <a:lnTo>
                    <a:pt x="13" y="39"/>
                  </a:lnTo>
                  <a:lnTo>
                    <a:pt x="32" y="44"/>
                  </a:lnTo>
                  <a:lnTo>
                    <a:pt x="0" y="78"/>
                  </a:lnTo>
                  <a:lnTo>
                    <a:pt x="2" y="79"/>
                  </a:lnTo>
                  <a:lnTo>
                    <a:pt x="44" y="44"/>
                  </a:lnTo>
                  <a:lnTo>
                    <a:pt x="24" y="36"/>
                  </a:lnTo>
                  <a:lnTo>
                    <a:pt x="51" y="6"/>
                  </a:lnTo>
                  <a:lnTo>
                    <a:pt x="4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73"/>
            <p:cNvSpPr>
              <a:spLocks/>
            </p:cNvSpPr>
            <p:nvPr/>
          </p:nvSpPr>
          <p:spPr bwMode="auto">
            <a:xfrm>
              <a:off x="3197225" y="4037013"/>
              <a:ext cx="63500" cy="130175"/>
            </a:xfrm>
            <a:custGeom>
              <a:avLst/>
              <a:gdLst>
                <a:gd name="T0" fmla="*/ 29 w 40"/>
                <a:gd name="T1" fmla="*/ 38 h 82"/>
                <a:gd name="T2" fmla="*/ 39 w 40"/>
                <a:gd name="T3" fmla="*/ 82 h 82"/>
                <a:gd name="T4" fmla="*/ 40 w 40"/>
                <a:gd name="T5" fmla="*/ 82 h 82"/>
                <a:gd name="T6" fmla="*/ 35 w 40"/>
                <a:gd name="T7" fmla="*/ 28 h 82"/>
                <a:gd name="T8" fmla="*/ 17 w 40"/>
                <a:gd name="T9" fmla="*/ 40 h 82"/>
                <a:gd name="T10" fmla="*/ 8 w 40"/>
                <a:gd name="T11" fmla="*/ 0 h 82"/>
                <a:gd name="T12" fmla="*/ 0 w 40"/>
                <a:gd name="T13" fmla="*/ 3 h 82"/>
                <a:gd name="T14" fmla="*/ 14 w 40"/>
                <a:gd name="T15" fmla="*/ 50 h 82"/>
                <a:gd name="T16" fmla="*/ 29 w 40"/>
                <a:gd name="T17" fmla="*/ 3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82">
                  <a:moveTo>
                    <a:pt x="29" y="38"/>
                  </a:moveTo>
                  <a:lnTo>
                    <a:pt x="39" y="82"/>
                  </a:lnTo>
                  <a:lnTo>
                    <a:pt x="40" y="82"/>
                  </a:lnTo>
                  <a:lnTo>
                    <a:pt x="35" y="28"/>
                  </a:lnTo>
                  <a:lnTo>
                    <a:pt x="17" y="40"/>
                  </a:lnTo>
                  <a:lnTo>
                    <a:pt x="8" y="0"/>
                  </a:lnTo>
                  <a:lnTo>
                    <a:pt x="0" y="3"/>
                  </a:lnTo>
                  <a:lnTo>
                    <a:pt x="14" y="50"/>
                  </a:lnTo>
                  <a:lnTo>
                    <a:pt x="29"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74"/>
            <p:cNvSpPr>
              <a:spLocks noEditPoints="1"/>
            </p:cNvSpPr>
            <p:nvPr/>
          </p:nvSpPr>
          <p:spPr bwMode="auto">
            <a:xfrm>
              <a:off x="3141663" y="3857625"/>
              <a:ext cx="57150" cy="80962"/>
            </a:xfrm>
            <a:custGeom>
              <a:avLst/>
              <a:gdLst>
                <a:gd name="T0" fmla="*/ 19 w 43"/>
                <a:gd name="T1" fmla="*/ 55 h 63"/>
                <a:gd name="T2" fmla="*/ 7 w 43"/>
                <a:gd name="T3" fmla="*/ 48 h 63"/>
                <a:gd name="T4" fmla="*/ 3 w 43"/>
                <a:gd name="T5" fmla="*/ 46 h 63"/>
                <a:gd name="T6" fmla="*/ 0 w 43"/>
                <a:gd name="T7" fmla="*/ 48 h 63"/>
                <a:gd name="T8" fmla="*/ 6 w 43"/>
                <a:gd name="T9" fmla="*/ 56 h 63"/>
                <a:gd name="T10" fmla="*/ 18 w 43"/>
                <a:gd name="T11" fmla="*/ 63 h 63"/>
                <a:gd name="T12" fmla="*/ 30 w 43"/>
                <a:gd name="T13" fmla="*/ 59 h 63"/>
                <a:gd name="T14" fmla="*/ 38 w 43"/>
                <a:gd name="T15" fmla="*/ 40 h 63"/>
                <a:gd name="T16" fmla="*/ 41 w 43"/>
                <a:gd name="T17" fmla="*/ 21 h 63"/>
                <a:gd name="T18" fmla="*/ 42 w 43"/>
                <a:gd name="T19" fmla="*/ 13 h 63"/>
                <a:gd name="T20" fmla="*/ 43 w 43"/>
                <a:gd name="T21" fmla="*/ 8 h 63"/>
                <a:gd name="T22" fmla="*/ 43 w 43"/>
                <a:gd name="T23" fmla="*/ 5 h 63"/>
                <a:gd name="T24" fmla="*/ 41 w 43"/>
                <a:gd name="T25" fmla="*/ 3 h 63"/>
                <a:gd name="T26" fmla="*/ 40 w 43"/>
                <a:gd name="T27" fmla="*/ 2 h 63"/>
                <a:gd name="T28" fmla="*/ 35 w 43"/>
                <a:gd name="T29" fmla="*/ 0 h 63"/>
                <a:gd name="T30" fmla="*/ 22 w 43"/>
                <a:gd name="T31" fmla="*/ 6 h 63"/>
                <a:gd name="T32" fmla="*/ 12 w 43"/>
                <a:gd name="T33" fmla="*/ 19 h 63"/>
                <a:gd name="T34" fmla="*/ 8 w 43"/>
                <a:gd name="T35" fmla="*/ 30 h 63"/>
                <a:gd name="T36" fmla="*/ 10 w 43"/>
                <a:gd name="T37" fmla="*/ 36 h 63"/>
                <a:gd name="T38" fmla="*/ 15 w 43"/>
                <a:gd name="T39" fmla="*/ 39 h 63"/>
                <a:gd name="T40" fmla="*/ 24 w 43"/>
                <a:gd name="T41" fmla="*/ 36 h 63"/>
                <a:gd name="T42" fmla="*/ 33 w 43"/>
                <a:gd name="T43" fmla="*/ 29 h 63"/>
                <a:gd name="T44" fmla="*/ 27 w 43"/>
                <a:gd name="T45" fmla="*/ 50 h 63"/>
                <a:gd name="T46" fmla="*/ 19 w 43"/>
                <a:gd name="T47" fmla="*/ 55 h 63"/>
                <a:gd name="T48" fmla="*/ 26 w 43"/>
                <a:gd name="T49" fmla="*/ 28 h 63"/>
                <a:gd name="T50" fmla="*/ 17 w 43"/>
                <a:gd name="T51" fmla="*/ 31 h 63"/>
                <a:gd name="T52" fmla="*/ 16 w 43"/>
                <a:gd name="T53" fmla="*/ 30 h 63"/>
                <a:gd name="T54" fmla="*/ 20 w 43"/>
                <a:gd name="T55" fmla="*/ 21 h 63"/>
                <a:gd name="T56" fmla="*/ 27 w 43"/>
                <a:gd name="T57" fmla="*/ 12 h 63"/>
                <a:gd name="T58" fmla="*/ 33 w 43"/>
                <a:gd name="T59" fmla="*/ 8 h 63"/>
                <a:gd name="T60" fmla="*/ 35 w 43"/>
                <a:gd name="T61" fmla="*/ 9 h 63"/>
                <a:gd name="T62" fmla="*/ 35 w 43"/>
                <a:gd name="T63" fmla="*/ 11 h 63"/>
                <a:gd name="T64" fmla="*/ 33 w 43"/>
                <a:gd name="T65" fmla="*/ 19 h 63"/>
                <a:gd name="T66" fmla="*/ 26 w 43"/>
                <a:gd name="T67" fmla="*/ 2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3" h="63">
                  <a:moveTo>
                    <a:pt x="19" y="55"/>
                  </a:moveTo>
                  <a:cubicBezTo>
                    <a:pt x="16" y="55"/>
                    <a:pt x="11" y="52"/>
                    <a:pt x="7" y="48"/>
                  </a:cubicBezTo>
                  <a:cubicBezTo>
                    <a:pt x="5" y="47"/>
                    <a:pt x="4" y="46"/>
                    <a:pt x="3" y="46"/>
                  </a:cubicBezTo>
                  <a:cubicBezTo>
                    <a:pt x="1" y="46"/>
                    <a:pt x="1" y="46"/>
                    <a:pt x="0" y="48"/>
                  </a:cubicBezTo>
                  <a:cubicBezTo>
                    <a:pt x="0" y="50"/>
                    <a:pt x="2" y="53"/>
                    <a:pt x="6" y="56"/>
                  </a:cubicBezTo>
                  <a:cubicBezTo>
                    <a:pt x="9" y="60"/>
                    <a:pt x="13" y="62"/>
                    <a:pt x="18" y="63"/>
                  </a:cubicBezTo>
                  <a:cubicBezTo>
                    <a:pt x="22" y="63"/>
                    <a:pt x="26" y="62"/>
                    <a:pt x="30" y="59"/>
                  </a:cubicBezTo>
                  <a:cubicBezTo>
                    <a:pt x="34" y="55"/>
                    <a:pt x="37" y="49"/>
                    <a:pt x="38" y="40"/>
                  </a:cubicBezTo>
                  <a:cubicBezTo>
                    <a:pt x="40" y="30"/>
                    <a:pt x="40" y="23"/>
                    <a:pt x="41" y="21"/>
                  </a:cubicBezTo>
                  <a:cubicBezTo>
                    <a:pt x="41" y="18"/>
                    <a:pt x="42" y="15"/>
                    <a:pt x="42" y="13"/>
                  </a:cubicBezTo>
                  <a:cubicBezTo>
                    <a:pt x="43" y="10"/>
                    <a:pt x="43" y="8"/>
                    <a:pt x="43" y="8"/>
                  </a:cubicBezTo>
                  <a:cubicBezTo>
                    <a:pt x="43" y="7"/>
                    <a:pt x="43" y="6"/>
                    <a:pt x="43" y="5"/>
                  </a:cubicBezTo>
                  <a:cubicBezTo>
                    <a:pt x="42" y="4"/>
                    <a:pt x="42" y="3"/>
                    <a:pt x="41" y="3"/>
                  </a:cubicBezTo>
                  <a:cubicBezTo>
                    <a:pt x="41" y="2"/>
                    <a:pt x="40" y="2"/>
                    <a:pt x="40" y="2"/>
                  </a:cubicBezTo>
                  <a:cubicBezTo>
                    <a:pt x="38" y="1"/>
                    <a:pt x="37" y="0"/>
                    <a:pt x="35" y="0"/>
                  </a:cubicBezTo>
                  <a:cubicBezTo>
                    <a:pt x="31" y="1"/>
                    <a:pt x="27" y="3"/>
                    <a:pt x="22" y="6"/>
                  </a:cubicBezTo>
                  <a:cubicBezTo>
                    <a:pt x="18" y="10"/>
                    <a:pt x="15" y="14"/>
                    <a:pt x="12" y="19"/>
                  </a:cubicBezTo>
                  <a:cubicBezTo>
                    <a:pt x="9" y="23"/>
                    <a:pt x="8" y="27"/>
                    <a:pt x="8" y="30"/>
                  </a:cubicBezTo>
                  <a:cubicBezTo>
                    <a:pt x="8" y="33"/>
                    <a:pt x="8" y="35"/>
                    <a:pt x="10" y="36"/>
                  </a:cubicBezTo>
                  <a:cubicBezTo>
                    <a:pt x="11" y="38"/>
                    <a:pt x="13" y="39"/>
                    <a:pt x="15" y="39"/>
                  </a:cubicBezTo>
                  <a:cubicBezTo>
                    <a:pt x="17" y="39"/>
                    <a:pt x="20" y="38"/>
                    <a:pt x="24" y="36"/>
                  </a:cubicBezTo>
                  <a:cubicBezTo>
                    <a:pt x="27" y="35"/>
                    <a:pt x="30" y="32"/>
                    <a:pt x="33" y="29"/>
                  </a:cubicBezTo>
                  <a:cubicBezTo>
                    <a:pt x="31" y="40"/>
                    <a:pt x="29" y="47"/>
                    <a:pt x="27" y="50"/>
                  </a:cubicBezTo>
                  <a:cubicBezTo>
                    <a:pt x="24" y="54"/>
                    <a:pt x="22" y="55"/>
                    <a:pt x="19" y="55"/>
                  </a:cubicBezTo>
                  <a:close/>
                  <a:moveTo>
                    <a:pt x="26" y="28"/>
                  </a:moveTo>
                  <a:cubicBezTo>
                    <a:pt x="23" y="30"/>
                    <a:pt x="20" y="32"/>
                    <a:pt x="17" y="31"/>
                  </a:cubicBezTo>
                  <a:cubicBezTo>
                    <a:pt x="16" y="31"/>
                    <a:pt x="16" y="31"/>
                    <a:pt x="16" y="30"/>
                  </a:cubicBezTo>
                  <a:cubicBezTo>
                    <a:pt x="16" y="27"/>
                    <a:pt x="17" y="24"/>
                    <a:pt x="20" y="21"/>
                  </a:cubicBezTo>
                  <a:cubicBezTo>
                    <a:pt x="22" y="17"/>
                    <a:pt x="24" y="14"/>
                    <a:pt x="27" y="12"/>
                  </a:cubicBezTo>
                  <a:cubicBezTo>
                    <a:pt x="29" y="10"/>
                    <a:pt x="31" y="8"/>
                    <a:pt x="33" y="8"/>
                  </a:cubicBezTo>
                  <a:cubicBezTo>
                    <a:pt x="34" y="8"/>
                    <a:pt x="34" y="9"/>
                    <a:pt x="35" y="9"/>
                  </a:cubicBezTo>
                  <a:cubicBezTo>
                    <a:pt x="35" y="10"/>
                    <a:pt x="35" y="10"/>
                    <a:pt x="35" y="11"/>
                  </a:cubicBezTo>
                  <a:cubicBezTo>
                    <a:pt x="35" y="13"/>
                    <a:pt x="34" y="16"/>
                    <a:pt x="33" y="19"/>
                  </a:cubicBezTo>
                  <a:cubicBezTo>
                    <a:pt x="31" y="22"/>
                    <a:pt x="29" y="25"/>
                    <a:pt x="26"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75"/>
            <p:cNvSpPr>
              <a:spLocks noEditPoints="1"/>
            </p:cNvSpPr>
            <p:nvPr/>
          </p:nvSpPr>
          <p:spPr bwMode="auto">
            <a:xfrm>
              <a:off x="3203575" y="3851275"/>
              <a:ext cx="46038" cy="65087"/>
            </a:xfrm>
            <a:custGeom>
              <a:avLst/>
              <a:gdLst>
                <a:gd name="T0" fmla="*/ 32 w 35"/>
                <a:gd name="T1" fmla="*/ 15 h 50"/>
                <a:gd name="T2" fmla="*/ 33 w 35"/>
                <a:gd name="T3" fmla="*/ 9 h 50"/>
                <a:gd name="T4" fmla="*/ 29 w 35"/>
                <a:gd name="T5" fmla="*/ 5 h 50"/>
                <a:gd name="T6" fmla="*/ 23 w 35"/>
                <a:gd name="T7" fmla="*/ 0 h 50"/>
                <a:gd name="T8" fmla="*/ 8 w 35"/>
                <a:gd name="T9" fmla="*/ 14 h 50"/>
                <a:gd name="T10" fmla="*/ 0 w 35"/>
                <a:gd name="T11" fmla="*/ 36 h 50"/>
                <a:gd name="T12" fmla="*/ 2 w 35"/>
                <a:gd name="T13" fmla="*/ 44 h 50"/>
                <a:gd name="T14" fmla="*/ 7 w 35"/>
                <a:gd name="T15" fmla="*/ 47 h 50"/>
                <a:gd name="T16" fmla="*/ 25 w 35"/>
                <a:gd name="T17" fmla="*/ 33 h 50"/>
                <a:gd name="T18" fmla="*/ 29 w 35"/>
                <a:gd name="T19" fmla="*/ 50 h 50"/>
                <a:gd name="T20" fmla="*/ 33 w 35"/>
                <a:gd name="T21" fmla="*/ 48 h 50"/>
                <a:gd name="T22" fmla="*/ 35 w 35"/>
                <a:gd name="T23" fmla="*/ 45 h 50"/>
                <a:gd name="T24" fmla="*/ 34 w 35"/>
                <a:gd name="T25" fmla="*/ 42 h 50"/>
                <a:gd name="T26" fmla="*/ 32 w 35"/>
                <a:gd name="T27" fmla="*/ 41 h 50"/>
                <a:gd name="T28" fmla="*/ 32 w 35"/>
                <a:gd name="T29" fmla="*/ 38 h 50"/>
                <a:gd name="T30" fmla="*/ 31 w 35"/>
                <a:gd name="T31" fmla="*/ 30 h 50"/>
                <a:gd name="T32" fmla="*/ 32 w 35"/>
                <a:gd name="T33" fmla="*/ 15 h 50"/>
                <a:gd name="T34" fmla="*/ 19 w 35"/>
                <a:gd name="T35" fmla="*/ 30 h 50"/>
                <a:gd name="T36" fmla="*/ 9 w 35"/>
                <a:gd name="T37" fmla="*/ 38 h 50"/>
                <a:gd name="T38" fmla="*/ 8 w 35"/>
                <a:gd name="T39" fmla="*/ 35 h 50"/>
                <a:gd name="T40" fmla="*/ 14 w 35"/>
                <a:gd name="T41" fmla="*/ 19 h 50"/>
                <a:gd name="T42" fmla="*/ 22 w 35"/>
                <a:gd name="T43" fmla="*/ 9 h 50"/>
                <a:gd name="T44" fmla="*/ 24 w 35"/>
                <a:gd name="T45" fmla="*/ 10 h 50"/>
                <a:gd name="T46" fmla="*/ 25 w 35"/>
                <a:gd name="T47" fmla="*/ 14 h 50"/>
                <a:gd name="T48" fmla="*/ 19 w 35"/>
                <a:gd name="T49" fmla="*/ 3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50">
                  <a:moveTo>
                    <a:pt x="32" y="15"/>
                  </a:moveTo>
                  <a:cubicBezTo>
                    <a:pt x="33" y="12"/>
                    <a:pt x="33" y="10"/>
                    <a:pt x="33" y="9"/>
                  </a:cubicBezTo>
                  <a:cubicBezTo>
                    <a:pt x="33" y="6"/>
                    <a:pt x="31" y="5"/>
                    <a:pt x="29" y="5"/>
                  </a:cubicBezTo>
                  <a:cubicBezTo>
                    <a:pt x="28" y="1"/>
                    <a:pt x="26" y="0"/>
                    <a:pt x="23" y="0"/>
                  </a:cubicBezTo>
                  <a:cubicBezTo>
                    <a:pt x="18" y="0"/>
                    <a:pt x="13" y="5"/>
                    <a:pt x="8" y="14"/>
                  </a:cubicBezTo>
                  <a:cubicBezTo>
                    <a:pt x="3" y="22"/>
                    <a:pt x="0" y="29"/>
                    <a:pt x="0" y="36"/>
                  </a:cubicBezTo>
                  <a:cubicBezTo>
                    <a:pt x="0" y="39"/>
                    <a:pt x="1" y="42"/>
                    <a:pt x="2" y="44"/>
                  </a:cubicBezTo>
                  <a:cubicBezTo>
                    <a:pt x="3" y="46"/>
                    <a:pt x="5" y="47"/>
                    <a:pt x="7" y="47"/>
                  </a:cubicBezTo>
                  <a:cubicBezTo>
                    <a:pt x="12" y="47"/>
                    <a:pt x="18" y="43"/>
                    <a:pt x="25" y="33"/>
                  </a:cubicBezTo>
                  <a:cubicBezTo>
                    <a:pt x="24" y="44"/>
                    <a:pt x="25" y="49"/>
                    <a:pt x="29" y="50"/>
                  </a:cubicBezTo>
                  <a:cubicBezTo>
                    <a:pt x="31" y="50"/>
                    <a:pt x="32" y="49"/>
                    <a:pt x="33" y="48"/>
                  </a:cubicBezTo>
                  <a:cubicBezTo>
                    <a:pt x="34" y="48"/>
                    <a:pt x="35" y="46"/>
                    <a:pt x="35" y="45"/>
                  </a:cubicBezTo>
                  <a:cubicBezTo>
                    <a:pt x="35" y="44"/>
                    <a:pt x="35" y="43"/>
                    <a:pt x="34" y="42"/>
                  </a:cubicBezTo>
                  <a:cubicBezTo>
                    <a:pt x="33" y="42"/>
                    <a:pt x="32" y="41"/>
                    <a:pt x="32" y="41"/>
                  </a:cubicBezTo>
                  <a:cubicBezTo>
                    <a:pt x="32" y="40"/>
                    <a:pt x="32" y="39"/>
                    <a:pt x="32" y="38"/>
                  </a:cubicBezTo>
                  <a:cubicBezTo>
                    <a:pt x="31" y="36"/>
                    <a:pt x="31" y="34"/>
                    <a:pt x="31" y="30"/>
                  </a:cubicBezTo>
                  <a:cubicBezTo>
                    <a:pt x="31" y="26"/>
                    <a:pt x="32" y="21"/>
                    <a:pt x="32" y="15"/>
                  </a:cubicBezTo>
                  <a:close/>
                  <a:moveTo>
                    <a:pt x="19" y="30"/>
                  </a:moveTo>
                  <a:cubicBezTo>
                    <a:pt x="15" y="35"/>
                    <a:pt x="12" y="38"/>
                    <a:pt x="9" y="38"/>
                  </a:cubicBezTo>
                  <a:cubicBezTo>
                    <a:pt x="9" y="38"/>
                    <a:pt x="8" y="37"/>
                    <a:pt x="8" y="35"/>
                  </a:cubicBezTo>
                  <a:cubicBezTo>
                    <a:pt x="9" y="30"/>
                    <a:pt x="10" y="25"/>
                    <a:pt x="14" y="19"/>
                  </a:cubicBezTo>
                  <a:cubicBezTo>
                    <a:pt x="17" y="13"/>
                    <a:pt x="20" y="9"/>
                    <a:pt x="22" y="9"/>
                  </a:cubicBezTo>
                  <a:cubicBezTo>
                    <a:pt x="23" y="9"/>
                    <a:pt x="23" y="10"/>
                    <a:pt x="24" y="10"/>
                  </a:cubicBezTo>
                  <a:cubicBezTo>
                    <a:pt x="24" y="11"/>
                    <a:pt x="25" y="12"/>
                    <a:pt x="25" y="14"/>
                  </a:cubicBezTo>
                  <a:cubicBezTo>
                    <a:pt x="25" y="18"/>
                    <a:pt x="23" y="24"/>
                    <a:pt x="19"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76"/>
            <p:cNvSpPr>
              <a:spLocks noEditPoints="1"/>
            </p:cNvSpPr>
            <p:nvPr/>
          </p:nvSpPr>
          <p:spPr bwMode="auto">
            <a:xfrm>
              <a:off x="3255963" y="3848100"/>
              <a:ext cx="46038" cy="73025"/>
            </a:xfrm>
            <a:custGeom>
              <a:avLst/>
              <a:gdLst>
                <a:gd name="T0" fmla="*/ 24 w 35"/>
                <a:gd name="T1" fmla="*/ 37 h 56"/>
                <a:gd name="T2" fmla="*/ 29 w 35"/>
                <a:gd name="T3" fmla="*/ 56 h 56"/>
                <a:gd name="T4" fmla="*/ 33 w 35"/>
                <a:gd name="T5" fmla="*/ 54 h 56"/>
                <a:gd name="T6" fmla="*/ 35 w 35"/>
                <a:gd name="T7" fmla="*/ 50 h 56"/>
                <a:gd name="T8" fmla="*/ 34 w 35"/>
                <a:gd name="T9" fmla="*/ 47 h 56"/>
                <a:gd name="T10" fmla="*/ 32 w 35"/>
                <a:gd name="T11" fmla="*/ 46 h 56"/>
                <a:gd name="T12" fmla="*/ 31 w 35"/>
                <a:gd name="T13" fmla="*/ 42 h 56"/>
                <a:gd name="T14" fmla="*/ 31 w 35"/>
                <a:gd name="T15" fmla="*/ 33 h 56"/>
                <a:gd name="T16" fmla="*/ 32 w 35"/>
                <a:gd name="T17" fmla="*/ 17 h 56"/>
                <a:gd name="T18" fmla="*/ 33 w 35"/>
                <a:gd name="T19" fmla="*/ 9 h 56"/>
                <a:gd name="T20" fmla="*/ 29 w 35"/>
                <a:gd name="T21" fmla="*/ 5 h 56"/>
                <a:gd name="T22" fmla="*/ 23 w 35"/>
                <a:gd name="T23" fmla="*/ 0 h 56"/>
                <a:gd name="T24" fmla="*/ 8 w 35"/>
                <a:gd name="T25" fmla="*/ 15 h 56"/>
                <a:gd name="T26" fmla="*/ 0 w 35"/>
                <a:gd name="T27" fmla="*/ 41 h 56"/>
                <a:gd name="T28" fmla="*/ 2 w 35"/>
                <a:gd name="T29" fmla="*/ 49 h 56"/>
                <a:gd name="T30" fmla="*/ 7 w 35"/>
                <a:gd name="T31" fmla="*/ 53 h 56"/>
                <a:gd name="T32" fmla="*/ 24 w 35"/>
                <a:gd name="T33" fmla="*/ 37 h 56"/>
                <a:gd name="T34" fmla="*/ 14 w 35"/>
                <a:gd name="T35" fmla="*/ 21 h 56"/>
                <a:gd name="T36" fmla="*/ 22 w 35"/>
                <a:gd name="T37" fmla="*/ 10 h 56"/>
                <a:gd name="T38" fmla="*/ 24 w 35"/>
                <a:gd name="T39" fmla="*/ 12 h 56"/>
                <a:gd name="T40" fmla="*/ 25 w 35"/>
                <a:gd name="T41" fmla="*/ 15 h 56"/>
                <a:gd name="T42" fmla="*/ 19 w 35"/>
                <a:gd name="T43" fmla="*/ 33 h 56"/>
                <a:gd name="T44" fmla="*/ 9 w 35"/>
                <a:gd name="T45" fmla="*/ 43 h 56"/>
                <a:gd name="T46" fmla="*/ 8 w 35"/>
                <a:gd name="T47" fmla="*/ 39 h 56"/>
                <a:gd name="T48" fmla="*/ 14 w 35"/>
                <a:gd name="T49" fmla="*/ 2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56">
                  <a:moveTo>
                    <a:pt x="24" y="37"/>
                  </a:moveTo>
                  <a:cubicBezTo>
                    <a:pt x="24" y="49"/>
                    <a:pt x="25" y="55"/>
                    <a:pt x="29" y="56"/>
                  </a:cubicBezTo>
                  <a:cubicBezTo>
                    <a:pt x="30" y="56"/>
                    <a:pt x="32" y="55"/>
                    <a:pt x="33" y="54"/>
                  </a:cubicBezTo>
                  <a:cubicBezTo>
                    <a:pt x="34" y="53"/>
                    <a:pt x="35" y="52"/>
                    <a:pt x="35" y="50"/>
                  </a:cubicBezTo>
                  <a:cubicBezTo>
                    <a:pt x="35" y="49"/>
                    <a:pt x="35" y="48"/>
                    <a:pt x="34" y="47"/>
                  </a:cubicBezTo>
                  <a:cubicBezTo>
                    <a:pt x="33" y="47"/>
                    <a:pt x="32" y="46"/>
                    <a:pt x="32" y="46"/>
                  </a:cubicBezTo>
                  <a:cubicBezTo>
                    <a:pt x="32" y="45"/>
                    <a:pt x="32" y="44"/>
                    <a:pt x="31" y="42"/>
                  </a:cubicBezTo>
                  <a:cubicBezTo>
                    <a:pt x="31" y="41"/>
                    <a:pt x="31" y="38"/>
                    <a:pt x="31" y="33"/>
                  </a:cubicBezTo>
                  <a:cubicBezTo>
                    <a:pt x="31" y="29"/>
                    <a:pt x="32" y="24"/>
                    <a:pt x="32" y="17"/>
                  </a:cubicBezTo>
                  <a:cubicBezTo>
                    <a:pt x="33" y="13"/>
                    <a:pt x="33" y="11"/>
                    <a:pt x="33" y="9"/>
                  </a:cubicBezTo>
                  <a:cubicBezTo>
                    <a:pt x="33" y="7"/>
                    <a:pt x="31" y="5"/>
                    <a:pt x="29" y="5"/>
                  </a:cubicBezTo>
                  <a:cubicBezTo>
                    <a:pt x="27" y="1"/>
                    <a:pt x="26" y="0"/>
                    <a:pt x="23" y="0"/>
                  </a:cubicBezTo>
                  <a:cubicBezTo>
                    <a:pt x="17" y="0"/>
                    <a:pt x="13" y="5"/>
                    <a:pt x="8" y="15"/>
                  </a:cubicBezTo>
                  <a:cubicBezTo>
                    <a:pt x="3" y="24"/>
                    <a:pt x="0" y="33"/>
                    <a:pt x="0" y="41"/>
                  </a:cubicBezTo>
                  <a:cubicBezTo>
                    <a:pt x="0" y="44"/>
                    <a:pt x="1" y="47"/>
                    <a:pt x="2" y="49"/>
                  </a:cubicBezTo>
                  <a:cubicBezTo>
                    <a:pt x="3" y="51"/>
                    <a:pt x="5" y="52"/>
                    <a:pt x="7" y="53"/>
                  </a:cubicBezTo>
                  <a:cubicBezTo>
                    <a:pt x="12" y="53"/>
                    <a:pt x="18" y="48"/>
                    <a:pt x="24" y="37"/>
                  </a:cubicBezTo>
                  <a:close/>
                  <a:moveTo>
                    <a:pt x="14" y="21"/>
                  </a:moveTo>
                  <a:cubicBezTo>
                    <a:pt x="17" y="14"/>
                    <a:pt x="20" y="10"/>
                    <a:pt x="22" y="10"/>
                  </a:cubicBezTo>
                  <a:cubicBezTo>
                    <a:pt x="23" y="10"/>
                    <a:pt x="23" y="11"/>
                    <a:pt x="24" y="12"/>
                  </a:cubicBezTo>
                  <a:cubicBezTo>
                    <a:pt x="24" y="12"/>
                    <a:pt x="25" y="14"/>
                    <a:pt x="25" y="15"/>
                  </a:cubicBezTo>
                  <a:cubicBezTo>
                    <a:pt x="25" y="20"/>
                    <a:pt x="23" y="26"/>
                    <a:pt x="19" y="33"/>
                  </a:cubicBezTo>
                  <a:cubicBezTo>
                    <a:pt x="15" y="40"/>
                    <a:pt x="12" y="43"/>
                    <a:pt x="9" y="43"/>
                  </a:cubicBezTo>
                  <a:cubicBezTo>
                    <a:pt x="9" y="43"/>
                    <a:pt x="8" y="41"/>
                    <a:pt x="8" y="39"/>
                  </a:cubicBezTo>
                  <a:cubicBezTo>
                    <a:pt x="8" y="34"/>
                    <a:pt x="10" y="28"/>
                    <a:pt x="14"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77"/>
            <p:cNvSpPr>
              <a:spLocks noEditPoints="1"/>
            </p:cNvSpPr>
            <p:nvPr/>
          </p:nvSpPr>
          <p:spPr bwMode="auto">
            <a:xfrm>
              <a:off x="3308350" y="3843338"/>
              <a:ext cx="46038" cy="80962"/>
            </a:xfrm>
            <a:custGeom>
              <a:avLst/>
              <a:gdLst>
                <a:gd name="T0" fmla="*/ 32 w 35"/>
                <a:gd name="T1" fmla="*/ 20 h 63"/>
                <a:gd name="T2" fmla="*/ 33 w 35"/>
                <a:gd name="T3" fmla="*/ 11 h 63"/>
                <a:gd name="T4" fmla="*/ 28 w 35"/>
                <a:gd name="T5" fmla="*/ 7 h 63"/>
                <a:gd name="T6" fmla="*/ 23 w 35"/>
                <a:gd name="T7" fmla="*/ 0 h 63"/>
                <a:gd name="T8" fmla="*/ 8 w 35"/>
                <a:gd name="T9" fmla="*/ 17 h 63"/>
                <a:gd name="T10" fmla="*/ 0 w 35"/>
                <a:gd name="T11" fmla="*/ 46 h 63"/>
                <a:gd name="T12" fmla="*/ 2 w 35"/>
                <a:gd name="T13" fmla="*/ 55 h 63"/>
                <a:gd name="T14" fmla="*/ 7 w 35"/>
                <a:gd name="T15" fmla="*/ 59 h 63"/>
                <a:gd name="T16" fmla="*/ 24 w 35"/>
                <a:gd name="T17" fmla="*/ 42 h 63"/>
                <a:gd name="T18" fmla="*/ 29 w 35"/>
                <a:gd name="T19" fmla="*/ 63 h 63"/>
                <a:gd name="T20" fmla="*/ 33 w 35"/>
                <a:gd name="T21" fmla="*/ 61 h 63"/>
                <a:gd name="T22" fmla="*/ 35 w 35"/>
                <a:gd name="T23" fmla="*/ 56 h 63"/>
                <a:gd name="T24" fmla="*/ 34 w 35"/>
                <a:gd name="T25" fmla="*/ 53 h 63"/>
                <a:gd name="T26" fmla="*/ 32 w 35"/>
                <a:gd name="T27" fmla="*/ 52 h 63"/>
                <a:gd name="T28" fmla="*/ 31 w 35"/>
                <a:gd name="T29" fmla="*/ 48 h 63"/>
                <a:gd name="T30" fmla="*/ 31 w 35"/>
                <a:gd name="T31" fmla="*/ 38 h 63"/>
                <a:gd name="T32" fmla="*/ 32 w 35"/>
                <a:gd name="T33" fmla="*/ 20 h 63"/>
                <a:gd name="T34" fmla="*/ 19 w 35"/>
                <a:gd name="T35" fmla="*/ 38 h 63"/>
                <a:gd name="T36" fmla="*/ 9 w 35"/>
                <a:gd name="T37" fmla="*/ 48 h 63"/>
                <a:gd name="T38" fmla="*/ 8 w 35"/>
                <a:gd name="T39" fmla="*/ 44 h 63"/>
                <a:gd name="T40" fmla="*/ 14 w 35"/>
                <a:gd name="T41" fmla="*/ 24 h 63"/>
                <a:gd name="T42" fmla="*/ 22 w 35"/>
                <a:gd name="T43" fmla="*/ 12 h 63"/>
                <a:gd name="T44" fmla="*/ 24 w 35"/>
                <a:gd name="T45" fmla="*/ 14 h 63"/>
                <a:gd name="T46" fmla="*/ 25 w 35"/>
                <a:gd name="T47" fmla="*/ 18 h 63"/>
                <a:gd name="T48" fmla="*/ 19 w 35"/>
                <a:gd name="T49" fmla="*/ 3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63">
                  <a:moveTo>
                    <a:pt x="32" y="20"/>
                  </a:moveTo>
                  <a:cubicBezTo>
                    <a:pt x="32" y="16"/>
                    <a:pt x="33" y="13"/>
                    <a:pt x="33" y="11"/>
                  </a:cubicBezTo>
                  <a:cubicBezTo>
                    <a:pt x="32" y="8"/>
                    <a:pt x="31" y="7"/>
                    <a:pt x="28" y="7"/>
                  </a:cubicBezTo>
                  <a:cubicBezTo>
                    <a:pt x="27" y="2"/>
                    <a:pt x="25" y="0"/>
                    <a:pt x="23" y="0"/>
                  </a:cubicBezTo>
                  <a:cubicBezTo>
                    <a:pt x="17" y="1"/>
                    <a:pt x="13" y="7"/>
                    <a:pt x="8" y="17"/>
                  </a:cubicBezTo>
                  <a:cubicBezTo>
                    <a:pt x="3" y="28"/>
                    <a:pt x="0" y="37"/>
                    <a:pt x="0" y="46"/>
                  </a:cubicBezTo>
                  <a:cubicBezTo>
                    <a:pt x="0" y="50"/>
                    <a:pt x="0" y="53"/>
                    <a:pt x="2" y="55"/>
                  </a:cubicBezTo>
                  <a:cubicBezTo>
                    <a:pt x="3" y="58"/>
                    <a:pt x="5" y="59"/>
                    <a:pt x="7" y="59"/>
                  </a:cubicBezTo>
                  <a:cubicBezTo>
                    <a:pt x="12" y="60"/>
                    <a:pt x="18" y="54"/>
                    <a:pt x="24" y="42"/>
                  </a:cubicBezTo>
                  <a:cubicBezTo>
                    <a:pt x="24" y="55"/>
                    <a:pt x="25" y="62"/>
                    <a:pt x="29" y="63"/>
                  </a:cubicBezTo>
                  <a:cubicBezTo>
                    <a:pt x="30" y="63"/>
                    <a:pt x="31" y="62"/>
                    <a:pt x="33" y="61"/>
                  </a:cubicBezTo>
                  <a:cubicBezTo>
                    <a:pt x="34" y="60"/>
                    <a:pt x="35" y="58"/>
                    <a:pt x="35" y="56"/>
                  </a:cubicBezTo>
                  <a:cubicBezTo>
                    <a:pt x="35" y="55"/>
                    <a:pt x="34" y="54"/>
                    <a:pt x="34" y="53"/>
                  </a:cubicBezTo>
                  <a:cubicBezTo>
                    <a:pt x="33" y="53"/>
                    <a:pt x="32" y="52"/>
                    <a:pt x="32" y="52"/>
                  </a:cubicBezTo>
                  <a:cubicBezTo>
                    <a:pt x="32" y="51"/>
                    <a:pt x="32" y="50"/>
                    <a:pt x="31" y="48"/>
                  </a:cubicBezTo>
                  <a:cubicBezTo>
                    <a:pt x="31" y="46"/>
                    <a:pt x="31" y="43"/>
                    <a:pt x="31" y="38"/>
                  </a:cubicBezTo>
                  <a:cubicBezTo>
                    <a:pt x="31" y="33"/>
                    <a:pt x="32" y="27"/>
                    <a:pt x="32" y="20"/>
                  </a:cubicBezTo>
                  <a:close/>
                  <a:moveTo>
                    <a:pt x="19" y="38"/>
                  </a:moveTo>
                  <a:cubicBezTo>
                    <a:pt x="15" y="45"/>
                    <a:pt x="12" y="48"/>
                    <a:pt x="9" y="48"/>
                  </a:cubicBezTo>
                  <a:cubicBezTo>
                    <a:pt x="8" y="48"/>
                    <a:pt x="8" y="47"/>
                    <a:pt x="8" y="44"/>
                  </a:cubicBezTo>
                  <a:cubicBezTo>
                    <a:pt x="8" y="39"/>
                    <a:pt x="10" y="32"/>
                    <a:pt x="14" y="24"/>
                  </a:cubicBezTo>
                  <a:cubicBezTo>
                    <a:pt x="17" y="16"/>
                    <a:pt x="20" y="12"/>
                    <a:pt x="22" y="12"/>
                  </a:cubicBezTo>
                  <a:cubicBezTo>
                    <a:pt x="23" y="12"/>
                    <a:pt x="23" y="13"/>
                    <a:pt x="24" y="14"/>
                  </a:cubicBezTo>
                  <a:cubicBezTo>
                    <a:pt x="24" y="15"/>
                    <a:pt x="25" y="16"/>
                    <a:pt x="25" y="18"/>
                  </a:cubicBezTo>
                  <a:cubicBezTo>
                    <a:pt x="25" y="23"/>
                    <a:pt x="23" y="30"/>
                    <a:pt x="19"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78"/>
            <p:cNvSpPr>
              <a:spLocks noEditPoints="1"/>
            </p:cNvSpPr>
            <p:nvPr/>
          </p:nvSpPr>
          <p:spPr bwMode="auto">
            <a:xfrm>
              <a:off x="3360738" y="3838575"/>
              <a:ext cx="46038" cy="90487"/>
            </a:xfrm>
            <a:custGeom>
              <a:avLst/>
              <a:gdLst>
                <a:gd name="T0" fmla="*/ 35 w 35"/>
                <a:gd name="T1" fmla="*/ 62 h 69"/>
                <a:gd name="T2" fmla="*/ 33 w 35"/>
                <a:gd name="T3" fmla="*/ 59 h 69"/>
                <a:gd name="T4" fmla="*/ 32 w 35"/>
                <a:gd name="T5" fmla="*/ 56 h 69"/>
                <a:gd name="T6" fmla="*/ 31 w 35"/>
                <a:gd name="T7" fmla="*/ 52 h 69"/>
                <a:gd name="T8" fmla="*/ 31 w 35"/>
                <a:gd name="T9" fmla="*/ 41 h 69"/>
                <a:gd name="T10" fmla="*/ 32 w 35"/>
                <a:gd name="T11" fmla="*/ 21 h 69"/>
                <a:gd name="T12" fmla="*/ 32 w 35"/>
                <a:gd name="T13" fmla="*/ 12 h 69"/>
                <a:gd name="T14" fmla="*/ 28 w 35"/>
                <a:gd name="T15" fmla="*/ 7 h 69"/>
                <a:gd name="T16" fmla="*/ 22 w 35"/>
                <a:gd name="T17" fmla="*/ 0 h 69"/>
                <a:gd name="T18" fmla="*/ 8 w 35"/>
                <a:gd name="T19" fmla="*/ 19 h 69"/>
                <a:gd name="T20" fmla="*/ 0 w 35"/>
                <a:gd name="T21" fmla="*/ 51 h 69"/>
                <a:gd name="T22" fmla="*/ 2 w 35"/>
                <a:gd name="T23" fmla="*/ 61 h 69"/>
                <a:gd name="T24" fmla="*/ 6 w 35"/>
                <a:gd name="T25" fmla="*/ 65 h 69"/>
                <a:gd name="T26" fmla="*/ 24 w 35"/>
                <a:gd name="T27" fmla="*/ 46 h 69"/>
                <a:gd name="T28" fmla="*/ 29 w 35"/>
                <a:gd name="T29" fmla="*/ 69 h 69"/>
                <a:gd name="T30" fmla="*/ 32 w 35"/>
                <a:gd name="T31" fmla="*/ 67 h 69"/>
                <a:gd name="T32" fmla="*/ 35 w 35"/>
                <a:gd name="T33" fmla="*/ 62 h 69"/>
                <a:gd name="T34" fmla="*/ 19 w 35"/>
                <a:gd name="T35" fmla="*/ 41 h 69"/>
                <a:gd name="T36" fmla="*/ 9 w 35"/>
                <a:gd name="T37" fmla="*/ 53 h 69"/>
                <a:gd name="T38" fmla="*/ 8 w 35"/>
                <a:gd name="T39" fmla="*/ 48 h 69"/>
                <a:gd name="T40" fmla="*/ 14 w 35"/>
                <a:gd name="T41" fmla="*/ 26 h 69"/>
                <a:gd name="T42" fmla="*/ 22 w 35"/>
                <a:gd name="T43" fmla="*/ 13 h 69"/>
                <a:gd name="T44" fmla="*/ 24 w 35"/>
                <a:gd name="T45" fmla="*/ 15 h 69"/>
                <a:gd name="T46" fmla="*/ 24 w 35"/>
                <a:gd name="T47" fmla="*/ 19 h 69"/>
                <a:gd name="T48" fmla="*/ 19 w 35"/>
                <a:gd name="T49" fmla="*/ 41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69">
                  <a:moveTo>
                    <a:pt x="35" y="62"/>
                  </a:moveTo>
                  <a:cubicBezTo>
                    <a:pt x="35" y="60"/>
                    <a:pt x="34" y="59"/>
                    <a:pt x="33" y="59"/>
                  </a:cubicBezTo>
                  <a:cubicBezTo>
                    <a:pt x="33" y="58"/>
                    <a:pt x="32" y="57"/>
                    <a:pt x="32" y="56"/>
                  </a:cubicBezTo>
                  <a:cubicBezTo>
                    <a:pt x="32" y="56"/>
                    <a:pt x="32" y="54"/>
                    <a:pt x="31" y="52"/>
                  </a:cubicBezTo>
                  <a:cubicBezTo>
                    <a:pt x="31" y="50"/>
                    <a:pt x="31" y="47"/>
                    <a:pt x="31" y="41"/>
                  </a:cubicBezTo>
                  <a:cubicBezTo>
                    <a:pt x="31" y="36"/>
                    <a:pt x="31" y="30"/>
                    <a:pt x="32" y="21"/>
                  </a:cubicBezTo>
                  <a:cubicBezTo>
                    <a:pt x="32" y="17"/>
                    <a:pt x="32" y="14"/>
                    <a:pt x="32" y="12"/>
                  </a:cubicBezTo>
                  <a:cubicBezTo>
                    <a:pt x="32" y="9"/>
                    <a:pt x="31" y="7"/>
                    <a:pt x="28" y="7"/>
                  </a:cubicBezTo>
                  <a:cubicBezTo>
                    <a:pt x="27" y="2"/>
                    <a:pt x="25" y="0"/>
                    <a:pt x="22" y="0"/>
                  </a:cubicBezTo>
                  <a:cubicBezTo>
                    <a:pt x="17" y="1"/>
                    <a:pt x="12" y="7"/>
                    <a:pt x="8" y="19"/>
                  </a:cubicBezTo>
                  <a:cubicBezTo>
                    <a:pt x="3" y="30"/>
                    <a:pt x="0" y="41"/>
                    <a:pt x="0" y="51"/>
                  </a:cubicBezTo>
                  <a:cubicBezTo>
                    <a:pt x="0" y="55"/>
                    <a:pt x="0" y="58"/>
                    <a:pt x="2" y="61"/>
                  </a:cubicBezTo>
                  <a:cubicBezTo>
                    <a:pt x="3" y="64"/>
                    <a:pt x="4" y="65"/>
                    <a:pt x="6" y="65"/>
                  </a:cubicBezTo>
                  <a:cubicBezTo>
                    <a:pt x="12" y="66"/>
                    <a:pt x="18" y="59"/>
                    <a:pt x="24" y="46"/>
                  </a:cubicBezTo>
                  <a:cubicBezTo>
                    <a:pt x="23" y="61"/>
                    <a:pt x="25" y="68"/>
                    <a:pt x="29" y="69"/>
                  </a:cubicBezTo>
                  <a:cubicBezTo>
                    <a:pt x="30" y="69"/>
                    <a:pt x="31" y="68"/>
                    <a:pt x="32" y="67"/>
                  </a:cubicBezTo>
                  <a:cubicBezTo>
                    <a:pt x="34" y="66"/>
                    <a:pt x="34" y="64"/>
                    <a:pt x="35" y="62"/>
                  </a:cubicBezTo>
                  <a:close/>
                  <a:moveTo>
                    <a:pt x="19" y="41"/>
                  </a:moveTo>
                  <a:cubicBezTo>
                    <a:pt x="15" y="49"/>
                    <a:pt x="12" y="53"/>
                    <a:pt x="9" y="53"/>
                  </a:cubicBezTo>
                  <a:cubicBezTo>
                    <a:pt x="8" y="53"/>
                    <a:pt x="8" y="51"/>
                    <a:pt x="8" y="48"/>
                  </a:cubicBezTo>
                  <a:cubicBezTo>
                    <a:pt x="8" y="42"/>
                    <a:pt x="10" y="35"/>
                    <a:pt x="14" y="26"/>
                  </a:cubicBezTo>
                  <a:cubicBezTo>
                    <a:pt x="17" y="18"/>
                    <a:pt x="20" y="13"/>
                    <a:pt x="22" y="13"/>
                  </a:cubicBezTo>
                  <a:cubicBezTo>
                    <a:pt x="22" y="13"/>
                    <a:pt x="23" y="13"/>
                    <a:pt x="24" y="15"/>
                  </a:cubicBezTo>
                  <a:cubicBezTo>
                    <a:pt x="24" y="16"/>
                    <a:pt x="24" y="17"/>
                    <a:pt x="24" y="19"/>
                  </a:cubicBezTo>
                  <a:cubicBezTo>
                    <a:pt x="25" y="26"/>
                    <a:pt x="23" y="33"/>
                    <a:pt x="19"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79"/>
            <p:cNvSpPr>
              <a:spLocks/>
            </p:cNvSpPr>
            <p:nvPr/>
          </p:nvSpPr>
          <p:spPr bwMode="auto">
            <a:xfrm>
              <a:off x="3411538" y="3790950"/>
              <a:ext cx="52388" cy="138112"/>
            </a:xfrm>
            <a:custGeom>
              <a:avLst/>
              <a:gdLst>
                <a:gd name="T0" fmla="*/ 0 w 40"/>
                <a:gd name="T1" fmla="*/ 98 h 105"/>
                <a:gd name="T2" fmla="*/ 1 w 40"/>
                <a:gd name="T3" fmla="*/ 103 h 105"/>
                <a:gd name="T4" fmla="*/ 4 w 40"/>
                <a:gd name="T5" fmla="*/ 105 h 105"/>
                <a:gd name="T6" fmla="*/ 6 w 40"/>
                <a:gd name="T7" fmla="*/ 104 h 105"/>
                <a:gd name="T8" fmla="*/ 9 w 40"/>
                <a:gd name="T9" fmla="*/ 95 h 105"/>
                <a:gd name="T10" fmla="*/ 18 w 40"/>
                <a:gd name="T11" fmla="*/ 72 h 105"/>
                <a:gd name="T12" fmla="*/ 25 w 40"/>
                <a:gd name="T13" fmla="*/ 57 h 105"/>
                <a:gd name="T14" fmla="*/ 27 w 40"/>
                <a:gd name="T15" fmla="*/ 61 h 105"/>
                <a:gd name="T16" fmla="*/ 28 w 40"/>
                <a:gd name="T17" fmla="*/ 78 h 105"/>
                <a:gd name="T18" fmla="*/ 31 w 40"/>
                <a:gd name="T19" fmla="*/ 96 h 105"/>
                <a:gd name="T20" fmla="*/ 36 w 40"/>
                <a:gd name="T21" fmla="*/ 103 h 105"/>
                <a:gd name="T22" fmla="*/ 38 w 40"/>
                <a:gd name="T23" fmla="*/ 101 h 105"/>
                <a:gd name="T24" fmla="*/ 40 w 40"/>
                <a:gd name="T25" fmla="*/ 96 h 105"/>
                <a:gd name="T26" fmla="*/ 39 w 40"/>
                <a:gd name="T27" fmla="*/ 91 h 105"/>
                <a:gd name="T28" fmla="*/ 37 w 40"/>
                <a:gd name="T29" fmla="*/ 84 h 105"/>
                <a:gd name="T30" fmla="*/ 36 w 40"/>
                <a:gd name="T31" fmla="*/ 76 h 105"/>
                <a:gd name="T32" fmla="*/ 35 w 40"/>
                <a:gd name="T33" fmla="*/ 63 h 105"/>
                <a:gd name="T34" fmla="*/ 32 w 40"/>
                <a:gd name="T35" fmla="*/ 43 h 105"/>
                <a:gd name="T36" fmla="*/ 27 w 40"/>
                <a:gd name="T37" fmla="*/ 40 h 105"/>
                <a:gd name="T38" fmla="*/ 19 w 40"/>
                <a:gd name="T39" fmla="*/ 47 h 105"/>
                <a:gd name="T40" fmla="*/ 10 w 40"/>
                <a:gd name="T41" fmla="*/ 75 h 105"/>
                <a:gd name="T42" fmla="*/ 12 w 40"/>
                <a:gd name="T43" fmla="*/ 55 h 105"/>
                <a:gd name="T44" fmla="*/ 13 w 40"/>
                <a:gd name="T45" fmla="*/ 25 h 105"/>
                <a:gd name="T46" fmla="*/ 12 w 40"/>
                <a:gd name="T47" fmla="*/ 9 h 105"/>
                <a:gd name="T48" fmla="*/ 10 w 40"/>
                <a:gd name="T49" fmla="*/ 2 h 105"/>
                <a:gd name="T50" fmla="*/ 6 w 40"/>
                <a:gd name="T51" fmla="*/ 0 h 105"/>
                <a:gd name="T52" fmla="*/ 4 w 40"/>
                <a:gd name="T53" fmla="*/ 4 h 105"/>
                <a:gd name="T54" fmla="*/ 4 w 40"/>
                <a:gd name="T55" fmla="*/ 17 h 105"/>
                <a:gd name="T56" fmla="*/ 1 w 40"/>
                <a:gd name="T57" fmla="*/ 88 h 105"/>
                <a:gd name="T58" fmla="*/ 0 w 40"/>
                <a:gd name="T59" fmla="*/ 9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 h="105">
                  <a:moveTo>
                    <a:pt x="0" y="98"/>
                  </a:moveTo>
                  <a:cubicBezTo>
                    <a:pt x="0" y="100"/>
                    <a:pt x="0" y="102"/>
                    <a:pt x="1" y="103"/>
                  </a:cubicBezTo>
                  <a:cubicBezTo>
                    <a:pt x="2" y="105"/>
                    <a:pt x="3" y="105"/>
                    <a:pt x="4" y="105"/>
                  </a:cubicBezTo>
                  <a:cubicBezTo>
                    <a:pt x="5" y="105"/>
                    <a:pt x="6" y="105"/>
                    <a:pt x="6" y="104"/>
                  </a:cubicBezTo>
                  <a:cubicBezTo>
                    <a:pt x="7" y="102"/>
                    <a:pt x="8" y="100"/>
                    <a:pt x="9" y="95"/>
                  </a:cubicBezTo>
                  <a:cubicBezTo>
                    <a:pt x="11" y="90"/>
                    <a:pt x="14" y="82"/>
                    <a:pt x="18" y="72"/>
                  </a:cubicBezTo>
                  <a:cubicBezTo>
                    <a:pt x="22" y="62"/>
                    <a:pt x="24" y="57"/>
                    <a:pt x="25" y="57"/>
                  </a:cubicBezTo>
                  <a:cubicBezTo>
                    <a:pt x="26" y="57"/>
                    <a:pt x="27" y="58"/>
                    <a:pt x="27" y="61"/>
                  </a:cubicBezTo>
                  <a:cubicBezTo>
                    <a:pt x="28" y="63"/>
                    <a:pt x="28" y="69"/>
                    <a:pt x="28" y="78"/>
                  </a:cubicBezTo>
                  <a:cubicBezTo>
                    <a:pt x="29" y="86"/>
                    <a:pt x="29" y="91"/>
                    <a:pt x="31" y="96"/>
                  </a:cubicBezTo>
                  <a:cubicBezTo>
                    <a:pt x="32" y="100"/>
                    <a:pt x="34" y="102"/>
                    <a:pt x="36" y="103"/>
                  </a:cubicBezTo>
                  <a:cubicBezTo>
                    <a:pt x="37" y="103"/>
                    <a:pt x="37" y="102"/>
                    <a:pt x="38" y="101"/>
                  </a:cubicBezTo>
                  <a:cubicBezTo>
                    <a:pt x="39" y="99"/>
                    <a:pt x="40" y="98"/>
                    <a:pt x="40" y="96"/>
                  </a:cubicBezTo>
                  <a:cubicBezTo>
                    <a:pt x="40" y="95"/>
                    <a:pt x="40" y="93"/>
                    <a:pt x="39" y="91"/>
                  </a:cubicBezTo>
                  <a:cubicBezTo>
                    <a:pt x="38" y="89"/>
                    <a:pt x="38" y="87"/>
                    <a:pt x="37" y="84"/>
                  </a:cubicBezTo>
                  <a:cubicBezTo>
                    <a:pt x="37" y="82"/>
                    <a:pt x="36" y="79"/>
                    <a:pt x="36" y="76"/>
                  </a:cubicBezTo>
                  <a:cubicBezTo>
                    <a:pt x="36" y="73"/>
                    <a:pt x="35" y="68"/>
                    <a:pt x="35" y="63"/>
                  </a:cubicBezTo>
                  <a:cubicBezTo>
                    <a:pt x="34" y="52"/>
                    <a:pt x="33" y="46"/>
                    <a:pt x="32" y="43"/>
                  </a:cubicBezTo>
                  <a:cubicBezTo>
                    <a:pt x="30" y="41"/>
                    <a:pt x="28" y="40"/>
                    <a:pt x="27" y="40"/>
                  </a:cubicBezTo>
                  <a:cubicBezTo>
                    <a:pt x="24" y="40"/>
                    <a:pt x="21" y="42"/>
                    <a:pt x="19" y="47"/>
                  </a:cubicBezTo>
                  <a:cubicBezTo>
                    <a:pt x="17" y="52"/>
                    <a:pt x="14" y="62"/>
                    <a:pt x="10" y="75"/>
                  </a:cubicBezTo>
                  <a:cubicBezTo>
                    <a:pt x="10" y="70"/>
                    <a:pt x="11" y="63"/>
                    <a:pt x="12" y="55"/>
                  </a:cubicBezTo>
                  <a:cubicBezTo>
                    <a:pt x="13" y="42"/>
                    <a:pt x="13" y="32"/>
                    <a:pt x="13" y="25"/>
                  </a:cubicBezTo>
                  <a:cubicBezTo>
                    <a:pt x="13" y="19"/>
                    <a:pt x="13" y="14"/>
                    <a:pt x="12" y="9"/>
                  </a:cubicBezTo>
                  <a:cubicBezTo>
                    <a:pt x="12" y="6"/>
                    <a:pt x="11" y="4"/>
                    <a:pt x="10" y="2"/>
                  </a:cubicBezTo>
                  <a:cubicBezTo>
                    <a:pt x="9" y="0"/>
                    <a:pt x="8" y="0"/>
                    <a:pt x="6" y="0"/>
                  </a:cubicBezTo>
                  <a:cubicBezTo>
                    <a:pt x="6" y="0"/>
                    <a:pt x="5" y="1"/>
                    <a:pt x="4" y="4"/>
                  </a:cubicBezTo>
                  <a:cubicBezTo>
                    <a:pt x="4" y="6"/>
                    <a:pt x="3" y="10"/>
                    <a:pt x="4" y="17"/>
                  </a:cubicBezTo>
                  <a:cubicBezTo>
                    <a:pt x="6" y="42"/>
                    <a:pt x="4" y="66"/>
                    <a:pt x="1" y="88"/>
                  </a:cubicBezTo>
                  <a:cubicBezTo>
                    <a:pt x="1" y="93"/>
                    <a:pt x="0" y="97"/>
                    <a:pt x="0" y="9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80"/>
            <p:cNvSpPr>
              <a:spLocks/>
            </p:cNvSpPr>
            <p:nvPr/>
          </p:nvSpPr>
          <p:spPr bwMode="auto">
            <a:xfrm>
              <a:off x="3467100" y="3783013"/>
              <a:ext cx="52388" cy="150812"/>
            </a:xfrm>
            <a:custGeom>
              <a:avLst/>
              <a:gdLst>
                <a:gd name="T0" fmla="*/ 26 w 40"/>
                <a:gd name="T1" fmla="*/ 63 h 116"/>
                <a:gd name="T2" fmla="*/ 28 w 40"/>
                <a:gd name="T3" fmla="*/ 67 h 116"/>
                <a:gd name="T4" fmla="*/ 29 w 40"/>
                <a:gd name="T5" fmla="*/ 86 h 116"/>
                <a:gd name="T6" fmla="*/ 31 w 40"/>
                <a:gd name="T7" fmla="*/ 105 h 116"/>
                <a:gd name="T8" fmla="*/ 36 w 40"/>
                <a:gd name="T9" fmla="*/ 112 h 116"/>
                <a:gd name="T10" fmla="*/ 39 w 40"/>
                <a:gd name="T11" fmla="*/ 110 h 116"/>
                <a:gd name="T12" fmla="*/ 40 w 40"/>
                <a:gd name="T13" fmla="*/ 105 h 116"/>
                <a:gd name="T14" fmla="*/ 39 w 40"/>
                <a:gd name="T15" fmla="*/ 100 h 116"/>
                <a:gd name="T16" fmla="*/ 38 w 40"/>
                <a:gd name="T17" fmla="*/ 92 h 116"/>
                <a:gd name="T18" fmla="*/ 37 w 40"/>
                <a:gd name="T19" fmla="*/ 83 h 116"/>
                <a:gd name="T20" fmla="*/ 36 w 40"/>
                <a:gd name="T21" fmla="*/ 69 h 116"/>
                <a:gd name="T22" fmla="*/ 32 w 40"/>
                <a:gd name="T23" fmla="*/ 48 h 116"/>
                <a:gd name="T24" fmla="*/ 27 w 40"/>
                <a:gd name="T25" fmla="*/ 44 h 116"/>
                <a:gd name="T26" fmla="*/ 19 w 40"/>
                <a:gd name="T27" fmla="*/ 52 h 116"/>
                <a:gd name="T28" fmla="*/ 11 w 40"/>
                <a:gd name="T29" fmla="*/ 82 h 116"/>
                <a:gd name="T30" fmla="*/ 12 w 40"/>
                <a:gd name="T31" fmla="*/ 61 h 116"/>
                <a:gd name="T32" fmla="*/ 14 w 40"/>
                <a:gd name="T33" fmla="*/ 28 h 116"/>
                <a:gd name="T34" fmla="*/ 12 w 40"/>
                <a:gd name="T35" fmla="*/ 10 h 116"/>
                <a:gd name="T36" fmla="*/ 10 w 40"/>
                <a:gd name="T37" fmla="*/ 3 h 116"/>
                <a:gd name="T38" fmla="*/ 6 w 40"/>
                <a:gd name="T39" fmla="*/ 0 h 116"/>
                <a:gd name="T40" fmla="*/ 4 w 40"/>
                <a:gd name="T41" fmla="*/ 4 h 116"/>
                <a:gd name="T42" fmla="*/ 4 w 40"/>
                <a:gd name="T43" fmla="*/ 18 h 116"/>
                <a:gd name="T44" fmla="*/ 2 w 40"/>
                <a:gd name="T45" fmla="*/ 96 h 116"/>
                <a:gd name="T46" fmla="*/ 1 w 40"/>
                <a:gd name="T47" fmla="*/ 108 h 116"/>
                <a:gd name="T48" fmla="*/ 1 w 40"/>
                <a:gd name="T49" fmla="*/ 113 h 116"/>
                <a:gd name="T50" fmla="*/ 5 w 40"/>
                <a:gd name="T51" fmla="*/ 116 h 116"/>
                <a:gd name="T52" fmla="*/ 7 w 40"/>
                <a:gd name="T53" fmla="*/ 114 h 116"/>
                <a:gd name="T54" fmla="*/ 10 w 40"/>
                <a:gd name="T55" fmla="*/ 104 h 116"/>
                <a:gd name="T56" fmla="*/ 18 w 40"/>
                <a:gd name="T57" fmla="*/ 79 h 116"/>
                <a:gd name="T58" fmla="*/ 26 w 40"/>
                <a:gd name="T59" fmla="*/ 63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 h="116">
                  <a:moveTo>
                    <a:pt x="26" y="63"/>
                  </a:moveTo>
                  <a:cubicBezTo>
                    <a:pt x="27" y="63"/>
                    <a:pt x="27" y="64"/>
                    <a:pt x="28" y="67"/>
                  </a:cubicBezTo>
                  <a:cubicBezTo>
                    <a:pt x="28" y="69"/>
                    <a:pt x="29" y="76"/>
                    <a:pt x="29" y="86"/>
                  </a:cubicBezTo>
                  <a:cubicBezTo>
                    <a:pt x="29" y="94"/>
                    <a:pt x="30" y="100"/>
                    <a:pt x="31" y="105"/>
                  </a:cubicBezTo>
                  <a:cubicBezTo>
                    <a:pt x="32" y="110"/>
                    <a:pt x="34" y="112"/>
                    <a:pt x="36" y="112"/>
                  </a:cubicBezTo>
                  <a:cubicBezTo>
                    <a:pt x="37" y="112"/>
                    <a:pt x="38" y="112"/>
                    <a:pt x="39" y="110"/>
                  </a:cubicBezTo>
                  <a:cubicBezTo>
                    <a:pt x="40" y="109"/>
                    <a:pt x="40" y="107"/>
                    <a:pt x="40" y="105"/>
                  </a:cubicBezTo>
                  <a:cubicBezTo>
                    <a:pt x="40" y="104"/>
                    <a:pt x="40" y="102"/>
                    <a:pt x="39" y="100"/>
                  </a:cubicBezTo>
                  <a:cubicBezTo>
                    <a:pt x="39" y="98"/>
                    <a:pt x="38" y="95"/>
                    <a:pt x="38" y="92"/>
                  </a:cubicBezTo>
                  <a:cubicBezTo>
                    <a:pt x="37" y="90"/>
                    <a:pt x="37" y="87"/>
                    <a:pt x="37" y="83"/>
                  </a:cubicBezTo>
                  <a:cubicBezTo>
                    <a:pt x="36" y="80"/>
                    <a:pt x="36" y="75"/>
                    <a:pt x="36" y="69"/>
                  </a:cubicBezTo>
                  <a:cubicBezTo>
                    <a:pt x="35" y="58"/>
                    <a:pt x="33" y="50"/>
                    <a:pt x="32" y="48"/>
                  </a:cubicBezTo>
                  <a:cubicBezTo>
                    <a:pt x="31" y="45"/>
                    <a:pt x="29" y="44"/>
                    <a:pt x="27" y="44"/>
                  </a:cubicBezTo>
                  <a:cubicBezTo>
                    <a:pt x="24" y="44"/>
                    <a:pt x="22" y="47"/>
                    <a:pt x="19" y="52"/>
                  </a:cubicBezTo>
                  <a:cubicBezTo>
                    <a:pt x="17" y="58"/>
                    <a:pt x="14" y="68"/>
                    <a:pt x="11" y="82"/>
                  </a:cubicBezTo>
                  <a:cubicBezTo>
                    <a:pt x="11" y="77"/>
                    <a:pt x="12" y="70"/>
                    <a:pt x="12" y="61"/>
                  </a:cubicBezTo>
                  <a:cubicBezTo>
                    <a:pt x="14" y="46"/>
                    <a:pt x="14" y="35"/>
                    <a:pt x="14" y="28"/>
                  </a:cubicBezTo>
                  <a:cubicBezTo>
                    <a:pt x="14" y="21"/>
                    <a:pt x="13" y="15"/>
                    <a:pt x="12" y="10"/>
                  </a:cubicBezTo>
                  <a:cubicBezTo>
                    <a:pt x="12" y="7"/>
                    <a:pt x="11" y="4"/>
                    <a:pt x="10" y="3"/>
                  </a:cubicBezTo>
                  <a:cubicBezTo>
                    <a:pt x="9" y="1"/>
                    <a:pt x="8" y="0"/>
                    <a:pt x="6" y="0"/>
                  </a:cubicBezTo>
                  <a:cubicBezTo>
                    <a:pt x="6" y="0"/>
                    <a:pt x="5" y="2"/>
                    <a:pt x="4" y="4"/>
                  </a:cubicBezTo>
                  <a:cubicBezTo>
                    <a:pt x="4" y="7"/>
                    <a:pt x="4" y="12"/>
                    <a:pt x="4" y="18"/>
                  </a:cubicBezTo>
                  <a:cubicBezTo>
                    <a:pt x="6" y="46"/>
                    <a:pt x="5" y="72"/>
                    <a:pt x="2" y="96"/>
                  </a:cubicBezTo>
                  <a:cubicBezTo>
                    <a:pt x="1" y="103"/>
                    <a:pt x="1" y="106"/>
                    <a:pt x="1" y="108"/>
                  </a:cubicBezTo>
                  <a:cubicBezTo>
                    <a:pt x="0" y="110"/>
                    <a:pt x="1" y="112"/>
                    <a:pt x="1" y="113"/>
                  </a:cubicBezTo>
                  <a:cubicBezTo>
                    <a:pt x="2" y="115"/>
                    <a:pt x="3" y="115"/>
                    <a:pt x="5" y="116"/>
                  </a:cubicBezTo>
                  <a:cubicBezTo>
                    <a:pt x="5" y="116"/>
                    <a:pt x="6" y="115"/>
                    <a:pt x="7" y="114"/>
                  </a:cubicBezTo>
                  <a:cubicBezTo>
                    <a:pt x="7" y="112"/>
                    <a:pt x="8" y="109"/>
                    <a:pt x="10" y="104"/>
                  </a:cubicBezTo>
                  <a:cubicBezTo>
                    <a:pt x="12" y="98"/>
                    <a:pt x="15" y="90"/>
                    <a:pt x="18" y="79"/>
                  </a:cubicBezTo>
                  <a:cubicBezTo>
                    <a:pt x="22" y="68"/>
                    <a:pt x="24" y="63"/>
                    <a:pt x="26"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81"/>
            <p:cNvSpPr>
              <a:spLocks/>
            </p:cNvSpPr>
            <p:nvPr/>
          </p:nvSpPr>
          <p:spPr bwMode="auto">
            <a:xfrm>
              <a:off x="3522663" y="3773488"/>
              <a:ext cx="52388" cy="165100"/>
            </a:xfrm>
            <a:custGeom>
              <a:avLst/>
              <a:gdLst>
                <a:gd name="T0" fmla="*/ 0 w 40"/>
                <a:gd name="T1" fmla="*/ 117 h 126"/>
                <a:gd name="T2" fmla="*/ 1 w 40"/>
                <a:gd name="T3" fmla="*/ 123 h 126"/>
                <a:gd name="T4" fmla="*/ 4 w 40"/>
                <a:gd name="T5" fmla="*/ 126 h 126"/>
                <a:gd name="T6" fmla="*/ 6 w 40"/>
                <a:gd name="T7" fmla="*/ 124 h 126"/>
                <a:gd name="T8" fmla="*/ 9 w 40"/>
                <a:gd name="T9" fmla="*/ 114 h 126"/>
                <a:gd name="T10" fmla="*/ 18 w 40"/>
                <a:gd name="T11" fmla="*/ 86 h 126"/>
                <a:gd name="T12" fmla="*/ 25 w 40"/>
                <a:gd name="T13" fmla="*/ 68 h 126"/>
                <a:gd name="T14" fmla="*/ 27 w 40"/>
                <a:gd name="T15" fmla="*/ 73 h 126"/>
                <a:gd name="T16" fmla="*/ 29 w 40"/>
                <a:gd name="T17" fmla="*/ 93 h 126"/>
                <a:gd name="T18" fmla="*/ 31 w 40"/>
                <a:gd name="T19" fmla="*/ 114 h 126"/>
                <a:gd name="T20" fmla="*/ 36 w 40"/>
                <a:gd name="T21" fmla="*/ 122 h 126"/>
                <a:gd name="T22" fmla="*/ 38 w 40"/>
                <a:gd name="T23" fmla="*/ 120 h 126"/>
                <a:gd name="T24" fmla="*/ 40 w 40"/>
                <a:gd name="T25" fmla="*/ 115 h 126"/>
                <a:gd name="T26" fmla="*/ 39 w 40"/>
                <a:gd name="T27" fmla="*/ 109 h 126"/>
                <a:gd name="T28" fmla="*/ 37 w 40"/>
                <a:gd name="T29" fmla="*/ 100 h 126"/>
                <a:gd name="T30" fmla="*/ 36 w 40"/>
                <a:gd name="T31" fmla="*/ 90 h 126"/>
                <a:gd name="T32" fmla="*/ 35 w 40"/>
                <a:gd name="T33" fmla="*/ 76 h 126"/>
                <a:gd name="T34" fmla="*/ 32 w 40"/>
                <a:gd name="T35" fmla="*/ 52 h 126"/>
                <a:gd name="T36" fmla="*/ 27 w 40"/>
                <a:gd name="T37" fmla="*/ 48 h 126"/>
                <a:gd name="T38" fmla="*/ 19 w 40"/>
                <a:gd name="T39" fmla="*/ 57 h 126"/>
                <a:gd name="T40" fmla="*/ 10 w 40"/>
                <a:gd name="T41" fmla="*/ 89 h 126"/>
                <a:gd name="T42" fmla="*/ 12 w 40"/>
                <a:gd name="T43" fmla="*/ 66 h 126"/>
                <a:gd name="T44" fmla="*/ 13 w 40"/>
                <a:gd name="T45" fmla="*/ 31 h 126"/>
                <a:gd name="T46" fmla="*/ 12 w 40"/>
                <a:gd name="T47" fmla="*/ 11 h 126"/>
                <a:gd name="T48" fmla="*/ 9 w 40"/>
                <a:gd name="T49" fmla="*/ 3 h 126"/>
                <a:gd name="T50" fmla="*/ 6 w 40"/>
                <a:gd name="T51" fmla="*/ 1 h 126"/>
                <a:gd name="T52" fmla="*/ 3 w 40"/>
                <a:gd name="T53" fmla="*/ 5 h 126"/>
                <a:gd name="T54" fmla="*/ 3 w 40"/>
                <a:gd name="T55" fmla="*/ 20 h 126"/>
                <a:gd name="T56" fmla="*/ 1 w 40"/>
                <a:gd name="T57" fmla="*/ 105 h 126"/>
                <a:gd name="T58" fmla="*/ 0 w 40"/>
                <a:gd name="T59" fmla="*/ 117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 h="126">
                  <a:moveTo>
                    <a:pt x="0" y="117"/>
                  </a:moveTo>
                  <a:cubicBezTo>
                    <a:pt x="0" y="120"/>
                    <a:pt x="0" y="122"/>
                    <a:pt x="1" y="123"/>
                  </a:cubicBezTo>
                  <a:cubicBezTo>
                    <a:pt x="2" y="125"/>
                    <a:pt x="3" y="126"/>
                    <a:pt x="4" y="126"/>
                  </a:cubicBezTo>
                  <a:cubicBezTo>
                    <a:pt x="5" y="126"/>
                    <a:pt x="6" y="125"/>
                    <a:pt x="6" y="124"/>
                  </a:cubicBezTo>
                  <a:cubicBezTo>
                    <a:pt x="7" y="122"/>
                    <a:pt x="8" y="119"/>
                    <a:pt x="9" y="114"/>
                  </a:cubicBezTo>
                  <a:cubicBezTo>
                    <a:pt x="11" y="107"/>
                    <a:pt x="14" y="98"/>
                    <a:pt x="18" y="86"/>
                  </a:cubicBezTo>
                  <a:cubicBezTo>
                    <a:pt x="22" y="74"/>
                    <a:pt x="24" y="68"/>
                    <a:pt x="25" y="68"/>
                  </a:cubicBezTo>
                  <a:cubicBezTo>
                    <a:pt x="26" y="68"/>
                    <a:pt x="27" y="70"/>
                    <a:pt x="27" y="73"/>
                  </a:cubicBezTo>
                  <a:cubicBezTo>
                    <a:pt x="28" y="76"/>
                    <a:pt x="28" y="83"/>
                    <a:pt x="29" y="93"/>
                  </a:cubicBezTo>
                  <a:cubicBezTo>
                    <a:pt x="29" y="102"/>
                    <a:pt x="29" y="109"/>
                    <a:pt x="31" y="114"/>
                  </a:cubicBezTo>
                  <a:cubicBezTo>
                    <a:pt x="32" y="119"/>
                    <a:pt x="34" y="122"/>
                    <a:pt x="36" y="122"/>
                  </a:cubicBezTo>
                  <a:cubicBezTo>
                    <a:pt x="37" y="122"/>
                    <a:pt x="37" y="121"/>
                    <a:pt x="38" y="120"/>
                  </a:cubicBezTo>
                  <a:cubicBezTo>
                    <a:pt x="39" y="118"/>
                    <a:pt x="40" y="116"/>
                    <a:pt x="40" y="115"/>
                  </a:cubicBezTo>
                  <a:cubicBezTo>
                    <a:pt x="40" y="113"/>
                    <a:pt x="40" y="111"/>
                    <a:pt x="39" y="109"/>
                  </a:cubicBezTo>
                  <a:cubicBezTo>
                    <a:pt x="38" y="106"/>
                    <a:pt x="38" y="103"/>
                    <a:pt x="37" y="100"/>
                  </a:cubicBezTo>
                  <a:cubicBezTo>
                    <a:pt x="37" y="98"/>
                    <a:pt x="37" y="94"/>
                    <a:pt x="36" y="90"/>
                  </a:cubicBezTo>
                  <a:cubicBezTo>
                    <a:pt x="36" y="87"/>
                    <a:pt x="36" y="82"/>
                    <a:pt x="35" y="76"/>
                  </a:cubicBezTo>
                  <a:cubicBezTo>
                    <a:pt x="34" y="63"/>
                    <a:pt x="33" y="55"/>
                    <a:pt x="32" y="52"/>
                  </a:cubicBezTo>
                  <a:cubicBezTo>
                    <a:pt x="30" y="49"/>
                    <a:pt x="28" y="48"/>
                    <a:pt x="27" y="48"/>
                  </a:cubicBezTo>
                  <a:cubicBezTo>
                    <a:pt x="24" y="48"/>
                    <a:pt x="21" y="51"/>
                    <a:pt x="19" y="57"/>
                  </a:cubicBezTo>
                  <a:cubicBezTo>
                    <a:pt x="17" y="63"/>
                    <a:pt x="14" y="74"/>
                    <a:pt x="10" y="89"/>
                  </a:cubicBezTo>
                  <a:cubicBezTo>
                    <a:pt x="11" y="83"/>
                    <a:pt x="11" y="76"/>
                    <a:pt x="12" y="66"/>
                  </a:cubicBezTo>
                  <a:cubicBezTo>
                    <a:pt x="13" y="50"/>
                    <a:pt x="13" y="38"/>
                    <a:pt x="13" y="31"/>
                  </a:cubicBezTo>
                  <a:cubicBezTo>
                    <a:pt x="13" y="24"/>
                    <a:pt x="12" y="17"/>
                    <a:pt x="12" y="11"/>
                  </a:cubicBezTo>
                  <a:cubicBezTo>
                    <a:pt x="11" y="8"/>
                    <a:pt x="10" y="5"/>
                    <a:pt x="9" y="3"/>
                  </a:cubicBezTo>
                  <a:cubicBezTo>
                    <a:pt x="8" y="1"/>
                    <a:pt x="7" y="0"/>
                    <a:pt x="6" y="1"/>
                  </a:cubicBezTo>
                  <a:cubicBezTo>
                    <a:pt x="5" y="1"/>
                    <a:pt x="4" y="2"/>
                    <a:pt x="3" y="5"/>
                  </a:cubicBezTo>
                  <a:cubicBezTo>
                    <a:pt x="3" y="8"/>
                    <a:pt x="3" y="13"/>
                    <a:pt x="3" y="20"/>
                  </a:cubicBezTo>
                  <a:cubicBezTo>
                    <a:pt x="6" y="50"/>
                    <a:pt x="5" y="78"/>
                    <a:pt x="1" y="105"/>
                  </a:cubicBezTo>
                  <a:cubicBezTo>
                    <a:pt x="1" y="112"/>
                    <a:pt x="0" y="116"/>
                    <a:pt x="0" y="1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82"/>
            <p:cNvSpPr>
              <a:spLocks/>
            </p:cNvSpPr>
            <p:nvPr/>
          </p:nvSpPr>
          <p:spPr bwMode="auto">
            <a:xfrm>
              <a:off x="3579813" y="3903663"/>
              <a:ext cx="14288" cy="31750"/>
            </a:xfrm>
            <a:custGeom>
              <a:avLst/>
              <a:gdLst>
                <a:gd name="T0" fmla="*/ 6 w 10"/>
                <a:gd name="T1" fmla="*/ 0 h 24"/>
                <a:gd name="T2" fmla="*/ 2 w 10"/>
                <a:gd name="T3" fmla="*/ 2 h 24"/>
                <a:gd name="T4" fmla="*/ 0 w 10"/>
                <a:gd name="T5" fmla="*/ 5 h 24"/>
                <a:gd name="T6" fmla="*/ 0 w 10"/>
                <a:gd name="T7" fmla="*/ 12 h 24"/>
                <a:gd name="T8" fmla="*/ 0 w 10"/>
                <a:gd name="T9" fmla="*/ 22 h 24"/>
                <a:gd name="T10" fmla="*/ 3 w 10"/>
                <a:gd name="T11" fmla="*/ 24 h 24"/>
                <a:gd name="T12" fmla="*/ 7 w 10"/>
                <a:gd name="T13" fmla="*/ 21 h 24"/>
                <a:gd name="T14" fmla="*/ 9 w 10"/>
                <a:gd name="T15" fmla="*/ 15 h 24"/>
                <a:gd name="T16" fmla="*/ 10 w 10"/>
                <a:gd name="T17" fmla="*/ 8 h 24"/>
                <a:gd name="T18" fmla="*/ 9 w 10"/>
                <a:gd name="T19" fmla="*/ 3 h 24"/>
                <a:gd name="T20" fmla="*/ 6 w 10"/>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24">
                  <a:moveTo>
                    <a:pt x="6" y="0"/>
                  </a:moveTo>
                  <a:cubicBezTo>
                    <a:pt x="5" y="0"/>
                    <a:pt x="3" y="1"/>
                    <a:pt x="2" y="2"/>
                  </a:cubicBezTo>
                  <a:cubicBezTo>
                    <a:pt x="1" y="3"/>
                    <a:pt x="1" y="4"/>
                    <a:pt x="0" y="5"/>
                  </a:cubicBezTo>
                  <a:cubicBezTo>
                    <a:pt x="0" y="7"/>
                    <a:pt x="0" y="9"/>
                    <a:pt x="0" y="12"/>
                  </a:cubicBezTo>
                  <a:cubicBezTo>
                    <a:pt x="0" y="17"/>
                    <a:pt x="0" y="21"/>
                    <a:pt x="0" y="22"/>
                  </a:cubicBezTo>
                  <a:cubicBezTo>
                    <a:pt x="1" y="23"/>
                    <a:pt x="2" y="24"/>
                    <a:pt x="3" y="24"/>
                  </a:cubicBezTo>
                  <a:cubicBezTo>
                    <a:pt x="4" y="24"/>
                    <a:pt x="5" y="23"/>
                    <a:pt x="7" y="21"/>
                  </a:cubicBezTo>
                  <a:cubicBezTo>
                    <a:pt x="8" y="18"/>
                    <a:pt x="9" y="16"/>
                    <a:pt x="9" y="15"/>
                  </a:cubicBezTo>
                  <a:cubicBezTo>
                    <a:pt x="10" y="13"/>
                    <a:pt x="10" y="11"/>
                    <a:pt x="10" y="8"/>
                  </a:cubicBezTo>
                  <a:cubicBezTo>
                    <a:pt x="10" y="6"/>
                    <a:pt x="10" y="4"/>
                    <a:pt x="9" y="3"/>
                  </a:cubicBezTo>
                  <a:cubicBezTo>
                    <a:pt x="9" y="1"/>
                    <a:pt x="8"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83"/>
            <p:cNvSpPr>
              <a:spLocks/>
            </p:cNvSpPr>
            <p:nvPr/>
          </p:nvSpPr>
          <p:spPr bwMode="auto">
            <a:xfrm>
              <a:off x="3602038" y="3905250"/>
              <a:ext cx="14288" cy="31750"/>
            </a:xfrm>
            <a:custGeom>
              <a:avLst/>
              <a:gdLst>
                <a:gd name="T0" fmla="*/ 6 w 10"/>
                <a:gd name="T1" fmla="*/ 0 h 24"/>
                <a:gd name="T2" fmla="*/ 2 w 10"/>
                <a:gd name="T3" fmla="*/ 1 h 24"/>
                <a:gd name="T4" fmla="*/ 0 w 10"/>
                <a:gd name="T5" fmla="*/ 5 h 24"/>
                <a:gd name="T6" fmla="*/ 0 w 10"/>
                <a:gd name="T7" fmla="*/ 12 h 24"/>
                <a:gd name="T8" fmla="*/ 0 w 10"/>
                <a:gd name="T9" fmla="*/ 22 h 24"/>
                <a:gd name="T10" fmla="*/ 3 w 10"/>
                <a:gd name="T11" fmla="*/ 24 h 24"/>
                <a:gd name="T12" fmla="*/ 7 w 10"/>
                <a:gd name="T13" fmla="*/ 21 h 24"/>
                <a:gd name="T14" fmla="*/ 9 w 10"/>
                <a:gd name="T15" fmla="*/ 15 h 24"/>
                <a:gd name="T16" fmla="*/ 10 w 10"/>
                <a:gd name="T17" fmla="*/ 7 h 24"/>
                <a:gd name="T18" fmla="*/ 9 w 10"/>
                <a:gd name="T19" fmla="*/ 2 h 24"/>
                <a:gd name="T20" fmla="*/ 6 w 10"/>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24">
                  <a:moveTo>
                    <a:pt x="6" y="0"/>
                  </a:moveTo>
                  <a:cubicBezTo>
                    <a:pt x="5" y="0"/>
                    <a:pt x="3" y="0"/>
                    <a:pt x="2" y="1"/>
                  </a:cubicBezTo>
                  <a:cubicBezTo>
                    <a:pt x="1" y="2"/>
                    <a:pt x="1" y="3"/>
                    <a:pt x="0" y="5"/>
                  </a:cubicBezTo>
                  <a:cubicBezTo>
                    <a:pt x="0" y="6"/>
                    <a:pt x="0" y="9"/>
                    <a:pt x="0" y="12"/>
                  </a:cubicBezTo>
                  <a:cubicBezTo>
                    <a:pt x="0" y="17"/>
                    <a:pt x="0" y="21"/>
                    <a:pt x="0" y="22"/>
                  </a:cubicBezTo>
                  <a:cubicBezTo>
                    <a:pt x="1" y="23"/>
                    <a:pt x="2" y="24"/>
                    <a:pt x="3" y="24"/>
                  </a:cubicBezTo>
                  <a:cubicBezTo>
                    <a:pt x="4" y="24"/>
                    <a:pt x="5" y="23"/>
                    <a:pt x="7" y="21"/>
                  </a:cubicBezTo>
                  <a:cubicBezTo>
                    <a:pt x="8" y="18"/>
                    <a:pt x="9" y="16"/>
                    <a:pt x="9" y="15"/>
                  </a:cubicBezTo>
                  <a:cubicBezTo>
                    <a:pt x="10" y="13"/>
                    <a:pt x="10" y="11"/>
                    <a:pt x="10" y="7"/>
                  </a:cubicBezTo>
                  <a:cubicBezTo>
                    <a:pt x="10" y="6"/>
                    <a:pt x="10" y="4"/>
                    <a:pt x="9" y="2"/>
                  </a:cubicBezTo>
                  <a:cubicBezTo>
                    <a:pt x="9" y="1"/>
                    <a:pt x="8"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84"/>
            <p:cNvSpPr>
              <a:spLocks/>
            </p:cNvSpPr>
            <p:nvPr/>
          </p:nvSpPr>
          <p:spPr bwMode="auto">
            <a:xfrm>
              <a:off x="3624263" y="3905250"/>
              <a:ext cx="14288" cy="33337"/>
            </a:xfrm>
            <a:custGeom>
              <a:avLst/>
              <a:gdLst>
                <a:gd name="T0" fmla="*/ 6 w 10"/>
                <a:gd name="T1" fmla="*/ 0 h 25"/>
                <a:gd name="T2" fmla="*/ 2 w 10"/>
                <a:gd name="T3" fmla="*/ 2 h 25"/>
                <a:gd name="T4" fmla="*/ 0 w 10"/>
                <a:gd name="T5" fmla="*/ 5 h 25"/>
                <a:gd name="T6" fmla="*/ 0 w 10"/>
                <a:gd name="T7" fmla="*/ 13 h 25"/>
                <a:gd name="T8" fmla="*/ 0 w 10"/>
                <a:gd name="T9" fmla="*/ 23 h 25"/>
                <a:gd name="T10" fmla="*/ 3 w 10"/>
                <a:gd name="T11" fmla="*/ 25 h 25"/>
                <a:gd name="T12" fmla="*/ 6 w 10"/>
                <a:gd name="T13" fmla="*/ 22 h 25"/>
                <a:gd name="T14" fmla="*/ 9 w 10"/>
                <a:gd name="T15" fmla="*/ 15 h 25"/>
                <a:gd name="T16" fmla="*/ 10 w 10"/>
                <a:gd name="T17" fmla="*/ 8 h 25"/>
                <a:gd name="T18" fmla="*/ 9 w 10"/>
                <a:gd name="T19" fmla="*/ 3 h 25"/>
                <a:gd name="T20" fmla="*/ 6 w 10"/>
                <a:gd name="T2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25">
                  <a:moveTo>
                    <a:pt x="6" y="0"/>
                  </a:moveTo>
                  <a:cubicBezTo>
                    <a:pt x="4" y="0"/>
                    <a:pt x="3" y="1"/>
                    <a:pt x="2" y="2"/>
                  </a:cubicBezTo>
                  <a:cubicBezTo>
                    <a:pt x="1" y="2"/>
                    <a:pt x="1" y="4"/>
                    <a:pt x="0" y="5"/>
                  </a:cubicBezTo>
                  <a:cubicBezTo>
                    <a:pt x="0" y="7"/>
                    <a:pt x="0" y="9"/>
                    <a:pt x="0" y="13"/>
                  </a:cubicBezTo>
                  <a:cubicBezTo>
                    <a:pt x="0" y="18"/>
                    <a:pt x="0" y="22"/>
                    <a:pt x="0" y="23"/>
                  </a:cubicBezTo>
                  <a:cubicBezTo>
                    <a:pt x="1" y="24"/>
                    <a:pt x="2" y="25"/>
                    <a:pt x="3" y="25"/>
                  </a:cubicBezTo>
                  <a:cubicBezTo>
                    <a:pt x="4" y="25"/>
                    <a:pt x="5" y="24"/>
                    <a:pt x="6" y="22"/>
                  </a:cubicBezTo>
                  <a:cubicBezTo>
                    <a:pt x="8" y="19"/>
                    <a:pt x="9" y="17"/>
                    <a:pt x="9" y="15"/>
                  </a:cubicBezTo>
                  <a:cubicBezTo>
                    <a:pt x="10" y="14"/>
                    <a:pt x="10" y="11"/>
                    <a:pt x="10" y="8"/>
                  </a:cubicBezTo>
                  <a:cubicBezTo>
                    <a:pt x="10" y="6"/>
                    <a:pt x="10" y="4"/>
                    <a:pt x="9" y="3"/>
                  </a:cubicBezTo>
                  <a:cubicBezTo>
                    <a:pt x="9" y="1"/>
                    <a:pt x="8"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6" name="组合 85"/>
          <p:cNvGrpSpPr/>
          <p:nvPr/>
        </p:nvGrpSpPr>
        <p:grpSpPr>
          <a:xfrm>
            <a:off x="123825" y="3219450"/>
            <a:ext cx="1897063" cy="1600200"/>
            <a:chOff x="123825" y="3219450"/>
            <a:chExt cx="1897063" cy="1600200"/>
          </a:xfrm>
          <a:solidFill>
            <a:schemeClr val="tx1">
              <a:lumMod val="65000"/>
              <a:lumOff val="35000"/>
            </a:schemeClr>
          </a:solidFill>
        </p:grpSpPr>
        <p:sp>
          <p:nvSpPr>
            <p:cNvPr id="87" name="Freeform 85"/>
            <p:cNvSpPr>
              <a:spLocks noEditPoints="1"/>
            </p:cNvSpPr>
            <p:nvPr/>
          </p:nvSpPr>
          <p:spPr bwMode="auto">
            <a:xfrm>
              <a:off x="1273175" y="3559175"/>
              <a:ext cx="82550" cy="82550"/>
            </a:xfrm>
            <a:custGeom>
              <a:avLst/>
              <a:gdLst>
                <a:gd name="T0" fmla="*/ 32 w 63"/>
                <a:gd name="T1" fmla="*/ 0 h 63"/>
                <a:gd name="T2" fmla="*/ 0 w 63"/>
                <a:gd name="T3" fmla="*/ 31 h 63"/>
                <a:gd name="T4" fmla="*/ 32 w 63"/>
                <a:gd name="T5" fmla="*/ 63 h 63"/>
                <a:gd name="T6" fmla="*/ 63 w 63"/>
                <a:gd name="T7" fmla="*/ 31 h 63"/>
                <a:gd name="T8" fmla="*/ 32 w 63"/>
                <a:gd name="T9" fmla="*/ 0 h 63"/>
                <a:gd name="T10" fmla="*/ 33 w 63"/>
                <a:gd name="T11" fmla="*/ 55 h 63"/>
                <a:gd name="T12" fmla="*/ 10 w 63"/>
                <a:gd name="T13" fmla="*/ 33 h 63"/>
                <a:gd name="T14" fmla="*/ 33 w 63"/>
                <a:gd name="T15" fmla="*/ 10 h 63"/>
                <a:gd name="T16" fmla="*/ 55 w 63"/>
                <a:gd name="T17" fmla="*/ 33 h 63"/>
                <a:gd name="T18" fmla="*/ 33 w 63"/>
                <a:gd name="T19" fmla="*/ 5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3" h="63">
                  <a:moveTo>
                    <a:pt x="32" y="0"/>
                  </a:moveTo>
                  <a:cubicBezTo>
                    <a:pt x="14" y="0"/>
                    <a:pt x="0" y="14"/>
                    <a:pt x="0" y="31"/>
                  </a:cubicBezTo>
                  <a:cubicBezTo>
                    <a:pt x="0" y="49"/>
                    <a:pt x="14" y="63"/>
                    <a:pt x="32" y="63"/>
                  </a:cubicBezTo>
                  <a:cubicBezTo>
                    <a:pt x="49" y="63"/>
                    <a:pt x="63" y="49"/>
                    <a:pt x="63" y="31"/>
                  </a:cubicBezTo>
                  <a:cubicBezTo>
                    <a:pt x="63" y="14"/>
                    <a:pt x="49" y="0"/>
                    <a:pt x="32" y="0"/>
                  </a:cubicBezTo>
                  <a:close/>
                  <a:moveTo>
                    <a:pt x="33" y="55"/>
                  </a:moveTo>
                  <a:cubicBezTo>
                    <a:pt x="20" y="55"/>
                    <a:pt x="10" y="45"/>
                    <a:pt x="10" y="33"/>
                  </a:cubicBezTo>
                  <a:cubicBezTo>
                    <a:pt x="10" y="20"/>
                    <a:pt x="20" y="10"/>
                    <a:pt x="33" y="10"/>
                  </a:cubicBezTo>
                  <a:cubicBezTo>
                    <a:pt x="45" y="10"/>
                    <a:pt x="55" y="20"/>
                    <a:pt x="55" y="33"/>
                  </a:cubicBezTo>
                  <a:cubicBezTo>
                    <a:pt x="55" y="45"/>
                    <a:pt x="45" y="55"/>
                    <a:pt x="33" y="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Oval 86"/>
            <p:cNvSpPr>
              <a:spLocks noChangeArrowheads="1"/>
            </p:cNvSpPr>
            <p:nvPr/>
          </p:nvSpPr>
          <p:spPr bwMode="auto">
            <a:xfrm>
              <a:off x="1284288" y="3684588"/>
              <a:ext cx="34925" cy="349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87"/>
            <p:cNvSpPr>
              <a:spLocks noEditPoints="1"/>
            </p:cNvSpPr>
            <p:nvPr/>
          </p:nvSpPr>
          <p:spPr bwMode="auto">
            <a:xfrm>
              <a:off x="123825" y="3698875"/>
              <a:ext cx="687388" cy="1120775"/>
            </a:xfrm>
            <a:custGeom>
              <a:avLst/>
              <a:gdLst>
                <a:gd name="T0" fmla="*/ 41 w 525"/>
                <a:gd name="T1" fmla="*/ 243 h 857"/>
                <a:gd name="T2" fmla="*/ 174 w 525"/>
                <a:gd name="T3" fmla="*/ 214 h 857"/>
                <a:gd name="T4" fmla="*/ 212 w 525"/>
                <a:gd name="T5" fmla="*/ 391 h 857"/>
                <a:gd name="T6" fmla="*/ 181 w 525"/>
                <a:gd name="T7" fmla="*/ 802 h 857"/>
                <a:gd name="T8" fmla="*/ 226 w 525"/>
                <a:gd name="T9" fmla="*/ 855 h 857"/>
                <a:gd name="T10" fmla="*/ 279 w 525"/>
                <a:gd name="T11" fmla="*/ 810 h 857"/>
                <a:gd name="T12" fmla="*/ 305 w 525"/>
                <a:gd name="T13" fmla="*/ 467 h 857"/>
                <a:gd name="T14" fmla="*/ 347 w 525"/>
                <a:gd name="T15" fmla="*/ 458 h 857"/>
                <a:gd name="T16" fmla="*/ 423 w 525"/>
                <a:gd name="T17" fmla="*/ 811 h 857"/>
                <a:gd name="T18" fmla="*/ 481 w 525"/>
                <a:gd name="T19" fmla="*/ 849 h 857"/>
                <a:gd name="T20" fmla="*/ 519 w 525"/>
                <a:gd name="T21" fmla="*/ 790 h 857"/>
                <a:gd name="T22" fmla="*/ 437 w 525"/>
                <a:gd name="T23" fmla="*/ 407 h 857"/>
                <a:gd name="T24" fmla="*/ 437 w 525"/>
                <a:gd name="T25" fmla="*/ 407 h 857"/>
                <a:gd name="T26" fmla="*/ 431 w 525"/>
                <a:gd name="T27" fmla="*/ 377 h 857"/>
                <a:gd name="T28" fmla="*/ 421 w 525"/>
                <a:gd name="T29" fmla="*/ 333 h 857"/>
                <a:gd name="T30" fmla="*/ 421 w 525"/>
                <a:gd name="T31" fmla="*/ 333 h 857"/>
                <a:gd name="T32" fmla="*/ 387 w 525"/>
                <a:gd name="T33" fmla="*/ 173 h 857"/>
                <a:gd name="T34" fmla="*/ 413 w 525"/>
                <a:gd name="T35" fmla="*/ 167 h 857"/>
                <a:gd name="T36" fmla="*/ 492 w 525"/>
                <a:gd name="T37" fmla="*/ 114 h 857"/>
                <a:gd name="T38" fmla="*/ 444 w 525"/>
                <a:gd name="T39" fmla="*/ 77 h 857"/>
                <a:gd name="T40" fmla="*/ 444 w 525"/>
                <a:gd name="T41" fmla="*/ 77 h 857"/>
                <a:gd name="T42" fmla="*/ 381 w 525"/>
                <a:gd name="T43" fmla="*/ 74 h 857"/>
                <a:gd name="T44" fmla="*/ 241 w 525"/>
                <a:gd name="T45" fmla="*/ 79 h 857"/>
                <a:gd name="T46" fmla="*/ 211 w 525"/>
                <a:gd name="T47" fmla="*/ 112 h 857"/>
                <a:gd name="T48" fmla="*/ 242 w 525"/>
                <a:gd name="T49" fmla="*/ 142 h 857"/>
                <a:gd name="T50" fmla="*/ 244 w 525"/>
                <a:gd name="T51" fmla="*/ 142 h 857"/>
                <a:gd name="T52" fmla="*/ 371 w 525"/>
                <a:gd name="T53" fmla="*/ 138 h 857"/>
                <a:gd name="T54" fmla="*/ 369 w 525"/>
                <a:gd name="T55" fmla="*/ 148 h 857"/>
                <a:gd name="T56" fmla="*/ 297 w 525"/>
                <a:gd name="T57" fmla="*/ 149 h 857"/>
                <a:gd name="T58" fmla="*/ 254 w 525"/>
                <a:gd name="T59" fmla="*/ 170 h 857"/>
                <a:gd name="T60" fmla="*/ 234 w 525"/>
                <a:gd name="T61" fmla="*/ 172 h 857"/>
                <a:gd name="T62" fmla="*/ 163 w 525"/>
                <a:gd name="T63" fmla="*/ 142 h 857"/>
                <a:gd name="T64" fmla="*/ 158 w 525"/>
                <a:gd name="T65" fmla="*/ 144 h 857"/>
                <a:gd name="T66" fmla="*/ 104 w 525"/>
                <a:gd name="T67" fmla="*/ 129 h 857"/>
                <a:gd name="T68" fmla="*/ 101 w 525"/>
                <a:gd name="T69" fmla="*/ 124 h 857"/>
                <a:gd name="T70" fmla="*/ 129 w 525"/>
                <a:gd name="T71" fmla="*/ 21 h 857"/>
                <a:gd name="T72" fmla="*/ 134 w 525"/>
                <a:gd name="T73" fmla="*/ 19 h 857"/>
                <a:gd name="T74" fmla="*/ 148 w 525"/>
                <a:gd name="T75" fmla="*/ 22 h 857"/>
                <a:gd name="T76" fmla="*/ 150 w 525"/>
                <a:gd name="T77" fmla="*/ 19 h 857"/>
                <a:gd name="T78" fmla="*/ 159 w 525"/>
                <a:gd name="T79" fmla="*/ 8 h 857"/>
                <a:gd name="T80" fmla="*/ 136 w 525"/>
                <a:gd name="T81" fmla="*/ 2 h 857"/>
                <a:gd name="T82" fmla="*/ 122 w 525"/>
                <a:gd name="T83" fmla="*/ 10 h 857"/>
                <a:gd name="T84" fmla="*/ 109 w 525"/>
                <a:gd name="T85" fmla="*/ 54 h 857"/>
                <a:gd name="T86" fmla="*/ 108 w 525"/>
                <a:gd name="T87" fmla="*/ 56 h 857"/>
                <a:gd name="T88" fmla="*/ 8 w 525"/>
                <a:gd name="T89" fmla="*/ 193 h 857"/>
                <a:gd name="T90" fmla="*/ 7 w 525"/>
                <a:gd name="T91" fmla="*/ 229 h 857"/>
                <a:gd name="T92" fmla="*/ 34 w 525"/>
                <a:gd name="T93" fmla="*/ 244 h 857"/>
                <a:gd name="T94" fmla="*/ 41 w 525"/>
                <a:gd name="T95" fmla="*/ 243 h 857"/>
                <a:gd name="T96" fmla="*/ 139 w 525"/>
                <a:gd name="T97" fmla="*/ 156 h 857"/>
                <a:gd name="T98" fmla="*/ 109 w 525"/>
                <a:gd name="T99" fmla="*/ 163 h 857"/>
                <a:gd name="T100" fmla="*/ 118 w 525"/>
                <a:gd name="T101" fmla="*/ 150 h 857"/>
                <a:gd name="T102" fmla="*/ 139 w 525"/>
                <a:gd name="T103" fmla="*/ 156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25" h="857">
                  <a:moveTo>
                    <a:pt x="41" y="243"/>
                  </a:moveTo>
                  <a:cubicBezTo>
                    <a:pt x="174" y="214"/>
                    <a:pt x="174" y="214"/>
                    <a:pt x="174" y="214"/>
                  </a:cubicBezTo>
                  <a:cubicBezTo>
                    <a:pt x="212" y="391"/>
                    <a:pt x="212" y="391"/>
                    <a:pt x="212" y="391"/>
                  </a:cubicBezTo>
                  <a:cubicBezTo>
                    <a:pt x="181" y="802"/>
                    <a:pt x="181" y="802"/>
                    <a:pt x="181" y="802"/>
                  </a:cubicBezTo>
                  <a:cubicBezTo>
                    <a:pt x="178" y="829"/>
                    <a:pt x="199" y="853"/>
                    <a:pt x="226" y="855"/>
                  </a:cubicBezTo>
                  <a:cubicBezTo>
                    <a:pt x="253" y="857"/>
                    <a:pt x="277" y="837"/>
                    <a:pt x="279" y="810"/>
                  </a:cubicBezTo>
                  <a:cubicBezTo>
                    <a:pt x="305" y="467"/>
                    <a:pt x="305" y="467"/>
                    <a:pt x="305" y="467"/>
                  </a:cubicBezTo>
                  <a:cubicBezTo>
                    <a:pt x="347" y="458"/>
                    <a:pt x="347" y="458"/>
                    <a:pt x="347" y="458"/>
                  </a:cubicBezTo>
                  <a:cubicBezTo>
                    <a:pt x="423" y="811"/>
                    <a:pt x="423" y="811"/>
                    <a:pt x="423" y="811"/>
                  </a:cubicBezTo>
                  <a:cubicBezTo>
                    <a:pt x="428" y="838"/>
                    <a:pt x="455" y="855"/>
                    <a:pt x="481" y="849"/>
                  </a:cubicBezTo>
                  <a:cubicBezTo>
                    <a:pt x="508" y="843"/>
                    <a:pt x="525" y="817"/>
                    <a:pt x="519" y="790"/>
                  </a:cubicBezTo>
                  <a:cubicBezTo>
                    <a:pt x="437" y="407"/>
                    <a:pt x="437" y="407"/>
                    <a:pt x="437" y="407"/>
                  </a:cubicBezTo>
                  <a:cubicBezTo>
                    <a:pt x="437" y="407"/>
                    <a:pt x="437" y="407"/>
                    <a:pt x="437" y="407"/>
                  </a:cubicBezTo>
                  <a:cubicBezTo>
                    <a:pt x="431" y="377"/>
                    <a:pt x="431" y="377"/>
                    <a:pt x="431" y="377"/>
                  </a:cubicBezTo>
                  <a:cubicBezTo>
                    <a:pt x="421" y="333"/>
                    <a:pt x="421" y="333"/>
                    <a:pt x="421" y="333"/>
                  </a:cubicBezTo>
                  <a:cubicBezTo>
                    <a:pt x="421" y="333"/>
                    <a:pt x="421" y="333"/>
                    <a:pt x="421" y="333"/>
                  </a:cubicBezTo>
                  <a:cubicBezTo>
                    <a:pt x="387" y="173"/>
                    <a:pt x="387" y="173"/>
                    <a:pt x="387" y="173"/>
                  </a:cubicBezTo>
                  <a:cubicBezTo>
                    <a:pt x="395" y="171"/>
                    <a:pt x="404" y="169"/>
                    <a:pt x="413" y="167"/>
                  </a:cubicBezTo>
                  <a:cubicBezTo>
                    <a:pt x="454" y="157"/>
                    <a:pt x="493" y="148"/>
                    <a:pt x="492" y="114"/>
                  </a:cubicBezTo>
                  <a:cubicBezTo>
                    <a:pt x="491" y="93"/>
                    <a:pt x="475" y="80"/>
                    <a:pt x="444" y="77"/>
                  </a:cubicBezTo>
                  <a:cubicBezTo>
                    <a:pt x="444" y="77"/>
                    <a:pt x="444" y="77"/>
                    <a:pt x="444" y="77"/>
                  </a:cubicBezTo>
                  <a:cubicBezTo>
                    <a:pt x="430" y="75"/>
                    <a:pt x="409" y="74"/>
                    <a:pt x="381" y="74"/>
                  </a:cubicBezTo>
                  <a:cubicBezTo>
                    <a:pt x="346" y="74"/>
                    <a:pt x="299" y="76"/>
                    <a:pt x="241" y="79"/>
                  </a:cubicBezTo>
                  <a:cubicBezTo>
                    <a:pt x="223" y="79"/>
                    <a:pt x="210" y="94"/>
                    <a:pt x="211" y="112"/>
                  </a:cubicBezTo>
                  <a:cubicBezTo>
                    <a:pt x="211" y="129"/>
                    <a:pt x="225" y="142"/>
                    <a:pt x="242" y="142"/>
                  </a:cubicBezTo>
                  <a:cubicBezTo>
                    <a:pt x="243" y="142"/>
                    <a:pt x="243" y="142"/>
                    <a:pt x="244" y="142"/>
                  </a:cubicBezTo>
                  <a:cubicBezTo>
                    <a:pt x="300" y="140"/>
                    <a:pt x="341" y="139"/>
                    <a:pt x="371" y="138"/>
                  </a:cubicBezTo>
                  <a:cubicBezTo>
                    <a:pt x="369" y="148"/>
                    <a:pt x="369" y="148"/>
                    <a:pt x="369" y="148"/>
                  </a:cubicBezTo>
                  <a:cubicBezTo>
                    <a:pt x="349" y="148"/>
                    <a:pt x="324" y="148"/>
                    <a:pt x="297" y="149"/>
                  </a:cubicBezTo>
                  <a:cubicBezTo>
                    <a:pt x="285" y="159"/>
                    <a:pt x="271" y="166"/>
                    <a:pt x="254" y="170"/>
                  </a:cubicBezTo>
                  <a:cubicBezTo>
                    <a:pt x="248" y="171"/>
                    <a:pt x="241" y="172"/>
                    <a:pt x="234" y="172"/>
                  </a:cubicBezTo>
                  <a:cubicBezTo>
                    <a:pt x="206" y="172"/>
                    <a:pt x="181" y="161"/>
                    <a:pt x="163" y="142"/>
                  </a:cubicBezTo>
                  <a:cubicBezTo>
                    <a:pt x="162" y="144"/>
                    <a:pt x="160" y="145"/>
                    <a:pt x="158" y="144"/>
                  </a:cubicBezTo>
                  <a:cubicBezTo>
                    <a:pt x="104" y="129"/>
                    <a:pt x="104" y="129"/>
                    <a:pt x="104" y="129"/>
                  </a:cubicBezTo>
                  <a:cubicBezTo>
                    <a:pt x="102" y="128"/>
                    <a:pt x="100" y="126"/>
                    <a:pt x="101" y="124"/>
                  </a:cubicBezTo>
                  <a:cubicBezTo>
                    <a:pt x="129" y="21"/>
                    <a:pt x="129" y="21"/>
                    <a:pt x="129" y="21"/>
                  </a:cubicBezTo>
                  <a:cubicBezTo>
                    <a:pt x="130" y="19"/>
                    <a:pt x="132" y="18"/>
                    <a:pt x="134" y="19"/>
                  </a:cubicBezTo>
                  <a:cubicBezTo>
                    <a:pt x="148" y="22"/>
                    <a:pt x="148" y="22"/>
                    <a:pt x="148" y="22"/>
                  </a:cubicBezTo>
                  <a:cubicBezTo>
                    <a:pt x="149" y="21"/>
                    <a:pt x="150" y="20"/>
                    <a:pt x="150" y="19"/>
                  </a:cubicBezTo>
                  <a:cubicBezTo>
                    <a:pt x="153" y="15"/>
                    <a:pt x="156" y="11"/>
                    <a:pt x="159" y="8"/>
                  </a:cubicBezTo>
                  <a:cubicBezTo>
                    <a:pt x="136" y="2"/>
                    <a:pt x="136" y="2"/>
                    <a:pt x="136" y="2"/>
                  </a:cubicBezTo>
                  <a:cubicBezTo>
                    <a:pt x="130" y="0"/>
                    <a:pt x="123" y="4"/>
                    <a:pt x="122" y="10"/>
                  </a:cubicBezTo>
                  <a:cubicBezTo>
                    <a:pt x="109" y="54"/>
                    <a:pt x="109" y="54"/>
                    <a:pt x="109" y="54"/>
                  </a:cubicBezTo>
                  <a:cubicBezTo>
                    <a:pt x="109" y="55"/>
                    <a:pt x="108" y="55"/>
                    <a:pt x="108" y="56"/>
                  </a:cubicBezTo>
                  <a:cubicBezTo>
                    <a:pt x="8" y="193"/>
                    <a:pt x="8" y="193"/>
                    <a:pt x="8" y="193"/>
                  </a:cubicBezTo>
                  <a:cubicBezTo>
                    <a:pt x="0" y="204"/>
                    <a:pt x="0" y="218"/>
                    <a:pt x="7" y="229"/>
                  </a:cubicBezTo>
                  <a:cubicBezTo>
                    <a:pt x="13" y="239"/>
                    <a:pt x="23" y="244"/>
                    <a:pt x="34" y="244"/>
                  </a:cubicBezTo>
                  <a:cubicBezTo>
                    <a:pt x="36" y="244"/>
                    <a:pt x="38" y="244"/>
                    <a:pt x="41" y="243"/>
                  </a:cubicBezTo>
                  <a:close/>
                  <a:moveTo>
                    <a:pt x="139" y="156"/>
                  </a:moveTo>
                  <a:cubicBezTo>
                    <a:pt x="109" y="163"/>
                    <a:pt x="109" y="163"/>
                    <a:pt x="109" y="163"/>
                  </a:cubicBezTo>
                  <a:cubicBezTo>
                    <a:pt x="118" y="150"/>
                    <a:pt x="118" y="150"/>
                    <a:pt x="118" y="150"/>
                  </a:cubicBezTo>
                  <a:lnTo>
                    <a:pt x="139" y="1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88"/>
            <p:cNvSpPr>
              <a:spLocks/>
            </p:cNvSpPr>
            <p:nvPr/>
          </p:nvSpPr>
          <p:spPr bwMode="auto">
            <a:xfrm>
              <a:off x="301625" y="3665538"/>
              <a:ext cx="244475" cy="257175"/>
            </a:xfrm>
            <a:custGeom>
              <a:avLst/>
              <a:gdLst>
                <a:gd name="T0" fmla="*/ 11 w 188"/>
                <a:gd name="T1" fmla="*/ 117 h 196"/>
                <a:gd name="T2" fmla="*/ 118 w 188"/>
                <a:gd name="T3" fmla="*/ 186 h 196"/>
                <a:gd name="T4" fmla="*/ 145 w 188"/>
                <a:gd name="T5" fmla="*/ 175 h 196"/>
                <a:gd name="T6" fmla="*/ 109 w 188"/>
                <a:gd name="T7" fmla="*/ 177 h 196"/>
                <a:gd name="T8" fmla="*/ 107 w 188"/>
                <a:gd name="T9" fmla="*/ 177 h 196"/>
                <a:gd name="T10" fmla="*/ 66 w 188"/>
                <a:gd name="T11" fmla="*/ 137 h 196"/>
                <a:gd name="T12" fmla="*/ 77 w 188"/>
                <a:gd name="T13" fmla="*/ 108 h 196"/>
                <a:gd name="T14" fmla="*/ 105 w 188"/>
                <a:gd name="T15" fmla="*/ 94 h 196"/>
                <a:gd name="T16" fmla="*/ 188 w 188"/>
                <a:gd name="T17" fmla="*/ 91 h 196"/>
                <a:gd name="T18" fmla="*/ 187 w 188"/>
                <a:gd name="T19" fmla="*/ 79 h 196"/>
                <a:gd name="T20" fmla="*/ 80 w 188"/>
                <a:gd name="T21" fmla="*/ 10 h 196"/>
                <a:gd name="T22" fmla="*/ 11 w 188"/>
                <a:gd name="T23" fmla="*/ 117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8" h="196">
                  <a:moveTo>
                    <a:pt x="11" y="117"/>
                  </a:moveTo>
                  <a:cubicBezTo>
                    <a:pt x="21" y="165"/>
                    <a:pt x="69" y="196"/>
                    <a:pt x="118" y="186"/>
                  </a:cubicBezTo>
                  <a:cubicBezTo>
                    <a:pt x="128" y="184"/>
                    <a:pt x="137" y="180"/>
                    <a:pt x="145" y="175"/>
                  </a:cubicBezTo>
                  <a:cubicBezTo>
                    <a:pt x="134" y="175"/>
                    <a:pt x="122" y="176"/>
                    <a:pt x="109" y="177"/>
                  </a:cubicBezTo>
                  <a:cubicBezTo>
                    <a:pt x="109" y="177"/>
                    <a:pt x="108" y="177"/>
                    <a:pt x="107" y="177"/>
                  </a:cubicBezTo>
                  <a:cubicBezTo>
                    <a:pt x="85" y="177"/>
                    <a:pt x="67" y="159"/>
                    <a:pt x="66" y="137"/>
                  </a:cubicBezTo>
                  <a:cubicBezTo>
                    <a:pt x="66" y="126"/>
                    <a:pt x="70" y="116"/>
                    <a:pt x="77" y="108"/>
                  </a:cubicBezTo>
                  <a:cubicBezTo>
                    <a:pt x="84" y="100"/>
                    <a:pt x="94" y="95"/>
                    <a:pt x="105" y="94"/>
                  </a:cubicBezTo>
                  <a:cubicBezTo>
                    <a:pt x="137" y="93"/>
                    <a:pt x="164" y="92"/>
                    <a:pt x="188" y="91"/>
                  </a:cubicBezTo>
                  <a:cubicBezTo>
                    <a:pt x="188" y="87"/>
                    <a:pt x="187" y="83"/>
                    <a:pt x="187" y="79"/>
                  </a:cubicBezTo>
                  <a:cubicBezTo>
                    <a:pt x="176" y="30"/>
                    <a:pt x="128" y="0"/>
                    <a:pt x="80" y="10"/>
                  </a:cubicBezTo>
                  <a:cubicBezTo>
                    <a:pt x="31" y="20"/>
                    <a:pt x="0" y="68"/>
                    <a:pt x="11" y="1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89"/>
            <p:cNvSpPr>
              <a:spLocks/>
            </p:cNvSpPr>
            <p:nvPr/>
          </p:nvSpPr>
          <p:spPr bwMode="auto">
            <a:xfrm>
              <a:off x="546100" y="3546475"/>
              <a:ext cx="109538" cy="87312"/>
            </a:xfrm>
            <a:custGeom>
              <a:avLst/>
              <a:gdLst>
                <a:gd name="T0" fmla="*/ 70 w 83"/>
                <a:gd name="T1" fmla="*/ 28 h 66"/>
                <a:gd name="T2" fmla="*/ 0 w 83"/>
                <a:gd name="T3" fmla="*/ 66 h 66"/>
                <a:gd name="T4" fmla="*/ 70 w 83"/>
                <a:gd name="T5" fmla="*/ 28 h 66"/>
              </a:gdLst>
              <a:ahLst/>
              <a:cxnLst>
                <a:cxn ang="0">
                  <a:pos x="T0" y="T1"/>
                </a:cxn>
                <a:cxn ang="0">
                  <a:pos x="T2" y="T3"/>
                </a:cxn>
                <a:cxn ang="0">
                  <a:pos x="T4" y="T5"/>
                </a:cxn>
              </a:cxnLst>
              <a:rect l="0" t="0" r="r" b="b"/>
              <a:pathLst>
                <a:path w="83" h="66">
                  <a:moveTo>
                    <a:pt x="70" y="28"/>
                  </a:moveTo>
                  <a:cubicBezTo>
                    <a:pt x="56" y="0"/>
                    <a:pt x="4" y="30"/>
                    <a:pt x="0" y="66"/>
                  </a:cubicBezTo>
                  <a:cubicBezTo>
                    <a:pt x="45" y="45"/>
                    <a:pt x="83" y="54"/>
                    <a:pt x="70"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90"/>
            <p:cNvSpPr>
              <a:spLocks/>
            </p:cNvSpPr>
            <p:nvPr/>
          </p:nvSpPr>
          <p:spPr bwMode="auto">
            <a:xfrm>
              <a:off x="469900" y="3546475"/>
              <a:ext cx="73025" cy="88900"/>
            </a:xfrm>
            <a:custGeom>
              <a:avLst/>
              <a:gdLst>
                <a:gd name="T0" fmla="*/ 18 w 56"/>
                <a:gd name="T1" fmla="*/ 68 h 68"/>
                <a:gd name="T2" fmla="*/ 34 w 56"/>
                <a:gd name="T3" fmla="*/ 7 h 68"/>
                <a:gd name="T4" fmla="*/ 18 w 56"/>
                <a:gd name="T5" fmla="*/ 68 h 68"/>
              </a:gdLst>
              <a:ahLst/>
              <a:cxnLst>
                <a:cxn ang="0">
                  <a:pos x="T0" y="T1"/>
                </a:cxn>
                <a:cxn ang="0">
                  <a:pos x="T2" y="T3"/>
                </a:cxn>
                <a:cxn ang="0">
                  <a:pos x="T4" y="T5"/>
                </a:cxn>
              </a:cxnLst>
              <a:rect l="0" t="0" r="r" b="b"/>
              <a:pathLst>
                <a:path w="56" h="68">
                  <a:moveTo>
                    <a:pt x="18" y="68"/>
                  </a:moveTo>
                  <a:cubicBezTo>
                    <a:pt x="30" y="31"/>
                    <a:pt x="56" y="14"/>
                    <a:pt x="34" y="7"/>
                  </a:cubicBezTo>
                  <a:cubicBezTo>
                    <a:pt x="10" y="0"/>
                    <a:pt x="0" y="46"/>
                    <a:pt x="18"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91"/>
            <p:cNvSpPr>
              <a:spLocks/>
            </p:cNvSpPr>
            <p:nvPr/>
          </p:nvSpPr>
          <p:spPr bwMode="auto">
            <a:xfrm>
              <a:off x="560388" y="3651250"/>
              <a:ext cx="76200" cy="52387"/>
            </a:xfrm>
            <a:custGeom>
              <a:avLst/>
              <a:gdLst>
                <a:gd name="T0" fmla="*/ 0 w 58"/>
                <a:gd name="T1" fmla="*/ 37 h 40"/>
                <a:gd name="T2" fmla="*/ 52 w 58"/>
                <a:gd name="T3" fmla="*/ 20 h 40"/>
                <a:gd name="T4" fmla="*/ 0 w 58"/>
                <a:gd name="T5" fmla="*/ 37 h 40"/>
              </a:gdLst>
              <a:ahLst/>
              <a:cxnLst>
                <a:cxn ang="0">
                  <a:pos x="T0" y="T1"/>
                </a:cxn>
                <a:cxn ang="0">
                  <a:pos x="T2" y="T3"/>
                </a:cxn>
                <a:cxn ang="0">
                  <a:pos x="T4" y="T5"/>
                </a:cxn>
              </a:cxnLst>
              <a:rect l="0" t="0" r="r" b="b"/>
              <a:pathLst>
                <a:path w="58" h="40">
                  <a:moveTo>
                    <a:pt x="0" y="37"/>
                  </a:moveTo>
                  <a:cubicBezTo>
                    <a:pt x="34" y="29"/>
                    <a:pt x="58" y="40"/>
                    <a:pt x="52" y="20"/>
                  </a:cubicBezTo>
                  <a:cubicBezTo>
                    <a:pt x="47" y="0"/>
                    <a:pt x="8" y="14"/>
                    <a:pt x="0"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92"/>
            <p:cNvSpPr>
              <a:spLocks noEditPoints="1"/>
            </p:cNvSpPr>
            <p:nvPr/>
          </p:nvSpPr>
          <p:spPr bwMode="auto">
            <a:xfrm>
              <a:off x="762000" y="3913188"/>
              <a:ext cx="1258888" cy="361950"/>
            </a:xfrm>
            <a:custGeom>
              <a:avLst/>
              <a:gdLst>
                <a:gd name="T0" fmla="*/ 963 w 963"/>
                <a:gd name="T1" fmla="*/ 257 h 277"/>
                <a:gd name="T2" fmla="*/ 830 w 963"/>
                <a:gd name="T3" fmla="*/ 257 h 277"/>
                <a:gd name="T4" fmla="*/ 830 w 963"/>
                <a:gd name="T5" fmla="*/ 0 h 277"/>
                <a:gd name="T6" fmla="*/ 488 w 963"/>
                <a:gd name="T7" fmla="*/ 0 h 277"/>
                <a:gd name="T8" fmla="*/ 488 w 963"/>
                <a:gd name="T9" fmla="*/ 257 h 277"/>
                <a:gd name="T10" fmla="*/ 472 w 963"/>
                <a:gd name="T11" fmla="*/ 257 h 277"/>
                <a:gd name="T12" fmla="*/ 472 w 963"/>
                <a:gd name="T13" fmla="*/ 0 h 277"/>
                <a:gd name="T14" fmla="*/ 130 w 963"/>
                <a:gd name="T15" fmla="*/ 0 h 277"/>
                <a:gd name="T16" fmla="*/ 130 w 963"/>
                <a:gd name="T17" fmla="*/ 257 h 277"/>
                <a:gd name="T18" fmla="*/ 0 w 963"/>
                <a:gd name="T19" fmla="*/ 257 h 277"/>
                <a:gd name="T20" fmla="*/ 0 w 963"/>
                <a:gd name="T21" fmla="*/ 277 h 277"/>
                <a:gd name="T22" fmla="*/ 963 w 963"/>
                <a:gd name="T23" fmla="*/ 277 h 277"/>
                <a:gd name="T24" fmla="*/ 963 w 963"/>
                <a:gd name="T25" fmla="*/ 257 h 277"/>
                <a:gd name="T26" fmla="*/ 783 w 963"/>
                <a:gd name="T27" fmla="*/ 222 h 277"/>
                <a:gd name="T28" fmla="*/ 535 w 963"/>
                <a:gd name="T29" fmla="*/ 222 h 277"/>
                <a:gd name="T30" fmla="*/ 535 w 963"/>
                <a:gd name="T31" fmla="*/ 47 h 277"/>
                <a:gd name="T32" fmla="*/ 783 w 963"/>
                <a:gd name="T33" fmla="*/ 47 h 277"/>
                <a:gd name="T34" fmla="*/ 783 w 963"/>
                <a:gd name="T35" fmla="*/ 222 h 277"/>
                <a:gd name="T36" fmla="*/ 576 w 963"/>
                <a:gd name="T37" fmla="*/ 12 h 277"/>
                <a:gd name="T38" fmla="*/ 587 w 963"/>
                <a:gd name="T39" fmla="*/ 23 h 277"/>
                <a:gd name="T40" fmla="*/ 576 w 963"/>
                <a:gd name="T41" fmla="*/ 34 h 277"/>
                <a:gd name="T42" fmla="*/ 565 w 963"/>
                <a:gd name="T43" fmla="*/ 23 h 277"/>
                <a:gd name="T44" fmla="*/ 576 w 963"/>
                <a:gd name="T45" fmla="*/ 12 h 277"/>
                <a:gd name="T46" fmla="*/ 544 w 963"/>
                <a:gd name="T47" fmla="*/ 12 h 277"/>
                <a:gd name="T48" fmla="*/ 555 w 963"/>
                <a:gd name="T49" fmla="*/ 23 h 277"/>
                <a:gd name="T50" fmla="*/ 544 w 963"/>
                <a:gd name="T51" fmla="*/ 34 h 277"/>
                <a:gd name="T52" fmla="*/ 533 w 963"/>
                <a:gd name="T53" fmla="*/ 23 h 277"/>
                <a:gd name="T54" fmla="*/ 544 w 963"/>
                <a:gd name="T55" fmla="*/ 12 h 277"/>
                <a:gd name="T56" fmla="*/ 430 w 963"/>
                <a:gd name="T57" fmla="*/ 93 h 277"/>
                <a:gd name="T58" fmla="*/ 444 w 963"/>
                <a:gd name="T59" fmla="*/ 93 h 277"/>
                <a:gd name="T60" fmla="*/ 444 w 963"/>
                <a:gd name="T61" fmla="*/ 175 h 277"/>
                <a:gd name="T62" fmla="*/ 430 w 963"/>
                <a:gd name="T63" fmla="*/ 175 h 277"/>
                <a:gd name="T64" fmla="*/ 430 w 963"/>
                <a:gd name="T65" fmla="*/ 93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63" h="277">
                  <a:moveTo>
                    <a:pt x="963" y="257"/>
                  </a:moveTo>
                  <a:cubicBezTo>
                    <a:pt x="830" y="257"/>
                    <a:pt x="830" y="257"/>
                    <a:pt x="830" y="257"/>
                  </a:cubicBezTo>
                  <a:cubicBezTo>
                    <a:pt x="830" y="0"/>
                    <a:pt x="830" y="0"/>
                    <a:pt x="830" y="0"/>
                  </a:cubicBezTo>
                  <a:cubicBezTo>
                    <a:pt x="488" y="0"/>
                    <a:pt x="488" y="0"/>
                    <a:pt x="488" y="0"/>
                  </a:cubicBezTo>
                  <a:cubicBezTo>
                    <a:pt x="488" y="257"/>
                    <a:pt x="488" y="257"/>
                    <a:pt x="488" y="257"/>
                  </a:cubicBezTo>
                  <a:cubicBezTo>
                    <a:pt x="472" y="257"/>
                    <a:pt x="472" y="257"/>
                    <a:pt x="472" y="257"/>
                  </a:cubicBezTo>
                  <a:cubicBezTo>
                    <a:pt x="472" y="0"/>
                    <a:pt x="472" y="0"/>
                    <a:pt x="472" y="0"/>
                  </a:cubicBezTo>
                  <a:cubicBezTo>
                    <a:pt x="130" y="0"/>
                    <a:pt x="130" y="0"/>
                    <a:pt x="130" y="0"/>
                  </a:cubicBezTo>
                  <a:cubicBezTo>
                    <a:pt x="130" y="257"/>
                    <a:pt x="130" y="257"/>
                    <a:pt x="130" y="257"/>
                  </a:cubicBezTo>
                  <a:cubicBezTo>
                    <a:pt x="0" y="257"/>
                    <a:pt x="0" y="257"/>
                    <a:pt x="0" y="257"/>
                  </a:cubicBezTo>
                  <a:cubicBezTo>
                    <a:pt x="0" y="277"/>
                    <a:pt x="0" y="277"/>
                    <a:pt x="0" y="277"/>
                  </a:cubicBezTo>
                  <a:cubicBezTo>
                    <a:pt x="963" y="277"/>
                    <a:pt x="963" y="277"/>
                    <a:pt x="963" y="277"/>
                  </a:cubicBezTo>
                  <a:lnTo>
                    <a:pt x="963" y="257"/>
                  </a:lnTo>
                  <a:close/>
                  <a:moveTo>
                    <a:pt x="783" y="222"/>
                  </a:moveTo>
                  <a:cubicBezTo>
                    <a:pt x="535" y="222"/>
                    <a:pt x="535" y="222"/>
                    <a:pt x="535" y="222"/>
                  </a:cubicBezTo>
                  <a:cubicBezTo>
                    <a:pt x="535" y="47"/>
                    <a:pt x="535" y="47"/>
                    <a:pt x="535" y="47"/>
                  </a:cubicBezTo>
                  <a:cubicBezTo>
                    <a:pt x="783" y="47"/>
                    <a:pt x="783" y="47"/>
                    <a:pt x="783" y="47"/>
                  </a:cubicBezTo>
                  <a:lnTo>
                    <a:pt x="783" y="222"/>
                  </a:lnTo>
                  <a:close/>
                  <a:moveTo>
                    <a:pt x="576" y="12"/>
                  </a:moveTo>
                  <a:cubicBezTo>
                    <a:pt x="582" y="12"/>
                    <a:pt x="587" y="17"/>
                    <a:pt x="587" y="23"/>
                  </a:cubicBezTo>
                  <a:cubicBezTo>
                    <a:pt x="587" y="29"/>
                    <a:pt x="582" y="34"/>
                    <a:pt x="576" y="34"/>
                  </a:cubicBezTo>
                  <a:cubicBezTo>
                    <a:pt x="570" y="34"/>
                    <a:pt x="565" y="29"/>
                    <a:pt x="565" y="23"/>
                  </a:cubicBezTo>
                  <a:cubicBezTo>
                    <a:pt x="565" y="17"/>
                    <a:pt x="570" y="12"/>
                    <a:pt x="576" y="12"/>
                  </a:cubicBezTo>
                  <a:close/>
                  <a:moveTo>
                    <a:pt x="544" y="12"/>
                  </a:moveTo>
                  <a:cubicBezTo>
                    <a:pt x="550" y="12"/>
                    <a:pt x="555" y="17"/>
                    <a:pt x="555" y="23"/>
                  </a:cubicBezTo>
                  <a:cubicBezTo>
                    <a:pt x="555" y="29"/>
                    <a:pt x="550" y="34"/>
                    <a:pt x="544" y="34"/>
                  </a:cubicBezTo>
                  <a:cubicBezTo>
                    <a:pt x="538" y="34"/>
                    <a:pt x="533" y="29"/>
                    <a:pt x="533" y="23"/>
                  </a:cubicBezTo>
                  <a:cubicBezTo>
                    <a:pt x="533" y="17"/>
                    <a:pt x="538" y="12"/>
                    <a:pt x="544" y="12"/>
                  </a:cubicBezTo>
                  <a:close/>
                  <a:moveTo>
                    <a:pt x="430" y="93"/>
                  </a:moveTo>
                  <a:cubicBezTo>
                    <a:pt x="444" y="93"/>
                    <a:pt x="444" y="93"/>
                    <a:pt x="444" y="93"/>
                  </a:cubicBezTo>
                  <a:cubicBezTo>
                    <a:pt x="444" y="175"/>
                    <a:pt x="444" y="175"/>
                    <a:pt x="444" y="175"/>
                  </a:cubicBezTo>
                  <a:cubicBezTo>
                    <a:pt x="430" y="175"/>
                    <a:pt x="430" y="175"/>
                    <a:pt x="430" y="175"/>
                  </a:cubicBezTo>
                  <a:lnTo>
                    <a:pt x="430" y="9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93"/>
            <p:cNvSpPr>
              <a:spLocks noEditPoints="1"/>
            </p:cNvSpPr>
            <p:nvPr/>
          </p:nvSpPr>
          <p:spPr bwMode="auto">
            <a:xfrm>
              <a:off x="1474788" y="3986213"/>
              <a:ext cx="298450" cy="206375"/>
            </a:xfrm>
            <a:custGeom>
              <a:avLst/>
              <a:gdLst>
                <a:gd name="T0" fmla="*/ 188 w 188"/>
                <a:gd name="T1" fmla="*/ 0 h 130"/>
                <a:gd name="T2" fmla="*/ 0 w 188"/>
                <a:gd name="T3" fmla="*/ 0 h 130"/>
                <a:gd name="T4" fmla="*/ 0 w 188"/>
                <a:gd name="T5" fmla="*/ 130 h 130"/>
                <a:gd name="T6" fmla="*/ 188 w 188"/>
                <a:gd name="T7" fmla="*/ 130 h 130"/>
                <a:gd name="T8" fmla="*/ 188 w 188"/>
                <a:gd name="T9" fmla="*/ 0 h 130"/>
                <a:gd name="T10" fmla="*/ 180 w 188"/>
                <a:gd name="T11" fmla="*/ 121 h 130"/>
                <a:gd name="T12" fmla="*/ 7 w 188"/>
                <a:gd name="T13" fmla="*/ 121 h 130"/>
                <a:gd name="T14" fmla="*/ 7 w 188"/>
                <a:gd name="T15" fmla="*/ 8 h 130"/>
                <a:gd name="T16" fmla="*/ 180 w 188"/>
                <a:gd name="T17" fmla="*/ 8 h 130"/>
                <a:gd name="T18" fmla="*/ 180 w 188"/>
                <a:gd name="T19" fmla="*/ 121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 h="130">
                  <a:moveTo>
                    <a:pt x="188" y="0"/>
                  </a:moveTo>
                  <a:lnTo>
                    <a:pt x="0" y="0"/>
                  </a:lnTo>
                  <a:lnTo>
                    <a:pt x="0" y="130"/>
                  </a:lnTo>
                  <a:lnTo>
                    <a:pt x="188" y="130"/>
                  </a:lnTo>
                  <a:lnTo>
                    <a:pt x="188" y="0"/>
                  </a:lnTo>
                  <a:close/>
                  <a:moveTo>
                    <a:pt x="180" y="121"/>
                  </a:moveTo>
                  <a:lnTo>
                    <a:pt x="7" y="121"/>
                  </a:lnTo>
                  <a:lnTo>
                    <a:pt x="7" y="8"/>
                  </a:lnTo>
                  <a:lnTo>
                    <a:pt x="180" y="8"/>
                  </a:lnTo>
                  <a:lnTo>
                    <a:pt x="180" y="1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94"/>
            <p:cNvSpPr>
              <a:spLocks noEditPoints="1"/>
            </p:cNvSpPr>
            <p:nvPr/>
          </p:nvSpPr>
          <p:spPr bwMode="auto">
            <a:xfrm>
              <a:off x="931863" y="3760788"/>
              <a:ext cx="447675" cy="127000"/>
            </a:xfrm>
            <a:custGeom>
              <a:avLst/>
              <a:gdLst>
                <a:gd name="T0" fmla="*/ 0 w 282"/>
                <a:gd name="T1" fmla="*/ 80 h 80"/>
                <a:gd name="T2" fmla="*/ 282 w 282"/>
                <a:gd name="T3" fmla="*/ 80 h 80"/>
                <a:gd name="T4" fmla="*/ 282 w 282"/>
                <a:gd name="T5" fmla="*/ 0 h 80"/>
                <a:gd name="T6" fmla="*/ 0 w 282"/>
                <a:gd name="T7" fmla="*/ 0 h 80"/>
                <a:gd name="T8" fmla="*/ 0 w 282"/>
                <a:gd name="T9" fmla="*/ 80 h 80"/>
                <a:gd name="T10" fmla="*/ 86 w 282"/>
                <a:gd name="T11" fmla="*/ 28 h 80"/>
                <a:gd name="T12" fmla="*/ 195 w 282"/>
                <a:gd name="T13" fmla="*/ 28 h 80"/>
                <a:gd name="T14" fmla="*/ 195 w 282"/>
                <a:gd name="T15" fmla="*/ 40 h 80"/>
                <a:gd name="T16" fmla="*/ 86 w 282"/>
                <a:gd name="T17" fmla="*/ 40 h 80"/>
                <a:gd name="T18" fmla="*/ 86 w 282"/>
                <a:gd name="T19" fmla="*/ 2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2" h="80">
                  <a:moveTo>
                    <a:pt x="0" y="80"/>
                  </a:moveTo>
                  <a:lnTo>
                    <a:pt x="282" y="80"/>
                  </a:lnTo>
                  <a:lnTo>
                    <a:pt x="282" y="0"/>
                  </a:lnTo>
                  <a:lnTo>
                    <a:pt x="0" y="0"/>
                  </a:lnTo>
                  <a:lnTo>
                    <a:pt x="0" y="80"/>
                  </a:lnTo>
                  <a:close/>
                  <a:moveTo>
                    <a:pt x="86" y="28"/>
                  </a:moveTo>
                  <a:lnTo>
                    <a:pt x="195" y="28"/>
                  </a:lnTo>
                  <a:lnTo>
                    <a:pt x="195" y="40"/>
                  </a:lnTo>
                  <a:lnTo>
                    <a:pt x="86" y="40"/>
                  </a:lnTo>
                  <a:lnTo>
                    <a:pt x="86"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Rectangle 95"/>
            <p:cNvSpPr>
              <a:spLocks noChangeArrowheads="1"/>
            </p:cNvSpPr>
            <p:nvPr/>
          </p:nvSpPr>
          <p:spPr bwMode="auto">
            <a:xfrm>
              <a:off x="1400175" y="3760788"/>
              <a:ext cx="447675" cy="1270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Rectangle 96"/>
            <p:cNvSpPr>
              <a:spLocks noChangeArrowheads="1"/>
            </p:cNvSpPr>
            <p:nvPr/>
          </p:nvSpPr>
          <p:spPr bwMode="auto">
            <a:xfrm>
              <a:off x="1525588" y="3722688"/>
              <a:ext cx="195263"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Rectangle 97"/>
            <p:cNvSpPr>
              <a:spLocks noChangeArrowheads="1"/>
            </p:cNvSpPr>
            <p:nvPr/>
          </p:nvSpPr>
          <p:spPr bwMode="auto">
            <a:xfrm>
              <a:off x="977900" y="3722688"/>
              <a:ext cx="198438"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98"/>
            <p:cNvSpPr>
              <a:spLocks/>
            </p:cNvSpPr>
            <p:nvPr/>
          </p:nvSpPr>
          <p:spPr bwMode="auto">
            <a:xfrm>
              <a:off x="1006475" y="3632200"/>
              <a:ext cx="142875" cy="82550"/>
            </a:xfrm>
            <a:custGeom>
              <a:avLst/>
              <a:gdLst>
                <a:gd name="T0" fmla="*/ 13 w 90"/>
                <a:gd name="T1" fmla="*/ 52 h 52"/>
                <a:gd name="T2" fmla="*/ 76 w 90"/>
                <a:gd name="T3" fmla="*/ 52 h 52"/>
                <a:gd name="T4" fmla="*/ 90 w 90"/>
                <a:gd name="T5" fmla="*/ 2 h 52"/>
                <a:gd name="T6" fmla="*/ 80 w 90"/>
                <a:gd name="T7" fmla="*/ 0 h 52"/>
                <a:gd name="T8" fmla="*/ 74 w 90"/>
                <a:gd name="T9" fmla="*/ 21 h 52"/>
                <a:gd name="T10" fmla="*/ 15 w 90"/>
                <a:gd name="T11" fmla="*/ 21 h 52"/>
                <a:gd name="T12" fmla="*/ 10 w 90"/>
                <a:gd name="T13" fmla="*/ 0 h 52"/>
                <a:gd name="T14" fmla="*/ 0 w 90"/>
                <a:gd name="T15" fmla="*/ 2 h 52"/>
                <a:gd name="T16" fmla="*/ 13 w 90"/>
                <a:gd name="T17"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 h="52">
                  <a:moveTo>
                    <a:pt x="13" y="52"/>
                  </a:moveTo>
                  <a:lnTo>
                    <a:pt x="76" y="52"/>
                  </a:lnTo>
                  <a:lnTo>
                    <a:pt x="90" y="2"/>
                  </a:lnTo>
                  <a:lnTo>
                    <a:pt x="80" y="0"/>
                  </a:lnTo>
                  <a:lnTo>
                    <a:pt x="74" y="21"/>
                  </a:lnTo>
                  <a:lnTo>
                    <a:pt x="15" y="21"/>
                  </a:lnTo>
                  <a:lnTo>
                    <a:pt x="10" y="0"/>
                  </a:lnTo>
                  <a:lnTo>
                    <a:pt x="0" y="2"/>
                  </a:lnTo>
                  <a:lnTo>
                    <a:pt x="13" y="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99"/>
            <p:cNvSpPr>
              <a:spLocks noEditPoints="1"/>
            </p:cNvSpPr>
            <p:nvPr/>
          </p:nvSpPr>
          <p:spPr bwMode="auto">
            <a:xfrm>
              <a:off x="955675" y="3219450"/>
              <a:ext cx="374650" cy="355600"/>
            </a:xfrm>
            <a:custGeom>
              <a:avLst/>
              <a:gdLst>
                <a:gd name="T0" fmla="*/ 67 w 286"/>
                <a:gd name="T1" fmla="*/ 199 h 272"/>
                <a:gd name="T2" fmla="*/ 82 w 286"/>
                <a:gd name="T3" fmla="*/ 197 h 272"/>
                <a:gd name="T4" fmla="*/ 138 w 286"/>
                <a:gd name="T5" fmla="*/ 251 h 272"/>
                <a:gd name="T6" fmla="*/ 166 w 286"/>
                <a:gd name="T7" fmla="*/ 243 h 272"/>
                <a:gd name="T8" fmla="*/ 202 w 286"/>
                <a:gd name="T9" fmla="*/ 272 h 272"/>
                <a:gd name="T10" fmla="*/ 237 w 286"/>
                <a:gd name="T11" fmla="*/ 243 h 272"/>
                <a:gd name="T12" fmla="*/ 255 w 286"/>
                <a:gd name="T13" fmla="*/ 248 h 272"/>
                <a:gd name="T14" fmla="*/ 286 w 286"/>
                <a:gd name="T15" fmla="*/ 217 h 272"/>
                <a:gd name="T16" fmla="*/ 255 w 286"/>
                <a:gd name="T17" fmla="*/ 186 h 272"/>
                <a:gd name="T18" fmla="*/ 252 w 286"/>
                <a:gd name="T19" fmla="*/ 186 h 272"/>
                <a:gd name="T20" fmla="*/ 229 w 286"/>
                <a:gd name="T21" fmla="*/ 148 h 272"/>
                <a:gd name="T22" fmla="*/ 257 w 286"/>
                <a:gd name="T23" fmla="*/ 85 h 272"/>
                <a:gd name="T24" fmla="*/ 171 w 286"/>
                <a:gd name="T25" fmla="*/ 0 h 272"/>
                <a:gd name="T26" fmla="*/ 88 w 286"/>
                <a:gd name="T27" fmla="*/ 67 h 272"/>
                <a:gd name="T28" fmla="*/ 67 w 286"/>
                <a:gd name="T29" fmla="*/ 64 h 272"/>
                <a:gd name="T30" fmla="*/ 0 w 286"/>
                <a:gd name="T31" fmla="*/ 132 h 272"/>
                <a:gd name="T32" fmla="*/ 67 w 286"/>
                <a:gd name="T33" fmla="*/ 199 h 272"/>
                <a:gd name="T34" fmla="*/ 96 w 286"/>
                <a:gd name="T35" fmla="*/ 196 h 272"/>
                <a:gd name="T36" fmla="*/ 96 w 286"/>
                <a:gd name="T37" fmla="*/ 192 h 272"/>
                <a:gd name="T38" fmla="*/ 132 w 286"/>
                <a:gd name="T39" fmla="*/ 152 h 272"/>
                <a:gd name="T40" fmla="*/ 140 w 286"/>
                <a:gd name="T41" fmla="*/ 151 h 272"/>
                <a:gd name="T42" fmla="*/ 169 w 286"/>
                <a:gd name="T43" fmla="*/ 161 h 272"/>
                <a:gd name="T44" fmla="*/ 160 w 286"/>
                <a:gd name="T45" fmla="*/ 188 h 272"/>
                <a:gd name="T46" fmla="*/ 176 w 286"/>
                <a:gd name="T47" fmla="*/ 222 h 272"/>
                <a:gd name="T48" fmla="*/ 140 w 286"/>
                <a:gd name="T49" fmla="*/ 240 h 272"/>
                <a:gd name="T50" fmla="*/ 96 w 286"/>
                <a:gd name="T51" fmla="*/ 196 h 272"/>
                <a:gd name="T52" fmla="*/ 201 w 286"/>
                <a:gd name="T53" fmla="*/ 263 h 272"/>
                <a:gd name="T54" fmla="*/ 172 w 286"/>
                <a:gd name="T55" fmla="*/ 239 h 272"/>
                <a:gd name="T56" fmla="*/ 183 w 286"/>
                <a:gd name="T57" fmla="*/ 228 h 272"/>
                <a:gd name="T58" fmla="*/ 206 w 286"/>
                <a:gd name="T59" fmla="*/ 234 h 272"/>
                <a:gd name="T60" fmla="*/ 228 w 286"/>
                <a:gd name="T61" fmla="*/ 228 h 272"/>
                <a:gd name="T62" fmla="*/ 229 w 286"/>
                <a:gd name="T63" fmla="*/ 235 h 272"/>
                <a:gd name="T64" fmla="*/ 201 w 286"/>
                <a:gd name="T65" fmla="*/ 263 h 272"/>
                <a:gd name="T66" fmla="*/ 255 w 286"/>
                <a:gd name="T67" fmla="*/ 196 h 272"/>
                <a:gd name="T68" fmla="*/ 278 w 286"/>
                <a:gd name="T69" fmla="*/ 219 h 272"/>
                <a:gd name="T70" fmla="*/ 255 w 286"/>
                <a:gd name="T71" fmla="*/ 242 h 272"/>
                <a:gd name="T72" fmla="*/ 238 w 286"/>
                <a:gd name="T73" fmla="*/ 235 h 272"/>
                <a:gd name="T74" fmla="*/ 236 w 286"/>
                <a:gd name="T75" fmla="*/ 223 h 272"/>
                <a:gd name="T76" fmla="*/ 251 w 286"/>
                <a:gd name="T77" fmla="*/ 196 h 272"/>
                <a:gd name="T78" fmla="*/ 255 w 286"/>
                <a:gd name="T79" fmla="*/ 196 h 272"/>
                <a:gd name="T80" fmla="*/ 240 w 286"/>
                <a:gd name="T81" fmla="*/ 189 h 272"/>
                <a:gd name="T82" fmla="*/ 204 w 286"/>
                <a:gd name="T83" fmla="*/ 225 h 272"/>
                <a:gd name="T84" fmla="*/ 169 w 286"/>
                <a:gd name="T85" fmla="*/ 189 h 272"/>
                <a:gd name="T86" fmla="*/ 204 w 286"/>
                <a:gd name="T87" fmla="*/ 153 h 272"/>
                <a:gd name="T88" fmla="*/ 240 w 286"/>
                <a:gd name="T89" fmla="*/ 189 h 272"/>
                <a:gd name="T90" fmla="*/ 175 w 286"/>
                <a:gd name="T91" fmla="*/ 23 h 272"/>
                <a:gd name="T92" fmla="*/ 242 w 286"/>
                <a:gd name="T93" fmla="*/ 90 h 272"/>
                <a:gd name="T94" fmla="*/ 216 w 286"/>
                <a:gd name="T95" fmla="*/ 143 h 272"/>
                <a:gd name="T96" fmla="*/ 206 w 286"/>
                <a:gd name="T97" fmla="*/ 142 h 272"/>
                <a:gd name="T98" fmla="*/ 175 w 286"/>
                <a:gd name="T99" fmla="*/ 154 h 272"/>
                <a:gd name="T100" fmla="*/ 138 w 286"/>
                <a:gd name="T101" fmla="*/ 140 h 272"/>
                <a:gd name="T102" fmla="*/ 134 w 286"/>
                <a:gd name="T103" fmla="*/ 140 h 272"/>
                <a:gd name="T104" fmla="*/ 135 w 286"/>
                <a:gd name="T105" fmla="*/ 132 h 272"/>
                <a:gd name="T106" fmla="*/ 109 w 286"/>
                <a:gd name="T107" fmla="*/ 79 h 272"/>
                <a:gd name="T108" fmla="*/ 175 w 286"/>
                <a:gd name="T109" fmla="*/ 23 h 272"/>
                <a:gd name="T110" fmla="*/ 71 w 286"/>
                <a:gd name="T111" fmla="*/ 83 h 272"/>
                <a:gd name="T112" fmla="*/ 123 w 286"/>
                <a:gd name="T113" fmla="*/ 135 h 272"/>
                <a:gd name="T114" fmla="*/ 71 w 286"/>
                <a:gd name="T115" fmla="*/ 188 h 272"/>
                <a:gd name="T116" fmla="*/ 18 w 286"/>
                <a:gd name="T117" fmla="*/ 135 h 272"/>
                <a:gd name="T118" fmla="*/ 71 w 286"/>
                <a:gd name="T119" fmla="*/ 83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6" h="272">
                  <a:moveTo>
                    <a:pt x="67" y="199"/>
                  </a:moveTo>
                  <a:cubicBezTo>
                    <a:pt x="72" y="199"/>
                    <a:pt x="77" y="198"/>
                    <a:pt x="82" y="197"/>
                  </a:cubicBezTo>
                  <a:cubicBezTo>
                    <a:pt x="83" y="227"/>
                    <a:pt x="107" y="251"/>
                    <a:pt x="138" y="251"/>
                  </a:cubicBezTo>
                  <a:cubicBezTo>
                    <a:pt x="148" y="251"/>
                    <a:pt x="158" y="248"/>
                    <a:pt x="166" y="243"/>
                  </a:cubicBezTo>
                  <a:cubicBezTo>
                    <a:pt x="170" y="260"/>
                    <a:pt x="184" y="272"/>
                    <a:pt x="202" y="272"/>
                  </a:cubicBezTo>
                  <a:cubicBezTo>
                    <a:pt x="219" y="272"/>
                    <a:pt x="234" y="259"/>
                    <a:pt x="237" y="243"/>
                  </a:cubicBezTo>
                  <a:cubicBezTo>
                    <a:pt x="242" y="246"/>
                    <a:pt x="248" y="248"/>
                    <a:pt x="255" y="248"/>
                  </a:cubicBezTo>
                  <a:cubicBezTo>
                    <a:pt x="272" y="248"/>
                    <a:pt x="286" y="234"/>
                    <a:pt x="286" y="217"/>
                  </a:cubicBezTo>
                  <a:cubicBezTo>
                    <a:pt x="286" y="200"/>
                    <a:pt x="272" y="186"/>
                    <a:pt x="255" y="186"/>
                  </a:cubicBezTo>
                  <a:cubicBezTo>
                    <a:pt x="254" y="186"/>
                    <a:pt x="253" y="186"/>
                    <a:pt x="252" y="186"/>
                  </a:cubicBezTo>
                  <a:cubicBezTo>
                    <a:pt x="251" y="170"/>
                    <a:pt x="242" y="156"/>
                    <a:pt x="229" y="148"/>
                  </a:cubicBezTo>
                  <a:cubicBezTo>
                    <a:pt x="246" y="133"/>
                    <a:pt x="257" y="110"/>
                    <a:pt x="257" y="85"/>
                  </a:cubicBezTo>
                  <a:cubicBezTo>
                    <a:pt x="257" y="38"/>
                    <a:pt x="218" y="0"/>
                    <a:pt x="171" y="0"/>
                  </a:cubicBezTo>
                  <a:cubicBezTo>
                    <a:pt x="130" y="0"/>
                    <a:pt x="96" y="29"/>
                    <a:pt x="88" y="67"/>
                  </a:cubicBezTo>
                  <a:cubicBezTo>
                    <a:pt x="81" y="65"/>
                    <a:pt x="74" y="64"/>
                    <a:pt x="67" y="64"/>
                  </a:cubicBezTo>
                  <a:cubicBezTo>
                    <a:pt x="30" y="64"/>
                    <a:pt x="0" y="94"/>
                    <a:pt x="0" y="132"/>
                  </a:cubicBezTo>
                  <a:cubicBezTo>
                    <a:pt x="0" y="169"/>
                    <a:pt x="30" y="199"/>
                    <a:pt x="67" y="199"/>
                  </a:cubicBezTo>
                  <a:close/>
                  <a:moveTo>
                    <a:pt x="96" y="196"/>
                  </a:moveTo>
                  <a:cubicBezTo>
                    <a:pt x="96" y="195"/>
                    <a:pt x="96" y="193"/>
                    <a:pt x="96" y="192"/>
                  </a:cubicBezTo>
                  <a:cubicBezTo>
                    <a:pt x="113" y="184"/>
                    <a:pt x="126" y="170"/>
                    <a:pt x="132" y="152"/>
                  </a:cubicBezTo>
                  <a:cubicBezTo>
                    <a:pt x="134" y="151"/>
                    <a:pt x="137" y="151"/>
                    <a:pt x="140" y="151"/>
                  </a:cubicBezTo>
                  <a:cubicBezTo>
                    <a:pt x="151" y="151"/>
                    <a:pt x="161" y="155"/>
                    <a:pt x="169" y="161"/>
                  </a:cubicBezTo>
                  <a:cubicBezTo>
                    <a:pt x="164" y="169"/>
                    <a:pt x="160" y="178"/>
                    <a:pt x="160" y="188"/>
                  </a:cubicBezTo>
                  <a:cubicBezTo>
                    <a:pt x="160" y="202"/>
                    <a:pt x="166" y="214"/>
                    <a:pt x="176" y="222"/>
                  </a:cubicBezTo>
                  <a:cubicBezTo>
                    <a:pt x="168" y="233"/>
                    <a:pt x="155" y="240"/>
                    <a:pt x="140" y="240"/>
                  </a:cubicBezTo>
                  <a:cubicBezTo>
                    <a:pt x="116" y="240"/>
                    <a:pt x="96" y="220"/>
                    <a:pt x="96" y="196"/>
                  </a:cubicBezTo>
                  <a:close/>
                  <a:moveTo>
                    <a:pt x="201" y="263"/>
                  </a:moveTo>
                  <a:cubicBezTo>
                    <a:pt x="186" y="263"/>
                    <a:pt x="175" y="253"/>
                    <a:pt x="172" y="239"/>
                  </a:cubicBezTo>
                  <a:cubicBezTo>
                    <a:pt x="177" y="236"/>
                    <a:pt x="180" y="232"/>
                    <a:pt x="183" y="228"/>
                  </a:cubicBezTo>
                  <a:cubicBezTo>
                    <a:pt x="190" y="231"/>
                    <a:pt x="198" y="234"/>
                    <a:pt x="206" y="234"/>
                  </a:cubicBezTo>
                  <a:cubicBezTo>
                    <a:pt x="214" y="234"/>
                    <a:pt x="222" y="232"/>
                    <a:pt x="228" y="228"/>
                  </a:cubicBezTo>
                  <a:cubicBezTo>
                    <a:pt x="229" y="230"/>
                    <a:pt x="229" y="232"/>
                    <a:pt x="229" y="235"/>
                  </a:cubicBezTo>
                  <a:cubicBezTo>
                    <a:pt x="229" y="251"/>
                    <a:pt x="216" y="263"/>
                    <a:pt x="201" y="263"/>
                  </a:cubicBezTo>
                  <a:close/>
                  <a:moveTo>
                    <a:pt x="255" y="196"/>
                  </a:moveTo>
                  <a:cubicBezTo>
                    <a:pt x="268" y="196"/>
                    <a:pt x="278" y="206"/>
                    <a:pt x="278" y="219"/>
                  </a:cubicBezTo>
                  <a:cubicBezTo>
                    <a:pt x="278" y="232"/>
                    <a:pt x="268" y="242"/>
                    <a:pt x="255" y="242"/>
                  </a:cubicBezTo>
                  <a:cubicBezTo>
                    <a:pt x="248" y="242"/>
                    <a:pt x="242" y="239"/>
                    <a:pt x="238" y="235"/>
                  </a:cubicBezTo>
                  <a:cubicBezTo>
                    <a:pt x="238" y="230"/>
                    <a:pt x="237" y="226"/>
                    <a:pt x="236" y="223"/>
                  </a:cubicBezTo>
                  <a:cubicBezTo>
                    <a:pt x="244" y="216"/>
                    <a:pt x="249" y="207"/>
                    <a:pt x="251" y="196"/>
                  </a:cubicBezTo>
                  <a:cubicBezTo>
                    <a:pt x="252" y="196"/>
                    <a:pt x="254" y="196"/>
                    <a:pt x="255" y="196"/>
                  </a:cubicBezTo>
                  <a:close/>
                  <a:moveTo>
                    <a:pt x="240" y="189"/>
                  </a:moveTo>
                  <a:cubicBezTo>
                    <a:pt x="240" y="209"/>
                    <a:pt x="224" y="225"/>
                    <a:pt x="204" y="225"/>
                  </a:cubicBezTo>
                  <a:cubicBezTo>
                    <a:pt x="185" y="225"/>
                    <a:pt x="169" y="209"/>
                    <a:pt x="169" y="189"/>
                  </a:cubicBezTo>
                  <a:cubicBezTo>
                    <a:pt x="169" y="169"/>
                    <a:pt x="185" y="153"/>
                    <a:pt x="204" y="153"/>
                  </a:cubicBezTo>
                  <a:cubicBezTo>
                    <a:pt x="224" y="153"/>
                    <a:pt x="240" y="169"/>
                    <a:pt x="240" y="189"/>
                  </a:cubicBezTo>
                  <a:close/>
                  <a:moveTo>
                    <a:pt x="175" y="23"/>
                  </a:moveTo>
                  <a:cubicBezTo>
                    <a:pt x="212" y="23"/>
                    <a:pt x="242" y="53"/>
                    <a:pt x="242" y="90"/>
                  </a:cubicBezTo>
                  <a:cubicBezTo>
                    <a:pt x="242" y="112"/>
                    <a:pt x="232" y="131"/>
                    <a:pt x="216" y="143"/>
                  </a:cubicBezTo>
                  <a:cubicBezTo>
                    <a:pt x="213" y="143"/>
                    <a:pt x="209" y="142"/>
                    <a:pt x="206" y="142"/>
                  </a:cubicBezTo>
                  <a:cubicBezTo>
                    <a:pt x="194" y="142"/>
                    <a:pt x="183" y="147"/>
                    <a:pt x="175" y="154"/>
                  </a:cubicBezTo>
                  <a:cubicBezTo>
                    <a:pt x="165" y="145"/>
                    <a:pt x="152" y="140"/>
                    <a:pt x="138" y="140"/>
                  </a:cubicBezTo>
                  <a:cubicBezTo>
                    <a:pt x="136" y="140"/>
                    <a:pt x="135" y="140"/>
                    <a:pt x="134" y="140"/>
                  </a:cubicBezTo>
                  <a:cubicBezTo>
                    <a:pt x="134" y="137"/>
                    <a:pt x="135" y="134"/>
                    <a:pt x="135" y="132"/>
                  </a:cubicBezTo>
                  <a:cubicBezTo>
                    <a:pt x="135" y="110"/>
                    <a:pt x="125" y="91"/>
                    <a:pt x="109" y="79"/>
                  </a:cubicBezTo>
                  <a:cubicBezTo>
                    <a:pt x="114" y="47"/>
                    <a:pt x="142" y="23"/>
                    <a:pt x="175" y="23"/>
                  </a:cubicBezTo>
                  <a:close/>
                  <a:moveTo>
                    <a:pt x="71" y="83"/>
                  </a:moveTo>
                  <a:cubicBezTo>
                    <a:pt x="100" y="83"/>
                    <a:pt x="123" y="106"/>
                    <a:pt x="123" y="135"/>
                  </a:cubicBezTo>
                  <a:cubicBezTo>
                    <a:pt x="123" y="164"/>
                    <a:pt x="100" y="188"/>
                    <a:pt x="71" y="188"/>
                  </a:cubicBezTo>
                  <a:cubicBezTo>
                    <a:pt x="41" y="188"/>
                    <a:pt x="18" y="164"/>
                    <a:pt x="18" y="135"/>
                  </a:cubicBezTo>
                  <a:cubicBezTo>
                    <a:pt x="18" y="106"/>
                    <a:pt x="41" y="83"/>
                    <a:pt x="71"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Oval 100"/>
            <p:cNvSpPr>
              <a:spLocks noChangeArrowheads="1"/>
            </p:cNvSpPr>
            <p:nvPr/>
          </p:nvSpPr>
          <p:spPr bwMode="auto">
            <a:xfrm>
              <a:off x="1323975" y="3652838"/>
              <a:ext cx="33338" cy="349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Oval 101"/>
            <p:cNvSpPr>
              <a:spLocks noChangeArrowheads="1"/>
            </p:cNvSpPr>
            <p:nvPr/>
          </p:nvSpPr>
          <p:spPr bwMode="auto">
            <a:xfrm>
              <a:off x="1333500" y="3706813"/>
              <a:ext cx="30163" cy="317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Oval 102"/>
            <p:cNvSpPr>
              <a:spLocks noChangeArrowheads="1"/>
            </p:cNvSpPr>
            <p:nvPr/>
          </p:nvSpPr>
          <p:spPr bwMode="auto">
            <a:xfrm>
              <a:off x="1289050" y="3406775"/>
              <a:ext cx="36513" cy="365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Oval 103"/>
            <p:cNvSpPr>
              <a:spLocks noChangeArrowheads="1"/>
            </p:cNvSpPr>
            <p:nvPr/>
          </p:nvSpPr>
          <p:spPr bwMode="auto">
            <a:xfrm>
              <a:off x="1022350" y="3251200"/>
              <a:ext cx="38100" cy="365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Oval 104"/>
            <p:cNvSpPr>
              <a:spLocks noChangeArrowheads="1"/>
            </p:cNvSpPr>
            <p:nvPr/>
          </p:nvSpPr>
          <p:spPr bwMode="auto">
            <a:xfrm>
              <a:off x="968375" y="3251200"/>
              <a:ext cx="36513" cy="365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Oval 105"/>
            <p:cNvSpPr>
              <a:spLocks noChangeArrowheads="1"/>
            </p:cNvSpPr>
            <p:nvPr/>
          </p:nvSpPr>
          <p:spPr bwMode="auto">
            <a:xfrm>
              <a:off x="1008063" y="3494088"/>
              <a:ext cx="36513" cy="365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8" name="组合 107"/>
          <p:cNvGrpSpPr/>
          <p:nvPr/>
        </p:nvGrpSpPr>
        <p:grpSpPr>
          <a:xfrm>
            <a:off x="152400" y="5219700"/>
            <a:ext cx="1873251" cy="1273175"/>
            <a:chOff x="152400" y="5219700"/>
            <a:chExt cx="1873251" cy="1273175"/>
          </a:xfrm>
          <a:solidFill>
            <a:schemeClr val="tx1">
              <a:lumMod val="65000"/>
              <a:lumOff val="35000"/>
            </a:schemeClr>
          </a:solidFill>
        </p:grpSpPr>
        <p:sp>
          <p:nvSpPr>
            <p:cNvPr id="109" name="Freeform 114"/>
            <p:cNvSpPr>
              <a:spLocks/>
            </p:cNvSpPr>
            <p:nvPr/>
          </p:nvSpPr>
          <p:spPr bwMode="auto">
            <a:xfrm>
              <a:off x="747713" y="5922963"/>
              <a:ext cx="423863" cy="26987"/>
            </a:xfrm>
            <a:custGeom>
              <a:avLst/>
              <a:gdLst>
                <a:gd name="T0" fmla="*/ 0 w 267"/>
                <a:gd name="T1" fmla="*/ 0 h 17"/>
                <a:gd name="T2" fmla="*/ 0 w 267"/>
                <a:gd name="T3" fmla="*/ 17 h 17"/>
                <a:gd name="T4" fmla="*/ 251 w 267"/>
                <a:gd name="T5" fmla="*/ 17 h 17"/>
                <a:gd name="T6" fmla="*/ 267 w 267"/>
                <a:gd name="T7" fmla="*/ 0 h 17"/>
                <a:gd name="T8" fmla="*/ 0 w 267"/>
                <a:gd name="T9" fmla="*/ 0 h 17"/>
              </a:gdLst>
              <a:ahLst/>
              <a:cxnLst>
                <a:cxn ang="0">
                  <a:pos x="T0" y="T1"/>
                </a:cxn>
                <a:cxn ang="0">
                  <a:pos x="T2" y="T3"/>
                </a:cxn>
                <a:cxn ang="0">
                  <a:pos x="T4" y="T5"/>
                </a:cxn>
                <a:cxn ang="0">
                  <a:pos x="T6" y="T7"/>
                </a:cxn>
                <a:cxn ang="0">
                  <a:pos x="T8" y="T9"/>
                </a:cxn>
              </a:cxnLst>
              <a:rect l="0" t="0" r="r" b="b"/>
              <a:pathLst>
                <a:path w="267" h="17">
                  <a:moveTo>
                    <a:pt x="0" y="0"/>
                  </a:moveTo>
                  <a:lnTo>
                    <a:pt x="0" y="17"/>
                  </a:lnTo>
                  <a:lnTo>
                    <a:pt x="251" y="17"/>
                  </a:lnTo>
                  <a:lnTo>
                    <a:pt x="267"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115"/>
            <p:cNvSpPr>
              <a:spLocks/>
            </p:cNvSpPr>
            <p:nvPr/>
          </p:nvSpPr>
          <p:spPr bwMode="auto">
            <a:xfrm>
              <a:off x="1287463" y="5946775"/>
              <a:ext cx="1588" cy="3175"/>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2"/>
                    <a:pt x="1" y="2"/>
                    <a:pt x="1" y="2"/>
                  </a:cubicBezTo>
                  <a:cubicBezTo>
                    <a:pt x="1" y="0"/>
                    <a:pt x="1" y="0"/>
                    <a:pt x="1" y="0"/>
                  </a:cubicBezTo>
                  <a:cubicBezTo>
                    <a:pt x="1"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116"/>
            <p:cNvSpPr>
              <a:spLocks/>
            </p:cNvSpPr>
            <p:nvPr/>
          </p:nvSpPr>
          <p:spPr bwMode="auto">
            <a:xfrm>
              <a:off x="1668463" y="5922963"/>
              <a:ext cx="357188" cy="26987"/>
            </a:xfrm>
            <a:custGeom>
              <a:avLst/>
              <a:gdLst>
                <a:gd name="T0" fmla="*/ 10 w 273"/>
                <a:gd name="T1" fmla="*/ 7 h 20"/>
                <a:gd name="T2" fmla="*/ 0 w 273"/>
                <a:gd name="T3" fmla="*/ 20 h 20"/>
                <a:gd name="T4" fmla="*/ 273 w 273"/>
                <a:gd name="T5" fmla="*/ 20 h 20"/>
                <a:gd name="T6" fmla="*/ 273 w 273"/>
                <a:gd name="T7" fmla="*/ 0 h 20"/>
                <a:gd name="T8" fmla="*/ 12 w 273"/>
                <a:gd name="T9" fmla="*/ 0 h 20"/>
                <a:gd name="T10" fmla="*/ 10 w 273"/>
                <a:gd name="T11" fmla="*/ 7 h 20"/>
              </a:gdLst>
              <a:ahLst/>
              <a:cxnLst>
                <a:cxn ang="0">
                  <a:pos x="T0" y="T1"/>
                </a:cxn>
                <a:cxn ang="0">
                  <a:pos x="T2" y="T3"/>
                </a:cxn>
                <a:cxn ang="0">
                  <a:pos x="T4" y="T5"/>
                </a:cxn>
                <a:cxn ang="0">
                  <a:pos x="T6" y="T7"/>
                </a:cxn>
                <a:cxn ang="0">
                  <a:pos x="T8" y="T9"/>
                </a:cxn>
                <a:cxn ang="0">
                  <a:pos x="T10" y="T11"/>
                </a:cxn>
              </a:cxnLst>
              <a:rect l="0" t="0" r="r" b="b"/>
              <a:pathLst>
                <a:path w="273" h="20">
                  <a:moveTo>
                    <a:pt x="10" y="7"/>
                  </a:moveTo>
                  <a:cubicBezTo>
                    <a:pt x="7" y="12"/>
                    <a:pt x="4" y="16"/>
                    <a:pt x="0" y="20"/>
                  </a:cubicBezTo>
                  <a:cubicBezTo>
                    <a:pt x="273" y="20"/>
                    <a:pt x="273" y="20"/>
                    <a:pt x="273" y="20"/>
                  </a:cubicBezTo>
                  <a:cubicBezTo>
                    <a:pt x="273" y="0"/>
                    <a:pt x="273" y="0"/>
                    <a:pt x="273" y="0"/>
                  </a:cubicBezTo>
                  <a:cubicBezTo>
                    <a:pt x="12" y="0"/>
                    <a:pt x="12" y="0"/>
                    <a:pt x="12" y="0"/>
                  </a:cubicBezTo>
                  <a:cubicBezTo>
                    <a:pt x="11" y="2"/>
                    <a:pt x="11" y="5"/>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117"/>
            <p:cNvSpPr>
              <a:spLocks/>
            </p:cNvSpPr>
            <p:nvPr/>
          </p:nvSpPr>
          <p:spPr bwMode="auto">
            <a:xfrm>
              <a:off x="1393825" y="5922963"/>
              <a:ext cx="119063" cy="26987"/>
            </a:xfrm>
            <a:custGeom>
              <a:avLst/>
              <a:gdLst>
                <a:gd name="T0" fmla="*/ 3 w 92"/>
                <a:gd name="T1" fmla="*/ 0 h 20"/>
                <a:gd name="T2" fmla="*/ 0 w 92"/>
                <a:gd name="T3" fmla="*/ 20 h 20"/>
                <a:gd name="T4" fmla="*/ 92 w 92"/>
                <a:gd name="T5" fmla="*/ 20 h 20"/>
                <a:gd name="T6" fmla="*/ 81 w 92"/>
                <a:gd name="T7" fmla="*/ 0 h 20"/>
                <a:gd name="T8" fmla="*/ 3 w 92"/>
                <a:gd name="T9" fmla="*/ 0 h 20"/>
              </a:gdLst>
              <a:ahLst/>
              <a:cxnLst>
                <a:cxn ang="0">
                  <a:pos x="T0" y="T1"/>
                </a:cxn>
                <a:cxn ang="0">
                  <a:pos x="T2" y="T3"/>
                </a:cxn>
                <a:cxn ang="0">
                  <a:pos x="T4" y="T5"/>
                </a:cxn>
                <a:cxn ang="0">
                  <a:pos x="T6" y="T7"/>
                </a:cxn>
                <a:cxn ang="0">
                  <a:pos x="T8" y="T9"/>
                </a:cxn>
              </a:cxnLst>
              <a:rect l="0" t="0" r="r" b="b"/>
              <a:pathLst>
                <a:path w="92" h="20">
                  <a:moveTo>
                    <a:pt x="3" y="0"/>
                  </a:moveTo>
                  <a:cubicBezTo>
                    <a:pt x="0" y="20"/>
                    <a:pt x="0" y="20"/>
                    <a:pt x="0" y="20"/>
                  </a:cubicBezTo>
                  <a:cubicBezTo>
                    <a:pt x="92" y="20"/>
                    <a:pt x="92" y="20"/>
                    <a:pt x="92" y="20"/>
                  </a:cubicBezTo>
                  <a:cubicBezTo>
                    <a:pt x="88" y="14"/>
                    <a:pt x="85" y="7"/>
                    <a:pt x="81" y="0"/>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118"/>
            <p:cNvSpPr>
              <a:spLocks/>
            </p:cNvSpPr>
            <p:nvPr/>
          </p:nvSpPr>
          <p:spPr bwMode="auto">
            <a:xfrm>
              <a:off x="152400" y="5391150"/>
              <a:ext cx="795338" cy="1101725"/>
            </a:xfrm>
            <a:custGeom>
              <a:avLst/>
              <a:gdLst>
                <a:gd name="T0" fmla="*/ 498 w 609"/>
                <a:gd name="T1" fmla="*/ 68 h 842"/>
                <a:gd name="T2" fmla="*/ 498 w 609"/>
                <a:gd name="T3" fmla="*/ 69 h 842"/>
                <a:gd name="T4" fmla="*/ 498 w 609"/>
                <a:gd name="T5" fmla="*/ 73 h 842"/>
                <a:gd name="T6" fmla="*/ 498 w 609"/>
                <a:gd name="T7" fmla="*/ 74 h 842"/>
                <a:gd name="T8" fmla="*/ 497 w 609"/>
                <a:gd name="T9" fmla="*/ 77 h 842"/>
                <a:gd name="T10" fmla="*/ 497 w 609"/>
                <a:gd name="T11" fmla="*/ 79 h 842"/>
                <a:gd name="T12" fmla="*/ 472 w 609"/>
                <a:gd name="T13" fmla="*/ 126 h 842"/>
                <a:gd name="T14" fmla="*/ 471 w 609"/>
                <a:gd name="T15" fmla="*/ 129 h 842"/>
                <a:gd name="T16" fmla="*/ 471 w 609"/>
                <a:gd name="T17" fmla="*/ 135 h 842"/>
                <a:gd name="T18" fmla="*/ 489 w 609"/>
                <a:gd name="T19" fmla="*/ 142 h 842"/>
                <a:gd name="T20" fmla="*/ 494 w 609"/>
                <a:gd name="T21" fmla="*/ 136 h 842"/>
                <a:gd name="T22" fmla="*/ 503 w 609"/>
                <a:gd name="T23" fmla="*/ 105 h 842"/>
                <a:gd name="T24" fmla="*/ 514 w 609"/>
                <a:gd name="T25" fmla="*/ 137 h 842"/>
                <a:gd name="T26" fmla="*/ 523 w 609"/>
                <a:gd name="T27" fmla="*/ 167 h 842"/>
                <a:gd name="T28" fmla="*/ 447 w 609"/>
                <a:gd name="T29" fmla="*/ 135 h 842"/>
                <a:gd name="T30" fmla="*/ 438 w 609"/>
                <a:gd name="T31" fmla="*/ 133 h 842"/>
                <a:gd name="T32" fmla="*/ 291 w 609"/>
                <a:gd name="T33" fmla="*/ 101 h 842"/>
                <a:gd name="T34" fmla="*/ 275 w 609"/>
                <a:gd name="T35" fmla="*/ 101 h 842"/>
                <a:gd name="T36" fmla="*/ 263 w 609"/>
                <a:gd name="T37" fmla="*/ 107 h 842"/>
                <a:gd name="T38" fmla="*/ 31 w 609"/>
                <a:gd name="T39" fmla="*/ 210 h 842"/>
                <a:gd name="T40" fmla="*/ 1 w 609"/>
                <a:gd name="T41" fmla="*/ 245 h 842"/>
                <a:gd name="T42" fmla="*/ 33 w 609"/>
                <a:gd name="T43" fmla="*/ 274 h 842"/>
                <a:gd name="T44" fmla="*/ 35 w 609"/>
                <a:gd name="T45" fmla="*/ 274 h 842"/>
                <a:gd name="T46" fmla="*/ 238 w 609"/>
                <a:gd name="T47" fmla="*/ 200 h 842"/>
                <a:gd name="T48" fmla="*/ 212 w 609"/>
                <a:gd name="T49" fmla="*/ 318 h 842"/>
                <a:gd name="T50" fmla="*/ 212 w 609"/>
                <a:gd name="T51" fmla="*/ 318 h 842"/>
                <a:gd name="T52" fmla="*/ 203 w 609"/>
                <a:gd name="T53" fmla="*/ 362 h 842"/>
                <a:gd name="T54" fmla="*/ 196 w 609"/>
                <a:gd name="T55" fmla="*/ 392 h 842"/>
                <a:gd name="T56" fmla="*/ 114 w 609"/>
                <a:gd name="T57" fmla="*/ 775 h 842"/>
                <a:gd name="T58" fmla="*/ 152 w 609"/>
                <a:gd name="T59" fmla="*/ 834 h 842"/>
                <a:gd name="T60" fmla="*/ 211 w 609"/>
                <a:gd name="T61" fmla="*/ 796 h 842"/>
                <a:gd name="T62" fmla="*/ 287 w 609"/>
                <a:gd name="T63" fmla="*/ 443 h 842"/>
                <a:gd name="T64" fmla="*/ 328 w 609"/>
                <a:gd name="T65" fmla="*/ 452 h 842"/>
                <a:gd name="T66" fmla="*/ 354 w 609"/>
                <a:gd name="T67" fmla="*/ 795 h 842"/>
                <a:gd name="T68" fmla="*/ 407 w 609"/>
                <a:gd name="T69" fmla="*/ 840 h 842"/>
                <a:gd name="T70" fmla="*/ 453 w 609"/>
                <a:gd name="T71" fmla="*/ 787 h 842"/>
                <a:gd name="T72" fmla="*/ 421 w 609"/>
                <a:gd name="T73" fmla="*/ 375 h 842"/>
                <a:gd name="T74" fmla="*/ 457 w 609"/>
                <a:gd name="T75" fmla="*/ 208 h 842"/>
                <a:gd name="T76" fmla="*/ 563 w 609"/>
                <a:gd name="T77" fmla="*/ 253 h 842"/>
                <a:gd name="T78" fmla="*/ 575 w 609"/>
                <a:gd name="T79" fmla="*/ 255 h 842"/>
                <a:gd name="T80" fmla="*/ 597 w 609"/>
                <a:gd name="T81" fmla="*/ 247 h 842"/>
                <a:gd name="T82" fmla="*/ 606 w 609"/>
                <a:gd name="T83" fmla="*/ 213 h 842"/>
                <a:gd name="T84" fmla="*/ 577 w 609"/>
                <a:gd name="T85" fmla="*/ 124 h 842"/>
                <a:gd name="T86" fmla="*/ 561 w 609"/>
                <a:gd name="T87" fmla="*/ 75 h 842"/>
                <a:gd name="T88" fmla="*/ 521 w 609"/>
                <a:gd name="T89" fmla="*/ 55 h 842"/>
                <a:gd name="T90" fmla="*/ 518 w 609"/>
                <a:gd name="T91" fmla="*/ 56 h 842"/>
                <a:gd name="T92" fmla="*/ 530 w 609"/>
                <a:gd name="T93" fmla="*/ 17 h 842"/>
                <a:gd name="T94" fmla="*/ 522 w 609"/>
                <a:gd name="T95" fmla="*/ 2 h 842"/>
                <a:gd name="T96" fmla="*/ 507 w 609"/>
                <a:gd name="T97" fmla="*/ 10 h 842"/>
                <a:gd name="T98" fmla="*/ 498 w 609"/>
                <a:gd name="T99" fmla="*/ 41 h 842"/>
                <a:gd name="T100" fmla="*/ 498 w 609"/>
                <a:gd name="T101" fmla="*/ 68 h 8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09" h="842">
                  <a:moveTo>
                    <a:pt x="498" y="68"/>
                  </a:moveTo>
                  <a:cubicBezTo>
                    <a:pt x="498" y="68"/>
                    <a:pt x="498" y="69"/>
                    <a:pt x="498" y="69"/>
                  </a:cubicBezTo>
                  <a:cubicBezTo>
                    <a:pt x="498" y="70"/>
                    <a:pt x="498" y="71"/>
                    <a:pt x="498" y="73"/>
                  </a:cubicBezTo>
                  <a:cubicBezTo>
                    <a:pt x="498" y="73"/>
                    <a:pt x="498" y="73"/>
                    <a:pt x="498" y="74"/>
                  </a:cubicBezTo>
                  <a:cubicBezTo>
                    <a:pt x="498" y="75"/>
                    <a:pt x="497" y="76"/>
                    <a:pt x="497" y="77"/>
                  </a:cubicBezTo>
                  <a:cubicBezTo>
                    <a:pt x="497" y="78"/>
                    <a:pt x="497" y="78"/>
                    <a:pt x="497" y="79"/>
                  </a:cubicBezTo>
                  <a:cubicBezTo>
                    <a:pt x="493" y="97"/>
                    <a:pt x="484" y="113"/>
                    <a:pt x="472" y="126"/>
                  </a:cubicBezTo>
                  <a:cubicBezTo>
                    <a:pt x="471" y="129"/>
                    <a:pt x="471" y="129"/>
                    <a:pt x="471" y="129"/>
                  </a:cubicBezTo>
                  <a:cubicBezTo>
                    <a:pt x="470" y="131"/>
                    <a:pt x="470" y="133"/>
                    <a:pt x="471" y="135"/>
                  </a:cubicBezTo>
                  <a:cubicBezTo>
                    <a:pt x="489" y="142"/>
                    <a:pt x="489" y="142"/>
                    <a:pt x="489" y="142"/>
                  </a:cubicBezTo>
                  <a:cubicBezTo>
                    <a:pt x="491" y="141"/>
                    <a:pt x="493" y="139"/>
                    <a:pt x="494" y="136"/>
                  </a:cubicBezTo>
                  <a:cubicBezTo>
                    <a:pt x="503" y="105"/>
                    <a:pt x="503" y="105"/>
                    <a:pt x="503" y="105"/>
                  </a:cubicBezTo>
                  <a:cubicBezTo>
                    <a:pt x="514" y="137"/>
                    <a:pt x="514" y="137"/>
                    <a:pt x="514" y="137"/>
                  </a:cubicBezTo>
                  <a:cubicBezTo>
                    <a:pt x="523" y="167"/>
                    <a:pt x="523" y="167"/>
                    <a:pt x="523" y="167"/>
                  </a:cubicBezTo>
                  <a:cubicBezTo>
                    <a:pt x="447" y="135"/>
                    <a:pt x="447" y="135"/>
                    <a:pt x="447" y="135"/>
                  </a:cubicBezTo>
                  <a:cubicBezTo>
                    <a:pt x="444" y="134"/>
                    <a:pt x="441" y="133"/>
                    <a:pt x="438" y="133"/>
                  </a:cubicBezTo>
                  <a:cubicBezTo>
                    <a:pt x="291" y="101"/>
                    <a:pt x="291" y="101"/>
                    <a:pt x="291" y="101"/>
                  </a:cubicBezTo>
                  <a:cubicBezTo>
                    <a:pt x="285" y="100"/>
                    <a:pt x="280" y="100"/>
                    <a:pt x="275" y="101"/>
                  </a:cubicBezTo>
                  <a:cubicBezTo>
                    <a:pt x="271" y="102"/>
                    <a:pt x="267" y="104"/>
                    <a:pt x="263" y="107"/>
                  </a:cubicBezTo>
                  <a:cubicBezTo>
                    <a:pt x="262" y="108"/>
                    <a:pt x="132" y="203"/>
                    <a:pt x="31" y="210"/>
                  </a:cubicBezTo>
                  <a:cubicBezTo>
                    <a:pt x="13" y="212"/>
                    <a:pt x="0" y="227"/>
                    <a:pt x="1" y="245"/>
                  </a:cubicBezTo>
                  <a:cubicBezTo>
                    <a:pt x="2" y="262"/>
                    <a:pt x="16" y="274"/>
                    <a:pt x="33" y="274"/>
                  </a:cubicBezTo>
                  <a:cubicBezTo>
                    <a:pt x="34" y="274"/>
                    <a:pt x="34" y="274"/>
                    <a:pt x="35" y="274"/>
                  </a:cubicBezTo>
                  <a:cubicBezTo>
                    <a:pt x="106" y="269"/>
                    <a:pt x="185" y="231"/>
                    <a:pt x="238" y="200"/>
                  </a:cubicBezTo>
                  <a:cubicBezTo>
                    <a:pt x="212" y="318"/>
                    <a:pt x="212" y="318"/>
                    <a:pt x="212" y="318"/>
                  </a:cubicBezTo>
                  <a:cubicBezTo>
                    <a:pt x="212" y="318"/>
                    <a:pt x="212" y="318"/>
                    <a:pt x="212" y="318"/>
                  </a:cubicBezTo>
                  <a:cubicBezTo>
                    <a:pt x="203" y="362"/>
                    <a:pt x="203" y="362"/>
                    <a:pt x="203" y="362"/>
                  </a:cubicBezTo>
                  <a:cubicBezTo>
                    <a:pt x="196" y="392"/>
                    <a:pt x="196" y="392"/>
                    <a:pt x="196" y="392"/>
                  </a:cubicBezTo>
                  <a:cubicBezTo>
                    <a:pt x="114" y="775"/>
                    <a:pt x="114" y="775"/>
                    <a:pt x="114" y="775"/>
                  </a:cubicBezTo>
                  <a:cubicBezTo>
                    <a:pt x="108" y="802"/>
                    <a:pt x="125" y="828"/>
                    <a:pt x="152" y="834"/>
                  </a:cubicBezTo>
                  <a:cubicBezTo>
                    <a:pt x="179" y="840"/>
                    <a:pt x="205" y="823"/>
                    <a:pt x="211" y="796"/>
                  </a:cubicBezTo>
                  <a:cubicBezTo>
                    <a:pt x="287" y="443"/>
                    <a:pt x="287" y="443"/>
                    <a:pt x="287" y="443"/>
                  </a:cubicBezTo>
                  <a:cubicBezTo>
                    <a:pt x="328" y="452"/>
                    <a:pt x="328" y="452"/>
                    <a:pt x="328" y="452"/>
                  </a:cubicBezTo>
                  <a:cubicBezTo>
                    <a:pt x="354" y="795"/>
                    <a:pt x="354" y="795"/>
                    <a:pt x="354" y="795"/>
                  </a:cubicBezTo>
                  <a:cubicBezTo>
                    <a:pt x="356" y="822"/>
                    <a:pt x="380" y="842"/>
                    <a:pt x="407" y="840"/>
                  </a:cubicBezTo>
                  <a:cubicBezTo>
                    <a:pt x="435" y="838"/>
                    <a:pt x="455" y="814"/>
                    <a:pt x="453" y="787"/>
                  </a:cubicBezTo>
                  <a:cubicBezTo>
                    <a:pt x="421" y="375"/>
                    <a:pt x="421" y="375"/>
                    <a:pt x="421" y="375"/>
                  </a:cubicBezTo>
                  <a:cubicBezTo>
                    <a:pt x="457" y="208"/>
                    <a:pt x="457" y="208"/>
                    <a:pt x="457" y="208"/>
                  </a:cubicBezTo>
                  <a:cubicBezTo>
                    <a:pt x="563" y="253"/>
                    <a:pt x="563" y="253"/>
                    <a:pt x="563" y="253"/>
                  </a:cubicBezTo>
                  <a:cubicBezTo>
                    <a:pt x="567" y="254"/>
                    <a:pt x="571" y="255"/>
                    <a:pt x="575" y="255"/>
                  </a:cubicBezTo>
                  <a:cubicBezTo>
                    <a:pt x="583" y="255"/>
                    <a:pt x="591" y="252"/>
                    <a:pt x="597" y="247"/>
                  </a:cubicBezTo>
                  <a:cubicBezTo>
                    <a:pt x="606" y="238"/>
                    <a:pt x="609" y="225"/>
                    <a:pt x="606" y="213"/>
                  </a:cubicBezTo>
                  <a:cubicBezTo>
                    <a:pt x="577" y="124"/>
                    <a:pt x="577" y="124"/>
                    <a:pt x="577" y="124"/>
                  </a:cubicBezTo>
                  <a:cubicBezTo>
                    <a:pt x="561" y="75"/>
                    <a:pt x="561" y="75"/>
                    <a:pt x="561" y="75"/>
                  </a:cubicBezTo>
                  <a:cubicBezTo>
                    <a:pt x="555" y="58"/>
                    <a:pt x="537" y="49"/>
                    <a:pt x="521" y="55"/>
                  </a:cubicBezTo>
                  <a:cubicBezTo>
                    <a:pt x="520" y="55"/>
                    <a:pt x="519" y="55"/>
                    <a:pt x="518" y="56"/>
                  </a:cubicBezTo>
                  <a:cubicBezTo>
                    <a:pt x="530" y="17"/>
                    <a:pt x="530" y="17"/>
                    <a:pt x="530" y="17"/>
                  </a:cubicBezTo>
                  <a:cubicBezTo>
                    <a:pt x="532" y="11"/>
                    <a:pt x="528" y="4"/>
                    <a:pt x="522" y="2"/>
                  </a:cubicBezTo>
                  <a:cubicBezTo>
                    <a:pt x="516" y="0"/>
                    <a:pt x="509" y="4"/>
                    <a:pt x="507" y="10"/>
                  </a:cubicBezTo>
                  <a:cubicBezTo>
                    <a:pt x="498" y="41"/>
                    <a:pt x="498" y="41"/>
                    <a:pt x="498" y="41"/>
                  </a:cubicBezTo>
                  <a:cubicBezTo>
                    <a:pt x="499" y="50"/>
                    <a:pt x="499" y="59"/>
                    <a:pt x="498"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119"/>
            <p:cNvSpPr>
              <a:spLocks/>
            </p:cNvSpPr>
            <p:nvPr/>
          </p:nvSpPr>
          <p:spPr bwMode="auto">
            <a:xfrm>
              <a:off x="554038" y="5338763"/>
              <a:ext cx="249238" cy="220662"/>
            </a:xfrm>
            <a:custGeom>
              <a:avLst/>
              <a:gdLst>
                <a:gd name="T0" fmla="*/ 181 w 191"/>
                <a:gd name="T1" fmla="*/ 118 h 169"/>
                <a:gd name="T2" fmla="*/ 112 w 191"/>
                <a:gd name="T3" fmla="*/ 11 h 169"/>
                <a:gd name="T4" fmla="*/ 5 w 191"/>
                <a:gd name="T5" fmla="*/ 80 h 169"/>
                <a:gd name="T6" fmla="*/ 12 w 191"/>
                <a:gd name="T7" fmla="*/ 139 h 169"/>
                <a:gd name="T8" fmla="*/ 132 w 191"/>
                <a:gd name="T9" fmla="*/ 164 h 169"/>
                <a:gd name="T10" fmla="*/ 144 w 191"/>
                <a:gd name="T11" fmla="*/ 167 h 169"/>
                <a:gd name="T12" fmla="*/ 149 w 191"/>
                <a:gd name="T13" fmla="*/ 169 h 169"/>
                <a:gd name="T14" fmla="*/ 181 w 191"/>
                <a:gd name="T15" fmla="*/ 118 h 1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1" h="169">
                  <a:moveTo>
                    <a:pt x="181" y="118"/>
                  </a:moveTo>
                  <a:cubicBezTo>
                    <a:pt x="191" y="69"/>
                    <a:pt x="160" y="21"/>
                    <a:pt x="112" y="11"/>
                  </a:cubicBezTo>
                  <a:cubicBezTo>
                    <a:pt x="63" y="0"/>
                    <a:pt x="15" y="31"/>
                    <a:pt x="5" y="80"/>
                  </a:cubicBezTo>
                  <a:cubicBezTo>
                    <a:pt x="0" y="101"/>
                    <a:pt x="3" y="121"/>
                    <a:pt x="12" y="139"/>
                  </a:cubicBezTo>
                  <a:cubicBezTo>
                    <a:pt x="132" y="164"/>
                    <a:pt x="132" y="164"/>
                    <a:pt x="132" y="164"/>
                  </a:cubicBezTo>
                  <a:cubicBezTo>
                    <a:pt x="136" y="165"/>
                    <a:pt x="140" y="166"/>
                    <a:pt x="144" y="167"/>
                  </a:cubicBezTo>
                  <a:cubicBezTo>
                    <a:pt x="149" y="169"/>
                    <a:pt x="149" y="169"/>
                    <a:pt x="149" y="169"/>
                  </a:cubicBezTo>
                  <a:cubicBezTo>
                    <a:pt x="165" y="157"/>
                    <a:pt x="176" y="139"/>
                    <a:pt x="18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120"/>
            <p:cNvSpPr>
              <a:spLocks/>
            </p:cNvSpPr>
            <p:nvPr/>
          </p:nvSpPr>
          <p:spPr bwMode="auto">
            <a:xfrm>
              <a:off x="450850" y="5219700"/>
              <a:ext cx="107950" cy="87312"/>
            </a:xfrm>
            <a:custGeom>
              <a:avLst/>
              <a:gdLst>
                <a:gd name="T0" fmla="*/ 13 w 83"/>
                <a:gd name="T1" fmla="*/ 28 h 66"/>
                <a:gd name="T2" fmla="*/ 83 w 83"/>
                <a:gd name="T3" fmla="*/ 66 h 66"/>
                <a:gd name="T4" fmla="*/ 13 w 83"/>
                <a:gd name="T5" fmla="*/ 28 h 66"/>
              </a:gdLst>
              <a:ahLst/>
              <a:cxnLst>
                <a:cxn ang="0">
                  <a:pos x="T0" y="T1"/>
                </a:cxn>
                <a:cxn ang="0">
                  <a:pos x="T2" y="T3"/>
                </a:cxn>
                <a:cxn ang="0">
                  <a:pos x="T4" y="T5"/>
                </a:cxn>
              </a:cxnLst>
              <a:rect l="0" t="0" r="r" b="b"/>
              <a:pathLst>
                <a:path w="83" h="66">
                  <a:moveTo>
                    <a:pt x="13" y="28"/>
                  </a:moveTo>
                  <a:cubicBezTo>
                    <a:pt x="0" y="54"/>
                    <a:pt x="37" y="45"/>
                    <a:pt x="83" y="66"/>
                  </a:cubicBezTo>
                  <a:cubicBezTo>
                    <a:pt x="78" y="30"/>
                    <a:pt x="27" y="0"/>
                    <a:pt x="13"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121"/>
            <p:cNvSpPr>
              <a:spLocks/>
            </p:cNvSpPr>
            <p:nvPr/>
          </p:nvSpPr>
          <p:spPr bwMode="auto">
            <a:xfrm>
              <a:off x="561975" y="5219700"/>
              <a:ext cx="74613" cy="88900"/>
            </a:xfrm>
            <a:custGeom>
              <a:avLst/>
              <a:gdLst>
                <a:gd name="T0" fmla="*/ 23 w 57"/>
                <a:gd name="T1" fmla="*/ 7 h 68"/>
                <a:gd name="T2" fmla="*/ 39 w 57"/>
                <a:gd name="T3" fmla="*/ 68 h 68"/>
                <a:gd name="T4" fmla="*/ 23 w 57"/>
                <a:gd name="T5" fmla="*/ 7 h 68"/>
              </a:gdLst>
              <a:ahLst/>
              <a:cxnLst>
                <a:cxn ang="0">
                  <a:pos x="T0" y="T1"/>
                </a:cxn>
                <a:cxn ang="0">
                  <a:pos x="T2" y="T3"/>
                </a:cxn>
                <a:cxn ang="0">
                  <a:pos x="T4" y="T5"/>
                </a:cxn>
              </a:cxnLst>
              <a:rect l="0" t="0" r="r" b="b"/>
              <a:pathLst>
                <a:path w="57" h="68">
                  <a:moveTo>
                    <a:pt x="23" y="7"/>
                  </a:moveTo>
                  <a:cubicBezTo>
                    <a:pt x="0" y="14"/>
                    <a:pt x="26" y="30"/>
                    <a:pt x="39" y="68"/>
                  </a:cubicBezTo>
                  <a:cubicBezTo>
                    <a:pt x="57" y="46"/>
                    <a:pt x="46" y="0"/>
                    <a:pt x="2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122"/>
            <p:cNvSpPr>
              <a:spLocks/>
            </p:cNvSpPr>
            <p:nvPr/>
          </p:nvSpPr>
          <p:spPr bwMode="auto">
            <a:xfrm>
              <a:off x="468313" y="5324475"/>
              <a:ext cx="76200" cy="52387"/>
            </a:xfrm>
            <a:custGeom>
              <a:avLst/>
              <a:gdLst>
                <a:gd name="T0" fmla="*/ 6 w 58"/>
                <a:gd name="T1" fmla="*/ 20 h 40"/>
                <a:gd name="T2" fmla="*/ 58 w 58"/>
                <a:gd name="T3" fmla="*/ 37 h 40"/>
                <a:gd name="T4" fmla="*/ 6 w 58"/>
                <a:gd name="T5" fmla="*/ 20 h 40"/>
              </a:gdLst>
              <a:ahLst/>
              <a:cxnLst>
                <a:cxn ang="0">
                  <a:pos x="T0" y="T1"/>
                </a:cxn>
                <a:cxn ang="0">
                  <a:pos x="T2" y="T3"/>
                </a:cxn>
                <a:cxn ang="0">
                  <a:pos x="T4" y="T5"/>
                </a:cxn>
              </a:cxnLst>
              <a:rect l="0" t="0" r="r" b="b"/>
              <a:pathLst>
                <a:path w="58" h="40">
                  <a:moveTo>
                    <a:pt x="6" y="20"/>
                  </a:moveTo>
                  <a:cubicBezTo>
                    <a:pt x="0" y="40"/>
                    <a:pt x="25" y="28"/>
                    <a:pt x="58" y="37"/>
                  </a:cubicBezTo>
                  <a:cubicBezTo>
                    <a:pt x="51" y="13"/>
                    <a:pt x="12" y="0"/>
                    <a:pt x="6"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123"/>
            <p:cNvSpPr>
              <a:spLocks/>
            </p:cNvSpPr>
            <p:nvPr/>
          </p:nvSpPr>
          <p:spPr bwMode="auto">
            <a:xfrm>
              <a:off x="1057275" y="5322888"/>
              <a:ext cx="404813" cy="760412"/>
            </a:xfrm>
            <a:custGeom>
              <a:avLst/>
              <a:gdLst>
                <a:gd name="T0" fmla="*/ 248 w 310"/>
                <a:gd name="T1" fmla="*/ 457 h 582"/>
                <a:gd name="T2" fmla="*/ 241 w 310"/>
                <a:gd name="T3" fmla="*/ 433 h 582"/>
                <a:gd name="T4" fmla="*/ 172 w 310"/>
                <a:gd name="T5" fmla="*/ 360 h 582"/>
                <a:gd name="T6" fmla="*/ 202 w 310"/>
                <a:gd name="T7" fmla="*/ 248 h 582"/>
                <a:gd name="T8" fmla="*/ 273 w 310"/>
                <a:gd name="T9" fmla="*/ 346 h 582"/>
                <a:gd name="T10" fmla="*/ 290 w 310"/>
                <a:gd name="T11" fmla="*/ 358 h 582"/>
                <a:gd name="T12" fmla="*/ 296 w 310"/>
                <a:gd name="T13" fmla="*/ 357 h 582"/>
                <a:gd name="T14" fmla="*/ 306 w 310"/>
                <a:gd name="T15" fmla="*/ 334 h 582"/>
                <a:gd name="T16" fmla="*/ 213 w 310"/>
                <a:gd name="T17" fmla="*/ 213 h 582"/>
                <a:gd name="T18" fmla="*/ 176 w 310"/>
                <a:gd name="T19" fmla="*/ 228 h 582"/>
                <a:gd name="T20" fmla="*/ 169 w 310"/>
                <a:gd name="T21" fmla="*/ 228 h 582"/>
                <a:gd name="T22" fmla="*/ 122 w 310"/>
                <a:gd name="T23" fmla="*/ 187 h 582"/>
                <a:gd name="T24" fmla="*/ 120 w 310"/>
                <a:gd name="T25" fmla="*/ 186 h 582"/>
                <a:gd name="T26" fmla="*/ 44 w 310"/>
                <a:gd name="T27" fmla="*/ 79 h 582"/>
                <a:gd name="T28" fmla="*/ 245 w 310"/>
                <a:gd name="T29" fmla="*/ 7 h 582"/>
                <a:gd name="T30" fmla="*/ 243 w 310"/>
                <a:gd name="T31" fmla="*/ 0 h 582"/>
                <a:gd name="T32" fmla="*/ 39 w 310"/>
                <a:gd name="T33" fmla="*/ 72 h 582"/>
                <a:gd name="T34" fmla="*/ 15 w 310"/>
                <a:gd name="T35" fmla="*/ 68 h 582"/>
                <a:gd name="T36" fmla="*/ 7 w 310"/>
                <a:gd name="T37" fmla="*/ 84 h 582"/>
                <a:gd name="T38" fmla="*/ 0 w 310"/>
                <a:gd name="T39" fmla="*/ 86 h 582"/>
                <a:gd name="T40" fmla="*/ 3 w 310"/>
                <a:gd name="T41" fmla="*/ 93 h 582"/>
                <a:gd name="T42" fmla="*/ 9 w 310"/>
                <a:gd name="T43" fmla="*/ 91 h 582"/>
                <a:gd name="T44" fmla="*/ 10 w 310"/>
                <a:gd name="T45" fmla="*/ 93 h 582"/>
                <a:gd name="T46" fmla="*/ 90 w 310"/>
                <a:gd name="T47" fmla="*/ 205 h 582"/>
                <a:gd name="T48" fmla="*/ 55 w 310"/>
                <a:gd name="T49" fmla="*/ 336 h 582"/>
                <a:gd name="T50" fmla="*/ 56 w 310"/>
                <a:gd name="T51" fmla="*/ 360 h 582"/>
                <a:gd name="T52" fmla="*/ 106 w 310"/>
                <a:gd name="T53" fmla="*/ 457 h 582"/>
                <a:gd name="T54" fmla="*/ 42 w 310"/>
                <a:gd name="T55" fmla="*/ 522 h 582"/>
                <a:gd name="T56" fmla="*/ 42 w 310"/>
                <a:gd name="T57" fmla="*/ 561 h 582"/>
                <a:gd name="T58" fmla="*/ 61 w 310"/>
                <a:gd name="T59" fmla="*/ 569 h 582"/>
                <a:gd name="T60" fmla="*/ 81 w 310"/>
                <a:gd name="T61" fmla="*/ 561 h 582"/>
                <a:gd name="T62" fmla="*/ 160 w 310"/>
                <a:gd name="T63" fmla="*/ 482 h 582"/>
                <a:gd name="T64" fmla="*/ 165 w 310"/>
                <a:gd name="T65" fmla="*/ 450 h 582"/>
                <a:gd name="T66" fmla="*/ 145 w 310"/>
                <a:gd name="T67" fmla="*/ 412 h 582"/>
                <a:gd name="T68" fmla="*/ 192 w 310"/>
                <a:gd name="T69" fmla="*/ 461 h 582"/>
                <a:gd name="T70" fmla="*/ 178 w 310"/>
                <a:gd name="T71" fmla="*/ 550 h 582"/>
                <a:gd name="T72" fmla="*/ 200 w 310"/>
                <a:gd name="T73" fmla="*/ 581 h 582"/>
                <a:gd name="T74" fmla="*/ 205 w 310"/>
                <a:gd name="T75" fmla="*/ 582 h 582"/>
                <a:gd name="T76" fmla="*/ 232 w 310"/>
                <a:gd name="T77" fmla="*/ 558 h 582"/>
                <a:gd name="T78" fmla="*/ 248 w 310"/>
                <a:gd name="T79" fmla="*/ 457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0" h="582">
                  <a:moveTo>
                    <a:pt x="248" y="457"/>
                  </a:moveTo>
                  <a:cubicBezTo>
                    <a:pt x="250" y="448"/>
                    <a:pt x="247" y="440"/>
                    <a:pt x="241" y="433"/>
                  </a:cubicBezTo>
                  <a:cubicBezTo>
                    <a:pt x="172" y="360"/>
                    <a:pt x="172" y="360"/>
                    <a:pt x="172" y="360"/>
                  </a:cubicBezTo>
                  <a:cubicBezTo>
                    <a:pt x="202" y="248"/>
                    <a:pt x="202" y="248"/>
                    <a:pt x="202" y="248"/>
                  </a:cubicBezTo>
                  <a:cubicBezTo>
                    <a:pt x="238" y="271"/>
                    <a:pt x="265" y="325"/>
                    <a:pt x="273" y="346"/>
                  </a:cubicBezTo>
                  <a:cubicBezTo>
                    <a:pt x="276" y="354"/>
                    <a:pt x="282" y="358"/>
                    <a:pt x="290" y="358"/>
                  </a:cubicBezTo>
                  <a:cubicBezTo>
                    <a:pt x="292" y="358"/>
                    <a:pt x="294" y="358"/>
                    <a:pt x="296" y="357"/>
                  </a:cubicBezTo>
                  <a:cubicBezTo>
                    <a:pt x="305" y="354"/>
                    <a:pt x="310" y="343"/>
                    <a:pt x="306" y="334"/>
                  </a:cubicBezTo>
                  <a:cubicBezTo>
                    <a:pt x="305" y="330"/>
                    <a:pt x="273" y="245"/>
                    <a:pt x="213" y="213"/>
                  </a:cubicBezTo>
                  <a:cubicBezTo>
                    <a:pt x="203" y="223"/>
                    <a:pt x="190" y="228"/>
                    <a:pt x="176" y="228"/>
                  </a:cubicBezTo>
                  <a:cubicBezTo>
                    <a:pt x="173" y="228"/>
                    <a:pt x="171" y="228"/>
                    <a:pt x="169" y="228"/>
                  </a:cubicBezTo>
                  <a:cubicBezTo>
                    <a:pt x="146" y="225"/>
                    <a:pt x="128" y="208"/>
                    <a:pt x="122" y="187"/>
                  </a:cubicBezTo>
                  <a:cubicBezTo>
                    <a:pt x="120" y="186"/>
                    <a:pt x="120" y="186"/>
                    <a:pt x="120" y="186"/>
                  </a:cubicBezTo>
                  <a:cubicBezTo>
                    <a:pt x="44" y="79"/>
                    <a:pt x="44" y="79"/>
                    <a:pt x="44" y="79"/>
                  </a:cubicBezTo>
                  <a:cubicBezTo>
                    <a:pt x="245" y="7"/>
                    <a:pt x="245" y="7"/>
                    <a:pt x="245" y="7"/>
                  </a:cubicBezTo>
                  <a:cubicBezTo>
                    <a:pt x="243" y="0"/>
                    <a:pt x="243" y="0"/>
                    <a:pt x="243" y="0"/>
                  </a:cubicBezTo>
                  <a:cubicBezTo>
                    <a:pt x="39" y="72"/>
                    <a:pt x="39" y="72"/>
                    <a:pt x="39" y="72"/>
                  </a:cubicBezTo>
                  <a:cubicBezTo>
                    <a:pt x="33" y="65"/>
                    <a:pt x="22" y="63"/>
                    <a:pt x="15" y="68"/>
                  </a:cubicBezTo>
                  <a:cubicBezTo>
                    <a:pt x="9" y="72"/>
                    <a:pt x="7" y="78"/>
                    <a:pt x="7" y="84"/>
                  </a:cubicBezTo>
                  <a:cubicBezTo>
                    <a:pt x="0" y="86"/>
                    <a:pt x="0" y="86"/>
                    <a:pt x="0" y="86"/>
                  </a:cubicBezTo>
                  <a:cubicBezTo>
                    <a:pt x="3" y="93"/>
                    <a:pt x="3" y="93"/>
                    <a:pt x="3" y="93"/>
                  </a:cubicBezTo>
                  <a:cubicBezTo>
                    <a:pt x="9" y="91"/>
                    <a:pt x="9" y="91"/>
                    <a:pt x="9" y="91"/>
                  </a:cubicBezTo>
                  <a:cubicBezTo>
                    <a:pt x="10" y="92"/>
                    <a:pt x="10" y="92"/>
                    <a:pt x="10" y="93"/>
                  </a:cubicBezTo>
                  <a:cubicBezTo>
                    <a:pt x="90" y="205"/>
                    <a:pt x="90" y="205"/>
                    <a:pt x="90" y="205"/>
                  </a:cubicBezTo>
                  <a:cubicBezTo>
                    <a:pt x="55" y="336"/>
                    <a:pt x="55" y="336"/>
                    <a:pt x="55" y="336"/>
                  </a:cubicBezTo>
                  <a:cubicBezTo>
                    <a:pt x="52" y="343"/>
                    <a:pt x="52" y="352"/>
                    <a:pt x="56" y="360"/>
                  </a:cubicBezTo>
                  <a:cubicBezTo>
                    <a:pt x="106" y="457"/>
                    <a:pt x="106" y="457"/>
                    <a:pt x="106" y="457"/>
                  </a:cubicBezTo>
                  <a:cubicBezTo>
                    <a:pt x="42" y="522"/>
                    <a:pt x="42" y="522"/>
                    <a:pt x="42" y="522"/>
                  </a:cubicBezTo>
                  <a:cubicBezTo>
                    <a:pt x="31" y="533"/>
                    <a:pt x="31" y="551"/>
                    <a:pt x="42" y="561"/>
                  </a:cubicBezTo>
                  <a:cubicBezTo>
                    <a:pt x="47" y="567"/>
                    <a:pt x="54" y="569"/>
                    <a:pt x="61" y="569"/>
                  </a:cubicBezTo>
                  <a:cubicBezTo>
                    <a:pt x="68" y="569"/>
                    <a:pt x="76" y="567"/>
                    <a:pt x="81" y="561"/>
                  </a:cubicBezTo>
                  <a:cubicBezTo>
                    <a:pt x="160" y="482"/>
                    <a:pt x="160" y="482"/>
                    <a:pt x="160" y="482"/>
                  </a:cubicBezTo>
                  <a:cubicBezTo>
                    <a:pt x="168" y="474"/>
                    <a:pt x="170" y="461"/>
                    <a:pt x="165" y="450"/>
                  </a:cubicBezTo>
                  <a:cubicBezTo>
                    <a:pt x="145" y="412"/>
                    <a:pt x="145" y="412"/>
                    <a:pt x="145" y="412"/>
                  </a:cubicBezTo>
                  <a:cubicBezTo>
                    <a:pt x="192" y="461"/>
                    <a:pt x="192" y="461"/>
                    <a:pt x="192" y="461"/>
                  </a:cubicBezTo>
                  <a:cubicBezTo>
                    <a:pt x="178" y="550"/>
                    <a:pt x="178" y="550"/>
                    <a:pt x="178" y="550"/>
                  </a:cubicBezTo>
                  <a:cubicBezTo>
                    <a:pt x="175" y="565"/>
                    <a:pt x="185" y="579"/>
                    <a:pt x="200" y="581"/>
                  </a:cubicBezTo>
                  <a:cubicBezTo>
                    <a:pt x="202" y="581"/>
                    <a:pt x="203" y="582"/>
                    <a:pt x="205" y="582"/>
                  </a:cubicBezTo>
                  <a:cubicBezTo>
                    <a:pt x="218" y="582"/>
                    <a:pt x="230" y="572"/>
                    <a:pt x="232" y="558"/>
                  </a:cubicBezTo>
                  <a:lnTo>
                    <a:pt x="248" y="4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124"/>
            <p:cNvSpPr>
              <a:spLocks noEditPoints="1"/>
            </p:cNvSpPr>
            <p:nvPr/>
          </p:nvSpPr>
          <p:spPr bwMode="auto">
            <a:xfrm>
              <a:off x="1217613" y="5480050"/>
              <a:ext cx="138113" cy="138112"/>
            </a:xfrm>
            <a:custGeom>
              <a:avLst/>
              <a:gdLst>
                <a:gd name="T0" fmla="*/ 47 w 105"/>
                <a:gd name="T1" fmla="*/ 101 h 105"/>
                <a:gd name="T2" fmla="*/ 102 w 105"/>
                <a:gd name="T3" fmla="*/ 58 h 105"/>
                <a:gd name="T4" fmla="*/ 58 w 105"/>
                <a:gd name="T5" fmla="*/ 3 h 105"/>
                <a:gd name="T6" fmla="*/ 3 w 105"/>
                <a:gd name="T7" fmla="*/ 47 h 105"/>
                <a:gd name="T8" fmla="*/ 47 w 105"/>
                <a:gd name="T9" fmla="*/ 101 h 105"/>
                <a:gd name="T10" fmla="*/ 24 w 105"/>
                <a:gd name="T11" fmla="*/ 68 h 105"/>
                <a:gd name="T12" fmla="*/ 56 w 105"/>
                <a:gd name="T13" fmla="*/ 63 h 105"/>
                <a:gd name="T14" fmla="*/ 76 w 105"/>
                <a:gd name="T15" fmla="*/ 87 h 105"/>
                <a:gd name="T16" fmla="*/ 50 w 105"/>
                <a:gd name="T17" fmla="*/ 78 h 105"/>
                <a:gd name="T18" fmla="*/ 24 w 105"/>
                <a:gd name="T19" fmla="*/ 6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5" h="105">
                  <a:moveTo>
                    <a:pt x="47" y="101"/>
                  </a:moveTo>
                  <a:cubicBezTo>
                    <a:pt x="74" y="105"/>
                    <a:pt x="99" y="85"/>
                    <a:pt x="102" y="58"/>
                  </a:cubicBezTo>
                  <a:cubicBezTo>
                    <a:pt x="105" y="30"/>
                    <a:pt x="85" y="6"/>
                    <a:pt x="58" y="3"/>
                  </a:cubicBezTo>
                  <a:cubicBezTo>
                    <a:pt x="31" y="0"/>
                    <a:pt x="6" y="19"/>
                    <a:pt x="3" y="47"/>
                  </a:cubicBezTo>
                  <a:cubicBezTo>
                    <a:pt x="0" y="74"/>
                    <a:pt x="20" y="98"/>
                    <a:pt x="47" y="101"/>
                  </a:cubicBezTo>
                  <a:close/>
                  <a:moveTo>
                    <a:pt x="24" y="68"/>
                  </a:moveTo>
                  <a:cubicBezTo>
                    <a:pt x="27" y="60"/>
                    <a:pt x="41" y="57"/>
                    <a:pt x="56" y="63"/>
                  </a:cubicBezTo>
                  <a:cubicBezTo>
                    <a:pt x="70" y="68"/>
                    <a:pt x="79" y="79"/>
                    <a:pt x="76" y="87"/>
                  </a:cubicBezTo>
                  <a:cubicBezTo>
                    <a:pt x="73" y="96"/>
                    <a:pt x="64" y="83"/>
                    <a:pt x="50" y="78"/>
                  </a:cubicBezTo>
                  <a:cubicBezTo>
                    <a:pt x="35" y="72"/>
                    <a:pt x="21" y="76"/>
                    <a:pt x="24"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125"/>
            <p:cNvSpPr>
              <a:spLocks/>
            </p:cNvSpPr>
            <p:nvPr/>
          </p:nvSpPr>
          <p:spPr bwMode="auto">
            <a:xfrm>
              <a:off x="1273175" y="5413375"/>
              <a:ext cx="155575" cy="142875"/>
            </a:xfrm>
            <a:custGeom>
              <a:avLst/>
              <a:gdLst>
                <a:gd name="T0" fmla="*/ 69 w 119"/>
                <a:gd name="T1" fmla="*/ 104 h 110"/>
                <a:gd name="T2" fmla="*/ 72 w 119"/>
                <a:gd name="T3" fmla="*/ 108 h 110"/>
                <a:gd name="T4" fmla="*/ 97 w 119"/>
                <a:gd name="T5" fmla="*/ 110 h 110"/>
                <a:gd name="T6" fmla="*/ 97 w 119"/>
                <a:gd name="T7" fmla="*/ 110 h 110"/>
                <a:gd name="T8" fmla="*/ 100 w 119"/>
                <a:gd name="T9" fmla="*/ 108 h 110"/>
                <a:gd name="T10" fmla="*/ 100 w 119"/>
                <a:gd name="T11" fmla="*/ 104 h 110"/>
                <a:gd name="T12" fmla="*/ 85 w 119"/>
                <a:gd name="T13" fmla="*/ 88 h 110"/>
                <a:gd name="T14" fmla="*/ 117 w 119"/>
                <a:gd name="T15" fmla="*/ 72 h 110"/>
                <a:gd name="T16" fmla="*/ 119 w 119"/>
                <a:gd name="T17" fmla="*/ 68 h 110"/>
                <a:gd name="T18" fmla="*/ 117 w 119"/>
                <a:gd name="T19" fmla="*/ 65 h 110"/>
                <a:gd name="T20" fmla="*/ 89 w 119"/>
                <a:gd name="T21" fmla="*/ 60 h 110"/>
                <a:gd name="T22" fmla="*/ 107 w 119"/>
                <a:gd name="T23" fmla="*/ 34 h 110"/>
                <a:gd name="T24" fmla="*/ 107 w 119"/>
                <a:gd name="T25" fmla="*/ 31 h 110"/>
                <a:gd name="T26" fmla="*/ 103 w 119"/>
                <a:gd name="T27" fmla="*/ 29 h 110"/>
                <a:gd name="T28" fmla="*/ 75 w 119"/>
                <a:gd name="T29" fmla="*/ 37 h 110"/>
                <a:gd name="T30" fmla="*/ 78 w 119"/>
                <a:gd name="T31" fmla="*/ 4 h 110"/>
                <a:gd name="T32" fmla="*/ 76 w 119"/>
                <a:gd name="T33" fmla="*/ 1 h 110"/>
                <a:gd name="T34" fmla="*/ 72 w 119"/>
                <a:gd name="T35" fmla="*/ 2 h 110"/>
                <a:gd name="T36" fmla="*/ 50 w 119"/>
                <a:gd name="T37" fmla="*/ 27 h 110"/>
                <a:gd name="T38" fmla="*/ 39 w 119"/>
                <a:gd name="T39" fmla="*/ 4 h 110"/>
                <a:gd name="T40" fmla="*/ 36 w 119"/>
                <a:gd name="T41" fmla="*/ 2 h 110"/>
                <a:gd name="T42" fmla="*/ 33 w 119"/>
                <a:gd name="T43" fmla="*/ 5 h 110"/>
                <a:gd name="T44" fmla="*/ 27 w 119"/>
                <a:gd name="T45" fmla="*/ 25 h 110"/>
                <a:gd name="T46" fmla="*/ 6 w 119"/>
                <a:gd name="T47" fmla="*/ 5 h 110"/>
                <a:gd name="T48" fmla="*/ 2 w 119"/>
                <a:gd name="T49" fmla="*/ 5 h 110"/>
                <a:gd name="T50" fmla="*/ 1 w 119"/>
                <a:gd name="T51" fmla="*/ 8 h 110"/>
                <a:gd name="T52" fmla="*/ 6 w 119"/>
                <a:gd name="T53" fmla="*/ 38 h 110"/>
                <a:gd name="T54" fmla="*/ 10 w 119"/>
                <a:gd name="T55" fmla="*/ 41 h 110"/>
                <a:gd name="T56" fmla="*/ 13 w 119"/>
                <a:gd name="T57" fmla="*/ 37 h 110"/>
                <a:gd name="T58" fmla="*/ 9 w 119"/>
                <a:gd name="T59" fmla="*/ 17 h 110"/>
                <a:gd name="T60" fmla="*/ 26 w 119"/>
                <a:gd name="T61" fmla="*/ 34 h 110"/>
                <a:gd name="T62" fmla="*/ 29 w 119"/>
                <a:gd name="T63" fmla="*/ 35 h 110"/>
                <a:gd name="T64" fmla="*/ 32 w 119"/>
                <a:gd name="T65" fmla="*/ 32 h 110"/>
                <a:gd name="T66" fmla="*/ 37 w 119"/>
                <a:gd name="T67" fmla="*/ 15 h 110"/>
                <a:gd name="T68" fmla="*/ 46 w 119"/>
                <a:gd name="T69" fmla="*/ 34 h 110"/>
                <a:gd name="T70" fmla="*/ 48 w 119"/>
                <a:gd name="T71" fmla="*/ 36 h 110"/>
                <a:gd name="T72" fmla="*/ 51 w 119"/>
                <a:gd name="T73" fmla="*/ 35 h 110"/>
                <a:gd name="T74" fmla="*/ 70 w 119"/>
                <a:gd name="T75" fmla="*/ 14 h 110"/>
                <a:gd name="T76" fmla="*/ 68 w 119"/>
                <a:gd name="T77" fmla="*/ 41 h 110"/>
                <a:gd name="T78" fmla="*/ 69 w 119"/>
                <a:gd name="T79" fmla="*/ 44 h 110"/>
                <a:gd name="T80" fmla="*/ 72 w 119"/>
                <a:gd name="T81" fmla="*/ 45 h 110"/>
                <a:gd name="T82" fmla="*/ 96 w 119"/>
                <a:gd name="T83" fmla="*/ 38 h 110"/>
                <a:gd name="T84" fmla="*/ 80 w 119"/>
                <a:gd name="T85" fmla="*/ 61 h 110"/>
                <a:gd name="T86" fmla="*/ 80 w 119"/>
                <a:gd name="T87" fmla="*/ 64 h 110"/>
                <a:gd name="T88" fmla="*/ 83 w 119"/>
                <a:gd name="T89" fmla="*/ 66 h 110"/>
                <a:gd name="T90" fmla="*/ 106 w 119"/>
                <a:gd name="T91" fmla="*/ 70 h 110"/>
                <a:gd name="T92" fmla="*/ 79 w 119"/>
                <a:gd name="T93" fmla="*/ 84 h 110"/>
                <a:gd name="T94" fmla="*/ 77 w 119"/>
                <a:gd name="T95" fmla="*/ 87 h 110"/>
                <a:gd name="T96" fmla="*/ 78 w 119"/>
                <a:gd name="T97" fmla="*/ 89 h 110"/>
                <a:gd name="T98" fmla="*/ 89 w 119"/>
                <a:gd name="T99" fmla="*/ 102 h 110"/>
                <a:gd name="T100" fmla="*/ 72 w 119"/>
                <a:gd name="T101" fmla="*/ 101 h 110"/>
                <a:gd name="T102" fmla="*/ 69 w 119"/>
                <a:gd name="T103" fmla="*/ 104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9" h="110">
                  <a:moveTo>
                    <a:pt x="69" y="104"/>
                  </a:moveTo>
                  <a:cubicBezTo>
                    <a:pt x="69" y="106"/>
                    <a:pt x="70" y="108"/>
                    <a:pt x="72" y="108"/>
                  </a:cubicBezTo>
                  <a:cubicBezTo>
                    <a:pt x="97" y="110"/>
                    <a:pt x="97" y="110"/>
                    <a:pt x="97" y="110"/>
                  </a:cubicBezTo>
                  <a:cubicBezTo>
                    <a:pt x="97" y="110"/>
                    <a:pt x="97" y="110"/>
                    <a:pt x="97" y="110"/>
                  </a:cubicBezTo>
                  <a:cubicBezTo>
                    <a:pt x="98" y="110"/>
                    <a:pt x="100" y="109"/>
                    <a:pt x="100" y="108"/>
                  </a:cubicBezTo>
                  <a:cubicBezTo>
                    <a:pt x="101" y="107"/>
                    <a:pt x="101" y="105"/>
                    <a:pt x="100" y="104"/>
                  </a:cubicBezTo>
                  <a:cubicBezTo>
                    <a:pt x="85" y="88"/>
                    <a:pt x="85" y="88"/>
                    <a:pt x="85" y="88"/>
                  </a:cubicBezTo>
                  <a:cubicBezTo>
                    <a:pt x="117" y="72"/>
                    <a:pt x="117" y="72"/>
                    <a:pt x="117" y="72"/>
                  </a:cubicBezTo>
                  <a:cubicBezTo>
                    <a:pt x="119" y="71"/>
                    <a:pt x="119" y="70"/>
                    <a:pt x="119" y="68"/>
                  </a:cubicBezTo>
                  <a:cubicBezTo>
                    <a:pt x="119" y="67"/>
                    <a:pt x="118" y="66"/>
                    <a:pt x="117" y="65"/>
                  </a:cubicBezTo>
                  <a:cubicBezTo>
                    <a:pt x="89" y="60"/>
                    <a:pt x="89" y="60"/>
                    <a:pt x="89" y="60"/>
                  </a:cubicBezTo>
                  <a:cubicBezTo>
                    <a:pt x="107" y="34"/>
                    <a:pt x="107" y="34"/>
                    <a:pt x="107" y="34"/>
                  </a:cubicBezTo>
                  <a:cubicBezTo>
                    <a:pt x="108" y="33"/>
                    <a:pt x="108" y="32"/>
                    <a:pt x="107" y="31"/>
                  </a:cubicBezTo>
                  <a:cubicBezTo>
                    <a:pt x="106" y="29"/>
                    <a:pt x="105" y="29"/>
                    <a:pt x="103" y="29"/>
                  </a:cubicBezTo>
                  <a:cubicBezTo>
                    <a:pt x="75" y="37"/>
                    <a:pt x="75" y="37"/>
                    <a:pt x="75" y="37"/>
                  </a:cubicBezTo>
                  <a:cubicBezTo>
                    <a:pt x="78" y="4"/>
                    <a:pt x="78" y="4"/>
                    <a:pt x="78" y="4"/>
                  </a:cubicBezTo>
                  <a:cubicBezTo>
                    <a:pt x="78" y="3"/>
                    <a:pt x="77" y="1"/>
                    <a:pt x="76" y="1"/>
                  </a:cubicBezTo>
                  <a:cubicBezTo>
                    <a:pt x="74" y="0"/>
                    <a:pt x="73" y="1"/>
                    <a:pt x="72" y="2"/>
                  </a:cubicBezTo>
                  <a:cubicBezTo>
                    <a:pt x="50" y="27"/>
                    <a:pt x="50" y="27"/>
                    <a:pt x="50" y="27"/>
                  </a:cubicBezTo>
                  <a:cubicBezTo>
                    <a:pt x="39" y="4"/>
                    <a:pt x="39" y="4"/>
                    <a:pt x="39" y="4"/>
                  </a:cubicBezTo>
                  <a:cubicBezTo>
                    <a:pt x="39" y="3"/>
                    <a:pt x="37" y="2"/>
                    <a:pt x="36" y="2"/>
                  </a:cubicBezTo>
                  <a:cubicBezTo>
                    <a:pt x="35" y="2"/>
                    <a:pt x="33" y="3"/>
                    <a:pt x="33" y="5"/>
                  </a:cubicBezTo>
                  <a:cubicBezTo>
                    <a:pt x="27" y="25"/>
                    <a:pt x="27" y="25"/>
                    <a:pt x="27" y="25"/>
                  </a:cubicBezTo>
                  <a:cubicBezTo>
                    <a:pt x="6" y="5"/>
                    <a:pt x="6" y="5"/>
                    <a:pt x="6" y="5"/>
                  </a:cubicBezTo>
                  <a:cubicBezTo>
                    <a:pt x="5" y="4"/>
                    <a:pt x="4" y="4"/>
                    <a:pt x="2" y="5"/>
                  </a:cubicBezTo>
                  <a:cubicBezTo>
                    <a:pt x="1" y="5"/>
                    <a:pt x="0" y="7"/>
                    <a:pt x="1" y="8"/>
                  </a:cubicBezTo>
                  <a:cubicBezTo>
                    <a:pt x="6" y="38"/>
                    <a:pt x="6" y="38"/>
                    <a:pt x="6" y="38"/>
                  </a:cubicBezTo>
                  <a:cubicBezTo>
                    <a:pt x="6" y="40"/>
                    <a:pt x="8" y="41"/>
                    <a:pt x="10" y="41"/>
                  </a:cubicBezTo>
                  <a:cubicBezTo>
                    <a:pt x="12" y="41"/>
                    <a:pt x="13" y="39"/>
                    <a:pt x="13" y="37"/>
                  </a:cubicBezTo>
                  <a:cubicBezTo>
                    <a:pt x="9" y="17"/>
                    <a:pt x="9" y="17"/>
                    <a:pt x="9" y="17"/>
                  </a:cubicBezTo>
                  <a:cubicBezTo>
                    <a:pt x="26" y="34"/>
                    <a:pt x="26" y="34"/>
                    <a:pt x="26" y="34"/>
                  </a:cubicBezTo>
                  <a:cubicBezTo>
                    <a:pt x="27" y="35"/>
                    <a:pt x="28" y="35"/>
                    <a:pt x="29" y="35"/>
                  </a:cubicBezTo>
                  <a:cubicBezTo>
                    <a:pt x="30" y="34"/>
                    <a:pt x="31" y="33"/>
                    <a:pt x="32" y="32"/>
                  </a:cubicBezTo>
                  <a:cubicBezTo>
                    <a:pt x="37" y="15"/>
                    <a:pt x="37" y="15"/>
                    <a:pt x="37" y="15"/>
                  </a:cubicBezTo>
                  <a:cubicBezTo>
                    <a:pt x="46" y="34"/>
                    <a:pt x="46" y="34"/>
                    <a:pt x="46" y="34"/>
                  </a:cubicBezTo>
                  <a:cubicBezTo>
                    <a:pt x="46" y="35"/>
                    <a:pt x="47" y="36"/>
                    <a:pt x="48" y="36"/>
                  </a:cubicBezTo>
                  <a:cubicBezTo>
                    <a:pt x="49" y="37"/>
                    <a:pt x="51" y="36"/>
                    <a:pt x="51" y="35"/>
                  </a:cubicBezTo>
                  <a:cubicBezTo>
                    <a:pt x="70" y="14"/>
                    <a:pt x="70" y="14"/>
                    <a:pt x="70" y="14"/>
                  </a:cubicBezTo>
                  <a:cubicBezTo>
                    <a:pt x="68" y="41"/>
                    <a:pt x="68" y="41"/>
                    <a:pt x="68" y="41"/>
                  </a:cubicBezTo>
                  <a:cubicBezTo>
                    <a:pt x="68" y="42"/>
                    <a:pt x="68" y="43"/>
                    <a:pt x="69" y="44"/>
                  </a:cubicBezTo>
                  <a:cubicBezTo>
                    <a:pt x="70" y="45"/>
                    <a:pt x="71" y="45"/>
                    <a:pt x="72" y="45"/>
                  </a:cubicBezTo>
                  <a:cubicBezTo>
                    <a:pt x="96" y="38"/>
                    <a:pt x="96" y="38"/>
                    <a:pt x="96" y="38"/>
                  </a:cubicBezTo>
                  <a:cubicBezTo>
                    <a:pt x="80" y="61"/>
                    <a:pt x="80" y="61"/>
                    <a:pt x="80" y="61"/>
                  </a:cubicBezTo>
                  <a:cubicBezTo>
                    <a:pt x="80" y="62"/>
                    <a:pt x="80" y="63"/>
                    <a:pt x="80" y="64"/>
                  </a:cubicBezTo>
                  <a:cubicBezTo>
                    <a:pt x="81" y="65"/>
                    <a:pt x="81" y="66"/>
                    <a:pt x="83" y="66"/>
                  </a:cubicBezTo>
                  <a:cubicBezTo>
                    <a:pt x="106" y="70"/>
                    <a:pt x="106" y="70"/>
                    <a:pt x="106" y="70"/>
                  </a:cubicBezTo>
                  <a:cubicBezTo>
                    <a:pt x="79" y="84"/>
                    <a:pt x="79" y="84"/>
                    <a:pt x="79" y="84"/>
                  </a:cubicBezTo>
                  <a:cubicBezTo>
                    <a:pt x="78" y="85"/>
                    <a:pt x="77" y="86"/>
                    <a:pt x="77" y="87"/>
                  </a:cubicBezTo>
                  <a:cubicBezTo>
                    <a:pt x="77" y="88"/>
                    <a:pt x="77" y="89"/>
                    <a:pt x="78" y="89"/>
                  </a:cubicBezTo>
                  <a:cubicBezTo>
                    <a:pt x="89" y="102"/>
                    <a:pt x="89" y="102"/>
                    <a:pt x="89" y="102"/>
                  </a:cubicBezTo>
                  <a:cubicBezTo>
                    <a:pt x="72" y="101"/>
                    <a:pt x="72" y="101"/>
                    <a:pt x="72" y="101"/>
                  </a:cubicBezTo>
                  <a:cubicBezTo>
                    <a:pt x="70" y="101"/>
                    <a:pt x="69" y="102"/>
                    <a:pt x="69" y="1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126"/>
            <p:cNvSpPr>
              <a:spLocks/>
            </p:cNvSpPr>
            <p:nvPr/>
          </p:nvSpPr>
          <p:spPr bwMode="auto">
            <a:xfrm>
              <a:off x="1395413" y="5543550"/>
              <a:ext cx="130175" cy="107950"/>
            </a:xfrm>
            <a:custGeom>
              <a:avLst/>
              <a:gdLst>
                <a:gd name="T0" fmla="*/ 24 w 99"/>
                <a:gd name="T1" fmla="*/ 62 h 83"/>
                <a:gd name="T2" fmla="*/ 51 w 99"/>
                <a:gd name="T3" fmla="*/ 80 h 83"/>
                <a:gd name="T4" fmla="*/ 68 w 99"/>
                <a:gd name="T5" fmla="*/ 67 h 83"/>
                <a:gd name="T6" fmla="*/ 78 w 99"/>
                <a:gd name="T7" fmla="*/ 68 h 83"/>
                <a:gd name="T8" fmla="*/ 96 w 99"/>
                <a:gd name="T9" fmla="*/ 41 h 83"/>
                <a:gd name="T10" fmla="*/ 74 w 99"/>
                <a:gd name="T11" fmla="*/ 23 h 83"/>
                <a:gd name="T12" fmla="*/ 74 w 99"/>
                <a:gd name="T13" fmla="*/ 20 h 83"/>
                <a:gd name="T14" fmla="*/ 49 w 99"/>
                <a:gd name="T15" fmla="*/ 2 h 83"/>
                <a:gd name="T16" fmla="*/ 31 w 99"/>
                <a:gd name="T17" fmla="*/ 28 h 83"/>
                <a:gd name="T18" fmla="*/ 31 w 99"/>
                <a:gd name="T19" fmla="*/ 29 h 83"/>
                <a:gd name="T20" fmla="*/ 2 w 99"/>
                <a:gd name="T21" fmla="*/ 29 h 83"/>
                <a:gd name="T22" fmla="*/ 2 w 99"/>
                <a:gd name="T23" fmla="*/ 32 h 83"/>
                <a:gd name="T24" fmla="*/ 26 w 99"/>
                <a:gd name="T25" fmla="*/ 33 h 83"/>
                <a:gd name="T26" fmla="*/ 45 w 99"/>
                <a:gd name="T27" fmla="*/ 34 h 83"/>
                <a:gd name="T28" fmla="*/ 45 w 99"/>
                <a:gd name="T29" fmla="*/ 29 h 83"/>
                <a:gd name="T30" fmla="*/ 35 w 99"/>
                <a:gd name="T31" fmla="*/ 29 h 83"/>
                <a:gd name="T32" fmla="*/ 50 w 99"/>
                <a:gd name="T33" fmla="*/ 9 h 83"/>
                <a:gd name="T34" fmla="*/ 71 w 99"/>
                <a:gd name="T35" fmla="*/ 23 h 83"/>
                <a:gd name="T36" fmla="*/ 70 w 99"/>
                <a:gd name="T37" fmla="*/ 23 h 83"/>
                <a:gd name="T38" fmla="*/ 58 w 99"/>
                <a:gd name="T39" fmla="*/ 29 h 83"/>
                <a:gd name="T40" fmla="*/ 65 w 99"/>
                <a:gd name="T41" fmla="*/ 27 h 83"/>
                <a:gd name="T42" fmla="*/ 87 w 99"/>
                <a:gd name="T43" fmla="*/ 42 h 83"/>
                <a:gd name="T44" fmla="*/ 72 w 99"/>
                <a:gd name="T45" fmla="*/ 64 h 83"/>
                <a:gd name="T46" fmla="*/ 58 w 99"/>
                <a:gd name="T47" fmla="*/ 61 h 83"/>
                <a:gd name="T48" fmla="*/ 64 w 99"/>
                <a:gd name="T49" fmla="*/ 65 h 83"/>
                <a:gd name="T50" fmla="*/ 52 w 99"/>
                <a:gd name="T51" fmla="*/ 74 h 83"/>
                <a:gd name="T52" fmla="*/ 30 w 99"/>
                <a:gd name="T53" fmla="*/ 59 h 83"/>
                <a:gd name="T54" fmla="*/ 31 w 99"/>
                <a:gd name="T55" fmla="*/ 49 h 83"/>
                <a:gd name="T56" fmla="*/ 41 w 99"/>
                <a:gd name="T57" fmla="*/ 52 h 83"/>
                <a:gd name="T58" fmla="*/ 43 w 99"/>
                <a:gd name="T59" fmla="*/ 47 h 83"/>
                <a:gd name="T60" fmla="*/ 25 w 99"/>
                <a:gd name="T61" fmla="*/ 42 h 83"/>
                <a:gd name="T62" fmla="*/ 1 w 99"/>
                <a:gd name="T63" fmla="*/ 36 h 83"/>
                <a:gd name="T64" fmla="*/ 0 w 99"/>
                <a:gd name="T65" fmla="*/ 39 h 83"/>
                <a:gd name="T66" fmla="*/ 26 w 99"/>
                <a:gd name="T67" fmla="*/ 47 h 83"/>
                <a:gd name="T68" fmla="*/ 24 w 99"/>
                <a:gd name="T69" fmla="*/ 6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9" h="83">
                  <a:moveTo>
                    <a:pt x="24" y="62"/>
                  </a:moveTo>
                  <a:cubicBezTo>
                    <a:pt x="26" y="74"/>
                    <a:pt x="38" y="83"/>
                    <a:pt x="51" y="80"/>
                  </a:cubicBezTo>
                  <a:cubicBezTo>
                    <a:pt x="59" y="79"/>
                    <a:pt x="65" y="74"/>
                    <a:pt x="68" y="67"/>
                  </a:cubicBezTo>
                  <a:cubicBezTo>
                    <a:pt x="71" y="68"/>
                    <a:pt x="75" y="68"/>
                    <a:pt x="78" y="68"/>
                  </a:cubicBezTo>
                  <a:cubicBezTo>
                    <a:pt x="90" y="65"/>
                    <a:pt x="99" y="54"/>
                    <a:pt x="96" y="41"/>
                  </a:cubicBezTo>
                  <a:cubicBezTo>
                    <a:pt x="95" y="30"/>
                    <a:pt x="85" y="23"/>
                    <a:pt x="74" y="23"/>
                  </a:cubicBezTo>
                  <a:cubicBezTo>
                    <a:pt x="74" y="22"/>
                    <a:pt x="74" y="21"/>
                    <a:pt x="74" y="20"/>
                  </a:cubicBezTo>
                  <a:cubicBezTo>
                    <a:pt x="72" y="8"/>
                    <a:pt x="61" y="0"/>
                    <a:pt x="49" y="2"/>
                  </a:cubicBezTo>
                  <a:cubicBezTo>
                    <a:pt x="37" y="4"/>
                    <a:pt x="28" y="16"/>
                    <a:pt x="31" y="28"/>
                  </a:cubicBezTo>
                  <a:cubicBezTo>
                    <a:pt x="31" y="28"/>
                    <a:pt x="31" y="28"/>
                    <a:pt x="31" y="29"/>
                  </a:cubicBezTo>
                  <a:cubicBezTo>
                    <a:pt x="2" y="29"/>
                    <a:pt x="2" y="29"/>
                    <a:pt x="2" y="29"/>
                  </a:cubicBezTo>
                  <a:cubicBezTo>
                    <a:pt x="2" y="32"/>
                    <a:pt x="2" y="32"/>
                    <a:pt x="2" y="32"/>
                  </a:cubicBezTo>
                  <a:cubicBezTo>
                    <a:pt x="26" y="33"/>
                    <a:pt x="26" y="33"/>
                    <a:pt x="26" y="33"/>
                  </a:cubicBezTo>
                  <a:cubicBezTo>
                    <a:pt x="45" y="34"/>
                    <a:pt x="45" y="34"/>
                    <a:pt x="45" y="34"/>
                  </a:cubicBezTo>
                  <a:cubicBezTo>
                    <a:pt x="45" y="29"/>
                    <a:pt x="45" y="29"/>
                    <a:pt x="45" y="29"/>
                  </a:cubicBezTo>
                  <a:cubicBezTo>
                    <a:pt x="35" y="29"/>
                    <a:pt x="35" y="29"/>
                    <a:pt x="35" y="29"/>
                  </a:cubicBezTo>
                  <a:cubicBezTo>
                    <a:pt x="34" y="19"/>
                    <a:pt x="40" y="11"/>
                    <a:pt x="50" y="9"/>
                  </a:cubicBezTo>
                  <a:cubicBezTo>
                    <a:pt x="59" y="7"/>
                    <a:pt x="69" y="14"/>
                    <a:pt x="71" y="23"/>
                  </a:cubicBezTo>
                  <a:cubicBezTo>
                    <a:pt x="71" y="23"/>
                    <a:pt x="70" y="23"/>
                    <a:pt x="70" y="23"/>
                  </a:cubicBezTo>
                  <a:cubicBezTo>
                    <a:pt x="66" y="24"/>
                    <a:pt x="61" y="26"/>
                    <a:pt x="58" y="29"/>
                  </a:cubicBezTo>
                  <a:cubicBezTo>
                    <a:pt x="60" y="28"/>
                    <a:pt x="62" y="27"/>
                    <a:pt x="65" y="27"/>
                  </a:cubicBezTo>
                  <a:cubicBezTo>
                    <a:pt x="75" y="25"/>
                    <a:pt x="85" y="32"/>
                    <a:pt x="87" y="42"/>
                  </a:cubicBezTo>
                  <a:cubicBezTo>
                    <a:pt x="89" y="52"/>
                    <a:pt x="82" y="62"/>
                    <a:pt x="72" y="64"/>
                  </a:cubicBezTo>
                  <a:cubicBezTo>
                    <a:pt x="67" y="65"/>
                    <a:pt x="62" y="64"/>
                    <a:pt x="58" y="61"/>
                  </a:cubicBezTo>
                  <a:cubicBezTo>
                    <a:pt x="60" y="63"/>
                    <a:pt x="62" y="64"/>
                    <a:pt x="64" y="65"/>
                  </a:cubicBezTo>
                  <a:cubicBezTo>
                    <a:pt x="61" y="70"/>
                    <a:pt x="57" y="73"/>
                    <a:pt x="52" y="74"/>
                  </a:cubicBezTo>
                  <a:cubicBezTo>
                    <a:pt x="42" y="76"/>
                    <a:pt x="32" y="69"/>
                    <a:pt x="30" y="59"/>
                  </a:cubicBezTo>
                  <a:cubicBezTo>
                    <a:pt x="30" y="56"/>
                    <a:pt x="30" y="52"/>
                    <a:pt x="31" y="49"/>
                  </a:cubicBezTo>
                  <a:cubicBezTo>
                    <a:pt x="41" y="52"/>
                    <a:pt x="41" y="52"/>
                    <a:pt x="41" y="52"/>
                  </a:cubicBezTo>
                  <a:cubicBezTo>
                    <a:pt x="43" y="47"/>
                    <a:pt x="43" y="47"/>
                    <a:pt x="43" y="47"/>
                  </a:cubicBezTo>
                  <a:cubicBezTo>
                    <a:pt x="25" y="42"/>
                    <a:pt x="25" y="42"/>
                    <a:pt x="25" y="42"/>
                  </a:cubicBezTo>
                  <a:cubicBezTo>
                    <a:pt x="1" y="36"/>
                    <a:pt x="1" y="36"/>
                    <a:pt x="1" y="36"/>
                  </a:cubicBezTo>
                  <a:cubicBezTo>
                    <a:pt x="0" y="39"/>
                    <a:pt x="0" y="39"/>
                    <a:pt x="0" y="39"/>
                  </a:cubicBezTo>
                  <a:cubicBezTo>
                    <a:pt x="26" y="47"/>
                    <a:pt x="26" y="47"/>
                    <a:pt x="26" y="47"/>
                  </a:cubicBezTo>
                  <a:cubicBezTo>
                    <a:pt x="24" y="52"/>
                    <a:pt x="23" y="57"/>
                    <a:pt x="24"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127"/>
            <p:cNvSpPr>
              <a:spLocks/>
            </p:cNvSpPr>
            <p:nvPr/>
          </p:nvSpPr>
          <p:spPr bwMode="auto">
            <a:xfrm>
              <a:off x="1177925" y="5411788"/>
              <a:ext cx="38100" cy="30162"/>
            </a:xfrm>
            <a:custGeom>
              <a:avLst/>
              <a:gdLst>
                <a:gd name="T0" fmla="*/ 28 w 29"/>
                <a:gd name="T1" fmla="*/ 0 h 23"/>
                <a:gd name="T2" fmla="*/ 25 w 29"/>
                <a:gd name="T3" fmla="*/ 0 h 23"/>
                <a:gd name="T4" fmla="*/ 18 w 29"/>
                <a:gd name="T5" fmla="*/ 17 h 23"/>
                <a:gd name="T6" fmla="*/ 1 w 29"/>
                <a:gd name="T7" fmla="*/ 17 h 23"/>
                <a:gd name="T8" fmla="*/ 0 w 29"/>
                <a:gd name="T9" fmla="*/ 20 h 23"/>
                <a:gd name="T10" fmla="*/ 20 w 29"/>
                <a:gd name="T11" fmla="*/ 19 h 23"/>
                <a:gd name="T12" fmla="*/ 28 w 29"/>
                <a:gd name="T13" fmla="*/ 0 h 23"/>
              </a:gdLst>
              <a:ahLst/>
              <a:cxnLst>
                <a:cxn ang="0">
                  <a:pos x="T0" y="T1"/>
                </a:cxn>
                <a:cxn ang="0">
                  <a:pos x="T2" y="T3"/>
                </a:cxn>
                <a:cxn ang="0">
                  <a:pos x="T4" y="T5"/>
                </a:cxn>
                <a:cxn ang="0">
                  <a:pos x="T6" y="T7"/>
                </a:cxn>
                <a:cxn ang="0">
                  <a:pos x="T8" y="T9"/>
                </a:cxn>
                <a:cxn ang="0">
                  <a:pos x="T10" y="T11"/>
                </a:cxn>
                <a:cxn ang="0">
                  <a:pos x="T12" y="T13"/>
                </a:cxn>
              </a:cxnLst>
              <a:rect l="0" t="0" r="r" b="b"/>
              <a:pathLst>
                <a:path w="29" h="23">
                  <a:moveTo>
                    <a:pt x="28" y="0"/>
                  </a:moveTo>
                  <a:cubicBezTo>
                    <a:pt x="25" y="0"/>
                    <a:pt x="25" y="0"/>
                    <a:pt x="25" y="0"/>
                  </a:cubicBezTo>
                  <a:cubicBezTo>
                    <a:pt x="25" y="0"/>
                    <a:pt x="25" y="12"/>
                    <a:pt x="18" y="17"/>
                  </a:cubicBezTo>
                  <a:cubicBezTo>
                    <a:pt x="14" y="20"/>
                    <a:pt x="8" y="20"/>
                    <a:pt x="1" y="17"/>
                  </a:cubicBezTo>
                  <a:cubicBezTo>
                    <a:pt x="0" y="20"/>
                    <a:pt x="0" y="20"/>
                    <a:pt x="0" y="20"/>
                  </a:cubicBezTo>
                  <a:cubicBezTo>
                    <a:pt x="8" y="23"/>
                    <a:pt x="15" y="23"/>
                    <a:pt x="20" y="19"/>
                  </a:cubicBezTo>
                  <a:cubicBezTo>
                    <a:pt x="29" y="13"/>
                    <a:pt x="28" y="0"/>
                    <a:pt x="2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28"/>
            <p:cNvSpPr>
              <a:spLocks/>
            </p:cNvSpPr>
            <p:nvPr/>
          </p:nvSpPr>
          <p:spPr bwMode="auto">
            <a:xfrm>
              <a:off x="1212850" y="5413375"/>
              <a:ext cx="31750" cy="42862"/>
            </a:xfrm>
            <a:custGeom>
              <a:avLst/>
              <a:gdLst>
                <a:gd name="T0" fmla="*/ 24 w 24"/>
                <a:gd name="T1" fmla="*/ 29 h 32"/>
                <a:gd name="T2" fmla="*/ 8 w 24"/>
                <a:gd name="T3" fmla="*/ 20 h 32"/>
                <a:gd name="T4" fmla="*/ 10 w 24"/>
                <a:gd name="T5" fmla="*/ 2 h 32"/>
                <a:gd name="T6" fmla="*/ 8 w 24"/>
                <a:gd name="T7" fmla="*/ 0 h 32"/>
                <a:gd name="T8" fmla="*/ 5 w 24"/>
                <a:gd name="T9" fmla="*/ 21 h 32"/>
                <a:gd name="T10" fmla="*/ 10 w 24"/>
                <a:gd name="T11" fmla="*/ 27 h 32"/>
                <a:gd name="T12" fmla="*/ 23 w 24"/>
                <a:gd name="T13" fmla="*/ 32 h 32"/>
                <a:gd name="T14" fmla="*/ 24 w 24"/>
                <a:gd name="T15" fmla="*/ 29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32">
                  <a:moveTo>
                    <a:pt x="24" y="29"/>
                  </a:moveTo>
                  <a:cubicBezTo>
                    <a:pt x="15" y="28"/>
                    <a:pt x="10" y="25"/>
                    <a:pt x="8" y="20"/>
                  </a:cubicBezTo>
                  <a:cubicBezTo>
                    <a:pt x="4" y="12"/>
                    <a:pt x="10" y="2"/>
                    <a:pt x="10" y="2"/>
                  </a:cubicBezTo>
                  <a:cubicBezTo>
                    <a:pt x="8" y="0"/>
                    <a:pt x="8" y="0"/>
                    <a:pt x="8" y="0"/>
                  </a:cubicBezTo>
                  <a:cubicBezTo>
                    <a:pt x="7" y="1"/>
                    <a:pt x="0" y="12"/>
                    <a:pt x="5" y="21"/>
                  </a:cubicBezTo>
                  <a:cubicBezTo>
                    <a:pt x="6" y="24"/>
                    <a:pt x="8" y="26"/>
                    <a:pt x="10" y="27"/>
                  </a:cubicBezTo>
                  <a:cubicBezTo>
                    <a:pt x="13" y="30"/>
                    <a:pt x="18" y="31"/>
                    <a:pt x="23" y="32"/>
                  </a:cubicBezTo>
                  <a:lnTo>
                    <a:pt x="24" y="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129"/>
            <p:cNvSpPr>
              <a:spLocks/>
            </p:cNvSpPr>
            <p:nvPr/>
          </p:nvSpPr>
          <p:spPr bwMode="auto">
            <a:xfrm>
              <a:off x="1201738" y="5457825"/>
              <a:ext cx="36513" cy="31750"/>
            </a:xfrm>
            <a:custGeom>
              <a:avLst/>
              <a:gdLst>
                <a:gd name="T0" fmla="*/ 10 w 29"/>
                <a:gd name="T1" fmla="*/ 6 h 24"/>
                <a:gd name="T2" fmla="*/ 28 w 29"/>
                <a:gd name="T3" fmla="*/ 7 h 24"/>
                <a:gd name="T4" fmla="*/ 29 w 29"/>
                <a:gd name="T5" fmla="*/ 4 h 24"/>
                <a:gd name="T6" fmla="*/ 9 w 29"/>
                <a:gd name="T7" fmla="*/ 3 h 24"/>
                <a:gd name="T8" fmla="*/ 0 w 29"/>
                <a:gd name="T9" fmla="*/ 24 h 24"/>
                <a:gd name="T10" fmla="*/ 4 w 29"/>
                <a:gd name="T11" fmla="*/ 24 h 24"/>
                <a:gd name="T12" fmla="*/ 10 w 29"/>
                <a:gd name="T13" fmla="*/ 6 h 24"/>
              </a:gdLst>
              <a:ahLst/>
              <a:cxnLst>
                <a:cxn ang="0">
                  <a:pos x="T0" y="T1"/>
                </a:cxn>
                <a:cxn ang="0">
                  <a:pos x="T2" y="T3"/>
                </a:cxn>
                <a:cxn ang="0">
                  <a:pos x="T4" y="T5"/>
                </a:cxn>
                <a:cxn ang="0">
                  <a:pos x="T6" y="T7"/>
                </a:cxn>
                <a:cxn ang="0">
                  <a:pos x="T8" y="T9"/>
                </a:cxn>
                <a:cxn ang="0">
                  <a:pos x="T10" y="T11"/>
                </a:cxn>
                <a:cxn ang="0">
                  <a:pos x="T12" y="T13"/>
                </a:cxn>
              </a:cxnLst>
              <a:rect l="0" t="0" r="r" b="b"/>
              <a:pathLst>
                <a:path w="29" h="24">
                  <a:moveTo>
                    <a:pt x="10" y="6"/>
                  </a:moveTo>
                  <a:cubicBezTo>
                    <a:pt x="15" y="3"/>
                    <a:pt x="20" y="3"/>
                    <a:pt x="28" y="7"/>
                  </a:cubicBezTo>
                  <a:cubicBezTo>
                    <a:pt x="29" y="4"/>
                    <a:pt x="29" y="4"/>
                    <a:pt x="29" y="4"/>
                  </a:cubicBezTo>
                  <a:cubicBezTo>
                    <a:pt x="21" y="0"/>
                    <a:pt x="14" y="0"/>
                    <a:pt x="9" y="3"/>
                  </a:cubicBezTo>
                  <a:cubicBezTo>
                    <a:pt x="0" y="9"/>
                    <a:pt x="0" y="23"/>
                    <a:pt x="0" y="24"/>
                  </a:cubicBezTo>
                  <a:cubicBezTo>
                    <a:pt x="4" y="24"/>
                    <a:pt x="4" y="24"/>
                    <a:pt x="4" y="24"/>
                  </a:cubicBezTo>
                  <a:cubicBezTo>
                    <a:pt x="4" y="23"/>
                    <a:pt x="3" y="10"/>
                    <a:pt x="1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130"/>
            <p:cNvSpPr>
              <a:spLocks/>
            </p:cNvSpPr>
            <p:nvPr/>
          </p:nvSpPr>
          <p:spPr bwMode="auto">
            <a:xfrm>
              <a:off x="1171575" y="5445125"/>
              <a:ext cx="31750" cy="41275"/>
            </a:xfrm>
            <a:custGeom>
              <a:avLst/>
              <a:gdLst>
                <a:gd name="T0" fmla="*/ 16 w 24"/>
                <a:gd name="T1" fmla="*/ 31 h 31"/>
                <a:gd name="T2" fmla="*/ 19 w 24"/>
                <a:gd name="T3" fmla="*/ 9 h 31"/>
                <a:gd name="T4" fmla="*/ 0 w 24"/>
                <a:gd name="T5" fmla="*/ 0 h 31"/>
                <a:gd name="T6" fmla="*/ 0 w 24"/>
                <a:gd name="T7" fmla="*/ 3 h 31"/>
                <a:gd name="T8" fmla="*/ 17 w 24"/>
                <a:gd name="T9" fmla="*/ 11 h 31"/>
                <a:gd name="T10" fmla="*/ 13 w 24"/>
                <a:gd name="T11" fmla="*/ 30 h 31"/>
                <a:gd name="T12" fmla="*/ 16 w 24"/>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24" h="31">
                  <a:moveTo>
                    <a:pt x="16" y="31"/>
                  </a:moveTo>
                  <a:cubicBezTo>
                    <a:pt x="16" y="31"/>
                    <a:pt x="24" y="19"/>
                    <a:pt x="19" y="9"/>
                  </a:cubicBezTo>
                  <a:cubicBezTo>
                    <a:pt x="17" y="4"/>
                    <a:pt x="10" y="1"/>
                    <a:pt x="0" y="0"/>
                  </a:cubicBezTo>
                  <a:cubicBezTo>
                    <a:pt x="0" y="3"/>
                    <a:pt x="0" y="3"/>
                    <a:pt x="0" y="3"/>
                  </a:cubicBezTo>
                  <a:cubicBezTo>
                    <a:pt x="9" y="4"/>
                    <a:pt x="14" y="6"/>
                    <a:pt x="17" y="11"/>
                  </a:cubicBezTo>
                  <a:cubicBezTo>
                    <a:pt x="20" y="18"/>
                    <a:pt x="13" y="30"/>
                    <a:pt x="13" y="30"/>
                  </a:cubicBezTo>
                  <a:lnTo>
                    <a:pt x="16"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131"/>
            <p:cNvSpPr>
              <a:spLocks/>
            </p:cNvSpPr>
            <p:nvPr/>
          </p:nvSpPr>
          <p:spPr bwMode="auto">
            <a:xfrm>
              <a:off x="1458913" y="5853113"/>
              <a:ext cx="214313" cy="254000"/>
            </a:xfrm>
            <a:custGeom>
              <a:avLst/>
              <a:gdLst>
                <a:gd name="T0" fmla="*/ 136 w 164"/>
                <a:gd name="T1" fmla="*/ 74 h 195"/>
                <a:gd name="T2" fmla="*/ 159 w 164"/>
                <a:gd name="T3" fmla="*/ 56 h 195"/>
                <a:gd name="T4" fmla="*/ 146 w 164"/>
                <a:gd name="T5" fmla="*/ 10 h 195"/>
                <a:gd name="T6" fmla="*/ 144 w 164"/>
                <a:gd name="T7" fmla="*/ 8 h 195"/>
                <a:gd name="T8" fmla="*/ 146 w 164"/>
                <a:gd name="T9" fmla="*/ 19 h 195"/>
                <a:gd name="T10" fmla="*/ 138 w 164"/>
                <a:gd name="T11" fmla="*/ 45 h 195"/>
                <a:gd name="T12" fmla="*/ 137 w 164"/>
                <a:gd name="T13" fmla="*/ 47 h 195"/>
                <a:gd name="T14" fmla="*/ 134 w 164"/>
                <a:gd name="T15" fmla="*/ 50 h 195"/>
                <a:gd name="T16" fmla="*/ 99 w 164"/>
                <a:gd name="T17" fmla="*/ 65 h 195"/>
                <a:gd name="T18" fmla="*/ 74 w 164"/>
                <a:gd name="T19" fmla="*/ 57 h 195"/>
                <a:gd name="T20" fmla="*/ 61 w 164"/>
                <a:gd name="T21" fmla="*/ 27 h 195"/>
                <a:gd name="T22" fmla="*/ 79 w 164"/>
                <a:gd name="T23" fmla="*/ 24 h 195"/>
                <a:gd name="T24" fmla="*/ 91 w 164"/>
                <a:gd name="T25" fmla="*/ 13 h 195"/>
                <a:gd name="T26" fmla="*/ 80 w 164"/>
                <a:gd name="T27" fmla="*/ 1 h 195"/>
                <a:gd name="T28" fmla="*/ 41 w 164"/>
                <a:gd name="T29" fmla="*/ 17 h 195"/>
                <a:gd name="T30" fmla="*/ 62 w 164"/>
                <a:gd name="T31" fmla="*/ 81 h 195"/>
                <a:gd name="T32" fmla="*/ 63 w 164"/>
                <a:gd name="T33" fmla="*/ 81 h 195"/>
                <a:gd name="T34" fmla="*/ 63 w 164"/>
                <a:gd name="T35" fmla="*/ 128 h 195"/>
                <a:gd name="T36" fmla="*/ 13 w 164"/>
                <a:gd name="T37" fmla="*/ 148 h 195"/>
                <a:gd name="T38" fmla="*/ 4 w 164"/>
                <a:gd name="T39" fmla="*/ 169 h 195"/>
                <a:gd name="T40" fmla="*/ 19 w 164"/>
                <a:gd name="T41" fmla="*/ 180 h 195"/>
                <a:gd name="T42" fmla="*/ 25 w 164"/>
                <a:gd name="T43" fmla="*/ 178 h 195"/>
                <a:gd name="T44" fmla="*/ 77 w 164"/>
                <a:gd name="T45" fmla="*/ 158 h 195"/>
                <a:gd name="T46" fmla="*/ 79 w 164"/>
                <a:gd name="T47" fmla="*/ 158 h 195"/>
                <a:gd name="T48" fmla="*/ 88 w 164"/>
                <a:gd name="T49" fmla="*/ 158 h 195"/>
                <a:gd name="T50" fmla="*/ 77 w 164"/>
                <a:gd name="T51" fmla="*/ 164 h 195"/>
                <a:gd name="T52" fmla="*/ 71 w 164"/>
                <a:gd name="T53" fmla="*/ 186 h 195"/>
                <a:gd name="T54" fmla="*/ 85 w 164"/>
                <a:gd name="T55" fmla="*/ 195 h 195"/>
                <a:gd name="T56" fmla="*/ 93 w 164"/>
                <a:gd name="T57" fmla="*/ 193 h 195"/>
                <a:gd name="T58" fmla="*/ 152 w 164"/>
                <a:gd name="T59" fmla="*/ 159 h 195"/>
                <a:gd name="T60" fmla="*/ 161 w 164"/>
                <a:gd name="T61" fmla="*/ 144 h 195"/>
                <a:gd name="T62" fmla="*/ 150 w 164"/>
                <a:gd name="T63" fmla="*/ 129 h 195"/>
                <a:gd name="T64" fmla="*/ 136 w 164"/>
                <a:gd name="T65" fmla="*/ 124 h 195"/>
                <a:gd name="T66" fmla="*/ 136 w 164"/>
                <a:gd name="T67" fmla="*/ 74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4" h="195">
                  <a:moveTo>
                    <a:pt x="136" y="74"/>
                  </a:moveTo>
                  <a:cubicBezTo>
                    <a:pt x="143" y="72"/>
                    <a:pt x="154" y="67"/>
                    <a:pt x="159" y="56"/>
                  </a:cubicBezTo>
                  <a:cubicBezTo>
                    <a:pt x="164" y="44"/>
                    <a:pt x="160" y="28"/>
                    <a:pt x="146" y="10"/>
                  </a:cubicBezTo>
                  <a:cubicBezTo>
                    <a:pt x="145" y="9"/>
                    <a:pt x="145" y="9"/>
                    <a:pt x="144" y="8"/>
                  </a:cubicBezTo>
                  <a:cubicBezTo>
                    <a:pt x="145" y="12"/>
                    <a:pt x="146" y="15"/>
                    <a:pt x="146" y="19"/>
                  </a:cubicBezTo>
                  <a:cubicBezTo>
                    <a:pt x="146" y="28"/>
                    <a:pt x="143" y="37"/>
                    <a:pt x="138" y="45"/>
                  </a:cubicBezTo>
                  <a:cubicBezTo>
                    <a:pt x="138" y="46"/>
                    <a:pt x="138" y="46"/>
                    <a:pt x="137" y="47"/>
                  </a:cubicBezTo>
                  <a:cubicBezTo>
                    <a:pt x="137" y="48"/>
                    <a:pt x="135" y="49"/>
                    <a:pt x="134" y="50"/>
                  </a:cubicBezTo>
                  <a:cubicBezTo>
                    <a:pt x="125" y="59"/>
                    <a:pt x="113" y="65"/>
                    <a:pt x="99" y="65"/>
                  </a:cubicBezTo>
                  <a:cubicBezTo>
                    <a:pt x="90" y="65"/>
                    <a:pt x="81" y="62"/>
                    <a:pt x="74" y="57"/>
                  </a:cubicBezTo>
                  <a:cubicBezTo>
                    <a:pt x="65" y="46"/>
                    <a:pt x="59" y="32"/>
                    <a:pt x="61" y="27"/>
                  </a:cubicBezTo>
                  <a:cubicBezTo>
                    <a:pt x="62" y="26"/>
                    <a:pt x="67" y="24"/>
                    <a:pt x="79" y="24"/>
                  </a:cubicBezTo>
                  <a:cubicBezTo>
                    <a:pt x="85" y="25"/>
                    <a:pt x="91" y="20"/>
                    <a:pt x="91" y="13"/>
                  </a:cubicBezTo>
                  <a:cubicBezTo>
                    <a:pt x="92" y="7"/>
                    <a:pt x="87" y="2"/>
                    <a:pt x="80" y="1"/>
                  </a:cubicBezTo>
                  <a:cubicBezTo>
                    <a:pt x="60" y="0"/>
                    <a:pt x="47" y="5"/>
                    <a:pt x="41" y="17"/>
                  </a:cubicBezTo>
                  <a:cubicBezTo>
                    <a:pt x="29" y="40"/>
                    <a:pt x="56" y="74"/>
                    <a:pt x="62" y="81"/>
                  </a:cubicBezTo>
                  <a:cubicBezTo>
                    <a:pt x="62" y="81"/>
                    <a:pt x="63" y="81"/>
                    <a:pt x="63" y="81"/>
                  </a:cubicBezTo>
                  <a:cubicBezTo>
                    <a:pt x="63" y="128"/>
                    <a:pt x="63" y="128"/>
                    <a:pt x="63" y="128"/>
                  </a:cubicBezTo>
                  <a:cubicBezTo>
                    <a:pt x="13" y="148"/>
                    <a:pt x="13" y="148"/>
                    <a:pt x="13" y="148"/>
                  </a:cubicBezTo>
                  <a:cubicBezTo>
                    <a:pt x="5" y="151"/>
                    <a:pt x="0" y="161"/>
                    <a:pt x="4" y="169"/>
                  </a:cubicBezTo>
                  <a:cubicBezTo>
                    <a:pt x="6" y="176"/>
                    <a:pt x="13" y="180"/>
                    <a:pt x="19" y="180"/>
                  </a:cubicBezTo>
                  <a:cubicBezTo>
                    <a:pt x="21" y="180"/>
                    <a:pt x="23" y="179"/>
                    <a:pt x="25" y="178"/>
                  </a:cubicBezTo>
                  <a:cubicBezTo>
                    <a:pt x="77" y="158"/>
                    <a:pt x="77" y="158"/>
                    <a:pt x="77" y="158"/>
                  </a:cubicBezTo>
                  <a:cubicBezTo>
                    <a:pt x="78" y="158"/>
                    <a:pt x="78" y="158"/>
                    <a:pt x="79" y="158"/>
                  </a:cubicBezTo>
                  <a:cubicBezTo>
                    <a:pt x="88" y="158"/>
                    <a:pt x="88" y="158"/>
                    <a:pt x="88" y="158"/>
                  </a:cubicBezTo>
                  <a:cubicBezTo>
                    <a:pt x="77" y="164"/>
                    <a:pt x="77" y="164"/>
                    <a:pt x="77" y="164"/>
                  </a:cubicBezTo>
                  <a:cubicBezTo>
                    <a:pt x="69" y="168"/>
                    <a:pt x="66" y="178"/>
                    <a:pt x="71" y="186"/>
                  </a:cubicBezTo>
                  <a:cubicBezTo>
                    <a:pt x="74" y="192"/>
                    <a:pt x="79" y="195"/>
                    <a:pt x="85" y="195"/>
                  </a:cubicBezTo>
                  <a:cubicBezTo>
                    <a:pt x="88" y="195"/>
                    <a:pt x="91" y="194"/>
                    <a:pt x="93" y="193"/>
                  </a:cubicBezTo>
                  <a:cubicBezTo>
                    <a:pt x="152" y="159"/>
                    <a:pt x="152" y="159"/>
                    <a:pt x="152" y="159"/>
                  </a:cubicBezTo>
                  <a:cubicBezTo>
                    <a:pt x="158" y="156"/>
                    <a:pt x="161" y="150"/>
                    <a:pt x="161" y="144"/>
                  </a:cubicBezTo>
                  <a:cubicBezTo>
                    <a:pt x="160" y="137"/>
                    <a:pt x="156" y="132"/>
                    <a:pt x="150" y="129"/>
                  </a:cubicBezTo>
                  <a:cubicBezTo>
                    <a:pt x="136" y="124"/>
                    <a:pt x="136" y="124"/>
                    <a:pt x="136" y="124"/>
                  </a:cubicBezTo>
                  <a:lnTo>
                    <a:pt x="136" y="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132"/>
            <p:cNvSpPr>
              <a:spLocks/>
            </p:cNvSpPr>
            <p:nvPr/>
          </p:nvSpPr>
          <p:spPr bwMode="auto">
            <a:xfrm>
              <a:off x="1543050" y="5829300"/>
              <a:ext cx="93663" cy="96837"/>
            </a:xfrm>
            <a:custGeom>
              <a:avLst/>
              <a:gdLst>
                <a:gd name="T0" fmla="*/ 5 w 71"/>
                <a:gd name="T1" fmla="*/ 15 h 74"/>
                <a:gd name="T2" fmla="*/ 10 w 71"/>
                <a:gd name="T3" fmla="*/ 14 h 74"/>
                <a:gd name="T4" fmla="*/ 16 w 71"/>
                <a:gd name="T5" fmla="*/ 15 h 74"/>
                <a:gd name="T6" fmla="*/ 27 w 71"/>
                <a:gd name="T7" fmla="*/ 20 h 74"/>
                <a:gd name="T8" fmla="*/ 31 w 71"/>
                <a:gd name="T9" fmla="*/ 32 h 74"/>
                <a:gd name="T10" fmla="*/ 27 w 71"/>
                <a:gd name="T11" fmla="*/ 41 h 74"/>
                <a:gd name="T12" fmla="*/ 35 w 71"/>
                <a:gd name="T13" fmla="*/ 42 h 74"/>
                <a:gd name="T14" fmla="*/ 55 w 71"/>
                <a:gd name="T15" fmla="*/ 58 h 74"/>
                <a:gd name="T16" fmla="*/ 33 w 71"/>
                <a:gd name="T17" fmla="*/ 54 h 74"/>
                <a:gd name="T18" fmla="*/ 11 w 71"/>
                <a:gd name="T19" fmla="*/ 50 h 74"/>
                <a:gd name="T20" fmla="*/ 13 w 71"/>
                <a:gd name="T21" fmla="*/ 47 h 74"/>
                <a:gd name="T22" fmla="*/ 10 w 71"/>
                <a:gd name="T23" fmla="*/ 47 h 74"/>
                <a:gd name="T24" fmla="*/ 0 w 71"/>
                <a:gd name="T25" fmla="*/ 48 h 74"/>
                <a:gd name="T26" fmla="*/ 3 w 71"/>
                <a:gd name="T27" fmla="*/ 55 h 74"/>
                <a:gd name="T28" fmla="*/ 34 w 71"/>
                <a:gd name="T29" fmla="*/ 74 h 74"/>
                <a:gd name="T30" fmla="*/ 71 w 71"/>
                <a:gd name="T31" fmla="*/ 37 h 74"/>
                <a:gd name="T32" fmla="*/ 34 w 71"/>
                <a:gd name="T33" fmla="*/ 0 h 74"/>
                <a:gd name="T34" fmla="*/ 5 w 71"/>
                <a:gd name="T35" fmla="*/ 15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1" h="74">
                  <a:moveTo>
                    <a:pt x="5" y="15"/>
                  </a:moveTo>
                  <a:cubicBezTo>
                    <a:pt x="7" y="14"/>
                    <a:pt x="8" y="14"/>
                    <a:pt x="10" y="14"/>
                  </a:cubicBezTo>
                  <a:cubicBezTo>
                    <a:pt x="12" y="14"/>
                    <a:pt x="14" y="14"/>
                    <a:pt x="16" y="15"/>
                  </a:cubicBezTo>
                  <a:cubicBezTo>
                    <a:pt x="20" y="15"/>
                    <a:pt x="24" y="17"/>
                    <a:pt x="27" y="20"/>
                  </a:cubicBezTo>
                  <a:cubicBezTo>
                    <a:pt x="30" y="23"/>
                    <a:pt x="31" y="27"/>
                    <a:pt x="31" y="32"/>
                  </a:cubicBezTo>
                  <a:cubicBezTo>
                    <a:pt x="31" y="35"/>
                    <a:pt x="29" y="39"/>
                    <a:pt x="27" y="41"/>
                  </a:cubicBezTo>
                  <a:cubicBezTo>
                    <a:pt x="30" y="41"/>
                    <a:pt x="32" y="41"/>
                    <a:pt x="35" y="42"/>
                  </a:cubicBezTo>
                  <a:cubicBezTo>
                    <a:pt x="47" y="44"/>
                    <a:pt x="56" y="51"/>
                    <a:pt x="55" y="58"/>
                  </a:cubicBezTo>
                  <a:cubicBezTo>
                    <a:pt x="54" y="65"/>
                    <a:pt x="45" y="57"/>
                    <a:pt x="33" y="54"/>
                  </a:cubicBezTo>
                  <a:cubicBezTo>
                    <a:pt x="21" y="52"/>
                    <a:pt x="10" y="57"/>
                    <a:pt x="11" y="50"/>
                  </a:cubicBezTo>
                  <a:cubicBezTo>
                    <a:pt x="11" y="49"/>
                    <a:pt x="12" y="48"/>
                    <a:pt x="13" y="47"/>
                  </a:cubicBezTo>
                  <a:cubicBezTo>
                    <a:pt x="12" y="47"/>
                    <a:pt x="11" y="47"/>
                    <a:pt x="10" y="47"/>
                  </a:cubicBezTo>
                  <a:cubicBezTo>
                    <a:pt x="4" y="47"/>
                    <a:pt x="2" y="48"/>
                    <a:pt x="0" y="48"/>
                  </a:cubicBezTo>
                  <a:cubicBezTo>
                    <a:pt x="0" y="49"/>
                    <a:pt x="1" y="52"/>
                    <a:pt x="3" y="55"/>
                  </a:cubicBezTo>
                  <a:cubicBezTo>
                    <a:pt x="9" y="66"/>
                    <a:pt x="21" y="74"/>
                    <a:pt x="34" y="74"/>
                  </a:cubicBezTo>
                  <a:cubicBezTo>
                    <a:pt x="55" y="74"/>
                    <a:pt x="71" y="57"/>
                    <a:pt x="71" y="37"/>
                  </a:cubicBezTo>
                  <a:cubicBezTo>
                    <a:pt x="71" y="17"/>
                    <a:pt x="55" y="0"/>
                    <a:pt x="34" y="0"/>
                  </a:cubicBezTo>
                  <a:cubicBezTo>
                    <a:pt x="22" y="0"/>
                    <a:pt x="12" y="6"/>
                    <a:pt x="5"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133"/>
            <p:cNvSpPr>
              <a:spLocks/>
            </p:cNvSpPr>
            <p:nvPr/>
          </p:nvSpPr>
          <p:spPr bwMode="auto">
            <a:xfrm>
              <a:off x="1485900" y="5748338"/>
              <a:ext cx="144463" cy="103187"/>
            </a:xfrm>
            <a:custGeom>
              <a:avLst/>
              <a:gdLst>
                <a:gd name="T0" fmla="*/ 27 w 110"/>
                <a:gd name="T1" fmla="*/ 78 h 78"/>
                <a:gd name="T2" fmla="*/ 30 w 110"/>
                <a:gd name="T3" fmla="*/ 76 h 78"/>
                <a:gd name="T4" fmla="*/ 28 w 110"/>
                <a:gd name="T5" fmla="*/ 73 h 78"/>
                <a:gd name="T6" fmla="*/ 28 w 110"/>
                <a:gd name="T7" fmla="*/ 73 h 78"/>
                <a:gd name="T8" fmla="*/ 12 w 110"/>
                <a:gd name="T9" fmla="*/ 69 h 78"/>
                <a:gd name="T10" fmla="*/ 30 w 110"/>
                <a:gd name="T11" fmla="*/ 61 h 78"/>
                <a:gd name="T12" fmla="*/ 31 w 110"/>
                <a:gd name="T13" fmla="*/ 59 h 78"/>
                <a:gd name="T14" fmla="*/ 30 w 110"/>
                <a:gd name="T15" fmla="*/ 57 h 78"/>
                <a:gd name="T16" fmla="*/ 19 w 110"/>
                <a:gd name="T17" fmla="*/ 47 h 78"/>
                <a:gd name="T18" fmla="*/ 37 w 110"/>
                <a:gd name="T19" fmla="*/ 47 h 78"/>
                <a:gd name="T20" fmla="*/ 39 w 110"/>
                <a:gd name="T21" fmla="*/ 46 h 78"/>
                <a:gd name="T22" fmla="*/ 39 w 110"/>
                <a:gd name="T23" fmla="*/ 43 h 78"/>
                <a:gd name="T24" fmla="*/ 29 w 110"/>
                <a:gd name="T25" fmla="*/ 22 h 78"/>
                <a:gd name="T26" fmla="*/ 49 w 110"/>
                <a:gd name="T27" fmla="*/ 33 h 78"/>
                <a:gd name="T28" fmla="*/ 51 w 110"/>
                <a:gd name="T29" fmla="*/ 33 h 78"/>
                <a:gd name="T30" fmla="*/ 53 w 110"/>
                <a:gd name="T31" fmla="*/ 31 h 78"/>
                <a:gd name="T32" fmla="*/ 56 w 110"/>
                <a:gd name="T33" fmla="*/ 11 h 78"/>
                <a:gd name="T34" fmla="*/ 68 w 110"/>
                <a:gd name="T35" fmla="*/ 30 h 78"/>
                <a:gd name="T36" fmla="*/ 70 w 110"/>
                <a:gd name="T37" fmla="*/ 31 h 78"/>
                <a:gd name="T38" fmla="*/ 72 w 110"/>
                <a:gd name="T39" fmla="*/ 30 h 78"/>
                <a:gd name="T40" fmla="*/ 83 w 110"/>
                <a:gd name="T41" fmla="*/ 14 h 78"/>
                <a:gd name="T42" fmla="*/ 85 w 110"/>
                <a:gd name="T43" fmla="*/ 39 h 78"/>
                <a:gd name="T44" fmla="*/ 86 w 110"/>
                <a:gd name="T45" fmla="*/ 41 h 78"/>
                <a:gd name="T46" fmla="*/ 88 w 110"/>
                <a:gd name="T47" fmla="*/ 41 h 78"/>
                <a:gd name="T48" fmla="*/ 102 w 110"/>
                <a:gd name="T49" fmla="*/ 37 h 78"/>
                <a:gd name="T50" fmla="*/ 95 w 110"/>
                <a:gd name="T51" fmla="*/ 49 h 78"/>
                <a:gd name="T52" fmla="*/ 96 w 110"/>
                <a:gd name="T53" fmla="*/ 53 h 78"/>
                <a:gd name="T54" fmla="*/ 100 w 110"/>
                <a:gd name="T55" fmla="*/ 52 h 78"/>
                <a:gd name="T56" fmla="*/ 109 w 110"/>
                <a:gd name="T57" fmla="*/ 34 h 78"/>
                <a:gd name="T58" fmla="*/ 109 w 110"/>
                <a:gd name="T59" fmla="*/ 31 h 78"/>
                <a:gd name="T60" fmla="*/ 106 w 110"/>
                <a:gd name="T61" fmla="*/ 30 h 78"/>
                <a:gd name="T62" fmla="*/ 90 w 110"/>
                <a:gd name="T63" fmla="*/ 35 h 78"/>
                <a:gd name="T64" fmla="*/ 88 w 110"/>
                <a:gd name="T65" fmla="*/ 6 h 78"/>
                <a:gd name="T66" fmla="*/ 86 w 110"/>
                <a:gd name="T67" fmla="*/ 3 h 78"/>
                <a:gd name="T68" fmla="*/ 83 w 110"/>
                <a:gd name="T69" fmla="*/ 4 h 78"/>
                <a:gd name="T70" fmla="*/ 70 w 110"/>
                <a:gd name="T71" fmla="*/ 23 h 78"/>
                <a:gd name="T72" fmla="*/ 57 w 110"/>
                <a:gd name="T73" fmla="*/ 2 h 78"/>
                <a:gd name="T74" fmla="*/ 54 w 110"/>
                <a:gd name="T75" fmla="*/ 0 h 78"/>
                <a:gd name="T76" fmla="*/ 52 w 110"/>
                <a:gd name="T77" fmla="*/ 3 h 78"/>
                <a:gd name="T78" fmla="*/ 48 w 110"/>
                <a:gd name="T79" fmla="*/ 26 h 78"/>
                <a:gd name="T80" fmla="*/ 25 w 110"/>
                <a:gd name="T81" fmla="*/ 13 h 78"/>
                <a:gd name="T82" fmla="*/ 21 w 110"/>
                <a:gd name="T83" fmla="*/ 14 h 78"/>
                <a:gd name="T84" fmla="*/ 21 w 110"/>
                <a:gd name="T85" fmla="*/ 17 h 78"/>
                <a:gd name="T86" fmla="*/ 32 w 110"/>
                <a:gd name="T87" fmla="*/ 42 h 78"/>
                <a:gd name="T88" fmla="*/ 12 w 110"/>
                <a:gd name="T89" fmla="*/ 42 h 78"/>
                <a:gd name="T90" fmla="*/ 9 w 110"/>
                <a:gd name="T91" fmla="*/ 44 h 78"/>
                <a:gd name="T92" fmla="*/ 10 w 110"/>
                <a:gd name="T93" fmla="*/ 47 h 78"/>
                <a:gd name="T94" fmla="*/ 23 w 110"/>
                <a:gd name="T95" fmla="*/ 58 h 78"/>
                <a:gd name="T96" fmla="*/ 2 w 110"/>
                <a:gd name="T97" fmla="*/ 67 h 78"/>
                <a:gd name="T98" fmla="*/ 0 w 110"/>
                <a:gd name="T99" fmla="*/ 70 h 78"/>
                <a:gd name="T100" fmla="*/ 2 w 110"/>
                <a:gd name="T101" fmla="*/ 72 h 78"/>
                <a:gd name="T102" fmla="*/ 21 w 110"/>
                <a:gd name="T103" fmla="*/ 77 h 78"/>
                <a:gd name="T104" fmla="*/ 27 w 110"/>
                <a:gd name="T105" fmla="*/ 78 h 78"/>
                <a:gd name="T106" fmla="*/ 27 w 110"/>
                <a:gd name="T107"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0" h="78">
                  <a:moveTo>
                    <a:pt x="27" y="78"/>
                  </a:moveTo>
                  <a:cubicBezTo>
                    <a:pt x="28" y="78"/>
                    <a:pt x="29" y="77"/>
                    <a:pt x="30" y="76"/>
                  </a:cubicBezTo>
                  <a:cubicBezTo>
                    <a:pt x="30" y="75"/>
                    <a:pt x="29" y="73"/>
                    <a:pt x="28" y="73"/>
                  </a:cubicBezTo>
                  <a:cubicBezTo>
                    <a:pt x="28" y="73"/>
                    <a:pt x="28" y="73"/>
                    <a:pt x="28" y="73"/>
                  </a:cubicBezTo>
                  <a:cubicBezTo>
                    <a:pt x="12" y="69"/>
                    <a:pt x="12" y="69"/>
                    <a:pt x="12" y="69"/>
                  </a:cubicBezTo>
                  <a:cubicBezTo>
                    <a:pt x="30" y="61"/>
                    <a:pt x="30" y="61"/>
                    <a:pt x="30" y="61"/>
                  </a:cubicBezTo>
                  <a:cubicBezTo>
                    <a:pt x="30" y="61"/>
                    <a:pt x="31" y="60"/>
                    <a:pt x="31" y="59"/>
                  </a:cubicBezTo>
                  <a:cubicBezTo>
                    <a:pt x="31" y="58"/>
                    <a:pt x="31" y="57"/>
                    <a:pt x="30" y="57"/>
                  </a:cubicBezTo>
                  <a:cubicBezTo>
                    <a:pt x="19" y="47"/>
                    <a:pt x="19" y="47"/>
                    <a:pt x="19" y="47"/>
                  </a:cubicBezTo>
                  <a:cubicBezTo>
                    <a:pt x="37" y="47"/>
                    <a:pt x="37" y="47"/>
                    <a:pt x="37" y="47"/>
                  </a:cubicBezTo>
                  <a:cubicBezTo>
                    <a:pt x="38" y="47"/>
                    <a:pt x="38" y="47"/>
                    <a:pt x="39" y="46"/>
                  </a:cubicBezTo>
                  <a:cubicBezTo>
                    <a:pt x="39" y="45"/>
                    <a:pt x="39" y="44"/>
                    <a:pt x="39" y="43"/>
                  </a:cubicBezTo>
                  <a:cubicBezTo>
                    <a:pt x="29" y="22"/>
                    <a:pt x="29" y="22"/>
                    <a:pt x="29" y="22"/>
                  </a:cubicBezTo>
                  <a:cubicBezTo>
                    <a:pt x="49" y="33"/>
                    <a:pt x="49" y="33"/>
                    <a:pt x="49" y="33"/>
                  </a:cubicBezTo>
                  <a:cubicBezTo>
                    <a:pt x="50" y="33"/>
                    <a:pt x="51" y="33"/>
                    <a:pt x="51" y="33"/>
                  </a:cubicBezTo>
                  <a:cubicBezTo>
                    <a:pt x="52" y="33"/>
                    <a:pt x="53" y="32"/>
                    <a:pt x="53" y="31"/>
                  </a:cubicBezTo>
                  <a:cubicBezTo>
                    <a:pt x="56" y="11"/>
                    <a:pt x="56" y="11"/>
                    <a:pt x="56" y="11"/>
                  </a:cubicBezTo>
                  <a:cubicBezTo>
                    <a:pt x="68" y="30"/>
                    <a:pt x="68" y="30"/>
                    <a:pt x="68" y="30"/>
                  </a:cubicBezTo>
                  <a:cubicBezTo>
                    <a:pt x="68" y="31"/>
                    <a:pt x="69" y="31"/>
                    <a:pt x="70" y="31"/>
                  </a:cubicBezTo>
                  <a:cubicBezTo>
                    <a:pt x="71" y="31"/>
                    <a:pt x="72" y="31"/>
                    <a:pt x="72" y="30"/>
                  </a:cubicBezTo>
                  <a:cubicBezTo>
                    <a:pt x="83" y="14"/>
                    <a:pt x="83" y="14"/>
                    <a:pt x="83" y="14"/>
                  </a:cubicBezTo>
                  <a:cubicBezTo>
                    <a:pt x="85" y="39"/>
                    <a:pt x="85" y="39"/>
                    <a:pt x="85" y="39"/>
                  </a:cubicBezTo>
                  <a:cubicBezTo>
                    <a:pt x="85" y="40"/>
                    <a:pt x="85" y="41"/>
                    <a:pt x="86" y="41"/>
                  </a:cubicBezTo>
                  <a:cubicBezTo>
                    <a:pt x="86" y="41"/>
                    <a:pt x="87" y="42"/>
                    <a:pt x="88" y="41"/>
                  </a:cubicBezTo>
                  <a:cubicBezTo>
                    <a:pt x="102" y="37"/>
                    <a:pt x="102" y="37"/>
                    <a:pt x="102" y="37"/>
                  </a:cubicBezTo>
                  <a:cubicBezTo>
                    <a:pt x="95" y="49"/>
                    <a:pt x="95" y="49"/>
                    <a:pt x="95" y="49"/>
                  </a:cubicBezTo>
                  <a:cubicBezTo>
                    <a:pt x="94" y="51"/>
                    <a:pt x="95" y="52"/>
                    <a:pt x="96" y="53"/>
                  </a:cubicBezTo>
                  <a:cubicBezTo>
                    <a:pt x="97" y="54"/>
                    <a:pt x="99" y="53"/>
                    <a:pt x="100" y="52"/>
                  </a:cubicBezTo>
                  <a:cubicBezTo>
                    <a:pt x="109" y="34"/>
                    <a:pt x="109" y="34"/>
                    <a:pt x="109" y="34"/>
                  </a:cubicBezTo>
                  <a:cubicBezTo>
                    <a:pt x="110" y="33"/>
                    <a:pt x="110" y="32"/>
                    <a:pt x="109" y="31"/>
                  </a:cubicBezTo>
                  <a:cubicBezTo>
                    <a:pt x="108" y="30"/>
                    <a:pt x="107" y="30"/>
                    <a:pt x="106" y="30"/>
                  </a:cubicBezTo>
                  <a:cubicBezTo>
                    <a:pt x="90" y="35"/>
                    <a:pt x="90" y="35"/>
                    <a:pt x="90" y="35"/>
                  </a:cubicBezTo>
                  <a:cubicBezTo>
                    <a:pt x="88" y="6"/>
                    <a:pt x="88" y="6"/>
                    <a:pt x="88" y="6"/>
                  </a:cubicBezTo>
                  <a:cubicBezTo>
                    <a:pt x="88" y="5"/>
                    <a:pt x="87" y="4"/>
                    <a:pt x="86" y="3"/>
                  </a:cubicBezTo>
                  <a:cubicBezTo>
                    <a:pt x="85" y="3"/>
                    <a:pt x="84" y="4"/>
                    <a:pt x="83" y="4"/>
                  </a:cubicBezTo>
                  <a:cubicBezTo>
                    <a:pt x="70" y="23"/>
                    <a:pt x="70" y="23"/>
                    <a:pt x="70" y="23"/>
                  </a:cubicBezTo>
                  <a:cubicBezTo>
                    <a:pt x="57" y="2"/>
                    <a:pt x="57" y="2"/>
                    <a:pt x="57" y="2"/>
                  </a:cubicBezTo>
                  <a:cubicBezTo>
                    <a:pt x="56" y="1"/>
                    <a:pt x="55" y="0"/>
                    <a:pt x="54" y="0"/>
                  </a:cubicBezTo>
                  <a:cubicBezTo>
                    <a:pt x="53" y="1"/>
                    <a:pt x="52" y="1"/>
                    <a:pt x="52" y="3"/>
                  </a:cubicBezTo>
                  <a:cubicBezTo>
                    <a:pt x="48" y="26"/>
                    <a:pt x="48" y="26"/>
                    <a:pt x="48" y="26"/>
                  </a:cubicBezTo>
                  <a:cubicBezTo>
                    <a:pt x="25" y="13"/>
                    <a:pt x="25" y="13"/>
                    <a:pt x="25" y="13"/>
                  </a:cubicBezTo>
                  <a:cubicBezTo>
                    <a:pt x="24" y="13"/>
                    <a:pt x="22" y="13"/>
                    <a:pt x="21" y="14"/>
                  </a:cubicBezTo>
                  <a:cubicBezTo>
                    <a:pt x="21" y="15"/>
                    <a:pt x="20" y="16"/>
                    <a:pt x="21" y="17"/>
                  </a:cubicBezTo>
                  <a:cubicBezTo>
                    <a:pt x="32" y="42"/>
                    <a:pt x="32" y="42"/>
                    <a:pt x="32" y="42"/>
                  </a:cubicBezTo>
                  <a:cubicBezTo>
                    <a:pt x="12" y="42"/>
                    <a:pt x="12" y="42"/>
                    <a:pt x="12" y="42"/>
                  </a:cubicBezTo>
                  <a:cubicBezTo>
                    <a:pt x="11" y="42"/>
                    <a:pt x="10" y="43"/>
                    <a:pt x="9" y="44"/>
                  </a:cubicBezTo>
                  <a:cubicBezTo>
                    <a:pt x="9" y="45"/>
                    <a:pt x="9" y="46"/>
                    <a:pt x="10" y="47"/>
                  </a:cubicBezTo>
                  <a:cubicBezTo>
                    <a:pt x="23" y="58"/>
                    <a:pt x="23" y="58"/>
                    <a:pt x="23" y="58"/>
                  </a:cubicBezTo>
                  <a:cubicBezTo>
                    <a:pt x="2" y="67"/>
                    <a:pt x="2" y="67"/>
                    <a:pt x="2" y="67"/>
                  </a:cubicBezTo>
                  <a:cubicBezTo>
                    <a:pt x="1" y="67"/>
                    <a:pt x="0" y="68"/>
                    <a:pt x="0" y="70"/>
                  </a:cubicBezTo>
                  <a:cubicBezTo>
                    <a:pt x="0" y="71"/>
                    <a:pt x="1" y="72"/>
                    <a:pt x="2" y="72"/>
                  </a:cubicBezTo>
                  <a:cubicBezTo>
                    <a:pt x="21" y="77"/>
                    <a:pt x="21" y="77"/>
                    <a:pt x="21" y="77"/>
                  </a:cubicBezTo>
                  <a:cubicBezTo>
                    <a:pt x="27" y="78"/>
                    <a:pt x="27" y="78"/>
                    <a:pt x="27" y="78"/>
                  </a:cubicBezTo>
                  <a:cubicBezTo>
                    <a:pt x="27" y="78"/>
                    <a:pt x="27" y="78"/>
                    <a:pt x="27"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134"/>
            <p:cNvSpPr>
              <a:spLocks/>
            </p:cNvSpPr>
            <p:nvPr/>
          </p:nvSpPr>
          <p:spPr bwMode="auto">
            <a:xfrm>
              <a:off x="1676400" y="5815013"/>
              <a:ext cx="60325" cy="44450"/>
            </a:xfrm>
            <a:custGeom>
              <a:avLst/>
              <a:gdLst>
                <a:gd name="T0" fmla="*/ 44 w 45"/>
                <a:gd name="T1" fmla="*/ 17 h 33"/>
                <a:gd name="T2" fmla="*/ 0 w 45"/>
                <a:gd name="T3" fmla="*/ 20 h 33"/>
                <a:gd name="T4" fmla="*/ 44 w 45"/>
                <a:gd name="T5" fmla="*/ 17 h 33"/>
              </a:gdLst>
              <a:ahLst/>
              <a:cxnLst>
                <a:cxn ang="0">
                  <a:pos x="T0" y="T1"/>
                </a:cxn>
                <a:cxn ang="0">
                  <a:pos x="T2" y="T3"/>
                </a:cxn>
                <a:cxn ang="0">
                  <a:pos x="T4" y="T5"/>
                </a:cxn>
              </a:cxnLst>
              <a:rect l="0" t="0" r="r" b="b"/>
              <a:pathLst>
                <a:path w="45" h="33">
                  <a:moveTo>
                    <a:pt x="44" y="17"/>
                  </a:moveTo>
                  <a:cubicBezTo>
                    <a:pt x="43" y="0"/>
                    <a:pt x="10" y="4"/>
                    <a:pt x="0" y="20"/>
                  </a:cubicBezTo>
                  <a:cubicBezTo>
                    <a:pt x="28" y="20"/>
                    <a:pt x="45" y="33"/>
                    <a:pt x="44"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135"/>
            <p:cNvSpPr>
              <a:spLocks/>
            </p:cNvSpPr>
            <p:nvPr/>
          </p:nvSpPr>
          <p:spPr bwMode="auto">
            <a:xfrm>
              <a:off x="1644650" y="5784850"/>
              <a:ext cx="47625" cy="46037"/>
            </a:xfrm>
            <a:custGeom>
              <a:avLst/>
              <a:gdLst>
                <a:gd name="T0" fmla="*/ 26 w 36"/>
                <a:gd name="T1" fmla="*/ 9 h 36"/>
                <a:gd name="T2" fmla="*/ 4 w 36"/>
                <a:gd name="T3" fmla="*/ 36 h 36"/>
                <a:gd name="T4" fmla="*/ 26 w 36"/>
                <a:gd name="T5" fmla="*/ 9 h 36"/>
              </a:gdLst>
              <a:ahLst/>
              <a:cxnLst>
                <a:cxn ang="0">
                  <a:pos x="T0" y="T1"/>
                </a:cxn>
                <a:cxn ang="0">
                  <a:pos x="T2" y="T3"/>
                </a:cxn>
                <a:cxn ang="0">
                  <a:pos x="T4" y="T5"/>
                </a:cxn>
              </a:cxnLst>
              <a:rect l="0" t="0" r="r" b="b"/>
              <a:pathLst>
                <a:path w="36" h="36">
                  <a:moveTo>
                    <a:pt x="26" y="9"/>
                  </a:moveTo>
                  <a:cubicBezTo>
                    <a:pt x="16" y="0"/>
                    <a:pt x="0" y="21"/>
                    <a:pt x="4" y="36"/>
                  </a:cubicBezTo>
                  <a:cubicBezTo>
                    <a:pt x="19" y="20"/>
                    <a:pt x="36" y="18"/>
                    <a:pt x="26"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136"/>
            <p:cNvSpPr>
              <a:spLocks/>
            </p:cNvSpPr>
            <p:nvPr/>
          </p:nvSpPr>
          <p:spPr bwMode="auto">
            <a:xfrm>
              <a:off x="1670050" y="5867400"/>
              <a:ext cx="39688" cy="30162"/>
            </a:xfrm>
            <a:custGeom>
              <a:avLst/>
              <a:gdLst>
                <a:gd name="T0" fmla="*/ 7 w 31"/>
                <a:gd name="T1" fmla="*/ 11 h 23"/>
                <a:gd name="T2" fmla="*/ 30 w 31"/>
                <a:gd name="T3" fmla="*/ 13 h 23"/>
                <a:gd name="T4" fmla="*/ 4 w 31"/>
                <a:gd name="T5" fmla="*/ 6 h 23"/>
                <a:gd name="T6" fmla="*/ 0 w 31"/>
                <a:gd name="T7" fmla="*/ 10 h 23"/>
                <a:gd name="T8" fmla="*/ 7 w 31"/>
                <a:gd name="T9" fmla="*/ 11 h 23"/>
              </a:gdLst>
              <a:ahLst/>
              <a:cxnLst>
                <a:cxn ang="0">
                  <a:pos x="T0" y="T1"/>
                </a:cxn>
                <a:cxn ang="0">
                  <a:pos x="T2" y="T3"/>
                </a:cxn>
                <a:cxn ang="0">
                  <a:pos x="T4" y="T5"/>
                </a:cxn>
                <a:cxn ang="0">
                  <a:pos x="T6" y="T7"/>
                </a:cxn>
                <a:cxn ang="0">
                  <a:pos x="T8" y="T9"/>
                </a:cxn>
              </a:cxnLst>
              <a:rect l="0" t="0" r="r" b="b"/>
              <a:pathLst>
                <a:path w="31" h="23">
                  <a:moveTo>
                    <a:pt x="7" y="11"/>
                  </a:moveTo>
                  <a:cubicBezTo>
                    <a:pt x="21" y="15"/>
                    <a:pt x="29" y="23"/>
                    <a:pt x="30" y="13"/>
                  </a:cubicBezTo>
                  <a:cubicBezTo>
                    <a:pt x="31" y="3"/>
                    <a:pt x="15" y="0"/>
                    <a:pt x="4" y="6"/>
                  </a:cubicBezTo>
                  <a:cubicBezTo>
                    <a:pt x="2" y="7"/>
                    <a:pt x="1" y="8"/>
                    <a:pt x="0" y="10"/>
                  </a:cubicBezTo>
                  <a:cubicBezTo>
                    <a:pt x="2" y="10"/>
                    <a:pt x="4" y="11"/>
                    <a:pt x="7"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32" name="组合 131"/>
          <p:cNvGrpSpPr/>
          <p:nvPr/>
        </p:nvGrpSpPr>
        <p:grpSpPr>
          <a:xfrm>
            <a:off x="2254250" y="5219700"/>
            <a:ext cx="1698625" cy="1273175"/>
            <a:chOff x="2254250" y="5219700"/>
            <a:chExt cx="1698625" cy="1273175"/>
          </a:xfrm>
          <a:solidFill>
            <a:schemeClr val="tx1">
              <a:lumMod val="65000"/>
              <a:lumOff val="35000"/>
            </a:schemeClr>
          </a:solidFill>
        </p:grpSpPr>
        <p:sp>
          <p:nvSpPr>
            <p:cNvPr id="133" name="Freeform 137"/>
            <p:cNvSpPr>
              <a:spLocks/>
            </p:cNvSpPr>
            <p:nvPr/>
          </p:nvSpPr>
          <p:spPr bwMode="auto">
            <a:xfrm>
              <a:off x="2254250" y="5391150"/>
              <a:ext cx="666750" cy="1101725"/>
            </a:xfrm>
            <a:custGeom>
              <a:avLst/>
              <a:gdLst>
                <a:gd name="T0" fmla="*/ 399 w 510"/>
                <a:gd name="T1" fmla="*/ 68 h 842"/>
                <a:gd name="T2" fmla="*/ 399 w 510"/>
                <a:gd name="T3" fmla="*/ 69 h 842"/>
                <a:gd name="T4" fmla="*/ 399 w 510"/>
                <a:gd name="T5" fmla="*/ 73 h 842"/>
                <a:gd name="T6" fmla="*/ 399 w 510"/>
                <a:gd name="T7" fmla="*/ 74 h 842"/>
                <a:gd name="T8" fmla="*/ 398 w 510"/>
                <a:gd name="T9" fmla="*/ 77 h 842"/>
                <a:gd name="T10" fmla="*/ 398 w 510"/>
                <a:gd name="T11" fmla="*/ 79 h 842"/>
                <a:gd name="T12" fmla="*/ 373 w 510"/>
                <a:gd name="T13" fmla="*/ 126 h 842"/>
                <a:gd name="T14" fmla="*/ 372 w 510"/>
                <a:gd name="T15" fmla="*/ 129 h 842"/>
                <a:gd name="T16" fmla="*/ 372 w 510"/>
                <a:gd name="T17" fmla="*/ 135 h 842"/>
                <a:gd name="T18" fmla="*/ 390 w 510"/>
                <a:gd name="T19" fmla="*/ 142 h 842"/>
                <a:gd name="T20" fmla="*/ 395 w 510"/>
                <a:gd name="T21" fmla="*/ 136 h 842"/>
                <a:gd name="T22" fmla="*/ 404 w 510"/>
                <a:gd name="T23" fmla="*/ 105 h 842"/>
                <a:gd name="T24" fmla="*/ 414 w 510"/>
                <a:gd name="T25" fmla="*/ 136 h 842"/>
                <a:gd name="T26" fmla="*/ 424 w 510"/>
                <a:gd name="T27" fmla="*/ 167 h 842"/>
                <a:gd name="T28" fmla="*/ 348 w 510"/>
                <a:gd name="T29" fmla="*/ 135 h 842"/>
                <a:gd name="T30" fmla="*/ 339 w 510"/>
                <a:gd name="T31" fmla="*/ 133 h 842"/>
                <a:gd name="T32" fmla="*/ 192 w 510"/>
                <a:gd name="T33" fmla="*/ 101 h 842"/>
                <a:gd name="T34" fmla="*/ 182 w 510"/>
                <a:gd name="T35" fmla="*/ 100 h 842"/>
                <a:gd name="T36" fmla="*/ 124 w 510"/>
                <a:gd name="T37" fmla="*/ 109 h 842"/>
                <a:gd name="T38" fmla="*/ 94 w 510"/>
                <a:gd name="T39" fmla="*/ 115 h 842"/>
                <a:gd name="T40" fmla="*/ 121 w 510"/>
                <a:gd name="T41" fmla="*/ 86 h 842"/>
                <a:gd name="T42" fmla="*/ 121 w 510"/>
                <a:gd name="T43" fmla="*/ 41 h 842"/>
                <a:gd name="T44" fmla="*/ 76 w 510"/>
                <a:gd name="T45" fmla="*/ 41 h 842"/>
                <a:gd name="T46" fmla="*/ 18 w 510"/>
                <a:gd name="T47" fmla="*/ 158 h 842"/>
                <a:gd name="T48" fmla="*/ 68 w 510"/>
                <a:gd name="T49" fmla="*/ 182 h 842"/>
                <a:gd name="T50" fmla="*/ 138 w 510"/>
                <a:gd name="T51" fmla="*/ 171 h 842"/>
                <a:gd name="T52" fmla="*/ 145 w 510"/>
                <a:gd name="T53" fmla="*/ 170 h 842"/>
                <a:gd name="T54" fmla="*/ 113 w 510"/>
                <a:gd name="T55" fmla="*/ 318 h 842"/>
                <a:gd name="T56" fmla="*/ 113 w 510"/>
                <a:gd name="T57" fmla="*/ 318 h 842"/>
                <a:gd name="T58" fmla="*/ 104 w 510"/>
                <a:gd name="T59" fmla="*/ 362 h 842"/>
                <a:gd name="T60" fmla="*/ 97 w 510"/>
                <a:gd name="T61" fmla="*/ 392 h 842"/>
                <a:gd name="T62" fmla="*/ 15 w 510"/>
                <a:gd name="T63" fmla="*/ 775 h 842"/>
                <a:gd name="T64" fmla="*/ 53 w 510"/>
                <a:gd name="T65" fmla="*/ 834 h 842"/>
                <a:gd name="T66" fmla="*/ 112 w 510"/>
                <a:gd name="T67" fmla="*/ 796 h 842"/>
                <a:gd name="T68" fmla="*/ 188 w 510"/>
                <a:gd name="T69" fmla="*/ 443 h 842"/>
                <a:gd name="T70" fmla="*/ 229 w 510"/>
                <a:gd name="T71" fmla="*/ 452 h 842"/>
                <a:gd name="T72" fmla="*/ 255 w 510"/>
                <a:gd name="T73" fmla="*/ 795 h 842"/>
                <a:gd name="T74" fmla="*/ 308 w 510"/>
                <a:gd name="T75" fmla="*/ 840 h 842"/>
                <a:gd name="T76" fmla="*/ 354 w 510"/>
                <a:gd name="T77" fmla="*/ 787 h 842"/>
                <a:gd name="T78" fmla="*/ 322 w 510"/>
                <a:gd name="T79" fmla="*/ 375 h 842"/>
                <a:gd name="T80" fmla="*/ 358 w 510"/>
                <a:gd name="T81" fmla="*/ 208 h 842"/>
                <a:gd name="T82" fmla="*/ 464 w 510"/>
                <a:gd name="T83" fmla="*/ 253 h 842"/>
                <a:gd name="T84" fmla="*/ 476 w 510"/>
                <a:gd name="T85" fmla="*/ 255 h 842"/>
                <a:gd name="T86" fmla="*/ 498 w 510"/>
                <a:gd name="T87" fmla="*/ 247 h 842"/>
                <a:gd name="T88" fmla="*/ 507 w 510"/>
                <a:gd name="T89" fmla="*/ 213 h 842"/>
                <a:gd name="T90" fmla="*/ 478 w 510"/>
                <a:gd name="T91" fmla="*/ 126 h 842"/>
                <a:gd name="T92" fmla="*/ 462 w 510"/>
                <a:gd name="T93" fmla="*/ 75 h 842"/>
                <a:gd name="T94" fmla="*/ 422 w 510"/>
                <a:gd name="T95" fmla="*/ 55 h 842"/>
                <a:gd name="T96" fmla="*/ 419 w 510"/>
                <a:gd name="T97" fmla="*/ 56 h 842"/>
                <a:gd name="T98" fmla="*/ 431 w 510"/>
                <a:gd name="T99" fmla="*/ 17 h 842"/>
                <a:gd name="T100" fmla="*/ 423 w 510"/>
                <a:gd name="T101" fmla="*/ 2 h 842"/>
                <a:gd name="T102" fmla="*/ 408 w 510"/>
                <a:gd name="T103" fmla="*/ 10 h 842"/>
                <a:gd name="T104" fmla="*/ 399 w 510"/>
                <a:gd name="T105" fmla="*/ 41 h 842"/>
                <a:gd name="T106" fmla="*/ 399 w 510"/>
                <a:gd name="T107" fmla="*/ 68 h 8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10" h="842">
                  <a:moveTo>
                    <a:pt x="399" y="68"/>
                  </a:moveTo>
                  <a:cubicBezTo>
                    <a:pt x="399" y="68"/>
                    <a:pt x="399" y="69"/>
                    <a:pt x="399" y="69"/>
                  </a:cubicBezTo>
                  <a:cubicBezTo>
                    <a:pt x="399" y="70"/>
                    <a:pt x="399" y="71"/>
                    <a:pt x="399" y="73"/>
                  </a:cubicBezTo>
                  <a:cubicBezTo>
                    <a:pt x="399" y="73"/>
                    <a:pt x="399" y="73"/>
                    <a:pt x="399" y="74"/>
                  </a:cubicBezTo>
                  <a:cubicBezTo>
                    <a:pt x="399" y="75"/>
                    <a:pt x="398" y="76"/>
                    <a:pt x="398" y="77"/>
                  </a:cubicBezTo>
                  <a:cubicBezTo>
                    <a:pt x="398" y="78"/>
                    <a:pt x="398" y="78"/>
                    <a:pt x="398" y="79"/>
                  </a:cubicBezTo>
                  <a:cubicBezTo>
                    <a:pt x="394" y="97"/>
                    <a:pt x="385" y="113"/>
                    <a:pt x="373" y="126"/>
                  </a:cubicBezTo>
                  <a:cubicBezTo>
                    <a:pt x="372" y="129"/>
                    <a:pt x="372" y="129"/>
                    <a:pt x="372" y="129"/>
                  </a:cubicBezTo>
                  <a:cubicBezTo>
                    <a:pt x="371" y="131"/>
                    <a:pt x="371" y="133"/>
                    <a:pt x="372" y="135"/>
                  </a:cubicBezTo>
                  <a:cubicBezTo>
                    <a:pt x="390" y="142"/>
                    <a:pt x="390" y="142"/>
                    <a:pt x="390" y="142"/>
                  </a:cubicBezTo>
                  <a:cubicBezTo>
                    <a:pt x="392" y="141"/>
                    <a:pt x="394" y="139"/>
                    <a:pt x="395" y="136"/>
                  </a:cubicBezTo>
                  <a:cubicBezTo>
                    <a:pt x="404" y="105"/>
                    <a:pt x="404" y="105"/>
                    <a:pt x="404" y="105"/>
                  </a:cubicBezTo>
                  <a:cubicBezTo>
                    <a:pt x="414" y="136"/>
                    <a:pt x="414" y="136"/>
                    <a:pt x="414" y="136"/>
                  </a:cubicBezTo>
                  <a:cubicBezTo>
                    <a:pt x="424" y="167"/>
                    <a:pt x="424" y="167"/>
                    <a:pt x="424" y="167"/>
                  </a:cubicBezTo>
                  <a:cubicBezTo>
                    <a:pt x="348" y="135"/>
                    <a:pt x="348" y="135"/>
                    <a:pt x="348" y="135"/>
                  </a:cubicBezTo>
                  <a:cubicBezTo>
                    <a:pt x="345" y="134"/>
                    <a:pt x="342" y="133"/>
                    <a:pt x="339" y="133"/>
                  </a:cubicBezTo>
                  <a:cubicBezTo>
                    <a:pt x="192" y="101"/>
                    <a:pt x="192" y="101"/>
                    <a:pt x="192" y="101"/>
                  </a:cubicBezTo>
                  <a:cubicBezTo>
                    <a:pt x="188" y="100"/>
                    <a:pt x="185" y="100"/>
                    <a:pt x="182" y="100"/>
                  </a:cubicBezTo>
                  <a:cubicBezTo>
                    <a:pt x="168" y="99"/>
                    <a:pt x="151" y="103"/>
                    <a:pt x="124" y="109"/>
                  </a:cubicBezTo>
                  <a:cubicBezTo>
                    <a:pt x="116" y="111"/>
                    <a:pt x="104" y="113"/>
                    <a:pt x="94" y="115"/>
                  </a:cubicBezTo>
                  <a:cubicBezTo>
                    <a:pt x="100" y="107"/>
                    <a:pt x="109" y="98"/>
                    <a:pt x="121" y="86"/>
                  </a:cubicBezTo>
                  <a:cubicBezTo>
                    <a:pt x="133" y="73"/>
                    <a:pt x="133" y="53"/>
                    <a:pt x="121" y="41"/>
                  </a:cubicBezTo>
                  <a:cubicBezTo>
                    <a:pt x="108" y="28"/>
                    <a:pt x="88" y="28"/>
                    <a:pt x="76" y="41"/>
                  </a:cubicBezTo>
                  <a:cubicBezTo>
                    <a:pt x="27" y="89"/>
                    <a:pt x="0" y="126"/>
                    <a:pt x="18" y="158"/>
                  </a:cubicBezTo>
                  <a:cubicBezTo>
                    <a:pt x="28" y="176"/>
                    <a:pt x="46" y="182"/>
                    <a:pt x="68" y="182"/>
                  </a:cubicBezTo>
                  <a:cubicBezTo>
                    <a:pt x="88" y="182"/>
                    <a:pt x="113" y="177"/>
                    <a:pt x="138" y="171"/>
                  </a:cubicBezTo>
                  <a:cubicBezTo>
                    <a:pt x="140" y="171"/>
                    <a:pt x="143" y="170"/>
                    <a:pt x="145" y="170"/>
                  </a:cubicBezTo>
                  <a:cubicBezTo>
                    <a:pt x="113" y="318"/>
                    <a:pt x="113" y="318"/>
                    <a:pt x="113" y="318"/>
                  </a:cubicBezTo>
                  <a:cubicBezTo>
                    <a:pt x="113" y="318"/>
                    <a:pt x="113" y="318"/>
                    <a:pt x="113" y="318"/>
                  </a:cubicBezTo>
                  <a:cubicBezTo>
                    <a:pt x="104" y="362"/>
                    <a:pt x="104" y="362"/>
                    <a:pt x="104" y="362"/>
                  </a:cubicBezTo>
                  <a:cubicBezTo>
                    <a:pt x="97" y="392"/>
                    <a:pt x="97" y="392"/>
                    <a:pt x="97" y="392"/>
                  </a:cubicBezTo>
                  <a:cubicBezTo>
                    <a:pt x="15" y="775"/>
                    <a:pt x="15" y="775"/>
                    <a:pt x="15" y="775"/>
                  </a:cubicBezTo>
                  <a:cubicBezTo>
                    <a:pt x="9" y="802"/>
                    <a:pt x="26" y="828"/>
                    <a:pt x="53" y="834"/>
                  </a:cubicBezTo>
                  <a:cubicBezTo>
                    <a:pt x="80" y="840"/>
                    <a:pt x="106" y="823"/>
                    <a:pt x="112" y="796"/>
                  </a:cubicBezTo>
                  <a:cubicBezTo>
                    <a:pt x="188" y="443"/>
                    <a:pt x="188" y="443"/>
                    <a:pt x="188" y="443"/>
                  </a:cubicBezTo>
                  <a:cubicBezTo>
                    <a:pt x="229" y="452"/>
                    <a:pt x="229" y="452"/>
                    <a:pt x="229" y="452"/>
                  </a:cubicBezTo>
                  <a:cubicBezTo>
                    <a:pt x="255" y="795"/>
                    <a:pt x="255" y="795"/>
                    <a:pt x="255" y="795"/>
                  </a:cubicBezTo>
                  <a:cubicBezTo>
                    <a:pt x="257" y="822"/>
                    <a:pt x="281" y="842"/>
                    <a:pt x="308" y="840"/>
                  </a:cubicBezTo>
                  <a:cubicBezTo>
                    <a:pt x="336" y="838"/>
                    <a:pt x="356" y="814"/>
                    <a:pt x="354" y="787"/>
                  </a:cubicBezTo>
                  <a:cubicBezTo>
                    <a:pt x="322" y="375"/>
                    <a:pt x="322" y="375"/>
                    <a:pt x="322" y="375"/>
                  </a:cubicBezTo>
                  <a:cubicBezTo>
                    <a:pt x="358" y="208"/>
                    <a:pt x="358" y="208"/>
                    <a:pt x="358" y="208"/>
                  </a:cubicBezTo>
                  <a:cubicBezTo>
                    <a:pt x="464" y="253"/>
                    <a:pt x="464" y="253"/>
                    <a:pt x="464" y="253"/>
                  </a:cubicBezTo>
                  <a:cubicBezTo>
                    <a:pt x="468" y="254"/>
                    <a:pt x="472" y="255"/>
                    <a:pt x="476" y="255"/>
                  </a:cubicBezTo>
                  <a:cubicBezTo>
                    <a:pt x="484" y="255"/>
                    <a:pt x="492" y="252"/>
                    <a:pt x="498" y="247"/>
                  </a:cubicBezTo>
                  <a:cubicBezTo>
                    <a:pt x="507" y="238"/>
                    <a:pt x="510" y="225"/>
                    <a:pt x="507" y="213"/>
                  </a:cubicBezTo>
                  <a:cubicBezTo>
                    <a:pt x="478" y="126"/>
                    <a:pt x="478" y="126"/>
                    <a:pt x="478" y="126"/>
                  </a:cubicBezTo>
                  <a:cubicBezTo>
                    <a:pt x="462" y="75"/>
                    <a:pt x="462" y="75"/>
                    <a:pt x="462" y="75"/>
                  </a:cubicBezTo>
                  <a:cubicBezTo>
                    <a:pt x="456" y="58"/>
                    <a:pt x="438" y="49"/>
                    <a:pt x="422" y="55"/>
                  </a:cubicBezTo>
                  <a:cubicBezTo>
                    <a:pt x="421" y="55"/>
                    <a:pt x="420" y="55"/>
                    <a:pt x="419" y="56"/>
                  </a:cubicBezTo>
                  <a:cubicBezTo>
                    <a:pt x="431" y="17"/>
                    <a:pt x="431" y="17"/>
                    <a:pt x="431" y="17"/>
                  </a:cubicBezTo>
                  <a:cubicBezTo>
                    <a:pt x="433" y="11"/>
                    <a:pt x="429" y="4"/>
                    <a:pt x="423" y="2"/>
                  </a:cubicBezTo>
                  <a:cubicBezTo>
                    <a:pt x="417" y="0"/>
                    <a:pt x="410" y="4"/>
                    <a:pt x="408" y="10"/>
                  </a:cubicBezTo>
                  <a:cubicBezTo>
                    <a:pt x="399" y="41"/>
                    <a:pt x="399" y="41"/>
                    <a:pt x="399" y="41"/>
                  </a:cubicBezTo>
                  <a:cubicBezTo>
                    <a:pt x="400" y="50"/>
                    <a:pt x="400" y="59"/>
                    <a:pt x="399"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138"/>
            <p:cNvSpPr>
              <a:spLocks/>
            </p:cNvSpPr>
            <p:nvPr/>
          </p:nvSpPr>
          <p:spPr bwMode="auto">
            <a:xfrm>
              <a:off x="2525713" y="5338763"/>
              <a:ext cx="250825" cy="220662"/>
            </a:xfrm>
            <a:custGeom>
              <a:avLst/>
              <a:gdLst>
                <a:gd name="T0" fmla="*/ 181 w 191"/>
                <a:gd name="T1" fmla="*/ 118 h 169"/>
                <a:gd name="T2" fmla="*/ 112 w 191"/>
                <a:gd name="T3" fmla="*/ 11 h 169"/>
                <a:gd name="T4" fmla="*/ 5 w 191"/>
                <a:gd name="T5" fmla="*/ 80 h 169"/>
                <a:gd name="T6" fmla="*/ 12 w 191"/>
                <a:gd name="T7" fmla="*/ 139 h 169"/>
                <a:gd name="T8" fmla="*/ 132 w 191"/>
                <a:gd name="T9" fmla="*/ 164 h 169"/>
                <a:gd name="T10" fmla="*/ 144 w 191"/>
                <a:gd name="T11" fmla="*/ 167 h 169"/>
                <a:gd name="T12" fmla="*/ 149 w 191"/>
                <a:gd name="T13" fmla="*/ 169 h 169"/>
                <a:gd name="T14" fmla="*/ 181 w 191"/>
                <a:gd name="T15" fmla="*/ 118 h 1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1" h="169">
                  <a:moveTo>
                    <a:pt x="181" y="118"/>
                  </a:moveTo>
                  <a:cubicBezTo>
                    <a:pt x="191" y="69"/>
                    <a:pt x="160" y="21"/>
                    <a:pt x="112" y="11"/>
                  </a:cubicBezTo>
                  <a:cubicBezTo>
                    <a:pt x="63" y="0"/>
                    <a:pt x="15" y="31"/>
                    <a:pt x="5" y="80"/>
                  </a:cubicBezTo>
                  <a:cubicBezTo>
                    <a:pt x="0" y="101"/>
                    <a:pt x="3" y="121"/>
                    <a:pt x="12" y="139"/>
                  </a:cubicBezTo>
                  <a:cubicBezTo>
                    <a:pt x="132" y="164"/>
                    <a:pt x="132" y="164"/>
                    <a:pt x="132" y="164"/>
                  </a:cubicBezTo>
                  <a:cubicBezTo>
                    <a:pt x="136" y="165"/>
                    <a:pt x="140" y="166"/>
                    <a:pt x="144" y="167"/>
                  </a:cubicBezTo>
                  <a:cubicBezTo>
                    <a:pt x="149" y="169"/>
                    <a:pt x="149" y="169"/>
                    <a:pt x="149" y="169"/>
                  </a:cubicBezTo>
                  <a:cubicBezTo>
                    <a:pt x="165" y="157"/>
                    <a:pt x="176" y="139"/>
                    <a:pt x="18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139"/>
            <p:cNvSpPr>
              <a:spLocks/>
            </p:cNvSpPr>
            <p:nvPr/>
          </p:nvSpPr>
          <p:spPr bwMode="auto">
            <a:xfrm>
              <a:off x="2422525" y="5219700"/>
              <a:ext cx="109538" cy="87312"/>
            </a:xfrm>
            <a:custGeom>
              <a:avLst/>
              <a:gdLst>
                <a:gd name="T0" fmla="*/ 13 w 83"/>
                <a:gd name="T1" fmla="*/ 28 h 66"/>
                <a:gd name="T2" fmla="*/ 83 w 83"/>
                <a:gd name="T3" fmla="*/ 66 h 66"/>
                <a:gd name="T4" fmla="*/ 13 w 83"/>
                <a:gd name="T5" fmla="*/ 28 h 66"/>
              </a:gdLst>
              <a:ahLst/>
              <a:cxnLst>
                <a:cxn ang="0">
                  <a:pos x="T0" y="T1"/>
                </a:cxn>
                <a:cxn ang="0">
                  <a:pos x="T2" y="T3"/>
                </a:cxn>
                <a:cxn ang="0">
                  <a:pos x="T4" y="T5"/>
                </a:cxn>
              </a:cxnLst>
              <a:rect l="0" t="0" r="r" b="b"/>
              <a:pathLst>
                <a:path w="83" h="66">
                  <a:moveTo>
                    <a:pt x="13" y="28"/>
                  </a:moveTo>
                  <a:cubicBezTo>
                    <a:pt x="0" y="54"/>
                    <a:pt x="37" y="45"/>
                    <a:pt x="83" y="66"/>
                  </a:cubicBezTo>
                  <a:cubicBezTo>
                    <a:pt x="78" y="30"/>
                    <a:pt x="27" y="0"/>
                    <a:pt x="13"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140"/>
            <p:cNvSpPr>
              <a:spLocks/>
            </p:cNvSpPr>
            <p:nvPr/>
          </p:nvSpPr>
          <p:spPr bwMode="auto">
            <a:xfrm>
              <a:off x="2533650" y="5219700"/>
              <a:ext cx="74613" cy="88900"/>
            </a:xfrm>
            <a:custGeom>
              <a:avLst/>
              <a:gdLst>
                <a:gd name="T0" fmla="*/ 23 w 57"/>
                <a:gd name="T1" fmla="*/ 7 h 68"/>
                <a:gd name="T2" fmla="*/ 39 w 57"/>
                <a:gd name="T3" fmla="*/ 68 h 68"/>
                <a:gd name="T4" fmla="*/ 23 w 57"/>
                <a:gd name="T5" fmla="*/ 7 h 68"/>
              </a:gdLst>
              <a:ahLst/>
              <a:cxnLst>
                <a:cxn ang="0">
                  <a:pos x="T0" y="T1"/>
                </a:cxn>
                <a:cxn ang="0">
                  <a:pos x="T2" y="T3"/>
                </a:cxn>
                <a:cxn ang="0">
                  <a:pos x="T4" y="T5"/>
                </a:cxn>
              </a:cxnLst>
              <a:rect l="0" t="0" r="r" b="b"/>
              <a:pathLst>
                <a:path w="57" h="68">
                  <a:moveTo>
                    <a:pt x="23" y="7"/>
                  </a:moveTo>
                  <a:cubicBezTo>
                    <a:pt x="0" y="14"/>
                    <a:pt x="26" y="30"/>
                    <a:pt x="39" y="68"/>
                  </a:cubicBezTo>
                  <a:cubicBezTo>
                    <a:pt x="57" y="46"/>
                    <a:pt x="46" y="0"/>
                    <a:pt x="2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141"/>
            <p:cNvSpPr>
              <a:spLocks/>
            </p:cNvSpPr>
            <p:nvPr/>
          </p:nvSpPr>
          <p:spPr bwMode="auto">
            <a:xfrm>
              <a:off x="2441575" y="5324475"/>
              <a:ext cx="74613" cy="52387"/>
            </a:xfrm>
            <a:custGeom>
              <a:avLst/>
              <a:gdLst>
                <a:gd name="T0" fmla="*/ 6 w 58"/>
                <a:gd name="T1" fmla="*/ 20 h 40"/>
                <a:gd name="T2" fmla="*/ 58 w 58"/>
                <a:gd name="T3" fmla="*/ 37 h 40"/>
                <a:gd name="T4" fmla="*/ 6 w 58"/>
                <a:gd name="T5" fmla="*/ 20 h 40"/>
              </a:gdLst>
              <a:ahLst/>
              <a:cxnLst>
                <a:cxn ang="0">
                  <a:pos x="T0" y="T1"/>
                </a:cxn>
                <a:cxn ang="0">
                  <a:pos x="T2" y="T3"/>
                </a:cxn>
                <a:cxn ang="0">
                  <a:pos x="T4" y="T5"/>
                </a:cxn>
              </a:cxnLst>
              <a:rect l="0" t="0" r="r" b="b"/>
              <a:pathLst>
                <a:path w="58" h="40">
                  <a:moveTo>
                    <a:pt x="6" y="20"/>
                  </a:moveTo>
                  <a:cubicBezTo>
                    <a:pt x="0" y="40"/>
                    <a:pt x="25" y="28"/>
                    <a:pt x="58" y="37"/>
                  </a:cubicBezTo>
                  <a:cubicBezTo>
                    <a:pt x="51" y="13"/>
                    <a:pt x="12" y="0"/>
                    <a:pt x="6"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142"/>
            <p:cNvSpPr>
              <a:spLocks/>
            </p:cNvSpPr>
            <p:nvPr/>
          </p:nvSpPr>
          <p:spPr bwMode="auto">
            <a:xfrm>
              <a:off x="3584575" y="5922963"/>
              <a:ext cx="100013" cy="26987"/>
            </a:xfrm>
            <a:custGeom>
              <a:avLst/>
              <a:gdLst>
                <a:gd name="T0" fmla="*/ 28 w 63"/>
                <a:gd name="T1" fmla="*/ 0 h 17"/>
                <a:gd name="T2" fmla="*/ 0 w 63"/>
                <a:gd name="T3" fmla="*/ 17 h 17"/>
                <a:gd name="T4" fmla="*/ 63 w 63"/>
                <a:gd name="T5" fmla="*/ 17 h 17"/>
                <a:gd name="T6" fmla="*/ 31 w 63"/>
                <a:gd name="T7" fmla="*/ 0 h 17"/>
                <a:gd name="T8" fmla="*/ 28 w 63"/>
                <a:gd name="T9" fmla="*/ 0 h 17"/>
              </a:gdLst>
              <a:ahLst/>
              <a:cxnLst>
                <a:cxn ang="0">
                  <a:pos x="T0" y="T1"/>
                </a:cxn>
                <a:cxn ang="0">
                  <a:pos x="T2" y="T3"/>
                </a:cxn>
                <a:cxn ang="0">
                  <a:pos x="T4" y="T5"/>
                </a:cxn>
                <a:cxn ang="0">
                  <a:pos x="T6" y="T7"/>
                </a:cxn>
                <a:cxn ang="0">
                  <a:pos x="T8" y="T9"/>
                </a:cxn>
              </a:cxnLst>
              <a:rect l="0" t="0" r="r" b="b"/>
              <a:pathLst>
                <a:path w="63" h="17">
                  <a:moveTo>
                    <a:pt x="28" y="0"/>
                  </a:moveTo>
                  <a:lnTo>
                    <a:pt x="0" y="17"/>
                  </a:lnTo>
                  <a:lnTo>
                    <a:pt x="63" y="17"/>
                  </a:lnTo>
                  <a:lnTo>
                    <a:pt x="31" y="0"/>
                  </a:lnTo>
                  <a:lnTo>
                    <a:pt x="2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143"/>
            <p:cNvSpPr>
              <a:spLocks/>
            </p:cNvSpPr>
            <p:nvPr/>
          </p:nvSpPr>
          <p:spPr bwMode="auto">
            <a:xfrm>
              <a:off x="3784600" y="5922963"/>
              <a:ext cx="168275" cy="26987"/>
            </a:xfrm>
            <a:custGeom>
              <a:avLst/>
              <a:gdLst>
                <a:gd name="T0" fmla="*/ 15 w 129"/>
                <a:gd name="T1" fmla="*/ 8 h 20"/>
                <a:gd name="T2" fmla="*/ 27 w 129"/>
                <a:gd name="T3" fmla="*/ 20 h 20"/>
                <a:gd name="T4" fmla="*/ 129 w 129"/>
                <a:gd name="T5" fmla="*/ 20 h 20"/>
                <a:gd name="T6" fmla="*/ 129 w 129"/>
                <a:gd name="T7" fmla="*/ 0 h 20"/>
                <a:gd name="T8" fmla="*/ 0 w 129"/>
                <a:gd name="T9" fmla="*/ 0 h 20"/>
                <a:gd name="T10" fmla="*/ 15 w 129"/>
                <a:gd name="T11" fmla="*/ 8 h 20"/>
              </a:gdLst>
              <a:ahLst/>
              <a:cxnLst>
                <a:cxn ang="0">
                  <a:pos x="T0" y="T1"/>
                </a:cxn>
                <a:cxn ang="0">
                  <a:pos x="T2" y="T3"/>
                </a:cxn>
                <a:cxn ang="0">
                  <a:pos x="T4" y="T5"/>
                </a:cxn>
                <a:cxn ang="0">
                  <a:pos x="T6" y="T7"/>
                </a:cxn>
                <a:cxn ang="0">
                  <a:pos x="T8" y="T9"/>
                </a:cxn>
                <a:cxn ang="0">
                  <a:pos x="T10" y="T11"/>
                </a:cxn>
              </a:cxnLst>
              <a:rect l="0" t="0" r="r" b="b"/>
              <a:pathLst>
                <a:path w="129" h="20">
                  <a:moveTo>
                    <a:pt x="15" y="8"/>
                  </a:moveTo>
                  <a:cubicBezTo>
                    <a:pt x="20" y="11"/>
                    <a:pt x="24" y="15"/>
                    <a:pt x="27" y="20"/>
                  </a:cubicBezTo>
                  <a:cubicBezTo>
                    <a:pt x="129" y="20"/>
                    <a:pt x="129" y="20"/>
                    <a:pt x="129" y="20"/>
                  </a:cubicBezTo>
                  <a:cubicBezTo>
                    <a:pt x="129" y="0"/>
                    <a:pt x="129" y="0"/>
                    <a:pt x="129" y="0"/>
                  </a:cubicBezTo>
                  <a:cubicBezTo>
                    <a:pt x="0" y="0"/>
                    <a:pt x="0" y="0"/>
                    <a:pt x="0" y="0"/>
                  </a:cubicBezTo>
                  <a:lnTo>
                    <a:pt x="15"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144"/>
            <p:cNvSpPr>
              <a:spLocks/>
            </p:cNvSpPr>
            <p:nvPr/>
          </p:nvSpPr>
          <p:spPr bwMode="auto">
            <a:xfrm>
              <a:off x="3286125" y="5922963"/>
              <a:ext cx="41275" cy="26987"/>
            </a:xfrm>
            <a:custGeom>
              <a:avLst/>
              <a:gdLst>
                <a:gd name="T0" fmla="*/ 19 w 26"/>
                <a:gd name="T1" fmla="*/ 0 h 17"/>
                <a:gd name="T2" fmla="*/ 0 w 26"/>
                <a:gd name="T3" fmla="*/ 17 h 17"/>
                <a:gd name="T4" fmla="*/ 14 w 26"/>
                <a:gd name="T5" fmla="*/ 17 h 17"/>
                <a:gd name="T6" fmla="*/ 26 w 26"/>
                <a:gd name="T7" fmla="*/ 0 h 17"/>
                <a:gd name="T8" fmla="*/ 19 w 26"/>
                <a:gd name="T9" fmla="*/ 0 h 17"/>
              </a:gdLst>
              <a:ahLst/>
              <a:cxnLst>
                <a:cxn ang="0">
                  <a:pos x="T0" y="T1"/>
                </a:cxn>
                <a:cxn ang="0">
                  <a:pos x="T2" y="T3"/>
                </a:cxn>
                <a:cxn ang="0">
                  <a:pos x="T4" y="T5"/>
                </a:cxn>
                <a:cxn ang="0">
                  <a:pos x="T6" y="T7"/>
                </a:cxn>
                <a:cxn ang="0">
                  <a:pos x="T8" y="T9"/>
                </a:cxn>
              </a:cxnLst>
              <a:rect l="0" t="0" r="r" b="b"/>
              <a:pathLst>
                <a:path w="26" h="17">
                  <a:moveTo>
                    <a:pt x="19" y="0"/>
                  </a:moveTo>
                  <a:lnTo>
                    <a:pt x="0" y="17"/>
                  </a:lnTo>
                  <a:lnTo>
                    <a:pt x="14" y="17"/>
                  </a:lnTo>
                  <a:lnTo>
                    <a:pt x="26" y="0"/>
                  </a:lnTo>
                  <a:lnTo>
                    <a:pt x="1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145"/>
            <p:cNvSpPr>
              <a:spLocks/>
            </p:cNvSpPr>
            <p:nvPr/>
          </p:nvSpPr>
          <p:spPr bwMode="auto">
            <a:xfrm>
              <a:off x="3140075" y="5922963"/>
              <a:ext cx="69850" cy="26987"/>
            </a:xfrm>
            <a:custGeom>
              <a:avLst/>
              <a:gdLst>
                <a:gd name="T0" fmla="*/ 48 w 54"/>
                <a:gd name="T1" fmla="*/ 0 h 20"/>
                <a:gd name="T2" fmla="*/ 6 w 54"/>
                <a:gd name="T3" fmla="*/ 0 h 20"/>
                <a:gd name="T4" fmla="*/ 0 w 54"/>
                <a:gd name="T5" fmla="*/ 20 h 20"/>
                <a:gd name="T6" fmla="*/ 54 w 54"/>
                <a:gd name="T7" fmla="*/ 20 h 20"/>
                <a:gd name="T8" fmla="*/ 48 w 54"/>
                <a:gd name="T9" fmla="*/ 0 h 20"/>
              </a:gdLst>
              <a:ahLst/>
              <a:cxnLst>
                <a:cxn ang="0">
                  <a:pos x="T0" y="T1"/>
                </a:cxn>
                <a:cxn ang="0">
                  <a:pos x="T2" y="T3"/>
                </a:cxn>
                <a:cxn ang="0">
                  <a:pos x="T4" y="T5"/>
                </a:cxn>
                <a:cxn ang="0">
                  <a:pos x="T6" y="T7"/>
                </a:cxn>
                <a:cxn ang="0">
                  <a:pos x="T8" y="T9"/>
                </a:cxn>
              </a:cxnLst>
              <a:rect l="0" t="0" r="r" b="b"/>
              <a:pathLst>
                <a:path w="54" h="20">
                  <a:moveTo>
                    <a:pt x="48" y="0"/>
                  </a:moveTo>
                  <a:cubicBezTo>
                    <a:pt x="6" y="0"/>
                    <a:pt x="6" y="0"/>
                    <a:pt x="6" y="0"/>
                  </a:cubicBezTo>
                  <a:cubicBezTo>
                    <a:pt x="0" y="20"/>
                    <a:pt x="0" y="20"/>
                    <a:pt x="0" y="20"/>
                  </a:cubicBezTo>
                  <a:cubicBezTo>
                    <a:pt x="54" y="20"/>
                    <a:pt x="54" y="20"/>
                    <a:pt x="54" y="20"/>
                  </a:cubicBezTo>
                  <a:cubicBezTo>
                    <a:pt x="50" y="14"/>
                    <a:pt x="48" y="7"/>
                    <a:pt x="4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146"/>
            <p:cNvSpPr>
              <a:spLocks/>
            </p:cNvSpPr>
            <p:nvPr/>
          </p:nvSpPr>
          <p:spPr bwMode="auto">
            <a:xfrm>
              <a:off x="2806700" y="5922963"/>
              <a:ext cx="244475" cy="26987"/>
            </a:xfrm>
            <a:custGeom>
              <a:avLst/>
              <a:gdLst>
                <a:gd name="T0" fmla="*/ 0 w 154"/>
                <a:gd name="T1" fmla="*/ 0 h 17"/>
                <a:gd name="T2" fmla="*/ 0 w 154"/>
                <a:gd name="T3" fmla="*/ 17 h 17"/>
                <a:gd name="T4" fmla="*/ 149 w 154"/>
                <a:gd name="T5" fmla="*/ 17 h 17"/>
                <a:gd name="T6" fmla="*/ 154 w 154"/>
                <a:gd name="T7" fmla="*/ 0 h 17"/>
                <a:gd name="T8" fmla="*/ 0 w 154"/>
                <a:gd name="T9" fmla="*/ 0 h 17"/>
              </a:gdLst>
              <a:ahLst/>
              <a:cxnLst>
                <a:cxn ang="0">
                  <a:pos x="T0" y="T1"/>
                </a:cxn>
                <a:cxn ang="0">
                  <a:pos x="T2" y="T3"/>
                </a:cxn>
                <a:cxn ang="0">
                  <a:pos x="T4" y="T5"/>
                </a:cxn>
                <a:cxn ang="0">
                  <a:pos x="T6" y="T7"/>
                </a:cxn>
                <a:cxn ang="0">
                  <a:pos x="T8" y="T9"/>
                </a:cxn>
              </a:cxnLst>
              <a:rect l="0" t="0" r="r" b="b"/>
              <a:pathLst>
                <a:path w="154" h="17">
                  <a:moveTo>
                    <a:pt x="0" y="0"/>
                  </a:moveTo>
                  <a:lnTo>
                    <a:pt x="0" y="17"/>
                  </a:lnTo>
                  <a:lnTo>
                    <a:pt x="149" y="17"/>
                  </a:lnTo>
                  <a:lnTo>
                    <a:pt x="154"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147"/>
            <p:cNvSpPr>
              <a:spLocks/>
            </p:cNvSpPr>
            <p:nvPr/>
          </p:nvSpPr>
          <p:spPr bwMode="auto">
            <a:xfrm>
              <a:off x="3041650" y="5267325"/>
              <a:ext cx="463550" cy="746125"/>
            </a:xfrm>
            <a:custGeom>
              <a:avLst/>
              <a:gdLst>
                <a:gd name="T0" fmla="*/ 106 w 355"/>
                <a:gd name="T1" fmla="*/ 388 h 570"/>
                <a:gd name="T2" fmla="*/ 107 w 355"/>
                <a:gd name="T3" fmla="*/ 391 h 570"/>
                <a:gd name="T4" fmla="*/ 128 w 355"/>
                <a:gd name="T5" fmla="*/ 404 h 570"/>
                <a:gd name="T6" fmla="*/ 139 w 355"/>
                <a:gd name="T7" fmla="*/ 401 h 570"/>
                <a:gd name="T8" fmla="*/ 224 w 355"/>
                <a:gd name="T9" fmla="*/ 358 h 570"/>
                <a:gd name="T10" fmla="*/ 319 w 355"/>
                <a:gd name="T11" fmla="*/ 396 h 570"/>
                <a:gd name="T12" fmla="*/ 350 w 355"/>
                <a:gd name="T13" fmla="*/ 384 h 570"/>
                <a:gd name="T14" fmla="*/ 337 w 355"/>
                <a:gd name="T15" fmla="*/ 353 h 570"/>
                <a:gd name="T16" fmla="*/ 231 w 355"/>
                <a:gd name="T17" fmla="*/ 310 h 570"/>
                <a:gd name="T18" fmla="*/ 212 w 355"/>
                <a:gd name="T19" fmla="*/ 311 h 570"/>
                <a:gd name="T20" fmla="*/ 175 w 355"/>
                <a:gd name="T21" fmla="*/ 330 h 570"/>
                <a:gd name="T22" fmla="*/ 186 w 355"/>
                <a:gd name="T23" fmla="*/ 259 h 570"/>
                <a:gd name="T24" fmla="*/ 314 w 355"/>
                <a:gd name="T25" fmla="*/ 255 h 570"/>
                <a:gd name="T26" fmla="*/ 329 w 355"/>
                <a:gd name="T27" fmla="*/ 239 h 570"/>
                <a:gd name="T28" fmla="*/ 313 w 355"/>
                <a:gd name="T29" fmla="*/ 224 h 570"/>
                <a:gd name="T30" fmla="*/ 174 w 355"/>
                <a:gd name="T31" fmla="*/ 229 h 570"/>
                <a:gd name="T32" fmla="*/ 110 w 355"/>
                <a:gd name="T33" fmla="*/ 219 h 570"/>
                <a:gd name="T34" fmla="*/ 42 w 355"/>
                <a:gd name="T35" fmla="*/ 109 h 570"/>
                <a:gd name="T36" fmla="*/ 210 w 355"/>
                <a:gd name="T37" fmla="*/ 12 h 570"/>
                <a:gd name="T38" fmla="*/ 204 w 355"/>
                <a:gd name="T39" fmla="*/ 0 h 570"/>
                <a:gd name="T40" fmla="*/ 35 w 355"/>
                <a:gd name="T41" fmla="*/ 98 h 570"/>
                <a:gd name="T42" fmla="*/ 14 w 355"/>
                <a:gd name="T43" fmla="*/ 93 h 570"/>
                <a:gd name="T44" fmla="*/ 9 w 355"/>
                <a:gd name="T45" fmla="*/ 113 h 570"/>
                <a:gd name="T46" fmla="*/ 0 w 355"/>
                <a:gd name="T47" fmla="*/ 118 h 570"/>
                <a:gd name="T48" fmla="*/ 7 w 355"/>
                <a:gd name="T49" fmla="*/ 130 h 570"/>
                <a:gd name="T50" fmla="*/ 16 w 355"/>
                <a:gd name="T51" fmla="*/ 124 h 570"/>
                <a:gd name="T52" fmla="*/ 85 w 355"/>
                <a:gd name="T53" fmla="*/ 236 h 570"/>
                <a:gd name="T54" fmla="*/ 66 w 355"/>
                <a:gd name="T55" fmla="*/ 357 h 570"/>
                <a:gd name="T56" fmla="*/ 8 w 355"/>
                <a:gd name="T57" fmla="*/ 536 h 570"/>
                <a:gd name="T58" fmla="*/ 23 w 355"/>
                <a:gd name="T59" fmla="*/ 566 h 570"/>
                <a:gd name="T60" fmla="*/ 53 w 355"/>
                <a:gd name="T61" fmla="*/ 551 h 570"/>
                <a:gd name="T62" fmla="*/ 106 w 355"/>
                <a:gd name="T63" fmla="*/ 388 h 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55" h="570">
                  <a:moveTo>
                    <a:pt x="106" y="388"/>
                  </a:moveTo>
                  <a:cubicBezTo>
                    <a:pt x="106" y="389"/>
                    <a:pt x="107" y="390"/>
                    <a:pt x="107" y="391"/>
                  </a:cubicBezTo>
                  <a:cubicBezTo>
                    <a:pt x="111" y="399"/>
                    <a:pt x="120" y="404"/>
                    <a:pt x="128" y="404"/>
                  </a:cubicBezTo>
                  <a:cubicBezTo>
                    <a:pt x="132" y="404"/>
                    <a:pt x="135" y="403"/>
                    <a:pt x="139" y="401"/>
                  </a:cubicBezTo>
                  <a:cubicBezTo>
                    <a:pt x="224" y="358"/>
                    <a:pt x="224" y="358"/>
                    <a:pt x="224" y="358"/>
                  </a:cubicBezTo>
                  <a:cubicBezTo>
                    <a:pt x="319" y="396"/>
                    <a:pt x="319" y="396"/>
                    <a:pt x="319" y="396"/>
                  </a:cubicBezTo>
                  <a:cubicBezTo>
                    <a:pt x="331" y="401"/>
                    <a:pt x="345" y="396"/>
                    <a:pt x="350" y="384"/>
                  </a:cubicBezTo>
                  <a:cubicBezTo>
                    <a:pt x="355" y="372"/>
                    <a:pt x="349" y="358"/>
                    <a:pt x="337" y="353"/>
                  </a:cubicBezTo>
                  <a:cubicBezTo>
                    <a:pt x="231" y="310"/>
                    <a:pt x="231" y="310"/>
                    <a:pt x="231" y="310"/>
                  </a:cubicBezTo>
                  <a:cubicBezTo>
                    <a:pt x="225" y="308"/>
                    <a:pt x="218" y="308"/>
                    <a:pt x="212" y="311"/>
                  </a:cubicBezTo>
                  <a:cubicBezTo>
                    <a:pt x="175" y="330"/>
                    <a:pt x="175" y="330"/>
                    <a:pt x="175" y="330"/>
                  </a:cubicBezTo>
                  <a:cubicBezTo>
                    <a:pt x="186" y="259"/>
                    <a:pt x="186" y="259"/>
                    <a:pt x="186" y="259"/>
                  </a:cubicBezTo>
                  <a:cubicBezTo>
                    <a:pt x="314" y="255"/>
                    <a:pt x="314" y="255"/>
                    <a:pt x="314" y="255"/>
                  </a:cubicBezTo>
                  <a:cubicBezTo>
                    <a:pt x="323" y="255"/>
                    <a:pt x="330" y="248"/>
                    <a:pt x="329" y="239"/>
                  </a:cubicBezTo>
                  <a:cubicBezTo>
                    <a:pt x="329" y="231"/>
                    <a:pt x="322" y="224"/>
                    <a:pt x="313" y="224"/>
                  </a:cubicBezTo>
                  <a:cubicBezTo>
                    <a:pt x="174" y="229"/>
                    <a:pt x="174" y="229"/>
                    <a:pt x="174" y="229"/>
                  </a:cubicBezTo>
                  <a:cubicBezTo>
                    <a:pt x="110" y="219"/>
                    <a:pt x="110" y="219"/>
                    <a:pt x="110" y="219"/>
                  </a:cubicBezTo>
                  <a:cubicBezTo>
                    <a:pt x="42" y="109"/>
                    <a:pt x="42" y="109"/>
                    <a:pt x="42" y="109"/>
                  </a:cubicBezTo>
                  <a:cubicBezTo>
                    <a:pt x="210" y="12"/>
                    <a:pt x="210" y="12"/>
                    <a:pt x="210" y="12"/>
                  </a:cubicBezTo>
                  <a:cubicBezTo>
                    <a:pt x="204" y="0"/>
                    <a:pt x="204" y="0"/>
                    <a:pt x="204" y="0"/>
                  </a:cubicBezTo>
                  <a:cubicBezTo>
                    <a:pt x="35" y="98"/>
                    <a:pt x="35" y="98"/>
                    <a:pt x="35" y="98"/>
                  </a:cubicBezTo>
                  <a:cubicBezTo>
                    <a:pt x="31" y="91"/>
                    <a:pt x="21" y="89"/>
                    <a:pt x="14" y="93"/>
                  </a:cubicBezTo>
                  <a:cubicBezTo>
                    <a:pt x="7" y="97"/>
                    <a:pt x="5" y="106"/>
                    <a:pt x="9" y="113"/>
                  </a:cubicBezTo>
                  <a:cubicBezTo>
                    <a:pt x="0" y="118"/>
                    <a:pt x="0" y="118"/>
                    <a:pt x="0" y="118"/>
                  </a:cubicBezTo>
                  <a:cubicBezTo>
                    <a:pt x="7" y="130"/>
                    <a:pt x="7" y="130"/>
                    <a:pt x="7" y="130"/>
                  </a:cubicBezTo>
                  <a:cubicBezTo>
                    <a:pt x="16" y="124"/>
                    <a:pt x="16" y="124"/>
                    <a:pt x="16" y="124"/>
                  </a:cubicBezTo>
                  <a:cubicBezTo>
                    <a:pt x="85" y="236"/>
                    <a:pt x="85" y="236"/>
                    <a:pt x="85" y="236"/>
                  </a:cubicBezTo>
                  <a:cubicBezTo>
                    <a:pt x="66" y="357"/>
                    <a:pt x="66" y="357"/>
                    <a:pt x="66" y="357"/>
                  </a:cubicBezTo>
                  <a:cubicBezTo>
                    <a:pt x="8" y="536"/>
                    <a:pt x="8" y="536"/>
                    <a:pt x="8" y="536"/>
                  </a:cubicBezTo>
                  <a:cubicBezTo>
                    <a:pt x="4" y="549"/>
                    <a:pt x="11" y="562"/>
                    <a:pt x="23" y="566"/>
                  </a:cubicBezTo>
                  <a:cubicBezTo>
                    <a:pt x="35" y="570"/>
                    <a:pt x="49" y="563"/>
                    <a:pt x="53" y="551"/>
                  </a:cubicBezTo>
                  <a:lnTo>
                    <a:pt x="106" y="3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148"/>
            <p:cNvSpPr>
              <a:spLocks/>
            </p:cNvSpPr>
            <p:nvPr/>
          </p:nvSpPr>
          <p:spPr bwMode="auto">
            <a:xfrm>
              <a:off x="3214688" y="5605463"/>
              <a:ext cx="595313" cy="482600"/>
            </a:xfrm>
            <a:custGeom>
              <a:avLst/>
              <a:gdLst>
                <a:gd name="T0" fmla="*/ 329 w 456"/>
                <a:gd name="T1" fmla="*/ 200 h 369"/>
                <a:gd name="T2" fmla="*/ 317 w 456"/>
                <a:gd name="T3" fmla="*/ 179 h 369"/>
                <a:gd name="T4" fmla="*/ 313 w 456"/>
                <a:gd name="T5" fmla="*/ 172 h 369"/>
                <a:gd name="T6" fmla="*/ 309 w 456"/>
                <a:gd name="T7" fmla="*/ 166 h 369"/>
                <a:gd name="T8" fmla="*/ 296 w 456"/>
                <a:gd name="T9" fmla="*/ 143 h 369"/>
                <a:gd name="T10" fmla="*/ 281 w 456"/>
                <a:gd name="T11" fmla="*/ 14 h 369"/>
                <a:gd name="T12" fmla="*/ 264 w 456"/>
                <a:gd name="T13" fmla="*/ 1 h 369"/>
                <a:gd name="T14" fmla="*/ 250 w 456"/>
                <a:gd name="T15" fmla="*/ 18 h 369"/>
                <a:gd name="T16" fmla="*/ 265 w 456"/>
                <a:gd name="T17" fmla="*/ 140 h 369"/>
                <a:gd name="T18" fmla="*/ 181 w 456"/>
                <a:gd name="T19" fmla="*/ 190 h 369"/>
                <a:gd name="T20" fmla="*/ 112 w 456"/>
                <a:gd name="T21" fmla="*/ 155 h 369"/>
                <a:gd name="T22" fmla="*/ 86 w 456"/>
                <a:gd name="T23" fmla="*/ 159 h 369"/>
                <a:gd name="T24" fmla="*/ 10 w 456"/>
                <a:gd name="T25" fmla="*/ 225 h 369"/>
                <a:gd name="T26" fmla="*/ 8 w 456"/>
                <a:gd name="T27" fmla="*/ 258 h 369"/>
                <a:gd name="T28" fmla="*/ 26 w 456"/>
                <a:gd name="T29" fmla="*/ 266 h 369"/>
                <a:gd name="T30" fmla="*/ 41 w 456"/>
                <a:gd name="T31" fmla="*/ 260 h 369"/>
                <a:gd name="T32" fmla="*/ 105 w 456"/>
                <a:gd name="T33" fmla="*/ 204 h 369"/>
                <a:gd name="T34" fmla="*/ 164 w 456"/>
                <a:gd name="T35" fmla="*/ 234 h 369"/>
                <a:gd name="T36" fmla="*/ 169 w 456"/>
                <a:gd name="T37" fmla="*/ 242 h 369"/>
                <a:gd name="T38" fmla="*/ 118 w 456"/>
                <a:gd name="T39" fmla="*/ 238 h 369"/>
                <a:gd name="T40" fmla="*/ 98 w 456"/>
                <a:gd name="T41" fmla="*/ 248 h 369"/>
                <a:gd name="T42" fmla="*/ 34 w 456"/>
                <a:gd name="T43" fmla="*/ 332 h 369"/>
                <a:gd name="T44" fmla="*/ 39 w 456"/>
                <a:gd name="T45" fmla="*/ 364 h 369"/>
                <a:gd name="T46" fmla="*/ 53 w 456"/>
                <a:gd name="T47" fmla="*/ 369 h 369"/>
                <a:gd name="T48" fmla="*/ 71 w 456"/>
                <a:gd name="T49" fmla="*/ 360 h 369"/>
                <a:gd name="T50" fmla="*/ 127 w 456"/>
                <a:gd name="T51" fmla="*/ 286 h 369"/>
                <a:gd name="T52" fmla="*/ 201 w 456"/>
                <a:gd name="T53" fmla="*/ 292 h 369"/>
                <a:gd name="T54" fmla="*/ 203 w 456"/>
                <a:gd name="T55" fmla="*/ 292 h 369"/>
                <a:gd name="T56" fmla="*/ 214 w 456"/>
                <a:gd name="T57" fmla="*/ 290 h 369"/>
                <a:gd name="T58" fmla="*/ 319 w 456"/>
                <a:gd name="T59" fmla="*/ 229 h 369"/>
                <a:gd name="T60" fmla="*/ 432 w 456"/>
                <a:gd name="T61" fmla="*/ 288 h 369"/>
                <a:gd name="T62" fmla="*/ 439 w 456"/>
                <a:gd name="T63" fmla="*/ 290 h 369"/>
                <a:gd name="T64" fmla="*/ 452 w 456"/>
                <a:gd name="T65" fmla="*/ 282 h 369"/>
                <a:gd name="T66" fmla="*/ 446 w 456"/>
                <a:gd name="T67" fmla="*/ 261 h 369"/>
                <a:gd name="T68" fmla="*/ 329 w 456"/>
                <a:gd name="T69" fmla="*/ 200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56" h="369">
                  <a:moveTo>
                    <a:pt x="329" y="200"/>
                  </a:moveTo>
                  <a:cubicBezTo>
                    <a:pt x="317" y="179"/>
                    <a:pt x="317" y="179"/>
                    <a:pt x="317" y="179"/>
                  </a:cubicBezTo>
                  <a:cubicBezTo>
                    <a:pt x="316" y="177"/>
                    <a:pt x="314" y="175"/>
                    <a:pt x="313" y="172"/>
                  </a:cubicBezTo>
                  <a:cubicBezTo>
                    <a:pt x="311" y="170"/>
                    <a:pt x="310" y="168"/>
                    <a:pt x="309" y="166"/>
                  </a:cubicBezTo>
                  <a:cubicBezTo>
                    <a:pt x="296" y="143"/>
                    <a:pt x="296" y="143"/>
                    <a:pt x="296" y="143"/>
                  </a:cubicBezTo>
                  <a:cubicBezTo>
                    <a:pt x="281" y="14"/>
                    <a:pt x="281" y="14"/>
                    <a:pt x="281" y="14"/>
                  </a:cubicBezTo>
                  <a:cubicBezTo>
                    <a:pt x="280" y="6"/>
                    <a:pt x="272" y="0"/>
                    <a:pt x="264" y="1"/>
                  </a:cubicBezTo>
                  <a:cubicBezTo>
                    <a:pt x="255" y="2"/>
                    <a:pt x="249" y="9"/>
                    <a:pt x="250" y="18"/>
                  </a:cubicBezTo>
                  <a:cubicBezTo>
                    <a:pt x="265" y="140"/>
                    <a:pt x="265" y="140"/>
                    <a:pt x="265" y="140"/>
                  </a:cubicBezTo>
                  <a:cubicBezTo>
                    <a:pt x="181" y="190"/>
                    <a:pt x="181" y="190"/>
                    <a:pt x="181" y="190"/>
                  </a:cubicBezTo>
                  <a:cubicBezTo>
                    <a:pt x="112" y="155"/>
                    <a:pt x="112" y="155"/>
                    <a:pt x="112" y="155"/>
                  </a:cubicBezTo>
                  <a:cubicBezTo>
                    <a:pt x="103" y="151"/>
                    <a:pt x="93" y="152"/>
                    <a:pt x="86" y="159"/>
                  </a:cubicBezTo>
                  <a:cubicBezTo>
                    <a:pt x="10" y="225"/>
                    <a:pt x="10" y="225"/>
                    <a:pt x="10" y="225"/>
                  </a:cubicBezTo>
                  <a:cubicBezTo>
                    <a:pt x="0" y="234"/>
                    <a:pt x="0" y="249"/>
                    <a:pt x="8" y="258"/>
                  </a:cubicBezTo>
                  <a:cubicBezTo>
                    <a:pt x="13" y="264"/>
                    <a:pt x="19" y="266"/>
                    <a:pt x="26" y="266"/>
                  </a:cubicBezTo>
                  <a:cubicBezTo>
                    <a:pt x="31" y="266"/>
                    <a:pt x="37" y="264"/>
                    <a:pt x="41" y="260"/>
                  </a:cubicBezTo>
                  <a:cubicBezTo>
                    <a:pt x="105" y="204"/>
                    <a:pt x="105" y="204"/>
                    <a:pt x="105" y="204"/>
                  </a:cubicBezTo>
                  <a:cubicBezTo>
                    <a:pt x="164" y="234"/>
                    <a:pt x="164" y="234"/>
                    <a:pt x="164" y="234"/>
                  </a:cubicBezTo>
                  <a:cubicBezTo>
                    <a:pt x="169" y="242"/>
                    <a:pt x="169" y="242"/>
                    <a:pt x="169" y="242"/>
                  </a:cubicBezTo>
                  <a:cubicBezTo>
                    <a:pt x="118" y="238"/>
                    <a:pt x="118" y="238"/>
                    <a:pt x="118" y="238"/>
                  </a:cubicBezTo>
                  <a:cubicBezTo>
                    <a:pt x="110" y="238"/>
                    <a:pt x="103" y="241"/>
                    <a:pt x="98" y="248"/>
                  </a:cubicBezTo>
                  <a:cubicBezTo>
                    <a:pt x="34" y="332"/>
                    <a:pt x="34" y="332"/>
                    <a:pt x="34" y="332"/>
                  </a:cubicBezTo>
                  <a:cubicBezTo>
                    <a:pt x="26" y="342"/>
                    <a:pt x="28" y="357"/>
                    <a:pt x="39" y="364"/>
                  </a:cubicBezTo>
                  <a:cubicBezTo>
                    <a:pt x="43" y="368"/>
                    <a:pt x="48" y="369"/>
                    <a:pt x="53" y="369"/>
                  </a:cubicBezTo>
                  <a:cubicBezTo>
                    <a:pt x="60" y="369"/>
                    <a:pt x="67" y="366"/>
                    <a:pt x="71" y="360"/>
                  </a:cubicBezTo>
                  <a:cubicBezTo>
                    <a:pt x="127" y="286"/>
                    <a:pt x="127" y="286"/>
                    <a:pt x="127" y="286"/>
                  </a:cubicBezTo>
                  <a:cubicBezTo>
                    <a:pt x="201" y="292"/>
                    <a:pt x="201" y="292"/>
                    <a:pt x="201" y="292"/>
                  </a:cubicBezTo>
                  <a:cubicBezTo>
                    <a:pt x="202" y="292"/>
                    <a:pt x="203" y="292"/>
                    <a:pt x="203" y="292"/>
                  </a:cubicBezTo>
                  <a:cubicBezTo>
                    <a:pt x="207" y="293"/>
                    <a:pt x="211" y="292"/>
                    <a:pt x="214" y="290"/>
                  </a:cubicBezTo>
                  <a:cubicBezTo>
                    <a:pt x="319" y="229"/>
                    <a:pt x="319" y="229"/>
                    <a:pt x="319" y="229"/>
                  </a:cubicBezTo>
                  <a:cubicBezTo>
                    <a:pt x="432" y="288"/>
                    <a:pt x="432" y="288"/>
                    <a:pt x="432" y="288"/>
                  </a:cubicBezTo>
                  <a:cubicBezTo>
                    <a:pt x="434" y="289"/>
                    <a:pt x="436" y="290"/>
                    <a:pt x="439" y="290"/>
                  </a:cubicBezTo>
                  <a:cubicBezTo>
                    <a:pt x="444" y="290"/>
                    <a:pt x="449" y="287"/>
                    <a:pt x="452" y="282"/>
                  </a:cubicBezTo>
                  <a:cubicBezTo>
                    <a:pt x="456" y="274"/>
                    <a:pt x="453" y="265"/>
                    <a:pt x="446" y="261"/>
                  </a:cubicBezTo>
                  <a:lnTo>
                    <a:pt x="329" y="2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149"/>
            <p:cNvSpPr>
              <a:spLocks/>
            </p:cNvSpPr>
            <p:nvPr/>
          </p:nvSpPr>
          <p:spPr bwMode="auto">
            <a:xfrm>
              <a:off x="3686175" y="5670550"/>
              <a:ext cx="134938" cy="122237"/>
            </a:xfrm>
            <a:custGeom>
              <a:avLst/>
              <a:gdLst>
                <a:gd name="T0" fmla="*/ 5 w 103"/>
                <a:gd name="T1" fmla="*/ 33 h 94"/>
                <a:gd name="T2" fmla="*/ 9 w 103"/>
                <a:gd name="T3" fmla="*/ 35 h 94"/>
                <a:gd name="T4" fmla="*/ 11 w 103"/>
                <a:gd name="T5" fmla="*/ 32 h 94"/>
                <a:gd name="T6" fmla="*/ 8 w 103"/>
                <a:gd name="T7" fmla="*/ 14 h 94"/>
                <a:gd name="T8" fmla="*/ 23 w 103"/>
                <a:gd name="T9" fmla="*/ 29 h 94"/>
                <a:gd name="T10" fmla="*/ 25 w 103"/>
                <a:gd name="T11" fmla="*/ 29 h 94"/>
                <a:gd name="T12" fmla="*/ 27 w 103"/>
                <a:gd name="T13" fmla="*/ 27 h 94"/>
                <a:gd name="T14" fmla="*/ 32 w 103"/>
                <a:gd name="T15" fmla="*/ 12 h 94"/>
                <a:gd name="T16" fmla="*/ 40 w 103"/>
                <a:gd name="T17" fmla="*/ 29 h 94"/>
                <a:gd name="T18" fmla="*/ 42 w 103"/>
                <a:gd name="T19" fmla="*/ 31 h 94"/>
                <a:gd name="T20" fmla="*/ 44 w 103"/>
                <a:gd name="T21" fmla="*/ 30 h 94"/>
                <a:gd name="T22" fmla="*/ 61 w 103"/>
                <a:gd name="T23" fmla="*/ 11 h 94"/>
                <a:gd name="T24" fmla="*/ 58 w 103"/>
                <a:gd name="T25" fmla="*/ 35 h 94"/>
                <a:gd name="T26" fmla="*/ 60 w 103"/>
                <a:gd name="T27" fmla="*/ 38 h 94"/>
                <a:gd name="T28" fmla="*/ 62 w 103"/>
                <a:gd name="T29" fmla="*/ 38 h 94"/>
                <a:gd name="T30" fmla="*/ 83 w 103"/>
                <a:gd name="T31" fmla="*/ 33 h 94"/>
                <a:gd name="T32" fmla="*/ 70 w 103"/>
                <a:gd name="T33" fmla="*/ 52 h 94"/>
                <a:gd name="T34" fmla="*/ 69 w 103"/>
                <a:gd name="T35" fmla="*/ 55 h 94"/>
                <a:gd name="T36" fmla="*/ 71 w 103"/>
                <a:gd name="T37" fmla="*/ 57 h 94"/>
                <a:gd name="T38" fmla="*/ 91 w 103"/>
                <a:gd name="T39" fmla="*/ 60 h 94"/>
                <a:gd name="T40" fmla="*/ 68 w 103"/>
                <a:gd name="T41" fmla="*/ 72 h 94"/>
                <a:gd name="T42" fmla="*/ 66 w 103"/>
                <a:gd name="T43" fmla="*/ 74 h 94"/>
                <a:gd name="T44" fmla="*/ 67 w 103"/>
                <a:gd name="T45" fmla="*/ 77 h 94"/>
                <a:gd name="T46" fmla="*/ 77 w 103"/>
                <a:gd name="T47" fmla="*/ 88 h 94"/>
                <a:gd name="T48" fmla="*/ 62 w 103"/>
                <a:gd name="T49" fmla="*/ 87 h 94"/>
                <a:gd name="T50" fmla="*/ 59 w 103"/>
                <a:gd name="T51" fmla="*/ 90 h 94"/>
                <a:gd name="T52" fmla="*/ 62 w 103"/>
                <a:gd name="T53" fmla="*/ 93 h 94"/>
                <a:gd name="T54" fmla="*/ 84 w 103"/>
                <a:gd name="T55" fmla="*/ 94 h 94"/>
                <a:gd name="T56" fmla="*/ 84 w 103"/>
                <a:gd name="T57" fmla="*/ 94 h 94"/>
                <a:gd name="T58" fmla="*/ 87 w 103"/>
                <a:gd name="T59" fmla="*/ 93 h 94"/>
                <a:gd name="T60" fmla="*/ 86 w 103"/>
                <a:gd name="T61" fmla="*/ 90 h 94"/>
                <a:gd name="T62" fmla="*/ 74 w 103"/>
                <a:gd name="T63" fmla="*/ 76 h 94"/>
                <a:gd name="T64" fmla="*/ 102 w 103"/>
                <a:gd name="T65" fmla="*/ 61 h 94"/>
                <a:gd name="T66" fmla="*/ 103 w 103"/>
                <a:gd name="T67" fmla="*/ 58 h 94"/>
                <a:gd name="T68" fmla="*/ 101 w 103"/>
                <a:gd name="T69" fmla="*/ 56 h 94"/>
                <a:gd name="T70" fmla="*/ 77 w 103"/>
                <a:gd name="T71" fmla="*/ 52 h 94"/>
                <a:gd name="T72" fmla="*/ 92 w 103"/>
                <a:gd name="T73" fmla="*/ 29 h 94"/>
                <a:gd name="T74" fmla="*/ 92 w 103"/>
                <a:gd name="T75" fmla="*/ 26 h 94"/>
                <a:gd name="T76" fmla="*/ 89 w 103"/>
                <a:gd name="T77" fmla="*/ 25 h 94"/>
                <a:gd name="T78" fmla="*/ 65 w 103"/>
                <a:gd name="T79" fmla="*/ 32 h 94"/>
                <a:gd name="T80" fmla="*/ 67 w 103"/>
                <a:gd name="T81" fmla="*/ 3 h 94"/>
                <a:gd name="T82" fmla="*/ 65 w 103"/>
                <a:gd name="T83" fmla="*/ 0 h 94"/>
                <a:gd name="T84" fmla="*/ 62 w 103"/>
                <a:gd name="T85" fmla="*/ 1 h 94"/>
                <a:gd name="T86" fmla="*/ 43 w 103"/>
                <a:gd name="T87" fmla="*/ 23 h 94"/>
                <a:gd name="T88" fmla="*/ 34 w 103"/>
                <a:gd name="T89" fmla="*/ 3 h 94"/>
                <a:gd name="T90" fmla="*/ 31 w 103"/>
                <a:gd name="T91" fmla="*/ 1 h 94"/>
                <a:gd name="T92" fmla="*/ 28 w 103"/>
                <a:gd name="T93" fmla="*/ 3 h 94"/>
                <a:gd name="T94" fmla="*/ 23 w 103"/>
                <a:gd name="T95" fmla="*/ 21 h 94"/>
                <a:gd name="T96" fmla="*/ 5 w 103"/>
                <a:gd name="T97" fmla="*/ 4 h 94"/>
                <a:gd name="T98" fmla="*/ 2 w 103"/>
                <a:gd name="T99" fmla="*/ 4 h 94"/>
                <a:gd name="T100" fmla="*/ 0 w 103"/>
                <a:gd name="T101" fmla="*/ 7 h 94"/>
                <a:gd name="T102" fmla="*/ 5 w 103"/>
                <a:gd name="T103" fmla="*/ 33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3" h="94">
                  <a:moveTo>
                    <a:pt x="5" y="33"/>
                  </a:moveTo>
                  <a:cubicBezTo>
                    <a:pt x="5" y="34"/>
                    <a:pt x="7" y="35"/>
                    <a:pt x="9" y="35"/>
                  </a:cubicBezTo>
                  <a:cubicBezTo>
                    <a:pt x="10" y="35"/>
                    <a:pt x="11" y="33"/>
                    <a:pt x="11" y="32"/>
                  </a:cubicBezTo>
                  <a:cubicBezTo>
                    <a:pt x="8" y="14"/>
                    <a:pt x="8" y="14"/>
                    <a:pt x="8" y="14"/>
                  </a:cubicBezTo>
                  <a:cubicBezTo>
                    <a:pt x="23" y="29"/>
                    <a:pt x="23" y="29"/>
                    <a:pt x="23" y="29"/>
                  </a:cubicBezTo>
                  <a:cubicBezTo>
                    <a:pt x="23" y="29"/>
                    <a:pt x="24" y="30"/>
                    <a:pt x="25" y="29"/>
                  </a:cubicBezTo>
                  <a:cubicBezTo>
                    <a:pt x="26" y="29"/>
                    <a:pt x="27" y="28"/>
                    <a:pt x="27" y="27"/>
                  </a:cubicBezTo>
                  <a:cubicBezTo>
                    <a:pt x="32" y="12"/>
                    <a:pt x="32" y="12"/>
                    <a:pt x="32" y="12"/>
                  </a:cubicBezTo>
                  <a:cubicBezTo>
                    <a:pt x="40" y="29"/>
                    <a:pt x="40" y="29"/>
                    <a:pt x="40" y="29"/>
                  </a:cubicBezTo>
                  <a:cubicBezTo>
                    <a:pt x="40" y="30"/>
                    <a:pt x="41" y="31"/>
                    <a:pt x="42" y="31"/>
                  </a:cubicBezTo>
                  <a:cubicBezTo>
                    <a:pt x="43" y="31"/>
                    <a:pt x="44" y="31"/>
                    <a:pt x="44" y="30"/>
                  </a:cubicBezTo>
                  <a:cubicBezTo>
                    <a:pt x="61" y="11"/>
                    <a:pt x="61" y="11"/>
                    <a:pt x="61" y="11"/>
                  </a:cubicBezTo>
                  <a:cubicBezTo>
                    <a:pt x="58" y="35"/>
                    <a:pt x="58" y="35"/>
                    <a:pt x="58" y="35"/>
                  </a:cubicBezTo>
                  <a:cubicBezTo>
                    <a:pt x="58" y="36"/>
                    <a:pt x="59" y="37"/>
                    <a:pt x="60" y="38"/>
                  </a:cubicBezTo>
                  <a:cubicBezTo>
                    <a:pt x="60" y="38"/>
                    <a:pt x="61" y="39"/>
                    <a:pt x="62" y="38"/>
                  </a:cubicBezTo>
                  <a:cubicBezTo>
                    <a:pt x="83" y="33"/>
                    <a:pt x="83" y="33"/>
                    <a:pt x="83" y="33"/>
                  </a:cubicBezTo>
                  <a:cubicBezTo>
                    <a:pt x="70" y="52"/>
                    <a:pt x="70" y="52"/>
                    <a:pt x="70" y="52"/>
                  </a:cubicBezTo>
                  <a:cubicBezTo>
                    <a:pt x="69" y="53"/>
                    <a:pt x="69" y="54"/>
                    <a:pt x="69" y="55"/>
                  </a:cubicBezTo>
                  <a:cubicBezTo>
                    <a:pt x="70" y="56"/>
                    <a:pt x="70" y="56"/>
                    <a:pt x="71" y="57"/>
                  </a:cubicBezTo>
                  <a:cubicBezTo>
                    <a:pt x="91" y="60"/>
                    <a:pt x="91" y="60"/>
                    <a:pt x="91" y="60"/>
                  </a:cubicBezTo>
                  <a:cubicBezTo>
                    <a:pt x="68" y="72"/>
                    <a:pt x="68" y="72"/>
                    <a:pt x="68" y="72"/>
                  </a:cubicBezTo>
                  <a:cubicBezTo>
                    <a:pt x="67" y="73"/>
                    <a:pt x="67" y="74"/>
                    <a:pt x="66" y="74"/>
                  </a:cubicBezTo>
                  <a:cubicBezTo>
                    <a:pt x="66" y="75"/>
                    <a:pt x="67" y="76"/>
                    <a:pt x="67" y="77"/>
                  </a:cubicBezTo>
                  <a:cubicBezTo>
                    <a:pt x="77" y="88"/>
                    <a:pt x="77" y="88"/>
                    <a:pt x="77" y="88"/>
                  </a:cubicBezTo>
                  <a:cubicBezTo>
                    <a:pt x="62" y="87"/>
                    <a:pt x="62" y="87"/>
                    <a:pt x="62" y="87"/>
                  </a:cubicBezTo>
                  <a:cubicBezTo>
                    <a:pt x="61" y="87"/>
                    <a:pt x="59" y="88"/>
                    <a:pt x="59" y="90"/>
                  </a:cubicBezTo>
                  <a:cubicBezTo>
                    <a:pt x="59" y="91"/>
                    <a:pt x="60" y="93"/>
                    <a:pt x="62" y="93"/>
                  </a:cubicBezTo>
                  <a:cubicBezTo>
                    <a:pt x="84" y="94"/>
                    <a:pt x="84" y="94"/>
                    <a:pt x="84" y="94"/>
                  </a:cubicBezTo>
                  <a:cubicBezTo>
                    <a:pt x="84" y="94"/>
                    <a:pt x="84" y="94"/>
                    <a:pt x="84" y="94"/>
                  </a:cubicBezTo>
                  <a:cubicBezTo>
                    <a:pt x="85" y="94"/>
                    <a:pt x="86" y="94"/>
                    <a:pt x="87" y="93"/>
                  </a:cubicBezTo>
                  <a:cubicBezTo>
                    <a:pt x="87" y="92"/>
                    <a:pt x="87" y="91"/>
                    <a:pt x="86" y="90"/>
                  </a:cubicBezTo>
                  <a:cubicBezTo>
                    <a:pt x="74" y="76"/>
                    <a:pt x="74" y="76"/>
                    <a:pt x="74" y="76"/>
                  </a:cubicBezTo>
                  <a:cubicBezTo>
                    <a:pt x="102" y="61"/>
                    <a:pt x="102" y="61"/>
                    <a:pt x="102" y="61"/>
                  </a:cubicBezTo>
                  <a:cubicBezTo>
                    <a:pt x="103" y="61"/>
                    <a:pt x="103" y="60"/>
                    <a:pt x="103" y="58"/>
                  </a:cubicBezTo>
                  <a:cubicBezTo>
                    <a:pt x="103" y="57"/>
                    <a:pt x="102" y="56"/>
                    <a:pt x="101" y="56"/>
                  </a:cubicBezTo>
                  <a:cubicBezTo>
                    <a:pt x="77" y="52"/>
                    <a:pt x="77" y="52"/>
                    <a:pt x="77" y="52"/>
                  </a:cubicBezTo>
                  <a:cubicBezTo>
                    <a:pt x="92" y="29"/>
                    <a:pt x="92" y="29"/>
                    <a:pt x="92" y="29"/>
                  </a:cubicBezTo>
                  <a:cubicBezTo>
                    <a:pt x="93" y="28"/>
                    <a:pt x="93" y="27"/>
                    <a:pt x="92" y="26"/>
                  </a:cubicBezTo>
                  <a:cubicBezTo>
                    <a:pt x="92" y="25"/>
                    <a:pt x="90" y="25"/>
                    <a:pt x="89" y="25"/>
                  </a:cubicBezTo>
                  <a:cubicBezTo>
                    <a:pt x="65" y="32"/>
                    <a:pt x="65" y="32"/>
                    <a:pt x="65" y="32"/>
                  </a:cubicBezTo>
                  <a:cubicBezTo>
                    <a:pt x="67" y="3"/>
                    <a:pt x="67" y="3"/>
                    <a:pt x="67" y="3"/>
                  </a:cubicBezTo>
                  <a:cubicBezTo>
                    <a:pt x="67" y="2"/>
                    <a:pt x="66" y="1"/>
                    <a:pt x="65" y="0"/>
                  </a:cubicBezTo>
                  <a:cubicBezTo>
                    <a:pt x="64" y="0"/>
                    <a:pt x="63" y="0"/>
                    <a:pt x="62" y="1"/>
                  </a:cubicBezTo>
                  <a:cubicBezTo>
                    <a:pt x="43" y="23"/>
                    <a:pt x="43" y="23"/>
                    <a:pt x="43" y="23"/>
                  </a:cubicBezTo>
                  <a:cubicBezTo>
                    <a:pt x="34" y="3"/>
                    <a:pt x="34" y="3"/>
                    <a:pt x="34" y="3"/>
                  </a:cubicBezTo>
                  <a:cubicBezTo>
                    <a:pt x="33" y="2"/>
                    <a:pt x="32" y="1"/>
                    <a:pt x="31" y="1"/>
                  </a:cubicBezTo>
                  <a:cubicBezTo>
                    <a:pt x="30" y="2"/>
                    <a:pt x="29" y="2"/>
                    <a:pt x="28" y="3"/>
                  </a:cubicBezTo>
                  <a:cubicBezTo>
                    <a:pt x="23" y="21"/>
                    <a:pt x="23" y="21"/>
                    <a:pt x="23" y="21"/>
                  </a:cubicBezTo>
                  <a:cubicBezTo>
                    <a:pt x="5" y="4"/>
                    <a:pt x="5" y="4"/>
                    <a:pt x="5" y="4"/>
                  </a:cubicBezTo>
                  <a:cubicBezTo>
                    <a:pt x="4" y="3"/>
                    <a:pt x="3" y="3"/>
                    <a:pt x="2" y="4"/>
                  </a:cubicBezTo>
                  <a:cubicBezTo>
                    <a:pt x="1" y="4"/>
                    <a:pt x="0" y="5"/>
                    <a:pt x="0" y="7"/>
                  </a:cubicBezTo>
                  <a:lnTo>
                    <a:pt x="5"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150"/>
            <p:cNvSpPr>
              <a:spLocks/>
            </p:cNvSpPr>
            <p:nvPr/>
          </p:nvSpPr>
          <p:spPr bwMode="auto">
            <a:xfrm>
              <a:off x="3217863" y="5349875"/>
              <a:ext cx="152400" cy="112712"/>
            </a:xfrm>
            <a:custGeom>
              <a:avLst/>
              <a:gdLst>
                <a:gd name="T0" fmla="*/ 20 w 116"/>
                <a:gd name="T1" fmla="*/ 56 h 86"/>
                <a:gd name="T2" fmla="*/ 21 w 116"/>
                <a:gd name="T3" fmla="*/ 52 h 86"/>
                <a:gd name="T4" fmla="*/ 10 w 116"/>
                <a:gd name="T5" fmla="*/ 38 h 86"/>
                <a:gd name="T6" fmla="*/ 30 w 116"/>
                <a:gd name="T7" fmla="*/ 45 h 86"/>
                <a:gd name="T8" fmla="*/ 33 w 116"/>
                <a:gd name="T9" fmla="*/ 44 h 86"/>
                <a:gd name="T10" fmla="*/ 34 w 116"/>
                <a:gd name="T11" fmla="*/ 41 h 86"/>
                <a:gd name="T12" fmla="*/ 31 w 116"/>
                <a:gd name="T13" fmla="*/ 26 h 86"/>
                <a:gd name="T14" fmla="*/ 46 w 116"/>
                <a:gd name="T15" fmla="*/ 38 h 86"/>
                <a:gd name="T16" fmla="*/ 48 w 116"/>
                <a:gd name="T17" fmla="*/ 38 h 86"/>
                <a:gd name="T18" fmla="*/ 50 w 116"/>
                <a:gd name="T19" fmla="*/ 36 h 86"/>
                <a:gd name="T20" fmla="*/ 57 w 116"/>
                <a:gd name="T21" fmla="*/ 13 h 86"/>
                <a:gd name="T22" fmla="*/ 65 w 116"/>
                <a:gd name="T23" fmla="*/ 35 h 86"/>
                <a:gd name="T24" fmla="*/ 67 w 116"/>
                <a:gd name="T25" fmla="*/ 37 h 86"/>
                <a:gd name="T26" fmla="*/ 70 w 116"/>
                <a:gd name="T27" fmla="*/ 36 h 86"/>
                <a:gd name="T28" fmla="*/ 86 w 116"/>
                <a:gd name="T29" fmla="*/ 22 h 86"/>
                <a:gd name="T30" fmla="*/ 83 w 116"/>
                <a:gd name="T31" fmla="*/ 45 h 86"/>
                <a:gd name="T32" fmla="*/ 83 w 116"/>
                <a:gd name="T33" fmla="*/ 48 h 86"/>
                <a:gd name="T34" fmla="*/ 86 w 116"/>
                <a:gd name="T35" fmla="*/ 49 h 86"/>
                <a:gd name="T36" fmla="*/ 106 w 116"/>
                <a:gd name="T37" fmla="*/ 43 h 86"/>
                <a:gd name="T38" fmla="*/ 90 w 116"/>
                <a:gd name="T39" fmla="*/ 64 h 86"/>
                <a:gd name="T40" fmla="*/ 89 w 116"/>
                <a:gd name="T41" fmla="*/ 67 h 86"/>
                <a:gd name="T42" fmla="*/ 91 w 116"/>
                <a:gd name="T43" fmla="*/ 69 h 86"/>
                <a:gd name="T44" fmla="*/ 105 w 116"/>
                <a:gd name="T45" fmla="*/ 75 h 86"/>
                <a:gd name="T46" fmla="*/ 91 w 116"/>
                <a:gd name="T47" fmla="*/ 80 h 86"/>
                <a:gd name="T48" fmla="*/ 90 w 116"/>
                <a:gd name="T49" fmla="*/ 84 h 86"/>
                <a:gd name="T50" fmla="*/ 92 w 116"/>
                <a:gd name="T51" fmla="*/ 86 h 86"/>
                <a:gd name="T52" fmla="*/ 93 w 116"/>
                <a:gd name="T53" fmla="*/ 85 h 86"/>
                <a:gd name="T54" fmla="*/ 114 w 116"/>
                <a:gd name="T55" fmla="*/ 77 h 86"/>
                <a:gd name="T56" fmla="*/ 115 w 116"/>
                <a:gd name="T57" fmla="*/ 75 h 86"/>
                <a:gd name="T58" fmla="*/ 114 w 116"/>
                <a:gd name="T59" fmla="*/ 72 h 86"/>
                <a:gd name="T60" fmla="*/ 97 w 116"/>
                <a:gd name="T61" fmla="*/ 65 h 86"/>
                <a:gd name="T62" fmla="*/ 115 w 116"/>
                <a:gd name="T63" fmla="*/ 40 h 86"/>
                <a:gd name="T64" fmla="*/ 115 w 116"/>
                <a:gd name="T65" fmla="*/ 37 h 86"/>
                <a:gd name="T66" fmla="*/ 112 w 116"/>
                <a:gd name="T67" fmla="*/ 35 h 86"/>
                <a:gd name="T68" fmla="*/ 89 w 116"/>
                <a:gd name="T69" fmla="*/ 42 h 86"/>
                <a:gd name="T70" fmla="*/ 93 w 116"/>
                <a:gd name="T71" fmla="*/ 15 h 86"/>
                <a:gd name="T72" fmla="*/ 92 w 116"/>
                <a:gd name="T73" fmla="*/ 12 h 86"/>
                <a:gd name="T74" fmla="*/ 88 w 116"/>
                <a:gd name="T75" fmla="*/ 12 h 86"/>
                <a:gd name="T76" fmla="*/ 69 w 116"/>
                <a:gd name="T77" fmla="*/ 29 h 86"/>
                <a:gd name="T78" fmla="*/ 59 w 116"/>
                <a:gd name="T79" fmla="*/ 2 h 86"/>
                <a:gd name="T80" fmla="*/ 56 w 116"/>
                <a:gd name="T81" fmla="*/ 1 h 86"/>
                <a:gd name="T82" fmla="*/ 54 w 116"/>
                <a:gd name="T83" fmla="*/ 3 h 86"/>
                <a:gd name="T84" fmla="*/ 46 w 116"/>
                <a:gd name="T85" fmla="*/ 31 h 86"/>
                <a:gd name="T86" fmla="*/ 29 w 116"/>
                <a:gd name="T87" fmla="*/ 17 h 86"/>
                <a:gd name="T88" fmla="*/ 26 w 116"/>
                <a:gd name="T89" fmla="*/ 16 h 86"/>
                <a:gd name="T90" fmla="*/ 24 w 116"/>
                <a:gd name="T91" fmla="*/ 19 h 86"/>
                <a:gd name="T92" fmla="*/ 27 w 116"/>
                <a:gd name="T93" fmla="*/ 38 h 86"/>
                <a:gd name="T94" fmla="*/ 4 w 116"/>
                <a:gd name="T95" fmla="*/ 30 h 86"/>
                <a:gd name="T96" fmla="*/ 1 w 116"/>
                <a:gd name="T97" fmla="*/ 31 h 86"/>
                <a:gd name="T98" fmla="*/ 1 w 116"/>
                <a:gd name="T99" fmla="*/ 34 h 86"/>
                <a:gd name="T100" fmla="*/ 16 w 116"/>
                <a:gd name="T101" fmla="*/ 56 h 86"/>
                <a:gd name="T102" fmla="*/ 20 w 116"/>
                <a:gd name="T103" fmla="*/ 5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6" h="86">
                  <a:moveTo>
                    <a:pt x="20" y="56"/>
                  </a:moveTo>
                  <a:cubicBezTo>
                    <a:pt x="21" y="56"/>
                    <a:pt x="22" y="54"/>
                    <a:pt x="21" y="52"/>
                  </a:cubicBezTo>
                  <a:cubicBezTo>
                    <a:pt x="10" y="38"/>
                    <a:pt x="10" y="38"/>
                    <a:pt x="10" y="38"/>
                  </a:cubicBezTo>
                  <a:cubicBezTo>
                    <a:pt x="30" y="45"/>
                    <a:pt x="30" y="45"/>
                    <a:pt x="30" y="45"/>
                  </a:cubicBezTo>
                  <a:cubicBezTo>
                    <a:pt x="31" y="45"/>
                    <a:pt x="32" y="45"/>
                    <a:pt x="33" y="44"/>
                  </a:cubicBezTo>
                  <a:cubicBezTo>
                    <a:pt x="34" y="43"/>
                    <a:pt x="34" y="42"/>
                    <a:pt x="34" y="41"/>
                  </a:cubicBezTo>
                  <a:cubicBezTo>
                    <a:pt x="31" y="26"/>
                    <a:pt x="31" y="26"/>
                    <a:pt x="31" y="26"/>
                  </a:cubicBezTo>
                  <a:cubicBezTo>
                    <a:pt x="46" y="38"/>
                    <a:pt x="46" y="38"/>
                    <a:pt x="46" y="38"/>
                  </a:cubicBezTo>
                  <a:cubicBezTo>
                    <a:pt x="46" y="38"/>
                    <a:pt x="47" y="39"/>
                    <a:pt x="48" y="38"/>
                  </a:cubicBezTo>
                  <a:cubicBezTo>
                    <a:pt x="49" y="38"/>
                    <a:pt x="50" y="37"/>
                    <a:pt x="50" y="36"/>
                  </a:cubicBezTo>
                  <a:cubicBezTo>
                    <a:pt x="57" y="13"/>
                    <a:pt x="57" y="13"/>
                    <a:pt x="57" y="13"/>
                  </a:cubicBezTo>
                  <a:cubicBezTo>
                    <a:pt x="65" y="35"/>
                    <a:pt x="65" y="35"/>
                    <a:pt x="65" y="35"/>
                  </a:cubicBezTo>
                  <a:cubicBezTo>
                    <a:pt x="66" y="36"/>
                    <a:pt x="66" y="37"/>
                    <a:pt x="67" y="37"/>
                  </a:cubicBezTo>
                  <a:cubicBezTo>
                    <a:pt x="68" y="37"/>
                    <a:pt x="69" y="37"/>
                    <a:pt x="70" y="36"/>
                  </a:cubicBezTo>
                  <a:cubicBezTo>
                    <a:pt x="86" y="22"/>
                    <a:pt x="86" y="22"/>
                    <a:pt x="86" y="22"/>
                  </a:cubicBezTo>
                  <a:cubicBezTo>
                    <a:pt x="83" y="45"/>
                    <a:pt x="83" y="45"/>
                    <a:pt x="83" y="45"/>
                  </a:cubicBezTo>
                  <a:cubicBezTo>
                    <a:pt x="82" y="46"/>
                    <a:pt x="83" y="47"/>
                    <a:pt x="83" y="48"/>
                  </a:cubicBezTo>
                  <a:cubicBezTo>
                    <a:pt x="84" y="49"/>
                    <a:pt x="85" y="49"/>
                    <a:pt x="86" y="49"/>
                  </a:cubicBezTo>
                  <a:cubicBezTo>
                    <a:pt x="106" y="43"/>
                    <a:pt x="106" y="43"/>
                    <a:pt x="106" y="43"/>
                  </a:cubicBezTo>
                  <a:cubicBezTo>
                    <a:pt x="90" y="64"/>
                    <a:pt x="90" y="64"/>
                    <a:pt x="90" y="64"/>
                  </a:cubicBezTo>
                  <a:cubicBezTo>
                    <a:pt x="89" y="65"/>
                    <a:pt x="89" y="66"/>
                    <a:pt x="89" y="67"/>
                  </a:cubicBezTo>
                  <a:cubicBezTo>
                    <a:pt x="90" y="68"/>
                    <a:pt x="90" y="68"/>
                    <a:pt x="91" y="69"/>
                  </a:cubicBezTo>
                  <a:cubicBezTo>
                    <a:pt x="105" y="75"/>
                    <a:pt x="105" y="75"/>
                    <a:pt x="105" y="75"/>
                  </a:cubicBezTo>
                  <a:cubicBezTo>
                    <a:pt x="91" y="80"/>
                    <a:pt x="91" y="80"/>
                    <a:pt x="91" y="80"/>
                  </a:cubicBezTo>
                  <a:cubicBezTo>
                    <a:pt x="90" y="81"/>
                    <a:pt x="89" y="82"/>
                    <a:pt x="90" y="84"/>
                  </a:cubicBezTo>
                  <a:cubicBezTo>
                    <a:pt x="90" y="85"/>
                    <a:pt x="91" y="86"/>
                    <a:pt x="92" y="86"/>
                  </a:cubicBezTo>
                  <a:cubicBezTo>
                    <a:pt x="93" y="86"/>
                    <a:pt x="93" y="86"/>
                    <a:pt x="93" y="85"/>
                  </a:cubicBezTo>
                  <a:cubicBezTo>
                    <a:pt x="114" y="77"/>
                    <a:pt x="114" y="77"/>
                    <a:pt x="114" y="77"/>
                  </a:cubicBezTo>
                  <a:cubicBezTo>
                    <a:pt x="115" y="77"/>
                    <a:pt x="115" y="76"/>
                    <a:pt x="115" y="75"/>
                  </a:cubicBezTo>
                  <a:cubicBezTo>
                    <a:pt x="115" y="74"/>
                    <a:pt x="115" y="73"/>
                    <a:pt x="114" y="72"/>
                  </a:cubicBezTo>
                  <a:cubicBezTo>
                    <a:pt x="97" y="65"/>
                    <a:pt x="97" y="65"/>
                    <a:pt x="97" y="65"/>
                  </a:cubicBezTo>
                  <a:cubicBezTo>
                    <a:pt x="115" y="40"/>
                    <a:pt x="115" y="40"/>
                    <a:pt x="115" y="40"/>
                  </a:cubicBezTo>
                  <a:cubicBezTo>
                    <a:pt x="116" y="39"/>
                    <a:pt x="116" y="38"/>
                    <a:pt x="115" y="37"/>
                  </a:cubicBezTo>
                  <a:cubicBezTo>
                    <a:pt x="115" y="36"/>
                    <a:pt x="114" y="35"/>
                    <a:pt x="112" y="35"/>
                  </a:cubicBezTo>
                  <a:cubicBezTo>
                    <a:pt x="89" y="42"/>
                    <a:pt x="89" y="42"/>
                    <a:pt x="89" y="42"/>
                  </a:cubicBezTo>
                  <a:cubicBezTo>
                    <a:pt x="93" y="15"/>
                    <a:pt x="93" y="15"/>
                    <a:pt x="93" y="15"/>
                  </a:cubicBezTo>
                  <a:cubicBezTo>
                    <a:pt x="93" y="14"/>
                    <a:pt x="93" y="13"/>
                    <a:pt x="92" y="12"/>
                  </a:cubicBezTo>
                  <a:cubicBezTo>
                    <a:pt x="91" y="11"/>
                    <a:pt x="89" y="12"/>
                    <a:pt x="88" y="12"/>
                  </a:cubicBezTo>
                  <a:cubicBezTo>
                    <a:pt x="69" y="29"/>
                    <a:pt x="69" y="29"/>
                    <a:pt x="69" y="29"/>
                  </a:cubicBezTo>
                  <a:cubicBezTo>
                    <a:pt x="59" y="2"/>
                    <a:pt x="59" y="2"/>
                    <a:pt x="59" y="2"/>
                  </a:cubicBezTo>
                  <a:cubicBezTo>
                    <a:pt x="59" y="1"/>
                    <a:pt x="58" y="0"/>
                    <a:pt x="56" y="1"/>
                  </a:cubicBezTo>
                  <a:cubicBezTo>
                    <a:pt x="55" y="1"/>
                    <a:pt x="54" y="1"/>
                    <a:pt x="54" y="3"/>
                  </a:cubicBezTo>
                  <a:cubicBezTo>
                    <a:pt x="46" y="31"/>
                    <a:pt x="46" y="31"/>
                    <a:pt x="46" y="31"/>
                  </a:cubicBezTo>
                  <a:cubicBezTo>
                    <a:pt x="29" y="17"/>
                    <a:pt x="29" y="17"/>
                    <a:pt x="29" y="17"/>
                  </a:cubicBezTo>
                  <a:cubicBezTo>
                    <a:pt x="28" y="16"/>
                    <a:pt x="27" y="16"/>
                    <a:pt x="26" y="16"/>
                  </a:cubicBezTo>
                  <a:cubicBezTo>
                    <a:pt x="25" y="17"/>
                    <a:pt x="24" y="18"/>
                    <a:pt x="24" y="19"/>
                  </a:cubicBezTo>
                  <a:cubicBezTo>
                    <a:pt x="27" y="38"/>
                    <a:pt x="27" y="38"/>
                    <a:pt x="27" y="38"/>
                  </a:cubicBezTo>
                  <a:cubicBezTo>
                    <a:pt x="4" y="30"/>
                    <a:pt x="4" y="30"/>
                    <a:pt x="4" y="30"/>
                  </a:cubicBezTo>
                  <a:cubicBezTo>
                    <a:pt x="3" y="29"/>
                    <a:pt x="1" y="30"/>
                    <a:pt x="1" y="31"/>
                  </a:cubicBezTo>
                  <a:cubicBezTo>
                    <a:pt x="0" y="32"/>
                    <a:pt x="0" y="33"/>
                    <a:pt x="1" y="34"/>
                  </a:cubicBezTo>
                  <a:cubicBezTo>
                    <a:pt x="16" y="56"/>
                    <a:pt x="16" y="56"/>
                    <a:pt x="16" y="56"/>
                  </a:cubicBezTo>
                  <a:cubicBezTo>
                    <a:pt x="17" y="57"/>
                    <a:pt x="19" y="57"/>
                    <a:pt x="20" y="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151"/>
            <p:cNvSpPr>
              <a:spLocks/>
            </p:cNvSpPr>
            <p:nvPr/>
          </p:nvSpPr>
          <p:spPr bwMode="auto">
            <a:xfrm>
              <a:off x="3208338" y="5435600"/>
              <a:ext cx="120650" cy="122237"/>
            </a:xfrm>
            <a:custGeom>
              <a:avLst/>
              <a:gdLst>
                <a:gd name="T0" fmla="*/ 89 w 93"/>
                <a:gd name="T1" fmla="*/ 53 h 93"/>
                <a:gd name="T2" fmla="*/ 53 w 93"/>
                <a:gd name="T3" fmla="*/ 4 h 93"/>
                <a:gd name="T4" fmla="*/ 4 w 93"/>
                <a:gd name="T5" fmla="*/ 40 h 93"/>
                <a:gd name="T6" fmla="*/ 40 w 93"/>
                <a:gd name="T7" fmla="*/ 89 h 93"/>
                <a:gd name="T8" fmla="*/ 89 w 93"/>
                <a:gd name="T9" fmla="*/ 53 h 93"/>
              </a:gdLst>
              <a:ahLst/>
              <a:cxnLst>
                <a:cxn ang="0">
                  <a:pos x="T0" y="T1"/>
                </a:cxn>
                <a:cxn ang="0">
                  <a:pos x="T2" y="T3"/>
                </a:cxn>
                <a:cxn ang="0">
                  <a:pos x="T4" y="T5"/>
                </a:cxn>
                <a:cxn ang="0">
                  <a:pos x="T6" y="T7"/>
                </a:cxn>
                <a:cxn ang="0">
                  <a:pos x="T8" y="T9"/>
                </a:cxn>
              </a:cxnLst>
              <a:rect l="0" t="0" r="r" b="b"/>
              <a:pathLst>
                <a:path w="93" h="93">
                  <a:moveTo>
                    <a:pt x="89" y="53"/>
                  </a:moveTo>
                  <a:cubicBezTo>
                    <a:pt x="93" y="30"/>
                    <a:pt x="77" y="8"/>
                    <a:pt x="53" y="4"/>
                  </a:cubicBezTo>
                  <a:cubicBezTo>
                    <a:pt x="30" y="0"/>
                    <a:pt x="8" y="16"/>
                    <a:pt x="4" y="40"/>
                  </a:cubicBezTo>
                  <a:cubicBezTo>
                    <a:pt x="0" y="63"/>
                    <a:pt x="16" y="85"/>
                    <a:pt x="40" y="89"/>
                  </a:cubicBezTo>
                  <a:cubicBezTo>
                    <a:pt x="63" y="93"/>
                    <a:pt x="85" y="77"/>
                    <a:pt x="89"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152"/>
            <p:cNvSpPr>
              <a:spLocks/>
            </p:cNvSpPr>
            <p:nvPr/>
          </p:nvSpPr>
          <p:spPr bwMode="auto">
            <a:xfrm>
              <a:off x="3621088" y="5730875"/>
              <a:ext cx="128588" cy="128587"/>
            </a:xfrm>
            <a:custGeom>
              <a:avLst/>
              <a:gdLst>
                <a:gd name="T0" fmla="*/ 12 w 98"/>
                <a:gd name="T1" fmla="*/ 71 h 98"/>
                <a:gd name="T2" fmla="*/ 70 w 98"/>
                <a:gd name="T3" fmla="*/ 86 h 98"/>
                <a:gd name="T4" fmla="*/ 86 w 98"/>
                <a:gd name="T5" fmla="*/ 27 h 98"/>
                <a:gd name="T6" fmla="*/ 27 w 98"/>
                <a:gd name="T7" fmla="*/ 12 h 98"/>
                <a:gd name="T8" fmla="*/ 12 w 98"/>
                <a:gd name="T9" fmla="*/ 71 h 98"/>
              </a:gdLst>
              <a:ahLst/>
              <a:cxnLst>
                <a:cxn ang="0">
                  <a:pos x="T0" y="T1"/>
                </a:cxn>
                <a:cxn ang="0">
                  <a:pos x="T2" y="T3"/>
                </a:cxn>
                <a:cxn ang="0">
                  <a:pos x="T4" y="T5"/>
                </a:cxn>
                <a:cxn ang="0">
                  <a:pos x="T6" y="T7"/>
                </a:cxn>
                <a:cxn ang="0">
                  <a:pos x="T8" y="T9"/>
                </a:cxn>
              </a:cxnLst>
              <a:rect l="0" t="0" r="r" b="b"/>
              <a:pathLst>
                <a:path w="98" h="98">
                  <a:moveTo>
                    <a:pt x="12" y="71"/>
                  </a:moveTo>
                  <a:cubicBezTo>
                    <a:pt x="24" y="91"/>
                    <a:pt x="50" y="98"/>
                    <a:pt x="70" y="86"/>
                  </a:cubicBezTo>
                  <a:cubicBezTo>
                    <a:pt x="91" y="74"/>
                    <a:pt x="98" y="47"/>
                    <a:pt x="86" y="27"/>
                  </a:cubicBezTo>
                  <a:cubicBezTo>
                    <a:pt x="74" y="7"/>
                    <a:pt x="47" y="0"/>
                    <a:pt x="27" y="12"/>
                  </a:cubicBezTo>
                  <a:cubicBezTo>
                    <a:pt x="6" y="24"/>
                    <a:pt x="0" y="50"/>
                    <a:pt x="12"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49" name="组合 148"/>
          <p:cNvGrpSpPr/>
          <p:nvPr/>
        </p:nvGrpSpPr>
        <p:grpSpPr>
          <a:xfrm>
            <a:off x="4181475" y="3546475"/>
            <a:ext cx="1914526" cy="1273175"/>
            <a:chOff x="4181475" y="3546475"/>
            <a:chExt cx="1914526" cy="1273175"/>
          </a:xfrm>
          <a:solidFill>
            <a:schemeClr val="tx1">
              <a:lumMod val="65000"/>
              <a:lumOff val="35000"/>
            </a:schemeClr>
          </a:solidFill>
        </p:grpSpPr>
        <p:sp>
          <p:nvSpPr>
            <p:cNvPr id="150" name="Freeform 153"/>
            <p:cNvSpPr>
              <a:spLocks noEditPoints="1"/>
            </p:cNvSpPr>
            <p:nvPr/>
          </p:nvSpPr>
          <p:spPr bwMode="auto">
            <a:xfrm>
              <a:off x="4181475" y="3698875"/>
              <a:ext cx="688975" cy="1120775"/>
            </a:xfrm>
            <a:custGeom>
              <a:avLst/>
              <a:gdLst>
                <a:gd name="T0" fmla="*/ 213 w 526"/>
                <a:gd name="T1" fmla="*/ 391 h 857"/>
                <a:gd name="T2" fmla="*/ 181 w 526"/>
                <a:gd name="T3" fmla="*/ 802 h 857"/>
                <a:gd name="T4" fmla="*/ 227 w 526"/>
                <a:gd name="T5" fmla="*/ 855 h 857"/>
                <a:gd name="T6" fmla="*/ 280 w 526"/>
                <a:gd name="T7" fmla="*/ 810 h 857"/>
                <a:gd name="T8" fmla="*/ 306 w 526"/>
                <a:gd name="T9" fmla="*/ 467 h 857"/>
                <a:gd name="T10" fmla="*/ 347 w 526"/>
                <a:gd name="T11" fmla="*/ 458 h 857"/>
                <a:gd name="T12" fmla="*/ 423 w 526"/>
                <a:gd name="T13" fmla="*/ 811 h 857"/>
                <a:gd name="T14" fmla="*/ 482 w 526"/>
                <a:gd name="T15" fmla="*/ 849 h 857"/>
                <a:gd name="T16" fmla="*/ 520 w 526"/>
                <a:gd name="T17" fmla="*/ 790 h 857"/>
                <a:gd name="T18" fmla="*/ 438 w 526"/>
                <a:gd name="T19" fmla="*/ 407 h 857"/>
                <a:gd name="T20" fmla="*/ 438 w 526"/>
                <a:gd name="T21" fmla="*/ 407 h 857"/>
                <a:gd name="T22" fmla="*/ 431 w 526"/>
                <a:gd name="T23" fmla="*/ 377 h 857"/>
                <a:gd name="T24" fmla="*/ 423 w 526"/>
                <a:gd name="T25" fmla="*/ 340 h 857"/>
                <a:gd name="T26" fmla="*/ 430 w 526"/>
                <a:gd name="T27" fmla="*/ 341 h 857"/>
                <a:gd name="T28" fmla="*/ 461 w 526"/>
                <a:gd name="T29" fmla="*/ 318 h 857"/>
                <a:gd name="T30" fmla="*/ 513 w 526"/>
                <a:gd name="T31" fmla="*/ 148 h 857"/>
                <a:gd name="T32" fmla="*/ 508 w 526"/>
                <a:gd name="T33" fmla="*/ 120 h 857"/>
                <a:gd name="T34" fmla="*/ 483 w 526"/>
                <a:gd name="T35" fmla="*/ 106 h 857"/>
                <a:gd name="T36" fmla="*/ 339 w 526"/>
                <a:gd name="T37" fmla="*/ 104 h 857"/>
                <a:gd name="T38" fmla="*/ 328 w 526"/>
                <a:gd name="T39" fmla="*/ 106 h 857"/>
                <a:gd name="T40" fmla="*/ 255 w 526"/>
                <a:gd name="T41" fmla="*/ 170 h 857"/>
                <a:gd name="T42" fmla="*/ 234 w 526"/>
                <a:gd name="T43" fmla="*/ 172 h 857"/>
                <a:gd name="T44" fmla="*/ 163 w 526"/>
                <a:gd name="T45" fmla="*/ 142 h 857"/>
                <a:gd name="T46" fmla="*/ 159 w 526"/>
                <a:gd name="T47" fmla="*/ 144 h 857"/>
                <a:gd name="T48" fmla="*/ 104 w 526"/>
                <a:gd name="T49" fmla="*/ 129 h 857"/>
                <a:gd name="T50" fmla="*/ 102 w 526"/>
                <a:gd name="T51" fmla="*/ 124 h 857"/>
                <a:gd name="T52" fmla="*/ 130 w 526"/>
                <a:gd name="T53" fmla="*/ 21 h 857"/>
                <a:gd name="T54" fmla="*/ 135 w 526"/>
                <a:gd name="T55" fmla="*/ 19 h 857"/>
                <a:gd name="T56" fmla="*/ 149 w 526"/>
                <a:gd name="T57" fmla="*/ 22 h 857"/>
                <a:gd name="T58" fmla="*/ 151 w 526"/>
                <a:gd name="T59" fmla="*/ 19 h 857"/>
                <a:gd name="T60" fmla="*/ 159 w 526"/>
                <a:gd name="T61" fmla="*/ 8 h 857"/>
                <a:gd name="T62" fmla="*/ 137 w 526"/>
                <a:gd name="T63" fmla="*/ 2 h 857"/>
                <a:gd name="T64" fmla="*/ 122 w 526"/>
                <a:gd name="T65" fmla="*/ 10 h 857"/>
                <a:gd name="T66" fmla="*/ 110 w 526"/>
                <a:gd name="T67" fmla="*/ 54 h 857"/>
                <a:gd name="T68" fmla="*/ 108 w 526"/>
                <a:gd name="T69" fmla="*/ 56 h 857"/>
                <a:gd name="T70" fmla="*/ 8 w 526"/>
                <a:gd name="T71" fmla="*/ 193 h 857"/>
                <a:gd name="T72" fmla="*/ 8 w 526"/>
                <a:gd name="T73" fmla="*/ 229 h 857"/>
                <a:gd name="T74" fmla="*/ 34 w 526"/>
                <a:gd name="T75" fmla="*/ 244 h 857"/>
                <a:gd name="T76" fmla="*/ 41 w 526"/>
                <a:gd name="T77" fmla="*/ 243 h 857"/>
                <a:gd name="T78" fmla="*/ 175 w 526"/>
                <a:gd name="T79" fmla="*/ 214 h 857"/>
                <a:gd name="T80" fmla="*/ 213 w 526"/>
                <a:gd name="T81" fmla="*/ 391 h 857"/>
                <a:gd name="T82" fmla="*/ 408 w 526"/>
                <a:gd name="T83" fmla="*/ 271 h 857"/>
                <a:gd name="T84" fmla="*/ 386 w 526"/>
                <a:gd name="T85" fmla="*/ 169 h 857"/>
                <a:gd name="T86" fmla="*/ 439 w 526"/>
                <a:gd name="T87" fmla="*/ 170 h 857"/>
                <a:gd name="T88" fmla="*/ 408 w 526"/>
                <a:gd name="T89" fmla="*/ 271 h 857"/>
                <a:gd name="T90" fmla="*/ 119 w 526"/>
                <a:gd name="T91" fmla="*/ 150 h 857"/>
                <a:gd name="T92" fmla="*/ 140 w 526"/>
                <a:gd name="T93" fmla="*/ 156 h 857"/>
                <a:gd name="T94" fmla="*/ 110 w 526"/>
                <a:gd name="T95" fmla="*/ 163 h 857"/>
                <a:gd name="T96" fmla="*/ 119 w 526"/>
                <a:gd name="T97" fmla="*/ 150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26" h="857">
                  <a:moveTo>
                    <a:pt x="213" y="391"/>
                  </a:moveTo>
                  <a:cubicBezTo>
                    <a:pt x="181" y="802"/>
                    <a:pt x="181" y="802"/>
                    <a:pt x="181" y="802"/>
                  </a:cubicBezTo>
                  <a:cubicBezTo>
                    <a:pt x="179" y="829"/>
                    <a:pt x="199" y="853"/>
                    <a:pt x="227" y="855"/>
                  </a:cubicBezTo>
                  <a:cubicBezTo>
                    <a:pt x="254" y="857"/>
                    <a:pt x="278" y="837"/>
                    <a:pt x="280" y="810"/>
                  </a:cubicBezTo>
                  <a:cubicBezTo>
                    <a:pt x="306" y="467"/>
                    <a:pt x="306" y="467"/>
                    <a:pt x="306" y="467"/>
                  </a:cubicBezTo>
                  <a:cubicBezTo>
                    <a:pt x="347" y="458"/>
                    <a:pt x="347" y="458"/>
                    <a:pt x="347" y="458"/>
                  </a:cubicBezTo>
                  <a:cubicBezTo>
                    <a:pt x="423" y="811"/>
                    <a:pt x="423" y="811"/>
                    <a:pt x="423" y="811"/>
                  </a:cubicBezTo>
                  <a:cubicBezTo>
                    <a:pt x="429" y="838"/>
                    <a:pt x="455" y="855"/>
                    <a:pt x="482" y="849"/>
                  </a:cubicBezTo>
                  <a:cubicBezTo>
                    <a:pt x="509" y="843"/>
                    <a:pt x="526" y="817"/>
                    <a:pt x="520" y="790"/>
                  </a:cubicBezTo>
                  <a:cubicBezTo>
                    <a:pt x="438" y="407"/>
                    <a:pt x="438" y="407"/>
                    <a:pt x="438" y="407"/>
                  </a:cubicBezTo>
                  <a:cubicBezTo>
                    <a:pt x="438" y="407"/>
                    <a:pt x="438" y="407"/>
                    <a:pt x="438" y="407"/>
                  </a:cubicBezTo>
                  <a:cubicBezTo>
                    <a:pt x="431" y="377"/>
                    <a:pt x="431" y="377"/>
                    <a:pt x="431" y="377"/>
                  </a:cubicBezTo>
                  <a:cubicBezTo>
                    <a:pt x="423" y="340"/>
                    <a:pt x="423" y="340"/>
                    <a:pt x="423" y="340"/>
                  </a:cubicBezTo>
                  <a:cubicBezTo>
                    <a:pt x="426" y="341"/>
                    <a:pt x="428" y="341"/>
                    <a:pt x="430" y="341"/>
                  </a:cubicBezTo>
                  <a:cubicBezTo>
                    <a:pt x="444" y="341"/>
                    <a:pt x="456" y="332"/>
                    <a:pt x="461" y="318"/>
                  </a:cubicBezTo>
                  <a:cubicBezTo>
                    <a:pt x="513" y="148"/>
                    <a:pt x="513" y="148"/>
                    <a:pt x="513" y="148"/>
                  </a:cubicBezTo>
                  <a:cubicBezTo>
                    <a:pt x="516" y="138"/>
                    <a:pt x="514" y="128"/>
                    <a:pt x="508" y="120"/>
                  </a:cubicBezTo>
                  <a:cubicBezTo>
                    <a:pt x="502" y="112"/>
                    <a:pt x="493" y="107"/>
                    <a:pt x="483" y="106"/>
                  </a:cubicBezTo>
                  <a:cubicBezTo>
                    <a:pt x="339" y="104"/>
                    <a:pt x="339" y="104"/>
                    <a:pt x="339" y="104"/>
                  </a:cubicBezTo>
                  <a:cubicBezTo>
                    <a:pt x="335" y="104"/>
                    <a:pt x="331" y="104"/>
                    <a:pt x="328" y="106"/>
                  </a:cubicBezTo>
                  <a:cubicBezTo>
                    <a:pt x="317" y="137"/>
                    <a:pt x="290" y="162"/>
                    <a:pt x="255" y="170"/>
                  </a:cubicBezTo>
                  <a:cubicBezTo>
                    <a:pt x="248" y="171"/>
                    <a:pt x="241" y="172"/>
                    <a:pt x="234" y="172"/>
                  </a:cubicBezTo>
                  <a:cubicBezTo>
                    <a:pt x="207" y="172"/>
                    <a:pt x="182" y="161"/>
                    <a:pt x="163" y="142"/>
                  </a:cubicBezTo>
                  <a:cubicBezTo>
                    <a:pt x="163" y="144"/>
                    <a:pt x="161" y="145"/>
                    <a:pt x="159" y="144"/>
                  </a:cubicBezTo>
                  <a:cubicBezTo>
                    <a:pt x="104" y="129"/>
                    <a:pt x="104" y="129"/>
                    <a:pt x="104" y="129"/>
                  </a:cubicBezTo>
                  <a:cubicBezTo>
                    <a:pt x="102" y="128"/>
                    <a:pt x="101" y="126"/>
                    <a:pt x="102" y="124"/>
                  </a:cubicBezTo>
                  <a:cubicBezTo>
                    <a:pt x="130" y="21"/>
                    <a:pt x="130" y="21"/>
                    <a:pt x="130" y="21"/>
                  </a:cubicBezTo>
                  <a:cubicBezTo>
                    <a:pt x="131" y="19"/>
                    <a:pt x="133" y="18"/>
                    <a:pt x="135" y="19"/>
                  </a:cubicBezTo>
                  <a:cubicBezTo>
                    <a:pt x="149" y="22"/>
                    <a:pt x="149" y="22"/>
                    <a:pt x="149" y="22"/>
                  </a:cubicBezTo>
                  <a:cubicBezTo>
                    <a:pt x="149" y="21"/>
                    <a:pt x="150" y="20"/>
                    <a:pt x="151" y="19"/>
                  </a:cubicBezTo>
                  <a:cubicBezTo>
                    <a:pt x="153" y="15"/>
                    <a:pt x="156" y="11"/>
                    <a:pt x="159" y="8"/>
                  </a:cubicBezTo>
                  <a:cubicBezTo>
                    <a:pt x="137" y="2"/>
                    <a:pt x="137" y="2"/>
                    <a:pt x="137" y="2"/>
                  </a:cubicBezTo>
                  <a:cubicBezTo>
                    <a:pt x="130" y="0"/>
                    <a:pt x="124" y="4"/>
                    <a:pt x="122" y="10"/>
                  </a:cubicBezTo>
                  <a:cubicBezTo>
                    <a:pt x="110" y="54"/>
                    <a:pt x="110" y="54"/>
                    <a:pt x="110" y="54"/>
                  </a:cubicBezTo>
                  <a:cubicBezTo>
                    <a:pt x="109" y="55"/>
                    <a:pt x="109" y="55"/>
                    <a:pt x="108" y="56"/>
                  </a:cubicBezTo>
                  <a:cubicBezTo>
                    <a:pt x="8" y="193"/>
                    <a:pt x="8" y="193"/>
                    <a:pt x="8" y="193"/>
                  </a:cubicBezTo>
                  <a:cubicBezTo>
                    <a:pt x="1" y="204"/>
                    <a:pt x="0" y="218"/>
                    <a:pt x="8" y="229"/>
                  </a:cubicBezTo>
                  <a:cubicBezTo>
                    <a:pt x="13" y="239"/>
                    <a:pt x="24" y="244"/>
                    <a:pt x="34" y="244"/>
                  </a:cubicBezTo>
                  <a:cubicBezTo>
                    <a:pt x="37" y="244"/>
                    <a:pt x="39" y="244"/>
                    <a:pt x="41" y="243"/>
                  </a:cubicBezTo>
                  <a:cubicBezTo>
                    <a:pt x="175" y="214"/>
                    <a:pt x="175" y="214"/>
                    <a:pt x="175" y="214"/>
                  </a:cubicBezTo>
                  <a:lnTo>
                    <a:pt x="213" y="391"/>
                  </a:lnTo>
                  <a:close/>
                  <a:moveTo>
                    <a:pt x="408" y="271"/>
                  </a:moveTo>
                  <a:cubicBezTo>
                    <a:pt x="386" y="169"/>
                    <a:pt x="386" y="169"/>
                    <a:pt x="386" y="169"/>
                  </a:cubicBezTo>
                  <a:cubicBezTo>
                    <a:pt x="439" y="170"/>
                    <a:pt x="439" y="170"/>
                    <a:pt x="439" y="170"/>
                  </a:cubicBezTo>
                  <a:lnTo>
                    <a:pt x="408" y="271"/>
                  </a:lnTo>
                  <a:close/>
                  <a:moveTo>
                    <a:pt x="119" y="150"/>
                  </a:moveTo>
                  <a:cubicBezTo>
                    <a:pt x="140" y="156"/>
                    <a:pt x="140" y="156"/>
                    <a:pt x="140" y="156"/>
                  </a:cubicBezTo>
                  <a:cubicBezTo>
                    <a:pt x="110" y="163"/>
                    <a:pt x="110" y="163"/>
                    <a:pt x="110" y="163"/>
                  </a:cubicBezTo>
                  <a:lnTo>
                    <a:pt x="119" y="1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154"/>
            <p:cNvSpPr>
              <a:spLocks/>
            </p:cNvSpPr>
            <p:nvPr/>
          </p:nvSpPr>
          <p:spPr bwMode="auto">
            <a:xfrm>
              <a:off x="4360863" y="3665538"/>
              <a:ext cx="257175" cy="257175"/>
            </a:xfrm>
            <a:custGeom>
              <a:avLst/>
              <a:gdLst>
                <a:gd name="T0" fmla="*/ 10 w 197"/>
                <a:gd name="T1" fmla="*/ 117 h 196"/>
                <a:gd name="T2" fmla="*/ 117 w 197"/>
                <a:gd name="T3" fmla="*/ 186 h 196"/>
                <a:gd name="T4" fmla="*/ 186 w 197"/>
                <a:gd name="T5" fmla="*/ 79 h 196"/>
                <a:gd name="T6" fmla="*/ 79 w 197"/>
                <a:gd name="T7" fmla="*/ 10 h 196"/>
                <a:gd name="T8" fmla="*/ 10 w 197"/>
                <a:gd name="T9" fmla="*/ 117 h 196"/>
              </a:gdLst>
              <a:ahLst/>
              <a:cxnLst>
                <a:cxn ang="0">
                  <a:pos x="T0" y="T1"/>
                </a:cxn>
                <a:cxn ang="0">
                  <a:pos x="T2" y="T3"/>
                </a:cxn>
                <a:cxn ang="0">
                  <a:pos x="T4" y="T5"/>
                </a:cxn>
                <a:cxn ang="0">
                  <a:pos x="T6" y="T7"/>
                </a:cxn>
                <a:cxn ang="0">
                  <a:pos x="T8" y="T9"/>
                </a:cxn>
              </a:cxnLst>
              <a:rect l="0" t="0" r="r" b="b"/>
              <a:pathLst>
                <a:path w="197" h="196">
                  <a:moveTo>
                    <a:pt x="10" y="117"/>
                  </a:moveTo>
                  <a:cubicBezTo>
                    <a:pt x="21" y="165"/>
                    <a:pt x="68" y="196"/>
                    <a:pt x="117" y="186"/>
                  </a:cubicBezTo>
                  <a:cubicBezTo>
                    <a:pt x="166" y="175"/>
                    <a:pt x="197" y="128"/>
                    <a:pt x="186" y="79"/>
                  </a:cubicBezTo>
                  <a:cubicBezTo>
                    <a:pt x="176" y="30"/>
                    <a:pt x="128" y="0"/>
                    <a:pt x="79" y="10"/>
                  </a:cubicBezTo>
                  <a:cubicBezTo>
                    <a:pt x="31" y="20"/>
                    <a:pt x="0" y="68"/>
                    <a:pt x="10" y="1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155"/>
            <p:cNvSpPr>
              <a:spLocks/>
            </p:cNvSpPr>
            <p:nvPr/>
          </p:nvSpPr>
          <p:spPr bwMode="auto">
            <a:xfrm>
              <a:off x="4605338" y="3546475"/>
              <a:ext cx="107950" cy="87312"/>
            </a:xfrm>
            <a:custGeom>
              <a:avLst/>
              <a:gdLst>
                <a:gd name="T0" fmla="*/ 70 w 83"/>
                <a:gd name="T1" fmla="*/ 28 h 66"/>
                <a:gd name="T2" fmla="*/ 0 w 83"/>
                <a:gd name="T3" fmla="*/ 66 h 66"/>
                <a:gd name="T4" fmla="*/ 70 w 83"/>
                <a:gd name="T5" fmla="*/ 28 h 66"/>
              </a:gdLst>
              <a:ahLst/>
              <a:cxnLst>
                <a:cxn ang="0">
                  <a:pos x="T0" y="T1"/>
                </a:cxn>
                <a:cxn ang="0">
                  <a:pos x="T2" y="T3"/>
                </a:cxn>
                <a:cxn ang="0">
                  <a:pos x="T4" y="T5"/>
                </a:cxn>
              </a:cxnLst>
              <a:rect l="0" t="0" r="r" b="b"/>
              <a:pathLst>
                <a:path w="83" h="66">
                  <a:moveTo>
                    <a:pt x="70" y="28"/>
                  </a:moveTo>
                  <a:cubicBezTo>
                    <a:pt x="56" y="0"/>
                    <a:pt x="5" y="30"/>
                    <a:pt x="0" y="66"/>
                  </a:cubicBezTo>
                  <a:cubicBezTo>
                    <a:pt x="46" y="45"/>
                    <a:pt x="83" y="54"/>
                    <a:pt x="70"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156"/>
            <p:cNvSpPr>
              <a:spLocks/>
            </p:cNvSpPr>
            <p:nvPr/>
          </p:nvSpPr>
          <p:spPr bwMode="auto">
            <a:xfrm>
              <a:off x="4527550" y="3546475"/>
              <a:ext cx="74613" cy="88900"/>
            </a:xfrm>
            <a:custGeom>
              <a:avLst/>
              <a:gdLst>
                <a:gd name="T0" fmla="*/ 18 w 57"/>
                <a:gd name="T1" fmla="*/ 68 h 68"/>
                <a:gd name="T2" fmla="*/ 34 w 57"/>
                <a:gd name="T3" fmla="*/ 7 h 68"/>
                <a:gd name="T4" fmla="*/ 18 w 57"/>
                <a:gd name="T5" fmla="*/ 68 h 68"/>
              </a:gdLst>
              <a:ahLst/>
              <a:cxnLst>
                <a:cxn ang="0">
                  <a:pos x="T0" y="T1"/>
                </a:cxn>
                <a:cxn ang="0">
                  <a:pos x="T2" y="T3"/>
                </a:cxn>
                <a:cxn ang="0">
                  <a:pos x="T4" y="T5"/>
                </a:cxn>
              </a:cxnLst>
              <a:rect l="0" t="0" r="r" b="b"/>
              <a:pathLst>
                <a:path w="57" h="68">
                  <a:moveTo>
                    <a:pt x="18" y="68"/>
                  </a:moveTo>
                  <a:cubicBezTo>
                    <a:pt x="31" y="31"/>
                    <a:pt x="57" y="14"/>
                    <a:pt x="34" y="7"/>
                  </a:cubicBezTo>
                  <a:cubicBezTo>
                    <a:pt x="11" y="0"/>
                    <a:pt x="0" y="46"/>
                    <a:pt x="18"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157"/>
            <p:cNvSpPr>
              <a:spLocks/>
            </p:cNvSpPr>
            <p:nvPr/>
          </p:nvSpPr>
          <p:spPr bwMode="auto">
            <a:xfrm>
              <a:off x="4619625" y="3651250"/>
              <a:ext cx="74613" cy="52387"/>
            </a:xfrm>
            <a:custGeom>
              <a:avLst/>
              <a:gdLst>
                <a:gd name="T0" fmla="*/ 0 w 58"/>
                <a:gd name="T1" fmla="*/ 37 h 40"/>
                <a:gd name="T2" fmla="*/ 52 w 58"/>
                <a:gd name="T3" fmla="*/ 20 h 40"/>
                <a:gd name="T4" fmla="*/ 0 w 58"/>
                <a:gd name="T5" fmla="*/ 37 h 40"/>
              </a:gdLst>
              <a:ahLst/>
              <a:cxnLst>
                <a:cxn ang="0">
                  <a:pos x="T0" y="T1"/>
                </a:cxn>
                <a:cxn ang="0">
                  <a:pos x="T2" y="T3"/>
                </a:cxn>
                <a:cxn ang="0">
                  <a:pos x="T4" y="T5"/>
                </a:cxn>
              </a:cxnLst>
              <a:rect l="0" t="0" r="r" b="b"/>
              <a:pathLst>
                <a:path w="58" h="40">
                  <a:moveTo>
                    <a:pt x="0" y="37"/>
                  </a:moveTo>
                  <a:cubicBezTo>
                    <a:pt x="33" y="29"/>
                    <a:pt x="58" y="40"/>
                    <a:pt x="52" y="20"/>
                  </a:cubicBezTo>
                  <a:cubicBezTo>
                    <a:pt x="46" y="0"/>
                    <a:pt x="7" y="14"/>
                    <a:pt x="0"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158"/>
            <p:cNvSpPr>
              <a:spLocks/>
            </p:cNvSpPr>
            <p:nvPr/>
          </p:nvSpPr>
          <p:spPr bwMode="auto">
            <a:xfrm>
              <a:off x="5468938" y="3989388"/>
              <a:ext cx="80963" cy="90487"/>
            </a:xfrm>
            <a:custGeom>
              <a:avLst/>
              <a:gdLst>
                <a:gd name="T0" fmla="*/ 30 w 62"/>
                <a:gd name="T1" fmla="*/ 50 h 69"/>
                <a:gd name="T2" fmla="*/ 32 w 62"/>
                <a:gd name="T3" fmla="*/ 50 h 69"/>
                <a:gd name="T4" fmla="*/ 32 w 62"/>
                <a:gd name="T5" fmla="*/ 68 h 69"/>
                <a:gd name="T6" fmla="*/ 47 w 62"/>
                <a:gd name="T7" fmla="*/ 67 h 69"/>
                <a:gd name="T8" fmla="*/ 47 w 62"/>
                <a:gd name="T9" fmla="*/ 45 h 69"/>
                <a:gd name="T10" fmla="*/ 47 w 62"/>
                <a:gd name="T11" fmla="*/ 34 h 69"/>
                <a:gd name="T12" fmla="*/ 47 w 62"/>
                <a:gd name="T13" fmla="*/ 14 h 69"/>
                <a:gd name="T14" fmla="*/ 51 w 62"/>
                <a:gd name="T15" fmla="*/ 52 h 69"/>
                <a:gd name="T16" fmla="*/ 55 w 62"/>
                <a:gd name="T17" fmla="*/ 57 h 69"/>
                <a:gd name="T18" fmla="*/ 56 w 62"/>
                <a:gd name="T19" fmla="*/ 57 h 69"/>
                <a:gd name="T20" fmla="*/ 60 w 62"/>
                <a:gd name="T21" fmla="*/ 52 h 69"/>
                <a:gd name="T22" fmla="*/ 51 w 62"/>
                <a:gd name="T23" fmla="*/ 4 h 69"/>
                <a:gd name="T24" fmla="*/ 43 w 62"/>
                <a:gd name="T25" fmla="*/ 0 h 69"/>
                <a:gd name="T26" fmla="*/ 43 w 62"/>
                <a:gd name="T27" fmla="*/ 0 h 69"/>
                <a:gd name="T28" fmla="*/ 20 w 62"/>
                <a:gd name="T29" fmla="*/ 0 h 69"/>
                <a:gd name="T30" fmla="*/ 19 w 62"/>
                <a:gd name="T31" fmla="*/ 0 h 69"/>
                <a:gd name="T32" fmla="*/ 11 w 62"/>
                <a:gd name="T33" fmla="*/ 4 h 69"/>
                <a:gd name="T34" fmla="*/ 2 w 62"/>
                <a:gd name="T35" fmla="*/ 52 h 69"/>
                <a:gd name="T36" fmla="*/ 6 w 62"/>
                <a:gd name="T37" fmla="*/ 57 h 69"/>
                <a:gd name="T38" fmla="*/ 7 w 62"/>
                <a:gd name="T39" fmla="*/ 57 h 69"/>
                <a:gd name="T40" fmla="*/ 11 w 62"/>
                <a:gd name="T41" fmla="*/ 52 h 69"/>
                <a:gd name="T42" fmla="*/ 15 w 62"/>
                <a:gd name="T43" fmla="*/ 14 h 69"/>
                <a:gd name="T44" fmla="*/ 15 w 62"/>
                <a:gd name="T45" fmla="*/ 34 h 69"/>
                <a:gd name="T46" fmla="*/ 15 w 62"/>
                <a:gd name="T47" fmla="*/ 45 h 69"/>
                <a:gd name="T48" fmla="*/ 15 w 62"/>
                <a:gd name="T49" fmla="*/ 69 h 69"/>
                <a:gd name="T50" fmla="*/ 30 w 62"/>
                <a:gd name="T51" fmla="*/ 68 h 69"/>
                <a:gd name="T52" fmla="*/ 30 w 62"/>
                <a:gd name="T53" fmla="*/ 5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2" h="69">
                  <a:moveTo>
                    <a:pt x="30" y="50"/>
                  </a:moveTo>
                  <a:cubicBezTo>
                    <a:pt x="32" y="50"/>
                    <a:pt x="32" y="50"/>
                    <a:pt x="32" y="50"/>
                  </a:cubicBezTo>
                  <a:cubicBezTo>
                    <a:pt x="32" y="68"/>
                    <a:pt x="32" y="68"/>
                    <a:pt x="32" y="68"/>
                  </a:cubicBezTo>
                  <a:cubicBezTo>
                    <a:pt x="37" y="67"/>
                    <a:pt x="42" y="67"/>
                    <a:pt x="47" y="67"/>
                  </a:cubicBezTo>
                  <a:cubicBezTo>
                    <a:pt x="47" y="45"/>
                    <a:pt x="47" y="45"/>
                    <a:pt x="47" y="45"/>
                  </a:cubicBezTo>
                  <a:cubicBezTo>
                    <a:pt x="47" y="34"/>
                    <a:pt x="47" y="34"/>
                    <a:pt x="47" y="34"/>
                  </a:cubicBezTo>
                  <a:cubicBezTo>
                    <a:pt x="47" y="14"/>
                    <a:pt x="47" y="14"/>
                    <a:pt x="47" y="14"/>
                  </a:cubicBezTo>
                  <a:cubicBezTo>
                    <a:pt x="50" y="20"/>
                    <a:pt x="52" y="31"/>
                    <a:pt x="51" y="52"/>
                  </a:cubicBezTo>
                  <a:cubicBezTo>
                    <a:pt x="51" y="55"/>
                    <a:pt x="53" y="57"/>
                    <a:pt x="55" y="57"/>
                  </a:cubicBezTo>
                  <a:cubicBezTo>
                    <a:pt x="55" y="57"/>
                    <a:pt x="56" y="57"/>
                    <a:pt x="56" y="57"/>
                  </a:cubicBezTo>
                  <a:cubicBezTo>
                    <a:pt x="58" y="57"/>
                    <a:pt x="60" y="55"/>
                    <a:pt x="60" y="52"/>
                  </a:cubicBezTo>
                  <a:cubicBezTo>
                    <a:pt x="62" y="27"/>
                    <a:pt x="59" y="11"/>
                    <a:pt x="51" y="4"/>
                  </a:cubicBezTo>
                  <a:cubicBezTo>
                    <a:pt x="48" y="0"/>
                    <a:pt x="44" y="0"/>
                    <a:pt x="43" y="0"/>
                  </a:cubicBezTo>
                  <a:cubicBezTo>
                    <a:pt x="43" y="0"/>
                    <a:pt x="43" y="0"/>
                    <a:pt x="43" y="0"/>
                  </a:cubicBezTo>
                  <a:cubicBezTo>
                    <a:pt x="20" y="0"/>
                    <a:pt x="20" y="0"/>
                    <a:pt x="20" y="0"/>
                  </a:cubicBezTo>
                  <a:cubicBezTo>
                    <a:pt x="19" y="0"/>
                    <a:pt x="19" y="0"/>
                    <a:pt x="19" y="0"/>
                  </a:cubicBezTo>
                  <a:cubicBezTo>
                    <a:pt x="18" y="0"/>
                    <a:pt x="14" y="0"/>
                    <a:pt x="11" y="4"/>
                  </a:cubicBezTo>
                  <a:cubicBezTo>
                    <a:pt x="3" y="11"/>
                    <a:pt x="0" y="27"/>
                    <a:pt x="2" y="52"/>
                  </a:cubicBezTo>
                  <a:cubicBezTo>
                    <a:pt x="2" y="55"/>
                    <a:pt x="4" y="57"/>
                    <a:pt x="6" y="57"/>
                  </a:cubicBezTo>
                  <a:cubicBezTo>
                    <a:pt x="6" y="57"/>
                    <a:pt x="7" y="57"/>
                    <a:pt x="7" y="57"/>
                  </a:cubicBezTo>
                  <a:cubicBezTo>
                    <a:pt x="9" y="57"/>
                    <a:pt x="11" y="55"/>
                    <a:pt x="11" y="52"/>
                  </a:cubicBezTo>
                  <a:cubicBezTo>
                    <a:pt x="10" y="31"/>
                    <a:pt x="12" y="20"/>
                    <a:pt x="15" y="14"/>
                  </a:cubicBezTo>
                  <a:cubicBezTo>
                    <a:pt x="15" y="34"/>
                    <a:pt x="15" y="34"/>
                    <a:pt x="15" y="34"/>
                  </a:cubicBezTo>
                  <a:cubicBezTo>
                    <a:pt x="15" y="45"/>
                    <a:pt x="15" y="45"/>
                    <a:pt x="15" y="45"/>
                  </a:cubicBezTo>
                  <a:cubicBezTo>
                    <a:pt x="15" y="69"/>
                    <a:pt x="15" y="69"/>
                    <a:pt x="15" y="69"/>
                  </a:cubicBezTo>
                  <a:cubicBezTo>
                    <a:pt x="20" y="68"/>
                    <a:pt x="25" y="68"/>
                    <a:pt x="30" y="68"/>
                  </a:cubicBezTo>
                  <a:lnTo>
                    <a:pt x="30" y="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Oval 159"/>
            <p:cNvSpPr>
              <a:spLocks noChangeArrowheads="1"/>
            </p:cNvSpPr>
            <p:nvPr/>
          </p:nvSpPr>
          <p:spPr bwMode="auto">
            <a:xfrm>
              <a:off x="5492750" y="3949700"/>
              <a:ext cx="34925" cy="349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Oval 160"/>
            <p:cNvSpPr>
              <a:spLocks noChangeArrowheads="1"/>
            </p:cNvSpPr>
            <p:nvPr/>
          </p:nvSpPr>
          <p:spPr bwMode="auto">
            <a:xfrm>
              <a:off x="5541963" y="3949700"/>
              <a:ext cx="33338" cy="349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Oval 161"/>
            <p:cNvSpPr>
              <a:spLocks noChangeArrowheads="1"/>
            </p:cNvSpPr>
            <p:nvPr/>
          </p:nvSpPr>
          <p:spPr bwMode="auto">
            <a:xfrm>
              <a:off x="5637213" y="3932238"/>
              <a:ext cx="33338" cy="349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Oval 162"/>
            <p:cNvSpPr>
              <a:spLocks noChangeArrowheads="1"/>
            </p:cNvSpPr>
            <p:nvPr/>
          </p:nvSpPr>
          <p:spPr bwMode="auto">
            <a:xfrm>
              <a:off x="5727700" y="3922713"/>
              <a:ext cx="36513" cy="3333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163"/>
            <p:cNvSpPr>
              <a:spLocks/>
            </p:cNvSpPr>
            <p:nvPr/>
          </p:nvSpPr>
          <p:spPr bwMode="auto">
            <a:xfrm>
              <a:off x="5568950" y="3979863"/>
              <a:ext cx="80963" cy="92075"/>
            </a:xfrm>
            <a:custGeom>
              <a:avLst/>
              <a:gdLst>
                <a:gd name="T0" fmla="*/ 30 w 62"/>
                <a:gd name="T1" fmla="*/ 49 h 70"/>
                <a:gd name="T2" fmla="*/ 32 w 62"/>
                <a:gd name="T3" fmla="*/ 49 h 70"/>
                <a:gd name="T4" fmla="*/ 32 w 62"/>
                <a:gd name="T5" fmla="*/ 69 h 70"/>
                <a:gd name="T6" fmla="*/ 47 w 62"/>
                <a:gd name="T7" fmla="*/ 68 h 70"/>
                <a:gd name="T8" fmla="*/ 47 w 62"/>
                <a:gd name="T9" fmla="*/ 45 h 70"/>
                <a:gd name="T10" fmla="*/ 47 w 62"/>
                <a:gd name="T11" fmla="*/ 34 h 70"/>
                <a:gd name="T12" fmla="*/ 47 w 62"/>
                <a:gd name="T13" fmla="*/ 14 h 70"/>
                <a:gd name="T14" fmla="*/ 51 w 62"/>
                <a:gd name="T15" fmla="*/ 51 h 70"/>
                <a:gd name="T16" fmla="*/ 55 w 62"/>
                <a:gd name="T17" fmla="*/ 56 h 70"/>
                <a:gd name="T18" fmla="*/ 56 w 62"/>
                <a:gd name="T19" fmla="*/ 56 h 70"/>
                <a:gd name="T20" fmla="*/ 60 w 62"/>
                <a:gd name="T21" fmla="*/ 52 h 70"/>
                <a:gd name="T22" fmla="*/ 51 w 62"/>
                <a:gd name="T23" fmla="*/ 3 h 70"/>
                <a:gd name="T24" fmla="*/ 42 w 62"/>
                <a:gd name="T25" fmla="*/ 0 h 70"/>
                <a:gd name="T26" fmla="*/ 42 w 62"/>
                <a:gd name="T27" fmla="*/ 0 h 70"/>
                <a:gd name="T28" fmla="*/ 19 w 62"/>
                <a:gd name="T29" fmla="*/ 0 h 70"/>
                <a:gd name="T30" fmla="*/ 19 w 62"/>
                <a:gd name="T31" fmla="*/ 0 h 70"/>
                <a:gd name="T32" fmla="*/ 11 w 62"/>
                <a:gd name="T33" fmla="*/ 3 h 70"/>
                <a:gd name="T34" fmla="*/ 1 w 62"/>
                <a:gd name="T35" fmla="*/ 52 h 70"/>
                <a:gd name="T36" fmla="*/ 6 w 62"/>
                <a:gd name="T37" fmla="*/ 56 h 70"/>
                <a:gd name="T38" fmla="*/ 7 w 62"/>
                <a:gd name="T39" fmla="*/ 56 h 70"/>
                <a:gd name="T40" fmla="*/ 11 w 62"/>
                <a:gd name="T41" fmla="*/ 51 h 70"/>
                <a:gd name="T42" fmla="*/ 15 w 62"/>
                <a:gd name="T43" fmla="*/ 14 h 70"/>
                <a:gd name="T44" fmla="*/ 15 w 62"/>
                <a:gd name="T45" fmla="*/ 34 h 70"/>
                <a:gd name="T46" fmla="*/ 15 w 62"/>
                <a:gd name="T47" fmla="*/ 45 h 70"/>
                <a:gd name="T48" fmla="*/ 15 w 62"/>
                <a:gd name="T49" fmla="*/ 70 h 70"/>
                <a:gd name="T50" fmla="*/ 30 w 62"/>
                <a:gd name="T51" fmla="*/ 69 h 70"/>
                <a:gd name="T52" fmla="*/ 30 w 62"/>
                <a:gd name="T53" fmla="*/ 4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2" h="70">
                  <a:moveTo>
                    <a:pt x="30" y="49"/>
                  </a:moveTo>
                  <a:cubicBezTo>
                    <a:pt x="32" y="49"/>
                    <a:pt x="32" y="49"/>
                    <a:pt x="32" y="49"/>
                  </a:cubicBezTo>
                  <a:cubicBezTo>
                    <a:pt x="32" y="69"/>
                    <a:pt x="32" y="69"/>
                    <a:pt x="32" y="69"/>
                  </a:cubicBezTo>
                  <a:cubicBezTo>
                    <a:pt x="37" y="69"/>
                    <a:pt x="42" y="68"/>
                    <a:pt x="47" y="68"/>
                  </a:cubicBezTo>
                  <a:cubicBezTo>
                    <a:pt x="47" y="45"/>
                    <a:pt x="47" y="45"/>
                    <a:pt x="47" y="45"/>
                  </a:cubicBezTo>
                  <a:cubicBezTo>
                    <a:pt x="47" y="34"/>
                    <a:pt x="47" y="34"/>
                    <a:pt x="47" y="34"/>
                  </a:cubicBezTo>
                  <a:cubicBezTo>
                    <a:pt x="47" y="14"/>
                    <a:pt x="47" y="14"/>
                    <a:pt x="47" y="14"/>
                  </a:cubicBezTo>
                  <a:cubicBezTo>
                    <a:pt x="50" y="19"/>
                    <a:pt x="52" y="31"/>
                    <a:pt x="51" y="51"/>
                  </a:cubicBezTo>
                  <a:cubicBezTo>
                    <a:pt x="51" y="54"/>
                    <a:pt x="53" y="56"/>
                    <a:pt x="55" y="56"/>
                  </a:cubicBezTo>
                  <a:cubicBezTo>
                    <a:pt x="55" y="56"/>
                    <a:pt x="55" y="56"/>
                    <a:pt x="56" y="56"/>
                  </a:cubicBezTo>
                  <a:cubicBezTo>
                    <a:pt x="58" y="56"/>
                    <a:pt x="60" y="55"/>
                    <a:pt x="60" y="52"/>
                  </a:cubicBezTo>
                  <a:cubicBezTo>
                    <a:pt x="62" y="27"/>
                    <a:pt x="59" y="10"/>
                    <a:pt x="51" y="3"/>
                  </a:cubicBezTo>
                  <a:cubicBezTo>
                    <a:pt x="47" y="0"/>
                    <a:pt x="44" y="0"/>
                    <a:pt x="42" y="0"/>
                  </a:cubicBezTo>
                  <a:cubicBezTo>
                    <a:pt x="42" y="0"/>
                    <a:pt x="42" y="0"/>
                    <a:pt x="42" y="0"/>
                  </a:cubicBezTo>
                  <a:cubicBezTo>
                    <a:pt x="19" y="0"/>
                    <a:pt x="19" y="0"/>
                    <a:pt x="19" y="0"/>
                  </a:cubicBezTo>
                  <a:cubicBezTo>
                    <a:pt x="19" y="0"/>
                    <a:pt x="19" y="0"/>
                    <a:pt x="19" y="0"/>
                  </a:cubicBezTo>
                  <a:cubicBezTo>
                    <a:pt x="18" y="0"/>
                    <a:pt x="14" y="0"/>
                    <a:pt x="11" y="3"/>
                  </a:cubicBezTo>
                  <a:cubicBezTo>
                    <a:pt x="3" y="10"/>
                    <a:pt x="0" y="27"/>
                    <a:pt x="1" y="52"/>
                  </a:cubicBezTo>
                  <a:cubicBezTo>
                    <a:pt x="2" y="55"/>
                    <a:pt x="4" y="56"/>
                    <a:pt x="6" y="56"/>
                  </a:cubicBezTo>
                  <a:cubicBezTo>
                    <a:pt x="6" y="56"/>
                    <a:pt x="6" y="56"/>
                    <a:pt x="7" y="56"/>
                  </a:cubicBezTo>
                  <a:cubicBezTo>
                    <a:pt x="9" y="56"/>
                    <a:pt x="11" y="54"/>
                    <a:pt x="11" y="51"/>
                  </a:cubicBezTo>
                  <a:cubicBezTo>
                    <a:pt x="10" y="31"/>
                    <a:pt x="12" y="19"/>
                    <a:pt x="15" y="14"/>
                  </a:cubicBezTo>
                  <a:cubicBezTo>
                    <a:pt x="15" y="34"/>
                    <a:pt x="15" y="34"/>
                    <a:pt x="15" y="34"/>
                  </a:cubicBezTo>
                  <a:cubicBezTo>
                    <a:pt x="15" y="45"/>
                    <a:pt x="15" y="45"/>
                    <a:pt x="15" y="45"/>
                  </a:cubicBezTo>
                  <a:cubicBezTo>
                    <a:pt x="15" y="70"/>
                    <a:pt x="15" y="70"/>
                    <a:pt x="15" y="70"/>
                  </a:cubicBezTo>
                  <a:cubicBezTo>
                    <a:pt x="20" y="70"/>
                    <a:pt x="25" y="70"/>
                    <a:pt x="30" y="69"/>
                  </a:cubicBezTo>
                  <a:lnTo>
                    <a:pt x="30"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Oval 164"/>
            <p:cNvSpPr>
              <a:spLocks noChangeArrowheads="1"/>
            </p:cNvSpPr>
            <p:nvPr/>
          </p:nvSpPr>
          <p:spPr bwMode="auto">
            <a:xfrm>
              <a:off x="5591175" y="3938588"/>
              <a:ext cx="34925" cy="365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165"/>
            <p:cNvSpPr>
              <a:spLocks/>
            </p:cNvSpPr>
            <p:nvPr/>
          </p:nvSpPr>
          <p:spPr bwMode="auto">
            <a:xfrm>
              <a:off x="5661025" y="3963988"/>
              <a:ext cx="80963" cy="100012"/>
            </a:xfrm>
            <a:custGeom>
              <a:avLst/>
              <a:gdLst>
                <a:gd name="T0" fmla="*/ 30 w 62"/>
                <a:gd name="T1" fmla="*/ 50 h 76"/>
                <a:gd name="T2" fmla="*/ 32 w 62"/>
                <a:gd name="T3" fmla="*/ 50 h 76"/>
                <a:gd name="T4" fmla="*/ 32 w 62"/>
                <a:gd name="T5" fmla="*/ 74 h 76"/>
                <a:gd name="T6" fmla="*/ 47 w 62"/>
                <a:gd name="T7" fmla="*/ 73 h 76"/>
                <a:gd name="T8" fmla="*/ 47 w 62"/>
                <a:gd name="T9" fmla="*/ 46 h 76"/>
                <a:gd name="T10" fmla="*/ 47 w 62"/>
                <a:gd name="T11" fmla="*/ 34 h 76"/>
                <a:gd name="T12" fmla="*/ 47 w 62"/>
                <a:gd name="T13" fmla="*/ 15 h 76"/>
                <a:gd name="T14" fmla="*/ 51 w 62"/>
                <a:gd name="T15" fmla="*/ 52 h 76"/>
                <a:gd name="T16" fmla="*/ 55 w 62"/>
                <a:gd name="T17" fmla="*/ 57 h 76"/>
                <a:gd name="T18" fmla="*/ 56 w 62"/>
                <a:gd name="T19" fmla="*/ 57 h 76"/>
                <a:gd name="T20" fmla="*/ 60 w 62"/>
                <a:gd name="T21" fmla="*/ 53 h 76"/>
                <a:gd name="T22" fmla="*/ 51 w 62"/>
                <a:gd name="T23" fmla="*/ 4 h 76"/>
                <a:gd name="T24" fmla="*/ 43 w 62"/>
                <a:gd name="T25" fmla="*/ 0 h 76"/>
                <a:gd name="T26" fmla="*/ 42 w 62"/>
                <a:gd name="T27" fmla="*/ 0 h 76"/>
                <a:gd name="T28" fmla="*/ 19 w 62"/>
                <a:gd name="T29" fmla="*/ 0 h 76"/>
                <a:gd name="T30" fmla="*/ 19 w 62"/>
                <a:gd name="T31" fmla="*/ 0 h 76"/>
                <a:gd name="T32" fmla="*/ 11 w 62"/>
                <a:gd name="T33" fmla="*/ 4 h 76"/>
                <a:gd name="T34" fmla="*/ 2 w 62"/>
                <a:gd name="T35" fmla="*/ 53 h 76"/>
                <a:gd name="T36" fmla="*/ 6 w 62"/>
                <a:gd name="T37" fmla="*/ 57 h 76"/>
                <a:gd name="T38" fmla="*/ 7 w 62"/>
                <a:gd name="T39" fmla="*/ 57 h 76"/>
                <a:gd name="T40" fmla="*/ 11 w 62"/>
                <a:gd name="T41" fmla="*/ 52 h 76"/>
                <a:gd name="T42" fmla="*/ 15 w 62"/>
                <a:gd name="T43" fmla="*/ 15 h 76"/>
                <a:gd name="T44" fmla="*/ 15 w 62"/>
                <a:gd name="T45" fmla="*/ 34 h 76"/>
                <a:gd name="T46" fmla="*/ 15 w 62"/>
                <a:gd name="T47" fmla="*/ 46 h 76"/>
                <a:gd name="T48" fmla="*/ 15 w 62"/>
                <a:gd name="T49" fmla="*/ 76 h 76"/>
                <a:gd name="T50" fmla="*/ 30 w 62"/>
                <a:gd name="T51" fmla="*/ 75 h 76"/>
                <a:gd name="T52" fmla="*/ 30 w 62"/>
                <a:gd name="T53" fmla="*/ 5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2" h="76">
                  <a:moveTo>
                    <a:pt x="30" y="50"/>
                  </a:moveTo>
                  <a:cubicBezTo>
                    <a:pt x="32" y="50"/>
                    <a:pt x="32" y="50"/>
                    <a:pt x="32" y="50"/>
                  </a:cubicBezTo>
                  <a:cubicBezTo>
                    <a:pt x="32" y="74"/>
                    <a:pt x="32" y="74"/>
                    <a:pt x="32" y="74"/>
                  </a:cubicBezTo>
                  <a:cubicBezTo>
                    <a:pt x="37" y="74"/>
                    <a:pt x="42" y="73"/>
                    <a:pt x="47" y="73"/>
                  </a:cubicBezTo>
                  <a:cubicBezTo>
                    <a:pt x="47" y="46"/>
                    <a:pt x="47" y="46"/>
                    <a:pt x="47" y="46"/>
                  </a:cubicBezTo>
                  <a:cubicBezTo>
                    <a:pt x="47" y="34"/>
                    <a:pt x="47" y="34"/>
                    <a:pt x="47" y="34"/>
                  </a:cubicBezTo>
                  <a:cubicBezTo>
                    <a:pt x="47" y="15"/>
                    <a:pt x="47" y="15"/>
                    <a:pt x="47" y="15"/>
                  </a:cubicBezTo>
                  <a:cubicBezTo>
                    <a:pt x="50" y="20"/>
                    <a:pt x="52" y="31"/>
                    <a:pt x="51" y="52"/>
                  </a:cubicBezTo>
                  <a:cubicBezTo>
                    <a:pt x="51" y="55"/>
                    <a:pt x="53" y="57"/>
                    <a:pt x="55" y="57"/>
                  </a:cubicBezTo>
                  <a:cubicBezTo>
                    <a:pt x="55" y="57"/>
                    <a:pt x="56" y="57"/>
                    <a:pt x="56" y="57"/>
                  </a:cubicBezTo>
                  <a:cubicBezTo>
                    <a:pt x="58" y="57"/>
                    <a:pt x="60" y="55"/>
                    <a:pt x="60" y="53"/>
                  </a:cubicBezTo>
                  <a:cubicBezTo>
                    <a:pt x="62" y="28"/>
                    <a:pt x="59" y="11"/>
                    <a:pt x="51" y="4"/>
                  </a:cubicBezTo>
                  <a:cubicBezTo>
                    <a:pt x="48" y="1"/>
                    <a:pt x="44" y="0"/>
                    <a:pt x="43" y="0"/>
                  </a:cubicBezTo>
                  <a:cubicBezTo>
                    <a:pt x="43" y="0"/>
                    <a:pt x="43" y="0"/>
                    <a:pt x="42" y="0"/>
                  </a:cubicBezTo>
                  <a:cubicBezTo>
                    <a:pt x="19" y="0"/>
                    <a:pt x="19" y="0"/>
                    <a:pt x="19" y="0"/>
                  </a:cubicBezTo>
                  <a:cubicBezTo>
                    <a:pt x="19" y="0"/>
                    <a:pt x="19" y="0"/>
                    <a:pt x="19" y="0"/>
                  </a:cubicBezTo>
                  <a:cubicBezTo>
                    <a:pt x="18" y="0"/>
                    <a:pt x="14" y="1"/>
                    <a:pt x="11" y="4"/>
                  </a:cubicBezTo>
                  <a:cubicBezTo>
                    <a:pt x="3" y="11"/>
                    <a:pt x="0" y="28"/>
                    <a:pt x="2" y="53"/>
                  </a:cubicBezTo>
                  <a:cubicBezTo>
                    <a:pt x="2" y="55"/>
                    <a:pt x="4" y="57"/>
                    <a:pt x="6" y="57"/>
                  </a:cubicBezTo>
                  <a:cubicBezTo>
                    <a:pt x="6" y="57"/>
                    <a:pt x="7" y="57"/>
                    <a:pt x="7" y="57"/>
                  </a:cubicBezTo>
                  <a:cubicBezTo>
                    <a:pt x="9" y="57"/>
                    <a:pt x="11" y="55"/>
                    <a:pt x="11" y="52"/>
                  </a:cubicBezTo>
                  <a:cubicBezTo>
                    <a:pt x="10" y="31"/>
                    <a:pt x="12" y="20"/>
                    <a:pt x="15" y="15"/>
                  </a:cubicBezTo>
                  <a:cubicBezTo>
                    <a:pt x="15" y="34"/>
                    <a:pt x="15" y="34"/>
                    <a:pt x="15" y="34"/>
                  </a:cubicBezTo>
                  <a:cubicBezTo>
                    <a:pt x="15" y="46"/>
                    <a:pt x="15" y="46"/>
                    <a:pt x="15" y="46"/>
                  </a:cubicBezTo>
                  <a:cubicBezTo>
                    <a:pt x="15" y="76"/>
                    <a:pt x="15" y="76"/>
                    <a:pt x="15" y="76"/>
                  </a:cubicBezTo>
                  <a:cubicBezTo>
                    <a:pt x="20" y="76"/>
                    <a:pt x="25" y="75"/>
                    <a:pt x="30" y="75"/>
                  </a:cubicBezTo>
                  <a:lnTo>
                    <a:pt x="30" y="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Oval 166"/>
            <p:cNvSpPr>
              <a:spLocks noChangeArrowheads="1"/>
            </p:cNvSpPr>
            <p:nvPr/>
          </p:nvSpPr>
          <p:spPr bwMode="auto">
            <a:xfrm>
              <a:off x="5683250" y="3924300"/>
              <a:ext cx="34925" cy="365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167"/>
            <p:cNvSpPr>
              <a:spLocks/>
            </p:cNvSpPr>
            <p:nvPr/>
          </p:nvSpPr>
          <p:spPr bwMode="auto">
            <a:xfrm>
              <a:off x="5759450" y="3954463"/>
              <a:ext cx="80963" cy="98425"/>
            </a:xfrm>
            <a:custGeom>
              <a:avLst/>
              <a:gdLst>
                <a:gd name="T0" fmla="*/ 29 w 62"/>
                <a:gd name="T1" fmla="*/ 50 h 75"/>
                <a:gd name="T2" fmla="*/ 32 w 62"/>
                <a:gd name="T3" fmla="*/ 50 h 75"/>
                <a:gd name="T4" fmla="*/ 32 w 62"/>
                <a:gd name="T5" fmla="*/ 73 h 75"/>
                <a:gd name="T6" fmla="*/ 47 w 62"/>
                <a:gd name="T7" fmla="*/ 71 h 75"/>
                <a:gd name="T8" fmla="*/ 47 w 62"/>
                <a:gd name="T9" fmla="*/ 45 h 75"/>
                <a:gd name="T10" fmla="*/ 47 w 62"/>
                <a:gd name="T11" fmla="*/ 34 h 75"/>
                <a:gd name="T12" fmla="*/ 47 w 62"/>
                <a:gd name="T13" fmla="*/ 14 h 75"/>
                <a:gd name="T14" fmla="*/ 51 w 62"/>
                <a:gd name="T15" fmla="*/ 52 h 75"/>
                <a:gd name="T16" fmla="*/ 55 w 62"/>
                <a:gd name="T17" fmla="*/ 57 h 75"/>
                <a:gd name="T18" fmla="*/ 56 w 62"/>
                <a:gd name="T19" fmla="*/ 57 h 75"/>
                <a:gd name="T20" fmla="*/ 60 w 62"/>
                <a:gd name="T21" fmla="*/ 52 h 75"/>
                <a:gd name="T22" fmla="*/ 51 w 62"/>
                <a:gd name="T23" fmla="*/ 4 h 75"/>
                <a:gd name="T24" fmla="*/ 42 w 62"/>
                <a:gd name="T25" fmla="*/ 0 h 75"/>
                <a:gd name="T26" fmla="*/ 42 w 62"/>
                <a:gd name="T27" fmla="*/ 0 h 75"/>
                <a:gd name="T28" fmla="*/ 19 w 62"/>
                <a:gd name="T29" fmla="*/ 0 h 75"/>
                <a:gd name="T30" fmla="*/ 19 w 62"/>
                <a:gd name="T31" fmla="*/ 0 h 75"/>
                <a:gd name="T32" fmla="*/ 11 w 62"/>
                <a:gd name="T33" fmla="*/ 4 h 75"/>
                <a:gd name="T34" fmla="*/ 1 w 62"/>
                <a:gd name="T35" fmla="*/ 52 h 75"/>
                <a:gd name="T36" fmla="*/ 6 w 62"/>
                <a:gd name="T37" fmla="*/ 57 h 75"/>
                <a:gd name="T38" fmla="*/ 6 w 62"/>
                <a:gd name="T39" fmla="*/ 57 h 75"/>
                <a:gd name="T40" fmla="*/ 11 w 62"/>
                <a:gd name="T41" fmla="*/ 52 h 75"/>
                <a:gd name="T42" fmla="*/ 15 w 62"/>
                <a:gd name="T43" fmla="*/ 14 h 75"/>
                <a:gd name="T44" fmla="*/ 15 w 62"/>
                <a:gd name="T45" fmla="*/ 34 h 75"/>
                <a:gd name="T46" fmla="*/ 15 w 62"/>
                <a:gd name="T47" fmla="*/ 45 h 75"/>
                <a:gd name="T48" fmla="*/ 15 w 62"/>
                <a:gd name="T49" fmla="*/ 75 h 75"/>
                <a:gd name="T50" fmla="*/ 29 w 62"/>
                <a:gd name="T51" fmla="*/ 73 h 75"/>
                <a:gd name="T52" fmla="*/ 29 w 62"/>
                <a:gd name="T53" fmla="*/ 5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2" h="75">
                  <a:moveTo>
                    <a:pt x="29" y="50"/>
                  </a:moveTo>
                  <a:cubicBezTo>
                    <a:pt x="32" y="50"/>
                    <a:pt x="32" y="50"/>
                    <a:pt x="32" y="50"/>
                  </a:cubicBezTo>
                  <a:cubicBezTo>
                    <a:pt x="32" y="73"/>
                    <a:pt x="32" y="73"/>
                    <a:pt x="32" y="73"/>
                  </a:cubicBezTo>
                  <a:cubicBezTo>
                    <a:pt x="37" y="72"/>
                    <a:pt x="42" y="71"/>
                    <a:pt x="47" y="71"/>
                  </a:cubicBezTo>
                  <a:cubicBezTo>
                    <a:pt x="47" y="45"/>
                    <a:pt x="47" y="45"/>
                    <a:pt x="47" y="45"/>
                  </a:cubicBezTo>
                  <a:cubicBezTo>
                    <a:pt x="47" y="34"/>
                    <a:pt x="47" y="34"/>
                    <a:pt x="47" y="34"/>
                  </a:cubicBezTo>
                  <a:cubicBezTo>
                    <a:pt x="47" y="14"/>
                    <a:pt x="47" y="14"/>
                    <a:pt x="47" y="14"/>
                  </a:cubicBezTo>
                  <a:cubicBezTo>
                    <a:pt x="50" y="20"/>
                    <a:pt x="52" y="31"/>
                    <a:pt x="51" y="52"/>
                  </a:cubicBezTo>
                  <a:cubicBezTo>
                    <a:pt x="51" y="54"/>
                    <a:pt x="53" y="57"/>
                    <a:pt x="55" y="57"/>
                  </a:cubicBezTo>
                  <a:cubicBezTo>
                    <a:pt x="55" y="57"/>
                    <a:pt x="55" y="57"/>
                    <a:pt x="56" y="57"/>
                  </a:cubicBezTo>
                  <a:cubicBezTo>
                    <a:pt x="58" y="57"/>
                    <a:pt x="60" y="55"/>
                    <a:pt x="60" y="52"/>
                  </a:cubicBezTo>
                  <a:cubicBezTo>
                    <a:pt x="62" y="27"/>
                    <a:pt x="59" y="11"/>
                    <a:pt x="51" y="4"/>
                  </a:cubicBezTo>
                  <a:cubicBezTo>
                    <a:pt x="47" y="0"/>
                    <a:pt x="44" y="0"/>
                    <a:pt x="42" y="0"/>
                  </a:cubicBezTo>
                  <a:cubicBezTo>
                    <a:pt x="42" y="0"/>
                    <a:pt x="42" y="0"/>
                    <a:pt x="42" y="0"/>
                  </a:cubicBezTo>
                  <a:cubicBezTo>
                    <a:pt x="19" y="0"/>
                    <a:pt x="19" y="0"/>
                    <a:pt x="19" y="0"/>
                  </a:cubicBezTo>
                  <a:cubicBezTo>
                    <a:pt x="19" y="0"/>
                    <a:pt x="19" y="0"/>
                    <a:pt x="19" y="0"/>
                  </a:cubicBezTo>
                  <a:cubicBezTo>
                    <a:pt x="18" y="0"/>
                    <a:pt x="14" y="0"/>
                    <a:pt x="11" y="4"/>
                  </a:cubicBezTo>
                  <a:cubicBezTo>
                    <a:pt x="3" y="11"/>
                    <a:pt x="0" y="27"/>
                    <a:pt x="1" y="52"/>
                  </a:cubicBezTo>
                  <a:cubicBezTo>
                    <a:pt x="2" y="55"/>
                    <a:pt x="4" y="57"/>
                    <a:pt x="6" y="57"/>
                  </a:cubicBezTo>
                  <a:cubicBezTo>
                    <a:pt x="6" y="57"/>
                    <a:pt x="6" y="57"/>
                    <a:pt x="6" y="57"/>
                  </a:cubicBezTo>
                  <a:cubicBezTo>
                    <a:pt x="9" y="57"/>
                    <a:pt x="11" y="54"/>
                    <a:pt x="11" y="52"/>
                  </a:cubicBezTo>
                  <a:cubicBezTo>
                    <a:pt x="10" y="31"/>
                    <a:pt x="12" y="20"/>
                    <a:pt x="15" y="14"/>
                  </a:cubicBezTo>
                  <a:cubicBezTo>
                    <a:pt x="15" y="34"/>
                    <a:pt x="15" y="34"/>
                    <a:pt x="15" y="34"/>
                  </a:cubicBezTo>
                  <a:cubicBezTo>
                    <a:pt x="15" y="45"/>
                    <a:pt x="15" y="45"/>
                    <a:pt x="15" y="45"/>
                  </a:cubicBezTo>
                  <a:cubicBezTo>
                    <a:pt x="15" y="75"/>
                    <a:pt x="15" y="75"/>
                    <a:pt x="15" y="75"/>
                  </a:cubicBezTo>
                  <a:cubicBezTo>
                    <a:pt x="20" y="74"/>
                    <a:pt x="25" y="74"/>
                    <a:pt x="29" y="73"/>
                  </a:cubicBezTo>
                  <a:lnTo>
                    <a:pt x="29" y="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Oval 168"/>
            <p:cNvSpPr>
              <a:spLocks noChangeArrowheads="1"/>
            </p:cNvSpPr>
            <p:nvPr/>
          </p:nvSpPr>
          <p:spPr bwMode="auto">
            <a:xfrm>
              <a:off x="5781675" y="3916363"/>
              <a:ext cx="34925" cy="3333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169"/>
            <p:cNvSpPr>
              <a:spLocks/>
            </p:cNvSpPr>
            <p:nvPr/>
          </p:nvSpPr>
          <p:spPr bwMode="auto">
            <a:xfrm>
              <a:off x="5849938" y="3941763"/>
              <a:ext cx="80963" cy="100012"/>
            </a:xfrm>
            <a:custGeom>
              <a:avLst/>
              <a:gdLst>
                <a:gd name="T0" fmla="*/ 29 w 62"/>
                <a:gd name="T1" fmla="*/ 50 h 76"/>
                <a:gd name="T2" fmla="*/ 32 w 62"/>
                <a:gd name="T3" fmla="*/ 50 h 76"/>
                <a:gd name="T4" fmla="*/ 32 w 62"/>
                <a:gd name="T5" fmla="*/ 73 h 76"/>
                <a:gd name="T6" fmla="*/ 47 w 62"/>
                <a:gd name="T7" fmla="*/ 71 h 76"/>
                <a:gd name="T8" fmla="*/ 47 w 62"/>
                <a:gd name="T9" fmla="*/ 45 h 76"/>
                <a:gd name="T10" fmla="*/ 47 w 62"/>
                <a:gd name="T11" fmla="*/ 34 h 76"/>
                <a:gd name="T12" fmla="*/ 47 w 62"/>
                <a:gd name="T13" fmla="*/ 14 h 76"/>
                <a:gd name="T14" fmla="*/ 51 w 62"/>
                <a:gd name="T15" fmla="*/ 52 h 76"/>
                <a:gd name="T16" fmla="*/ 55 w 62"/>
                <a:gd name="T17" fmla="*/ 57 h 76"/>
                <a:gd name="T18" fmla="*/ 55 w 62"/>
                <a:gd name="T19" fmla="*/ 57 h 76"/>
                <a:gd name="T20" fmla="*/ 60 w 62"/>
                <a:gd name="T21" fmla="*/ 53 h 76"/>
                <a:gd name="T22" fmla="*/ 51 w 62"/>
                <a:gd name="T23" fmla="*/ 4 h 76"/>
                <a:gd name="T24" fmla="*/ 42 w 62"/>
                <a:gd name="T25" fmla="*/ 0 h 76"/>
                <a:gd name="T26" fmla="*/ 42 w 62"/>
                <a:gd name="T27" fmla="*/ 0 h 76"/>
                <a:gd name="T28" fmla="*/ 19 w 62"/>
                <a:gd name="T29" fmla="*/ 0 h 76"/>
                <a:gd name="T30" fmla="*/ 19 w 62"/>
                <a:gd name="T31" fmla="*/ 0 h 76"/>
                <a:gd name="T32" fmla="*/ 11 w 62"/>
                <a:gd name="T33" fmla="*/ 4 h 76"/>
                <a:gd name="T34" fmla="*/ 1 w 62"/>
                <a:gd name="T35" fmla="*/ 53 h 76"/>
                <a:gd name="T36" fmla="*/ 6 w 62"/>
                <a:gd name="T37" fmla="*/ 57 h 76"/>
                <a:gd name="T38" fmla="*/ 6 w 62"/>
                <a:gd name="T39" fmla="*/ 57 h 76"/>
                <a:gd name="T40" fmla="*/ 11 w 62"/>
                <a:gd name="T41" fmla="*/ 52 h 76"/>
                <a:gd name="T42" fmla="*/ 15 w 62"/>
                <a:gd name="T43" fmla="*/ 14 h 76"/>
                <a:gd name="T44" fmla="*/ 15 w 62"/>
                <a:gd name="T45" fmla="*/ 34 h 76"/>
                <a:gd name="T46" fmla="*/ 15 w 62"/>
                <a:gd name="T47" fmla="*/ 45 h 76"/>
                <a:gd name="T48" fmla="*/ 15 w 62"/>
                <a:gd name="T49" fmla="*/ 76 h 76"/>
                <a:gd name="T50" fmla="*/ 29 w 62"/>
                <a:gd name="T51" fmla="*/ 73 h 76"/>
                <a:gd name="T52" fmla="*/ 29 w 62"/>
                <a:gd name="T53" fmla="*/ 5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2" h="76">
                  <a:moveTo>
                    <a:pt x="29" y="50"/>
                  </a:moveTo>
                  <a:cubicBezTo>
                    <a:pt x="32" y="50"/>
                    <a:pt x="32" y="50"/>
                    <a:pt x="32" y="50"/>
                  </a:cubicBezTo>
                  <a:cubicBezTo>
                    <a:pt x="32" y="73"/>
                    <a:pt x="32" y="73"/>
                    <a:pt x="32" y="73"/>
                  </a:cubicBezTo>
                  <a:cubicBezTo>
                    <a:pt x="37" y="72"/>
                    <a:pt x="42" y="72"/>
                    <a:pt x="47" y="71"/>
                  </a:cubicBezTo>
                  <a:cubicBezTo>
                    <a:pt x="47" y="45"/>
                    <a:pt x="47" y="45"/>
                    <a:pt x="47" y="45"/>
                  </a:cubicBezTo>
                  <a:cubicBezTo>
                    <a:pt x="47" y="34"/>
                    <a:pt x="47" y="34"/>
                    <a:pt x="47" y="34"/>
                  </a:cubicBezTo>
                  <a:cubicBezTo>
                    <a:pt x="47" y="14"/>
                    <a:pt x="47" y="14"/>
                    <a:pt x="47" y="14"/>
                  </a:cubicBezTo>
                  <a:cubicBezTo>
                    <a:pt x="50" y="20"/>
                    <a:pt x="52" y="31"/>
                    <a:pt x="51" y="52"/>
                  </a:cubicBezTo>
                  <a:cubicBezTo>
                    <a:pt x="51" y="55"/>
                    <a:pt x="53" y="57"/>
                    <a:pt x="55" y="57"/>
                  </a:cubicBezTo>
                  <a:cubicBezTo>
                    <a:pt x="55" y="57"/>
                    <a:pt x="55" y="57"/>
                    <a:pt x="55" y="57"/>
                  </a:cubicBezTo>
                  <a:cubicBezTo>
                    <a:pt x="58" y="57"/>
                    <a:pt x="60" y="55"/>
                    <a:pt x="60" y="53"/>
                  </a:cubicBezTo>
                  <a:cubicBezTo>
                    <a:pt x="62" y="27"/>
                    <a:pt x="58" y="11"/>
                    <a:pt x="51" y="4"/>
                  </a:cubicBezTo>
                  <a:cubicBezTo>
                    <a:pt x="47" y="0"/>
                    <a:pt x="44" y="0"/>
                    <a:pt x="42" y="0"/>
                  </a:cubicBezTo>
                  <a:cubicBezTo>
                    <a:pt x="42" y="0"/>
                    <a:pt x="42" y="0"/>
                    <a:pt x="42" y="0"/>
                  </a:cubicBezTo>
                  <a:cubicBezTo>
                    <a:pt x="19" y="0"/>
                    <a:pt x="19" y="0"/>
                    <a:pt x="19" y="0"/>
                  </a:cubicBezTo>
                  <a:cubicBezTo>
                    <a:pt x="19" y="0"/>
                    <a:pt x="19" y="0"/>
                    <a:pt x="19" y="0"/>
                  </a:cubicBezTo>
                  <a:cubicBezTo>
                    <a:pt x="18" y="0"/>
                    <a:pt x="14" y="0"/>
                    <a:pt x="11" y="4"/>
                  </a:cubicBezTo>
                  <a:cubicBezTo>
                    <a:pt x="3" y="11"/>
                    <a:pt x="0" y="27"/>
                    <a:pt x="1" y="53"/>
                  </a:cubicBezTo>
                  <a:cubicBezTo>
                    <a:pt x="1" y="55"/>
                    <a:pt x="4" y="57"/>
                    <a:pt x="6" y="57"/>
                  </a:cubicBezTo>
                  <a:cubicBezTo>
                    <a:pt x="6" y="57"/>
                    <a:pt x="6" y="57"/>
                    <a:pt x="6" y="57"/>
                  </a:cubicBezTo>
                  <a:cubicBezTo>
                    <a:pt x="9" y="57"/>
                    <a:pt x="11" y="55"/>
                    <a:pt x="11" y="52"/>
                  </a:cubicBezTo>
                  <a:cubicBezTo>
                    <a:pt x="10" y="31"/>
                    <a:pt x="12" y="20"/>
                    <a:pt x="15" y="14"/>
                  </a:cubicBezTo>
                  <a:cubicBezTo>
                    <a:pt x="15" y="34"/>
                    <a:pt x="15" y="34"/>
                    <a:pt x="15" y="34"/>
                  </a:cubicBezTo>
                  <a:cubicBezTo>
                    <a:pt x="15" y="45"/>
                    <a:pt x="15" y="45"/>
                    <a:pt x="15" y="45"/>
                  </a:cubicBezTo>
                  <a:cubicBezTo>
                    <a:pt x="15" y="76"/>
                    <a:pt x="15" y="76"/>
                    <a:pt x="15" y="76"/>
                  </a:cubicBezTo>
                  <a:cubicBezTo>
                    <a:pt x="20" y="75"/>
                    <a:pt x="25" y="74"/>
                    <a:pt x="29" y="73"/>
                  </a:cubicBezTo>
                  <a:lnTo>
                    <a:pt x="29" y="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Oval 170"/>
            <p:cNvSpPr>
              <a:spLocks noChangeArrowheads="1"/>
            </p:cNvSpPr>
            <p:nvPr/>
          </p:nvSpPr>
          <p:spPr bwMode="auto">
            <a:xfrm>
              <a:off x="5872163" y="3902075"/>
              <a:ext cx="34925" cy="365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171"/>
            <p:cNvSpPr>
              <a:spLocks noEditPoints="1"/>
            </p:cNvSpPr>
            <p:nvPr/>
          </p:nvSpPr>
          <p:spPr bwMode="auto">
            <a:xfrm>
              <a:off x="5026025" y="3902075"/>
              <a:ext cx="406400" cy="185737"/>
            </a:xfrm>
            <a:custGeom>
              <a:avLst/>
              <a:gdLst>
                <a:gd name="T0" fmla="*/ 311 w 311"/>
                <a:gd name="T1" fmla="*/ 137 h 141"/>
                <a:gd name="T2" fmla="*/ 311 w 311"/>
                <a:gd name="T3" fmla="*/ 55 h 141"/>
                <a:gd name="T4" fmla="*/ 269 w 311"/>
                <a:gd name="T5" fmla="*/ 55 h 141"/>
                <a:gd name="T6" fmla="*/ 269 w 311"/>
                <a:gd name="T7" fmla="*/ 29 h 141"/>
                <a:gd name="T8" fmla="*/ 112 w 311"/>
                <a:gd name="T9" fmla="*/ 29 h 141"/>
                <a:gd name="T10" fmla="*/ 112 w 311"/>
                <a:gd name="T11" fmla="*/ 55 h 141"/>
                <a:gd name="T12" fmla="*/ 93 w 311"/>
                <a:gd name="T13" fmla="*/ 55 h 141"/>
                <a:gd name="T14" fmla="*/ 93 w 311"/>
                <a:gd name="T15" fmla="*/ 0 h 141"/>
                <a:gd name="T16" fmla="*/ 86 w 311"/>
                <a:gd name="T17" fmla="*/ 0 h 141"/>
                <a:gd name="T18" fmla="*/ 86 w 311"/>
                <a:gd name="T19" fmla="*/ 55 h 141"/>
                <a:gd name="T20" fmla="*/ 76 w 311"/>
                <a:gd name="T21" fmla="*/ 55 h 141"/>
                <a:gd name="T22" fmla="*/ 76 w 311"/>
                <a:gd name="T23" fmla="*/ 0 h 141"/>
                <a:gd name="T24" fmla="*/ 70 w 311"/>
                <a:gd name="T25" fmla="*/ 0 h 141"/>
                <a:gd name="T26" fmla="*/ 70 w 311"/>
                <a:gd name="T27" fmla="*/ 55 h 141"/>
                <a:gd name="T28" fmla="*/ 21 w 311"/>
                <a:gd name="T29" fmla="*/ 55 h 141"/>
                <a:gd name="T30" fmla="*/ 0 w 311"/>
                <a:gd name="T31" fmla="*/ 138 h 141"/>
                <a:gd name="T32" fmla="*/ 143 w 311"/>
                <a:gd name="T33" fmla="*/ 141 h 141"/>
                <a:gd name="T34" fmla="*/ 311 w 311"/>
                <a:gd name="T35" fmla="*/ 137 h 141"/>
                <a:gd name="T36" fmla="*/ 168 w 311"/>
                <a:gd name="T37" fmla="*/ 109 h 141"/>
                <a:gd name="T38" fmla="*/ 168 w 311"/>
                <a:gd name="T39" fmla="*/ 72 h 141"/>
                <a:gd name="T40" fmla="*/ 187 w 311"/>
                <a:gd name="T41" fmla="*/ 72 h 141"/>
                <a:gd name="T42" fmla="*/ 187 w 311"/>
                <a:gd name="T43" fmla="*/ 109 h 141"/>
                <a:gd name="T44" fmla="*/ 168 w 311"/>
                <a:gd name="T45" fmla="*/ 109 h 141"/>
                <a:gd name="T46" fmla="*/ 201 w 311"/>
                <a:gd name="T47" fmla="*/ 109 h 141"/>
                <a:gd name="T48" fmla="*/ 201 w 311"/>
                <a:gd name="T49" fmla="*/ 72 h 141"/>
                <a:gd name="T50" fmla="*/ 220 w 311"/>
                <a:gd name="T51" fmla="*/ 72 h 141"/>
                <a:gd name="T52" fmla="*/ 220 w 311"/>
                <a:gd name="T53" fmla="*/ 109 h 141"/>
                <a:gd name="T54" fmla="*/ 201 w 311"/>
                <a:gd name="T55" fmla="*/ 109 h 141"/>
                <a:gd name="T56" fmla="*/ 234 w 311"/>
                <a:gd name="T57" fmla="*/ 109 h 141"/>
                <a:gd name="T58" fmla="*/ 234 w 311"/>
                <a:gd name="T59" fmla="*/ 72 h 141"/>
                <a:gd name="T60" fmla="*/ 253 w 311"/>
                <a:gd name="T61" fmla="*/ 72 h 141"/>
                <a:gd name="T62" fmla="*/ 253 w 311"/>
                <a:gd name="T63" fmla="*/ 109 h 141"/>
                <a:gd name="T64" fmla="*/ 234 w 311"/>
                <a:gd name="T65" fmla="*/ 109 h 141"/>
                <a:gd name="T66" fmla="*/ 286 w 311"/>
                <a:gd name="T67" fmla="*/ 72 h 141"/>
                <a:gd name="T68" fmla="*/ 286 w 311"/>
                <a:gd name="T69" fmla="*/ 109 h 141"/>
                <a:gd name="T70" fmla="*/ 267 w 311"/>
                <a:gd name="T71" fmla="*/ 109 h 141"/>
                <a:gd name="T72" fmla="*/ 267 w 311"/>
                <a:gd name="T73" fmla="*/ 72 h 141"/>
                <a:gd name="T74" fmla="*/ 286 w 311"/>
                <a:gd name="T75" fmla="*/ 7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11" h="141">
                  <a:moveTo>
                    <a:pt x="311" y="137"/>
                  </a:moveTo>
                  <a:cubicBezTo>
                    <a:pt x="311" y="55"/>
                    <a:pt x="311" y="55"/>
                    <a:pt x="311" y="55"/>
                  </a:cubicBezTo>
                  <a:cubicBezTo>
                    <a:pt x="269" y="55"/>
                    <a:pt x="269" y="55"/>
                    <a:pt x="269" y="55"/>
                  </a:cubicBezTo>
                  <a:cubicBezTo>
                    <a:pt x="269" y="29"/>
                    <a:pt x="269" y="29"/>
                    <a:pt x="269" y="29"/>
                  </a:cubicBezTo>
                  <a:cubicBezTo>
                    <a:pt x="112" y="29"/>
                    <a:pt x="112" y="29"/>
                    <a:pt x="112" y="29"/>
                  </a:cubicBezTo>
                  <a:cubicBezTo>
                    <a:pt x="112" y="55"/>
                    <a:pt x="112" y="55"/>
                    <a:pt x="112" y="55"/>
                  </a:cubicBezTo>
                  <a:cubicBezTo>
                    <a:pt x="93" y="55"/>
                    <a:pt x="93" y="55"/>
                    <a:pt x="93" y="55"/>
                  </a:cubicBezTo>
                  <a:cubicBezTo>
                    <a:pt x="93" y="0"/>
                    <a:pt x="93" y="0"/>
                    <a:pt x="93" y="0"/>
                  </a:cubicBezTo>
                  <a:cubicBezTo>
                    <a:pt x="86" y="0"/>
                    <a:pt x="86" y="0"/>
                    <a:pt x="86" y="0"/>
                  </a:cubicBezTo>
                  <a:cubicBezTo>
                    <a:pt x="86" y="55"/>
                    <a:pt x="86" y="55"/>
                    <a:pt x="86" y="55"/>
                  </a:cubicBezTo>
                  <a:cubicBezTo>
                    <a:pt x="76" y="55"/>
                    <a:pt x="76" y="55"/>
                    <a:pt x="76" y="55"/>
                  </a:cubicBezTo>
                  <a:cubicBezTo>
                    <a:pt x="76" y="0"/>
                    <a:pt x="76" y="0"/>
                    <a:pt x="76" y="0"/>
                  </a:cubicBezTo>
                  <a:cubicBezTo>
                    <a:pt x="70" y="0"/>
                    <a:pt x="70" y="0"/>
                    <a:pt x="70" y="0"/>
                  </a:cubicBezTo>
                  <a:cubicBezTo>
                    <a:pt x="70" y="55"/>
                    <a:pt x="70" y="55"/>
                    <a:pt x="70" y="55"/>
                  </a:cubicBezTo>
                  <a:cubicBezTo>
                    <a:pt x="21" y="55"/>
                    <a:pt x="21" y="55"/>
                    <a:pt x="21" y="55"/>
                  </a:cubicBezTo>
                  <a:cubicBezTo>
                    <a:pt x="0" y="138"/>
                    <a:pt x="0" y="138"/>
                    <a:pt x="0" y="138"/>
                  </a:cubicBezTo>
                  <a:cubicBezTo>
                    <a:pt x="47" y="140"/>
                    <a:pt x="95" y="141"/>
                    <a:pt x="143" y="141"/>
                  </a:cubicBezTo>
                  <a:cubicBezTo>
                    <a:pt x="202" y="141"/>
                    <a:pt x="258" y="139"/>
                    <a:pt x="311" y="137"/>
                  </a:cubicBezTo>
                  <a:close/>
                  <a:moveTo>
                    <a:pt x="168" y="109"/>
                  </a:moveTo>
                  <a:cubicBezTo>
                    <a:pt x="168" y="72"/>
                    <a:pt x="168" y="72"/>
                    <a:pt x="168" y="72"/>
                  </a:cubicBezTo>
                  <a:cubicBezTo>
                    <a:pt x="187" y="72"/>
                    <a:pt x="187" y="72"/>
                    <a:pt x="187" y="72"/>
                  </a:cubicBezTo>
                  <a:cubicBezTo>
                    <a:pt x="187" y="109"/>
                    <a:pt x="187" y="109"/>
                    <a:pt x="187" y="109"/>
                  </a:cubicBezTo>
                  <a:lnTo>
                    <a:pt x="168" y="109"/>
                  </a:lnTo>
                  <a:close/>
                  <a:moveTo>
                    <a:pt x="201" y="109"/>
                  </a:moveTo>
                  <a:cubicBezTo>
                    <a:pt x="201" y="72"/>
                    <a:pt x="201" y="72"/>
                    <a:pt x="201" y="72"/>
                  </a:cubicBezTo>
                  <a:cubicBezTo>
                    <a:pt x="220" y="72"/>
                    <a:pt x="220" y="72"/>
                    <a:pt x="220" y="72"/>
                  </a:cubicBezTo>
                  <a:cubicBezTo>
                    <a:pt x="220" y="109"/>
                    <a:pt x="220" y="109"/>
                    <a:pt x="220" y="109"/>
                  </a:cubicBezTo>
                  <a:lnTo>
                    <a:pt x="201" y="109"/>
                  </a:lnTo>
                  <a:close/>
                  <a:moveTo>
                    <a:pt x="234" y="109"/>
                  </a:moveTo>
                  <a:cubicBezTo>
                    <a:pt x="234" y="72"/>
                    <a:pt x="234" y="72"/>
                    <a:pt x="234" y="72"/>
                  </a:cubicBezTo>
                  <a:cubicBezTo>
                    <a:pt x="253" y="72"/>
                    <a:pt x="253" y="72"/>
                    <a:pt x="253" y="72"/>
                  </a:cubicBezTo>
                  <a:cubicBezTo>
                    <a:pt x="253" y="109"/>
                    <a:pt x="253" y="109"/>
                    <a:pt x="253" y="109"/>
                  </a:cubicBezTo>
                  <a:lnTo>
                    <a:pt x="234" y="109"/>
                  </a:lnTo>
                  <a:close/>
                  <a:moveTo>
                    <a:pt x="286" y="72"/>
                  </a:moveTo>
                  <a:cubicBezTo>
                    <a:pt x="286" y="109"/>
                    <a:pt x="286" y="109"/>
                    <a:pt x="286" y="109"/>
                  </a:cubicBezTo>
                  <a:cubicBezTo>
                    <a:pt x="267" y="109"/>
                    <a:pt x="267" y="109"/>
                    <a:pt x="267" y="109"/>
                  </a:cubicBezTo>
                  <a:cubicBezTo>
                    <a:pt x="267" y="72"/>
                    <a:pt x="267" y="72"/>
                    <a:pt x="267" y="72"/>
                  </a:cubicBezTo>
                  <a:lnTo>
                    <a:pt x="286"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172"/>
            <p:cNvSpPr>
              <a:spLocks/>
            </p:cNvSpPr>
            <p:nvPr/>
          </p:nvSpPr>
          <p:spPr bwMode="auto">
            <a:xfrm>
              <a:off x="4918075" y="4029075"/>
              <a:ext cx="1077913" cy="231775"/>
            </a:xfrm>
            <a:custGeom>
              <a:avLst/>
              <a:gdLst>
                <a:gd name="T0" fmla="*/ 17 w 824"/>
                <a:gd name="T1" fmla="*/ 45 h 177"/>
                <a:gd name="T2" fmla="*/ 0 w 824"/>
                <a:gd name="T3" fmla="*/ 108 h 177"/>
                <a:gd name="T4" fmla="*/ 619 w 824"/>
                <a:gd name="T5" fmla="*/ 157 h 177"/>
                <a:gd name="T6" fmla="*/ 824 w 824"/>
                <a:gd name="T7" fmla="*/ 0 h 177"/>
                <a:gd name="T8" fmla="*/ 17 w 824"/>
                <a:gd name="T9" fmla="*/ 45 h 177"/>
              </a:gdLst>
              <a:ahLst/>
              <a:cxnLst>
                <a:cxn ang="0">
                  <a:pos x="T0" y="T1"/>
                </a:cxn>
                <a:cxn ang="0">
                  <a:pos x="T2" y="T3"/>
                </a:cxn>
                <a:cxn ang="0">
                  <a:pos x="T4" y="T5"/>
                </a:cxn>
                <a:cxn ang="0">
                  <a:pos x="T6" y="T7"/>
                </a:cxn>
                <a:cxn ang="0">
                  <a:pos x="T8" y="T9"/>
                </a:cxn>
              </a:cxnLst>
              <a:rect l="0" t="0" r="r" b="b"/>
              <a:pathLst>
                <a:path w="824" h="177">
                  <a:moveTo>
                    <a:pt x="17" y="45"/>
                  </a:moveTo>
                  <a:cubicBezTo>
                    <a:pt x="0" y="108"/>
                    <a:pt x="0" y="108"/>
                    <a:pt x="0" y="108"/>
                  </a:cubicBezTo>
                  <a:cubicBezTo>
                    <a:pt x="0" y="108"/>
                    <a:pt x="456" y="177"/>
                    <a:pt x="619" y="157"/>
                  </a:cubicBezTo>
                  <a:cubicBezTo>
                    <a:pt x="783" y="136"/>
                    <a:pt x="824" y="0"/>
                    <a:pt x="824" y="0"/>
                  </a:cubicBezTo>
                  <a:cubicBezTo>
                    <a:pt x="824" y="0"/>
                    <a:pt x="465" y="73"/>
                    <a:pt x="17"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Oval 173"/>
            <p:cNvSpPr>
              <a:spLocks noChangeArrowheads="1"/>
            </p:cNvSpPr>
            <p:nvPr/>
          </p:nvSpPr>
          <p:spPr bwMode="auto">
            <a:xfrm>
              <a:off x="5829300" y="3910013"/>
              <a:ext cx="33338" cy="349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Rectangle 174"/>
            <p:cNvSpPr>
              <a:spLocks noChangeArrowheads="1"/>
            </p:cNvSpPr>
            <p:nvPr/>
          </p:nvSpPr>
          <p:spPr bwMode="auto">
            <a:xfrm>
              <a:off x="4848225" y="4214813"/>
              <a:ext cx="211138"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Rectangle 175"/>
            <p:cNvSpPr>
              <a:spLocks noChangeArrowheads="1"/>
            </p:cNvSpPr>
            <p:nvPr/>
          </p:nvSpPr>
          <p:spPr bwMode="auto">
            <a:xfrm>
              <a:off x="4802188" y="4214813"/>
              <a:ext cx="28575"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Rectangle 176"/>
            <p:cNvSpPr>
              <a:spLocks noChangeArrowheads="1"/>
            </p:cNvSpPr>
            <p:nvPr/>
          </p:nvSpPr>
          <p:spPr bwMode="auto">
            <a:xfrm>
              <a:off x="5884863" y="4214813"/>
              <a:ext cx="211138"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Rectangle 177"/>
            <p:cNvSpPr>
              <a:spLocks noChangeArrowheads="1"/>
            </p:cNvSpPr>
            <p:nvPr/>
          </p:nvSpPr>
          <p:spPr bwMode="auto">
            <a:xfrm>
              <a:off x="5081588" y="4264025"/>
              <a:ext cx="211138" cy="1111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Rectangle 178"/>
            <p:cNvSpPr>
              <a:spLocks noChangeArrowheads="1"/>
            </p:cNvSpPr>
            <p:nvPr/>
          </p:nvSpPr>
          <p:spPr bwMode="auto">
            <a:xfrm>
              <a:off x="5135563" y="4316413"/>
              <a:ext cx="212725" cy="1111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Rectangle 179"/>
            <p:cNvSpPr>
              <a:spLocks noChangeArrowheads="1"/>
            </p:cNvSpPr>
            <p:nvPr/>
          </p:nvSpPr>
          <p:spPr bwMode="auto">
            <a:xfrm>
              <a:off x="5413375" y="4316413"/>
              <a:ext cx="211138" cy="1111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Rectangle 180"/>
            <p:cNvSpPr>
              <a:spLocks noChangeArrowheads="1"/>
            </p:cNvSpPr>
            <p:nvPr/>
          </p:nvSpPr>
          <p:spPr bwMode="auto">
            <a:xfrm>
              <a:off x="5670550" y="4316413"/>
              <a:ext cx="107950" cy="1111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Rectangle 181"/>
            <p:cNvSpPr>
              <a:spLocks noChangeArrowheads="1"/>
            </p:cNvSpPr>
            <p:nvPr/>
          </p:nvSpPr>
          <p:spPr bwMode="auto">
            <a:xfrm>
              <a:off x="5807075" y="4316413"/>
              <a:ext cx="106363" cy="1111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Rectangle 182"/>
            <p:cNvSpPr>
              <a:spLocks noChangeArrowheads="1"/>
            </p:cNvSpPr>
            <p:nvPr/>
          </p:nvSpPr>
          <p:spPr bwMode="auto">
            <a:xfrm>
              <a:off x="5799138" y="4264025"/>
              <a:ext cx="211138" cy="1111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Rectangle 183"/>
            <p:cNvSpPr>
              <a:spLocks noChangeArrowheads="1"/>
            </p:cNvSpPr>
            <p:nvPr/>
          </p:nvSpPr>
          <p:spPr bwMode="auto">
            <a:xfrm>
              <a:off x="5543550" y="4264025"/>
              <a:ext cx="212725" cy="1111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Rectangle 184"/>
            <p:cNvSpPr>
              <a:spLocks noChangeArrowheads="1"/>
            </p:cNvSpPr>
            <p:nvPr/>
          </p:nvSpPr>
          <p:spPr bwMode="auto">
            <a:xfrm>
              <a:off x="5003800" y="4264025"/>
              <a:ext cx="60325" cy="1111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Rectangle 185"/>
            <p:cNvSpPr>
              <a:spLocks noChangeArrowheads="1"/>
            </p:cNvSpPr>
            <p:nvPr/>
          </p:nvSpPr>
          <p:spPr bwMode="auto">
            <a:xfrm>
              <a:off x="4954588" y="4264025"/>
              <a:ext cx="31750" cy="1111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Rectangle 186"/>
            <p:cNvSpPr>
              <a:spLocks noChangeArrowheads="1"/>
            </p:cNvSpPr>
            <p:nvPr/>
          </p:nvSpPr>
          <p:spPr bwMode="auto">
            <a:xfrm>
              <a:off x="5356225" y="4264025"/>
              <a:ext cx="60325" cy="1111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84" name="组合 183"/>
          <p:cNvGrpSpPr/>
          <p:nvPr/>
        </p:nvGrpSpPr>
        <p:grpSpPr>
          <a:xfrm>
            <a:off x="6353176" y="1487488"/>
            <a:ext cx="1735138" cy="1654175"/>
            <a:chOff x="6353176" y="1487488"/>
            <a:chExt cx="1735138" cy="1654175"/>
          </a:xfrm>
          <a:solidFill>
            <a:schemeClr val="tx1">
              <a:lumMod val="65000"/>
              <a:lumOff val="35000"/>
            </a:schemeClr>
          </a:solidFill>
        </p:grpSpPr>
        <p:sp>
          <p:nvSpPr>
            <p:cNvPr id="185" name="Freeform 190"/>
            <p:cNvSpPr>
              <a:spLocks noEditPoints="1"/>
            </p:cNvSpPr>
            <p:nvPr/>
          </p:nvSpPr>
          <p:spPr bwMode="auto">
            <a:xfrm>
              <a:off x="6353176" y="1841500"/>
              <a:ext cx="852488" cy="1104900"/>
            </a:xfrm>
            <a:custGeom>
              <a:avLst/>
              <a:gdLst>
                <a:gd name="T0" fmla="*/ 34 w 661"/>
                <a:gd name="T1" fmla="*/ 244 h 858"/>
                <a:gd name="T2" fmla="*/ 40 w 661"/>
                <a:gd name="T3" fmla="*/ 244 h 858"/>
                <a:gd name="T4" fmla="*/ 174 w 661"/>
                <a:gd name="T5" fmla="*/ 214 h 858"/>
                <a:gd name="T6" fmla="*/ 212 w 661"/>
                <a:gd name="T7" fmla="*/ 391 h 858"/>
                <a:gd name="T8" fmla="*/ 180 w 661"/>
                <a:gd name="T9" fmla="*/ 803 h 858"/>
                <a:gd name="T10" fmla="*/ 226 w 661"/>
                <a:gd name="T11" fmla="*/ 856 h 858"/>
                <a:gd name="T12" fmla="*/ 279 w 661"/>
                <a:gd name="T13" fmla="*/ 810 h 858"/>
                <a:gd name="T14" fmla="*/ 305 w 661"/>
                <a:gd name="T15" fmla="*/ 467 h 858"/>
                <a:gd name="T16" fmla="*/ 347 w 661"/>
                <a:gd name="T17" fmla="*/ 459 h 858"/>
                <a:gd name="T18" fmla="*/ 423 w 661"/>
                <a:gd name="T19" fmla="*/ 812 h 858"/>
                <a:gd name="T20" fmla="*/ 481 w 661"/>
                <a:gd name="T21" fmla="*/ 850 h 858"/>
                <a:gd name="T22" fmla="*/ 519 w 661"/>
                <a:gd name="T23" fmla="*/ 791 h 858"/>
                <a:gd name="T24" fmla="*/ 437 w 661"/>
                <a:gd name="T25" fmla="*/ 408 h 858"/>
                <a:gd name="T26" fmla="*/ 437 w 661"/>
                <a:gd name="T27" fmla="*/ 408 h 858"/>
                <a:gd name="T28" fmla="*/ 431 w 661"/>
                <a:gd name="T29" fmla="*/ 378 h 858"/>
                <a:gd name="T30" fmla="*/ 421 w 661"/>
                <a:gd name="T31" fmla="*/ 333 h 858"/>
                <a:gd name="T32" fmla="*/ 421 w 661"/>
                <a:gd name="T33" fmla="*/ 333 h 858"/>
                <a:gd name="T34" fmla="*/ 395 w 661"/>
                <a:gd name="T35" fmla="*/ 211 h 858"/>
                <a:gd name="T36" fmla="*/ 577 w 661"/>
                <a:gd name="T37" fmla="*/ 319 h 858"/>
                <a:gd name="T38" fmla="*/ 607 w 661"/>
                <a:gd name="T39" fmla="*/ 287 h 858"/>
                <a:gd name="T40" fmla="*/ 644 w 661"/>
                <a:gd name="T41" fmla="*/ 308 h 858"/>
                <a:gd name="T42" fmla="*/ 649 w 661"/>
                <a:gd name="T43" fmla="*/ 310 h 858"/>
                <a:gd name="T44" fmla="*/ 658 w 661"/>
                <a:gd name="T45" fmla="*/ 305 h 858"/>
                <a:gd name="T46" fmla="*/ 654 w 661"/>
                <a:gd name="T47" fmla="*/ 290 h 858"/>
                <a:gd name="T48" fmla="*/ 574 w 661"/>
                <a:gd name="T49" fmla="*/ 243 h 858"/>
                <a:gd name="T50" fmla="*/ 573 w 661"/>
                <a:gd name="T51" fmla="*/ 242 h 858"/>
                <a:gd name="T52" fmla="*/ 367 w 661"/>
                <a:gd name="T53" fmla="*/ 121 h 858"/>
                <a:gd name="T54" fmla="*/ 358 w 661"/>
                <a:gd name="T55" fmla="*/ 117 h 858"/>
                <a:gd name="T56" fmla="*/ 343 w 661"/>
                <a:gd name="T57" fmla="*/ 116 h 858"/>
                <a:gd name="T58" fmla="*/ 320 w 661"/>
                <a:gd name="T59" fmla="*/ 121 h 858"/>
                <a:gd name="T60" fmla="*/ 254 w 661"/>
                <a:gd name="T61" fmla="*/ 170 h 858"/>
                <a:gd name="T62" fmla="*/ 233 w 661"/>
                <a:gd name="T63" fmla="*/ 173 h 858"/>
                <a:gd name="T64" fmla="*/ 163 w 661"/>
                <a:gd name="T65" fmla="*/ 143 h 858"/>
                <a:gd name="T66" fmla="*/ 158 w 661"/>
                <a:gd name="T67" fmla="*/ 144 h 858"/>
                <a:gd name="T68" fmla="*/ 104 w 661"/>
                <a:gd name="T69" fmla="*/ 129 h 858"/>
                <a:gd name="T70" fmla="*/ 101 w 661"/>
                <a:gd name="T71" fmla="*/ 124 h 858"/>
                <a:gd name="T72" fmla="*/ 129 w 661"/>
                <a:gd name="T73" fmla="*/ 22 h 858"/>
                <a:gd name="T74" fmla="*/ 134 w 661"/>
                <a:gd name="T75" fmla="*/ 19 h 858"/>
                <a:gd name="T76" fmla="*/ 148 w 661"/>
                <a:gd name="T77" fmla="*/ 23 h 858"/>
                <a:gd name="T78" fmla="*/ 150 w 661"/>
                <a:gd name="T79" fmla="*/ 19 h 858"/>
                <a:gd name="T80" fmla="*/ 159 w 661"/>
                <a:gd name="T81" fmla="*/ 8 h 858"/>
                <a:gd name="T82" fmla="*/ 136 w 661"/>
                <a:gd name="T83" fmla="*/ 2 h 858"/>
                <a:gd name="T84" fmla="*/ 121 w 661"/>
                <a:gd name="T85" fmla="*/ 11 h 858"/>
                <a:gd name="T86" fmla="*/ 109 w 661"/>
                <a:gd name="T87" fmla="*/ 55 h 858"/>
                <a:gd name="T88" fmla="*/ 108 w 661"/>
                <a:gd name="T89" fmla="*/ 56 h 858"/>
                <a:gd name="T90" fmla="*/ 8 w 661"/>
                <a:gd name="T91" fmla="*/ 193 h 858"/>
                <a:gd name="T92" fmla="*/ 7 w 661"/>
                <a:gd name="T93" fmla="*/ 230 h 858"/>
                <a:gd name="T94" fmla="*/ 34 w 661"/>
                <a:gd name="T95" fmla="*/ 244 h 858"/>
                <a:gd name="T96" fmla="*/ 139 w 661"/>
                <a:gd name="T97" fmla="*/ 157 h 858"/>
                <a:gd name="T98" fmla="*/ 109 w 661"/>
                <a:gd name="T99" fmla="*/ 163 h 858"/>
                <a:gd name="T100" fmla="*/ 118 w 661"/>
                <a:gd name="T101" fmla="*/ 151 h 858"/>
                <a:gd name="T102" fmla="*/ 139 w 661"/>
                <a:gd name="T103" fmla="*/ 157 h 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61" h="858">
                  <a:moveTo>
                    <a:pt x="34" y="244"/>
                  </a:moveTo>
                  <a:cubicBezTo>
                    <a:pt x="36" y="244"/>
                    <a:pt x="38" y="244"/>
                    <a:pt x="40" y="244"/>
                  </a:cubicBezTo>
                  <a:cubicBezTo>
                    <a:pt x="174" y="214"/>
                    <a:pt x="174" y="214"/>
                    <a:pt x="174" y="214"/>
                  </a:cubicBezTo>
                  <a:cubicBezTo>
                    <a:pt x="212" y="391"/>
                    <a:pt x="212" y="391"/>
                    <a:pt x="212" y="391"/>
                  </a:cubicBezTo>
                  <a:cubicBezTo>
                    <a:pt x="180" y="803"/>
                    <a:pt x="180" y="803"/>
                    <a:pt x="180" y="803"/>
                  </a:cubicBezTo>
                  <a:cubicBezTo>
                    <a:pt x="178" y="830"/>
                    <a:pt x="199" y="854"/>
                    <a:pt x="226" y="856"/>
                  </a:cubicBezTo>
                  <a:cubicBezTo>
                    <a:pt x="253" y="858"/>
                    <a:pt x="277" y="837"/>
                    <a:pt x="279" y="810"/>
                  </a:cubicBezTo>
                  <a:cubicBezTo>
                    <a:pt x="305" y="467"/>
                    <a:pt x="305" y="467"/>
                    <a:pt x="305" y="467"/>
                  </a:cubicBezTo>
                  <a:cubicBezTo>
                    <a:pt x="347" y="459"/>
                    <a:pt x="347" y="459"/>
                    <a:pt x="347" y="459"/>
                  </a:cubicBezTo>
                  <a:cubicBezTo>
                    <a:pt x="423" y="812"/>
                    <a:pt x="423" y="812"/>
                    <a:pt x="423" y="812"/>
                  </a:cubicBezTo>
                  <a:cubicBezTo>
                    <a:pt x="428" y="838"/>
                    <a:pt x="455" y="855"/>
                    <a:pt x="481" y="850"/>
                  </a:cubicBezTo>
                  <a:cubicBezTo>
                    <a:pt x="508" y="844"/>
                    <a:pt x="525" y="817"/>
                    <a:pt x="519" y="791"/>
                  </a:cubicBezTo>
                  <a:cubicBezTo>
                    <a:pt x="437" y="408"/>
                    <a:pt x="437" y="408"/>
                    <a:pt x="437" y="408"/>
                  </a:cubicBezTo>
                  <a:cubicBezTo>
                    <a:pt x="437" y="408"/>
                    <a:pt x="437" y="408"/>
                    <a:pt x="437" y="408"/>
                  </a:cubicBezTo>
                  <a:cubicBezTo>
                    <a:pt x="431" y="378"/>
                    <a:pt x="431" y="378"/>
                    <a:pt x="431" y="378"/>
                  </a:cubicBezTo>
                  <a:cubicBezTo>
                    <a:pt x="421" y="333"/>
                    <a:pt x="421" y="333"/>
                    <a:pt x="421" y="333"/>
                  </a:cubicBezTo>
                  <a:cubicBezTo>
                    <a:pt x="421" y="333"/>
                    <a:pt x="421" y="333"/>
                    <a:pt x="421" y="333"/>
                  </a:cubicBezTo>
                  <a:cubicBezTo>
                    <a:pt x="395" y="211"/>
                    <a:pt x="395" y="211"/>
                    <a:pt x="395" y="211"/>
                  </a:cubicBezTo>
                  <a:cubicBezTo>
                    <a:pt x="577" y="319"/>
                    <a:pt x="577" y="319"/>
                    <a:pt x="577" y="319"/>
                  </a:cubicBezTo>
                  <a:cubicBezTo>
                    <a:pt x="580" y="321"/>
                    <a:pt x="598" y="303"/>
                    <a:pt x="607" y="287"/>
                  </a:cubicBezTo>
                  <a:cubicBezTo>
                    <a:pt x="644" y="308"/>
                    <a:pt x="644" y="308"/>
                    <a:pt x="644" y="308"/>
                  </a:cubicBezTo>
                  <a:cubicBezTo>
                    <a:pt x="645" y="309"/>
                    <a:pt x="647" y="310"/>
                    <a:pt x="649" y="310"/>
                  </a:cubicBezTo>
                  <a:cubicBezTo>
                    <a:pt x="653" y="310"/>
                    <a:pt x="656" y="308"/>
                    <a:pt x="658" y="305"/>
                  </a:cubicBezTo>
                  <a:cubicBezTo>
                    <a:pt x="661" y="300"/>
                    <a:pt x="660" y="293"/>
                    <a:pt x="654" y="290"/>
                  </a:cubicBezTo>
                  <a:cubicBezTo>
                    <a:pt x="574" y="243"/>
                    <a:pt x="574" y="243"/>
                    <a:pt x="574" y="243"/>
                  </a:cubicBezTo>
                  <a:cubicBezTo>
                    <a:pt x="574" y="243"/>
                    <a:pt x="574" y="242"/>
                    <a:pt x="573" y="242"/>
                  </a:cubicBezTo>
                  <a:cubicBezTo>
                    <a:pt x="367" y="121"/>
                    <a:pt x="367" y="121"/>
                    <a:pt x="367" y="121"/>
                  </a:cubicBezTo>
                  <a:cubicBezTo>
                    <a:pt x="364" y="119"/>
                    <a:pt x="361" y="118"/>
                    <a:pt x="358" y="117"/>
                  </a:cubicBezTo>
                  <a:cubicBezTo>
                    <a:pt x="353" y="115"/>
                    <a:pt x="348" y="115"/>
                    <a:pt x="343" y="116"/>
                  </a:cubicBezTo>
                  <a:cubicBezTo>
                    <a:pt x="320" y="121"/>
                    <a:pt x="320" y="121"/>
                    <a:pt x="320" y="121"/>
                  </a:cubicBezTo>
                  <a:cubicBezTo>
                    <a:pt x="307" y="145"/>
                    <a:pt x="283" y="164"/>
                    <a:pt x="254" y="170"/>
                  </a:cubicBezTo>
                  <a:cubicBezTo>
                    <a:pt x="247" y="172"/>
                    <a:pt x="240" y="173"/>
                    <a:pt x="233" y="173"/>
                  </a:cubicBezTo>
                  <a:cubicBezTo>
                    <a:pt x="206" y="173"/>
                    <a:pt x="181" y="161"/>
                    <a:pt x="163" y="143"/>
                  </a:cubicBezTo>
                  <a:cubicBezTo>
                    <a:pt x="162" y="144"/>
                    <a:pt x="160" y="145"/>
                    <a:pt x="158" y="144"/>
                  </a:cubicBezTo>
                  <a:cubicBezTo>
                    <a:pt x="104" y="129"/>
                    <a:pt x="104" y="129"/>
                    <a:pt x="104" y="129"/>
                  </a:cubicBezTo>
                  <a:cubicBezTo>
                    <a:pt x="102" y="129"/>
                    <a:pt x="100" y="127"/>
                    <a:pt x="101" y="124"/>
                  </a:cubicBezTo>
                  <a:cubicBezTo>
                    <a:pt x="129" y="22"/>
                    <a:pt x="129" y="22"/>
                    <a:pt x="129" y="22"/>
                  </a:cubicBezTo>
                  <a:cubicBezTo>
                    <a:pt x="130" y="20"/>
                    <a:pt x="132" y="18"/>
                    <a:pt x="134" y="19"/>
                  </a:cubicBezTo>
                  <a:cubicBezTo>
                    <a:pt x="148" y="23"/>
                    <a:pt x="148" y="23"/>
                    <a:pt x="148" y="23"/>
                  </a:cubicBezTo>
                  <a:cubicBezTo>
                    <a:pt x="149" y="22"/>
                    <a:pt x="149" y="21"/>
                    <a:pt x="150" y="19"/>
                  </a:cubicBezTo>
                  <a:cubicBezTo>
                    <a:pt x="153" y="16"/>
                    <a:pt x="155" y="12"/>
                    <a:pt x="159" y="8"/>
                  </a:cubicBezTo>
                  <a:cubicBezTo>
                    <a:pt x="136" y="2"/>
                    <a:pt x="136" y="2"/>
                    <a:pt x="136" y="2"/>
                  </a:cubicBezTo>
                  <a:cubicBezTo>
                    <a:pt x="130" y="0"/>
                    <a:pt x="123" y="4"/>
                    <a:pt x="121" y="11"/>
                  </a:cubicBezTo>
                  <a:cubicBezTo>
                    <a:pt x="109" y="55"/>
                    <a:pt x="109" y="55"/>
                    <a:pt x="109" y="55"/>
                  </a:cubicBezTo>
                  <a:cubicBezTo>
                    <a:pt x="109" y="55"/>
                    <a:pt x="108" y="56"/>
                    <a:pt x="108" y="56"/>
                  </a:cubicBezTo>
                  <a:cubicBezTo>
                    <a:pt x="8" y="193"/>
                    <a:pt x="8" y="193"/>
                    <a:pt x="8" y="193"/>
                  </a:cubicBezTo>
                  <a:cubicBezTo>
                    <a:pt x="0" y="204"/>
                    <a:pt x="0" y="219"/>
                    <a:pt x="7" y="230"/>
                  </a:cubicBezTo>
                  <a:cubicBezTo>
                    <a:pt x="13" y="239"/>
                    <a:pt x="23" y="244"/>
                    <a:pt x="34" y="244"/>
                  </a:cubicBezTo>
                  <a:close/>
                  <a:moveTo>
                    <a:pt x="139" y="157"/>
                  </a:moveTo>
                  <a:cubicBezTo>
                    <a:pt x="109" y="163"/>
                    <a:pt x="109" y="163"/>
                    <a:pt x="109" y="163"/>
                  </a:cubicBezTo>
                  <a:cubicBezTo>
                    <a:pt x="118" y="151"/>
                    <a:pt x="118" y="151"/>
                    <a:pt x="118" y="151"/>
                  </a:cubicBezTo>
                  <a:lnTo>
                    <a:pt x="139" y="1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191"/>
            <p:cNvSpPr>
              <a:spLocks/>
            </p:cNvSpPr>
            <p:nvPr/>
          </p:nvSpPr>
          <p:spPr bwMode="auto">
            <a:xfrm>
              <a:off x="6527801" y="1809750"/>
              <a:ext cx="254000" cy="254000"/>
            </a:xfrm>
            <a:custGeom>
              <a:avLst/>
              <a:gdLst>
                <a:gd name="T0" fmla="*/ 10 w 197"/>
                <a:gd name="T1" fmla="*/ 117 h 197"/>
                <a:gd name="T2" fmla="*/ 117 w 197"/>
                <a:gd name="T3" fmla="*/ 186 h 197"/>
                <a:gd name="T4" fmla="*/ 186 w 197"/>
                <a:gd name="T5" fmla="*/ 79 h 197"/>
                <a:gd name="T6" fmla="*/ 80 w 197"/>
                <a:gd name="T7" fmla="*/ 10 h 197"/>
                <a:gd name="T8" fmla="*/ 10 w 197"/>
                <a:gd name="T9" fmla="*/ 117 h 197"/>
              </a:gdLst>
              <a:ahLst/>
              <a:cxnLst>
                <a:cxn ang="0">
                  <a:pos x="T0" y="T1"/>
                </a:cxn>
                <a:cxn ang="0">
                  <a:pos x="T2" y="T3"/>
                </a:cxn>
                <a:cxn ang="0">
                  <a:pos x="T4" y="T5"/>
                </a:cxn>
                <a:cxn ang="0">
                  <a:pos x="T6" y="T7"/>
                </a:cxn>
                <a:cxn ang="0">
                  <a:pos x="T8" y="T9"/>
                </a:cxn>
              </a:cxnLst>
              <a:rect l="0" t="0" r="r" b="b"/>
              <a:pathLst>
                <a:path w="197" h="197">
                  <a:moveTo>
                    <a:pt x="10" y="117"/>
                  </a:moveTo>
                  <a:cubicBezTo>
                    <a:pt x="21" y="166"/>
                    <a:pt x="69" y="197"/>
                    <a:pt x="117" y="186"/>
                  </a:cubicBezTo>
                  <a:cubicBezTo>
                    <a:pt x="166" y="176"/>
                    <a:pt x="197" y="128"/>
                    <a:pt x="186" y="79"/>
                  </a:cubicBezTo>
                  <a:cubicBezTo>
                    <a:pt x="176" y="31"/>
                    <a:pt x="128" y="0"/>
                    <a:pt x="80" y="10"/>
                  </a:cubicBezTo>
                  <a:cubicBezTo>
                    <a:pt x="31" y="21"/>
                    <a:pt x="0" y="69"/>
                    <a:pt x="10" y="1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192"/>
            <p:cNvSpPr>
              <a:spLocks/>
            </p:cNvSpPr>
            <p:nvPr/>
          </p:nvSpPr>
          <p:spPr bwMode="auto">
            <a:xfrm>
              <a:off x="7189788" y="1609725"/>
              <a:ext cx="755650" cy="1335087"/>
            </a:xfrm>
            <a:custGeom>
              <a:avLst/>
              <a:gdLst>
                <a:gd name="T0" fmla="*/ 0 w 587"/>
                <a:gd name="T1" fmla="*/ 821 h 1036"/>
                <a:gd name="T2" fmla="*/ 23 w 587"/>
                <a:gd name="T3" fmla="*/ 843 h 1036"/>
                <a:gd name="T4" fmla="*/ 31 w 587"/>
                <a:gd name="T5" fmla="*/ 843 h 1036"/>
                <a:gd name="T6" fmla="*/ 31 w 587"/>
                <a:gd name="T7" fmla="*/ 893 h 1036"/>
                <a:gd name="T8" fmla="*/ 102 w 587"/>
                <a:gd name="T9" fmla="*/ 964 h 1036"/>
                <a:gd name="T10" fmla="*/ 107 w 587"/>
                <a:gd name="T11" fmla="*/ 964 h 1036"/>
                <a:gd name="T12" fmla="*/ 107 w 587"/>
                <a:gd name="T13" fmla="*/ 994 h 1036"/>
                <a:gd name="T14" fmla="*/ 86 w 587"/>
                <a:gd name="T15" fmla="*/ 994 h 1036"/>
                <a:gd name="T16" fmla="*/ 65 w 587"/>
                <a:gd name="T17" fmla="*/ 1015 h 1036"/>
                <a:gd name="T18" fmla="*/ 86 w 587"/>
                <a:gd name="T19" fmla="*/ 1036 h 1036"/>
                <a:gd name="T20" fmla="*/ 323 w 587"/>
                <a:gd name="T21" fmla="*/ 1036 h 1036"/>
                <a:gd name="T22" fmla="*/ 344 w 587"/>
                <a:gd name="T23" fmla="*/ 1015 h 1036"/>
                <a:gd name="T24" fmla="*/ 323 w 587"/>
                <a:gd name="T25" fmla="*/ 994 h 1036"/>
                <a:gd name="T26" fmla="*/ 302 w 587"/>
                <a:gd name="T27" fmla="*/ 994 h 1036"/>
                <a:gd name="T28" fmla="*/ 302 w 587"/>
                <a:gd name="T29" fmla="*/ 964 h 1036"/>
                <a:gd name="T30" fmla="*/ 307 w 587"/>
                <a:gd name="T31" fmla="*/ 964 h 1036"/>
                <a:gd name="T32" fmla="*/ 378 w 587"/>
                <a:gd name="T33" fmla="*/ 893 h 1036"/>
                <a:gd name="T34" fmla="*/ 378 w 587"/>
                <a:gd name="T35" fmla="*/ 843 h 1036"/>
                <a:gd name="T36" fmla="*/ 386 w 587"/>
                <a:gd name="T37" fmla="*/ 843 h 1036"/>
                <a:gd name="T38" fmla="*/ 408 w 587"/>
                <a:gd name="T39" fmla="*/ 827 h 1036"/>
                <a:gd name="T40" fmla="*/ 511 w 587"/>
                <a:gd name="T41" fmla="*/ 721 h 1036"/>
                <a:gd name="T42" fmla="*/ 511 w 587"/>
                <a:gd name="T43" fmla="*/ 284 h 1036"/>
                <a:gd name="T44" fmla="*/ 575 w 587"/>
                <a:gd name="T45" fmla="*/ 284 h 1036"/>
                <a:gd name="T46" fmla="*/ 587 w 587"/>
                <a:gd name="T47" fmla="*/ 0 h 1036"/>
                <a:gd name="T48" fmla="*/ 418 w 587"/>
                <a:gd name="T49" fmla="*/ 0 h 1036"/>
                <a:gd name="T50" fmla="*/ 431 w 587"/>
                <a:gd name="T51" fmla="*/ 284 h 1036"/>
                <a:gd name="T52" fmla="*/ 491 w 587"/>
                <a:gd name="T53" fmla="*/ 284 h 1036"/>
                <a:gd name="T54" fmla="*/ 491 w 587"/>
                <a:gd name="T55" fmla="*/ 721 h 1036"/>
                <a:gd name="T56" fmla="*/ 405 w 587"/>
                <a:gd name="T57" fmla="*/ 807 h 1036"/>
                <a:gd name="T58" fmla="*/ 404 w 587"/>
                <a:gd name="T59" fmla="*/ 807 h 1036"/>
                <a:gd name="T60" fmla="*/ 386 w 587"/>
                <a:gd name="T61" fmla="*/ 798 h 1036"/>
                <a:gd name="T62" fmla="*/ 366 w 587"/>
                <a:gd name="T63" fmla="*/ 798 h 1036"/>
                <a:gd name="T64" fmla="*/ 430 w 587"/>
                <a:gd name="T65" fmla="*/ 475 h 1036"/>
                <a:gd name="T66" fmla="*/ 417 w 587"/>
                <a:gd name="T67" fmla="*/ 455 h 1036"/>
                <a:gd name="T68" fmla="*/ 398 w 587"/>
                <a:gd name="T69" fmla="*/ 468 h 1036"/>
                <a:gd name="T70" fmla="*/ 332 w 587"/>
                <a:gd name="T71" fmla="*/ 798 h 1036"/>
                <a:gd name="T72" fmla="*/ 211 w 587"/>
                <a:gd name="T73" fmla="*/ 798 h 1036"/>
                <a:gd name="T74" fmla="*/ 193 w 587"/>
                <a:gd name="T75" fmla="*/ 909 h 1036"/>
                <a:gd name="T76" fmla="*/ 167 w 587"/>
                <a:gd name="T77" fmla="*/ 842 h 1036"/>
                <a:gd name="T78" fmla="*/ 140 w 587"/>
                <a:gd name="T79" fmla="*/ 798 h 1036"/>
                <a:gd name="T80" fmla="*/ 23 w 587"/>
                <a:gd name="T81" fmla="*/ 798 h 1036"/>
                <a:gd name="T82" fmla="*/ 0 w 587"/>
                <a:gd name="T83" fmla="*/ 821 h 10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87" h="1036">
                  <a:moveTo>
                    <a:pt x="0" y="821"/>
                  </a:moveTo>
                  <a:cubicBezTo>
                    <a:pt x="0" y="833"/>
                    <a:pt x="10" y="843"/>
                    <a:pt x="23" y="843"/>
                  </a:cubicBezTo>
                  <a:cubicBezTo>
                    <a:pt x="31" y="843"/>
                    <a:pt x="31" y="843"/>
                    <a:pt x="31" y="843"/>
                  </a:cubicBezTo>
                  <a:cubicBezTo>
                    <a:pt x="31" y="893"/>
                    <a:pt x="31" y="893"/>
                    <a:pt x="31" y="893"/>
                  </a:cubicBezTo>
                  <a:cubicBezTo>
                    <a:pt x="31" y="932"/>
                    <a:pt x="63" y="964"/>
                    <a:pt x="102" y="964"/>
                  </a:cubicBezTo>
                  <a:cubicBezTo>
                    <a:pt x="107" y="964"/>
                    <a:pt x="107" y="964"/>
                    <a:pt x="107" y="964"/>
                  </a:cubicBezTo>
                  <a:cubicBezTo>
                    <a:pt x="107" y="994"/>
                    <a:pt x="107" y="994"/>
                    <a:pt x="107" y="994"/>
                  </a:cubicBezTo>
                  <a:cubicBezTo>
                    <a:pt x="86" y="994"/>
                    <a:pt x="86" y="994"/>
                    <a:pt x="86" y="994"/>
                  </a:cubicBezTo>
                  <a:cubicBezTo>
                    <a:pt x="75" y="994"/>
                    <a:pt x="65" y="1004"/>
                    <a:pt x="65" y="1015"/>
                  </a:cubicBezTo>
                  <a:cubicBezTo>
                    <a:pt x="65" y="1027"/>
                    <a:pt x="75" y="1036"/>
                    <a:pt x="86" y="1036"/>
                  </a:cubicBezTo>
                  <a:cubicBezTo>
                    <a:pt x="323" y="1036"/>
                    <a:pt x="323" y="1036"/>
                    <a:pt x="323" y="1036"/>
                  </a:cubicBezTo>
                  <a:cubicBezTo>
                    <a:pt x="334" y="1036"/>
                    <a:pt x="344" y="1027"/>
                    <a:pt x="344" y="1015"/>
                  </a:cubicBezTo>
                  <a:cubicBezTo>
                    <a:pt x="344" y="1004"/>
                    <a:pt x="334" y="994"/>
                    <a:pt x="323" y="994"/>
                  </a:cubicBezTo>
                  <a:cubicBezTo>
                    <a:pt x="302" y="994"/>
                    <a:pt x="302" y="994"/>
                    <a:pt x="302" y="994"/>
                  </a:cubicBezTo>
                  <a:cubicBezTo>
                    <a:pt x="302" y="964"/>
                    <a:pt x="302" y="964"/>
                    <a:pt x="302" y="964"/>
                  </a:cubicBezTo>
                  <a:cubicBezTo>
                    <a:pt x="307" y="964"/>
                    <a:pt x="307" y="964"/>
                    <a:pt x="307" y="964"/>
                  </a:cubicBezTo>
                  <a:cubicBezTo>
                    <a:pt x="346" y="964"/>
                    <a:pt x="378" y="932"/>
                    <a:pt x="378" y="893"/>
                  </a:cubicBezTo>
                  <a:cubicBezTo>
                    <a:pt x="378" y="843"/>
                    <a:pt x="378" y="843"/>
                    <a:pt x="378" y="843"/>
                  </a:cubicBezTo>
                  <a:cubicBezTo>
                    <a:pt x="386" y="843"/>
                    <a:pt x="386" y="843"/>
                    <a:pt x="386" y="843"/>
                  </a:cubicBezTo>
                  <a:cubicBezTo>
                    <a:pt x="397" y="843"/>
                    <a:pt x="405" y="836"/>
                    <a:pt x="408" y="827"/>
                  </a:cubicBezTo>
                  <a:cubicBezTo>
                    <a:pt x="465" y="825"/>
                    <a:pt x="511" y="778"/>
                    <a:pt x="511" y="721"/>
                  </a:cubicBezTo>
                  <a:cubicBezTo>
                    <a:pt x="511" y="284"/>
                    <a:pt x="511" y="284"/>
                    <a:pt x="511" y="284"/>
                  </a:cubicBezTo>
                  <a:cubicBezTo>
                    <a:pt x="575" y="284"/>
                    <a:pt x="575" y="284"/>
                    <a:pt x="575" y="284"/>
                  </a:cubicBezTo>
                  <a:cubicBezTo>
                    <a:pt x="587" y="0"/>
                    <a:pt x="587" y="0"/>
                    <a:pt x="587" y="0"/>
                  </a:cubicBezTo>
                  <a:cubicBezTo>
                    <a:pt x="418" y="0"/>
                    <a:pt x="418" y="0"/>
                    <a:pt x="418" y="0"/>
                  </a:cubicBezTo>
                  <a:cubicBezTo>
                    <a:pt x="431" y="284"/>
                    <a:pt x="431" y="284"/>
                    <a:pt x="431" y="284"/>
                  </a:cubicBezTo>
                  <a:cubicBezTo>
                    <a:pt x="491" y="284"/>
                    <a:pt x="491" y="284"/>
                    <a:pt x="491" y="284"/>
                  </a:cubicBezTo>
                  <a:cubicBezTo>
                    <a:pt x="491" y="721"/>
                    <a:pt x="491" y="721"/>
                    <a:pt x="491" y="721"/>
                  </a:cubicBezTo>
                  <a:cubicBezTo>
                    <a:pt x="491" y="768"/>
                    <a:pt x="453" y="807"/>
                    <a:pt x="405" y="807"/>
                  </a:cubicBezTo>
                  <a:cubicBezTo>
                    <a:pt x="404" y="807"/>
                    <a:pt x="404" y="807"/>
                    <a:pt x="404" y="807"/>
                  </a:cubicBezTo>
                  <a:cubicBezTo>
                    <a:pt x="400" y="801"/>
                    <a:pt x="393" y="798"/>
                    <a:pt x="386" y="798"/>
                  </a:cubicBezTo>
                  <a:cubicBezTo>
                    <a:pt x="366" y="798"/>
                    <a:pt x="366" y="798"/>
                    <a:pt x="366" y="798"/>
                  </a:cubicBezTo>
                  <a:cubicBezTo>
                    <a:pt x="430" y="475"/>
                    <a:pt x="430" y="475"/>
                    <a:pt x="430" y="475"/>
                  </a:cubicBezTo>
                  <a:cubicBezTo>
                    <a:pt x="432" y="466"/>
                    <a:pt x="426" y="457"/>
                    <a:pt x="417" y="455"/>
                  </a:cubicBezTo>
                  <a:cubicBezTo>
                    <a:pt x="408" y="454"/>
                    <a:pt x="400" y="459"/>
                    <a:pt x="398" y="468"/>
                  </a:cubicBezTo>
                  <a:cubicBezTo>
                    <a:pt x="332" y="798"/>
                    <a:pt x="332" y="798"/>
                    <a:pt x="332" y="798"/>
                  </a:cubicBezTo>
                  <a:cubicBezTo>
                    <a:pt x="211" y="798"/>
                    <a:pt x="211" y="798"/>
                    <a:pt x="211" y="798"/>
                  </a:cubicBezTo>
                  <a:cubicBezTo>
                    <a:pt x="212" y="826"/>
                    <a:pt x="215" y="912"/>
                    <a:pt x="193" y="909"/>
                  </a:cubicBezTo>
                  <a:cubicBezTo>
                    <a:pt x="166" y="907"/>
                    <a:pt x="182" y="802"/>
                    <a:pt x="167" y="842"/>
                  </a:cubicBezTo>
                  <a:cubicBezTo>
                    <a:pt x="155" y="873"/>
                    <a:pt x="144" y="823"/>
                    <a:pt x="140" y="798"/>
                  </a:cubicBezTo>
                  <a:cubicBezTo>
                    <a:pt x="23" y="798"/>
                    <a:pt x="23" y="798"/>
                    <a:pt x="23" y="798"/>
                  </a:cubicBezTo>
                  <a:cubicBezTo>
                    <a:pt x="10" y="798"/>
                    <a:pt x="0" y="808"/>
                    <a:pt x="0" y="8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Rectangle 193"/>
            <p:cNvSpPr>
              <a:spLocks noChangeArrowheads="1"/>
            </p:cNvSpPr>
            <p:nvPr/>
          </p:nvSpPr>
          <p:spPr bwMode="auto">
            <a:xfrm>
              <a:off x="7704138" y="1552575"/>
              <a:ext cx="266700" cy="412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194"/>
            <p:cNvSpPr>
              <a:spLocks/>
            </p:cNvSpPr>
            <p:nvPr/>
          </p:nvSpPr>
          <p:spPr bwMode="auto">
            <a:xfrm>
              <a:off x="7524751" y="2913063"/>
              <a:ext cx="563563" cy="228600"/>
            </a:xfrm>
            <a:custGeom>
              <a:avLst/>
              <a:gdLst>
                <a:gd name="T0" fmla="*/ 235 w 438"/>
                <a:gd name="T1" fmla="*/ 58 h 177"/>
                <a:gd name="T2" fmla="*/ 345 w 438"/>
                <a:gd name="T3" fmla="*/ 19 h 177"/>
                <a:gd name="T4" fmla="*/ 111 w 438"/>
                <a:gd name="T5" fmla="*/ 10 h 177"/>
                <a:gd name="T6" fmla="*/ 237 w 438"/>
                <a:gd name="T7" fmla="*/ 29 h 177"/>
                <a:gd name="T8" fmla="*/ 121 w 438"/>
                <a:gd name="T9" fmla="*/ 53 h 177"/>
                <a:gd name="T10" fmla="*/ 229 w 438"/>
                <a:gd name="T11" fmla="*/ 94 h 177"/>
                <a:gd name="T12" fmla="*/ 3 w 438"/>
                <a:gd name="T13" fmla="*/ 127 h 177"/>
                <a:gd name="T14" fmla="*/ 214 w 438"/>
                <a:gd name="T15" fmla="*/ 151 h 177"/>
                <a:gd name="T16" fmla="*/ 437 w 438"/>
                <a:gd name="T17" fmla="*/ 127 h 177"/>
                <a:gd name="T18" fmla="*/ 235 w 438"/>
                <a:gd name="T19" fmla="*/ 58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8" h="177">
                  <a:moveTo>
                    <a:pt x="235" y="58"/>
                  </a:moveTo>
                  <a:cubicBezTo>
                    <a:pt x="233" y="39"/>
                    <a:pt x="346" y="35"/>
                    <a:pt x="345" y="19"/>
                  </a:cubicBezTo>
                  <a:cubicBezTo>
                    <a:pt x="343" y="3"/>
                    <a:pt x="113" y="0"/>
                    <a:pt x="111" y="10"/>
                  </a:cubicBezTo>
                  <a:cubicBezTo>
                    <a:pt x="109" y="20"/>
                    <a:pt x="237" y="17"/>
                    <a:pt x="237" y="29"/>
                  </a:cubicBezTo>
                  <a:cubicBezTo>
                    <a:pt x="238" y="42"/>
                    <a:pt x="122" y="39"/>
                    <a:pt x="121" y="53"/>
                  </a:cubicBezTo>
                  <a:cubicBezTo>
                    <a:pt x="121" y="67"/>
                    <a:pt x="227" y="75"/>
                    <a:pt x="229" y="94"/>
                  </a:cubicBezTo>
                  <a:cubicBezTo>
                    <a:pt x="231" y="114"/>
                    <a:pt x="7" y="114"/>
                    <a:pt x="3" y="127"/>
                  </a:cubicBezTo>
                  <a:cubicBezTo>
                    <a:pt x="0" y="140"/>
                    <a:pt x="119" y="126"/>
                    <a:pt x="214" y="151"/>
                  </a:cubicBezTo>
                  <a:cubicBezTo>
                    <a:pt x="309" y="177"/>
                    <a:pt x="437" y="146"/>
                    <a:pt x="437" y="127"/>
                  </a:cubicBezTo>
                  <a:cubicBezTo>
                    <a:pt x="438" y="108"/>
                    <a:pt x="237" y="77"/>
                    <a:pt x="235"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195"/>
            <p:cNvSpPr>
              <a:spLocks noEditPoints="1"/>
            </p:cNvSpPr>
            <p:nvPr/>
          </p:nvSpPr>
          <p:spPr bwMode="auto">
            <a:xfrm>
              <a:off x="6646863" y="1487488"/>
              <a:ext cx="406400" cy="357187"/>
            </a:xfrm>
            <a:custGeom>
              <a:avLst/>
              <a:gdLst>
                <a:gd name="T0" fmla="*/ 70 w 315"/>
                <a:gd name="T1" fmla="*/ 165 h 277"/>
                <a:gd name="T2" fmla="*/ 133 w 315"/>
                <a:gd name="T3" fmla="*/ 216 h 277"/>
                <a:gd name="T4" fmla="*/ 100 w 315"/>
                <a:gd name="T5" fmla="*/ 218 h 277"/>
                <a:gd name="T6" fmla="*/ 111 w 315"/>
                <a:gd name="T7" fmla="*/ 259 h 277"/>
                <a:gd name="T8" fmla="*/ 94 w 315"/>
                <a:gd name="T9" fmla="*/ 260 h 277"/>
                <a:gd name="T10" fmla="*/ 196 w 315"/>
                <a:gd name="T11" fmla="*/ 207 h 277"/>
                <a:gd name="T12" fmla="*/ 261 w 315"/>
                <a:gd name="T13" fmla="*/ 153 h 277"/>
                <a:gd name="T14" fmla="*/ 105 w 315"/>
                <a:gd name="T15" fmla="*/ 30 h 277"/>
                <a:gd name="T16" fmla="*/ 115 w 315"/>
                <a:gd name="T17" fmla="*/ 228 h 277"/>
                <a:gd name="T18" fmla="*/ 177 w 315"/>
                <a:gd name="T19" fmla="*/ 61 h 277"/>
                <a:gd name="T20" fmla="*/ 94 w 315"/>
                <a:gd name="T21" fmla="*/ 95 h 277"/>
                <a:gd name="T22" fmla="*/ 257 w 315"/>
                <a:gd name="T23" fmla="*/ 136 h 277"/>
                <a:gd name="T24" fmla="*/ 193 w 315"/>
                <a:gd name="T25" fmla="*/ 174 h 277"/>
                <a:gd name="T26" fmla="*/ 74 w 315"/>
                <a:gd name="T27" fmla="*/ 147 h 277"/>
                <a:gd name="T28" fmla="*/ 181 w 315"/>
                <a:gd name="T29" fmla="*/ 136 h 277"/>
                <a:gd name="T30" fmla="*/ 219 w 315"/>
                <a:gd name="T31" fmla="*/ 106 h 277"/>
                <a:gd name="T32" fmla="*/ 160 w 315"/>
                <a:gd name="T33" fmla="*/ 184 h 277"/>
                <a:gd name="T34" fmla="*/ 92 w 315"/>
                <a:gd name="T35" fmla="*/ 166 h 277"/>
                <a:gd name="T36" fmla="*/ 125 w 315"/>
                <a:gd name="T37" fmla="*/ 164 h 277"/>
                <a:gd name="T38" fmla="*/ 103 w 315"/>
                <a:gd name="T39" fmla="*/ 153 h 277"/>
                <a:gd name="T40" fmla="*/ 98 w 315"/>
                <a:gd name="T41" fmla="*/ 125 h 277"/>
                <a:gd name="T42" fmla="*/ 132 w 315"/>
                <a:gd name="T43" fmla="*/ 155 h 277"/>
                <a:gd name="T44" fmla="*/ 136 w 315"/>
                <a:gd name="T45" fmla="*/ 110 h 277"/>
                <a:gd name="T46" fmla="*/ 139 w 315"/>
                <a:gd name="T47" fmla="*/ 133 h 277"/>
                <a:gd name="T48" fmla="*/ 164 w 315"/>
                <a:gd name="T49" fmla="*/ 137 h 277"/>
                <a:gd name="T50" fmla="*/ 100 w 315"/>
                <a:gd name="T51" fmla="*/ 108 h 277"/>
                <a:gd name="T52" fmla="*/ 175 w 315"/>
                <a:gd name="T53" fmla="*/ 146 h 277"/>
                <a:gd name="T54" fmla="*/ 125 w 315"/>
                <a:gd name="T55" fmla="*/ 102 h 277"/>
                <a:gd name="T56" fmla="*/ 110 w 315"/>
                <a:gd name="T57" fmla="*/ 101 h 277"/>
                <a:gd name="T58" fmla="*/ 88 w 315"/>
                <a:gd name="T59" fmla="*/ 112 h 277"/>
                <a:gd name="T60" fmla="*/ 88 w 315"/>
                <a:gd name="T61" fmla="*/ 112 h 277"/>
                <a:gd name="T62" fmla="*/ 90 w 315"/>
                <a:gd name="T63" fmla="*/ 179 h 277"/>
                <a:gd name="T64" fmla="*/ 106 w 315"/>
                <a:gd name="T65" fmla="*/ 188 h 277"/>
                <a:gd name="T66" fmla="*/ 187 w 315"/>
                <a:gd name="T67" fmla="*/ 159 h 277"/>
                <a:gd name="T68" fmla="*/ 255 w 315"/>
                <a:gd name="T69" fmla="*/ 126 h 277"/>
                <a:gd name="T70" fmla="*/ 231 w 315"/>
                <a:gd name="T71" fmla="*/ 107 h 277"/>
                <a:gd name="T72" fmla="*/ 41 w 315"/>
                <a:gd name="T73" fmla="*/ 107 h 277"/>
                <a:gd name="T74" fmla="*/ 43 w 315"/>
                <a:gd name="T75" fmla="*/ 119 h 277"/>
                <a:gd name="T76" fmla="*/ 83 w 315"/>
                <a:gd name="T77" fmla="*/ 172 h 277"/>
                <a:gd name="T78" fmla="*/ 83 w 315"/>
                <a:gd name="T79" fmla="*/ 172 h 277"/>
                <a:gd name="T80" fmla="*/ 116 w 315"/>
                <a:gd name="T81" fmla="*/ 201 h 277"/>
                <a:gd name="T82" fmla="*/ 206 w 315"/>
                <a:gd name="T83" fmla="*/ 176 h 277"/>
                <a:gd name="T84" fmla="*/ 205 w 315"/>
                <a:gd name="T85" fmla="*/ 163 h 277"/>
                <a:gd name="T86" fmla="*/ 206 w 315"/>
                <a:gd name="T87" fmla="*/ 176 h 277"/>
                <a:gd name="T88" fmla="*/ 267 w 315"/>
                <a:gd name="T89" fmla="*/ 142 h 277"/>
                <a:gd name="T90" fmla="*/ 247 w 315"/>
                <a:gd name="T91" fmla="*/ 101 h 277"/>
                <a:gd name="T92" fmla="*/ 199 w 315"/>
                <a:gd name="T93" fmla="*/ 30 h 277"/>
                <a:gd name="T94" fmla="*/ 73 w 315"/>
                <a:gd name="T95" fmla="*/ 93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15" h="277">
                  <a:moveTo>
                    <a:pt x="28" y="114"/>
                  </a:moveTo>
                  <a:cubicBezTo>
                    <a:pt x="30" y="125"/>
                    <a:pt x="39" y="138"/>
                    <a:pt x="47" y="144"/>
                  </a:cubicBezTo>
                  <a:cubicBezTo>
                    <a:pt x="50" y="147"/>
                    <a:pt x="54" y="150"/>
                    <a:pt x="58" y="152"/>
                  </a:cubicBezTo>
                  <a:cubicBezTo>
                    <a:pt x="61" y="157"/>
                    <a:pt x="65" y="162"/>
                    <a:pt x="70" y="165"/>
                  </a:cubicBezTo>
                  <a:cubicBezTo>
                    <a:pt x="69" y="167"/>
                    <a:pt x="69" y="170"/>
                    <a:pt x="69" y="173"/>
                  </a:cubicBezTo>
                  <a:cubicBezTo>
                    <a:pt x="70" y="174"/>
                    <a:pt x="70" y="176"/>
                    <a:pt x="71" y="177"/>
                  </a:cubicBezTo>
                  <a:cubicBezTo>
                    <a:pt x="63" y="182"/>
                    <a:pt x="57" y="190"/>
                    <a:pt x="68" y="198"/>
                  </a:cubicBezTo>
                  <a:cubicBezTo>
                    <a:pt x="84" y="211"/>
                    <a:pt x="114" y="214"/>
                    <a:pt x="133" y="216"/>
                  </a:cubicBezTo>
                  <a:cubicBezTo>
                    <a:pt x="147" y="217"/>
                    <a:pt x="168" y="218"/>
                    <a:pt x="184" y="213"/>
                  </a:cubicBezTo>
                  <a:cubicBezTo>
                    <a:pt x="185" y="222"/>
                    <a:pt x="181" y="231"/>
                    <a:pt x="167" y="234"/>
                  </a:cubicBezTo>
                  <a:cubicBezTo>
                    <a:pt x="160" y="236"/>
                    <a:pt x="153" y="237"/>
                    <a:pt x="145" y="236"/>
                  </a:cubicBezTo>
                  <a:cubicBezTo>
                    <a:pt x="141" y="221"/>
                    <a:pt x="115" y="217"/>
                    <a:pt x="100" y="218"/>
                  </a:cubicBezTo>
                  <a:cubicBezTo>
                    <a:pt x="97" y="218"/>
                    <a:pt x="91" y="222"/>
                    <a:pt x="94" y="225"/>
                  </a:cubicBezTo>
                  <a:cubicBezTo>
                    <a:pt x="102" y="233"/>
                    <a:pt x="117" y="240"/>
                    <a:pt x="133" y="243"/>
                  </a:cubicBezTo>
                  <a:cubicBezTo>
                    <a:pt x="133" y="244"/>
                    <a:pt x="132" y="246"/>
                    <a:pt x="132" y="247"/>
                  </a:cubicBezTo>
                  <a:cubicBezTo>
                    <a:pt x="128" y="256"/>
                    <a:pt x="119" y="263"/>
                    <a:pt x="111" y="259"/>
                  </a:cubicBezTo>
                  <a:cubicBezTo>
                    <a:pt x="112" y="259"/>
                    <a:pt x="114" y="259"/>
                    <a:pt x="115" y="259"/>
                  </a:cubicBezTo>
                  <a:cubicBezTo>
                    <a:pt x="121" y="258"/>
                    <a:pt x="124" y="249"/>
                    <a:pt x="116" y="250"/>
                  </a:cubicBezTo>
                  <a:cubicBezTo>
                    <a:pt x="107" y="251"/>
                    <a:pt x="104" y="250"/>
                    <a:pt x="97" y="253"/>
                  </a:cubicBezTo>
                  <a:cubicBezTo>
                    <a:pt x="94" y="254"/>
                    <a:pt x="92" y="257"/>
                    <a:pt x="94" y="260"/>
                  </a:cubicBezTo>
                  <a:cubicBezTo>
                    <a:pt x="107" y="277"/>
                    <a:pt x="131" y="269"/>
                    <a:pt x="141" y="253"/>
                  </a:cubicBezTo>
                  <a:cubicBezTo>
                    <a:pt x="142" y="250"/>
                    <a:pt x="144" y="247"/>
                    <a:pt x="144" y="245"/>
                  </a:cubicBezTo>
                  <a:cubicBezTo>
                    <a:pt x="172" y="247"/>
                    <a:pt x="198" y="238"/>
                    <a:pt x="196" y="209"/>
                  </a:cubicBezTo>
                  <a:cubicBezTo>
                    <a:pt x="196" y="208"/>
                    <a:pt x="196" y="207"/>
                    <a:pt x="196" y="207"/>
                  </a:cubicBezTo>
                  <a:cubicBezTo>
                    <a:pt x="197" y="206"/>
                    <a:pt x="198" y="205"/>
                    <a:pt x="199" y="203"/>
                  </a:cubicBezTo>
                  <a:cubicBezTo>
                    <a:pt x="204" y="198"/>
                    <a:pt x="204" y="192"/>
                    <a:pt x="200" y="187"/>
                  </a:cubicBezTo>
                  <a:cubicBezTo>
                    <a:pt x="218" y="183"/>
                    <a:pt x="234" y="176"/>
                    <a:pt x="248" y="166"/>
                  </a:cubicBezTo>
                  <a:cubicBezTo>
                    <a:pt x="253" y="162"/>
                    <a:pt x="257" y="158"/>
                    <a:pt x="261" y="153"/>
                  </a:cubicBezTo>
                  <a:cubicBezTo>
                    <a:pt x="269" y="151"/>
                    <a:pt x="278" y="149"/>
                    <a:pt x="284" y="144"/>
                  </a:cubicBezTo>
                  <a:cubicBezTo>
                    <a:pt x="315" y="124"/>
                    <a:pt x="271" y="73"/>
                    <a:pt x="255" y="57"/>
                  </a:cubicBezTo>
                  <a:cubicBezTo>
                    <a:pt x="225" y="27"/>
                    <a:pt x="179" y="0"/>
                    <a:pt x="135" y="13"/>
                  </a:cubicBezTo>
                  <a:cubicBezTo>
                    <a:pt x="124" y="16"/>
                    <a:pt x="113" y="22"/>
                    <a:pt x="105" y="30"/>
                  </a:cubicBezTo>
                  <a:cubicBezTo>
                    <a:pt x="63" y="24"/>
                    <a:pt x="18" y="29"/>
                    <a:pt x="7" y="67"/>
                  </a:cubicBezTo>
                  <a:cubicBezTo>
                    <a:pt x="0" y="91"/>
                    <a:pt x="10" y="105"/>
                    <a:pt x="28" y="114"/>
                  </a:cubicBezTo>
                  <a:close/>
                  <a:moveTo>
                    <a:pt x="130" y="233"/>
                  </a:moveTo>
                  <a:cubicBezTo>
                    <a:pt x="125" y="232"/>
                    <a:pt x="120" y="230"/>
                    <a:pt x="115" y="228"/>
                  </a:cubicBezTo>
                  <a:cubicBezTo>
                    <a:pt x="121" y="228"/>
                    <a:pt x="126" y="230"/>
                    <a:pt x="130" y="233"/>
                  </a:cubicBezTo>
                  <a:close/>
                  <a:moveTo>
                    <a:pt x="94" y="70"/>
                  </a:moveTo>
                  <a:cubicBezTo>
                    <a:pt x="96" y="58"/>
                    <a:pt x="101" y="48"/>
                    <a:pt x="108" y="40"/>
                  </a:cubicBezTo>
                  <a:cubicBezTo>
                    <a:pt x="132" y="44"/>
                    <a:pt x="156" y="51"/>
                    <a:pt x="177" y="61"/>
                  </a:cubicBezTo>
                  <a:cubicBezTo>
                    <a:pt x="190" y="68"/>
                    <a:pt x="207" y="78"/>
                    <a:pt x="215" y="91"/>
                  </a:cubicBezTo>
                  <a:cubicBezTo>
                    <a:pt x="203" y="89"/>
                    <a:pt x="190" y="88"/>
                    <a:pt x="180" y="87"/>
                  </a:cubicBezTo>
                  <a:cubicBezTo>
                    <a:pt x="169" y="87"/>
                    <a:pt x="151" y="86"/>
                    <a:pt x="136" y="89"/>
                  </a:cubicBezTo>
                  <a:cubicBezTo>
                    <a:pt x="122" y="89"/>
                    <a:pt x="107" y="91"/>
                    <a:pt x="94" y="95"/>
                  </a:cubicBezTo>
                  <a:cubicBezTo>
                    <a:pt x="92" y="88"/>
                    <a:pt x="92" y="79"/>
                    <a:pt x="94" y="70"/>
                  </a:cubicBezTo>
                  <a:close/>
                  <a:moveTo>
                    <a:pt x="254" y="145"/>
                  </a:moveTo>
                  <a:cubicBezTo>
                    <a:pt x="247" y="146"/>
                    <a:pt x="239" y="147"/>
                    <a:pt x="232" y="147"/>
                  </a:cubicBezTo>
                  <a:cubicBezTo>
                    <a:pt x="240" y="144"/>
                    <a:pt x="249" y="141"/>
                    <a:pt x="257" y="136"/>
                  </a:cubicBezTo>
                  <a:cubicBezTo>
                    <a:pt x="256" y="139"/>
                    <a:pt x="256" y="142"/>
                    <a:pt x="254" y="145"/>
                  </a:cubicBezTo>
                  <a:close/>
                  <a:moveTo>
                    <a:pt x="192" y="179"/>
                  </a:moveTo>
                  <a:cubicBezTo>
                    <a:pt x="190" y="177"/>
                    <a:pt x="188" y="176"/>
                    <a:pt x="186" y="175"/>
                  </a:cubicBezTo>
                  <a:cubicBezTo>
                    <a:pt x="188" y="175"/>
                    <a:pt x="190" y="174"/>
                    <a:pt x="193" y="174"/>
                  </a:cubicBezTo>
                  <a:cubicBezTo>
                    <a:pt x="193" y="176"/>
                    <a:pt x="192" y="177"/>
                    <a:pt x="192" y="179"/>
                  </a:cubicBezTo>
                  <a:close/>
                  <a:moveTo>
                    <a:pt x="71" y="124"/>
                  </a:moveTo>
                  <a:cubicBezTo>
                    <a:pt x="75" y="124"/>
                    <a:pt x="79" y="124"/>
                    <a:pt x="83" y="125"/>
                  </a:cubicBezTo>
                  <a:cubicBezTo>
                    <a:pt x="77" y="131"/>
                    <a:pt x="74" y="139"/>
                    <a:pt x="74" y="147"/>
                  </a:cubicBezTo>
                  <a:cubicBezTo>
                    <a:pt x="72" y="146"/>
                    <a:pt x="70" y="146"/>
                    <a:pt x="68" y="145"/>
                  </a:cubicBezTo>
                  <a:cubicBezTo>
                    <a:pt x="68" y="145"/>
                    <a:pt x="68" y="145"/>
                    <a:pt x="68" y="145"/>
                  </a:cubicBezTo>
                  <a:cubicBezTo>
                    <a:pt x="65" y="137"/>
                    <a:pt x="67" y="130"/>
                    <a:pt x="71" y="124"/>
                  </a:cubicBezTo>
                  <a:close/>
                  <a:moveTo>
                    <a:pt x="181" y="136"/>
                  </a:moveTo>
                  <a:cubicBezTo>
                    <a:pt x="174" y="130"/>
                    <a:pt x="165" y="124"/>
                    <a:pt x="157" y="120"/>
                  </a:cubicBezTo>
                  <a:cubicBezTo>
                    <a:pt x="170" y="118"/>
                    <a:pt x="183" y="115"/>
                    <a:pt x="195" y="109"/>
                  </a:cubicBezTo>
                  <a:cubicBezTo>
                    <a:pt x="197" y="108"/>
                    <a:pt x="198" y="106"/>
                    <a:pt x="198" y="105"/>
                  </a:cubicBezTo>
                  <a:cubicBezTo>
                    <a:pt x="205" y="105"/>
                    <a:pt x="212" y="105"/>
                    <a:pt x="219" y="106"/>
                  </a:cubicBezTo>
                  <a:cubicBezTo>
                    <a:pt x="220" y="126"/>
                    <a:pt x="201" y="134"/>
                    <a:pt x="181" y="136"/>
                  </a:cubicBezTo>
                  <a:close/>
                  <a:moveTo>
                    <a:pt x="123" y="178"/>
                  </a:moveTo>
                  <a:cubicBezTo>
                    <a:pt x="130" y="179"/>
                    <a:pt x="137" y="179"/>
                    <a:pt x="143" y="178"/>
                  </a:cubicBezTo>
                  <a:cubicBezTo>
                    <a:pt x="149" y="180"/>
                    <a:pt x="155" y="182"/>
                    <a:pt x="160" y="184"/>
                  </a:cubicBezTo>
                  <a:cubicBezTo>
                    <a:pt x="142" y="186"/>
                    <a:pt x="121" y="185"/>
                    <a:pt x="106" y="177"/>
                  </a:cubicBezTo>
                  <a:cubicBezTo>
                    <a:pt x="112" y="178"/>
                    <a:pt x="118" y="178"/>
                    <a:pt x="123" y="178"/>
                  </a:cubicBezTo>
                  <a:close/>
                  <a:moveTo>
                    <a:pt x="103" y="168"/>
                  </a:moveTo>
                  <a:cubicBezTo>
                    <a:pt x="99" y="167"/>
                    <a:pt x="96" y="167"/>
                    <a:pt x="92" y="166"/>
                  </a:cubicBezTo>
                  <a:cubicBezTo>
                    <a:pt x="91" y="164"/>
                    <a:pt x="91" y="163"/>
                    <a:pt x="90" y="162"/>
                  </a:cubicBezTo>
                  <a:cubicBezTo>
                    <a:pt x="91" y="162"/>
                    <a:pt x="92" y="162"/>
                    <a:pt x="93" y="162"/>
                  </a:cubicBezTo>
                  <a:cubicBezTo>
                    <a:pt x="101" y="163"/>
                    <a:pt x="109" y="163"/>
                    <a:pt x="117" y="164"/>
                  </a:cubicBezTo>
                  <a:cubicBezTo>
                    <a:pt x="119" y="164"/>
                    <a:pt x="122" y="164"/>
                    <a:pt x="125" y="164"/>
                  </a:cubicBezTo>
                  <a:cubicBezTo>
                    <a:pt x="132" y="165"/>
                    <a:pt x="139" y="167"/>
                    <a:pt x="146" y="169"/>
                  </a:cubicBezTo>
                  <a:cubicBezTo>
                    <a:pt x="146" y="169"/>
                    <a:pt x="146" y="169"/>
                    <a:pt x="146" y="169"/>
                  </a:cubicBezTo>
                  <a:cubicBezTo>
                    <a:pt x="131" y="166"/>
                    <a:pt x="116" y="166"/>
                    <a:pt x="103" y="168"/>
                  </a:cubicBezTo>
                  <a:close/>
                  <a:moveTo>
                    <a:pt x="103" y="153"/>
                  </a:moveTo>
                  <a:cubicBezTo>
                    <a:pt x="102" y="153"/>
                    <a:pt x="100" y="153"/>
                    <a:pt x="98" y="153"/>
                  </a:cubicBezTo>
                  <a:cubicBezTo>
                    <a:pt x="94" y="153"/>
                    <a:pt x="90" y="152"/>
                    <a:pt x="86" y="151"/>
                  </a:cubicBezTo>
                  <a:cubicBezTo>
                    <a:pt x="84" y="141"/>
                    <a:pt x="89" y="132"/>
                    <a:pt x="97" y="125"/>
                  </a:cubicBezTo>
                  <a:cubicBezTo>
                    <a:pt x="97" y="125"/>
                    <a:pt x="98" y="125"/>
                    <a:pt x="98" y="125"/>
                  </a:cubicBezTo>
                  <a:cubicBezTo>
                    <a:pt x="108" y="134"/>
                    <a:pt x="122" y="140"/>
                    <a:pt x="136" y="143"/>
                  </a:cubicBezTo>
                  <a:cubicBezTo>
                    <a:pt x="144" y="148"/>
                    <a:pt x="152" y="151"/>
                    <a:pt x="158" y="152"/>
                  </a:cubicBezTo>
                  <a:cubicBezTo>
                    <a:pt x="159" y="152"/>
                    <a:pt x="161" y="153"/>
                    <a:pt x="163" y="153"/>
                  </a:cubicBezTo>
                  <a:cubicBezTo>
                    <a:pt x="153" y="154"/>
                    <a:pt x="142" y="155"/>
                    <a:pt x="132" y="155"/>
                  </a:cubicBezTo>
                  <a:cubicBezTo>
                    <a:pt x="122" y="154"/>
                    <a:pt x="113" y="153"/>
                    <a:pt x="103" y="153"/>
                  </a:cubicBezTo>
                  <a:close/>
                  <a:moveTo>
                    <a:pt x="181" y="105"/>
                  </a:moveTo>
                  <a:cubicBezTo>
                    <a:pt x="170" y="109"/>
                    <a:pt x="157" y="112"/>
                    <a:pt x="144" y="113"/>
                  </a:cubicBezTo>
                  <a:cubicBezTo>
                    <a:pt x="141" y="112"/>
                    <a:pt x="138" y="111"/>
                    <a:pt x="136" y="110"/>
                  </a:cubicBezTo>
                  <a:cubicBezTo>
                    <a:pt x="135" y="110"/>
                    <a:pt x="135" y="109"/>
                    <a:pt x="134" y="109"/>
                  </a:cubicBezTo>
                  <a:cubicBezTo>
                    <a:pt x="149" y="106"/>
                    <a:pt x="165" y="104"/>
                    <a:pt x="180" y="104"/>
                  </a:cubicBezTo>
                  <a:cubicBezTo>
                    <a:pt x="180" y="105"/>
                    <a:pt x="181" y="105"/>
                    <a:pt x="181" y="105"/>
                  </a:cubicBezTo>
                  <a:close/>
                  <a:moveTo>
                    <a:pt x="139" y="133"/>
                  </a:moveTo>
                  <a:cubicBezTo>
                    <a:pt x="135" y="131"/>
                    <a:pt x="130" y="127"/>
                    <a:pt x="127" y="124"/>
                  </a:cubicBezTo>
                  <a:cubicBezTo>
                    <a:pt x="132" y="123"/>
                    <a:pt x="136" y="123"/>
                    <a:pt x="140" y="122"/>
                  </a:cubicBezTo>
                  <a:cubicBezTo>
                    <a:pt x="140" y="122"/>
                    <a:pt x="140" y="123"/>
                    <a:pt x="141" y="123"/>
                  </a:cubicBezTo>
                  <a:cubicBezTo>
                    <a:pt x="147" y="125"/>
                    <a:pt x="156" y="130"/>
                    <a:pt x="164" y="137"/>
                  </a:cubicBezTo>
                  <a:cubicBezTo>
                    <a:pt x="159" y="137"/>
                    <a:pt x="154" y="136"/>
                    <a:pt x="149" y="136"/>
                  </a:cubicBezTo>
                  <a:cubicBezTo>
                    <a:pt x="146" y="135"/>
                    <a:pt x="142" y="134"/>
                    <a:pt x="139" y="133"/>
                  </a:cubicBezTo>
                  <a:close/>
                  <a:moveTo>
                    <a:pt x="102" y="111"/>
                  </a:moveTo>
                  <a:cubicBezTo>
                    <a:pt x="101" y="110"/>
                    <a:pt x="100" y="109"/>
                    <a:pt x="100" y="108"/>
                  </a:cubicBezTo>
                  <a:cubicBezTo>
                    <a:pt x="102" y="108"/>
                    <a:pt x="103" y="109"/>
                    <a:pt x="105" y="109"/>
                  </a:cubicBezTo>
                  <a:cubicBezTo>
                    <a:pt x="104" y="110"/>
                    <a:pt x="103" y="110"/>
                    <a:pt x="102" y="111"/>
                  </a:cubicBezTo>
                  <a:close/>
                  <a:moveTo>
                    <a:pt x="174" y="146"/>
                  </a:moveTo>
                  <a:cubicBezTo>
                    <a:pt x="174" y="146"/>
                    <a:pt x="175" y="146"/>
                    <a:pt x="175" y="146"/>
                  </a:cubicBezTo>
                  <a:cubicBezTo>
                    <a:pt x="175" y="146"/>
                    <a:pt x="175" y="146"/>
                    <a:pt x="175" y="146"/>
                  </a:cubicBezTo>
                  <a:cubicBezTo>
                    <a:pt x="175" y="146"/>
                    <a:pt x="174" y="146"/>
                    <a:pt x="174" y="146"/>
                  </a:cubicBezTo>
                  <a:close/>
                  <a:moveTo>
                    <a:pt x="146" y="98"/>
                  </a:moveTo>
                  <a:cubicBezTo>
                    <a:pt x="139" y="99"/>
                    <a:pt x="132" y="100"/>
                    <a:pt x="125" y="102"/>
                  </a:cubicBezTo>
                  <a:cubicBezTo>
                    <a:pt x="127" y="101"/>
                    <a:pt x="129" y="99"/>
                    <a:pt x="132" y="98"/>
                  </a:cubicBezTo>
                  <a:cubicBezTo>
                    <a:pt x="136" y="98"/>
                    <a:pt x="141" y="98"/>
                    <a:pt x="146" y="98"/>
                  </a:cubicBezTo>
                  <a:close/>
                  <a:moveTo>
                    <a:pt x="113" y="102"/>
                  </a:moveTo>
                  <a:cubicBezTo>
                    <a:pt x="112" y="102"/>
                    <a:pt x="111" y="101"/>
                    <a:pt x="110" y="101"/>
                  </a:cubicBezTo>
                  <a:cubicBezTo>
                    <a:pt x="111" y="101"/>
                    <a:pt x="113" y="101"/>
                    <a:pt x="114" y="101"/>
                  </a:cubicBezTo>
                  <a:cubicBezTo>
                    <a:pt x="114" y="100"/>
                    <a:pt x="114" y="100"/>
                    <a:pt x="114" y="100"/>
                  </a:cubicBezTo>
                  <a:cubicBezTo>
                    <a:pt x="114" y="101"/>
                    <a:pt x="113" y="101"/>
                    <a:pt x="113" y="102"/>
                  </a:cubicBezTo>
                  <a:close/>
                  <a:moveTo>
                    <a:pt x="88" y="112"/>
                  </a:moveTo>
                  <a:cubicBezTo>
                    <a:pt x="89" y="114"/>
                    <a:pt x="90" y="115"/>
                    <a:pt x="91" y="116"/>
                  </a:cubicBezTo>
                  <a:cubicBezTo>
                    <a:pt x="87" y="116"/>
                    <a:pt x="82" y="116"/>
                    <a:pt x="78" y="116"/>
                  </a:cubicBezTo>
                  <a:cubicBezTo>
                    <a:pt x="81" y="114"/>
                    <a:pt x="84" y="112"/>
                    <a:pt x="87" y="110"/>
                  </a:cubicBezTo>
                  <a:cubicBezTo>
                    <a:pt x="87" y="111"/>
                    <a:pt x="88" y="112"/>
                    <a:pt x="88" y="112"/>
                  </a:cubicBezTo>
                  <a:close/>
                  <a:moveTo>
                    <a:pt x="90" y="179"/>
                  </a:moveTo>
                  <a:cubicBezTo>
                    <a:pt x="91" y="180"/>
                    <a:pt x="93" y="182"/>
                    <a:pt x="96" y="183"/>
                  </a:cubicBezTo>
                  <a:cubicBezTo>
                    <a:pt x="93" y="182"/>
                    <a:pt x="91" y="180"/>
                    <a:pt x="89" y="179"/>
                  </a:cubicBezTo>
                  <a:cubicBezTo>
                    <a:pt x="89" y="179"/>
                    <a:pt x="89" y="179"/>
                    <a:pt x="90" y="179"/>
                  </a:cubicBezTo>
                  <a:close/>
                  <a:moveTo>
                    <a:pt x="151" y="193"/>
                  </a:moveTo>
                  <a:cubicBezTo>
                    <a:pt x="155" y="193"/>
                    <a:pt x="159" y="193"/>
                    <a:pt x="163" y="193"/>
                  </a:cubicBezTo>
                  <a:cubicBezTo>
                    <a:pt x="146" y="196"/>
                    <a:pt x="126" y="195"/>
                    <a:pt x="110" y="189"/>
                  </a:cubicBezTo>
                  <a:cubicBezTo>
                    <a:pt x="109" y="189"/>
                    <a:pt x="108" y="188"/>
                    <a:pt x="106" y="188"/>
                  </a:cubicBezTo>
                  <a:cubicBezTo>
                    <a:pt x="120" y="193"/>
                    <a:pt x="137" y="194"/>
                    <a:pt x="151" y="193"/>
                  </a:cubicBezTo>
                  <a:close/>
                  <a:moveTo>
                    <a:pt x="172" y="168"/>
                  </a:moveTo>
                  <a:cubicBezTo>
                    <a:pt x="168" y="166"/>
                    <a:pt x="163" y="164"/>
                    <a:pt x="159" y="162"/>
                  </a:cubicBezTo>
                  <a:cubicBezTo>
                    <a:pt x="168" y="162"/>
                    <a:pt x="177" y="160"/>
                    <a:pt x="187" y="159"/>
                  </a:cubicBezTo>
                  <a:cubicBezTo>
                    <a:pt x="188" y="161"/>
                    <a:pt x="190" y="163"/>
                    <a:pt x="191" y="165"/>
                  </a:cubicBezTo>
                  <a:cubicBezTo>
                    <a:pt x="184" y="166"/>
                    <a:pt x="178" y="167"/>
                    <a:pt x="172" y="168"/>
                  </a:cubicBezTo>
                  <a:close/>
                  <a:moveTo>
                    <a:pt x="239" y="109"/>
                  </a:moveTo>
                  <a:cubicBezTo>
                    <a:pt x="247" y="113"/>
                    <a:pt x="253" y="119"/>
                    <a:pt x="255" y="126"/>
                  </a:cubicBezTo>
                  <a:cubicBezTo>
                    <a:pt x="240" y="138"/>
                    <a:pt x="219" y="144"/>
                    <a:pt x="199" y="148"/>
                  </a:cubicBezTo>
                  <a:cubicBezTo>
                    <a:pt x="197" y="148"/>
                    <a:pt x="196" y="148"/>
                    <a:pt x="194" y="147"/>
                  </a:cubicBezTo>
                  <a:cubicBezTo>
                    <a:pt x="193" y="146"/>
                    <a:pt x="191" y="145"/>
                    <a:pt x="190" y="143"/>
                  </a:cubicBezTo>
                  <a:cubicBezTo>
                    <a:pt x="209" y="139"/>
                    <a:pt x="230" y="127"/>
                    <a:pt x="231" y="107"/>
                  </a:cubicBezTo>
                  <a:cubicBezTo>
                    <a:pt x="233" y="108"/>
                    <a:pt x="235" y="108"/>
                    <a:pt x="236" y="108"/>
                  </a:cubicBezTo>
                  <a:cubicBezTo>
                    <a:pt x="237" y="109"/>
                    <a:pt x="238" y="109"/>
                    <a:pt x="239" y="109"/>
                  </a:cubicBezTo>
                  <a:close/>
                  <a:moveTo>
                    <a:pt x="64" y="114"/>
                  </a:moveTo>
                  <a:cubicBezTo>
                    <a:pt x="56" y="113"/>
                    <a:pt x="48" y="110"/>
                    <a:pt x="41" y="107"/>
                  </a:cubicBezTo>
                  <a:cubicBezTo>
                    <a:pt x="43" y="100"/>
                    <a:pt x="53" y="100"/>
                    <a:pt x="63" y="101"/>
                  </a:cubicBezTo>
                  <a:cubicBezTo>
                    <a:pt x="67" y="101"/>
                    <a:pt x="72" y="102"/>
                    <a:pt x="77" y="103"/>
                  </a:cubicBezTo>
                  <a:cubicBezTo>
                    <a:pt x="72" y="106"/>
                    <a:pt x="67" y="110"/>
                    <a:pt x="64" y="114"/>
                  </a:cubicBezTo>
                  <a:close/>
                  <a:moveTo>
                    <a:pt x="43" y="119"/>
                  </a:moveTo>
                  <a:cubicBezTo>
                    <a:pt x="48" y="120"/>
                    <a:pt x="53" y="121"/>
                    <a:pt x="59" y="122"/>
                  </a:cubicBezTo>
                  <a:cubicBezTo>
                    <a:pt x="57" y="127"/>
                    <a:pt x="56" y="132"/>
                    <a:pt x="56" y="137"/>
                  </a:cubicBezTo>
                  <a:cubicBezTo>
                    <a:pt x="50" y="132"/>
                    <a:pt x="45" y="126"/>
                    <a:pt x="43" y="119"/>
                  </a:cubicBezTo>
                  <a:close/>
                  <a:moveTo>
                    <a:pt x="83" y="172"/>
                  </a:moveTo>
                  <a:cubicBezTo>
                    <a:pt x="83" y="172"/>
                    <a:pt x="83" y="172"/>
                    <a:pt x="83" y="172"/>
                  </a:cubicBezTo>
                  <a:cubicBezTo>
                    <a:pt x="83" y="172"/>
                    <a:pt x="83" y="172"/>
                    <a:pt x="82" y="172"/>
                  </a:cubicBezTo>
                  <a:cubicBezTo>
                    <a:pt x="82" y="172"/>
                    <a:pt x="82" y="172"/>
                    <a:pt x="82" y="172"/>
                  </a:cubicBezTo>
                  <a:cubicBezTo>
                    <a:pt x="82" y="172"/>
                    <a:pt x="83" y="172"/>
                    <a:pt x="83" y="172"/>
                  </a:cubicBezTo>
                  <a:close/>
                  <a:moveTo>
                    <a:pt x="89" y="197"/>
                  </a:moveTo>
                  <a:cubicBezTo>
                    <a:pt x="85" y="196"/>
                    <a:pt x="73" y="193"/>
                    <a:pt x="74" y="186"/>
                  </a:cubicBezTo>
                  <a:cubicBezTo>
                    <a:pt x="74" y="185"/>
                    <a:pt x="75" y="184"/>
                    <a:pt x="76" y="184"/>
                  </a:cubicBezTo>
                  <a:cubicBezTo>
                    <a:pt x="87" y="193"/>
                    <a:pt x="105" y="198"/>
                    <a:pt x="116" y="201"/>
                  </a:cubicBezTo>
                  <a:cubicBezTo>
                    <a:pt x="134" y="205"/>
                    <a:pt x="159" y="206"/>
                    <a:pt x="178" y="199"/>
                  </a:cubicBezTo>
                  <a:cubicBezTo>
                    <a:pt x="179" y="201"/>
                    <a:pt x="180" y="202"/>
                    <a:pt x="181" y="204"/>
                  </a:cubicBezTo>
                  <a:cubicBezTo>
                    <a:pt x="158" y="211"/>
                    <a:pt x="99" y="201"/>
                    <a:pt x="89" y="197"/>
                  </a:cubicBezTo>
                  <a:close/>
                  <a:moveTo>
                    <a:pt x="206" y="176"/>
                  </a:moveTo>
                  <a:cubicBezTo>
                    <a:pt x="206" y="175"/>
                    <a:pt x="206" y="173"/>
                    <a:pt x="206" y="172"/>
                  </a:cubicBezTo>
                  <a:cubicBezTo>
                    <a:pt x="213" y="171"/>
                    <a:pt x="219" y="169"/>
                    <a:pt x="226" y="168"/>
                  </a:cubicBezTo>
                  <a:cubicBezTo>
                    <a:pt x="233" y="166"/>
                    <a:pt x="231" y="158"/>
                    <a:pt x="223" y="160"/>
                  </a:cubicBezTo>
                  <a:cubicBezTo>
                    <a:pt x="217" y="161"/>
                    <a:pt x="211" y="162"/>
                    <a:pt x="205" y="163"/>
                  </a:cubicBezTo>
                  <a:cubicBezTo>
                    <a:pt x="204" y="161"/>
                    <a:pt x="203" y="159"/>
                    <a:pt x="201" y="157"/>
                  </a:cubicBezTo>
                  <a:cubicBezTo>
                    <a:pt x="211" y="157"/>
                    <a:pt x="221" y="157"/>
                    <a:pt x="231" y="156"/>
                  </a:cubicBezTo>
                  <a:cubicBezTo>
                    <a:pt x="236" y="156"/>
                    <a:pt x="241" y="155"/>
                    <a:pt x="247" y="155"/>
                  </a:cubicBezTo>
                  <a:cubicBezTo>
                    <a:pt x="236" y="165"/>
                    <a:pt x="221" y="172"/>
                    <a:pt x="206" y="176"/>
                  </a:cubicBezTo>
                  <a:close/>
                  <a:moveTo>
                    <a:pt x="199" y="30"/>
                  </a:moveTo>
                  <a:cubicBezTo>
                    <a:pt x="232" y="46"/>
                    <a:pt x="263" y="75"/>
                    <a:pt x="278" y="109"/>
                  </a:cubicBezTo>
                  <a:cubicBezTo>
                    <a:pt x="281" y="116"/>
                    <a:pt x="285" y="126"/>
                    <a:pt x="282" y="132"/>
                  </a:cubicBezTo>
                  <a:cubicBezTo>
                    <a:pt x="280" y="138"/>
                    <a:pt x="273" y="141"/>
                    <a:pt x="267" y="142"/>
                  </a:cubicBezTo>
                  <a:cubicBezTo>
                    <a:pt x="269" y="137"/>
                    <a:pt x="269" y="132"/>
                    <a:pt x="269" y="127"/>
                  </a:cubicBezTo>
                  <a:cubicBezTo>
                    <a:pt x="271" y="125"/>
                    <a:pt x="273" y="123"/>
                    <a:pt x="275" y="120"/>
                  </a:cubicBezTo>
                  <a:cubicBezTo>
                    <a:pt x="276" y="119"/>
                    <a:pt x="276" y="116"/>
                    <a:pt x="274" y="115"/>
                  </a:cubicBezTo>
                  <a:cubicBezTo>
                    <a:pt x="267" y="108"/>
                    <a:pt x="258" y="104"/>
                    <a:pt x="247" y="101"/>
                  </a:cubicBezTo>
                  <a:cubicBezTo>
                    <a:pt x="242" y="98"/>
                    <a:pt x="236" y="96"/>
                    <a:pt x="229" y="94"/>
                  </a:cubicBezTo>
                  <a:cubicBezTo>
                    <a:pt x="222" y="71"/>
                    <a:pt x="192" y="56"/>
                    <a:pt x="171" y="47"/>
                  </a:cubicBezTo>
                  <a:cubicBezTo>
                    <a:pt x="158" y="42"/>
                    <a:pt x="138" y="36"/>
                    <a:pt x="117" y="32"/>
                  </a:cubicBezTo>
                  <a:cubicBezTo>
                    <a:pt x="139" y="16"/>
                    <a:pt x="172" y="17"/>
                    <a:pt x="199" y="30"/>
                  </a:cubicBezTo>
                  <a:close/>
                  <a:moveTo>
                    <a:pt x="29" y="51"/>
                  </a:moveTo>
                  <a:cubicBezTo>
                    <a:pt x="47" y="36"/>
                    <a:pt x="75" y="37"/>
                    <a:pt x="97" y="39"/>
                  </a:cubicBezTo>
                  <a:cubicBezTo>
                    <a:pt x="85" y="54"/>
                    <a:pt x="78" y="75"/>
                    <a:pt x="82" y="94"/>
                  </a:cubicBezTo>
                  <a:cubicBezTo>
                    <a:pt x="79" y="94"/>
                    <a:pt x="76" y="93"/>
                    <a:pt x="73" y="93"/>
                  </a:cubicBezTo>
                  <a:cubicBezTo>
                    <a:pt x="60" y="91"/>
                    <a:pt x="41" y="89"/>
                    <a:pt x="32" y="100"/>
                  </a:cubicBezTo>
                  <a:cubicBezTo>
                    <a:pt x="31" y="100"/>
                    <a:pt x="31" y="101"/>
                    <a:pt x="31" y="102"/>
                  </a:cubicBezTo>
                  <a:cubicBezTo>
                    <a:pt x="13" y="90"/>
                    <a:pt x="12" y="66"/>
                    <a:pt x="29"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91" name="组合 190"/>
          <p:cNvGrpSpPr/>
          <p:nvPr/>
        </p:nvGrpSpPr>
        <p:grpSpPr>
          <a:xfrm>
            <a:off x="8197851" y="1504950"/>
            <a:ext cx="1701800" cy="1441450"/>
            <a:chOff x="8197851" y="1504950"/>
            <a:chExt cx="1701800" cy="1441450"/>
          </a:xfrm>
          <a:solidFill>
            <a:schemeClr val="tx1">
              <a:lumMod val="65000"/>
              <a:lumOff val="35000"/>
            </a:schemeClr>
          </a:solidFill>
        </p:grpSpPr>
        <p:sp>
          <p:nvSpPr>
            <p:cNvPr id="192" name="Freeform 196"/>
            <p:cNvSpPr>
              <a:spLocks noEditPoints="1"/>
            </p:cNvSpPr>
            <p:nvPr/>
          </p:nvSpPr>
          <p:spPr bwMode="auto">
            <a:xfrm>
              <a:off x="8197851" y="1841500"/>
              <a:ext cx="687388" cy="1104900"/>
            </a:xfrm>
            <a:custGeom>
              <a:avLst/>
              <a:gdLst>
                <a:gd name="T0" fmla="*/ 34 w 533"/>
                <a:gd name="T1" fmla="*/ 244 h 858"/>
                <a:gd name="T2" fmla="*/ 40 w 533"/>
                <a:gd name="T3" fmla="*/ 244 h 858"/>
                <a:gd name="T4" fmla="*/ 174 w 533"/>
                <a:gd name="T5" fmla="*/ 214 h 858"/>
                <a:gd name="T6" fmla="*/ 212 w 533"/>
                <a:gd name="T7" fmla="*/ 391 h 858"/>
                <a:gd name="T8" fmla="*/ 180 w 533"/>
                <a:gd name="T9" fmla="*/ 803 h 858"/>
                <a:gd name="T10" fmla="*/ 226 w 533"/>
                <a:gd name="T11" fmla="*/ 856 h 858"/>
                <a:gd name="T12" fmla="*/ 279 w 533"/>
                <a:gd name="T13" fmla="*/ 810 h 858"/>
                <a:gd name="T14" fmla="*/ 305 w 533"/>
                <a:gd name="T15" fmla="*/ 467 h 858"/>
                <a:gd name="T16" fmla="*/ 347 w 533"/>
                <a:gd name="T17" fmla="*/ 459 h 858"/>
                <a:gd name="T18" fmla="*/ 423 w 533"/>
                <a:gd name="T19" fmla="*/ 812 h 858"/>
                <a:gd name="T20" fmla="*/ 481 w 533"/>
                <a:gd name="T21" fmla="*/ 850 h 858"/>
                <a:gd name="T22" fmla="*/ 519 w 533"/>
                <a:gd name="T23" fmla="*/ 791 h 858"/>
                <a:gd name="T24" fmla="*/ 439 w 533"/>
                <a:gd name="T25" fmla="*/ 417 h 858"/>
                <a:gd name="T26" fmla="*/ 452 w 533"/>
                <a:gd name="T27" fmla="*/ 419 h 858"/>
                <a:gd name="T28" fmla="*/ 474 w 533"/>
                <a:gd name="T29" fmla="*/ 411 h 858"/>
                <a:gd name="T30" fmla="*/ 475 w 533"/>
                <a:gd name="T31" fmla="*/ 366 h 858"/>
                <a:gd name="T32" fmla="*/ 461 w 533"/>
                <a:gd name="T33" fmla="*/ 350 h 858"/>
                <a:gd name="T34" fmla="*/ 528 w 533"/>
                <a:gd name="T35" fmla="*/ 222 h 858"/>
                <a:gd name="T36" fmla="*/ 530 w 533"/>
                <a:gd name="T37" fmla="*/ 196 h 858"/>
                <a:gd name="T38" fmla="*/ 512 w 533"/>
                <a:gd name="T39" fmla="*/ 178 h 858"/>
                <a:gd name="T40" fmla="*/ 363 w 533"/>
                <a:gd name="T41" fmla="*/ 118 h 858"/>
                <a:gd name="T42" fmla="*/ 358 w 533"/>
                <a:gd name="T43" fmla="*/ 117 h 858"/>
                <a:gd name="T44" fmla="*/ 343 w 533"/>
                <a:gd name="T45" fmla="*/ 116 h 858"/>
                <a:gd name="T46" fmla="*/ 320 w 533"/>
                <a:gd name="T47" fmla="*/ 121 h 858"/>
                <a:gd name="T48" fmla="*/ 254 w 533"/>
                <a:gd name="T49" fmla="*/ 170 h 858"/>
                <a:gd name="T50" fmla="*/ 233 w 533"/>
                <a:gd name="T51" fmla="*/ 173 h 858"/>
                <a:gd name="T52" fmla="*/ 163 w 533"/>
                <a:gd name="T53" fmla="*/ 143 h 858"/>
                <a:gd name="T54" fmla="*/ 158 w 533"/>
                <a:gd name="T55" fmla="*/ 144 h 858"/>
                <a:gd name="T56" fmla="*/ 104 w 533"/>
                <a:gd name="T57" fmla="*/ 129 h 858"/>
                <a:gd name="T58" fmla="*/ 101 w 533"/>
                <a:gd name="T59" fmla="*/ 124 h 858"/>
                <a:gd name="T60" fmla="*/ 129 w 533"/>
                <a:gd name="T61" fmla="*/ 22 h 858"/>
                <a:gd name="T62" fmla="*/ 134 w 533"/>
                <a:gd name="T63" fmla="*/ 19 h 858"/>
                <a:gd name="T64" fmla="*/ 148 w 533"/>
                <a:gd name="T65" fmla="*/ 23 h 858"/>
                <a:gd name="T66" fmla="*/ 150 w 533"/>
                <a:gd name="T67" fmla="*/ 19 h 858"/>
                <a:gd name="T68" fmla="*/ 159 w 533"/>
                <a:gd name="T69" fmla="*/ 8 h 858"/>
                <a:gd name="T70" fmla="*/ 136 w 533"/>
                <a:gd name="T71" fmla="*/ 2 h 858"/>
                <a:gd name="T72" fmla="*/ 121 w 533"/>
                <a:gd name="T73" fmla="*/ 11 h 858"/>
                <a:gd name="T74" fmla="*/ 109 w 533"/>
                <a:gd name="T75" fmla="*/ 55 h 858"/>
                <a:gd name="T76" fmla="*/ 108 w 533"/>
                <a:gd name="T77" fmla="*/ 56 h 858"/>
                <a:gd name="T78" fmla="*/ 8 w 533"/>
                <a:gd name="T79" fmla="*/ 193 h 858"/>
                <a:gd name="T80" fmla="*/ 7 w 533"/>
                <a:gd name="T81" fmla="*/ 230 h 858"/>
                <a:gd name="T82" fmla="*/ 34 w 533"/>
                <a:gd name="T83" fmla="*/ 244 h 858"/>
                <a:gd name="T84" fmla="*/ 414 w 533"/>
                <a:gd name="T85" fmla="*/ 302 h 858"/>
                <a:gd name="T86" fmla="*/ 392 w 533"/>
                <a:gd name="T87" fmla="*/ 199 h 858"/>
                <a:gd name="T88" fmla="*/ 455 w 533"/>
                <a:gd name="T89" fmla="*/ 224 h 858"/>
                <a:gd name="T90" fmla="*/ 414 w 533"/>
                <a:gd name="T91" fmla="*/ 302 h 858"/>
                <a:gd name="T92" fmla="*/ 139 w 533"/>
                <a:gd name="T93" fmla="*/ 157 h 858"/>
                <a:gd name="T94" fmla="*/ 109 w 533"/>
                <a:gd name="T95" fmla="*/ 163 h 858"/>
                <a:gd name="T96" fmla="*/ 118 w 533"/>
                <a:gd name="T97" fmla="*/ 151 h 858"/>
                <a:gd name="T98" fmla="*/ 139 w 533"/>
                <a:gd name="T99" fmla="*/ 157 h 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33" h="858">
                  <a:moveTo>
                    <a:pt x="34" y="244"/>
                  </a:moveTo>
                  <a:cubicBezTo>
                    <a:pt x="36" y="244"/>
                    <a:pt x="38" y="244"/>
                    <a:pt x="40" y="244"/>
                  </a:cubicBezTo>
                  <a:cubicBezTo>
                    <a:pt x="174" y="214"/>
                    <a:pt x="174" y="214"/>
                    <a:pt x="174" y="214"/>
                  </a:cubicBezTo>
                  <a:cubicBezTo>
                    <a:pt x="212" y="391"/>
                    <a:pt x="212" y="391"/>
                    <a:pt x="212" y="391"/>
                  </a:cubicBezTo>
                  <a:cubicBezTo>
                    <a:pt x="180" y="803"/>
                    <a:pt x="180" y="803"/>
                    <a:pt x="180" y="803"/>
                  </a:cubicBezTo>
                  <a:cubicBezTo>
                    <a:pt x="178" y="830"/>
                    <a:pt x="199" y="854"/>
                    <a:pt x="226" y="856"/>
                  </a:cubicBezTo>
                  <a:cubicBezTo>
                    <a:pt x="253" y="858"/>
                    <a:pt x="277" y="837"/>
                    <a:pt x="279" y="810"/>
                  </a:cubicBezTo>
                  <a:cubicBezTo>
                    <a:pt x="305" y="467"/>
                    <a:pt x="305" y="467"/>
                    <a:pt x="305" y="467"/>
                  </a:cubicBezTo>
                  <a:cubicBezTo>
                    <a:pt x="347" y="459"/>
                    <a:pt x="347" y="459"/>
                    <a:pt x="347" y="459"/>
                  </a:cubicBezTo>
                  <a:cubicBezTo>
                    <a:pt x="423" y="812"/>
                    <a:pt x="423" y="812"/>
                    <a:pt x="423" y="812"/>
                  </a:cubicBezTo>
                  <a:cubicBezTo>
                    <a:pt x="428" y="838"/>
                    <a:pt x="455" y="855"/>
                    <a:pt x="481" y="850"/>
                  </a:cubicBezTo>
                  <a:cubicBezTo>
                    <a:pt x="508" y="844"/>
                    <a:pt x="525" y="817"/>
                    <a:pt x="519" y="791"/>
                  </a:cubicBezTo>
                  <a:cubicBezTo>
                    <a:pt x="439" y="417"/>
                    <a:pt x="439" y="417"/>
                    <a:pt x="439" y="417"/>
                  </a:cubicBezTo>
                  <a:cubicBezTo>
                    <a:pt x="443" y="418"/>
                    <a:pt x="447" y="419"/>
                    <a:pt x="452" y="419"/>
                  </a:cubicBezTo>
                  <a:cubicBezTo>
                    <a:pt x="460" y="419"/>
                    <a:pt x="468" y="417"/>
                    <a:pt x="474" y="411"/>
                  </a:cubicBezTo>
                  <a:cubicBezTo>
                    <a:pt x="487" y="399"/>
                    <a:pt x="487" y="378"/>
                    <a:pt x="475" y="366"/>
                  </a:cubicBezTo>
                  <a:cubicBezTo>
                    <a:pt x="461" y="350"/>
                    <a:pt x="461" y="350"/>
                    <a:pt x="461" y="350"/>
                  </a:cubicBezTo>
                  <a:cubicBezTo>
                    <a:pt x="528" y="222"/>
                    <a:pt x="528" y="222"/>
                    <a:pt x="528" y="222"/>
                  </a:cubicBezTo>
                  <a:cubicBezTo>
                    <a:pt x="532" y="214"/>
                    <a:pt x="533" y="205"/>
                    <a:pt x="530" y="196"/>
                  </a:cubicBezTo>
                  <a:cubicBezTo>
                    <a:pt x="527" y="188"/>
                    <a:pt x="520" y="181"/>
                    <a:pt x="512" y="178"/>
                  </a:cubicBezTo>
                  <a:cubicBezTo>
                    <a:pt x="363" y="118"/>
                    <a:pt x="363" y="118"/>
                    <a:pt x="363" y="118"/>
                  </a:cubicBezTo>
                  <a:cubicBezTo>
                    <a:pt x="361" y="118"/>
                    <a:pt x="360" y="117"/>
                    <a:pt x="358" y="117"/>
                  </a:cubicBezTo>
                  <a:cubicBezTo>
                    <a:pt x="353" y="115"/>
                    <a:pt x="348" y="115"/>
                    <a:pt x="343" y="116"/>
                  </a:cubicBezTo>
                  <a:cubicBezTo>
                    <a:pt x="320" y="121"/>
                    <a:pt x="320" y="121"/>
                    <a:pt x="320" y="121"/>
                  </a:cubicBezTo>
                  <a:cubicBezTo>
                    <a:pt x="307" y="145"/>
                    <a:pt x="283" y="164"/>
                    <a:pt x="254" y="170"/>
                  </a:cubicBezTo>
                  <a:cubicBezTo>
                    <a:pt x="247" y="172"/>
                    <a:pt x="240" y="173"/>
                    <a:pt x="233" y="173"/>
                  </a:cubicBezTo>
                  <a:cubicBezTo>
                    <a:pt x="206" y="173"/>
                    <a:pt x="181" y="161"/>
                    <a:pt x="163" y="143"/>
                  </a:cubicBezTo>
                  <a:cubicBezTo>
                    <a:pt x="162" y="144"/>
                    <a:pt x="160" y="145"/>
                    <a:pt x="158" y="144"/>
                  </a:cubicBezTo>
                  <a:cubicBezTo>
                    <a:pt x="104" y="129"/>
                    <a:pt x="104" y="129"/>
                    <a:pt x="104" y="129"/>
                  </a:cubicBezTo>
                  <a:cubicBezTo>
                    <a:pt x="102" y="129"/>
                    <a:pt x="100" y="127"/>
                    <a:pt x="101" y="124"/>
                  </a:cubicBezTo>
                  <a:cubicBezTo>
                    <a:pt x="129" y="22"/>
                    <a:pt x="129" y="22"/>
                    <a:pt x="129" y="22"/>
                  </a:cubicBezTo>
                  <a:cubicBezTo>
                    <a:pt x="130" y="20"/>
                    <a:pt x="132" y="18"/>
                    <a:pt x="134" y="19"/>
                  </a:cubicBezTo>
                  <a:cubicBezTo>
                    <a:pt x="148" y="23"/>
                    <a:pt x="148" y="23"/>
                    <a:pt x="148" y="23"/>
                  </a:cubicBezTo>
                  <a:cubicBezTo>
                    <a:pt x="149" y="22"/>
                    <a:pt x="149" y="21"/>
                    <a:pt x="150" y="19"/>
                  </a:cubicBezTo>
                  <a:cubicBezTo>
                    <a:pt x="153" y="16"/>
                    <a:pt x="155" y="12"/>
                    <a:pt x="159" y="8"/>
                  </a:cubicBezTo>
                  <a:cubicBezTo>
                    <a:pt x="136" y="2"/>
                    <a:pt x="136" y="2"/>
                    <a:pt x="136" y="2"/>
                  </a:cubicBezTo>
                  <a:cubicBezTo>
                    <a:pt x="130" y="0"/>
                    <a:pt x="123" y="4"/>
                    <a:pt x="121" y="11"/>
                  </a:cubicBezTo>
                  <a:cubicBezTo>
                    <a:pt x="109" y="55"/>
                    <a:pt x="109" y="55"/>
                    <a:pt x="109" y="55"/>
                  </a:cubicBezTo>
                  <a:cubicBezTo>
                    <a:pt x="109" y="55"/>
                    <a:pt x="108" y="56"/>
                    <a:pt x="108" y="56"/>
                  </a:cubicBezTo>
                  <a:cubicBezTo>
                    <a:pt x="8" y="193"/>
                    <a:pt x="8" y="193"/>
                    <a:pt x="8" y="193"/>
                  </a:cubicBezTo>
                  <a:cubicBezTo>
                    <a:pt x="0" y="204"/>
                    <a:pt x="0" y="219"/>
                    <a:pt x="7" y="230"/>
                  </a:cubicBezTo>
                  <a:cubicBezTo>
                    <a:pt x="13" y="239"/>
                    <a:pt x="23" y="244"/>
                    <a:pt x="34" y="244"/>
                  </a:cubicBezTo>
                  <a:close/>
                  <a:moveTo>
                    <a:pt x="414" y="302"/>
                  </a:moveTo>
                  <a:cubicBezTo>
                    <a:pt x="392" y="199"/>
                    <a:pt x="392" y="199"/>
                    <a:pt x="392" y="199"/>
                  </a:cubicBezTo>
                  <a:cubicBezTo>
                    <a:pt x="455" y="224"/>
                    <a:pt x="455" y="224"/>
                    <a:pt x="455" y="224"/>
                  </a:cubicBezTo>
                  <a:lnTo>
                    <a:pt x="414" y="302"/>
                  </a:lnTo>
                  <a:close/>
                  <a:moveTo>
                    <a:pt x="139" y="157"/>
                  </a:moveTo>
                  <a:cubicBezTo>
                    <a:pt x="109" y="163"/>
                    <a:pt x="109" y="163"/>
                    <a:pt x="109" y="163"/>
                  </a:cubicBezTo>
                  <a:cubicBezTo>
                    <a:pt x="118" y="151"/>
                    <a:pt x="118" y="151"/>
                    <a:pt x="118" y="151"/>
                  </a:cubicBezTo>
                  <a:lnTo>
                    <a:pt x="139" y="1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197"/>
            <p:cNvSpPr>
              <a:spLocks/>
            </p:cNvSpPr>
            <p:nvPr/>
          </p:nvSpPr>
          <p:spPr bwMode="auto">
            <a:xfrm>
              <a:off x="8372476" y="1809750"/>
              <a:ext cx="254000" cy="254000"/>
            </a:xfrm>
            <a:custGeom>
              <a:avLst/>
              <a:gdLst>
                <a:gd name="T0" fmla="*/ 10 w 197"/>
                <a:gd name="T1" fmla="*/ 117 h 197"/>
                <a:gd name="T2" fmla="*/ 117 w 197"/>
                <a:gd name="T3" fmla="*/ 186 h 197"/>
                <a:gd name="T4" fmla="*/ 186 w 197"/>
                <a:gd name="T5" fmla="*/ 79 h 197"/>
                <a:gd name="T6" fmla="*/ 80 w 197"/>
                <a:gd name="T7" fmla="*/ 10 h 197"/>
                <a:gd name="T8" fmla="*/ 10 w 197"/>
                <a:gd name="T9" fmla="*/ 117 h 197"/>
              </a:gdLst>
              <a:ahLst/>
              <a:cxnLst>
                <a:cxn ang="0">
                  <a:pos x="T0" y="T1"/>
                </a:cxn>
                <a:cxn ang="0">
                  <a:pos x="T2" y="T3"/>
                </a:cxn>
                <a:cxn ang="0">
                  <a:pos x="T4" y="T5"/>
                </a:cxn>
                <a:cxn ang="0">
                  <a:pos x="T6" y="T7"/>
                </a:cxn>
                <a:cxn ang="0">
                  <a:pos x="T8" y="T9"/>
                </a:cxn>
              </a:cxnLst>
              <a:rect l="0" t="0" r="r" b="b"/>
              <a:pathLst>
                <a:path w="197" h="197">
                  <a:moveTo>
                    <a:pt x="10" y="117"/>
                  </a:moveTo>
                  <a:cubicBezTo>
                    <a:pt x="21" y="166"/>
                    <a:pt x="69" y="197"/>
                    <a:pt x="117" y="186"/>
                  </a:cubicBezTo>
                  <a:cubicBezTo>
                    <a:pt x="166" y="176"/>
                    <a:pt x="197" y="128"/>
                    <a:pt x="186" y="79"/>
                  </a:cubicBezTo>
                  <a:cubicBezTo>
                    <a:pt x="176" y="31"/>
                    <a:pt x="128" y="0"/>
                    <a:pt x="80" y="10"/>
                  </a:cubicBezTo>
                  <a:cubicBezTo>
                    <a:pt x="31" y="21"/>
                    <a:pt x="0" y="69"/>
                    <a:pt x="10" y="1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198"/>
            <p:cNvSpPr>
              <a:spLocks noEditPoints="1"/>
            </p:cNvSpPr>
            <p:nvPr/>
          </p:nvSpPr>
          <p:spPr bwMode="auto">
            <a:xfrm>
              <a:off x="9215438" y="1665288"/>
              <a:ext cx="68263" cy="134937"/>
            </a:xfrm>
            <a:custGeom>
              <a:avLst/>
              <a:gdLst>
                <a:gd name="T0" fmla="*/ 43 w 43"/>
                <a:gd name="T1" fmla="*/ 0 h 85"/>
                <a:gd name="T2" fmla="*/ 0 w 43"/>
                <a:gd name="T3" fmla="*/ 0 h 85"/>
                <a:gd name="T4" fmla="*/ 0 w 43"/>
                <a:gd name="T5" fmla="*/ 85 h 85"/>
                <a:gd name="T6" fmla="*/ 43 w 43"/>
                <a:gd name="T7" fmla="*/ 85 h 85"/>
                <a:gd name="T8" fmla="*/ 43 w 43"/>
                <a:gd name="T9" fmla="*/ 0 h 85"/>
                <a:gd name="T10" fmla="*/ 33 w 43"/>
                <a:gd name="T11" fmla="*/ 75 h 85"/>
                <a:gd name="T12" fmla="*/ 11 w 43"/>
                <a:gd name="T13" fmla="*/ 75 h 85"/>
                <a:gd name="T14" fmla="*/ 11 w 43"/>
                <a:gd name="T15" fmla="*/ 61 h 85"/>
                <a:gd name="T16" fmla="*/ 33 w 43"/>
                <a:gd name="T17" fmla="*/ 61 h 85"/>
                <a:gd name="T18" fmla="*/ 33 w 43"/>
                <a:gd name="T19" fmla="*/ 7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5">
                  <a:moveTo>
                    <a:pt x="43" y="0"/>
                  </a:moveTo>
                  <a:lnTo>
                    <a:pt x="0" y="0"/>
                  </a:lnTo>
                  <a:lnTo>
                    <a:pt x="0" y="85"/>
                  </a:lnTo>
                  <a:lnTo>
                    <a:pt x="43" y="85"/>
                  </a:lnTo>
                  <a:lnTo>
                    <a:pt x="43" y="0"/>
                  </a:lnTo>
                  <a:close/>
                  <a:moveTo>
                    <a:pt x="33" y="75"/>
                  </a:moveTo>
                  <a:lnTo>
                    <a:pt x="11" y="75"/>
                  </a:lnTo>
                  <a:lnTo>
                    <a:pt x="11" y="61"/>
                  </a:lnTo>
                  <a:lnTo>
                    <a:pt x="33" y="61"/>
                  </a:lnTo>
                  <a:lnTo>
                    <a:pt x="33"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Rectangle 199"/>
            <p:cNvSpPr>
              <a:spLocks noChangeArrowheads="1"/>
            </p:cNvSpPr>
            <p:nvPr/>
          </p:nvSpPr>
          <p:spPr bwMode="auto">
            <a:xfrm>
              <a:off x="9398001" y="1665288"/>
              <a:ext cx="139700" cy="33813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200"/>
            <p:cNvSpPr>
              <a:spLocks noEditPoints="1"/>
            </p:cNvSpPr>
            <p:nvPr/>
          </p:nvSpPr>
          <p:spPr bwMode="auto">
            <a:xfrm>
              <a:off x="9301163" y="1665288"/>
              <a:ext cx="68263" cy="134937"/>
            </a:xfrm>
            <a:custGeom>
              <a:avLst/>
              <a:gdLst>
                <a:gd name="T0" fmla="*/ 0 w 43"/>
                <a:gd name="T1" fmla="*/ 85 h 85"/>
                <a:gd name="T2" fmla="*/ 43 w 43"/>
                <a:gd name="T3" fmla="*/ 85 h 85"/>
                <a:gd name="T4" fmla="*/ 43 w 43"/>
                <a:gd name="T5" fmla="*/ 0 h 85"/>
                <a:gd name="T6" fmla="*/ 0 w 43"/>
                <a:gd name="T7" fmla="*/ 0 h 85"/>
                <a:gd name="T8" fmla="*/ 0 w 43"/>
                <a:gd name="T9" fmla="*/ 85 h 85"/>
                <a:gd name="T10" fmla="*/ 11 w 43"/>
                <a:gd name="T11" fmla="*/ 61 h 85"/>
                <a:gd name="T12" fmla="*/ 32 w 43"/>
                <a:gd name="T13" fmla="*/ 61 h 85"/>
                <a:gd name="T14" fmla="*/ 32 w 43"/>
                <a:gd name="T15" fmla="*/ 75 h 85"/>
                <a:gd name="T16" fmla="*/ 11 w 43"/>
                <a:gd name="T17" fmla="*/ 75 h 85"/>
                <a:gd name="T18" fmla="*/ 11 w 43"/>
                <a:gd name="T19" fmla="*/ 61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5">
                  <a:moveTo>
                    <a:pt x="0" y="85"/>
                  </a:moveTo>
                  <a:lnTo>
                    <a:pt x="43" y="85"/>
                  </a:lnTo>
                  <a:lnTo>
                    <a:pt x="43" y="0"/>
                  </a:lnTo>
                  <a:lnTo>
                    <a:pt x="0" y="0"/>
                  </a:lnTo>
                  <a:lnTo>
                    <a:pt x="0" y="85"/>
                  </a:lnTo>
                  <a:close/>
                  <a:moveTo>
                    <a:pt x="11" y="61"/>
                  </a:moveTo>
                  <a:lnTo>
                    <a:pt x="32" y="61"/>
                  </a:lnTo>
                  <a:lnTo>
                    <a:pt x="32" y="75"/>
                  </a:lnTo>
                  <a:lnTo>
                    <a:pt x="11" y="75"/>
                  </a:lnTo>
                  <a:lnTo>
                    <a:pt x="11"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201"/>
            <p:cNvSpPr>
              <a:spLocks noEditPoints="1"/>
            </p:cNvSpPr>
            <p:nvPr/>
          </p:nvSpPr>
          <p:spPr bwMode="auto">
            <a:xfrm>
              <a:off x="9215438" y="1817688"/>
              <a:ext cx="68263" cy="136525"/>
            </a:xfrm>
            <a:custGeom>
              <a:avLst/>
              <a:gdLst>
                <a:gd name="T0" fmla="*/ 43 w 43"/>
                <a:gd name="T1" fmla="*/ 0 h 86"/>
                <a:gd name="T2" fmla="*/ 0 w 43"/>
                <a:gd name="T3" fmla="*/ 0 h 86"/>
                <a:gd name="T4" fmla="*/ 0 w 43"/>
                <a:gd name="T5" fmla="*/ 86 h 86"/>
                <a:gd name="T6" fmla="*/ 43 w 43"/>
                <a:gd name="T7" fmla="*/ 86 h 86"/>
                <a:gd name="T8" fmla="*/ 43 w 43"/>
                <a:gd name="T9" fmla="*/ 0 h 86"/>
                <a:gd name="T10" fmla="*/ 33 w 43"/>
                <a:gd name="T11" fmla="*/ 75 h 86"/>
                <a:gd name="T12" fmla="*/ 11 w 43"/>
                <a:gd name="T13" fmla="*/ 75 h 86"/>
                <a:gd name="T14" fmla="*/ 11 w 43"/>
                <a:gd name="T15" fmla="*/ 61 h 86"/>
                <a:gd name="T16" fmla="*/ 33 w 43"/>
                <a:gd name="T17" fmla="*/ 61 h 86"/>
                <a:gd name="T18" fmla="*/ 33 w 43"/>
                <a:gd name="T19" fmla="*/ 7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6">
                  <a:moveTo>
                    <a:pt x="43" y="0"/>
                  </a:moveTo>
                  <a:lnTo>
                    <a:pt x="0" y="0"/>
                  </a:lnTo>
                  <a:lnTo>
                    <a:pt x="0" y="86"/>
                  </a:lnTo>
                  <a:lnTo>
                    <a:pt x="43" y="86"/>
                  </a:lnTo>
                  <a:lnTo>
                    <a:pt x="43" y="0"/>
                  </a:lnTo>
                  <a:close/>
                  <a:moveTo>
                    <a:pt x="33" y="75"/>
                  </a:moveTo>
                  <a:lnTo>
                    <a:pt x="11" y="75"/>
                  </a:lnTo>
                  <a:lnTo>
                    <a:pt x="11" y="61"/>
                  </a:lnTo>
                  <a:lnTo>
                    <a:pt x="33" y="61"/>
                  </a:lnTo>
                  <a:lnTo>
                    <a:pt x="33"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202"/>
            <p:cNvSpPr>
              <a:spLocks noEditPoints="1"/>
            </p:cNvSpPr>
            <p:nvPr/>
          </p:nvSpPr>
          <p:spPr bwMode="auto">
            <a:xfrm>
              <a:off x="9301163" y="1817688"/>
              <a:ext cx="68263" cy="136525"/>
            </a:xfrm>
            <a:custGeom>
              <a:avLst/>
              <a:gdLst>
                <a:gd name="T0" fmla="*/ 0 w 43"/>
                <a:gd name="T1" fmla="*/ 86 h 86"/>
                <a:gd name="T2" fmla="*/ 43 w 43"/>
                <a:gd name="T3" fmla="*/ 86 h 86"/>
                <a:gd name="T4" fmla="*/ 43 w 43"/>
                <a:gd name="T5" fmla="*/ 0 h 86"/>
                <a:gd name="T6" fmla="*/ 0 w 43"/>
                <a:gd name="T7" fmla="*/ 0 h 86"/>
                <a:gd name="T8" fmla="*/ 0 w 43"/>
                <a:gd name="T9" fmla="*/ 86 h 86"/>
                <a:gd name="T10" fmla="*/ 11 w 43"/>
                <a:gd name="T11" fmla="*/ 61 h 86"/>
                <a:gd name="T12" fmla="*/ 32 w 43"/>
                <a:gd name="T13" fmla="*/ 61 h 86"/>
                <a:gd name="T14" fmla="*/ 32 w 43"/>
                <a:gd name="T15" fmla="*/ 75 h 86"/>
                <a:gd name="T16" fmla="*/ 11 w 43"/>
                <a:gd name="T17" fmla="*/ 75 h 86"/>
                <a:gd name="T18" fmla="*/ 11 w 43"/>
                <a:gd name="T19" fmla="*/ 6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6">
                  <a:moveTo>
                    <a:pt x="0" y="86"/>
                  </a:moveTo>
                  <a:lnTo>
                    <a:pt x="43" y="86"/>
                  </a:lnTo>
                  <a:lnTo>
                    <a:pt x="43" y="0"/>
                  </a:lnTo>
                  <a:lnTo>
                    <a:pt x="0" y="0"/>
                  </a:lnTo>
                  <a:lnTo>
                    <a:pt x="0" y="86"/>
                  </a:lnTo>
                  <a:close/>
                  <a:moveTo>
                    <a:pt x="11" y="61"/>
                  </a:moveTo>
                  <a:lnTo>
                    <a:pt x="32" y="61"/>
                  </a:lnTo>
                  <a:lnTo>
                    <a:pt x="32" y="75"/>
                  </a:lnTo>
                  <a:lnTo>
                    <a:pt x="11" y="75"/>
                  </a:lnTo>
                  <a:lnTo>
                    <a:pt x="11"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203"/>
            <p:cNvSpPr>
              <a:spLocks noEditPoints="1"/>
            </p:cNvSpPr>
            <p:nvPr/>
          </p:nvSpPr>
          <p:spPr bwMode="auto">
            <a:xfrm>
              <a:off x="9215438" y="1970088"/>
              <a:ext cx="68263" cy="134937"/>
            </a:xfrm>
            <a:custGeom>
              <a:avLst/>
              <a:gdLst>
                <a:gd name="T0" fmla="*/ 43 w 43"/>
                <a:gd name="T1" fmla="*/ 0 h 85"/>
                <a:gd name="T2" fmla="*/ 0 w 43"/>
                <a:gd name="T3" fmla="*/ 0 h 85"/>
                <a:gd name="T4" fmla="*/ 0 w 43"/>
                <a:gd name="T5" fmla="*/ 85 h 85"/>
                <a:gd name="T6" fmla="*/ 43 w 43"/>
                <a:gd name="T7" fmla="*/ 85 h 85"/>
                <a:gd name="T8" fmla="*/ 43 w 43"/>
                <a:gd name="T9" fmla="*/ 0 h 85"/>
                <a:gd name="T10" fmla="*/ 33 w 43"/>
                <a:gd name="T11" fmla="*/ 75 h 85"/>
                <a:gd name="T12" fmla="*/ 11 w 43"/>
                <a:gd name="T13" fmla="*/ 75 h 85"/>
                <a:gd name="T14" fmla="*/ 11 w 43"/>
                <a:gd name="T15" fmla="*/ 60 h 85"/>
                <a:gd name="T16" fmla="*/ 33 w 43"/>
                <a:gd name="T17" fmla="*/ 60 h 85"/>
                <a:gd name="T18" fmla="*/ 33 w 43"/>
                <a:gd name="T19" fmla="*/ 7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5">
                  <a:moveTo>
                    <a:pt x="43" y="0"/>
                  </a:moveTo>
                  <a:lnTo>
                    <a:pt x="0" y="0"/>
                  </a:lnTo>
                  <a:lnTo>
                    <a:pt x="0" y="85"/>
                  </a:lnTo>
                  <a:lnTo>
                    <a:pt x="43" y="85"/>
                  </a:lnTo>
                  <a:lnTo>
                    <a:pt x="43" y="0"/>
                  </a:lnTo>
                  <a:close/>
                  <a:moveTo>
                    <a:pt x="33" y="75"/>
                  </a:moveTo>
                  <a:lnTo>
                    <a:pt x="11" y="75"/>
                  </a:lnTo>
                  <a:lnTo>
                    <a:pt x="11" y="60"/>
                  </a:lnTo>
                  <a:lnTo>
                    <a:pt x="33" y="60"/>
                  </a:lnTo>
                  <a:lnTo>
                    <a:pt x="33"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204"/>
            <p:cNvSpPr>
              <a:spLocks noEditPoints="1"/>
            </p:cNvSpPr>
            <p:nvPr/>
          </p:nvSpPr>
          <p:spPr bwMode="auto">
            <a:xfrm>
              <a:off x="9301163" y="1970088"/>
              <a:ext cx="68263" cy="134937"/>
            </a:xfrm>
            <a:custGeom>
              <a:avLst/>
              <a:gdLst>
                <a:gd name="T0" fmla="*/ 0 w 43"/>
                <a:gd name="T1" fmla="*/ 85 h 85"/>
                <a:gd name="T2" fmla="*/ 43 w 43"/>
                <a:gd name="T3" fmla="*/ 85 h 85"/>
                <a:gd name="T4" fmla="*/ 43 w 43"/>
                <a:gd name="T5" fmla="*/ 0 h 85"/>
                <a:gd name="T6" fmla="*/ 0 w 43"/>
                <a:gd name="T7" fmla="*/ 0 h 85"/>
                <a:gd name="T8" fmla="*/ 0 w 43"/>
                <a:gd name="T9" fmla="*/ 85 h 85"/>
                <a:gd name="T10" fmla="*/ 11 w 43"/>
                <a:gd name="T11" fmla="*/ 60 h 85"/>
                <a:gd name="T12" fmla="*/ 32 w 43"/>
                <a:gd name="T13" fmla="*/ 60 h 85"/>
                <a:gd name="T14" fmla="*/ 32 w 43"/>
                <a:gd name="T15" fmla="*/ 75 h 85"/>
                <a:gd name="T16" fmla="*/ 11 w 43"/>
                <a:gd name="T17" fmla="*/ 75 h 85"/>
                <a:gd name="T18" fmla="*/ 11 w 43"/>
                <a:gd name="T19" fmla="*/ 6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5">
                  <a:moveTo>
                    <a:pt x="0" y="85"/>
                  </a:moveTo>
                  <a:lnTo>
                    <a:pt x="43" y="85"/>
                  </a:lnTo>
                  <a:lnTo>
                    <a:pt x="43" y="0"/>
                  </a:lnTo>
                  <a:lnTo>
                    <a:pt x="0" y="0"/>
                  </a:lnTo>
                  <a:lnTo>
                    <a:pt x="0" y="85"/>
                  </a:lnTo>
                  <a:close/>
                  <a:moveTo>
                    <a:pt x="11" y="60"/>
                  </a:moveTo>
                  <a:lnTo>
                    <a:pt x="32" y="60"/>
                  </a:lnTo>
                  <a:lnTo>
                    <a:pt x="32" y="75"/>
                  </a:lnTo>
                  <a:lnTo>
                    <a:pt x="11" y="75"/>
                  </a:lnTo>
                  <a:lnTo>
                    <a:pt x="11"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Rectangle 205"/>
            <p:cNvSpPr>
              <a:spLocks noChangeArrowheads="1"/>
            </p:cNvSpPr>
            <p:nvPr/>
          </p:nvSpPr>
          <p:spPr bwMode="auto">
            <a:xfrm>
              <a:off x="9398001" y="2020888"/>
              <a:ext cx="22225" cy="8413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Rectangle 206"/>
            <p:cNvSpPr>
              <a:spLocks noChangeArrowheads="1"/>
            </p:cNvSpPr>
            <p:nvPr/>
          </p:nvSpPr>
          <p:spPr bwMode="auto">
            <a:xfrm>
              <a:off x="9436101" y="2020888"/>
              <a:ext cx="23813" cy="8413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Rectangle 207"/>
            <p:cNvSpPr>
              <a:spLocks noChangeArrowheads="1"/>
            </p:cNvSpPr>
            <p:nvPr/>
          </p:nvSpPr>
          <p:spPr bwMode="auto">
            <a:xfrm>
              <a:off x="9475788" y="2020888"/>
              <a:ext cx="23813" cy="8413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Rectangle 208"/>
            <p:cNvSpPr>
              <a:spLocks noChangeArrowheads="1"/>
            </p:cNvSpPr>
            <p:nvPr/>
          </p:nvSpPr>
          <p:spPr bwMode="auto">
            <a:xfrm>
              <a:off x="9515476" y="2020888"/>
              <a:ext cx="22225" cy="8413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Rectangle 209"/>
            <p:cNvSpPr>
              <a:spLocks noChangeArrowheads="1"/>
            </p:cNvSpPr>
            <p:nvPr/>
          </p:nvSpPr>
          <p:spPr bwMode="auto">
            <a:xfrm>
              <a:off x="9215438" y="1597025"/>
              <a:ext cx="322263" cy="44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210"/>
            <p:cNvSpPr>
              <a:spLocks/>
            </p:cNvSpPr>
            <p:nvPr/>
          </p:nvSpPr>
          <p:spPr bwMode="auto">
            <a:xfrm>
              <a:off x="8863013" y="1778000"/>
              <a:ext cx="236538" cy="74612"/>
            </a:xfrm>
            <a:custGeom>
              <a:avLst/>
              <a:gdLst>
                <a:gd name="T0" fmla="*/ 75 w 149"/>
                <a:gd name="T1" fmla="*/ 17 h 47"/>
                <a:gd name="T2" fmla="*/ 148 w 149"/>
                <a:gd name="T3" fmla="*/ 37 h 47"/>
                <a:gd name="T4" fmla="*/ 149 w 149"/>
                <a:gd name="T5" fmla="*/ 34 h 47"/>
                <a:gd name="T6" fmla="*/ 64 w 149"/>
                <a:gd name="T7" fmla="*/ 0 h 47"/>
                <a:gd name="T8" fmla="*/ 68 w 149"/>
                <a:gd name="T9" fmla="*/ 34 h 47"/>
                <a:gd name="T10" fmla="*/ 3 w 149"/>
                <a:gd name="T11" fmla="*/ 17 h 47"/>
                <a:gd name="T12" fmla="*/ 0 w 149"/>
                <a:gd name="T13" fmla="*/ 31 h 47"/>
                <a:gd name="T14" fmla="*/ 80 w 149"/>
                <a:gd name="T15" fmla="*/ 47 h 47"/>
                <a:gd name="T16" fmla="*/ 75 w 149"/>
                <a:gd name="T17" fmla="*/ 1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9" h="47">
                  <a:moveTo>
                    <a:pt x="75" y="17"/>
                  </a:moveTo>
                  <a:lnTo>
                    <a:pt x="148" y="37"/>
                  </a:lnTo>
                  <a:lnTo>
                    <a:pt x="149" y="34"/>
                  </a:lnTo>
                  <a:lnTo>
                    <a:pt x="64" y="0"/>
                  </a:lnTo>
                  <a:lnTo>
                    <a:pt x="68" y="34"/>
                  </a:lnTo>
                  <a:lnTo>
                    <a:pt x="3" y="17"/>
                  </a:lnTo>
                  <a:lnTo>
                    <a:pt x="0" y="31"/>
                  </a:lnTo>
                  <a:lnTo>
                    <a:pt x="80" y="47"/>
                  </a:lnTo>
                  <a:lnTo>
                    <a:pt x="75"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211"/>
            <p:cNvSpPr>
              <a:spLocks/>
            </p:cNvSpPr>
            <p:nvPr/>
          </p:nvSpPr>
          <p:spPr bwMode="auto">
            <a:xfrm>
              <a:off x="8951913" y="1679575"/>
              <a:ext cx="171450" cy="119062"/>
            </a:xfrm>
            <a:custGeom>
              <a:avLst/>
              <a:gdLst>
                <a:gd name="T0" fmla="*/ 108 w 108"/>
                <a:gd name="T1" fmla="*/ 73 h 75"/>
                <a:gd name="T2" fmla="*/ 60 w 108"/>
                <a:gd name="T3" fmla="*/ 13 h 75"/>
                <a:gd name="T4" fmla="*/ 49 w 108"/>
                <a:gd name="T5" fmla="*/ 40 h 75"/>
                <a:gd name="T6" fmla="*/ 8 w 108"/>
                <a:gd name="T7" fmla="*/ 0 h 75"/>
                <a:gd name="T8" fmla="*/ 0 w 108"/>
                <a:gd name="T9" fmla="*/ 9 h 75"/>
                <a:gd name="T10" fmla="*/ 52 w 108"/>
                <a:gd name="T11" fmla="*/ 54 h 75"/>
                <a:gd name="T12" fmla="*/ 61 w 108"/>
                <a:gd name="T13" fmla="*/ 30 h 75"/>
                <a:gd name="T14" fmla="*/ 106 w 108"/>
                <a:gd name="T15" fmla="*/ 75 h 75"/>
                <a:gd name="T16" fmla="*/ 108 w 108"/>
                <a:gd name="T17" fmla="*/ 7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75">
                  <a:moveTo>
                    <a:pt x="108" y="73"/>
                  </a:moveTo>
                  <a:lnTo>
                    <a:pt x="60" y="13"/>
                  </a:lnTo>
                  <a:lnTo>
                    <a:pt x="49" y="40"/>
                  </a:lnTo>
                  <a:lnTo>
                    <a:pt x="8" y="0"/>
                  </a:lnTo>
                  <a:lnTo>
                    <a:pt x="0" y="9"/>
                  </a:lnTo>
                  <a:lnTo>
                    <a:pt x="52" y="54"/>
                  </a:lnTo>
                  <a:lnTo>
                    <a:pt x="61" y="30"/>
                  </a:lnTo>
                  <a:lnTo>
                    <a:pt x="106" y="75"/>
                  </a:lnTo>
                  <a:lnTo>
                    <a:pt x="108" y="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212"/>
            <p:cNvSpPr>
              <a:spLocks/>
            </p:cNvSpPr>
            <p:nvPr/>
          </p:nvSpPr>
          <p:spPr bwMode="auto">
            <a:xfrm>
              <a:off x="8926513" y="1882775"/>
              <a:ext cx="184150" cy="80962"/>
            </a:xfrm>
            <a:custGeom>
              <a:avLst/>
              <a:gdLst>
                <a:gd name="T0" fmla="*/ 115 w 116"/>
                <a:gd name="T1" fmla="*/ 0 h 51"/>
                <a:gd name="T2" fmla="*/ 40 w 116"/>
                <a:gd name="T3" fmla="*/ 4 h 51"/>
                <a:gd name="T4" fmla="*/ 55 w 116"/>
                <a:gd name="T5" fmla="*/ 29 h 51"/>
                <a:gd name="T6" fmla="*/ 0 w 116"/>
                <a:gd name="T7" fmla="*/ 39 h 51"/>
                <a:gd name="T8" fmla="*/ 3 w 116"/>
                <a:gd name="T9" fmla="*/ 51 h 51"/>
                <a:gd name="T10" fmla="*/ 69 w 116"/>
                <a:gd name="T11" fmla="*/ 35 h 51"/>
                <a:gd name="T12" fmla="*/ 53 w 116"/>
                <a:gd name="T13" fmla="*/ 13 h 51"/>
                <a:gd name="T14" fmla="*/ 116 w 116"/>
                <a:gd name="T15" fmla="*/ 3 h 51"/>
                <a:gd name="T16" fmla="*/ 115 w 116"/>
                <a:gd name="T17"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51">
                  <a:moveTo>
                    <a:pt x="115" y="0"/>
                  </a:moveTo>
                  <a:lnTo>
                    <a:pt x="40" y="4"/>
                  </a:lnTo>
                  <a:lnTo>
                    <a:pt x="55" y="29"/>
                  </a:lnTo>
                  <a:lnTo>
                    <a:pt x="0" y="39"/>
                  </a:lnTo>
                  <a:lnTo>
                    <a:pt x="3" y="51"/>
                  </a:lnTo>
                  <a:lnTo>
                    <a:pt x="69" y="35"/>
                  </a:lnTo>
                  <a:lnTo>
                    <a:pt x="53" y="13"/>
                  </a:lnTo>
                  <a:lnTo>
                    <a:pt x="116" y="3"/>
                  </a:ln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213"/>
            <p:cNvSpPr>
              <a:spLocks/>
            </p:cNvSpPr>
            <p:nvPr/>
          </p:nvSpPr>
          <p:spPr bwMode="auto">
            <a:xfrm>
              <a:off x="9674226" y="1698625"/>
              <a:ext cx="225425" cy="82550"/>
            </a:xfrm>
            <a:custGeom>
              <a:avLst/>
              <a:gdLst>
                <a:gd name="T0" fmla="*/ 75 w 142"/>
                <a:gd name="T1" fmla="*/ 40 h 52"/>
                <a:gd name="T2" fmla="*/ 0 w 142"/>
                <a:gd name="T3" fmla="*/ 45 h 52"/>
                <a:gd name="T4" fmla="*/ 0 w 142"/>
                <a:gd name="T5" fmla="*/ 50 h 52"/>
                <a:gd name="T6" fmla="*/ 91 w 142"/>
                <a:gd name="T7" fmla="*/ 52 h 52"/>
                <a:gd name="T8" fmla="*/ 76 w 142"/>
                <a:gd name="T9" fmla="*/ 21 h 52"/>
                <a:gd name="T10" fmla="*/ 142 w 142"/>
                <a:gd name="T11" fmla="*/ 15 h 52"/>
                <a:gd name="T12" fmla="*/ 140 w 142"/>
                <a:gd name="T13" fmla="*/ 0 h 52"/>
                <a:gd name="T14" fmla="*/ 60 w 142"/>
                <a:gd name="T15" fmla="*/ 13 h 52"/>
                <a:gd name="T16" fmla="*/ 75 w 142"/>
                <a:gd name="T17" fmla="*/ 4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52">
                  <a:moveTo>
                    <a:pt x="75" y="40"/>
                  </a:moveTo>
                  <a:lnTo>
                    <a:pt x="0" y="45"/>
                  </a:lnTo>
                  <a:lnTo>
                    <a:pt x="0" y="50"/>
                  </a:lnTo>
                  <a:lnTo>
                    <a:pt x="91" y="52"/>
                  </a:lnTo>
                  <a:lnTo>
                    <a:pt x="76" y="21"/>
                  </a:lnTo>
                  <a:lnTo>
                    <a:pt x="142" y="15"/>
                  </a:lnTo>
                  <a:lnTo>
                    <a:pt x="140" y="0"/>
                  </a:lnTo>
                  <a:lnTo>
                    <a:pt x="60" y="13"/>
                  </a:lnTo>
                  <a:lnTo>
                    <a:pt x="75"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214"/>
            <p:cNvSpPr>
              <a:spLocks/>
            </p:cNvSpPr>
            <p:nvPr/>
          </p:nvSpPr>
          <p:spPr bwMode="auto">
            <a:xfrm>
              <a:off x="9664701" y="1814513"/>
              <a:ext cx="195263" cy="68262"/>
            </a:xfrm>
            <a:custGeom>
              <a:avLst/>
              <a:gdLst>
                <a:gd name="T0" fmla="*/ 59 w 123"/>
                <a:gd name="T1" fmla="*/ 28 h 43"/>
                <a:gd name="T2" fmla="*/ 1 w 123"/>
                <a:gd name="T3" fmla="*/ 0 h 43"/>
                <a:gd name="T4" fmla="*/ 0 w 123"/>
                <a:gd name="T5" fmla="*/ 3 h 43"/>
                <a:gd name="T6" fmla="*/ 66 w 123"/>
                <a:gd name="T7" fmla="*/ 43 h 43"/>
                <a:gd name="T8" fmla="*/ 67 w 123"/>
                <a:gd name="T9" fmla="*/ 14 h 43"/>
                <a:gd name="T10" fmla="*/ 119 w 123"/>
                <a:gd name="T11" fmla="*/ 37 h 43"/>
                <a:gd name="T12" fmla="*/ 123 w 123"/>
                <a:gd name="T13" fmla="*/ 25 h 43"/>
                <a:gd name="T14" fmla="*/ 58 w 123"/>
                <a:gd name="T15" fmla="*/ 1 h 43"/>
                <a:gd name="T16" fmla="*/ 59 w 123"/>
                <a:gd name="T17" fmla="*/ 2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3" h="43">
                  <a:moveTo>
                    <a:pt x="59" y="28"/>
                  </a:moveTo>
                  <a:lnTo>
                    <a:pt x="1" y="0"/>
                  </a:lnTo>
                  <a:lnTo>
                    <a:pt x="0" y="3"/>
                  </a:lnTo>
                  <a:lnTo>
                    <a:pt x="66" y="43"/>
                  </a:lnTo>
                  <a:lnTo>
                    <a:pt x="67" y="14"/>
                  </a:lnTo>
                  <a:lnTo>
                    <a:pt x="119" y="37"/>
                  </a:lnTo>
                  <a:lnTo>
                    <a:pt x="123" y="25"/>
                  </a:lnTo>
                  <a:lnTo>
                    <a:pt x="58" y="1"/>
                  </a:lnTo>
                  <a:lnTo>
                    <a:pt x="5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215"/>
            <p:cNvSpPr>
              <a:spLocks/>
            </p:cNvSpPr>
            <p:nvPr/>
          </p:nvSpPr>
          <p:spPr bwMode="auto">
            <a:xfrm>
              <a:off x="9645651" y="1592263"/>
              <a:ext cx="150813" cy="139700"/>
            </a:xfrm>
            <a:custGeom>
              <a:avLst/>
              <a:gdLst>
                <a:gd name="T0" fmla="*/ 1 w 95"/>
                <a:gd name="T1" fmla="*/ 88 h 88"/>
                <a:gd name="T2" fmla="*/ 70 w 95"/>
                <a:gd name="T3" fmla="*/ 58 h 88"/>
                <a:gd name="T4" fmla="*/ 48 w 95"/>
                <a:gd name="T5" fmla="*/ 40 h 88"/>
                <a:gd name="T6" fmla="*/ 95 w 95"/>
                <a:gd name="T7" fmla="*/ 11 h 88"/>
                <a:gd name="T8" fmla="*/ 88 w 95"/>
                <a:gd name="T9" fmla="*/ 0 h 88"/>
                <a:gd name="T10" fmla="*/ 32 w 95"/>
                <a:gd name="T11" fmla="*/ 39 h 88"/>
                <a:gd name="T12" fmla="*/ 54 w 95"/>
                <a:gd name="T13" fmla="*/ 54 h 88"/>
                <a:gd name="T14" fmla="*/ 0 w 95"/>
                <a:gd name="T15" fmla="*/ 86 h 88"/>
                <a:gd name="T16" fmla="*/ 1 w 95"/>
                <a:gd name="T17"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 h="88">
                  <a:moveTo>
                    <a:pt x="1" y="88"/>
                  </a:moveTo>
                  <a:lnTo>
                    <a:pt x="70" y="58"/>
                  </a:lnTo>
                  <a:lnTo>
                    <a:pt x="48" y="40"/>
                  </a:lnTo>
                  <a:lnTo>
                    <a:pt x="95" y="11"/>
                  </a:lnTo>
                  <a:lnTo>
                    <a:pt x="88" y="0"/>
                  </a:lnTo>
                  <a:lnTo>
                    <a:pt x="32" y="39"/>
                  </a:lnTo>
                  <a:lnTo>
                    <a:pt x="54" y="54"/>
                  </a:lnTo>
                  <a:lnTo>
                    <a:pt x="0" y="86"/>
                  </a:lnTo>
                  <a:lnTo>
                    <a:pt x="1" y="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216"/>
            <p:cNvSpPr>
              <a:spLocks noEditPoints="1"/>
            </p:cNvSpPr>
            <p:nvPr/>
          </p:nvSpPr>
          <p:spPr bwMode="auto">
            <a:xfrm>
              <a:off x="8870951" y="1504950"/>
              <a:ext cx="896938" cy="914400"/>
            </a:xfrm>
            <a:custGeom>
              <a:avLst/>
              <a:gdLst>
                <a:gd name="T0" fmla="*/ 519 w 565"/>
                <a:gd name="T1" fmla="*/ 257 h 576"/>
                <a:gd name="T2" fmla="*/ 456 w 565"/>
                <a:gd name="T3" fmla="*/ 257 h 576"/>
                <a:gd name="T4" fmla="*/ 456 w 565"/>
                <a:gd name="T5" fmla="*/ 23 h 576"/>
                <a:gd name="T6" fmla="*/ 182 w 565"/>
                <a:gd name="T7" fmla="*/ 23 h 576"/>
                <a:gd name="T8" fmla="*/ 182 w 565"/>
                <a:gd name="T9" fmla="*/ 44 h 576"/>
                <a:gd name="T10" fmla="*/ 62 w 565"/>
                <a:gd name="T11" fmla="*/ 44 h 576"/>
                <a:gd name="T12" fmla="*/ 62 w 565"/>
                <a:gd name="T13" fmla="*/ 0 h 576"/>
                <a:gd name="T14" fmla="*/ 52 w 565"/>
                <a:gd name="T15" fmla="*/ 0 h 576"/>
                <a:gd name="T16" fmla="*/ 52 w 565"/>
                <a:gd name="T17" fmla="*/ 44 h 576"/>
                <a:gd name="T18" fmla="*/ 0 w 565"/>
                <a:gd name="T19" fmla="*/ 44 h 576"/>
                <a:gd name="T20" fmla="*/ 0 w 565"/>
                <a:gd name="T21" fmla="*/ 54 h 576"/>
                <a:gd name="T22" fmla="*/ 182 w 565"/>
                <a:gd name="T23" fmla="*/ 54 h 576"/>
                <a:gd name="T24" fmla="*/ 182 w 565"/>
                <a:gd name="T25" fmla="*/ 414 h 576"/>
                <a:gd name="T26" fmla="*/ 219 w 565"/>
                <a:gd name="T27" fmla="*/ 414 h 576"/>
                <a:gd name="T28" fmla="*/ 219 w 565"/>
                <a:gd name="T29" fmla="*/ 463 h 576"/>
                <a:gd name="T30" fmla="*/ 86 w 565"/>
                <a:gd name="T31" fmla="*/ 463 h 576"/>
                <a:gd name="T32" fmla="*/ 86 w 565"/>
                <a:gd name="T33" fmla="*/ 473 h 576"/>
                <a:gd name="T34" fmla="*/ 143 w 565"/>
                <a:gd name="T35" fmla="*/ 473 h 576"/>
                <a:gd name="T36" fmla="*/ 143 w 565"/>
                <a:gd name="T37" fmla="*/ 549 h 576"/>
                <a:gd name="T38" fmla="*/ 152 w 565"/>
                <a:gd name="T39" fmla="*/ 549 h 576"/>
                <a:gd name="T40" fmla="*/ 152 w 565"/>
                <a:gd name="T41" fmla="*/ 473 h 576"/>
                <a:gd name="T42" fmla="*/ 229 w 565"/>
                <a:gd name="T43" fmla="*/ 473 h 576"/>
                <a:gd name="T44" fmla="*/ 229 w 565"/>
                <a:gd name="T45" fmla="*/ 414 h 576"/>
                <a:gd name="T46" fmla="*/ 312 w 565"/>
                <a:gd name="T47" fmla="*/ 414 h 576"/>
                <a:gd name="T48" fmla="*/ 312 w 565"/>
                <a:gd name="T49" fmla="*/ 576 h 576"/>
                <a:gd name="T50" fmla="*/ 556 w 565"/>
                <a:gd name="T51" fmla="*/ 576 h 576"/>
                <a:gd name="T52" fmla="*/ 556 w 565"/>
                <a:gd name="T53" fmla="*/ 566 h 576"/>
                <a:gd name="T54" fmla="*/ 322 w 565"/>
                <a:gd name="T55" fmla="*/ 566 h 576"/>
                <a:gd name="T56" fmla="*/ 322 w 565"/>
                <a:gd name="T57" fmla="*/ 414 h 576"/>
                <a:gd name="T58" fmla="*/ 367 w 565"/>
                <a:gd name="T59" fmla="*/ 414 h 576"/>
                <a:gd name="T60" fmla="*/ 367 w 565"/>
                <a:gd name="T61" fmla="*/ 517 h 576"/>
                <a:gd name="T62" fmla="*/ 523 w 565"/>
                <a:gd name="T63" fmla="*/ 517 h 576"/>
                <a:gd name="T64" fmla="*/ 523 w 565"/>
                <a:gd name="T65" fmla="*/ 507 h 576"/>
                <a:gd name="T66" fmla="*/ 376 w 565"/>
                <a:gd name="T67" fmla="*/ 507 h 576"/>
                <a:gd name="T68" fmla="*/ 376 w 565"/>
                <a:gd name="T69" fmla="*/ 414 h 576"/>
                <a:gd name="T70" fmla="*/ 456 w 565"/>
                <a:gd name="T71" fmla="*/ 414 h 576"/>
                <a:gd name="T72" fmla="*/ 456 w 565"/>
                <a:gd name="T73" fmla="*/ 266 h 576"/>
                <a:gd name="T74" fmla="*/ 510 w 565"/>
                <a:gd name="T75" fmla="*/ 266 h 576"/>
                <a:gd name="T76" fmla="*/ 510 w 565"/>
                <a:gd name="T77" fmla="*/ 330 h 576"/>
                <a:gd name="T78" fmla="*/ 565 w 565"/>
                <a:gd name="T79" fmla="*/ 330 h 576"/>
                <a:gd name="T80" fmla="*/ 565 w 565"/>
                <a:gd name="T81" fmla="*/ 320 h 576"/>
                <a:gd name="T82" fmla="*/ 519 w 565"/>
                <a:gd name="T83" fmla="*/ 320 h 576"/>
                <a:gd name="T84" fmla="*/ 519 w 565"/>
                <a:gd name="T85" fmla="*/ 257 h 576"/>
                <a:gd name="T86" fmla="*/ 438 w 565"/>
                <a:gd name="T87" fmla="*/ 396 h 576"/>
                <a:gd name="T88" fmla="*/ 200 w 565"/>
                <a:gd name="T89" fmla="*/ 396 h 576"/>
                <a:gd name="T90" fmla="*/ 200 w 565"/>
                <a:gd name="T91" fmla="*/ 40 h 576"/>
                <a:gd name="T92" fmla="*/ 438 w 565"/>
                <a:gd name="T93" fmla="*/ 40 h 576"/>
                <a:gd name="T94" fmla="*/ 438 w 565"/>
                <a:gd name="T95" fmla="*/ 396 h 5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65" h="576">
                  <a:moveTo>
                    <a:pt x="519" y="257"/>
                  </a:moveTo>
                  <a:lnTo>
                    <a:pt x="456" y="257"/>
                  </a:lnTo>
                  <a:lnTo>
                    <a:pt x="456" y="23"/>
                  </a:lnTo>
                  <a:lnTo>
                    <a:pt x="182" y="23"/>
                  </a:lnTo>
                  <a:lnTo>
                    <a:pt x="182" y="44"/>
                  </a:lnTo>
                  <a:lnTo>
                    <a:pt x="62" y="44"/>
                  </a:lnTo>
                  <a:lnTo>
                    <a:pt x="62" y="0"/>
                  </a:lnTo>
                  <a:lnTo>
                    <a:pt x="52" y="0"/>
                  </a:lnTo>
                  <a:lnTo>
                    <a:pt x="52" y="44"/>
                  </a:lnTo>
                  <a:lnTo>
                    <a:pt x="0" y="44"/>
                  </a:lnTo>
                  <a:lnTo>
                    <a:pt x="0" y="54"/>
                  </a:lnTo>
                  <a:lnTo>
                    <a:pt x="182" y="54"/>
                  </a:lnTo>
                  <a:lnTo>
                    <a:pt x="182" y="414"/>
                  </a:lnTo>
                  <a:lnTo>
                    <a:pt x="219" y="414"/>
                  </a:lnTo>
                  <a:lnTo>
                    <a:pt x="219" y="463"/>
                  </a:lnTo>
                  <a:lnTo>
                    <a:pt x="86" y="463"/>
                  </a:lnTo>
                  <a:lnTo>
                    <a:pt x="86" y="473"/>
                  </a:lnTo>
                  <a:lnTo>
                    <a:pt x="143" y="473"/>
                  </a:lnTo>
                  <a:lnTo>
                    <a:pt x="143" y="549"/>
                  </a:lnTo>
                  <a:lnTo>
                    <a:pt x="152" y="549"/>
                  </a:lnTo>
                  <a:lnTo>
                    <a:pt x="152" y="473"/>
                  </a:lnTo>
                  <a:lnTo>
                    <a:pt x="229" y="473"/>
                  </a:lnTo>
                  <a:lnTo>
                    <a:pt x="229" y="414"/>
                  </a:lnTo>
                  <a:lnTo>
                    <a:pt x="312" y="414"/>
                  </a:lnTo>
                  <a:lnTo>
                    <a:pt x="312" y="576"/>
                  </a:lnTo>
                  <a:lnTo>
                    <a:pt x="556" y="576"/>
                  </a:lnTo>
                  <a:lnTo>
                    <a:pt x="556" y="566"/>
                  </a:lnTo>
                  <a:lnTo>
                    <a:pt x="322" y="566"/>
                  </a:lnTo>
                  <a:lnTo>
                    <a:pt x="322" y="414"/>
                  </a:lnTo>
                  <a:lnTo>
                    <a:pt x="367" y="414"/>
                  </a:lnTo>
                  <a:lnTo>
                    <a:pt x="367" y="517"/>
                  </a:lnTo>
                  <a:lnTo>
                    <a:pt x="523" y="517"/>
                  </a:lnTo>
                  <a:lnTo>
                    <a:pt x="523" y="507"/>
                  </a:lnTo>
                  <a:lnTo>
                    <a:pt x="376" y="507"/>
                  </a:lnTo>
                  <a:lnTo>
                    <a:pt x="376" y="414"/>
                  </a:lnTo>
                  <a:lnTo>
                    <a:pt x="456" y="414"/>
                  </a:lnTo>
                  <a:lnTo>
                    <a:pt x="456" y="266"/>
                  </a:lnTo>
                  <a:lnTo>
                    <a:pt x="510" y="266"/>
                  </a:lnTo>
                  <a:lnTo>
                    <a:pt x="510" y="330"/>
                  </a:lnTo>
                  <a:lnTo>
                    <a:pt x="565" y="330"/>
                  </a:lnTo>
                  <a:lnTo>
                    <a:pt x="565" y="320"/>
                  </a:lnTo>
                  <a:lnTo>
                    <a:pt x="519" y="320"/>
                  </a:lnTo>
                  <a:lnTo>
                    <a:pt x="519" y="257"/>
                  </a:lnTo>
                  <a:close/>
                  <a:moveTo>
                    <a:pt x="438" y="396"/>
                  </a:moveTo>
                  <a:lnTo>
                    <a:pt x="200" y="396"/>
                  </a:lnTo>
                  <a:lnTo>
                    <a:pt x="200" y="40"/>
                  </a:lnTo>
                  <a:lnTo>
                    <a:pt x="438" y="40"/>
                  </a:lnTo>
                  <a:lnTo>
                    <a:pt x="438" y="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3" name="组合 212"/>
          <p:cNvGrpSpPr/>
          <p:nvPr/>
        </p:nvGrpSpPr>
        <p:grpSpPr>
          <a:xfrm>
            <a:off x="9939338" y="1444626"/>
            <a:ext cx="2012950" cy="1508124"/>
            <a:chOff x="9939338" y="1444626"/>
            <a:chExt cx="2012950" cy="1508124"/>
          </a:xfrm>
          <a:solidFill>
            <a:schemeClr val="tx1">
              <a:lumMod val="65000"/>
              <a:lumOff val="35000"/>
            </a:schemeClr>
          </a:solidFill>
        </p:grpSpPr>
        <p:sp>
          <p:nvSpPr>
            <p:cNvPr id="214" name="Freeform 217"/>
            <p:cNvSpPr>
              <a:spLocks/>
            </p:cNvSpPr>
            <p:nvPr/>
          </p:nvSpPr>
          <p:spPr bwMode="auto">
            <a:xfrm>
              <a:off x="10707688" y="2665413"/>
              <a:ext cx="1244600" cy="287337"/>
            </a:xfrm>
            <a:custGeom>
              <a:avLst/>
              <a:gdLst>
                <a:gd name="T0" fmla="*/ 0 w 966"/>
                <a:gd name="T1" fmla="*/ 107 h 223"/>
                <a:gd name="T2" fmla="*/ 37 w 966"/>
                <a:gd name="T3" fmla="*/ 107 h 223"/>
                <a:gd name="T4" fmla="*/ 37 w 966"/>
                <a:gd name="T5" fmla="*/ 186 h 223"/>
                <a:gd name="T6" fmla="*/ 74 w 966"/>
                <a:gd name="T7" fmla="*/ 223 h 223"/>
                <a:gd name="T8" fmla="*/ 149 w 966"/>
                <a:gd name="T9" fmla="*/ 223 h 223"/>
                <a:gd name="T10" fmla="*/ 186 w 966"/>
                <a:gd name="T11" fmla="*/ 186 h 223"/>
                <a:gd name="T12" fmla="*/ 186 w 966"/>
                <a:gd name="T13" fmla="*/ 107 h 223"/>
                <a:gd name="T14" fmla="*/ 780 w 966"/>
                <a:gd name="T15" fmla="*/ 107 h 223"/>
                <a:gd name="T16" fmla="*/ 780 w 966"/>
                <a:gd name="T17" fmla="*/ 186 h 223"/>
                <a:gd name="T18" fmla="*/ 817 w 966"/>
                <a:gd name="T19" fmla="*/ 223 h 223"/>
                <a:gd name="T20" fmla="*/ 892 w 966"/>
                <a:gd name="T21" fmla="*/ 223 h 223"/>
                <a:gd name="T22" fmla="*/ 929 w 966"/>
                <a:gd name="T23" fmla="*/ 186 h 223"/>
                <a:gd name="T24" fmla="*/ 929 w 966"/>
                <a:gd name="T25" fmla="*/ 107 h 223"/>
                <a:gd name="T26" fmla="*/ 966 w 966"/>
                <a:gd name="T27" fmla="*/ 107 h 223"/>
                <a:gd name="T28" fmla="*/ 966 w 966"/>
                <a:gd name="T29" fmla="*/ 0 h 223"/>
                <a:gd name="T30" fmla="*/ 0 w 966"/>
                <a:gd name="T31" fmla="*/ 0 h 223"/>
                <a:gd name="T32" fmla="*/ 0 w 966"/>
                <a:gd name="T33" fmla="*/ 107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66" h="223">
                  <a:moveTo>
                    <a:pt x="0" y="107"/>
                  </a:moveTo>
                  <a:cubicBezTo>
                    <a:pt x="37" y="107"/>
                    <a:pt x="37" y="107"/>
                    <a:pt x="37" y="107"/>
                  </a:cubicBezTo>
                  <a:cubicBezTo>
                    <a:pt x="37" y="186"/>
                    <a:pt x="37" y="186"/>
                    <a:pt x="37" y="186"/>
                  </a:cubicBezTo>
                  <a:cubicBezTo>
                    <a:pt x="37" y="206"/>
                    <a:pt x="54" y="223"/>
                    <a:pt x="74" y="223"/>
                  </a:cubicBezTo>
                  <a:cubicBezTo>
                    <a:pt x="149" y="223"/>
                    <a:pt x="149" y="223"/>
                    <a:pt x="149" y="223"/>
                  </a:cubicBezTo>
                  <a:cubicBezTo>
                    <a:pt x="169" y="223"/>
                    <a:pt x="186" y="206"/>
                    <a:pt x="186" y="186"/>
                  </a:cubicBezTo>
                  <a:cubicBezTo>
                    <a:pt x="186" y="107"/>
                    <a:pt x="186" y="107"/>
                    <a:pt x="186" y="107"/>
                  </a:cubicBezTo>
                  <a:cubicBezTo>
                    <a:pt x="780" y="107"/>
                    <a:pt x="780" y="107"/>
                    <a:pt x="780" y="107"/>
                  </a:cubicBezTo>
                  <a:cubicBezTo>
                    <a:pt x="780" y="186"/>
                    <a:pt x="780" y="186"/>
                    <a:pt x="780" y="186"/>
                  </a:cubicBezTo>
                  <a:cubicBezTo>
                    <a:pt x="780" y="206"/>
                    <a:pt x="797" y="223"/>
                    <a:pt x="817" y="223"/>
                  </a:cubicBezTo>
                  <a:cubicBezTo>
                    <a:pt x="892" y="223"/>
                    <a:pt x="892" y="223"/>
                    <a:pt x="892" y="223"/>
                  </a:cubicBezTo>
                  <a:cubicBezTo>
                    <a:pt x="912" y="223"/>
                    <a:pt x="929" y="206"/>
                    <a:pt x="929" y="186"/>
                  </a:cubicBezTo>
                  <a:cubicBezTo>
                    <a:pt x="929" y="107"/>
                    <a:pt x="929" y="107"/>
                    <a:pt x="929" y="107"/>
                  </a:cubicBezTo>
                  <a:cubicBezTo>
                    <a:pt x="966" y="107"/>
                    <a:pt x="966" y="107"/>
                    <a:pt x="966" y="107"/>
                  </a:cubicBezTo>
                  <a:cubicBezTo>
                    <a:pt x="966" y="0"/>
                    <a:pt x="966" y="0"/>
                    <a:pt x="966" y="0"/>
                  </a:cubicBezTo>
                  <a:cubicBezTo>
                    <a:pt x="0" y="0"/>
                    <a:pt x="0" y="0"/>
                    <a:pt x="0" y="0"/>
                  </a:cubicBezTo>
                  <a:lnTo>
                    <a:pt x="0" y="10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218"/>
            <p:cNvSpPr>
              <a:spLocks noEditPoints="1"/>
            </p:cNvSpPr>
            <p:nvPr/>
          </p:nvSpPr>
          <p:spPr bwMode="auto">
            <a:xfrm>
              <a:off x="10707688" y="2338388"/>
              <a:ext cx="1244600" cy="300037"/>
            </a:xfrm>
            <a:custGeom>
              <a:avLst/>
              <a:gdLst>
                <a:gd name="T0" fmla="*/ 471 w 966"/>
                <a:gd name="T1" fmla="*/ 0 h 233"/>
                <a:gd name="T2" fmla="*/ 0 w 966"/>
                <a:gd name="T3" fmla="*/ 47 h 233"/>
                <a:gd name="T4" fmla="*/ 0 w 966"/>
                <a:gd name="T5" fmla="*/ 233 h 233"/>
                <a:gd name="T6" fmla="*/ 966 w 966"/>
                <a:gd name="T7" fmla="*/ 233 h 233"/>
                <a:gd name="T8" fmla="*/ 966 w 966"/>
                <a:gd name="T9" fmla="*/ 51 h 233"/>
                <a:gd name="T10" fmla="*/ 471 w 966"/>
                <a:gd name="T11" fmla="*/ 0 h 233"/>
                <a:gd name="T12" fmla="*/ 142 w 966"/>
                <a:gd name="T13" fmla="*/ 192 h 233"/>
                <a:gd name="T14" fmla="*/ 80 w 966"/>
                <a:gd name="T15" fmla="*/ 129 h 233"/>
                <a:gd name="T16" fmla="*/ 142 w 966"/>
                <a:gd name="T17" fmla="*/ 67 h 233"/>
                <a:gd name="T18" fmla="*/ 205 w 966"/>
                <a:gd name="T19" fmla="*/ 129 h 233"/>
                <a:gd name="T20" fmla="*/ 142 w 966"/>
                <a:gd name="T21" fmla="*/ 192 h 233"/>
                <a:gd name="T22" fmla="*/ 824 w 966"/>
                <a:gd name="T23" fmla="*/ 192 h 233"/>
                <a:gd name="T24" fmla="*/ 761 w 966"/>
                <a:gd name="T25" fmla="*/ 129 h 233"/>
                <a:gd name="T26" fmla="*/ 824 w 966"/>
                <a:gd name="T27" fmla="*/ 67 h 233"/>
                <a:gd name="T28" fmla="*/ 886 w 966"/>
                <a:gd name="T29" fmla="*/ 129 h 233"/>
                <a:gd name="T30" fmla="*/ 824 w 966"/>
                <a:gd name="T31" fmla="*/ 192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66" h="233">
                  <a:moveTo>
                    <a:pt x="471" y="0"/>
                  </a:moveTo>
                  <a:cubicBezTo>
                    <a:pt x="322" y="0"/>
                    <a:pt x="81" y="35"/>
                    <a:pt x="0" y="47"/>
                  </a:cubicBezTo>
                  <a:cubicBezTo>
                    <a:pt x="0" y="233"/>
                    <a:pt x="0" y="233"/>
                    <a:pt x="0" y="233"/>
                  </a:cubicBezTo>
                  <a:cubicBezTo>
                    <a:pt x="966" y="233"/>
                    <a:pt x="966" y="233"/>
                    <a:pt x="966" y="233"/>
                  </a:cubicBezTo>
                  <a:cubicBezTo>
                    <a:pt x="966" y="51"/>
                    <a:pt x="966" y="51"/>
                    <a:pt x="966" y="51"/>
                  </a:cubicBezTo>
                  <a:cubicBezTo>
                    <a:pt x="931" y="45"/>
                    <a:pt x="641" y="0"/>
                    <a:pt x="471" y="0"/>
                  </a:cubicBezTo>
                  <a:close/>
                  <a:moveTo>
                    <a:pt x="142" y="192"/>
                  </a:moveTo>
                  <a:cubicBezTo>
                    <a:pt x="108" y="192"/>
                    <a:pt x="80" y="164"/>
                    <a:pt x="80" y="129"/>
                  </a:cubicBezTo>
                  <a:cubicBezTo>
                    <a:pt x="80" y="95"/>
                    <a:pt x="108" y="67"/>
                    <a:pt x="142" y="67"/>
                  </a:cubicBezTo>
                  <a:cubicBezTo>
                    <a:pt x="177" y="67"/>
                    <a:pt x="205" y="95"/>
                    <a:pt x="205" y="129"/>
                  </a:cubicBezTo>
                  <a:cubicBezTo>
                    <a:pt x="205" y="164"/>
                    <a:pt x="177" y="192"/>
                    <a:pt x="142" y="192"/>
                  </a:cubicBezTo>
                  <a:close/>
                  <a:moveTo>
                    <a:pt x="824" y="192"/>
                  </a:moveTo>
                  <a:cubicBezTo>
                    <a:pt x="789" y="192"/>
                    <a:pt x="761" y="164"/>
                    <a:pt x="761" y="129"/>
                  </a:cubicBezTo>
                  <a:cubicBezTo>
                    <a:pt x="761" y="95"/>
                    <a:pt x="789" y="67"/>
                    <a:pt x="824" y="67"/>
                  </a:cubicBezTo>
                  <a:cubicBezTo>
                    <a:pt x="858" y="67"/>
                    <a:pt x="886" y="95"/>
                    <a:pt x="886" y="129"/>
                  </a:cubicBezTo>
                  <a:cubicBezTo>
                    <a:pt x="886" y="164"/>
                    <a:pt x="858" y="192"/>
                    <a:pt x="824" y="1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219"/>
            <p:cNvSpPr>
              <a:spLocks noEditPoints="1"/>
            </p:cNvSpPr>
            <p:nvPr/>
          </p:nvSpPr>
          <p:spPr bwMode="auto">
            <a:xfrm>
              <a:off x="10761663" y="1824038"/>
              <a:ext cx="1011238" cy="546100"/>
            </a:xfrm>
            <a:custGeom>
              <a:avLst/>
              <a:gdLst>
                <a:gd name="T0" fmla="*/ 429 w 785"/>
                <a:gd name="T1" fmla="*/ 383 h 424"/>
                <a:gd name="T2" fmla="*/ 710 w 785"/>
                <a:gd name="T3" fmla="*/ 404 h 424"/>
                <a:gd name="T4" fmla="*/ 785 w 785"/>
                <a:gd name="T5" fmla="*/ 86 h 424"/>
                <a:gd name="T6" fmla="*/ 777 w 785"/>
                <a:gd name="T7" fmla="*/ 0 h 424"/>
                <a:gd name="T8" fmla="*/ 408 w 785"/>
                <a:gd name="T9" fmla="*/ 0 h 424"/>
                <a:gd name="T10" fmla="*/ 342 w 785"/>
                <a:gd name="T11" fmla="*/ 88 h 424"/>
                <a:gd name="T12" fmla="*/ 343 w 785"/>
                <a:gd name="T13" fmla="*/ 96 h 424"/>
                <a:gd name="T14" fmla="*/ 340 w 785"/>
                <a:gd name="T15" fmla="*/ 116 h 424"/>
                <a:gd name="T16" fmla="*/ 367 w 785"/>
                <a:gd name="T17" fmla="*/ 168 h 424"/>
                <a:gd name="T18" fmla="*/ 350 w 785"/>
                <a:gd name="T19" fmla="*/ 210 h 424"/>
                <a:gd name="T20" fmla="*/ 381 w 785"/>
                <a:gd name="T21" fmla="*/ 264 h 424"/>
                <a:gd name="T22" fmla="*/ 381 w 785"/>
                <a:gd name="T23" fmla="*/ 265 h 424"/>
                <a:gd name="T24" fmla="*/ 401 w 785"/>
                <a:gd name="T25" fmla="*/ 261 h 424"/>
                <a:gd name="T26" fmla="*/ 452 w 785"/>
                <a:gd name="T27" fmla="*/ 312 h 424"/>
                <a:gd name="T28" fmla="*/ 401 w 785"/>
                <a:gd name="T29" fmla="*/ 363 h 424"/>
                <a:gd name="T30" fmla="*/ 350 w 785"/>
                <a:gd name="T31" fmla="*/ 318 h 424"/>
                <a:gd name="T32" fmla="*/ 319 w 785"/>
                <a:gd name="T33" fmla="*/ 327 h 424"/>
                <a:gd name="T34" fmla="*/ 257 w 785"/>
                <a:gd name="T35" fmla="*/ 264 h 424"/>
                <a:gd name="T36" fmla="*/ 274 w 785"/>
                <a:gd name="T37" fmla="*/ 222 h 424"/>
                <a:gd name="T38" fmla="*/ 243 w 785"/>
                <a:gd name="T39" fmla="*/ 172 h 424"/>
                <a:gd name="T40" fmla="*/ 185 w 785"/>
                <a:gd name="T41" fmla="*/ 96 h 424"/>
                <a:gd name="T42" fmla="*/ 225 w 785"/>
                <a:gd name="T43" fmla="*/ 27 h 424"/>
                <a:gd name="T44" fmla="*/ 223 w 785"/>
                <a:gd name="T45" fmla="*/ 20 h 424"/>
                <a:gd name="T46" fmla="*/ 217 w 785"/>
                <a:gd name="T47" fmla="*/ 21 h 424"/>
                <a:gd name="T48" fmla="*/ 158 w 785"/>
                <a:gd name="T49" fmla="*/ 0 h 424"/>
                <a:gd name="T50" fmla="*/ 105 w 785"/>
                <a:gd name="T51" fmla="*/ 0 h 424"/>
                <a:gd name="T52" fmla="*/ 66 w 785"/>
                <a:gd name="T53" fmla="*/ 408 h 424"/>
                <a:gd name="T54" fmla="*/ 50 w 785"/>
                <a:gd name="T55" fmla="*/ 408 h 424"/>
                <a:gd name="T56" fmla="*/ 65 w 785"/>
                <a:gd name="T57" fmla="*/ 250 h 424"/>
                <a:gd name="T58" fmla="*/ 0 w 785"/>
                <a:gd name="T59" fmla="*/ 424 h 424"/>
                <a:gd name="T60" fmla="*/ 429 w 785"/>
                <a:gd name="T61" fmla="*/ 383 h 424"/>
                <a:gd name="T62" fmla="*/ 632 w 785"/>
                <a:gd name="T63" fmla="*/ 301 h 424"/>
                <a:gd name="T64" fmla="*/ 555 w 785"/>
                <a:gd name="T65" fmla="*/ 340 h 424"/>
                <a:gd name="T66" fmla="*/ 553 w 785"/>
                <a:gd name="T67" fmla="*/ 338 h 424"/>
                <a:gd name="T68" fmla="*/ 613 w 785"/>
                <a:gd name="T69" fmla="*/ 298 h 424"/>
                <a:gd name="T70" fmla="*/ 588 w 785"/>
                <a:gd name="T71" fmla="*/ 283 h 424"/>
                <a:gd name="T72" fmla="*/ 649 w 785"/>
                <a:gd name="T73" fmla="*/ 235 h 424"/>
                <a:gd name="T74" fmla="*/ 658 w 785"/>
                <a:gd name="T75" fmla="*/ 246 h 424"/>
                <a:gd name="T76" fmla="*/ 605 w 785"/>
                <a:gd name="T77" fmla="*/ 282 h 424"/>
                <a:gd name="T78" fmla="*/ 632 w 785"/>
                <a:gd name="T79" fmla="*/ 301 h 424"/>
                <a:gd name="T80" fmla="*/ 584 w 785"/>
                <a:gd name="T81" fmla="*/ 162 h 424"/>
                <a:gd name="T82" fmla="*/ 550 w 785"/>
                <a:gd name="T83" fmla="*/ 230 h 424"/>
                <a:gd name="T84" fmla="*/ 590 w 785"/>
                <a:gd name="T85" fmla="*/ 233 h 424"/>
                <a:gd name="T86" fmla="*/ 534 w 785"/>
                <a:gd name="T87" fmla="*/ 319 h 424"/>
                <a:gd name="T88" fmla="*/ 530 w 785"/>
                <a:gd name="T89" fmla="*/ 317 h 424"/>
                <a:gd name="T90" fmla="*/ 569 w 785"/>
                <a:gd name="T91" fmla="*/ 241 h 424"/>
                <a:gd name="T92" fmla="*/ 533 w 785"/>
                <a:gd name="T93" fmla="*/ 241 h 424"/>
                <a:gd name="T94" fmla="*/ 568 w 785"/>
                <a:gd name="T95" fmla="*/ 156 h 424"/>
                <a:gd name="T96" fmla="*/ 584 w 785"/>
                <a:gd name="T97" fmla="*/ 162 h 424"/>
                <a:gd name="T98" fmla="*/ 478 w 785"/>
                <a:gd name="T99" fmla="*/ 183 h 424"/>
                <a:gd name="T100" fmla="*/ 477 w 785"/>
                <a:gd name="T101" fmla="*/ 246 h 424"/>
                <a:gd name="T102" fmla="*/ 508 w 785"/>
                <a:gd name="T103" fmla="*/ 235 h 424"/>
                <a:gd name="T104" fmla="*/ 496 w 785"/>
                <a:gd name="T105" fmla="*/ 319 h 424"/>
                <a:gd name="T106" fmla="*/ 493 w 785"/>
                <a:gd name="T107" fmla="*/ 319 h 424"/>
                <a:gd name="T108" fmla="*/ 495 w 785"/>
                <a:gd name="T109" fmla="*/ 248 h 424"/>
                <a:gd name="T110" fmla="*/ 468 w 785"/>
                <a:gd name="T111" fmla="*/ 261 h 424"/>
                <a:gd name="T112" fmla="*/ 464 w 785"/>
                <a:gd name="T113" fmla="*/ 184 h 424"/>
                <a:gd name="T114" fmla="*/ 478 w 785"/>
                <a:gd name="T115" fmla="*/ 183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5" h="424">
                  <a:moveTo>
                    <a:pt x="429" y="383"/>
                  </a:moveTo>
                  <a:cubicBezTo>
                    <a:pt x="509" y="383"/>
                    <a:pt x="616" y="393"/>
                    <a:pt x="710" y="404"/>
                  </a:cubicBezTo>
                  <a:cubicBezTo>
                    <a:pt x="785" y="86"/>
                    <a:pt x="785" y="86"/>
                    <a:pt x="785" y="86"/>
                  </a:cubicBezTo>
                  <a:cubicBezTo>
                    <a:pt x="777" y="0"/>
                    <a:pt x="777" y="0"/>
                    <a:pt x="777" y="0"/>
                  </a:cubicBezTo>
                  <a:cubicBezTo>
                    <a:pt x="408" y="0"/>
                    <a:pt x="408" y="0"/>
                    <a:pt x="408" y="0"/>
                  </a:cubicBezTo>
                  <a:cubicBezTo>
                    <a:pt x="408" y="41"/>
                    <a:pt x="381" y="76"/>
                    <a:pt x="342" y="88"/>
                  </a:cubicBezTo>
                  <a:cubicBezTo>
                    <a:pt x="342" y="91"/>
                    <a:pt x="343" y="93"/>
                    <a:pt x="343" y="96"/>
                  </a:cubicBezTo>
                  <a:cubicBezTo>
                    <a:pt x="343" y="103"/>
                    <a:pt x="342" y="110"/>
                    <a:pt x="340" y="116"/>
                  </a:cubicBezTo>
                  <a:cubicBezTo>
                    <a:pt x="357" y="128"/>
                    <a:pt x="367" y="147"/>
                    <a:pt x="367" y="168"/>
                  </a:cubicBezTo>
                  <a:cubicBezTo>
                    <a:pt x="367" y="184"/>
                    <a:pt x="361" y="199"/>
                    <a:pt x="350" y="210"/>
                  </a:cubicBezTo>
                  <a:cubicBezTo>
                    <a:pt x="369" y="221"/>
                    <a:pt x="381" y="241"/>
                    <a:pt x="381" y="264"/>
                  </a:cubicBezTo>
                  <a:cubicBezTo>
                    <a:pt x="381" y="264"/>
                    <a:pt x="381" y="264"/>
                    <a:pt x="381" y="265"/>
                  </a:cubicBezTo>
                  <a:cubicBezTo>
                    <a:pt x="387" y="262"/>
                    <a:pt x="394" y="261"/>
                    <a:pt x="401" y="261"/>
                  </a:cubicBezTo>
                  <a:cubicBezTo>
                    <a:pt x="429" y="261"/>
                    <a:pt x="452" y="284"/>
                    <a:pt x="452" y="312"/>
                  </a:cubicBezTo>
                  <a:cubicBezTo>
                    <a:pt x="452" y="340"/>
                    <a:pt x="429" y="363"/>
                    <a:pt x="401" y="363"/>
                  </a:cubicBezTo>
                  <a:cubicBezTo>
                    <a:pt x="375" y="363"/>
                    <a:pt x="353" y="344"/>
                    <a:pt x="350" y="318"/>
                  </a:cubicBezTo>
                  <a:cubicBezTo>
                    <a:pt x="341" y="324"/>
                    <a:pt x="330" y="327"/>
                    <a:pt x="319" y="327"/>
                  </a:cubicBezTo>
                  <a:cubicBezTo>
                    <a:pt x="285" y="327"/>
                    <a:pt x="257" y="299"/>
                    <a:pt x="257" y="264"/>
                  </a:cubicBezTo>
                  <a:cubicBezTo>
                    <a:pt x="257" y="248"/>
                    <a:pt x="263" y="233"/>
                    <a:pt x="274" y="222"/>
                  </a:cubicBezTo>
                  <a:cubicBezTo>
                    <a:pt x="256" y="211"/>
                    <a:pt x="244" y="193"/>
                    <a:pt x="243" y="172"/>
                  </a:cubicBezTo>
                  <a:cubicBezTo>
                    <a:pt x="209" y="163"/>
                    <a:pt x="185" y="132"/>
                    <a:pt x="185" y="96"/>
                  </a:cubicBezTo>
                  <a:cubicBezTo>
                    <a:pt x="185" y="67"/>
                    <a:pt x="201" y="41"/>
                    <a:pt x="225" y="27"/>
                  </a:cubicBezTo>
                  <a:cubicBezTo>
                    <a:pt x="224" y="25"/>
                    <a:pt x="223" y="23"/>
                    <a:pt x="223" y="20"/>
                  </a:cubicBezTo>
                  <a:cubicBezTo>
                    <a:pt x="221" y="20"/>
                    <a:pt x="219" y="21"/>
                    <a:pt x="217" y="21"/>
                  </a:cubicBezTo>
                  <a:cubicBezTo>
                    <a:pt x="195" y="21"/>
                    <a:pt x="175" y="13"/>
                    <a:pt x="158" y="0"/>
                  </a:cubicBezTo>
                  <a:cubicBezTo>
                    <a:pt x="105" y="0"/>
                    <a:pt x="105" y="0"/>
                    <a:pt x="105" y="0"/>
                  </a:cubicBezTo>
                  <a:cubicBezTo>
                    <a:pt x="66" y="408"/>
                    <a:pt x="66" y="408"/>
                    <a:pt x="66" y="408"/>
                  </a:cubicBezTo>
                  <a:cubicBezTo>
                    <a:pt x="50" y="408"/>
                    <a:pt x="50" y="408"/>
                    <a:pt x="50" y="408"/>
                  </a:cubicBezTo>
                  <a:cubicBezTo>
                    <a:pt x="65" y="250"/>
                    <a:pt x="65" y="250"/>
                    <a:pt x="65" y="250"/>
                  </a:cubicBezTo>
                  <a:cubicBezTo>
                    <a:pt x="0" y="424"/>
                    <a:pt x="0" y="424"/>
                    <a:pt x="0" y="424"/>
                  </a:cubicBezTo>
                  <a:cubicBezTo>
                    <a:pt x="105" y="408"/>
                    <a:pt x="301" y="383"/>
                    <a:pt x="429" y="383"/>
                  </a:cubicBezTo>
                  <a:close/>
                  <a:moveTo>
                    <a:pt x="632" y="301"/>
                  </a:moveTo>
                  <a:cubicBezTo>
                    <a:pt x="555" y="340"/>
                    <a:pt x="555" y="340"/>
                    <a:pt x="555" y="340"/>
                  </a:cubicBezTo>
                  <a:cubicBezTo>
                    <a:pt x="553" y="338"/>
                    <a:pt x="553" y="338"/>
                    <a:pt x="553" y="338"/>
                  </a:cubicBezTo>
                  <a:cubicBezTo>
                    <a:pt x="613" y="298"/>
                    <a:pt x="613" y="298"/>
                    <a:pt x="613" y="298"/>
                  </a:cubicBezTo>
                  <a:cubicBezTo>
                    <a:pt x="588" y="283"/>
                    <a:pt x="588" y="283"/>
                    <a:pt x="588" y="283"/>
                  </a:cubicBezTo>
                  <a:cubicBezTo>
                    <a:pt x="649" y="235"/>
                    <a:pt x="649" y="235"/>
                    <a:pt x="649" y="235"/>
                  </a:cubicBezTo>
                  <a:cubicBezTo>
                    <a:pt x="658" y="246"/>
                    <a:pt x="658" y="246"/>
                    <a:pt x="658" y="246"/>
                  </a:cubicBezTo>
                  <a:cubicBezTo>
                    <a:pt x="605" y="282"/>
                    <a:pt x="605" y="282"/>
                    <a:pt x="605" y="282"/>
                  </a:cubicBezTo>
                  <a:lnTo>
                    <a:pt x="632" y="301"/>
                  </a:lnTo>
                  <a:close/>
                  <a:moveTo>
                    <a:pt x="584" y="162"/>
                  </a:moveTo>
                  <a:cubicBezTo>
                    <a:pt x="550" y="230"/>
                    <a:pt x="550" y="230"/>
                    <a:pt x="550" y="230"/>
                  </a:cubicBezTo>
                  <a:cubicBezTo>
                    <a:pt x="590" y="233"/>
                    <a:pt x="590" y="233"/>
                    <a:pt x="590" y="233"/>
                  </a:cubicBezTo>
                  <a:cubicBezTo>
                    <a:pt x="534" y="319"/>
                    <a:pt x="534" y="319"/>
                    <a:pt x="534" y="319"/>
                  </a:cubicBezTo>
                  <a:cubicBezTo>
                    <a:pt x="530" y="317"/>
                    <a:pt x="530" y="317"/>
                    <a:pt x="530" y="317"/>
                  </a:cubicBezTo>
                  <a:cubicBezTo>
                    <a:pt x="569" y="241"/>
                    <a:pt x="569" y="241"/>
                    <a:pt x="569" y="241"/>
                  </a:cubicBezTo>
                  <a:cubicBezTo>
                    <a:pt x="533" y="241"/>
                    <a:pt x="533" y="241"/>
                    <a:pt x="533" y="241"/>
                  </a:cubicBezTo>
                  <a:cubicBezTo>
                    <a:pt x="568" y="156"/>
                    <a:pt x="568" y="156"/>
                    <a:pt x="568" y="156"/>
                  </a:cubicBezTo>
                  <a:lnTo>
                    <a:pt x="584" y="162"/>
                  </a:lnTo>
                  <a:close/>
                  <a:moveTo>
                    <a:pt x="478" y="183"/>
                  </a:moveTo>
                  <a:cubicBezTo>
                    <a:pt x="477" y="246"/>
                    <a:pt x="477" y="246"/>
                    <a:pt x="477" y="246"/>
                  </a:cubicBezTo>
                  <a:cubicBezTo>
                    <a:pt x="508" y="235"/>
                    <a:pt x="508" y="235"/>
                    <a:pt x="508" y="235"/>
                  </a:cubicBezTo>
                  <a:cubicBezTo>
                    <a:pt x="496" y="319"/>
                    <a:pt x="496" y="319"/>
                    <a:pt x="496" y="319"/>
                  </a:cubicBezTo>
                  <a:cubicBezTo>
                    <a:pt x="493" y="319"/>
                    <a:pt x="493" y="319"/>
                    <a:pt x="493" y="319"/>
                  </a:cubicBezTo>
                  <a:cubicBezTo>
                    <a:pt x="495" y="248"/>
                    <a:pt x="495" y="248"/>
                    <a:pt x="495" y="248"/>
                  </a:cubicBezTo>
                  <a:cubicBezTo>
                    <a:pt x="468" y="261"/>
                    <a:pt x="468" y="261"/>
                    <a:pt x="468" y="261"/>
                  </a:cubicBezTo>
                  <a:cubicBezTo>
                    <a:pt x="464" y="184"/>
                    <a:pt x="464" y="184"/>
                    <a:pt x="464" y="184"/>
                  </a:cubicBezTo>
                  <a:lnTo>
                    <a:pt x="478" y="1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220"/>
            <p:cNvSpPr>
              <a:spLocks/>
            </p:cNvSpPr>
            <p:nvPr/>
          </p:nvSpPr>
          <p:spPr bwMode="auto">
            <a:xfrm>
              <a:off x="11693526" y="1987550"/>
              <a:ext cx="207963" cy="385762"/>
            </a:xfrm>
            <a:custGeom>
              <a:avLst/>
              <a:gdLst>
                <a:gd name="T0" fmla="*/ 93 w 161"/>
                <a:gd name="T1" fmla="*/ 281 h 300"/>
                <a:gd name="T2" fmla="*/ 66 w 161"/>
                <a:gd name="T3" fmla="*/ 0 h 300"/>
                <a:gd name="T4" fmla="*/ 0 w 161"/>
                <a:gd name="T5" fmla="*/ 279 h 300"/>
                <a:gd name="T6" fmla="*/ 161 w 161"/>
                <a:gd name="T7" fmla="*/ 300 h 300"/>
                <a:gd name="T8" fmla="*/ 94 w 161"/>
                <a:gd name="T9" fmla="*/ 123 h 300"/>
                <a:gd name="T10" fmla="*/ 109 w 161"/>
                <a:gd name="T11" fmla="*/ 281 h 300"/>
                <a:gd name="T12" fmla="*/ 93 w 161"/>
                <a:gd name="T13" fmla="*/ 281 h 300"/>
              </a:gdLst>
              <a:ahLst/>
              <a:cxnLst>
                <a:cxn ang="0">
                  <a:pos x="T0" y="T1"/>
                </a:cxn>
                <a:cxn ang="0">
                  <a:pos x="T2" y="T3"/>
                </a:cxn>
                <a:cxn ang="0">
                  <a:pos x="T4" y="T5"/>
                </a:cxn>
                <a:cxn ang="0">
                  <a:pos x="T6" y="T7"/>
                </a:cxn>
                <a:cxn ang="0">
                  <a:pos x="T8" y="T9"/>
                </a:cxn>
                <a:cxn ang="0">
                  <a:pos x="T10" y="T11"/>
                </a:cxn>
                <a:cxn ang="0">
                  <a:pos x="T12" y="T13"/>
                </a:cxn>
              </a:cxnLst>
              <a:rect l="0" t="0" r="r" b="b"/>
              <a:pathLst>
                <a:path w="161" h="300">
                  <a:moveTo>
                    <a:pt x="93" y="281"/>
                  </a:moveTo>
                  <a:cubicBezTo>
                    <a:pt x="66" y="0"/>
                    <a:pt x="66" y="0"/>
                    <a:pt x="66" y="0"/>
                  </a:cubicBezTo>
                  <a:cubicBezTo>
                    <a:pt x="0" y="279"/>
                    <a:pt x="0" y="279"/>
                    <a:pt x="0" y="279"/>
                  </a:cubicBezTo>
                  <a:cubicBezTo>
                    <a:pt x="65" y="286"/>
                    <a:pt x="123" y="295"/>
                    <a:pt x="161" y="300"/>
                  </a:cubicBezTo>
                  <a:cubicBezTo>
                    <a:pt x="94" y="123"/>
                    <a:pt x="94" y="123"/>
                    <a:pt x="94" y="123"/>
                  </a:cubicBezTo>
                  <a:cubicBezTo>
                    <a:pt x="109" y="281"/>
                    <a:pt x="109" y="281"/>
                    <a:pt x="109" y="281"/>
                  </a:cubicBezTo>
                  <a:lnTo>
                    <a:pt x="93" y="2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Oval 221"/>
            <p:cNvSpPr>
              <a:spLocks noChangeArrowheads="1"/>
            </p:cNvSpPr>
            <p:nvPr/>
          </p:nvSpPr>
          <p:spPr bwMode="auto">
            <a:xfrm>
              <a:off x="11118851" y="2109788"/>
              <a:ext cx="107950" cy="10953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Oval 222"/>
            <p:cNvSpPr>
              <a:spLocks noChangeArrowheads="1"/>
            </p:cNvSpPr>
            <p:nvPr/>
          </p:nvSpPr>
          <p:spPr bwMode="auto">
            <a:xfrm>
              <a:off x="11239501" y="2185988"/>
              <a:ext cx="79375" cy="793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223"/>
            <p:cNvSpPr>
              <a:spLocks/>
            </p:cNvSpPr>
            <p:nvPr/>
          </p:nvSpPr>
          <p:spPr bwMode="auto">
            <a:xfrm>
              <a:off x="10944226" y="1501775"/>
              <a:ext cx="490538" cy="592137"/>
            </a:xfrm>
            <a:custGeom>
              <a:avLst/>
              <a:gdLst>
                <a:gd name="T0" fmla="*/ 245 w 380"/>
                <a:gd name="T1" fmla="*/ 232 h 460"/>
                <a:gd name="T2" fmla="*/ 317 w 380"/>
                <a:gd name="T3" fmla="*/ 176 h 460"/>
                <a:gd name="T4" fmla="*/ 328 w 380"/>
                <a:gd name="T5" fmla="*/ 178 h 460"/>
                <a:gd name="T6" fmla="*/ 379 w 380"/>
                <a:gd name="T7" fmla="*/ 135 h 460"/>
                <a:gd name="T8" fmla="*/ 380 w 380"/>
                <a:gd name="T9" fmla="*/ 126 h 460"/>
                <a:gd name="T10" fmla="*/ 328 w 380"/>
                <a:gd name="T11" fmla="*/ 74 h 460"/>
                <a:gd name="T12" fmla="*/ 280 w 380"/>
                <a:gd name="T13" fmla="*/ 105 h 460"/>
                <a:gd name="T14" fmla="*/ 305 w 380"/>
                <a:gd name="T15" fmla="*/ 70 h 460"/>
                <a:gd name="T16" fmla="*/ 225 w 380"/>
                <a:gd name="T17" fmla="*/ 31 h 460"/>
                <a:gd name="T18" fmla="*/ 182 w 380"/>
                <a:gd name="T19" fmla="*/ 41 h 460"/>
                <a:gd name="T20" fmla="*/ 116 w 380"/>
                <a:gd name="T21" fmla="*/ 0 h 460"/>
                <a:gd name="T22" fmla="*/ 110 w 380"/>
                <a:gd name="T23" fmla="*/ 0 h 460"/>
                <a:gd name="T24" fmla="*/ 43 w 380"/>
                <a:gd name="T25" fmla="*/ 73 h 460"/>
                <a:gd name="T26" fmla="*/ 110 w 380"/>
                <a:gd name="T27" fmla="*/ 146 h 460"/>
                <a:gd name="T28" fmla="*/ 104 w 380"/>
                <a:gd name="T29" fmla="*/ 146 h 460"/>
                <a:gd name="T30" fmla="*/ 41 w 380"/>
                <a:gd name="T31" fmla="*/ 110 h 460"/>
                <a:gd name="T32" fmla="*/ 0 w 380"/>
                <a:gd name="T33" fmla="*/ 176 h 460"/>
                <a:gd name="T34" fmla="*/ 11 w 380"/>
                <a:gd name="T35" fmla="*/ 214 h 460"/>
                <a:gd name="T36" fmla="*/ 75 w 380"/>
                <a:gd name="T37" fmla="*/ 251 h 460"/>
                <a:gd name="T38" fmla="*/ 146 w 380"/>
                <a:gd name="T39" fmla="*/ 196 h 460"/>
                <a:gd name="T40" fmla="*/ 152 w 380"/>
                <a:gd name="T41" fmla="*/ 202 h 460"/>
                <a:gd name="T42" fmla="*/ 99 w 380"/>
                <a:gd name="T43" fmla="*/ 257 h 460"/>
                <a:gd name="T44" fmla="*/ 110 w 380"/>
                <a:gd name="T45" fmla="*/ 288 h 460"/>
                <a:gd name="T46" fmla="*/ 63 w 380"/>
                <a:gd name="T47" fmla="*/ 346 h 460"/>
                <a:gd name="T48" fmla="*/ 122 w 380"/>
                <a:gd name="T49" fmla="*/ 405 h 460"/>
                <a:gd name="T50" fmla="*/ 123 w 380"/>
                <a:gd name="T51" fmla="*/ 405 h 460"/>
                <a:gd name="T52" fmla="*/ 120 w 380"/>
                <a:gd name="T53" fmla="*/ 418 h 460"/>
                <a:gd name="T54" fmla="*/ 163 w 380"/>
                <a:gd name="T55" fmla="*/ 460 h 460"/>
                <a:gd name="T56" fmla="*/ 205 w 380"/>
                <a:gd name="T57" fmla="*/ 418 h 460"/>
                <a:gd name="T58" fmla="*/ 183 w 380"/>
                <a:gd name="T59" fmla="*/ 381 h 460"/>
                <a:gd name="T60" fmla="*/ 137 w 380"/>
                <a:gd name="T61" fmla="*/ 404 h 460"/>
                <a:gd name="T62" fmla="*/ 134 w 380"/>
                <a:gd name="T63" fmla="*/ 403 h 460"/>
                <a:gd name="T64" fmla="*/ 181 w 380"/>
                <a:gd name="T65" fmla="*/ 346 h 460"/>
                <a:gd name="T66" fmla="*/ 176 w 380"/>
                <a:gd name="T67" fmla="*/ 322 h 460"/>
                <a:gd name="T68" fmla="*/ 190 w 380"/>
                <a:gd name="T69" fmla="*/ 320 h 460"/>
                <a:gd name="T70" fmla="*/ 246 w 380"/>
                <a:gd name="T71" fmla="*/ 248 h 460"/>
                <a:gd name="T72" fmla="*/ 245 w 380"/>
                <a:gd name="T73" fmla="*/ 232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80" h="460">
                  <a:moveTo>
                    <a:pt x="245" y="232"/>
                  </a:moveTo>
                  <a:cubicBezTo>
                    <a:pt x="276" y="226"/>
                    <a:pt x="303" y="205"/>
                    <a:pt x="317" y="176"/>
                  </a:cubicBezTo>
                  <a:cubicBezTo>
                    <a:pt x="320" y="177"/>
                    <a:pt x="324" y="178"/>
                    <a:pt x="328" y="178"/>
                  </a:cubicBezTo>
                  <a:cubicBezTo>
                    <a:pt x="353" y="178"/>
                    <a:pt x="374" y="159"/>
                    <a:pt x="379" y="135"/>
                  </a:cubicBezTo>
                  <a:cubicBezTo>
                    <a:pt x="379" y="132"/>
                    <a:pt x="380" y="129"/>
                    <a:pt x="380" y="126"/>
                  </a:cubicBezTo>
                  <a:cubicBezTo>
                    <a:pt x="380" y="97"/>
                    <a:pt x="356" y="74"/>
                    <a:pt x="328" y="74"/>
                  </a:cubicBezTo>
                  <a:cubicBezTo>
                    <a:pt x="306" y="74"/>
                    <a:pt x="288" y="87"/>
                    <a:pt x="280" y="105"/>
                  </a:cubicBezTo>
                  <a:cubicBezTo>
                    <a:pt x="283" y="90"/>
                    <a:pt x="292" y="77"/>
                    <a:pt x="305" y="70"/>
                  </a:cubicBezTo>
                  <a:cubicBezTo>
                    <a:pt x="286" y="46"/>
                    <a:pt x="257" y="31"/>
                    <a:pt x="225" y="31"/>
                  </a:cubicBezTo>
                  <a:cubicBezTo>
                    <a:pt x="210" y="31"/>
                    <a:pt x="195" y="35"/>
                    <a:pt x="182" y="41"/>
                  </a:cubicBezTo>
                  <a:cubicBezTo>
                    <a:pt x="170" y="17"/>
                    <a:pt x="145" y="0"/>
                    <a:pt x="116" y="0"/>
                  </a:cubicBezTo>
                  <a:cubicBezTo>
                    <a:pt x="114" y="0"/>
                    <a:pt x="112" y="0"/>
                    <a:pt x="110" y="0"/>
                  </a:cubicBezTo>
                  <a:cubicBezTo>
                    <a:pt x="72" y="3"/>
                    <a:pt x="43" y="35"/>
                    <a:pt x="43" y="73"/>
                  </a:cubicBezTo>
                  <a:cubicBezTo>
                    <a:pt x="43" y="112"/>
                    <a:pt x="72" y="143"/>
                    <a:pt x="110" y="146"/>
                  </a:cubicBezTo>
                  <a:cubicBezTo>
                    <a:pt x="108" y="146"/>
                    <a:pt x="106" y="146"/>
                    <a:pt x="104" y="146"/>
                  </a:cubicBezTo>
                  <a:cubicBezTo>
                    <a:pt x="77" y="146"/>
                    <a:pt x="54" y="132"/>
                    <a:pt x="41" y="110"/>
                  </a:cubicBezTo>
                  <a:cubicBezTo>
                    <a:pt x="17" y="122"/>
                    <a:pt x="0" y="147"/>
                    <a:pt x="0" y="176"/>
                  </a:cubicBezTo>
                  <a:cubicBezTo>
                    <a:pt x="0" y="190"/>
                    <a:pt x="4" y="203"/>
                    <a:pt x="11" y="214"/>
                  </a:cubicBezTo>
                  <a:cubicBezTo>
                    <a:pt x="24" y="236"/>
                    <a:pt x="47" y="251"/>
                    <a:pt x="75" y="251"/>
                  </a:cubicBezTo>
                  <a:cubicBezTo>
                    <a:pt x="109" y="251"/>
                    <a:pt x="138" y="227"/>
                    <a:pt x="146" y="196"/>
                  </a:cubicBezTo>
                  <a:cubicBezTo>
                    <a:pt x="148" y="198"/>
                    <a:pt x="150" y="200"/>
                    <a:pt x="152" y="202"/>
                  </a:cubicBezTo>
                  <a:cubicBezTo>
                    <a:pt x="146" y="229"/>
                    <a:pt x="125" y="250"/>
                    <a:pt x="99" y="257"/>
                  </a:cubicBezTo>
                  <a:cubicBezTo>
                    <a:pt x="100" y="269"/>
                    <a:pt x="104" y="279"/>
                    <a:pt x="110" y="288"/>
                  </a:cubicBezTo>
                  <a:cubicBezTo>
                    <a:pt x="83" y="294"/>
                    <a:pt x="63" y="317"/>
                    <a:pt x="63" y="346"/>
                  </a:cubicBezTo>
                  <a:cubicBezTo>
                    <a:pt x="63" y="378"/>
                    <a:pt x="89" y="405"/>
                    <a:pt x="122" y="405"/>
                  </a:cubicBezTo>
                  <a:cubicBezTo>
                    <a:pt x="122" y="405"/>
                    <a:pt x="122" y="405"/>
                    <a:pt x="123" y="405"/>
                  </a:cubicBezTo>
                  <a:cubicBezTo>
                    <a:pt x="121" y="409"/>
                    <a:pt x="120" y="413"/>
                    <a:pt x="120" y="418"/>
                  </a:cubicBezTo>
                  <a:cubicBezTo>
                    <a:pt x="120" y="441"/>
                    <a:pt x="139" y="460"/>
                    <a:pt x="163" y="460"/>
                  </a:cubicBezTo>
                  <a:cubicBezTo>
                    <a:pt x="186" y="460"/>
                    <a:pt x="205" y="441"/>
                    <a:pt x="205" y="418"/>
                  </a:cubicBezTo>
                  <a:cubicBezTo>
                    <a:pt x="205" y="402"/>
                    <a:pt x="196" y="388"/>
                    <a:pt x="183" y="381"/>
                  </a:cubicBezTo>
                  <a:cubicBezTo>
                    <a:pt x="173" y="395"/>
                    <a:pt x="156" y="404"/>
                    <a:pt x="137" y="404"/>
                  </a:cubicBezTo>
                  <a:cubicBezTo>
                    <a:pt x="136" y="404"/>
                    <a:pt x="135" y="403"/>
                    <a:pt x="134" y="403"/>
                  </a:cubicBezTo>
                  <a:cubicBezTo>
                    <a:pt x="161" y="398"/>
                    <a:pt x="181" y="374"/>
                    <a:pt x="181" y="346"/>
                  </a:cubicBezTo>
                  <a:cubicBezTo>
                    <a:pt x="181" y="337"/>
                    <a:pt x="179" y="329"/>
                    <a:pt x="176" y="322"/>
                  </a:cubicBezTo>
                  <a:cubicBezTo>
                    <a:pt x="181" y="322"/>
                    <a:pt x="186" y="321"/>
                    <a:pt x="190" y="320"/>
                  </a:cubicBezTo>
                  <a:cubicBezTo>
                    <a:pt x="223" y="312"/>
                    <a:pt x="246" y="283"/>
                    <a:pt x="246" y="248"/>
                  </a:cubicBezTo>
                  <a:cubicBezTo>
                    <a:pt x="246" y="243"/>
                    <a:pt x="246" y="237"/>
                    <a:pt x="245" y="2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Oval 224"/>
            <p:cNvSpPr>
              <a:spLocks noChangeArrowheads="1"/>
            </p:cNvSpPr>
            <p:nvPr/>
          </p:nvSpPr>
          <p:spPr bwMode="auto">
            <a:xfrm>
              <a:off x="11177588" y="1444626"/>
              <a:ext cx="74613" cy="762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Oval 225"/>
            <p:cNvSpPr>
              <a:spLocks noChangeArrowheads="1"/>
            </p:cNvSpPr>
            <p:nvPr/>
          </p:nvSpPr>
          <p:spPr bwMode="auto">
            <a:xfrm>
              <a:off x="11310938" y="1444626"/>
              <a:ext cx="107950" cy="1079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226"/>
            <p:cNvSpPr>
              <a:spLocks noEditPoints="1"/>
            </p:cNvSpPr>
            <p:nvPr/>
          </p:nvSpPr>
          <p:spPr bwMode="auto">
            <a:xfrm>
              <a:off x="9939338" y="1841500"/>
              <a:ext cx="817563" cy="1104900"/>
            </a:xfrm>
            <a:custGeom>
              <a:avLst/>
              <a:gdLst>
                <a:gd name="T0" fmla="*/ 108 w 634"/>
                <a:gd name="T1" fmla="*/ 56 h 858"/>
                <a:gd name="T2" fmla="*/ 8 w 634"/>
                <a:gd name="T3" fmla="*/ 193 h 858"/>
                <a:gd name="T4" fmla="*/ 7 w 634"/>
                <a:gd name="T5" fmla="*/ 230 h 858"/>
                <a:gd name="T6" fmla="*/ 34 w 634"/>
                <a:gd name="T7" fmla="*/ 244 h 858"/>
                <a:gd name="T8" fmla="*/ 40 w 634"/>
                <a:gd name="T9" fmla="*/ 244 h 858"/>
                <a:gd name="T10" fmla="*/ 174 w 634"/>
                <a:gd name="T11" fmla="*/ 214 h 858"/>
                <a:gd name="T12" fmla="*/ 212 w 634"/>
                <a:gd name="T13" fmla="*/ 391 h 858"/>
                <a:gd name="T14" fmla="*/ 180 w 634"/>
                <a:gd name="T15" fmla="*/ 803 h 858"/>
                <a:gd name="T16" fmla="*/ 226 w 634"/>
                <a:gd name="T17" fmla="*/ 856 h 858"/>
                <a:gd name="T18" fmla="*/ 279 w 634"/>
                <a:gd name="T19" fmla="*/ 810 h 858"/>
                <a:gd name="T20" fmla="*/ 305 w 634"/>
                <a:gd name="T21" fmla="*/ 467 h 858"/>
                <a:gd name="T22" fmla="*/ 347 w 634"/>
                <a:gd name="T23" fmla="*/ 459 h 858"/>
                <a:gd name="T24" fmla="*/ 423 w 634"/>
                <a:gd name="T25" fmla="*/ 812 h 858"/>
                <a:gd name="T26" fmla="*/ 481 w 634"/>
                <a:gd name="T27" fmla="*/ 850 h 858"/>
                <a:gd name="T28" fmla="*/ 519 w 634"/>
                <a:gd name="T29" fmla="*/ 791 h 858"/>
                <a:gd name="T30" fmla="*/ 431 w 634"/>
                <a:gd name="T31" fmla="*/ 381 h 858"/>
                <a:gd name="T32" fmla="*/ 396 w 634"/>
                <a:gd name="T33" fmla="*/ 215 h 858"/>
                <a:gd name="T34" fmla="*/ 598 w 634"/>
                <a:gd name="T35" fmla="*/ 290 h 858"/>
                <a:gd name="T36" fmla="*/ 601 w 634"/>
                <a:gd name="T37" fmla="*/ 290 h 858"/>
                <a:gd name="T38" fmla="*/ 632 w 634"/>
                <a:gd name="T39" fmla="*/ 260 h 858"/>
                <a:gd name="T40" fmla="*/ 603 w 634"/>
                <a:gd name="T41" fmla="*/ 226 h 858"/>
                <a:gd name="T42" fmla="*/ 370 w 634"/>
                <a:gd name="T43" fmla="*/ 122 h 858"/>
                <a:gd name="T44" fmla="*/ 358 w 634"/>
                <a:gd name="T45" fmla="*/ 117 h 858"/>
                <a:gd name="T46" fmla="*/ 343 w 634"/>
                <a:gd name="T47" fmla="*/ 116 h 858"/>
                <a:gd name="T48" fmla="*/ 320 w 634"/>
                <a:gd name="T49" fmla="*/ 121 h 858"/>
                <a:gd name="T50" fmla="*/ 254 w 634"/>
                <a:gd name="T51" fmla="*/ 170 h 858"/>
                <a:gd name="T52" fmla="*/ 233 w 634"/>
                <a:gd name="T53" fmla="*/ 173 h 858"/>
                <a:gd name="T54" fmla="*/ 163 w 634"/>
                <a:gd name="T55" fmla="*/ 143 h 858"/>
                <a:gd name="T56" fmla="*/ 158 w 634"/>
                <a:gd name="T57" fmla="*/ 144 h 858"/>
                <a:gd name="T58" fmla="*/ 104 w 634"/>
                <a:gd name="T59" fmla="*/ 129 h 858"/>
                <a:gd name="T60" fmla="*/ 101 w 634"/>
                <a:gd name="T61" fmla="*/ 124 h 858"/>
                <a:gd name="T62" fmla="*/ 129 w 634"/>
                <a:gd name="T63" fmla="*/ 22 h 858"/>
                <a:gd name="T64" fmla="*/ 134 w 634"/>
                <a:gd name="T65" fmla="*/ 19 h 858"/>
                <a:gd name="T66" fmla="*/ 148 w 634"/>
                <a:gd name="T67" fmla="*/ 23 h 858"/>
                <a:gd name="T68" fmla="*/ 150 w 634"/>
                <a:gd name="T69" fmla="*/ 19 h 858"/>
                <a:gd name="T70" fmla="*/ 159 w 634"/>
                <a:gd name="T71" fmla="*/ 8 h 858"/>
                <a:gd name="T72" fmla="*/ 136 w 634"/>
                <a:gd name="T73" fmla="*/ 2 h 858"/>
                <a:gd name="T74" fmla="*/ 121 w 634"/>
                <a:gd name="T75" fmla="*/ 11 h 858"/>
                <a:gd name="T76" fmla="*/ 116 w 634"/>
                <a:gd name="T77" fmla="*/ 31 h 858"/>
                <a:gd name="T78" fmla="*/ 109 w 634"/>
                <a:gd name="T79" fmla="*/ 55 h 858"/>
                <a:gd name="T80" fmla="*/ 108 w 634"/>
                <a:gd name="T81" fmla="*/ 56 h 858"/>
                <a:gd name="T82" fmla="*/ 139 w 634"/>
                <a:gd name="T83" fmla="*/ 157 h 858"/>
                <a:gd name="T84" fmla="*/ 109 w 634"/>
                <a:gd name="T85" fmla="*/ 163 h 858"/>
                <a:gd name="T86" fmla="*/ 118 w 634"/>
                <a:gd name="T87" fmla="*/ 151 h 858"/>
                <a:gd name="T88" fmla="*/ 139 w 634"/>
                <a:gd name="T89" fmla="*/ 157 h 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34" h="858">
                  <a:moveTo>
                    <a:pt x="108" y="56"/>
                  </a:moveTo>
                  <a:cubicBezTo>
                    <a:pt x="8" y="193"/>
                    <a:pt x="8" y="193"/>
                    <a:pt x="8" y="193"/>
                  </a:cubicBezTo>
                  <a:cubicBezTo>
                    <a:pt x="0" y="204"/>
                    <a:pt x="0" y="219"/>
                    <a:pt x="7" y="230"/>
                  </a:cubicBezTo>
                  <a:cubicBezTo>
                    <a:pt x="13" y="239"/>
                    <a:pt x="23" y="244"/>
                    <a:pt x="34" y="244"/>
                  </a:cubicBezTo>
                  <a:cubicBezTo>
                    <a:pt x="36" y="244"/>
                    <a:pt x="38" y="244"/>
                    <a:pt x="40" y="244"/>
                  </a:cubicBezTo>
                  <a:cubicBezTo>
                    <a:pt x="174" y="214"/>
                    <a:pt x="174" y="214"/>
                    <a:pt x="174" y="214"/>
                  </a:cubicBezTo>
                  <a:cubicBezTo>
                    <a:pt x="212" y="391"/>
                    <a:pt x="212" y="391"/>
                    <a:pt x="212" y="391"/>
                  </a:cubicBezTo>
                  <a:cubicBezTo>
                    <a:pt x="180" y="803"/>
                    <a:pt x="180" y="803"/>
                    <a:pt x="180" y="803"/>
                  </a:cubicBezTo>
                  <a:cubicBezTo>
                    <a:pt x="178" y="830"/>
                    <a:pt x="199" y="854"/>
                    <a:pt x="226" y="856"/>
                  </a:cubicBezTo>
                  <a:cubicBezTo>
                    <a:pt x="253" y="858"/>
                    <a:pt x="277" y="837"/>
                    <a:pt x="279" y="810"/>
                  </a:cubicBezTo>
                  <a:cubicBezTo>
                    <a:pt x="305" y="467"/>
                    <a:pt x="305" y="467"/>
                    <a:pt x="305" y="467"/>
                  </a:cubicBezTo>
                  <a:cubicBezTo>
                    <a:pt x="347" y="459"/>
                    <a:pt x="347" y="459"/>
                    <a:pt x="347" y="459"/>
                  </a:cubicBezTo>
                  <a:cubicBezTo>
                    <a:pt x="423" y="812"/>
                    <a:pt x="423" y="812"/>
                    <a:pt x="423" y="812"/>
                  </a:cubicBezTo>
                  <a:cubicBezTo>
                    <a:pt x="428" y="838"/>
                    <a:pt x="455" y="855"/>
                    <a:pt x="481" y="850"/>
                  </a:cubicBezTo>
                  <a:cubicBezTo>
                    <a:pt x="508" y="844"/>
                    <a:pt x="525" y="817"/>
                    <a:pt x="519" y="791"/>
                  </a:cubicBezTo>
                  <a:cubicBezTo>
                    <a:pt x="431" y="381"/>
                    <a:pt x="431" y="381"/>
                    <a:pt x="431" y="381"/>
                  </a:cubicBezTo>
                  <a:cubicBezTo>
                    <a:pt x="396" y="215"/>
                    <a:pt x="396" y="215"/>
                    <a:pt x="396" y="215"/>
                  </a:cubicBezTo>
                  <a:cubicBezTo>
                    <a:pt x="449" y="246"/>
                    <a:pt x="527" y="285"/>
                    <a:pt x="598" y="290"/>
                  </a:cubicBezTo>
                  <a:cubicBezTo>
                    <a:pt x="599" y="290"/>
                    <a:pt x="600" y="290"/>
                    <a:pt x="601" y="290"/>
                  </a:cubicBezTo>
                  <a:cubicBezTo>
                    <a:pt x="617" y="290"/>
                    <a:pt x="631" y="277"/>
                    <a:pt x="632" y="260"/>
                  </a:cubicBezTo>
                  <a:cubicBezTo>
                    <a:pt x="634" y="242"/>
                    <a:pt x="620" y="227"/>
                    <a:pt x="603" y="226"/>
                  </a:cubicBezTo>
                  <a:cubicBezTo>
                    <a:pt x="502" y="219"/>
                    <a:pt x="372" y="123"/>
                    <a:pt x="370" y="122"/>
                  </a:cubicBezTo>
                  <a:cubicBezTo>
                    <a:pt x="366" y="120"/>
                    <a:pt x="362" y="118"/>
                    <a:pt x="358" y="117"/>
                  </a:cubicBezTo>
                  <a:cubicBezTo>
                    <a:pt x="353" y="115"/>
                    <a:pt x="348" y="115"/>
                    <a:pt x="343" y="116"/>
                  </a:cubicBezTo>
                  <a:cubicBezTo>
                    <a:pt x="320" y="121"/>
                    <a:pt x="320" y="121"/>
                    <a:pt x="320" y="121"/>
                  </a:cubicBezTo>
                  <a:cubicBezTo>
                    <a:pt x="307" y="145"/>
                    <a:pt x="283" y="164"/>
                    <a:pt x="254" y="170"/>
                  </a:cubicBezTo>
                  <a:cubicBezTo>
                    <a:pt x="247" y="172"/>
                    <a:pt x="240" y="173"/>
                    <a:pt x="233" y="173"/>
                  </a:cubicBezTo>
                  <a:cubicBezTo>
                    <a:pt x="206" y="173"/>
                    <a:pt x="181" y="161"/>
                    <a:pt x="163" y="143"/>
                  </a:cubicBezTo>
                  <a:cubicBezTo>
                    <a:pt x="162" y="144"/>
                    <a:pt x="160" y="145"/>
                    <a:pt x="158" y="144"/>
                  </a:cubicBezTo>
                  <a:cubicBezTo>
                    <a:pt x="104" y="129"/>
                    <a:pt x="104" y="129"/>
                    <a:pt x="104" y="129"/>
                  </a:cubicBezTo>
                  <a:cubicBezTo>
                    <a:pt x="102" y="129"/>
                    <a:pt x="100" y="127"/>
                    <a:pt x="101" y="124"/>
                  </a:cubicBezTo>
                  <a:cubicBezTo>
                    <a:pt x="129" y="22"/>
                    <a:pt x="129" y="22"/>
                    <a:pt x="129" y="22"/>
                  </a:cubicBezTo>
                  <a:cubicBezTo>
                    <a:pt x="130" y="20"/>
                    <a:pt x="132" y="18"/>
                    <a:pt x="134" y="19"/>
                  </a:cubicBezTo>
                  <a:cubicBezTo>
                    <a:pt x="148" y="23"/>
                    <a:pt x="148" y="23"/>
                    <a:pt x="148" y="23"/>
                  </a:cubicBezTo>
                  <a:cubicBezTo>
                    <a:pt x="149" y="22"/>
                    <a:pt x="149" y="21"/>
                    <a:pt x="150" y="19"/>
                  </a:cubicBezTo>
                  <a:cubicBezTo>
                    <a:pt x="153" y="16"/>
                    <a:pt x="155" y="12"/>
                    <a:pt x="159" y="8"/>
                  </a:cubicBezTo>
                  <a:cubicBezTo>
                    <a:pt x="136" y="2"/>
                    <a:pt x="136" y="2"/>
                    <a:pt x="136" y="2"/>
                  </a:cubicBezTo>
                  <a:cubicBezTo>
                    <a:pt x="130" y="0"/>
                    <a:pt x="123" y="4"/>
                    <a:pt x="121" y="11"/>
                  </a:cubicBezTo>
                  <a:cubicBezTo>
                    <a:pt x="116" y="31"/>
                    <a:pt x="116" y="31"/>
                    <a:pt x="116" y="31"/>
                  </a:cubicBezTo>
                  <a:cubicBezTo>
                    <a:pt x="109" y="55"/>
                    <a:pt x="109" y="55"/>
                    <a:pt x="109" y="55"/>
                  </a:cubicBezTo>
                  <a:cubicBezTo>
                    <a:pt x="109" y="55"/>
                    <a:pt x="108" y="56"/>
                    <a:pt x="108" y="56"/>
                  </a:cubicBezTo>
                  <a:close/>
                  <a:moveTo>
                    <a:pt x="139" y="157"/>
                  </a:moveTo>
                  <a:cubicBezTo>
                    <a:pt x="109" y="163"/>
                    <a:pt x="109" y="163"/>
                    <a:pt x="109" y="163"/>
                  </a:cubicBezTo>
                  <a:cubicBezTo>
                    <a:pt x="118" y="151"/>
                    <a:pt x="118" y="151"/>
                    <a:pt x="118" y="151"/>
                  </a:cubicBezTo>
                  <a:lnTo>
                    <a:pt x="139" y="1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227"/>
            <p:cNvSpPr>
              <a:spLocks/>
            </p:cNvSpPr>
            <p:nvPr/>
          </p:nvSpPr>
          <p:spPr bwMode="auto">
            <a:xfrm>
              <a:off x="10113963" y="1809750"/>
              <a:ext cx="254000" cy="254000"/>
            </a:xfrm>
            <a:custGeom>
              <a:avLst/>
              <a:gdLst>
                <a:gd name="T0" fmla="*/ 186 w 197"/>
                <a:gd name="T1" fmla="*/ 79 h 197"/>
                <a:gd name="T2" fmla="*/ 80 w 197"/>
                <a:gd name="T3" fmla="*/ 10 h 197"/>
                <a:gd name="T4" fmla="*/ 10 w 197"/>
                <a:gd name="T5" fmla="*/ 117 h 197"/>
                <a:gd name="T6" fmla="*/ 117 w 197"/>
                <a:gd name="T7" fmla="*/ 186 h 197"/>
                <a:gd name="T8" fmla="*/ 186 w 197"/>
                <a:gd name="T9" fmla="*/ 79 h 197"/>
              </a:gdLst>
              <a:ahLst/>
              <a:cxnLst>
                <a:cxn ang="0">
                  <a:pos x="T0" y="T1"/>
                </a:cxn>
                <a:cxn ang="0">
                  <a:pos x="T2" y="T3"/>
                </a:cxn>
                <a:cxn ang="0">
                  <a:pos x="T4" y="T5"/>
                </a:cxn>
                <a:cxn ang="0">
                  <a:pos x="T6" y="T7"/>
                </a:cxn>
                <a:cxn ang="0">
                  <a:pos x="T8" y="T9"/>
                </a:cxn>
              </a:cxnLst>
              <a:rect l="0" t="0" r="r" b="b"/>
              <a:pathLst>
                <a:path w="197" h="197">
                  <a:moveTo>
                    <a:pt x="186" y="79"/>
                  </a:moveTo>
                  <a:cubicBezTo>
                    <a:pt x="176" y="31"/>
                    <a:pt x="128" y="0"/>
                    <a:pt x="80" y="10"/>
                  </a:cubicBezTo>
                  <a:cubicBezTo>
                    <a:pt x="31" y="21"/>
                    <a:pt x="0" y="69"/>
                    <a:pt x="10" y="117"/>
                  </a:cubicBezTo>
                  <a:cubicBezTo>
                    <a:pt x="21" y="166"/>
                    <a:pt x="69" y="197"/>
                    <a:pt x="117" y="186"/>
                  </a:cubicBezTo>
                  <a:cubicBezTo>
                    <a:pt x="166" y="176"/>
                    <a:pt x="197" y="128"/>
                    <a:pt x="186"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Freeform 228"/>
            <p:cNvSpPr>
              <a:spLocks/>
            </p:cNvSpPr>
            <p:nvPr/>
          </p:nvSpPr>
          <p:spPr bwMode="auto">
            <a:xfrm>
              <a:off x="10352088" y="1570038"/>
              <a:ext cx="120650" cy="225425"/>
            </a:xfrm>
            <a:custGeom>
              <a:avLst/>
              <a:gdLst>
                <a:gd name="T0" fmla="*/ 76 w 76"/>
                <a:gd name="T1" fmla="*/ 10 h 142"/>
                <a:gd name="T2" fmla="*/ 65 w 76"/>
                <a:gd name="T3" fmla="*/ 0 h 142"/>
                <a:gd name="T4" fmla="*/ 0 w 76"/>
                <a:gd name="T5" fmla="*/ 138 h 142"/>
                <a:gd name="T6" fmla="*/ 5 w 76"/>
                <a:gd name="T7" fmla="*/ 142 h 142"/>
                <a:gd name="T8" fmla="*/ 76 w 76"/>
                <a:gd name="T9" fmla="*/ 10 h 142"/>
              </a:gdLst>
              <a:ahLst/>
              <a:cxnLst>
                <a:cxn ang="0">
                  <a:pos x="T0" y="T1"/>
                </a:cxn>
                <a:cxn ang="0">
                  <a:pos x="T2" y="T3"/>
                </a:cxn>
                <a:cxn ang="0">
                  <a:pos x="T4" y="T5"/>
                </a:cxn>
                <a:cxn ang="0">
                  <a:pos x="T6" y="T7"/>
                </a:cxn>
                <a:cxn ang="0">
                  <a:pos x="T8" y="T9"/>
                </a:cxn>
              </a:cxnLst>
              <a:rect l="0" t="0" r="r" b="b"/>
              <a:pathLst>
                <a:path w="76" h="142">
                  <a:moveTo>
                    <a:pt x="76" y="10"/>
                  </a:moveTo>
                  <a:lnTo>
                    <a:pt x="65" y="0"/>
                  </a:lnTo>
                  <a:lnTo>
                    <a:pt x="0" y="138"/>
                  </a:lnTo>
                  <a:lnTo>
                    <a:pt x="5" y="142"/>
                  </a:lnTo>
                  <a:lnTo>
                    <a:pt x="76"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229"/>
            <p:cNvSpPr>
              <a:spLocks/>
            </p:cNvSpPr>
            <p:nvPr/>
          </p:nvSpPr>
          <p:spPr bwMode="auto">
            <a:xfrm>
              <a:off x="10382251" y="1687513"/>
              <a:ext cx="209550" cy="144462"/>
            </a:xfrm>
            <a:custGeom>
              <a:avLst/>
              <a:gdLst>
                <a:gd name="T0" fmla="*/ 2 w 132"/>
                <a:gd name="T1" fmla="*/ 91 h 91"/>
                <a:gd name="T2" fmla="*/ 132 w 132"/>
                <a:gd name="T3" fmla="*/ 14 h 91"/>
                <a:gd name="T4" fmla="*/ 127 w 132"/>
                <a:gd name="T5" fmla="*/ 0 h 91"/>
                <a:gd name="T6" fmla="*/ 0 w 132"/>
                <a:gd name="T7" fmla="*/ 85 h 91"/>
                <a:gd name="T8" fmla="*/ 2 w 132"/>
                <a:gd name="T9" fmla="*/ 91 h 91"/>
              </a:gdLst>
              <a:ahLst/>
              <a:cxnLst>
                <a:cxn ang="0">
                  <a:pos x="T0" y="T1"/>
                </a:cxn>
                <a:cxn ang="0">
                  <a:pos x="T2" y="T3"/>
                </a:cxn>
                <a:cxn ang="0">
                  <a:pos x="T4" y="T5"/>
                </a:cxn>
                <a:cxn ang="0">
                  <a:pos x="T6" y="T7"/>
                </a:cxn>
                <a:cxn ang="0">
                  <a:pos x="T8" y="T9"/>
                </a:cxn>
              </a:cxnLst>
              <a:rect l="0" t="0" r="r" b="b"/>
              <a:pathLst>
                <a:path w="132" h="91">
                  <a:moveTo>
                    <a:pt x="2" y="91"/>
                  </a:moveTo>
                  <a:lnTo>
                    <a:pt x="132" y="14"/>
                  </a:lnTo>
                  <a:lnTo>
                    <a:pt x="127" y="0"/>
                  </a:lnTo>
                  <a:lnTo>
                    <a:pt x="0" y="85"/>
                  </a:lnTo>
                  <a:lnTo>
                    <a:pt x="2" y="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230"/>
            <p:cNvSpPr>
              <a:spLocks/>
            </p:cNvSpPr>
            <p:nvPr/>
          </p:nvSpPr>
          <p:spPr bwMode="auto">
            <a:xfrm>
              <a:off x="10290176" y="1528763"/>
              <a:ext cx="23813" cy="244475"/>
            </a:xfrm>
            <a:custGeom>
              <a:avLst/>
              <a:gdLst>
                <a:gd name="T0" fmla="*/ 12 w 15"/>
                <a:gd name="T1" fmla="*/ 154 h 154"/>
                <a:gd name="T2" fmla="*/ 15 w 15"/>
                <a:gd name="T3" fmla="*/ 3 h 154"/>
                <a:gd name="T4" fmla="*/ 0 w 15"/>
                <a:gd name="T5" fmla="*/ 0 h 154"/>
                <a:gd name="T6" fmla="*/ 4 w 15"/>
                <a:gd name="T7" fmla="*/ 152 h 154"/>
                <a:gd name="T8" fmla="*/ 12 w 15"/>
                <a:gd name="T9" fmla="*/ 154 h 154"/>
              </a:gdLst>
              <a:ahLst/>
              <a:cxnLst>
                <a:cxn ang="0">
                  <a:pos x="T0" y="T1"/>
                </a:cxn>
                <a:cxn ang="0">
                  <a:pos x="T2" y="T3"/>
                </a:cxn>
                <a:cxn ang="0">
                  <a:pos x="T4" y="T5"/>
                </a:cxn>
                <a:cxn ang="0">
                  <a:pos x="T6" y="T7"/>
                </a:cxn>
                <a:cxn ang="0">
                  <a:pos x="T8" y="T9"/>
                </a:cxn>
              </a:cxnLst>
              <a:rect l="0" t="0" r="r" b="b"/>
              <a:pathLst>
                <a:path w="15" h="154">
                  <a:moveTo>
                    <a:pt x="12" y="154"/>
                  </a:moveTo>
                  <a:lnTo>
                    <a:pt x="15" y="3"/>
                  </a:lnTo>
                  <a:lnTo>
                    <a:pt x="0" y="0"/>
                  </a:lnTo>
                  <a:lnTo>
                    <a:pt x="4" y="152"/>
                  </a:lnTo>
                  <a:lnTo>
                    <a:pt x="12" y="1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28" name="组合 227"/>
          <p:cNvGrpSpPr/>
          <p:nvPr/>
        </p:nvGrpSpPr>
        <p:grpSpPr>
          <a:xfrm>
            <a:off x="6353176" y="3408363"/>
            <a:ext cx="1671638" cy="1365249"/>
            <a:chOff x="6353176" y="3408363"/>
            <a:chExt cx="1671638" cy="1365249"/>
          </a:xfrm>
          <a:solidFill>
            <a:schemeClr val="tx1">
              <a:lumMod val="65000"/>
              <a:lumOff val="35000"/>
            </a:schemeClr>
          </a:solidFill>
        </p:grpSpPr>
        <p:sp>
          <p:nvSpPr>
            <p:cNvPr id="229" name="Freeform 231"/>
            <p:cNvSpPr>
              <a:spLocks noEditPoints="1"/>
            </p:cNvSpPr>
            <p:nvPr/>
          </p:nvSpPr>
          <p:spPr bwMode="auto">
            <a:xfrm>
              <a:off x="6353176" y="3654425"/>
              <a:ext cx="709613" cy="1119187"/>
            </a:xfrm>
            <a:custGeom>
              <a:avLst/>
              <a:gdLst>
                <a:gd name="T0" fmla="*/ 34 w 550"/>
                <a:gd name="T1" fmla="*/ 256 h 869"/>
                <a:gd name="T2" fmla="*/ 40 w 550"/>
                <a:gd name="T3" fmla="*/ 255 h 869"/>
                <a:gd name="T4" fmla="*/ 174 w 550"/>
                <a:gd name="T5" fmla="*/ 226 h 869"/>
                <a:gd name="T6" fmla="*/ 212 w 550"/>
                <a:gd name="T7" fmla="*/ 403 h 869"/>
                <a:gd name="T8" fmla="*/ 180 w 550"/>
                <a:gd name="T9" fmla="*/ 814 h 869"/>
                <a:gd name="T10" fmla="*/ 226 w 550"/>
                <a:gd name="T11" fmla="*/ 867 h 869"/>
                <a:gd name="T12" fmla="*/ 279 w 550"/>
                <a:gd name="T13" fmla="*/ 822 h 869"/>
                <a:gd name="T14" fmla="*/ 305 w 550"/>
                <a:gd name="T15" fmla="*/ 479 h 869"/>
                <a:gd name="T16" fmla="*/ 347 w 550"/>
                <a:gd name="T17" fmla="*/ 470 h 869"/>
                <a:gd name="T18" fmla="*/ 423 w 550"/>
                <a:gd name="T19" fmla="*/ 823 h 869"/>
                <a:gd name="T20" fmla="*/ 481 w 550"/>
                <a:gd name="T21" fmla="*/ 861 h 869"/>
                <a:gd name="T22" fmla="*/ 519 w 550"/>
                <a:gd name="T23" fmla="*/ 802 h 869"/>
                <a:gd name="T24" fmla="*/ 437 w 550"/>
                <a:gd name="T25" fmla="*/ 419 h 869"/>
                <a:gd name="T26" fmla="*/ 437 w 550"/>
                <a:gd name="T27" fmla="*/ 419 h 869"/>
                <a:gd name="T28" fmla="*/ 431 w 550"/>
                <a:gd name="T29" fmla="*/ 389 h 869"/>
                <a:gd name="T30" fmla="*/ 421 w 550"/>
                <a:gd name="T31" fmla="*/ 345 h 869"/>
                <a:gd name="T32" fmla="*/ 421 w 550"/>
                <a:gd name="T33" fmla="*/ 345 h 869"/>
                <a:gd name="T34" fmla="*/ 384 w 550"/>
                <a:gd name="T35" fmla="*/ 174 h 869"/>
                <a:gd name="T36" fmla="*/ 524 w 550"/>
                <a:gd name="T37" fmla="*/ 144 h 869"/>
                <a:gd name="T38" fmla="*/ 549 w 550"/>
                <a:gd name="T39" fmla="*/ 115 h 869"/>
                <a:gd name="T40" fmla="*/ 529 w 550"/>
                <a:gd name="T41" fmla="*/ 83 h 869"/>
                <a:gd name="T42" fmla="*/ 335 w 550"/>
                <a:gd name="T43" fmla="*/ 5 h 869"/>
                <a:gd name="T44" fmla="*/ 301 w 550"/>
                <a:gd name="T45" fmla="*/ 12 h 869"/>
                <a:gd name="T46" fmla="*/ 330 w 550"/>
                <a:gd name="T47" fmla="*/ 64 h 869"/>
                <a:gd name="T48" fmla="*/ 332 w 550"/>
                <a:gd name="T49" fmla="*/ 72 h 869"/>
                <a:gd name="T50" fmla="*/ 409 w 550"/>
                <a:gd name="T51" fmla="*/ 103 h 869"/>
                <a:gd name="T52" fmla="*/ 326 w 550"/>
                <a:gd name="T53" fmla="*/ 121 h 869"/>
                <a:gd name="T54" fmla="*/ 254 w 550"/>
                <a:gd name="T55" fmla="*/ 182 h 869"/>
                <a:gd name="T56" fmla="*/ 233 w 550"/>
                <a:gd name="T57" fmla="*/ 184 h 869"/>
                <a:gd name="T58" fmla="*/ 163 w 550"/>
                <a:gd name="T59" fmla="*/ 154 h 869"/>
                <a:gd name="T60" fmla="*/ 158 w 550"/>
                <a:gd name="T61" fmla="*/ 156 h 869"/>
                <a:gd name="T62" fmla="*/ 104 w 550"/>
                <a:gd name="T63" fmla="*/ 141 h 869"/>
                <a:gd name="T64" fmla="*/ 101 w 550"/>
                <a:gd name="T65" fmla="*/ 136 h 869"/>
                <a:gd name="T66" fmla="*/ 129 w 550"/>
                <a:gd name="T67" fmla="*/ 33 h 869"/>
                <a:gd name="T68" fmla="*/ 134 w 550"/>
                <a:gd name="T69" fmla="*/ 31 h 869"/>
                <a:gd name="T70" fmla="*/ 148 w 550"/>
                <a:gd name="T71" fmla="*/ 34 h 869"/>
                <a:gd name="T72" fmla="*/ 150 w 550"/>
                <a:gd name="T73" fmla="*/ 31 h 869"/>
                <a:gd name="T74" fmla="*/ 159 w 550"/>
                <a:gd name="T75" fmla="*/ 20 h 869"/>
                <a:gd name="T76" fmla="*/ 136 w 550"/>
                <a:gd name="T77" fmla="*/ 14 h 869"/>
                <a:gd name="T78" fmla="*/ 121 w 550"/>
                <a:gd name="T79" fmla="*/ 22 h 869"/>
                <a:gd name="T80" fmla="*/ 109 w 550"/>
                <a:gd name="T81" fmla="*/ 66 h 869"/>
                <a:gd name="T82" fmla="*/ 108 w 550"/>
                <a:gd name="T83" fmla="*/ 68 h 869"/>
                <a:gd name="T84" fmla="*/ 8 w 550"/>
                <a:gd name="T85" fmla="*/ 205 h 869"/>
                <a:gd name="T86" fmla="*/ 7 w 550"/>
                <a:gd name="T87" fmla="*/ 241 h 869"/>
                <a:gd name="T88" fmla="*/ 34 w 550"/>
                <a:gd name="T89" fmla="*/ 256 h 869"/>
                <a:gd name="T90" fmla="*/ 139 w 550"/>
                <a:gd name="T91" fmla="*/ 168 h 869"/>
                <a:gd name="T92" fmla="*/ 109 w 550"/>
                <a:gd name="T93" fmla="*/ 175 h 869"/>
                <a:gd name="T94" fmla="*/ 118 w 550"/>
                <a:gd name="T95" fmla="*/ 162 h 869"/>
                <a:gd name="T96" fmla="*/ 139 w 550"/>
                <a:gd name="T97" fmla="*/ 168 h 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50" h="869">
                  <a:moveTo>
                    <a:pt x="34" y="256"/>
                  </a:moveTo>
                  <a:cubicBezTo>
                    <a:pt x="36" y="256"/>
                    <a:pt x="38" y="256"/>
                    <a:pt x="40" y="255"/>
                  </a:cubicBezTo>
                  <a:cubicBezTo>
                    <a:pt x="174" y="226"/>
                    <a:pt x="174" y="226"/>
                    <a:pt x="174" y="226"/>
                  </a:cubicBezTo>
                  <a:cubicBezTo>
                    <a:pt x="212" y="403"/>
                    <a:pt x="212" y="403"/>
                    <a:pt x="212" y="403"/>
                  </a:cubicBezTo>
                  <a:cubicBezTo>
                    <a:pt x="180" y="814"/>
                    <a:pt x="180" y="814"/>
                    <a:pt x="180" y="814"/>
                  </a:cubicBezTo>
                  <a:cubicBezTo>
                    <a:pt x="178" y="841"/>
                    <a:pt x="199" y="865"/>
                    <a:pt x="226" y="867"/>
                  </a:cubicBezTo>
                  <a:cubicBezTo>
                    <a:pt x="253" y="869"/>
                    <a:pt x="277" y="849"/>
                    <a:pt x="279" y="822"/>
                  </a:cubicBezTo>
                  <a:cubicBezTo>
                    <a:pt x="305" y="479"/>
                    <a:pt x="305" y="479"/>
                    <a:pt x="305" y="479"/>
                  </a:cubicBezTo>
                  <a:cubicBezTo>
                    <a:pt x="347" y="470"/>
                    <a:pt x="347" y="470"/>
                    <a:pt x="347" y="470"/>
                  </a:cubicBezTo>
                  <a:cubicBezTo>
                    <a:pt x="423" y="823"/>
                    <a:pt x="423" y="823"/>
                    <a:pt x="423" y="823"/>
                  </a:cubicBezTo>
                  <a:cubicBezTo>
                    <a:pt x="428" y="850"/>
                    <a:pt x="455" y="867"/>
                    <a:pt x="481" y="861"/>
                  </a:cubicBezTo>
                  <a:cubicBezTo>
                    <a:pt x="508" y="855"/>
                    <a:pt x="525" y="829"/>
                    <a:pt x="519" y="802"/>
                  </a:cubicBezTo>
                  <a:cubicBezTo>
                    <a:pt x="437" y="419"/>
                    <a:pt x="437" y="419"/>
                    <a:pt x="437" y="419"/>
                  </a:cubicBezTo>
                  <a:cubicBezTo>
                    <a:pt x="437" y="419"/>
                    <a:pt x="437" y="419"/>
                    <a:pt x="437" y="419"/>
                  </a:cubicBezTo>
                  <a:cubicBezTo>
                    <a:pt x="431" y="389"/>
                    <a:pt x="431" y="389"/>
                    <a:pt x="431" y="389"/>
                  </a:cubicBezTo>
                  <a:cubicBezTo>
                    <a:pt x="421" y="345"/>
                    <a:pt x="421" y="345"/>
                    <a:pt x="421" y="345"/>
                  </a:cubicBezTo>
                  <a:cubicBezTo>
                    <a:pt x="421" y="345"/>
                    <a:pt x="421" y="345"/>
                    <a:pt x="421" y="345"/>
                  </a:cubicBezTo>
                  <a:cubicBezTo>
                    <a:pt x="384" y="174"/>
                    <a:pt x="384" y="174"/>
                    <a:pt x="384" y="174"/>
                  </a:cubicBezTo>
                  <a:cubicBezTo>
                    <a:pt x="524" y="144"/>
                    <a:pt x="524" y="144"/>
                    <a:pt x="524" y="144"/>
                  </a:cubicBezTo>
                  <a:cubicBezTo>
                    <a:pt x="538" y="141"/>
                    <a:pt x="548" y="129"/>
                    <a:pt x="549" y="115"/>
                  </a:cubicBezTo>
                  <a:cubicBezTo>
                    <a:pt x="550" y="101"/>
                    <a:pt x="542" y="88"/>
                    <a:pt x="529" y="83"/>
                  </a:cubicBezTo>
                  <a:cubicBezTo>
                    <a:pt x="335" y="5"/>
                    <a:pt x="335" y="5"/>
                    <a:pt x="335" y="5"/>
                  </a:cubicBezTo>
                  <a:cubicBezTo>
                    <a:pt x="323" y="0"/>
                    <a:pt x="309" y="3"/>
                    <a:pt x="301" y="12"/>
                  </a:cubicBezTo>
                  <a:cubicBezTo>
                    <a:pt x="315" y="26"/>
                    <a:pt x="326" y="44"/>
                    <a:pt x="330" y="64"/>
                  </a:cubicBezTo>
                  <a:cubicBezTo>
                    <a:pt x="331" y="67"/>
                    <a:pt x="331" y="70"/>
                    <a:pt x="332" y="72"/>
                  </a:cubicBezTo>
                  <a:cubicBezTo>
                    <a:pt x="409" y="103"/>
                    <a:pt x="409" y="103"/>
                    <a:pt x="409" y="103"/>
                  </a:cubicBezTo>
                  <a:cubicBezTo>
                    <a:pt x="326" y="121"/>
                    <a:pt x="326" y="121"/>
                    <a:pt x="326" y="121"/>
                  </a:cubicBezTo>
                  <a:cubicBezTo>
                    <a:pt x="314" y="151"/>
                    <a:pt x="288" y="175"/>
                    <a:pt x="254" y="182"/>
                  </a:cubicBezTo>
                  <a:cubicBezTo>
                    <a:pt x="247" y="183"/>
                    <a:pt x="240" y="184"/>
                    <a:pt x="233" y="184"/>
                  </a:cubicBezTo>
                  <a:cubicBezTo>
                    <a:pt x="206" y="184"/>
                    <a:pt x="181" y="173"/>
                    <a:pt x="163" y="154"/>
                  </a:cubicBezTo>
                  <a:cubicBezTo>
                    <a:pt x="162" y="156"/>
                    <a:pt x="160" y="157"/>
                    <a:pt x="158" y="156"/>
                  </a:cubicBezTo>
                  <a:cubicBezTo>
                    <a:pt x="104" y="141"/>
                    <a:pt x="104" y="141"/>
                    <a:pt x="104" y="141"/>
                  </a:cubicBezTo>
                  <a:cubicBezTo>
                    <a:pt x="102" y="140"/>
                    <a:pt x="100" y="138"/>
                    <a:pt x="101" y="136"/>
                  </a:cubicBezTo>
                  <a:cubicBezTo>
                    <a:pt x="129" y="33"/>
                    <a:pt x="129" y="33"/>
                    <a:pt x="129" y="33"/>
                  </a:cubicBezTo>
                  <a:cubicBezTo>
                    <a:pt x="130" y="31"/>
                    <a:pt x="132" y="30"/>
                    <a:pt x="134" y="31"/>
                  </a:cubicBezTo>
                  <a:cubicBezTo>
                    <a:pt x="148" y="34"/>
                    <a:pt x="148" y="34"/>
                    <a:pt x="148" y="34"/>
                  </a:cubicBezTo>
                  <a:cubicBezTo>
                    <a:pt x="149" y="33"/>
                    <a:pt x="149" y="32"/>
                    <a:pt x="150" y="31"/>
                  </a:cubicBezTo>
                  <a:cubicBezTo>
                    <a:pt x="153" y="27"/>
                    <a:pt x="155" y="23"/>
                    <a:pt x="159" y="20"/>
                  </a:cubicBezTo>
                  <a:cubicBezTo>
                    <a:pt x="136" y="14"/>
                    <a:pt x="136" y="14"/>
                    <a:pt x="136" y="14"/>
                  </a:cubicBezTo>
                  <a:cubicBezTo>
                    <a:pt x="130" y="12"/>
                    <a:pt x="123" y="16"/>
                    <a:pt x="121" y="22"/>
                  </a:cubicBezTo>
                  <a:cubicBezTo>
                    <a:pt x="109" y="66"/>
                    <a:pt x="109" y="66"/>
                    <a:pt x="109" y="66"/>
                  </a:cubicBezTo>
                  <a:cubicBezTo>
                    <a:pt x="109" y="67"/>
                    <a:pt x="108" y="67"/>
                    <a:pt x="108" y="68"/>
                  </a:cubicBezTo>
                  <a:cubicBezTo>
                    <a:pt x="8" y="205"/>
                    <a:pt x="8" y="205"/>
                    <a:pt x="8" y="205"/>
                  </a:cubicBezTo>
                  <a:cubicBezTo>
                    <a:pt x="0" y="216"/>
                    <a:pt x="0" y="230"/>
                    <a:pt x="7" y="241"/>
                  </a:cubicBezTo>
                  <a:cubicBezTo>
                    <a:pt x="13" y="251"/>
                    <a:pt x="23" y="256"/>
                    <a:pt x="34" y="256"/>
                  </a:cubicBezTo>
                  <a:close/>
                  <a:moveTo>
                    <a:pt x="139" y="168"/>
                  </a:moveTo>
                  <a:cubicBezTo>
                    <a:pt x="109" y="175"/>
                    <a:pt x="109" y="175"/>
                    <a:pt x="109" y="175"/>
                  </a:cubicBezTo>
                  <a:cubicBezTo>
                    <a:pt x="118" y="162"/>
                    <a:pt x="118" y="162"/>
                    <a:pt x="118" y="162"/>
                  </a:cubicBezTo>
                  <a:lnTo>
                    <a:pt x="139" y="1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232"/>
            <p:cNvSpPr>
              <a:spLocks/>
            </p:cNvSpPr>
            <p:nvPr/>
          </p:nvSpPr>
          <p:spPr bwMode="auto">
            <a:xfrm>
              <a:off x="6527801" y="3636963"/>
              <a:ext cx="254000" cy="252412"/>
            </a:xfrm>
            <a:custGeom>
              <a:avLst/>
              <a:gdLst>
                <a:gd name="T0" fmla="*/ 10 w 197"/>
                <a:gd name="T1" fmla="*/ 117 h 196"/>
                <a:gd name="T2" fmla="*/ 117 w 197"/>
                <a:gd name="T3" fmla="*/ 186 h 196"/>
                <a:gd name="T4" fmla="*/ 186 w 197"/>
                <a:gd name="T5" fmla="*/ 79 h 196"/>
                <a:gd name="T6" fmla="*/ 80 w 197"/>
                <a:gd name="T7" fmla="*/ 10 h 196"/>
                <a:gd name="T8" fmla="*/ 10 w 197"/>
                <a:gd name="T9" fmla="*/ 117 h 196"/>
              </a:gdLst>
              <a:ahLst/>
              <a:cxnLst>
                <a:cxn ang="0">
                  <a:pos x="T0" y="T1"/>
                </a:cxn>
                <a:cxn ang="0">
                  <a:pos x="T2" y="T3"/>
                </a:cxn>
                <a:cxn ang="0">
                  <a:pos x="T4" y="T5"/>
                </a:cxn>
                <a:cxn ang="0">
                  <a:pos x="T6" y="T7"/>
                </a:cxn>
                <a:cxn ang="0">
                  <a:pos x="T8" y="T9"/>
                </a:cxn>
              </a:cxnLst>
              <a:rect l="0" t="0" r="r" b="b"/>
              <a:pathLst>
                <a:path w="197" h="196">
                  <a:moveTo>
                    <a:pt x="10" y="117"/>
                  </a:moveTo>
                  <a:cubicBezTo>
                    <a:pt x="21" y="165"/>
                    <a:pt x="69" y="196"/>
                    <a:pt x="117" y="186"/>
                  </a:cubicBezTo>
                  <a:cubicBezTo>
                    <a:pt x="166" y="175"/>
                    <a:pt x="197" y="128"/>
                    <a:pt x="186" y="79"/>
                  </a:cubicBezTo>
                  <a:cubicBezTo>
                    <a:pt x="176" y="30"/>
                    <a:pt x="128" y="0"/>
                    <a:pt x="80" y="10"/>
                  </a:cubicBezTo>
                  <a:cubicBezTo>
                    <a:pt x="31" y="20"/>
                    <a:pt x="0" y="68"/>
                    <a:pt x="10" y="1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233"/>
            <p:cNvSpPr>
              <a:spLocks/>
            </p:cNvSpPr>
            <p:nvPr/>
          </p:nvSpPr>
          <p:spPr bwMode="auto">
            <a:xfrm>
              <a:off x="6686551" y="3408363"/>
              <a:ext cx="184150" cy="203200"/>
            </a:xfrm>
            <a:custGeom>
              <a:avLst/>
              <a:gdLst>
                <a:gd name="T0" fmla="*/ 54 w 143"/>
                <a:gd name="T1" fmla="*/ 82 h 158"/>
                <a:gd name="T2" fmla="*/ 45 w 143"/>
                <a:gd name="T3" fmla="*/ 77 h 158"/>
                <a:gd name="T4" fmla="*/ 37 w 143"/>
                <a:gd name="T5" fmla="*/ 94 h 158"/>
                <a:gd name="T6" fmla="*/ 19 w 143"/>
                <a:gd name="T7" fmla="*/ 53 h 158"/>
                <a:gd name="T8" fmla="*/ 59 w 143"/>
                <a:gd name="T9" fmla="*/ 31 h 158"/>
                <a:gd name="T10" fmla="*/ 58 w 143"/>
                <a:gd name="T11" fmla="*/ 32 h 158"/>
                <a:gd name="T12" fmla="*/ 58 w 143"/>
                <a:gd name="T13" fmla="*/ 57 h 158"/>
                <a:gd name="T14" fmla="*/ 59 w 143"/>
                <a:gd name="T15" fmla="*/ 44 h 158"/>
                <a:gd name="T16" fmla="*/ 103 w 143"/>
                <a:gd name="T17" fmla="*/ 23 h 158"/>
                <a:gd name="T18" fmla="*/ 124 w 143"/>
                <a:gd name="T19" fmla="*/ 66 h 158"/>
                <a:gd name="T20" fmla="*/ 108 w 143"/>
                <a:gd name="T21" fmla="*/ 85 h 158"/>
                <a:gd name="T22" fmla="*/ 121 w 143"/>
                <a:gd name="T23" fmla="*/ 79 h 158"/>
                <a:gd name="T24" fmla="*/ 123 w 143"/>
                <a:gd name="T25" fmla="*/ 106 h 158"/>
                <a:gd name="T26" fmla="*/ 81 w 143"/>
                <a:gd name="T27" fmla="*/ 127 h 158"/>
                <a:gd name="T28" fmla="*/ 66 w 143"/>
                <a:gd name="T29" fmla="*/ 117 h 158"/>
                <a:gd name="T30" fmla="*/ 80 w 143"/>
                <a:gd name="T31" fmla="*/ 104 h 158"/>
                <a:gd name="T32" fmla="*/ 73 w 143"/>
                <a:gd name="T33" fmla="*/ 97 h 158"/>
                <a:gd name="T34" fmla="*/ 49 w 143"/>
                <a:gd name="T35" fmla="*/ 121 h 158"/>
                <a:gd name="T36" fmla="*/ 18 w 143"/>
                <a:gd name="T37" fmla="*/ 154 h 158"/>
                <a:gd name="T38" fmla="*/ 23 w 143"/>
                <a:gd name="T39" fmla="*/ 158 h 158"/>
                <a:gd name="T40" fmla="*/ 59 w 143"/>
                <a:gd name="T41" fmla="*/ 124 h 158"/>
                <a:gd name="T42" fmla="*/ 79 w 143"/>
                <a:gd name="T43" fmla="*/ 139 h 158"/>
                <a:gd name="T44" fmla="*/ 133 w 143"/>
                <a:gd name="T45" fmla="*/ 113 h 158"/>
                <a:gd name="T46" fmla="*/ 127 w 143"/>
                <a:gd name="T47" fmla="*/ 74 h 158"/>
                <a:gd name="T48" fmla="*/ 136 w 143"/>
                <a:gd name="T49" fmla="*/ 59 h 158"/>
                <a:gd name="T50" fmla="*/ 110 w 143"/>
                <a:gd name="T51" fmla="*/ 7 h 158"/>
                <a:gd name="T52" fmla="*/ 62 w 143"/>
                <a:gd name="T53" fmla="*/ 25 h 158"/>
                <a:gd name="T54" fmla="*/ 57 w 143"/>
                <a:gd name="T55" fmla="*/ 24 h 158"/>
                <a:gd name="T56" fmla="*/ 7 w 143"/>
                <a:gd name="T57" fmla="*/ 49 h 158"/>
                <a:gd name="T58" fmla="*/ 32 w 143"/>
                <a:gd name="T59" fmla="*/ 100 h 158"/>
                <a:gd name="T60" fmla="*/ 33 w 143"/>
                <a:gd name="T61" fmla="*/ 100 h 158"/>
                <a:gd name="T62" fmla="*/ 8 w 143"/>
                <a:gd name="T63" fmla="*/ 146 h 158"/>
                <a:gd name="T64" fmla="*/ 13 w 143"/>
                <a:gd name="T65" fmla="*/ 149 h 158"/>
                <a:gd name="T66" fmla="*/ 36 w 143"/>
                <a:gd name="T67" fmla="*/ 112 h 158"/>
                <a:gd name="T68" fmla="*/ 54 w 143"/>
                <a:gd name="T69" fmla="*/ 82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3" h="158">
                  <a:moveTo>
                    <a:pt x="54" y="82"/>
                  </a:moveTo>
                  <a:cubicBezTo>
                    <a:pt x="45" y="77"/>
                    <a:pt x="45" y="77"/>
                    <a:pt x="45" y="77"/>
                  </a:cubicBezTo>
                  <a:cubicBezTo>
                    <a:pt x="37" y="94"/>
                    <a:pt x="37" y="94"/>
                    <a:pt x="37" y="94"/>
                  </a:cubicBezTo>
                  <a:cubicBezTo>
                    <a:pt x="21" y="87"/>
                    <a:pt x="13" y="69"/>
                    <a:pt x="19" y="53"/>
                  </a:cubicBezTo>
                  <a:cubicBezTo>
                    <a:pt x="24" y="36"/>
                    <a:pt x="42" y="27"/>
                    <a:pt x="59" y="31"/>
                  </a:cubicBezTo>
                  <a:cubicBezTo>
                    <a:pt x="59" y="32"/>
                    <a:pt x="59" y="32"/>
                    <a:pt x="58" y="32"/>
                  </a:cubicBezTo>
                  <a:cubicBezTo>
                    <a:pt x="56" y="41"/>
                    <a:pt x="56" y="49"/>
                    <a:pt x="58" y="57"/>
                  </a:cubicBezTo>
                  <a:cubicBezTo>
                    <a:pt x="58" y="52"/>
                    <a:pt x="58" y="48"/>
                    <a:pt x="59" y="44"/>
                  </a:cubicBezTo>
                  <a:cubicBezTo>
                    <a:pt x="66" y="26"/>
                    <a:pt x="85" y="17"/>
                    <a:pt x="103" y="23"/>
                  </a:cubicBezTo>
                  <a:cubicBezTo>
                    <a:pt x="121" y="29"/>
                    <a:pt x="130" y="48"/>
                    <a:pt x="124" y="66"/>
                  </a:cubicBezTo>
                  <a:cubicBezTo>
                    <a:pt x="121" y="75"/>
                    <a:pt x="116" y="81"/>
                    <a:pt x="108" y="85"/>
                  </a:cubicBezTo>
                  <a:cubicBezTo>
                    <a:pt x="113" y="84"/>
                    <a:pt x="117" y="82"/>
                    <a:pt x="121" y="79"/>
                  </a:cubicBezTo>
                  <a:cubicBezTo>
                    <a:pt x="125" y="87"/>
                    <a:pt x="126" y="97"/>
                    <a:pt x="123" y="106"/>
                  </a:cubicBezTo>
                  <a:cubicBezTo>
                    <a:pt x="117" y="124"/>
                    <a:pt x="98" y="133"/>
                    <a:pt x="81" y="127"/>
                  </a:cubicBezTo>
                  <a:cubicBezTo>
                    <a:pt x="75" y="125"/>
                    <a:pt x="70" y="121"/>
                    <a:pt x="66" y="117"/>
                  </a:cubicBezTo>
                  <a:cubicBezTo>
                    <a:pt x="80" y="104"/>
                    <a:pt x="80" y="104"/>
                    <a:pt x="80" y="104"/>
                  </a:cubicBezTo>
                  <a:cubicBezTo>
                    <a:pt x="73" y="97"/>
                    <a:pt x="73" y="97"/>
                    <a:pt x="73" y="97"/>
                  </a:cubicBezTo>
                  <a:cubicBezTo>
                    <a:pt x="49" y="121"/>
                    <a:pt x="49" y="121"/>
                    <a:pt x="49" y="121"/>
                  </a:cubicBezTo>
                  <a:cubicBezTo>
                    <a:pt x="18" y="154"/>
                    <a:pt x="18" y="154"/>
                    <a:pt x="18" y="154"/>
                  </a:cubicBezTo>
                  <a:cubicBezTo>
                    <a:pt x="23" y="158"/>
                    <a:pt x="23" y="158"/>
                    <a:pt x="23" y="158"/>
                  </a:cubicBezTo>
                  <a:cubicBezTo>
                    <a:pt x="59" y="124"/>
                    <a:pt x="59" y="124"/>
                    <a:pt x="59" y="124"/>
                  </a:cubicBezTo>
                  <a:cubicBezTo>
                    <a:pt x="64" y="131"/>
                    <a:pt x="71" y="136"/>
                    <a:pt x="79" y="139"/>
                  </a:cubicBezTo>
                  <a:cubicBezTo>
                    <a:pt x="101" y="147"/>
                    <a:pt x="125" y="135"/>
                    <a:pt x="133" y="113"/>
                  </a:cubicBezTo>
                  <a:cubicBezTo>
                    <a:pt x="137" y="99"/>
                    <a:pt x="135" y="85"/>
                    <a:pt x="127" y="74"/>
                  </a:cubicBezTo>
                  <a:cubicBezTo>
                    <a:pt x="131" y="70"/>
                    <a:pt x="134" y="65"/>
                    <a:pt x="136" y="59"/>
                  </a:cubicBezTo>
                  <a:cubicBezTo>
                    <a:pt x="143" y="37"/>
                    <a:pt x="132" y="14"/>
                    <a:pt x="110" y="7"/>
                  </a:cubicBezTo>
                  <a:cubicBezTo>
                    <a:pt x="91" y="0"/>
                    <a:pt x="71" y="9"/>
                    <a:pt x="62" y="25"/>
                  </a:cubicBezTo>
                  <a:cubicBezTo>
                    <a:pt x="60" y="25"/>
                    <a:pt x="59" y="24"/>
                    <a:pt x="57" y="24"/>
                  </a:cubicBezTo>
                  <a:cubicBezTo>
                    <a:pt x="37" y="17"/>
                    <a:pt x="14" y="28"/>
                    <a:pt x="7" y="49"/>
                  </a:cubicBezTo>
                  <a:cubicBezTo>
                    <a:pt x="0" y="70"/>
                    <a:pt x="11" y="93"/>
                    <a:pt x="32" y="100"/>
                  </a:cubicBezTo>
                  <a:cubicBezTo>
                    <a:pt x="32" y="100"/>
                    <a:pt x="33" y="100"/>
                    <a:pt x="33" y="100"/>
                  </a:cubicBezTo>
                  <a:cubicBezTo>
                    <a:pt x="8" y="146"/>
                    <a:pt x="8" y="146"/>
                    <a:pt x="8" y="146"/>
                  </a:cubicBezTo>
                  <a:cubicBezTo>
                    <a:pt x="13" y="149"/>
                    <a:pt x="13" y="149"/>
                    <a:pt x="13" y="149"/>
                  </a:cubicBezTo>
                  <a:cubicBezTo>
                    <a:pt x="36" y="112"/>
                    <a:pt x="36" y="112"/>
                    <a:pt x="36" y="112"/>
                  </a:cubicBezTo>
                  <a:lnTo>
                    <a:pt x="54" y="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234"/>
            <p:cNvSpPr>
              <a:spLocks/>
            </p:cNvSpPr>
            <p:nvPr/>
          </p:nvSpPr>
          <p:spPr bwMode="auto">
            <a:xfrm>
              <a:off x="6465888" y="3471863"/>
              <a:ext cx="88900" cy="63500"/>
            </a:xfrm>
            <a:custGeom>
              <a:avLst/>
              <a:gdLst>
                <a:gd name="T0" fmla="*/ 69 w 69"/>
                <a:gd name="T1" fmla="*/ 0 h 50"/>
                <a:gd name="T2" fmla="*/ 62 w 69"/>
                <a:gd name="T3" fmla="*/ 0 h 50"/>
                <a:gd name="T4" fmla="*/ 43 w 69"/>
                <a:gd name="T5" fmla="*/ 36 h 50"/>
                <a:gd name="T6" fmla="*/ 3 w 69"/>
                <a:gd name="T7" fmla="*/ 33 h 50"/>
                <a:gd name="T8" fmla="*/ 0 w 69"/>
                <a:gd name="T9" fmla="*/ 40 h 50"/>
                <a:gd name="T10" fmla="*/ 47 w 69"/>
                <a:gd name="T11" fmla="*/ 43 h 50"/>
                <a:gd name="T12" fmla="*/ 69 w 69"/>
                <a:gd name="T13" fmla="*/ 0 h 50"/>
              </a:gdLst>
              <a:ahLst/>
              <a:cxnLst>
                <a:cxn ang="0">
                  <a:pos x="T0" y="T1"/>
                </a:cxn>
                <a:cxn ang="0">
                  <a:pos x="T2" y="T3"/>
                </a:cxn>
                <a:cxn ang="0">
                  <a:pos x="T4" y="T5"/>
                </a:cxn>
                <a:cxn ang="0">
                  <a:pos x="T6" y="T7"/>
                </a:cxn>
                <a:cxn ang="0">
                  <a:pos x="T8" y="T9"/>
                </a:cxn>
                <a:cxn ang="0">
                  <a:pos x="T10" y="T11"/>
                </a:cxn>
                <a:cxn ang="0">
                  <a:pos x="T12" y="T13"/>
                </a:cxn>
              </a:cxnLst>
              <a:rect l="0" t="0" r="r" b="b"/>
              <a:pathLst>
                <a:path w="69" h="50">
                  <a:moveTo>
                    <a:pt x="69" y="0"/>
                  </a:moveTo>
                  <a:cubicBezTo>
                    <a:pt x="62" y="0"/>
                    <a:pt x="62" y="0"/>
                    <a:pt x="62" y="0"/>
                  </a:cubicBezTo>
                  <a:cubicBezTo>
                    <a:pt x="62" y="0"/>
                    <a:pt x="60" y="26"/>
                    <a:pt x="43" y="36"/>
                  </a:cubicBezTo>
                  <a:cubicBezTo>
                    <a:pt x="33" y="42"/>
                    <a:pt x="20" y="41"/>
                    <a:pt x="3" y="33"/>
                  </a:cubicBezTo>
                  <a:cubicBezTo>
                    <a:pt x="0" y="40"/>
                    <a:pt x="0" y="40"/>
                    <a:pt x="0" y="40"/>
                  </a:cubicBezTo>
                  <a:cubicBezTo>
                    <a:pt x="19" y="49"/>
                    <a:pt x="35" y="50"/>
                    <a:pt x="47" y="43"/>
                  </a:cubicBezTo>
                  <a:cubicBezTo>
                    <a:pt x="67" y="31"/>
                    <a:pt x="69" y="1"/>
                    <a:pt x="6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235"/>
            <p:cNvSpPr>
              <a:spLocks/>
            </p:cNvSpPr>
            <p:nvPr/>
          </p:nvSpPr>
          <p:spPr bwMode="auto">
            <a:xfrm>
              <a:off x="6548438" y="3479800"/>
              <a:ext cx="61913" cy="96837"/>
            </a:xfrm>
            <a:custGeom>
              <a:avLst/>
              <a:gdLst>
                <a:gd name="T0" fmla="*/ 49 w 49"/>
                <a:gd name="T1" fmla="*/ 69 h 76"/>
                <a:gd name="T2" fmla="*/ 15 w 49"/>
                <a:gd name="T3" fmla="*/ 46 h 76"/>
                <a:gd name="T4" fmla="*/ 24 w 49"/>
                <a:gd name="T5" fmla="*/ 5 h 76"/>
                <a:gd name="T6" fmla="*/ 18 w 49"/>
                <a:gd name="T7" fmla="*/ 0 h 76"/>
                <a:gd name="T8" fmla="*/ 8 w 49"/>
                <a:gd name="T9" fmla="*/ 48 h 76"/>
                <a:gd name="T10" fmla="*/ 19 w 49"/>
                <a:gd name="T11" fmla="*/ 63 h 76"/>
                <a:gd name="T12" fmla="*/ 48 w 49"/>
                <a:gd name="T13" fmla="*/ 76 h 76"/>
                <a:gd name="T14" fmla="*/ 49 w 49"/>
                <a:gd name="T15" fmla="*/ 69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76">
                  <a:moveTo>
                    <a:pt x="49" y="69"/>
                  </a:moveTo>
                  <a:cubicBezTo>
                    <a:pt x="31" y="65"/>
                    <a:pt x="19" y="57"/>
                    <a:pt x="15" y="46"/>
                  </a:cubicBezTo>
                  <a:cubicBezTo>
                    <a:pt x="8" y="27"/>
                    <a:pt x="24" y="5"/>
                    <a:pt x="24" y="5"/>
                  </a:cubicBezTo>
                  <a:cubicBezTo>
                    <a:pt x="18" y="0"/>
                    <a:pt x="18" y="0"/>
                    <a:pt x="18" y="0"/>
                  </a:cubicBezTo>
                  <a:cubicBezTo>
                    <a:pt x="18" y="2"/>
                    <a:pt x="0" y="26"/>
                    <a:pt x="8" y="48"/>
                  </a:cubicBezTo>
                  <a:cubicBezTo>
                    <a:pt x="11" y="54"/>
                    <a:pt x="14" y="59"/>
                    <a:pt x="19" y="63"/>
                  </a:cubicBezTo>
                  <a:cubicBezTo>
                    <a:pt x="26" y="69"/>
                    <a:pt x="35" y="73"/>
                    <a:pt x="48" y="76"/>
                  </a:cubicBezTo>
                  <a:lnTo>
                    <a:pt x="49"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236"/>
            <p:cNvSpPr>
              <a:spLocks/>
            </p:cNvSpPr>
            <p:nvPr/>
          </p:nvSpPr>
          <p:spPr bwMode="auto">
            <a:xfrm>
              <a:off x="6508751" y="3576638"/>
              <a:ext cx="90488" cy="66675"/>
            </a:xfrm>
            <a:custGeom>
              <a:avLst/>
              <a:gdLst>
                <a:gd name="T0" fmla="*/ 27 w 70"/>
                <a:gd name="T1" fmla="*/ 13 h 52"/>
                <a:gd name="T2" fmla="*/ 66 w 70"/>
                <a:gd name="T3" fmla="*/ 19 h 52"/>
                <a:gd name="T4" fmla="*/ 70 w 70"/>
                <a:gd name="T5" fmla="*/ 13 h 52"/>
                <a:gd name="T6" fmla="*/ 23 w 70"/>
                <a:gd name="T7" fmla="*/ 6 h 52"/>
                <a:gd name="T8" fmla="*/ 0 w 70"/>
                <a:gd name="T9" fmla="*/ 52 h 52"/>
                <a:gd name="T10" fmla="*/ 8 w 70"/>
                <a:gd name="T11" fmla="*/ 52 h 52"/>
                <a:gd name="T12" fmla="*/ 27 w 70"/>
                <a:gd name="T13" fmla="*/ 13 h 52"/>
              </a:gdLst>
              <a:ahLst/>
              <a:cxnLst>
                <a:cxn ang="0">
                  <a:pos x="T0" y="T1"/>
                </a:cxn>
                <a:cxn ang="0">
                  <a:pos x="T2" y="T3"/>
                </a:cxn>
                <a:cxn ang="0">
                  <a:pos x="T4" y="T5"/>
                </a:cxn>
                <a:cxn ang="0">
                  <a:pos x="T6" y="T7"/>
                </a:cxn>
                <a:cxn ang="0">
                  <a:pos x="T8" y="T9"/>
                </a:cxn>
                <a:cxn ang="0">
                  <a:pos x="T10" y="T11"/>
                </a:cxn>
                <a:cxn ang="0">
                  <a:pos x="T12" y="T13"/>
                </a:cxn>
              </a:cxnLst>
              <a:rect l="0" t="0" r="r" b="b"/>
              <a:pathLst>
                <a:path w="70" h="52">
                  <a:moveTo>
                    <a:pt x="27" y="13"/>
                  </a:moveTo>
                  <a:cubicBezTo>
                    <a:pt x="37" y="7"/>
                    <a:pt x="50" y="10"/>
                    <a:pt x="66" y="19"/>
                  </a:cubicBezTo>
                  <a:cubicBezTo>
                    <a:pt x="70" y="13"/>
                    <a:pt x="70" y="13"/>
                    <a:pt x="70" y="13"/>
                  </a:cubicBezTo>
                  <a:cubicBezTo>
                    <a:pt x="51" y="2"/>
                    <a:pt x="36" y="0"/>
                    <a:pt x="23" y="6"/>
                  </a:cubicBezTo>
                  <a:cubicBezTo>
                    <a:pt x="3" y="18"/>
                    <a:pt x="0" y="50"/>
                    <a:pt x="0" y="52"/>
                  </a:cubicBezTo>
                  <a:cubicBezTo>
                    <a:pt x="8" y="52"/>
                    <a:pt x="8" y="52"/>
                    <a:pt x="8" y="52"/>
                  </a:cubicBezTo>
                  <a:cubicBezTo>
                    <a:pt x="8" y="52"/>
                    <a:pt x="9" y="22"/>
                    <a:pt x="27"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Freeform 237"/>
            <p:cNvSpPr>
              <a:spLocks/>
            </p:cNvSpPr>
            <p:nvPr/>
          </p:nvSpPr>
          <p:spPr bwMode="auto">
            <a:xfrm>
              <a:off x="6453188" y="3540125"/>
              <a:ext cx="65088" cy="95250"/>
            </a:xfrm>
            <a:custGeom>
              <a:avLst/>
              <a:gdLst>
                <a:gd name="T0" fmla="*/ 31 w 51"/>
                <a:gd name="T1" fmla="*/ 74 h 74"/>
                <a:gd name="T2" fmla="*/ 43 w 51"/>
                <a:gd name="T3" fmla="*/ 25 h 74"/>
                <a:gd name="T4" fmla="*/ 2 w 51"/>
                <a:gd name="T5" fmla="*/ 0 h 74"/>
                <a:gd name="T6" fmla="*/ 0 w 51"/>
                <a:gd name="T7" fmla="*/ 7 h 74"/>
                <a:gd name="T8" fmla="*/ 36 w 51"/>
                <a:gd name="T9" fmla="*/ 28 h 74"/>
                <a:gd name="T10" fmla="*/ 25 w 51"/>
                <a:gd name="T11" fmla="*/ 70 h 74"/>
                <a:gd name="T12" fmla="*/ 31 w 51"/>
                <a:gd name="T13" fmla="*/ 74 h 74"/>
              </a:gdLst>
              <a:ahLst/>
              <a:cxnLst>
                <a:cxn ang="0">
                  <a:pos x="T0" y="T1"/>
                </a:cxn>
                <a:cxn ang="0">
                  <a:pos x="T2" y="T3"/>
                </a:cxn>
                <a:cxn ang="0">
                  <a:pos x="T4" y="T5"/>
                </a:cxn>
                <a:cxn ang="0">
                  <a:pos x="T6" y="T7"/>
                </a:cxn>
                <a:cxn ang="0">
                  <a:pos x="T8" y="T9"/>
                </a:cxn>
                <a:cxn ang="0">
                  <a:pos x="T10" y="T11"/>
                </a:cxn>
                <a:cxn ang="0">
                  <a:pos x="T12" y="T13"/>
                </a:cxn>
              </a:cxnLst>
              <a:rect l="0" t="0" r="r" b="b"/>
              <a:pathLst>
                <a:path w="51" h="74">
                  <a:moveTo>
                    <a:pt x="31" y="74"/>
                  </a:moveTo>
                  <a:cubicBezTo>
                    <a:pt x="31" y="73"/>
                    <a:pt x="51" y="47"/>
                    <a:pt x="43" y="25"/>
                  </a:cubicBezTo>
                  <a:cubicBezTo>
                    <a:pt x="37" y="12"/>
                    <a:pt x="24" y="3"/>
                    <a:pt x="2" y="0"/>
                  </a:cubicBezTo>
                  <a:cubicBezTo>
                    <a:pt x="0" y="7"/>
                    <a:pt x="0" y="7"/>
                    <a:pt x="0" y="7"/>
                  </a:cubicBezTo>
                  <a:cubicBezTo>
                    <a:pt x="20" y="10"/>
                    <a:pt x="32" y="17"/>
                    <a:pt x="36" y="28"/>
                  </a:cubicBezTo>
                  <a:cubicBezTo>
                    <a:pt x="43" y="46"/>
                    <a:pt x="25" y="70"/>
                    <a:pt x="25" y="70"/>
                  </a:cubicBezTo>
                  <a:lnTo>
                    <a:pt x="31" y="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238"/>
            <p:cNvSpPr>
              <a:spLocks/>
            </p:cNvSpPr>
            <p:nvPr/>
          </p:nvSpPr>
          <p:spPr bwMode="auto">
            <a:xfrm>
              <a:off x="6796088" y="3629025"/>
              <a:ext cx="57150" cy="25400"/>
            </a:xfrm>
            <a:custGeom>
              <a:avLst/>
              <a:gdLst>
                <a:gd name="T0" fmla="*/ 23 w 44"/>
                <a:gd name="T1" fmla="*/ 1 h 20"/>
                <a:gd name="T2" fmla="*/ 1 w 44"/>
                <a:gd name="T3" fmla="*/ 9 h 20"/>
                <a:gd name="T4" fmla="*/ 1 w 44"/>
                <a:gd name="T5" fmla="*/ 14 h 20"/>
                <a:gd name="T6" fmla="*/ 7 w 44"/>
                <a:gd name="T7" fmla="*/ 15 h 20"/>
                <a:gd name="T8" fmla="*/ 22 w 44"/>
                <a:gd name="T9" fmla="*/ 9 h 20"/>
                <a:gd name="T10" fmla="*/ 37 w 44"/>
                <a:gd name="T11" fmla="*/ 19 h 20"/>
                <a:gd name="T12" fmla="*/ 40 w 44"/>
                <a:gd name="T13" fmla="*/ 20 h 20"/>
                <a:gd name="T14" fmla="*/ 42 w 44"/>
                <a:gd name="T15" fmla="*/ 19 h 20"/>
                <a:gd name="T16" fmla="*/ 43 w 44"/>
                <a:gd name="T17" fmla="*/ 13 h 20"/>
                <a:gd name="T18" fmla="*/ 23 w 44"/>
                <a:gd name="T19"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20">
                  <a:moveTo>
                    <a:pt x="23" y="1"/>
                  </a:moveTo>
                  <a:cubicBezTo>
                    <a:pt x="11" y="0"/>
                    <a:pt x="2" y="8"/>
                    <a:pt x="1" y="9"/>
                  </a:cubicBezTo>
                  <a:cubicBezTo>
                    <a:pt x="0" y="10"/>
                    <a:pt x="0" y="13"/>
                    <a:pt x="1" y="14"/>
                  </a:cubicBezTo>
                  <a:cubicBezTo>
                    <a:pt x="3" y="16"/>
                    <a:pt x="5" y="16"/>
                    <a:pt x="7" y="15"/>
                  </a:cubicBezTo>
                  <a:cubicBezTo>
                    <a:pt x="7" y="14"/>
                    <a:pt x="14" y="9"/>
                    <a:pt x="22" y="9"/>
                  </a:cubicBezTo>
                  <a:cubicBezTo>
                    <a:pt x="27" y="10"/>
                    <a:pt x="32" y="13"/>
                    <a:pt x="37" y="19"/>
                  </a:cubicBezTo>
                  <a:cubicBezTo>
                    <a:pt x="38" y="19"/>
                    <a:pt x="39" y="20"/>
                    <a:pt x="40" y="20"/>
                  </a:cubicBezTo>
                  <a:cubicBezTo>
                    <a:pt x="41" y="20"/>
                    <a:pt x="42" y="20"/>
                    <a:pt x="42" y="19"/>
                  </a:cubicBezTo>
                  <a:cubicBezTo>
                    <a:pt x="44" y="18"/>
                    <a:pt x="44" y="15"/>
                    <a:pt x="43" y="13"/>
                  </a:cubicBezTo>
                  <a:cubicBezTo>
                    <a:pt x="37" y="6"/>
                    <a:pt x="30" y="2"/>
                    <a:pt x="2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Freeform 239"/>
            <p:cNvSpPr>
              <a:spLocks/>
            </p:cNvSpPr>
            <p:nvPr/>
          </p:nvSpPr>
          <p:spPr bwMode="auto">
            <a:xfrm>
              <a:off x="6788151" y="3602038"/>
              <a:ext cx="82550" cy="34925"/>
            </a:xfrm>
            <a:custGeom>
              <a:avLst/>
              <a:gdLst>
                <a:gd name="T0" fmla="*/ 59 w 64"/>
                <a:gd name="T1" fmla="*/ 28 h 28"/>
                <a:gd name="T2" fmla="*/ 62 w 64"/>
                <a:gd name="T3" fmla="*/ 27 h 28"/>
                <a:gd name="T4" fmla="*/ 63 w 64"/>
                <a:gd name="T5" fmla="*/ 22 h 28"/>
                <a:gd name="T6" fmla="*/ 33 w 64"/>
                <a:gd name="T7" fmla="*/ 3 h 28"/>
                <a:gd name="T8" fmla="*/ 2 w 64"/>
                <a:gd name="T9" fmla="*/ 11 h 28"/>
                <a:gd name="T10" fmla="*/ 2 w 64"/>
                <a:gd name="T11" fmla="*/ 17 h 28"/>
                <a:gd name="T12" fmla="*/ 7 w 64"/>
                <a:gd name="T13" fmla="*/ 18 h 28"/>
                <a:gd name="T14" fmla="*/ 32 w 64"/>
                <a:gd name="T15" fmla="*/ 11 h 28"/>
                <a:gd name="T16" fmla="*/ 56 w 64"/>
                <a:gd name="T17" fmla="*/ 27 h 28"/>
                <a:gd name="T18" fmla="*/ 59 w 64"/>
                <a:gd name="T19"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28">
                  <a:moveTo>
                    <a:pt x="59" y="28"/>
                  </a:moveTo>
                  <a:cubicBezTo>
                    <a:pt x="60" y="28"/>
                    <a:pt x="61" y="28"/>
                    <a:pt x="62" y="27"/>
                  </a:cubicBezTo>
                  <a:cubicBezTo>
                    <a:pt x="64" y="26"/>
                    <a:pt x="64" y="24"/>
                    <a:pt x="63" y="22"/>
                  </a:cubicBezTo>
                  <a:cubicBezTo>
                    <a:pt x="54" y="11"/>
                    <a:pt x="44" y="4"/>
                    <a:pt x="33" y="3"/>
                  </a:cubicBezTo>
                  <a:cubicBezTo>
                    <a:pt x="16" y="0"/>
                    <a:pt x="3" y="11"/>
                    <a:pt x="2" y="11"/>
                  </a:cubicBezTo>
                  <a:cubicBezTo>
                    <a:pt x="0" y="13"/>
                    <a:pt x="0" y="15"/>
                    <a:pt x="2" y="17"/>
                  </a:cubicBezTo>
                  <a:cubicBezTo>
                    <a:pt x="3" y="19"/>
                    <a:pt x="5" y="19"/>
                    <a:pt x="7" y="18"/>
                  </a:cubicBezTo>
                  <a:cubicBezTo>
                    <a:pt x="7" y="18"/>
                    <a:pt x="18" y="9"/>
                    <a:pt x="32" y="11"/>
                  </a:cubicBezTo>
                  <a:cubicBezTo>
                    <a:pt x="41" y="12"/>
                    <a:pt x="49" y="17"/>
                    <a:pt x="56" y="27"/>
                  </a:cubicBezTo>
                  <a:cubicBezTo>
                    <a:pt x="57" y="28"/>
                    <a:pt x="58" y="28"/>
                    <a:pt x="59"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240"/>
            <p:cNvSpPr>
              <a:spLocks/>
            </p:cNvSpPr>
            <p:nvPr/>
          </p:nvSpPr>
          <p:spPr bwMode="auto">
            <a:xfrm>
              <a:off x="6421438" y="3678238"/>
              <a:ext cx="38100" cy="53975"/>
            </a:xfrm>
            <a:custGeom>
              <a:avLst/>
              <a:gdLst>
                <a:gd name="T0" fmla="*/ 26 w 29"/>
                <a:gd name="T1" fmla="*/ 8 h 41"/>
                <a:gd name="T2" fmla="*/ 28 w 29"/>
                <a:gd name="T3" fmla="*/ 3 h 41"/>
                <a:gd name="T4" fmla="*/ 23 w 29"/>
                <a:gd name="T5" fmla="*/ 1 h 41"/>
                <a:gd name="T6" fmla="*/ 5 w 29"/>
                <a:gd name="T7" fmla="*/ 16 h 41"/>
                <a:gd name="T8" fmla="*/ 5 w 29"/>
                <a:gd name="T9" fmla="*/ 38 h 41"/>
                <a:gd name="T10" fmla="*/ 9 w 29"/>
                <a:gd name="T11" fmla="*/ 41 h 41"/>
                <a:gd name="T12" fmla="*/ 10 w 29"/>
                <a:gd name="T13" fmla="*/ 40 h 41"/>
                <a:gd name="T14" fmla="*/ 12 w 29"/>
                <a:gd name="T15" fmla="*/ 35 h 41"/>
                <a:gd name="T16" fmla="*/ 13 w 29"/>
                <a:gd name="T17" fmla="*/ 19 h 41"/>
                <a:gd name="T18" fmla="*/ 26 w 29"/>
                <a:gd name="T19" fmla="*/ 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41">
                  <a:moveTo>
                    <a:pt x="26" y="8"/>
                  </a:moveTo>
                  <a:cubicBezTo>
                    <a:pt x="28" y="7"/>
                    <a:pt x="29" y="5"/>
                    <a:pt x="28" y="3"/>
                  </a:cubicBezTo>
                  <a:cubicBezTo>
                    <a:pt x="28" y="1"/>
                    <a:pt x="25" y="0"/>
                    <a:pt x="23" y="1"/>
                  </a:cubicBezTo>
                  <a:cubicBezTo>
                    <a:pt x="14" y="4"/>
                    <a:pt x="8" y="9"/>
                    <a:pt x="5" y="16"/>
                  </a:cubicBezTo>
                  <a:cubicBezTo>
                    <a:pt x="0" y="27"/>
                    <a:pt x="5" y="38"/>
                    <a:pt x="5" y="38"/>
                  </a:cubicBezTo>
                  <a:cubicBezTo>
                    <a:pt x="6" y="40"/>
                    <a:pt x="7" y="41"/>
                    <a:pt x="9" y="41"/>
                  </a:cubicBezTo>
                  <a:cubicBezTo>
                    <a:pt x="9" y="41"/>
                    <a:pt x="10" y="41"/>
                    <a:pt x="10" y="40"/>
                  </a:cubicBezTo>
                  <a:cubicBezTo>
                    <a:pt x="12" y="40"/>
                    <a:pt x="13" y="37"/>
                    <a:pt x="12" y="35"/>
                  </a:cubicBezTo>
                  <a:cubicBezTo>
                    <a:pt x="12" y="35"/>
                    <a:pt x="9" y="27"/>
                    <a:pt x="13" y="19"/>
                  </a:cubicBezTo>
                  <a:cubicBezTo>
                    <a:pt x="15" y="14"/>
                    <a:pt x="19" y="11"/>
                    <a:pt x="26"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241"/>
            <p:cNvSpPr>
              <a:spLocks/>
            </p:cNvSpPr>
            <p:nvPr/>
          </p:nvSpPr>
          <p:spPr bwMode="auto">
            <a:xfrm>
              <a:off x="6396038" y="3657600"/>
              <a:ext cx="52388" cy="74612"/>
            </a:xfrm>
            <a:custGeom>
              <a:avLst/>
              <a:gdLst>
                <a:gd name="T0" fmla="*/ 38 w 41"/>
                <a:gd name="T1" fmla="*/ 8 h 57"/>
                <a:gd name="T2" fmla="*/ 41 w 41"/>
                <a:gd name="T3" fmla="*/ 3 h 57"/>
                <a:gd name="T4" fmla="*/ 36 w 41"/>
                <a:gd name="T5" fmla="*/ 1 h 57"/>
                <a:gd name="T6" fmla="*/ 8 w 41"/>
                <a:gd name="T7" fmla="*/ 22 h 57"/>
                <a:gd name="T8" fmla="*/ 6 w 41"/>
                <a:gd name="T9" fmla="*/ 54 h 57"/>
                <a:gd name="T10" fmla="*/ 10 w 41"/>
                <a:gd name="T11" fmla="*/ 57 h 57"/>
                <a:gd name="T12" fmla="*/ 11 w 41"/>
                <a:gd name="T13" fmla="*/ 57 h 57"/>
                <a:gd name="T14" fmla="*/ 13 w 41"/>
                <a:gd name="T15" fmla="*/ 52 h 57"/>
                <a:gd name="T16" fmla="*/ 15 w 41"/>
                <a:gd name="T17" fmla="*/ 26 h 57"/>
                <a:gd name="T18" fmla="*/ 38 w 41"/>
                <a:gd name="T19" fmla="*/ 8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57">
                  <a:moveTo>
                    <a:pt x="38" y="8"/>
                  </a:moveTo>
                  <a:cubicBezTo>
                    <a:pt x="40" y="8"/>
                    <a:pt x="41" y="5"/>
                    <a:pt x="41" y="3"/>
                  </a:cubicBezTo>
                  <a:cubicBezTo>
                    <a:pt x="40" y="1"/>
                    <a:pt x="38" y="0"/>
                    <a:pt x="36" y="1"/>
                  </a:cubicBezTo>
                  <a:cubicBezTo>
                    <a:pt x="22" y="5"/>
                    <a:pt x="13" y="12"/>
                    <a:pt x="8" y="22"/>
                  </a:cubicBezTo>
                  <a:cubicBezTo>
                    <a:pt x="0" y="38"/>
                    <a:pt x="6" y="54"/>
                    <a:pt x="6" y="54"/>
                  </a:cubicBezTo>
                  <a:cubicBezTo>
                    <a:pt x="6" y="56"/>
                    <a:pt x="8" y="57"/>
                    <a:pt x="10" y="57"/>
                  </a:cubicBezTo>
                  <a:cubicBezTo>
                    <a:pt x="10" y="57"/>
                    <a:pt x="10" y="57"/>
                    <a:pt x="11" y="57"/>
                  </a:cubicBezTo>
                  <a:cubicBezTo>
                    <a:pt x="13" y="56"/>
                    <a:pt x="14" y="54"/>
                    <a:pt x="13" y="52"/>
                  </a:cubicBezTo>
                  <a:cubicBezTo>
                    <a:pt x="13" y="52"/>
                    <a:pt x="9" y="38"/>
                    <a:pt x="15" y="26"/>
                  </a:cubicBezTo>
                  <a:cubicBezTo>
                    <a:pt x="19" y="18"/>
                    <a:pt x="27" y="12"/>
                    <a:pt x="38"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242"/>
            <p:cNvSpPr>
              <a:spLocks/>
            </p:cNvSpPr>
            <p:nvPr/>
          </p:nvSpPr>
          <p:spPr bwMode="auto">
            <a:xfrm>
              <a:off x="7540626" y="4275138"/>
              <a:ext cx="484188" cy="466725"/>
            </a:xfrm>
            <a:custGeom>
              <a:avLst/>
              <a:gdLst>
                <a:gd name="T0" fmla="*/ 0 w 305"/>
                <a:gd name="T1" fmla="*/ 29 h 294"/>
                <a:gd name="T2" fmla="*/ 230 w 305"/>
                <a:gd name="T3" fmla="*/ 29 h 294"/>
                <a:gd name="T4" fmla="*/ 230 w 305"/>
                <a:gd name="T5" fmla="*/ 294 h 294"/>
                <a:gd name="T6" fmla="*/ 256 w 305"/>
                <a:gd name="T7" fmla="*/ 294 h 294"/>
                <a:gd name="T8" fmla="*/ 256 w 305"/>
                <a:gd name="T9" fmla="*/ 29 h 294"/>
                <a:gd name="T10" fmla="*/ 305 w 305"/>
                <a:gd name="T11" fmla="*/ 29 h 294"/>
                <a:gd name="T12" fmla="*/ 305 w 305"/>
                <a:gd name="T13" fmla="*/ 0 h 294"/>
                <a:gd name="T14" fmla="*/ 0 w 305"/>
                <a:gd name="T15" fmla="*/ 0 h 294"/>
                <a:gd name="T16" fmla="*/ 0 w 305"/>
                <a:gd name="T17" fmla="*/ 29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5" h="294">
                  <a:moveTo>
                    <a:pt x="0" y="29"/>
                  </a:moveTo>
                  <a:lnTo>
                    <a:pt x="230" y="29"/>
                  </a:lnTo>
                  <a:lnTo>
                    <a:pt x="230" y="294"/>
                  </a:lnTo>
                  <a:lnTo>
                    <a:pt x="256" y="294"/>
                  </a:lnTo>
                  <a:lnTo>
                    <a:pt x="256" y="29"/>
                  </a:lnTo>
                  <a:lnTo>
                    <a:pt x="305" y="29"/>
                  </a:lnTo>
                  <a:lnTo>
                    <a:pt x="305" y="0"/>
                  </a:lnTo>
                  <a:lnTo>
                    <a:pt x="0" y="0"/>
                  </a:lnTo>
                  <a:lnTo>
                    <a:pt x="0" y="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Rectangle 243"/>
            <p:cNvSpPr>
              <a:spLocks noChangeArrowheads="1"/>
            </p:cNvSpPr>
            <p:nvPr/>
          </p:nvSpPr>
          <p:spPr bwMode="auto">
            <a:xfrm>
              <a:off x="7021513" y="4275138"/>
              <a:ext cx="95250" cy="4603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244"/>
            <p:cNvSpPr>
              <a:spLocks/>
            </p:cNvSpPr>
            <p:nvPr/>
          </p:nvSpPr>
          <p:spPr bwMode="auto">
            <a:xfrm>
              <a:off x="7470776" y="3835400"/>
              <a:ext cx="530225" cy="412750"/>
            </a:xfrm>
            <a:custGeom>
              <a:avLst/>
              <a:gdLst>
                <a:gd name="T0" fmla="*/ 24 w 412"/>
                <a:gd name="T1" fmla="*/ 24 h 321"/>
                <a:gd name="T2" fmla="*/ 388 w 412"/>
                <a:gd name="T3" fmla="*/ 24 h 321"/>
                <a:gd name="T4" fmla="*/ 388 w 412"/>
                <a:gd name="T5" fmla="*/ 228 h 321"/>
                <a:gd name="T6" fmla="*/ 53 w 412"/>
                <a:gd name="T7" fmla="*/ 228 h 321"/>
                <a:gd name="T8" fmla="*/ 55 w 412"/>
                <a:gd name="T9" fmla="*/ 248 h 321"/>
                <a:gd name="T10" fmla="*/ 55 w 412"/>
                <a:gd name="T11" fmla="*/ 252 h 321"/>
                <a:gd name="T12" fmla="*/ 146 w 412"/>
                <a:gd name="T13" fmla="*/ 252 h 321"/>
                <a:gd name="T14" fmla="*/ 146 w 412"/>
                <a:gd name="T15" fmla="*/ 295 h 321"/>
                <a:gd name="T16" fmla="*/ 105 w 412"/>
                <a:gd name="T17" fmla="*/ 295 h 321"/>
                <a:gd name="T18" fmla="*/ 105 w 412"/>
                <a:gd name="T19" fmla="*/ 321 h 321"/>
                <a:gd name="T20" fmla="*/ 308 w 412"/>
                <a:gd name="T21" fmla="*/ 321 h 321"/>
                <a:gd name="T22" fmla="*/ 308 w 412"/>
                <a:gd name="T23" fmla="*/ 295 h 321"/>
                <a:gd name="T24" fmla="*/ 266 w 412"/>
                <a:gd name="T25" fmla="*/ 295 h 321"/>
                <a:gd name="T26" fmla="*/ 266 w 412"/>
                <a:gd name="T27" fmla="*/ 252 h 321"/>
                <a:gd name="T28" fmla="*/ 412 w 412"/>
                <a:gd name="T29" fmla="*/ 252 h 321"/>
                <a:gd name="T30" fmla="*/ 412 w 412"/>
                <a:gd name="T31" fmla="*/ 0 h 321"/>
                <a:gd name="T32" fmla="*/ 0 w 412"/>
                <a:gd name="T33" fmla="*/ 0 h 321"/>
                <a:gd name="T34" fmla="*/ 0 w 412"/>
                <a:gd name="T35" fmla="*/ 163 h 321"/>
                <a:gd name="T36" fmla="*/ 24 w 412"/>
                <a:gd name="T37" fmla="*/ 179 h 321"/>
                <a:gd name="T38" fmla="*/ 24 w 412"/>
                <a:gd name="T39" fmla="*/ 24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2" h="321">
                  <a:moveTo>
                    <a:pt x="24" y="24"/>
                  </a:moveTo>
                  <a:cubicBezTo>
                    <a:pt x="388" y="24"/>
                    <a:pt x="388" y="24"/>
                    <a:pt x="388" y="24"/>
                  </a:cubicBezTo>
                  <a:cubicBezTo>
                    <a:pt x="388" y="228"/>
                    <a:pt x="388" y="228"/>
                    <a:pt x="388" y="228"/>
                  </a:cubicBezTo>
                  <a:cubicBezTo>
                    <a:pt x="53" y="228"/>
                    <a:pt x="53" y="228"/>
                    <a:pt x="53" y="228"/>
                  </a:cubicBezTo>
                  <a:cubicBezTo>
                    <a:pt x="55" y="234"/>
                    <a:pt x="55" y="241"/>
                    <a:pt x="55" y="248"/>
                  </a:cubicBezTo>
                  <a:cubicBezTo>
                    <a:pt x="55" y="252"/>
                    <a:pt x="55" y="252"/>
                    <a:pt x="55" y="252"/>
                  </a:cubicBezTo>
                  <a:cubicBezTo>
                    <a:pt x="146" y="252"/>
                    <a:pt x="146" y="252"/>
                    <a:pt x="146" y="252"/>
                  </a:cubicBezTo>
                  <a:cubicBezTo>
                    <a:pt x="146" y="295"/>
                    <a:pt x="146" y="295"/>
                    <a:pt x="146" y="295"/>
                  </a:cubicBezTo>
                  <a:cubicBezTo>
                    <a:pt x="105" y="295"/>
                    <a:pt x="105" y="295"/>
                    <a:pt x="105" y="295"/>
                  </a:cubicBezTo>
                  <a:cubicBezTo>
                    <a:pt x="105" y="321"/>
                    <a:pt x="105" y="321"/>
                    <a:pt x="105" y="321"/>
                  </a:cubicBezTo>
                  <a:cubicBezTo>
                    <a:pt x="308" y="321"/>
                    <a:pt x="308" y="321"/>
                    <a:pt x="308" y="321"/>
                  </a:cubicBezTo>
                  <a:cubicBezTo>
                    <a:pt x="308" y="295"/>
                    <a:pt x="308" y="295"/>
                    <a:pt x="308" y="295"/>
                  </a:cubicBezTo>
                  <a:cubicBezTo>
                    <a:pt x="266" y="295"/>
                    <a:pt x="266" y="295"/>
                    <a:pt x="266" y="295"/>
                  </a:cubicBezTo>
                  <a:cubicBezTo>
                    <a:pt x="266" y="252"/>
                    <a:pt x="266" y="252"/>
                    <a:pt x="266" y="252"/>
                  </a:cubicBezTo>
                  <a:cubicBezTo>
                    <a:pt x="412" y="252"/>
                    <a:pt x="412" y="252"/>
                    <a:pt x="412" y="252"/>
                  </a:cubicBezTo>
                  <a:cubicBezTo>
                    <a:pt x="412" y="0"/>
                    <a:pt x="412" y="0"/>
                    <a:pt x="412" y="0"/>
                  </a:cubicBezTo>
                  <a:cubicBezTo>
                    <a:pt x="0" y="0"/>
                    <a:pt x="0" y="0"/>
                    <a:pt x="0" y="0"/>
                  </a:cubicBezTo>
                  <a:cubicBezTo>
                    <a:pt x="0" y="163"/>
                    <a:pt x="0" y="163"/>
                    <a:pt x="0" y="163"/>
                  </a:cubicBezTo>
                  <a:cubicBezTo>
                    <a:pt x="9" y="167"/>
                    <a:pt x="17" y="172"/>
                    <a:pt x="24" y="179"/>
                  </a:cubicBezTo>
                  <a:lnTo>
                    <a:pt x="24"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245"/>
            <p:cNvSpPr>
              <a:spLocks/>
            </p:cNvSpPr>
            <p:nvPr/>
          </p:nvSpPr>
          <p:spPr bwMode="auto">
            <a:xfrm>
              <a:off x="7131051" y="4051300"/>
              <a:ext cx="506413" cy="692150"/>
            </a:xfrm>
            <a:custGeom>
              <a:avLst/>
              <a:gdLst>
                <a:gd name="T0" fmla="*/ 306 w 393"/>
                <a:gd name="T1" fmla="*/ 80 h 538"/>
                <a:gd name="T2" fmla="*/ 226 w 393"/>
                <a:gd name="T3" fmla="*/ 0 h 538"/>
                <a:gd name="T4" fmla="*/ 80 w 393"/>
                <a:gd name="T5" fmla="*/ 0 h 538"/>
                <a:gd name="T6" fmla="*/ 0 w 393"/>
                <a:gd name="T7" fmla="*/ 80 h 538"/>
                <a:gd name="T8" fmla="*/ 0 w 393"/>
                <a:gd name="T9" fmla="*/ 280 h 538"/>
                <a:gd name="T10" fmla="*/ 80 w 393"/>
                <a:gd name="T11" fmla="*/ 360 h 538"/>
                <a:gd name="T12" fmla="*/ 152 w 393"/>
                <a:gd name="T13" fmla="*/ 360 h 538"/>
                <a:gd name="T14" fmla="*/ 152 w 393"/>
                <a:gd name="T15" fmla="*/ 490 h 538"/>
                <a:gd name="T16" fmla="*/ 152 w 393"/>
                <a:gd name="T17" fmla="*/ 492 h 538"/>
                <a:gd name="T18" fmla="*/ 63 w 393"/>
                <a:gd name="T19" fmla="*/ 492 h 538"/>
                <a:gd name="T20" fmla="*/ 40 w 393"/>
                <a:gd name="T21" fmla="*/ 515 h 538"/>
                <a:gd name="T22" fmla="*/ 40 w 393"/>
                <a:gd name="T23" fmla="*/ 515 h 538"/>
                <a:gd name="T24" fmla="*/ 63 w 393"/>
                <a:gd name="T25" fmla="*/ 538 h 538"/>
                <a:gd name="T26" fmla="*/ 315 w 393"/>
                <a:gd name="T27" fmla="*/ 538 h 538"/>
                <a:gd name="T28" fmla="*/ 338 w 393"/>
                <a:gd name="T29" fmla="*/ 515 h 538"/>
                <a:gd name="T30" fmla="*/ 338 w 393"/>
                <a:gd name="T31" fmla="*/ 515 h 538"/>
                <a:gd name="T32" fmla="*/ 315 w 393"/>
                <a:gd name="T33" fmla="*/ 492 h 538"/>
                <a:gd name="T34" fmla="*/ 226 w 393"/>
                <a:gd name="T35" fmla="*/ 492 h 538"/>
                <a:gd name="T36" fmla="*/ 226 w 393"/>
                <a:gd name="T37" fmla="*/ 490 h 538"/>
                <a:gd name="T38" fmla="*/ 226 w 393"/>
                <a:gd name="T39" fmla="*/ 360 h 538"/>
                <a:gd name="T40" fmla="*/ 226 w 393"/>
                <a:gd name="T41" fmla="*/ 360 h 538"/>
                <a:gd name="T42" fmla="*/ 356 w 393"/>
                <a:gd name="T43" fmla="*/ 360 h 538"/>
                <a:gd name="T44" fmla="*/ 393 w 393"/>
                <a:gd name="T45" fmla="*/ 323 h 538"/>
                <a:gd name="T46" fmla="*/ 393 w 393"/>
                <a:gd name="T47" fmla="*/ 323 h 538"/>
                <a:gd name="T48" fmla="*/ 356 w 393"/>
                <a:gd name="T49" fmla="*/ 286 h 538"/>
                <a:gd name="T50" fmla="*/ 306 w 393"/>
                <a:gd name="T51" fmla="*/ 286 h 538"/>
                <a:gd name="T52" fmla="*/ 306 w 393"/>
                <a:gd name="T53" fmla="*/ 280 h 538"/>
                <a:gd name="T54" fmla="*/ 306 w 393"/>
                <a:gd name="T55" fmla="*/ 80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93" h="538">
                  <a:moveTo>
                    <a:pt x="306" y="80"/>
                  </a:moveTo>
                  <a:cubicBezTo>
                    <a:pt x="306" y="36"/>
                    <a:pt x="270" y="0"/>
                    <a:pt x="226" y="0"/>
                  </a:cubicBezTo>
                  <a:cubicBezTo>
                    <a:pt x="80" y="0"/>
                    <a:pt x="80" y="0"/>
                    <a:pt x="80" y="0"/>
                  </a:cubicBezTo>
                  <a:cubicBezTo>
                    <a:pt x="36" y="0"/>
                    <a:pt x="0" y="36"/>
                    <a:pt x="0" y="80"/>
                  </a:cubicBezTo>
                  <a:cubicBezTo>
                    <a:pt x="0" y="280"/>
                    <a:pt x="0" y="280"/>
                    <a:pt x="0" y="280"/>
                  </a:cubicBezTo>
                  <a:cubicBezTo>
                    <a:pt x="0" y="324"/>
                    <a:pt x="36" y="360"/>
                    <a:pt x="80" y="360"/>
                  </a:cubicBezTo>
                  <a:cubicBezTo>
                    <a:pt x="152" y="360"/>
                    <a:pt x="152" y="360"/>
                    <a:pt x="152" y="360"/>
                  </a:cubicBezTo>
                  <a:cubicBezTo>
                    <a:pt x="152" y="490"/>
                    <a:pt x="152" y="490"/>
                    <a:pt x="152" y="490"/>
                  </a:cubicBezTo>
                  <a:cubicBezTo>
                    <a:pt x="152" y="491"/>
                    <a:pt x="152" y="491"/>
                    <a:pt x="152" y="492"/>
                  </a:cubicBezTo>
                  <a:cubicBezTo>
                    <a:pt x="63" y="492"/>
                    <a:pt x="63" y="492"/>
                    <a:pt x="63" y="492"/>
                  </a:cubicBezTo>
                  <a:cubicBezTo>
                    <a:pt x="50" y="492"/>
                    <a:pt x="40" y="502"/>
                    <a:pt x="40" y="515"/>
                  </a:cubicBezTo>
                  <a:cubicBezTo>
                    <a:pt x="40" y="515"/>
                    <a:pt x="40" y="515"/>
                    <a:pt x="40" y="515"/>
                  </a:cubicBezTo>
                  <a:cubicBezTo>
                    <a:pt x="40" y="527"/>
                    <a:pt x="50" y="538"/>
                    <a:pt x="63" y="538"/>
                  </a:cubicBezTo>
                  <a:cubicBezTo>
                    <a:pt x="315" y="538"/>
                    <a:pt x="315" y="538"/>
                    <a:pt x="315" y="538"/>
                  </a:cubicBezTo>
                  <a:cubicBezTo>
                    <a:pt x="328" y="538"/>
                    <a:pt x="338" y="527"/>
                    <a:pt x="338" y="515"/>
                  </a:cubicBezTo>
                  <a:cubicBezTo>
                    <a:pt x="338" y="515"/>
                    <a:pt x="338" y="515"/>
                    <a:pt x="338" y="515"/>
                  </a:cubicBezTo>
                  <a:cubicBezTo>
                    <a:pt x="338" y="502"/>
                    <a:pt x="328" y="492"/>
                    <a:pt x="315" y="492"/>
                  </a:cubicBezTo>
                  <a:cubicBezTo>
                    <a:pt x="226" y="492"/>
                    <a:pt x="226" y="492"/>
                    <a:pt x="226" y="492"/>
                  </a:cubicBezTo>
                  <a:cubicBezTo>
                    <a:pt x="226" y="491"/>
                    <a:pt x="226" y="491"/>
                    <a:pt x="226" y="490"/>
                  </a:cubicBezTo>
                  <a:cubicBezTo>
                    <a:pt x="226" y="360"/>
                    <a:pt x="226" y="360"/>
                    <a:pt x="226" y="360"/>
                  </a:cubicBezTo>
                  <a:cubicBezTo>
                    <a:pt x="226" y="360"/>
                    <a:pt x="226" y="360"/>
                    <a:pt x="226" y="360"/>
                  </a:cubicBezTo>
                  <a:cubicBezTo>
                    <a:pt x="356" y="360"/>
                    <a:pt x="356" y="360"/>
                    <a:pt x="356" y="360"/>
                  </a:cubicBezTo>
                  <a:cubicBezTo>
                    <a:pt x="376" y="360"/>
                    <a:pt x="393" y="343"/>
                    <a:pt x="393" y="323"/>
                  </a:cubicBezTo>
                  <a:cubicBezTo>
                    <a:pt x="393" y="323"/>
                    <a:pt x="393" y="323"/>
                    <a:pt x="393" y="323"/>
                  </a:cubicBezTo>
                  <a:cubicBezTo>
                    <a:pt x="393" y="302"/>
                    <a:pt x="376" y="286"/>
                    <a:pt x="356" y="286"/>
                  </a:cubicBezTo>
                  <a:cubicBezTo>
                    <a:pt x="306" y="286"/>
                    <a:pt x="306" y="286"/>
                    <a:pt x="306" y="286"/>
                  </a:cubicBezTo>
                  <a:cubicBezTo>
                    <a:pt x="306" y="284"/>
                    <a:pt x="306" y="282"/>
                    <a:pt x="306" y="280"/>
                  </a:cubicBezTo>
                  <a:lnTo>
                    <a:pt x="306" y="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246"/>
            <p:cNvSpPr>
              <a:spLocks/>
            </p:cNvSpPr>
            <p:nvPr/>
          </p:nvSpPr>
          <p:spPr bwMode="auto">
            <a:xfrm>
              <a:off x="7581901" y="3975100"/>
              <a:ext cx="31750" cy="33337"/>
            </a:xfrm>
            <a:custGeom>
              <a:avLst/>
              <a:gdLst>
                <a:gd name="T0" fmla="*/ 20 w 20"/>
                <a:gd name="T1" fmla="*/ 17 h 21"/>
                <a:gd name="T2" fmla="*/ 7 w 20"/>
                <a:gd name="T3" fmla="*/ 11 h 21"/>
                <a:gd name="T4" fmla="*/ 20 w 20"/>
                <a:gd name="T5" fmla="*/ 5 h 21"/>
                <a:gd name="T6" fmla="*/ 18 w 20"/>
                <a:gd name="T7" fmla="*/ 0 h 21"/>
                <a:gd name="T8" fmla="*/ 0 w 20"/>
                <a:gd name="T9" fmla="*/ 9 h 21"/>
                <a:gd name="T10" fmla="*/ 0 w 20"/>
                <a:gd name="T11" fmla="*/ 12 h 21"/>
                <a:gd name="T12" fmla="*/ 18 w 20"/>
                <a:gd name="T13" fmla="*/ 21 h 21"/>
                <a:gd name="T14" fmla="*/ 20 w 20"/>
                <a:gd name="T15" fmla="*/ 17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21">
                  <a:moveTo>
                    <a:pt x="20" y="17"/>
                  </a:moveTo>
                  <a:lnTo>
                    <a:pt x="7" y="11"/>
                  </a:lnTo>
                  <a:lnTo>
                    <a:pt x="20" y="5"/>
                  </a:lnTo>
                  <a:lnTo>
                    <a:pt x="18" y="0"/>
                  </a:lnTo>
                  <a:lnTo>
                    <a:pt x="0" y="9"/>
                  </a:lnTo>
                  <a:lnTo>
                    <a:pt x="0" y="12"/>
                  </a:lnTo>
                  <a:lnTo>
                    <a:pt x="18" y="21"/>
                  </a:lnTo>
                  <a:lnTo>
                    <a:pt x="20"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247"/>
            <p:cNvSpPr>
              <a:spLocks/>
            </p:cNvSpPr>
            <p:nvPr/>
          </p:nvSpPr>
          <p:spPr bwMode="auto">
            <a:xfrm>
              <a:off x="7623176" y="3965575"/>
              <a:ext cx="33338" cy="50800"/>
            </a:xfrm>
            <a:custGeom>
              <a:avLst/>
              <a:gdLst>
                <a:gd name="T0" fmla="*/ 27 w 27"/>
                <a:gd name="T1" fmla="*/ 30 h 39"/>
                <a:gd name="T2" fmla="*/ 21 w 27"/>
                <a:gd name="T3" fmla="*/ 29 h 39"/>
                <a:gd name="T4" fmla="*/ 21 w 27"/>
                <a:gd name="T5" fmla="*/ 32 h 39"/>
                <a:gd name="T6" fmla="*/ 20 w 27"/>
                <a:gd name="T7" fmla="*/ 34 h 39"/>
                <a:gd name="T8" fmla="*/ 10 w 27"/>
                <a:gd name="T9" fmla="*/ 34 h 39"/>
                <a:gd name="T10" fmla="*/ 10 w 27"/>
                <a:gd name="T11" fmla="*/ 22 h 39"/>
                <a:gd name="T12" fmla="*/ 24 w 27"/>
                <a:gd name="T13" fmla="*/ 22 h 39"/>
                <a:gd name="T14" fmla="*/ 24 w 27"/>
                <a:gd name="T15" fmla="*/ 16 h 39"/>
                <a:gd name="T16" fmla="*/ 10 w 27"/>
                <a:gd name="T17" fmla="*/ 16 h 39"/>
                <a:gd name="T18" fmla="*/ 10 w 27"/>
                <a:gd name="T19" fmla="*/ 5 h 39"/>
                <a:gd name="T20" fmla="*/ 19 w 27"/>
                <a:gd name="T21" fmla="*/ 5 h 39"/>
                <a:gd name="T22" fmla="*/ 21 w 27"/>
                <a:gd name="T23" fmla="*/ 6 h 39"/>
                <a:gd name="T24" fmla="*/ 21 w 27"/>
                <a:gd name="T25" fmla="*/ 9 h 39"/>
                <a:gd name="T26" fmla="*/ 27 w 27"/>
                <a:gd name="T27" fmla="*/ 9 h 39"/>
                <a:gd name="T28" fmla="*/ 27 w 27"/>
                <a:gd name="T29" fmla="*/ 0 h 39"/>
                <a:gd name="T30" fmla="*/ 0 w 27"/>
                <a:gd name="T31" fmla="*/ 0 h 39"/>
                <a:gd name="T32" fmla="*/ 0 w 27"/>
                <a:gd name="T33" fmla="*/ 4 h 39"/>
                <a:gd name="T34" fmla="*/ 3 w 27"/>
                <a:gd name="T35" fmla="*/ 5 h 39"/>
                <a:gd name="T36" fmla="*/ 3 w 27"/>
                <a:gd name="T37" fmla="*/ 32 h 39"/>
                <a:gd name="T38" fmla="*/ 1 w 27"/>
                <a:gd name="T39" fmla="*/ 34 h 39"/>
                <a:gd name="T40" fmla="*/ 0 w 27"/>
                <a:gd name="T41" fmla="*/ 35 h 39"/>
                <a:gd name="T42" fmla="*/ 0 w 27"/>
                <a:gd name="T43" fmla="*/ 39 h 39"/>
                <a:gd name="T44" fmla="*/ 27 w 27"/>
                <a:gd name="T45" fmla="*/ 39 h 39"/>
                <a:gd name="T46" fmla="*/ 27 w 27"/>
                <a:gd name="T47" fmla="*/ 3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39">
                  <a:moveTo>
                    <a:pt x="27" y="30"/>
                  </a:moveTo>
                  <a:cubicBezTo>
                    <a:pt x="21" y="29"/>
                    <a:pt x="21" y="29"/>
                    <a:pt x="21" y="29"/>
                  </a:cubicBezTo>
                  <a:cubicBezTo>
                    <a:pt x="21" y="32"/>
                    <a:pt x="21" y="32"/>
                    <a:pt x="21" y="32"/>
                  </a:cubicBezTo>
                  <a:cubicBezTo>
                    <a:pt x="21" y="33"/>
                    <a:pt x="21" y="34"/>
                    <a:pt x="20" y="34"/>
                  </a:cubicBezTo>
                  <a:cubicBezTo>
                    <a:pt x="10" y="34"/>
                    <a:pt x="10" y="34"/>
                    <a:pt x="10" y="34"/>
                  </a:cubicBezTo>
                  <a:cubicBezTo>
                    <a:pt x="10" y="22"/>
                    <a:pt x="10" y="22"/>
                    <a:pt x="10" y="22"/>
                  </a:cubicBezTo>
                  <a:cubicBezTo>
                    <a:pt x="24" y="22"/>
                    <a:pt x="24" y="22"/>
                    <a:pt x="24" y="22"/>
                  </a:cubicBezTo>
                  <a:cubicBezTo>
                    <a:pt x="24" y="16"/>
                    <a:pt x="24" y="16"/>
                    <a:pt x="24" y="16"/>
                  </a:cubicBezTo>
                  <a:cubicBezTo>
                    <a:pt x="10" y="16"/>
                    <a:pt x="10" y="16"/>
                    <a:pt x="10" y="16"/>
                  </a:cubicBezTo>
                  <a:cubicBezTo>
                    <a:pt x="10" y="5"/>
                    <a:pt x="10" y="5"/>
                    <a:pt x="10" y="5"/>
                  </a:cubicBezTo>
                  <a:cubicBezTo>
                    <a:pt x="19" y="5"/>
                    <a:pt x="19" y="5"/>
                    <a:pt x="19" y="5"/>
                  </a:cubicBezTo>
                  <a:cubicBezTo>
                    <a:pt x="21" y="5"/>
                    <a:pt x="21" y="5"/>
                    <a:pt x="21" y="6"/>
                  </a:cubicBezTo>
                  <a:cubicBezTo>
                    <a:pt x="21" y="9"/>
                    <a:pt x="21" y="9"/>
                    <a:pt x="21" y="9"/>
                  </a:cubicBezTo>
                  <a:cubicBezTo>
                    <a:pt x="27" y="9"/>
                    <a:pt x="27" y="9"/>
                    <a:pt x="27" y="9"/>
                  </a:cubicBezTo>
                  <a:cubicBezTo>
                    <a:pt x="27" y="0"/>
                    <a:pt x="27" y="0"/>
                    <a:pt x="27" y="0"/>
                  </a:cubicBezTo>
                  <a:cubicBezTo>
                    <a:pt x="0" y="0"/>
                    <a:pt x="0" y="0"/>
                    <a:pt x="0" y="0"/>
                  </a:cubicBezTo>
                  <a:cubicBezTo>
                    <a:pt x="0" y="4"/>
                    <a:pt x="0" y="4"/>
                    <a:pt x="0" y="4"/>
                  </a:cubicBezTo>
                  <a:cubicBezTo>
                    <a:pt x="3" y="5"/>
                    <a:pt x="3" y="5"/>
                    <a:pt x="3" y="5"/>
                  </a:cubicBezTo>
                  <a:cubicBezTo>
                    <a:pt x="3" y="32"/>
                    <a:pt x="3" y="32"/>
                    <a:pt x="3" y="32"/>
                  </a:cubicBezTo>
                  <a:cubicBezTo>
                    <a:pt x="3" y="34"/>
                    <a:pt x="3" y="34"/>
                    <a:pt x="1" y="34"/>
                  </a:cubicBezTo>
                  <a:cubicBezTo>
                    <a:pt x="0" y="35"/>
                    <a:pt x="0" y="35"/>
                    <a:pt x="0" y="35"/>
                  </a:cubicBezTo>
                  <a:cubicBezTo>
                    <a:pt x="0" y="39"/>
                    <a:pt x="0" y="39"/>
                    <a:pt x="0" y="39"/>
                  </a:cubicBezTo>
                  <a:cubicBezTo>
                    <a:pt x="27" y="39"/>
                    <a:pt x="27" y="39"/>
                    <a:pt x="27" y="39"/>
                  </a:cubicBezTo>
                  <a:lnTo>
                    <a:pt x="27"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Freeform 248"/>
            <p:cNvSpPr>
              <a:spLocks noEditPoints="1"/>
            </p:cNvSpPr>
            <p:nvPr/>
          </p:nvSpPr>
          <p:spPr bwMode="auto">
            <a:xfrm>
              <a:off x="7662863" y="3965575"/>
              <a:ext cx="46038" cy="50800"/>
            </a:xfrm>
            <a:custGeom>
              <a:avLst/>
              <a:gdLst>
                <a:gd name="T0" fmla="*/ 13 w 35"/>
                <a:gd name="T1" fmla="*/ 34 h 39"/>
                <a:gd name="T2" fmla="*/ 11 w 35"/>
                <a:gd name="T3" fmla="*/ 34 h 39"/>
                <a:gd name="T4" fmla="*/ 11 w 35"/>
                <a:gd name="T5" fmla="*/ 24 h 39"/>
                <a:gd name="T6" fmla="*/ 16 w 35"/>
                <a:gd name="T7" fmla="*/ 24 h 39"/>
                <a:gd name="T8" fmla="*/ 21 w 35"/>
                <a:gd name="T9" fmla="*/ 26 h 39"/>
                <a:gd name="T10" fmla="*/ 24 w 35"/>
                <a:gd name="T11" fmla="*/ 33 h 39"/>
                <a:gd name="T12" fmla="*/ 23 w 35"/>
                <a:gd name="T13" fmla="*/ 34 h 39"/>
                <a:gd name="T14" fmla="*/ 21 w 35"/>
                <a:gd name="T15" fmla="*/ 35 h 39"/>
                <a:gd name="T16" fmla="*/ 21 w 35"/>
                <a:gd name="T17" fmla="*/ 39 h 39"/>
                <a:gd name="T18" fmla="*/ 35 w 35"/>
                <a:gd name="T19" fmla="*/ 39 h 39"/>
                <a:gd name="T20" fmla="*/ 35 w 35"/>
                <a:gd name="T21" fmla="*/ 34 h 39"/>
                <a:gd name="T22" fmla="*/ 32 w 35"/>
                <a:gd name="T23" fmla="*/ 34 h 39"/>
                <a:gd name="T24" fmla="*/ 27 w 35"/>
                <a:gd name="T25" fmla="*/ 25 h 39"/>
                <a:gd name="T26" fmla="*/ 23 w 35"/>
                <a:gd name="T27" fmla="*/ 21 h 39"/>
                <a:gd name="T28" fmla="*/ 31 w 35"/>
                <a:gd name="T29" fmla="*/ 10 h 39"/>
                <a:gd name="T30" fmla="*/ 17 w 35"/>
                <a:gd name="T31" fmla="*/ 0 h 39"/>
                <a:gd name="T32" fmla="*/ 0 w 35"/>
                <a:gd name="T33" fmla="*/ 0 h 39"/>
                <a:gd name="T34" fmla="*/ 0 w 35"/>
                <a:gd name="T35" fmla="*/ 4 h 39"/>
                <a:gd name="T36" fmla="*/ 3 w 35"/>
                <a:gd name="T37" fmla="*/ 5 h 39"/>
                <a:gd name="T38" fmla="*/ 3 w 35"/>
                <a:gd name="T39" fmla="*/ 33 h 39"/>
                <a:gd name="T40" fmla="*/ 2 w 35"/>
                <a:gd name="T41" fmla="*/ 34 h 39"/>
                <a:gd name="T42" fmla="*/ 0 w 35"/>
                <a:gd name="T43" fmla="*/ 35 h 39"/>
                <a:gd name="T44" fmla="*/ 0 w 35"/>
                <a:gd name="T45" fmla="*/ 39 h 39"/>
                <a:gd name="T46" fmla="*/ 13 w 35"/>
                <a:gd name="T47" fmla="*/ 39 h 39"/>
                <a:gd name="T48" fmla="*/ 13 w 35"/>
                <a:gd name="T49" fmla="*/ 34 h 39"/>
                <a:gd name="T50" fmla="*/ 11 w 35"/>
                <a:gd name="T51" fmla="*/ 5 h 39"/>
                <a:gd name="T52" fmla="*/ 15 w 35"/>
                <a:gd name="T53" fmla="*/ 5 h 39"/>
                <a:gd name="T54" fmla="*/ 24 w 35"/>
                <a:gd name="T55" fmla="*/ 11 h 39"/>
                <a:gd name="T56" fmla="*/ 16 w 35"/>
                <a:gd name="T57" fmla="*/ 19 h 39"/>
                <a:gd name="T58" fmla="*/ 11 w 35"/>
                <a:gd name="T59" fmla="*/ 19 h 39"/>
                <a:gd name="T60" fmla="*/ 11 w 35"/>
                <a:gd name="T61" fmla="*/ 5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5" h="39">
                  <a:moveTo>
                    <a:pt x="13" y="34"/>
                  </a:moveTo>
                  <a:cubicBezTo>
                    <a:pt x="11" y="34"/>
                    <a:pt x="11" y="34"/>
                    <a:pt x="11" y="34"/>
                  </a:cubicBezTo>
                  <a:cubicBezTo>
                    <a:pt x="11" y="24"/>
                    <a:pt x="11" y="24"/>
                    <a:pt x="11" y="24"/>
                  </a:cubicBezTo>
                  <a:cubicBezTo>
                    <a:pt x="16" y="24"/>
                    <a:pt x="16" y="24"/>
                    <a:pt x="16" y="24"/>
                  </a:cubicBezTo>
                  <a:cubicBezTo>
                    <a:pt x="19" y="24"/>
                    <a:pt x="20" y="24"/>
                    <a:pt x="21" y="26"/>
                  </a:cubicBezTo>
                  <a:cubicBezTo>
                    <a:pt x="24" y="33"/>
                    <a:pt x="24" y="33"/>
                    <a:pt x="24" y="33"/>
                  </a:cubicBezTo>
                  <a:cubicBezTo>
                    <a:pt x="24" y="34"/>
                    <a:pt x="24" y="34"/>
                    <a:pt x="23" y="34"/>
                  </a:cubicBezTo>
                  <a:cubicBezTo>
                    <a:pt x="21" y="35"/>
                    <a:pt x="21" y="35"/>
                    <a:pt x="21" y="35"/>
                  </a:cubicBezTo>
                  <a:cubicBezTo>
                    <a:pt x="21" y="39"/>
                    <a:pt x="21" y="39"/>
                    <a:pt x="21" y="39"/>
                  </a:cubicBezTo>
                  <a:cubicBezTo>
                    <a:pt x="35" y="39"/>
                    <a:pt x="35" y="39"/>
                    <a:pt x="35" y="39"/>
                  </a:cubicBezTo>
                  <a:cubicBezTo>
                    <a:pt x="35" y="34"/>
                    <a:pt x="35" y="34"/>
                    <a:pt x="35" y="34"/>
                  </a:cubicBezTo>
                  <a:cubicBezTo>
                    <a:pt x="32" y="34"/>
                    <a:pt x="32" y="34"/>
                    <a:pt x="32" y="34"/>
                  </a:cubicBezTo>
                  <a:cubicBezTo>
                    <a:pt x="27" y="25"/>
                    <a:pt x="27" y="25"/>
                    <a:pt x="27" y="25"/>
                  </a:cubicBezTo>
                  <a:cubicBezTo>
                    <a:pt x="26" y="23"/>
                    <a:pt x="25" y="22"/>
                    <a:pt x="23" y="21"/>
                  </a:cubicBezTo>
                  <a:cubicBezTo>
                    <a:pt x="27" y="20"/>
                    <a:pt x="31" y="17"/>
                    <a:pt x="31" y="10"/>
                  </a:cubicBezTo>
                  <a:cubicBezTo>
                    <a:pt x="31" y="2"/>
                    <a:pt x="25" y="0"/>
                    <a:pt x="17" y="0"/>
                  </a:cubicBezTo>
                  <a:cubicBezTo>
                    <a:pt x="0" y="0"/>
                    <a:pt x="0" y="0"/>
                    <a:pt x="0" y="0"/>
                  </a:cubicBezTo>
                  <a:cubicBezTo>
                    <a:pt x="0" y="4"/>
                    <a:pt x="0" y="4"/>
                    <a:pt x="0" y="4"/>
                  </a:cubicBezTo>
                  <a:cubicBezTo>
                    <a:pt x="3" y="5"/>
                    <a:pt x="3" y="5"/>
                    <a:pt x="3" y="5"/>
                  </a:cubicBezTo>
                  <a:cubicBezTo>
                    <a:pt x="3" y="33"/>
                    <a:pt x="3" y="33"/>
                    <a:pt x="3" y="33"/>
                  </a:cubicBezTo>
                  <a:cubicBezTo>
                    <a:pt x="3" y="34"/>
                    <a:pt x="3" y="34"/>
                    <a:pt x="2" y="34"/>
                  </a:cubicBezTo>
                  <a:cubicBezTo>
                    <a:pt x="0" y="35"/>
                    <a:pt x="0" y="35"/>
                    <a:pt x="0" y="35"/>
                  </a:cubicBezTo>
                  <a:cubicBezTo>
                    <a:pt x="0" y="39"/>
                    <a:pt x="0" y="39"/>
                    <a:pt x="0" y="39"/>
                  </a:cubicBezTo>
                  <a:cubicBezTo>
                    <a:pt x="13" y="39"/>
                    <a:pt x="13" y="39"/>
                    <a:pt x="13" y="39"/>
                  </a:cubicBezTo>
                  <a:lnTo>
                    <a:pt x="13" y="34"/>
                  </a:lnTo>
                  <a:close/>
                  <a:moveTo>
                    <a:pt x="11" y="5"/>
                  </a:moveTo>
                  <a:cubicBezTo>
                    <a:pt x="15" y="5"/>
                    <a:pt x="15" y="5"/>
                    <a:pt x="15" y="5"/>
                  </a:cubicBezTo>
                  <a:cubicBezTo>
                    <a:pt x="21" y="5"/>
                    <a:pt x="24" y="6"/>
                    <a:pt x="24" y="11"/>
                  </a:cubicBezTo>
                  <a:cubicBezTo>
                    <a:pt x="24" y="16"/>
                    <a:pt x="21" y="19"/>
                    <a:pt x="16" y="19"/>
                  </a:cubicBezTo>
                  <a:cubicBezTo>
                    <a:pt x="11" y="19"/>
                    <a:pt x="11" y="19"/>
                    <a:pt x="11" y="19"/>
                  </a:cubicBezTo>
                  <a:lnTo>
                    <a:pt x="1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Freeform 249"/>
            <p:cNvSpPr>
              <a:spLocks noEditPoints="1"/>
            </p:cNvSpPr>
            <p:nvPr/>
          </p:nvSpPr>
          <p:spPr bwMode="auto">
            <a:xfrm>
              <a:off x="7712076" y="3965575"/>
              <a:ext cx="46038" cy="50800"/>
            </a:xfrm>
            <a:custGeom>
              <a:avLst/>
              <a:gdLst>
                <a:gd name="T0" fmla="*/ 14 w 35"/>
                <a:gd name="T1" fmla="*/ 34 h 39"/>
                <a:gd name="T2" fmla="*/ 11 w 35"/>
                <a:gd name="T3" fmla="*/ 34 h 39"/>
                <a:gd name="T4" fmla="*/ 11 w 35"/>
                <a:gd name="T5" fmla="*/ 24 h 39"/>
                <a:gd name="T6" fmla="*/ 16 w 35"/>
                <a:gd name="T7" fmla="*/ 24 h 39"/>
                <a:gd name="T8" fmla="*/ 21 w 35"/>
                <a:gd name="T9" fmla="*/ 26 h 39"/>
                <a:gd name="T10" fmla="*/ 24 w 35"/>
                <a:gd name="T11" fmla="*/ 33 h 39"/>
                <a:gd name="T12" fmla="*/ 23 w 35"/>
                <a:gd name="T13" fmla="*/ 34 h 39"/>
                <a:gd name="T14" fmla="*/ 21 w 35"/>
                <a:gd name="T15" fmla="*/ 35 h 39"/>
                <a:gd name="T16" fmla="*/ 21 w 35"/>
                <a:gd name="T17" fmla="*/ 39 h 39"/>
                <a:gd name="T18" fmla="*/ 35 w 35"/>
                <a:gd name="T19" fmla="*/ 39 h 39"/>
                <a:gd name="T20" fmla="*/ 35 w 35"/>
                <a:gd name="T21" fmla="*/ 34 h 39"/>
                <a:gd name="T22" fmla="*/ 32 w 35"/>
                <a:gd name="T23" fmla="*/ 34 h 39"/>
                <a:gd name="T24" fmla="*/ 27 w 35"/>
                <a:gd name="T25" fmla="*/ 25 h 39"/>
                <a:gd name="T26" fmla="*/ 23 w 35"/>
                <a:gd name="T27" fmla="*/ 21 h 39"/>
                <a:gd name="T28" fmla="*/ 31 w 35"/>
                <a:gd name="T29" fmla="*/ 10 h 39"/>
                <a:gd name="T30" fmla="*/ 17 w 35"/>
                <a:gd name="T31" fmla="*/ 0 h 39"/>
                <a:gd name="T32" fmla="*/ 0 w 35"/>
                <a:gd name="T33" fmla="*/ 0 h 39"/>
                <a:gd name="T34" fmla="*/ 0 w 35"/>
                <a:gd name="T35" fmla="*/ 4 h 39"/>
                <a:gd name="T36" fmla="*/ 4 w 35"/>
                <a:gd name="T37" fmla="*/ 5 h 39"/>
                <a:gd name="T38" fmla="*/ 4 w 35"/>
                <a:gd name="T39" fmla="*/ 33 h 39"/>
                <a:gd name="T40" fmla="*/ 2 w 35"/>
                <a:gd name="T41" fmla="*/ 34 h 39"/>
                <a:gd name="T42" fmla="*/ 0 w 35"/>
                <a:gd name="T43" fmla="*/ 35 h 39"/>
                <a:gd name="T44" fmla="*/ 0 w 35"/>
                <a:gd name="T45" fmla="*/ 39 h 39"/>
                <a:gd name="T46" fmla="*/ 14 w 35"/>
                <a:gd name="T47" fmla="*/ 39 h 39"/>
                <a:gd name="T48" fmla="*/ 14 w 35"/>
                <a:gd name="T49" fmla="*/ 34 h 39"/>
                <a:gd name="T50" fmla="*/ 11 w 35"/>
                <a:gd name="T51" fmla="*/ 5 h 39"/>
                <a:gd name="T52" fmla="*/ 15 w 35"/>
                <a:gd name="T53" fmla="*/ 5 h 39"/>
                <a:gd name="T54" fmla="*/ 24 w 35"/>
                <a:gd name="T55" fmla="*/ 11 h 39"/>
                <a:gd name="T56" fmla="*/ 17 w 35"/>
                <a:gd name="T57" fmla="*/ 19 h 39"/>
                <a:gd name="T58" fmla="*/ 11 w 35"/>
                <a:gd name="T59" fmla="*/ 19 h 39"/>
                <a:gd name="T60" fmla="*/ 11 w 35"/>
                <a:gd name="T61" fmla="*/ 5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5" h="39">
                  <a:moveTo>
                    <a:pt x="14" y="34"/>
                  </a:moveTo>
                  <a:cubicBezTo>
                    <a:pt x="11" y="34"/>
                    <a:pt x="11" y="34"/>
                    <a:pt x="11" y="34"/>
                  </a:cubicBezTo>
                  <a:cubicBezTo>
                    <a:pt x="11" y="24"/>
                    <a:pt x="11" y="24"/>
                    <a:pt x="11" y="24"/>
                  </a:cubicBezTo>
                  <a:cubicBezTo>
                    <a:pt x="16" y="24"/>
                    <a:pt x="16" y="24"/>
                    <a:pt x="16" y="24"/>
                  </a:cubicBezTo>
                  <a:cubicBezTo>
                    <a:pt x="19" y="24"/>
                    <a:pt x="20" y="24"/>
                    <a:pt x="21" y="26"/>
                  </a:cubicBezTo>
                  <a:cubicBezTo>
                    <a:pt x="24" y="33"/>
                    <a:pt x="24" y="33"/>
                    <a:pt x="24" y="33"/>
                  </a:cubicBezTo>
                  <a:cubicBezTo>
                    <a:pt x="24" y="34"/>
                    <a:pt x="24" y="34"/>
                    <a:pt x="23" y="34"/>
                  </a:cubicBezTo>
                  <a:cubicBezTo>
                    <a:pt x="21" y="35"/>
                    <a:pt x="21" y="35"/>
                    <a:pt x="21" y="35"/>
                  </a:cubicBezTo>
                  <a:cubicBezTo>
                    <a:pt x="21" y="39"/>
                    <a:pt x="21" y="39"/>
                    <a:pt x="21" y="39"/>
                  </a:cubicBezTo>
                  <a:cubicBezTo>
                    <a:pt x="35" y="39"/>
                    <a:pt x="35" y="39"/>
                    <a:pt x="35" y="39"/>
                  </a:cubicBezTo>
                  <a:cubicBezTo>
                    <a:pt x="35" y="34"/>
                    <a:pt x="35" y="34"/>
                    <a:pt x="35" y="34"/>
                  </a:cubicBezTo>
                  <a:cubicBezTo>
                    <a:pt x="32" y="34"/>
                    <a:pt x="32" y="34"/>
                    <a:pt x="32" y="34"/>
                  </a:cubicBezTo>
                  <a:cubicBezTo>
                    <a:pt x="27" y="25"/>
                    <a:pt x="27" y="25"/>
                    <a:pt x="27" y="25"/>
                  </a:cubicBezTo>
                  <a:cubicBezTo>
                    <a:pt x="26" y="23"/>
                    <a:pt x="26" y="22"/>
                    <a:pt x="23" y="21"/>
                  </a:cubicBezTo>
                  <a:cubicBezTo>
                    <a:pt x="28" y="20"/>
                    <a:pt x="31" y="17"/>
                    <a:pt x="31" y="10"/>
                  </a:cubicBezTo>
                  <a:cubicBezTo>
                    <a:pt x="31" y="2"/>
                    <a:pt x="26" y="0"/>
                    <a:pt x="17" y="0"/>
                  </a:cubicBezTo>
                  <a:cubicBezTo>
                    <a:pt x="0" y="0"/>
                    <a:pt x="0" y="0"/>
                    <a:pt x="0" y="0"/>
                  </a:cubicBezTo>
                  <a:cubicBezTo>
                    <a:pt x="0" y="4"/>
                    <a:pt x="0" y="4"/>
                    <a:pt x="0" y="4"/>
                  </a:cubicBezTo>
                  <a:cubicBezTo>
                    <a:pt x="4" y="5"/>
                    <a:pt x="4" y="5"/>
                    <a:pt x="4" y="5"/>
                  </a:cubicBezTo>
                  <a:cubicBezTo>
                    <a:pt x="4" y="33"/>
                    <a:pt x="4" y="33"/>
                    <a:pt x="4" y="33"/>
                  </a:cubicBezTo>
                  <a:cubicBezTo>
                    <a:pt x="4" y="34"/>
                    <a:pt x="3" y="34"/>
                    <a:pt x="2" y="34"/>
                  </a:cubicBezTo>
                  <a:cubicBezTo>
                    <a:pt x="0" y="35"/>
                    <a:pt x="0" y="35"/>
                    <a:pt x="0" y="35"/>
                  </a:cubicBezTo>
                  <a:cubicBezTo>
                    <a:pt x="0" y="39"/>
                    <a:pt x="0" y="39"/>
                    <a:pt x="0" y="39"/>
                  </a:cubicBezTo>
                  <a:cubicBezTo>
                    <a:pt x="14" y="39"/>
                    <a:pt x="14" y="39"/>
                    <a:pt x="14" y="39"/>
                  </a:cubicBezTo>
                  <a:lnTo>
                    <a:pt x="14" y="34"/>
                  </a:lnTo>
                  <a:close/>
                  <a:moveTo>
                    <a:pt x="11" y="5"/>
                  </a:moveTo>
                  <a:cubicBezTo>
                    <a:pt x="15" y="5"/>
                    <a:pt x="15" y="5"/>
                    <a:pt x="15" y="5"/>
                  </a:cubicBezTo>
                  <a:cubicBezTo>
                    <a:pt x="21" y="5"/>
                    <a:pt x="24" y="6"/>
                    <a:pt x="24" y="11"/>
                  </a:cubicBezTo>
                  <a:cubicBezTo>
                    <a:pt x="24" y="16"/>
                    <a:pt x="21" y="19"/>
                    <a:pt x="17" y="19"/>
                  </a:cubicBezTo>
                  <a:cubicBezTo>
                    <a:pt x="11" y="19"/>
                    <a:pt x="11" y="19"/>
                    <a:pt x="11" y="19"/>
                  </a:cubicBezTo>
                  <a:lnTo>
                    <a:pt x="1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250"/>
            <p:cNvSpPr>
              <a:spLocks noEditPoints="1"/>
            </p:cNvSpPr>
            <p:nvPr/>
          </p:nvSpPr>
          <p:spPr bwMode="auto">
            <a:xfrm>
              <a:off x="7759701" y="3963988"/>
              <a:ext cx="46038" cy="53975"/>
            </a:xfrm>
            <a:custGeom>
              <a:avLst/>
              <a:gdLst>
                <a:gd name="T0" fmla="*/ 17 w 35"/>
                <a:gd name="T1" fmla="*/ 41 h 41"/>
                <a:gd name="T2" fmla="*/ 35 w 35"/>
                <a:gd name="T3" fmla="*/ 20 h 41"/>
                <a:gd name="T4" fmla="*/ 18 w 35"/>
                <a:gd name="T5" fmla="*/ 0 h 41"/>
                <a:gd name="T6" fmla="*/ 0 w 35"/>
                <a:gd name="T7" fmla="*/ 20 h 41"/>
                <a:gd name="T8" fmla="*/ 17 w 35"/>
                <a:gd name="T9" fmla="*/ 41 h 41"/>
                <a:gd name="T10" fmla="*/ 18 w 35"/>
                <a:gd name="T11" fmla="*/ 6 h 41"/>
                <a:gd name="T12" fmla="*/ 27 w 35"/>
                <a:gd name="T13" fmla="*/ 21 h 41"/>
                <a:gd name="T14" fmla="*/ 18 w 35"/>
                <a:gd name="T15" fmla="*/ 35 h 41"/>
                <a:gd name="T16" fmla="*/ 8 w 35"/>
                <a:gd name="T17" fmla="*/ 20 h 41"/>
                <a:gd name="T18" fmla="*/ 18 w 35"/>
                <a:gd name="T19"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41">
                  <a:moveTo>
                    <a:pt x="17" y="41"/>
                  </a:moveTo>
                  <a:cubicBezTo>
                    <a:pt x="28" y="41"/>
                    <a:pt x="35" y="34"/>
                    <a:pt x="35" y="20"/>
                  </a:cubicBezTo>
                  <a:cubicBezTo>
                    <a:pt x="35" y="5"/>
                    <a:pt x="27" y="0"/>
                    <a:pt x="18" y="0"/>
                  </a:cubicBezTo>
                  <a:cubicBezTo>
                    <a:pt x="10" y="0"/>
                    <a:pt x="0" y="5"/>
                    <a:pt x="0" y="20"/>
                  </a:cubicBezTo>
                  <a:cubicBezTo>
                    <a:pt x="0" y="34"/>
                    <a:pt x="7" y="41"/>
                    <a:pt x="17" y="41"/>
                  </a:cubicBezTo>
                  <a:close/>
                  <a:moveTo>
                    <a:pt x="18" y="6"/>
                  </a:moveTo>
                  <a:cubicBezTo>
                    <a:pt x="26" y="6"/>
                    <a:pt x="27" y="15"/>
                    <a:pt x="27" y="21"/>
                  </a:cubicBezTo>
                  <a:cubicBezTo>
                    <a:pt x="27" y="28"/>
                    <a:pt x="25" y="35"/>
                    <a:pt x="18" y="35"/>
                  </a:cubicBezTo>
                  <a:cubicBezTo>
                    <a:pt x="9" y="35"/>
                    <a:pt x="8" y="27"/>
                    <a:pt x="8" y="20"/>
                  </a:cubicBezTo>
                  <a:cubicBezTo>
                    <a:pt x="8" y="13"/>
                    <a:pt x="10" y="6"/>
                    <a:pt x="18"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251"/>
            <p:cNvSpPr>
              <a:spLocks noEditPoints="1"/>
            </p:cNvSpPr>
            <p:nvPr/>
          </p:nvSpPr>
          <p:spPr bwMode="auto">
            <a:xfrm>
              <a:off x="7812088" y="3965575"/>
              <a:ext cx="44450" cy="50800"/>
            </a:xfrm>
            <a:custGeom>
              <a:avLst/>
              <a:gdLst>
                <a:gd name="T0" fmla="*/ 13 w 35"/>
                <a:gd name="T1" fmla="*/ 34 h 39"/>
                <a:gd name="T2" fmla="*/ 10 w 35"/>
                <a:gd name="T3" fmla="*/ 34 h 39"/>
                <a:gd name="T4" fmla="*/ 10 w 35"/>
                <a:gd name="T5" fmla="*/ 24 h 39"/>
                <a:gd name="T6" fmla="*/ 16 w 35"/>
                <a:gd name="T7" fmla="*/ 24 h 39"/>
                <a:gd name="T8" fmla="*/ 20 w 35"/>
                <a:gd name="T9" fmla="*/ 26 h 39"/>
                <a:gd name="T10" fmla="*/ 23 w 35"/>
                <a:gd name="T11" fmla="*/ 33 h 39"/>
                <a:gd name="T12" fmla="*/ 23 w 35"/>
                <a:gd name="T13" fmla="*/ 34 h 39"/>
                <a:gd name="T14" fmla="*/ 21 w 35"/>
                <a:gd name="T15" fmla="*/ 35 h 39"/>
                <a:gd name="T16" fmla="*/ 21 w 35"/>
                <a:gd name="T17" fmla="*/ 39 h 39"/>
                <a:gd name="T18" fmla="*/ 35 w 35"/>
                <a:gd name="T19" fmla="*/ 39 h 39"/>
                <a:gd name="T20" fmla="*/ 35 w 35"/>
                <a:gd name="T21" fmla="*/ 34 h 39"/>
                <a:gd name="T22" fmla="*/ 32 w 35"/>
                <a:gd name="T23" fmla="*/ 34 h 39"/>
                <a:gd name="T24" fmla="*/ 27 w 35"/>
                <a:gd name="T25" fmla="*/ 25 h 39"/>
                <a:gd name="T26" fmla="*/ 23 w 35"/>
                <a:gd name="T27" fmla="*/ 21 h 39"/>
                <a:gd name="T28" fmla="*/ 31 w 35"/>
                <a:gd name="T29" fmla="*/ 10 h 39"/>
                <a:gd name="T30" fmla="*/ 16 w 35"/>
                <a:gd name="T31" fmla="*/ 0 h 39"/>
                <a:gd name="T32" fmla="*/ 0 w 35"/>
                <a:gd name="T33" fmla="*/ 0 h 39"/>
                <a:gd name="T34" fmla="*/ 0 w 35"/>
                <a:gd name="T35" fmla="*/ 4 h 39"/>
                <a:gd name="T36" fmla="*/ 3 w 35"/>
                <a:gd name="T37" fmla="*/ 5 h 39"/>
                <a:gd name="T38" fmla="*/ 3 w 35"/>
                <a:gd name="T39" fmla="*/ 33 h 39"/>
                <a:gd name="T40" fmla="*/ 2 w 35"/>
                <a:gd name="T41" fmla="*/ 34 h 39"/>
                <a:gd name="T42" fmla="*/ 0 w 35"/>
                <a:gd name="T43" fmla="*/ 35 h 39"/>
                <a:gd name="T44" fmla="*/ 0 w 35"/>
                <a:gd name="T45" fmla="*/ 39 h 39"/>
                <a:gd name="T46" fmla="*/ 13 w 35"/>
                <a:gd name="T47" fmla="*/ 39 h 39"/>
                <a:gd name="T48" fmla="*/ 13 w 35"/>
                <a:gd name="T49" fmla="*/ 34 h 39"/>
                <a:gd name="T50" fmla="*/ 10 w 35"/>
                <a:gd name="T51" fmla="*/ 5 h 39"/>
                <a:gd name="T52" fmla="*/ 15 w 35"/>
                <a:gd name="T53" fmla="*/ 5 h 39"/>
                <a:gd name="T54" fmla="*/ 23 w 35"/>
                <a:gd name="T55" fmla="*/ 11 h 39"/>
                <a:gd name="T56" fmla="*/ 16 w 35"/>
                <a:gd name="T57" fmla="*/ 19 h 39"/>
                <a:gd name="T58" fmla="*/ 10 w 35"/>
                <a:gd name="T59" fmla="*/ 19 h 39"/>
                <a:gd name="T60" fmla="*/ 10 w 35"/>
                <a:gd name="T61" fmla="*/ 5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5" h="39">
                  <a:moveTo>
                    <a:pt x="13" y="34"/>
                  </a:moveTo>
                  <a:cubicBezTo>
                    <a:pt x="10" y="34"/>
                    <a:pt x="10" y="34"/>
                    <a:pt x="10" y="34"/>
                  </a:cubicBezTo>
                  <a:cubicBezTo>
                    <a:pt x="10" y="24"/>
                    <a:pt x="10" y="24"/>
                    <a:pt x="10" y="24"/>
                  </a:cubicBezTo>
                  <a:cubicBezTo>
                    <a:pt x="16" y="24"/>
                    <a:pt x="16" y="24"/>
                    <a:pt x="16" y="24"/>
                  </a:cubicBezTo>
                  <a:cubicBezTo>
                    <a:pt x="18" y="24"/>
                    <a:pt x="19" y="24"/>
                    <a:pt x="20" y="26"/>
                  </a:cubicBezTo>
                  <a:cubicBezTo>
                    <a:pt x="23" y="33"/>
                    <a:pt x="23" y="33"/>
                    <a:pt x="23" y="33"/>
                  </a:cubicBezTo>
                  <a:cubicBezTo>
                    <a:pt x="24" y="34"/>
                    <a:pt x="24" y="34"/>
                    <a:pt x="23" y="34"/>
                  </a:cubicBezTo>
                  <a:cubicBezTo>
                    <a:pt x="21" y="35"/>
                    <a:pt x="21" y="35"/>
                    <a:pt x="21" y="35"/>
                  </a:cubicBezTo>
                  <a:cubicBezTo>
                    <a:pt x="21" y="39"/>
                    <a:pt x="21" y="39"/>
                    <a:pt x="21" y="39"/>
                  </a:cubicBezTo>
                  <a:cubicBezTo>
                    <a:pt x="35" y="39"/>
                    <a:pt x="35" y="39"/>
                    <a:pt x="35" y="39"/>
                  </a:cubicBezTo>
                  <a:cubicBezTo>
                    <a:pt x="35" y="34"/>
                    <a:pt x="35" y="34"/>
                    <a:pt x="35" y="34"/>
                  </a:cubicBezTo>
                  <a:cubicBezTo>
                    <a:pt x="32" y="34"/>
                    <a:pt x="32" y="34"/>
                    <a:pt x="32" y="34"/>
                  </a:cubicBezTo>
                  <a:cubicBezTo>
                    <a:pt x="27" y="25"/>
                    <a:pt x="27" y="25"/>
                    <a:pt x="27" y="25"/>
                  </a:cubicBezTo>
                  <a:cubicBezTo>
                    <a:pt x="26" y="23"/>
                    <a:pt x="25" y="22"/>
                    <a:pt x="23" y="21"/>
                  </a:cubicBezTo>
                  <a:cubicBezTo>
                    <a:pt x="27" y="20"/>
                    <a:pt x="31" y="17"/>
                    <a:pt x="31" y="10"/>
                  </a:cubicBezTo>
                  <a:cubicBezTo>
                    <a:pt x="31" y="2"/>
                    <a:pt x="25" y="0"/>
                    <a:pt x="16" y="0"/>
                  </a:cubicBezTo>
                  <a:cubicBezTo>
                    <a:pt x="0" y="0"/>
                    <a:pt x="0" y="0"/>
                    <a:pt x="0" y="0"/>
                  </a:cubicBezTo>
                  <a:cubicBezTo>
                    <a:pt x="0" y="4"/>
                    <a:pt x="0" y="4"/>
                    <a:pt x="0" y="4"/>
                  </a:cubicBezTo>
                  <a:cubicBezTo>
                    <a:pt x="3" y="5"/>
                    <a:pt x="3" y="5"/>
                    <a:pt x="3" y="5"/>
                  </a:cubicBezTo>
                  <a:cubicBezTo>
                    <a:pt x="3" y="33"/>
                    <a:pt x="3" y="33"/>
                    <a:pt x="3" y="33"/>
                  </a:cubicBezTo>
                  <a:cubicBezTo>
                    <a:pt x="3" y="34"/>
                    <a:pt x="3" y="34"/>
                    <a:pt x="2" y="34"/>
                  </a:cubicBezTo>
                  <a:cubicBezTo>
                    <a:pt x="0" y="35"/>
                    <a:pt x="0" y="35"/>
                    <a:pt x="0" y="35"/>
                  </a:cubicBezTo>
                  <a:cubicBezTo>
                    <a:pt x="0" y="39"/>
                    <a:pt x="0" y="39"/>
                    <a:pt x="0" y="39"/>
                  </a:cubicBezTo>
                  <a:cubicBezTo>
                    <a:pt x="13" y="39"/>
                    <a:pt x="13" y="39"/>
                    <a:pt x="13" y="39"/>
                  </a:cubicBezTo>
                  <a:lnTo>
                    <a:pt x="13" y="34"/>
                  </a:lnTo>
                  <a:close/>
                  <a:moveTo>
                    <a:pt x="10" y="5"/>
                  </a:moveTo>
                  <a:cubicBezTo>
                    <a:pt x="15" y="5"/>
                    <a:pt x="15" y="5"/>
                    <a:pt x="15" y="5"/>
                  </a:cubicBezTo>
                  <a:cubicBezTo>
                    <a:pt x="20" y="5"/>
                    <a:pt x="23" y="6"/>
                    <a:pt x="23" y="11"/>
                  </a:cubicBezTo>
                  <a:cubicBezTo>
                    <a:pt x="23" y="16"/>
                    <a:pt x="21" y="19"/>
                    <a:pt x="16" y="19"/>
                  </a:cubicBezTo>
                  <a:cubicBezTo>
                    <a:pt x="10" y="19"/>
                    <a:pt x="10" y="19"/>
                    <a:pt x="10" y="19"/>
                  </a:cubicBezTo>
                  <a:lnTo>
                    <a:pt x="1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Freeform 252"/>
            <p:cNvSpPr>
              <a:spLocks/>
            </p:cNvSpPr>
            <p:nvPr/>
          </p:nvSpPr>
          <p:spPr bwMode="auto">
            <a:xfrm>
              <a:off x="7862888" y="3975100"/>
              <a:ext cx="31750" cy="33337"/>
            </a:xfrm>
            <a:custGeom>
              <a:avLst/>
              <a:gdLst>
                <a:gd name="T0" fmla="*/ 0 w 20"/>
                <a:gd name="T1" fmla="*/ 17 h 21"/>
                <a:gd name="T2" fmla="*/ 2 w 20"/>
                <a:gd name="T3" fmla="*/ 21 h 21"/>
                <a:gd name="T4" fmla="*/ 20 w 20"/>
                <a:gd name="T5" fmla="*/ 12 h 21"/>
                <a:gd name="T6" fmla="*/ 20 w 20"/>
                <a:gd name="T7" fmla="*/ 9 h 21"/>
                <a:gd name="T8" fmla="*/ 2 w 20"/>
                <a:gd name="T9" fmla="*/ 0 h 21"/>
                <a:gd name="T10" fmla="*/ 0 w 20"/>
                <a:gd name="T11" fmla="*/ 5 h 21"/>
                <a:gd name="T12" fmla="*/ 13 w 20"/>
                <a:gd name="T13" fmla="*/ 11 h 21"/>
                <a:gd name="T14" fmla="*/ 0 w 20"/>
                <a:gd name="T15" fmla="*/ 17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21">
                  <a:moveTo>
                    <a:pt x="0" y="17"/>
                  </a:moveTo>
                  <a:lnTo>
                    <a:pt x="2" y="21"/>
                  </a:lnTo>
                  <a:lnTo>
                    <a:pt x="20" y="12"/>
                  </a:lnTo>
                  <a:lnTo>
                    <a:pt x="20" y="9"/>
                  </a:lnTo>
                  <a:lnTo>
                    <a:pt x="2" y="0"/>
                  </a:lnTo>
                  <a:lnTo>
                    <a:pt x="0" y="5"/>
                  </a:lnTo>
                  <a:lnTo>
                    <a:pt x="13" y="11"/>
                  </a:lnTo>
                  <a:lnTo>
                    <a:pt x="0"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Freeform 253"/>
            <p:cNvSpPr>
              <a:spLocks/>
            </p:cNvSpPr>
            <p:nvPr/>
          </p:nvSpPr>
          <p:spPr bwMode="auto">
            <a:xfrm>
              <a:off x="7658101" y="3611563"/>
              <a:ext cx="36513" cy="166687"/>
            </a:xfrm>
            <a:custGeom>
              <a:avLst/>
              <a:gdLst>
                <a:gd name="T0" fmla="*/ 25 w 28"/>
                <a:gd name="T1" fmla="*/ 12 h 129"/>
                <a:gd name="T2" fmla="*/ 21 w 28"/>
                <a:gd name="T3" fmla="*/ 4 h 129"/>
                <a:gd name="T4" fmla="*/ 2 w 28"/>
                <a:gd name="T5" fmla="*/ 43 h 129"/>
                <a:gd name="T6" fmla="*/ 15 w 28"/>
                <a:gd name="T7" fmla="*/ 87 h 129"/>
                <a:gd name="T8" fmla="*/ 5 w 28"/>
                <a:gd name="T9" fmla="*/ 118 h 129"/>
                <a:gd name="T10" fmla="*/ 10 w 28"/>
                <a:gd name="T11" fmla="*/ 125 h 129"/>
                <a:gd name="T12" fmla="*/ 21 w 28"/>
                <a:gd name="T13" fmla="*/ 77 h 129"/>
                <a:gd name="T14" fmla="*/ 12 w 28"/>
                <a:gd name="T15" fmla="*/ 32 h 129"/>
                <a:gd name="T16" fmla="*/ 25 w 28"/>
                <a:gd name="T17" fmla="*/ 12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29">
                  <a:moveTo>
                    <a:pt x="25" y="12"/>
                  </a:moveTo>
                  <a:cubicBezTo>
                    <a:pt x="28" y="9"/>
                    <a:pt x="25" y="0"/>
                    <a:pt x="21" y="4"/>
                  </a:cubicBezTo>
                  <a:cubicBezTo>
                    <a:pt x="11" y="13"/>
                    <a:pt x="4" y="27"/>
                    <a:pt x="2" y="43"/>
                  </a:cubicBezTo>
                  <a:cubicBezTo>
                    <a:pt x="0" y="60"/>
                    <a:pt x="13" y="71"/>
                    <a:pt x="15" y="87"/>
                  </a:cubicBezTo>
                  <a:cubicBezTo>
                    <a:pt x="16" y="98"/>
                    <a:pt x="10" y="110"/>
                    <a:pt x="5" y="118"/>
                  </a:cubicBezTo>
                  <a:cubicBezTo>
                    <a:pt x="1" y="122"/>
                    <a:pt x="6" y="129"/>
                    <a:pt x="10" y="125"/>
                  </a:cubicBezTo>
                  <a:cubicBezTo>
                    <a:pt x="20" y="112"/>
                    <a:pt x="24" y="95"/>
                    <a:pt x="21" y="77"/>
                  </a:cubicBezTo>
                  <a:cubicBezTo>
                    <a:pt x="17" y="60"/>
                    <a:pt x="5" y="52"/>
                    <a:pt x="12" y="32"/>
                  </a:cubicBezTo>
                  <a:cubicBezTo>
                    <a:pt x="14" y="25"/>
                    <a:pt x="19" y="17"/>
                    <a:pt x="25"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254"/>
            <p:cNvSpPr>
              <a:spLocks/>
            </p:cNvSpPr>
            <p:nvPr/>
          </p:nvSpPr>
          <p:spPr bwMode="auto">
            <a:xfrm>
              <a:off x="7715251" y="3611563"/>
              <a:ext cx="36513" cy="166687"/>
            </a:xfrm>
            <a:custGeom>
              <a:avLst/>
              <a:gdLst>
                <a:gd name="T0" fmla="*/ 24 w 28"/>
                <a:gd name="T1" fmla="*/ 12 h 129"/>
                <a:gd name="T2" fmla="*/ 20 w 28"/>
                <a:gd name="T3" fmla="*/ 4 h 129"/>
                <a:gd name="T4" fmla="*/ 2 w 28"/>
                <a:gd name="T5" fmla="*/ 43 h 129"/>
                <a:gd name="T6" fmla="*/ 14 w 28"/>
                <a:gd name="T7" fmla="*/ 87 h 129"/>
                <a:gd name="T8" fmla="*/ 4 w 28"/>
                <a:gd name="T9" fmla="*/ 118 h 129"/>
                <a:gd name="T10" fmla="*/ 10 w 28"/>
                <a:gd name="T11" fmla="*/ 125 h 129"/>
                <a:gd name="T12" fmla="*/ 20 w 28"/>
                <a:gd name="T13" fmla="*/ 77 h 129"/>
                <a:gd name="T14" fmla="*/ 12 w 28"/>
                <a:gd name="T15" fmla="*/ 32 h 129"/>
                <a:gd name="T16" fmla="*/ 24 w 28"/>
                <a:gd name="T17" fmla="*/ 12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29">
                  <a:moveTo>
                    <a:pt x="24" y="12"/>
                  </a:moveTo>
                  <a:cubicBezTo>
                    <a:pt x="28" y="9"/>
                    <a:pt x="24" y="0"/>
                    <a:pt x="20" y="4"/>
                  </a:cubicBezTo>
                  <a:cubicBezTo>
                    <a:pt x="11" y="13"/>
                    <a:pt x="3" y="27"/>
                    <a:pt x="2" y="43"/>
                  </a:cubicBezTo>
                  <a:cubicBezTo>
                    <a:pt x="0" y="60"/>
                    <a:pt x="13" y="71"/>
                    <a:pt x="14" y="87"/>
                  </a:cubicBezTo>
                  <a:cubicBezTo>
                    <a:pt x="15" y="98"/>
                    <a:pt x="10" y="110"/>
                    <a:pt x="4" y="118"/>
                  </a:cubicBezTo>
                  <a:cubicBezTo>
                    <a:pt x="1" y="122"/>
                    <a:pt x="6" y="129"/>
                    <a:pt x="10" y="125"/>
                  </a:cubicBezTo>
                  <a:cubicBezTo>
                    <a:pt x="19" y="112"/>
                    <a:pt x="24" y="95"/>
                    <a:pt x="20" y="77"/>
                  </a:cubicBezTo>
                  <a:cubicBezTo>
                    <a:pt x="17" y="60"/>
                    <a:pt x="5" y="52"/>
                    <a:pt x="12" y="32"/>
                  </a:cubicBezTo>
                  <a:cubicBezTo>
                    <a:pt x="14" y="25"/>
                    <a:pt x="19" y="17"/>
                    <a:pt x="2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255"/>
            <p:cNvSpPr>
              <a:spLocks/>
            </p:cNvSpPr>
            <p:nvPr/>
          </p:nvSpPr>
          <p:spPr bwMode="auto">
            <a:xfrm>
              <a:off x="7772401" y="3611563"/>
              <a:ext cx="34925" cy="166687"/>
            </a:xfrm>
            <a:custGeom>
              <a:avLst/>
              <a:gdLst>
                <a:gd name="T0" fmla="*/ 24 w 28"/>
                <a:gd name="T1" fmla="*/ 12 h 129"/>
                <a:gd name="T2" fmla="*/ 20 w 28"/>
                <a:gd name="T3" fmla="*/ 4 h 129"/>
                <a:gd name="T4" fmla="*/ 2 w 28"/>
                <a:gd name="T5" fmla="*/ 43 h 129"/>
                <a:gd name="T6" fmla="*/ 14 w 28"/>
                <a:gd name="T7" fmla="*/ 87 h 129"/>
                <a:gd name="T8" fmla="*/ 4 w 28"/>
                <a:gd name="T9" fmla="*/ 118 h 129"/>
                <a:gd name="T10" fmla="*/ 9 w 28"/>
                <a:gd name="T11" fmla="*/ 125 h 129"/>
                <a:gd name="T12" fmla="*/ 20 w 28"/>
                <a:gd name="T13" fmla="*/ 77 h 129"/>
                <a:gd name="T14" fmla="*/ 11 w 28"/>
                <a:gd name="T15" fmla="*/ 32 h 129"/>
                <a:gd name="T16" fmla="*/ 24 w 28"/>
                <a:gd name="T17" fmla="*/ 12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29">
                  <a:moveTo>
                    <a:pt x="24" y="12"/>
                  </a:moveTo>
                  <a:cubicBezTo>
                    <a:pt x="28" y="9"/>
                    <a:pt x="24" y="0"/>
                    <a:pt x="20" y="4"/>
                  </a:cubicBezTo>
                  <a:cubicBezTo>
                    <a:pt x="10" y="13"/>
                    <a:pt x="3" y="27"/>
                    <a:pt x="2" y="43"/>
                  </a:cubicBezTo>
                  <a:cubicBezTo>
                    <a:pt x="0" y="60"/>
                    <a:pt x="13" y="71"/>
                    <a:pt x="14" y="87"/>
                  </a:cubicBezTo>
                  <a:cubicBezTo>
                    <a:pt x="15" y="98"/>
                    <a:pt x="10" y="110"/>
                    <a:pt x="4" y="118"/>
                  </a:cubicBezTo>
                  <a:cubicBezTo>
                    <a:pt x="0" y="122"/>
                    <a:pt x="6" y="129"/>
                    <a:pt x="9" y="125"/>
                  </a:cubicBezTo>
                  <a:cubicBezTo>
                    <a:pt x="19" y="112"/>
                    <a:pt x="23" y="95"/>
                    <a:pt x="20" y="77"/>
                  </a:cubicBezTo>
                  <a:cubicBezTo>
                    <a:pt x="17" y="60"/>
                    <a:pt x="5" y="52"/>
                    <a:pt x="11" y="32"/>
                  </a:cubicBezTo>
                  <a:cubicBezTo>
                    <a:pt x="14" y="25"/>
                    <a:pt x="19" y="17"/>
                    <a:pt x="2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54" name="组合 253"/>
          <p:cNvGrpSpPr/>
          <p:nvPr/>
        </p:nvGrpSpPr>
        <p:grpSpPr>
          <a:xfrm>
            <a:off x="8197851" y="3408363"/>
            <a:ext cx="1530350" cy="1365249"/>
            <a:chOff x="8197851" y="3408363"/>
            <a:chExt cx="1530350" cy="1365249"/>
          </a:xfrm>
          <a:solidFill>
            <a:schemeClr val="tx1">
              <a:lumMod val="65000"/>
              <a:lumOff val="35000"/>
            </a:schemeClr>
          </a:solidFill>
        </p:grpSpPr>
        <p:sp>
          <p:nvSpPr>
            <p:cNvPr id="255" name="Freeform 256"/>
            <p:cNvSpPr>
              <a:spLocks noEditPoints="1"/>
            </p:cNvSpPr>
            <p:nvPr/>
          </p:nvSpPr>
          <p:spPr bwMode="auto">
            <a:xfrm>
              <a:off x="8197851" y="3670300"/>
              <a:ext cx="841375" cy="1103312"/>
            </a:xfrm>
            <a:custGeom>
              <a:avLst/>
              <a:gdLst>
                <a:gd name="T0" fmla="*/ 174 w 653"/>
                <a:gd name="T1" fmla="*/ 214 h 857"/>
                <a:gd name="T2" fmla="*/ 212 w 653"/>
                <a:gd name="T3" fmla="*/ 391 h 857"/>
                <a:gd name="T4" fmla="*/ 180 w 653"/>
                <a:gd name="T5" fmla="*/ 802 h 857"/>
                <a:gd name="T6" fmla="*/ 226 w 653"/>
                <a:gd name="T7" fmla="*/ 855 h 857"/>
                <a:gd name="T8" fmla="*/ 279 w 653"/>
                <a:gd name="T9" fmla="*/ 810 h 857"/>
                <a:gd name="T10" fmla="*/ 305 w 653"/>
                <a:gd name="T11" fmla="*/ 467 h 857"/>
                <a:gd name="T12" fmla="*/ 347 w 653"/>
                <a:gd name="T13" fmla="*/ 458 h 857"/>
                <a:gd name="T14" fmla="*/ 423 w 653"/>
                <a:gd name="T15" fmla="*/ 811 h 857"/>
                <a:gd name="T16" fmla="*/ 481 w 653"/>
                <a:gd name="T17" fmla="*/ 849 h 857"/>
                <a:gd name="T18" fmla="*/ 519 w 653"/>
                <a:gd name="T19" fmla="*/ 790 h 857"/>
                <a:gd name="T20" fmla="*/ 437 w 653"/>
                <a:gd name="T21" fmla="*/ 407 h 857"/>
                <a:gd name="T22" fmla="*/ 437 w 653"/>
                <a:gd name="T23" fmla="*/ 407 h 857"/>
                <a:gd name="T24" fmla="*/ 431 w 653"/>
                <a:gd name="T25" fmla="*/ 377 h 857"/>
                <a:gd name="T26" fmla="*/ 421 w 653"/>
                <a:gd name="T27" fmla="*/ 333 h 857"/>
                <a:gd name="T28" fmla="*/ 421 w 653"/>
                <a:gd name="T29" fmla="*/ 333 h 857"/>
                <a:gd name="T30" fmla="*/ 383 w 653"/>
                <a:gd name="T31" fmla="*/ 158 h 857"/>
                <a:gd name="T32" fmla="*/ 427 w 653"/>
                <a:gd name="T33" fmla="*/ 258 h 857"/>
                <a:gd name="T34" fmla="*/ 449 w 653"/>
                <a:gd name="T35" fmla="*/ 279 h 857"/>
                <a:gd name="T36" fmla="*/ 609 w 653"/>
                <a:gd name="T37" fmla="*/ 325 h 857"/>
                <a:gd name="T38" fmla="*/ 617 w 653"/>
                <a:gd name="T39" fmla="*/ 326 h 857"/>
                <a:gd name="T40" fmla="*/ 648 w 653"/>
                <a:gd name="T41" fmla="*/ 303 h 857"/>
                <a:gd name="T42" fmla="*/ 626 w 653"/>
                <a:gd name="T43" fmla="*/ 264 h 857"/>
                <a:gd name="T44" fmla="*/ 483 w 653"/>
                <a:gd name="T45" fmla="*/ 222 h 857"/>
                <a:gd name="T46" fmla="*/ 398 w 653"/>
                <a:gd name="T47" fmla="*/ 79 h 857"/>
                <a:gd name="T48" fmla="*/ 338 w 653"/>
                <a:gd name="T49" fmla="*/ 68 h 857"/>
                <a:gd name="T50" fmla="*/ 333 w 653"/>
                <a:gd name="T51" fmla="*/ 70 h 857"/>
                <a:gd name="T52" fmla="*/ 254 w 653"/>
                <a:gd name="T53" fmla="*/ 170 h 857"/>
                <a:gd name="T54" fmla="*/ 233 w 653"/>
                <a:gd name="T55" fmla="*/ 172 h 857"/>
                <a:gd name="T56" fmla="*/ 163 w 653"/>
                <a:gd name="T57" fmla="*/ 142 h 857"/>
                <a:gd name="T58" fmla="*/ 158 w 653"/>
                <a:gd name="T59" fmla="*/ 144 h 857"/>
                <a:gd name="T60" fmla="*/ 104 w 653"/>
                <a:gd name="T61" fmla="*/ 129 h 857"/>
                <a:gd name="T62" fmla="*/ 101 w 653"/>
                <a:gd name="T63" fmla="*/ 124 h 857"/>
                <a:gd name="T64" fmla="*/ 129 w 653"/>
                <a:gd name="T65" fmla="*/ 21 h 857"/>
                <a:gd name="T66" fmla="*/ 134 w 653"/>
                <a:gd name="T67" fmla="*/ 19 h 857"/>
                <a:gd name="T68" fmla="*/ 148 w 653"/>
                <a:gd name="T69" fmla="*/ 22 h 857"/>
                <a:gd name="T70" fmla="*/ 150 w 653"/>
                <a:gd name="T71" fmla="*/ 19 h 857"/>
                <a:gd name="T72" fmla="*/ 159 w 653"/>
                <a:gd name="T73" fmla="*/ 8 h 857"/>
                <a:gd name="T74" fmla="*/ 136 w 653"/>
                <a:gd name="T75" fmla="*/ 2 h 857"/>
                <a:gd name="T76" fmla="*/ 121 w 653"/>
                <a:gd name="T77" fmla="*/ 10 h 857"/>
                <a:gd name="T78" fmla="*/ 109 w 653"/>
                <a:gd name="T79" fmla="*/ 54 h 857"/>
                <a:gd name="T80" fmla="*/ 108 w 653"/>
                <a:gd name="T81" fmla="*/ 56 h 857"/>
                <a:gd name="T82" fmla="*/ 8 w 653"/>
                <a:gd name="T83" fmla="*/ 193 h 857"/>
                <a:gd name="T84" fmla="*/ 7 w 653"/>
                <a:gd name="T85" fmla="*/ 229 h 857"/>
                <a:gd name="T86" fmla="*/ 34 w 653"/>
                <a:gd name="T87" fmla="*/ 244 h 857"/>
                <a:gd name="T88" fmla="*/ 40 w 653"/>
                <a:gd name="T89" fmla="*/ 243 h 857"/>
                <a:gd name="T90" fmla="*/ 174 w 653"/>
                <a:gd name="T91" fmla="*/ 214 h 857"/>
                <a:gd name="T92" fmla="*/ 139 w 653"/>
                <a:gd name="T93" fmla="*/ 156 h 857"/>
                <a:gd name="T94" fmla="*/ 109 w 653"/>
                <a:gd name="T95" fmla="*/ 163 h 857"/>
                <a:gd name="T96" fmla="*/ 118 w 653"/>
                <a:gd name="T97" fmla="*/ 150 h 857"/>
                <a:gd name="T98" fmla="*/ 139 w 653"/>
                <a:gd name="T99" fmla="*/ 156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53" h="857">
                  <a:moveTo>
                    <a:pt x="174" y="214"/>
                  </a:moveTo>
                  <a:cubicBezTo>
                    <a:pt x="212" y="391"/>
                    <a:pt x="212" y="391"/>
                    <a:pt x="212" y="391"/>
                  </a:cubicBezTo>
                  <a:cubicBezTo>
                    <a:pt x="180" y="802"/>
                    <a:pt x="180" y="802"/>
                    <a:pt x="180" y="802"/>
                  </a:cubicBezTo>
                  <a:cubicBezTo>
                    <a:pt x="178" y="829"/>
                    <a:pt x="199" y="853"/>
                    <a:pt x="226" y="855"/>
                  </a:cubicBezTo>
                  <a:cubicBezTo>
                    <a:pt x="253" y="857"/>
                    <a:pt x="277" y="837"/>
                    <a:pt x="279" y="810"/>
                  </a:cubicBezTo>
                  <a:cubicBezTo>
                    <a:pt x="305" y="467"/>
                    <a:pt x="305" y="467"/>
                    <a:pt x="305" y="467"/>
                  </a:cubicBezTo>
                  <a:cubicBezTo>
                    <a:pt x="347" y="458"/>
                    <a:pt x="347" y="458"/>
                    <a:pt x="347" y="458"/>
                  </a:cubicBezTo>
                  <a:cubicBezTo>
                    <a:pt x="423" y="811"/>
                    <a:pt x="423" y="811"/>
                    <a:pt x="423" y="811"/>
                  </a:cubicBezTo>
                  <a:cubicBezTo>
                    <a:pt x="428" y="838"/>
                    <a:pt x="455" y="855"/>
                    <a:pt x="481" y="849"/>
                  </a:cubicBezTo>
                  <a:cubicBezTo>
                    <a:pt x="508" y="843"/>
                    <a:pt x="525" y="817"/>
                    <a:pt x="519" y="790"/>
                  </a:cubicBezTo>
                  <a:cubicBezTo>
                    <a:pt x="437" y="407"/>
                    <a:pt x="437" y="407"/>
                    <a:pt x="437" y="407"/>
                  </a:cubicBezTo>
                  <a:cubicBezTo>
                    <a:pt x="437" y="407"/>
                    <a:pt x="437" y="407"/>
                    <a:pt x="437" y="407"/>
                  </a:cubicBezTo>
                  <a:cubicBezTo>
                    <a:pt x="431" y="377"/>
                    <a:pt x="431" y="377"/>
                    <a:pt x="431" y="377"/>
                  </a:cubicBezTo>
                  <a:cubicBezTo>
                    <a:pt x="421" y="333"/>
                    <a:pt x="421" y="333"/>
                    <a:pt x="421" y="333"/>
                  </a:cubicBezTo>
                  <a:cubicBezTo>
                    <a:pt x="421" y="333"/>
                    <a:pt x="421" y="333"/>
                    <a:pt x="421" y="333"/>
                  </a:cubicBezTo>
                  <a:cubicBezTo>
                    <a:pt x="383" y="158"/>
                    <a:pt x="383" y="158"/>
                    <a:pt x="383" y="158"/>
                  </a:cubicBezTo>
                  <a:cubicBezTo>
                    <a:pt x="401" y="187"/>
                    <a:pt x="418" y="228"/>
                    <a:pt x="427" y="258"/>
                  </a:cubicBezTo>
                  <a:cubicBezTo>
                    <a:pt x="430" y="268"/>
                    <a:pt x="438" y="276"/>
                    <a:pt x="449" y="279"/>
                  </a:cubicBezTo>
                  <a:cubicBezTo>
                    <a:pt x="609" y="325"/>
                    <a:pt x="609" y="325"/>
                    <a:pt x="609" y="325"/>
                  </a:cubicBezTo>
                  <a:cubicBezTo>
                    <a:pt x="612" y="326"/>
                    <a:pt x="615" y="326"/>
                    <a:pt x="617" y="326"/>
                  </a:cubicBezTo>
                  <a:cubicBezTo>
                    <a:pt x="631" y="326"/>
                    <a:pt x="644" y="317"/>
                    <a:pt x="648" y="303"/>
                  </a:cubicBezTo>
                  <a:cubicBezTo>
                    <a:pt x="653" y="286"/>
                    <a:pt x="643" y="269"/>
                    <a:pt x="626" y="264"/>
                  </a:cubicBezTo>
                  <a:cubicBezTo>
                    <a:pt x="483" y="222"/>
                    <a:pt x="483" y="222"/>
                    <a:pt x="483" y="222"/>
                  </a:cubicBezTo>
                  <a:cubicBezTo>
                    <a:pt x="470" y="186"/>
                    <a:pt x="440" y="109"/>
                    <a:pt x="398" y="79"/>
                  </a:cubicBezTo>
                  <a:cubicBezTo>
                    <a:pt x="372" y="59"/>
                    <a:pt x="349" y="64"/>
                    <a:pt x="338" y="68"/>
                  </a:cubicBezTo>
                  <a:cubicBezTo>
                    <a:pt x="336" y="69"/>
                    <a:pt x="334" y="69"/>
                    <a:pt x="333" y="70"/>
                  </a:cubicBezTo>
                  <a:cubicBezTo>
                    <a:pt x="334" y="117"/>
                    <a:pt x="302" y="160"/>
                    <a:pt x="254" y="170"/>
                  </a:cubicBezTo>
                  <a:cubicBezTo>
                    <a:pt x="247" y="171"/>
                    <a:pt x="240" y="172"/>
                    <a:pt x="233" y="172"/>
                  </a:cubicBezTo>
                  <a:cubicBezTo>
                    <a:pt x="206" y="172"/>
                    <a:pt x="181" y="161"/>
                    <a:pt x="163" y="142"/>
                  </a:cubicBezTo>
                  <a:cubicBezTo>
                    <a:pt x="162" y="144"/>
                    <a:pt x="160" y="145"/>
                    <a:pt x="158" y="144"/>
                  </a:cubicBezTo>
                  <a:cubicBezTo>
                    <a:pt x="104" y="129"/>
                    <a:pt x="104" y="129"/>
                    <a:pt x="104" y="129"/>
                  </a:cubicBezTo>
                  <a:cubicBezTo>
                    <a:pt x="102" y="128"/>
                    <a:pt x="100" y="126"/>
                    <a:pt x="101" y="124"/>
                  </a:cubicBezTo>
                  <a:cubicBezTo>
                    <a:pt x="129" y="21"/>
                    <a:pt x="129" y="21"/>
                    <a:pt x="129" y="21"/>
                  </a:cubicBezTo>
                  <a:cubicBezTo>
                    <a:pt x="130" y="19"/>
                    <a:pt x="132" y="18"/>
                    <a:pt x="134" y="19"/>
                  </a:cubicBezTo>
                  <a:cubicBezTo>
                    <a:pt x="148" y="22"/>
                    <a:pt x="148" y="22"/>
                    <a:pt x="148" y="22"/>
                  </a:cubicBezTo>
                  <a:cubicBezTo>
                    <a:pt x="149" y="21"/>
                    <a:pt x="149" y="20"/>
                    <a:pt x="150" y="19"/>
                  </a:cubicBezTo>
                  <a:cubicBezTo>
                    <a:pt x="153" y="15"/>
                    <a:pt x="155" y="11"/>
                    <a:pt x="159" y="8"/>
                  </a:cubicBezTo>
                  <a:cubicBezTo>
                    <a:pt x="136" y="2"/>
                    <a:pt x="136" y="2"/>
                    <a:pt x="136" y="2"/>
                  </a:cubicBezTo>
                  <a:cubicBezTo>
                    <a:pt x="130" y="0"/>
                    <a:pt x="123" y="4"/>
                    <a:pt x="121" y="10"/>
                  </a:cubicBezTo>
                  <a:cubicBezTo>
                    <a:pt x="109" y="54"/>
                    <a:pt x="109" y="54"/>
                    <a:pt x="109" y="54"/>
                  </a:cubicBezTo>
                  <a:cubicBezTo>
                    <a:pt x="109" y="55"/>
                    <a:pt x="108" y="55"/>
                    <a:pt x="108" y="56"/>
                  </a:cubicBezTo>
                  <a:cubicBezTo>
                    <a:pt x="8" y="193"/>
                    <a:pt x="8" y="193"/>
                    <a:pt x="8" y="193"/>
                  </a:cubicBezTo>
                  <a:cubicBezTo>
                    <a:pt x="0" y="204"/>
                    <a:pt x="0" y="218"/>
                    <a:pt x="7" y="229"/>
                  </a:cubicBezTo>
                  <a:cubicBezTo>
                    <a:pt x="13" y="239"/>
                    <a:pt x="23" y="244"/>
                    <a:pt x="34" y="244"/>
                  </a:cubicBezTo>
                  <a:cubicBezTo>
                    <a:pt x="36" y="244"/>
                    <a:pt x="38" y="244"/>
                    <a:pt x="40" y="243"/>
                  </a:cubicBezTo>
                  <a:lnTo>
                    <a:pt x="174" y="214"/>
                  </a:lnTo>
                  <a:close/>
                  <a:moveTo>
                    <a:pt x="139" y="156"/>
                  </a:moveTo>
                  <a:cubicBezTo>
                    <a:pt x="109" y="163"/>
                    <a:pt x="109" y="163"/>
                    <a:pt x="109" y="163"/>
                  </a:cubicBezTo>
                  <a:cubicBezTo>
                    <a:pt x="118" y="150"/>
                    <a:pt x="118" y="150"/>
                    <a:pt x="118" y="150"/>
                  </a:cubicBezTo>
                  <a:lnTo>
                    <a:pt x="139" y="1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Freeform 257"/>
            <p:cNvSpPr>
              <a:spLocks/>
            </p:cNvSpPr>
            <p:nvPr/>
          </p:nvSpPr>
          <p:spPr bwMode="auto">
            <a:xfrm>
              <a:off x="8372476" y="3636963"/>
              <a:ext cx="254000" cy="252412"/>
            </a:xfrm>
            <a:custGeom>
              <a:avLst/>
              <a:gdLst>
                <a:gd name="T0" fmla="*/ 10 w 197"/>
                <a:gd name="T1" fmla="*/ 117 h 196"/>
                <a:gd name="T2" fmla="*/ 117 w 197"/>
                <a:gd name="T3" fmla="*/ 186 h 196"/>
                <a:gd name="T4" fmla="*/ 186 w 197"/>
                <a:gd name="T5" fmla="*/ 79 h 196"/>
                <a:gd name="T6" fmla="*/ 80 w 197"/>
                <a:gd name="T7" fmla="*/ 10 h 196"/>
                <a:gd name="T8" fmla="*/ 10 w 197"/>
                <a:gd name="T9" fmla="*/ 117 h 196"/>
              </a:gdLst>
              <a:ahLst/>
              <a:cxnLst>
                <a:cxn ang="0">
                  <a:pos x="T0" y="T1"/>
                </a:cxn>
                <a:cxn ang="0">
                  <a:pos x="T2" y="T3"/>
                </a:cxn>
                <a:cxn ang="0">
                  <a:pos x="T4" y="T5"/>
                </a:cxn>
                <a:cxn ang="0">
                  <a:pos x="T6" y="T7"/>
                </a:cxn>
                <a:cxn ang="0">
                  <a:pos x="T8" y="T9"/>
                </a:cxn>
              </a:cxnLst>
              <a:rect l="0" t="0" r="r" b="b"/>
              <a:pathLst>
                <a:path w="197" h="196">
                  <a:moveTo>
                    <a:pt x="10" y="117"/>
                  </a:moveTo>
                  <a:cubicBezTo>
                    <a:pt x="21" y="165"/>
                    <a:pt x="69" y="196"/>
                    <a:pt x="117" y="186"/>
                  </a:cubicBezTo>
                  <a:cubicBezTo>
                    <a:pt x="166" y="175"/>
                    <a:pt x="197" y="128"/>
                    <a:pt x="186" y="79"/>
                  </a:cubicBezTo>
                  <a:cubicBezTo>
                    <a:pt x="176" y="30"/>
                    <a:pt x="128" y="0"/>
                    <a:pt x="80" y="10"/>
                  </a:cubicBezTo>
                  <a:cubicBezTo>
                    <a:pt x="31" y="20"/>
                    <a:pt x="0" y="68"/>
                    <a:pt x="10" y="1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 name="Freeform 258"/>
            <p:cNvSpPr>
              <a:spLocks/>
            </p:cNvSpPr>
            <p:nvPr/>
          </p:nvSpPr>
          <p:spPr bwMode="auto">
            <a:xfrm>
              <a:off x="8531226" y="3408363"/>
              <a:ext cx="185738" cy="203200"/>
            </a:xfrm>
            <a:custGeom>
              <a:avLst/>
              <a:gdLst>
                <a:gd name="T0" fmla="*/ 110 w 143"/>
                <a:gd name="T1" fmla="*/ 7 h 158"/>
                <a:gd name="T2" fmla="*/ 62 w 143"/>
                <a:gd name="T3" fmla="*/ 25 h 158"/>
                <a:gd name="T4" fmla="*/ 57 w 143"/>
                <a:gd name="T5" fmla="*/ 24 h 158"/>
                <a:gd name="T6" fmla="*/ 7 w 143"/>
                <a:gd name="T7" fmla="*/ 49 h 158"/>
                <a:gd name="T8" fmla="*/ 32 w 143"/>
                <a:gd name="T9" fmla="*/ 100 h 158"/>
                <a:gd name="T10" fmla="*/ 33 w 143"/>
                <a:gd name="T11" fmla="*/ 100 h 158"/>
                <a:gd name="T12" fmla="*/ 8 w 143"/>
                <a:gd name="T13" fmla="*/ 146 h 158"/>
                <a:gd name="T14" fmla="*/ 13 w 143"/>
                <a:gd name="T15" fmla="*/ 149 h 158"/>
                <a:gd name="T16" fmla="*/ 36 w 143"/>
                <a:gd name="T17" fmla="*/ 112 h 158"/>
                <a:gd name="T18" fmla="*/ 54 w 143"/>
                <a:gd name="T19" fmla="*/ 82 h 158"/>
                <a:gd name="T20" fmla="*/ 45 w 143"/>
                <a:gd name="T21" fmla="*/ 77 h 158"/>
                <a:gd name="T22" fmla="*/ 37 w 143"/>
                <a:gd name="T23" fmla="*/ 94 h 158"/>
                <a:gd name="T24" fmla="*/ 19 w 143"/>
                <a:gd name="T25" fmla="*/ 53 h 158"/>
                <a:gd name="T26" fmla="*/ 59 w 143"/>
                <a:gd name="T27" fmla="*/ 31 h 158"/>
                <a:gd name="T28" fmla="*/ 58 w 143"/>
                <a:gd name="T29" fmla="*/ 32 h 158"/>
                <a:gd name="T30" fmla="*/ 58 w 143"/>
                <a:gd name="T31" fmla="*/ 57 h 158"/>
                <a:gd name="T32" fmla="*/ 59 w 143"/>
                <a:gd name="T33" fmla="*/ 44 h 158"/>
                <a:gd name="T34" fmla="*/ 103 w 143"/>
                <a:gd name="T35" fmla="*/ 23 h 158"/>
                <a:gd name="T36" fmla="*/ 124 w 143"/>
                <a:gd name="T37" fmla="*/ 66 h 158"/>
                <a:gd name="T38" fmla="*/ 108 w 143"/>
                <a:gd name="T39" fmla="*/ 85 h 158"/>
                <a:gd name="T40" fmla="*/ 121 w 143"/>
                <a:gd name="T41" fmla="*/ 79 h 158"/>
                <a:gd name="T42" fmla="*/ 123 w 143"/>
                <a:gd name="T43" fmla="*/ 106 h 158"/>
                <a:gd name="T44" fmla="*/ 81 w 143"/>
                <a:gd name="T45" fmla="*/ 127 h 158"/>
                <a:gd name="T46" fmla="*/ 66 w 143"/>
                <a:gd name="T47" fmla="*/ 117 h 158"/>
                <a:gd name="T48" fmla="*/ 80 w 143"/>
                <a:gd name="T49" fmla="*/ 104 h 158"/>
                <a:gd name="T50" fmla="*/ 73 w 143"/>
                <a:gd name="T51" fmla="*/ 97 h 158"/>
                <a:gd name="T52" fmla="*/ 49 w 143"/>
                <a:gd name="T53" fmla="*/ 121 h 158"/>
                <a:gd name="T54" fmla="*/ 18 w 143"/>
                <a:gd name="T55" fmla="*/ 154 h 158"/>
                <a:gd name="T56" fmla="*/ 23 w 143"/>
                <a:gd name="T57" fmla="*/ 158 h 158"/>
                <a:gd name="T58" fmla="*/ 59 w 143"/>
                <a:gd name="T59" fmla="*/ 124 h 158"/>
                <a:gd name="T60" fmla="*/ 79 w 143"/>
                <a:gd name="T61" fmla="*/ 139 h 158"/>
                <a:gd name="T62" fmla="*/ 133 w 143"/>
                <a:gd name="T63" fmla="*/ 113 h 158"/>
                <a:gd name="T64" fmla="*/ 127 w 143"/>
                <a:gd name="T65" fmla="*/ 74 h 158"/>
                <a:gd name="T66" fmla="*/ 136 w 143"/>
                <a:gd name="T67" fmla="*/ 59 h 158"/>
                <a:gd name="T68" fmla="*/ 110 w 143"/>
                <a:gd name="T69" fmla="*/ 7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3" h="158">
                  <a:moveTo>
                    <a:pt x="110" y="7"/>
                  </a:moveTo>
                  <a:cubicBezTo>
                    <a:pt x="91" y="0"/>
                    <a:pt x="71" y="9"/>
                    <a:pt x="62" y="25"/>
                  </a:cubicBezTo>
                  <a:cubicBezTo>
                    <a:pt x="60" y="25"/>
                    <a:pt x="59" y="24"/>
                    <a:pt x="57" y="24"/>
                  </a:cubicBezTo>
                  <a:cubicBezTo>
                    <a:pt x="37" y="17"/>
                    <a:pt x="14" y="28"/>
                    <a:pt x="7" y="49"/>
                  </a:cubicBezTo>
                  <a:cubicBezTo>
                    <a:pt x="0" y="70"/>
                    <a:pt x="11" y="93"/>
                    <a:pt x="32" y="100"/>
                  </a:cubicBezTo>
                  <a:cubicBezTo>
                    <a:pt x="32" y="100"/>
                    <a:pt x="33" y="100"/>
                    <a:pt x="33" y="100"/>
                  </a:cubicBezTo>
                  <a:cubicBezTo>
                    <a:pt x="8" y="146"/>
                    <a:pt x="8" y="146"/>
                    <a:pt x="8" y="146"/>
                  </a:cubicBezTo>
                  <a:cubicBezTo>
                    <a:pt x="13" y="149"/>
                    <a:pt x="13" y="149"/>
                    <a:pt x="13" y="149"/>
                  </a:cubicBezTo>
                  <a:cubicBezTo>
                    <a:pt x="36" y="112"/>
                    <a:pt x="36" y="112"/>
                    <a:pt x="36" y="112"/>
                  </a:cubicBezTo>
                  <a:cubicBezTo>
                    <a:pt x="54" y="82"/>
                    <a:pt x="54" y="82"/>
                    <a:pt x="54" y="82"/>
                  </a:cubicBezTo>
                  <a:cubicBezTo>
                    <a:pt x="45" y="77"/>
                    <a:pt x="45" y="77"/>
                    <a:pt x="45" y="77"/>
                  </a:cubicBezTo>
                  <a:cubicBezTo>
                    <a:pt x="37" y="94"/>
                    <a:pt x="37" y="94"/>
                    <a:pt x="37" y="94"/>
                  </a:cubicBezTo>
                  <a:cubicBezTo>
                    <a:pt x="21" y="87"/>
                    <a:pt x="13" y="69"/>
                    <a:pt x="19" y="53"/>
                  </a:cubicBezTo>
                  <a:cubicBezTo>
                    <a:pt x="24" y="36"/>
                    <a:pt x="42" y="27"/>
                    <a:pt x="59" y="31"/>
                  </a:cubicBezTo>
                  <a:cubicBezTo>
                    <a:pt x="59" y="32"/>
                    <a:pt x="59" y="32"/>
                    <a:pt x="58" y="32"/>
                  </a:cubicBezTo>
                  <a:cubicBezTo>
                    <a:pt x="56" y="41"/>
                    <a:pt x="56" y="49"/>
                    <a:pt x="58" y="57"/>
                  </a:cubicBezTo>
                  <a:cubicBezTo>
                    <a:pt x="58" y="52"/>
                    <a:pt x="58" y="48"/>
                    <a:pt x="59" y="44"/>
                  </a:cubicBezTo>
                  <a:cubicBezTo>
                    <a:pt x="66" y="26"/>
                    <a:pt x="85" y="17"/>
                    <a:pt x="103" y="23"/>
                  </a:cubicBezTo>
                  <a:cubicBezTo>
                    <a:pt x="121" y="29"/>
                    <a:pt x="130" y="48"/>
                    <a:pt x="124" y="66"/>
                  </a:cubicBezTo>
                  <a:cubicBezTo>
                    <a:pt x="121" y="75"/>
                    <a:pt x="116" y="81"/>
                    <a:pt x="108" y="85"/>
                  </a:cubicBezTo>
                  <a:cubicBezTo>
                    <a:pt x="113" y="84"/>
                    <a:pt x="117" y="82"/>
                    <a:pt x="121" y="79"/>
                  </a:cubicBezTo>
                  <a:cubicBezTo>
                    <a:pt x="125" y="87"/>
                    <a:pt x="126" y="97"/>
                    <a:pt x="123" y="106"/>
                  </a:cubicBezTo>
                  <a:cubicBezTo>
                    <a:pt x="117" y="124"/>
                    <a:pt x="98" y="133"/>
                    <a:pt x="81" y="127"/>
                  </a:cubicBezTo>
                  <a:cubicBezTo>
                    <a:pt x="75" y="125"/>
                    <a:pt x="70" y="121"/>
                    <a:pt x="66" y="117"/>
                  </a:cubicBezTo>
                  <a:cubicBezTo>
                    <a:pt x="80" y="104"/>
                    <a:pt x="80" y="104"/>
                    <a:pt x="80" y="104"/>
                  </a:cubicBezTo>
                  <a:cubicBezTo>
                    <a:pt x="73" y="97"/>
                    <a:pt x="73" y="97"/>
                    <a:pt x="73" y="97"/>
                  </a:cubicBezTo>
                  <a:cubicBezTo>
                    <a:pt x="49" y="121"/>
                    <a:pt x="49" y="121"/>
                    <a:pt x="49" y="121"/>
                  </a:cubicBezTo>
                  <a:cubicBezTo>
                    <a:pt x="18" y="154"/>
                    <a:pt x="18" y="154"/>
                    <a:pt x="18" y="154"/>
                  </a:cubicBezTo>
                  <a:cubicBezTo>
                    <a:pt x="23" y="158"/>
                    <a:pt x="23" y="158"/>
                    <a:pt x="23" y="158"/>
                  </a:cubicBezTo>
                  <a:cubicBezTo>
                    <a:pt x="59" y="124"/>
                    <a:pt x="59" y="124"/>
                    <a:pt x="59" y="124"/>
                  </a:cubicBezTo>
                  <a:cubicBezTo>
                    <a:pt x="64" y="131"/>
                    <a:pt x="71" y="136"/>
                    <a:pt x="79" y="139"/>
                  </a:cubicBezTo>
                  <a:cubicBezTo>
                    <a:pt x="101" y="147"/>
                    <a:pt x="125" y="135"/>
                    <a:pt x="133" y="113"/>
                  </a:cubicBezTo>
                  <a:cubicBezTo>
                    <a:pt x="137" y="99"/>
                    <a:pt x="135" y="85"/>
                    <a:pt x="127" y="74"/>
                  </a:cubicBezTo>
                  <a:cubicBezTo>
                    <a:pt x="131" y="70"/>
                    <a:pt x="134" y="65"/>
                    <a:pt x="136" y="59"/>
                  </a:cubicBezTo>
                  <a:cubicBezTo>
                    <a:pt x="143" y="37"/>
                    <a:pt x="132" y="14"/>
                    <a:pt x="1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Freeform 259"/>
            <p:cNvSpPr>
              <a:spLocks/>
            </p:cNvSpPr>
            <p:nvPr/>
          </p:nvSpPr>
          <p:spPr bwMode="auto">
            <a:xfrm>
              <a:off x="8310563" y="3471863"/>
              <a:ext cx="88900" cy="63500"/>
            </a:xfrm>
            <a:custGeom>
              <a:avLst/>
              <a:gdLst>
                <a:gd name="T0" fmla="*/ 47 w 69"/>
                <a:gd name="T1" fmla="*/ 43 h 50"/>
                <a:gd name="T2" fmla="*/ 69 w 69"/>
                <a:gd name="T3" fmla="*/ 0 h 50"/>
                <a:gd name="T4" fmla="*/ 62 w 69"/>
                <a:gd name="T5" fmla="*/ 0 h 50"/>
                <a:gd name="T6" fmla="*/ 43 w 69"/>
                <a:gd name="T7" fmla="*/ 36 h 50"/>
                <a:gd name="T8" fmla="*/ 3 w 69"/>
                <a:gd name="T9" fmla="*/ 33 h 50"/>
                <a:gd name="T10" fmla="*/ 0 w 69"/>
                <a:gd name="T11" fmla="*/ 40 h 50"/>
                <a:gd name="T12" fmla="*/ 47 w 69"/>
                <a:gd name="T13" fmla="*/ 43 h 50"/>
              </a:gdLst>
              <a:ahLst/>
              <a:cxnLst>
                <a:cxn ang="0">
                  <a:pos x="T0" y="T1"/>
                </a:cxn>
                <a:cxn ang="0">
                  <a:pos x="T2" y="T3"/>
                </a:cxn>
                <a:cxn ang="0">
                  <a:pos x="T4" y="T5"/>
                </a:cxn>
                <a:cxn ang="0">
                  <a:pos x="T6" y="T7"/>
                </a:cxn>
                <a:cxn ang="0">
                  <a:pos x="T8" y="T9"/>
                </a:cxn>
                <a:cxn ang="0">
                  <a:pos x="T10" y="T11"/>
                </a:cxn>
                <a:cxn ang="0">
                  <a:pos x="T12" y="T13"/>
                </a:cxn>
              </a:cxnLst>
              <a:rect l="0" t="0" r="r" b="b"/>
              <a:pathLst>
                <a:path w="69" h="50">
                  <a:moveTo>
                    <a:pt x="47" y="43"/>
                  </a:moveTo>
                  <a:cubicBezTo>
                    <a:pt x="67" y="31"/>
                    <a:pt x="69" y="1"/>
                    <a:pt x="69" y="0"/>
                  </a:cubicBezTo>
                  <a:cubicBezTo>
                    <a:pt x="62" y="0"/>
                    <a:pt x="62" y="0"/>
                    <a:pt x="62" y="0"/>
                  </a:cubicBezTo>
                  <a:cubicBezTo>
                    <a:pt x="62" y="0"/>
                    <a:pt x="60" y="26"/>
                    <a:pt x="43" y="36"/>
                  </a:cubicBezTo>
                  <a:cubicBezTo>
                    <a:pt x="33" y="42"/>
                    <a:pt x="20" y="41"/>
                    <a:pt x="3" y="33"/>
                  </a:cubicBezTo>
                  <a:cubicBezTo>
                    <a:pt x="0" y="40"/>
                    <a:pt x="0" y="40"/>
                    <a:pt x="0" y="40"/>
                  </a:cubicBezTo>
                  <a:cubicBezTo>
                    <a:pt x="19" y="49"/>
                    <a:pt x="35" y="50"/>
                    <a:pt x="47"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 name="Freeform 260"/>
            <p:cNvSpPr>
              <a:spLocks/>
            </p:cNvSpPr>
            <p:nvPr/>
          </p:nvSpPr>
          <p:spPr bwMode="auto">
            <a:xfrm>
              <a:off x="8393113" y="3479800"/>
              <a:ext cx="63500" cy="96837"/>
            </a:xfrm>
            <a:custGeom>
              <a:avLst/>
              <a:gdLst>
                <a:gd name="T0" fmla="*/ 49 w 49"/>
                <a:gd name="T1" fmla="*/ 69 h 76"/>
                <a:gd name="T2" fmla="*/ 15 w 49"/>
                <a:gd name="T3" fmla="*/ 46 h 76"/>
                <a:gd name="T4" fmla="*/ 24 w 49"/>
                <a:gd name="T5" fmla="*/ 5 h 76"/>
                <a:gd name="T6" fmla="*/ 18 w 49"/>
                <a:gd name="T7" fmla="*/ 0 h 76"/>
                <a:gd name="T8" fmla="*/ 8 w 49"/>
                <a:gd name="T9" fmla="*/ 48 h 76"/>
                <a:gd name="T10" fmla="*/ 19 w 49"/>
                <a:gd name="T11" fmla="*/ 63 h 76"/>
                <a:gd name="T12" fmla="*/ 48 w 49"/>
                <a:gd name="T13" fmla="*/ 76 h 76"/>
                <a:gd name="T14" fmla="*/ 49 w 49"/>
                <a:gd name="T15" fmla="*/ 69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76">
                  <a:moveTo>
                    <a:pt x="49" y="69"/>
                  </a:moveTo>
                  <a:cubicBezTo>
                    <a:pt x="31" y="65"/>
                    <a:pt x="19" y="57"/>
                    <a:pt x="15" y="46"/>
                  </a:cubicBezTo>
                  <a:cubicBezTo>
                    <a:pt x="8" y="27"/>
                    <a:pt x="24" y="5"/>
                    <a:pt x="24" y="5"/>
                  </a:cubicBezTo>
                  <a:cubicBezTo>
                    <a:pt x="18" y="0"/>
                    <a:pt x="18" y="0"/>
                    <a:pt x="18" y="0"/>
                  </a:cubicBezTo>
                  <a:cubicBezTo>
                    <a:pt x="18" y="2"/>
                    <a:pt x="0" y="26"/>
                    <a:pt x="8" y="48"/>
                  </a:cubicBezTo>
                  <a:cubicBezTo>
                    <a:pt x="11" y="54"/>
                    <a:pt x="14" y="59"/>
                    <a:pt x="19" y="63"/>
                  </a:cubicBezTo>
                  <a:cubicBezTo>
                    <a:pt x="26" y="69"/>
                    <a:pt x="35" y="73"/>
                    <a:pt x="48" y="76"/>
                  </a:cubicBezTo>
                  <a:lnTo>
                    <a:pt x="49"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 name="Freeform 261"/>
            <p:cNvSpPr>
              <a:spLocks/>
            </p:cNvSpPr>
            <p:nvPr/>
          </p:nvSpPr>
          <p:spPr bwMode="auto">
            <a:xfrm>
              <a:off x="8353426" y="3576638"/>
              <a:ext cx="90488" cy="66675"/>
            </a:xfrm>
            <a:custGeom>
              <a:avLst/>
              <a:gdLst>
                <a:gd name="T0" fmla="*/ 23 w 70"/>
                <a:gd name="T1" fmla="*/ 6 h 52"/>
                <a:gd name="T2" fmla="*/ 0 w 70"/>
                <a:gd name="T3" fmla="*/ 52 h 52"/>
                <a:gd name="T4" fmla="*/ 8 w 70"/>
                <a:gd name="T5" fmla="*/ 52 h 52"/>
                <a:gd name="T6" fmla="*/ 27 w 70"/>
                <a:gd name="T7" fmla="*/ 13 h 52"/>
                <a:gd name="T8" fmla="*/ 66 w 70"/>
                <a:gd name="T9" fmla="*/ 19 h 52"/>
                <a:gd name="T10" fmla="*/ 70 w 70"/>
                <a:gd name="T11" fmla="*/ 13 h 52"/>
                <a:gd name="T12" fmla="*/ 23 w 70"/>
                <a:gd name="T13" fmla="*/ 6 h 52"/>
              </a:gdLst>
              <a:ahLst/>
              <a:cxnLst>
                <a:cxn ang="0">
                  <a:pos x="T0" y="T1"/>
                </a:cxn>
                <a:cxn ang="0">
                  <a:pos x="T2" y="T3"/>
                </a:cxn>
                <a:cxn ang="0">
                  <a:pos x="T4" y="T5"/>
                </a:cxn>
                <a:cxn ang="0">
                  <a:pos x="T6" y="T7"/>
                </a:cxn>
                <a:cxn ang="0">
                  <a:pos x="T8" y="T9"/>
                </a:cxn>
                <a:cxn ang="0">
                  <a:pos x="T10" y="T11"/>
                </a:cxn>
                <a:cxn ang="0">
                  <a:pos x="T12" y="T13"/>
                </a:cxn>
              </a:cxnLst>
              <a:rect l="0" t="0" r="r" b="b"/>
              <a:pathLst>
                <a:path w="70" h="52">
                  <a:moveTo>
                    <a:pt x="23" y="6"/>
                  </a:moveTo>
                  <a:cubicBezTo>
                    <a:pt x="3" y="18"/>
                    <a:pt x="0" y="50"/>
                    <a:pt x="0" y="52"/>
                  </a:cubicBezTo>
                  <a:cubicBezTo>
                    <a:pt x="8" y="52"/>
                    <a:pt x="8" y="52"/>
                    <a:pt x="8" y="52"/>
                  </a:cubicBezTo>
                  <a:cubicBezTo>
                    <a:pt x="8" y="52"/>
                    <a:pt x="9" y="22"/>
                    <a:pt x="27" y="13"/>
                  </a:cubicBezTo>
                  <a:cubicBezTo>
                    <a:pt x="37" y="7"/>
                    <a:pt x="50" y="10"/>
                    <a:pt x="66" y="19"/>
                  </a:cubicBezTo>
                  <a:cubicBezTo>
                    <a:pt x="70" y="13"/>
                    <a:pt x="70" y="13"/>
                    <a:pt x="70" y="13"/>
                  </a:cubicBezTo>
                  <a:cubicBezTo>
                    <a:pt x="51" y="2"/>
                    <a:pt x="36" y="0"/>
                    <a:pt x="2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 name="Freeform 262"/>
            <p:cNvSpPr>
              <a:spLocks/>
            </p:cNvSpPr>
            <p:nvPr/>
          </p:nvSpPr>
          <p:spPr bwMode="auto">
            <a:xfrm>
              <a:off x="8297863" y="3540125"/>
              <a:ext cx="65088" cy="95250"/>
            </a:xfrm>
            <a:custGeom>
              <a:avLst/>
              <a:gdLst>
                <a:gd name="T0" fmla="*/ 36 w 51"/>
                <a:gd name="T1" fmla="*/ 28 h 74"/>
                <a:gd name="T2" fmla="*/ 25 w 51"/>
                <a:gd name="T3" fmla="*/ 70 h 74"/>
                <a:gd name="T4" fmla="*/ 31 w 51"/>
                <a:gd name="T5" fmla="*/ 74 h 74"/>
                <a:gd name="T6" fmla="*/ 43 w 51"/>
                <a:gd name="T7" fmla="*/ 25 h 74"/>
                <a:gd name="T8" fmla="*/ 2 w 51"/>
                <a:gd name="T9" fmla="*/ 0 h 74"/>
                <a:gd name="T10" fmla="*/ 0 w 51"/>
                <a:gd name="T11" fmla="*/ 7 h 74"/>
                <a:gd name="T12" fmla="*/ 36 w 51"/>
                <a:gd name="T13" fmla="*/ 28 h 74"/>
              </a:gdLst>
              <a:ahLst/>
              <a:cxnLst>
                <a:cxn ang="0">
                  <a:pos x="T0" y="T1"/>
                </a:cxn>
                <a:cxn ang="0">
                  <a:pos x="T2" y="T3"/>
                </a:cxn>
                <a:cxn ang="0">
                  <a:pos x="T4" y="T5"/>
                </a:cxn>
                <a:cxn ang="0">
                  <a:pos x="T6" y="T7"/>
                </a:cxn>
                <a:cxn ang="0">
                  <a:pos x="T8" y="T9"/>
                </a:cxn>
                <a:cxn ang="0">
                  <a:pos x="T10" y="T11"/>
                </a:cxn>
                <a:cxn ang="0">
                  <a:pos x="T12" y="T13"/>
                </a:cxn>
              </a:cxnLst>
              <a:rect l="0" t="0" r="r" b="b"/>
              <a:pathLst>
                <a:path w="51" h="74">
                  <a:moveTo>
                    <a:pt x="36" y="28"/>
                  </a:moveTo>
                  <a:cubicBezTo>
                    <a:pt x="43" y="46"/>
                    <a:pt x="25" y="70"/>
                    <a:pt x="25" y="70"/>
                  </a:cubicBezTo>
                  <a:cubicBezTo>
                    <a:pt x="31" y="74"/>
                    <a:pt x="31" y="74"/>
                    <a:pt x="31" y="74"/>
                  </a:cubicBezTo>
                  <a:cubicBezTo>
                    <a:pt x="31" y="73"/>
                    <a:pt x="51" y="47"/>
                    <a:pt x="43" y="25"/>
                  </a:cubicBezTo>
                  <a:cubicBezTo>
                    <a:pt x="37" y="12"/>
                    <a:pt x="24" y="3"/>
                    <a:pt x="2" y="0"/>
                  </a:cubicBezTo>
                  <a:cubicBezTo>
                    <a:pt x="0" y="7"/>
                    <a:pt x="0" y="7"/>
                    <a:pt x="0" y="7"/>
                  </a:cubicBezTo>
                  <a:cubicBezTo>
                    <a:pt x="20" y="10"/>
                    <a:pt x="32" y="17"/>
                    <a:pt x="36"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 name="Freeform 263"/>
            <p:cNvSpPr>
              <a:spLocks noEditPoints="1"/>
            </p:cNvSpPr>
            <p:nvPr/>
          </p:nvSpPr>
          <p:spPr bwMode="auto">
            <a:xfrm>
              <a:off x="9085263" y="4013200"/>
              <a:ext cx="560388" cy="157162"/>
            </a:xfrm>
            <a:custGeom>
              <a:avLst/>
              <a:gdLst>
                <a:gd name="T0" fmla="*/ 0 w 353"/>
                <a:gd name="T1" fmla="*/ 99 h 99"/>
                <a:gd name="T2" fmla="*/ 353 w 353"/>
                <a:gd name="T3" fmla="*/ 99 h 99"/>
                <a:gd name="T4" fmla="*/ 353 w 353"/>
                <a:gd name="T5" fmla="*/ 0 h 99"/>
                <a:gd name="T6" fmla="*/ 0 w 353"/>
                <a:gd name="T7" fmla="*/ 0 h 99"/>
                <a:gd name="T8" fmla="*/ 0 w 353"/>
                <a:gd name="T9" fmla="*/ 99 h 99"/>
                <a:gd name="T10" fmla="*/ 195 w 353"/>
                <a:gd name="T11" fmla="*/ 20 h 99"/>
                <a:gd name="T12" fmla="*/ 334 w 353"/>
                <a:gd name="T13" fmla="*/ 20 h 99"/>
                <a:gd name="T14" fmla="*/ 334 w 353"/>
                <a:gd name="T15" fmla="*/ 81 h 99"/>
                <a:gd name="T16" fmla="*/ 195 w 353"/>
                <a:gd name="T17" fmla="*/ 81 h 99"/>
                <a:gd name="T18" fmla="*/ 195 w 353"/>
                <a:gd name="T19" fmla="*/ 20 h 99"/>
                <a:gd name="T20" fmla="*/ 161 w 353"/>
                <a:gd name="T21" fmla="*/ 42 h 99"/>
                <a:gd name="T22" fmla="*/ 178 w 353"/>
                <a:gd name="T23" fmla="*/ 42 h 99"/>
                <a:gd name="T24" fmla="*/ 178 w 353"/>
                <a:gd name="T25" fmla="*/ 58 h 99"/>
                <a:gd name="T26" fmla="*/ 161 w 353"/>
                <a:gd name="T27" fmla="*/ 58 h 99"/>
                <a:gd name="T28" fmla="*/ 161 w 353"/>
                <a:gd name="T29" fmla="*/ 42 h 99"/>
                <a:gd name="T30" fmla="*/ 130 w 353"/>
                <a:gd name="T31" fmla="*/ 42 h 99"/>
                <a:gd name="T32" fmla="*/ 147 w 353"/>
                <a:gd name="T33" fmla="*/ 42 h 99"/>
                <a:gd name="T34" fmla="*/ 147 w 353"/>
                <a:gd name="T35" fmla="*/ 58 h 99"/>
                <a:gd name="T36" fmla="*/ 130 w 353"/>
                <a:gd name="T37" fmla="*/ 58 h 99"/>
                <a:gd name="T38" fmla="*/ 130 w 353"/>
                <a:gd name="T39" fmla="*/ 42 h 99"/>
                <a:gd name="T40" fmla="*/ 99 w 353"/>
                <a:gd name="T41" fmla="*/ 42 h 99"/>
                <a:gd name="T42" fmla="*/ 116 w 353"/>
                <a:gd name="T43" fmla="*/ 42 h 99"/>
                <a:gd name="T44" fmla="*/ 116 w 353"/>
                <a:gd name="T45" fmla="*/ 58 h 99"/>
                <a:gd name="T46" fmla="*/ 99 w 353"/>
                <a:gd name="T47" fmla="*/ 58 h 99"/>
                <a:gd name="T48" fmla="*/ 99 w 353"/>
                <a:gd name="T49" fmla="*/ 4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3" h="99">
                  <a:moveTo>
                    <a:pt x="0" y="99"/>
                  </a:moveTo>
                  <a:lnTo>
                    <a:pt x="353" y="99"/>
                  </a:lnTo>
                  <a:lnTo>
                    <a:pt x="353" y="0"/>
                  </a:lnTo>
                  <a:lnTo>
                    <a:pt x="0" y="0"/>
                  </a:lnTo>
                  <a:lnTo>
                    <a:pt x="0" y="99"/>
                  </a:lnTo>
                  <a:close/>
                  <a:moveTo>
                    <a:pt x="195" y="20"/>
                  </a:moveTo>
                  <a:lnTo>
                    <a:pt x="334" y="20"/>
                  </a:lnTo>
                  <a:lnTo>
                    <a:pt x="334" y="81"/>
                  </a:lnTo>
                  <a:lnTo>
                    <a:pt x="195" y="81"/>
                  </a:lnTo>
                  <a:lnTo>
                    <a:pt x="195" y="20"/>
                  </a:lnTo>
                  <a:close/>
                  <a:moveTo>
                    <a:pt x="161" y="42"/>
                  </a:moveTo>
                  <a:lnTo>
                    <a:pt x="178" y="42"/>
                  </a:lnTo>
                  <a:lnTo>
                    <a:pt x="178" y="58"/>
                  </a:lnTo>
                  <a:lnTo>
                    <a:pt x="161" y="58"/>
                  </a:lnTo>
                  <a:lnTo>
                    <a:pt x="161" y="42"/>
                  </a:lnTo>
                  <a:close/>
                  <a:moveTo>
                    <a:pt x="130" y="42"/>
                  </a:moveTo>
                  <a:lnTo>
                    <a:pt x="147" y="42"/>
                  </a:lnTo>
                  <a:lnTo>
                    <a:pt x="147" y="58"/>
                  </a:lnTo>
                  <a:lnTo>
                    <a:pt x="130" y="58"/>
                  </a:lnTo>
                  <a:lnTo>
                    <a:pt x="130" y="42"/>
                  </a:lnTo>
                  <a:close/>
                  <a:moveTo>
                    <a:pt x="99" y="42"/>
                  </a:moveTo>
                  <a:lnTo>
                    <a:pt x="116" y="42"/>
                  </a:lnTo>
                  <a:lnTo>
                    <a:pt x="116" y="58"/>
                  </a:lnTo>
                  <a:lnTo>
                    <a:pt x="99" y="58"/>
                  </a:lnTo>
                  <a:lnTo>
                    <a:pt x="99"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 name="Freeform 264"/>
            <p:cNvSpPr>
              <a:spLocks noEditPoints="1"/>
            </p:cNvSpPr>
            <p:nvPr/>
          </p:nvSpPr>
          <p:spPr bwMode="auto">
            <a:xfrm>
              <a:off x="9085263" y="4192588"/>
              <a:ext cx="560388" cy="574675"/>
            </a:xfrm>
            <a:custGeom>
              <a:avLst/>
              <a:gdLst>
                <a:gd name="T0" fmla="*/ 0 w 435"/>
                <a:gd name="T1" fmla="*/ 429 h 446"/>
                <a:gd name="T2" fmla="*/ 18 w 435"/>
                <a:gd name="T3" fmla="*/ 429 h 446"/>
                <a:gd name="T4" fmla="*/ 18 w 435"/>
                <a:gd name="T5" fmla="*/ 446 h 446"/>
                <a:gd name="T6" fmla="*/ 75 w 435"/>
                <a:gd name="T7" fmla="*/ 446 h 446"/>
                <a:gd name="T8" fmla="*/ 75 w 435"/>
                <a:gd name="T9" fmla="*/ 429 h 446"/>
                <a:gd name="T10" fmla="*/ 360 w 435"/>
                <a:gd name="T11" fmla="*/ 429 h 446"/>
                <a:gd name="T12" fmla="*/ 360 w 435"/>
                <a:gd name="T13" fmla="*/ 446 h 446"/>
                <a:gd name="T14" fmla="*/ 417 w 435"/>
                <a:gd name="T15" fmla="*/ 446 h 446"/>
                <a:gd name="T16" fmla="*/ 417 w 435"/>
                <a:gd name="T17" fmla="*/ 429 h 446"/>
                <a:gd name="T18" fmla="*/ 435 w 435"/>
                <a:gd name="T19" fmla="*/ 429 h 446"/>
                <a:gd name="T20" fmla="*/ 435 w 435"/>
                <a:gd name="T21" fmla="*/ 0 h 446"/>
                <a:gd name="T22" fmla="*/ 0 w 435"/>
                <a:gd name="T23" fmla="*/ 0 h 446"/>
                <a:gd name="T24" fmla="*/ 0 w 435"/>
                <a:gd name="T25" fmla="*/ 429 h 446"/>
                <a:gd name="T26" fmla="*/ 215 w 435"/>
                <a:gd name="T27" fmla="*/ 81 h 446"/>
                <a:gd name="T28" fmla="*/ 346 w 435"/>
                <a:gd name="T29" fmla="*/ 211 h 446"/>
                <a:gd name="T30" fmla="*/ 215 w 435"/>
                <a:gd name="T31" fmla="*/ 342 h 446"/>
                <a:gd name="T32" fmla="*/ 85 w 435"/>
                <a:gd name="T33" fmla="*/ 211 h 446"/>
                <a:gd name="T34" fmla="*/ 215 w 435"/>
                <a:gd name="T35" fmla="*/ 81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5" h="446">
                  <a:moveTo>
                    <a:pt x="0" y="429"/>
                  </a:moveTo>
                  <a:cubicBezTo>
                    <a:pt x="18" y="429"/>
                    <a:pt x="18" y="429"/>
                    <a:pt x="18" y="429"/>
                  </a:cubicBezTo>
                  <a:cubicBezTo>
                    <a:pt x="18" y="446"/>
                    <a:pt x="18" y="446"/>
                    <a:pt x="18" y="446"/>
                  </a:cubicBezTo>
                  <a:cubicBezTo>
                    <a:pt x="75" y="446"/>
                    <a:pt x="75" y="446"/>
                    <a:pt x="75" y="446"/>
                  </a:cubicBezTo>
                  <a:cubicBezTo>
                    <a:pt x="75" y="429"/>
                    <a:pt x="75" y="429"/>
                    <a:pt x="75" y="429"/>
                  </a:cubicBezTo>
                  <a:cubicBezTo>
                    <a:pt x="360" y="429"/>
                    <a:pt x="360" y="429"/>
                    <a:pt x="360" y="429"/>
                  </a:cubicBezTo>
                  <a:cubicBezTo>
                    <a:pt x="360" y="446"/>
                    <a:pt x="360" y="446"/>
                    <a:pt x="360" y="446"/>
                  </a:cubicBezTo>
                  <a:cubicBezTo>
                    <a:pt x="417" y="446"/>
                    <a:pt x="417" y="446"/>
                    <a:pt x="417" y="446"/>
                  </a:cubicBezTo>
                  <a:cubicBezTo>
                    <a:pt x="417" y="429"/>
                    <a:pt x="417" y="429"/>
                    <a:pt x="417" y="429"/>
                  </a:cubicBezTo>
                  <a:cubicBezTo>
                    <a:pt x="435" y="429"/>
                    <a:pt x="435" y="429"/>
                    <a:pt x="435" y="429"/>
                  </a:cubicBezTo>
                  <a:cubicBezTo>
                    <a:pt x="435" y="0"/>
                    <a:pt x="435" y="0"/>
                    <a:pt x="435" y="0"/>
                  </a:cubicBezTo>
                  <a:cubicBezTo>
                    <a:pt x="0" y="0"/>
                    <a:pt x="0" y="0"/>
                    <a:pt x="0" y="0"/>
                  </a:cubicBezTo>
                  <a:lnTo>
                    <a:pt x="0" y="429"/>
                  </a:lnTo>
                  <a:close/>
                  <a:moveTo>
                    <a:pt x="215" y="81"/>
                  </a:moveTo>
                  <a:cubicBezTo>
                    <a:pt x="287" y="81"/>
                    <a:pt x="346" y="139"/>
                    <a:pt x="346" y="211"/>
                  </a:cubicBezTo>
                  <a:cubicBezTo>
                    <a:pt x="346" y="283"/>
                    <a:pt x="287" y="342"/>
                    <a:pt x="215" y="342"/>
                  </a:cubicBezTo>
                  <a:cubicBezTo>
                    <a:pt x="143" y="342"/>
                    <a:pt x="85" y="283"/>
                    <a:pt x="85" y="211"/>
                  </a:cubicBezTo>
                  <a:cubicBezTo>
                    <a:pt x="85" y="139"/>
                    <a:pt x="143" y="81"/>
                    <a:pt x="215"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 name="Freeform 265"/>
            <p:cNvSpPr>
              <a:spLocks/>
            </p:cNvSpPr>
            <p:nvPr/>
          </p:nvSpPr>
          <p:spPr bwMode="auto">
            <a:xfrm>
              <a:off x="9224963" y="4418013"/>
              <a:ext cx="274638" cy="184150"/>
            </a:xfrm>
            <a:custGeom>
              <a:avLst/>
              <a:gdLst>
                <a:gd name="T0" fmla="*/ 106 w 213"/>
                <a:gd name="T1" fmla="*/ 143 h 143"/>
                <a:gd name="T2" fmla="*/ 213 w 213"/>
                <a:gd name="T3" fmla="*/ 36 h 143"/>
                <a:gd name="T4" fmla="*/ 213 w 213"/>
                <a:gd name="T5" fmla="*/ 28 h 143"/>
                <a:gd name="T6" fmla="*/ 116 w 213"/>
                <a:gd name="T7" fmla="*/ 31 h 143"/>
                <a:gd name="T8" fmla="*/ 1 w 213"/>
                <a:gd name="T9" fmla="*/ 20 h 143"/>
                <a:gd name="T10" fmla="*/ 0 w 213"/>
                <a:gd name="T11" fmla="*/ 36 h 143"/>
                <a:gd name="T12" fmla="*/ 106 w 213"/>
                <a:gd name="T13" fmla="*/ 143 h 143"/>
              </a:gdLst>
              <a:ahLst/>
              <a:cxnLst>
                <a:cxn ang="0">
                  <a:pos x="T0" y="T1"/>
                </a:cxn>
                <a:cxn ang="0">
                  <a:pos x="T2" y="T3"/>
                </a:cxn>
                <a:cxn ang="0">
                  <a:pos x="T4" y="T5"/>
                </a:cxn>
                <a:cxn ang="0">
                  <a:pos x="T6" y="T7"/>
                </a:cxn>
                <a:cxn ang="0">
                  <a:pos x="T8" y="T9"/>
                </a:cxn>
                <a:cxn ang="0">
                  <a:pos x="T10" y="T11"/>
                </a:cxn>
                <a:cxn ang="0">
                  <a:pos x="T12" y="T13"/>
                </a:cxn>
              </a:cxnLst>
              <a:rect l="0" t="0" r="r" b="b"/>
              <a:pathLst>
                <a:path w="213" h="143">
                  <a:moveTo>
                    <a:pt x="106" y="143"/>
                  </a:moveTo>
                  <a:cubicBezTo>
                    <a:pt x="165" y="143"/>
                    <a:pt x="213" y="95"/>
                    <a:pt x="213" y="36"/>
                  </a:cubicBezTo>
                  <a:cubicBezTo>
                    <a:pt x="213" y="33"/>
                    <a:pt x="213" y="31"/>
                    <a:pt x="213" y="28"/>
                  </a:cubicBezTo>
                  <a:cubicBezTo>
                    <a:pt x="196" y="42"/>
                    <a:pt x="160" y="61"/>
                    <a:pt x="116" y="31"/>
                  </a:cubicBezTo>
                  <a:cubicBezTo>
                    <a:pt x="71" y="0"/>
                    <a:pt x="24" y="11"/>
                    <a:pt x="1" y="20"/>
                  </a:cubicBezTo>
                  <a:cubicBezTo>
                    <a:pt x="0" y="26"/>
                    <a:pt x="0" y="31"/>
                    <a:pt x="0" y="36"/>
                  </a:cubicBezTo>
                  <a:cubicBezTo>
                    <a:pt x="0" y="95"/>
                    <a:pt x="47" y="143"/>
                    <a:pt x="106" y="1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 name="Rectangle 266"/>
            <p:cNvSpPr>
              <a:spLocks noChangeArrowheads="1"/>
            </p:cNvSpPr>
            <p:nvPr/>
          </p:nvSpPr>
          <p:spPr bwMode="auto">
            <a:xfrm>
              <a:off x="9490076" y="4065588"/>
              <a:ext cx="103188" cy="539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 name="Oval 267"/>
            <p:cNvSpPr>
              <a:spLocks noChangeArrowheads="1"/>
            </p:cNvSpPr>
            <p:nvPr/>
          </p:nvSpPr>
          <p:spPr bwMode="auto">
            <a:xfrm>
              <a:off x="9413876" y="4067175"/>
              <a:ext cx="53975" cy="539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 name="Freeform 268"/>
            <p:cNvSpPr>
              <a:spLocks/>
            </p:cNvSpPr>
            <p:nvPr/>
          </p:nvSpPr>
          <p:spPr bwMode="auto">
            <a:xfrm>
              <a:off x="9377363" y="3709988"/>
              <a:ext cx="73025" cy="233362"/>
            </a:xfrm>
            <a:custGeom>
              <a:avLst/>
              <a:gdLst>
                <a:gd name="T0" fmla="*/ 9 w 46"/>
                <a:gd name="T1" fmla="*/ 0 h 147"/>
                <a:gd name="T2" fmla="*/ 0 w 46"/>
                <a:gd name="T3" fmla="*/ 81 h 147"/>
                <a:gd name="T4" fmla="*/ 31 w 46"/>
                <a:gd name="T5" fmla="*/ 73 h 147"/>
                <a:gd name="T6" fmla="*/ 16 w 46"/>
                <a:gd name="T7" fmla="*/ 147 h 147"/>
                <a:gd name="T8" fmla="*/ 19 w 46"/>
                <a:gd name="T9" fmla="*/ 147 h 147"/>
                <a:gd name="T10" fmla="*/ 46 w 46"/>
                <a:gd name="T11" fmla="*/ 61 h 147"/>
                <a:gd name="T12" fmla="*/ 12 w 46"/>
                <a:gd name="T13" fmla="*/ 68 h 147"/>
                <a:gd name="T14" fmla="*/ 24 w 46"/>
                <a:gd name="T15" fmla="*/ 1 h 147"/>
                <a:gd name="T16" fmla="*/ 9 w 46"/>
                <a:gd name="T17"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147">
                  <a:moveTo>
                    <a:pt x="9" y="0"/>
                  </a:moveTo>
                  <a:lnTo>
                    <a:pt x="0" y="81"/>
                  </a:lnTo>
                  <a:lnTo>
                    <a:pt x="31" y="73"/>
                  </a:lnTo>
                  <a:lnTo>
                    <a:pt x="16" y="147"/>
                  </a:lnTo>
                  <a:lnTo>
                    <a:pt x="19" y="147"/>
                  </a:lnTo>
                  <a:lnTo>
                    <a:pt x="46" y="61"/>
                  </a:lnTo>
                  <a:lnTo>
                    <a:pt x="12" y="68"/>
                  </a:lnTo>
                  <a:lnTo>
                    <a:pt x="24" y="1"/>
                  </a:lnTo>
                  <a:lnTo>
                    <a:pt x="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 name="Freeform 269"/>
            <p:cNvSpPr>
              <a:spLocks/>
            </p:cNvSpPr>
            <p:nvPr/>
          </p:nvSpPr>
          <p:spPr bwMode="auto">
            <a:xfrm>
              <a:off x="9442451" y="3786188"/>
              <a:ext cx="106363" cy="179387"/>
            </a:xfrm>
            <a:custGeom>
              <a:avLst/>
              <a:gdLst>
                <a:gd name="T0" fmla="*/ 2 w 67"/>
                <a:gd name="T1" fmla="*/ 113 h 113"/>
                <a:gd name="T2" fmla="*/ 59 w 67"/>
                <a:gd name="T3" fmla="*/ 61 h 113"/>
                <a:gd name="T4" fmla="*/ 30 w 67"/>
                <a:gd name="T5" fmla="*/ 52 h 113"/>
                <a:gd name="T6" fmla="*/ 67 w 67"/>
                <a:gd name="T7" fmla="*/ 8 h 113"/>
                <a:gd name="T8" fmla="*/ 57 w 67"/>
                <a:gd name="T9" fmla="*/ 0 h 113"/>
                <a:gd name="T10" fmla="*/ 16 w 67"/>
                <a:gd name="T11" fmla="*/ 56 h 113"/>
                <a:gd name="T12" fmla="*/ 42 w 67"/>
                <a:gd name="T13" fmla="*/ 63 h 113"/>
                <a:gd name="T14" fmla="*/ 0 w 67"/>
                <a:gd name="T15" fmla="*/ 111 h 113"/>
                <a:gd name="T16" fmla="*/ 2 w 67"/>
                <a:gd name="T17"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 h="113">
                  <a:moveTo>
                    <a:pt x="2" y="113"/>
                  </a:moveTo>
                  <a:lnTo>
                    <a:pt x="59" y="61"/>
                  </a:lnTo>
                  <a:lnTo>
                    <a:pt x="30" y="52"/>
                  </a:lnTo>
                  <a:lnTo>
                    <a:pt x="67" y="8"/>
                  </a:lnTo>
                  <a:lnTo>
                    <a:pt x="57" y="0"/>
                  </a:lnTo>
                  <a:lnTo>
                    <a:pt x="16" y="56"/>
                  </a:lnTo>
                  <a:lnTo>
                    <a:pt x="42" y="63"/>
                  </a:lnTo>
                  <a:lnTo>
                    <a:pt x="0" y="111"/>
                  </a:lnTo>
                  <a:lnTo>
                    <a:pt x="2" y="1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 name="Freeform 270"/>
            <p:cNvSpPr>
              <a:spLocks/>
            </p:cNvSpPr>
            <p:nvPr/>
          </p:nvSpPr>
          <p:spPr bwMode="auto">
            <a:xfrm>
              <a:off x="9261476" y="3781425"/>
              <a:ext cx="96838" cy="179387"/>
            </a:xfrm>
            <a:custGeom>
              <a:avLst/>
              <a:gdLst>
                <a:gd name="T0" fmla="*/ 58 w 61"/>
                <a:gd name="T1" fmla="*/ 113 h 113"/>
                <a:gd name="T2" fmla="*/ 61 w 61"/>
                <a:gd name="T3" fmla="*/ 112 h 113"/>
                <a:gd name="T4" fmla="*/ 50 w 61"/>
                <a:gd name="T5" fmla="*/ 38 h 113"/>
                <a:gd name="T6" fmla="*/ 27 w 61"/>
                <a:gd name="T7" fmla="*/ 55 h 113"/>
                <a:gd name="T8" fmla="*/ 12 w 61"/>
                <a:gd name="T9" fmla="*/ 0 h 113"/>
                <a:gd name="T10" fmla="*/ 0 w 61"/>
                <a:gd name="T11" fmla="*/ 4 h 113"/>
                <a:gd name="T12" fmla="*/ 23 w 61"/>
                <a:gd name="T13" fmla="*/ 69 h 113"/>
                <a:gd name="T14" fmla="*/ 42 w 61"/>
                <a:gd name="T15" fmla="*/ 52 h 113"/>
                <a:gd name="T16" fmla="*/ 58 w 61"/>
                <a:gd name="T17"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113">
                  <a:moveTo>
                    <a:pt x="58" y="113"/>
                  </a:moveTo>
                  <a:lnTo>
                    <a:pt x="61" y="112"/>
                  </a:lnTo>
                  <a:lnTo>
                    <a:pt x="50" y="38"/>
                  </a:lnTo>
                  <a:lnTo>
                    <a:pt x="27" y="55"/>
                  </a:lnTo>
                  <a:lnTo>
                    <a:pt x="12" y="0"/>
                  </a:lnTo>
                  <a:lnTo>
                    <a:pt x="0" y="4"/>
                  </a:lnTo>
                  <a:lnTo>
                    <a:pt x="23" y="69"/>
                  </a:lnTo>
                  <a:lnTo>
                    <a:pt x="42" y="52"/>
                  </a:lnTo>
                  <a:lnTo>
                    <a:pt x="58" y="1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 name="Freeform 271"/>
            <p:cNvSpPr>
              <a:spLocks/>
            </p:cNvSpPr>
            <p:nvPr/>
          </p:nvSpPr>
          <p:spPr bwMode="auto">
            <a:xfrm>
              <a:off x="9050338" y="3971925"/>
              <a:ext cx="49213" cy="38100"/>
            </a:xfrm>
            <a:custGeom>
              <a:avLst/>
              <a:gdLst>
                <a:gd name="T0" fmla="*/ 8 w 38"/>
                <a:gd name="T1" fmla="*/ 26 h 30"/>
                <a:gd name="T2" fmla="*/ 16 w 38"/>
                <a:gd name="T3" fmla="*/ 12 h 30"/>
                <a:gd name="T4" fmla="*/ 33 w 38"/>
                <a:gd name="T5" fmla="*/ 9 h 30"/>
                <a:gd name="T6" fmla="*/ 38 w 38"/>
                <a:gd name="T7" fmla="*/ 6 h 30"/>
                <a:gd name="T8" fmla="*/ 34 w 38"/>
                <a:gd name="T9" fmla="*/ 1 h 30"/>
                <a:gd name="T10" fmla="*/ 11 w 38"/>
                <a:gd name="T11" fmla="*/ 6 h 30"/>
                <a:gd name="T12" fmla="*/ 0 w 38"/>
                <a:gd name="T13" fmla="*/ 25 h 30"/>
                <a:gd name="T14" fmla="*/ 4 w 38"/>
                <a:gd name="T15" fmla="*/ 30 h 30"/>
                <a:gd name="T16" fmla="*/ 4 w 38"/>
                <a:gd name="T17" fmla="*/ 30 h 30"/>
                <a:gd name="T18" fmla="*/ 8 w 38"/>
                <a:gd name="T19" fmla="*/ 2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30">
                  <a:moveTo>
                    <a:pt x="8" y="26"/>
                  </a:moveTo>
                  <a:cubicBezTo>
                    <a:pt x="8" y="26"/>
                    <a:pt x="9" y="17"/>
                    <a:pt x="16" y="12"/>
                  </a:cubicBezTo>
                  <a:cubicBezTo>
                    <a:pt x="20" y="9"/>
                    <a:pt x="26" y="8"/>
                    <a:pt x="33" y="9"/>
                  </a:cubicBezTo>
                  <a:cubicBezTo>
                    <a:pt x="35" y="9"/>
                    <a:pt x="37" y="8"/>
                    <a:pt x="38" y="6"/>
                  </a:cubicBezTo>
                  <a:cubicBezTo>
                    <a:pt x="38" y="3"/>
                    <a:pt x="36" y="1"/>
                    <a:pt x="34" y="1"/>
                  </a:cubicBezTo>
                  <a:cubicBezTo>
                    <a:pt x="25" y="0"/>
                    <a:pt x="17" y="1"/>
                    <a:pt x="11" y="6"/>
                  </a:cubicBezTo>
                  <a:cubicBezTo>
                    <a:pt x="2" y="13"/>
                    <a:pt x="0" y="25"/>
                    <a:pt x="0" y="25"/>
                  </a:cubicBezTo>
                  <a:cubicBezTo>
                    <a:pt x="0" y="28"/>
                    <a:pt x="2" y="29"/>
                    <a:pt x="4" y="30"/>
                  </a:cubicBezTo>
                  <a:cubicBezTo>
                    <a:pt x="4" y="30"/>
                    <a:pt x="4" y="30"/>
                    <a:pt x="4" y="30"/>
                  </a:cubicBezTo>
                  <a:cubicBezTo>
                    <a:pt x="6" y="30"/>
                    <a:pt x="8" y="28"/>
                    <a:pt x="8"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 name="Freeform 272"/>
            <p:cNvSpPr>
              <a:spLocks/>
            </p:cNvSpPr>
            <p:nvPr/>
          </p:nvSpPr>
          <p:spPr bwMode="auto">
            <a:xfrm>
              <a:off x="9028113" y="3946525"/>
              <a:ext cx="71438" cy="52387"/>
            </a:xfrm>
            <a:custGeom>
              <a:avLst/>
              <a:gdLst>
                <a:gd name="T0" fmla="*/ 52 w 56"/>
                <a:gd name="T1" fmla="*/ 2 h 40"/>
                <a:gd name="T2" fmla="*/ 17 w 56"/>
                <a:gd name="T3" fmla="*/ 8 h 40"/>
                <a:gd name="T4" fmla="*/ 0 w 56"/>
                <a:gd name="T5" fmla="*/ 35 h 40"/>
                <a:gd name="T6" fmla="*/ 4 w 56"/>
                <a:gd name="T7" fmla="*/ 40 h 40"/>
                <a:gd name="T8" fmla="*/ 4 w 56"/>
                <a:gd name="T9" fmla="*/ 40 h 40"/>
                <a:gd name="T10" fmla="*/ 8 w 56"/>
                <a:gd name="T11" fmla="*/ 36 h 40"/>
                <a:gd name="T12" fmla="*/ 22 w 56"/>
                <a:gd name="T13" fmla="*/ 15 h 40"/>
                <a:gd name="T14" fmla="*/ 51 w 56"/>
                <a:gd name="T15" fmla="*/ 10 h 40"/>
                <a:gd name="T16" fmla="*/ 55 w 56"/>
                <a:gd name="T17" fmla="*/ 7 h 40"/>
                <a:gd name="T18" fmla="*/ 52 w 56"/>
                <a:gd name="T19" fmla="*/ 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40">
                  <a:moveTo>
                    <a:pt x="52" y="2"/>
                  </a:moveTo>
                  <a:cubicBezTo>
                    <a:pt x="38" y="0"/>
                    <a:pt x="27" y="1"/>
                    <a:pt x="17" y="8"/>
                  </a:cubicBezTo>
                  <a:cubicBezTo>
                    <a:pt x="3" y="18"/>
                    <a:pt x="0" y="34"/>
                    <a:pt x="0" y="35"/>
                  </a:cubicBezTo>
                  <a:cubicBezTo>
                    <a:pt x="0" y="37"/>
                    <a:pt x="1" y="39"/>
                    <a:pt x="4" y="40"/>
                  </a:cubicBezTo>
                  <a:cubicBezTo>
                    <a:pt x="4" y="40"/>
                    <a:pt x="4" y="40"/>
                    <a:pt x="4" y="40"/>
                  </a:cubicBezTo>
                  <a:cubicBezTo>
                    <a:pt x="6" y="40"/>
                    <a:pt x="8" y="38"/>
                    <a:pt x="8" y="36"/>
                  </a:cubicBezTo>
                  <a:cubicBezTo>
                    <a:pt x="8" y="36"/>
                    <a:pt x="11" y="22"/>
                    <a:pt x="22" y="15"/>
                  </a:cubicBezTo>
                  <a:cubicBezTo>
                    <a:pt x="29" y="9"/>
                    <a:pt x="39" y="8"/>
                    <a:pt x="51" y="10"/>
                  </a:cubicBezTo>
                  <a:cubicBezTo>
                    <a:pt x="53" y="10"/>
                    <a:pt x="55" y="9"/>
                    <a:pt x="55" y="7"/>
                  </a:cubicBezTo>
                  <a:cubicBezTo>
                    <a:pt x="56" y="5"/>
                    <a:pt x="54" y="3"/>
                    <a:pt x="5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 name="Freeform 273"/>
            <p:cNvSpPr>
              <a:spLocks/>
            </p:cNvSpPr>
            <p:nvPr/>
          </p:nvSpPr>
          <p:spPr bwMode="auto">
            <a:xfrm>
              <a:off x="9674226" y="4425950"/>
              <a:ext cx="26988" cy="57150"/>
            </a:xfrm>
            <a:custGeom>
              <a:avLst/>
              <a:gdLst>
                <a:gd name="T0" fmla="*/ 8 w 21"/>
                <a:gd name="T1" fmla="*/ 44 h 45"/>
                <a:gd name="T2" fmla="*/ 10 w 21"/>
                <a:gd name="T3" fmla="*/ 45 h 45"/>
                <a:gd name="T4" fmla="*/ 13 w 21"/>
                <a:gd name="T5" fmla="*/ 43 h 45"/>
                <a:gd name="T6" fmla="*/ 19 w 21"/>
                <a:gd name="T7" fmla="*/ 20 h 45"/>
                <a:gd name="T8" fmla="*/ 7 w 21"/>
                <a:gd name="T9" fmla="*/ 2 h 45"/>
                <a:gd name="T10" fmla="*/ 1 w 21"/>
                <a:gd name="T11" fmla="*/ 3 h 45"/>
                <a:gd name="T12" fmla="*/ 3 w 21"/>
                <a:gd name="T13" fmla="*/ 8 h 45"/>
                <a:gd name="T14" fmla="*/ 12 w 21"/>
                <a:gd name="T15" fmla="*/ 22 h 45"/>
                <a:gd name="T16" fmla="*/ 7 w 21"/>
                <a:gd name="T17" fmla="*/ 38 h 45"/>
                <a:gd name="T18" fmla="*/ 8 w 21"/>
                <a:gd name="T19" fmla="*/ 44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45">
                  <a:moveTo>
                    <a:pt x="8" y="44"/>
                  </a:moveTo>
                  <a:cubicBezTo>
                    <a:pt x="8" y="44"/>
                    <a:pt x="9" y="45"/>
                    <a:pt x="10" y="45"/>
                  </a:cubicBezTo>
                  <a:cubicBezTo>
                    <a:pt x="11" y="45"/>
                    <a:pt x="13" y="44"/>
                    <a:pt x="13" y="43"/>
                  </a:cubicBezTo>
                  <a:cubicBezTo>
                    <a:pt x="19" y="35"/>
                    <a:pt x="21" y="28"/>
                    <a:pt x="19" y="20"/>
                  </a:cubicBezTo>
                  <a:cubicBezTo>
                    <a:pt x="17" y="8"/>
                    <a:pt x="7" y="2"/>
                    <a:pt x="7" y="2"/>
                  </a:cubicBezTo>
                  <a:cubicBezTo>
                    <a:pt x="5" y="0"/>
                    <a:pt x="3" y="1"/>
                    <a:pt x="1" y="3"/>
                  </a:cubicBezTo>
                  <a:cubicBezTo>
                    <a:pt x="0" y="5"/>
                    <a:pt x="1" y="7"/>
                    <a:pt x="3" y="8"/>
                  </a:cubicBezTo>
                  <a:cubicBezTo>
                    <a:pt x="3" y="8"/>
                    <a:pt x="10" y="13"/>
                    <a:pt x="12" y="22"/>
                  </a:cubicBezTo>
                  <a:cubicBezTo>
                    <a:pt x="13" y="27"/>
                    <a:pt x="11" y="32"/>
                    <a:pt x="7" y="38"/>
                  </a:cubicBezTo>
                  <a:cubicBezTo>
                    <a:pt x="6" y="40"/>
                    <a:pt x="6" y="43"/>
                    <a:pt x="8"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 name="Freeform 274"/>
            <p:cNvSpPr>
              <a:spLocks/>
            </p:cNvSpPr>
            <p:nvPr/>
          </p:nvSpPr>
          <p:spPr bwMode="auto">
            <a:xfrm>
              <a:off x="9694863" y="4411663"/>
              <a:ext cx="33338" cy="82550"/>
            </a:xfrm>
            <a:custGeom>
              <a:avLst/>
              <a:gdLst>
                <a:gd name="T0" fmla="*/ 7 w 25"/>
                <a:gd name="T1" fmla="*/ 2 h 64"/>
                <a:gd name="T2" fmla="*/ 1 w 25"/>
                <a:gd name="T3" fmla="*/ 3 h 64"/>
                <a:gd name="T4" fmla="*/ 2 w 25"/>
                <a:gd name="T5" fmla="*/ 8 h 64"/>
                <a:gd name="T6" fmla="*/ 16 w 25"/>
                <a:gd name="T7" fmla="*/ 30 h 64"/>
                <a:gd name="T8" fmla="*/ 6 w 25"/>
                <a:gd name="T9" fmla="*/ 58 h 64"/>
                <a:gd name="T10" fmla="*/ 7 w 25"/>
                <a:gd name="T11" fmla="*/ 64 h 64"/>
                <a:gd name="T12" fmla="*/ 10 w 25"/>
                <a:gd name="T13" fmla="*/ 64 h 64"/>
                <a:gd name="T14" fmla="*/ 13 w 25"/>
                <a:gd name="T15" fmla="*/ 63 h 64"/>
                <a:gd name="T16" fmla="*/ 23 w 25"/>
                <a:gd name="T17" fmla="*/ 29 h 64"/>
                <a:gd name="T18" fmla="*/ 7 w 25"/>
                <a:gd name="T19" fmla="*/ 2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64">
                  <a:moveTo>
                    <a:pt x="7" y="2"/>
                  </a:moveTo>
                  <a:cubicBezTo>
                    <a:pt x="5" y="0"/>
                    <a:pt x="3" y="1"/>
                    <a:pt x="1" y="3"/>
                  </a:cubicBezTo>
                  <a:cubicBezTo>
                    <a:pt x="0" y="4"/>
                    <a:pt x="0" y="7"/>
                    <a:pt x="2" y="8"/>
                  </a:cubicBezTo>
                  <a:cubicBezTo>
                    <a:pt x="2" y="8"/>
                    <a:pt x="14" y="17"/>
                    <a:pt x="16" y="30"/>
                  </a:cubicBezTo>
                  <a:cubicBezTo>
                    <a:pt x="17" y="39"/>
                    <a:pt x="14" y="49"/>
                    <a:pt x="6" y="58"/>
                  </a:cubicBezTo>
                  <a:cubicBezTo>
                    <a:pt x="5" y="60"/>
                    <a:pt x="5" y="62"/>
                    <a:pt x="7" y="64"/>
                  </a:cubicBezTo>
                  <a:cubicBezTo>
                    <a:pt x="8" y="64"/>
                    <a:pt x="9" y="64"/>
                    <a:pt x="10" y="64"/>
                  </a:cubicBezTo>
                  <a:cubicBezTo>
                    <a:pt x="11" y="64"/>
                    <a:pt x="12" y="64"/>
                    <a:pt x="13" y="63"/>
                  </a:cubicBezTo>
                  <a:cubicBezTo>
                    <a:pt x="21" y="52"/>
                    <a:pt x="25" y="40"/>
                    <a:pt x="23" y="29"/>
                  </a:cubicBezTo>
                  <a:cubicBezTo>
                    <a:pt x="21" y="12"/>
                    <a:pt x="7" y="2"/>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 name="Freeform 275"/>
            <p:cNvSpPr>
              <a:spLocks/>
            </p:cNvSpPr>
            <p:nvPr/>
          </p:nvSpPr>
          <p:spPr bwMode="auto">
            <a:xfrm>
              <a:off x="9037638" y="4656138"/>
              <a:ext cx="20638" cy="57150"/>
            </a:xfrm>
            <a:custGeom>
              <a:avLst/>
              <a:gdLst>
                <a:gd name="T0" fmla="*/ 10 w 17"/>
                <a:gd name="T1" fmla="*/ 43 h 44"/>
                <a:gd name="T2" fmla="*/ 13 w 17"/>
                <a:gd name="T3" fmla="*/ 44 h 44"/>
                <a:gd name="T4" fmla="*/ 16 w 17"/>
                <a:gd name="T5" fmla="*/ 43 h 44"/>
                <a:gd name="T6" fmla="*/ 15 w 17"/>
                <a:gd name="T7" fmla="*/ 37 h 44"/>
                <a:gd name="T8" fmla="*/ 8 w 17"/>
                <a:gd name="T9" fmla="*/ 23 h 44"/>
                <a:gd name="T10" fmla="*/ 15 w 17"/>
                <a:gd name="T11" fmla="*/ 7 h 44"/>
                <a:gd name="T12" fmla="*/ 15 w 17"/>
                <a:gd name="T13" fmla="*/ 1 h 44"/>
                <a:gd name="T14" fmla="*/ 9 w 17"/>
                <a:gd name="T15" fmla="*/ 2 h 44"/>
                <a:gd name="T16" fmla="*/ 0 w 17"/>
                <a:gd name="T17" fmla="*/ 24 h 44"/>
                <a:gd name="T18" fmla="*/ 10 w 17"/>
                <a:gd name="T19" fmla="*/ 4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44">
                  <a:moveTo>
                    <a:pt x="10" y="43"/>
                  </a:moveTo>
                  <a:cubicBezTo>
                    <a:pt x="11" y="44"/>
                    <a:pt x="12" y="44"/>
                    <a:pt x="13" y="44"/>
                  </a:cubicBezTo>
                  <a:cubicBezTo>
                    <a:pt x="14" y="44"/>
                    <a:pt x="15" y="44"/>
                    <a:pt x="16" y="43"/>
                  </a:cubicBezTo>
                  <a:cubicBezTo>
                    <a:pt x="17" y="41"/>
                    <a:pt x="17" y="39"/>
                    <a:pt x="15" y="37"/>
                  </a:cubicBezTo>
                  <a:cubicBezTo>
                    <a:pt x="15" y="37"/>
                    <a:pt x="8" y="31"/>
                    <a:pt x="8" y="23"/>
                  </a:cubicBezTo>
                  <a:cubicBezTo>
                    <a:pt x="8" y="18"/>
                    <a:pt x="10" y="12"/>
                    <a:pt x="15" y="7"/>
                  </a:cubicBezTo>
                  <a:cubicBezTo>
                    <a:pt x="16" y="5"/>
                    <a:pt x="16" y="3"/>
                    <a:pt x="15" y="1"/>
                  </a:cubicBezTo>
                  <a:cubicBezTo>
                    <a:pt x="13" y="0"/>
                    <a:pt x="11" y="0"/>
                    <a:pt x="9" y="2"/>
                  </a:cubicBezTo>
                  <a:cubicBezTo>
                    <a:pt x="3" y="9"/>
                    <a:pt x="0" y="16"/>
                    <a:pt x="0" y="24"/>
                  </a:cubicBezTo>
                  <a:cubicBezTo>
                    <a:pt x="1" y="35"/>
                    <a:pt x="10" y="43"/>
                    <a:pt x="10"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 name="Freeform 276"/>
            <p:cNvSpPr>
              <a:spLocks/>
            </p:cNvSpPr>
            <p:nvPr/>
          </p:nvSpPr>
          <p:spPr bwMode="auto">
            <a:xfrm>
              <a:off x="9010651" y="4641850"/>
              <a:ext cx="28575" cy="82550"/>
            </a:xfrm>
            <a:custGeom>
              <a:avLst/>
              <a:gdLst>
                <a:gd name="T0" fmla="*/ 20 w 22"/>
                <a:gd name="T1" fmla="*/ 2 h 64"/>
                <a:gd name="T2" fmla="*/ 15 w 22"/>
                <a:gd name="T3" fmla="*/ 2 h 64"/>
                <a:gd name="T4" fmla="*/ 0 w 22"/>
                <a:gd name="T5" fmla="*/ 34 h 64"/>
                <a:gd name="T6" fmla="*/ 13 w 22"/>
                <a:gd name="T7" fmla="*/ 63 h 64"/>
                <a:gd name="T8" fmla="*/ 16 w 22"/>
                <a:gd name="T9" fmla="*/ 64 h 64"/>
                <a:gd name="T10" fmla="*/ 19 w 22"/>
                <a:gd name="T11" fmla="*/ 63 h 64"/>
                <a:gd name="T12" fmla="*/ 18 w 22"/>
                <a:gd name="T13" fmla="*/ 57 h 64"/>
                <a:gd name="T14" fmla="*/ 8 w 22"/>
                <a:gd name="T15" fmla="*/ 34 h 64"/>
                <a:gd name="T16" fmla="*/ 20 w 22"/>
                <a:gd name="T17" fmla="*/ 8 h 64"/>
                <a:gd name="T18" fmla="*/ 20 w 22"/>
                <a:gd name="T19" fmla="*/ 2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64">
                  <a:moveTo>
                    <a:pt x="20" y="2"/>
                  </a:moveTo>
                  <a:cubicBezTo>
                    <a:pt x="19" y="0"/>
                    <a:pt x="16" y="0"/>
                    <a:pt x="15" y="2"/>
                  </a:cubicBezTo>
                  <a:cubicBezTo>
                    <a:pt x="5" y="12"/>
                    <a:pt x="0" y="23"/>
                    <a:pt x="0" y="34"/>
                  </a:cubicBezTo>
                  <a:cubicBezTo>
                    <a:pt x="0" y="51"/>
                    <a:pt x="12" y="63"/>
                    <a:pt x="13" y="63"/>
                  </a:cubicBezTo>
                  <a:cubicBezTo>
                    <a:pt x="14" y="64"/>
                    <a:pt x="15" y="64"/>
                    <a:pt x="16" y="64"/>
                  </a:cubicBezTo>
                  <a:cubicBezTo>
                    <a:pt x="17" y="64"/>
                    <a:pt x="18" y="64"/>
                    <a:pt x="19" y="63"/>
                  </a:cubicBezTo>
                  <a:cubicBezTo>
                    <a:pt x="20" y="62"/>
                    <a:pt x="20" y="59"/>
                    <a:pt x="18" y="57"/>
                  </a:cubicBezTo>
                  <a:cubicBezTo>
                    <a:pt x="18" y="57"/>
                    <a:pt x="8" y="47"/>
                    <a:pt x="8" y="34"/>
                  </a:cubicBezTo>
                  <a:cubicBezTo>
                    <a:pt x="8" y="25"/>
                    <a:pt x="12" y="16"/>
                    <a:pt x="20" y="8"/>
                  </a:cubicBezTo>
                  <a:cubicBezTo>
                    <a:pt x="22" y="6"/>
                    <a:pt x="22" y="3"/>
                    <a:pt x="2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 name="Freeform 277"/>
            <p:cNvSpPr>
              <a:spLocks/>
            </p:cNvSpPr>
            <p:nvPr/>
          </p:nvSpPr>
          <p:spPr bwMode="auto">
            <a:xfrm>
              <a:off x="9642476" y="3984625"/>
              <a:ext cx="42863" cy="42862"/>
            </a:xfrm>
            <a:custGeom>
              <a:avLst/>
              <a:gdLst>
                <a:gd name="T0" fmla="*/ 0 w 33"/>
                <a:gd name="T1" fmla="*/ 4 h 34"/>
                <a:gd name="T2" fmla="*/ 4 w 33"/>
                <a:gd name="T3" fmla="*/ 8 h 34"/>
                <a:gd name="T4" fmla="*/ 4 w 33"/>
                <a:gd name="T5" fmla="*/ 8 h 34"/>
                <a:gd name="T6" fmla="*/ 19 w 33"/>
                <a:gd name="T7" fmla="*/ 14 h 34"/>
                <a:gd name="T8" fmla="*/ 24 w 33"/>
                <a:gd name="T9" fmla="*/ 30 h 34"/>
                <a:gd name="T10" fmla="*/ 28 w 33"/>
                <a:gd name="T11" fmla="*/ 34 h 34"/>
                <a:gd name="T12" fmla="*/ 28 w 33"/>
                <a:gd name="T13" fmla="*/ 34 h 34"/>
                <a:gd name="T14" fmla="*/ 32 w 33"/>
                <a:gd name="T15" fmla="*/ 31 h 34"/>
                <a:gd name="T16" fmla="*/ 25 w 33"/>
                <a:gd name="T17" fmla="*/ 8 h 34"/>
                <a:gd name="T18" fmla="*/ 4 w 33"/>
                <a:gd name="T19" fmla="*/ 0 h 34"/>
                <a:gd name="T20" fmla="*/ 0 w 33"/>
                <a:gd name="T21" fmla="*/ 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34">
                  <a:moveTo>
                    <a:pt x="0" y="4"/>
                  </a:moveTo>
                  <a:cubicBezTo>
                    <a:pt x="0" y="6"/>
                    <a:pt x="2" y="8"/>
                    <a:pt x="4" y="8"/>
                  </a:cubicBezTo>
                  <a:cubicBezTo>
                    <a:pt x="4" y="8"/>
                    <a:pt x="4" y="8"/>
                    <a:pt x="4" y="8"/>
                  </a:cubicBezTo>
                  <a:cubicBezTo>
                    <a:pt x="4" y="8"/>
                    <a:pt x="13" y="8"/>
                    <a:pt x="19" y="14"/>
                  </a:cubicBezTo>
                  <a:cubicBezTo>
                    <a:pt x="23" y="18"/>
                    <a:pt x="25" y="23"/>
                    <a:pt x="24" y="30"/>
                  </a:cubicBezTo>
                  <a:cubicBezTo>
                    <a:pt x="24" y="33"/>
                    <a:pt x="26" y="34"/>
                    <a:pt x="28" y="34"/>
                  </a:cubicBezTo>
                  <a:cubicBezTo>
                    <a:pt x="28" y="34"/>
                    <a:pt x="28" y="34"/>
                    <a:pt x="28" y="34"/>
                  </a:cubicBezTo>
                  <a:cubicBezTo>
                    <a:pt x="31" y="34"/>
                    <a:pt x="32" y="33"/>
                    <a:pt x="32" y="31"/>
                  </a:cubicBezTo>
                  <a:cubicBezTo>
                    <a:pt x="33" y="21"/>
                    <a:pt x="30" y="14"/>
                    <a:pt x="25" y="8"/>
                  </a:cubicBezTo>
                  <a:cubicBezTo>
                    <a:pt x="16" y="0"/>
                    <a:pt x="4" y="0"/>
                    <a:pt x="4" y="0"/>
                  </a:cubicBezTo>
                  <a:cubicBezTo>
                    <a:pt x="2" y="0"/>
                    <a:pt x="0" y="2"/>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 name="Freeform 278"/>
            <p:cNvSpPr>
              <a:spLocks/>
            </p:cNvSpPr>
            <p:nvPr/>
          </p:nvSpPr>
          <p:spPr bwMode="auto">
            <a:xfrm>
              <a:off x="9652001" y="3960813"/>
              <a:ext cx="55563" cy="65087"/>
            </a:xfrm>
            <a:custGeom>
              <a:avLst/>
              <a:gdLst>
                <a:gd name="T0" fmla="*/ 4 w 44"/>
                <a:gd name="T1" fmla="*/ 0 h 51"/>
                <a:gd name="T2" fmla="*/ 4 w 44"/>
                <a:gd name="T3" fmla="*/ 0 h 51"/>
                <a:gd name="T4" fmla="*/ 0 w 44"/>
                <a:gd name="T5" fmla="*/ 4 h 51"/>
                <a:gd name="T6" fmla="*/ 4 w 44"/>
                <a:gd name="T7" fmla="*/ 8 h 51"/>
                <a:gd name="T8" fmla="*/ 27 w 44"/>
                <a:gd name="T9" fmla="*/ 19 h 51"/>
                <a:gd name="T10" fmla="*/ 35 w 44"/>
                <a:gd name="T11" fmla="*/ 47 h 51"/>
                <a:gd name="T12" fmla="*/ 39 w 44"/>
                <a:gd name="T13" fmla="*/ 51 h 51"/>
                <a:gd name="T14" fmla="*/ 39 w 44"/>
                <a:gd name="T15" fmla="*/ 51 h 51"/>
                <a:gd name="T16" fmla="*/ 43 w 44"/>
                <a:gd name="T17" fmla="*/ 47 h 51"/>
                <a:gd name="T18" fmla="*/ 33 w 44"/>
                <a:gd name="T19" fmla="*/ 13 h 51"/>
                <a:gd name="T20" fmla="*/ 4 w 44"/>
                <a:gd name="T21"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 h="51">
                  <a:moveTo>
                    <a:pt x="4" y="0"/>
                  </a:moveTo>
                  <a:cubicBezTo>
                    <a:pt x="4" y="0"/>
                    <a:pt x="4" y="0"/>
                    <a:pt x="4" y="0"/>
                  </a:cubicBezTo>
                  <a:cubicBezTo>
                    <a:pt x="2" y="0"/>
                    <a:pt x="0" y="2"/>
                    <a:pt x="0" y="4"/>
                  </a:cubicBezTo>
                  <a:cubicBezTo>
                    <a:pt x="0" y="6"/>
                    <a:pt x="1" y="8"/>
                    <a:pt x="4" y="8"/>
                  </a:cubicBezTo>
                  <a:cubicBezTo>
                    <a:pt x="4" y="8"/>
                    <a:pt x="18" y="9"/>
                    <a:pt x="27" y="19"/>
                  </a:cubicBezTo>
                  <a:cubicBezTo>
                    <a:pt x="33" y="25"/>
                    <a:pt x="36" y="35"/>
                    <a:pt x="35" y="47"/>
                  </a:cubicBezTo>
                  <a:cubicBezTo>
                    <a:pt x="35" y="49"/>
                    <a:pt x="37" y="51"/>
                    <a:pt x="39" y="51"/>
                  </a:cubicBezTo>
                  <a:cubicBezTo>
                    <a:pt x="39" y="51"/>
                    <a:pt x="39" y="51"/>
                    <a:pt x="39" y="51"/>
                  </a:cubicBezTo>
                  <a:cubicBezTo>
                    <a:pt x="41" y="51"/>
                    <a:pt x="43" y="49"/>
                    <a:pt x="43" y="47"/>
                  </a:cubicBezTo>
                  <a:cubicBezTo>
                    <a:pt x="44" y="33"/>
                    <a:pt x="41" y="22"/>
                    <a:pt x="33" y="13"/>
                  </a:cubicBezTo>
                  <a:cubicBezTo>
                    <a:pt x="22" y="1"/>
                    <a:pt x="5"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78" name="组合 277"/>
          <p:cNvGrpSpPr/>
          <p:nvPr/>
        </p:nvGrpSpPr>
        <p:grpSpPr>
          <a:xfrm>
            <a:off x="9939338" y="3324225"/>
            <a:ext cx="2090738" cy="1497012"/>
            <a:chOff x="9939338" y="3324225"/>
            <a:chExt cx="2090738" cy="1497012"/>
          </a:xfrm>
          <a:solidFill>
            <a:schemeClr val="tx1">
              <a:lumMod val="65000"/>
              <a:lumOff val="35000"/>
            </a:schemeClr>
          </a:solidFill>
        </p:grpSpPr>
        <p:sp>
          <p:nvSpPr>
            <p:cNvPr id="279" name="Freeform 279"/>
            <p:cNvSpPr>
              <a:spLocks noEditPoints="1"/>
            </p:cNvSpPr>
            <p:nvPr/>
          </p:nvSpPr>
          <p:spPr bwMode="auto">
            <a:xfrm>
              <a:off x="9939338" y="3670300"/>
              <a:ext cx="841375" cy="1103312"/>
            </a:xfrm>
            <a:custGeom>
              <a:avLst/>
              <a:gdLst>
                <a:gd name="T0" fmla="*/ 648 w 653"/>
                <a:gd name="T1" fmla="*/ 303 h 857"/>
                <a:gd name="T2" fmla="*/ 626 w 653"/>
                <a:gd name="T3" fmla="*/ 264 h 857"/>
                <a:gd name="T4" fmla="*/ 483 w 653"/>
                <a:gd name="T5" fmla="*/ 222 h 857"/>
                <a:gd name="T6" fmla="*/ 398 w 653"/>
                <a:gd name="T7" fmla="*/ 79 h 857"/>
                <a:gd name="T8" fmla="*/ 338 w 653"/>
                <a:gd name="T9" fmla="*/ 68 h 857"/>
                <a:gd name="T10" fmla="*/ 333 w 653"/>
                <a:gd name="T11" fmla="*/ 70 h 857"/>
                <a:gd name="T12" fmla="*/ 254 w 653"/>
                <a:gd name="T13" fmla="*/ 170 h 857"/>
                <a:gd name="T14" fmla="*/ 233 w 653"/>
                <a:gd name="T15" fmla="*/ 172 h 857"/>
                <a:gd name="T16" fmla="*/ 163 w 653"/>
                <a:gd name="T17" fmla="*/ 142 h 857"/>
                <a:gd name="T18" fmla="*/ 158 w 653"/>
                <a:gd name="T19" fmla="*/ 144 h 857"/>
                <a:gd name="T20" fmla="*/ 104 w 653"/>
                <a:gd name="T21" fmla="*/ 129 h 857"/>
                <a:gd name="T22" fmla="*/ 101 w 653"/>
                <a:gd name="T23" fmla="*/ 124 h 857"/>
                <a:gd name="T24" fmla="*/ 129 w 653"/>
                <a:gd name="T25" fmla="*/ 21 h 857"/>
                <a:gd name="T26" fmla="*/ 134 w 653"/>
                <a:gd name="T27" fmla="*/ 19 h 857"/>
                <a:gd name="T28" fmla="*/ 148 w 653"/>
                <a:gd name="T29" fmla="*/ 22 h 857"/>
                <a:gd name="T30" fmla="*/ 150 w 653"/>
                <a:gd name="T31" fmla="*/ 19 h 857"/>
                <a:gd name="T32" fmla="*/ 159 w 653"/>
                <a:gd name="T33" fmla="*/ 8 h 857"/>
                <a:gd name="T34" fmla="*/ 136 w 653"/>
                <a:gd name="T35" fmla="*/ 2 h 857"/>
                <a:gd name="T36" fmla="*/ 121 w 653"/>
                <a:gd name="T37" fmla="*/ 10 h 857"/>
                <a:gd name="T38" fmla="*/ 109 w 653"/>
                <a:gd name="T39" fmla="*/ 54 h 857"/>
                <a:gd name="T40" fmla="*/ 108 w 653"/>
                <a:gd name="T41" fmla="*/ 56 h 857"/>
                <a:gd name="T42" fmla="*/ 8 w 653"/>
                <a:gd name="T43" fmla="*/ 193 h 857"/>
                <a:gd name="T44" fmla="*/ 7 w 653"/>
                <a:gd name="T45" fmla="*/ 229 h 857"/>
                <a:gd name="T46" fmla="*/ 34 w 653"/>
                <a:gd name="T47" fmla="*/ 244 h 857"/>
                <a:gd name="T48" fmla="*/ 40 w 653"/>
                <a:gd name="T49" fmla="*/ 243 h 857"/>
                <a:gd name="T50" fmla="*/ 174 w 653"/>
                <a:gd name="T51" fmla="*/ 214 h 857"/>
                <a:gd name="T52" fmla="*/ 212 w 653"/>
                <a:gd name="T53" fmla="*/ 391 h 857"/>
                <a:gd name="T54" fmla="*/ 180 w 653"/>
                <a:gd name="T55" fmla="*/ 802 h 857"/>
                <a:gd name="T56" fmla="*/ 226 w 653"/>
                <a:gd name="T57" fmla="*/ 855 h 857"/>
                <a:gd name="T58" fmla="*/ 279 w 653"/>
                <a:gd name="T59" fmla="*/ 810 h 857"/>
                <a:gd name="T60" fmla="*/ 305 w 653"/>
                <a:gd name="T61" fmla="*/ 467 h 857"/>
                <a:gd name="T62" fmla="*/ 347 w 653"/>
                <a:gd name="T63" fmla="*/ 458 h 857"/>
                <a:gd name="T64" fmla="*/ 423 w 653"/>
                <a:gd name="T65" fmla="*/ 811 h 857"/>
                <a:gd name="T66" fmla="*/ 481 w 653"/>
                <a:gd name="T67" fmla="*/ 849 h 857"/>
                <a:gd name="T68" fmla="*/ 519 w 653"/>
                <a:gd name="T69" fmla="*/ 790 h 857"/>
                <a:gd name="T70" fmla="*/ 437 w 653"/>
                <a:gd name="T71" fmla="*/ 407 h 857"/>
                <a:gd name="T72" fmla="*/ 437 w 653"/>
                <a:gd name="T73" fmla="*/ 407 h 857"/>
                <a:gd name="T74" fmla="*/ 431 w 653"/>
                <a:gd name="T75" fmla="*/ 377 h 857"/>
                <a:gd name="T76" fmla="*/ 421 w 653"/>
                <a:gd name="T77" fmla="*/ 333 h 857"/>
                <a:gd name="T78" fmla="*/ 421 w 653"/>
                <a:gd name="T79" fmla="*/ 333 h 857"/>
                <a:gd name="T80" fmla="*/ 383 w 653"/>
                <a:gd name="T81" fmla="*/ 158 h 857"/>
                <a:gd name="T82" fmla="*/ 427 w 653"/>
                <a:gd name="T83" fmla="*/ 258 h 857"/>
                <a:gd name="T84" fmla="*/ 449 w 653"/>
                <a:gd name="T85" fmla="*/ 279 h 857"/>
                <a:gd name="T86" fmla="*/ 609 w 653"/>
                <a:gd name="T87" fmla="*/ 325 h 857"/>
                <a:gd name="T88" fmla="*/ 617 w 653"/>
                <a:gd name="T89" fmla="*/ 326 h 857"/>
                <a:gd name="T90" fmla="*/ 648 w 653"/>
                <a:gd name="T91" fmla="*/ 303 h 857"/>
                <a:gd name="T92" fmla="*/ 118 w 653"/>
                <a:gd name="T93" fmla="*/ 150 h 857"/>
                <a:gd name="T94" fmla="*/ 139 w 653"/>
                <a:gd name="T95" fmla="*/ 156 h 857"/>
                <a:gd name="T96" fmla="*/ 109 w 653"/>
                <a:gd name="T97" fmla="*/ 163 h 857"/>
                <a:gd name="T98" fmla="*/ 118 w 653"/>
                <a:gd name="T99" fmla="*/ 150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53" h="857">
                  <a:moveTo>
                    <a:pt x="648" y="303"/>
                  </a:moveTo>
                  <a:cubicBezTo>
                    <a:pt x="653" y="286"/>
                    <a:pt x="643" y="269"/>
                    <a:pt x="626" y="264"/>
                  </a:cubicBezTo>
                  <a:cubicBezTo>
                    <a:pt x="483" y="222"/>
                    <a:pt x="483" y="222"/>
                    <a:pt x="483" y="222"/>
                  </a:cubicBezTo>
                  <a:cubicBezTo>
                    <a:pt x="470" y="186"/>
                    <a:pt x="440" y="109"/>
                    <a:pt x="398" y="79"/>
                  </a:cubicBezTo>
                  <a:cubicBezTo>
                    <a:pt x="372" y="59"/>
                    <a:pt x="349" y="64"/>
                    <a:pt x="338" y="68"/>
                  </a:cubicBezTo>
                  <a:cubicBezTo>
                    <a:pt x="336" y="69"/>
                    <a:pt x="334" y="69"/>
                    <a:pt x="333" y="70"/>
                  </a:cubicBezTo>
                  <a:cubicBezTo>
                    <a:pt x="334" y="117"/>
                    <a:pt x="302" y="160"/>
                    <a:pt x="254" y="170"/>
                  </a:cubicBezTo>
                  <a:cubicBezTo>
                    <a:pt x="247" y="171"/>
                    <a:pt x="240" y="172"/>
                    <a:pt x="233" y="172"/>
                  </a:cubicBezTo>
                  <a:cubicBezTo>
                    <a:pt x="206" y="172"/>
                    <a:pt x="181" y="161"/>
                    <a:pt x="163" y="142"/>
                  </a:cubicBezTo>
                  <a:cubicBezTo>
                    <a:pt x="162" y="144"/>
                    <a:pt x="160" y="145"/>
                    <a:pt x="158" y="144"/>
                  </a:cubicBezTo>
                  <a:cubicBezTo>
                    <a:pt x="104" y="129"/>
                    <a:pt x="104" y="129"/>
                    <a:pt x="104" y="129"/>
                  </a:cubicBezTo>
                  <a:cubicBezTo>
                    <a:pt x="102" y="128"/>
                    <a:pt x="100" y="126"/>
                    <a:pt x="101" y="124"/>
                  </a:cubicBezTo>
                  <a:cubicBezTo>
                    <a:pt x="129" y="21"/>
                    <a:pt x="129" y="21"/>
                    <a:pt x="129" y="21"/>
                  </a:cubicBezTo>
                  <a:cubicBezTo>
                    <a:pt x="130" y="19"/>
                    <a:pt x="132" y="18"/>
                    <a:pt x="134" y="19"/>
                  </a:cubicBezTo>
                  <a:cubicBezTo>
                    <a:pt x="148" y="22"/>
                    <a:pt x="148" y="22"/>
                    <a:pt x="148" y="22"/>
                  </a:cubicBezTo>
                  <a:cubicBezTo>
                    <a:pt x="149" y="21"/>
                    <a:pt x="149" y="20"/>
                    <a:pt x="150" y="19"/>
                  </a:cubicBezTo>
                  <a:cubicBezTo>
                    <a:pt x="153" y="15"/>
                    <a:pt x="155" y="11"/>
                    <a:pt x="159" y="8"/>
                  </a:cubicBezTo>
                  <a:cubicBezTo>
                    <a:pt x="136" y="2"/>
                    <a:pt x="136" y="2"/>
                    <a:pt x="136" y="2"/>
                  </a:cubicBezTo>
                  <a:cubicBezTo>
                    <a:pt x="130" y="0"/>
                    <a:pt x="123" y="4"/>
                    <a:pt x="121" y="10"/>
                  </a:cubicBezTo>
                  <a:cubicBezTo>
                    <a:pt x="109" y="54"/>
                    <a:pt x="109" y="54"/>
                    <a:pt x="109" y="54"/>
                  </a:cubicBezTo>
                  <a:cubicBezTo>
                    <a:pt x="109" y="55"/>
                    <a:pt x="108" y="55"/>
                    <a:pt x="108" y="56"/>
                  </a:cubicBezTo>
                  <a:cubicBezTo>
                    <a:pt x="8" y="193"/>
                    <a:pt x="8" y="193"/>
                    <a:pt x="8" y="193"/>
                  </a:cubicBezTo>
                  <a:cubicBezTo>
                    <a:pt x="0" y="204"/>
                    <a:pt x="0" y="218"/>
                    <a:pt x="7" y="229"/>
                  </a:cubicBezTo>
                  <a:cubicBezTo>
                    <a:pt x="13" y="239"/>
                    <a:pt x="23" y="244"/>
                    <a:pt x="34" y="244"/>
                  </a:cubicBezTo>
                  <a:cubicBezTo>
                    <a:pt x="36" y="244"/>
                    <a:pt x="38" y="244"/>
                    <a:pt x="40" y="243"/>
                  </a:cubicBezTo>
                  <a:cubicBezTo>
                    <a:pt x="174" y="214"/>
                    <a:pt x="174" y="214"/>
                    <a:pt x="174" y="214"/>
                  </a:cubicBezTo>
                  <a:cubicBezTo>
                    <a:pt x="212" y="391"/>
                    <a:pt x="212" y="391"/>
                    <a:pt x="212" y="391"/>
                  </a:cubicBezTo>
                  <a:cubicBezTo>
                    <a:pt x="180" y="802"/>
                    <a:pt x="180" y="802"/>
                    <a:pt x="180" y="802"/>
                  </a:cubicBezTo>
                  <a:cubicBezTo>
                    <a:pt x="178" y="829"/>
                    <a:pt x="199" y="853"/>
                    <a:pt x="226" y="855"/>
                  </a:cubicBezTo>
                  <a:cubicBezTo>
                    <a:pt x="253" y="857"/>
                    <a:pt x="277" y="837"/>
                    <a:pt x="279" y="810"/>
                  </a:cubicBezTo>
                  <a:cubicBezTo>
                    <a:pt x="305" y="467"/>
                    <a:pt x="305" y="467"/>
                    <a:pt x="305" y="467"/>
                  </a:cubicBezTo>
                  <a:cubicBezTo>
                    <a:pt x="347" y="458"/>
                    <a:pt x="347" y="458"/>
                    <a:pt x="347" y="458"/>
                  </a:cubicBezTo>
                  <a:cubicBezTo>
                    <a:pt x="423" y="811"/>
                    <a:pt x="423" y="811"/>
                    <a:pt x="423" y="811"/>
                  </a:cubicBezTo>
                  <a:cubicBezTo>
                    <a:pt x="428" y="838"/>
                    <a:pt x="455" y="855"/>
                    <a:pt x="481" y="849"/>
                  </a:cubicBezTo>
                  <a:cubicBezTo>
                    <a:pt x="508" y="843"/>
                    <a:pt x="525" y="817"/>
                    <a:pt x="519" y="790"/>
                  </a:cubicBezTo>
                  <a:cubicBezTo>
                    <a:pt x="437" y="407"/>
                    <a:pt x="437" y="407"/>
                    <a:pt x="437" y="407"/>
                  </a:cubicBezTo>
                  <a:cubicBezTo>
                    <a:pt x="437" y="407"/>
                    <a:pt x="437" y="407"/>
                    <a:pt x="437" y="407"/>
                  </a:cubicBezTo>
                  <a:cubicBezTo>
                    <a:pt x="431" y="377"/>
                    <a:pt x="431" y="377"/>
                    <a:pt x="431" y="377"/>
                  </a:cubicBezTo>
                  <a:cubicBezTo>
                    <a:pt x="421" y="333"/>
                    <a:pt x="421" y="333"/>
                    <a:pt x="421" y="333"/>
                  </a:cubicBezTo>
                  <a:cubicBezTo>
                    <a:pt x="421" y="333"/>
                    <a:pt x="421" y="333"/>
                    <a:pt x="421" y="333"/>
                  </a:cubicBezTo>
                  <a:cubicBezTo>
                    <a:pt x="383" y="158"/>
                    <a:pt x="383" y="158"/>
                    <a:pt x="383" y="158"/>
                  </a:cubicBezTo>
                  <a:cubicBezTo>
                    <a:pt x="401" y="187"/>
                    <a:pt x="418" y="228"/>
                    <a:pt x="427" y="258"/>
                  </a:cubicBezTo>
                  <a:cubicBezTo>
                    <a:pt x="430" y="268"/>
                    <a:pt x="438" y="276"/>
                    <a:pt x="449" y="279"/>
                  </a:cubicBezTo>
                  <a:cubicBezTo>
                    <a:pt x="609" y="325"/>
                    <a:pt x="609" y="325"/>
                    <a:pt x="609" y="325"/>
                  </a:cubicBezTo>
                  <a:cubicBezTo>
                    <a:pt x="612" y="326"/>
                    <a:pt x="615" y="326"/>
                    <a:pt x="617" y="326"/>
                  </a:cubicBezTo>
                  <a:cubicBezTo>
                    <a:pt x="631" y="326"/>
                    <a:pt x="644" y="317"/>
                    <a:pt x="648" y="303"/>
                  </a:cubicBezTo>
                  <a:close/>
                  <a:moveTo>
                    <a:pt x="118" y="150"/>
                  </a:moveTo>
                  <a:cubicBezTo>
                    <a:pt x="139" y="156"/>
                    <a:pt x="139" y="156"/>
                    <a:pt x="139" y="156"/>
                  </a:cubicBezTo>
                  <a:cubicBezTo>
                    <a:pt x="109" y="163"/>
                    <a:pt x="109" y="163"/>
                    <a:pt x="109" y="163"/>
                  </a:cubicBezTo>
                  <a:lnTo>
                    <a:pt x="118" y="1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 name="Freeform 280"/>
            <p:cNvSpPr>
              <a:spLocks/>
            </p:cNvSpPr>
            <p:nvPr/>
          </p:nvSpPr>
          <p:spPr bwMode="auto">
            <a:xfrm>
              <a:off x="10113963" y="3636963"/>
              <a:ext cx="254000" cy="252412"/>
            </a:xfrm>
            <a:custGeom>
              <a:avLst/>
              <a:gdLst>
                <a:gd name="T0" fmla="*/ 10 w 197"/>
                <a:gd name="T1" fmla="*/ 117 h 196"/>
                <a:gd name="T2" fmla="*/ 117 w 197"/>
                <a:gd name="T3" fmla="*/ 186 h 196"/>
                <a:gd name="T4" fmla="*/ 186 w 197"/>
                <a:gd name="T5" fmla="*/ 79 h 196"/>
                <a:gd name="T6" fmla="*/ 80 w 197"/>
                <a:gd name="T7" fmla="*/ 10 h 196"/>
                <a:gd name="T8" fmla="*/ 10 w 197"/>
                <a:gd name="T9" fmla="*/ 117 h 196"/>
              </a:gdLst>
              <a:ahLst/>
              <a:cxnLst>
                <a:cxn ang="0">
                  <a:pos x="T0" y="T1"/>
                </a:cxn>
                <a:cxn ang="0">
                  <a:pos x="T2" y="T3"/>
                </a:cxn>
                <a:cxn ang="0">
                  <a:pos x="T4" y="T5"/>
                </a:cxn>
                <a:cxn ang="0">
                  <a:pos x="T6" y="T7"/>
                </a:cxn>
                <a:cxn ang="0">
                  <a:pos x="T8" y="T9"/>
                </a:cxn>
              </a:cxnLst>
              <a:rect l="0" t="0" r="r" b="b"/>
              <a:pathLst>
                <a:path w="197" h="196">
                  <a:moveTo>
                    <a:pt x="10" y="117"/>
                  </a:moveTo>
                  <a:cubicBezTo>
                    <a:pt x="21" y="165"/>
                    <a:pt x="69" y="196"/>
                    <a:pt x="117" y="186"/>
                  </a:cubicBezTo>
                  <a:cubicBezTo>
                    <a:pt x="166" y="175"/>
                    <a:pt x="197" y="128"/>
                    <a:pt x="186" y="79"/>
                  </a:cubicBezTo>
                  <a:cubicBezTo>
                    <a:pt x="176" y="30"/>
                    <a:pt x="128" y="0"/>
                    <a:pt x="80" y="10"/>
                  </a:cubicBezTo>
                  <a:cubicBezTo>
                    <a:pt x="31" y="20"/>
                    <a:pt x="0" y="68"/>
                    <a:pt x="10" y="1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 name="Freeform 281"/>
            <p:cNvSpPr>
              <a:spLocks noEditPoints="1"/>
            </p:cNvSpPr>
            <p:nvPr/>
          </p:nvSpPr>
          <p:spPr bwMode="auto">
            <a:xfrm>
              <a:off x="11488738" y="3425825"/>
              <a:ext cx="422275" cy="1149350"/>
            </a:xfrm>
            <a:custGeom>
              <a:avLst/>
              <a:gdLst>
                <a:gd name="T0" fmla="*/ 328 w 328"/>
                <a:gd name="T1" fmla="*/ 892 h 892"/>
                <a:gd name="T2" fmla="*/ 328 w 328"/>
                <a:gd name="T3" fmla="*/ 0 h 892"/>
                <a:gd name="T4" fmla="*/ 0 w 328"/>
                <a:gd name="T5" fmla="*/ 0 h 892"/>
                <a:gd name="T6" fmla="*/ 0 w 328"/>
                <a:gd name="T7" fmla="*/ 414 h 892"/>
                <a:gd name="T8" fmla="*/ 188 w 328"/>
                <a:gd name="T9" fmla="*/ 892 h 892"/>
                <a:gd name="T10" fmla="*/ 328 w 328"/>
                <a:gd name="T11" fmla="*/ 892 h 892"/>
                <a:gd name="T12" fmla="*/ 50 w 328"/>
                <a:gd name="T13" fmla="*/ 465 h 892"/>
                <a:gd name="T14" fmla="*/ 27 w 328"/>
                <a:gd name="T15" fmla="*/ 442 h 892"/>
                <a:gd name="T16" fmla="*/ 50 w 328"/>
                <a:gd name="T17" fmla="*/ 419 h 892"/>
                <a:gd name="T18" fmla="*/ 72 w 328"/>
                <a:gd name="T19" fmla="*/ 442 h 892"/>
                <a:gd name="T20" fmla="*/ 50 w 328"/>
                <a:gd name="T21" fmla="*/ 465 h 8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8" h="892">
                  <a:moveTo>
                    <a:pt x="328" y="892"/>
                  </a:moveTo>
                  <a:cubicBezTo>
                    <a:pt x="328" y="0"/>
                    <a:pt x="328" y="0"/>
                    <a:pt x="328" y="0"/>
                  </a:cubicBezTo>
                  <a:cubicBezTo>
                    <a:pt x="0" y="0"/>
                    <a:pt x="0" y="0"/>
                    <a:pt x="0" y="0"/>
                  </a:cubicBezTo>
                  <a:cubicBezTo>
                    <a:pt x="0" y="414"/>
                    <a:pt x="0" y="414"/>
                    <a:pt x="0" y="414"/>
                  </a:cubicBezTo>
                  <a:cubicBezTo>
                    <a:pt x="188" y="892"/>
                    <a:pt x="188" y="892"/>
                    <a:pt x="188" y="892"/>
                  </a:cubicBezTo>
                  <a:lnTo>
                    <a:pt x="328" y="892"/>
                  </a:lnTo>
                  <a:close/>
                  <a:moveTo>
                    <a:pt x="50" y="465"/>
                  </a:moveTo>
                  <a:cubicBezTo>
                    <a:pt x="37" y="465"/>
                    <a:pt x="27" y="455"/>
                    <a:pt x="27" y="442"/>
                  </a:cubicBezTo>
                  <a:cubicBezTo>
                    <a:pt x="27" y="430"/>
                    <a:pt x="37" y="419"/>
                    <a:pt x="50" y="419"/>
                  </a:cubicBezTo>
                  <a:cubicBezTo>
                    <a:pt x="62" y="419"/>
                    <a:pt x="72" y="430"/>
                    <a:pt x="72" y="442"/>
                  </a:cubicBezTo>
                  <a:cubicBezTo>
                    <a:pt x="72" y="455"/>
                    <a:pt x="62" y="465"/>
                    <a:pt x="50" y="4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 name="Freeform 282"/>
            <p:cNvSpPr>
              <a:spLocks/>
            </p:cNvSpPr>
            <p:nvPr/>
          </p:nvSpPr>
          <p:spPr bwMode="auto">
            <a:xfrm>
              <a:off x="10845801" y="3324225"/>
              <a:ext cx="1184275" cy="1485900"/>
            </a:xfrm>
            <a:custGeom>
              <a:avLst/>
              <a:gdLst>
                <a:gd name="T0" fmla="*/ 0 w 919"/>
                <a:gd name="T1" fmla="*/ 47 h 1153"/>
                <a:gd name="T2" fmla="*/ 42 w 919"/>
                <a:gd name="T3" fmla="*/ 47 h 1153"/>
                <a:gd name="T4" fmla="*/ 42 w 919"/>
                <a:gd name="T5" fmla="*/ 960 h 1153"/>
                <a:gd name="T6" fmla="*/ 82 w 919"/>
                <a:gd name="T7" fmla="*/ 960 h 1153"/>
                <a:gd name="T8" fmla="*/ 82 w 919"/>
                <a:gd name="T9" fmla="*/ 730 h 1153"/>
                <a:gd name="T10" fmla="*/ 215 w 919"/>
                <a:gd name="T11" fmla="*/ 730 h 1153"/>
                <a:gd name="T12" fmla="*/ 207 w 919"/>
                <a:gd name="T13" fmla="*/ 710 h 1153"/>
                <a:gd name="T14" fmla="*/ 82 w 919"/>
                <a:gd name="T15" fmla="*/ 710 h 1153"/>
                <a:gd name="T16" fmla="*/ 82 w 919"/>
                <a:gd name="T17" fmla="*/ 393 h 1153"/>
                <a:gd name="T18" fmla="*/ 47 w 919"/>
                <a:gd name="T19" fmla="*/ 304 h 1153"/>
                <a:gd name="T20" fmla="*/ 82 w 919"/>
                <a:gd name="T21" fmla="*/ 291 h 1153"/>
                <a:gd name="T22" fmla="*/ 82 w 919"/>
                <a:gd name="T23" fmla="*/ 244 h 1153"/>
                <a:gd name="T24" fmla="*/ 200 w 919"/>
                <a:gd name="T25" fmla="*/ 244 h 1153"/>
                <a:gd name="T26" fmla="*/ 251 w 919"/>
                <a:gd name="T27" fmla="*/ 224 h 1153"/>
                <a:gd name="T28" fmla="*/ 82 w 919"/>
                <a:gd name="T29" fmla="*/ 224 h 1153"/>
                <a:gd name="T30" fmla="*/ 82 w 919"/>
                <a:gd name="T31" fmla="*/ 63 h 1153"/>
                <a:gd name="T32" fmla="*/ 442 w 919"/>
                <a:gd name="T33" fmla="*/ 63 h 1153"/>
                <a:gd name="T34" fmla="*/ 442 w 919"/>
                <a:gd name="T35" fmla="*/ 224 h 1153"/>
                <a:gd name="T36" fmla="*/ 394 w 919"/>
                <a:gd name="T37" fmla="*/ 224 h 1153"/>
                <a:gd name="T38" fmla="*/ 402 w 919"/>
                <a:gd name="T39" fmla="*/ 244 h 1153"/>
                <a:gd name="T40" fmla="*/ 442 w 919"/>
                <a:gd name="T41" fmla="*/ 244 h 1153"/>
                <a:gd name="T42" fmla="*/ 442 w 919"/>
                <a:gd name="T43" fmla="*/ 346 h 1153"/>
                <a:gd name="T44" fmla="*/ 484 w 919"/>
                <a:gd name="T45" fmla="*/ 452 h 1153"/>
                <a:gd name="T46" fmla="*/ 484 w 919"/>
                <a:gd name="T47" fmla="*/ 63 h 1153"/>
                <a:gd name="T48" fmla="*/ 843 w 919"/>
                <a:gd name="T49" fmla="*/ 63 h 1153"/>
                <a:gd name="T50" fmla="*/ 843 w 919"/>
                <a:gd name="T51" fmla="*/ 987 h 1153"/>
                <a:gd name="T52" fmla="*/ 694 w 919"/>
                <a:gd name="T53" fmla="*/ 987 h 1153"/>
                <a:gd name="T54" fmla="*/ 710 w 919"/>
                <a:gd name="T55" fmla="*/ 1028 h 1153"/>
                <a:gd name="T56" fmla="*/ 633 w 919"/>
                <a:gd name="T57" fmla="*/ 1059 h 1153"/>
                <a:gd name="T58" fmla="*/ 781 w 919"/>
                <a:gd name="T59" fmla="*/ 1059 h 1153"/>
                <a:gd name="T60" fmla="*/ 781 w 919"/>
                <a:gd name="T61" fmla="*/ 1080 h 1153"/>
                <a:gd name="T62" fmla="*/ 840 w 919"/>
                <a:gd name="T63" fmla="*/ 1153 h 1153"/>
                <a:gd name="T64" fmla="*/ 883 w 919"/>
                <a:gd name="T65" fmla="*/ 1153 h 1153"/>
                <a:gd name="T66" fmla="*/ 883 w 919"/>
                <a:gd name="T67" fmla="*/ 1059 h 1153"/>
                <a:gd name="T68" fmla="*/ 919 w 919"/>
                <a:gd name="T69" fmla="*/ 1059 h 1153"/>
                <a:gd name="T70" fmla="*/ 919 w 919"/>
                <a:gd name="T71" fmla="*/ 1012 h 1153"/>
                <a:gd name="T72" fmla="*/ 883 w 919"/>
                <a:gd name="T73" fmla="*/ 1012 h 1153"/>
                <a:gd name="T74" fmla="*/ 883 w 919"/>
                <a:gd name="T75" fmla="*/ 47 h 1153"/>
                <a:gd name="T76" fmla="*/ 919 w 919"/>
                <a:gd name="T77" fmla="*/ 47 h 1153"/>
                <a:gd name="T78" fmla="*/ 919 w 919"/>
                <a:gd name="T79" fmla="*/ 0 h 1153"/>
                <a:gd name="T80" fmla="*/ 0 w 919"/>
                <a:gd name="T81" fmla="*/ 0 h 1153"/>
                <a:gd name="T82" fmla="*/ 0 w 919"/>
                <a:gd name="T83" fmla="*/ 47 h 1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19" h="1153">
                  <a:moveTo>
                    <a:pt x="0" y="47"/>
                  </a:moveTo>
                  <a:cubicBezTo>
                    <a:pt x="42" y="47"/>
                    <a:pt x="42" y="47"/>
                    <a:pt x="42" y="47"/>
                  </a:cubicBezTo>
                  <a:cubicBezTo>
                    <a:pt x="42" y="960"/>
                    <a:pt x="42" y="960"/>
                    <a:pt x="42" y="960"/>
                  </a:cubicBezTo>
                  <a:cubicBezTo>
                    <a:pt x="82" y="960"/>
                    <a:pt x="82" y="960"/>
                    <a:pt x="82" y="960"/>
                  </a:cubicBezTo>
                  <a:cubicBezTo>
                    <a:pt x="82" y="730"/>
                    <a:pt x="82" y="730"/>
                    <a:pt x="82" y="730"/>
                  </a:cubicBezTo>
                  <a:cubicBezTo>
                    <a:pt x="215" y="730"/>
                    <a:pt x="215" y="730"/>
                    <a:pt x="215" y="730"/>
                  </a:cubicBezTo>
                  <a:cubicBezTo>
                    <a:pt x="207" y="710"/>
                    <a:pt x="207" y="710"/>
                    <a:pt x="207" y="710"/>
                  </a:cubicBezTo>
                  <a:cubicBezTo>
                    <a:pt x="82" y="710"/>
                    <a:pt x="82" y="710"/>
                    <a:pt x="82" y="710"/>
                  </a:cubicBezTo>
                  <a:cubicBezTo>
                    <a:pt x="82" y="393"/>
                    <a:pt x="82" y="393"/>
                    <a:pt x="82" y="393"/>
                  </a:cubicBezTo>
                  <a:cubicBezTo>
                    <a:pt x="47" y="304"/>
                    <a:pt x="47" y="304"/>
                    <a:pt x="47" y="304"/>
                  </a:cubicBezTo>
                  <a:cubicBezTo>
                    <a:pt x="82" y="291"/>
                    <a:pt x="82" y="291"/>
                    <a:pt x="82" y="291"/>
                  </a:cubicBezTo>
                  <a:cubicBezTo>
                    <a:pt x="82" y="244"/>
                    <a:pt x="82" y="244"/>
                    <a:pt x="82" y="244"/>
                  </a:cubicBezTo>
                  <a:cubicBezTo>
                    <a:pt x="200" y="244"/>
                    <a:pt x="200" y="244"/>
                    <a:pt x="200" y="244"/>
                  </a:cubicBezTo>
                  <a:cubicBezTo>
                    <a:pt x="251" y="224"/>
                    <a:pt x="251" y="224"/>
                    <a:pt x="251" y="224"/>
                  </a:cubicBezTo>
                  <a:cubicBezTo>
                    <a:pt x="82" y="224"/>
                    <a:pt x="82" y="224"/>
                    <a:pt x="82" y="224"/>
                  </a:cubicBezTo>
                  <a:cubicBezTo>
                    <a:pt x="82" y="63"/>
                    <a:pt x="82" y="63"/>
                    <a:pt x="82" y="63"/>
                  </a:cubicBezTo>
                  <a:cubicBezTo>
                    <a:pt x="442" y="63"/>
                    <a:pt x="442" y="63"/>
                    <a:pt x="442" y="63"/>
                  </a:cubicBezTo>
                  <a:cubicBezTo>
                    <a:pt x="442" y="224"/>
                    <a:pt x="442" y="224"/>
                    <a:pt x="442" y="224"/>
                  </a:cubicBezTo>
                  <a:cubicBezTo>
                    <a:pt x="394" y="224"/>
                    <a:pt x="394" y="224"/>
                    <a:pt x="394" y="224"/>
                  </a:cubicBezTo>
                  <a:cubicBezTo>
                    <a:pt x="402" y="244"/>
                    <a:pt x="402" y="244"/>
                    <a:pt x="402" y="244"/>
                  </a:cubicBezTo>
                  <a:cubicBezTo>
                    <a:pt x="442" y="244"/>
                    <a:pt x="442" y="244"/>
                    <a:pt x="442" y="244"/>
                  </a:cubicBezTo>
                  <a:cubicBezTo>
                    <a:pt x="442" y="346"/>
                    <a:pt x="442" y="346"/>
                    <a:pt x="442" y="346"/>
                  </a:cubicBezTo>
                  <a:cubicBezTo>
                    <a:pt x="484" y="452"/>
                    <a:pt x="484" y="452"/>
                    <a:pt x="484" y="452"/>
                  </a:cubicBezTo>
                  <a:cubicBezTo>
                    <a:pt x="484" y="63"/>
                    <a:pt x="484" y="63"/>
                    <a:pt x="484" y="63"/>
                  </a:cubicBezTo>
                  <a:cubicBezTo>
                    <a:pt x="843" y="63"/>
                    <a:pt x="843" y="63"/>
                    <a:pt x="843" y="63"/>
                  </a:cubicBezTo>
                  <a:cubicBezTo>
                    <a:pt x="843" y="987"/>
                    <a:pt x="843" y="987"/>
                    <a:pt x="843" y="987"/>
                  </a:cubicBezTo>
                  <a:cubicBezTo>
                    <a:pt x="694" y="987"/>
                    <a:pt x="694" y="987"/>
                    <a:pt x="694" y="987"/>
                  </a:cubicBezTo>
                  <a:cubicBezTo>
                    <a:pt x="710" y="1028"/>
                    <a:pt x="710" y="1028"/>
                    <a:pt x="710" y="1028"/>
                  </a:cubicBezTo>
                  <a:cubicBezTo>
                    <a:pt x="633" y="1059"/>
                    <a:pt x="633" y="1059"/>
                    <a:pt x="633" y="1059"/>
                  </a:cubicBezTo>
                  <a:cubicBezTo>
                    <a:pt x="781" y="1059"/>
                    <a:pt x="781" y="1059"/>
                    <a:pt x="781" y="1059"/>
                  </a:cubicBezTo>
                  <a:cubicBezTo>
                    <a:pt x="781" y="1080"/>
                    <a:pt x="781" y="1080"/>
                    <a:pt x="781" y="1080"/>
                  </a:cubicBezTo>
                  <a:cubicBezTo>
                    <a:pt x="836" y="1080"/>
                    <a:pt x="840" y="1153"/>
                    <a:pt x="840" y="1153"/>
                  </a:cubicBezTo>
                  <a:cubicBezTo>
                    <a:pt x="883" y="1153"/>
                    <a:pt x="883" y="1153"/>
                    <a:pt x="883" y="1153"/>
                  </a:cubicBezTo>
                  <a:cubicBezTo>
                    <a:pt x="883" y="1059"/>
                    <a:pt x="883" y="1059"/>
                    <a:pt x="883" y="1059"/>
                  </a:cubicBezTo>
                  <a:cubicBezTo>
                    <a:pt x="919" y="1059"/>
                    <a:pt x="919" y="1059"/>
                    <a:pt x="919" y="1059"/>
                  </a:cubicBezTo>
                  <a:cubicBezTo>
                    <a:pt x="919" y="1012"/>
                    <a:pt x="919" y="1012"/>
                    <a:pt x="919" y="1012"/>
                  </a:cubicBezTo>
                  <a:cubicBezTo>
                    <a:pt x="883" y="1012"/>
                    <a:pt x="883" y="1012"/>
                    <a:pt x="883" y="1012"/>
                  </a:cubicBezTo>
                  <a:cubicBezTo>
                    <a:pt x="883" y="47"/>
                    <a:pt x="883" y="47"/>
                    <a:pt x="883" y="47"/>
                  </a:cubicBezTo>
                  <a:cubicBezTo>
                    <a:pt x="919" y="47"/>
                    <a:pt x="919" y="47"/>
                    <a:pt x="919" y="47"/>
                  </a:cubicBezTo>
                  <a:cubicBezTo>
                    <a:pt x="919" y="0"/>
                    <a:pt x="919" y="0"/>
                    <a:pt x="919" y="0"/>
                  </a:cubicBezTo>
                  <a:cubicBezTo>
                    <a:pt x="0" y="0"/>
                    <a:pt x="0" y="0"/>
                    <a:pt x="0" y="0"/>
                  </a:cubicBezTo>
                  <a:lnTo>
                    <a:pt x="0"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 name="Freeform 283"/>
            <p:cNvSpPr>
              <a:spLocks/>
            </p:cNvSpPr>
            <p:nvPr/>
          </p:nvSpPr>
          <p:spPr bwMode="auto">
            <a:xfrm>
              <a:off x="11039476" y="4595813"/>
              <a:ext cx="247650" cy="93662"/>
            </a:xfrm>
            <a:custGeom>
              <a:avLst/>
              <a:gdLst>
                <a:gd name="T0" fmla="*/ 134 w 156"/>
                <a:gd name="T1" fmla="*/ 0 h 59"/>
                <a:gd name="T2" fmla="*/ 10 w 156"/>
                <a:gd name="T3" fmla="*/ 0 h 59"/>
                <a:gd name="T4" fmla="*/ 10 w 156"/>
                <a:gd name="T5" fmla="*/ 6 h 59"/>
                <a:gd name="T6" fmla="*/ 2 w 156"/>
                <a:gd name="T7" fmla="*/ 6 h 59"/>
                <a:gd name="T8" fmla="*/ 0 w 156"/>
                <a:gd name="T9" fmla="*/ 6 h 59"/>
                <a:gd name="T10" fmla="*/ 0 w 156"/>
                <a:gd name="T11" fmla="*/ 18 h 59"/>
                <a:gd name="T12" fmla="*/ 53 w 156"/>
                <a:gd name="T13" fmla="*/ 18 h 59"/>
                <a:gd name="T14" fmla="*/ 61 w 156"/>
                <a:gd name="T15" fmla="*/ 18 h 59"/>
                <a:gd name="T16" fmla="*/ 61 w 156"/>
                <a:gd name="T17" fmla="*/ 26 h 59"/>
                <a:gd name="T18" fmla="*/ 61 w 156"/>
                <a:gd name="T19" fmla="*/ 59 h 59"/>
                <a:gd name="T20" fmla="*/ 156 w 156"/>
                <a:gd name="T21" fmla="*/ 59 h 59"/>
                <a:gd name="T22" fmla="*/ 134 w 156"/>
                <a:gd name="T2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59">
                  <a:moveTo>
                    <a:pt x="134" y="0"/>
                  </a:moveTo>
                  <a:lnTo>
                    <a:pt x="10" y="0"/>
                  </a:lnTo>
                  <a:lnTo>
                    <a:pt x="10" y="6"/>
                  </a:lnTo>
                  <a:lnTo>
                    <a:pt x="2" y="6"/>
                  </a:lnTo>
                  <a:lnTo>
                    <a:pt x="0" y="6"/>
                  </a:lnTo>
                  <a:lnTo>
                    <a:pt x="0" y="18"/>
                  </a:lnTo>
                  <a:lnTo>
                    <a:pt x="53" y="18"/>
                  </a:lnTo>
                  <a:lnTo>
                    <a:pt x="61" y="18"/>
                  </a:lnTo>
                  <a:lnTo>
                    <a:pt x="61" y="26"/>
                  </a:lnTo>
                  <a:lnTo>
                    <a:pt x="61" y="59"/>
                  </a:lnTo>
                  <a:lnTo>
                    <a:pt x="156" y="59"/>
                  </a:lnTo>
                  <a:lnTo>
                    <a:pt x="13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 name="Freeform 284"/>
            <p:cNvSpPr>
              <a:spLocks noEditPoints="1"/>
            </p:cNvSpPr>
            <p:nvPr/>
          </p:nvSpPr>
          <p:spPr bwMode="auto">
            <a:xfrm>
              <a:off x="10926763" y="3570288"/>
              <a:ext cx="812800" cy="1223962"/>
            </a:xfrm>
            <a:custGeom>
              <a:avLst/>
              <a:gdLst>
                <a:gd name="T0" fmla="*/ 631 w 631"/>
                <a:gd name="T1" fmla="*/ 831 h 950"/>
                <a:gd name="T2" fmla="*/ 305 w 631"/>
                <a:gd name="T3" fmla="*/ 0 h 950"/>
                <a:gd name="T4" fmla="*/ 0 w 631"/>
                <a:gd name="T5" fmla="*/ 120 h 950"/>
                <a:gd name="T6" fmla="*/ 326 w 631"/>
                <a:gd name="T7" fmla="*/ 950 h 950"/>
                <a:gd name="T8" fmla="*/ 631 w 631"/>
                <a:gd name="T9" fmla="*/ 831 h 950"/>
                <a:gd name="T10" fmla="*/ 412 w 631"/>
                <a:gd name="T11" fmla="*/ 409 h 950"/>
                <a:gd name="T12" fmla="*/ 442 w 631"/>
                <a:gd name="T13" fmla="*/ 421 h 950"/>
                <a:gd name="T14" fmla="*/ 429 w 631"/>
                <a:gd name="T15" fmla="*/ 451 h 950"/>
                <a:gd name="T16" fmla="*/ 400 w 631"/>
                <a:gd name="T17" fmla="*/ 438 h 950"/>
                <a:gd name="T18" fmla="*/ 412 w 631"/>
                <a:gd name="T19" fmla="*/ 409 h 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31" h="950">
                  <a:moveTo>
                    <a:pt x="631" y="831"/>
                  </a:moveTo>
                  <a:cubicBezTo>
                    <a:pt x="305" y="0"/>
                    <a:pt x="305" y="0"/>
                    <a:pt x="305" y="0"/>
                  </a:cubicBezTo>
                  <a:cubicBezTo>
                    <a:pt x="0" y="120"/>
                    <a:pt x="0" y="120"/>
                    <a:pt x="0" y="120"/>
                  </a:cubicBezTo>
                  <a:cubicBezTo>
                    <a:pt x="326" y="950"/>
                    <a:pt x="326" y="950"/>
                    <a:pt x="326" y="950"/>
                  </a:cubicBezTo>
                  <a:lnTo>
                    <a:pt x="631" y="831"/>
                  </a:lnTo>
                  <a:close/>
                  <a:moveTo>
                    <a:pt x="412" y="409"/>
                  </a:moveTo>
                  <a:cubicBezTo>
                    <a:pt x="424" y="404"/>
                    <a:pt x="437" y="410"/>
                    <a:pt x="442" y="421"/>
                  </a:cubicBezTo>
                  <a:cubicBezTo>
                    <a:pt x="446" y="433"/>
                    <a:pt x="441" y="446"/>
                    <a:pt x="429" y="451"/>
                  </a:cubicBezTo>
                  <a:cubicBezTo>
                    <a:pt x="417" y="455"/>
                    <a:pt x="404" y="450"/>
                    <a:pt x="400" y="438"/>
                  </a:cubicBezTo>
                  <a:cubicBezTo>
                    <a:pt x="395" y="426"/>
                    <a:pt x="401" y="413"/>
                    <a:pt x="412" y="4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 name="Rectangle 285"/>
            <p:cNvSpPr>
              <a:spLocks noChangeArrowheads="1"/>
            </p:cNvSpPr>
            <p:nvPr/>
          </p:nvSpPr>
          <p:spPr bwMode="auto">
            <a:xfrm>
              <a:off x="10755313" y="4718050"/>
              <a:ext cx="368300" cy="10318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 name="Freeform 286"/>
            <p:cNvSpPr>
              <a:spLocks noEditPoints="1"/>
            </p:cNvSpPr>
            <p:nvPr/>
          </p:nvSpPr>
          <p:spPr bwMode="auto">
            <a:xfrm>
              <a:off x="10755313" y="4573588"/>
              <a:ext cx="368300" cy="131762"/>
            </a:xfrm>
            <a:custGeom>
              <a:avLst/>
              <a:gdLst>
                <a:gd name="T0" fmla="*/ 181 w 232"/>
                <a:gd name="T1" fmla="*/ 12 h 83"/>
                <a:gd name="T2" fmla="*/ 181 w 232"/>
                <a:gd name="T3" fmla="*/ 0 h 83"/>
                <a:gd name="T4" fmla="*/ 50 w 232"/>
                <a:gd name="T5" fmla="*/ 0 h 83"/>
                <a:gd name="T6" fmla="*/ 50 w 232"/>
                <a:gd name="T7" fmla="*/ 12 h 83"/>
                <a:gd name="T8" fmla="*/ 61 w 232"/>
                <a:gd name="T9" fmla="*/ 12 h 83"/>
                <a:gd name="T10" fmla="*/ 61 w 232"/>
                <a:gd name="T11" fmla="*/ 40 h 83"/>
                <a:gd name="T12" fmla="*/ 0 w 232"/>
                <a:gd name="T13" fmla="*/ 40 h 83"/>
                <a:gd name="T14" fmla="*/ 0 w 232"/>
                <a:gd name="T15" fmla="*/ 83 h 83"/>
                <a:gd name="T16" fmla="*/ 232 w 232"/>
                <a:gd name="T17" fmla="*/ 83 h 83"/>
                <a:gd name="T18" fmla="*/ 232 w 232"/>
                <a:gd name="T19" fmla="*/ 40 h 83"/>
                <a:gd name="T20" fmla="*/ 171 w 232"/>
                <a:gd name="T21" fmla="*/ 40 h 83"/>
                <a:gd name="T22" fmla="*/ 171 w 232"/>
                <a:gd name="T23" fmla="*/ 12 h 83"/>
                <a:gd name="T24" fmla="*/ 181 w 232"/>
                <a:gd name="T25" fmla="*/ 12 h 83"/>
                <a:gd name="T26" fmla="*/ 159 w 232"/>
                <a:gd name="T27" fmla="*/ 40 h 83"/>
                <a:gd name="T28" fmla="*/ 72 w 232"/>
                <a:gd name="T29" fmla="*/ 40 h 83"/>
                <a:gd name="T30" fmla="*/ 72 w 232"/>
                <a:gd name="T31" fmla="*/ 17 h 83"/>
                <a:gd name="T32" fmla="*/ 159 w 232"/>
                <a:gd name="T33" fmla="*/ 17 h 83"/>
                <a:gd name="T34" fmla="*/ 159 w 232"/>
                <a:gd name="T35" fmla="*/ 4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2" h="83">
                  <a:moveTo>
                    <a:pt x="181" y="12"/>
                  </a:moveTo>
                  <a:lnTo>
                    <a:pt x="181" y="0"/>
                  </a:lnTo>
                  <a:lnTo>
                    <a:pt x="50" y="0"/>
                  </a:lnTo>
                  <a:lnTo>
                    <a:pt x="50" y="12"/>
                  </a:lnTo>
                  <a:lnTo>
                    <a:pt x="61" y="12"/>
                  </a:lnTo>
                  <a:lnTo>
                    <a:pt x="61" y="40"/>
                  </a:lnTo>
                  <a:lnTo>
                    <a:pt x="0" y="40"/>
                  </a:lnTo>
                  <a:lnTo>
                    <a:pt x="0" y="83"/>
                  </a:lnTo>
                  <a:lnTo>
                    <a:pt x="232" y="83"/>
                  </a:lnTo>
                  <a:lnTo>
                    <a:pt x="232" y="40"/>
                  </a:lnTo>
                  <a:lnTo>
                    <a:pt x="171" y="40"/>
                  </a:lnTo>
                  <a:lnTo>
                    <a:pt x="171" y="12"/>
                  </a:lnTo>
                  <a:lnTo>
                    <a:pt x="181" y="12"/>
                  </a:lnTo>
                  <a:close/>
                  <a:moveTo>
                    <a:pt x="159" y="40"/>
                  </a:moveTo>
                  <a:lnTo>
                    <a:pt x="72" y="40"/>
                  </a:lnTo>
                  <a:lnTo>
                    <a:pt x="72" y="17"/>
                  </a:lnTo>
                  <a:lnTo>
                    <a:pt x="159" y="17"/>
                  </a:lnTo>
                  <a:lnTo>
                    <a:pt x="159"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 name="Freeform 287"/>
            <p:cNvSpPr>
              <a:spLocks/>
            </p:cNvSpPr>
            <p:nvPr/>
          </p:nvSpPr>
          <p:spPr bwMode="auto">
            <a:xfrm>
              <a:off x="10350501" y="3470275"/>
              <a:ext cx="39688" cy="111125"/>
            </a:xfrm>
            <a:custGeom>
              <a:avLst/>
              <a:gdLst>
                <a:gd name="T0" fmla="*/ 20 w 31"/>
                <a:gd name="T1" fmla="*/ 54 h 86"/>
                <a:gd name="T2" fmla="*/ 27 w 31"/>
                <a:gd name="T3" fmla="*/ 26 h 86"/>
                <a:gd name="T4" fmla="*/ 31 w 31"/>
                <a:gd name="T5" fmla="*/ 8 h 86"/>
                <a:gd name="T6" fmla="*/ 28 w 31"/>
                <a:gd name="T7" fmla="*/ 3 h 86"/>
                <a:gd name="T8" fmla="*/ 21 w 31"/>
                <a:gd name="T9" fmla="*/ 0 h 86"/>
                <a:gd name="T10" fmla="*/ 13 w 31"/>
                <a:gd name="T11" fmla="*/ 3 h 86"/>
                <a:gd name="T12" fmla="*/ 8 w 31"/>
                <a:gd name="T13" fmla="*/ 13 h 86"/>
                <a:gd name="T14" fmla="*/ 7 w 31"/>
                <a:gd name="T15" fmla="*/ 20 h 86"/>
                <a:gd name="T16" fmla="*/ 3 w 31"/>
                <a:gd name="T17" fmla="*/ 48 h 86"/>
                <a:gd name="T18" fmla="*/ 1 w 31"/>
                <a:gd name="T19" fmla="*/ 82 h 86"/>
                <a:gd name="T20" fmla="*/ 14 w 31"/>
                <a:gd name="T21" fmla="*/ 86 h 86"/>
                <a:gd name="T22" fmla="*/ 17 w 31"/>
                <a:gd name="T23" fmla="*/ 75 h 86"/>
                <a:gd name="T24" fmla="*/ 20 w 31"/>
                <a:gd name="T25" fmla="*/ 5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86">
                  <a:moveTo>
                    <a:pt x="20" y="54"/>
                  </a:moveTo>
                  <a:cubicBezTo>
                    <a:pt x="23" y="45"/>
                    <a:pt x="25" y="36"/>
                    <a:pt x="27" y="26"/>
                  </a:cubicBezTo>
                  <a:cubicBezTo>
                    <a:pt x="30" y="15"/>
                    <a:pt x="31" y="10"/>
                    <a:pt x="31" y="8"/>
                  </a:cubicBezTo>
                  <a:cubicBezTo>
                    <a:pt x="31" y="6"/>
                    <a:pt x="30" y="4"/>
                    <a:pt x="28" y="3"/>
                  </a:cubicBezTo>
                  <a:cubicBezTo>
                    <a:pt x="26" y="1"/>
                    <a:pt x="23" y="0"/>
                    <a:pt x="21" y="0"/>
                  </a:cubicBezTo>
                  <a:cubicBezTo>
                    <a:pt x="19" y="0"/>
                    <a:pt x="16" y="1"/>
                    <a:pt x="13" y="3"/>
                  </a:cubicBezTo>
                  <a:cubicBezTo>
                    <a:pt x="10" y="5"/>
                    <a:pt x="9" y="9"/>
                    <a:pt x="8" y="13"/>
                  </a:cubicBezTo>
                  <a:cubicBezTo>
                    <a:pt x="7" y="17"/>
                    <a:pt x="7" y="19"/>
                    <a:pt x="7" y="20"/>
                  </a:cubicBezTo>
                  <a:cubicBezTo>
                    <a:pt x="7" y="26"/>
                    <a:pt x="6" y="35"/>
                    <a:pt x="3" y="48"/>
                  </a:cubicBezTo>
                  <a:cubicBezTo>
                    <a:pt x="1" y="60"/>
                    <a:pt x="0" y="71"/>
                    <a:pt x="1" y="82"/>
                  </a:cubicBezTo>
                  <a:cubicBezTo>
                    <a:pt x="4" y="84"/>
                    <a:pt x="8" y="86"/>
                    <a:pt x="14" y="86"/>
                  </a:cubicBezTo>
                  <a:cubicBezTo>
                    <a:pt x="16" y="83"/>
                    <a:pt x="17" y="79"/>
                    <a:pt x="17" y="75"/>
                  </a:cubicBezTo>
                  <a:cubicBezTo>
                    <a:pt x="17" y="70"/>
                    <a:pt x="18" y="63"/>
                    <a:pt x="20"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 name="Freeform 288"/>
            <p:cNvSpPr>
              <a:spLocks/>
            </p:cNvSpPr>
            <p:nvPr/>
          </p:nvSpPr>
          <p:spPr bwMode="auto">
            <a:xfrm>
              <a:off x="10339388" y="3598863"/>
              <a:ext cx="31750" cy="31750"/>
            </a:xfrm>
            <a:custGeom>
              <a:avLst/>
              <a:gdLst>
                <a:gd name="T0" fmla="*/ 12 w 24"/>
                <a:gd name="T1" fmla="*/ 0 h 25"/>
                <a:gd name="T2" fmla="*/ 4 w 24"/>
                <a:gd name="T3" fmla="*/ 5 h 25"/>
                <a:gd name="T4" fmla="*/ 0 w 24"/>
                <a:gd name="T5" fmla="*/ 14 h 25"/>
                <a:gd name="T6" fmla="*/ 10 w 24"/>
                <a:gd name="T7" fmla="*/ 25 h 25"/>
                <a:gd name="T8" fmla="*/ 18 w 24"/>
                <a:gd name="T9" fmla="*/ 22 h 25"/>
                <a:gd name="T10" fmla="*/ 23 w 24"/>
                <a:gd name="T11" fmla="*/ 13 h 25"/>
                <a:gd name="T12" fmla="*/ 24 w 24"/>
                <a:gd name="T13" fmla="*/ 8 h 25"/>
                <a:gd name="T14" fmla="*/ 20 w 24"/>
                <a:gd name="T15" fmla="*/ 3 h 25"/>
                <a:gd name="T16" fmla="*/ 12 w 24"/>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5">
                  <a:moveTo>
                    <a:pt x="12" y="0"/>
                  </a:moveTo>
                  <a:cubicBezTo>
                    <a:pt x="10" y="0"/>
                    <a:pt x="7" y="2"/>
                    <a:pt x="4" y="5"/>
                  </a:cubicBezTo>
                  <a:cubicBezTo>
                    <a:pt x="2" y="9"/>
                    <a:pt x="0" y="12"/>
                    <a:pt x="0" y="14"/>
                  </a:cubicBezTo>
                  <a:cubicBezTo>
                    <a:pt x="0" y="21"/>
                    <a:pt x="4" y="25"/>
                    <a:pt x="10" y="25"/>
                  </a:cubicBezTo>
                  <a:cubicBezTo>
                    <a:pt x="12" y="25"/>
                    <a:pt x="14" y="24"/>
                    <a:pt x="18" y="22"/>
                  </a:cubicBezTo>
                  <a:cubicBezTo>
                    <a:pt x="21" y="20"/>
                    <a:pt x="23" y="17"/>
                    <a:pt x="23" y="13"/>
                  </a:cubicBezTo>
                  <a:cubicBezTo>
                    <a:pt x="24" y="8"/>
                    <a:pt x="24" y="8"/>
                    <a:pt x="24" y="8"/>
                  </a:cubicBezTo>
                  <a:cubicBezTo>
                    <a:pt x="24" y="6"/>
                    <a:pt x="23" y="5"/>
                    <a:pt x="20" y="3"/>
                  </a:cubicBezTo>
                  <a:cubicBezTo>
                    <a:pt x="17" y="1"/>
                    <a:pt x="14" y="0"/>
                    <a:pt x="1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 name="Freeform 289"/>
            <p:cNvSpPr>
              <a:spLocks/>
            </p:cNvSpPr>
            <p:nvPr/>
          </p:nvSpPr>
          <p:spPr bwMode="auto">
            <a:xfrm>
              <a:off x="10426701" y="3465513"/>
              <a:ext cx="90488" cy="127000"/>
            </a:xfrm>
            <a:custGeom>
              <a:avLst/>
              <a:gdLst>
                <a:gd name="T0" fmla="*/ 25 w 70"/>
                <a:gd name="T1" fmla="*/ 75 h 98"/>
                <a:gd name="T2" fmla="*/ 53 w 70"/>
                <a:gd name="T3" fmla="*/ 64 h 98"/>
                <a:gd name="T4" fmla="*/ 65 w 70"/>
                <a:gd name="T5" fmla="*/ 53 h 98"/>
                <a:gd name="T6" fmla="*/ 70 w 70"/>
                <a:gd name="T7" fmla="*/ 32 h 98"/>
                <a:gd name="T8" fmla="*/ 70 w 70"/>
                <a:gd name="T9" fmla="*/ 32 h 98"/>
                <a:gd name="T10" fmla="*/ 67 w 70"/>
                <a:gd name="T11" fmla="*/ 15 h 98"/>
                <a:gd name="T12" fmla="*/ 56 w 70"/>
                <a:gd name="T13" fmla="*/ 4 h 98"/>
                <a:gd name="T14" fmla="*/ 41 w 70"/>
                <a:gd name="T15" fmla="*/ 0 h 98"/>
                <a:gd name="T16" fmla="*/ 31 w 70"/>
                <a:gd name="T17" fmla="*/ 1 h 98"/>
                <a:gd name="T18" fmla="*/ 17 w 70"/>
                <a:gd name="T19" fmla="*/ 5 h 98"/>
                <a:gd name="T20" fmla="*/ 17 w 70"/>
                <a:gd name="T21" fmla="*/ 5 h 98"/>
                <a:gd name="T22" fmla="*/ 5 w 70"/>
                <a:gd name="T23" fmla="*/ 15 h 98"/>
                <a:gd name="T24" fmla="*/ 0 w 70"/>
                <a:gd name="T25" fmla="*/ 25 h 98"/>
                <a:gd name="T26" fmla="*/ 8 w 70"/>
                <a:gd name="T27" fmla="*/ 32 h 98"/>
                <a:gd name="T28" fmla="*/ 21 w 70"/>
                <a:gd name="T29" fmla="*/ 25 h 98"/>
                <a:gd name="T30" fmla="*/ 24 w 70"/>
                <a:gd name="T31" fmla="*/ 20 h 98"/>
                <a:gd name="T32" fmla="*/ 37 w 70"/>
                <a:gd name="T33" fmla="*/ 18 h 98"/>
                <a:gd name="T34" fmla="*/ 43 w 70"/>
                <a:gd name="T35" fmla="*/ 19 h 98"/>
                <a:gd name="T36" fmla="*/ 47 w 70"/>
                <a:gd name="T37" fmla="*/ 21 h 98"/>
                <a:gd name="T38" fmla="*/ 50 w 70"/>
                <a:gd name="T39" fmla="*/ 27 h 98"/>
                <a:gd name="T40" fmla="*/ 51 w 70"/>
                <a:gd name="T41" fmla="*/ 35 h 98"/>
                <a:gd name="T42" fmla="*/ 49 w 70"/>
                <a:gd name="T43" fmla="*/ 43 h 98"/>
                <a:gd name="T44" fmla="*/ 44 w 70"/>
                <a:gd name="T45" fmla="*/ 49 h 98"/>
                <a:gd name="T46" fmla="*/ 33 w 70"/>
                <a:gd name="T47" fmla="*/ 53 h 98"/>
                <a:gd name="T48" fmla="*/ 18 w 70"/>
                <a:gd name="T49" fmla="*/ 60 h 98"/>
                <a:gd name="T50" fmla="*/ 9 w 70"/>
                <a:gd name="T51" fmla="*/ 66 h 98"/>
                <a:gd name="T52" fmla="*/ 3 w 70"/>
                <a:gd name="T53" fmla="*/ 80 h 98"/>
                <a:gd name="T54" fmla="*/ 2 w 70"/>
                <a:gd name="T55" fmla="*/ 87 h 98"/>
                <a:gd name="T56" fmla="*/ 3 w 70"/>
                <a:gd name="T57" fmla="*/ 94 h 98"/>
                <a:gd name="T58" fmla="*/ 7 w 70"/>
                <a:gd name="T59" fmla="*/ 98 h 98"/>
                <a:gd name="T60" fmla="*/ 17 w 70"/>
                <a:gd name="T61" fmla="*/ 95 h 98"/>
                <a:gd name="T62" fmla="*/ 21 w 70"/>
                <a:gd name="T63" fmla="*/ 89 h 98"/>
                <a:gd name="T64" fmla="*/ 25 w 70"/>
                <a:gd name="T65" fmla="*/ 7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0" h="98">
                  <a:moveTo>
                    <a:pt x="25" y="75"/>
                  </a:moveTo>
                  <a:cubicBezTo>
                    <a:pt x="39" y="70"/>
                    <a:pt x="49" y="66"/>
                    <a:pt x="53" y="64"/>
                  </a:cubicBezTo>
                  <a:cubicBezTo>
                    <a:pt x="58" y="62"/>
                    <a:pt x="62" y="58"/>
                    <a:pt x="65" y="53"/>
                  </a:cubicBezTo>
                  <a:cubicBezTo>
                    <a:pt x="68" y="48"/>
                    <a:pt x="70" y="41"/>
                    <a:pt x="70" y="32"/>
                  </a:cubicBezTo>
                  <a:cubicBezTo>
                    <a:pt x="70" y="32"/>
                    <a:pt x="70" y="32"/>
                    <a:pt x="70" y="32"/>
                  </a:cubicBezTo>
                  <a:cubicBezTo>
                    <a:pt x="70" y="25"/>
                    <a:pt x="69" y="19"/>
                    <a:pt x="67" y="15"/>
                  </a:cubicBezTo>
                  <a:cubicBezTo>
                    <a:pt x="66" y="12"/>
                    <a:pt x="62" y="8"/>
                    <a:pt x="56" y="4"/>
                  </a:cubicBezTo>
                  <a:cubicBezTo>
                    <a:pt x="52" y="1"/>
                    <a:pt x="47" y="0"/>
                    <a:pt x="41" y="0"/>
                  </a:cubicBezTo>
                  <a:cubicBezTo>
                    <a:pt x="37" y="0"/>
                    <a:pt x="34" y="1"/>
                    <a:pt x="31" y="1"/>
                  </a:cubicBezTo>
                  <a:cubicBezTo>
                    <a:pt x="26" y="1"/>
                    <a:pt x="22" y="2"/>
                    <a:pt x="17" y="5"/>
                  </a:cubicBezTo>
                  <a:cubicBezTo>
                    <a:pt x="17" y="5"/>
                    <a:pt x="17" y="5"/>
                    <a:pt x="17" y="5"/>
                  </a:cubicBezTo>
                  <a:cubicBezTo>
                    <a:pt x="12" y="7"/>
                    <a:pt x="8" y="11"/>
                    <a:pt x="5" y="15"/>
                  </a:cubicBezTo>
                  <a:cubicBezTo>
                    <a:pt x="2" y="18"/>
                    <a:pt x="0" y="22"/>
                    <a:pt x="0" y="25"/>
                  </a:cubicBezTo>
                  <a:cubicBezTo>
                    <a:pt x="0" y="30"/>
                    <a:pt x="2" y="32"/>
                    <a:pt x="8" y="32"/>
                  </a:cubicBezTo>
                  <a:cubicBezTo>
                    <a:pt x="16" y="32"/>
                    <a:pt x="20" y="30"/>
                    <a:pt x="21" y="25"/>
                  </a:cubicBezTo>
                  <a:cubicBezTo>
                    <a:pt x="21" y="23"/>
                    <a:pt x="22" y="22"/>
                    <a:pt x="24" y="20"/>
                  </a:cubicBezTo>
                  <a:cubicBezTo>
                    <a:pt x="27" y="19"/>
                    <a:pt x="31" y="18"/>
                    <a:pt x="37" y="18"/>
                  </a:cubicBezTo>
                  <a:cubicBezTo>
                    <a:pt x="39" y="18"/>
                    <a:pt x="41" y="18"/>
                    <a:pt x="43" y="19"/>
                  </a:cubicBezTo>
                  <a:cubicBezTo>
                    <a:pt x="45" y="20"/>
                    <a:pt x="47" y="20"/>
                    <a:pt x="47" y="21"/>
                  </a:cubicBezTo>
                  <a:cubicBezTo>
                    <a:pt x="48" y="22"/>
                    <a:pt x="49" y="24"/>
                    <a:pt x="50" y="27"/>
                  </a:cubicBezTo>
                  <a:cubicBezTo>
                    <a:pt x="51" y="31"/>
                    <a:pt x="51" y="33"/>
                    <a:pt x="51" y="35"/>
                  </a:cubicBezTo>
                  <a:cubicBezTo>
                    <a:pt x="51" y="38"/>
                    <a:pt x="50" y="41"/>
                    <a:pt x="49" y="43"/>
                  </a:cubicBezTo>
                  <a:cubicBezTo>
                    <a:pt x="48" y="46"/>
                    <a:pt x="46" y="48"/>
                    <a:pt x="44" y="49"/>
                  </a:cubicBezTo>
                  <a:cubicBezTo>
                    <a:pt x="33" y="53"/>
                    <a:pt x="33" y="53"/>
                    <a:pt x="33" y="53"/>
                  </a:cubicBezTo>
                  <a:cubicBezTo>
                    <a:pt x="25" y="56"/>
                    <a:pt x="20" y="58"/>
                    <a:pt x="18" y="60"/>
                  </a:cubicBezTo>
                  <a:cubicBezTo>
                    <a:pt x="15" y="61"/>
                    <a:pt x="12" y="63"/>
                    <a:pt x="9" y="66"/>
                  </a:cubicBezTo>
                  <a:cubicBezTo>
                    <a:pt x="6" y="73"/>
                    <a:pt x="4" y="77"/>
                    <a:pt x="3" y="80"/>
                  </a:cubicBezTo>
                  <a:cubicBezTo>
                    <a:pt x="2" y="82"/>
                    <a:pt x="2" y="84"/>
                    <a:pt x="2" y="87"/>
                  </a:cubicBezTo>
                  <a:cubicBezTo>
                    <a:pt x="2" y="89"/>
                    <a:pt x="2" y="92"/>
                    <a:pt x="3" y="94"/>
                  </a:cubicBezTo>
                  <a:cubicBezTo>
                    <a:pt x="4" y="96"/>
                    <a:pt x="5" y="98"/>
                    <a:pt x="7" y="98"/>
                  </a:cubicBezTo>
                  <a:cubicBezTo>
                    <a:pt x="12" y="98"/>
                    <a:pt x="15" y="97"/>
                    <a:pt x="17" y="95"/>
                  </a:cubicBezTo>
                  <a:cubicBezTo>
                    <a:pt x="19" y="94"/>
                    <a:pt x="21" y="92"/>
                    <a:pt x="21" y="89"/>
                  </a:cubicBezTo>
                  <a:cubicBezTo>
                    <a:pt x="22" y="83"/>
                    <a:pt x="24" y="79"/>
                    <a:pt x="25"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 name="Freeform 290"/>
            <p:cNvSpPr>
              <a:spLocks/>
            </p:cNvSpPr>
            <p:nvPr/>
          </p:nvSpPr>
          <p:spPr bwMode="auto">
            <a:xfrm>
              <a:off x="10415588" y="3608388"/>
              <a:ext cx="38100" cy="28575"/>
            </a:xfrm>
            <a:custGeom>
              <a:avLst/>
              <a:gdLst>
                <a:gd name="T0" fmla="*/ 15 w 30"/>
                <a:gd name="T1" fmla="*/ 0 h 23"/>
                <a:gd name="T2" fmla="*/ 9 w 30"/>
                <a:gd name="T3" fmla="*/ 2 h 23"/>
                <a:gd name="T4" fmla="*/ 7 w 30"/>
                <a:gd name="T5" fmla="*/ 3 h 23"/>
                <a:gd name="T6" fmla="*/ 0 w 30"/>
                <a:gd name="T7" fmla="*/ 12 h 23"/>
                <a:gd name="T8" fmla="*/ 4 w 30"/>
                <a:gd name="T9" fmla="*/ 20 h 23"/>
                <a:gd name="T10" fmla="*/ 13 w 30"/>
                <a:gd name="T11" fmla="*/ 23 h 23"/>
                <a:gd name="T12" fmla="*/ 24 w 30"/>
                <a:gd name="T13" fmla="*/ 19 h 23"/>
                <a:gd name="T14" fmla="*/ 30 w 30"/>
                <a:gd name="T15" fmla="*/ 10 h 23"/>
                <a:gd name="T16" fmla="*/ 22 w 30"/>
                <a:gd name="T17" fmla="*/ 3 h 23"/>
                <a:gd name="T18" fmla="*/ 15 w 30"/>
                <a:gd name="T1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3">
                  <a:moveTo>
                    <a:pt x="15" y="0"/>
                  </a:moveTo>
                  <a:cubicBezTo>
                    <a:pt x="12" y="0"/>
                    <a:pt x="10" y="1"/>
                    <a:pt x="9" y="2"/>
                  </a:cubicBezTo>
                  <a:cubicBezTo>
                    <a:pt x="8" y="2"/>
                    <a:pt x="8" y="3"/>
                    <a:pt x="7" y="3"/>
                  </a:cubicBezTo>
                  <a:cubicBezTo>
                    <a:pt x="2" y="7"/>
                    <a:pt x="0" y="9"/>
                    <a:pt x="0" y="12"/>
                  </a:cubicBezTo>
                  <a:cubicBezTo>
                    <a:pt x="0" y="15"/>
                    <a:pt x="1" y="18"/>
                    <a:pt x="4" y="20"/>
                  </a:cubicBezTo>
                  <a:cubicBezTo>
                    <a:pt x="6" y="22"/>
                    <a:pt x="9" y="23"/>
                    <a:pt x="13" y="23"/>
                  </a:cubicBezTo>
                  <a:cubicBezTo>
                    <a:pt x="16" y="23"/>
                    <a:pt x="20" y="22"/>
                    <a:pt x="24" y="19"/>
                  </a:cubicBezTo>
                  <a:cubicBezTo>
                    <a:pt x="28" y="17"/>
                    <a:pt x="30" y="14"/>
                    <a:pt x="30" y="10"/>
                  </a:cubicBezTo>
                  <a:cubicBezTo>
                    <a:pt x="30" y="6"/>
                    <a:pt x="27" y="3"/>
                    <a:pt x="22" y="3"/>
                  </a:cubicBezTo>
                  <a:cubicBezTo>
                    <a:pt x="19" y="1"/>
                    <a:pt x="17"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91" name="组合 290"/>
          <p:cNvGrpSpPr/>
          <p:nvPr/>
        </p:nvGrpSpPr>
        <p:grpSpPr>
          <a:xfrm>
            <a:off x="4313238" y="5219700"/>
            <a:ext cx="1660525" cy="1273175"/>
            <a:chOff x="4313238" y="5219700"/>
            <a:chExt cx="1660525" cy="1273175"/>
          </a:xfrm>
          <a:solidFill>
            <a:schemeClr val="tx1">
              <a:lumMod val="65000"/>
              <a:lumOff val="35000"/>
            </a:schemeClr>
          </a:solidFill>
        </p:grpSpPr>
        <p:sp>
          <p:nvSpPr>
            <p:cNvPr id="292" name="Freeform 106"/>
            <p:cNvSpPr>
              <a:spLocks noEditPoints="1"/>
            </p:cNvSpPr>
            <p:nvPr/>
          </p:nvSpPr>
          <p:spPr bwMode="auto">
            <a:xfrm>
              <a:off x="5083175" y="5540375"/>
              <a:ext cx="844550" cy="530225"/>
            </a:xfrm>
            <a:custGeom>
              <a:avLst/>
              <a:gdLst>
                <a:gd name="T0" fmla="*/ 326 w 645"/>
                <a:gd name="T1" fmla="*/ 282 h 406"/>
                <a:gd name="T2" fmla="*/ 359 w 645"/>
                <a:gd name="T3" fmla="*/ 271 h 406"/>
                <a:gd name="T4" fmla="*/ 430 w 645"/>
                <a:gd name="T5" fmla="*/ 406 h 406"/>
                <a:gd name="T6" fmla="*/ 454 w 645"/>
                <a:gd name="T7" fmla="*/ 380 h 406"/>
                <a:gd name="T8" fmla="*/ 431 w 645"/>
                <a:gd name="T9" fmla="*/ 182 h 406"/>
                <a:gd name="T10" fmla="*/ 434 w 645"/>
                <a:gd name="T11" fmla="*/ 163 h 406"/>
                <a:gd name="T12" fmla="*/ 440 w 645"/>
                <a:gd name="T13" fmla="*/ 173 h 406"/>
                <a:gd name="T14" fmla="*/ 453 w 645"/>
                <a:gd name="T15" fmla="*/ 232 h 406"/>
                <a:gd name="T16" fmla="*/ 590 w 645"/>
                <a:gd name="T17" fmla="*/ 218 h 406"/>
                <a:gd name="T18" fmla="*/ 609 w 645"/>
                <a:gd name="T19" fmla="*/ 188 h 406"/>
                <a:gd name="T20" fmla="*/ 582 w 645"/>
                <a:gd name="T21" fmla="*/ 176 h 406"/>
                <a:gd name="T22" fmla="*/ 563 w 645"/>
                <a:gd name="T23" fmla="*/ 173 h 406"/>
                <a:gd name="T24" fmla="*/ 590 w 645"/>
                <a:gd name="T25" fmla="*/ 187 h 406"/>
                <a:gd name="T26" fmla="*/ 620 w 645"/>
                <a:gd name="T27" fmla="*/ 205 h 406"/>
                <a:gd name="T28" fmla="*/ 601 w 645"/>
                <a:gd name="T29" fmla="*/ 139 h 406"/>
                <a:gd name="T30" fmla="*/ 567 w 645"/>
                <a:gd name="T31" fmla="*/ 61 h 406"/>
                <a:gd name="T32" fmla="*/ 546 w 645"/>
                <a:gd name="T33" fmla="*/ 31 h 406"/>
                <a:gd name="T34" fmla="*/ 468 w 645"/>
                <a:gd name="T35" fmla="*/ 39 h 406"/>
                <a:gd name="T36" fmla="*/ 373 w 645"/>
                <a:gd name="T37" fmla="*/ 4 h 406"/>
                <a:gd name="T38" fmla="*/ 118 w 645"/>
                <a:gd name="T39" fmla="*/ 19 h 406"/>
                <a:gd name="T40" fmla="*/ 18 w 645"/>
                <a:gd name="T41" fmla="*/ 129 h 406"/>
                <a:gd name="T42" fmla="*/ 31 w 645"/>
                <a:gd name="T43" fmla="*/ 178 h 406"/>
                <a:gd name="T44" fmla="*/ 26 w 645"/>
                <a:gd name="T45" fmla="*/ 207 h 406"/>
                <a:gd name="T46" fmla="*/ 27 w 645"/>
                <a:gd name="T47" fmla="*/ 224 h 406"/>
                <a:gd name="T48" fmla="*/ 103 w 645"/>
                <a:gd name="T49" fmla="*/ 406 h 406"/>
                <a:gd name="T50" fmla="*/ 127 w 645"/>
                <a:gd name="T51" fmla="*/ 385 h 406"/>
                <a:gd name="T52" fmla="*/ 177 w 645"/>
                <a:gd name="T53" fmla="*/ 391 h 406"/>
                <a:gd name="T54" fmla="*/ 202 w 645"/>
                <a:gd name="T55" fmla="*/ 406 h 406"/>
                <a:gd name="T56" fmla="*/ 228 w 645"/>
                <a:gd name="T57" fmla="*/ 295 h 406"/>
                <a:gd name="T58" fmla="*/ 239 w 645"/>
                <a:gd name="T59" fmla="*/ 313 h 406"/>
                <a:gd name="T60" fmla="*/ 355 w 645"/>
                <a:gd name="T61" fmla="*/ 293 h 406"/>
                <a:gd name="T62" fmla="*/ 569 w 645"/>
                <a:gd name="T63" fmla="*/ 102 h 406"/>
                <a:gd name="T64" fmla="*/ 574 w 645"/>
                <a:gd name="T65" fmla="*/ 117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45" h="406">
                  <a:moveTo>
                    <a:pt x="267" y="293"/>
                  </a:moveTo>
                  <a:cubicBezTo>
                    <a:pt x="307" y="289"/>
                    <a:pt x="326" y="282"/>
                    <a:pt x="326" y="282"/>
                  </a:cubicBezTo>
                  <a:cubicBezTo>
                    <a:pt x="348" y="275"/>
                    <a:pt x="348" y="275"/>
                    <a:pt x="348" y="275"/>
                  </a:cubicBezTo>
                  <a:cubicBezTo>
                    <a:pt x="359" y="271"/>
                    <a:pt x="359" y="271"/>
                    <a:pt x="359" y="271"/>
                  </a:cubicBezTo>
                  <a:cubicBezTo>
                    <a:pt x="408" y="392"/>
                    <a:pt x="408" y="392"/>
                    <a:pt x="408" y="392"/>
                  </a:cubicBezTo>
                  <a:cubicBezTo>
                    <a:pt x="412" y="401"/>
                    <a:pt x="421" y="406"/>
                    <a:pt x="430" y="406"/>
                  </a:cubicBezTo>
                  <a:cubicBezTo>
                    <a:pt x="432" y="406"/>
                    <a:pt x="434" y="406"/>
                    <a:pt x="436" y="406"/>
                  </a:cubicBezTo>
                  <a:cubicBezTo>
                    <a:pt x="447" y="403"/>
                    <a:pt x="455" y="392"/>
                    <a:pt x="454" y="380"/>
                  </a:cubicBezTo>
                  <a:cubicBezTo>
                    <a:pt x="431" y="185"/>
                    <a:pt x="431" y="185"/>
                    <a:pt x="431" y="185"/>
                  </a:cubicBezTo>
                  <a:cubicBezTo>
                    <a:pt x="431" y="184"/>
                    <a:pt x="431" y="183"/>
                    <a:pt x="431" y="182"/>
                  </a:cubicBezTo>
                  <a:cubicBezTo>
                    <a:pt x="433" y="166"/>
                    <a:pt x="433" y="166"/>
                    <a:pt x="433" y="166"/>
                  </a:cubicBezTo>
                  <a:cubicBezTo>
                    <a:pt x="434" y="163"/>
                    <a:pt x="434" y="163"/>
                    <a:pt x="434" y="163"/>
                  </a:cubicBezTo>
                  <a:cubicBezTo>
                    <a:pt x="437" y="152"/>
                    <a:pt x="437" y="152"/>
                    <a:pt x="437" y="152"/>
                  </a:cubicBezTo>
                  <a:cubicBezTo>
                    <a:pt x="438" y="158"/>
                    <a:pt x="439" y="165"/>
                    <a:pt x="440" y="173"/>
                  </a:cubicBezTo>
                  <a:cubicBezTo>
                    <a:pt x="442" y="181"/>
                    <a:pt x="443" y="190"/>
                    <a:pt x="445" y="199"/>
                  </a:cubicBezTo>
                  <a:cubicBezTo>
                    <a:pt x="447" y="210"/>
                    <a:pt x="450" y="221"/>
                    <a:pt x="453" y="232"/>
                  </a:cubicBezTo>
                  <a:cubicBezTo>
                    <a:pt x="453" y="232"/>
                    <a:pt x="494" y="192"/>
                    <a:pt x="515" y="192"/>
                  </a:cubicBezTo>
                  <a:cubicBezTo>
                    <a:pt x="537" y="191"/>
                    <a:pt x="577" y="217"/>
                    <a:pt x="590" y="218"/>
                  </a:cubicBezTo>
                  <a:cubicBezTo>
                    <a:pt x="594" y="218"/>
                    <a:pt x="604" y="215"/>
                    <a:pt x="614" y="209"/>
                  </a:cubicBezTo>
                  <a:cubicBezTo>
                    <a:pt x="609" y="188"/>
                    <a:pt x="609" y="188"/>
                    <a:pt x="609" y="188"/>
                  </a:cubicBezTo>
                  <a:cubicBezTo>
                    <a:pt x="585" y="195"/>
                    <a:pt x="585" y="195"/>
                    <a:pt x="585" y="195"/>
                  </a:cubicBezTo>
                  <a:cubicBezTo>
                    <a:pt x="582" y="176"/>
                    <a:pt x="582" y="176"/>
                    <a:pt x="582" y="176"/>
                  </a:cubicBezTo>
                  <a:cubicBezTo>
                    <a:pt x="564" y="179"/>
                    <a:pt x="564" y="179"/>
                    <a:pt x="564" y="179"/>
                  </a:cubicBezTo>
                  <a:cubicBezTo>
                    <a:pt x="563" y="173"/>
                    <a:pt x="563" y="173"/>
                    <a:pt x="563" y="173"/>
                  </a:cubicBezTo>
                  <a:cubicBezTo>
                    <a:pt x="587" y="168"/>
                    <a:pt x="587" y="168"/>
                    <a:pt x="587" y="168"/>
                  </a:cubicBezTo>
                  <a:cubicBezTo>
                    <a:pt x="590" y="187"/>
                    <a:pt x="590" y="187"/>
                    <a:pt x="590" y="187"/>
                  </a:cubicBezTo>
                  <a:cubicBezTo>
                    <a:pt x="613" y="180"/>
                    <a:pt x="613" y="180"/>
                    <a:pt x="613" y="180"/>
                  </a:cubicBezTo>
                  <a:cubicBezTo>
                    <a:pt x="620" y="205"/>
                    <a:pt x="620" y="205"/>
                    <a:pt x="620" y="205"/>
                  </a:cubicBezTo>
                  <a:cubicBezTo>
                    <a:pt x="633" y="197"/>
                    <a:pt x="645" y="185"/>
                    <a:pt x="645" y="177"/>
                  </a:cubicBezTo>
                  <a:cubicBezTo>
                    <a:pt x="645" y="162"/>
                    <a:pt x="603" y="147"/>
                    <a:pt x="601" y="139"/>
                  </a:cubicBezTo>
                  <a:cubicBezTo>
                    <a:pt x="598" y="130"/>
                    <a:pt x="607" y="104"/>
                    <a:pt x="603" y="94"/>
                  </a:cubicBezTo>
                  <a:cubicBezTo>
                    <a:pt x="600" y="89"/>
                    <a:pt x="583" y="74"/>
                    <a:pt x="567" y="61"/>
                  </a:cubicBezTo>
                  <a:cubicBezTo>
                    <a:pt x="577" y="56"/>
                    <a:pt x="584" y="49"/>
                    <a:pt x="581" y="43"/>
                  </a:cubicBezTo>
                  <a:cubicBezTo>
                    <a:pt x="575" y="30"/>
                    <a:pt x="559" y="24"/>
                    <a:pt x="546" y="31"/>
                  </a:cubicBezTo>
                  <a:cubicBezTo>
                    <a:pt x="540" y="33"/>
                    <a:pt x="536" y="37"/>
                    <a:pt x="534" y="42"/>
                  </a:cubicBezTo>
                  <a:cubicBezTo>
                    <a:pt x="468" y="39"/>
                    <a:pt x="468" y="39"/>
                    <a:pt x="468" y="39"/>
                  </a:cubicBezTo>
                  <a:cubicBezTo>
                    <a:pt x="422" y="33"/>
                    <a:pt x="422" y="33"/>
                    <a:pt x="422" y="33"/>
                  </a:cubicBezTo>
                  <a:cubicBezTo>
                    <a:pt x="422" y="33"/>
                    <a:pt x="392" y="7"/>
                    <a:pt x="373" y="4"/>
                  </a:cubicBezTo>
                  <a:cubicBezTo>
                    <a:pt x="354" y="2"/>
                    <a:pt x="276" y="34"/>
                    <a:pt x="276" y="34"/>
                  </a:cubicBezTo>
                  <a:cubicBezTo>
                    <a:pt x="276" y="34"/>
                    <a:pt x="196" y="0"/>
                    <a:pt x="118" y="19"/>
                  </a:cubicBezTo>
                  <a:cubicBezTo>
                    <a:pt x="71" y="30"/>
                    <a:pt x="48" y="75"/>
                    <a:pt x="38" y="109"/>
                  </a:cubicBezTo>
                  <a:cubicBezTo>
                    <a:pt x="31" y="113"/>
                    <a:pt x="24" y="120"/>
                    <a:pt x="18" y="129"/>
                  </a:cubicBezTo>
                  <a:cubicBezTo>
                    <a:pt x="3" y="150"/>
                    <a:pt x="0" y="172"/>
                    <a:pt x="10" y="179"/>
                  </a:cubicBezTo>
                  <a:cubicBezTo>
                    <a:pt x="16" y="183"/>
                    <a:pt x="23" y="182"/>
                    <a:pt x="31" y="178"/>
                  </a:cubicBezTo>
                  <a:cubicBezTo>
                    <a:pt x="30" y="181"/>
                    <a:pt x="29" y="185"/>
                    <a:pt x="28" y="189"/>
                  </a:cubicBezTo>
                  <a:cubicBezTo>
                    <a:pt x="27" y="194"/>
                    <a:pt x="26" y="200"/>
                    <a:pt x="26" y="207"/>
                  </a:cubicBezTo>
                  <a:cubicBezTo>
                    <a:pt x="26" y="209"/>
                    <a:pt x="26" y="211"/>
                    <a:pt x="26" y="213"/>
                  </a:cubicBezTo>
                  <a:cubicBezTo>
                    <a:pt x="26" y="217"/>
                    <a:pt x="26" y="221"/>
                    <a:pt x="27" y="224"/>
                  </a:cubicBezTo>
                  <a:cubicBezTo>
                    <a:pt x="81" y="390"/>
                    <a:pt x="81" y="390"/>
                    <a:pt x="81" y="390"/>
                  </a:cubicBezTo>
                  <a:cubicBezTo>
                    <a:pt x="84" y="399"/>
                    <a:pt x="93" y="406"/>
                    <a:pt x="103" y="406"/>
                  </a:cubicBezTo>
                  <a:cubicBezTo>
                    <a:pt x="104" y="406"/>
                    <a:pt x="105" y="406"/>
                    <a:pt x="105" y="406"/>
                  </a:cubicBezTo>
                  <a:cubicBezTo>
                    <a:pt x="116" y="405"/>
                    <a:pt x="125" y="396"/>
                    <a:pt x="127" y="385"/>
                  </a:cubicBezTo>
                  <a:cubicBezTo>
                    <a:pt x="139" y="295"/>
                    <a:pt x="139" y="295"/>
                    <a:pt x="139" y="295"/>
                  </a:cubicBezTo>
                  <a:cubicBezTo>
                    <a:pt x="177" y="391"/>
                    <a:pt x="177" y="391"/>
                    <a:pt x="177" y="391"/>
                  </a:cubicBezTo>
                  <a:cubicBezTo>
                    <a:pt x="180" y="400"/>
                    <a:pt x="189" y="406"/>
                    <a:pt x="199" y="406"/>
                  </a:cubicBezTo>
                  <a:cubicBezTo>
                    <a:pt x="200" y="406"/>
                    <a:pt x="201" y="406"/>
                    <a:pt x="202" y="406"/>
                  </a:cubicBezTo>
                  <a:cubicBezTo>
                    <a:pt x="213" y="404"/>
                    <a:pt x="222" y="395"/>
                    <a:pt x="222" y="384"/>
                  </a:cubicBezTo>
                  <a:cubicBezTo>
                    <a:pt x="228" y="295"/>
                    <a:pt x="228" y="295"/>
                    <a:pt x="228" y="295"/>
                  </a:cubicBezTo>
                  <a:cubicBezTo>
                    <a:pt x="232" y="295"/>
                    <a:pt x="236" y="295"/>
                    <a:pt x="240" y="295"/>
                  </a:cubicBezTo>
                  <a:cubicBezTo>
                    <a:pt x="239" y="313"/>
                    <a:pt x="239" y="313"/>
                    <a:pt x="239" y="313"/>
                  </a:cubicBezTo>
                  <a:cubicBezTo>
                    <a:pt x="363" y="313"/>
                    <a:pt x="363" y="313"/>
                    <a:pt x="363" y="313"/>
                  </a:cubicBezTo>
                  <a:cubicBezTo>
                    <a:pt x="355" y="293"/>
                    <a:pt x="355" y="293"/>
                    <a:pt x="355" y="293"/>
                  </a:cubicBezTo>
                  <a:lnTo>
                    <a:pt x="267" y="293"/>
                  </a:lnTo>
                  <a:close/>
                  <a:moveTo>
                    <a:pt x="569" y="102"/>
                  </a:moveTo>
                  <a:cubicBezTo>
                    <a:pt x="572" y="96"/>
                    <a:pt x="592" y="107"/>
                    <a:pt x="589" y="112"/>
                  </a:cubicBezTo>
                  <a:cubicBezTo>
                    <a:pt x="586" y="117"/>
                    <a:pt x="579" y="119"/>
                    <a:pt x="574" y="117"/>
                  </a:cubicBezTo>
                  <a:cubicBezTo>
                    <a:pt x="568" y="114"/>
                    <a:pt x="566" y="107"/>
                    <a:pt x="569"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 name="Freeform 107"/>
            <p:cNvSpPr>
              <a:spLocks/>
            </p:cNvSpPr>
            <p:nvPr/>
          </p:nvSpPr>
          <p:spPr bwMode="auto">
            <a:xfrm>
              <a:off x="5680075" y="5922963"/>
              <a:ext cx="293688" cy="26987"/>
            </a:xfrm>
            <a:custGeom>
              <a:avLst/>
              <a:gdLst>
                <a:gd name="T0" fmla="*/ 2 w 185"/>
                <a:gd name="T1" fmla="*/ 17 h 17"/>
                <a:gd name="T2" fmla="*/ 185 w 185"/>
                <a:gd name="T3" fmla="*/ 17 h 17"/>
                <a:gd name="T4" fmla="*/ 185 w 185"/>
                <a:gd name="T5" fmla="*/ 0 h 17"/>
                <a:gd name="T6" fmla="*/ 0 w 185"/>
                <a:gd name="T7" fmla="*/ 0 h 17"/>
                <a:gd name="T8" fmla="*/ 2 w 185"/>
                <a:gd name="T9" fmla="*/ 17 h 17"/>
              </a:gdLst>
              <a:ahLst/>
              <a:cxnLst>
                <a:cxn ang="0">
                  <a:pos x="T0" y="T1"/>
                </a:cxn>
                <a:cxn ang="0">
                  <a:pos x="T2" y="T3"/>
                </a:cxn>
                <a:cxn ang="0">
                  <a:pos x="T4" y="T5"/>
                </a:cxn>
                <a:cxn ang="0">
                  <a:pos x="T6" y="T7"/>
                </a:cxn>
                <a:cxn ang="0">
                  <a:pos x="T8" y="T9"/>
                </a:cxn>
              </a:cxnLst>
              <a:rect l="0" t="0" r="r" b="b"/>
              <a:pathLst>
                <a:path w="185" h="17">
                  <a:moveTo>
                    <a:pt x="2" y="17"/>
                  </a:moveTo>
                  <a:lnTo>
                    <a:pt x="185" y="17"/>
                  </a:lnTo>
                  <a:lnTo>
                    <a:pt x="185" y="0"/>
                  </a:lnTo>
                  <a:lnTo>
                    <a:pt x="0" y="0"/>
                  </a:lnTo>
                  <a:lnTo>
                    <a:pt x="2"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 name="Freeform 108"/>
            <p:cNvSpPr>
              <a:spLocks/>
            </p:cNvSpPr>
            <p:nvPr/>
          </p:nvSpPr>
          <p:spPr bwMode="auto">
            <a:xfrm>
              <a:off x="4827588" y="5922963"/>
              <a:ext cx="312738" cy="26987"/>
            </a:xfrm>
            <a:custGeom>
              <a:avLst/>
              <a:gdLst>
                <a:gd name="T0" fmla="*/ 0 w 197"/>
                <a:gd name="T1" fmla="*/ 0 h 17"/>
                <a:gd name="T2" fmla="*/ 0 w 197"/>
                <a:gd name="T3" fmla="*/ 17 h 17"/>
                <a:gd name="T4" fmla="*/ 197 w 197"/>
                <a:gd name="T5" fmla="*/ 17 h 17"/>
                <a:gd name="T6" fmla="*/ 192 w 197"/>
                <a:gd name="T7" fmla="*/ 0 h 17"/>
                <a:gd name="T8" fmla="*/ 0 w 197"/>
                <a:gd name="T9" fmla="*/ 0 h 17"/>
              </a:gdLst>
              <a:ahLst/>
              <a:cxnLst>
                <a:cxn ang="0">
                  <a:pos x="T0" y="T1"/>
                </a:cxn>
                <a:cxn ang="0">
                  <a:pos x="T2" y="T3"/>
                </a:cxn>
                <a:cxn ang="0">
                  <a:pos x="T4" y="T5"/>
                </a:cxn>
                <a:cxn ang="0">
                  <a:pos x="T6" y="T7"/>
                </a:cxn>
                <a:cxn ang="0">
                  <a:pos x="T8" y="T9"/>
                </a:cxn>
              </a:cxnLst>
              <a:rect l="0" t="0" r="r" b="b"/>
              <a:pathLst>
                <a:path w="197" h="17">
                  <a:moveTo>
                    <a:pt x="0" y="0"/>
                  </a:moveTo>
                  <a:lnTo>
                    <a:pt x="0" y="17"/>
                  </a:lnTo>
                  <a:lnTo>
                    <a:pt x="197" y="17"/>
                  </a:lnTo>
                  <a:lnTo>
                    <a:pt x="192"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 name="Freeform 109"/>
            <p:cNvSpPr>
              <a:spLocks/>
            </p:cNvSpPr>
            <p:nvPr/>
          </p:nvSpPr>
          <p:spPr bwMode="auto">
            <a:xfrm>
              <a:off x="4313238" y="5391150"/>
              <a:ext cx="695325" cy="1101725"/>
            </a:xfrm>
            <a:custGeom>
              <a:avLst/>
              <a:gdLst>
                <a:gd name="T0" fmla="*/ 421 w 532"/>
                <a:gd name="T1" fmla="*/ 68 h 842"/>
                <a:gd name="T2" fmla="*/ 421 w 532"/>
                <a:gd name="T3" fmla="*/ 69 h 842"/>
                <a:gd name="T4" fmla="*/ 421 w 532"/>
                <a:gd name="T5" fmla="*/ 73 h 842"/>
                <a:gd name="T6" fmla="*/ 421 w 532"/>
                <a:gd name="T7" fmla="*/ 74 h 842"/>
                <a:gd name="T8" fmla="*/ 420 w 532"/>
                <a:gd name="T9" fmla="*/ 77 h 842"/>
                <a:gd name="T10" fmla="*/ 420 w 532"/>
                <a:gd name="T11" fmla="*/ 79 h 842"/>
                <a:gd name="T12" fmla="*/ 395 w 532"/>
                <a:gd name="T13" fmla="*/ 126 h 842"/>
                <a:gd name="T14" fmla="*/ 394 w 532"/>
                <a:gd name="T15" fmla="*/ 129 h 842"/>
                <a:gd name="T16" fmla="*/ 394 w 532"/>
                <a:gd name="T17" fmla="*/ 135 h 842"/>
                <a:gd name="T18" fmla="*/ 412 w 532"/>
                <a:gd name="T19" fmla="*/ 142 h 842"/>
                <a:gd name="T20" fmla="*/ 417 w 532"/>
                <a:gd name="T21" fmla="*/ 136 h 842"/>
                <a:gd name="T22" fmla="*/ 426 w 532"/>
                <a:gd name="T23" fmla="*/ 105 h 842"/>
                <a:gd name="T24" fmla="*/ 438 w 532"/>
                <a:gd name="T25" fmla="*/ 140 h 842"/>
                <a:gd name="T26" fmla="*/ 446 w 532"/>
                <a:gd name="T27" fmla="*/ 167 h 842"/>
                <a:gd name="T28" fmla="*/ 370 w 532"/>
                <a:gd name="T29" fmla="*/ 135 h 842"/>
                <a:gd name="T30" fmla="*/ 361 w 532"/>
                <a:gd name="T31" fmla="*/ 133 h 842"/>
                <a:gd name="T32" fmla="*/ 214 w 532"/>
                <a:gd name="T33" fmla="*/ 101 h 842"/>
                <a:gd name="T34" fmla="*/ 199 w 532"/>
                <a:gd name="T35" fmla="*/ 101 h 842"/>
                <a:gd name="T36" fmla="*/ 5 w 532"/>
                <a:gd name="T37" fmla="*/ 374 h 842"/>
                <a:gd name="T38" fmla="*/ 25 w 532"/>
                <a:gd name="T39" fmla="*/ 415 h 842"/>
                <a:gd name="T40" fmla="*/ 35 w 532"/>
                <a:gd name="T41" fmla="*/ 416 h 842"/>
                <a:gd name="T42" fmla="*/ 66 w 532"/>
                <a:gd name="T43" fmla="*/ 395 h 842"/>
                <a:gd name="T44" fmla="*/ 159 w 532"/>
                <a:gd name="T45" fmla="*/ 209 h 842"/>
                <a:gd name="T46" fmla="*/ 135 w 532"/>
                <a:gd name="T47" fmla="*/ 318 h 842"/>
                <a:gd name="T48" fmla="*/ 135 w 532"/>
                <a:gd name="T49" fmla="*/ 318 h 842"/>
                <a:gd name="T50" fmla="*/ 126 w 532"/>
                <a:gd name="T51" fmla="*/ 362 h 842"/>
                <a:gd name="T52" fmla="*/ 119 w 532"/>
                <a:gd name="T53" fmla="*/ 392 h 842"/>
                <a:gd name="T54" fmla="*/ 37 w 532"/>
                <a:gd name="T55" fmla="*/ 775 h 842"/>
                <a:gd name="T56" fmla="*/ 75 w 532"/>
                <a:gd name="T57" fmla="*/ 834 h 842"/>
                <a:gd name="T58" fmla="*/ 134 w 532"/>
                <a:gd name="T59" fmla="*/ 796 h 842"/>
                <a:gd name="T60" fmla="*/ 210 w 532"/>
                <a:gd name="T61" fmla="*/ 443 h 842"/>
                <a:gd name="T62" fmla="*/ 251 w 532"/>
                <a:gd name="T63" fmla="*/ 452 h 842"/>
                <a:gd name="T64" fmla="*/ 277 w 532"/>
                <a:gd name="T65" fmla="*/ 795 h 842"/>
                <a:gd name="T66" fmla="*/ 330 w 532"/>
                <a:gd name="T67" fmla="*/ 840 h 842"/>
                <a:gd name="T68" fmla="*/ 376 w 532"/>
                <a:gd name="T69" fmla="*/ 787 h 842"/>
                <a:gd name="T70" fmla="*/ 344 w 532"/>
                <a:gd name="T71" fmla="*/ 375 h 842"/>
                <a:gd name="T72" fmla="*/ 380 w 532"/>
                <a:gd name="T73" fmla="*/ 208 h 842"/>
                <a:gd name="T74" fmla="*/ 486 w 532"/>
                <a:gd name="T75" fmla="*/ 253 h 842"/>
                <a:gd name="T76" fmla="*/ 498 w 532"/>
                <a:gd name="T77" fmla="*/ 255 h 842"/>
                <a:gd name="T78" fmla="*/ 520 w 532"/>
                <a:gd name="T79" fmla="*/ 247 h 842"/>
                <a:gd name="T80" fmla="*/ 529 w 532"/>
                <a:gd name="T81" fmla="*/ 213 h 842"/>
                <a:gd name="T82" fmla="*/ 502 w 532"/>
                <a:gd name="T83" fmla="*/ 130 h 842"/>
                <a:gd name="T84" fmla="*/ 484 w 532"/>
                <a:gd name="T85" fmla="*/ 75 h 842"/>
                <a:gd name="T86" fmla="*/ 444 w 532"/>
                <a:gd name="T87" fmla="*/ 55 h 842"/>
                <a:gd name="T88" fmla="*/ 441 w 532"/>
                <a:gd name="T89" fmla="*/ 56 h 842"/>
                <a:gd name="T90" fmla="*/ 453 w 532"/>
                <a:gd name="T91" fmla="*/ 17 h 842"/>
                <a:gd name="T92" fmla="*/ 445 w 532"/>
                <a:gd name="T93" fmla="*/ 2 h 842"/>
                <a:gd name="T94" fmla="*/ 430 w 532"/>
                <a:gd name="T95" fmla="*/ 10 h 842"/>
                <a:gd name="T96" fmla="*/ 421 w 532"/>
                <a:gd name="T97" fmla="*/ 41 h 842"/>
                <a:gd name="T98" fmla="*/ 421 w 532"/>
                <a:gd name="T99" fmla="*/ 68 h 8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32" h="842">
                  <a:moveTo>
                    <a:pt x="421" y="68"/>
                  </a:moveTo>
                  <a:cubicBezTo>
                    <a:pt x="421" y="68"/>
                    <a:pt x="421" y="69"/>
                    <a:pt x="421" y="69"/>
                  </a:cubicBezTo>
                  <a:cubicBezTo>
                    <a:pt x="421" y="70"/>
                    <a:pt x="421" y="71"/>
                    <a:pt x="421" y="73"/>
                  </a:cubicBezTo>
                  <a:cubicBezTo>
                    <a:pt x="421" y="73"/>
                    <a:pt x="421" y="73"/>
                    <a:pt x="421" y="74"/>
                  </a:cubicBezTo>
                  <a:cubicBezTo>
                    <a:pt x="421" y="75"/>
                    <a:pt x="420" y="76"/>
                    <a:pt x="420" y="77"/>
                  </a:cubicBezTo>
                  <a:cubicBezTo>
                    <a:pt x="420" y="78"/>
                    <a:pt x="420" y="78"/>
                    <a:pt x="420" y="79"/>
                  </a:cubicBezTo>
                  <a:cubicBezTo>
                    <a:pt x="416" y="97"/>
                    <a:pt x="407" y="113"/>
                    <a:pt x="395" y="126"/>
                  </a:cubicBezTo>
                  <a:cubicBezTo>
                    <a:pt x="394" y="129"/>
                    <a:pt x="394" y="129"/>
                    <a:pt x="394" y="129"/>
                  </a:cubicBezTo>
                  <a:cubicBezTo>
                    <a:pt x="393" y="131"/>
                    <a:pt x="393" y="133"/>
                    <a:pt x="394" y="135"/>
                  </a:cubicBezTo>
                  <a:cubicBezTo>
                    <a:pt x="412" y="142"/>
                    <a:pt x="412" y="142"/>
                    <a:pt x="412" y="142"/>
                  </a:cubicBezTo>
                  <a:cubicBezTo>
                    <a:pt x="414" y="141"/>
                    <a:pt x="416" y="139"/>
                    <a:pt x="417" y="136"/>
                  </a:cubicBezTo>
                  <a:cubicBezTo>
                    <a:pt x="426" y="105"/>
                    <a:pt x="426" y="105"/>
                    <a:pt x="426" y="105"/>
                  </a:cubicBezTo>
                  <a:cubicBezTo>
                    <a:pt x="438" y="140"/>
                    <a:pt x="438" y="140"/>
                    <a:pt x="438" y="140"/>
                  </a:cubicBezTo>
                  <a:cubicBezTo>
                    <a:pt x="446" y="167"/>
                    <a:pt x="446" y="167"/>
                    <a:pt x="446" y="167"/>
                  </a:cubicBezTo>
                  <a:cubicBezTo>
                    <a:pt x="370" y="135"/>
                    <a:pt x="370" y="135"/>
                    <a:pt x="370" y="135"/>
                  </a:cubicBezTo>
                  <a:cubicBezTo>
                    <a:pt x="367" y="134"/>
                    <a:pt x="364" y="133"/>
                    <a:pt x="361" y="133"/>
                  </a:cubicBezTo>
                  <a:cubicBezTo>
                    <a:pt x="214" y="101"/>
                    <a:pt x="214" y="101"/>
                    <a:pt x="214" y="101"/>
                  </a:cubicBezTo>
                  <a:cubicBezTo>
                    <a:pt x="209" y="100"/>
                    <a:pt x="204" y="100"/>
                    <a:pt x="199" y="101"/>
                  </a:cubicBezTo>
                  <a:cubicBezTo>
                    <a:pt x="188" y="104"/>
                    <a:pt x="86" y="130"/>
                    <a:pt x="5" y="374"/>
                  </a:cubicBezTo>
                  <a:cubicBezTo>
                    <a:pt x="0" y="391"/>
                    <a:pt x="9" y="409"/>
                    <a:pt x="25" y="415"/>
                  </a:cubicBezTo>
                  <a:cubicBezTo>
                    <a:pt x="29" y="416"/>
                    <a:pt x="32" y="416"/>
                    <a:pt x="35" y="416"/>
                  </a:cubicBezTo>
                  <a:cubicBezTo>
                    <a:pt x="49" y="416"/>
                    <a:pt x="61" y="408"/>
                    <a:pt x="66" y="395"/>
                  </a:cubicBezTo>
                  <a:cubicBezTo>
                    <a:pt x="98" y="298"/>
                    <a:pt x="132" y="242"/>
                    <a:pt x="159" y="209"/>
                  </a:cubicBezTo>
                  <a:cubicBezTo>
                    <a:pt x="135" y="318"/>
                    <a:pt x="135" y="318"/>
                    <a:pt x="135" y="318"/>
                  </a:cubicBezTo>
                  <a:cubicBezTo>
                    <a:pt x="135" y="318"/>
                    <a:pt x="135" y="318"/>
                    <a:pt x="135" y="318"/>
                  </a:cubicBezTo>
                  <a:cubicBezTo>
                    <a:pt x="126" y="362"/>
                    <a:pt x="126" y="362"/>
                    <a:pt x="126" y="362"/>
                  </a:cubicBezTo>
                  <a:cubicBezTo>
                    <a:pt x="119" y="392"/>
                    <a:pt x="119" y="392"/>
                    <a:pt x="119" y="392"/>
                  </a:cubicBezTo>
                  <a:cubicBezTo>
                    <a:pt x="37" y="775"/>
                    <a:pt x="37" y="775"/>
                    <a:pt x="37" y="775"/>
                  </a:cubicBezTo>
                  <a:cubicBezTo>
                    <a:pt x="31" y="802"/>
                    <a:pt x="48" y="828"/>
                    <a:pt x="75" y="834"/>
                  </a:cubicBezTo>
                  <a:cubicBezTo>
                    <a:pt x="102" y="840"/>
                    <a:pt x="128" y="823"/>
                    <a:pt x="134" y="796"/>
                  </a:cubicBezTo>
                  <a:cubicBezTo>
                    <a:pt x="210" y="443"/>
                    <a:pt x="210" y="443"/>
                    <a:pt x="210" y="443"/>
                  </a:cubicBezTo>
                  <a:cubicBezTo>
                    <a:pt x="251" y="452"/>
                    <a:pt x="251" y="452"/>
                    <a:pt x="251" y="452"/>
                  </a:cubicBezTo>
                  <a:cubicBezTo>
                    <a:pt x="277" y="795"/>
                    <a:pt x="277" y="795"/>
                    <a:pt x="277" y="795"/>
                  </a:cubicBezTo>
                  <a:cubicBezTo>
                    <a:pt x="279" y="822"/>
                    <a:pt x="303" y="842"/>
                    <a:pt x="330" y="840"/>
                  </a:cubicBezTo>
                  <a:cubicBezTo>
                    <a:pt x="358" y="838"/>
                    <a:pt x="378" y="814"/>
                    <a:pt x="376" y="787"/>
                  </a:cubicBezTo>
                  <a:cubicBezTo>
                    <a:pt x="344" y="375"/>
                    <a:pt x="344" y="375"/>
                    <a:pt x="344" y="375"/>
                  </a:cubicBezTo>
                  <a:cubicBezTo>
                    <a:pt x="380" y="208"/>
                    <a:pt x="380" y="208"/>
                    <a:pt x="380" y="208"/>
                  </a:cubicBezTo>
                  <a:cubicBezTo>
                    <a:pt x="486" y="253"/>
                    <a:pt x="486" y="253"/>
                    <a:pt x="486" y="253"/>
                  </a:cubicBezTo>
                  <a:cubicBezTo>
                    <a:pt x="490" y="254"/>
                    <a:pt x="494" y="255"/>
                    <a:pt x="498" y="255"/>
                  </a:cubicBezTo>
                  <a:cubicBezTo>
                    <a:pt x="506" y="255"/>
                    <a:pt x="514" y="252"/>
                    <a:pt x="520" y="247"/>
                  </a:cubicBezTo>
                  <a:cubicBezTo>
                    <a:pt x="529" y="238"/>
                    <a:pt x="532" y="225"/>
                    <a:pt x="529" y="213"/>
                  </a:cubicBezTo>
                  <a:cubicBezTo>
                    <a:pt x="502" y="130"/>
                    <a:pt x="502" y="130"/>
                    <a:pt x="502" y="130"/>
                  </a:cubicBezTo>
                  <a:cubicBezTo>
                    <a:pt x="484" y="75"/>
                    <a:pt x="484" y="75"/>
                    <a:pt x="484" y="75"/>
                  </a:cubicBezTo>
                  <a:cubicBezTo>
                    <a:pt x="478" y="58"/>
                    <a:pt x="460" y="49"/>
                    <a:pt x="444" y="55"/>
                  </a:cubicBezTo>
                  <a:cubicBezTo>
                    <a:pt x="443" y="55"/>
                    <a:pt x="442" y="55"/>
                    <a:pt x="441" y="56"/>
                  </a:cubicBezTo>
                  <a:cubicBezTo>
                    <a:pt x="453" y="17"/>
                    <a:pt x="453" y="17"/>
                    <a:pt x="453" y="17"/>
                  </a:cubicBezTo>
                  <a:cubicBezTo>
                    <a:pt x="455" y="11"/>
                    <a:pt x="451" y="4"/>
                    <a:pt x="445" y="2"/>
                  </a:cubicBezTo>
                  <a:cubicBezTo>
                    <a:pt x="439" y="0"/>
                    <a:pt x="432" y="4"/>
                    <a:pt x="430" y="10"/>
                  </a:cubicBezTo>
                  <a:cubicBezTo>
                    <a:pt x="421" y="41"/>
                    <a:pt x="421" y="41"/>
                    <a:pt x="421" y="41"/>
                  </a:cubicBezTo>
                  <a:cubicBezTo>
                    <a:pt x="422" y="50"/>
                    <a:pt x="422" y="59"/>
                    <a:pt x="421"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 name="Freeform 110"/>
            <p:cNvSpPr>
              <a:spLocks/>
            </p:cNvSpPr>
            <p:nvPr/>
          </p:nvSpPr>
          <p:spPr bwMode="auto">
            <a:xfrm>
              <a:off x="4613275" y="5338763"/>
              <a:ext cx="250825" cy="220662"/>
            </a:xfrm>
            <a:custGeom>
              <a:avLst/>
              <a:gdLst>
                <a:gd name="T0" fmla="*/ 181 w 191"/>
                <a:gd name="T1" fmla="*/ 118 h 169"/>
                <a:gd name="T2" fmla="*/ 112 w 191"/>
                <a:gd name="T3" fmla="*/ 11 h 169"/>
                <a:gd name="T4" fmla="*/ 5 w 191"/>
                <a:gd name="T5" fmla="*/ 80 h 169"/>
                <a:gd name="T6" fmla="*/ 12 w 191"/>
                <a:gd name="T7" fmla="*/ 139 h 169"/>
                <a:gd name="T8" fmla="*/ 132 w 191"/>
                <a:gd name="T9" fmla="*/ 164 h 169"/>
                <a:gd name="T10" fmla="*/ 144 w 191"/>
                <a:gd name="T11" fmla="*/ 167 h 169"/>
                <a:gd name="T12" fmla="*/ 149 w 191"/>
                <a:gd name="T13" fmla="*/ 169 h 169"/>
                <a:gd name="T14" fmla="*/ 181 w 191"/>
                <a:gd name="T15" fmla="*/ 118 h 1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1" h="169">
                  <a:moveTo>
                    <a:pt x="181" y="118"/>
                  </a:moveTo>
                  <a:cubicBezTo>
                    <a:pt x="191" y="69"/>
                    <a:pt x="160" y="21"/>
                    <a:pt x="112" y="11"/>
                  </a:cubicBezTo>
                  <a:cubicBezTo>
                    <a:pt x="63" y="0"/>
                    <a:pt x="15" y="31"/>
                    <a:pt x="5" y="80"/>
                  </a:cubicBezTo>
                  <a:cubicBezTo>
                    <a:pt x="0" y="101"/>
                    <a:pt x="3" y="121"/>
                    <a:pt x="12" y="139"/>
                  </a:cubicBezTo>
                  <a:cubicBezTo>
                    <a:pt x="132" y="164"/>
                    <a:pt x="132" y="164"/>
                    <a:pt x="132" y="164"/>
                  </a:cubicBezTo>
                  <a:cubicBezTo>
                    <a:pt x="136" y="165"/>
                    <a:pt x="140" y="166"/>
                    <a:pt x="144" y="167"/>
                  </a:cubicBezTo>
                  <a:cubicBezTo>
                    <a:pt x="149" y="169"/>
                    <a:pt x="149" y="169"/>
                    <a:pt x="149" y="169"/>
                  </a:cubicBezTo>
                  <a:cubicBezTo>
                    <a:pt x="165" y="157"/>
                    <a:pt x="176" y="139"/>
                    <a:pt x="18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 name="Freeform 111"/>
            <p:cNvSpPr>
              <a:spLocks/>
            </p:cNvSpPr>
            <p:nvPr/>
          </p:nvSpPr>
          <p:spPr bwMode="auto">
            <a:xfrm>
              <a:off x="4510088" y="5219700"/>
              <a:ext cx="109538" cy="87312"/>
            </a:xfrm>
            <a:custGeom>
              <a:avLst/>
              <a:gdLst>
                <a:gd name="T0" fmla="*/ 13 w 83"/>
                <a:gd name="T1" fmla="*/ 28 h 66"/>
                <a:gd name="T2" fmla="*/ 83 w 83"/>
                <a:gd name="T3" fmla="*/ 66 h 66"/>
                <a:gd name="T4" fmla="*/ 13 w 83"/>
                <a:gd name="T5" fmla="*/ 28 h 66"/>
              </a:gdLst>
              <a:ahLst/>
              <a:cxnLst>
                <a:cxn ang="0">
                  <a:pos x="T0" y="T1"/>
                </a:cxn>
                <a:cxn ang="0">
                  <a:pos x="T2" y="T3"/>
                </a:cxn>
                <a:cxn ang="0">
                  <a:pos x="T4" y="T5"/>
                </a:cxn>
              </a:cxnLst>
              <a:rect l="0" t="0" r="r" b="b"/>
              <a:pathLst>
                <a:path w="83" h="66">
                  <a:moveTo>
                    <a:pt x="13" y="28"/>
                  </a:moveTo>
                  <a:cubicBezTo>
                    <a:pt x="0" y="54"/>
                    <a:pt x="37" y="45"/>
                    <a:pt x="83" y="66"/>
                  </a:cubicBezTo>
                  <a:cubicBezTo>
                    <a:pt x="78" y="30"/>
                    <a:pt x="27" y="0"/>
                    <a:pt x="13"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 name="Freeform 112"/>
            <p:cNvSpPr>
              <a:spLocks/>
            </p:cNvSpPr>
            <p:nvPr/>
          </p:nvSpPr>
          <p:spPr bwMode="auto">
            <a:xfrm>
              <a:off x="4621213" y="5219700"/>
              <a:ext cx="74613" cy="88900"/>
            </a:xfrm>
            <a:custGeom>
              <a:avLst/>
              <a:gdLst>
                <a:gd name="T0" fmla="*/ 23 w 57"/>
                <a:gd name="T1" fmla="*/ 7 h 68"/>
                <a:gd name="T2" fmla="*/ 39 w 57"/>
                <a:gd name="T3" fmla="*/ 68 h 68"/>
                <a:gd name="T4" fmla="*/ 23 w 57"/>
                <a:gd name="T5" fmla="*/ 7 h 68"/>
              </a:gdLst>
              <a:ahLst/>
              <a:cxnLst>
                <a:cxn ang="0">
                  <a:pos x="T0" y="T1"/>
                </a:cxn>
                <a:cxn ang="0">
                  <a:pos x="T2" y="T3"/>
                </a:cxn>
                <a:cxn ang="0">
                  <a:pos x="T4" y="T5"/>
                </a:cxn>
              </a:cxnLst>
              <a:rect l="0" t="0" r="r" b="b"/>
              <a:pathLst>
                <a:path w="57" h="68">
                  <a:moveTo>
                    <a:pt x="23" y="7"/>
                  </a:moveTo>
                  <a:cubicBezTo>
                    <a:pt x="0" y="14"/>
                    <a:pt x="26" y="30"/>
                    <a:pt x="39" y="68"/>
                  </a:cubicBezTo>
                  <a:cubicBezTo>
                    <a:pt x="57" y="46"/>
                    <a:pt x="46" y="0"/>
                    <a:pt x="2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 name="Freeform 113"/>
            <p:cNvSpPr>
              <a:spLocks/>
            </p:cNvSpPr>
            <p:nvPr/>
          </p:nvSpPr>
          <p:spPr bwMode="auto">
            <a:xfrm>
              <a:off x="4529138" y="5324475"/>
              <a:ext cx="76200" cy="52387"/>
            </a:xfrm>
            <a:custGeom>
              <a:avLst/>
              <a:gdLst>
                <a:gd name="T0" fmla="*/ 6 w 58"/>
                <a:gd name="T1" fmla="*/ 20 h 40"/>
                <a:gd name="T2" fmla="*/ 58 w 58"/>
                <a:gd name="T3" fmla="*/ 37 h 40"/>
                <a:gd name="T4" fmla="*/ 6 w 58"/>
                <a:gd name="T5" fmla="*/ 20 h 40"/>
              </a:gdLst>
              <a:ahLst/>
              <a:cxnLst>
                <a:cxn ang="0">
                  <a:pos x="T0" y="T1"/>
                </a:cxn>
                <a:cxn ang="0">
                  <a:pos x="T2" y="T3"/>
                </a:cxn>
                <a:cxn ang="0">
                  <a:pos x="T4" y="T5"/>
                </a:cxn>
              </a:cxnLst>
              <a:rect l="0" t="0" r="r" b="b"/>
              <a:pathLst>
                <a:path w="58" h="40">
                  <a:moveTo>
                    <a:pt x="6" y="20"/>
                  </a:moveTo>
                  <a:cubicBezTo>
                    <a:pt x="0" y="40"/>
                    <a:pt x="25" y="28"/>
                    <a:pt x="58" y="37"/>
                  </a:cubicBezTo>
                  <a:cubicBezTo>
                    <a:pt x="51" y="13"/>
                    <a:pt x="12" y="0"/>
                    <a:pt x="6"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00" name="组合 299"/>
          <p:cNvGrpSpPr/>
          <p:nvPr/>
        </p:nvGrpSpPr>
        <p:grpSpPr>
          <a:xfrm>
            <a:off x="6353176" y="5126038"/>
            <a:ext cx="1501775" cy="1366837"/>
            <a:chOff x="6353176" y="5126038"/>
            <a:chExt cx="1501775" cy="1366837"/>
          </a:xfrm>
          <a:solidFill>
            <a:schemeClr val="tx1">
              <a:lumMod val="65000"/>
              <a:lumOff val="35000"/>
            </a:schemeClr>
          </a:solidFill>
        </p:grpSpPr>
        <p:sp>
          <p:nvSpPr>
            <p:cNvPr id="301" name="Freeform 291"/>
            <p:cNvSpPr>
              <a:spLocks noEditPoints="1"/>
            </p:cNvSpPr>
            <p:nvPr/>
          </p:nvSpPr>
          <p:spPr bwMode="auto">
            <a:xfrm>
              <a:off x="6353176" y="5284788"/>
              <a:ext cx="700088" cy="1208087"/>
            </a:xfrm>
            <a:custGeom>
              <a:avLst/>
              <a:gdLst>
                <a:gd name="T0" fmla="*/ 515 w 543"/>
                <a:gd name="T1" fmla="*/ 4 h 937"/>
                <a:gd name="T2" fmla="*/ 476 w 543"/>
                <a:gd name="T3" fmla="*/ 28 h 937"/>
                <a:gd name="T4" fmla="*/ 448 w 543"/>
                <a:gd name="T5" fmla="*/ 143 h 937"/>
                <a:gd name="T6" fmla="*/ 327 w 543"/>
                <a:gd name="T7" fmla="*/ 187 h 937"/>
                <a:gd name="T8" fmla="*/ 254 w 543"/>
                <a:gd name="T9" fmla="*/ 250 h 937"/>
                <a:gd name="T10" fmla="*/ 233 w 543"/>
                <a:gd name="T11" fmla="*/ 252 h 937"/>
                <a:gd name="T12" fmla="*/ 163 w 543"/>
                <a:gd name="T13" fmla="*/ 222 h 937"/>
                <a:gd name="T14" fmla="*/ 158 w 543"/>
                <a:gd name="T15" fmla="*/ 224 h 937"/>
                <a:gd name="T16" fmla="*/ 104 w 543"/>
                <a:gd name="T17" fmla="*/ 209 h 937"/>
                <a:gd name="T18" fmla="*/ 101 w 543"/>
                <a:gd name="T19" fmla="*/ 204 h 937"/>
                <a:gd name="T20" fmla="*/ 129 w 543"/>
                <a:gd name="T21" fmla="*/ 101 h 937"/>
                <a:gd name="T22" fmla="*/ 134 w 543"/>
                <a:gd name="T23" fmla="*/ 99 h 937"/>
                <a:gd name="T24" fmla="*/ 148 w 543"/>
                <a:gd name="T25" fmla="*/ 102 h 937"/>
                <a:gd name="T26" fmla="*/ 150 w 543"/>
                <a:gd name="T27" fmla="*/ 99 h 937"/>
                <a:gd name="T28" fmla="*/ 159 w 543"/>
                <a:gd name="T29" fmla="*/ 88 h 937"/>
                <a:gd name="T30" fmla="*/ 136 w 543"/>
                <a:gd name="T31" fmla="*/ 82 h 937"/>
                <a:gd name="T32" fmla="*/ 121 w 543"/>
                <a:gd name="T33" fmla="*/ 90 h 937"/>
                <a:gd name="T34" fmla="*/ 109 w 543"/>
                <a:gd name="T35" fmla="*/ 134 h 937"/>
                <a:gd name="T36" fmla="*/ 108 w 543"/>
                <a:gd name="T37" fmla="*/ 136 h 937"/>
                <a:gd name="T38" fmla="*/ 8 w 543"/>
                <a:gd name="T39" fmla="*/ 273 h 937"/>
                <a:gd name="T40" fmla="*/ 7 w 543"/>
                <a:gd name="T41" fmla="*/ 309 h 937"/>
                <a:gd name="T42" fmla="*/ 34 w 543"/>
                <a:gd name="T43" fmla="*/ 324 h 937"/>
                <a:gd name="T44" fmla="*/ 40 w 543"/>
                <a:gd name="T45" fmla="*/ 323 h 937"/>
                <a:gd name="T46" fmla="*/ 174 w 543"/>
                <a:gd name="T47" fmla="*/ 294 h 937"/>
                <a:gd name="T48" fmla="*/ 212 w 543"/>
                <a:gd name="T49" fmla="*/ 470 h 937"/>
                <a:gd name="T50" fmla="*/ 180 w 543"/>
                <a:gd name="T51" fmla="*/ 882 h 937"/>
                <a:gd name="T52" fmla="*/ 226 w 543"/>
                <a:gd name="T53" fmla="*/ 935 h 937"/>
                <a:gd name="T54" fmla="*/ 279 w 543"/>
                <a:gd name="T55" fmla="*/ 890 h 937"/>
                <a:gd name="T56" fmla="*/ 305 w 543"/>
                <a:gd name="T57" fmla="*/ 547 h 937"/>
                <a:gd name="T58" fmla="*/ 347 w 543"/>
                <a:gd name="T59" fmla="*/ 538 h 937"/>
                <a:gd name="T60" fmla="*/ 423 w 543"/>
                <a:gd name="T61" fmla="*/ 891 h 937"/>
                <a:gd name="T62" fmla="*/ 481 w 543"/>
                <a:gd name="T63" fmla="*/ 929 h 937"/>
                <a:gd name="T64" fmla="*/ 519 w 543"/>
                <a:gd name="T65" fmla="*/ 870 h 937"/>
                <a:gd name="T66" fmla="*/ 437 w 543"/>
                <a:gd name="T67" fmla="*/ 487 h 937"/>
                <a:gd name="T68" fmla="*/ 437 w 543"/>
                <a:gd name="T69" fmla="*/ 487 h 937"/>
                <a:gd name="T70" fmla="*/ 431 w 543"/>
                <a:gd name="T71" fmla="*/ 457 h 937"/>
                <a:gd name="T72" fmla="*/ 421 w 543"/>
                <a:gd name="T73" fmla="*/ 413 h 937"/>
                <a:gd name="T74" fmla="*/ 421 w 543"/>
                <a:gd name="T75" fmla="*/ 413 h 937"/>
                <a:gd name="T76" fmla="*/ 383 w 543"/>
                <a:gd name="T77" fmla="*/ 235 h 937"/>
                <a:gd name="T78" fmla="*/ 485 w 543"/>
                <a:gd name="T79" fmla="*/ 198 h 937"/>
                <a:gd name="T80" fmla="*/ 505 w 543"/>
                <a:gd name="T81" fmla="*/ 175 h 937"/>
                <a:gd name="T82" fmla="*/ 538 w 543"/>
                <a:gd name="T83" fmla="*/ 43 h 937"/>
                <a:gd name="T84" fmla="*/ 515 w 543"/>
                <a:gd name="T85" fmla="*/ 4 h 937"/>
                <a:gd name="T86" fmla="*/ 118 w 543"/>
                <a:gd name="T87" fmla="*/ 230 h 937"/>
                <a:gd name="T88" fmla="*/ 139 w 543"/>
                <a:gd name="T89" fmla="*/ 236 h 937"/>
                <a:gd name="T90" fmla="*/ 109 w 543"/>
                <a:gd name="T91" fmla="*/ 243 h 937"/>
                <a:gd name="T92" fmla="*/ 118 w 543"/>
                <a:gd name="T93" fmla="*/ 230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43" h="937">
                  <a:moveTo>
                    <a:pt x="515" y="4"/>
                  </a:moveTo>
                  <a:cubicBezTo>
                    <a:pt x="498" y="0"/>
                    <a:pt x="481" y="11"/>
                    <a:pt x="476" y="28"/>
                  </a:cubicBezTo>
                  <a:cubicBezTo>
                    <a:pt x="448" y="143"/>
                    <a:pt x="448" y="143"/>
                    <a:pt x="448" y="143"/>
                  </a:cubicBezTo>
                  <a:cubicBezTo>
                    <a:pt x="327" y="187"/>
                    <a:pt x="327" y="187"/>
                    <a:pt x="327" y="187"/>
                  </a:cubicBezTo>
                  <a:cubicBezTo>
                    <a:pt x="315" y="218"/>
                    <a:pt x="289" y="242"/>
                    <a:pt x="254" y="250"/>
                  </a:cubicBezTo>
                  <a:cubicBezTo>
                    <a:pt x="247" y="251"/>
                    <a:pt x="240" y="252"/>
                    <a:pt x="233" y="252"/>
                  </a:cubicBezTo>
                  <a:cubicBezTo>
                    <a:pt x="206" y="252"/>
                    <a:pt x="181" y="241"/>
                    <a:pt x="163" y="222"/>
                  </a:cubicBezTo>
                  <a:cubicBezTo>
                    <a:pt x="162" y="224"/>
                    <a:pt x="160" y="225"/>
                    <a:pt x="158" y="224"/>
                  </a:cubicBezTo>
                  <a:cubicBezTo>
                    <a:pt x="104" y="209"/>
                    <a:pt x="104" y="209"/>
                    <a:pt x="104" y="209"/>
                  </a:cubicBezTo>
                  <a:cubicBezTo>
                    <a:pt x="102" y="208"/>
                    <a:pt x="100" y="206"/>
                    <a:pt x="101" y="204"/>
                  </a:cubicBezTo>
                  <a:cubicBezTo>
                    <a:pt x="129" y="101"/>
                    <a:pt x="129" y="101"/>
                    <a:pt x="129" y="101"/>
                  </a:cubicBezTo>
                  <a:cubicBezTo>
                    <a:pt x="130" y="99"/>
                    <a:pt x="132" y="98"/>
                    <a:pt x="134" y="99"/>
                  </a:cubicBezTo>
                  <a:cubicBezTo>
                    <a:pt x="148" y="102"/>
                    <a:pt x="148" y="102"/>
                    <a:pt x="148" y="102"/>
                  </a:cubicBezTo>
                  <a:cubicBezTo>
                    <a:pt x="149" y="101"/>
                    <a:pt x="149" y="100"/>
                    <a:pt x="150" y="99"/>
                  </a:cubicBezTo>
                  <a:cubicBezTo>
                    <a:pt x="153" y="95"/>
                    <a:pt x="155" y="91"/>
                    <a:pt x="159" y="88"/>
                  </a:cubicBezTo>
                  <a:cubicBezTo>
                    <a:pt x="136" y="82"/>
                    <a:pt x="136" y="82"/>
                    <a:pt x="136" y="82"/>
                  </a:cubicBezTo>
                  <a:cubicBezTo>
                    <a:pt x="130" y="80"/>
                    <a:pt x="123" y="84"/>
                    <a:pt x="121" y="90"/>
                  </a:cubicBezTo>
                  <a:cubicBezTo>
                    <a:pt x="109" y="134"/>
                    <a:pt x="109" y="134"/>
                    <a:pt x="109" y="134"/>
                  </a:cubicBezTo>
                  <a:cubicBezTo>
                    <a:pt x="109" y="135"/>
                    <a:pt x="108" y="135"/>
                    <a:pt x="108" y="136"/>
                  </a:cubicBezTo>
                  <a:cubicBezTo>
                    <a:pt x="8" y="273"/>
                    <a:pt x="8" y="273"/>
                    <a:pt x="8" y="273"/>
                  </a:cubicBezTo>
                  <a:cubicBezTo>
                    <a:pt x="0" y="284"/>
                    <a:pt x="0" y="298"/>
                    <a:pt x="7" y="309"/>
                  </a:cubicBezTo>
                  <a:cubicBezTo>
                    <a:pt x="13" y="318"/>
                    <a:pt x="23" y="324"/>
                    <a:pt x="34" y="324"/>
                  </a:cubicBezTo>
                  <a:cubicBezTo>
                    <a:pt x="36" y="324"/>
                    <a:pt x="38" y="324"/>
                    <a:pt x="40" y="323"/>
                  </a:cubicBezTo>
                  <a:cubicBezTo>
                    <a:pt x="174" y="294"/>
                    <a:pt x="174" y="294"/>
                    <a:pt x="174" y="294"/>
                  </a:cubicBezTo>
                  <a:cubicBezTo>
                    <a:pt x="212" y="470"/>
                    <a:pt x="212" y="470"/>
                    <a:pt x="212" y="470"/>
                  </a:cubicBezTo>
                  <a:cubicBezTo>
                    <a:pt x="180" y="882"/>
                    <a:pt x="180" y="882"/>
                    <a:pt x="180" y="882"/>
                  </a:cubicBezTo>
                  <a:cubicBezTo>
                    <a:pt x="178" y="909"/>
                    <a:pt x="199" y="933"/>
                    <a:pt x="226" y="935"/>
                  </a:cubicBezTo>
                  <a:cubicBezTo>
                    <a:pt x="253" y="937"/>
                    <a:pt x="277" y="917"/>
                    <a:pt x="279" y="890"/>
                  </a:cubicBezTo>
                  <a:cubicBezTo>
                    <a:pt x="305" y="547"/>
                    <a:pt x="305" y="547"/>
                    <a:pt x="305" y="547"/>
                  </a:cubicBezTo>
                  <a:cubicBezTo>
                    <a:pt x="347" y="538"/>
                    <a:pt x="347" y="538"/>
                    <a:pt x="347" y="538"/>
                  </a:cubicBezTo>
                  <a:cubicBezTo>
                    <a:pt x="423" y="891"/>
                    <a:pt x="423" y="891"/>
                    <a:pt x="423" y="891"/>
                  </a:cubicBezTo>
                  <a:cubicBezTo>
                    <a:pt x="428" y="918"/>
                    <a:pt x="455" y="935"/>
                    <a:pt x="481" y="929"/>
                  </a:cubicBezTo>
                  <a:cubicBezTo>
                    <a:pt x="508" y="923"/>
                    <a:pt x="525" y="897"/>
                    <a:pt x="519" y="870"/>
                  </a:cubicBezTo>
                  <a:cubicBezTo>
                    <a:pt x="437" y="487"/>
                    <a:pt x="437" y="487"/>
                    <a:pt x="437" y="487"/>
                  </a:cubicBezTo>
                  <a:cubicBezTo>
                    <a:pt x="437" y="487"/>
                    <a:pt x="437" y="487"/>
                    <a:pt x="437" y="487"/>
                  </a:cubicBezTo>
                  <a:cubicBezTo>
                    <a:pt x="431" y="457"/>
                    <a:pt x="431" y="457"/>
                    <a:pt x="431" y="457"/>
                  </a:cubicBezTo>
                  <a:cubicBezTo>
                    <a:pt x="421" y="413"/>
                    <a:pt x="421" y="413"/>
                    <a:pt x="421" y="413"/>
                  </a:cubicBezTo>
                  <a:cubicBezTo>
                    <a:pt x="421" y="413"/>
                    <a:pt x="421" y="413"/>
                    <a:pt x="421" y="413"/>
                  </a:cubicBezTo>
                  <a:cubicBezTo>
                    <a:pt x="383" y="235"/>
                    <a:pt x="383" y="235"/>
                    <a:pt x="383" y="235"/>
                  </a:cubicBezTo>
                  <a:cubicBezTo>
                    <a:pt x="485" y="198"/>
                    <a:pt x="485" y="198"/>
                    <a:pt x="485" y="198"/>
                  </a:cubicBezTo>
                  <a:cubicBezTo>
                    <a:pt x="495" y="194"/>
                    <a:pt x="503" y="186"/>
                    <a:pt x="505" y="175"/>
                  </a:cubicBezTo>
                  <a:cubicBezTo>
                    <a:pt x="538" y="43"/>
                    <a:pt x="538" y="43"/>
                    <a:pt x="538" y="43"/>
                  </a:cubicBezTo>
                  <a:cubicBezTo>
                    <a:pt x="543" y="26"/>
                    <a:pt x="532" y="9"/>
                    <a:pt x="515" y="4"/>
                  </a:cubicBezTo>
                  <a:close/>
                  <a:moveTo>
                    <a:pt x="118" y="230"/>
                  </a:moveTo>
                  <a:cubicBezTo>
                    <a:pt x="139" y="236"/>
                    <a:pt x="139" y="236"/>
                    <a:pt x="139" y="236"/>
                  </a:cubicBezTo>
                  <a:cubicBezTo>
                    <a:pt x="109" y="243"/>
                    <a:pt x="109" y="243"/>
                    <a:pt x="109" y="243"/>
                  </a:cubicBezTo>
                  <a:lnTo>
                    <a:pt x="118" y="2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 name="Freeform 292"/>
            <p:cNvSpPr>
              <a:spLocks/>
            </p:cNvSpPr>
            <p:nvPr/>
          </p:nvSpPr>
          <p:spPr bwMode="auto">
            <a:xfrm>
              <a:off x="6527801" y="5354638"/>
              <a:ext cx="254000" cy="254000"/>
            </a:xfrm>
            <a:custGeom>
              <a:avLst/>
              <a:gdLst>
                <a:gd name="T0" fmla="*/ 10 w 197"/>
                <a:gd name="T1" fmla="*/ 118 h 197"/>
                <a:gd name="T2" fmla="*/ 117 w 197"/>
                <a:gd name="T3" fmla="*/ 187 h 197"/>
                <a:gd name="T4" fmla="*/ 186 w 197"/>
                <a:gd name="T5" fmla="*/ 80 h 197"/>
                <a:gd name="T6" fmla="*/ 80 w 197"/>
                <a:gd name="T7" fmla="*/ 11 h 197"/>
                <a:gd name="T8" fmla="*/ 10 w 197"/>
                <a:gd name="T9" fmla="*/ 118 h 197"/>
              </a:gdLst>
              <a:ahLst/>
              <a:cxnLst>
                <a:cxn ang="0">
                  <a:pos x="T0" y="T1"/>
                </a:cxn>
                <a:cxn ang="0">
                  <a:pos x="T2" y="T3"/>
                </a:cxn>
                <a:cxn ang="0">
                  <a:pos x="T4" y="T5"/>
                </a:cxn>
                <a:cxn ang="0">
                  <a:pos x="T6" y="T7"/>
                </a:cxn>
                <a:cxn ang="0">
                  <a:pos x="T8" y="T9"/>
                </a:cxn>
              </a:cxnLst>
              <a:rect l="0" t="0" r="r" b="b"/>
              <a:pathLst>
                <a:path w="197" h="197">
                  <a:moveTo>
                    <a:pt x="10" y="118"/>
                  </a:moveTo>
                  <a:cubicBezTo>
                    <a:pt x="21" y="166"/>
                    <a:pt x="69" y="197"/>
                    <a:pt x="117" y="187"/>
                  </a:cubicBezTo>
                  <a:cubicBezTo>
                    <a:pt x="166" y="176"/>
                    <a:pt x="197" y="129"/>
                    <a:pt x="186" y="80"/>
                  </a:cubicBezTo>
                  <a:cubicBezTo>
                    <a:pt x="176" y="31"/>
                    <a:pt x="128" y="0"/>
                    <a:pt x="80" y="11"/>
                  </a:cubicBezTo>
                  <a:cubicBezTo>
                    <a:pt x="31" y="21"/>
                    <a:pt x="0" y="69"/>
                    <a:pt x="10"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 name="Freeform 293"/>
            <p:cNvSpPr>
              <a:spLocks/>
            </p:cNvSpPr>
            <p:nvPr/>
          </p:nvSpPr>
          <p:spPr bwMode="auto">
            <a:xfrm>
              <a:off x="6686551" y="5126038"/>
              <a:ext cx="184150" cy="204787"/>
            </a:xfrm>
            <a:custGeom>
              <a:avLst/>
              <a:gdLst>
                <a:gd name="T0" fmla="*/ 110 w 143"/>
                <a:gd name="T1" fmla="*/ 7 h 158"/>
                <a:gd name="T2" fmla="*/ 62 w 143"/>
                <a:gd name="T3" fmla="*/ 25 h 158"/>
                <a:gd name="T4" fmla="*/ 57 w 143"/>
                <a:gd name="T5" fmla="*/ 24 h 158"/>
                <a:gd name="T6" fmla="*/ 7 w 143"/>
                <a:gd name="T7" fmla="*/ 49 h 158"/>
                <a:gd name="T8" fmla="*/ 32 w 143"/>
                <a:gd name="T9" fmla="*/ 100 h 158"/>
                <a:gd name="T10" fmla="*/ 33 w 143"/>
                <a:gd name="T11" fmla="*/ 100 h 158"/>
                <a:gd name="T12" fmla="*/ 8 w 143"/>
                <a:gd name="T13" fmla="*/ 146 h 158"/>
                <a:gd name="T14" fmla="*/ 13 w 143"/>
                <a:gd name="T15" fmla="*/ 149 h 158"/>
                <a:gd name="T16" fmla="*/ 36 w 143"/>
                <a:gd name="T17" fmla="*/ 112 h 158"/>
                <a:gd name="T18" fmla="*/ 54 w 143"/>
                <a:gd name="T19" fmla="*/ 82 h 158"/>
                <a:gd name="T20" fmla="*/ 45 w 143"/>
                <a:gd name="T21" fmla="*/ 77 h 158"/>
                <a:gd name="T22" fmla="*/ 37 w 143"/>
                <a:gd name="T23" fmla="*/ 94 h 158"/>
                <a:gd name="T24" fmla="*/ 19 w 143"/>
                <a:gd name="T25" fmla="*/ 53 h 158"/>
                <a:gd name="T26" fmla="*/ 59 w 143"/>
                <a:gd name="T27" fmla="*/ 31 h 158"/>
                <a:gd name="T28" fmla="*/ 58 w 143"/>
                <a:gd name="T29" fmla="*/ 32 h 158"/>
                <a:gd name="T30" fmla="*/ 58 w 143"/>
                <a:gd name="T31" fmla="*/ 57 h 158"/>
                <a:gd name="T32" fmla="*/ 59 w 143"/>
                <a:gd name="T33" fmla="*/ 44 h 158"/>
                <a:gd name="T34" fmla="*/ 103 w 143"/>
                <a:gd name="T35" fmla="*/ 23 h 158"/>
                <a:gd name="T36" fmla="*/ 124 w 143"/>
                <a:gd name="T37" fmla="*/ 66 h 158"/>
                <a:gd name="T38" fmla="*/ 108 w 143"/>
                <a:gd name="T39" fmla="*/ 85 h 158"/>
                <a:gd name="T40" fmla="*/ 121 w 143"/>
                <a:gd name="T41" fmla="*/ 79 h 158"/>
                <a:gd name="T42" fmla="*/ 123 w 143"/>
                <a:gd name="T43" fmla="*/ 106 h 158"/>
                <a:gd name="T44" fmla="*/ 81 w 143"/>
                <a:gd name="T45" fmla="*/ 127 h 158"/>
                <a:gd name="T46" fmla="*/ 66 w 143"/>
                <a:gd name="T47" fmla="*/ 117 h 158"/>
                <a:gd name="T48" fmla="*/ 80 w 143"/>
                <a:gd name="T49" fmla="*/ 104 h 158"/>
                <a:gd name="T50" fmla="*/ 73 w 143"/>
                <a:gd name="T51" fmla="*/ 97 h 158"/>
                <a:gd name="T52" fmla="*/ 49 w 143"/>
                <a:gd name="T53" fmla="*/ 121 h 158"/>
                <a:gd name="T54" fmla="*/ 18 w 143"/>
                <a:gd name="T55" fmla="*/ 154 h 158"/>
                <a:gd name="T56" fmla="*/ 23 w 143"/>
                <a:gd name="T57" fmla="*/ 158 h 158"/>
                <a:gd name="T58" fmla="*/ 59 w 143"/>
                <a:gd name="T59" fmla="*/ 124 h 158"/>
                <a:gd name="T60" fmla="*/ 79 w 143"/>
                <a:gd name="T61" fmla="*/ 139 h 158"/>
                <a:gd name="T62" fmla="*/ 133 w 143"/>
                <a:gd name="T63" fmla="*/ 113 h 158"/>
                <a:gd name="T64" fmla="*/ 127 w 143"/>
                <a:gd name="T65" fmla="*/ 74 h 158"/>
                <a:gd name="T66" fmla="*/ 136 w 143"/>
                <a:gd name="T67" fmla="*/ 59 h 158"/>
                <a:gd name="T68" fmla="*/ 110 w 143"/>
                <a:gd name="T69" fmla="*/ 7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3" h="158">
                  <a:moveTo>
                    <a:pt x="110" y="7"/>
                  </a:moveTo>
                  <a:cubicBezTo>
                    <a:pt x="91" y="0"/>
                    <a:pt x="71" y="9"/>
                    <a:pt x="62" y="25"/>
                  </a:cubicBezTo>
                  <a:cubicBezTo>
                    <a:pt x="60" y="25"/>
                    <a:pt x="59" y="24"/>
                    <a:pt x="57" y="24"/>
                  </a:cubicBezTo>
                  <a:cubicBezTo>
                    <a:pt x="37" y="17"/>
                    <a:pt x="14" y="28"/>
                    <a:pt x="7" y="49"/>
                  </a:cubicBezTo>
                  <a:cubicBezTo>
                    <a:pt x="0" y="70"/>
                    <a:pt x="11" y="92"/>
                    <a:pt x="32" y="100"/>
                  </a:cubicBezTo>
                  <a:cubicBezTo>
                    <a:pt x="32" y="100"/>
                    <a:pt x="33" y="100"/>
                    <a:pt x="33" y="100"/>
                  </a:cubicBezTo>
                  <a:cubicBezTo>
                    <a:pt x="8" y="146"/>
                    <a:pt x="8" y="146"/>
                    <a:pt x="8" y="146"/>
                  </a:cubicBezTo>
                  <a:cubicBezTo>
                    <a:pt x="13" y="149"/>
                    <a:pt x="13" y="149"/>
                    <a:pt x="13" y="149"/>
                  </a:cubicBezTo>
                  <a:cubicBezTo>
                    <a:pt x="36" y="112"/>
                    <a:pt x="36" y="112"/>
                    <a:pt x="36" y="112"/>
                  </a:cubicBezTo>
                  <a:cubicBezTo>
                    <a:pt x="54" y="82"/>
                    <a:pt x="54" y="82"/>
                    <a:pt x="54" y="82"/>
                  </a:cubicBezTo>
                  <a:cubicBezTo>
                    <a:pt x="45" y="77"/>
                    <a:pt x="45" y="77"/>
                    <a:pt x="45" y="77"/>
                  </a:cubicBezTo>
                  <a:cubicBezTo>
                    <a:pt x="37" y="94"/>
                    <a:pt x="37" y="94"/>
                    <a:pt x="37" y="94"/>
                  </a:cubicBezTo>
                  <a:cubicBezTo>
                    <a:pt x="21" y="87"/>
                    <a:pt x="13" y="69"/>
                    <a:pt x="19" y="53"/>
                  </a:cubicBezTo>
                  <a:cubicBezTo>
                    <a:pt x="24" y="36"/>
                    <a:pt x="42" y="27"/>
                    <a:pt x="59" y="31"/>
                  </a:cubicBezTo>
                  <a:cubicBezTo>
                    <a:pt x="59" y="32"/>
                    <a:pt x="59" y="32"/>
                    <a:pt x="58" y="32"/>
                  </a:cubicBezTo>
                  <a:cubicBezTo>
                    <a:pt x="56" y="40"/>
                    <a:pt x="56" y="49"/>
                    <a:pt x="58" y="57"/>
                  </a:cubicBezTo>
                  <a:cubicBezTo>
                    <a:pt x="58" y="52"/>
                    <a:pt x="58" y="48"/>
                    <a:pt x="59" y="44"/>
                  </a:cubicBezTo>
                  <a:cubicBezTo>
                    <a:pt x="66" y="26"/>
                    <a:pt x="85" y="16"/>
                    <a:pt x="103" y="23"/>
                  </a:cubicBezTo>
                  <a:cubicBezTo>
                    <a:pt x="121" y="29"/>
                    <a:pt x="130" y="48"/>
                    <a:pt x="124" y="66"/>
                  </a:cubicBezTo>
                  <a:cubicBezTo>
                    <a:pt x="121" y="74"/>
                    <a:pt x="116" y="81"/>
                    <a:pt x="108" y="85"/>
                  </a:cubicBezTo>
                  <a:cubicBezTo>
                    <a:pt x="113" y="84"/>
                    <a:pt x="117" y="82"/>
                    <a:pt x="121" y="79"/>
                  </a:cubicBezTo>
                  <a:cubicBezTo>
                    <a:pt x="125" y="87"/>
                    <a:pt x="126" y="97"/>
                    <a:pt x="123" y="106"/>
                  </a:cubicBezTo>
                  <a:cubicBezTo>
                    <a:pt x="117" y="124"/>
                    <a:pt x="98" y="133"/>
                    <a:pt x="81" y="127"/>
                  </a:cubicBezTo>
                  <a:cubicBezTo>
                    <a:pt x="75" y="125"/>
                    <a:pt x="70" y="121"/>
                    <a:pt x="66" y="117"/>
                  </a:cubicBezTo>
                  <a:cubicBezTo>
                    <a:pt x="80" y="104"/>
                    <a:pt x="80" y="104"/>
                    <a:pt x="80" y="104"/>
                  </a:cubicBezTo>
                  <a:cubicBezTo>
                    <a:pt x="73" y="97"/>
                    <a:pt x="73" y="97"/>
                    <a:pt x="73" y="97"/>
                  </a:cubicBezTo>
                  <a:cubicBezTo>
                    <a:pt x="49" y="121"/>
                    <a:pt x="49" y="121"/>
                    <a:pt x="49" y="121"/>
                  </a:cubicBezTo>
                  <a:cubicBezTo>
                    <a:pt x="18" y="154"/>
                    <a:pt x="18" y="154"/>
                    <a:pt x="18" y="154"/>
                  </a:cubicBezTo>
                  <a:cubicBezTo>
                    <a:pt x="23" y="158"/>
                    <a:pt x="23" y="158"/>
                    <a:pt x="23" y="158"/>
                  </a:cubicBezTo>
                  <a:cubicBezTo>
                    <a:pt x="59" y="124"/>
                    <a:pt x="59" y="124"/>
                    <a:pt x="59" y="124"/>
                  </a:cubicBezTo>
                  <a:cubicBezTo>
                    <a:pt x="64" y="131"/>
                    <a:pt x="71" y="136"/>
                    <a:pt x="79" y="139"/>
                  </a:cubicBezTo>
                  <a:cubicBezTo>
                    <a:pt x="101" y="147"/>
                    <a:pt x="125" y="135"/>
                    <a:pt x="133" y="113"/>
                  </a:cubicBezTo>
                  <a:cubicBezTo>
                    <a:pt x="137" y="99"/>
                    <a:pt x="135" y="85"/>
                    <a:pt x="127" y="74"/>
                  </a:cubicBezTo>
                  <a:cubicBezTo>
                    <a:pt x="131" y="70"/>
                    <a:pt x="134" y="65"/>
                    <a:pt x="136" y="59"/>
                  </a:cubicBezTo>
                  <a:cubicBezTo>
                    <a:pt x="143" y="37"/>
                    <a:pt x="132" y="14"/>
                    <a:pt x="1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 name="Freeform 294"/>
            <p:cNvSpPr>
              <a:spLocks/>
            </p:cNvSpPr>
            <p:nvPr/>
          </p:nvSpPr>
          <p:spPr bwMode="auto">
            <a:xfrm>
              <a:off x="6465888" y="5187950"/>
              <a:ext cx="88900" cy="66675"/>
            </a:xfrm>
            <a:custGeom>
              <a:avLst/>
              <a:gdLst>
                <a:gd name="T0" fmla="*/ 69 w 69"/>
                <a:gd name="T1" fmla="*/ 1 h 51"/>
                <a:gd name="T2" fmla="*/ 62 w 69"/>
                <a:gd name="T3" fmla="*/ 0 h 51"/>
                <a:gd name="T4" fmla="*/ 43 w 69"/>
                <a:gd name="T5" fmla="*/ 37 h 51"/>
                <a:gd name="T6" fmla="*/ 3 w 69"/>
                <a:gd name="T7" fmla="*/ 34 h 51"/>
                <a:gd name="T8" fmla="*/ 0 w 69"/>
                <a:gd name="T9" fmla="*/ 41 h 51"/>
                <a:gd name="T10" fmla="*/ 47 w 69"/>
                <a:gd name="T11" fmla="*/ 43 h 51"/>
                <a:gd name="T12" fmla="*/ 69 w 69"/>
                <a:gd name="T13" fmla="*/ 1 h 51"/>
              </a:gdLst>
              <a:ahLst/>
              <a:cxnLst>
                <a:cxn ang="0">
                  <a:pos x="T0" y="T1"/>
                </a:cxn>
                <a:cxn ang="0">
                  <a:pos x="T2" y="T3"/>
                </a:cxn>
                <a:cxn ang="0">
                  <a:pos x="T4" y="T5"/>
                </a:cxn>
                <a:cxn ang="0">
                  <a:pos x="T6" y="T7"/>
                </a:cxn>
                <a:cxn ang="0">
                  <a:pos x="T8" y="T9"/>
                </a:cxn>
                <a:cxn ang="0">
                  <a:pos x="T10" y="T11"/>
                </a:cxn>
                <a:cxn ang="0">
                  <a:pos x="T12" y="T13"/>
                </a:cxn>
              </a:cxnLst>
              <a:rect l="0" t="0" r="r" b="b"/>
              <a:pathLst>
                <a:path w="69" h="51">
                  <a:moveTo>
                    <a:pt x="69" y="1"/>
                  </a:moveTo>
                  <a:cubicBezTo>
                    <a:pt x="62" y="0"/>
                    <a:pt x="62" y="0"/>
                    <a:pt x="62" y="0"/>
                  </a:cubicBezTo>
                  <a:cubicBezTo>
                    <a:pt x="62" y="1"/>
                    <a:pt x="60" y="27"/>
                    <a:pt x="43" y="37"/>
                  </a:cubicBezTo>
                  <a:cubicBezTo>
                    <a:pt x="33" y="43"/>
                    <a:pt x="20" y="42"/>
                    <a:pt x="3" y="34"/>
                  </a:cubicBezTo>
                  <a:cubicBezTo>
                    <a:pt x="0" y="41"/>
                    <a:pt x="0" y="41"/>
                    <a:pt x="0" y="41"/>
                  </a:cubicBezTo>
                  <a:cubicBezTo>
                    <a:pt x="19" y="50"/>
                    <a:pt x="35" y="51"/>
                    <a:pt x="47" y="43"/>
                  </a:cubicBezTo>
                  <a:cubicBezTo>
                    <a:pt x="67" y="32"/>
                    <a:pt x="69" y="2"/>
                    <a:pt x="69"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 name="Freeform 295"/>
            <p:cNvSpPr>
              <a:spLocks/>
            </p:cNvSpPr>
            <p:nvPr/>
          </p:nvSpPr>
          <p:spPr bwMode="auto">
            <a:xfrm>
              <a:off x="6548438" y="5197475"/>
              <a:ext cx="61913" cy="98425"/>
            </a:xfrm>
            <a:custGeom>
              <a:avLst/>
              <a:gdLst>
                <a:gd name="T0" fmla="*/ 49 w 49"/>
                <a:gd name="T1" fmla="*/ 69 h 76"/>
                <a:gd name="T2" fmla="*/ 15 w 49"/>
                <a:gd name="T3" fmla="*/ 46 h 76"/>
                <a:gd name="T4" fmla="*/ 24 w 49"/>
                <a:gd name="T5" fmla="*/ 5 h 76"/>
                <a:gd name="T6" fmla="*/ 18 w 49"/>
                <a:gd name="T7" fmla="*/ 0 h 76"/>
                <a:gd name="T8" fmla="*/ 8 w 49"/>
                <a:gd name="T9" fmla="*/ 48 h 76"/>
                <a:gd name="T10" fmla="*/ 19 w 49"/>
                <a:gd name="T11" fmla="*/ 63 h 76"/>
                <a:gd name="T12" fmla="*/ 48 w 49"/>
                <a:gd name="T13" fmla="*/ 76 h 76"/>
                <a:gd name="T14" fmla="*/ 49 w 49"/>
                <a:gd name="T15" fmla="*/ 69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76">
                  <a:moveTo>
                    <a:pt x="49" y="69"/>
                  </a:moveTo>
                  <a:cubicBezTo>
                    <a:pt x="31" y="64"/>
                    <a:pt x="19" y="57"/>
                    <a:pt x="15" y="46"/>
                  </a:cubicBezTo>
                  <a:cubicBezTo>
                    <a:pt x="8" y="27"/>
                    <a:pt x="24" y="5"/>
                    <a:pt x="24" y="5"/>
                  </a:cubicBezTo>
                  <a:cubicBezTo>
                    <a:pt x="18" y="0"/>
                    <a:pt x="18" y="0"/>
                    <a:pt x="18" y="0"/>
                  </a:cubicBezTo>
                  <a:cubicBezTo>
                    <a:pt x="18" y="1"/>
                    <a:pt x="0" y="26"/>
                    <a:pt x="8" y="48"/>
                  </a:cubicBezTo>
                  <a:cubicBezTo>
                    <a:pt x="11" y="54"/>
                    <a:pt x="14" y="59"/>
                    <a:pt x="19" y="63"/>
                  </a:cubicBezTo>
                  <a:cubicBezTo>
                    <a:pt x="26" y="69"/>
                    <a:pt x="35" y="73"/>
                    <a:pt x="48" y="76"/>
                  </a:cubicBezTo>
                  <a:lnTo>
                    <a:pt x="49"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 name="Freeform 296"/>
            <p:cNvSpPr>
              <a:spLocks/>
            </p:cNvSpPr>
            <p:nvPr/>
          </p:nvSpPr>
          <p:spPr bwMode="auto">
            <a:xfrm>
              <a:off x="6508751" y="5295900"/>
              <a:ext cx="90488" cy="66675"/>
            </a:xfrm>
            <a:custGeom>
              <a:avLst/>
              <a:gdLst>
                <a:gd name="T0" fmla="*/ 27 w 70"/>
                <a:gd name="T1" fmla="*/ 13 h 52"/>
                <a:gd name="T2" fmla="*/ 66 w 70"/>
                <a:gd name="T3" fmla="*/ 19 h 52"/>
                <a:gd name="T4" fmla="*/ 70 w 70"/>
                <a:gd name="T5" fmla="*/ 13 h 52"/>
                <a:gd name="T6" fmla="*/ 23 w 70"/>
                <a:gd name="T7" fmla="*/ 6 h 52"/>
                <a:gd name="T8" fmla="*/ 0 w 70"/>
                <a:gd name="T9" fmla="*/ 52 h 52"/>
                <a:gd name="T10" fmla="*/ 8 w 70"/>
                <a:gd name="T11" fmla="*/ 52 h 52"/>
                <a:gd name="T12" fmla="*/ 27 w 70"/>
                <a:gd name="T13" fmla="*/ 13 h 52"/>
              </a:gdLst>
              <a:ahLst/>
              <a:cxnLst>
                <a:cxn ang="0">
                  <a:pos x="T0" y="T1"/>
                </a:cxn>
                <a:cxn ang="0">
                  <a:pos x="T2" y="T3"/>
                </a:cxn>
                <a:cxn ang="0">
                  <a:pos x="T4" y="T5"/>
                </a:cxn>
                <a:cxn ang="0">
                  <a:pos x="T6" y="T7"/>
                </a:cxn>
                <a:cxn ang="0">
                  <a:pos x="T8" y="T9"/>
                </a:cxn>
                <a:cxn ang="0">
                  <a:pos x="T10" y="T11"/>
                </a:cxn>
                <a:cxn ang="0">
                  <a:pos x="T12" y="T13"/>
                </a:cxn>
              </a:cxnLst>
              <a:rect l="0" t="0" r="r" b="b"/>
              <a:pathLst>
                <a:path w="70" h="52">
                  <a:moveTo>
                    <a:pt x="27" y="13"/>
                  </a:moveTo>
                  <a:cubicBezTo>
                    <a:pt x="37" y="7"/>
                    <a:pt x="50" y="10"/>
                    <a:pt x="66" y="19"/>
                  </a:cubicBezTo>
                  <a:cubicBezTo>
                    <a:pt x="70" y="13"/>
                    <a:pt x="70" y="13"/>
                    <a:pt x="70" y="13"/>
                  </a:cubicBezTo>
                  <a:cubicBezTo>
                    <a:pt x="51" y="2"/>
                    <a:pt x="36" y="0"/>
                    <a:pt x="23" y="6"/>
                  </a:cubicBezTo>
                  <a:cubicBezTo>
                    <a:pt x="3" y="18"/>
                    <a:pt x="0" y="50"/>
                    <a:pt x="0" y="52"/>
                  </a:cubicBezTo>
                  <a:cubicBezTo>
                    <a:pt x="8" y="52"/>
                    <a:pt x="8" y="52"/>
                    <a:pt x="8" y="52"/>
                  </a:cubicBezTo>
                  <a:cubicBezTo>
                    <a:pt x="8" y="52"/>
                    <a:pt x="9" y="22"/>
                    <a:pt x="27"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 name="Freeform 297"/>
            <p:cNvSpPr>
              <a:spLocks/>
            </p:cNvSpPr>
            <p:nvPr/>
          </p:nvSpPr>
          <p:spPr bwMode="auto">
            <a:xfrm>
              <a:off x="6453188" y="5257800"/>
              <a:ext cx="65088" cy="95250"/>
            </a:xfrm>
            <a:custGeom>
              <a:avLst/>
              <a:gdLst>
                <a:gd name="T0" fmla="*/ 31 w 51"/>
                <a:gd name="T1" fmla="*/ 74 h 74"/>
                <a:gd name="T2" fmla="*/ 43 w 51"/>
                <a:gd name="T3" fmla="*/ 25 h 74"/>
                <a:gd name="T4" fmla="*/ 2 w 51"/>
                <a:gd name="T5" fmla="*/ 0 h 74"/>
                <a:gd name="T6" fmla="*/ 0 w 51"/>
                <a:gd name="T7" fmla="*/ 7 h 74"/>
                <a:gd name="T8" fmla="*/ 36 w 51"/>
                <a:gd name="T9" fmla="*/ 27 h 74"/>
                <a:gd name="T10" fmla="*/ 25 w 51"/>
                <a:gd name="T11" fmla="*/ 70 h 74"/>
                <a:gd name="T12" fmla="*/ 31 w 51"/>
                <a:gd name="T13" fmla="*/ 74 h 74"/>
              </a:gdLst>
              <a:ahLst/>
              <a:cxnLst>
                <a:cxn ang="0">
                  <a:pos x="T0" y="T1"/>
                </a:cxn>
                <a:cxn ang="0">
                  <a:pos x="T2" y="T3"/>
                </a:cxn>
                <a:cxn ang="0">
                  <a:pos x="T4" y="T5"/>
                </a:cxn>
                <a:cxn ang="0">
                  <a:pos x="T6" y="T7"/>
                </a:cxn>
                <a:cxn ang="0">
                  <a:pos x="T8" y="T9"/>
                </a:cxn>
                <a:cxn ang="0">
                  <a:pos x="T10" y="T11"/>
                </a:cxn>
                <a:cxn ang="0">
                  <a:pos x="T12" y="T13"/>
                </a:cxn>
              </a:cxnLst>
              <a:rect l="0" t="0" r="r" b="b"/>
              <a:pathLst>
                <a:path w="51" h="74">
                  <a:moveTo>
                    <a:pt x="31" y="74"/>
                  </a:moveTo>
                  <a:cubicBezTo>
                    <a:pt x="31" y="73"/>
                    <a:pt x="51" y="47"/>
                    <a:pt x="43" y="25"/>
                  </a:cubicBezTo>
                  <a:cubicBezTo>
                    <a:pt x="37" y="12"/>
                    <a:pt x="24" y="3"/>
                    <a:pt x="2" y="0"/>
                  </a:cubicBezTo>
                  <a:cubicBezTo>
                    <a:pt x="0" y="7"/>
                    <a:pt x="0" y="7"/>
                    <a:pt x="0" y="7"/>
                  </a:cubicBezTo>
                  <a:cubicBezTo>
                    <a:pt x="20" y="10"/>
                    <a:pt x="32" y="17"/>
                    <a:pt x="36" y="27"/>
                  </a:cubicBezTo>
                  <a:cubicBezTo>
                    <a:pt x="43" y="46"/>
                    <a:pt x="25" y="70"/>
                    <a:pt x="25" y="70"/>
                  </a:cubicBezTo>
                  <a:lnTo>
                    <a:pt x="31" y="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 name="Freeform 298"/>
            <p:cNvSpPr>
              <a:spLocks/>
            </p:cNvSpPr>
            <p:nvPr/>
          </p:nvSpPr>
          <p:spPr bwMode="auto">
            <a:xfrm>
              <a:off x="6997701" y="5253038"/>
              <a:ext cx="57150" cy="25400"/>
            </a:xfrm>
            <a:custGeom>
              <a:avLst/>
              <a:gdLst>
                <a:gd name="T0" fmla="*/ 23 w 44"/>
                <a:gd name="T1" fmla="*/ 1 h 20"/>
                <a:gd name="T2" fmla="*/ 1 w 44"/>
                <a:gd name="T3" fmla="*/ 8 h 20"/>
                <a:gd name="T4" fmla="*/ 1 w 44"/>
                <a:gd name="T5" fmla="*/ 14 h 20"/>
                <a:gd name="T6" fmla="*/ 7 w 44"/>
                <a:gd name="T7" fmla="*/ 14 h 20"/>
                <a:gd name="T8" fmla="*/ 22 w 44"/>
                <a:gd name="T9" fmla="*/ 9 h 20"/>
                <a:gd name="T10" fmla="*/ 37 w 44"/>
                <a:gd name="T11" fmla="*/ 18 h 20"/>
                <a:gd name="T12" fmla="*/ 40 w 44"/>
                <a:gd name="T13" fmla="*/ 20 h 20"/>
                <a:gd name="T14" fmla="*/ 42 w 44"/>
                <a:gd name="T15" fmla="*/ 19 h 20"/>
                <a:gd name="T16" fmla="*/ 43 w 44"/>
                <a:gd name="T17" fmla="*/ 13 h 20"/>
                <a:gd name="T18" fmla="*/ 23 w 44"/>
                <a:gd name="T19"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20">
                  <a:moveTo>
                    <a:pt x="23" y="1"/>
                  </a:moveTo>
                  <a:cubicBezTo>
                    <a:pt x="11" y="0"/>
                    <a:pt x="2" y="8"/>
                    <a:pt x="1" y="8"/>
                  </a:cubicBezTo>
                  <a:cubicBezTo>
                    <a:pt x="0" y="10"/>
                    <a:pt x="0" y="12"/>
                    <a:pt x="1" y="14"/>
                  </a:cubicBezTo>
                  <a:cubicBezTo>
                    <a:pt x="3" y="16"/>
                    <a:pt x="5" y="16"/>
                    <a:pt x="7" y="14"/>
                  </a:cubicBezTo>
                  <a:cubicBezTo>
                    <a:pt x="7" y="14"/>
                    <a:pt x="14" y="9"/>
                    <a:pt x="22" y="9"/>
                  </a:cubicBezTo>
                  <a:cubicBezTo>
                    <a:pt x="27" y="10"/>
                    <a:pt x="32" y="13"/>
                    <a:pt x="37" y="18"/>
                  </a:cubicBezTo>
                  <a:cubicBezTo>
                    <a:pt x="38" y="19"/>
                    <a:pt x="39" y="20"/>
                    <a:pt x="40" y="20"/>
                  </a:cubicBezTo>
                  <a:cubicBezTo>
                    <a:pt x="41" y="20"/>
                    <a:pt x="42" y="20"/>
                    <a:pt x="42" y="19"/>
                  </a:cubicBezTo>
                  <a:cubicBezTo>
                    <a:pt x="44" y="18"/>
                    <a:pt x="44" y="15"/>
                    <a:pt x="43" y="13"/>
                  </a:cubicBezTo>
                  <a:cubicBezTo>
                    <a:pt x="37" y="6"/>
                    <a:pt x="30" y="2"/>
                    <a:pt x="2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 name="Freeform 299"/>
            <p:cNvSpPr>
              <a:spLocks/>
            </p:cNvSpPr>
            <p:nvPr/>
          </p:nvSpPr>
          <p:spPr bwMode="auto">
            <a:xfrm>
              <a:off x="6988176" y="5226050"/>
              <a:ext cx="82550" cy="36512"/>
            </a:xfrm>
            <a:custGeom>
              <a:avLst/>
              <a:gdLst>
                <a:gd name="T0" fmla="*/ 33 w 64"/>
                <a:gd name="T1" fmla="*/ 3 h 28"/>
                <a:gd name="T2" fmla="*/ 2 w 64"/>
                <a:gd name="T3" fmla="*/ 11 h 28"/>
                <a:gd name="T4" fmla="*/ 2 w 64"/>
                <a:gd name="T5" fmla="*/ 17 h 28"/>
                <a:gd name="T6" fmla="*/ 7 w 64"/>
                <a:gd name="T7" fmla="*/ 18 h 28"/>
                <a:gd name="T8" fmla="*/ 32 w 64"/>
                <a:gd name="T9" fmla="*/ 11 h 28"/>
                <a:gd name="T10" fmla="*/ 56 w 64"/>
                <a:gd name="T11" fmla="*/ 27 h 28"/>
                <a:gd name="T12" fmla="*/ 59 w 64"/>
                <a:gd name="T13" fmla="*/ 28 h 28"/>
                <a:gd name="T14" fmla="*/ 62 w 64"/>
                <a:gd name="T15" fmla="*/ 27 h 28"/>
                <a:gd name="T16" fmla="*/ 63 w 64"/>
                <a:gd name="T17" fmla="*/ 22 h 28"/>
                <a:gd name="T18" fmla="*/ 33 w 64"/>
                <a:gd name="T19" fmla="*/ 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28">
                  <a:moveTo>
                    <a:pt x="33" y="3"/>
                  </a:moveTo>
                  <a:cubicBezTo>
                    <a:pt x="16" y="0"/>
                    <a:pt x="3" y="11"/>
                    <a:pt x="2" y="11"/>
                  </a:cubicBezTo>
                  <a:cubicBezTo>
                    <a:pt x="0" y="13"/>
                    <a:pt x="0" y="15"/>
                    <a:pt x="2" y="17"/>
                  </a:cubicBezTo>
                  <a:cubicBezTo>
                    <a:pt x="3" y="19"/>
                    <a:pt x="5" y="19"/>
                    <a:pt x="7" y="18"/>
                  </a:cubicBezTo>
                  <a:cubicBezTo>
                    <a:pt x="7" y="17"/>
                    <a:pt x="18" y="9"/>
                    <a:pt x="32" y="11"/>
                  </a:cubicBezTo>
                  <a:cubicBezTo>
                    <a:pt x="41" y="12"/>
                    <a:pt x="49" y="17"/>
                    <a:pt x="56" y="27"/>
                  </a:cubicBezTo>
                  <a:cubicBezTo>
                    <a:pt x="57" y="28"/>
                    <a:pt x="58" y="28"/>
                    <a:pt x="59" y="28"/>
                  </a:cubicBezTo>
                  <a:cubicBezTo>
                    <a:pt x="60" y="28"/>
                    <a:pt x="61" y="28"/>
                    <a:pt x="62" y="27"/>
                  </a:cubicBezTo>
                  <a:cubicBezTo>
                    <a:pt x="64" y="26"/>
                    <a:pt x="64" y="24"/>
                    <a:pt x="63" y="22"/>
                  </a:cubicBezTo>
                  <a:cubicBezTo>
                    <a:pt x="54" y="11"/>
                    <a:pt x="44" y="4"/>
                    <a:pt x="3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 name="Freeform 300"/>
            <p:cNvSpPr>
              <a:spLocks/>
            </p:cNvSpPr>
            <p:nvPr/>
          </p:nvSpPr>
          <p:spPr bwMode="auto">
            <a:xfrm>
              <a:off x="6421438" y="5397500"/>
              <a:ext cx="38100" cy="52387"/>
            </a:xfrm>
            <a:custGeom>
              <a:avLst/>
              <a:gdLst>
                <a:gd name="T0" fmla="*/ 26 w 29"/>
                <a:gd name="T1" fmla="*/ 8 h 41"/>
                <a:gd name="T2" fmla="*/ 28 w 29"/>
                <a:gd name="T3" fmla="*/ 3 h 41"/>
                <a:gd name="T4" fmla="*/ 23 w 29"/>
                <a:gd name="T5" fmla="*/ 1 h 41"/>
                <a:gd name="T6" fmla="*/ 5 w 29"/>
                <a:gd name="T7" fmla="*/ 16 h 41"/>
                <a:gd name="T8" fmla="*/ 5 w 29"/>
                <a:gd name="T9" fmla="*/ 38 h 41"/>
                <a:gd name="T10" fmla="*/ 9 w 29"/>
                <a:gd name="T11" fmla="*/ 41 h 41"/>
                <a:gd name="T12" fmla="*/ 10 w 29"/>
                <a:gd name="T13" fmla="*/ 40 h 41"/>
                <a:gd name="T14" fmla="*/ 12 w 29"/>
                <a:gd name="T15" fmla="*/ 35 h 41"/>
                <a:gd name="T16" fmla="*/ 13 w 29"/>
                <a:gd name="T17" fmla="*/ 19 h 41"/>
                <a:gd name="T18" fmla="*/ 26 w 29"/>
                <a:gd name="T19" fmla="*/ 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41">
                  <a:moveTo>
                    <a:pt x="26" y="8"/>
                  </a:moveTo>
                  <a:cubicBezTo>
                    <a:pt x="28" y="7"/>
                    <a:pt x="29" y="5"/>
                    <a:pt x="28" y="3"/>
                  </a:cubicBezTo>
                  <a:cubicBezTo>
                    <a:pt x="28" y="1"/>
                    <a:pt x="25" y="0"/>
                    <a:pt x="23" y="1"/>
                  </a:cubicBezTo>
                  <a:cubicBezTo>
                    <a:pt x="14" y="4"/>
                    <a:pt x="8" y="9"/>
                    <a:pt x="5" y="16"/>
                  </a:cubicBezTo>
                  <a:cubicBezTo>
                    <a:pt x="0" y="27"/>
                    <a:pt x="5" y="38"/>
                    <a:pt x="5" y="38"/>
                  </a:cubicBezTo>
                  <a:cubicBezTo>
                    <a:pt x="6" y="40"/>
                    <a:pt x="7" y="41"/>
                    <a:pt x="9" y="41"/>
                  </a:cubicBezTo>
                  <a:cubicBezTo>
                    <a:pt x="9" y="41"/>
                    <a:pt x="10" y="41"/>
                    <a:pt x="10" y="40"/>
                  </a:cubicBezTo>
                  <a:cubicBezTo>
                    <a:pt x="12" y="40"/>
                    <a:pt x="13" y="37"/>
                    <a:pt x="12" y="35"/>
                  </a:cubicBezTo>
                  <a:cubicBezTo>
                    <a:pt x="12" y="35"/>
                    <a:pt x="9" y="27"/>
                    <a:pt x="13" y="19"/>
                  </a:cubicBezTo>
                  <a:cubicBezTo>
                    <a:pt x="15" y="14"/>
                    <a:pt x="19" y="11"/>
                    <a:pt x="26"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 name="Freeform 301"/>
            <p:cNvSpPr>
              <a:spLocks/>
            </p:cNvSpPr>
            <p:nvPr/>
          </p:nvSpPr>
          <p:spPr bwMode="auto">
            <a:xfrm>
              <a:off x="6396038" y="5376863"/>
              <a:ext cx="52388" cy="73025"/>
            </a:xfrm>
            <a:custGeom>
              <a:avLst/>
              <a:gdLst>
                <a:gd name="T0" fmla="*/ 38 w 41"/>
                <a:gd name="T1" fmla="*/ 8 h 57"/>
                <a:gd name="T2" fmla="*/ 41 w 41"/>
                <a:gd name="T3" fmla="*/ 3 h 57"/>
                <a:gd name="T4" fmla="*/ 36 w 41"/>
                <a:gd name="T5" fmla="*/ 1 h 57"/>
                <a:gd name="T6" fmla="*/ 8 w 41"/>
                <a:gd name="T7" fmla="*/ 22 h 57"/>
                <a:gd name="T8" fmla="*/ 6 w 41"/>
                <a:gd name="T9" fmla="*/ 54 h 57"/>
                <a:gd name="T10" fmla="*/ 10 w 41"/>
                <a:gd name="T11" fmla="*/ 57 h 57"/>
                <a:gd name="T12" fmla="*/ 11 w 41"/>
                <a:gd name="T13" fmla="*/ 57 h 57"/>
                <a:gd name="T14" fmla="*/ 13 w 41"/>
                <a:gd name="T15" fmla="*/ 52 h 57"/>
                <a:gd name="T16" fmla="*/ 15 w 41"/>
                <a:gd name="T17" fmla="*/ 26 h 57"/>
                <a:gd name="T18" fmla="*/ 38 w 41"/>
                <a:gd name="T19" fmla="*/ 8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57">
                  <a:moveTo>
                    <a:pt x="38" y="8"/>
                  </a:moveTo>
                  <a:cubicBezTo>
                    <a:pt x="40" y="8"/>
                    <a:pt x="41" y="5"/>
                    <a:pt x="41" y="3"/>
                  </a:cubicBezTo>
                  <a:cubicBezTo>
                    <a:pt x="40" y="1"/>
                    <a:pt x="38" y="0"/>
                    <a:pt x="36" y="1"/>
                  </a:cubicBezTo>
                  <a:cubicBezTo>
                    <a:pt x="22" y="5"/>
                    <a:pt x="13" y="12"/>
                    <a:pt x="8" y="22"/>
                  </a:cubicBezTo>
                  <a:cubicBezTo>
                    <a:pt x="0" y="38"/>
                    <a:pt x="6" y="54"/>
                    <a:pt x="6" y="54"/>
                  </a:cubicBezTo>
                  <a:cubicBezTo>
                    <a:pt x="6" y="56"/>
                    <a:pt x="8" y="57"/>
                    <a:pt x="10" y="57"/>
                  </a:cubicBezTo>
                  <a:cubicBezTo>
                    <a:pt x="10" y="57"/>
                    <a:pt x="10" y="57"/>
                    <a:pt x="11" y="57"/>
                  </a:cubicBezTo>
                  <a:cubicBezTo>
                    <a:pt x="13" y="56"/>
                    <a:pt x="14" y="54"/>
                    <a:pt x="13" y="52"/>
                  </a:cubicBezTo>
                  <a:cubicBezTo>
                    <a:pt x="13" y="51"/>
                    <a:pt x="9" y="38"/>
                    <a:pt x="15" y="26"/>
                  </a:cubicBezTo>
                  <a:cubicBezTo>
                    <a:pt x="19" y="18"/>
                    <a:pt x="27" y="12"/>
                    <a:pt x="38"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 name="Freeform 302"/>
            <p:cNvSpPr>
              <a:spLocks noEditPoints="1"/>
            </p:cNvSpPr>
            <p:nvPr/>
          </p:nvSpPr>
          <p:spPr bwMode="auto">
            <a:xfrm>
              <a:off x="7224713" y="5554663"/>
              <a:ext cx="284163" cy="211137"/>
            </a:xfrm>
            <a:custGeom>
              <a:avLst/>
              <a:gdLst>
                <a:gd name="T0" fmla="*/ 38 w 221"/>
                <a:gd name="T1" fmla="*/ 6 h 164"/>
                <a:gd name="T2" fmla="*/ 33 w 221"/>
                <a:gd name="T3" fmla="*/ 0 h 164"/>
                <a:gd name="T4" fmla="*/ 27 w 221"/>
                <a:gd name="T5" fmla="*/ 6 h 164"/>
                <a:gd name="T6" fmla="*/ 27 w 221"/>
                <a:gd name="T7" fmla="*/ 100 h 164"/>
                <a:gd name="T8" fmla="*/ 0 w 221"/>
                <a:gd name="T9" fmla="*/ 100 h 164"/>
                <a:gd name="T10" fmla="*/ 0 w 221"/>
                <a:gd name="T11" fmla="*/ 156 h 164"/>
                <a:gd name="T12" fmla="*/ 10 w 221"/>
                <a:gd name="T13" fmla="*/ 156 h 164"/>
                <a:gd name="T14" fmla="*/ 10 w 221"/>
                <a:gd name="T15" fmla="*/ 164 h 164"/>
                <a:gd name="T16" fmla="*/ 37 w 221"/>
                <a:gd name="T17" fmla="*/ 164 h 164"/>
                <a:gd name="T18" fmla="*/ 37 w 221"/>
                <a:gd name="T19" fmla="*/ 156 h 164"/>
                <a:gd name="T20" fmla="*/ 184 w 221"/>
                <a:gd name="T21" fmla="*/ 156 h 164"/>
                <a:gd name="T22" fmla="*/ 184 w 221"/>
                <a:gd name="T23" fmla="*/ 164 h 164"/>
                <a:gd name="T24" fmla="*/ 211 w 221"/>
                <a:gd name="T25" fmla="*/ 164 h 164"/>
                <a:gd name="T26" fmla="*/ 211 w 221"/>
                <a:gd name="T27" fmla="*/ 156 h 164"/>
                <a:gd name="T28" fmla="*/ 221 w 221"/>
                <a:gd name="T29" fmla="*/ 156 h 164"/>
                <a:gd name="T30" fmla="*/ 221 w 221"/>
                <a:gd name="T31" fmla="*/ 100 h 164"/>
                <a:gd name="T32" fmla="*/ 195 w 221"/>
                <a:gd name="T33" fmla="*/ 100 h 164"/>
                <a:gd name="T34" fmla="*/ 195 w 221"/>
                <a:gd name="T35" fmla="*/ 6 h 164"/>
                <a:gd name="T36" fmla="*/ 189 w 221"/>
                <a:gd name="T37" fmla="*/ 0 h 164"/>
                <a:gd name="T38" fmla="*/ 184 w 221"/>
                <a:gd name="T39" fmla="*/ 6 h 164"/>
                <a:gd name="T40" fmla="*/ 184 w 221"/>
                <a:gd name="T41" fmla="*/ 100 h 164"/>
                <a:gd name="T42" fmla="*/ 38 w 221"/>
                <a:gd name="T43" fmla="*/ 100 h 164"/>
                <a:gd name="T44" fmla="*/ 38 w 221"/>
                <a:gd name="T45" fmla="*/ 6 h 164"/>
                <a:gd name="T46" fmla="*/ 209 w 221"/>
                <a:gd name="T47" fmla="*/ 144 h 164"/>
                <a:gd name="T48" fmla="*/ 12 w 221"/>
                <a:gd name="T49" fmla="*/ 144 h 164"/>
                <a:gd name="T50" fmla="*/ 12 w 221"/>
                <a:gd name="T51" fmla="*/ 112 h 164"/>
                <a:gd name="T52" fmla="*/ 209 w 221"/>
                <a:gd name="T53" fmla="*/ 112 h 164"/>
                <a:gd name="T54" fmla="*/ 209 w 221"/>
                <a:gd name="T55" fmla="*/ 14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1" h="164">
                  <a:moveTo>
                    <a:pt x="38" y="6"/>
                  </a:moveTo>
                  <a:cubicBezTo>
                    <a:pt x="38" y="3"/>
                    <a:pt x="36" y="0"/>
                    <a:pt x="33" y="0"/>
                  </a:cubicBezTo>
                  <a:cubicBezTo>
                    <a:pt x="30" y="0"/>
                    <a:pt x="27" y="3"/>
                    <a:pt x="27" y="6"/>
                  </a:cubicBezTo>
                  <a:cubicBezTo>
                    <a:pt x="27" y="100"/>
                    <a:pt x="27" y="100"/>
                    <a:pt x="27" y="100"/>
                  </a:cubicBezTo>
                  <a:cubicBezTo>
                    <a:pt x="0" y="100"/>
                    <a:pt x="0" y="100"/>
                    <a:pt x="0" y="100"/>
                  </a:cubicBezTo>
                  <a:cubicBezTo>
                    <a:pt x="0" y="156"/>
                    <a:pt x="0" y="156"/>
                    <a:pt x="0" y="156"/>
                  </a:cubicBezTo>
                  <a:cubicBezTo>
                    <a:pt x="10" y="156"/>
                    <a:pt x="10" y="156"/>
                    <a:pt x="10" y="156"/>
                  </a:cubicBezTo>
                  <a:cubicBezTo>
                    <a:pt x="10" y="164"/>
                    <a:pt x="10" y="164"/>
                    <a:pt x="10" y="164"/>
                  </a:cubicBezTo>
                  <a:cubicBezTo>
                    <a:pt x="37" y="164"/>
                    <a:pt x="37" y="164"/>
                    <a:pt x="37" y="164"/>
                  </a:cubicBezTo>
                  <a:cubicBezTo>
                    <a:pt x="37" y="156"/>
                    <a:pt x="37" y="156"/>
                    <a:pt x="37" y="156"/>
                  </a:cubicBezTo>
                  <a:cubicBezTo>
                    <a:pt x="184" y="156"/>
                    <a:pt x="184" y="156"/>
                    <a:pt x="184" y="156"/>
                  </a:cubicBezTo>
                  <a:cubicBezTo>
                    <a:pt x="184" y="164"/>
                    <a:pt x="184" y="164"/>
                    <a:pt x="184" y="164"/>
                  </a:cubicBezTo>
                  <a:cubicBezTo>
                    <a:pt x="211" y="164"/>
                    <a:pt x="211" y="164"/>
                    <a:pt x="211" y="164"/>
                  </a:cubicBezTo>
                  <a:cubicBezTo>
                    <a:pt x="211" y="156"/>
                    <a:pt x="211" y="156"/>
                    <a:pt x="211" y="156"/>
                  </a:cubicBezTo>
                  <a:cubicBezTo>
                    <a:pt x="221" y="156"/>
                    <a:pt x="221" y="156"/>
                    <a:pt x="221" y="156"/>
                  </a:cubicBezTo>
                  <a:cubicBezTo>
                    <a:pt x="221" y="100"/>
                    <a:pt x="221" y="100"/>
                    <a:pt x="221" y="100"/>
                  </a:cubicBezTo>
                  <a:cubicBezTo>
                    <a:pt x="195" y="100"/>
                    <a:pt x="195" y="100"/>
                    <a:pt x="195" y="100"/>
                  </a:cubicBezTo>
                  <a:cubicBezTo>
                    <a:pt x="195" y="6"/>
                    <a:pt x="195" y="6"/>
                    <a:pt x="195" y="6"/>
                  </a:cubicBezTo>
                  <a:cubicBezTo>
                    <a:pt x="195" y="3"/>
                    <a:pt x="192" y="0"/>
                    <a:pt x="189" y="0"/>
                  </a:cubicBezTo>
                  <a:cubicBezTo>
                    <a:pt x="186" y="0"/>
                    <a:pt x="184" y="3"/>
                    <a:pt x="184" y="6"/>
                  </a:cubicBezTo>
                  <a:cubicBezTo>
                    <a:pt x="184" y="100"/>
                    <a:pt x="184" y="100"/>
                    <a:pt x="184" y="100"/>
                  </a:cubicBezTo>
                  <a:cubicBezTo>
                    <a:pt x="38" y="100"/>
                    <a:pt x="38" y="100"/>
                    <a:pt x="38" y="100"/>
                  </a:cubicBezTo>
                  <a:lnTo>
                    <a:pt x="38" y="6"/>
                  </a:lnTo>
                  <a:close/>
                  <a:moveTo>
                    <a:pt x="209" y="144"/>
                  </a:moveTo>
                  <a:cubicBezTo>
                    <a:pt x="12" y="144"/>
                    <a:pt x="12" y="144"/>
                    <a:pt x="12" y="144"/>
                  </a:cubicBezTo>
                  <a:cubicBezTo>
                    <a:pt x="12" y="112"/>
                    <a:pt x="12" y="112"/>
                    <a:pt x="12" y="112"/>
                  </a:cubicBezTo>
                  <a:cubicBezTo>
                    <a:pt x="209" y="112"/>
                    <a:pt x="209" y="112"/>
                    <a:pt x="209" y="112"/>
                  </a:cubicBezTo>
                  <a:lnTo>
                    <a:pt x="209" y="1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 name="Rectangle 303"/>
            <p:cNvSpPr>
              <a:spLocks noChangeArrowheads="1"/>
            </p:cNvSpPr>
            <p:nvPr/>
          </p:nvSpPr>
          <p:spPr bwMode="auto">
            <a:xfrm>
              <a:off x="7148513" y="5788025"/>
              <a:ext cx="427038" cy="2698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 name="Rectangle 304"/>
            <p:cNvSpPr>
              <a:spLocks noChangeArrowheads="1"/>
            </p:cNvSpPr>
            <p:nvPr/>
          </p:nvSpPr>
          <p:spPr bwMode="auto">
            <a:xfrm>
              <a:off x="7258051" y="5713413"/>
              <a:ext cx="28575"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 name="Rectangle 305"/>
            <p:cNvSpPr>
              <a:spLocks noChangeArrowheads="1"/>
            </p:cNvSpPr>
            <p:nvPr/>
          </p:nvSpPr>
          <p:spPr bwMode="auto">
            <a:xfrm>
              <a:off x="7300913" y="5713413"/>
              <a:ext cx="26988"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 name="Rectangle 306"/>
            <p:cNvSpPr>
              <a:spLocks noChangeArrowheads="1"/>
            </p:cNvSpPr>
            <p:nvPr/>
          </p:nvSpPr>
          <p:spPr bwMode="auto">
            <a:xfrm>
              <a:off x="7342188" y="5713413"/>
              <a:ext cx="28575"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 name="Rectangle 307"/>
            <p:cNvSpPr>
              <a:spLocks noChangeArrowheads="1"/>
            </p:cNvSpPr>
            <p:nvPr/>
          </p:nvSpPr>
          <p:spPr bwMode="auto">
            <a:xfrm>
              <a:off x="7450138" y="5713413"/>
              <a:ext cx="28575"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 name="Freeform 308"/>
            <p:cNvSpPr>
              <a:spLocks noEditPoints="1"/>
            </p:cNvSpPr>
            <p:nvPr/>
          </p:nvSpPr>
          <p:spPr bwMode="auto">
            <a:xfrm>
              <a:off x="7534276" y="5211763"/>
              <a:ext cx="320675" cy="377825"/>
            </a:xfrm>
            <a:custGeom>
              <a:avLst/>
              <a:gdLst>
                <a:gd name="T0" fmla="*/ 129 w 249"/>
                <a:gd name="T1" fmla="*/ 0 h 293"/>
                <a:gd name="T2" fmla="*/ 10 w 249"/>
                <a:gd name="T3" fmla="*/ 120 h 293"/>
                <a:gd name="T4" fmla="*/ 42 w 249"/>
                <a:gd name="T5" fmla="*/ 201 h 293"/>
                <a:gd name="T6" fmla="*/ 0 w 249"/>
                <a:gd name="T7" fmla="*/ 293 h 293"/>
                <a:gd name="T8" fmla="*/ 71 w 249"/>
                <a:gd name="T9" fmla="*/ 224 h 293"/>
                <a:gd name="T10" fmla="*/ 129 w 249"/>
                <a:gd name="T11" fmla="*/ 239 h 293"/>
                <a:gd name="T12" fmla="*/ 249 w 249"/>
                <a:gd name="T13" fmla="*/ 120 h 293"/>
                <a:gd name="T14" fmla="*/ 129 w 249"/>
                <a:gd name="T15" fmla="*/ 0 h 293"/>
                <a:gd name="T16" fmla="*/ 126 w 249"/>
                <a:gd name="T17" fmla="*/ 224 h 293"/>
                <a:gd name="T18" fmla="*/ 29 w 249"/>
                <a:gd name="T19" fmla="*/ 126 h 293"/>
                <a:gd name="T20" fmla="*/ 62 w 249"/>
                <a:gd name="T21" fmla="*/ 53 h 293"/>
                <a:gd name="T22" fmla="*/ 92 w 249"/>
                <a:gd name="T23" fmla="*/ 84 h 293"/>
                <a:gd name="T24" fmla="*/ 49 w 249"/>
                <a:gd name="T25" fmla="*/ 110 h 293"/>
                <a:gd name="T26" fmla="*/ 58 w 249"/>
                <a:gd name="T27" fmla="*/ 119 h 293"/>
                <a:gd name="T28" fmla="*/ 58 w 249"/>
                <a:gd name="T29" fmla="*/ 119 h 293"/>
                <a:gd name="T30" fmla="*/ 102 w 249"/>
                <a:gd name="T31" fmla="*/ 94 h 293"/>
                <a:gd name="T32" fmla="*/ 114 w 249"/>
                <a:gd name="T33" fmla="*/ 105 h 293"/>
                <a:gd name="T34" fmla="*/ 67 w 249"/>
                <a:gd name="T35" fmla="*/ 128 h 293"/>
                <a:gd name="T36" fmla="*/ 76 w 249"/>
                <a:gd name="T37" fmla="*/ 137 h 293"/>
                <a:gd name="T38" fmla="*/ 125 w 249"/>
                <a:gd name="T39" fmla="*/ 116 h 293"/>
                <a:gd name="T40" fmla="*/ 141 w 249"/>
                <a:gd name="T41" fmla="*/ 132 h 293"/>
                <a:gd name="T42" fmla="*/ 126 w 249"/>
                <a:gd name="T43" fmla="*/ 130 h 293"/>
                <a:gd name="T44" fmla="*/ 85 w 249"/>
                <a:gd name="T45" fmla="*/ 147 h 293"/>
                <a:gd name="T46" fmla="*/ 94 w 249"/>
                <a:gd name="T47" fmla="*/ 155 h 293"/>
                <a:gd name="T48" fmla="*/ 94 w 249"/>
                <a:gd name="T49" fmla="*/ 155 h 293"/>
                <a:gd name="T50" fmla="*/ 126 w 249"/>
                <a:gd name="T51" fmla="*/ 142 h 293"/>
                <a:gd name="T52" fmla="*/ 158 w 249"/>
                <a:gd name="T53" fmla="*/ 155 h 293"/>
                <a:gd name="T54" fmla="*/ 161 w 249"/>
                <a:gd name="T55" fmla="*/ 152 h 293"/>
                <a:gd name="T56" fmla="*/ 199 w 249"/>
                <a:gd name="T57" fmla="*/ 190 h 293"/>
                <a:gd name="T58" fmla="*/ 126 w 249"/>
                <a:gd name="T59" fmla="*/ 224 h 293"/>
                <a:gd name="T60" fmla="*/ 209 w 249"/>
                <a:gd name="T61" fmla="*/ 177 h 293"/>
                <a:gd name="T62" fmla="*/ 155 w 249"/>
                <a:gd name="T63" fmla="*/ 122 h 293"/>
                <a:gd name="T64" fmla="*/ 176 w 249"/>
                <a:gd name="T65" fmla="*/ 137 h 293"/>
                <a:gd name="T66" fmla="*/ 185 w 249"/>
                <a:gd name="T67" fmla="*/ 128 h 293"/>
                <a:gd name="T68" fmla="*/ 137 w 249"/>
                <a:gd name="T69" fmla="*/ 105 h 293"/>
                <a:gd name="T70" fmla="*/ 123 w 249"/>
                <a:gd name="T71" fmla="*/ 91 h 293"/>
                <a:gd name="T72" fmla="*/ 126 w 249"/>
                <a:gd name="T73" fmla="*/ 90 h 293"/>
                <a:gd name="T74" fmla="*/ 195 w 249"/>
                <a:gd name="T75" fmla="*/ 119 h 293"/>
                <a:gd name="T76" fmla="*/ 203 w 249"/>
                <a:gd name="T77" fmla="*/ 110 h 293"/>
                <a:gd name="T78" fmla="*/ 126 w 249"/>
                <a:gd name="T79" fmla="*/ 78 h 293"/>
                <a:gd name="T80" fmla="*/ 112 w 249"/>
                <a:gd name="T81" fmla="*/ 79 h 293"/>
                <a:gd name="T82" fmla="*/ 75 w 249"/>
                <a:gd name="T83" fmla="*/ 43 h 293"/>
                <a:gd name="T84" fmla="*/ 126 w 249"/>
                <a:gd name="T85" fmla="*/ 29 h 293"/>
                <a:gd name="T86" fmla="*/ 223 w 249"/>
                <a:gd name="T87" fmla="*/ 126 h 293"/>
                <a:gd name="T88" fmla="*/ 209 w 249"/>
                <a:gd name="T89" fmla="*/ 177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49" h="293">
                  <a:moveTo>
                    <a:pt x="129" y="0"/>
                  </a:moveTo>
                  <a:cubicBezTo>
                    <a:pt x="63" y="0"/>
                    <a:pt x="10" y="54"/>
                    <a:pt x="10" y="120"/>
                  </a:cubicBezTo>
                  <a:cubicBezTo>
                    <a:pt x="10" y="151"/>
                    <a:pt x="22" y="180"/>
                    <a:pt x="42" y="201"/>
                  </a:cubicBezTo>
                  <a:cubicBezTo>
                    <a:pt x="0" y="293"/>
                    <a:pt x="0" y="293"/>
                    <a:pt x="0" y="293"/>
                  </a:cubicBezTo>
                  <a:cubicBezTo>
                    <a:pt x="71" y="224"/>
                    <a:pt x="71" y="224"/>
                    <a:pt x="71" y="224"/>
                  </a:cubicBezTo>
                  <a:cubicBezTo>
                    <a:pt x="88" y="234"/>
                    <a:pt x="108" y="239"/>
                    <a:pt x="129" y="239"/>
                  </a:cubicBezTo>
                  <a:cubicBezTo>
                    <a:pt x="195" y="239"/>
                    <a:pt x="249" y="186"/>
                    <a:pt x="249" y="120"/>
                  </a:cubicBezTo>
                  <a:cubicBezTo>
                    <a:pt x="249" y="54"/>
                    <a:pt x="195" y="0"/>
                    <a:pt x="129" y="0"/>
                  </a:cubicBezTo>
                  <a:close/>
                  <a:moveTo>
                    <a:pt x="126" y="224"/>
                  </a:moveTo>
                  <a:cubicBezTo>
                    <a:pt x="72" y="224"/>
                    <a:pt x="29" y="180"/>
                    <a:pt x="29" y="126"/>
                  </a:cubicBezTo>
                  <a:cubicBezTo>
                    <a:pt x="29" y="97"/>
                    <a:pt x="42" y="71"/>
                    <a:pt x="62" y="53"/>
                  </a:cubicBezTo>
                  <a:cubicBezTo>
                    <a:pt x="92" y="84"/>
                    <a:pt x="92" y="84"/>
                    <a:pt x="92" y="84"/>
                  </a:cubicBezTo>
                  <a:cubicBezTo>
                    <a:pt x="77" y="89"/>
                    <a:pt x="62" y="98"/>
                    <a:pt x="49" y="110"/>
                  </a:cubicBezTo>
                  <a:cubicBezTo>
                    <a:pt x="58" y="119"/>
                    <a:pt x="58" y="119"/>
                    <a:pt x="58" y="119"/>
                  </a:cubicBezTo>
                  <a:cubicBezTo>
                    <a:pt x="58" y="119"/>
                    <a:pt x="58" y="119"/>
                    <a:pt x="58" y="119"/>
                  </a:cubicBezTo>
                  <a:cubicBezTo>
                    <a:pt x="70" y="106"/>
                    <a:pt x="86" y="98"/>
                    <a:pt x="102" y="94"/>
                  </a:cubicBezTo>
                  <a:cubicBezTo>
                    <a:pt x="114" y="105"/>
                    <a:pt x="114" y="105"/>
                    <a:pt x="114" y="105"/>
                  </a:cubicBezTo>
                  <a:cubicBezTo>
                    <a:pt x="97" y="108"/>
                    <a:pt x="80" y="115"/>
                    <a:pt x="67" y="128"/>
                  </a:cubicBezTo>
                  <a:cubicBezTo>
                    <a:pt x="76" y="137"/>
                    <a:pt x="76" y="137"/>
                    <a:pt x="76" y="137"/>
                  </a:cubicBezTo>
                  <a:cubicBezTo>
                    <a:pt x="89" y="123"/>
                    <a:pt x="107" y="117"/>
                    <a:pt x="125" y="116"/>
                  </a:cubicBezTo>
                  <a:cubicBezTo>
                    <a:pt x="141" y="132"/>
                    <a:pt x="141" y="132"/>
                    <a:pt x="141" y="132"/>
                  </a:cubicBezTo>
                  <a:cubicBezTo>
                    <a:pt x="136" y="130"/>
                    <a:pt x="131" y="130"/>
                    <a:pt x="126" y="130"/>
                  </a:cubicBezTo>
                  <a:cubicBezTo>
                    <a:pt x="111" y="130"/>
                    <a:pt x="97" y="135"/>
                    <a:pt x="85" y="147"/>
                  </a:cubicBezTo>
                  <a:cubicBezTo>
                    <a:pt x="94" y="155"/>
                    <a:pt x="94" y="155"/>
                    <a:pt x="94" y="155"/>
                  </a:cubicBezTo>
                  <a:cubicBezTo>
                    <a:pt x="94" y="155"/>
                    <a:pt x="94" y="155"/>
                    <a:pt x="94" y="155"/>
                  </a:cubicBezTo>
                  <a:cubicBezTo>
                    <a:pt x="103" y="146"/>
                    <a:pt x="114" y="142"/>
                    <a:pt x="126" y="142"/>
                  </a:cubicBezTo>
                  <a:cubicBezTo>
                    <a:pt x="138" y="142"/>
                    <a:pt x="149" y="146"/>
                    <a:pt x="158" y="155"/>
                  </a:cubicBezTo>
                  <a:cubicBezTo>
                    <a:pt x="161" y="152"/>
                    <a:pt x="161" y="152"/>
                    <a:pt x="161" y="152"/>
                  </a:cubicBezTo>
                  <a:cubicBezTo>
                    <a:pt x="199" y="190"/>
                    <a:pt x="199" y="190"/>
                    <a:pt x="199" y="190"/>
                  </a:cubicBezTo>
                  <a:cubicBezTo>
                    <a:pt x="181" y="211"/>
                    <a:pt x="155" y="224"/>
                    <a:pt x="126" y="224"/>
                  </a:cubicBezTo>
                  <a:close/>
                  <a:moveTo>
                    <a:pt x="209" y="177"/>
                  </a:moveTo>
                  <a:cubicBezTo>
                    <a:pt x="155" y="122"/>
                    <a:pt x="155" y="122"/>
                    <a:pt x="155" y="122"/>
                  </a:cubicBezTo>
                  <a:cubicBezTo>
                    <a:pt x="163" y="126"/>
                    <a:pt x="170" y="131"/>
                    <a:pt x="176" y="137"/>
                  </a:cubicBezTo>
                  <a:cubicBezTo>
                    <a:pt x="185" y="128"/>
                    <a:pt x="185" y="128"/>
                    <a:pt x="185" y="128"/>
                  </a:cubicBezTo>
                  <a:cubicBezTo>
                    <a:pt x="172" y="115"/>
                    <a:pt x="155" y="107"/>
                    <a:pt x="137" y="105"/>
                  </a:cubicBezTo>
                  <a:cubicBezTo>
                    <a:pt x="123" y="91"/>
                    <a:pt x="123" y="91"/>
                    <a:pt x="123" y="91"/>
                  </a:cubicBezTo>
                  <a:cubicBezTo>
                    <a:pt x="124" y="91"/>
                    <a:pt x="125" y="90"/>
                    <a:pt x="126" y="90"/>
                  </a:cubicBezTo>
                  <a:cubicBezTo>
                    <a:pt x="151" y="90"/>
                    <a:pt x="176" y="100"/>
                    <a:pt x="195" y="119"/>
                  </a:cubicBezTo>
                  <a:cubicBezTo>
                    <a:pt x="203" y="110"/>
                    <a:pt x="203" y="110"/>
                    <a:pt x="203" y="110"/>
                  </a:cubicBezTo>
                  <a:cubicBezTo>
                    <a:pt x="182" y="89"/>
                    <a:pt x="154" y="78"/>
                    <a:pt x="126" y="78"/>
                  </a:cubicBezTo>
                  <a:cubicBezTo>
                    <a:pt x="121" y="78"/>
                    <a:pt x="116" y="79"/>
                    <a:pt x="112" y="79"/>
                  </a:cubicBezTo>
                  <a:cubicBezTo>
                    <a:pt x="75" y="43"/>
                    <a:pt x="75" y="43"/>
                    <a:pt x="75" y="43"/>
                  </a:cubicBezTo>
                  <a:cubicBezTo>
                    <a:pt x="90" y="34"/>
                    <a:pt x="108" y="29"/>
                    <a:pt x="126" y="29"/>
                  </a:cubicBezTo>
                  <a:cubicBezTo>
                    <a:pt x="180" y="29"/>
                    <a:pt x="223" y="72"/>
                    <a:pt x="223" y="126"/>
                  </a:cubicBezTo>
                  <a:cubicBezTo>
                    <a:pt x="223" y="145"/>
                    <a:pt x="218" y="162"/>
                    <a:pt x="209" y="1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 name="Freeform 309"/>
            <p:cNvSpPr>
              <a:spLocks/>
            </p:cNvSpPr>
            <p:nvPr/>
          </p:nvSpPr>
          <p:spPr bwMode="auto">
            <a:xfrm>
              <a:off x="7678738" y="5414963"/>
              <a:ext cx="33338" cy="33337"/>
            </a:xfrm>
            <a:custGeom>
              <a:avLst/>
              <a:gdLst>
                <a:gd name="T0" fmla="*/ 5 w 26"/>
                <a:gd name="T1" fmla="*/ 5 h 26"/>
                <a:gd name="T2" fmla="*/ 5 w 26"/>
                <a:gd name="T3" fmla="*/ 21 h 26"/>
                <a:gd name="T4" fmla="*/ 21 w 26"/>
                <a:gd name="T5" fmla="*/ 21 h 26"/>
                <a:gd name="T6" fmla="*/ 21 w 26"/>
                <a:gd name="T7" fmla="*/ 5 h 26"/>
                <a:gd name="T8" fmla="*/ 5 w 26"/>
                <a:gd name="T9" fmla="*/ 5 h 26"/>
              </a:gdLst>
              <a:ahLst/>
              <a:cxnLst>
                <a:cxn ang="0">
                  <a:pos x="T0" y="T1"/>
                </a:cxn>
                <a:cxn ang="0">
                  <a:pos x="T2" y="T3"/>
                </a:cxn>
                <a:cxn ang="0">
                  <a:pos x="T4" y="T5"/>
                </a:cxn>
                <a:cxn ang="0">
                  <a:pos x="T6" y="T7"/>
                </a:cxn>
                <a:cxn ang="0">
                  <a:pos x="T8" y="T9"/>
                </a:cxn>
              </a:cxnLst>
              <a:rect l="0" t="0" r="r" b="b"/>
              <a:pathLst>
                <a:path w="26" h="26">
                  <a:moveTo>
                    <a:pt x="5" y="5"/>
                  </a:moveTo>
                  <a:cubicBezTo>
                    <a:pt x="0" y="9"/>
                    <a:pt x="0" y="17"/>
                    <a:pt x="5" y="21"/>
                  </a:cubicBezTo>
                  <a:cubicBezTo>
                    <a:pt x="9" y="26"/>
                    <a:pt x="17" y="26"/>
                    <a:pt x="21" y="21"/>
                  </a:cubicBezTo>
                  <a:cubicBezTo>
                    <a:pt x="26" y="17"/>
                    <a:pt x="26" y="9"/>
                    <a:pt x="21" y="5"/>
                  </a:cubicBezTo>
                  <a:cubicBezTo>
                    <a:pt x="17" y="0"/>
                    <a:pt x="9" y="0"/>
                    <a:pt x="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 name="Freeform 310"/>
            <p:cNvSpPr>
              <a:spLocks noEditPoints="1"/>
            </p:cNvSpPr>
            <p:nvPr/>
          </p:nvSpPr>
          <p:spPr bwMode="auto">
            <a:xfrm>
              <a:off x="7088188" y="5391150"/>
              <a:ext cx="117475" cy="125412"/>
            </a:xfrm>
            <a:custGeom>
              <a:avLst/>
              <a:gdLst>
                <a:gd name="T0" fmla="*/ 79 w 91"/>
                <a:gd name="T1" fmla="*/ 74 h 98"/>
                <a:gd name="T2" fmla="*/ 91 w 91"/>
                <a:gd name="T3" fmla="*/ 54 h 98"/>
                <a:gd name="T4" fmla="*/ 89 w 91"/>
                <a:gd name="T5" fmla="*/ 49 h 98"/>
                <a:gd name="T6" fmla="*/ 87 w 91"/>
                <a:gd name="T7" fmla="*/ 47 h 98"/>
                <a:gd name="T8" fmla="*/ 83 w 91"/>
                <a:gd name="T9" fmla="*/ 48 h 98"/>
                <a:gd name="T10" fmla="*/ 79 w 91"/>
                <a:gd name="T11" fmla="*/ 55 h 98"/>
                <a:gd name="T12" fmla="*/ 69 w 91"/>
                <a:gd name="T13" fmla="*/ 69 h 98"/>
                <a:gd name="T14" fmla="*/ 57 w 91"/>
                <a:gd name="T15" fmla="*/ 79 h 98"/>
                <a:gd name="T16" fmla="*/ 34 w 91"/>
                <a:gd name="T17" fmla="*/ 85 h 98"/>
                <a:gd name="T18" fmla="*/ 20 w 91"/>
                <a:gd name="T19" fmla="*/ 78 h 98"/>
                <a:gd name="T20" fmla="*/ 13 w 91"/>
                <a:gd name="T21" fmla="*/ 58 h 98"/>
                <a:gd name="T22" fmla="*/ 17 w 91"/>
                <a:gd name="T23" fmla="*/ 31 h 98"/>
                <a:gd name="T24" fmla="*/ 30 w 91"/>
                <a:gd name="T25" fmla="*/ 13 h 98"/>
                <a:gd name="T26" fmla="*/ 39 w 91"/>
                <a:gd name="T27" fmla="*/ 11 h 98"/>
                <a:gd name="T28" fmla="*/ 49 w 91"/>
                <a:gd name="T29" fmla="*/ 14 h 98"/>
                <a:gd name="T30" fmla="*/ 53 w 91"/>
                <a:gd name="T31" fmla="*/ 16 h 98"/>
                <a:gd name="T32" fmla="*/ 64 w 91"/>
                <a:gd name="T33" fmla="*/ 25 h 98"/>
                <a:gd name="T34" fmla="*/ 65 w 91"/>
                <a:gd name="T35" fmla="*/ 36 h 98"/>
                <a:gd name="T36" fmla="*/ 61 w 91"/>
                <a:gd name="T37" fmla="*/ 43 h 98"/>
                <a:gd name="T38" fmla="*/ 59 w 91"/>
                <a:gd name="T39" fmla="*/ 43 h 98"/>
                <a:gd name="T40" fmla="*/ 57 w 91"/>
                <a:gd name="T41" fmla="*/ 37 h 98"/>
                <a:gd name="T42" fmla="*/ 55 w 91"/>
                <a:gd name="T43" fmla="*/ 28 h 98"/>
                <a:gd name="T44" fmla="*/ 48 w 91"/>
                <a:gd name="T45" fmla="*/ 27 h 98"/>
                <a:gd name="T46" fmla="*/ 47 w 91"/>
                <a:gd name="T47" fmla="*/ 28 h 98"/>
                <a:gd name="T48" fmla="*/ 47 w 91"/>
                <a:gd name="T49" fmla="*/ 28 h 98"/>
                <a:gd name="T50" fmla="*/ 42 w 91"/>
                <a:gd name="T51" fmla="*/ 25 h 98"/>
                <a:gd name="T52" fmla="*/ 32 w 91"/>
                <a:gd name="T53" fmla="*/ 29 h 98"/>
                <a:gd name="T54" fmla="*/ 23 w 91"/>
                <a:gd name="T55" fmla="*/ 47 h 98"/>
                <a:gd name="T56" fmla="*/ 26 w 91"/>
                <a:gd name="T57" fmla="*/ 69 h 98"/>
                <a:gd name="T58" fmla="*/ 34 w 91"/>
                <a:gd name="T59" fmla="*/ 73 h 98"/>
                <a:gd name="T60" fmla="*/ 44 w 91"/>
                <a:gd name="T61" fmla="*/ 72 h 98"/>
                <a:gd name="T62" fmla="*/ 50 w 91"/>
                <a:gd name="T63" fmla="*/ 65 h 98"/>
                <a:gd name="T64" fmla="*/ 56 w 91"/>
                <a:gd name="T65" fmla="*/ 56 h 98"/>
                <a:gd name="T66" fmla="*/ 67 w 91"/>
                <a:gd name="T67" fmla="*/ 55 h 98"/>
                <a:gd name="T68" fmla="*/ 73 w 91"/>
                <a:gd name="T69" fmla="*/ 48 h 98"/>
                <a:gd name="T70" fmla="*/ 77 w 91"/>
                <a:gd name="T71" fmla="*/ 35 h 98"/>
                <a:gd name="T72" fmla="*/ 73 w 91"/>
                <a:gd name="T73" fmla="*/ 19 h 98"/>
                <a:gd name="T74" fmla="*/ 62 w 91"/>
                <a:gd name="T75" fmla="*/ 7 h 98"/>
                <a:gd name="T76" fmla="*/ 43 w 91"/>
                <a:gd name="T77" fmla="*/ 1 h 98"/>
                <a:gd name="T78" fmla="*/ 24 w 91"/>
                <a:gd name="T79" fmla="*/ 5 h 98"/>
                <a:gd name="T80" fmla="*/ 6 w 91"/>
                <a:gd name="T81" fmla="*/ 28 h 98"/>
                <a:gd name="T82" fmla="*/ 2 w 91"/>
                <a:gd name="T83" fmla="*/ 61 h 98"/>
                <a:gd name="T84" fmla="*/ 9 w 91"/>
                <a:gd name="T85" fmla="*/ 85 h 98"/>
                <a:gd name="T86" fmla="*/ 31 w 91"/>
                <a:gd name="T87" fmla="*/ 97 h 98"/>
                <a:gd name="T88" fmla="*/ 59 w 91"/>
                <a:gd name="T89" fmla="*/ 90 h 98"/>
                <a:gd name="T90" fmla="*/ 79 w 91"/>
                <a:gd name="T91" fmla="*/ 74 h 98"/>
                <a:gd name="T92" fmla="*/ 45 w 91"/>
                <a:gd name="T93" fmla="*/ 55 h 98"/>
                <a:gd name="T94" fmla="*/ 41 w 91"/>
                <a:gd name="T95" fmla="*/ 60 h 98"/>
                <a:gd name="T96" fmla="*/ 38 w 91"/>
                <a:gd name="T97" fmla="*/ 61 h 98"/>
                <a:gd name="T98" fmla="*/ 37 w 91"/>
                <a:gd name="T99" fmla="*/ 60 h 98"/>
                <a:gd name="T100" fmla="*/ 36 w 91"/>
                <a:gd name="T101" fmla="*/ 49 h 98"/>
                <a:gd name="T102" fmla="*/ 40 w 91"/>
                <a:gd name="T103" fmla="*/ 37 h 98"/>
                <a:gd name="T104" fmla="*/ 41 w 91"/>
                <a:gd name="T105" fmla="*/ 37 h 98"/>
                <a:gd name="T106" fmla="*/ 43 w 91"/>
                <a:gd name="T107" fmla="*/ 37 h 98"/>
                <a:gd name="T108" fmla="*/ 43 w 91"/>
                <a:gd name="T109" fmla="*/ 40 h 98"/>
                <a:gd name="T110" fmla="*/ 44 w 91"/>
                <a:gd name="T111" fmla="*/ 44 h 98"/>
                <a:gd name="T112" fmla="*/ 47 w 91"/>
                <a:gd name="T113" fmla="*/ 49 h 98"/>
                <a:gd name="T114" fmla="*/ 45 w 91"/>
                <a:gd name="T115" fmla="*/ 5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1" h="98">
                  <a:moveTo>
                    <a:pt x="79" y="74"/>
                  </a:moveTo>
                  <a:cubicBezTo>
                    <a:pt x="86" y="67"/>
                    <a:pt x="90" y="60"/>
                    <a:pt x="91" y="54"/>
                  </a:cubicBezTo>
                  <a:cubicBezTo>
                    <a:pt x="91" y="53"/>
                    <a:pt x="90" y="51"/>
                    <a:pt x="89" y="49"/>
                  </a:cubicBezTo>
                  <a:cubicBezTo>
                    <a:pt x="89" y="48"/>
                    <a:pt x="88" y="48"/>
                    <a:pt x="87" y="47"/>
                  </a:cubicBezTo>
                  <a:cubicBezTo>
                    <a:pt x="85" y="47"/>
                    <a:pt x="84" y="47"/>
                    <a:pt x="83" y="48"/>
                  </a:cubicBezTo>
                  <a:cubicBezTo>
                    <a:pt x="81" y="49"/>
                    <a:pt x="80" y="51"/>
                    <a:pt x="79" y="55"/>
                  </a:cubicBezTo>
                  <a:cubicBezTo>
                    <a:pt x="77" y="60"/>
                    <a:pt x="73" y="64"/>
                    <a:pt x="69" y="69"/>
                  </a:cubicBezTo>
                  <a:cubicBezTo>
                    <a:pt x="64" y="74"/>
                    <a:pt x="60" y="77"/>
                    <a:pt x="57" y="79"/>
                  </a:cubicBezTo>
                  <a:cubicBezTo>
                    <a:pt x="49" y="84"/>
                    <a:pt x="42" y="86"/>
                    <a:pt x="34" y="85"/>
                  </a:cubicBezTo>
                  <a:cubicBezTo>
                    <a:pt x="27" y="84"/>
                    <a:pt x="22" y="82"/>
                    <a:pt x="20" y="78"/>
                  </a:cubicBezTo>
                  <a:cubicBezTo>
                    <a:pt x="17" y="74"/>
                    <a:pt x="15" y="67"/>
                    <a:pt x="13" y="58"/>
                  </a:cubicBezTo>
                  <a:cubicBezTo>
                    <a:pt x="12" y="48"/>
                    <a:pt x="13" y="39"/>
                    <a:pt x="17" y="31"/>
                  </a:cubicBezTo>
                  <a:cubicBezTo>
                    <a:pt x="21" y="22"/>
                    <a:pt x="25" y="16"/>
                    <a:pt x="30" y="13"/>
                  </a:cubicBezTo>
                  <a:cubicBezTo>
                    <a:pt x="32" y="12"/>
                    <a:pt x="35" y="11"/>
                    <a:pt x="39" y="11"/>
                  </a:cubicBezTo>
                  <a:cubicBezTo>
                    <a:pt x="43" y="11"/>
                    <a:pt x="46" y="12"/>
                    <a:pt x="49" y="14"/>
                  </a:cubicBezTo>
                  <a:cubicBezTo>
                    <a:pt x="50" y="14"/>
                    <a:pt x="52" y="15"/>
                    <a:pt x="53" y="16"/>
                  </a:cubicBezTo>
                  <a:cubicBezTo>
                    <a:pt x="58" y="19"/>
                    <a:pt x="62" y="22"/>
                    <a:pt x="64" y="25"/>
                  </a:cubicBezTo>
                  <a:cubicBezTo>
                    <a:pt x="66" y="28"/>
                    <a:pt x="66" y="32"/>
                    <a:pt x="65" y="36"/>
                  </a:cubicBezTo>
                  <a:cubicBezTo>
                    <a:pt x="65" y="40"/>
                    <a:pt x="63" y="42"/>
                    <a:pt x="61" y="43"/>
                  </a:cubicBezTo>
                  <a:cubicBezTo>
                    <a:pt x="60" y="44"/>
                    <a:pt x="60" y="44"/>
                    <a:pt x="59" y="43"/>
                  </a:cubicBezTo>
                  <a:cubicBezTo>
                    <a:pt x="58" y="42"/>
                    <a:pt x="58" y="39"/>
                    <a:pt x="57" y="37"/>
                  </a:cubicBezTo>
                  <a:cubicBezTo>
                    <a:pt x="57" y="32"/>
                    <a:pt x="56" y="29"/>
                    <a:pt x="55" y="28"/>
                  </a:cubicBezTo>
                  <a:cubicBezTo>
                    <a:pt x="54" y="26"/>
                    <a:pt x="51" y="25"/>
                    <a:pt x="48" y="27"/>
                  </a:cubicBezTo>
                  <a:cubicBezTo>
                    <a:pt x="48" y="27"/>
                    <a:pt x="47" y="28"/>
                    <a:pt x="47" y="28"/>
                  </a:cubicBezTo>
                  <a:cubicBezTo>
                    <a:pt x="47" y="28"/>
                    <a:pt x="47" y="28"/>
                    <a:pt x="47" y="28"/>
                  </a:cubicBezTo>
                  <a:cubicBezTo>
                    <a:pt x="46" y="26"/>
                    <a:pt x="44" y="26"/>
                    <a:pt x="42" y="25"/>
                  </a:cubicBezTo>
                  <a:cubicBezTo>
                    <a:pt x="39" y="25"/>
                    <a:pt x="36" y="26"/>
                    <a:pt x="32" y="29"/>
                  </a:cubicBezTo>
                  <a:cubicBezTo>
                    <a:pt x="27" y="31"/>
                    <a:pt x="25" y="37"/>
                    <a:pt x="23" y="47"/>
                  </a:cubicBezTo>
                  <a:cubicBezTo>
                    <a:pt x="22" y="56"/>
                    <a:pt x="23" y="63"/>
                    <a:pt x="26" y="69"/>
                  </a:cubicBezTo>
                  <a:cubicBezTo>
                    <a:pt x="27" y="71"/>
                    <a:pt x="30" y="72"/>
                    <a:pt x="34" y="73"/>
                  </a:cubicBezTo>
                  <a:cubicBezTo>
                    <a:pt x="38" y="74"/>
                    <a:pt x="41" y="74"/>
                    <a:pt x="44" y="72"/>
                  </a:cubicBezTo>
                  <a:cubicBezTo>
                    <a:pt x="46" y="71"/>
                    <a:pt x="48" y="68"/>
                    <a:pt x="50" y="65"/>
                  </a:cubicBezTo>
                  <a:cubicBezTo>
                    <a:pt x="53" y="62"/>
                    <a:pt x="55" y="59"/>
                    <a:pt x="56" y="56"/>
                  </a:cubicBezTo>
                  <a:cubicBezTo>
                    <a:pt x="60" y="57"/>
                    <a:pt x="64" y="56"/>
                    <a:pt x="67" y="55"/>
                  </a:cubicBezTo>
                  <a:cubicBezTo>
                    <a:pt x="68" y="54"/>
                    <a:pt x="70" y="52"/>
                    <a:pt x="73" y="48"/>
                  </a:cubicBezTo>
                  <a:cubicBezTo>
                    <a:pt x="76" y="45"/>
                    <a:pt x="77" y="40"/>
                    <a:pt x="77" y="35"/>
                  </a:cubicBezTo>
                  <a:cubicBezTo>
                    <a:pt x="77" y="29"/>
                    <a:pt x="76" y="24"/>
                    <a:pt x="73" y="19"/>
                  </a:cubicBezTo>
                  <a:cubicBezTo>
                    <a:pt x="71" y="15"/>
                    <a:pt x="67" y="11"/>
                    <a:pt x="62" y="7"/>
                  </a:cubicBezTo>
                  <a:cubicBezTo>
                    <a:pt x="56" y="3"/>
                    <a:pt x="50" y="1"/>
                    <a:pt x="43" y="1"/>
                  </a:cubicBezTo>
                  <a:cubicBezTo>
                    <a:pt x="36" y="0"/>
                    <a:pt x="30" y="1"/>
                    <a:pt x="24" y="5"/>
                  </a:cubicBezTo>
                  <a:cubicBezTo>
                    <a:pt x="16" y="10"/>
                    <a:pt x="10" y="18"/>
                    <a:pt x="6" y="28"/>
                  </a:cubicBezTo>
                  <a:cubicBezTo>
                    <a:pt x="1" y="39"/>
                    <a:pt x="0" y="50"/>
                    <a:pt x="2" y="61"/>
                  </a:cubicBezTo>
                  <a:cubicBezTo>
                    <a:pt x="4" y="72"/>
                    <a:pt x="7" y="80"/>
                    <a:pt x="9" y="85"/>
                  </a:cubicBezTo>
                  <a:cubicBezTo>
                    <a:pt x="14" y="92"/>
                    <a:pt x="21" y="96"/>
                    <a:pt x="31" y="97"/>
                  </a:cubicBezTo>
                  <a:cubicBezTo>
                    <a:pt x="41" y="98"/>
                    <a:pt x="50" y="95"/>
                    <a:pt x="59" y="90"/>
                  </a:cubicBezTo>
                  <a:cubicBezTo>
                    <a:pt x="66" y="86"/>
                    <a:pt x="73" y="80"/>
                    <a:pt x="79" y="74"/>
                  </a:cubicBezTo>
                  <a:close/>
                  <a:moveTo>
                    <a:pt x="45" y="55"/>
                  </a:moveTo>
                  <a:cubicBezTo>
                    <a:pt x="44" y="58"/>
                    <a:pt x="42" y="59"/>
                    <a:pt x="41" y="60"/>
                  </a:cubicBezTo>
                  <a:cubicBezTo>
                    <a:pt x="40" y="61"/>
                    <a:pt x="39" y="61"/>
                    <a:pt x="38" y="61"/>
                  </a:cubicBezTo>
                  <a:cubicBezTo>
                    <a:pt x="38" y="61"/>
                    <a:pt x="37" y="61"/>
                    <a:pt x="37" y="60"/>
                  </a:cubicBezTo>
                  <a:cubicBezTo>
                    <a:pt x="36" y="59"/>
                    <a:pt x="35" y="55"/>
                    <a:pt x="36" y="49"/>
                  </a:cubicBezTo>
                  <a:cubicBezTo>
                    <a:pt x="36" y="43"/>
                    <a:pt x="37" y="39"/>
                    <a:pt x="40" y="37"/>
                  </a:cubicBezTo>
                  <a:cubicBezTo>
                    <a:pt x="41" y="37"/>
                    <a:pt x="41" y="37"/>
                    <a:pt x="41" y="37"/>
                  </a:cubicBezTo>
                  <a:cubicBezTo>
                    <a:pt x="42" y="37"/>
                    <a:pt x="42" y="37"/>
                    <a:pt x="43" y="37"/>
                  </a:cubicBezTo>
                  <a:cubicBezTo>
                    <a:pt x="42" y="37"/>
                    <a:pt x="42" y="38"/>
                    <a:pt x="43" y="40"/>
                  </a:cubicBezTo>
                  <a:cubicBezTo>
                    <a:pt x="43" y="42"/>
                    <a:pt x="43" y="43"/>
                    <a:pt x="44" y="44"/>
                  </a:cubicBezTo>
                  <a:cubicBezTo>
                    <a:pt x="47" y="49"/>
                    <a:pt x="47" y="49"/>
                    <a:pt x="47" y="49"/>
                  </a:cubicBezTo>
                  <a:cubicBezTo>
                    <a:pt x="48" y="50"/>
                    <a:pt x="47" y="52"/>
                    <a:pt x="45" y="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 name="Freeform 311"/>
            <p:cNvSpPr>
              <a:spLocks noEditPoints="1"/>
            </p:cNvSpPr>
            <p:nvPr/>
          </p:nvSpPr>
          <p:spPr bwMode="auto">
            <a:xfrm>
              <a:off x="7191376" y="5324475"/>
              <a:ext cx="107950" cy="122237"/>
            </a:xfrm>
            <a:custGeom>
              <a:avLst/>
              <a:gdLst>
                <a:gd name="T0" fmla="*/ 8 w 83"/>
                <a:gd name="T1" fmla="*/ 58 h 96"/>
                <a:gd name="T2" fmla="*/ 12 w 83"/>
                <a:gd name="T3" fmla="*/ 68 h 96"/>
                <a:gd name="T4" fmla="*/ 25 w 83"/>
                <a:gd name="T5" fmla="*/ 58 h 96"/>
                <a:gd name="T6" fmla="*/ 29 w 83"/>
                <a:gd name="T7" fmla="*/ 71 h 96"/>
                <a:gd name="T8" fmla="*/ 17 w 83"/>
                <a:gd name="T9" fmla="*/ 77 h 96"/>
                <a:gd name="T10" fmla="*/ 12 w 83"/>
                <a:gd name="T11" fmla="*/ 88 h 96"/>
                <a:gd name="T12" fmla="*/ 30 w 83"/>
                <a:gd name="T13" fmla="*/ 82 h 96"/>
                <a:gd name="T14" fmla="*/ 36 w 83"/>
                <a:gd name="T15" fmla="*/ 94 h 96"/>
                <a:gd name="T16" fmla="*/ 42 w 83"/>
                <a:gd name="T17" fmla="*/ 95 h 96"/>
                <a:gd name="T18" fmla="*/ 52 w 83"/>
                <a:gd name="T19" fmla="*/ 67 h 96"/>
                <a:gd name="T20" fmla="*/ 55 w 83"/>
                <a:gd name="T21" fmla="*/ 77 h 96"/>
                <a:gd name="T22" fmla="*/ 64 w 83"/>
                <a:gd name="T23" fmla="*/ 80 h 96"/>
                <a:gd name="T24" fmla="*/ 65 w 83"/>
                <a:gd name="T25" fmla="*/ 71 h 96"/>
                <a:gd name="T26" fmla="*/ 62 w 83"/>
                <a:gd name="T27" fmla="*/ 64 h 96"/>
                <a:gd name="T28" fmla="*/ 68 w 83"/>
                <a:gd name="T29" fmla="*/ 53 h 96"/>
                <a:gd name="T30" fmla="*/ 76 w 83"/>
                <a:gd name="T31" fmla="*/ 48 h 96"/>
                <a:gd name="T32" fmla="*/ 83 w 83"/>
                <a:gd name="T33" fmla="*/ 43 h 96"/>
                <a:gd name="T34" fmla="*/ 79 w 83"/>
                <a:gd name="T35" fmla="*/ 36 h 96"/>
                <a:gd name="T36" fmla="*/ 58 w 83"/>
                <a:gd name="T37" fmla="*/ 48 h 96"/>
                <a:gd name="T38" fmla="*/ 55 w 83"/>
                <a:gd name="T39" fmla="*/ 34 h 96"/>
                <a:gd name="T40" fmla="*/ 75 w 83"/>
                <a:gd name="T41" fmla="*/ 18 h 96"/>
                <a:gd name="T42" fmla="*/ 71 w 83"/>
                <a:gd name="T43" fmla="*/ 12 h 96"/>
                <a:gd name="T44" fmla="*/ 51 w 83"/>
                <a:gd name="T45" fmla="*/ 24 h 96"/>
                <a:gd name="T46" fmla="*/ 50 w 83"/>
                <a:gd name="T47" fmla="*/ 17 h 96"/>
                <a:gd name="T48" fmla="*/ 46 w 83"/>
                <a:gd name="T49" fmla="*/ 2 h 96"/>
                <a:gd name="T50" fmla="*/ 39 w 83"/>
                <a:gd name="T51" fmla="*/ 1 h 96"/>
                <a:gd name="T52" fmla="*/ 41 w 83"/>
                <a:gd name="T53" fmla="*/ 23 h 96"/>
                <a:gd name="T54" fmla="*/ 32 w 83"/>
                <a:gd name="T55" fmla="*/ 39 h 96"/>
                <a:gd name="T56" fmla="*/ 29 w 83"/>
                <a:gd name="T57" fmla="*/ 24 h 96"/>
                <a:gd name="T58" fmla="*/ 20 w 83"/>
                <a:gd name="T59" fmla="*/ 27 h 96"/>
                <a:gd name="T60" fmla="*/ 21 w 83"/>
                <a:gd name="T61" fmla="*/ 47 h 96"/>
                <a:gd name="T62" fmla="*/ 46 w 83"/>
                <a:gd name="T63" fmla="*/ 41 h 96"/>
                <a:gd name="T64" fmla="*/ 49 w 83"/>
                <a:gd name="T65" fmla="*/ 55 h 96"/>
                <a:gd name="T66" fmla="*/ 38 w 83"/>
                <a:gd name="T67" fmla="*/ 64 h 96"/>
                <a:gd name="T68" fmla="*/ 46 w 83"/>
                <a:gd name="T69" fmla="*/ 4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3" h="96">
                  <a:moveTo>
                    <a:pt x="13" y="54"/>
                  </a:moveTo>
                  <a:cubicBezTo>
                    <a:pt x="12" y="55"/>
                    <a:pt x="10" y="56"/>
                    <a:pt x="8" y="58"/>
                  </a:cubicBezTo>
                  <a:cubicBezTo>
                    <a:pt x="2" y="62"/>
                    <a:pt x="0" y="66"/>
                    <a:pt x="2" y="69"/>
                  </a:cubicBezTo>
                  <a:cubicBezTo>
                    <a:pt x="3" y="71"/>
                    <a:pt x="7" y="71"/>
                    <a:pt x="12" y="68"/>
                  </a:cubicBezTo>
                  <a:cubicBezTo>
                    <a:pt x="14" y="67"/>
                    <a:pt x="16" y="65"/>
                    <a:pt x="19" y="63"/>
                  </a:cubicBezTo>
                  <a:cubicBezTo>
                    <a:pt x="22" y="60"/>
                    <a:pt x="24" y="58"/>
                    <a:pt x="25" y="58"/>
                  </a:cubicBezTo>
                  <a:cubicBezTo>
                    <a:pt x="25" y="59"/>
                    <a:pt x="26" y="61"/>
                    <a:pt x="27" y="64"/>
                  </a:cubicBezTo>
                  <a:cubicBezTo>
                    <a:pt x="28" y="66"/>
                    <a:pt x="28" y="69"/>
                    <a:pt x="29" y="71"/>
                  </a:cubicBezTo>
                  <a:cubicBezTo>
                    <a:pt x="28" y="71"/>
                    <a:pt x="27" y="72"/>
                    <a:pt x="23" y="73"/>
                  </a:cubicBezTo>
                  <a:cubicBezTo>
                    <a:pt x="20" y="75"/>
                    <a:pt x="18" y="76"/>
                    <a:pt x="17" y="77"/>
                  </a:cubicBezTo>
                  <a:cubicBezTo>
                    <a:pt x="15" y="78"/>
                    <a:pt x="14" y="80"/>
                    <a:pt x="12" y="82"/>
                  </a:cubicBezTo>
                  <a:cubicBezTo>
                    <a:pt x="11" y="85"/>
                    <a:pt x="11" y="86"/>
                    <a:pt x="12" y="88"/>
                  </a:cubicBezTo>
                  <a:cubicBezTo>
                    <a:pt x="13" y="90"/>
                    <a:pt x="17" y="90"/>
                    <a:pt x="23" y="87"/>
                  </a:cubicBezTo>
                  <a:cubicBezTo>
                    <a:pt x="30" y="82"/>
                    <a:pt x="30" y="82"/>
                    <a:pt x="30" y="82"/>
                  </a:cubicBezTo>
                  <a:cubicBezTo>
                    <a:pt x="31" y="81"/>
                    <a:pt x="31" y="81"/>
                    <a:pt x="31" y="81"/>
                  </a:cubicBezTo>
                  <a:cubicBezTo>
                    <a:pt x="32" y="86"/>
                    <a:pt x="33" y="90"/>
                    <a:pt x="36" y="94"/>
                  </a:cubicBezTo>
                  <a:cubicBezTo>
                    <a:pt x="36" y="95"/>
                    <a:pt x="37" y="96"/>
                    <a:pt x="38" y="96"/>
                  </a:cubicBezTo>
                  <a:cubicBezTo>
                    <a:pt x="39" y="96"/>
                    <a:pt x="41" y="96"/>
                    <a:pt x="42" y="95"/>
                  </a:cubicBezTo>
                  <a:cubicBezTo>
                    <a:pt x="45" y="94"/>
                    <a:pt x="45" y="87"/>
                    <a:pt x="42" y="75"/>
                  </a:cubicBezTo>
                  <a:cubicBezTo>
                    <a:pt x="52" y="67"/>
                    <a:pt x="52" y="67"/>
                    <a:pt x="52" y="67"/>
                  </a:cubicBezTo>
                  <a:cubicBezTo>
                    <a:pt x="52" y="67"/>
                    <a:pt x="52" y="68"/>
                    <a:pt x="52" y="68"/>
                  </a:cubicBezTo>
                  <a:cubicBezTo>
                    <a:pt x="52" y="71"/>
                    <a:pt x="53" y="74"/>
                    <a:pt x="55" y="77"/>
                  </a:cubicBezTo>
                  <a:cubicBezTo>
                    <a:pt x="56" y="78"/>
                    <a:pt x="57" y="79"/>
                    <a:pt x="59" y="80"/>
                  </a:cubicBezTo>
                  <a:cubicBezTo>
                    <a:pt x="61" y="81"/>
                    <a:pt x="63" y="81"/>
                    <a:pt x="64" y="80"/>
                  </a:cubicBezTo>
                  <a:cubicBezTo>
                    <a:pt x="65" y="79"/>
                    <a:pt x="66" y="78"/>
                    <a:pt x="67" y="76"/>
                  </a:cubicBezTo>
                  <a:cubicBezTo>
                    <a:pt x="67" y="74"/>
                    <a:pt x="66" y="72"/>
                    <a:pt x="65" y="71"/>
                  </a:cubicBezTo>
                  <a:cubicBezTo>
                    <a:pt x="64" y="68"/>
                    <a:pt x="64" y="68"/>
                    <a:pt x="64" y="68"/>
                  </a:cubicBezTo>
                  <a:cubicBezTo>
                    <a:pt x="63" y="67"/>
                    <a:pt x="63" y="66"/>
                    <a:pt x="62" y="64"/>
                  </a:cubicBezTo>
                  <a:cubicBezTo>
                    <a:pt x="62" y="63"/>
                    <a:pt x="62" y="61"/>
                    <a:pt x="61" y="58"/>
                  </a:cubicBezTo>
                  <a:cubicBezTo>
                    <a:pt x="63" y="57"/>
                    <a:pt x="66" y="55"/>
                    <a:pt x="68" y="53"/>
                  </a:cubicBezTo>
                  <a:cubicBezTo>
                    <a:pt x="70" y="51"/>
                    <a:pt x="72" y="50"/>
                    <a:pt x="74" y="49"/>
                  </a:cubicBezTo>
                  <a:cubicBezTo>
                    <a:pt x="74" y="48"/>
                    <a:pt x="75" y="48"/>
                    <a:pt x="76" y="48"/>
                  </a:cubicBezTo>
                  <a:cubicBezTo>
                    <a:pt x="78" y="48"/>
                    <a:pt x="79" y="47"/>
                    <a:pt x="79" y="47"/>
                  </a:cubicBezTo>
                  <a:cubicBezTo>
                    <a:pt x="81" y="46"/>
                    <a:pt x="82" y="45"/>
                    <a:pt x="83" y="43"/>
                  </a:cubicBezTo>
                  <a:cubicBezTo>
                    <a:pt x="83" y="42"/>
                    <a:pt x="83" y="41"/>
                    <a:pt x="83" y="39"/>
                  </a:cubicBezTo>
                  <a:cubicBezTo>
                    <a:pt x="82" y="38"/>
                    <a:pt x="80" y="37"/>
                    <a:pt x="79" y="36"/>
                  </a:cubicBezTo>
                  <a:cubicBezTo>
                    <a:pt x="77" y="35"/>
                    <a:pt x="74" y="35"/>
                    <a:pt x="70" y="38"/>
                  </a:cubicBezTo>
                  <a:cubicBezTo>
                    <a:pt x="69" y="38"/>
                    <a:pt x="66" y="42"/>
                    <a:pt x="58" y="48"/>
                  </a:cubicBezTo>
                  <a:cubicBezTo>
                    <a:pt x="58" y="48"/>
                    <a:pt x="58" y="47"/>
                    <a:pt x="58" y="45"/>
                  </a:cubicBezTo>
                  <a:cubicBezTo>
                    <a:pt x="56" y="40"/>
                    <a:pt x="55" y="37"/>
                    <a:pt x="55" y="34"/>
                  </a:cubicBezTo>
                  <a:cubicBezTo>
                    <a:pt x="58" y="31"/>
                    <a:pt x="64" y="27"/>
                    <a:pt x="74" y="21"/>
                  </a:cubicBezTo>
                  <a:cubicBezTo>
                    <a:pt x="75" y="20"/>
                    <a:pt x="75" y="19"/>
                    <a:pt x="75" y="18"/>
                  </a:cubicBezTo>
                  <a:cubicBezTo>
                    <a:pt x="75" y="17"/>
                    <a:pt x="75" y="16"/>
                    <a:pt x="75" y="15"/>
                  </a:cubicBezTo>
                  <a:cubicBezTo>
                    <a:pt x="74" y="13"/>
                    <a:pt x="72" y="12"/>
                    <a:pt x="71" y="12"/>
                  </a:cubicBezTo>
                  <a:cubicBezTo>
                    <a:pt x="70" y="12"/>
                    <a:pt x="68" y="12"/>
                    <a:pt x="65" y="14"/>
                  </a:cubicBezTo>
                  <a:cubicBezTo>
                    <a:pt x="61" y="16"/>
                    <a:pt x="57" y="20"/>
                    <a:pt x="51" y="24"/>
                  </a:cubicBezTo>
                  <a:cubicBezTo>
                    <a:pt x="51" y="23"/>
                    <a:pt x="51" y="22"/>
                    <a:pt x="51" y="21"/>
                  </a:cubicBezTo>
                  <a:cubicBezTo>
                    <a:pt x="50" y="19"/>
                    <a:pt x="50" y="18"/>
                    <a:pt x="50" y="17"/>
                  </a:cubicBezTo>
                  <a:cubicBezTo>
                    <a:pt x="49" y="16"/>
                    <a:pt x="49" y="14"/>
                    <a:pt x="49" y="13"/>
                  </a:cubicBezTo>
                  <a:cubicBezTo>
                    <a:pt x="48" y="7"/>
                    <a:pt x="47" y="4"/>
                    <a:pt x="46" y="2"/>
                  </a:cubicBezTo>
                  <a:cubicBezTo>
                    <a:pt x="45" y="1"/>
                    <a:pt x="44" y="0"/>
                    <a:pt x="43" y="0"/>
                  </a:cubicBezTo>
                  <a:cubicBezTo>
                    <a:pt x="41" y="0"/>
                    <a:pt x="40" y="0"/>
                    <a:pt x="39" y="1"/>
                  </a:cubicBezTo>
                  <a:cubicBezTo>
                    <a:pt x="37" y="2"/>
                    <a:pt x="36" y="4"/>
                    <a:pt x="36" y="6"/>
                  </a:cubicBezTo>
                  <a:cubicBezTo>
                    <a:pt x="35" y="7"/>
                    <a:pt x="37" y="13"/>
                    <a:pt x="41" y="23"/>
                  </a:cubicBezTo>
                  <a:cubicBezTo>
                    <a:pt x="42" y="27"/>
                    <a:pt x="43" y="29"/>
                    <a:pt x="43" y="31"/>
                  </a:cubicBezTo>
                  <a:cubicBezTo>
                    <a:pt x="37" y="36"/>
                    <a:pt x="33" y="39"/>
                    <a:pt x="32" y="39"/>
                  </a:cubicBezTo>
                  <a:cubicBezTo>
                    <a:pt x="32" y="39"/>
                    <a:pt x="32" y="38"/>
                    <a:pt x="32" y="37"/>
                  </a:cubicBezTo>
                  <a:cubicBezTo>
                    <a:pt x="31" y="31"/>
                    <a:pt x="30" y="26"/>
                    <a:pt x="29" y="24"/>
                  </a:cubicBezTo>
                  <a:cubicBezTo>
                    <a:pt x="28" y="22"/>
                    <a:pt x="26" y="21"/>
                    <a:pt x="23" y="22"/>
                  </a:cubicBezTo>
                  <a:cubicBezTo>
                    <a:pt x="22" y="24"/>
                    <a:pt x="20" y="25"/>
                    <a:pt x="20" y="27"/>
                  </a:cubicBezTo>
                  <a:cubicBezTo>
                    <a:pt x="20" y="29"/>
                    <a:pt x="20" y="31"/>
                    <a:pt x="20" y="35"/>
                  </a:cubicBezTo>
                  <a:cubicBezTo>
                    <a:pt x="21" y="41"/>
                    <a:pt x="22" y="45"/>
                    <a:pt x="21" y="47"/>
                  </a:cubicBezTo>
                  <a:cubicBezTo>
                    <a:pt x="19" y="48"/>
                    <a:pt x="17" y="51"/>
                    <a:pt x="13" y="54"/>
                  </a:cubicBezTo>
                  <a:close/>
                  <a:moveTo>
                    <a:pt x="46" y="41"/>
                  </a:moveTo>
                  <a:cubicBezTo>
                    <a:pt x="46" y="43"/>
                    <a:pt x="46" y="44"/>
                    <a:pt x="47" y="46"/>
                  </a:cubicBezTo>
                  <a:cubicBezTo>
                    <a:pt x="49" y="55"/>
                    <a:pt x="49" y="55"/>
                    <a:pt x="49" y="55"/>
                  </a:cubicBezTo>
                  <a:cubicBezTo>
                    <a:pt x="48" y="57"/>
                    <a:pt x="45" y="59"/>
                    <a:pt x="41" y="62"/>
                  </a:cubicBezTo>
                  <a:cubicBezTo>
                    <a:pt x="40" y="62"/>
                    <a:pt x="39" y="63"/>
                    <a:pt x="38" y="64"/>
                  </a:cubicBezTo>
                  <a:cubicBezTo>
                    <a:pt x="36" y="59"/>
                    <a:pt x="35" y="55"/>
                    <a:pt x="34" y="51"/>
                  </a:cubicBezTo>
                  <a:cubicBezTo>
                    <a:pt x="36" y="49"/>
                    <a:pt x="40" y="45"/>
                    <a:pt x="46"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 name="Freeform 312"/>
            <p:cNvSpPr>
              <a:spLocks noEditPoints="1"/>
            </p:cNvSpPr>
            <p:nvPr/>
          </p:nvSpPr>
          <p:spPr bwMode="auto">
            <a:xfrm>
              <a:off x="7294563" y="5272088"/>
              <a:ext cx="65088" cy="114300"/>
            </a:xfrm>
            <a:custGeom>
              <a:avLst/>
              <a:gdLst>
                <a:gd name="T0" fmla="*/ 50 w 51"/>
                <a:gd name="T1" fmla="*/ 3 h 89"/>
                <a:gd name="T2" fmla="*/ 46 w 51"/>
                <a:gd name="T3" fmla="*/ 0 h 89"/>
                <a:gd name="T4" fmla="*/ 20 w 51"/>
                <a:gd name="T5" fmla="*/ 13 h 89"/>
                <a:gd name="T6" fmla="*/ 13 w 51"/>
                <a:gd name="T7" fmla="*/ 14 h 89"/>
                <a:gd name="T8" fmla="*/ 3 w 51"/>
                <a:gd name="T9" fmla="*/ 25 h 89"/>
                <a:gd name="T10" fmla="*/ 2 w 51"/>
                <a:gd name="T11" fmla="*/ 40 h 89"/>
                <a:gd name="T12" fmla="*/ 4 w 51"/>
                <a:gd name="T13" fmla="*/ 50 h 89"/>
                <a:gd name="T14" fmla="*/ 12 w 51"/>
                <a:gd name="T15" fmla="*/ 57 h 89"/>
                <a:gd name="T16" fmla="*/ 21 w 51"/>
                <a:gd name="T17" fmla="*/ 56 h 89"/>
                <a:gd name="T18" fmla="*/ 29 w 51"/>
                <a:gd name="T19" fmla="*/ 48 h 89"/>
                <a:gd name="T20" fmla="*/ 32 w 51"/>
                <a:gd name="T21" fmla="*/ 36 h 89"/>
                <a:gd name="T22" fmla="*/ 29 w 51"/>
                <a:gd name="T23" fmla="*/ 24 h 89"/>
                <a:gd name="T24" fmla="*/ 27 w 51"/>
                <a:gd name="T25" fmla="*/ 21 h 89"/>
                <a:gd name="T26" fmla="*/ 31 w 51"/>
                <a:gd name="T27" fmla="*/ 18 h 89"/>
                <a:gd name="T28" fmla="*/ 38 w 51"/>
                <a:gd name="T29" fmla="*/ 16 h 89"/>
                <a:gd name="T30" fmla="*/ 37 w 51"/>
                <a:gd name="T31" fmla="*/ 46 h 89"/>
                <a:gd name="T32" fmla="*/ 38 w 51"/>
                <a:gd name="T33" fmla="*/ 71 h 89"/>
                <a:gd name="T34" fmla="*/ 41 w 51"/>
                <a:gd name="T35" fmla="*/ 85 h 89"/>
                <a:gd name="T36" fmla="*/ 48 w 51"/>
                <a:gd name="T37" fmla="*/ 87 h 89"/>
                <a:gd name="T38" fmla="*/ 51 w 51"/>
                <a:gd name="T39" fmla="*/ 81 h 89"/>
                <a:gd name="T40" fmla="*/ 50 w 51"/>
                <a:gd name="T41" fmla="*/ 68 h 89"/>
                <a:gd name="T42" fmla="*/ 49 w 51"/>
                <a:gd name="T43" fmla="*/ 39 h 89"/>
                <a:gd name="T44" fmla="*/ 49 w 51"/>
                <a:gd name="T45" fmla="*/ 30 h 89"/>
                <a:gd name="T46" fmla="*/ 49 w 51"/>
                <a:gd name="T47" fmla="*/ 30 h 89"/>
                <a:gd name="T48" fmla="*/ 49 w 51"/>
                <a:gd name="T49" fmla="*/ 9 h 89"/>
                <a:gd name="T50" fmla="*/ 50 w 51"/>
                <a:gd name="T51" fmla="*/ 3 h 89"/>
                <a:gd name="T52" fmla="*/ 20 w 51"/>
                <a:gd name="T53" fmla="*/ 45 h 89"/>
                <a:gd name="T54" fmla="*/ 16 w 51"/>
                <a:gd name="T55" fmla="*/ 46 h 89"/>
                <a:gd name="T56" fmla="*/ 14 w 51"/>
                <a:gd name="T57" fmla="*/ 44 h 89"/>
                <a:gd name="T58" fmla="*/ 11 w 51"/>
                <a:gd name="T59" fmla="*/ 35 h 89"/>
                <a:gd name="T60" fmla="*/ 15 w 51"/>
                <a:gd name="T61" fmla="*/ 27 h 89"/>
                <a:gd name="T62" fmla="*/ 16 w 51"/>
                <a:gd name="T63" fmla="*/ 26 h 89"/>
                <a:gd name="T64" fmla="*/ 21 w 51"/>
                <a:gd name="T65" fmla="*/ 32 h 89"/>
                <a:gd name="T66" fmla="*/ 22 w 51"/>
                <a:gd name="T67" fmla="*/ 39 h 89"/>
                <a:gd name="T68" fmla="*/ 20 w 51"/>
                <a:gd name="T69" fmla="*/ 45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 h="89">
                  <a:moveTo>
                    <a:pt x="50" y="3"/>
                  </a:moveTo>
                  <a:cubicBezTo>
                    <a:pt x="49" y="2"/>
                    <a:pt x="48" y="1"/>
                    <a:pt x="46" y="0"/>
                  </a:cubicBezTo>
                  <a:cubicBezTo>
                    <a:pt x="32" y="7"/>
                    <a:pt x="24" y="12"/>
                    <a:pt x="20" y="13"/>
                  </a:cubicBezTo>
                  <a:cubicBezTo>
                    <a:pt x="17" y="13"/>
                    <a:pt x="14" y="13"/>
                    <a:pt x="13" y="14"/>
                  </a:cubicBezTo>
                  <a:cubicBezTo>
                    <a:pt x="8" y="17"/>
                    <a:pt x="5" y="20"/>
                    <a:pt x="3" y="25"/>
                  </a:cubicBezTo>
                  <a:cubicBezTo>
                    <a:pt x="1" y="30"/>
                    <a:pt x="0" y="35"/>
                    <a:pt x="2" y="40"/>
                  </a:cubicBezTo>
                  <a:cubicBezTo>
                    <a:pt x="3" y="45"/>
                    <a:pt x="3" y="49"/>
                    <a:pt x="4" y="50"/>
                  </a:cubicBezTo>
                  <a:cubicBezTo>
                    <a:pt x="7" y="54"/>
                    <a:pt x="9" y="56"/>
                    <a:pt x="12" y="57"/>
                  </a:cubicBezTo>
                  <a:cubicBezTo>
                    <a:pt x="15" y="58"/>
                    <a:pt x="18" y="58"/>
                    <a:pt x="21" y="56"/>
                  </a:cubicBezTo>
                  <a:cubicBezTo>
                    <a:pt x="24" y="54"/>
                    <a:pt x="26" y="52"/>
                    <a:pt x="29" y="48"/>
                  </a:cubicBezTo>
                  <a:cubicBezTo>
                    <a:pt x="31" y="44"/>
                    <a:pt x="32" y="40"/>
                    <a:pt x="32" y="36"/>
                  </a:cubicBezTo>
                  <a:cubicBezTo>
                    <a:pt x="32" y="31"/>
                    <a:pt x="31" y="27"/>
                    <a:pt x="29" y="24"/>
                  </a:cubicBezTo>
                  <a:cubicBezTo>
                    <a:pt x="29" y="23"/>
                    <a:pt x="28" y="22"/>
                    <a:pt x="27" y="21"/>
                  </a:cubicBezTo>
                  <a:cubicBezTo>
                    <a:pt x="30" y="19"/>
                    <a:pt x="31" y="19"/>
                    <a:pt x="31" y="18"/>
                  </a:cubicBezTo>
                  <a:cubicBezTo>
                    <a:pt x="32" y="18"/>
                    <a:pt x="34" y="17"/>
                    <a:pt x="38" y="16"/>
                  </a:cubicBezTo>
                  <a:cubicBezTo>
                    <a:pt x="37" y="35"/>
                    <a:pt x="37" y="45"/>
                    <a:pt x="37" y="46"/>
                  </a:cubicBezTo>
                  <a:cubicBezTo>
                    <a:pt x="36" y="54"/>
                    <a:pt x="36" y="62"/>
                    <a:pt x="38" y="71"/>
                  </a:cubicBezTo>
                  <a:cubicBezTo>
                    <a:pt x="39" y="79"/>
                    <a:pt x="40" y="84"/>
                    <a:pt x="41" y="85"/>
                  </a:cubicBezTo>
                  <a:cubicBezTo>
                    <a:pt x="43" y="88"/>
                    <a:pt x="45" y="89"/>
                    <a:pt x="48" y="87"/>
                  </a:cubicBezTo>
                  <a:cubicBezTo>
                    <a:pt x="50" y="86"/>
                    <a:pt x="51" y="84"/>
                    <a:pt x="51" y="81"/>
                  </a:cubicBezTo>
                  <a:cubicBezTo>
                    <a:pt x="51" y="77"/>
                    <a:pt x="50" y="73"/>
                    <a:pt x="50" y="68"/>
                  </a:cubicBezTo>
                  <a:cubicBezTo>
                    <a:pt x="49" y="59"/>
                    <a:pt x="48" y="49"/>
                    <a:pt x="49" y="39"/>
                  </a:cubicBezTo>
                  <a:cubicBezTo>
                    <a:pt x="49" y="34"/>
                    <a:pt x="49" y="31"/>
                    <a:pt x="49" y="30"/>
                  </a:cubicBezTo>
                  <a:cubicBezTo>
                    <a:pt x="49" y="30"/>
                    <a:pt x="49" y="30"/>
                    <a:pt x="49" y="30"/>
                  </a:cubicBezTo>
                  <a:cubicBezTo>
                    <a:pt x="50" y="22"/>
                    <a:pt x="50" y="15"/>
                    <a:pt x="49" y="9"/>
                  </a:cubicBezTo>
                  <a:cubicBezTo>
                    <a:pt x="51" y="7"/>
                    <a:pt x="51" y="4"/>
                    <a:pt x="50" y="3"/>
                  </a:cubicBezTo>
                  <a:close/>
                  <a:moveTo>
                    <a:pt x="20" y="45"/>
                  </a:moveTo>
                  <a:cubicBezTo>
                    <a:pt x="19" y="45"/>
                    <a:pt x="18" y="46"/>
                    <a:pt x="16" y="46"/>
                  </a:cubicBezTo>
                  <a:cubicBezTo>
                    <a:pt x="15" y="46"/>
                    <a:pt x="14" y="45"/>
                    <a:pt x="14" y="44"/>
                  </a:cubicBezTo>
                  <a:cubicBezTo>
                    <a:pt x="12" y="42"/>
                    <a:pt x="12" y="39"/>
                    <a:pt x="11" y="35"/>
                  </a:cubicBezTo>
                  <a:cubicBezTo>
                    <a:pt x="11" y="31"/>
                    <a:pt x="12" y="28"/>
                    <a:pt x="15" y="27"/>
                  </a:cubicBezTo>
                  <a:cubicBezTo>
                    <a:pt x="16" y="26"/>
                    <a:pt x="16" y="26"/>
                    <a:pt x="16" y="26"/>
                  </a:cubicBezTo>
                  <a:cubicBezTo>
                    <a:pt x="18" y="29"/>
                    <a:pt x="20" y="31"/>
                    <a:pt x="21" y="32"/>
                  </a:cubicBezTo>
                  <a:cubicBezTo>
                    <a:pt x="22" y="34"/>
                    <a:pt x="22" y="37"/>
                    <a:pt x="22" y="39"/>
                  </a:cubicBezTo>
                  <a:cubicBezTo>
                    <a:pt x="22" y="42"/>
                    <a:pt x="22" y="44"/>
                    <a:pt x="20"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 name="Freeform 313"/>
            <p:cNvSpPr>
              <a:spLocks noEditPoints="1"/>
            </p:cNvSpPr>
            <p:nvPr/>
          </p:nvSpPr>
          <p:spPr bwMode="auto">
            <a:xfrm>
              <a:off x="7367588" y="5316538"/>
              <a:ext cx="42863" cy="49212"/>
            </a:xfrm>
            <a:custGeom>
              <a:avLst/>
              <a:gdLst>
                <a:gd name="T0" fmla="*/ 6 w 33"/>
                <a:gd name="T1" fmla="*/ 4 h 38"/>
                <a:gd name="T2" fmla="*/ 0 w 33"/>
                <a:gd name="T3" fmla="*/ 16 h 38"/>
                <a:gd name="T4" fmla="*/ 3 w 33"/>
                <a:gd name="T5" fmla="*/ 30 h 38"/>
                <a:gd name="T6" fmla="*/ 9 w 33"/>
                <a:gd name="T7" fmla="*/ 36 h 38"/>
                <a:gd name="T8" fmla="*/ 20 w 33"/>
                <a:gd name="T9" fmla="*/ 35 h 38"/>
                <a:gd name="T10" fmla="*/ 26 w 33"/>
                <a:gd name="T11" fmla="*/ 31 h 38"/>
                <a:gd name="T12" fmla="*/ 30 w 33"/>
                <a:gd name="T13" fmla="*/ 25 h 38"/>
                <a:gd name="T14" fmla="*/ 33 w 33"/>
                <a:gd name="T15" fmla="*/ 18 h 38"/>
                <a:gd name="T16" fmla="*/ 33 w 33"/>
                <a:gd name="T17" fmla="*/ 11 h 38"/>
                <a:gd name="T18" fmla="*/ 31 w 33"/>
                <a:gd name="T19" fmla="*/ 6 h 38"/>
                <a:gd name="T20" fmla="*/ 20 w 33"/>
                <a:gd name="T21" fmla="*/ 0 h 38"/>
                <a:gd name="T22" fmla="*/ 6 w 33"/>
                <a:gd name="T23" fmla="*/ 4 h 38"/>
                <a:gd name="T24" fmla="*/ 22 w 33"/>
                <a:gd name="T25" fmla="*/ 17 h 38"/>
                <a:gd name="T26" fmla="*/ 19 w 33"/>
                <a:gd name="T27" fmla="*/ 23 h 38"/>
                <a:gd name="T28" fmla="*/ 16 w 33"/>
                <a:gd name="T29" fmla="*/ 25 h 38"/>
                <a:gd name="T30" fmla="*/ 15 w 33"/>
                <a:gd name="T31" fmla="*/ 25 h 38"/>
                <a:gd name="T32" fmla="*/ 11 w 33"/>
                <a:gd name="T33" fmla="*/ 17 h 38"/>
                <a:gd name="T34" fmla="*/ 12 w 33"/>
                <a:gd name="T35" fmla="*/ 11 h 38"/>
                <a:gd name="T36" fmla="*/ 15 w 33"/>
                <a:gd name="T37" fmla="*/ 11 h 38"/>
                <a:gd name="T38" fmla="*/ 21 w 33"/>
                <a:gd name="T39" fmla="*/ 12 h 38"/>
                <a:gd name="T40" fmla="*/ 22 w 33"/>
                <a:gd name="T41" fmla="*/ 1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 h="38">
                  <a:moveTo>
                    <a:pt x="6" y="4"/>
                  </a:moveTo>
                  <a:cubicBezTo>
                    <a:pt x="2" y="6"/>
                    <a:pt x="1" y="10"/>
                    <a:pt x="0" y="16"/>
                  </a:cubicBezTo>
                  <a:cubicBezTo>
                    <a:pt x="0" y="22"/>
                    <a:pt x="1" y="27"/>
                    <a:pt x="3" y="30"/>
                  </a:cubicBezTo>
                  <a:cubicBezTo>
                    <a:pt x="4" y="32"/>
                    <a:pt x="6" y="34"/>
                    <a:pt x="9" y="36"/>
                  </a:cubicBezTo>
                  <a:cubicBezTo>
                    <a:pt x="12" y="38"/>
                    <a:pt x="16" y="37"/>
                    <a:pt x="20" y="35"/>
                  </a:cubicBezTo>
                  <a:cubicBezTo>
                    <a:pt x="22" y="33"/>
                    <a:pt x="24" y="32"/>
                    <a:pt x="26" y="31"/>
                  </a:cubicBezTo>
                  <a:cubicBezTo>
                    <a:pt x="27" y="29"/>
                    <a:pt x="28" y="27"/>
                    <a:pt x="30" y="25"/>
                  </a:cubicBezTo>
                  <a:cubicBezTo>
                    <a:pt x="31" y="22"/>
                    <a:pt x="32" y="20"/>
                    <a:pt x="33" y="18"/>
                  </a:cubicBezTo>
                  <a:cubicBezTo>
                    <a:pt x="33" y="16"/>
                    <a:pt x="33" y="14"/>
                    <a:pt x="33" y="11"/>
                  </a:cubicBezTo>
                  <a:cubicBezTo>
                    <a:pt x="32" y="9"/>
                    <a:pt x="32" y="7"/>
                    <a:pt x="31" y="6"/>
                  </a:cubicBezTo>
                  <a:cubicBezTo>
                    <a:pt x="28" y="2"/>
                    <a:pt x="25" y="0"/>
                    <a:pt x="20" y="0"/>
                  </a:cubicBezTo>
                  <a:cubicBezTo>
                    <a:pt x="15" y="0"/>
                    <a:pt x="10" y="1"/>
                    <a:pt x="6" y="4"/>
                  </a:cubicBezTo>
                  <a:close/>
                  <a:moveTo>
                    <a:pt x="22" y="17"/>
                  </a:moveTo>
                  <a:cubicBezTo>
                    <a:pt x="20" y="21"/>
                    <a:pt x="19" y="23"/>
                    <a:pt x="19" y="23"/>
                  </a:cubicBezTo>
                  <a:cubicBezTo>
                    <a:pt x="16" y="25"/>
                    <a:pt x="16" y="25"/>
                    <a:pt x="16" y="25"/>
                  </a:cubicBezTo>
                  <a:cubicBezTo>
                    <a:pt x="15" y="25"/>
                    <a:pt x="15" y="25"/>
                    <a:pt x="15" y="25"/>
                  </a:cubicBezTo>
                  <a:cubicBezTo>
                    <a:pt x="13" y="23"/>
                    <a:pt x="12" y="20"/>
                    <a:pt x="11" y="17"/>
                  </a:cubicBezTo>
                  <a:cubicBezTo>
                    <a:pt x="11" y="14"/>
                    <a:pt x="11" y="12"/>
                    <a:pt x="12" y="11"/>
                  </a:cubicBezTo>
                  <a:cubicBezTo>
                    <a:pt x="13" y="11"/>
                    <a:pt x="14" y="11"/>
                    <a:pt x="15" y="11"/>
                  </a:cubicBezTo>
                  <a:cubicBezTo>
                    <a:pt x="18" y="11"/>
                    <a:pt x="20" y="11"/>
                    <a:pt x="21" y="12"/>
                  </a:cubicBezTo>
                  <a:cubicBezTo>
                    <a:pt x="22" y="14"/>
                    <a:pt x="22" y="15"/>
                    <a:pt x="22"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 name="Freeform 314"/>
            <p:cNvSpPr>
              <a:spLocks/>
            </p:cNvSpPr>
            <p:nvPr/>
          </p:nvSpPr>
          <p:spPr bwMode="auto">
            <a:xfrm>
              <a:off x="7427913" y="5313363"/>
              <a:ext cx="20638" cy="25400"/>
            </a:xfrm>
            <a:custGeom>
              <a:avLst/>
              <a:gdLst>
                <a:gd name="T0" fmla="*/ 0 w 16"/>
                <a:gd name="T1" fmla="*/ 7 h 19"/>
                <a:gd name="T2" fmla="*/ 1 w 16"/>
                <a:gd name="T3" fmla="*/ 14 h 19"/>
                <a:gd name="T4" fmla="*/ 11 w 16"/>
                <a:gd name="T5" fmla="*/ 17 h 19"/>
                <a:gd name="T6" fmla="*/ 14 w 16"/>
                <a:gd name="T7" fmla="*/ 12 h 19"/>
                <a:gd name="T8" fmla="*/ 14 w 16"/>
                <a:gd name="T9" fmla="*/ 5 h 19"/>
                <a:gd name="T10" fmla="*/ 13 w 16"/>
                <a:gd name="T11" fmla="*/ 2 h 19"/>
                <a:gd name="T12" fmla="*/ 9 w 16"/>
                <a:gd name="T13" fmla="*/ 0 h 19"/>
                <a:gd name="T14" fmla="*/ 3 w 16"/>
                <a:gd name="T15" fmla="*/ 1 h 19"/>
                <a:gd name="T16" fmla="*/ 0 w 16"/>
                <a:gd name="T17"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9">
                  <a:moveTo>
                    <a:pt x="0" y="7"/>
                  </a:moveTo>
                  <a:cubicBezTo>
                    <a:pt x="0" y="10"/>
                    <a:pt x="0" y="12"/>
                    <a:pt x="1" y="14"/>
                  </a:cubicBezTo>
                  <a:cubicBezTo>
                    <a:pt x="4" y="18"/>
                    <a:pt x="7" y="19"/>
                    <a:pt x="11" y="17"/>
                  </a:cubicBezTo>
                  <a:cubicBezTo>
                    <a:pt x="12" y="16"/>
                    <a:pt x="13" y="15"/>
                    <a:pt x="14" y="12"/>
                  </a:cubicBezTo>
                  <a:cubicBezTo>
                    <a:pt x="15" y="10"/>
                    <a:pt x="16" y="7"/>
                    <a:pt x="14" y="5"/>
                  </a:cubicBezTo>
                  <a:cubicBezTo>
                    <a:pt x="13" y="2"/>
                    <a:pt x="13" y="2"/>
                    <a:pt x="13" y="2"/>
                  </a:cubicBezTo>
                  <a:cubicBezTo>
                    <a:pt x="13" y="1"/>
                    <a:pt x="11" y="0"/>
                    <a:pt x="9" y="0"/>
                  </a:cubicBezTo>
                  <a:cubicBezTo>
                    <a:pt x="6" y="0"/>
                    <a:pt x="5" y="0"/>
                    <a:pt x="3" y="1"/>
                  </a:cubicBezTo>
                  <a:cubicBezTo>
                    <a:pt x="2" y="2"/>
                    <a:pt x="1" y="4"/>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 name="Freeform 315"/>
            <p:cNvSpPr>
              <a:spLocks/>
            </p:cNvSpPr>
            <p:nvPr/>
          </p:nvSpPr>
          <p:spPr bwMode="auto">
            <a:xfrm>
              <a:off x="7392988" y="5229225"/>
              <a:ext cx="39688" cy="74612"/>
            </a:xfrm>
            <a:custGeom>
              <a:avLst/>
              <a:gdLst>
                <a:gd name="T0" fmla="*/ 23 w 31"/>
                <a:gd name="T1" fmla="*/ 33 h 58"/>
                <a:gd name="T2" fmla="*/ 17 w 31"/>
                <a:gd name="T3" fmla="*/ 14 h 58"/>
                <a:gd name="T4" fmla="*/ 13 w 31"/>
                <a:gd name="T5" fmla="*/ 2 h 58"/>
                <a:gd name="T6" fmla="*/ 9 w 31"/>
                <a:gd name="T7" fmla="*/ 0 h 58"/>
                <a:gd name="T8" fmla="*/ 4 w 31"/>
                <a:gd name="T9" fmla="*/ 1 h 58"/>
                <a:gd name="T10" fmla="*/ 1 w 31"/>
                <a:gd name="T11" fmla="*/ 6 h 58"/>
                <a:gd name="T12" fmla="*/ 1 w 31"/>
                <a:gd name="T13" fmla="*/ 13 h 58"/>
                <a:gd name="T14" fmla="*/ 3 w 31"/>
                <a:gd name="T15" fmla="*/ 18 h 58"/>
                <a:gd name="T16" fmla="*/ 11 w 31"/>
                <a:gd name="T17" fmla="*/ 36 h 58"/>
                <a:gd name="T18" fmla="*/ 22 w 31"/>
                <a:gd name="T19" fmla="*/ 58 h 58"/>
                <a:gd name="T20" fmla="*/ 31 w 31"/>
                <a:gd name="T21" fmla="*/ 55 h 58"/>
                <a:gd name="T22" fmla="*/ 29 w 31"/>
                <a:gd name="T23" fmla="*/ 48 h 58"/>
                <a:gd name="T24" fmla="*/ 23 w 31"/>
                <a:gd name="T25" fmla="*/ 3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58">
                  <a:moveTo>
                    <a:pt x="23" y="33"/>
                  </a:moveTo>
                  <a:cubicBezTo>
                    <a:pt x="22" y="28"/>
                    <a:pt x="20" y="21"/>
                    <a:pt x="17" y="14"/>
                  </a:cubicBezTo>
                  <a:cubicBezTo>
                    <a:pt x="15" y="7"/>
                    <a:pt x="14" y="3"/>
                    <a:pt x="13" y="2"/>
                  </a:cubicBezTo>
                  <a:cubicBezTo>
                    <a:pt x="12" y="1"/>
                    <a:pt x="11" y="0"/>
                    <a:pt x="9" y="0"/>
                  </a:cubicBezTo>
                  <a:cubicBezTo>
                    <a:pt x="7" y="0"/>
                    <a:pt x="6" y="0"/>
                    <a:pt x="4" y="1"/>
                  </a:cubicBezTo>
                  <a:cubicBezTo>
                    <a:pt x="3" y="2"/>
                    <a:pt x="2" y="3"/>
                    <a:pt x="1" y="6"/>
                  </a:cubicBezTo>
                  <a:cubicBezTo>
                    <a:pt x="0" y="8"/>
                    <a:pt x="0" y="11"/>
                    <a:pt x="1" y="13"/>
                  </a:cubicBezTo>
                  <a:cubicBezTo>
                    <a:pt x="2" y="16"/>
                    <a:pt x="3" y="17"/>
                    <a:pt x="3" y="18"/>
                  </a:cubicBezTo>
                  <a:cubicBezTo>
                    <a:pt x="5" y="22"/>
                    <a:pt x="8" y="28"/>
                    <a:pt x="11" y="36"/>
                  </a:cubicBezTo>
                  <a:cubicBezTo>
                    <a:pt x="13" y="44"/>
                    <a:pt x="17" y="51"/>
                    <a:pt x="22" y="58"/>
                  </a:cubicBezTo>
                  <a:cubicBezTo>
                    <a:pt x="24" y="58"/>
                    <a:pt x="27" y="57"/>
                    <a:pt x="31" y="55"/>
                  </a:cubicBezTo>
                  <a:cubicBezTo>
                    <a:pt x="31" y="53"/>
                    <a:pt x="30" y="50"/>
                    <a:pt x="29" y="48"/>
                  </a:cubicBezTo>
                  <a:cubicBezTo>
                    <a:pt x="27" y="44"/>
                    <a:pt x="25" y="40"/>
                    <a:pt x="23"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26" name="组合 325"/>
          <p:cNvGrpSpPr/>
          <p:nvPr/>
        </p:nvGrpSpPr>
        <p:grpSpPr>
          <a:xfrm>
            <a:off x="9939338" y="5132388"/>
            <a:ext cx="1885950" cy="1360487"/>
            <a:chOff x="9939338" y="5132388"/>
            <a:chExt cx="1885950" cy="1360487"/>
          </a:xfrm>
          <a:solidFill>
            <a:schemeClr val="tx1">
              <a:lumMod val="65000"/>
              <a:lumOff val="35000"/>
            </a:schemeClr>
          </a:solidFill>
        </p:grpSpPr>
        <p:sp>
          <p:nvSpPr>
            <p:cNvPr id="327" name="Freeform 316"/>
            <p:cNvSpPr>
              <a:spLocks/>
            </p:cNvSpPr>
            <p:nvPr/>
          </p:nvSpPr>
          <p:spPr bwMode="auto">
            <a:xfrm>
              <a:off x="9939338" y="5387975"/>
              <a:ext cx="206375" cy="314325"/>
            </a:xfrm>
            <a:custGeom>
              <a:avLst/>
              <a:gdLst>
                <a:gd name="T0" fmla="*/ 110 w 159"/>
                <a:gd name="T1" fmla="*/ 163 h 244"/>
                <a:gd name="T2" fmla="*/ 109 w 159"/>
                <a:gd name="T3" fmla="*/ 163 h 244"/>
                <a:gd name="T4" fmla="*/ 110 w 159"/>
                <a:gd name="T5" fmla="*/ 162 h 244"/>
                <a:gd name="T6" fmla="*/ 122 w 159"/>
                <a:gd name="T7" fmla="*/ 134 h 244"/>
                <a:gd name="T8" fmla="*/ 104 w 159"/>
                <a:gd name="T9" fmla="*/ 129 h 244"/>
                <a:gd name="T10" fmla="*/ 101 w 159"/>
                <a:gd name="T11" fmla="*/ 124 h 244"/>
                <a:gd name="T12" fmla="*/ 129 w 159"/>
                <a:gd name="T13" fmla="*/ 21 h 244"/>
                <a:gd name="T14" fmla="*/ 134 w 159"/>
                <a:gd name="T15" fmla="*/ 19 h 244"/>
                <a:gd name="T16" fmla="*/ 148 w 159"/>
                <a:gd name="T17" fmla="*/ 22 h 244"/>
                <a:gd name="T18" fmla="*/ 150 w 159"/>
                <a:gd name="T19" fmla="*/ 19 h 244"/>
                <a:gd name="T20" fmla="*/ 159 w 159"/>
                <a:gd name="T21" fmla="*/ 8 h 244"/>
                <a:gd name="T22" fmla="*/ 136 w 159"/>
                <a:gd name="T23" fmla="*/ 2 h 244"/>
                <a:gd name="T24" fmla="*/ 121 w 159"/>
                <a:gd name="T25" fmla="*/ 10 h 244"/>
                <a:gd name="T26" fmla="*/ 109 w 159"/>
                <a:gd name="T27" fmla="*/ 54 h 244"/>
                <a:gd name="T28" fmla="*/ 108 w 159"/>
                <a:gd name="T29" fmla="*/ 56 h 244"/>
                <a:gd name="T30" fmla="*/ 8 w 159"/>
                <a:gd name="T31" fmla="*/ 193 h 244"/>
                <a:gd name="T32" fmla="*/ 7 w 159"/>
                <a:gd name="T33" fmla="*/ 229 h 244"/>
                <a:gd name="T34" fmla="*/ 34 w 159"/>
                <a:gd name="T35" fmla="*/ 244 h 244"/>
                <a:gd name="T36" fmla="*/ 40 w 159"/>
                <a:gd name="T37" fmla="*/ 243 h 244"/>
                <a:gd name="T38" fmla="*/ 142 w 159"/>
                <a:gd name="T39" fmla="*/ 221 h 244"/>
                <a:gd name="T40" fmla="*/ 117 w 159"/>
                <a:gd name="T41" fmla="*/ 187 h 244"/>
                <a:gd name="T42" fmla="*/ 110 w 159"/>
                <a:gd name="T43" fmla="*/ 163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9" h="244">
                  <a:moveTo>
                    <a:pt x="110" y="163"/>
                  </a:moveTo>
                  <a:cubicBezTo>
                    <a:pt x="109" y="163"/>
                    <a:pt x="109" y="163"/>
                    <a:pt x="109" y="163"/>
                  </a:cubicBezTo>
                  <a:cubicBezTo>
                    <a:pt x="110" y="162"/>
                    <a:pt x="110" y="162"/>
                    <a:pt x="110" y="162"/>
                  </a:cubicBezTo>
                  <a:cubicBezTo>
                    <a:pt x="110" y="152"/>
                    <a:pt x="114" y="142"/>
                    <a:pt x="122" y="134"/>
                  </a:cubicBezTo>
                  <a:cubicBezTo>
                    <a:pt x="104" y="129"/>
                    <a:pt x="104" y="129"/>
                    <a:pt x="104" y="129"/>
                  </a:cubicBezTo>
                  <a:cubicBezTo>
                    <a:pt x="102" y="128"/>
                    <a:pt x="100" y="126"/>
                    <a:pt x="101" y="124"/>
                  </a:cubicBezTo>
                  <a:cubicBezTo>
                    <a:pt x="129" y="21"/>
                    <a:pt x="129" y="21"/>
                    <a:pt x="129" y="21"/>
                  </a:cubicBezTo>
                  <a:cubicBezTo>
                    <a:pt x="130" y="19"/>
                    <a:pt x="132" y="18"/>
                    <a:pt x="134" y="19"/>
                  </a:cubicBezTo>
                  <a:cubicBezTo>
                    <a:pt x="148" y="22"/>
                    <a:pt x="148" y="22"/>
                    <a:pt x="148" y="22"/>
                  </a:cubicBezTo>
                  <a:cubicBezTo>
                    <a:pt x="149" y="21"/>
                    <a:pt x="149" y="20"/>
                    <a:pt x="150" y="19"/>
                  </a:cubicBezTo>
                  <a:cubicBezTo>
                    <a:pt x="153" y="15"/>
                    <a:pt x="156" y="11"/>
                    <a:pt x="159" y="8"/>
                  </a:cubicBezTo>
                  <a:cubicBezTo>
                    <a:pt x="136" y="2"/>
                    <a:pt x="136" y="2"/>
                    <a:pt x="136" y="2"/>
                  </a:cubicBezTo>
                  <a:cubicBezTo>
                    <a:pt x="130" y="0"/>
                    <a:pt x="123" y="4"/>
                    <a:pt x="121" y="10"/>
                  </a:cubicBezTo>
                  <a:cubicBezTo>
                    <a:pt x="109" y="54"/>
                    <a:pt x="109" y="54"/>
                    <a:pt x="109" y="54"/>
                  </a:cubicBezTo>
                  <a:cubicBezTo>
                    <a:pt x="109" y="55"/>
                    <a:pt x="108" y="55"/>
                    <a:pt x="108" y="56"/>
                  </a:cubicBezTo>
                  <a:cubicBezTo>
                    <a:pt x="8" y="193"/>
                    <a:pt x="8" y="193"/>
                    <a:pt x="8" y="193"/>
                  </a:cubicBezTo>
                  <a:cubicBezTo>
                    <a:pt x="0" y="204"/>
                    <a:pt x="0" y="218"/>
                    <a:pt x="7" y="229"/>
                  </a:cubicBezTo>
                  <a:cubicBezTo>
                    <a:pt x="13" y="238"/>
                    <a:pt x="23" y="244"/>
                    <a:pt x="34" y="244"/>
                  </a:cubicBezTo>
                  <a:cubicBezTo>
                    <a:pt x="36" y="244"/>
                    <a:pt x="38" y="244"/>
                    <a:pt x="40" y="243"/>
                  </a:cubicBezTo>
                  <a:cubicBezTo>
                    <a:pt x="142" y="221"/>
                    <a:pt x="142" y="221"/>
                    <a:pt x="142" y="221"/>
                  </a:cubicBezTo>
                  <a:cubicBezTo>
                    <a:pt x="134" y="211"/>
                    <a:pt x="125" y="199"/>
                    <a:pt x="117" y="187"/>
                  </a:cubicBezTo>
                  <a:cubicBezTo>
                    <a:pt x="112" y="180"/>
                    <a:pt x="109" y="171"/>
                    <a:pt x="110" y="1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 name="Freeform 317"/>
            <p:cNvSpPr>
              <a:spLocks/>
            </p:cNvSpPr>
            <p:nvPr/>
          </p:nvSpPr>
          <p:spPr bwMode="auto">
            <a:xfrm>
              <a:off x="10169526" y="5686425"/>
              <a:ext cx="447675" cy="806450"/>
            </a:xfrm>
            <a:custGeom>
              <a:avLst/>
              <a:gdLst>
                <a:gd name="T0" fmla="*/ 253 w 347"/>
                <a:gd name="T1" fmla="*/ 149 h 625"/>
                <a:gd name="T2" fmla="*/ 221 w 347"/>
                <a:gd name="T3" fmla="*/ 0 h 625"/>
                <a:gd name="T4" fmla="*/ 129 w 347"/>
                <a:gd name="T5" fmla="*/ 79 h 625"/>
                <a:gd name="T6" fmla="*/ 108 w 347"/>
                <a:gd name="T7" fmla="*/ 81 h 625"/>
                <a:gd name="T8" fmla="*/ 8 w 347"/>
                <a:gd name="T9" fmla="*/ 35 h 625"/>
                <a:gd name="T10" fmla="*/ 34 w 347"/>
                <a:gd name="T11" fmla="*/ 158 h 625"/>
                <a:gd name="T12" fmla="*/ 2 w 347"/>
                <a:gd name="T13" fmla="*/ 570 h 625"/>
                <a:gd name="T14" fmla="*/ 48 w 347"/>
                <a:gd name="T15" fmla="*/ 623 h 625"/>
                <a:gd name="T16" fmla="*/ 101 w 347"/>
                <a:gd name="T17" fmla="*/ 578 h 625"/>
                <a:gd name="T18" fmla="*/ 127 w 347"/>
                <a:gd name="T19" fmla="*/ 235 h 625"/>
                <a:gd name="T20" fmla="*/ 169 w 347"/>
                <a:gd name="T21" fmla="*/ 226 h 625"/>
                <a:gd name="T22" fmla="*/ 245 w 347"/>
                <a:gd name="T23" fmla="*/ 579 h 625"/>
                <a:gd name="T24" fmla="*/ 303 w 347"/>
                <a:gd name="T25" fmla="*/ 617 h 625"/>
                <a:gd name="T26" fmla="*/ 341 w 347"/>
                <a:gd name="T27" fmla="*/ 558 h 625"/>
                <a:gd name="T28" fmla="*/ 253 w 347"/>
                <a:gd name="T29" fmla="*/ 149 h 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7" h="625">
                  <a:moveTo>
                    <a:pt x="253" y="149"/>
                  </a:moveTo>
                  <a:cubicBezTo>
                    <a:pt x="221" y="0"/>
                    <a:pt x="221" y="0"/>
                    <a:pt x="221" y="0"/>
                  </a:cubicBezTo>
                  <a:cubicBezTo>
                    <a:pt x="202" y="35"/>
                    <a:pt x="173" y="70"/>
                    <a:pt x="129" y="79"/>
                  </a:cubicBezTo>
                  <a:cubicBezTo>
                    <a:pt x="122" y="80"/>
                    <a:pt x="115" y="81"/>
                    <a:pt x="108" y="81"/>
                  </a:cubicBezTo>
                  <a:cubicBezTo>
                    <a:pt x="75" y="81"/>
                    <a:pt x="42" y="66"/>
                    <a:pt x="8" y="35"/>
                  </a:cubicBezTo>
                  <a:cubicBezTo>
                    <a:pt x="34" y="158"/>
                    <a:pt x="34" y="158"/>
                    <a:pt x="34" y="158"/>
                  </a:cubicBezTo>
                  <a:cubicBezTo>
                    <a:pt x="2" y="570"/>
                    <a:pt x="2" y="570"/>
                    <a:pt x="2" y="570"/>
                  </a:cubicBezTo>
                  <a:cubicBezTo>
                    <a:pt x="0" y="597"/>
                    <a:pt x="21" y="621"/>
                    <a:pt x="48" y="623"/>
                  </a:cubicBezTo>
                  <a:cubicBezTo>
                    <a:pt x="75" y="625"/>
                    <a:pt x="99" y="605"/>
                    <a:pt x="101" y="578"/>
                  </a:cubicBezTo>
                  <a:cubicBezTo>
                    <a:pt x="127" y="235"/>
                    <a:pt x="127" y="235"/>
                    <a:pt x="127" y="235"/>
                  </a:cubicBezTo>
                  <a:cubicBezTo>
                    <a:pt x="169" y="226"/>
                    <a:pt x="169" y="226"/>
                    <a:pt x="169" y="226"/>
                  </a:cubicBezTo>
                  <a:cubicBezTo>
                    <a:pt x="245" y="579"/>
                    <a:pt x="245" y="579"/>
                    <a:pt x="245" y="579"/>
                  </a:cubicBezTo>
                  <a:cubicBezTo>
                    <a:pt x="250" y="606"/>
                    <a:pt x="277" y="623"/>
                    <a:pt x="303" y="617"/>
                  </a:cubicBezTo>
                  <a:cubicBezTo>
                    <a:pt x="330" y="611"/>
                    <a:pt x="347" y="585"/>
                    <a:pt x="341" y="558"/>
                  </a:cubicBezTo>
                  <a:lnTo>
                    <a:pt x="253" y="1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 name="Freeform 318"/>
            <p:cNvSpPr>
              <a:spLocks/>
            </p:cNvSpPr>
            <p:nvPr/>
          </p:nvSpPr>
          <p:spPr bwMode="auto">
            <a:xfrm>
              <a:off x="10356851" y="5238750"/>
              <a:ext cx="106363" cy="85725"/>
            </a:xfrm>
            <a:custGeom>
              <a:avLst/>
              <a:gdLst>
                <a:gd name="T0" fmla="*/ 69 w 83"/>
                <a:gd name="T1" fmla="*/ 28 h 66"/>
                <a:gd name="T2" fmla="*/ 0 w 83"/>
                <a:gd name="T3" fmla="*/ 66 h 66"/>
                <a:gd name="T4" fmla="*/ 69 w 83"/>
                <a:gd name="T5" fmla="*/ 28 h 66"/>
              </a:gdLst>
              <a:ahLst/>
              <a:cxnLst>
                <a:cxn ang="0">
                  <a:pos x="T0" y="T1"/>
                </a:cxn>
                <a:cxn ang="0">
                  <a:pos x="T2" y="T3"/>
                </a:cxn>
                <a:cxn ang="0">
                  <a:pos x="T4" y="T5"/>
                </a:cxn>
              </a:cxnLst>
              <a:rect l="0" t="0" r="r" b="b"/>
              <a:pathLst>
                <a:path w="83" h="66">
                  <a:moveTo>
                    <a:pt x="69" y="28"/>
                  </a:moveTo>
                  <a:cubicBezTo>
                    <a:pt x="56" y="0"/>
                    <a:pt x="4" y="30"/>
                    <a:pt x="0" y="66"/>
                  </a:cubicBezTo>
                  <a:cubicBezTo>
                    <a:pt x="45" y="45"/>
                    <a:pt x="83" y="54"/>
                    <a:pt x="69"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 name="Freeform 319"/>
            <p:cNvSpPr>
              <a:spLocks/>
            </p:cNvSpPr>
            <p:nvPr/>
          </p:nvSpPr>
          <p:spPr bwMode="auto">
            <a:xfrm>
              <a:off x="10279063" y="5238750"/>
              <a:ext cx="73025" cy="87312"/>
            </a:xfrm>
            <a:custGeom>
              <a:avLst/>
              <a:gdLst>
                <a:gd name="T0" fmla="*/ 35 w 57"/>
                <a:gd name="T1" fmla="*/ 7 h 68"/>
                <a:gd name="T2" fmla="*/ 19 w 57"/>
                <a:gd name="T3" fmla="*/ 68 h 68"/>
                <a:gd name="T4" fmla="*/ 35 w 57"/>
                <a:gd name="T5" fmla="*/ 7 h 68"/>
              </a:gdLst>
              <a:ahLst/>
              <a:cxnLst>
                <a:cxn ang="0">
                  <a:pos x="T0" y="T1"/>
                </a:cxn>
                <a:cxn ang="0">
                  <a:pos x="T2" y="T3"/>
                </a:cxn>
                <a:cxn ang="0">
                  <a:pos x="T4" y="T5"/>
                </a:cxn>
              </a:cxnLst>
              <a:rect l="0" t="0" r="r" b="b"/>
              <a:pathLst>
                <a:path w="57" h="68">
                  <a:moveTo>
                    <a:pt x="35" y="7"/>
                  </a:moveTo>
                  <a:cubicBezTo>
                    <a:pt x="11" y="0"/>
                    <a:pt x="0" y="46"/>
                    <a:pt x="19" y="68"/>
                  </a:cubicBezTo>
                  <a:cubicBezTo>
                    <a:pt x="31" y="30"/>
                    <a:pt x="57" y="14"/>
                    <a:pt x="35"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 name="Freeform 320"/>
            <p:cNvSpPr>
              <a:spLocks/>
            </p:cNvSpPr>
            <p:nvPr/>
          </p:nvSpPr>
          <p:spPr bwMode="auto">
            <a:xfrm>
              <a:off x="10369551" y="5341938"/>
              <a:ext cx="74613" cy="50800"/>
            </a:xfrm>
            <a:custGeom>
              <a:avLst/>
              <a:gdLst>
                <a:gd name="T0" fmla="*/ 0 w 58"/>
                <a:gd name="T1" fmla="*/ 37 h 40"/>
                <a:gd name="T2" fmla="*/ 52 w 58"/>
                <a:gd name="T3" fmla="*/ 20 h 40"/>
                <a:gd name="T4" fmla="*/ 0 w 58"/>
                <a:gd name="T5" fmla="*/ 37 h 40"/>
              </a:gdLst>
              <a:ahLst/>
              <a:cxnLst>
                <a:cxn ang="0">
                  <a:pos x="T0" y="T1"/>
                </a:cxn>
                <a:cxn ang="0">
                  <a:pos x="T2" y="T3"/>
                </a:cxn>
                <a:cxn ang="0">
                  <a:pos x="T4" y="T5"/>
                </a:cxn>
              </a:cxnLst>
              <a:rect l="0" t="0" r="r" b="b"/>
              <a:pathLst>
                <a:path w="58" h="40">
                  <a:moveTo>
                    <a:pt x="0" y="37"/>
                  </a:moveTo>
                  <a:cubicBezTo>
                    <a:pt x="34" y="28"/>
                    <a:pt x="58" y="40"/>
                    <a:pt x="52" y="20"/>
                  </a:cubicBezTo>
                  <a:cubicBezTo>
                    <a:pt x="46" y="0"/>
                    <a:pt x="8" y="13"/>
                    <a:pt x="0"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 name="Freeform 321"/>
            <p:cNvSpPr>
              <a:spLocks/>
            </p:cNvSpPr>
            <p:nvPr/>
          </p:nvSpPr>
          <p:spPr bwMode="auto">
            <a:xfrm>
              <a:off x="10086976" y="5524500"/>
              <a:ext cx="400050" cy="255587"/>
            </a:xfrm>
            <a:custGeom>
              <a:avLst/>
              <a:gdLst>
                <a:gd name="T0" fmla="*/ 140 w 310"/>
                <a:gd name="T1" fmla="*/ 64 h 198"/>
                <a:gd name="T2" fmla="*/ 119 w 310"/>
                <a:gd name="T3" fmla="*/ 66 h 198"/>
                <a:gd name="T4" fmla="*/ 92 w 310"/>
                <a:gd name="T5" fmla="*/ 62 h 198"/>
                <a:gd name="T6" fmla="*/ 172 w 310"/>
                <a:gd name="T7" fmla="*/ 125 h 198"/>
                <a:gd name="T8" fmla="*/ 177 w 310"/>
                <a:gd name="T9" fmla="*/ 124 h 198"/>
                <a:gd name="T10" fmla="*/ 214 w 310"/>
                <a:gd name="T11" fmla="*/ 86 h 198"/>
                <a:gd name="T12" fmla="*/ 225 w 310"/>
                <a:gd name="T13" fmla="*/ 84 h 198"/>
                <a:gd name="T14" fmla="*/ 178 w 310"/>
                <a:gd name="T15" fmla="*/ 133 h 198"/>
                <a:gd name="T16" fmla="*/ 75 w 310"/>
                <a:gd name="T17" fmla="*/ 55 h 198"/>
                <a:gd name="T18" fmla="*/ 40 w 310"/>
                <a:gd name="T19" fmla="*/ 26 h 198"/>
                <a:gd name="T20" fmla="*/ 18 w 310"/>
                <a:gd name="T21" fmla="*/ 31 h 198"/>
                <a:gd name="T22" fmla="*/ 10 w 310"/>
                <a:gd name="T23" fmla="*/ 76 h 198"/>
                <a:gd name="T24" fmla="*/ 172 w 310"/>
                <a:gd name="T25" fmla="*/ 198 h 198"/>
                <a:gd name="T26" fmla="*/ 191 w 310"/>
                <a:gd name="T27" fmla="*/ 196 h 198"/>
                <a:gd name="T28" fmla="*/ 299 w 310"/>
                <a:gd name="T29" fmla="*/ 71 h 198"/>
                <a:gd name="T30" fmla="*/ 308 w 310"/>
                <a:gd name="T31" fmla="*/ 40 h 198"/>
                <a:gd name="T32" fmla="*/ 299 w 310"/>
                <a:gd name="T33" fmla="*/ 11 h 198"/>
                <a:gd name="T34" fmla="*/ 271 w 310"/>
                <a:gd name="T35" fmla="*/ 2 h 198"/>
                <a:gd name="T36" fmla="*/ 207 w 310"/>
                <a:gd name="T37" fmla="*/ 13 h 198"/>
                <a:gd name="T38" fmla="*/ 140 w 310"/>
                <a:gd name="T39" fmla="*/ 64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0" h="198">
                  <a:moveTo>
                    <a:pt x="140" y="64"/>
                  </a:moveTo>
                  <a:cubicBezTo>
                    <a:pt x="133" y="65"/>
                    <a:pt x="126" y="66"/>
                    <a:pt x="119" y="66"/>
                  </a:cubicBezTo>
                  <a:cubicBezTo>
                    <a:pt x="110" y="66"/>
                    <a:pt x="100" y="65"/>
                    <a:pt x="92" y="62"/>
                  </a:cubicBezTo>
                  <a:cubicBezTo>
                    <a:pt x="123" y="102"/>
                    <a:pt x="153" y="125"/>
                    <a:pt x="172" y="125"/>
                  </a:cubicBezTo>
                  <a:cubicBezTo>
                    <a:pt x="174" y="125"/>
                    <a:pt x="175" y="125"/>
                    <a:pt x="177" y="124"/>
                  </a:cubicBezTo>
                  <a:cubicBezTo>
                    <a:pt x="189" y="122"/>
                    <a:pt x="202" y="108"/>
                    <a:pt x="214" y="86"/>
                  </a:cubicBezTo>
                  <a:cubicBezTo>
                    <a:pt x="225" y="84"/>
                    <a:pt x="225" y="84"/>
                    <a:pt x="225" y="84"/>
                  </a:cubicBezTo>
                  <a:cubicBezTo>
                    <a:pt x="213" y="108"/>
                    <a:pt x="197" y="129"/>
                    <a:pt x="178" y="133"/>
                  </a:cubicBezTo>
                  <a:cubicBezTo>
                    <a:pt x="153" y="138"/>
                    <a:pt x="116" y="110"/>
                    <a:pt x="75" y="55"/>
                  </a:cubicBezTo>
                  <a:cubicBezTo>
                    <a:pt x="61" y="48"/>
                    <a:pt x="49" y="38"/>
                    <a:pt x="40" y="26"/>
                  </a:cubicBezTo>
                  <a:cubicBezTo>
                    <a:pt x="32" y="25"/>
                    <a:pt x="25" y="27"/>
                    <a:pt x="18" y="31"/>
                  </a:cubicBezTo>
                  <a:cubicBezTo>
                    <a:pt x="4" y="41"/>
                    <a:pt x="0" y="61"/>
                    <a:pt x="10" y="76"/>
                  </a:cubicBezTo>
                  <a:cubicBezTo>
                    <a:pt x="68" y="158"/>
                    <a:pt x="121" y="198"/>
                    <a:pt x="172" y="198"/>
                  </a:cubicBezTo>
                  <a:cubicBezTo>
                    <a:pt x="178" y="198"/>
                    <a:pt x="185" y="197"/>
                    <a:pt x="191" y="196"/>
                  </a:cubicBezTo>
                  <a:cubicBezTo>
                    <a:pt x="253" y="183"/>
                    <a:pt x="285" y="113"/>
                    <a:pt x="299" y="71"/>
                  </a:cubicBezTo>
                  <a:cubicBezTo>
                    <a:pt x="304" y="56"/>
                    <a:pt x="307" y="44"/>
                    <a:pt x="308" y="40"/>
                  </a:cubicBezTo>
                  <a:cubicBezTo>
                    <a:pt x="310" y="30"/>
                    <a:pt x="307" y="19"/>
                    <a:pt x="299" y="11"/>
                  </a:cubicBezTo>
                  <a:cubicBezTo>
                    <a:pt x="292" y="4"/>
                    <a:pt x="281" y="0"/>
                    <a:pt x="271" y="2"/>
                  </a:cubicBezTo>
                  <a:cubicBezTo>
                    <a:pt x="207" y="13"/>
                    <a:pt x="207" y="13"/>
                    <a:pt x="207" y="13"/>
                  </a:cubicBezTo>
                  <a:cubicBezTo>
                    <a:pt x="194" y="38"/>
                    <a:pt x="170" y="57"/>
                    <a:pt x="140" y="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322"/>
            <p:cNvSpPr>
              <a:spLocks noEditPoints="1"/>
            </p:cNvSpPr>
            <p:nvPr/>
          </p:nvSpPr>
          <p:spPr bwMode="auto">
            <a:xfrm>
              <a:off x="10113963" y="5354638"/>
              <a:ext cx="254000" cy="254000"/>
            </a:xfrm>
            <a:custGeom>
              <a:avLst/>
              <a:gdLst>
                <a:gd name="T0" fmla="*/ 10 w 197"/>
                <a:gd name="T1" fmla="*/ 118 h 197"/>
                <a:gd name="T2" fmla="*/ 117 w 197"/>
                <a:gd name="T3" fmla="*/ 187 h 197"/>
                <a:gd name="T4" fmla="*/ 186 w 197"/>
                <a:gd name="T5" fmla="*/ 80 h 197"/>
                <a:gd name="T6" fmla="*/ 80 w 197"/>
                <a:gd name="T7" fmla="*/ 11 h 197"/>
                <a:gd name="T8" fmla="*/ 10 w 197"/>
                <a:gd name="T9" fmla="*/ 118 h 197"/>
                <a:gd name="T10" fmla="*/ 93 w 197"/>
                <a:gd name="T11" fmla="*/ 111 h 197"/>
                <a:gd name="T12" fmla="*/ 151 w 197"/>
                <a:gd name="T13" fmla="*/ 121 h 197"/>
                <a:gd name="T14" fmla="*/ 103 w 197"/>
                <a:gd name="T15" fmla="*/ 138 h 197"/>
                <a:gd name="T16" fmla="*/ 55 w 197"/>
                <a:gd name="T17" fmla="*/ 156 h 197"/>
                <a:gd name="T18" fmla="*/ 93 w 197"/>
                <a:gd name="T19" fmla="*/ 111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197">
                  <a:moveTo>
                    <a:pt x="10" y="118"/>
                  </a:moveTo>
                  <a:cubicBezTo>
                    <a:pt x="21" y="166"/>
                    <a:pt x="69" y="197"/>
                    <a:pt x="117" y="187"/>
                  </a:cubicBezTo>
                  <a:cubicBezTo>
                    <a:pt x="166" y="176"/>
                    <a:pt x="197" y="129"/>
                    <a:pt x="186" y="80"/>
                  </a:cubicBezTo>
                  <a:cubicBezTo>
                    <a:pt x="176" y="31"/>
                    <a:pt x="128" y="0"/>
                    <a:pt x="80" y="11"/>
                  </a:cubicBezTo>
                  <a:cubicBezTo>
                    <a:pt x="31" y="21"/>
                    <a:pt x="0" y="69"/>
                    <a:pt x="10" y="118"/>
                  </a:cubicBezTo>
                  <a:close/>
                  <a:moveTo>
                    <a:pt x="93" y="111"/>
                  </a:moveTo>
                  <a:cubicBezTo>
                    <a:pt x="119" y="101"/>
                    <a:pt x="145" y="106"/>
                    <a:pt x="151" y="121"/>
                  </a:cubicBezTo>
                  <a:cubicBezTo>
                    <a:pt x="156" y="136"/>
                    <a:pt x="129" y="129"/>
                    <a:pt x="103" y="138"/>
                  </a:cubicBezTo>
                  <a:cubicBezTo>
                    <a:pt x="77" y="148"/>
                    <a:pt x="61" y="171"/>
                    <a:pt x="55" y="156"/>
                  </a:cubicBezTo>
                  <a:cubicBezTo>
                    <a:pt x="50" y="141"/>
                    <a:pt x="67" y="120"/>
                    <a:pt x="93"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323"/>
            <p:cNvSpPr>
              <a:spLocks/>
            </p:cNvSpPr>
            <p:nvPr/>
          </p:nvSpPr>
          <p:spPr bwMode="auto">
            <a:xfrm>
              <a:off x="10160001" y="5868988"/>
              <a:ext cx="25400" cy="57150"/>
            </a:xfrm>
            <a:custGeom>
              <a:avLst/>
              <a:gdLst>
                <a:gd name="T0" fmla="*/ 14 w 20"/>
                <a:gd name="T1" fmla="*/ 43 h 44"/>
                <a:gd name="T2" fmla="*/ 14 w 20"/>
                <a:gd name="T3" fmla="*/ 37 h 44"/>
                <a:gd name="T4" fmla="*/ 9 w 20"/>
                <a:gd name="T5" fmla="*/ 22 h 44"/>
                <a:gd name="T6" fmla="*/ 18 w 20"/>
                <a:gd name="T7" fmla="*/ 7 h 44"/>
                <a:gd name="T8" fmla="*/ 19 w 20"/>
                <a:gd name="T9" fmla="*/ 1 h 44"/>
                <a:gd name="T10" fmla="*/ 13 w 20"/>
                <a:gd name="T11" fmla="*/ 1 h 44"/>
                <a:gd name="T12" fmla="*/ 1 w 20"/>
                <a:gd name="T13" fmla="*/ 22 h 44"/>
                <a:gd name="T14" fmla="*/ 8 w 20"/>
                <a:gd name="T15" fmla="*/ 43 h 44"/>
                <a:gd name="T16" fmla="*/ 11 w 20"/>
                <a:gd name="T17" fmla="*/ 44 h 44"/>
                <a:gd name="T18" fmla="*/ 14 w 20"/>
                <a:gd name="T19" fmla="*/ 4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44">
                  <a:moveTo>
                    <a:pt x="14" y="43"/>
                  </a:moveTo>
                  <a:cubicBezTo>
                    <a:pt x="16" y="41"/>
                    <a:pt x="16" y="39"/>
                    <a:pt x="14" y="37"/>
                  </a:cubicBezTo>
                  <a:cubicBezTo>
                    <a:pt x="14" y="37"/>
                    <a:pt x="8" y="30"/>
                    <a:pt x="9" y="22"/>
                  </a:cubicBezTo>
                  <a:cubicBezTo>
                    <a:pt x="9" y="17"/>
                    <a:pt x="12" y="12"/>
                    <a:pt x="18" y="7"/>
                  </a:cubicBezTo>
                  <a:cubicBezTo>
                    <a:pt x="20" y="6"/>
                    <a:pt x="20" y="3"/>
                    <a:pt x="19" y="1"/>
                  </a:cubicBezTo>
                  <a:cubicBezTo>
                    <a:pt x="17" y="0"/>
                    <a:pt x="15" y="0"/>
                    <a:pt x="13" y="1"/>
                  </a:cubicBezTo>
                  <a:cubicBezTo>
                    <a:pt x="6" y="7"/>
                    <a:pt x="2" y="14"/>
                    <a:pt x="1" y="22"/>
                  </a:cubicBezTo>
                  <a:cubicBezTo>
                    <a:pt x="0" y="33"/>
                    <a:pt x="8" y="42"/>
                    <a:pt x="8" y="43"/>
                  </a:cubicBezTo>
                  <a:cubicBezTo>
                    <a:pt x="9" y="43"/>
                    <a:pt x="10" y="44"/>
                    <a:pt x="11" y="44"/>
                  </a:cubicBezTo>
                  <a:cubicBezTo>
                    <a:pt x="12" y="44"/>
                    <a:pt x="13" y="43"/>
                    <a:pt x="14"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 name="Freeform 324"/>
            <p:cNvSpPr>
              <a:spLocks/>
            </p:cNvSpPr>
            <p:nvPr/>
          </p:nvSpPr>
          <p:spPr bwMode="auto">
            <a:xfrm>
              <a:off x="10133013" y="5851525"/>
              <a:ext cx="36513" cy="82550"/>
            </a:xfrm>
            <a:custGeom>
              <a:avLst/>
              <a:gdLst>
                <a:gd name="T0" fmla="*/ 26 w 28"/>
                <a:gd name="T1" fmla="*/ 8 h 64"/>
                <a:gd name="T2" fmla="*/ 27 w 28"/>
                <a:gd name="T3" fmla="*/ 2 h 64"/>
                <a:gd name="T4" fmla="*/ 21 w 28"/>
                <a:gd name="T5" fmla="*/ 1 h 64"/>
                <a:gd name="T6" fmla="*/ 2 w 28"/>
                <a:gd name="T7" fmla="*/ 31 h 64"/>
                <a:gd name="T8" fmla="*/ 11 w 28"/>
                <a:gd name="T9" fmla="*/ 62 h 64"/>
                <a:gd name="T10" fmla="*/ 14 w 28"/>
                <a:gd name="T11" fmla="*/ 64 h 64"/>
                <a:gd name="T12" fmla="*/ 17 w 28"/>
                <a:gd name="T13" fmla="*/ 63 h 64"/>
                <a:gd name="T14" fmla="*/ 18 w 28"/>
                <a:gd name="T15" fmla="*/ 57 h 64"/>
                <a:gd name="T16" fmla="*/ 10 w 28"/>
                <a:gd name="T17" fmla="*/ 32 h 64"/>
                <a:gd name="T18" fmla="*/ 26 w 28"/>
                <a:gd name="T19" fmla="*/ 8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64">
                  <a:moveTo>
                    <a:pt x="26" y="8"/>
                  </a:moveTo>
                  <a:cubicBezTo>
                    <a:pt x="28" y="6"/>
                    <a:pt x="28" y="4"/>
                    <a:pt x="27" y="2"/>
                  </a:cubicBezTo>
                  <a:cubicBezTo>
                    <a:pt x="25" y="0"/>
                    <a:pt x="23" y="0"/>
                    <a:pt x="21" y="1"/>
                  </a:cubicBezTo>
                  <a:cubicBezTo>
                    <a:pt x="10" y="10"/>
                    <a:pt x="4" y="20"/>
                    <a:pt x="2" y="31"/>
                  </a:cubicBezTo>
                  <a:cubicBezTo>
                    <a:pt x="0" y="48"/>
                    <a:pt x="11" y="61"/>
                    <a:pt x="11" y="62"/>
                  </a:cubicBezTo>
                  <a:cubicBezTo>
                    <a:pt x="12" y="63"/>
                    <a:pt x="13" y="64"/>
                    <a:pt x="14" y="64"/>
                  </a:cubicBezTo>
                  <a:cubicBezTo>
                    <a:pt x="15" y="64"/>
                    <a:pt x="16" y="63"/>
                    <a:pt x="17" y="63"/>
                  </a:cubicBezTo>
                  <a:cubicBezTo>
                    <a:pt x="19" y="61"/>
                    <a:pt x="19" y="59"/>
                    <a:pt x="18" y="57"/>
                  </a:cubicBezTo>
                  <a:cubicBezTo>
                    <a:pt x="17" y="57"/>
                    <a:pt x="9" y="46"/>
                    <a:pt x="10" y="32"/>
                  </a:cubicBezTo>
                  <a:cubicBezTo>
                    <a:pt x="11" y="23"/>
                    <a:pt x="17" y="15"/>
                    <a:pt x="26"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 name="Freeform 325"/>
            <p:cNvSpPr>
              <a:spLocks/>
            </p:cNvSpPr>
            <p:nvPr/>
          </p:nvSpPr>
          <p:spPr bwMode="auto">
            <a:xfrm>
              <a:off x="10048876" y="5353050"/>
              <a:ext cx="47625" cy="41275"/>
            </a:xfrm>
            <a:custGeom>
              <a:avLst/>
              <a:gdLst>
                <a:gd name="T0" fmla="*/ 9 w 36"/>
                <a:gd name="T1" fmla="*/ 8 h 32"/>
                <a:gd name="T2" fmla="*/ 0 w 36"/>
                <a:gd name="T3" fmla="*/ 28 h 32"/>
                <a:gd name="T4" fmla="*/ 4 w 36"/>
                <a:gd name="T5" fmla="*/ 32 h 32"/>
                <a:gd name="T6" fmla="*/ 4 w 36"/>
                <a:gd name="T7" fmla="*/ 32 h 32"/>
                <a:gd name="T8" fmla="*/ 8 w 36"/>
                <a:gd name="T9" fmla="*/ 28 h 32"/>
                <a:gd name="T10" fmla="*/ 15 w 36"/>
                <a:gd name="T11" fmla="*/ 14 h 32"/>
                <a:gd name="T12" fmla="*/ 32 w 36"/>
                <a:gd name="T13" fmla="*/ 9 h 32"/>
                <a:gd name="T14" fmla="*/ 36 w 36"/>
                <a:gd name="T15" fmla="*/ 5 h 32"/>
                <a:gd name="T16" fmla="*/ 32 w 36"/>
                <a:gd name="T17" fmla="*/ 1 h 32"/>
                <a:gd name="T18" fmla="*/ 9 w 36"/>
                <a:gd name="T19" fmla="*/ 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2">
                  <a:moveTo>
                    <a:pt x="9" y="8"/>
                  </a:moveTo>
                  <a:cubicBezTo>
                    <a:pt x="1" y="16"/>
                    <a:pt x="0" y="28"/>
                    <a:pt x="0" y="28"/>
                  </a:cubicBezTo>
                  <a:cubicBezTo>
                    <a:pt x="0" y="30"/>
                    <a:pt x="2" y="32"/>
                    <a:pt x="4" y="32"/>
                  </a:cubicBezTo>
                  <a:cubicBezTo>
                    <a:pt x="4" y="32"/>
                    <a:pt x="4" y="32"/>
                    <a:pt x="4" y="32"/>
                  </a:cubicBezTo>
                  <a:cubicBezTo>
                    <a:pt x="7" y="32"/>
                    <a:pt x="8" y="30"/>
                    <a:pt x="8" y="28"/>
                  </a:cubicBezTo>
                  <a:cubicBezTo>
                    <a:pt x="8" y="28"/>
                    <a:pt x="9" y="19"/>
                    <a:pt x="15" y="14"/>
                  </a:cubicBezTo>
                  <a:cubicBezTo>
                    <a:pt x="19" y="10"/>
                    <a:pt x="24" y="8"/>
                    <a:pt x="32" y="9"/>
                  </a:cubicBezTo>
                  <a:cubicBezTo>
                    <a:pt x="34" y="9"/>
                    <a:pt x="36" y="7"/>
                    <a:pt x="36" y="5"/>
                  </a:cubicBezTo>
                  <a:cubicBezTo>
                    <a:pt x="36" y="3"/>
                    <a:pt x="34" y="1"/>
                    <a:pt x="32" y="1"/>
                  </a:cubicBezTo>
                  <a:cubicBezTo>
                    <a:pt x="23" y="0"/>
                    <a:pt x="15" y="3"/>
                    <a:pt x="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 name="Freeform 326"/>
            <p:cNvSpPr>
              <a:spLocks/>
            </p:cNvSpPr>
            <p:nvPr/>
          </p:nvSpPr>
          <p:spPr bwMode="auto">
            <a:xfrm>
              <a:off x="10028238" y="5330825"/>
              <a:ext cx="66675" cy="55562"/>
            </a:xfrm>
            <a:custGeom>
              <a:avLst/>
              <a:gdLst>
                <a:gd name="T0" fmla="*/ 49 w 52"/>
                <a:gd name="T1" fmla="*/ 1 h 43"/>
                <a:gd name="T2" fmla="*/ 14 w 52"/>
                <a:gd name="T3" fmla="*/ 10 h 43"/>
                <a:gd name="T4" fmla="*/ 0 w 52"/>
                <a:gd name="T5" fmla="*/ 38 h 43"/>
                <a:gd name="T6" fmla="*/ 3 w 52"/>
                <a:gd name="T7" fmla="*/ 43 h 43"/>
                <a:gd name="T8" fmla="*/ 4 w 52"/>
                <a:gd name="T9" fmla="*/ 43 h 43"/>
                <a:gd name="T10" fmla="*/ 8 w 52"/>
                <a:gd name="T11" fmla="*/ 39 h 43"/>
                <a:gd name="T12" fmla="*/ 20 w 52"/>
                <a:gd name="T13" fmla="*/ 16 h 43"/>
                <a:gd name="T14" fmla="*/ 48 w 52"/>
                <a:gd name="T15" fmla="*/ 9 h 43"/>
                <a:gd name="T16" fmla="*/ 52 w 52"/>
                <a:gd name="T17" fmla="*/ 6 h 43"/>
                <a:gd name="T18" fmla="*/ 49 w 52"/>
                <a:gd name="T19" fmla="*/ 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43">
                  <a:moveTo>
                    <a:pt x="49" y="1"/>
                  </a:moveTo>
                  <a:cubicBezTo>
                    <a:pt x="35" y="0"/>
                    <a:pt x="23" y="3"/>
                    <a:pt x="14" y="10"/>
                  </a:cubicBezTo>
                  <a:cubicBezTo>
                    <a:pt x="1" y="21"/>
                    <a:pt x="0" y="38"/>
                    <a:pt x="0" y="38"/>
                  </a:cubicBezTo>
                  <a:cubicBezTo>
                    <a:pt x="0" y="41"/>
                    <a:pt x="1" y="42"/>
                    <a:pt x="3" y="43"/>
                  </a:cubicBezTo>
                  <a:cubicBezTo>
                    <a:pt x="4" y="43"/>
                    <a:pt x="4" y="43"/>
                    <a:pt x="4" y="43"/>
                  </a:cubicBezTo>
                  <a:cubicBezTo>
                    <a:pt x="6" y="43"/>
                    <a:pt x="8" y="41"/>
                    <a:pt x="8" y="39"/>
                  </a:cubicBezTo>
                  <a:cubicBezTo>
                    <a:pt x="8" y="39"/>
                    <a:pt x="9" y="25"/>
                    <a:pt x="20" y="16"/>
                  </a:cubicBezTo>
                  <a:cubicBezTo>
                    <a:pt x="26" y="10"/>
                    <a:pt x="36" y="8"/>
                    <a:pt x="48" y="9"/>
                  </a:cubicBezTo>
                  <a:cubicBezTo>
                    <a:pt x="50" y="9"/>
                    <a:pt x="52" y="8"/>
                    <a:pt x="52" y="6"/>
                  </a:cubicBezTo>
                  <a:cubicBezTo>
                    <a:pt x="52" y="3"/>
                    <a:pt x="51" y="1"/>
                    <a:pt x="49"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 name="Freeform 327"/>
            <p:cNvSpPr>
              <a:spLocks/>
            </p:cNvSpPr>
            <p:nvPr/>
          </p:nvSpPr>
          <p:spPr bwMode="auto">
            <a:xfrm>
              <a:off x="10463213" y="5502275"/>
              <a:ext cx="42863" cy="42862"/>
            </a:xfrm>
            <a:custGeom>
              <a:avLst/>
              <a:gdLst>
                <a:gd name="T0" fmla="*/ 3 w 33"/>
                <a:gd name="T1" fmla="*/ 0 h 34"/>
                <a:gd name="T2" fmla="*/ 0 w 33"/>
                <a:gd name="T3" fmla="*/ 5 h 34"/>
                <a:gd name="T4" fmla="*/ 4 w 33"/>
                <a:gd name="T5" fmla="*/ 8 h 34"/>
                <a:gd name="T6" fmla="*/ 19 w 33"/>
                <a:gd name="T7" fmla="*/ 14 h 34"/>
                <a:gd name="T8" fmla="*/ 25 w 33"/>
                <a:gd name="T9" fmla="*/ 30 h 34"/>
                <a:gd name="T10" fmla="*/ 29 w 33"/>
                <a:gd name="T11" fmla="*/ 34 h 34"/>
                <a:gd name="T12" fmla="*/ 29 w 33"/>
                <a:gd name="T13" fmla="*/ 34 h 34"/>
                <a:gd name="T14" fmla="*/ 33 w 33"/>
                <a:gd name="T15" fmla="*/ 30 h 34"/>
                <a:gd name="T16" fmla="*/ 24 w 33"/>
                <a:gd name="T17" fmla="*/ 8 h 34"/>
                <a:gd name="T18" fmla="*/ 3 w 33"/>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34">
                  <a:moveTo>
                    <a:pt x="3" y="0"/>
                  </a:moveTo>
                  <a:cubicBezTo>
                    <a:pt x="1" y="0"/>
                    <a:pt x="0" y="2"/>
                    <a:pt x="0" y="5"/>
                  </a:cubicBezTo>
                  <a:cubicBezTo>
                    <a:pt x="0" y="7"/>
                    <a:pt x="2" y="8"/>
                    <a:pt x="4" y="8"/>
                  </a:cubicBezTo>
                  <a:cubicBezTo>
                    <a:pt x="4" y="8"/>
                    <a:pt x="13" y="8"/>
                    <a:pt x="19" y="14"/>
                  </a:cubicBezTo>
                  <a:cubicBezTo>
                    <a:pt x="23" y="17"/>
                    <a:pt x="25" y="23"/>
                    <a:pt x="25" y="30"/>
                  </a:cubicBezTo>
                  <a:cubicBezTo>
                    <a:pt x="25" y="32"/>
                    <a:pt x="27" y="34"/>
                    <a:pt x="29" y="34"/>
                  </a:cubicBezTo>
                  <a:cubicBezTo>
                    <a:pt x="29" y="34"/>
                    <a:pt x="29" y="34"/>
                    <a:pt x="29" y="34"/>
                  </a:cubicBezTo>
                  <a:cubicBezTo>
                    <a:pt x="31" y="34"/>
                    <a:pt x="33" y="32"/>
                    <a:pt x="33" y="30"/>
                  </a:cubicBezTo>
                  <a:cubicBezTo>
                    <a:pt x="33" y="20"/>
                    <a:pt x="30" y="13"/>
                    <a:pt x="24" y="8"/>
                  </a:cubicBezTo>
                  <a:cubicBezTo>
                    <a:pt x="16" y="0"/>
                    <a:pt x="4"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 name="Freeform 328"/>
            <p:cNvSpPr>
              <a:spLocks/>
            </p:cNvSpPr>
            <p:nvPr/>
          </p:nvSpPr>
          <p:spPr bwMode="auto">
            <a:xfrm>
              <a:off x="10471151" y="5478463"/>
              <a:ext cx="57150" cy="65087"/>
            </a:xfrm>
            <a:custGeom>
              <a:avLst/>
              <a:gdLst>
                <a:gd name="T0" fmla="*/ 28 w 45"/>
                <a:gd name="T1" fmla="*/ 18 h 50"/>
                <a:gd name="T2" fmla="*/ 37 w 45"/>
                <a:gd name="T3" fmla="*/ 46 h 50"/>
                <a:gd name="T4" fmla="*/ 41 w 45"/>
                <a:gd name="T5" fmla="*/ 50 h 50"/>
                <a:gd name="T6" fmla="*/ 41 w 45"/>
                <a:gd name="T7" fmla="*/ 50 h 50"/>
                <a:gd name="T8" fmla="*/ 45 w 45"/>
                <a:gd name="T9" fmla="*/ 46 h 50"/>
                <a:gd name="T10" fmla="*/ 33 w 45"/>
                <a:gd name="T11" fmla="*/ 12 h 50"/>
                <a:gd name="T12" fmla="*/ 4 w 45"/>
                <a:gd name="T13" fmla="*/ 0 h 50"/>
                <a:gd name="T14" fmla="*/ 0 w 45"/>
                <a:gd name="T15" fmla="*/ 4 h 50"/>
                <a:gd name="T16" fmla="*/ 4 w 45"/>
                <a:gd name="T17" fmla="*/ 8 h 50"/>
                <a:gd name="T18" fmla="*/ 28 w 45"/>
                <a:gd name="T19" fmla="*/ 1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50">
                  <a:moveTo>
                    <a:pt x="28" y="18"/>
                  </a:moveTo>
                  <a:cubicBezTo>
                    <a:pt x="34" y="24"/>
                    <a:pt x="37" y="34"/>
                    <a:pt x="37" y="46"/>
                  </a:cubicBezTo>
                  <a:cubicBezTo>
                    <a:pt x="37" y="48"/>
                    <a:pt x="38" y="50"/>
                    <a:pt x="41" y="50"/>
                  </a:cubicBezTo>
                  <a:cubicBezTo>
                    <a:pt x="41" y="50"/>
                    <a:pt x="41" y="50"/>
                    <a:pt x="41" y="50"/>
                  </a:cubicBezTo>
                  <a:cubicBezTo>
                    <a:pt x="43" y="50"/>
                    <a:pt x="45" y="48"/>
                    <a:pt x="45" y="46"/>
                  </a:cubicBezTo>
                  <a:cubicBezTo>
                    <a:pt x="45" y="32"/>
                    <a:pt x="41" y="20"/>
                    <a:pt x="33" y="12"/>
                  </a:cubicBezTo>
                  <a:cubicBezTo>
                    <a:pt x="21" y="0"/>
                    <a:pt x="5" y="0"/>
                    <a:pt x="4" y="0"/>
                  </a:cubicBezTo>
                  <a:cubicBezTo>
                    <a:pt x="2" y="0"/>
                    <a:pt x="0" y="2"/>
                    <a:pt x="0" y="4"/>
                  </a:cubicBezTo>
                  <a:cubicBezTo>
                    <a:pt x="0" y="6"/>
                    <a:pt x="1" y="8"/>
                    <a:pt x="4" y="8"/>
                  </a:cubicBezTo>
                  <a:cubicBezTo>
                    <a:pt x="4" y="8"/>
                    <a:pt x="18" y="8"/>
                    <a:pt x="28"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 name="Freeform 329"/>
            <p:cNvSpPr>
              <a:spLocks/>
            </p:cNvSpPr>
            <p:nvPr/>
          </p:nvSpPr>
          <p:spPr bwMode="auto">
            <a:xfrm>
              <a:off x="10550526" y="5980113"/>
              <a:ext cx="31750" cy="53975"/>
            </a:xfrm>
            <a:custGeom>
              <a:avLst/>
              <a:gdLst>
                <a:gd name="T0" fmla="*/ 1 w 25"/>
                <a:gd name="T1" fmla="*/ 3 h 42"/>
                <a:gd name="T2" fmla="*/ 3 w 25"/>
                <a:gd name="T3" fmla="*/ 8 h 42"/>
                <a:gd name="T4" fmla="*/ 15 w 25"/>
                <a:gd name="T5" fmla="*/ 19 h 42"/>
                <a:gd name="T6" fmla="*/ 14 w 25"/>
                <a:gd name="T7" fmla="*/ 36 h 42"/>
                <a:gd name="T8" fmla="*/ 17 w 25"/>
                <a:gd name="T9" fmla="*/ 41 h 42"/>
                <a:gd name="T10" fmla="*/ 18 w 25"/>
                <a:gd name="T11" fmla="*/ 42 h 42"/>
                <a:gd name="T12" fmla="*/ 22 w 25"/>
                <a:gd name="T13" fmla="*/ 39 h 42"/>
                <a:gd name="T14" fmla="*/ 22 w 25"/>
                <a:gd name="T15" fmla="*/ 15 h 42"/>
                <a:gd name="T16" fmla="*/ 6 w 25"/>
                <a:gd name="T17" fmla="*/ 0 h 42"/>
                <a:gd name="T18" fmla="*/ 1 w 25"/>
                <a:gd name="T19" fmla="*/ 3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42">
                  <a:moveTo>
                    <a:pt x="1" y="3"/>
                  </a:moveTo>
                  <a:cubicBezTo>
                    <a:pt x="0" y="5"/>
                    <a:pt x="1" y="7"/>
                    <a:pt x="3" y="8"/>
                  </a:cubicBezTo>
                  <a:cubicBezTo>
                    <a:pt x="3" y="8"/>
                    <a:pt x="12" y="11"/>
                    <a:pt x="15" y="19"/>
                  </a:cubicBezTo>
                  <a:cubicBezTo>
                    <a:pt x="17" y="24"/>
                    <a:pt x="17" y="29"/>
                    <a:pt x="14" y="36"/>
                  </a:cubicBezTo>
                  <a:cubicBezTo>
                    <a:pt x="13" y="38"/>
                    <a:pt x="14" y="40"/>
                    <a:pt x="17" y="41"/>
                  </a:cubicBezTo>
                  <a:cubicBezTo>
                    <a:pt x="17" y="42"/>
                    <a:pt x="18" y="42"/>
                    <a:pt x="18" y="42"/>
                  </a:cubicBezTo>
                  <a:cubicBezTo>
                    <a:pt x="20" y="42"/>
                    <a:pt x="21" y="41"/>
                    <a:pt x="22" y="39"/>
                  </a:cubicBezTo>
                  <a:cubicBezTo>
                    <a:pt x="25" y="30"/>
                    <a:pt x="25" y="22"/>
                    <a:pt x="22" y="15"/>
                  </a:cubicBezTo>
                  <a:cubicBezTo>
                    <a:pt x="17" y="5"/>
                    <a:pt x="6" y="1"/>
                    <a:pt x="6" y="0"/>
                  </a:cubicBezTo>
                  <a:cubicBezTo>
                    <a:pt x="4" y="0"/>
                    <a:pt x="1" y="1"/>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 name="Freeform 330"/>
            <p:cNvSpPr>
              <a:spLocks/>
            </p:cNvSpPr>
            <p:nvPr/>
          </p:nvSpPr>
          <p:spPr bwMode="auto">
            <a:xfrm>
              <a:off x="10567988" y="5959475"/>
              <a:ext cx="41275" cy="79375"/>
            </a:xfrm>
            <a:custGeom>
              <a:avLst/>
              <a:gdLst>
                <a:gd name="T0" fmla="*/ 21 w 32"/>
                <a:gd name="T1" fmla="*/ 61 h 61"/>
                <a:gd name="T2" fmla="*/ 22 w 32"/>
                <a:gd name="T3" fmla="*/ 61 h 61"/>
                <a:gd name="T4" fmla="*/ 26 w 32"/>
                <a:gd name="T5" fmla="*/ 59 h 61"/>
                <a:gd name="T6" fmla="*/ 28 w 32"/>
                <a:gd name="T7" fmla="*/ 24 h 61"/>
                <a:gd name="T8" fmla="*/ 6 w 32"/>
                <a:gd name="T9" fmla="*/ 1 h 61"/>
                <a:gd name="T10" fmla="*/ 0 w 32"/>
                <a:gd name="T11" fmla="*/ 3 h 61"/>
                <a:gd name="T12" fmla="*/ 3 w 32"/>
                <a:gd name="T13" fmla="*/ 8 h 61"/>
                <a:gd name="T14" fmla="*/ 21 w 32"/>
                <a:gd name="T15" fmla="*/ 27 h 61"/>
                <a:gd name="T16" fmla="*/ 19 w 32"/>
                <a:gd name="T17" fmla="*/ 56 h 61"/>
                <a:gd name="T18" fmla="*/ 21 w 32"/>
                <a:gd name="T19"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61">
                  <a:moveTo>
                    <a:pt x="21" y="61"/>
                  </a:moveTo>
                  <a:cubicBezTo>
                    <a:pt x="21" y="61"/>
                    <a:pt x="22" y="61"/>
                    <a:pt x="22" y="61"/>
                  </a:cubicBezTo>
                  <a:cubicBezTo>
                    <a:pt x="24" y="61"/>
                    <a:pt x="25" y="60"/>
                    <a:pt x="26" y="59"/>
                  </a:cubicBezTo>
                  <a:cubicBezTo>
                    <a:pt x="32" y="46"/>
                    <a:pt x="32" y="34"/>
                    <a:pt x="28" y="24"/>
                  </a:cubicBezTo>
                  <a:cubicBezTo>
                    <a:pt x="22" y="8"/>
                    <a:pt x="6" y="1"/>
                    <a:pt x="6" y="1"/>
                  </a:cubicBezTo>
                  <a:cubicBezTo>
                    <a:pt x="4" y="0"/>
                    <a:pt x="1" y="1"/>
                    <a:pt x="0" y="3"/>
                  </a:cubicBezTo>
                  <a:cubicBezTo>
                    <a:pt x="0" y="5"/>
                    <a:pt x="1" y="8"/>
                    <a:pt x="3" y="8"/>
                  </a:cubicBezTo>
                  <a:cubicBezTo>
                    <a:pt x="3" y="8"/>
                    <a:pt x="16" y="14"/>
                    <a:pt x="21" y="27"/>
                  </a:cubicBezTo>
                  <a:cubicBezTo>
                    <a:pt x="24" y="35"/>
                    <a:pt x="23" y="45"/>
                    <a:pt x="19" y="56"/>
                  </a:cubicBezTo>
                  <a:cubicBezTo>
                    <a:pt x="18" y="58"/>
                    <a:pt x="19" y="60"/>
                    <a:pt x="21"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 name="Freeform 331"/>
            <p:cNvSpPr>
              <a:spLocks noEditPoints="1"/>
            </p:cNvSpPr>
            <p:nvPr/>
          </p:nvSpPr>
          <p:spPr bwMode="auto">
            <a:xfrm>
              <a:off x="10672763" y="5132388"/>
              <a:ext cx="1152525" cy="1235075"/>
            </a:xfrm>
            <a:custGeom>
              <a:avLst/>
              <a:gdLst>
                <a:gd name="T0" fmla="*/ 871 w 894"/>
                <a:gd name="T1" fmla="*/ 702 h 958"/>
                <a:gd name="T2" fmla="*/ 764 w 894"/>
                <a:gd name="T3" fmla="*/ 520 h 958"/>
                <a:gd name="T4" fmla="*/ 732 w 894"/>
                <a:gd name="T5" fmla="*/ 354 h 958"/>
                <a:gd name="T6" fmla="*/ 727 w 894"/>
                <a:gd name="T7" fmla="*/ 232 h 958"/>
                <a:gd name="T8" fmla="*/ 783 w 894"/>
                <a:gd name="T9" fmla="*/ 109 h 958"/>
                <a:gd name="T10" fmla="*/ 532 w 894"/>
                <a:gd name="T11" fmla="*/ 56 h 958"/>
                <a:gd name="T12" fmla="*/ 470 w 894"/>
                <a:gd name="T13" fmla="*/ 152 h 958"/>
                <a:gd name="T14" fmla="*/ 287 w 894"/>
                <a:gd name="T15" fmla="*/ 47 h 958"/>
                <a:gd name="T16" fmla="*/ 228 w 894"/>
                <a:gd name="T17" fmla="*/ 229 h 958"/>
                <a:gd name="T18" fmla="*/ 179 w 894"/>
                <a:gd name="T19" fmla="*/ 300 h 958"/>
                <a:gd name="T20" fmla="*/ 21 w 894"/>
                <a:gd name="T21" fmla="*/ 265 h 958"/>
                <a:gd name="T22" fmla="*/ 89 w 894"/>
                <a:gd name="T23" fmla="*/ 440 h 958"/>
                <a:gd name="T24" fmla="*/ 179 w 894"/>
                <a:gd name="T25" fmla="*/ 547 h 958"/>
                <a:gd name="T26" fmla="*/ 388 w 894"/>
                <a:gd name="T27" fmla="*/ 551 h 958"/>
                <a:gd name="T28" fmla="*/ 451 w 894"/>
                <a:gd name="T29" fmla="*/ 659 h 958"/>
                <a:gd name="T30" fmla="*/ 633 w 894"/>
                <a:gd name="T31" fmla="*/ 666 h 958"/>
                <a:gd name="T32" fmla="*/ 858 w 894"/>
                <a:gd name="T33" fmla="*/ 949 h 958"/>
                <a:gd name="T34" fmla="*/ 892 w 894"/>
                <a:gd name="T35" fmla="*/ 892 h 958"/>
                <a:gd name="T36" fmla="*/ 718 w 894"/>
                <a:gd name="T37" fmla="*/ 669 h 958"/>
                <a:gd name="T38" fmla="*/ 469 w 894"/>
                <a:gd name="T39" fmla="*/ 639 h 958"/>
                <a:gd name="T40" fmla="*/ 199 w 894"/>
                <a:gd name="T41" fmla="*/ 514 h 958"/>
                <a:gd name="T42" fmla="*/ 126 w 894"/>
                <a:gd name="T43" fmla="*/ 500 h 958"/>
                <a:gd name="T44" fmla="*/ 45 w 894"/>
                <a:gd name="T45" fmla="*/ 285 h 958"/>
                <a:gd name="T46" fmla="*/ 85 w 894"/>
                <a:gd name="T47" fmla="*/ 271 h 958"/>
                <a:gd name="T48" fmla="*/ 269 w 894"/>
                <a:gd name="T49" fmla="*/ 307 h 958"/>
                <a:gd name="T50" fmla="*/ 218 w 894"/>
                <a:gd name="T51" fmla="*/ 104 h 958"/>
                <a:gd name="T52" fmla="*/ 406 w 894"/>
                <a:gd name="T53" fmla="*/ 139 h 958"/>
                <a:gd name="T54" fmla="*/ 525 w 894"/>
                <a:gd name="T55" fmla="*/ 132 h 958"/>
                <a:gd name="T56" fmla="*/ 620 w 894"/>
                <a:gd name="T57" fmla="*/ 21 h 958"/>
                <a:gd name="T58" fmla="*/ 719 w 894"/>
                <a:gd name="T59" fmla="*/ 186 h 958"/>
                <a:gd name="T60" fmla="*/ 704 w 894"/>
                <a:gd name="T61" fmla="*/ 326 h 958"/>
                <a:gd name="T62" fmla="*/ 711 w 894"/>
                <a:gd name="T63" fmla="*/ 496 h 958"/>
                <a:gd name="T64" fmla="*/ 833 w 894"/>
                <a:gd name="T65" fmla="*/ 682 h 958"/>
                <a:gd name="T66" fmla="*/ 857 w 894"/>
                <a:gd name="T67" fmla="*/ 819 h 958"/>
                <a:gd name="T68" fmla="*/ 718 w 894"/>
                <a:gd name="T69" fmla="*/ 669 h 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94" h="958">
                  <a:moveTo>
                    <a:pt x="889" y="827"/>
                  </a:moveTo>
                  <a:cubicBezTo>
                    <a:pt x="886" y="785"/>
                    <a:pt x="880" y="743"/>
                    <a:pt x="871" y="702"/>
                  </a:cubicBezTo>
                  <a:cubicBezTo>
                    <a:pt x="863" y="665"/>
                    <a:pt x="852" y="631"/>
                    <a:pt x="831" y="600"/>
                  </a:cubicBezTo>
                  <a:cubicBezTo>
                    <a:pt x="811" y="571"/>
                    <a:pt x="786" y="547"/>
                    <a:pt x="764" y="520"/>
                  </a:cubicBezTo>
                  <a:cubicBezTo>
                    <a:pt x="740" y="490"/>
                    <a:pt x="720" y="456"/>
                    <a:pt x="721" y="417"/>
                  </a:cubicBezTo>
                  <a:cubicBezTo>
                    <a:pt x="721" y="395"/>
                    <a:pt x="728" y="375"/>
                    <a:pt x="732" y="354"/>
                  </a:cubicBezTo>
                  <a:cubicBezTo>
                    <a:pt x="736" y="333"/>
                    <a:pt x="735" y="313"/>
                    <a:pt x="732" y="292"/>
                  </a:cubicBezTo>
                  <a:cubicBezTo>
                    <a:pt x="729" y="272"/>
                    <a:pt x="723" y="251"/>
                    <a:pt x="727" y="232"/>
                  </a:cubicBezTo>
                  <a:cubicBezTo>
                    <a:pt x="729" y="217"/>
                    <a:pt x="737" y="202"/>
                    <a:pt x="744" y="189"/>
                  </a:cubicBezTo>
                  <a:cubicBezTo>
                    <a:pt x="759" y="164"/>
                    <a:pt x="780" y="139"/>
                    <a:pt x="783" y="109"/>
                  </a:cubicBezTo>
                  <a:cubicBezTo>
                    <a:pt x="789" y="51"/>
                    <a:pt x="715" y="19"/>
                    <a:pt x="668" y="10"/>
                  </a:cubicBezTo>
                  <a:cubicBezTo>
                    <a:pt x="620" y="0"/>
                    <a:pt x="556" y="8"/>
                    <a:pt x="532" y="56"/>
                  </a:cubicBezTo>
                  <a:cubicBezTo>
                    <a:pt x="518" y="82"/>
                    <a:pt x="511" y="111"/>
                    <a:pt x="494" y="136"/>
                  </a:cubicBezTo>
                  <a:cubicBezTo>
                    <a:pt x="488" y="145"/>
                    <a:pt x="482" y="156"/>
                    <a:pt x="470" y="152"/>
                  </a:cubicBezTo>
                  <a:cubicBezTo>
                    <a:pt x="451" y="146"/>
                    <a:pt x="437" y="129"/>
                    <a:pt x="424" y="116"/>
                  </a:cubicBezTo>
                  <a:cubicBezTo>
                    <a:pt x="389" y="81"/>
                    <a:pt x="337" y="51"/>
                    <a:pt x="287" y="47"/>
                  </a:cubicBezTo>
                  <a:cubicBezTo>
                    <a:pt x="231" y="42"/>
                    <a:pt x="175" y="80"/>
                    <a:pt x="188" y="142"/>
                  </a:cubicBezTo>
                  <a:cubicBezTo>
                    <a:pt x="194" y="173"/>
                    <a:pt x="213" y="201"/>
                    <a:pt x="228" y="229"/>
                  </a:cubicBezTo>
                  <a:cubicBezTo>
                    <a:pt x="240" y="251"/>
                    <a:pt x="257" y="284"/>
                    <a:pt x="240" y="308"/>
                  </a:cubicBezTo>
                  <a:cubicBezTo>
                    <a:pt x="225" y="327"/>
                    <a:pt x="197" y="309"/>
                    <a:pt x="179" y="300"/>
                  </a:cubicBezTo>
                  <a:cubicBezTo>
                    <a:pt x="160" y="289"/>
                    <a:pt x="142" y="275"/>
                    <a:pt x="123" y="264"/>
                  </a:cubicBezTo>
                  <a:cubicBezTo>
                    <a:pt x="95" y="249"/>
                    <a:pt x="46" y="235"/>
                    <a:pt x="21" y="265"/>
                  </a:cubicBezTo>
                  <a:cubicBezTo>
                    <a:pt x="0" y="292"/>
                    <a:pt x="24" y="335"/>
                    <a:pt x="41" y="357"/>
                  </a:cubicBezTo>
                  <a:cubicBezTo>
                    <a:pt x="62" y="382"/>
                    <a:pt x="87" y="405"/>
                    <a:pt x="89" y="440"/>
                  </a:cubicBezTo>
                  <a:cubicBezTo>
                    <a:pt x="90" y="474"/>
                    <a:pt x="84" y="501"/>
                    <a:pt x="109" y="528"/>
                  </a:cubicBezTo>
                  <a:cubicBezTo>
                    <a:pt x="128" y="547"/>
                    <a:pt x="153" y="554"/>
                    <a:pt x="179" y="547"/>
                  </a:cubicBezTo>
                  <a:cubicBezTo>
                    <a:pt x="203" y="540"/>
                    <a:pt x="214" y="519"/>
                    <a:pt x="236" y="511"/>
                  </a:cubicBezTo>
                  <a:cubicBezTo>
                    <a:pt x="285" y="493"/>
                    <a:pt x="351" y="518"/>
                    <a:pt x="388" y="551"/>
                  </a:cubicBezTo>
                  <a:cubicBezTo>
                    <a:pt x="408" y="569"/>
                    <a:pt x="417" y="590"/>
                    <a:pt x="425" y="615"/>
                  </a:cubicBezTo>
                  <a:cubicBezTo>
                    <a:pt x="430" y="632"/>
                    <a:pt x="434" y="649"/>
                    <a:pt x="451" y="659"/>
                  </a:cubicBezTo>
                  <a:cubicBezTo>
                    <a:pt x="473" y="672"/>
                    <a:pt x="503" y="667"/>
                    <a:pt x="527" y="664"/>
                  </a:cubicBezTo>
                  <a:cubicBezTo>
                    <a:pt x="563" y="661"/>
                    <a:pt x="597" y="661"/>
                    <a:pt x="633" y="666"/>
                  </a:cubicBezTo>
                  <a:cubicBezTo>
                    <a:pt x="698" y="675"/>
                    <a:pt x="750" y="712"/>
                    <a:pt x="790" y="763"/>
                  </a:cubicBezTo>
                  <a:cubicBezTo>
                    <a:pt x="831" y="817"/>
                    <a:pt x="846" y="884"/>
                    <a:pt x="858" y="949"/>
                  </a:cubicBezTo>
                  <a:cubicBezTo>
                    <a:pt x="859" y="958"/>
                    <a:pt x="886" y="949"/>
                    <a:pt x="889" y="943"/>
                  </a:cubicBezTo>
                  <a:cubicBezTo>
                    <a:pt x="894" y="927"/>
                    <a:pt x="892" y="908"/>
                    <a:pt x="892" y="892"/>
                  </a:cubicBezTo>
                  <a:cubicBezTo>
                    <a:pt x="892" y="871"/>
                    <a:pt x="891" y="849"/>
                    <a:pt x="889" y="827"/>
                  </a:cubicBezTo>
                  <a:close/>
                  <a:moveTo>
                    <a:pt x="718" y="669"/>
                  </a:moveTo>
                  <a:cubicBezTo>
                    <a:pt x="669" y="647"/>
                    <a:pt x="607" y="644"/>
                    <a:pt x="554" y="648"/>
                  </a:cubicBezTo>
                  <a:cubicBezTo>
                    <a:pt x="529" y="651"/>
                    <a:pt x="488" y="662"/>
                    <a:pt x="469" y="639"/>
                  </a:cubicBezTo>
                  <a:cubicBezTo>
                    <a:pt x="456" y="623"/>
                    <a:pt x="454" y="598"/>
                    <a:pt x="446" y="580"/>
                  </a:cubicBezTo>
                  <a:cubicBezTo>
                    <a:pt x="412" y="499"/>
                    <a:pt x="270" y="461"/>
                    <a:pt x="199" y="514"/>
                  </a:cubicBezTo>
                  <a:cubicBezTo>
                    <a:pt x="188" y="523"/>
                    <a:pt x="181" y="537"/>
                    <a:pt x="165" y="534"/>
                  </a:cubicBezTo>
                  <a:cubicBezTo>
                    <a:pt x="149" y="532"/>
                    <a:pt x="133" y="513"/>
                    <a:pt x="126" y="500"/>
                  </a:cubicBezTo>
                  <a:cubicBezTo>
                    <a:pt x="109" y="469"/>
                    <a:pt x="127" y="433"/>
                    <a:pt x="111" y="401"/>
                  </a:cubicBezTo>
                  <a:cubicBezTo>
                    <a:pt x="92" y="360"/>
                    <a:pt x="46" y="334"/>
                    <a:pt x="45" y="285"/>
                  </a:cubicBezTo>
                  <a:cubicBezTo>
                    <a:pt x="44" y="279"/>
                    <a:pt x="46" y="265"/>
                    <a:pt x="51" y="262"/>
                  </a:cubicBezTo>
                  <a:cubicBezTo>
                    <a:pt x="56" y="259"/>
                    <a:pt x="77" y="268"/>
                    <a:pt x="85" y="271"/>
                  </a:cubicBezTo>
                  <a:cubicBezTo>
                    <a:pt x="107" y="281"/>
                    <a:pt x="127" y="297"/>
                    <a:pt x="148" y="310"/>
                  </a:cubicBezTo>
                  <a:cubicBezTo>
                    <a:pt x="186" y="331"/>
                    <a:pt x="236" y="346"/>
                    <a:pt x="269" y="307"/>
                  </a:cubicBezTo>
                  <a:cubicBezTo>
                    <a:pt x="297" y="267"/>
                    <a:pt x="254" y="214"/>
                    <a:pt x="236" y="178"/>
                  </a:cubicBezTo>
                  <a:cubicBezTo>
                    <a:pt x="225" y="156"/>
                    <a:pt x="213" y="129"/>
                    <a:pt x="218" y="104"/>
                  </a:cubicBezTo>
                  <a:cubicBezTo>
                    <a:pt x="223" y="77"/>
                    <a:pt x="242" y="59"/>
                    <a:pt x="269" y="62"/>
                  </a:cubicBezTo>
                  <a:cubicBezTo>
                    <a:pt x="323" y="67"/>
                    <a:pt x="369" y="102"/>
                    <a:pt x="406" y="139"/>
                  </a:cubicBezTo>
                  <a:cubicBezTo>
                    <a:pt x="425" y="157"/>
                    <a:pt x="447" y="172"/>
                    <a:pt x="474" y="167"/>
                  </a:cubicBezTo>
                  <a:cubicBezTo>
                    <a:pt x="496" y="164"/>
                    <a:pt x="513" y="150"/>
                    <a:pt x="525" y="132"/>
                  </a:cubicBezTo>
                  <a:cubicBezTo>
                    <a:pt x="539" y="109"/>
                    <a:pt x="548" y="83"/>
                    <a:pt x="559" y="59"/>
                  </a:cubicBezTo>
                  <a:cubicBezTo>
                    <a:pt x="570" y="32"/>
                    <a:pt x="591" y="20"/>
                    <a:pt x="620" y="21"/>
                  </a:cubicBezTo>
                  <a:cubicBezTo>
                    <a:pt x="667" y="22"/>
                    <a:pt x="752" y="51"/>
                    <a:pt x="753" y="109"/>
                  </a:cubicBezTo>
                  <a:cubicBezTo>
                    <a:pt x="753" y="137"/>
                    <a:pt x="733" y="163"/>
                    <a:pt x="719" y="186"/>
                  </a:cubicBezTo>
                  <a:cubicBezTo>
                    <a:pt x="702" y="212"/>
                    <a:pt x="692" y="236"/>
                    <a:pt x="696" y="268"/>
                  </a:cubicBezTo>
                  <a:cubicBezTo>
                    <a:pt x="698" y="287"/>
                    <a:pt x="704" y="306"/>
                    <a:pt x="704" y="326"/>
                  </a:cubicBezTo>
                  <a:cubicBezTo>
                    <a:pt x="705" y="349"/>
                    <a:pt x="698" y="371"/>
                    <a:pt x="693" y="394"/>
                  </a:cubicBezTo>
                  <a:cubicBezTo>
                    <a:pt x="687" y="431"/>
                    <a:pt x="692" y="464"/>
                    <a:pt x="711" y="496"/>
                  </a:cubicBezTo>
                  <a:cubicBezTo>
                    <a:pt x="729" y="528"/>
                    <a:pt x="755" y="554"/>
                    <a:pt x="778" y="581"/>
                  </a:cubicBezTo>
                  <a:cubicBezTo>
                    <a:pt x="804" y="612"/>
                    <a:pt x="822" y="643"/>
                    <a:pt x="833" y="682"/>
                  </a:cubicBezTo>
                  <a:cubicBezTo>
                    <a:pt x="845" y="725"/>
                    <a:pt x="852" y="768"/>
                    <a:pt x="856" y="812"/>
                  </a:cubicBezTo>
                  <a:cubicBezTo>
                    <a:pt x="856" y="815"/>
                    <a:pt x="857" y="817"/>
                    <a:pt x="857" y="819"/>
                  </a:cubicBezTo>
                  <a:cubicBezTo>
                    <a:pt x="851" y="805"/>
                    <a:pt x="845" y="792"/>
                    <a:pt x="837" y="779"/>
                  </a:cubicBezTo>
                  <a:cubicBezTo>
                    <a:pt x="809" y="733"/>
                    <a:pt x="768" y="691"/>
                    <a:pt x="718" y="6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 name="Freeform 332"/>
            <p:cNvSpPr>
              <a:spLocks/>
            </p:cNvSpPr>
            <p:nvPr/>
          </p:nvSpPr>
          <p:spPr bwMode="auto">
            <a:xfrm>
              <a:off x="11009313" y="5340350"/>
              <a:ext cx="82550" cy="100012"/>
            </a:xfrm>
            <a:custGeom>
              <a:avLst/>
              <a:gdLst>
                <a:gd name="T0" fmla="*/ 11 w 64"/>
                <a:gd name="T1" fmla="*/ 8 h 77"/>
                <a:gd name="T2" fmla="*/ 12 w 64"/>
                <a:gd name="T3" fmla="*/ 52 h 77"/>
                <a:gd name="T4" fmla="*/ 53 w 64"/>
                <a:gd name="T5" fmla="*/ 69 h 77"/>
                <a:gd name="T6" fmla="*/ 52 w 64"/>
                <a:gd name="T7" fmla="*/ 25 h 77"/>
                <a:gd name="T8" fmla="*/ 11 w 64"/>
                <a:gd name="T9" fmla="*/ 8 h 77"/>
              </a:gdLst>
              <a:ahLst/>
              <a:cxnLst>
                <a:cxn ang="0">
                  <a:pos x="T0" y="T1"/>
                </a:cxn>
                <a:cxn ang="0">
                  <a:pos x="T2" y="T3"/>
                </a:cxn>
                <a:cxn ang="0">
                  <a:pos x="T4" y="T5"/>
                </a:cxn>
                <a:cxn ang="0">
                  <a:pos x="T6" y="T7"/>
                </a:cxn>
                <a:cxn ang="0">
                  <a:pos x="T8" y="T9"/>
                </a:cxn>
              </a:cxnLst>
              <a:rect l="0" t="0" r="r" b="b"/>
              <a:pathLst>
                <a:path w="64" h="77">
                  <a:moveTo>
                    <a:pt x="11" y="8"/>
                  </a:moveTo>
                  <a:cubicBezTo>
                    <a:pt x="0" y="16"/>
                    <a:pt x="1" y="35"/>
                    <a:pt x="12" y="52"/>
                  </a:cubicBezTo>
                  <a:cubicBezTo>
                    <a:pt x="24" y="69"/>
                    <a:pt x="43" y="77"/>
                    <a:pt x="53" y="69"/>
                  </a:cubicBezTo>
                  <a:cubicBezTo>
                    <a:pt x="64" y="62"/>
                    <a:pt x="64" y="42"/>
                    <a:pt x="52" y="25"/>
                  </a:cubicBezTo>
                  <a:cubicBezTo>
                    <a:pt x="40" y="8"/>
                    <a:pt x="22" y="0"/>
                    <a:pt x="1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Freeform 333"/>
            <p:cNvSpPr>
              <a:spLocks/>
            </p:cNvSpPr>
            <p:nvPr/>
          </p:nvSpPr>
          <p:spPr bwMode="auto">
            <a:xfrm>
              <a:off x="11075988" y="5281613"/>
              <a:ext cx="82550" cy="96837"/>
            </a:xfrm>
            <a:custGeom>
              <a:avLst/>
              <a:gdLst>
                <a:gd name="T0" fmla="*/ 53 w 64"/>
                <a:gd name="T1" fmla="*/ 69 h 76"/>
                <a:gd name="T2" fmla="*/ 52 w 64"/>
                <a:gd name="T3" fmla="*/ 24 h 76"/>
                <a:gd name="T4" fmla="*/ 11 w 64"/>
                <a:gd name="T5" fmla="*/ 7 h 76"/>
                <a:gd name="T6" fmla="*/ 12 w 64"/>
                <a:gd name="T7" fmla="*/ 52 h 76"/>
                <a:gd name="T8" fmla="*/ 53 w 64"/>
                <a:gd name="T9" fmla="*/ 69 h 76"/>
              </a:gdLst>
              <a:ahLst/>
              <a:cxnLst>
                <a:cxn ang="0">
                  <a:pos x="T0" y="T1"/>
                </a:cxn>
                <a:cxn ang="0">
                  <a:pos x="T2" y="T3"/>
                </a:cxn>
                <a:cxn ang="0">
                  <a:pos x="T4" y="T5"/>
                </a:cxn>
                <a:cxn ang="0">
                  <a:pos x="T6" y="T7"/>
                </a:cxn>
                <a:cxn ang="0">
                  <a:pos x="T8" y="T9"/>
                </a:cxn>
              </a:cxnLst>
              <a:rect l="0" t="0" r="r" b="b"/>
              <a:pathLst>
                <a:path w="64" h="76">
                  <a:moveTo>
                    <a:pt x="53" y="69"/>
                  </a:moveTo>
                  <a:cubicBezTo>
                    <a:pt x="64" y="61"/>
                    <a:pt x="64" y="41"/>
                    <a:pt x="52" y="24"/>
                  </a:cubicBezTo>
                  <a:cubicBezTo>
                    <a:pt x="40" y="7"/>
                    <a:pt x="22" y="0"/>
                    <a:pt x="11" y="7"/>
                  </a:cubicBezTo>
                  <a:cubicBezTo>
                    <a:pt x="0" y="15"/>
                    <a:pt x="1" y="35"/>
                    <a:pt x="12" y="52"/>
                  </a:cubicBezTo>
                  <a:cubicBezTo>
                    <a:pt x="24" y="69"/>
                    <a:pt x="43" y="76"/>
                    <a:pt x="53"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Freeform 334"/>
            <p:cNvSpPr>
              <a:spLocks/>
            </p:cNvSpPr>
            <p:nvPr/>
          </p:nvSpPr>
          <p:spPr bwMode="auto">
            <a:xfrm>
              <a:off x="11122026" y="5407025"/>
              <a:ext cx="103188" cy="127000"/>
            </a:xfrm>
            <a:custGeom>
              <a:avLst/>
              <a:gdLst>
                <a:gd name="T0" fmla="*/ 11 w 79"/>
                <a:gd name="T1" fmla="*/ 8 h 98"/>
                <a:gd name="T2" fmla="*/ 20 w 79"/>
                <a:gd name="T3" fmla="*/ 63 h 98"/>
                <a:gd name="T4" fmla="*/ 68 w 79"/>
                <a:gd name="T5" fmla="*/ 90 h 98"/>
                <a:gd name="T6" fmla="*/ 59 w 79"/>
                <a:gd name="T7" fmla="*/ 35 h 98"/>
                <a:gd name="T8" fmla="*/ 11 w 79"/>
                <a:gd name="T9" fmla="*/ 8 h 98"/>
              </a:gdLst>
              <a:ahLst/>
              <a:cxnLst>
                <a:cxn ang="0">
                  <a:pos x="T0" y="T1"/>
                </a:cxn>
                <a:cxn ang="0">
                  <a:pos x="T2" y="T3"/>
                </a:cxn>
                <a:cxn ang="0">
                  <a:pos x="T4" y="T5"/>
                </a:cxn>
                <a:cxn ang="0">
                  <a:pos x="T6" y="T7"/>
                </a:cxn>
                <a:cxn ang="0">
                  <a:pos x="T8" y="T9"/>
                </a:cxn>
              </a:cxnLst>
              <a:rect l="0" t="0" r="r" b="b"/>
              <a:pathLst>
                <a:path w="79" h="98">
                  <a:moveTo>
                    <a:pt x="11" y="8"/>
                  </a:moveTo>
                  <a:cubicBezTo>
                    <a:pt x="0" y="16"/>
                    <a:pt x="4" y="40"/>
                    <a:pt x="20" y="63"/>
                  </a:cubicBezTo>
                  <a:cubicBezTo>
                    <a:pt x="35" y="85"/>
                    <a:pt x="57" y="98"/>
                    <a:pt x="68" y="90"/>
                  </a:cubicBezTo>
                  <a:cubicBezTo>
                    <a:pt x="79" y="83"/>
                    <a:pt x="75" y="58"/>
                    <a:pt x="59" y="35"/>
                  </a:cubicBezTo>
                  <a:cubicBezTo>
                    <a:pt x="43" y="13"/>
                    <a:pt x="22" y="0"/>
                    <a:pt x="1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46" name="组合 345"/>
          <p:cNvGrpSpPr/>
          <p:nvPr/>
        </p:nvGrpSpPr>
        <p:grpSpPr>
          <a:xfrm>
            <a:off x="8197851" y="5248275"/>
            <a:ext cx="1560512" cy="1244600"/>
            <a:chOff x="8197851" y="5248275"/>
            <a:chExt cx="1560512" cy="1244600"/>
          </a:xfrm>
          <a:solidFill>
            <a:schemeClr val="tx1">
              <a:lumMod val="65000"/>
              <a:lumOff val="35000"/>
            </a:schemeClr>
          </a:solidFill>
        </p:grpSpPr>
        <p:sp>
          <p:nvSpPr>
            <p:cNvPr id="347" name="Freeform 335"/>
            <p:cNvSpPr>
              <a:spLocks noEditPoints="1"/>
            </p:cNvSpPr>
            <p:nvPr/>
          </p:nvSpPr>
          <p:spPr bwMode="auto">
            <a:xfrm>
              <a:off x="9170988" y="6318250"/>
              <a:ext cx="530225" cy="163512"/>
            </a:xfrm>
            <a:custGeom>
              <a:avLst/>
              <a:gdLst>
                <a:gd name="T0" fmla="*/ 405 w 411"/>
                <a:gd name="T1" fmla="*/ 103 h 127"/>
                <a:gd name="T2" fmla="*/ 295 w 411"/>
                <a:gd name="T3" fmla="*/ 55 h 127"/>
                <a:gd name="T4" fmla="*/ 229 w 411"/>
                <a:gd name="T5" fmla="*/ 20 h 127"/>
                <a:gd name="T6" fmla="*/ 226 w 411"/>
                <a:gd name="T7" fmla="*/ 20 h 127"/>
                <a:gd name="T8" fmla="*/ 134 w 411"/>
                <a:gd name="T9" fmla="*/ 16 h 127"/>
                <a:gd name="T10" fmla="*/ 114 w 411"/>
                <a:gd name="T11" fmla="*/ 20 h 127"/>
                <a:gd name="T12" fmla="*/ 109 w 411"/>
                <a:gd name="T13" fmla="*/ 45 h 127"/>
                <a:gd name="T14" fmla="*/ 99 w 411"/>
                <a:gd name="T15" fmla="*/ 54 h 127"/>
                <a:gd name="T16" fmla="*/ 96 w 411"/>
                <a:gd name="T17" fmla="*/ 46 h 127"/>
                <a:gd name="T18" fmla="*/ 105 w 411"/>
                <a:gd name="T19" fmla="*/ 39 h 127"/>
                <a:gd name="T20" fmla="*/ 100 w 411"/>
                <a:gd name="T21" fmla="*/ 7 h 127"/>
                <a:gd name="T22" fmla="*/ 68 w 411"/>
                <a:gd name="T23" fmla="*/ 12 h 127"/>
                <a:gd name="T24" fmla="*/ 64 w 411"/>
                <a:gd name="T25" fmla="*/ 26 h 127"/>
                <a:gd name="T26" fmla="*/ 59 w 411"/>
                <a:gd name="T27" fmla="*/ 24 h 127"/>
                <a:gd name="T28" fmla="*/ 64 w 411"/>
                <a:gd name="T29" fmla="*/ 12 h 127"/>
                <a:gd name="T30" fmla="*/ 69 w 411"/>
                <a:gd name="T31" fmla="*/ 6 h 127"/>
                <a:gd name="T32" fmla="*/ 52 w 411"/>
                <a:gd name="T33" fmla="*/ 15 h 127"/>
                <a:gd name="T34" fmla="*/ 48 w 411"/>
                <a:gd name="T35" fmla="*/ 22 h 127"/>
                <a:gd name="T36" fmla="*/ 6 w 411"/>
                <a:gd name="T37" fmla="*/ 34 h 127"/>
                <a:gd name="T38" fmla="*/ 9 w 411"/>
                <a:gd name="T39" fmla="*/ 43 h 127"/>
                <a:gd name="T40" fmla="*/ 0 w 411"/>
                <a:gd name="T41" fmla="*/ 61 h 127"/>
                <a:gd name="T42" fmla="*/ 6 w 411"/>
                <a:gd name="T43" fmla="*/ 62 h 127"/>
                <a:gd name="T44" fmla="*/ 13 w 411"/>
                <a:gd name="T45" fmla="*/ 48 h 127"/>
                <a:gd name="T46" fmla="*/ 21 w 411"/>
                <a:gd name="T47" fmla="*/ 55 h 127"/>
                <a:gd name="T48" fmla="*/ 22 w 411"/>
                <a:gd name="T49" fmla="*/ 92 h 127"/>
                <a:gd name="T50" fmla="*/ 28 w 411"/>
                <a:gd name="T51" fmla="*/ 90 h 127"/>
                <a:gd name="T52" fmla="*/ 26 w 411"/>
                <a:gd name="T53" fmla="*/ 58 h 127"/>
                <a:gd name="T54" fmla="*/ 47 w 411"/>
                <a:gd name="T55" fmla="*/ 67 h 127"/>
                <a:gd name="T56" fmla="*/ 70 w 411"/>
                <a:gd name="T57" fmla="*/ 70 h 127"/>
                <a:gd name="T58" fmla="*/ 107 w 411"/>
                <a:gd name="T59" fmla="*/ 86 h 127"/>
                <a:gd name="T60" fmla="*/ 108 w 411"/>
                <a:gd name="T61" fmla="*/ 91 h 127"/>
                <a:gd name="T62" fmla="*/ 112 w 411"/>
                <a:gd name="T63" fmla="*/ 122 h 127"/>
                <a:gd name="T64" fmla="*/ 118 w 411"/>
                <a:gd name="T65" fmla="*/ 127 h 127"/>
                <a:gd name="T66" fmla="*/ 123 w 411"/>
                <a:gd name="T67" fmla="*/ 123 h 127"/>
                <a:gd name="T68" fmla="*/ 124 w 411"/>
                <a:gd name="T69" fmla="*/ 122 h 127"/>
                <a:gd name="T70" fmla="*/ 128 w 411"/>
                <a:gd name="T71" fmla="*/ 94 h 127"/>
                <a:gd name="T72" fmla="*/ 137 w 411"/>
                <a:gd name="T73" fmla="*/ 97 h 127"/>
                <a:gd name="T74" fmla="*/ 208 w 411"/>
                <a:gd name="T75" fmla="*/ 85 h 127"/>
                <a:gd name="T76" fmla="*/ 216 w 411"/>
                <a:gd name="T77" fmla="*/ 89 h 127"/>
                <a:gd name="T78" fmla="*/ 221 w 411"/>
                <a:gd name="T79" fmla="*/ 90 h 127"/>
                <a:gd name="T80" fmla="*/ 228 w 411"/>
                <a:gd name="T81" fmla="*/ 120 h 127"/>
                <a:gd name="T82" fmla="*/ 235 w 411"/>
                <a:gd name="T83" fmla="*/ 125 h 127"/>
                <a:gd name="T84" fmla="*/ 242 w 411"/>
                <a:gd name="T85" fmla="*/ 120 h 127"/>
                <a:gd name="T86" fmla="*/ 242 w 411"/>
                <a:gd name="T87" fmla="*/ 119 h 127"/>
                <a:gd name="T88" fmla="*/ 252 w 411"/>
                <a:gd name="T89" fmla="*/ 74 h 127"/>
                <a:gd name="T90" fmla="*/ 252 w 411"/>
                <a:gd name="T91" fmla="*/ 72 h 127"/>
                <a:gd name="T92" fmla="*/ 254 w 411"/>
                <a:gd name="T93" fmla="*/ 67 h 127"/>
                <a:gd name="T94" fmla="*/ 255 w 411"/>
                <a:gd name="T95" fmla="*/ 41 h 127"/>
                <a:gd name="T96" fmla="*/ 288 w 411"/>
                <a:gd name="T97" fmla="*/ 65 h 127"/>
                <a:gd name="T98" fmla="*/ 405 w 411"/>
                <a:gd name="T99" fmla="*/ 115 h 127"/>
                <a:gd name="T100" fmla="*/ 405 w 411"/>
                <a:gd name="T101" fmla="*/ 115 h 127"/>
                <a:gd name="T102" fmla="*/ 411 w 411"/>
                <a:gd name="T103" fmla="*/ 109 h 127"/>
                <a:gd name="T104" fmla="*/ 405 w 411"/>
                <a:gd name="T105" fmla="*/ 103 h 127"/>
                <a:gd name="T106" fmla="*/ 45 w 411"/>
                <a:gd name="T107" fmla="*/ 47 h 127"/>
                <a:gd name="T108" fmla="*/ 43 w 411"/>
                <a:gd name="T109" fmla="*/ 36 h 127"/>
                <a:gd name="T110" fmla="*/ 55 w 411"/>
                <a:gd name="T111" fmla="*/ 34 h 127"/>
                <a:gd name="T112" fmla="*/ 56 w 411"/>
                <a:gd name="T113" fmla="*/ 45 h 127"/>
                <a:gd name="T114" fmla="*/ 45 w 411"/>
                <a:gd name="T115" fmla="*/ 4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11" h="127">
                  <a:moveTo>
                    <a:pt x="405" y="103"/>
                  </a:moveTo>
                  <a:cubicBezTo>
                    <a:pt x="354" y="100"/>
                    <a:pt x="323" y="76"/>
                    <a:pt x="295" y="55"/>
                  </a:cubicBezTo>
                  <a:cubicBezTo>
                    <a:pt x="274" y="39"/>
                    <a:pt x="255" y="24"/>
                    <a:pt x="229" y="20"/>
                  </a:cubicBezTo>
                  <a:cubicBezTo>
                    <a:pt x="228" y="19"/>
                    <a:pt x="227" y="20"/>
                    <a:pt x="226" y="20"/>
                  </a:cubicBezTo>
                  <a:cubicBezTo>
                    <a:pt x="197" y="14"/>
                    <a:pt x="150" y="16"/>
                    <a:pt x="134" y="16"/>
                  </a:cubicBezTo>
                  <a:cubicBezTo>
                    <a:pt x="127" y="16"/>
                    <a:pt x="121" y="18"/>
                    <a:pt x="114" y="20"/>
                  </a:cubicBezTo>
                  <a:cubicBezTo>
                    <a:pt x="116" y="28"/>
                    <a:pt x="115" y="37"/>
                    <a:pt x="109" y="45"/>
                  </a:cubicBezTo>
                  <a:cubicBezTo>
                    <a:pt x="106" y="49"/>
                    <a:pt x="103" y="52"/>
                    <a:pt x="99" y="54"/>
                  </a:cubicBezTo>
                  <a:cubicBezTo>
                    <a:pt x="98" y="51"/>
                    <a:pt x="97" y="48"/>
                    <a:pt x="96" y="46"/>
                  </a:cubicBezTo>
                  <a:cubicBezTo>
                    <a:pt x="99" y="44"/>
                    <a:pt x="102" y="42"/>
                    <a:pt x="105" y="39"/>
                  </a:cubicBezTo>
                  <a:cubicBezTo>
                    <a:pt x="112" y="29"/>
                    <a:pt x="110" y="14"/>
                    <a:pt x="100" y="7"/>
                  </a:cubicBezTo>
                  <a:cubicBezTo>
                    <a:pt x="90" y="0"/>
                    <a:pt x="76" y="2"/>
                    <a:pt x="68" y="12"/>
                  </a:cubicBezTo>
                  <a:cubicBezTo>
                    <a:pt x="65" y="16"/>
                    <a:pt x="64" y="21"/>
                    <a:pt x="64" y="26"/>
                  </a:cubicBezTo>
                  <a:cubicBezTo>
                    <a:pt x="62" y="25"/>
                    <a:pt x="61" y="25"/>
                    <a:pt x="59" y="24"/>
                  </a:cubicBezTo>
                  <a:cubicBezTo>
                    <a:pt x="59" y="20"/>
                    <a:pt x="61" y="15"/>
                    <a:pt x="64" y="12"/>
                  </a:cubicBezTo>
                  <a:cubicBezTo>
                    <a:pt x="65" y="9"/>
                    <a:pt x="67" y="7"/>
                    <a:pt x="69" y="6"/>
                  </a:cubicBezTo>
                  <a:cubicBezTo>
                    <a:pt x="63" y="6"/>
                    <a:pt x="56" y="9"/>
                    <a:pt x="52" y="15"/>
                  </a:cubicBezTo>
                  <a:cubicBezTo>
                    <a:pt x="50" y="17"/>
                    <a:pt x="49" y="20"/>
                    <a:pt x="48" y="22"/>
                  </a:cubicBezTo>
                  <a:cubicBezTo>
                    <a:pt x="27" y="19"/>
                    <a:pt x="8" y="27"/>
                    <a:pt x="6" y="34"/>
                  </a:cubicBezTo>
                  <a:cubicBezTo>
                    <a:pt x="5" y="36"/>
                    <a:pt x="7" y="40"/>
                    <a:pt x="9" y="43"/>
                  </a:cubicBezTo>
                  <a:cubicBezTo>
                    <a:pt x="5" y="46"/>
                    <a:pt x="1" y="52"/>
                    <a:pt x="0" y="61"/>
                  </a:cubicBezTo>
                  <a:cubicBezTo>
                    <a:pt x="6" y="62"/>
                    <a:pt x="6" y="62"/>
                    <a:pt x="6" y="62"/>
                  </a:cubicBezTo>
                  <a:cubicBezTo>
                    <a:pt x="7" y="54"/>
                    <a:pt x="10" y="50"/>
                    <a:pt x="13" y="48"/>
                  </a:cubicBezTo>
                  <a:cubicBezTo>
                    <a:pt x="15" y="50"/>
                    <a:pt x="17" y="53"/>
                    <a:pt x="21" y="55"/>
                  </a:cubicBezTo>
                  <a:cubicBezTo>
                    <a:pt x="18" y="61"/>
                    <a:pt x="17" y="73"/>
                    <a:pt x="22" y="92"/>
                  </a:cubicBezTo>
                  <a:cubicBezTo>
                    <a:pt x="28" y="90"/>
                    <a:pt x="28" y="90"/>
                    <a:pt x="28" y="90"/>
                  </a:cubicBezTo>
                  <a:cubicBezTo>
                    <a:pt x="23" y="74"/>
                    <a:pt x="24" y="64"/>
                    <a:pt x="26" y="58"/>
                  </a:cubicBezTo>
                  <a:cubicBezTo>
                    <a:pt x="32" y="62"/>
                    <a:pt x="39" y="65"/>
                    <a:pt x="47" y="67"/>
                  </a:cubicBezTo>
                  <a:cubicBezTo>
                    <a:pt x="55" y="69"/>
                    <a:pt x="63" y="70"/>
                    <a:pt x="70" y="70"/>
                  </a:cubicBezTo>
                  <a:cubicBezTo>
                    <a:pt x="76" y="73"/>
                    <a:pt x="88" y="79"/>
                    <a:pt x="107" y="86"/>
                  </a:cubicBezTo>
                  <a:cubicBezTo>
                    <a:pt x="107" y="88"/>
                    <a:pt x="107" y="89"/>
                    <a:pt x="108" y="91"/>
                  </a:cubicBezTo>
                  <a:cubicBezTo>
                    <a:pt x="109" y="103"/>
                    <a:pt x="112" y="122"/>
                    <a:pt x="112" y="122"/>
                  </a:cubicBezTo>
                  <a:cubicBezTo>
                    <a:pt x="112" y="125"/>
                    <a:pt x="115" y="127"/>
                    <a:pt x="118" y="127"/>
                  </a:cubicBezTo>
                  <a:cubicBezTo>
                    <a:pt x="120" y="127"/>
                    <a:pt x="123" y="126"/>
                    <a:pt x="123" y="123"/>
                  </a:cubicBezTo>
                  <a:cubicBezTo>
                    <a:pt x="124" y="123"/>
                    <a:pt x="124" y="122"/>
                    <a:pt x="124" y="122"/>
                  </a:cubicBezTo>
                  <a:cubicBezTo>
                    <a:pt x="128" y="94"/>
                    <a:pt x="128" y="94"/>
                    <a:pt x="128" y="94"/>
                  </a:cubicBezTo>
                  <a:cubicBezTo>
                    <a:pt x="131" y="95"/>
                    <a:pt x="134" y="96"/>
                    <a:pt x="137" y="97"/>
                  </a:cubicBezTo>
                  <a:cubicBezTo>
                    <a:pt x="161" y="104"/>
                    <a:pt x="187" y="97"/>
                    <a:pt x="208" y="85"/>
                  </a:cubicBezTo>
                  <a:cubicBezTo>
                    <a:pt x="211" y="87"/>
                    <a:pt x="213" y="88"/>
                    <a:pt x="216" y="89"/>
                  </a:cubicBezTo>
                  <a:cubicBezTo>
                    <a:pt x="218" y="90"/>
                    <a:pt x="219" y="90"/>
                    <a:pt x="221" y="90"/>
                  </a:cubicBezTo>
                  <a:cubicBezTo>
                    <a:pt x="228" y="120"/>
                    <a:pt x="228" y="120"/>
                    <a:pt x="228" y="120"/>
                  </a:cubicBezTo>
                  <a:cubicBezTo>
                    <a:pt x="229" y="123"/>
                    <a:pt x="232" y="125"/>
                    <a:pt x="235" y="125"/>
                  </a:cubicBezTo>
                  <a:cubicBezTo>
                    <a:pt x="238" y="125"/>
                    <a:pt x="241" y="123"/>
                    <a:pt x="242" y="120"/>
                  </a:cubicBezTo>
                  <a:cubicBezTo>
                    <a:pt x="242" y="120"/>
                    <a:pt x="242" y="120"/>
                    <a:pt x="242" y="119"/>
                  </a:cubicBezTo>
                  <a:cubicBezTo>
                    <a:pt x="252" y="74"/>
                    <a:pt x="252" y="74"/>
                    <a:pt x="252" y="74"/>
                  </a:cubicBezTo>
                  <a:cubicBezTo>
                    <a:pt x="252" y="73"/>
                    <a:pt x="252" y="73"/>
                    <a:pt x="252" y="72"/>
                  </a:cubicBezTo>
                  <a:cubicBezTo>
                    <a:pt x="253" y="70"/>
                    <a:pt x="254" y="69"/>
                    <a:pt x="254" y="67"/>
                  </a:cubicBezTo>
                  <a:cubicBezTo>
                    <a:pt x="257" y="58"/>
                    <a:pt x="257" y="49"/>
                    <a:pt x="255" y="41"/>
                  </a:cubicBezTo>
                  <a:cubicBezTo>
                    <a:pt x="266" y="48"/>
                    <a:pt x="276" y="56"/>
                    <a:pt x="288" y="65"/>
                  </a:cubicBezTo>
                  <a:cubicBezTo>
                    <a:pt x="317" y="87"/>
                    <a:pt x="350" y="112"/>
                    <a:pt x="405" y="115"/>
                  </a:cubicBezTo>
                  <a:cubicBezTo>
                    <a:pt x="405" y="115"/>
                    <a:pt x="405" y="115"/>
                    <a:pt x="405" y="115"/>
                  </a:cubicBezTo>
                  <a:cubicBezTo>
                    <a:pt x="408" y="115"/>
                    <a:pt x="411" y="113"/>
                    <a:pt x="411" y="109"/>
                  </a:cubicBezTo>
                  <a:cubicBezTo>
                    <a:pt x="411" y="106"/>
                    <a:pt x="409" y="103"/>
                    <a:pt x="405" y="103"/>
                  </a:cubicBezTo>
                  <a:close/>
                  <a:moveTo>
                    <a:pt x="45" y="47"/>
                  </a:moveTo>
                  <a:cubicBezTo>
                    <a:pt x="42" y="45"/>
                    <a:pt x="41" y="40"/>
                    <a:pt x="43" y="36"/>
                  </a:cubicBezTo>
                  <a:cubicBezTo>
                    <a:pt x="46" y="32"/>
                    <a:pt x="51" y="32"/>
                    <a:pt x="55" y="34"/>
                  </a:cubicBezTo>
                  <a:cubicBezTo>
                    <a:pt x="58" y="37"/>
                    <a:pt x="59" y="42"/>
                    <a:pt x="56" y="45"/>
                  </a:cubicBezTo>
                  <a:cubicBezTo>
                    <a:pt x="54" y="49"/>
                    <a:pt x="49" y="50"/>
                    <a:pt x="45"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Freeform 336"/>
            <p:cNvSpPr>
              <a:spLocks noEditPoints="1"/>
            </p:cNvSpPr>
            <p:nvPr/>
          </p:nvSpPr>
          <p:spPr bwMode="auto">
            <a:xfrm>
              <a:off x="8197851" y="5387975"/>
              <a:ext cx="817563" cy="1104900"/>
            </a:xfrm>
            <a:custGeom>
              <a:avLst/>
              <a:gdLst>
                <a:gd name="T0" fmla="*/ 437 w 634"/>
                <a:gd name="T1" fmla="*/ 407 h 857"/>
                <a:gd name="T2" fmla="*/ 437 w 634"/>
                <a:gd name="T3" fmla="*/ 407 h 857"/>
                <a:gd name="T4" fmla="*/ 431 w 634"/>
                <a:gd name="T5" fmla="*/ 377 h 857"/>
                <a:gd name="T6" fmla="*/ 421 w 634"/>
                <a:gd name="T7" fmla="*/ 333 h 857"/>
                <a:gd name="T8" fmla="*/ 421 w 634"/>
                <a:gd name="T9" fmla="*/ 333 h 857"/>
                <a:gd name="T10" fmla="*/ 398 w 634"/>
                <a:gd name="T11" fmla="*/ 227 h 857"/>
                <a:gd name="T12" fmla="*/ 548 w 634"/>
                <a:gd name="T13" fmla="*/ 351 h 857"/>
                <a:gd name="T14" fmla="*/ 583 w 634"/>
                <a:gd name="T15" fmla="*/ 324 h 857"/>
                <a:gd name="T16" fmla="*/ 615 w 634"/>
                <a:gd name="T17" fmla="*/ 351 h 857"/>
                <a:gd name="T18" fmla="*/ 621 w 634"/>
                <a:gd name="T19" fmla="*/ 353 h 857"/>
                <a:gd name="T20" fmla="*/ 630 w 634"/>
                <a:gd name="T21" fmla="*/ 350 h 857"/>
                <a:gd name="T22" fmla="*/ 629 w 634"/>
                <a:gd name="T23" fmla="*/ 335 h 857"/>
                <a:gd name="T24" fmla="*/ 557 w 634"/>
                <a:gd name="T25" fmla="*/ 275 h 857"/>
                <a:gd name="T26" fmla="*/ 556 w 634"/>
                <a:gd name="T27" fmla="*/ 275 h 857"/>
                <a:gd name="T28" fmla="*/ 372 w 634"/>
                <a:gd name="T29" fmla="*/ 122 h 857"/>
                <a:gd name="T30" fmla="*/ 346 w 634"/>
                <a:gd name="T31" fmla="*/ 115 h 857"/>
                <a:gd name="T32" fmla="*/ 343 w 634"/>
                <a:gd name="T33" fmla="*/ 116 h 857"/>
                <a:gd name="T34" fmla="*/ 320 w 634"/>
                <a:gd name="T35" fmla="*/ 121 h 857"/>
                <a:gd name="T36" fmla="*/ 254 w 634"/>
                <a:gd name="T37" fmla="*/ 170 h 857"/>
                <a:gd name="T38" fmla="*/ 233 w 634"/>
                <a:gd name="T39" fmla="*/ 172 h 857"/>
                <a:gd name="T40" fmla="*/ 163 w 634"/>
                <a:gd name="T41" fmla="*/ 142 h 857"/>
                <a:gd name="T42" fmla="*/ 158 w 634"/>
                <a:gd name="T43" fmla="*/ 144 h 857"/>
                <a:gd name="T44" fmla="*/ 104 w 634"/>
                <a:gd name="T45" fmla="*/ 129 h 857"/>
                <a:gd name="T46" fmla="*/ 101 w 634"/>
                <a:gd name="T47" fmla="*/ 124 h 857"/>
                <a:gd name="T48" fmla="*/ 129 w 634"/>
                <a:gd name="T49" fmla="*/ 21 h 857"/>
                <a:gd name="T50" fmla="*/ 134 w 634"/>
                <a:gd name="T51" fmla="*/ 19 h 857"/>
                <a:gd name="T52" fmla="*/ 148 w 634"/>
                <a:gd name="T53" fmla="*/ 22 h 857"/>
                <a:gd name="T54" fmla="*/ 150 w 634"/>
                <a:gd name="T55" fmla="*/ 19 h 857"/>
                <a:gd name="T56" fmla="*/ 159 w 634"/>
                <a:gd name="T57" fmla="*/ 8 h 857"/>
                <a:gd name="T58" fmla="*/ 136 w 634"/>
                <a:gd name="T59" fmla="*/ 2 h 857"/>
                <a:gd name="T60" fmla="*/ 121 w 634"/>
                <a:gd name="T61" fmla="*/ 10 h 857"/>
                <a:gd name="T62" fmla="*/ 109 w 634"/>
                <a:gd name="T63" fmla="*/ 54 h 857"/>
                <a:gd name="T64" fmla="*/ 108 w 634"/>
                <a:gd name="T65" fmla="*/ 56 h 857"/>
                <a:gd name="T66" fmla="*/ 8 w 634"/>
                <a:gd name="T67" fmla="*/ 193 h 857"/>
                <a:gd name="T68" fmla="*/ 7 w 634"/>
                <a:gd name="T69" fmla="*/ 229 h 857"/>
                <a:gd name="T70" fmla="*/ 34 w 634"/>
                <a:gd name="T71" fmla="*/ 244 h 857"/>
                <a:gd name="T72" fmla="*/ 40 w 634"/>
                <a:gd name="T73" fmla="*/ 243 h 857"/>
                <a:gd name="T74" fmla="*/ 174 w 634"/>
                <a:gd name="T75" fmla="*/ 214 h 857"/>
                <a:gd name="T76" fmla="*/ 212 w 634"/>
                <a:gd name="T77" fmla="*/ 390 h 857"/>
                <a:gd name="T78" fmla="*/ 180 w 634"/>
                <a:gd name="T79" fmla="*/ 802 h 857"/>
                <a:gd name="T80" fmla="*/ 226 w 634"/>
                <a:gd name="T81" fmla="*/ 855 h 857"/>
                <a:gd name="T82" fmla="*/ 279 w 634"/>
                <a:gd name="T83" fmla="*/ 810 h 857"/>
                <a:gd name="T84" fmla="*/ 305 w 634"/>
                <a:gd name="T85" fmla="*/ 467 h 857"/>
                <a:gd name="T86" fmla="*/ 347 w 634"/>
                <a:gd name="T87" fmla="*/ 458 h 857"/>
                <a:gd name="T88" fmla="*/ 423 w 634"/>
                <a:gd name="T89" fmla="*/ 811 h 857"/>
                <a:gd name="T90" fmla="*/ 481 w 634"/>
                <a:gd name="T91" fmla="*/ 849 h 857"/>
                <a:gd name="T92" fmla="*/ 519 w 634"/>
                <a:gd name="T93" fmla="*/ 790 h 857"/>
                <a:gd name="T94" fmla="*/ 437 w 634"/>
                <a:gd name="T95" fmla="*/ 407 h 857"/>
                <a:gd name="T96" fmla="*/ 118 w 634"/>
                <a:gd name="T97" fmla="*/ 150 h 857"/>
                <a:gd name="T98" fmla="*/ 139 w 634"/>
                <a:gd name="T99" fmla="*/ 156 h 857"/>
                <a:gd name="T100" fmla="*/ 109 w 634"/>
                <a:gd name="T101" fmla="*/ 163 h 857"/>
                <a:gd name="T102" fmla="*/ 118 w 634"/>
                <a:gd name="T103" fmla="*/ 150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34" h="857">
                  <a:moveTo>
                    <a:pt x="437" y="407"/>
                  </a:moveTo>
                  <a:cubicBezTo>
                    <a:pt x="437" y="407"/>
                    <a:pt x="437" y="407"/>
                    <a:pt x="437" y="407"/>
                  </a:cubicBezTo>
                  <a:cubicBezTo>
                    <a:pt x="431" y="377"/>
                    <a:pt x="431" y="377"/>
                    <a:pt x="431" y="377"/>
                  </a:cubicBezTo>
                  <a:cubicBezTo>
                    <a:pt x="421" y="333"/>
                    <a:pt x="421" y="333"/>
                    <a:pt x="421" y="333"/>
                  </a:cubicBezTo>
                  <a:cubicBezTo>
                    <a:pt x="421" y="333"/>
                    <a:pt x="421" y="333"/>
                    <a:pt x="421" y="333"/>
                  </a:cubicBezTo>
                  <a:cubicBezTo>
                    <a:pt x="398" y="227"/>
                    <a:pt x="398" y="227"/>
                    <a:pt x="398" y="227"/>
                  </a:cubicBezTo>
                  <a:cubicBezTo>
                    <a:pt x="548" y="351"/>
                    <a:pt x="548" y="351"/>
                    <a:pt x="548" y="351"/>
                  </a:cubicBezTo>
                  <a:cubicBezTo>
                    <a:pt x="551" y="353"/>
                    <a:pt x="571" y="339"/>
                    <a:pt x="583" y="324"/>
                  </a:cubicBezTo>
                  <a:cubicBezTo>
                    <a:pt x="615" y="351"/>
                    <a:pt x="615" y="351"/>
                    <a:pt x="615" y="351"/>
                  </a:cubicBezTo>
                  <a:cubicBezTo>
                    <a:pt x="617" y="352"/>
                    <a:pt x="619" y="353"/>
                    <a:pt x="621" y="353"/>
                  </a:cubicBezTo>
                  <a:cubicBezTo>
                    <a:pt x="624" y="354"/>
                    <a:pt x="628" y="353"/>
                    <a:pt x="630" y="350"/>
                  </a:cubicBezTo>
                  <a:cubicBezTo>
                    <a:pt x="634" y="345"/>
                    <a:pt x="634" y="339"/>
                    <a:pt x="629" y="335"/>
                  </a:cubicBezTo>
                  <a:cubicBezTo>
                    <a:pt x="557" y="275"/>
                    <a:pt x="557" y="275"/>
                    <a:pt x="557" y="275"/>
                  </a:cubicBezTo>
                  <a:cubicBezTo>
                    <a:pt x="557" y="275"/>
                    <a:pt x="557" y="275"/>
                    <a:pt x="556" y="275"/>
                  </a:cubicBezTo>
                  <a:cubicBezTo>
                    <a:pt x="372" y="122"/>
                    <a:pt x="372" y="122"/>
                    <a:pt x="372" y="122"/>
                  </a:cubicBezTo>
                  <a:cubicBezTo>
                    <a:pt x="365" y="116"/>
                    <a:pt x="355" y="114"/>
                    <a:pt x="346" y="115"/>
                  </a:cubicBezTo>
                  <a:cubicBezTo>
                    <a:pt x="345" y="116"/>
                    <a:pt x="344" y="116"/>
                    <a:pt x="343" y="116"/>
                  </a:cubicBezTo>
                  <a:cubicBezTo>
                    <a:pt x="320" y="121"/>
                    <a:pt x="320" y="121"/>
                    <a:pt x="320" y="121"/>
                  </a:cubicBezTo>
                  <a:cubicBezTo>
                    <a:pt x="307" y="145"/>
                    <a:pt x="283" y="164"/>
                    <a:pt x="254" y="170"/>
                  </a:cubicBezTo>
                  <a:cubicBezTo>
                    <a:pt x="247" y="171"/>
                    <a:pt x="240" y="172"/>
                    <a:pt x="233" y="172"/>
                  </a:cubicBezTo>
                  <a:cubicBezTo>
                    <a:pt x="206" y="172"/>
                    <a:pt x="181" y="161"/>
                    <a:pt x="163" y="142"/>
                  </a:cubicBezTo>
                  <a:cubicBezTo>
                    <a:pt x="162" y="144"/>
                    <a:pt x="160" y="145"/>
                    <a:pt x="158" y="144"/>
                  </a:cubicBezTo>
                  <a:cubicBezTo>
                    <a:pt x="104" y="129"/>
                    <a:pt x="104" y="129"/>
                    <a:pt x="104" y="129"/>
                  </a:cubicBezTo>
                  <a:cubicBezTo>
                    <a:pt x="102" y="128"/>
                    <a:pt x="100" y="126"/>
                    <a:pt x="101" y="124"/>
                  </a:cubicBezTo>
                  <a:cubicBezTo>
                    <a:pt x="129" y="21"/>
                    <a:pt x="129" y="21"/>
                    <a:pt x="129" y="21"/>
                  </a:cubicBezTo>
                  <a:cubicBezTo>
                    <a:pt x="130" y="19"/>
                    <a:pt x="132" y="18"/>
                    <a:pt x="134" y="19"/>
                  </a:cubicBezTo>
                  <a:cubicBezTo>
                    <a:pt x="148" y="22"/>
                    <a:pt x="148" y="22"/>
                    <a:pt x="148" y="22"/>
                  </a:cubicBezTo>
                  <a:cubicBezTo>
                    <a:pt x="149" y="21"/>
                    <a:pt x="149" y="20"/>
                    <a:pt x="150" y="19"/>
                  </a:cubicBezTo>
                  <a:cubicBezTo>
                    <a:pt x="153" y="15"/>
                    <a:pt x="155" y="11"/>
                    <a:pt x="159" y="8"/>
                  </a:cubicBezTo>
                  <a:cubicBezTo>
                    <a:pt x="136" y="2"/>
                    <a:pt x="136" y="2"/>
                    <a:pt x="136" y="2"/>
                  </a:cubicBezTo>
                  <a:cubicBezTo>
                    <a:pt x="130" y="0"/>
                    <a:pt x="123" y="4"/>
                    <a:pt x="121" y="10"/>
                  </a:cubicBezTo>
                  <a:cubicBezTo>
                    <a:pt x="109" y="54"/>
                    <a:pt x="109" y="54"/>
                    <a:pt x="109" y="54"/>
                  </a:cubicBezTo>
                  <a:cubicBezTo>
                    <a:pt x="109" y="55"/>
                    <a:pt x="108" y="55"/>
                    <a:pt x="108" y="56"/>
                  </a:cubicBezTo>
                  <a:cubicBezTo>
                    <a:pt x="8" y="193"/>
                    <a:pt x="8" y="193"/>
                    <a:pt x="8" y="193"/>
                  </a:cubicBezTo>
                  <a:cubicBezTo>
                    <a:pt x="0" y="204"/>
                    <a:pt x="0" y="218"/>
                    <a:pt x="7" y="229"/>
                  </a:cubicBezTo>
                  <a:cubicBezTo>
                    <a:pt x="13" y="238"/>
                    <a:pt x="23" y="244"/>
                    <a:pt x="34" y="244"/>
                  </a:cubicBezTo>
                  <a:cubicBezTo>
                    <a:pt x="36" y="244"/>
                    <a:pt x="38" y="244"/>
                    <a:pt x="40" y="243"/>
                  </a:cubicBezTo>
                  <a:cubicBezTo>
                    <a:pt x="174" y="214"/>
                    <a:pt x="174" y="214"/>
                    <a:pt x="174" y="214"/>
                  </a:cubicBezTo>
                  <a:cubicBezTo>
                    <a:pt x="212" y="390"/>
                    <a:pt x="212" y="390"/>
                    <a:pt x="212" y="390"/>
                  </a:cubicBezTo>
                  <a:cubicBezTo>
                    <a:pt x="180" y="802"/>
                    <a:pt x="180" y="802"/>
                    <a:pt x="180" y="802"/>
                  </a:cubicBezTo>
                  <a:cubicBezTo>
                    <a:pt x="178" y="829"/>
                    <a:pt x="199" y="853"/>
                    <a:pt x="226" y="855"/>
                  </a:cubicBezTo>
                  <a:cubicBezTo>
                    <a:pt x="253" y="857"/>
                    <a:pt x="277" y="837"/>
                    <a:pt x="279" y="810"/>
                  </a:cubicBezTo>
                  <a:cubicBezTo>
                    <a:pt x="305" y="467"/>
                    <a:pt x="305" y="467"/>
                    <a:pt x="305" y="467"/>
                  </a:cubicBezTo>
                  <a:cubicBezTo>
                    <a:pt x="347" y="458"/>
                    <a:pt x="347" y="458"/>
                    <a:pt x="347" y="458"/>
                  </a:cubicBezTo>
                  <a:cubicBezTo>
                    <a:pt x="423" y="811"/>
                    <a:pt x="423" y="811"/>
                    <a:pt x="423" y="811"/>
                  </a:cubicBezTo>
                  <a:cubicBezTo>
                    <a:pt x="428" y="838"/>
                    <a:pt x="455" y="855"/>
                    <a:pt x="481" y="849"/>
                  </a:cubicBezTo>
                  <a:cubicBezTo>
                    <a:pt x="508" y="843"/>
                    <a:pt x="525" y="817"/>
                    <a:pt x="519" y="790"/>
                  </a:cubicBezTo>
                  <a:lnTo>
                    <a:pt x="437" y="407"/>
                  </a:lnTo>
                  <a:close/>
                  <a:moveTo>
                    <a:pt x="118" y="150"/>
                  </a:moveTo>
                  <a:cubicBezTo>
                    <a:pt x="139" y="156"/>
                    <a:pt x="139" y="156"/>
                    <a:pt x="139" y="156"/>
                  </a:cubicBezTo>
                  <a:cubicBezTo>
                    <a:pt x="109" y="163"/>
                    <a:pt x="109" y="163"/>
                    <a:pt x="109" y="163"/>
                  </a:cubicBezTo>
                  <a:lnTo>
                    <a:pt x="118" y="1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Freeform 337"/>
            <p:cNvSpPr>
              <a:spLocks/>
            </p:cNvSpPr>
            <p:nvPr/>
          </p:nvSpPr>
          <p:spPr bwMode="auto">
            <a:xfrm>
              <a:off x="8372476" y="5354638"/>
              <a:ext cx="254000" cy="254000"/>
            </a:xfrm>
            <a:custGeom>
              <a:avLst/>
              <a:gdLst>
                <a:gd name="T0" fmla="*/ 10 w 197"/>
                <a:gd name="T1" fmla="*/ 118 h 197"/>
                <a:gd name="T2" fmla="*/ 117 w 197"/>
                <a:gd name="T3" fmla="*/ 187 h 197"/>
                <a:gd name="T4" fmla="*/ 186 w 197"/>
                <a:gd name="T5" fmla="*/ 80 h 197"/>
                <a:gd name="T6" fmla="*/ 80 w 197"/>
                <a:gd name="T7" fmla="*/ 11 h 197"/>
                <a:gd name="T8" fmla="*/ 10 w 197"/>
                <a:gd name="T9" fmla="*/ 118 h 197"/>
              </a:gdLst>
              <a:ahLst/>
              <a:cxnLst>
                <a:cxn ang="0">
                  <a:pos x="T0" y="T1"/>
                </a:cxn>
                <a:cxn ang="0">
                  <a:pos x="T2" y="T3"/>
                </a:cxn>
                <a:cxn ang="0">
                  <a:pos x="T4" y="T5"/>
                </a:cxn>
                <a:cxn ang="0">
                  <a:pos x="T6" y="T7"/>
                </a:cxn>
                <a:cxn ang="0">
                  <a:pos x="T8" y="T9"/>
                </a:cxn>
              </a:cxnLst>
              <a:rect l="0" t="0" r="r" b="b"/>
              <a:pathLst>
                <a:path w="197" h="197">
                  <a:moveTo>
                    <a:pt x="10" y="118"/>
                  </a:moveTo>
                  <a:cubicBezTo>
                    <a:pt x="21" y="166"/>
                    <a:pt x="69" y="197"/>
                    <a:pt x="117" y="187"/>
                  </a:cubicBezTo>
                  <a:cubicBezTo>
                    <a:pt x="166" y="176"/>
                    <a:pt x="197" y="129"/>
                    <a:pt x="186" y="80"/>
                  </a:cubicBezTo>
                  <a:cubicBezTo>
                    <a:pt x="176" y="31"/>
                    <a:pt x="128" y="0"/>
                    <a:pt x="80" y="11"/>
                  </a:cubicBezTo>
                  <a:cubicBezTo>
                    <a:pt x="31" y="21"/>
                    <a:pt x="0" y="69"/>
                    <a:pt x="10"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 name="Freeform 338"/>
            <p:cNvSpPr>
              <a:spLocks/>
            </p:cNvSpPr>
            <p:nvPr/>
          </p:nvSpPr>
          <p:spPr bwMode="auto">
            <a:xfrm>
              <a:off x="8642351" y="5248275"/>
              <a:ext cx="106363" cy="84137"/>
            </a:xfrm>
            <a:custGeom>
              <a:avLst/>
              <a:gdLst>
                <a:gd name="T0" fmla="*/ 69 w 82"/>
                <a:gd name="T1" fmla="*/ 28 h 66"/>
                <a:gd name="T2" fmla="*/ 0 w 82"/>
                <a:gd name="T3" fmla="*/ 66 h 66"/>
                <a:gd name="T4" fmla="*/ 69 w 82"/>
                <a:gd name="T5" fmla="*/ 28 h 66"/>
              </a:gdLst>
              <a:ahLst/>
              <a:cxnLst>
                <a:cxn ang="0">
                  <a:pos x="T0" y="T1"/>
                </a:cxn>
                <a:cxn ang="0">
                  <a:pos x="T2" y="T3"/>
                </a:cxn>
                <a:cxn ang="0">
                  <a:pos x="T4" y="T5"/>
                </a:cxn>
              </a:cxnLst>
              <a:rect l="0" t="0" r="r" b="b"/>
              <a:pathLst>
                <a:path w="82" h="66">
                  <a:moveTo>
                    <a:pt x="69" y="28"/>
                  </a:moveTo>
                  <a:cubicBezTo>
                    <a:pt x="55" y="0"/>
                    <a:pt x="4" y="31"/>
                    <a:pt x="0" y="66"/>
                  </a:cubicBezTo>
                  <a:cubicBezTo>
                    <a:pt x="45" y="45"/>
                    <a:pt x="82" y="54"/>
                    <a:pt x="69"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Freeform 339"/>
            <p:cNvSpPr>
              <a:spLocks/>
            </p:cNvSpPr>
            <p:nvPr/>
          </p:nvSpPr>
          <p:spPr bwMode="auto">
            <a:xfrm>
              <a:off x="8566151" y="5248275"/>
              <a:ext cx="73025" cy="87312"/>
            </a:xfrm>
            <a:custGeom>
              <a:avLst/>
              <a:gdLst>
                <a:gd name="T0" fmla="*/ 18 w 57"/>
                <a:gd name="T1" fmla="*/ 68 h 68"/>
                <a:gd name="T2" fmla="*/ 35 w 57"/>
                <a:gd name="T3" fmla="*/ 8 h 68"/>
                <a:gd name="T4" fmla="*/ 18 w 57"/>
                <a:gd name="T5" fmla="*/ 68 h 68"/>
              </a:gdLst>
              <a:ahLst/>
              <a:cxnLst>
                <a:cxn ang="0">
                  <a:pos x="T0" y="T1"/>
                </a:cxn>
                <a:cxn ang="0">
                  <a:pos x="T2" y="T3"/>
                </a:cxn>
                <a:cxn ang="0">
                  <a:pos x="T4" y="T5"/>
                </a:cxn>
              </a:cxnLst>
              <a:rect l="0" t="0" r="r" b="b"/>
              <a:pathLst>
                <a:path w="57" h="68">
                  <a:moveTo>
                    <a:pt x="18" y="68"/>
                  </a:moveTo>
                  <a:cubicBezTo>
                    <a:pt x="31" y="31"/>
                    <a:pt x="57" y="14"/>
                    <a:pt x="35" y="8"/>
                  </a:cubicBezTo>
                  <a:cubicBezTo>
                    <a:pt x="11" y="0"/>
                    <a:pt x="0" y="46"/>
                    <a:pt x="18"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 name="Freeform 340"/>
            <p:cNvSpPr>
              <a:spLocks/>
            </p:cNvSpPr>
            <p:nvPr/>
          </p:nvSpPr>
          <p:spPr bwMode="auto">
            <a:xfrm>
              <a:off x="8655051" y="5351463"/>
              <a:ext cx="74613" cy="50800"/>
            </a:xfrm>
            <a:custGeom>
              <a:avLst/>
              <a:gdLst>
                <a:gd name="T0" fmla="*/ 0 w 58"/>
                <a:gd name="T1" fmla="*/ 37 h 40"/>
                <a:gd name="T2" fmla="*/ 52 w 58"/>
                <a:gd name="T3" fmla="*/ 21 h 40"/>
                <a:gd name="T4" fmla="*/ 0 w 58"/>
                <a:gd name="T5" fmla="*/ 37 h 40"/>
              </a:gdLst>
              <a:ahLst/>
              <a:cxnLst>
                <a:cxn ang="0">
                  <a:pos x="T0" y="T1"/>
                </a:cxn>
                <a:cxn ang="0">
                  <a:pos x="T2" y="T3"/>
                </a:cxn>
                <a:cxn ang="0">
                  <a:pos x="T4" y="T5"/>
                </a:cxn>
              </a:cxnLst>
              <a:rect l="0" t="0" r="r" b="b"/>
              <a:pathLst>
                <a:path w="58" h="40">
                  <a:moveTo>
                    <a:pt x="0" y="37"/>
                  </a:moveTo>
                  <a:cubicBezTo>
                    <a:pt x="33" y="29"/>
                    <a:pt x="58" y="40"/>
                    <a:pt x="52" y="21"/>
                  </a:cubicBezTo>
                  <a:cubicBezTo>
                    <a:pt x="46" y="0"/>
                    <a:pt x="7" y="14"/>
                    <a:pt x="0"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 name="Rectangle 341"/>
            <p:cNvSpPr>
              <a:spLocks noChangeArrowheads="1"/>
            </p:cNvSpPr>
            <p:nvPr/>
          </p:nvSpPr>
          <p:spPr bwMode="auto">
            <a:xfrm>
              <a:off x="8818563" y="5922963"/>
              <a:ext cx="247650" cy="1428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 name="Rectangle 342"/>
            <p:cNvSpPr>
              <a:spLocks noChangeArrowheads="1"/>
            </p:cNvSpPr>
            <p:nvPr/>
          </p:nvSpPr>
          <p:spPr bwMode="auto">
            <a:xfrm>
              <a:off x="9688513" y="5922963"/>
              <a:ext cx="69850" cy="1428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 name="Rectangle 343"/>
            <p:cNvSpPr>
              <a:spLocks noChangeArrowheads="1"/>
            </p:cNvSpPr>
            <p:nvPr/>
          </p:nvSpPr>
          <p:spPr bwMode="auto">
            <a:xfrm>
              <a:off x="9159876" y="5922963"/>
              <a:ext cx="417513" cy="1428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 name="Rectangle 344"/>
            <p:cNvSpPr>
              <a:spLocks noChangeArrowheads="1"/>
            </p:cNvSpPr>
            <p:nvPr/>
          </p:nvSpPr>
          <p:spPr bwMode="auto">
            <a:xfrm>
              <a:off x="9056688" y="5613400"/>
              <a:ext cx="639763" cy="254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 name="Rectangle 345"/>
            <p:cNvSpPr>
              <a:spLocks noChangeArrowheads="1"/>
            </p:cNvSpPr>
            <p:nvPr/>
          </p:nvSpPr>
          <p:spPr bwMode="auto">
            <a:xfrm>
              <a:off x="9056688" y="5821363"/>
              <a:ext cx="639763" cy="2381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 name="Freeform 346"/>
            <p:cNvSpPr>
              <a:spLocks/>
            </p:cNvSpPr>
            <p:nvPr/>
          </p:nvSpPr>
          <p:spPr bwMode="auto">
            <a:xfrm>
              <a:off x="9088438" y="5859463"/>
              <a:ext cx="47625" cy="165100"/>
            </a:xfrm>
            <a:custGeom>
              <a:avLst/>
              <a:gdLst>
                <a:gd name="T0" fmla="*/ 8 w 30"/>
                <a:gd name="T1" fmla="*/ 104 h 104"/>
                <a:gd name="T2" fmla="*/ 22 w 30"/>
                <a:gd name="T3" fmla="*/ 104 h 104"/>
                <a:gd name="T4" fmla="*/ 30 w 30"/>
                <a:gd name="T5" fmla="*/ 0 h 104"/>
                <a:gd name="T6" fmla="*/ 0 w 30"/>
                <a:gd name="T7" fmla="*/ 0 h 104"/>
                <a:gd name="T8" fmla="*/ 8 w 30"/>
                <a:gd name="T9" fmla="*/ 104 h 104"/>
              </a:gdLst>
              <a:ahLst/>
              <a:cxnLst>
                <a:cxn ang="0">
                  <a:pos x="T0" y="T1"/>
                </a:cxn>
                <a:cxn ang="0">
                  <a:pos x="T2" y="T3"/>
                </a:cxn>
                <a:cxn ang="0">
                  <a:pos x="T4" y="T5"/>
                </a:cxn>
                <a:cxn ang="0">
                  <a:pos x="T6" y="T7"/>
                </a:cxn>
                <a:cxn ang="0">
                  <a:pos x="T8" y="T9"/>
                </a:cxn>
              </a:cxnLst>
              <a:rect l="0" t="0" r="r" b="b"/>
              <a:pathLst>
                <a:path w="30" h="104">
                  <a:moveTo>
                    <a:pt x="8" y="104"/>
                  </a:moveTo>
                  <a:lnTo>
                    <a:pt x="22" y="104"/>
                  </a:lnTo>
                  <a:lnTo>
                    <a:pt x="30" y="0"/>
                  </a:lnTo>
                  <a:lnTo>
                    <a:pt x="0" y="0"/>
                  </a:lnTo>
                  <a:lnTo>
                    <a:pt x="8" y="1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 name="Freeform 347"/>
            <p:cNvSpPr>
              <a:spLocks/>
            </p:cNvSpPr>
            <p:nvPr/>
          </p:nvSpPr>
          <p:spPr bwMode="auto">
            <a:xfrm>
              <a:off x="9615488" y="5859463"/>
              <a:ext cx="49213" cy="165100"/>
            </a:xfrm>
            <a:custGeom>
              <a:avLst/>
              <a:gdLst>
                <a:gd name="T0" fmla="*/ 23 w 31"/>
                <a:gd name="T1" fmla="*/ 104 h 104"/>
                <a:gd name="T2" fmla="*/ 31 w 31"/>
                <a:gd name="T3" fmla="*/ 0 h 104"/>
                <a:gd name="T4" fmla="*/ 0 w 31"/>
                <a:gd name="T5" fmla="*/ 0 h 104"/>
                <a:gd name="T6" fmla="*/ 8 w 31"/>
                <a:gd name="T7" fmla="*/ 104 h 104"/>
                <a:gd name="T8" fmla="*/ 23 w 31"/>
                <a:gd name="T9" fmla="*/ 104 h 104"/>
              </a:gdLst>
              <a:ahLst/>
              <a:cxnLst>
                <a:cxn ang="0">
                  <a:pos x="T0" y="T1"/>
                </a:cxn>
                <a:cxn ang="0">
                  <a:pos x="T2" y="T3"/>
                </a:cxn>
                <a:cxn ang="0">
                  <a:pos x="T4" y="T5"/>
                </a:cxn>
                <a:cxn ang="0">
                  <a:pos x="T6" y="T7"/>
                </a:cxn>
                <a:cxn ang="0">
                  <a:pos x="T8" y="T9"/>
                </a:cxn>
              </a:cxnLst>
              <a:rect l="0" t="0" r="r" b="b"/>
              <a:pathLst>
                <a:path w="31" h="104">
                  <a:moveTo>
                    <a:pt x="23" y="104"/>
                  </a:moveTo>
                  <a:lnTo>
                    <a:pt x="31" y="0"/>
                  </a:lnTo>
                  <a:lnTo>
                    <a:pt x="0" y="0"/>
                  </a:lnTo>
                  <a:lnTo>
                    <a:pt x="8" y="104"/>
                  </a:lnTo>
                  <a:lnTo>
                    <a:pt x="23" y="1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 name="Freeform 348"/>
            <p:cNvSpPr>
              <a:spLocks noEditPoints="1"/>
            </p:cNvSpPr>
            <p:nvPr/>
          </p:nvSpPr>
          <p:spPr bwMode="auto">
            <a:xfrm>
              <a:off x="9077326" y="5653088"/>
              <a:ext cx="598488" cy="152400"/>
            </a:xfrm>
            <a:custGeom>
              <a:avLst/>
              <a:gdLst>
                <a:gd name="T0" fmla="*/ 0 w 465"/>
                <a:gd name="T1" fmla="*/ 0 h 118"/>
                <a:gd name="T2" fmla="*/ 0 w 465"/>
                <a:gd name="T3" fmla="*/ 118 h 118"/>
                <a:gd name="T4" fmla="*/ 465 w 465"/>
                <a:gd name="T5" fmla="*/ 118 h 118"/>
                <a:gd name="T6" fmla="*/ 465 w 465"/>
                <a:gd name="T7" fmla="*/ 0 h 118"/>
                <a:gd name="T8" fmla="*/ 0 w 465"/>
                <a:gd name="T9" fmla="*/ 0 h 118"/>
                <a:gd name="T10" fmla="*/ 232 w 465"/>
                <a:gd name="T11" fmla="*/ 58 h 118"/>
                <a:gd name="T12" fmla="*/ 216 w 465"/>
                <a:gd name="T13" fmla="*/ 42 h 118"/>
                <a:gd name="T14" fmla="*/ 232 w 465"/>
                <a:gd name="T15" fmla="*/ 25 h 118"/>
                <a:gd name="T16" fmla="*/ 249 w 465"/>
                <a:gd name="T17" fmla="*/ 42 h 118"/>
                <a:gd name="T18" fmla="*/ 232 w 465"/>
                <a:gd name="T19" fmla="*/ 5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5" h="118">
                  <a:moveTo>
                    <a:pt x="0" y="0"/>
                  </a:moveTo>
                  <a:cubicBezTo>
                    <a:pt x="0" y="118"/>
                    <a:pt x="0" y="118"/>
                    <a:pt x="0" y="118"/>
                  </a:cubicBezTo>
                  <a:cubicBezTo>
                    <a:pt x="465" y="118"/>
                    <a:pt x="465" y="118"/>
                    <a:pt x="465" y="118"/>
                  </a:cubicBezTo>
                  <a:cubicBezTo>
                    <a:pt x="465" y="0"/>
                    <a:pt x="465" y="0"/>
                    <a:pt x="465" y="0"/>
                  </a:cubicBezTo>
                  <a:lnTo>
                    <a:pt x="0" y="0"/>
                  </a:lnTo>
                  <a:close/>
                  <a:moveTo>
                    <a:pt x="232" y="58"/>
                  </a:moveTo>
                  <a:cubicBezTo>
                    <a:pt x="223" y="58"/>
                    <a:pt x="216" y="51"/>
                    <a:pt x="216" y="42"/>
                  </a:cubicBezTo>
                  <a:cubicBezTo>
                    <a:pt x="216" y="33"/>
                    <a:pt x="223" y="25"/>
                    <a:pt x="232" y="25"/>
                  </a:cubicBezTo>
                  <a:cubicBezTo>
                    <a:pt x="242" y="25"/>
                    <a:pt x="249" y="33"/>
                    <a:pt x="249" y="42"/>
                  </a:cubicBezTo>
                  <a:cubicBezTo>
                    <a:pt x="249" y="51"/>
                    <a:pt x="242" y="58"/>
                    <a:pt x="232"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 name="Freeform 349"/>
            <p:cNvSpPr>
              <a:spLocks/>
            </p:cNvSpPr>
            <p:nvPr/>
          </p:nvSpPr>
          <p:spPr bwMode="auto">
            <a:xfrm>
              <a:off x="9144001" y="6211888"/>
              <a:ext cx="36513" cy="46037"/>
            </a:xfrm>
            <a:custGeom>
              <a:avLst/>
              <a:gdLst>
                <a:gd name="T0" fmla="*/ 29 w 29"/>
                <a:gd name="T1" fmla="*/ 26 h 36"/>
                <a:gd name="T2" fmla="*/ 22 w 29"/>
                <a:gd name="T3" fmla="*/ 25 h 36"/>
                <a:gd name="T4" fmla="*/ 22 w 29"/>
                <a:gd name="T5" fmla="*/ 28 h 36"/>
                <a:gd name="T6" fmla="*/ 20 w 29"/>
                <a:gd name="T7" fmla="*/ 30 h 36"/>
                <a:gd name="T8" fmla="*/ 10 w 29"/>
                <a:gd name="T9" fmla="*/ 30 h 36"/>
                <a:gd name="T10" fmla="*/ 29 w 29"/>
                <a:gd name="T11" fmla="*/ 5 h 36"/>
                <a:gd name="T12" fmla="*/ 29 w 29"/>
                <a:gd name="T13" fmla="*/ 0 h 36"/>
                <a:gd name="T14" fmla="*/ 0 w 29"/>
                <a:gd name="T15" fmla="*/ 0 h 36"/>
                <a:gd name="T16" fmla="*/ 0 w 29"/>
                <a:gd name="T17" fmla="*/ 11 h 36"/>
                <a:gd name="T18" fmla="*/ 7 w 29"/>
                <a:gd name="T19" fmla="*/ 11 h 36"/>
                <a:gd name="T20" fmla="*/ 7 w 29"/>
                <a:gd name="T21" fmla="*/ 8 h 36"/>
                <a:gd name="T22" fmla="*/ 9 w 29"/>
                <a:gd name="T23" fmla="*/ 6 h 36"/>
                <a:gd name="T24" fmla="*/ 19 w 29"/>
                <a:gd name="T25" fmla="*/ 6 h 36"/>
                <a:gd name="T26" fmla="*/ 0 w 29"/>
                <a:gd name="T27" fmla="*/ 31 h 36"/>
                <a:gd name="T28" fmla="*/ 0 w 29"/>
                <a:gd name="T29" fmla="*/ 36 h 36"/>
                <a:gd name="T30" fmla="*/ 29 w 29"/>
                <a:gd name="T31" fmla="*/ 36 h 36"/>
                <a:gd name="T32" fmla="*/ 29 w 29"/>
                <a:gd name="T33" fmla="*/ 2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 h="36">
                  <a:moveTo>
                    <a:pt x="29" y="26"/>
                  </a:moveTo>
                  <a:cubicBezTo>
                    <a:pt x="22" y="25"/>
                    <a:pt x="22" y="25"/>
                    <a:pt x="22" y="25"/>
                  </a:cubicBezTo>
                  <a:cubicBezTo>
                    <a:pt x="22" y="28"/>
                    <a:pt x="22" y="28"/>
                    <a:pt x="22" y="28"/>
                  </a:cubicBezTo>
                  <a:cubicBezTo>
                    <a:pt x="22" y="30"/>
                    <a:pt x="22" y="30"/>
                    <a:pt x="20" y="30"/>
                  </a:cubicBezTo>
                  <a:cubicBezTo>
                    <a:pt x="10" y="30"/>
                    <a:pt x="10" y="30"/>
                    <a:pt x="10" y="30"/>
                  </a:cubicBezTo>
                  <a:cubicBezTo>
                    <a:pt x="29" y="5"/>
                    <a:pt x="29" y="5"/>
                    <a:pt x="29" y="5"/>
                  </a:cubicBezTo>
                  <a:cubicBezTo>
                    <a:pt x="29" y="0"/>
                    <a:pt x="29" y="0"/>
                    <a:pt x="29" y="0"/>
                  </a:cubicBezTo>
                  <a:cubicBezTo>
                    <a:pt x="0" y="0"/>
                    <a:pt x="0" y="0"/>
                    <a:pt x="0" y="0"/>
                  </a:cubicBezTo>
                  <a:cubicBezTo>
                    <a:pt x="0" y="11"/>
                    <a:pt x="0" y="11"/>
                    <a:pt x="0" y="11"/>
                  </a:cubicBezTo>
                  <a:cubicBezTo>
                    <a:pt x="7" y="11"/>
                    <a:pt x="7" y="11"/>
                    <a:pt x="7" y="11"/>
                  </a:cubicBezTo>
                  <a:cubicBezTo>
                    <a:pt x="7" y="8"/>
                    <a:pt x="7" y="8"/>
                    <a:pt x="7" y="8"/>
                  </a:cubicBezTo>
                  <a:cubicBezTo>
                    <a:pt x="7" y="7"/>
                    <a:pt x="8" y="6"/>
                    <a:pt x="9" y="6"/>
                  </a:cubicBezTo>
                  <a:cubicBezTo>
                    <a:pt x="19" y="6"/>
                    <a:pt x="19" y="6"/>
                    <a:pt x="19" y="6"/>
                  </a:cubicBezTo>
                  <a:cubicBezTo>
                    <a:pt x="0" y="31"/>
                    <a:pt x="0" y="31"/>
                    <a:pt x="0" y="31"/>
                  </a:cubicBezTo>
                  <a:cubicBezTo>
                    <a:pt x="0" y="36"/>
                    <a:pt x="0" y="36"/>
                    <a:pt x="0" y="36"/>
                  </a:cubicBezTo>
                  <a:cubicBezTo>
                    <a:pt x="29" y="36"/>
                    <a:pt x="29" y="36"/>
                    <a:pt x="29" y="36"/>
                  </a:cubicBezTo>
                  <a:lnTo>
                    <a:pt x="29"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 name="Oval 350"/>
            <p:cNvSpPr>
              <a:spLocks noChangeArrowheads="1"/>
            </p:cNvSpPr>
            <p:nvPr/>
          </p:nvSpPr>
          <p:spPr bwMode="auto">
            <a:xfrm>
              <a:off x="9191626" y="6192838"/>
              <a:ext cx="12700" cy="127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 name="Freeform 351"/>
            <p:cNvSpPr>
              <a:spLocks/>
            </p:cNvSpPr>
            <p:nvPr/>
          </p:nvSpPr>
          <p:spPr bwMode="auto">
            <a:xfrm>
              <a:off x="9188451" y="6211888"/>
              <a:ext cx="20638" cy="46037"/>
            </a:xfrm>
            <a:custGeom>
              <a:avLst/>
              <a:gdLst>
                <a:gd name="T0" fmla="*/ 2 w 16"/>
                <a:gd name="T1" fmla="*/ 31 h 36"/>
                <a:gd name="T2" fmla="*/ 0 w 16"/>
                <a:gd name="T3" fmla="*/ 31 h 36"/>
                <a:gd name="T4" fmla="*/ 0 w 16"/>
                <a:gd name="T5" fmla="*/ 36 h 36"/>
                <a:gd name="T6" fmla="*/ 16 w 16"/>
                <a:gd name="T7" fmla="*/ 36 h 36"/>
                <a:gd name="T8" fmla="*/ 16 w 16"/>
                <a:gd name="T9" fmla="*/ 31 h 36"/>
                <a:gd name="T10" fmla="*/ 12 w 16"/>
                <a:gd name="T11" fmla="*/ 31 h 36"/>
                <a:gd name="T12" fmla="*/ 12 w 16"/>
                <a:gd name="T13" fmla="*/ 0 h 36"/>
                <a:gd name="T14" fmla="*/ 0 w 16"/>
                <a:gd name="T15" fmla="*/ 0 h 36"/>
                <a:gd name="T16" fmla="*/ 0 w 16"/>
                <a:gd name="T17" fmla="*/ 6 h 36"/>
                <a:gd name="T18" fmla="*/ 2 w 16"/>
                <a:gd name="T19" fmla="*/ 6 h 36"/>
                <a:gd name="T20" fmla="*/ 4 w 16"/>
                <a:gd name="T21" fmla="*/ 8 h 36"/>
                <a:gd name="T22" fmla="*/ 4 w 16"/>
                <a:gd name="T23" fmla="*/ 29 h 36"/>
                <a:gd name="T24" fmla="*/ 2 w 16"/>
                <a:gd name="T25" fmla="*/ 3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36">
                  <a:moveTo>
                    <a:pt x="2" y="31"/>
                  </a:moveTo>
                  <a:cubicBezTo>
                    <a:pt x="0" y="31"/>
                    <a:pt x="0" y="31"/>
                    <a:pt x="0" y="31"/>
                  </a:cubicBezTo>
                  <a:cubicBezTo>
                    <a:pt x="0" y="36"/>
                    <a:pt x="0" y="36"/>
                    <a:pt x="0" y="36"/>
                  </a:cubicBezTo>
                  <a:cubicBezTo>
                    <a:pt x="16" y="36"/>
                    <a:pt x="16" y="36"/>
                    <a:pt x="16" y="36"/>
                  </a:cubicBezTo>
                  <a:cubicBezTo>
                    <a:pt x="16" y="31"/>
                    <a:pt x="16" y="31"/>
                    <a:pt x="16" y="31"/>
                  </a:cubicBezTo>
                  <a:cubicBezTo>
                    <a:pt x="12" y="31"/>
                    <a:pt x="12" y="31"/>
                    <a:pt x="12" y="31"/>
                  </a:cubicBezTo>
                  <a:cubicBezTo>
                    <a:pt x="12" y="0"/>
                    <a:pt x="12" y="0"/>
                    <a:pt x="12" y="0"/>
                  </a:cubicBezTo>
                  <a:cubicBezTo>
                    <a:pt x="0" y="0"/>
                    <a:pt x="0" y="0"/>
                    <a:pt x="0" y="0"/>
                  </a:cubicBezTo>
                  <a:cubicBezTo>
                    <a:pt x="0" y="6"/>
                    <a:pt x="0" y="6"/>
                    <a:pt x="0" y="6"/>
                  </a:cubicBezTo>
                  <a:cubicBezTo>
                    <a:pt x="2" y="6"/>
                    <a:pt x="2" y="6"/>
                    <a:pt x="2" y="6"/>
                  </a:cubicBezTo>
                  <a:cubicBezTo>
                    <a:pt x="4" y="6"/>
                    <a:pt x="4" y="6"/>
                    <a:pt x="4" y="8"/>
                  </a:cubicBezTo>
                  <a:cubicBezTo>
                    <a:pt x="4" y="29"/>
                    <a:pt x="4" y="29"/>
                    <a:pt x="4" y="29"/>
                  </a:cubicBezTo>
                  <a:cubicBezTo>
                    <a:pt x="4" y="30"/>
                    <a:pt x="4" y="31"/>
                    <a:pt x="2"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 name="Freeform 352"/>
            <p:cNvSpPr>
              <a:spLocks/>
            </p:cNvSpPr>
            <p:nvPr/>
          </p:nvSpPr>
          <p:spPr bwMode="auto">
            <a:xfrm>
              <a:off x="9213851" y="6211888"/>
              <a:ext cx="38100" cy="46037"/>
            </a:xfrm>
            <a:custGeom>
              <a:avLst/>
              <a:gdLst>
                <a:gd name="T0" fmla="*/ 0 w 30"/>
                <a:gd name="T1" fmla="*/ 36 h 36"/>
                <a:gd name="T2" fmla="*/ 30 w 30"/>
                <a:gd name="T3" fmla="*/ 36 h 36"/>
                <a:gd name="T4" fmla="*/ 30 w 30"/>
                <a:gd name="T5" fmla="*/ 26 h 36"/>
                <a:gd name="T6" fmla="*/ 23 w 30"/>
                <a:gd name="T7" fmla="*/ 25 h 36"/>
                <a:gd name="T8" fmla="*/ 23 w 30"/>
                <a:gd name="T9" fmla="*/ 28 h 36"/>
                <a:gd name="T10" fmla="*/ 21 w 30"/>
                <a:gd name="T11" fmla="*/ 30 h 36"/>
                <a:gd name="T12" fmla="*/ 10 w 30"/>
                <a:gd name="T13" fmla="*/ 30 h 36"/>
                <a:gd name="T14" fmla="*/ 29 w 30"/>
                <a:gd name="T15" fmla="*/ 5 h 36"/>
                <a:gd name="T16" fmla="*/ 29 w 30"/>
                <a:gd name="T17" fmla="*/ 0 h 36"/>
                <a:gd name="T18" fmla="*/ 1 w 30"/>
                <a:gd name="T19" fmla="*/ 0 h 36"/>
                <a:gd name="T20" fmla="*/ 1 w 30"/>
                <a:gd name="T21" fmla="*/ 11 h 36"/>
                <a:gd name="T22" fmla="*/ 8 w 30"/>
                <a:gd name="T23" fmla="*/ 11 h 36"/>
                <a:gd name="T24" fmla="*/ 8 w 30"/>
                <a:gd name="T25" fmla="*/ 8 h 36"/>
                <a:gd name="T26" fmla="*/ 10 w 30"/>
                <a:gd name="T27" fmla="*/ 6 h 36"/>
                <a:gd name="T28" fmla="*/ 19 w 30"/>
                <a:gd name="T29" fmla="*/ 6 h 36"/>
                <a:gd name="T30" fmla="*/ 0 w 30"/>
                <a:gd name="T31" fmla="*/ 31 h 36"/>
                <a:gd name="T32" fmla="*/ 0 w 30"/>
                <a:gd name="T33"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 h="36">
                  <a:moveTo>
                    <a:pt x="0" y="36"/>
                  </a:moveTo>
                  <a:cubicBezTo>
                    <a:pt x="30" y="36"/>
                    <a:pt x="30" y="36"/>
                    <a:pt x="30" y="36"/>
                  </a:cubicBezTo>
                  <a:cubicBezTo>
                    <a:pt x="30" y="26"/>
                    <a:pt x="30" y="26"/>
                    <a:pt x="30" y="26"/>
                  </a:cubicBezTo>
                  <a:cubicBezTo>
                    <a:pt x="23" y="25"/>
                    <a:pt x="23" y="25"/>
                    <a:pt x="23" y="25"/>
                  </a:cubicBezTo>
                  <a:cubicBezTo>
                    <a:pt x="23" y="28"/>
                    <a:pt x="23" y="28"/>
                    <a:pt x="23" y="28"/>
                  </a:cubicBezTo>
                  <a:cubicBezTo>
                    <a:pt x="23" y="30"/>
                    <a:pt x="22" y="30"/>
                    <a:pt x="21" y="30"/>
                  </a:cubicBezTo>
                  <a:cubicBezTo>
                    <a:pt x="10" y="30"/>
                    <a:pt x="10" y="30"/>
                    <a:pt x="10" y="30"/>
                  </a:cubicBezTo>
                  <a:cubicBezTo>
                    <a:pt x="29" y="5"/>
                    <a:pt x="29" y="5"/>
                    <a:pt x="29" y="5"/>
                  </a:cubicBezTo>
                  <a:cubicBezTo>
                    <a:pt x="29" y="0"/>
                    <a:pt x="29" y="0"/>
                    <a:pt x="29" y="0"/>
                  </a:cubicBezTo>
                  <a:cubicBezTo>
                    <a:pt x="1" y="0"/>
                    <a:pt x="1" y="0"/>
                    <a:pt x="1" y="0"/>
                  </a:cubicBezTo>
                  <a:cubicBezTo>
                    <a:pt x="1" y="11"/>
                    <a:pt x="1" y="11"/>
                    <a:pt x="1" y="11"/>
                  </a:cubicBezTo>
                  <a:cubicBezTo>
                    <a:pt x="8" y="11"/>
                    <a:pt x="8" y="11"/>
                    <a:pt x="8" y="11"/>
                  </a:cubicBezTo>
                  <a:cubicBezTo>
                    <a:pt x="8" y="8"/>
                    <a:pt x="8" y="8"/>
                    <a:pt x="8" y="8"/>
                  </a:cubicBezTo>
                  <a:cubicBezTo>
                    <a:pt x="8" y="7"/>
                    <a:pt x="8" y="6"/>
                    <a:pt x="10" y="6"/>
                  </a:cubicBezTo>
                  <a:cubicBezTo>
                    <a:pt x="19" y="6"/>
                    <a:pt x="19" y="6"/>
                    <a:pt x="19" y="6"/>
                  </a:cubicBezTo>
                  <a:cubicBezTo>
                    <a:pt x="0" y="31"/>
                    <a:pt x="0" y="31"/>
                    <a:pt x="0" y="31"/>
                  </a:cubicBezTo>
                  <a:lnTo>
                    <a:pt x="0"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 name="Oval 353"/>
            <p:cNvSpPr>
              <a:spLocks noChangeArrowheads="1"/>
            </p:cNvSpPr>
            <p:nvPr/>
          </p:nvSpPr>
          <p:spPr bwMode="auto">
            <a:xfrm>
              <a:off x="9261476" y="6192838"/>
              <a:ext cx="14288" cy="127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 name="Freeform 354"/>
            <p:cNvSpPr>
              <a:spLocks/>
            </p:cNvSpPr>
            <p:nvPr/>
          </p:nvSpPr>
          <p:spPr bwMode="auto">
            <a:xfrm>
              <a:off x="9258301" y="6211888"/>
              <a:ext cx="20638" cy="46037"/>
            </a:xfrm>
            <a:custGeom>
              <a:avLst/>
              <a:gdLst>
                <a:gd name="T0" fmla="*/ 2 w 16"/>
                <a:gd name="T1" fmla="*/ 31 h 36"/>
                <a:gd name="T2" fmla="*/ 0 w 16"/>
                <a:gd name="T3" fmla="*/ 31 h 36"/>
                <a:gd name="T4" fmla="*/ 0 w 16"/>
                <a:gd name="T5" fmla="*/ 36 h 36"/>
                <a:gd name="T6" fmla="*/ 16 w 16"/>
                <a:gd name="T7" fmla="*/ 36 h 36"/>
                <a:gd name="T8" fmla="*/ 16 w 16"/>
                <a:gd name="T9" fmla="*/ 31 h 36"/>
                <a:gd name="T10" fmla="*/ 12 w 16"/>
                <a:gd name="T11" fmla="*/ 31 h 36"/>
                <a:gd name="T12" fmla="*/ 12 w 16"/>
                <a:gd name="T13" fmla="*/ 0 h 36"/>
                <a:gd name="T14" fmla="*/ 0 w 16"/>
                <a:gd name="T15" fmla="*/ 0 h 36"/>
                <a:gd name="T16" fmla="*/ 0 w 16"/>
                <a:gd name="T17" fmla="*/ 6 h 36"/>
                <a:gd name="T18" fmla="*/ 2 w 16"/>
                <a:gd name="T19" fmla="*/ 6 h 36"/>
                <a:gd name="T20" fmla="*/ 4 w 16"/>
                <a:gd name="T21" fmla="*/ 8 h 36"/>
                <a:gd name="T22" fmla="*/ 4 w 16"/>
                <a:gd name="T23" fmla="*/ 29 h 36"/>
                <a:gd name="T24" fmla="*/ 2 w 16"/>
                <a:gd name="T25" fmla="*/ 3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36">
                  <a:moveTo>
                    <a:pt x="2" y="31"/>
                  </a:moveTo>
                  <a:cubicBezTo>
                    <a:pt x="0" y="31"/>
                    <a:pt x="0" y="31"/>
                    <a:pt x="0" y="31"/>
                  </a:cubicBezTo>
                  <a:cubicBezTo>
                    <a:pt x="0" y="36"/>
                    <a:pt x="0" y="36"/>
                    <a:pt x="0" y="36"/>
                  </a:cubicBezTo>
                  <a:cubicBezTo>
                    <a:pt x="16" y="36"/>
                    <a:pt x="16" y="36"/>
                    <a:pt x="16" y="36"/>
                  </a:cubicBezTo>
                  <a:cubicBezTo>
                    <a:pt x="16" y="31"/>
                    <a:pt x="16" y="31"/>
                    <a:pt x="16" y="31"/>
                  </a:cubicBezTo>
                  <a:cubicBezTo>
                    <a:pt x="12" y="31"/>
                    <a:pt x="12" y="31"/>
                    <a:pt x="12" y="31"/>
                  </a:cubicBezTo>
                  <a:cubicBezTo>
                    <a:pt x="12" y="0"/>
                    <a:pt x="12" y="0"/>
                    <a:pt x="12" y="0"/>
                  </a:cubicBezTo>
                  <a:cubicBezTo>
                    <a:pt x="0" y="0"/>
                    <a:pt x="0" y="0"/>
                    <a:pt x="0" y="0"/>
                  </a:cubicBezTo>
                  <a:cubicBezTo>
                    <a:pt x="0" y="6"/>
                    <a:pt x="0" y="6"/>
                    <a:pt x="0" y="6"/>
                  </a:cubicBezTo>
                  <a:cubicBezTo>
                    <a:pt x="2" y="6"/>
                    <a:pt x="2" y="6"/>
                    <a:pt x="2" y="6"/>
                  </a:cubicBezTo>
                  <a:cubicBezTo>
                    <a:pt x="3" y="6"/>
                    <a:pt x="4" y="6"/>
                    <a:pt x="4" y="8"/>
                  </a:cubicBezTo>
                  <a:cubicBezTo>
                    <a:pt x="4" y="29"/>
                    <a:pt x="4" y="29"/>
                    <a:pt x="4" y="29"/>
                  </a:cubicBezTo>
                  <a:cubicBezTo>
                    <a:pt x="4" y="30"/>
                    <a:pt x="3" y="31"/>
                    <a:pt x="2"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 name="Freeform 355"/>
            <p:cNvSpPr>
              <a:spLocks/>
            </p:cNvSpPr>
            <p:nvPr/>
          </p:nvSpPr>
          <p:spPr bwMode="auto">
            <a:xfrm>
              <a:off x="9283701" y="6211888"/>
              <a:ext cx="38100" cy="46037"/>
            </a:xfrm>
            <a:custGeom>
              <a:avLst/>
              <a:gdLst>
                <a:gd name="T0" fmla="*/ 0 w 29"/>
                <a:gd name="T1" fmla="*/ 36 h 36"/>
                <a:gd name="T2" fmla="*/ 29 w 29"/>
                <a:gd name="T3" fmla="*/ 36 h 36"/>
                <a:gd name="T4" fmla="*/ 29 w 29"/>
                <a:gd name="T5" fmla="*/ 26 h 36"/>
                <a:gd name="T6" fmla="*/ 23 w 29"/>
                <a:gd name="T7" fmla="*/ 25 h 36"/>
                <a:gd name="T8" fmla="*/ 23 w 29"/>
                <a:gd name="T9" fmla="*/ 28 h 36"/>
                <a:gd name="T10" fmla="*/ 21 w 29"/>
                <a:gd name="T11" fmla="*/ 30 h 36"/>
                <a:gd name="T12" fmla="*/ 10 w 29"/>
                <a:gd name="T13" fmla="*/ 30 h 36"/>
                <a:gd name="T14" fmla="*/ 29 w 29"/>
                <a:gd name="T15" fmla="*/ 5 h 36"/>
                <a:gd name="T16" fmla="*/ 29 w 29"/>
                <a:gd name="T17" fmla="*/ 0 h 36"/>
                <a:gd name="T18" fmla="*/ 1 w 29"/>
                <a:gd name="T19" fmla="*/ 0 h 36"/>
                <a:gd name="T20" fmla="*/ 1 w 29"/>
                <a:gd name="T21" fmla="*/ 11 h 36"/>
                <a:gd name="T22" fmla="*/ 8 w 29"/>
                <a:gd name="T23" fmla="*/ 11 h 36"/>
                <a:gd name="T24" fmla="*/ 8 w 29"/>
                <a:gd name="T25" fmla="*/ 8 h 36"/>
                <a:gd name="T26" fmla="*/ 10 w 29"/>
                <a:gd name="T27" fmla="*/ 6 h 36"/>
                <a:gd name="T28" fmla="*/ 19 w 29"/>
                <a:gd name="T29" fmla="*/ 6 h 36"/>
                <a:gd name="T30" fmla="*/ 0 w 29"/>
                <a:gd name="T31" fmla="*/ 31 h 36"/>
                <a:gd name="T32" fmla="*/ 0 w 29"/>
                <a:gd name="T33"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 h="36">
                  <a:moveTo>
                    <a:pt x="0" y="36"/>
                  </a:moveTo>
                  <a:cubicBezTo>
                    <a:pt x="29" y="36"/>
                    <a:pt x="29" y="36"/>
                    <a:pt x="29" y="36"/>
                  </a:cubicBezTo>
                  <a:cubicBezTo>
                    <a:pt x="29" y="26"/>
                    <a:pt x="29" y="26"/>
                    <a:pt x="29" y="26"/>
                  </a:cubicBezTo>
                  <a:cubicBezTo>
                    <a:pt x="23" y="25"/>
                    <a:pt x="23" y="25"/>
                    <a:pt x="23" y="25"/>
                  </a:cubicBezTo>
                  <a:cubicBezTo>
                    <a:pt x="23" y="28"/>
                    <a:pt x="23" y="28"/>
                    <a:pt x="23" y="28"/>
                  </a:cubicBezTo>
                  <a:cubicBezTo>
                    <a:pt x="23" y="30"/>
                    <a:pt x="22" y="30"/>
                    <a:pt x="21" y="30"/>
                  </a:cubicBezTo>
                  <a:cubicBezTo>
                    <a:pt x="10" y="30"/>
                    <a:pt x="10" y="30"/>
                    <a:pt x="10" y="30"/>
                  </a:cubicBezTo>
                  <a:cubicBezTo>
                    <a:pt x="29" y="5"/>
                    <a:pt x="29" y="5"/>
                    <a:pt x="29" y="5"/>
                  </a:cubicBezTo>
                  <a:cubicBezTo>
                    <a:pt x="29" y="0"/>
                    <a:pt x="29" y="0"/>
                    <a:pt x="29" y="0"/>
                  </a:cubicBezTo>
                  <a:cubicBezTo>
                    <a:pt x="1" y="0"/>
                    <a:pt x="1" y="0"/>
                    <a:pt x="1" y="0"/>
                  </a:cubicBezTo>
                  <a:cubicBezTo>
                    <a:pt x="1" y="11"/>
                    <a:pt x="1" y="11"/>
                    <a:pt x="1" y="11"/>
                  </a:cubicBezTo>
                  <a:cubicBezTo>
                    <a:pt x="8" y="11"/>
                    <a:pt x="8" y="11"/>
                    <a:pt x="8" y="11"/>
                  </a:cubicBezTo>
                  <a:cubicBezTo>
                    <a:pt x="8" y="8"/>
                    <a:pt x="8" y="8"/>
                    <a:pt x="8" y="8"/>
                  </a:cubicBezTo>
                  <a:cubicBezTo>
                    <a:pt x="8" y="7"/>
                    <a:pt x="8" y="6"/>
                    <a:pt x="10" y="6"/>
                  </a:cubicBezTo>
                  <a:cubicBezTo>
                    <a:pt x="19" y="6"/>
                    <a:pt x="19" y="6"/>
                    <a:pt x="19" y="6"/>
                  </a:cubicBezTo>
                  <a:cubicBezTo>
                    <a:pt x="0" y="31"/>
                    <a:pt x="0" y="31"/>
                    <a:pt x="0" y="31"/>
                  </a:cubicBezTo>
                  <a:lnTo>
                    <a:pt x="0"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 name="Freeform 356"/>
            <p:cNvSpPr>
              <a:spLocks/>
            </p:cNvSpPr>
            <p:nvPr/>
          </p:nvSpPr>
          <p:spPr bwMode="auto">
            <a:xfrm>
              <a:off x="9328151" y="6211888"/>
              <a:ext cx="20638" cy="46037"/>
            </a:xfrm>
            <a:custGeom>
              <a:avLst/>
              <a:gdLst>
                <a:gd name="T0" fmla="*/ 3 w 16"/>
                <a:gd name="T1" fmla="*/ 31 h 36"/>
                <a:gd name="T2" fmla="*/ 0 w 16"/>
                <a:gd name="T3" fmla="*/ 31 h 36"/>
                <a:gd name="T4" fmla="*/ 0 w 16"/>
                <a:gd name="T5" fmla="*/ 36 h 36"/>
                <a:gd name="T6" fmla="*/ 16 w 16"/>
                <a:gd name="T7" fmla="*/ 36 h 36"/>
                <a:gd name="T8" fmla="*/ 16 w 16"/>
                <a:gd name="T9" fmla="*/ 31 h 36"/>
                <a:gd name="T10" fmla="*/ 13 w 16"/>
                <a:gd name="T11" fmla="*/ 31 h 36"/>
                <a:gd name="T12" fmla="*/ 13 w 16"/>
                <a:gd name="T13" fmla="*/ 0 h 36"/>
                <a:gd name="T14" fmla="*/ 0 w 16"/>
                <a:gd name="T15" fmla="*/ 0 h 36"/>
                <a:gd name="T16" fmla="*/ 0 w 16"/>
                <a:gd name="T17" fmla="*/ 6 h 36"/>
                <a:gd name="T18" fmla="*/ 2 w 16"/>
                <a:gd name="T19" fmla="*/ 6 h 36"/>
                <a:gd name="T20" fmla="*/ 4 w 16"/>
                <a:gd name="T21" fmla="*/ 8 h 36"/>
                <a:gd name="T22" fmla="*/ 4 w 16"/>
                <a:gd name="T23" fmla="*/ 29 h 36"/>
                <a:gd name="T24" fmla="*/ 3 w 16"/>
                <a:gd name="T25" fmla="*/ 3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36">
                  <a:moveTo>
                    <a:pt x="3" y="31"/>
                  </a:moveTo>
                  <a:cubicBezTo>
                    <a:pt x="0" y="31"/>
                    <a:pt x="0" y="31"/>
                    <a:pt x="0" y="31"/>
                  </a:cubicBezTo>
                  <a:cubicBezTo>
                    <a:pt x="0" y="36"/>
                    <a:pt x="0" y="36"/>
                    <a:pt x="0" y="36"/>
                  </a:cubicBezTo>
                  <a:cubicBezTo>
                    <a:pt x="16" y="36"/>
                    <a:pt x="16" y="36"/>
                    <a:pt x="16" y="36"/>
                  </a:cubicBezTo>
                  <a:cubicBezTo>
                    <a:pt x="16" y="31"/>
                    <a:pt x="16" y="31"/>
                    <a:pt x="16" y="31"/>
                  </a:cubicBezTo>
                  <a:cubicBezTo>
                    <a:pt x="13" y="31"/>
                    <a:pt x="13" y="31"/>
                    <a:pt x="13" y="31"/>
                  </a:cubicBezTo>
                  <a:cubicBezTo>
                    <a:pt x="13" y="0"/>
                    <a:pt x="13" y="0"/>
                    <a:pt x="13" y="0"/>
                  </a:cubicBezTo>
                  <a:cubicBezTo>
                    <a:pt x="0" y="0"/>
                    <a:pt x="0" y="0"/>
                    <a:pt x="0" y="0"/>
                  </a:cubicBezTo>
                  <a:cubicBezTo>
                    <a:pt x="0" y="6"/>
                    <a:pt x="0" y="6"/>
                    <a:pt x="0" y="6"/>
                  </a:cubicBezTo>
                  <a:cubicBezTo>
                    <a:pt x="2" y="6"/>
                    <a:pt x="2" y="6"/>
                    <a:pt x="2" y="6"/>
                  </a:cubicBezTo>
                  <a:cubicBezTo>
                    <a:pt x="4" y="6"/>
                    <a:pt x="4" y="6"/>
                    <a:pt x="4" y="8"/>
                  </a:cubicBezTo>
                  <a:cubicBezTo>
                    <a:pt x="4" y="29"/>
                    <a:pt x="4" y="29"/>
                    <a:pt x="4" y="29"/>
                  </a:cubicBezTo>
                  <a:cubicBezTo>
                    <a:pt x="4" y="30"/>
                    <a:pt x="4" y="31"/>
                    <a:pt x="3"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 name="Oval 357"/>
            <p:cNvSpPr>
              <a:spLocks noChangeArrowheads="1"/>
            </p:cNvSpPr>
            <p:nvPr/>
          </p:nvSpPr>
          <p:spPr bwMode="auto">
            <a:xfrm>
              <a:off x="9331326" y="6192838"/>
              <a:ext cx="14288" cy="127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 name="Freeform 358"/>
            <p:cNvSpPr>
              <a:spLocks/>
            </p:cNvSpPr>
            <p:nvPr/>
          </p:nvSpPr>
          <p:spPr bwMode="auto">
            <a:xfrm>
              <a:off x="9356726" y="6246813"/>
              <a:ext cx="12700" cy="12700"/>
            </a:xfrm>
            <a:custGeom>
              <a:avLst/>
              <a:gdLst>
                <a:gd name="T0" fmla="*/ 0 w 10"/>
                <a:gd name="T1" fmla="*/ 5 h 10"/>
                <a:gd name="T2" fmla="*/ 5 w 10"/>
                <a:gd name="T3" fmla="*/ 10 h 10"/>
                <a:gd name="T4" fmla="*/ 10 w 10"/>
                <a:gd name="T5" fmla="*/ 5 h 10"/>
                <a:gd name="T6" fmla="*/ 5 w 10"/>
                <a:gd name="T7" fmla="*/ 0 h 10"/>
                <a:gd name="T8" fmla="*/ 0 w 10"/>
                <a:gd name="T9" fmla="*/ 5 h 10"/>
              </a:gdLst>
              <a:ahLst/>
              <a:cxnLst>
                <a:cxn ang="0">
                  <a:pos x="T0" y="T1"/>
                </a:cxn>
                <a:cxn ang="0">
                  <a:pos x="T2" y="T3"/>
                </a:cxn>
                <a:cxn ang="0">
                  <a:pos x="T4" y="T5"/>
                </a:cxn>
                <a:cxn ang="0">
                  <a:pos x="T6" y="T7"/>
                </a:cxn>
                <a:cxn ang="0">
                  <a:pos x="T8" y="T9"/>
                </a:cxn>
              </a:cxnLst>
              <a:rect l="0" t="0" r="r" b="b"/>
              <a:pathLst>
                <a:path w="10" h="10">
                  <a:moveTo>
                    <a:pt x="0" y="5"/>
                  </a:moveTo>
                  <a:cubicBezTo>
                    <a:pt x="0" y="8"/>
                    <a:pt x="1" y="10"/>
                    <a:pt x="5" y="10"/>
                  </a:cubicBezTo>
                  <a:cubicBezTo>
                    <a:pt x="8" y="10"/>
                    <a:pt x="10" y="8"/>
                    <a:pt x="10" y="5"/>
                  </a:cubicBezTo>
                  <a:cubicBezTo>
                    <a:pt x="10" y="2"/>
                    <a:pt x="8" y="0"/>
                    <a:pt x="5" y="0"/>
                  </a:cubicBezTo>
                  <a:cubicBezTo>
                    <a:pt x="2" y="0"/>
                    <a:pt x="0" y="2"/>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 name="Oval 359"/>
            <p:cNvSpPr>
              <a:spLocks noChangeArrowheads="1"/>
            </p:cNvSpPr>
            <p:nvPr/>
          </p:nvSpPr>
          <p:spPr bwMode="auto">
            <a:xfrm>
              <a:off x="9377363" y="6246813"/>
              <a:ext cx="12700" cy="127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 name="Oval 360"/>
            <p:cNvSpPr>
              <a:spLocks noChangeArrowheads="1"/>
            </p:cNvSpPr>
            <p:nvPr/>
          </p:nvSpPr>
          <p:spPr bwMode="auto">
            <a:xfrm>
              <a:off x="9398001" y="6246813"/>
              <a:ext cx="12700" cy="127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3330102210"/>
      </p:ext>
    </p:extLst>
  </p:cSld>
  <p:clrMapOvr>
    <a:masterClrMapping/>
  </p:clrMapOvr>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1765301" y="376237"/>
            <a:ext cx="1470025" cy="1793875"/>
            <a:chOff x="1765301" y="376237"/>
            <a:chExt cx="1470025" cy="1793875"/>
          </a:xfrm>
          <a:solidFill>
            <a:schemeClr val="tx1">
              <a:lumMod val="65000"/>
              <a:lumOff val="35000"/>
            </a:schemeClr>
          </a:solidFill>
        </p:grpSpPr>
        <p:sp>
          <p:nvSpPr>
            <p:cNvPr id="3" name="Freeform 5"/>
            <p:cNvSpPr>
              <a:spLocks/>
            </p:cNvSpPr>
            <p:nvPr/>
          </p:nvSpPr>
          <p:spPr bwMode="auto">
            <a:xfrm>
              <a:off x="2533651" y="1514475"/>
              <a:ext cx="701675" cy="577850"/>
            </a:xfrm>
            <a:custGeom>
              <a:avLst/>
              <a:gdLst>
                <a:gd name="T0" fmla="*/ 76 w 440"/>
                <a:gd name="T1" fmla="*/ 156 h 362"/>
                <a:gd name="T2" fmla="*/ 0 w 440"/>
                <a:gd name="T3" fmla="*/ 144 h 362"/>
                <a:gd name="T4" fmla="*/ 12 w 440"/>
                <a:gd name="T5" fmla="*/ 287 h 362"/>
                <a:gd name="T6" fmla="*/ 171 w 440"/>
                <a:gd name="T7" fmla="*/ 304 h 362"/>
                <a:gd name="T8" fmla="*/ 440 w 440"/>
                <a:gd name="T9" fmla="*/ 303 h 362"/>
                <a:gd name="T10" fmla="*/ 303 w 440"/>
                <a:gd name="T11" fmla="*/ 0 h 362"/>
                <a:gd name="T12" fmla="*/ 76 w 440"/>
                <a:gd name="T13" fmla="*/ 156 h 362"/>
              </a:gdLst>
              <a:ahLst/>
              <a:cxnLst>
                <a:cxn ang="0">
                  <a:pos x="T0" y="T1"/>
                </a:cxn>
                <a:cxn ang="0">
                  <a:pos x="T2" y="T3"/>
                </a:cxn>
                <a:cxn ang="0">
                  <a:pos x="T4" y="T5"/>
                </a:cxn>
                <a:cxn ang="0">
                  <a:pos x="T6" y="T7"/>
                </a:cxn>
                <a:cxn ang="0">
                  <a:pos x="T8" y="T9"/>
                </a:cxn>
                <a:cxn ang="0">
                  <a:pos x="T10" y="T11"/>
                </a:cxn>
                <a:cxn ang="0">
                  <a:pos x="T12" y="T13"/>
                </a:cxn>
              </a:cxnLst>
              <a:rect l="0" t="0" r="r" b="b"/>
              <a:pathLst>
                <a:path w="440" h="362">
                  <a:moveTo>
                    <a:pt x="76" y="156"/>
                  </a:moveTo>
                  <a:cubicBezTo>
                    <a:pt x="50" y="156"/>
                    <a:pt x="24" y="151"/>
                    <a:pt x="0" y="144"/>
                  </a:cubicBezTo>
                  <a:cubicBezTo>
                    <a:pt x="12" y="287"/>
                    <a:pt x="12" y="287"/>
                    <a:pt x="12" y="287"/>
                  </a:cubicBezTo>
                  <a:cubicBezTo>
                    <a:pt x="112" y="278"/>
                    <a:pt x="197" y="272"/>
                    <a:pt x="171" y="304"/>
                  </a:cubicBezTo>
                  <a:cubicBezTo>
                    <a:pt x="122" y="362"/>
                    <a:pt x="440" y="303"/>
                    <a:pt x="440" y="303"/>
                  </a:cubicBezTo>
                  <a:cubicBezTo>
                    <a:pt x="440" y="303"/>
                    <a:pt x="369" y="145"/>
                    <a:pt x="303" y="0"/>
                  </a:cubicBezTo>
                  <a:cubicBezTo>
                    <a:pt x="267" y="91"/>
                    <a:pt x="179" y="156"/>
                    <a:pt x="76" y="1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Freeform 6"/>
            <p:cNvSpPr>
              <a:spLocks/>
            </p:cNvSpPr>
            <p:nvPr/>
          </p:nvSpPr>
          <p:spPr bwMode="auto">
            <a:xfrm>
              <a:off x="2279651" y="1714500"/>
              <a:ext cx="79375" cy="284162"/>
            </a:xfrm>
            <a:custGeom>
              <a:avLst/>
              <a:gdLst>
                <a:gd name="T0" fmla="*/ 25 w 50"/>
                <a:gd name="T1" fmla="*/ 0 h 178"/>
                <a:gd name="T2" fmla="*/ 14 w 50"/>
                <a:gd name="T3" fmla="*/ 0 h 178"/>
                <a:gd name="T4" fmla="*/ 0 w 50"/>
                <a:gd name="T5" fmla="*/ 178 h 178"/>
                <a:gd name="T6" fmla="*/ 50 w 50"/>
                <a:gd name="T7" fmla="*/ 174 h 178"/>
                <a:gd name="T8" fmla="*/ 36 w 50"/>
                <a:gd name="T9" fmla="*/ 0 h 178"/>
                <a:gd name="T10" fmla="*/ 25 w 50"/>
                <a:gd name="T11" fmla="*/ 0 h 178"/>
              </a:gdLst>
              <a:ahLst/>
              <a:cxnLst>
                <a:cxn ang="0">
                  <a:pos x="T0" y="T1"/>
                </a:cxn>
                <a:cxn ang="0">
                  <a:pos x="T2" y="T3"/>
                </a:cxn>
                <a:cxn ang="0">
                  <a:pos x="T4" y="T5"/>
                </a:cxn>
                <a:cxn ang="0">
                  <a:pos x="T6" y="T7"/>
                </a:cxn>
                <a:cxn ang="0">
                  <a:pos x="T8" y="T9"/>
                </a:cxn>
                <a:cxn ang="0">
                  <a:pos x="T10" y="T11"/>
                </a:cxn>
              </a:cxnLst>
              <a:rect l="0" t="0" r="r" b="b"/>
              <a:pathLst>
                <a:path w="50" h="178">
                  <a:moveTo>
                    <a:pt x="25" y="0"/>
                  </a:moveTo>
                  <a:cubicBezTo>
                    <a:pt x="21" y="0"/>
                    <a:pt x="18" y="0"/>
                    <a:pt x="14" y="0"/>
                  </a:cubicBezTo>
                  <a:cubicBezTo>
                    <a:pt x="0" y="178"/>
                    <a:pt x="0" y="178"/>
                    <a:pt x="0" y="178"/>
                  </a:cubicBezTo>
                  <a:cubicBezTo>
                    <a:pt x="15" y="177"/>
                    <a:pt x="32" y="176"/>
                    <a:pt x="50" y="174"/>
                  </a:cubicBezTo>
                  <a:cubicBezTo>
                    <a:pt x="36" y="0"/>
                    <a:pt x="36" y="0"/>
                    <a:pt x="36" y="0"/>
                  </a:cubicBezTo>
                  <a:cubicBezTo>
                    <a:pt x="32" y="0"/>
                    <a:pt x="29" y="0"/>
                    <a:pt x="2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 name="Freeform 7"/>
            <p:cNvSpPr>
              <a:spLocks/>
            </p:cNvSpPr>
            <p:nvPr/>
          </p:nvSpPr>
          <p:spPr bwMode="auto">
            <a:xfrm>
              <a:off x="2530476" y="987425"/>
              <a:ext cx="49213" cy="17462"/>
            </a:xfrm>
            <a:custGeom>
              <a:avLst/>
              <a:gdLst>
                <a:gd name="T0" fmla="*/ 11 w 31"/>
                <a:gd name="T1" fmla="*/ 11 h 11"/>
                <a:gd name="T2" fmla="*/ 31 w 31"/>
                <a:gd name="T3" fmla="*/ 6 h 11"/>
                <a:gd name="T4" fmla="*/ 0 w 31"/>
                <a:gd name="T5" fmla="*/ 0 h 11"/>
                <a:gd name="T6" fmla="*/ 11 w 31"/>
                <a:gd name="T7" fmla="*/ 11 h 11"/>
              </a:gdLst>
              <a:ahLst/>
              <a:cxnLst>
                <a:cxn ang="0">
                  <a:pos x="T0" y="T1"/>
                </a:cxn>
                <a:cxn ang="0">
                  <a:pos x="T2" y="T3"/>
                </a:cxn>
                <a:cxn ang="0">
                  <a:pos x="T4" y="T5"/>
                </a:cxn>
                <a:cxn ang="0">
                  <a:pos x="T6" y="T7"/>
                </a:cxn>
              </a:cxnLst>
              <a:rect l="0" t="0" r="r" b="b"/>
              <a:pathLst>
                <a:path w="31" h="11">
                  <a:moveTo>
                    <a:pt x="11" y="11"/>
                  </a:moveTo>
                  <a:cubicBezTo>
                    <a:pt x="18" y="9"/>
                    <a:pt x="24" y="7"/>
                    <a:pt x="31" y="6"/>
                  </a:cubicBezTo>
                  <a:cubicBezTo>
                    <a:pt x="21" y="4"/>
                    <a:pt x="11" y="2"/>
                    <a:pt x="0" y="0"/>
                  </a:cubicBezTo>
                  <a:cubicBezTo>
                    <a:pt x="4" y="4"/>
                    <a:pt x="8" y="7"/>
                    <a:pt x="11"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Freeform 8"/>
            <p:cNvSpPr>
              <a:spLocks/>
            </p:cNvSpPr>
            <p:nvPr/>
          </p:nvSpPr>
          <p:spPr bwMode="auto">
            <a:xfrm>
              <a:off x="2355851" y="1709737"/>
              <a:ext cx="190500" cy="460375"/>
            </a:xfrm>
            <a:custGeom>
              <a:avLst/>
              <a:gdLst>
                <a:gd name="T0" fmla="*/ 0 w 120"/>
                <a:gd name="T1" fmla="*/ 3 h 289"/>
                <a:gd name="T2" fmla="*/ 19 w 120"/>
                <a:gd name="T3" fmla="*/ 241 h 289"/>
                <a:gd name="T4" fmla="*/ 72 w 120"/>
                <a:gd name="T5" fmla="*/ 287 h 289"/>
                <a:gd name="T6" fmla="*/ 118 w 120"/>
                <a:gd name="T7" fmla="*/ 233 h 289"/>
                <a:gd name="T8" fmla="*/ 100 w 120"/>
                <a:gd name="T9" fmla="*/ 17 h 289"/>
                <a:gd name="T10" fmla="*/ 65 w 120"/>
                <a:gd name="T11" fmla="*/ 0 h 289"/>
                <a:gd name="T12" fmla="*/ 0 w 120"/>
                <a:gd name="T13" fmla="*/ 3 h 289"/>
              </a:gdLst>
              <a:ahLst/>
              <a:cxnLst>
                <a:cxn ang="0">
                  <a:pos x="T0" y="T1"/>
                </a:cxn>
                <a:cxn ang="0">
                  <a:pos x="T2" y="T3"/>
                </a:cxn>
                <a:cxn ang="0">
                  <a:pos x="T4" y="T5"/>
                </a:cxn>
                <a:cxn ang="0">
                  <a:pos x="T6" y="T7"/>
                </a:cxn>
                <a:cxn ang="0">
                  <a:pos x="T8" y="T9"/>
                </a:cxn>
                <a:cxn ang="0">
                  <a:pos x="T10" y="T11"/>
                </a:cxn>
                <a:cxn ang="0">
                  <a:pos x="T12" y="T13"/>
                </a:cxn>
              </a:cxnLst>
              <a:rect l="0" t="0" r="r" b="b"/>
              <a:pathLst>
                <a:path w="120" h="289">
                  <a:moveTo>
                    <a:pt x="0" y="3"/>
                  </a:moveTo>
                  <a:cubicBezTo>
                    <a:pt x="19" y="241"/>
                    <a:pt x="19" y="241"/>
                    <a:pt x="19" y="241"/>
                  </a:cubicBezTo>
                  <a:cubicBezTo>
                    <a:pt x="21" y="268"/>
                    <a:pt x="45" y="289"/>
                    <a:pt x="72" y="287"/>
                  </a:cubicBezTo>
                  <a:cubicBezTo>
                    <a:pt x="100" y="284"/>
                    <a:pt x="120" y="260"/>
                    <a:pt x="118" y="233"/>
                  </a:cubicBezTo>
                  <a:cubicBezTo>
                    <a:pt x="100" y="17"/>
                    <a:pt x="100" y="17"/>
                    <a:pt x="100" y="17"/>
                  </a:cubicBezTo>
                  <a:cubicBezTo>
                    <a:pt x="88" y="12"/>
                    <a:pt x="76" y="6"/>
                    <a:pt x="65" y="0"/>
                  </a:cubicBezTo>
                  <a:cubicBezTo>
                    <a:pt x="48" y="1"/>
                    <a:pt x="26"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9"/>
            <p:cNvSpPr>
              <a:spLocks/>
            </p:cNvSpPr>
            <p:nvPr/>
          </p:nvSpPr>
          <p:spPr bwMode="auto">
            <a:xfrm>
              <a:off x="1765301" y="376237"/>
              <a:ext cx="777875" cy="1784350"/>
            </a:xfrm>
            <a:custGeom>
              <a:avLst/>
              <a:gdLst>
                <a:gd name="T0" fmla="*/ 0 w 489"/>
                <a:gd name="T1" fmla="*/ 441 h 1119"/>
                <a:gd name="T2" fmla="*/ 27 w 489"/>
                <a:gd name="T3" fmla="*/ 436 h 1119"/>
                <a:gd name="T4" fmla="*/ 66 w 489"/>
                <a:gd name="T5" fmla="*/ 252 h 1119"/>
                <a:gd name="T6" fmla="*/ 66 w 489"/>
                <a:gd name="T7" fmla="*/ 582 h 1119"/>
                <a:gd name="T8" fmla="*/ 43 w 489"/>
                <a:gd name="T9" fmla="*/ 612 h 1119"/>
                <a:gd name="T10" fmla="*/ 66 w 489"/>
                <a:gd name="T11" fmla="*/ 643 h 1119"/>
                <a:gd name="T12" fmla="*/ 66 w 489"/>
                <a:gd name="T13" fmla="*/ 1119 h 1119"/>
                <a:gd name="T14" fmla="*/ 84 w 489"/>
                <a:gd name="T15" fmla="*/ 1119 h 1119"/>
                <a:gd name="T16" fmla="*/ 84 w 489"/>
                <a:gd name="T17" fmla="*/ 644 h 1119"/>
                <a:gd name="T18" fmla="*/ 215 w 489"/>
                <a:gd name="T19" fmla="*/ 577 h 1119"/>
                <a:gd name="T20" fmla="*/ 240 w 489"/>
                <a:gd name="T21" fmla="*/ 474 h 1119"/>
                <a:gd name="T22" fmla="*/ 240 w 489"/>
                <a:gd name="T23" fmla="*/ 579 h 1119"/>
                <a:gd name="T24" fmla="*/ 240 w 489"/>
                <a:gd name="T25" fmla="*/ 660 h 1119"/>
                <a:gd name="T26" fmla="*/ 221 w 489"/>
                <a:gd name="T27" fmla="*/ 750 h 1119"/>
                <a:gd name="T28" fmla="*/ 207 w 489"/>
                <a:gd name="T29" fmla="*/ 818 h 1119"/>
                <a:gd name="T30" fmla="*/ 209 w 489"/>
                <a:gd name="T31" fmla="*/ 819 h 1119"/>
                <a:gd name="T32" fmla="*/ 348 w 489"/>
                <a:gd name="T33" fmla="*/ 829 h 1119"/>
                <a:gd name="T34" fmla="*/ 422 w 489"/>
                <a:gd name="T35" fmla="*/ 827 h 1119"/>
                <a:gd name="T36" fmla="*/ 317 w 489"/>
                <a:gd name="T37" fmla="*/ 627 h 1119"/>
                <a:gd name="T38" fmla="*/ 433 w 489"/>
                <a:gd name="T39" fmla="*/ 420 h 1119"/>
                <a:gd name="T40" fmla="*/ 409 w 489"/>
                <a:gd name="T41" fmla="*/ 391 h 1119"/>
                <a:gd name="T42" fmla="*/ 441 w 489"/>
                <a:gd name="T43" fmla="*/ 416 h 1119"/>
                <a:gd name="T44" fmla="*/ 489 w 489"/>
                <a:gd name="T45" fmla="*/ 395 h 1119"/>
                <a:gd name="T46" fmla="*/ 473 w 489"/>
                <a:gd name="T47" fmla="*/ 379 h 1119"/>
                <a:gd name="T48" fmla="*/ 456 w 489"/>
                <a:gd name="T49" fmla="*/ 371 h 1119"/>
                <a:gd name="T50" fmla="*/ 410 w 489"/>
                <a:gd name="T51" fmla="*/ 378 h 1119"/>
                <a:gd name="T52" fmla="*/ 398 w 489"/>
                <a:gd name="T53" fmla="*/ 378 h 1119"/>
                <a:gd name="T54" fmla="*/ 382 w 489"/>
                <a:gd name="T55" fmla="*/ 388 h 1119"/>
                <a:gd name="T56" fmla="*/ 364 w 489"/>
                <a:gd name="T57" fmla="*/ 398 h 1119"/>
                <a:gd name="T58" fmla="*/ 364 w 489"/>
                <a:gd name="T59" fmla="*/ 378 h 1119"/>
                <a:gd name="T60" fmla="*/ 332 w 489"/>
                <a:gd name="T61" fmla="*/ 378 h 1119"/>
                <a:gd name="T62" fmla="*/ 332 w 489"/>
                <a:gd name="T63" fmla="*/ 398 h 1119"/>
                <a:gd name="T64" fmla="*/ 314 w 489"/>
                <a:gd name="T65" fmla="*/ 388 h 1119"/>
                <a:gd name="T66" fmla="*/ 298 w 489"/>
                <a:gd name="T67" fmla="*/ 378 h 1119"/>
                <a:gd name="T68" fmla="*/ 280 w 489"/>
                <a:gd name="T69" fmla="*/ 378 h 1119"/>
                <a:gd name="T70" fmla="*/ 233 w 489"/>
                <a:gd name="T71" fmla="*/ 371 h 1119"/>
                <a:gd name="T72" fmla="*/ 216 w 489"/>
                <a:gd name="T73" fmla="*/ 379 h 1119"/>
                <a:gd name="T74" fmla="*/ 199 w 489"/>
                <a:gd name="T75" fmla="*/ 407 h 1119"/>
                <a:gd name="T76" fmla="*/ 247 w 489"/>
                <a:gd name="T77" fmla="*/ 416 h 1119"/>
                <a:gd name="T78" fmla="*/ 280 w 489"/>
                <a:gd name="T79" fmla="*/ 391 h 1119"/>
                <a:gd name="T80" fmla="*/ 244 w 489"/>
                <a:gd name="T81" fmla="*/ 425 h 1119"/>
                <a:gd name="T82" fmla="*/ 197 w 489"/>
                <a:gd name="T83" fmla="*/ 421 h 1119"/>
                <a:gd name="T84" fmla="*/ 152 w 489"/>
                <a:gd name="T85" fmla="*/ 568 h 1119"/>
                <a:gd name="T86" fmla="*/ 84 w 489"/>
                <a:gd name="T87" fmla="*/ 580 h 1119"/>
                <a:gd name="T88" fmla="*/ 84 w 489"/>
                <a:gd name="T89" fmla="*/ 237 h 1119"/>
                <a:gd name="T90" fmla="*/ 92 w 489"/>
                <a:gd name="T91" fmla="*/ 223 h 1119"/>
                <a:gd name="T92" fmla="*/ 92 w 489"/>
                <a:gd name="T93" fmla="*/ 55 h 1119"/>
                <a:gd name="T94" fmla="*/ 75 w 489"/>
                <a:gd name="T95" fmla="*/ 0 h 1119"/>
                <a:gd name="T96" fmla="*/ 59 w 489"/>
                <a:gd name="T97" fmla="*/ 55 h 1119"/>
                <a:gd name="T98" fmla="*/ 59 w 489"/>
                <a:gd name="T99" fmla="*/ 223 h 1119"/>
                <a:gd name="T100" fmla="*/ 66 w 489"/>
                <a:gd name="T101" fmla="*/ 237 h 1119"/>
                <a:gd name="T102" fmla="*/ 66 w 489"/>
                <a:gd name="T103" fmla="*/ 239 h 1119"/>
                <a:gd name="T104" fmla="*/ 0 w 489"/>
                <a:gd name="T105" fmla="*/ 441 h 1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89" h="1119">
                  <a:moveTo>
                    <a:pt x="0" y="441"/>
                  </a:moveTo>
                  <a:cubicBezTo>
                    <a:pt x="18" y="421"/>
                    <a:pt x="27" y="436"/>
                    <a:pt x="27" y="436"/>
                  </a:cubicBezTo>
                  <a:cubicBezTo>
                    <a:pt x="27" y="436"/>
                    <a:pt x="30" y="305"/>
                    <a:pt x="66" y="252"/>
                  </a:cubicBezTo>
                  <a:cubicBezTo>
                    <a:pt x="66" y="582"/>
                    <a:pt x="66" y="582"/>
                    <a:pt x="66" y="582"/>
                  </a:cubicBezTo>
                  <a:cubicBezTo>
                    <a:pt x="53" y="586"/>
                    <a:pt x="43" y="597"/>
                    <a:pt x="43" y="612"/>
                  </a:cubicBezTo>
                  <a:cubicBezTo>
                    <a:pt x="43" y="626"/>
                    <a:pt x="52" y="639"/>
                    <a:pt x="66" y="643"/>
                  </a:cubicBezTo>
                  <a:cubicBezTo>
                    <a:pt x="66" y="1119"/>
                    <a:pt x="66" y="1119"/>
                    <a:pt x="66" y="1119"/>
                  </a:cubicBezTo>
                  <a:cubicBezTo>
                    <a:pt x="84" y="1119"/>
                    <a:pt x="84" y="1119"/>
                    <a:pt x="84" y="1119"/>
                  </a:cubicBezTo>
                  <a:cubicBezTo>
                    <a:pt x="84" y="644"/>
                    <a:pt x="84" y="644"/>
                    <a:pt x="84" y="644"/>
                  </a:cubicBezTo>
                  <a:cubicBezTo>
                    <a:pt x="124" y="644"/>
                    <a:pt x="209" y="637"/>
                    <a:pt x="215" y="577"/>
                  </a:cubicBezTo>
                  <a:cubicBezTo>
                    <a:pt x="220" y="527"/>
                    <a:pt x="230" y="494"/>
                    <a:pt x="240" y="474"/>
                  </a:cubicBezTo>
                  <a:cubicBezTo>
                    <a:pt x="240" y="579"/>
                    <a:pt x="240" y="579"/>
                    <a:pt x="240" y="579"/>
                  </a:cubicBezTo>
                  <a:cubicBezTo>
                    <a:pt x="240" y="660"/>
                    <a:pt x="240" y="660"/>
                    <a:pt x="240" y="660"/>
                  </a:cubicBezTo>
                  <a:cubicBezTo>
                    <a:pt x="221" y="750"/>
                    <a:pt x="221" y="750"/>
                    <a:pt x="221" y="750"/>
                  </a:cubicBezTo>
                  <a:cubicBezTo>
                    <a:pt x="207" y="818"/>
                    <a:pt x="207" y="818"/>
                    <a:pt x="207" y="818"/>
                  </a:cubicBezTo>
                  <a:cubicBezTo>
                    <a:pt x="207" y="818"/>
                    <a:pt x="208" y="819"/>
                    <a:pt x="209" y="819"/>
                  </a:cubicBezTo>
                  <a:cubicBezTo>
                    <a:pt x="218" y="821"/>
                    <a:pt x="262" y="829"/>
                    <a:pt x="348" y="829"/>
                  </a:cubicBezTo>
                  <a:cubicBezTo>
                    <a:pt x="377" y="829"/>
                    <a:pt x="402" y="828"/>
                    <a:pt x="422" y="827"/>
                  </a:cubicBezTo>
                  <a:cubicBezTo>
                    <a:pt x="358" y="783"/>
                    <a:pt x="317" y="710"/>
                    <a:pt x="317" y="627"/>
                  </a:cubicBezTo>
                  <a:cubicBezTo>
                    <a:pt x="317" y="540"/>
                    <a:pt x="363" y="463"/>
                    <a:pt x="433" y="420"/>
                  </a:cubicBezTo>
                  <a:cubicBezTo>
                    <a:pt x="418" y="413"/>
                    <a:pt x="409" y="401"/>
                    <a:pt x="409" y="391"/>
                  </a:cubicBezTo>
                  <a:cubicBezTo>
                    <a:pt x="413" y="401"/>
                    <a:pt x="425" y="410"/>
                    <a:pt x="441" y="416"/>
                  </a:cubicBezTo>
                  <a:cubicBezTo>
                    <a:pt x="456" y="407"/>
                    <a:pt x="472" y="400"/>
                    <a:pt x="489" y="395"/>
                  </a:cubicBezTo>
                  <a:cubicBezTo>
                    <a:pt x="486" y="389"/>
                    <a:pt x="481" y="384"/>
                    <a:pt x="473" y="379"/>
                  </a:cubicBezTo>
                  <a:cubicBezTo>
                    <a:pt x="468" y="376"/>
                    <a:pt x="463" y="373"/>
                    <a:pt x="456" y="371"/>
                  </a:cubicBezTo>
                  <a:cubicBezTo>
                    <a:pt x="436" y="365"/>
                    <a:pt x="416" y="368"/>
                    <a:pt x="410" y="378"/>
                  </a:cubicBezTo>
                  <a:cubicBezTo>
                    <a:pt x="398" y="378"/>
                    <a:pt x="398" y="378"/>
                    <a:pt x="398" y="378"/>
                  </a:cubicBezTo>
                  <a:cubicBezTo>
                    <a:pt x="390" y="383"/>
                    <a:pt x="384" y="387"/>
                    <a:pt x="382" y="388"/>
                  </a:cubicBezTo>
                  <a:cubicBezTo>
                    <a:pt x="364" y="398"/>
                    <a:pt x="364" y="398"/>
                    <a:pt x="364" y="398"/>
                  </a:cubicBezTo>
                  <a:cubicBezTo>
                    <a:pt x="364" y="378"/>
                    <a:pt x="364" y="378"/>
                    <a:pt x="364" y="378"/>
                  </a:cubicBezTo>
                  <a:cubicBezTo>
                    <a:pt x="332" y="378"/>
                    <a:pt x="332" y="378"/>
                    <a:pt x="332" y="378"/>
                  </a:cubicBezTo>
                  <a:cubicBezTo>
                    <a:pt x="332" y="398"/>
                    <a:pt x="332" y="398"/>
                    <a:pt x="332" y="398"/>
                  </a:cubicBezTo>
                  <a:cubicBezTo>
                    <a:pt x="314" y="388"/>
                    <a:pt x="314" y="388"/>
                    <a:pt x="314" y="388"/>
                  </a:cubicBezTo>
                  <a:cubicBezTo>
                    <a:pt x="312" y="387"/>
                    <a:pt x="306" y="383"/>
                    <a:pt x="298" y="378"/>
                  </a:cubicBezTo>
                  <a:cubicBezTo>
                    <a:pt x="280" y="378"/>
                    <a:pt x="280" y="378"/>
                    <a:pt x="280" y="378"/>
                  </a:cubicBezTo>
                  <a:cubicBezTo>
                    <a:pt x="273" y="368"/>
                    <a:pt x="254" y="365"/>
                    <a:pt x="233" y="371"/>
                  </a:cubicBezTo>
                  <a:cubicBezTo>
                    <a:pt x="227" y="373"/>
                    <a:pt x="221" y="376"/>
                    <a:pt x="216" y="379"/>
                  </a:cubicBezTo>
                  <a:cubicBezTo>
                    <a:pt x="203" y="387"/>
                    <a:pt x="196" y="398"/>
                    <a:pt x="199" y="407"/>
                  </a:cubicBezTo>
                  <a:cubicBezTo>
                    <a:pt x="203" y="419"/>
                    <a:pt x="224" y="423"/>
                    <a:pt x="247" y="416"/>
                  </a:cubicBezTo>
                  <a:cubicBezTo>
                    <a:pt x="264" y="411"/>
                    <a:pt x="276" y="401"/>
                    <a:pt x="280" y="391"/>
                  </a:cubicBezTo>
                  <a:cubicBezTo>
                    <a:pt x="280" y="404"/>
                    <a:pt x="265" y="419"/>
                    <a:pt x="244" y="425"/>
                  </a:cubicBezTo>
                  <a:cubicBezTo>
                    <a:pt x="225" y="431"/>
                    <a:pt x="206" y="429"/>
                    <a:pt x="197" y="421"/>
                  </a:cubicBezTo>
                  <a:cubicBezTo>
                    <a:pt x="174" y="454"/>
                    <a:pt x="158" y="503"/>
                    <a:pt x="152" y="568"/>
                  </a:cubicBezTo>
                  <a:cubicBezTo>
                    <a:pt x="143" y="575"/>
                    <a:pt x="113" y="580"/>
                    <a:pt x="84" y="580"/>
                  </a:cubicBezTo>
                  <a:cubicBezTo>
                    <a:pt x="84" y="237"/>
                    <a:pt x="84" y="237"/>
                    <a:pt x="84" y="237"/>
                  </a:cubicBezTo>
                  <a:cubicBezTo>
                    <a:pt x="92" y="223"/>
                    <a:pt x="92" y="223"/>
                    <a:pt x="92" y="223"/>
                  </a:cubicBezTo>
                  <a:cubicBezTo>
                    <a:pt x="92" y="223"/>
                    <a:pt x="92" y="78"/>
                    <a:pt x="92" y="55"/>
                  </a:cubicBezTo>
                  <a:cubicBezTo>
                    <a:pt x="92" y="33"/>
                    <a:pt x="75" y="0"/>
                    <a:pt x="75" y="0"/>
                  </a:cubicBezTo>
                  <a:cubicBezTo>
                    <a:pt x="75" y="0"/>
                    <a:pt x="59" y="33"/>
                    <a:pt x="59" y="55"/>
                  </a:cubicBezTo>
                  <a:cubicBezTo>
                    <a:pt x="59" y="78"/>
                    <a:pt x="59" y="223"/>
                    <a:pt x="59" y="223"/>
                  </a:cubicBezTo>
                  <a:cubicBezTo>
                    <a:pt x="66" y="237"/>
                    <a:pt x="66" y="237"/>
                    <a:pt x="66" y="237"/>
                  </a:cubicBezTo>
                  <a:cubicBezTo>
                    <a:pt x="66" y="239"/>
                    <a:pt x="66" y="239"/>
                    <a:pt x="66" y="239"/>
                  </a:cubicBezTo>
                  <a:cubicBezTo>
                    <a:pt x="53" y="255"/>
                    <a:pt x="10" y="321"/>
                    <a:pt x="0" y="4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10"/>
            <p:cNvSpPr>
              <a:spLocks/>
            </p:cNvSpPr>
            <p:nvPr/>
          </p:nvSpPr>
          <p:spPr bwMode="auto">
            <a:xfrm>
              <a:off x="2090739" y="1703387"/>
              <a:ext cx="192088" cy="466725"/>
            </a:xfrm>
            <a:custGeom>
              <a:avLst/>
              <a:gdLst>
                <a:gd name="T0" fmla="*/ 21 w 120"/>
                <a:gd name="T1" fmla="*/ 0 h 293"/>
                <a:gd name="T2" fmla="*/ 2 w 120"/>
                <a:gd name="T3" fmla="*/ 237 h 293"/>
                <a:gd name="T4" fmla="*/ 47 w 120"/>
                <a:gd name="T5" fmla="*/ 291 h 293"/>
                <a:gd name="T6" fmla="*/ 101 w 120"/>
                <a:gd name="T7" fmla="*/ 245 h 293"/>
                <a:gd name="T8" fmla="*/ 120 w 120"/>
                <a:gd name="T9" fmla="*/ 7 h 293"/>
                <a:gd name="T10" fmla="*/ 21 w 120"/>
                <a:gd name="T11" fmla="*/ 0 h 293"/>
              </a:gdLst>
              <a:ahLst/>
              <a:cxnLst>
                <a:cxn ang="0">
                  <a:pos x="T0" y="T1"/>
                </a:cxn>
                <a:cxn ang="0">
                  <a:pos x="T2" y="T3"/>
                </a:cxn>
                <a:cxn ang="0">
                  <a:pos x="T4" y="T5"/>
                </a:cxn>
                <a:cxn ang="0">
                  <a:pos x="T6" y="T7"/>
                </a:cxn>
                <a:cxn ang="0">
                  <a:pos x="T8" y="T9"/>
                </a:cxn>
                <a:cxn ang="0">
                  <a:pos x="T10" y="T11"/>
                </a:cxn>
              </a:cxnLst>
              <a:rect l="0" t="0" r="r" b="b"/>
              <a:pathLst>
                <a:path w="120" h="293">
                  <a:moveTo>
                    <a:pt x="21" y="0"/>
                  </a:moveTo>
                  <a:cubicBezTo>
                    <a:pt x="2" y="237"/>
                    <a:pt x="2" y="237"/>
                    <a:pt x="2" y="237"/>
                  </a:cubicBezTo>
                  <a:cubicBezTo>
                    <a:pt x="0" y="264"/>
                    <a:pt x="20" y="288"/>
                    <a:pt x="47" y="291"/>
                  </a:cubicBezTo>
                  <a:cubicBezTo>
                    <a:pt x="74" y="293"/>
                    <a:pt x="98" y="272"/>
                    <a:pt x="101" y="245"/>
                  </a:cubicBezTo>
                  <a:cubicBezTo>
                    <a:pt x="120" y="7"/>
                    <a:pt x="120" y="7"/>
                    <a:pt x="120" y="7"/>
                  </a:cubicBezTo>
                  <a:cubicBezTo>
                    <a:pt x="72" y="6"/>
                    <a:pt x="40" y="3"/>
                    <a:pt x="2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11"/>
            <p:cNvSpPr>
              <a:spLocks/>
            </p:cNvSpPr>
            <p:nvPr/>
          </p:nvSpPr>
          <p:spPr bwMode="auto">
            <a:xfrm>
              <a:off x="2293939" y="884237"/>
              <a:ext cx="50800" cy="68262"/>
            </a:xfrm>
            <a:custGeom>
              <a:avLst/>
              <a:gdLst>
                <a:gd name="T0" fmla="*/ 32 w 32"/>
                <a:gd name="T1" fmla="*/ 41 h 43"/>
                <a:gd name="T2" fmla="*/ 32 w 32"/>
                <a:gd name="T3" fmla="*/ 0 h 43"/>
                <a:gd name="T4" fmla="*/ 16 w 32"/>
                <a:gd name="T5" fmla="*/ 11 h 43"/>
                <a:gd name="T6" fmla="*/ 0 w 32"/>
                <a:gd name="T7" fmla="*/ 0 h 43"/>
                <a:gd name="T8" fmla="*/ 0 w 32"/>
                <a:gd name="T9" fmla="*/ 41 h 43"/>
                <a:gd name="T10" fmla="*/ 16 w 32"/>
                <a:gd name="T11" fmla="*/ 43 h 43"/>
                <a:gd name="T12" fmla="*/ 32 w 32"/>
                <a:gd name="T13" fmla="*/ 41 h 43"/>
              </a:gdLst>
              <a:ahLst/>
              <a:cxnLst>
                <a:cxn ang="0">
                  <a:pos x="T0" y="T1"/>
                </a:cxn>
                <a:cxn ang="0">
                  <a:pos x="T2" y="T3"/>
                </a:cxn>
                <a:cxn ang="0">
                  <a:pos x="T4" y="T5"/>
                </a:cxn>
                <a:cxn ang="0">
                  <a:pos x="T6" y="T7"/>
                </a:cxn>
                <a:cxn ang="0">
                  <a:pos x="T8" y="T9"/>
                </a:cxn>
                <a:cxn ang="0">
                  <a:pos x="T10" y="T11"/>
                </a:cxn>
                <a:cxn ang="0">
                  <a:pos x="T12" y="T13"/>
                </a:cxn>
              </a:cxnLst>
              <a:rect l="0" t="0" r="r" b="b"/>
              <a:pathLst>
                <a:path w="32" h="43">
                  <a:moveTo>
                    <a:pt x="32" y="41"/>
                  </a:moveTo>
                  <a:cubicBezTo>
                    <a:pt x="32" y="0"/>
                    <a:pt x="32" y="0"/>
                    <a:pt x="32" y="0"/>
                  </a:cubicBezTo>
                  <a:cubicBezTo>
                    <a:pt x="16" y="11"/>
                    <a:pt x="16" y="11"/>
                    <a:pt x="16" y="11"/>
                  </a:cubicBezTo>
                  <a:cubicBezTo>
                    <a:pt x="0" y="0"/>
                    <a:pt x="0" y="0"/>
                    <a:pt x="0" y="0"/>
                  </a:cubicBezTo>
                  <a:cubicBezTo>
                    <a:pt x="0" y="41"/>
                    <a:pt x="0" y="41"/>
                    <a:pt x="0" y="41"/>
                  </a:cubicBezTo>
                  <a:cubicBezTo>
                    <a:pt x="5" y="42"/>
                    <a:pt x="10" y="43"/>
                    <a:pt x="16" y="43"/>
                  </a:cubicBezTo>
                  <a:cubicBezTo>
                    <a:pt x="21" y="43"/>
                    <a:pt x="27" y="42"/>
                    <a:pt x="32"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12"/>
            <p:cNvSpPr>
              <a:spLocks/>
            </p:cNvSpPr>
            <p:nvPr/>
          </p:nvSpPr>
          <p:spPr bwMode="auto">
            <a:xfrm>
              <a:off x="2154239" y="469900"/>
              <a:ext cx="328613" cy="508000"/>
            </a:xfrm>
            <a:custGeom>
              <a:avLst/>
              <a:gdLst>
                <a:gd name="T0" fmla="*/ 75 w 206"/>
                <a:gd name="T1" fmla="*/ 222 h 319"/>
                <a:gd name="T2" fmla="*/ 29 w 206"/>
                <a:gd name="T3" fmla="*/ 202 h 319"/>
                <a:gd name="T4" fmla="*/ 29 w 206"/>
                <a:gd name="T5" fmla="*/ 182 h 319"/>
                <a:gd name="T6" fmla="*/ 91 w 206"/>
                <a:gd name="T7" fmla="*/ 202 h 319"/>
                <a:gd name="T8" fmla="*/ 91 w 206"/>
                <a:gd name="T9" fmla="*/ 248 h 319"/>
                <a:gd name="T10" fmla="*/ 103 w 206"/>
                <a:gd name="T11" fmla="*/ 256 h 319"/>
                <a:gd name="T12" fmla="*/ 115 w 206"/>
                <a:gd name="T13" fmla="*/ 248 h 319"/>
                <a:gd name="T14" fmla="*/ 115 w 206"/>
                <a:gd name="T15" fmla="*/ 202 h 319"/>
                <a:gd name="T16" fmla="*/ 177 w 206"/>
                <a:gd name="T17" fmla="*/ 182 h 319"/>
                <a:gd name="T18" fmla="*/ 177 w 206"/>
                <a:gd name="T19" fmla="*/ 202 h 319"/>
                <a:gd name="T20" fmla="*/ 131 w 206"/>
                <a:gd name="T21" fmla="*/ 222 h 319"/>
                <a:gd name="T22" fmla="*/ 131 w 206"/>
                <a:gd name="T23" fmla="*/ 319 h 319"/>
                <a:gd name="T24" fmla="*/ 196 w 206"/>
                <a:gd name="T25" fmla="*/ 253 h 319"/>
                <a:gd name="T26" fmla="*/ 186 w 206"/>
                <a:gd name="T27" fmla="*/ 220 h 319"/>
                <a:gd name="T28" fmla="*/ 195 w 206"/>
                <a:gd name="T29" fmla="*/ 141 h 319"/>
                <a:gd name="T30" fmla="*/ 118 w 206"/>
                <a:gd name="T31" fmla="*/ 84 h 319"/>
                <a:gd name="T32" fmla="*/ 123 w 206"/>
                <a:gd name="T33" fmla="*/ 0 h 319"/>
                <a:gd name="T34" fmla="*/ 83 w 206"/>
                <a:gd name="T35" fmla="*/ 0 h 319"/>
                <a:gd name="T36" fmla="*/ 88 w 206"/>
                <a:gd name="T37" fmla="*/ 84 h 319"/>
                <a:gd name="T38" fmla="*/ 11 w 206"/>
                <a:gd name="T39" fmla="*/ 141 h 319"/>
                <a:gd name="T40" fmla="*/ 20 w 206"/>
                <a:gd name="T41" fmla="*/ 220 h 319"/>
                <a:gd name="T42" fmla="*/ 10 w 206"/>
                <a:gd name="T43" fmla="*/ 253 h 319"/>
                <a:gd name="T44" fmla="*/ 75 w 206"/>
                <a:gd name="T45" fmla="*/ 319 h 319"/>
                <a:gd name="T46" fmla="*/ 75 w 206"/>
                <a:gd name="T47" fmla="*/ 22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6" h="319">
                  <a:moveTo>
                    <a:pt x="75" y="222"/>
                  </a:moveTo>
                  <a:cubicBezTo>
                    <a:pt x="29" y="202"/>
                    <a:pt x="29" y="202"/>
                    <a:pt x="29" y="202"/>
                  </a:cubicBezTo>
                  <a:cubicBezTo>
                    <a:pt x="29" y="182"/>
                    <a:pt x="29" y="182"/>
                    <a:pt x="29" y="182"/>
                  </a:cubicBezTo>
                  <a:cubicBezTo>
                    <a:pt x="91" y="202"/>
                    <a:pt x="91" y="202"/>
                    <a:pt x="91" y="202"/>
                  </a:cubicBezTo>
                  <a:cubicBezTo>
                    <a:pt x="91" y="248"/>
                    <a:pt x="91" y="248"/>
                    <a:pt x="91" y="248"/>
                  </a:cubicBezTo>
                  <a:cubicBezTo>
                    <a:pt x="103" y="256"/>
                    <a:pt x="103" y="256"/>
                    <a:pt x="103" y="256"/>
                  </a:cubicBezTo>
                  <a:cubicBezTo>
                    <a:pt x="115" y="248"/>
                    <a:pt x="115" y="248"/>
                    <a:pt x="115" y="248"/>
                  </a:cubicBezTo>
                  <a:cubicBezTo>
                    <a:pt x="115" y="202"/>
                    <a:pt x="115" y="202"/>
                    <a:pt x="115" y="202"/>
                  </a:cubicBezTo>
                  <a:cubicBezTo>
                    <a:pt x="177" y="182"/>
                    <a:pt x="177" y="182"/>
                    <a:pt x="177" y="182"/>
                  </a:cubicBezTo>
                  <a:cubicBezTo>
                    <a:pt x="177" y="202"/>
                    <a:pt x="177" y="202"/>
                    <a:pt x="177" y="202"/>
                  </a:cubicBezTo>
                  <a:cubicBezTo>
                    <a:pt x="131" y="222"/>
                    <a:pt x="131" y="222"/>
                    <a:pt x="131" y="222"/>
                  </a:cubicBezTo>
                  <a:cubicBezTo>
                    <a:pt x="131" y="319"/>
                    <a:pt x="131" y="319"/>
                    <a:pt x="131" y="319"/>
                  </a:cubicBezTo>
                  <a:cubicBezTo>
                    <a:pt x="131" y="319"/>
                    <a:pt x="190" y="285"/>
                    <a:pt x="196" y="253"/>
                  </a:cubicBezTo>
                  <a:cubicBezTo>
                    <a:pt x="186" y="220"/>
                    <a:pt x="186" y="220"/>
                    <a:pt x="186" y="220"/>
                  </a:cubicBezTo>
                  <a:cubicBezTo>
                    <a:pt x="186" y="220"/>
                    <a:pt x="206" y="167"/>
                    <a:pt x="195" y="141"/>
                  </a:cubicBezTo>
                  <a:cubicBezTo>
                    <a:pt x="184" y="118"/>
                    <a:pt x="155" y="90"/>
                    <a:pt x="118" y="84"/>
                  </a:cubicBezTo>
                  <a:cubicBezTo>
                    <a:pt x="123" y="0"/>
                    <a:pt x="123" y="0"/>
                    <a:pt x="123" y="0"/>
                  </a:cubicBezTo>
                  <a:cubicBezTo>
                    <a:pt x="83" y="0"/>
                    <a:pt x="83" y="0"/>
                    <a:pt x="83" y="0"/>
                  </a:cubicBezTo>
                  <a:cubicBezTo>
                    <a:pt x="88" y="84"/>
                    <a:pt x="88" y="84"/>
                    <a:pt x="88" y="84"/>
                  </a:cubicBezTo>
                  <a:cubicBezTo>
                    <a:pt x="51" y="90"/>
                    <a:pt x="21" y="118"/>
                    <a:pt x="11" y="141"/>
                  </a:cubicBezTo>
                  <a:cubicBezTo>
                    <a:pt x="0" y="167"/>
                    <a:pt x="20" y="220"/>
                    <a:pt x="20" y="220"/>
                  </a:cubicBezTo>
                  <a:cubicBezTo>
                    <a:pt x="10" y="253"/>
                    <a:pt x="10" y="253"/>
                    <a:pt x="10" y="253"/>
                  </a:cubicBezTo>
                  <a:cubicBezTo>
                    <a:pt x="15" y="285"/>
                    <a:pt x="75" y="319"/>
                    <a:pt x="75" y="319"/>
                  </a:cubicBezTo>
                  <a:lnTo>
                    <a:pt x="75" y="2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3"/>
            <p:cNvSpPr>
              <a:spLocks noEditPoints="1"/>
            </p:cNvSpPr>
            <p:nvPr/>
          </p:nvSpPr>
          <p:spPr bwMode="auto">
            <a:xfrm>
              <a:off x="2289176" y="1008062"/>
              <a:ext cx="735013" cy="736600"/>
            </a:xfrm>
            <a:custGeom>
              <a:avLst/>
              <a:gdLst>
                <a:gd name="T0" fmla="*/ 0 w 461"/>
                <a:gd name="T1" fmla="*/ 231 h 462"/>
                <a:gd name="T2" fmla="*/ 230 w 461"/>
                <a:gd name="T3" fmla="*/ 462 h 462"/>
                <a:gd name="T4" fmla="*/ 461 w 461"/>
                <a:gd name="T5" fmla="*/ 231 h 462"/>
                <a:gd name="T6" fmla="*/ 230 w 461"/>
                <a:gd name="T7" fmla="*/ 0 h 462"/>
                <a:gd name="T8" fmla="*/ 0 w 461"/>
                <a:gd name="T9" fmla="*/ 231 h 462"/>
                <a:gd name="T10" fmla="*/ 230 w 461"/>
                <a:gd name="T11" fmla="*/ 350 h 462"/>
                <a:gd name="T12" fmla="*/ 111 w 461"/>
                <a:gd name="T13" fmla="*/ 231 h 462"/>
                <a:gd name="T14" fmla="*/ 230 w 461"/>
                <a:gd name="T15" fmla="*/ 112 h 462"/>
                <a:gd name="T16" fmla="*/ 349 w 461"/>
                <a:gd name="T17" fmla="*/ 231 h 462"/>
                <a:gd name="T18" fmla="*/ 230 w 461"/>
                <a:gd name="T19" fmla="*/ 350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1" h="462">
                  <a:moveTo>
                    <a:pt x="0" y="231"/>
                  </a:moveTo>
                  <a:cubicBezTo>
                    <a:pt x="0" y="358"/>
                    <a:pt x="103" y="462"/>
                    <a:pt x="230" y="462"/>
                  </a:cubicBezTo>
                  <a:cubicBezTo>
                    <a:pt x="358" y="462"/>
                    <a:pt x="461" y="358"/>
                    <a:pt x="461" y="231"/>
                  </a:cubicBezTo>
                  <a:cubicBezTo>
                    <a:pt x="461" y="104"/>
                    <a:pt x="358" y="0"/>
                    <a:pt x="230" y="0"/>
                  </a:cubicBezTo>
                  <a:cubicBezTo>
                    <a:pt x="103" y="0"/>
                    <a:pt x="0" y="104"/>
                    <a:pt x="0" y="231"/>
                  </a:cubicBezTo>
                  <a:close/>
                  <a:moveTo>
                    <a:pt x="230" y="350"/>
                  </a:moveTo>
                  <a:cubicBezTo>
                    <a:pt x="165" y="350"/>
                    <a:pt x="111" y="297"/>
                    <a:pt x="111" y="231"/>
                  </a:cubicBezTo>
                  <a:cubicBezTo>
                    <a:pt x="111" y="165"/>
                    <a:pt x="165" y="112"/>
                    <a:pt x="230" y="112"/>
                  </a:cubicBezTo>
                  <a:cubicBezTo>
                    <a:pt x="296" y="112"/>
                    <a:pt x="349" y="165"/>
                    <a:pt x="349" y="231"/>
                  </a:cubicBezTo>
                  <a:cubicBezTo>
                    <a:pt x="349" y="297"/>
                    <a:pt x="296" y="350"/>
                    <a:pt x="230" y="3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Oval 14"/>
            <p:cNvSpPr>
              <a:spLocks noChangeArrowheads="1"/>
            </p:cNvSpPr>
            <p:nvPr/>
          </p:nvSpPr>
          <p:spPr bwMode="auto">
            <a:xfrm>
              <a:off x="2497139" y="1219200"/>
              <a:ext cx="317500" cy="3143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3" name="组合 12"/>
          <p:cNvGrpSpPr/>
          <p:nvPr/>
        </p:nvGrpSpPr>
        <p:grpSpPr>
          <a:xfrm>
            <a:off x="1504951" y="2760662"/>
            <a:ext cx="5805488" cy="2736849"/>
            <a:chOff x="1504951" y="2760662"/>
            <a:chExt cx="5805488" cy="2736849"/>
          </a:xfrm>
          <a:solidFill>
            <a:schemeClr val="tx1">
              <a:lumMod val="65000"/>
              <a:lumOff val="35000"/>
            </a:schemeClr>
          </a:solidFill>
        </p:grpSpPr>
        <p:sp>
          <p:nvSpPr>
            <p:cNvPr id="14" name="Freeform 25"/>
            <p:cNvSpPr>
              <a:spLocks noEditPoints="1"/>
            </p:cNvSpPr>
            <p:nvPr/>
          </p:nvSpPr>
          <p:spPr bwMode="auto">
            <a:xfrm>
              <a:off x="2159001" y="2840037"/>
              <a:ext cx="1657350" cy="1427162"/>
            </a:xfrm>
            <a:custGeom>
              <a:avLst/>
              <a:gdLst>
                <a:gd name="T0" fmla="*/ 480 w 1040"/>
                <a:gd name="T1" fmla="*/ 764 h 896"/>
                <a:gd name="T2" fmla="*/ 513 w 1040"/>
                <a:gd name="T3" fmla="*/ 804 h 896"/>
                <a:gd name="T4" fmla="*/ 556 w 1040"/>
                <a:gd name="T5" fmla="*/ 750 h 896"/>
                <a:gd name="T6" fmla="*/ 582 w 1040"/>
                <a:gd name="T7" fmla="*/ 787 h 896"/>
                <a:gd name="T8" fmla="*/ 775 w 1040"/>
                <a:gd name="T9" fmla="*/ 709 h 896"/>
                <a:gd name="T10" fmla="*/ 921 w 1040"/>
                <a:gd name="T11" fmla="*/ 720 h 896"/>
                <a:gd name="T12" fmla="*/ 1040 w 1040"/>
                <a:gd name="T13" fmla="*/ 659 h 896"/>
                <a:gd name="T14" fmla="*/ 893 w 1040"/>
                <a:gd name="T15" fmla="*/ 668 h 896"/>
                <a:gd name="T16" fmla="*/ 879 w 1040"/>
                <a:gd name="T17" fmla="*/ 567 h 896"/>
                <a:gd name="T18" fmla="*/ 797 w 1040"/>
                <a:gd name="T19" fmla="*/ 440 h 896"/>
                <a:gd name="T20" fmla="*/ 736 w 1040"/>
                <a:gd name="T21" fmla="*/ 638 h 896"/>
                <a:gd name="T22" fmla="*/ 570 w 1040"/>
                <a:gd name="T23" fmla="*/ 729 h 896"/>
                <a:gd name="T24" fmla="*/ 484 w 1040"/>
                <a:gd name="T25" fmla="*/ 233 h 896"/>
                <a:gd name="T26" fmla="*/ 427 w 1040"/>
                <a:gd name="T27" fmla="*/ 17 h 896"/>
                <a:gd name="T28" fmla="*/ 452 w 1040"/>
                <a:gd name="T29" fmla="*/ 239 h 896"/>
                <a:gd name="T30" fmla="*/ 463 w 1040"/>
                <a:gd name="T31" fmla="*/ 260 h 896"/>
                <a:gd name="T32" fmla="*/ 317 w 1040"/>
                <a:gd name="T33" fmla="*/ 221 h 896"/>
                <a:gd name="T34" fmla="*/ 265 w 1040"/>
                <a:gd name="T35" fmla="*/ 47 h 896"/>
                <a:gd name="T36" fmla="*/ 234 w 1040"/>
                <a:gd name="T37" fmla="*/ 58 h 896"/>
                <a:gd name="T38" fmla="*/ 294 w 1040"/>
                <a:gd name="T39" fmla="*/ 222 h 896"/>
                <a:gd name="T40" fmla="*/ 145 w 1040"/>
                <a:gd name="T41" fmla="*/ 196 h 896"/>
                <a:gd name="T42" fmla="*/ 115 w 1040"/>
                <a:gd name="T43" fmla="*/ 210 h 896"/>
                <a:gd name="T44" fmla="*/ 114 w 1040"/>
                <a:gd name="T45" fmla="*/ 279 h 896"/>
                <a:gd name="T46" fmla="*/ 155 w 1040"/>
                <a:gd name="T47" fmla="*/ 297 h 896"/>
                <a:gd name="T48" fmla="*/ 187 w 1040"/>
                <a:gd name="T49" fmla="*/ 363 h 896"/>
                <a:gd name="T50" fmla="*/ 20 w 1040"/>
                <a:gd name="T51" fmla="*/ 455 h 896"/>
                <a:gd name="T52" fmla="*/ 198 w 1040"/>
                <a:gd name="T53" fmla="*/ 371 h 896"/>
                <a:gd name="T54" fmla="*/ 259 w 1040"/>
                <a:gd name="T55" fmla="*/ 787 h 896"/>
                <a:gd name="T56" fmla="*/ 388 w 1040"/>
                <a:gd name="T57" fmla="*/ 782 h 896"/>
                <a:gd name="T58" fmla="*/ 451 w 1040"/>
                <a:gd name="T59" fmla="*/ 873 h 896"/>
                <a:gd name="T60" fmla="*/ 464 w 1040"/>
                <a:gd name="T61" fmla="*/ 267 h 896"/>
                <a:gd name="T62" fmla="*/ 492 w 1040"/>
                <a:gd name="T63" fmla="*/ 743 h 896"/>
                <a:gd name="T64" fmla="*/ 464 w 1040"/>
                <a:gd name="T65" fmla="*/ 267 h 896"/>
                <a:gd name="T66" fmla="*/ 215 w 1040"/>
                <a:gd name="T67" fmla="*/ 348 h 896"/>
                <a:gd name="T68" fmla="*/ 299 w 1040"/>
                <a:gd name="T69" fmla="*/ 228 h 896"/>
                <a:gd name="T70" fmla="*/ 274 w 1040"/>
                <a:gd name="T71" fmla="*/ 341 h 896"/>
                <a:gd name="T72" fmla="*/ 333 w 1040"/>
                <a:gd name="T73" fmla="*/ 329 h 896"/>
                <a:gd name="T74" fmla="*/ 399 w 1040"/>
                <a:gd name="T75" fmla="*/ 761 h 8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40" h="896">
                  <a:moveTo>
                    <a:pt x="407" y="778"/>
                  </a:moveTo>
                  <a:cubicBezTo>
                    <a:pt x="480" y="764"/>
                    <a:pt x="480" y="764"/>
                    <a:pt x="480" y="764"/>
                  </a:cubicBezTo>
                  <a:cubicBezTo>
                    <a:pt x="495" y="809"/>
                    <a:pt x="495" y="809"/>
                    <a:pt x="495" y="809"/>
                  </a:cubicBezTo>
                  <a:cubicBezTo>
                    <a:pt x="501" y="807"/>
                    <a:pt x="507" y="806"/>
                    <a:pt x="513" y="804"/>
                  </a:cubicBezTo>
                  <a:cubicBezTo>
                    <a:pt x="498" y="761"/>
                    <a:pt x="498" y="761"/>
                    <a:pt x="498" y="761"/>
                  </a:cubicBezTo>
                  <a:cubicBezTo>
                    <a:pt x="556" y="750"/>
                    <a:pt x="556" y="750"/>
                    <a:pt x="556" y="750"/>
                  </a:cubicBezTo>
                  <a:cubicBezTo>
                    <a:pt x="563" y="792"/>
                    <a:pt x="563" y="792"/>
                    <a:pt x="563" y="792"/>
                  </a:cubicBezTo>
                  <a:cubicBezTo>
                    <a:pt x="569" y="790"/>
                    <a:pt x="576" y="789"/>
                    <a:pt x="582" y="787"/>
                  </a:cubicBezTo>
                  <a:cubicBezTo>
                    <a:pt x="574" y="747"/>
                    <a:pt x="574" y="747"/>
                    <a:pt x="574" y="747"/>
                  </a:cubicBezTo>
                  <a:cubicBezTo>
                    <a:pt x="775" y="709"/>
                    <a:pt x="775" y="709"/>
                    <a:pt x="775" y="709"/>
                  </a:cubicBezTo>
                  <a:cubicBezTo>
                    <a:pt x="777" y="720"/>
                    <a:pt x="778" y="732"/>
                    <a:pt x="778" y="746"/>
                  </a:cubicBezTo>
                  <a:cubicBezTo>
                    <a:pt x="828" y="736"/>
                    <a:pt x="876" y="727"/>
                    <a:pt x="921" y="720"/>
                  </a:cubicBezTo>
                  <a:cubicBezTo>
                    <a:pt x="915" y="707"/>
                    <a:pt x="909" y="696"/>
                    <a:pt x="903" y="685"/>
                  </a:cubicBezTo>
                  <a:cubicBezTo>
                    <a:pt x="1040" y="659"/>
                    <a:pt x="1040" y="659"/>
                    <a:pt x="1040" y="659"/>
                  </a:cubicBezTo>
                  <a:cubicBezTo>
                    <a:pt x="1008" y="647"/>
                    <a:pt x="1008" y="647"/>
                    <a:pt x="1008" y="647"/>
                  </a:cubicBezTo>
                  <a:cubicBezTo>
                    <a:pt x="893" y="668"/>
                    <a:pt x="893" y="668"/>
                    <a:pt x="893" y="668"/>
                  </a:cubicBezTo>
                  <a:cubicBezTo>
                    <a:pt x="888" y="660"/>
                    <a:pt x="883" y="653"/>
                    <a:pt x="879" y="646"/>
                  </a:cubicBezTo>
                  <a:cubicBezTo>
                    <a:pt x="876" y="621"/>
                    <a:pt x="876" y="594"/>
                    <a:pt x="879" y="567"/>
                  </a:cubicBezTo>
                  <a:cubicBezTo>
                    <a:pt x="799" y="443"/>
                    <a:pt x="799" y="443"/>
                    <a:pt x="799" y="443"/>
                  </a:cubicBezTo>
                  <a:cubicBezTo>
                    <a:pt x="798" y="442"/>
                    <a:pt x="797" y="441"/>
                    <a:pt x="797" y="440"/>
                  </a:cubicBezTo>
                  <a:cubicBezTo>
                    <a:pt x="780" y="442"/>
                    <a:pt x="764" y="440"/>
                    <a:pt x="753" y="434"/>
                  </a:cubicBezTo>
                  <a:cubicBezTo>
                    <a:pt x="731" y="505"/>
                    <a:pt x="727" y="556"/>
                    <a:pt x="736" y="638"/>
                  </a:cubicBezTo>
                  <a:cubicBezTo>
                    <a:pt x="741" y="665"/>
                    <a:pt x="752" y="682"/>
                    <a:pt x="766" y="692"/>
                  </a:cubicBezTo>
                  <a:cubicBezTo>
                    <a:pt x="570" y="729"/>
                    <a:pt x="570" y="729"/>
                    <a:pt x="570" y="729"/>
                  </a:cubicBezTo>
                  <a:cubicBezTo>
                    <a:pt x="480" y="248"/>
                    <a:pt x="480" y="248"/>
                    <a:pt x="480" y="248"/>
                  </a:cubicBezTo>
                  <a:cubicBezTo>
                    <a:pt x="484" y="233"/>
                    <a:pt x="484" y="233"/>
                    <a:pt x="484" y="233"/>
                  </a:cubicBezTo>
                  <a:cubicBezTo>
                    <a:pt x="484" y="233"/>
                    <a:pt x="457" y="91"/>
                    <a:pt x="453" y="69"/>
                  </a:cubicBezTo>
                  <a:cubicBezTo>
                    <a:pt x="449" y="47"/>
                    <a:pt x="427" y="17"/>
                    <a:pt x="427" y="17"/>
                  </a:cubicBezTo>
                  <a:cubicBezTo>
                    <a:pt x="427" y="17"/>
                    <a:pt x="416" y="53"/>
                    <a:pt x="421" y="75"/>
                  </a:cubicBezTo>
                  <a:cubicBezTo>
                    <a:pt x="425" y="97"/>
                    <a:pt x="452" y="239"/>
                    <a:pt x="452" y="239"/>
                  </a:cubicBezTo>
                  <a:cubicBezTo>
                    <a:pt x="461" y="251"/>
                    <a:pt x="461" y="251"/>
                    <a:pt x="461" y="251"/>
                  </a:cubicBezTo>
                  <a:cubicBezTo>
                    <a:pt x="463" y="260"/>
                    <a:pt x="463" y="260"/>
                    <a:pt x="463" y="260"/>
                  </a:cubicBezTo>
                  <a:cubicBezTo>
                    <a:pt x="442" y="262"/>
                    <a:pt x="399" y="270"/>
                    <a:pt x="343" y="299"/>
                  </a:cubicBezTo>
                  <a:cubicBezTo>
                    <a:pt x="317" y="221"/>
                    <a:pt x="317" y="221"/>
                    <a:pt x="317" y="221"/>
                  </a:cubicBezTo>
                  <a:cubicBezTo>
                    <a:pt x="319" y="206"/>
                    <a:pt x="319" y="206"/>
                    <a:pt x="319" y="206"/>
                  </a:cubicBezTo>
                  <a:cubicBezTo>
                    <a:pt x="319" y="206"/>
                    <a:pt x="273" y="68"/>
                    <a:pt x="265" y="47"/>
                  </a:cubicBezTo>
                  <a:cubicBezTo>
                    <a:pt x="258" y="26"/>
                    <a:pt x="232" y="0"/>
                    <a:pt x="232" y="0"/>
                  </a:cubicBezTo>
                  <a:cubicBezTo>
                    <a:pt x="232" y="0"/>
                    <a:pt x="227" y="36"/>
                    <a:pt x="234" y="58"/>
                  </a:cubicBezTo>
                  <a:cubicBezTo>
                    <a:pt x="241" y="79"/>
                    <a:pt x="288" y="216"/>
                    <a:pt x="288" y="216"/>
                  </a:cubicBezTo>
                  <a:cubicBezTo>
                    <a:pt x="294" y="222"/>
                    <a:pt x="294" y="222"/>
                    <a:pt x="294" y="222"/>
                  </a:cubicBezTo>
                  <a:cubicBezTo>
                    <a:pt x="268" y="244"/>
                    <a:pt x="218" y="259"/>
                    <a:pt x="178" y="268"/>
                  </a:cubicBezTo>
                  <a:cubicBezTo>
                    <a:pt x="163" y="236"/>
                    <a:pt x="149" y="205"/>
                    <a:pt x="145" y="196"/>
                  </a:cubicBezTo>
                  <a:cubicBezTo>
                    <a:pt x="135" y="176"/>
                    <a:pt x="106" y="153"/>
                    <a:pt x="106" y="153"/>
                  </a:cubicBezTo>
                  <a:cubicBezTo>
                    <a:pt x="106" y="153"/>
                    <a:pt x="105" y="190"/>
                    <a:pt x="115" y="210"/>
                  </a:cubicBezTo>
                  <a:cubicBezTo>
                    <a:pt x="119" y="218"/>
                    <a:pt x="131" y="245"/>
                    <a:pt x="145" y="275"/>
                  </a:cubicBezTo>
                  <a:cubicBezTo>
                    <a:pt x="127" y="278"/>
                    <a:pt x="114" y="279"/>
                    <a:pt x="114" y="279"/>
                  </a:cubicBezTo>
                  <a:cubicBezTo>
                    <a:pt x="114" y="279"/>
                    <a:pt x="130" y="287"/>
                    <a:pt x="112" y="307"/>
                  </a:cubicBezTo>
                  <a:cubicBezTo>
                    <a:pt x="128" y="304"/>
                    <a:pt x="142" y="301"/>
                    <a:pt x="155" y="297"/>
                  </a:cubicBezTo>
                  <a:cubicBezTo>
                    <a:pt x="171" y="331"/>
                    <a:pt x="185" y="362"/>
                    <a:pt x="185" y="362"/>
                  </a:cubicBezTo>
                  <a:cubicBezTo>
                    <a:pt x="187" y="363"/>
                    <a:pt x="187" y="363"/>
                    <a:pt x="187" y="363"/>
                  </a:cubicBezTo>
                  <a:cubicBezTo>
                    <a:pt x="157" y="366"/>
                    <a:pt x="86" y="379"/>
                    <a:pt x="0" y="437"/>
                  </a:cubicBezTo>
                  <a:cubicBezTo>
                    <a:pt x="26" y="439"/>
                    <a:pt x="20" y="455"/>
                    <a:pt x="20" y="455"/>
                  </a:cubicBezTo>
                  <a:cubicBezTo>
                    <a:pt x="20" y="455"/>
                    <a:pt x="133" y="369"/>
                    <a:pt x="196" y="370"/>
                  </a:cubicBezTo>
                  <a:cubicBezTo>
                    <a:pt x="198" y="371"/>
                    <a:pt x="198" y="371"/>
                    <a:pt x="198" y="371"/>
                  </a:cubicBezTo>
                  <a:cubicBezTo>
                    <a:pt x="380" y="764"/>
                    <a:pt x="380" y="764"/>
                    <a:pt x="380" y="764"/>
                  </a:cubicBezTo>
                  <a:cubicBezTo>
                    <a:pt x="259" y="787"/>
                    <a:pt x="259" y="787"/>
                    <a:pt x="259" y="787"/>
                  </a:cubicBezTo>
                  <a:cubicBezTo>
                    <a:pt x="263" y="805"/>
                    <a:pt x="263" y="805"/>
                    <a:pt x="263" y="805"/>
                  </a:cubicBezTo>
                  <a:cubicBezTo>
                    <a:pt x="388" y="782"/>
                    <a:pt x="388" y="782"/>
                    <a:pt x="388" y="782"/>
                  </a:cubicBezTo>
                  <a:cubicBezTo>
                    <a:pt x="441" y="896"/>
                    <a:pt x="441" y="896"/>
                    <a:pt x="441" y="896"/>
                  </a:cubicBezTo>
                  <a:cubicBezTo>
                    <a:pt x="444" y="888"/>
                    <a:pt x="448" y="881"/>
                    <a:pt x="451" y="873"/>
                  </a:cubicBezTo>
                  <a:lnTo>
                    <a:pt x="407" y="778"/>
                  </a:lnTo>
                  <a:close/>
                  <a:moveTo>
                    <a:pt x="464" y="267"/>
                  </a:moveTo>
                  <a:cubicBezTo>
                    <a:pt x="552" y="732"/>
                    <a:pt x="552" y="732"/>
                    <a:pt x="552" y="732"/>
                  </a:cubicBezTo>
                  <a:cubicBezTo>
                    <a:pt x="492" y="743"/>
                    <a:pt x="492" y="743"/>
                    <a:pt x="492" y="743"/>
                  </a:cubicBezTo>
                  <a:cubicBezTo>
                    <a:pt x="349" y="319"/>
                    <a:pt x="349" y="319"/>
                    <a:pt x="349" y="319"/>
                  </a:cubicBezTo>
                  <a:cubicBezTo>
                    <a:pt x="385" y="295"/>
                    <a:pt x="430" y="270"/>
                    <a:pt x="464" y="267"/>
                  </a:cubicBezTo>
                  <a:close/>
                  <a:moveTo>
                    <a:pt x="214" y="363"/>
                  </a:moveTo>
                  <a:cubicBezTo>
                    <a:pt x="215" y="348"/>
                    <a:pt x="215" y="348"/>
                    <a:pt x="215" y="348"/>
                  </a:cubicBezTo>
                  <a:cubicBezTo>
                    <a:pt x="215" y="348"/>
                    <a:pt x="202" y="320"/>
                    <a:pt x="187" y="287"/>
                  </a:cubicBezTo>
                  <a:cubicBezTo>
                    <a:pt x="246" y="267"/>
                    <a:pt x="282" y="242"/>
                    <a:pt x="299" y="228"/>
                  </a:cubicBezTo>
                  <a:cubicBezTo>
                    <a:pt x="326" y="307"/>
                    <a:pt x="326" y="307"/>
                    <a:pt x="326" y="307"/>
                  </a:cubicBezTo>
                  <a:cubicBezTo>
                    <a:pt x="309" y="317"/>
                    <a:pt x="292" y="327"/>
                    <a:pt x="274" y="341"/>
                  </a:cubicBezTo>
                  <a:cubicBezTo>
                    <a:pt x="301" y="341"/>
                    <a:pt x="295" y="358"/>
                    <a:pt x="295" y="358"/>
                  </a:cubicBezTo>
                  <a:cubicBezTo>
                    <a:pt x="295" y="358"/>
                    <a:pt x="311" y="345"/>
                    <a:pt x="333" y="329"/>
                  </a:cubicBezTo>
                  <a:cubicBezTo>
                    <a:pt x="474" y="747"/>
                    <a:pt x="474" y="747"/>
                    <a:pt x="474" y="747"/>
                  </a:cubicBezTo>
                  <a:cubicBezTo>
                    <a:pt x="399" y="761"/>
                    <a:pt x="399" y="761"/>
                    <a:pt x="399" y="761"/>
                  </a:cubicBezTo>
                  <a:lnTo>
                    <a:pt x="214" y="3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26"/>
            <p:cNvSpPr>
              <a:spLocks/>
            </p:cNvSpPr>
            <p:nvPr/>
          </p:nvSpPr>
          <p:spPr bwMode="auto">
            <a:xfrm>
              <a:off x="3219451" y="2851150"/>
              <a:ext cx="569913" cy="574675"/>
            </a:xfrm>
            <a:custGeom>
              <a:avLst/>
              <a:gdLst>
                <a:gd name="T0" fmla="*/ 0 w 358"/>
                <a:gd name="T1" fmla="*/ 361 h 361"/>
                <a:gd name="T2" fmla="*/ 95 w 358"/>
                <a:gd name="T3" fmla="*/ 329 h 361"/>
                <a:gd name="T4" fmla="*/ 109 w 358"/>
                <a:gd name="T5" fmla="*/ 274 h 361"/>
                <a:gd name="T6" fmla="*/ 89 w 358"/>
                <a:gd name="T7" fmla="*/ 193 h 361"/>
                <a:gd name="T8" fmla="*/ 194 w 358"/>
                <a:gd name="T9" fmla="*/ 90 h 361"/>
                <a:gd name="T10" fmla="*/ 207 w 358"/>
                <a:gd name="T11" fmla="*/ 89 h 361"/>
                <a:gd name="T12" fmla="*/ 292 w 358"/>
                <a:gd name="T13" fmla="*/ 130 h 361"/>
                <a:gd name="T14" fmla="*/ 358 w 358"/>
                <a:gd name="T15" fmla="*/ 67 h 361"/>
                <a:gd name="T16" fmla="*/ 172 w 358"/>
                <a:gd name="T17" fmla="*/ 14 h 361"/>
                <a:gd name="T18" fmla="*/ 38 w 358"/>
                <a:gd name="T19" fmla="*/ 182 h 361"/>
                <a:gd name="T20" fmla="*/ 0 w 358"/>
                <a:gd name="T21" fmla="*/ 361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8" h="361">
                  <a:moveTo>
                    <a:pt x="0" y="361"/>
                  </a:moveTo>
                  <a:cubicBezTo>
                    <a:pt x="49" y="357"/>
                    <a:pt x="78" y="345"/>
                    <a:pt x="95" y="329"/>
                  </a:cubicBezTo>
                  <a:cubicBezTo>
                    <a:pt x="109" y="274"/>
                    <a:pt x="109" y="274"/>
                    <a:pt x="109" y="274"/>
                  </a:cubicBezTo>
                  <a:cubicBezTo>
                    <a:pt x="104" y="259"/>
                    <a:pt x="91" y="219"/>
                    <a:pt x="89" y="193"/>
                  </a:cubicBezTo>
                  <a:cubicBezTo>
                    <a:pt x="86" y="151"/>
                    <a:pt x="111" y="98"/>
                    <a:pt x="194" y="90"/>
                  </a:cubicBezTo>
                  <a:cubicBezTo>
                    <a:pt x="198" y="89"/>
                    <a:pt x="203" y="89"/>
                    <a:pt x="207" y="89"/>
                  </a:cubicBezTo>
                  <a:cubicBezTo>
                    <a:pt x="247" y="89"/>
                    <a:pt x="275" y="109"/>
                    <a:pt x="292" y="130"/>
                  </a:cubicBezTo>
                  <a:cubicBezTo>
                    <a:pt x="358" y="67"/>
                    <a:pt x="358" y="67"/>
                    <a:pt x="358" y="67"/>
                  </a:cubicBezTo>
                  <a:cubicBezTo>
                    <a:pt x="358" y="67"/>
                    <a:pt x="289" y="0"/>
                    <a:pt x="172" y="14"/>
                  </a:cubicBezTo>
                  <a:cubicBezTo>
                    <a:pt x="56" y="28"/>
                    <a:pt x="33" y="116"/>
                    <a:pt x="38" y="182"/>
                  </a:cubicBezTo>
                  <a:cubicBezTo>
                    <a:pt x="43" y="249"/>
                    <a:pt x="76" y="322"/>
                    <a:pt x="0" y="3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27"/>
            <p:cNvSpPr>
              <a:spLocks/>
            </p:cNvSpPr>
            <p:nvPr/>
          </p:nvSpPr>
          <p:spPr bwMode="auto">
            <a:xfrm>
              <a:off x="3387726" y="3013075"/>
              <a:ext cx="330200" cy="381000"/>
            </a:xfrm>
            <a:custGeom>
              <a:avLst/>
              <a:gdLst>
                <a:gd name="T0" fmla="*/ 174 w 207"/>
                <a:gd name="T1" fmla="*/ 169 h 239"/>
                <a:gd name="T2" fmla="*/ 207 w 207"/>
                <a:gd name="T3" fmla="*/ 178 h 239"/>
                <a:gd name="T4" fmla="*/ 185 w 207"/>
                <a:gd name="T5" fmla="*/ 67 h 239"/>
                <a:gd name="T6" fmla="*/ 90 w 207"/>
                <a:gd name="T7" fmla="*/ 7 h 239"/>
                <a:gd name="T8" fmla="*/ 3 w 207"/>
                <a:gd name="T9" fmla="*/ 89 h 239"/>
                <a:gd name="T10" fmla="*/ 24 w 207"/>
                <a:gd name="T11" fmla="*/ 172 h 239"/>
                <a:gd name="T12" fmla="*/ 14 w 207"/>
                <a:gd name="T13" fmla="*/ 210 h 239"/>
                <a:gd name="T14" fmla="*/ 91 w 207"/>
                <a:gd name="T15" fmla="*/ 210 h 239"/>
                <a:gd name="T16" fmla="*/ 177 w 207"/>
                <a:gd name="T17" fmla="*/ 239 h 239"/>
                <a:gd name="T18" fmla="*/ 149 w 207"/>
                <a:gd name="T19" fmla="*/ 147 h 239"/>
                <a:gd name="T20" fmla="*/ 113 w 207"/>
                <a:gd name="T21" fmla="*/ 129 h 239"/>
                <a:gd name="T22" fmla="*/ 100 w 207"/>
                <a:gd name="T23" fmla="*/ 89 h 239"/>
                <a:gd name="T24" fmla="*/ 163 w 207"/>
                <a:gd name="T25" fmla="*/ 121 h 239"/>
                <a:gd name="T26" fmla="*/ 174 w 207"/>
                <a:gd name="T27" fmla="*/ 169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7" h="239">
                  <a:moveTo>
                    <a:pt x="174" y="169"/>
                  </a:moveTo>
                  <a:cubicBezTo>
                    <a:pt x="207" y="178"/>
                    <a:pt x="207" y="178"/>
                    <a:pt x="207" y="178"/>
                  </a:cubicBezTo>
                  <a:cubicBezTo>
                    <a:pt x="185" y="67"/>
                    <a:pt x="185" y="67"/>
                    <a:pt x="185" y="67"/>
                  </a:cubicBezTo>
                  <a:cubicBezTo>
                    <a:pt x="185" y="67"/>
                    <a:pt x="164" y="0"/>
                    <a:pt x="90" y="7"/>
                  </a:cubicBezTo>
                  <a:cubicBezTo>
                    <a:pt x="15" y="15"/>
                    <a:pt x="0" y="60"/>
                    <a:pt x="3" y="89"/>
                  </a:cubicBezTo>
                  <a:cubicBezTo>
                    <a:pt x="5" y="119"/>
                    <a:pt x="24" y="172"/>
                    <a:pt x="24" y="172"/>
                  </a:cubicBezTo>
                  <a:cubicBezTo>
                    <a:pt x="14" y="210"/>
                    <a:pt x="14" y="210"/>
                    <a:pt x="14" y="210"/>
                  </a:cubicBezTo>
                  <a:cubicBezTo>
                    <a:pt x="91" y="210"/>
                    <a:pt x="91" y="210"/>
                    <a:pt x="91" y="210"/>
                  </a:cubicBezTo>
                  <a:cubicBezTo>
                    <a:pt x="177" y="239"/>
                    <a:pt x="177" y="239"/>
                    <a:pt x="177" y="239"/>
                  </a:cubicBezTo>
                  <a:cubicBezTo>
                    <a:pt x="149" y="147"/>
                    <a:pt x="149" y="147"/>
                    <a:pt x="149" y="147"/>
                  </a:cubicBezTo>
                  <a:cubicBezTo>
                    <a:pt x="113" y="129"/>
                    <a:pt x="113" y="129"/>
                    <a:pt x="113" y="129"/>
                  </a:cubicBezTo>
                  <a:cubicBezTo>
                    <a:pt x="100" y="89"/>
                    <a:pt x="100" y="89"/>
                    <a:pt x="100" y="89"/>
                  </a:cubicBezTo>
                  <a:cubicBezTo>
                    <a:pt x="163" y="121"/>
                    <a:pt x="163" y="121"/>
                    <a:pt x="163" y="121"/>
                  </a:cubicBezTo>
                  <a:lnTo>
                    <a:pt x="174" y="1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28"/>
            <p:cNvSpPr>
              <a:spLocks noEditPoints="1"/>
            </p:cNvSpPr>
            <p:nvPr/>
          </p:nvSpPr>
          <p:spPr bwMode="auto">
            <a:xfrm>
              <a:off x="4337051" y="3635374"/>
              <a:ext cx="2973388" cy="1550987"/>
            </a:xfrm>
            <a:custGeom>
              <a:avLst/>
              <a:gdLst>
                <a:gd name="T0" fmla="*/ 1566 w 1866"/>
                <a:gd name="T1" fmla="*/ 302 h 973"/>
                <a:gd name="T2" fmla="*/ 1377 w 1866"/>
                <a:gd name="T3" fmla="*/ 100 h 973"/>
                <a:gd name="T4" fmla="*/ 1033 w 1866"/>
                <a:gd name="T5" fmla="*/ 32 h 973"/>
                <a:gd name="T6" fmla="*/ 1005 w 1866"/>
                <a:gd name="T7" fmla="*/ 49 h 973"/>
                <a:gd name="T8" fmla="*/ 982 w 1866"/>
                <a:gd name="T9" fmla="*/ 126 h 973"/>
                <a:gd name="T10" fmla="*/ 794 w 1866"/>
                <a:gd name="T11" fmla="*/ 120 h 973"/>
                <a:gd name="T12" fmla="*/ 478 w 1866"/>
                <a:gd name="T13" fmla="*/ 186 h 973"/>
                <a:gd name="T14" fmla="*/ 296 w 1866"/>
                <a:gd name="T15" fmla="*/ 250 h 973"/>
                <a:gd name="T16" fmla="*/ 2 w 1866"/>
                <a:gd name="T17" fmla="*/ 434 h 973"/>
                <a:gd name="T18" fmla="*/ 423 w 1866"/>
                <a:gd name="T19" fmla="*/ 313 h 973"/>
                <a:gd name="T20" fmla="*/ 502 w 1866"/>
                <a:gd name="T21" fmla="*/ 439 h 973"/>
                <a:gd name="T22" fmla="*/ 544 w 1866"/>
                <a:gd name="T23" fmla="*/ 552 h 973"/>
                <a:gd name="T24" fmla="*/ 487 w 1866"/>
                <a:gd name="T25" fmla="*/ 575 h 973"/>
                <a:gd name="T26" fmla="*/ 483 w 1866"/>
                <a:gd name="T27" fmla="*/ 893 h 973"/>
                <a:gd name="T28" fmla="*/ 543 w 1866"/>
                <a:gd name="T29" fmla="*/ 973 h 973"/>
                <a:gd name="T30" fmla="*/ 614 w 1866"/>
                <a:gd name="T31" fmla="*/ 939 h 973"/>
                <a:gd name="T32" fmla="*/ 511 w 1866"/>
                <a:gd name="T33" fmla="*/ 672 h 973"/>
                <a:gd name="T34" fmla="*/ 820 w 1866"/>
                <a:gd name="T35" fmla="*/ 525 h 973"/>
                <a:gd name="T36" fmla="*/ 1061 w 1866"/>
                <a:gd name="T37" fmla="*/ 489 h 973"/>
                <a:gd name="T38" fmla="*/ 1040 w 1866"/>
                <a:gd name="T39" fmla="*/ 210 h 973"/>
                <a:gd name="T40" fmla="*/ 1157 w 1866"/>
                <a:gd name="T41" fmla="*/ 482 h 973"/>
                <a:gd name="T42" fmla="*/ 1508 w 1866"/>
                <a:gd name="T43" fmla="*/ 453 h 973"/>
                <a:gd name="T44" fmla="*/ 1464 w 1866"/>
                <a:gd name="T45" fmla="*/ 648 h 973"/>
                <a:gd name="T46" fmla="*/ 1495 w 1866"/>
                <a:gd name="T47" fmla="*/ 749 h 973"/>
                <a:gd name="T48" fmla="*/ 1541 w 1866"/>
                <a:gd name="T49" fmla="*/ 645 h 973"/>
                <a:gd name="T50" fmla="*/ 1557 w 1866"/>
                <a:gd name="T51" fmla="*/ 415 h 973"/>
                <a:gd name="T52" fmla="*/ 1565 w 1866"/>
                <a:gd name="T53" fmla="*/ 373 h 973"/>
                <a:gd name="T54" fmla="*/ 1793 w 1866"/>
                <a:gd name="T55" fmla="*/ 514 h 973"/>
                <a:gd name="T56" fmla="*/ 1821 w 1866"/>
                <a:gd name="T57" fmla="*/ 433 h 973"/>
                <a:gd name="T58" fmla="*/ 995 w 1866"/>
                <a:gd name="T59" fmla="*/ 186 h 973"/>
                <a:gd name="T60" fmla="*/ 1027 w 1866"/>
                <a:gd name="T61" fmla="*/ 150 h 973"/>
                <a:gd name="T62" fmla="*/ 995 w 1866"/>
                <a:gd name="T63" fmla="*/ 186 h 9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66" h="973">
                  <a:moveTo>
                    <a:pt x="1750" y="403"/>
                  </a:moveTo>
                  <a:cubicBezTo>
                    <a:pt x="1750" y="403"/>
                    <a:pt x="1602" y="316"/>
                    <a:pt x="1566" y="302"/>
                  </a:cubicBezTo>
                  <a:cubicBezTo>
                    <a:pt x="1531" y="288"/>
                    <a:pt x="1399" y="258"/>
                    <a:pt x="1399" y="258"/>
                  </a:cubicBezTo>
                  <a:cubicBezTo>
                    <a:pt x="1377" y="100"/>
                    <a:pt x="1377" y="100"/>
                    <a:pt x="1377" y="100"/>
                  </a:cubicBezTo>
                  <a:cubicBezTo>
                    <a:pt x="1272" y="82"/>
                    <a:pt x="1163" y="48"/>
                    <a:pt x="1054" y="0"/>
                  </a:cubicBezTo>
                  <a:cubicBezTo>
                    <a:pt x="1033" y="32"/>
                    <a:pt x="1033" y="32"/>
                    <a:pt x="1033" y="32"/>
                  </a:cubicBezTo>
                  <a:cubicBezTo>
                    <a:pt x="1029" y="37"/>
                    <a:pt x="1025" y="40"/>
                    <a:pt x="1021" y="44"/>
                  </a:cubicBezTo>
                  <a:cubicBezTo>
                    <a:pt x="1005" y="49"/>
                    <a:pt x="1005" y="49"/>
                    <a:pt x="1005" y="49"/>
                  </a:cubicBezTo>
                  <a:cubicBezTo>
                    <a:pt x="1020" y="116"/>
                    <a:pt x="1020" y="116"/>
                    <a:pt x="1020" y="116"/>
                  </a:cubicBezTo>
                  <a:cubicBezTo>
                    <a:pt x="982" y="126"/>
                    <a:pt x="982" y="126"/>
                    <a:pt x="982" y="126"/>
                  </a:cubicBezTo>
                  <a:cubicBezTo>
                    <a:pt x="968" y="62"/>
                    <a:pt x="968" y="62"/>
                    <a:pt x="968" y="62"/>
                  </a:cubicBezTo>
                  <a:cubicBezTo>
                    <a:pt x="794" y="120"/>
                    <a:pt x="794" y="120"/>
                    <a:pt x="794" y="120"/>
                  </a:cubicBezTo>
                  <a:cubicBezTo>
                    <a:pt x="794" y="120"/>
                    <a:pt x="739" y="109"/>
                    <a:pt x="691" y="116"/>
                  </a:cubicBezTo>
                  <a:cubicBezTo>
                    <a:pt x="643" y="123"/>
                    <a:pt x="504" y="162"/>
                    <a:pt x="478" y="186"/>
                  </a:cubicBezTo>
                  <a:cubicBezTo>
                    <a:pt x="469" y="194"/>
                    <a:pt x="460" y="206"/>
                    <a:pt x="452" y="220"/>
                  </a:cubicBezTo>
                  <a:cubicBezTo>
                    <a:pt x="406" y="225"/>
                    <a:pt x="331" y="234"/>
                    <a:pt x="296" y="250"/>
                  </a:cubicBezTo>
                  <a:cubicBezTo>
                    <a:pt x="251" y="271"/>
                    <a:pt x="159" y="363"/>
                    <a:pt x="123" y="378"/>
                  </a:cubicBezTo>
                  <a:cubicBezTo>
                    <a:pt x="87" y="394"/>
                    <a:pt x="0" y="418"/>
                    <a:pt x="2" y="434"/>
                  </a:cubicBezTo>
                  <a:cubicBezTo>
                    <a:pt x="5" y="450"/>
                    <a:pt x="208" y="495"/>
                    <a:pt x="278" y="418"/>
                  </a:cubicBezTo>
                  <a:cubicBezTo>
                    <a:pt x="316" y="376"/>
                    <a:pt x="376" y="339"/>
                    <a:pt x="423" y="313"/>
                  </a:cubicBezTo>
                  <a:cubicBezTo>
                    <a:pt x="423" y="316"/>
                    <a:pt x="423" y="318"/>
                    <a:pt x="423" y="320"/>
                  </a:cubicBezTo>
                  <a:cubicBezTo>
                    <a:pt x="424" y="372"/>
                    <a:pt x="502" y="439"/>
                    <a:pt x="502" y="439"/>
                  </a:cubicBezTo>
                  <a:cubicBezTo>
                    <a:pt x="502" y="439"/>
                    <a:pt x="548" y="510"/>
                    <a:pt x="538" y="534"/>
                  </a:cubicBezTo>
                  <a:cubicBezTo>
                    <a:pt x="535" y="539"/>
                    <a:pt x="538" y="545"/>
                    <a:pt x="544" y="552"/>
                  </a:cubicBezTo>
                  <a:cubicBezTo>
                    <a:pt x="543" y="553"/>
                    <a:pt x="543" y="553"/>
                    <a:pt x="543" y="553"/>
                  </a:cubicBezTo>
                  <a:cubicBezTo>
                    <a:pt x="487" y="575"/>
                    <a:pt x="487" y="575"/>
                    <a:pt x="487" y="575"/>
                  </a:cubicBezTo>
                  <a:cubicBezTo>
                    <a:pt x="438" y="640"/>
                    <a:pt x="438" y="640"/>
                    <a:pt x="438" y="640"/>
                  </a:cubicBezTo>
                  <a:cubicBezTo>
                    <a:pt x="483" y="893"/>
                    <a:pt x="483" y="893"/>
                    <a:pt x="483" y="893"/>
                  </a:cubicBezTo>
                  <a:cubicBezTo>
                    <a:pt x="515" y="907"/>
                    <a:pt x="515" y="907"/>
                    <a:pt x="515" y="907"/>
                  </a:cubicBezTo>
                  <a:cubicBezTo>
                    <a:pt x="543" y="973"/>
                    <a:pt x="543" y="973"/>
                    <a:pt x="543" y="973"/>
                  </a:cubicBezTo>
                  <a:cubicBezTo>
                    <a:pt x="613" y="973"/>
                    <a:pt x="613" y="973"/>
                    <a:pt x="613" y="973"/>
                  </a:cubicBezTo>
                  <a:cubicBezTo>
                    <a:pt x="614" y="939"/>
                    <a:pt x="614" y="939"/>
                    <a:pt x="614" y="939"/>
                  </a:cubicBezTo>
                  <a:cubicBezTo>
                    <a:pt x="515" y="833"/>
                    <a:pt x="515" y="833"/>
                    <a:pt x="515" y="833"/>
                  </a:cubicBezTo>
                  <a:cubicBezTo>
                    <a:pt x="511" y="672"/>
                    <a:pt x="511" y="672"/>
                    <a:pt x="511" y="672"/>
                  </a:cubicBezTo>
                  <a:cubicBezTo>
                    <a:pt x="690" y="612"/>
                    <a:pt x="690" y="612"/>
                    <a:pt x="690" y="612"/>
                  </a:cubicBezTo>
                  <a:cubicBezTo>
                    <a:pt x="820" y="525"/>
                    <a:pt x="820" y="525"/>
                    <a:pt x="820" y="525"/>
                  </a:cubicBezTo>
                  <a:cubicBezTo>
                    <a:pt x="843" y="461"/>
                    <a:pt x="843" y="461"/>
                    <a:pt x="843" y="461"/>
                  </a:cubicBezTo>
                  <a:cubicBezTo>
                    <a:pt x="888" y="469"/>
                    <a:pt x="984" y="485"/>
                    <a:pt x="1061" y="489"/>
                  </a:cubicBezTo>
                  <a:cubicBezTo>
                    <a:pt x="1002" y="220"/>
                    <a:pt x="1002" y="220"/>
                    <a:pt x="1002" y="220"/>
                  </a:cubicBezTo>
                  <a:cubicBezTo>
                    <a:pt x="1040" y="210"/>
                    <a:pt x="1040" y="210"/>
                    <a:pt x="1040" y="210"/>
                  </a:cubicBezTo>
                  <a:cubicBezTo>
                    <a:pt x="1101" y="490"/>
                    <a:pt x="1101" y="490"/>
                    <a:pt x="1101" y="490"/>
                  </a:cubicBezTo>
                  <a:cubicBezTo>
                    <a:pt x="1124" y="489"/>
                    <a:pt x="1144" y="487"/>
                    <a:pt x="1157" y="482"/>
                  </a:cubicBezTo>
                  <a:cubicBezTo>
                    <a:pt x="1191" y="469"/>
                    <a:pt x="1228" y="443"/>
                    <a:pt x="1256" y="420"/>
                  </a:cubicBezTo>
                  <a:cubicBezTo>
                    <a:pt x="1508" y="453"/>
                    <a:pt x="1508" y="453"/>
                    <a:pt x="1508" y="453"/>
                  </a:cubicBezTo>
                  <a:cubicBezTo>
                    <a:pt x="1493" y="631"/>
                    <a:pt x="1493" y="631"/>
                    <a:pt x="1493" y="631"/>
                  </a:cubicBezTo>
                  <a:cubicBezTo>
                    <a:pt x="1464" y="648"/>
                    <a:pt x="1464" y="648"/>
                    <a:pt x="1464" y="648"/>
                  </a:cubicBezTo>
                  <a:cubicBezTo>
                    <a:pt x="1464" y="703"/>
                    <a:pt x="1464" y="703"/>
                    <a:pt x="1464" y="703"/>
                  </a:cubicBezTo>
                  <a:cubicBezTo>
                    <a:pt x="1495" y="749"/>
                    <a:pt x="1495" y="749"/>
                    <a:pt x="1495" y="749"/>
                  </a:cubicBezTo>
                  <a:cubicBezTo>
                    <a:pt x="1545" y="706"/>
                    <a:pt x="1545" y="706"/>
                    <a:pt x="1545" y="706"/>
                  </a:cubicBezTo>
                  <a:cubicBezTo>
                    <a:pt x="1541" y="645"/>
                    <a:pt x="1541" y="645"/>
                    <a:pt x="1541" y="645"/>
                  </a:cubicBezTo>
                  <a:cubicBezTo>
                    <a:pt x="1570" y="608"/>
                    <a:pt x="1570" y="608"/>
                    <a:pt x="1570" y="608"/>
                  </a:cubicBezTo>
                  <a:cubicBezTo>
                    <a:pt x="1557" y="415"/>
                    <a:pt x="1557" y="415"/>
                    <a:pt x="1557" y="415"/>
                  </a:cubicBezTo>
                  <a:cubicBezTo>
                    <a:pt x="1457" y="368"/>
                    <a:pt x="1457" y="368"/>
                    <a:pt x="1457" y="368"/>
                  </a:cubicBezTo>
                  <a:cubicBezTo>
                    <a:pt x="1506" y="368"/>
                    <a:pt x="1552" y="369"/>
                    <a:pt x="1565" y="373"/>
                  </a:cubicBezTo>
                  <a:cubicBezTo>
                    <a:pt x="1597" y="383"/>
                    <a:pt x="1746" y="450"/>
                    <a:pt x="1746" y="450"/>
                  </a:cubicBezTo>
                  <a:cubicBezTo>
                    <a:pt x="1793" y="514"/>
                    <a:pt x="1793" y="514"/>
                    <a:pt x="1793" y="514"/>
                  </a:cubicBezTo>
                  <a:cubicBezTo>
                    <a:pt x="1866" y="483"/>
                    <a:pt x="1866" y="483"/>
                    <a:pt x="1866" y="483"/>
                  </a:cubicBezTo>
                  <a:cubicBezTo>
                    <a:pt x="1821" y="433"/>
                    <a:pt x="1821" y="433"/>
                    <a:pt x="1821" y="433"/>
                  </a:cubicBezTo>
                  <a:lnTo>
                    <a:pt x="1750" y="403"/>
                  </a:lnTo>
                  <a:close/>
                  <a:moveTo>
                    <a:pt x="995" y="186"/>
                  </a:moveTo>
                  <a:cubicBezTo>
                    <a:pt x="989" y="160"/>
                    <a:pt x="989" y="160"/>
                    <a:pt x="989" y="160"/>
                  </a:cubicBezTo>
                  <a:cubicBezTo>
                    <a:pt x="1027" y="150"/>
                    <a:pt x="1027" y="150"/>
                    <a:pt x="1027" y="150"/>
                  </a:cubicBezTo>
                  <a:cubicBezTo>
                    <a:pt x="1033" y="176"/>
                    <a:pt x="1033" y="176"/>
                    <a:pt x="1033" y="176"/>
                  </a:cubicBezTo>
                  <a:lnTo>
                    <a:pt x="995" y="18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29"/>
            <p:cNvSpPr>
              <a:spLocks/>
            </p:cNvSpPr>
            <p:nvPr/>
          </p:nvSpPr>
          <p:spPr bwMode="auto">
            <a:xfrm>
              <a:off x="6940551" y="3684587"/>
              <a:ext cx="188913" cy="169862"/>
            </a:xfrm>
            <a:custGeom>
              <a:avLst/>
              <a:gdLst>
                <a:gd name="T0" fmla="*/ 0 w 119"/>
                <a:gd name="T1" fmla="*/ 72 h 107"/>
                <a:gd name="T2" fmla="*/ 30 w 119"/>
                <a:gd name="T3" fmla="*/ 98 h 107"/>
                <a:gd name="T4" fmla="*/ 116 w 119"/>
                <a:gd name="T5" fmla="*/ 41 h 107"/>
                <a:gd name="T6" fmla="*/ 96 w 119"/>
                <a:gd name="T7" fmla="*/ 0 h 107"/>
                <a:gd name="T8" fmla="*/ 0 w 119"/>
                <a:gd name="T9" fmla="*/ 72 h 107"/>
              </a:gdLst>
              <a:ahLst/>
              <a:cxnLst>
                <a:cxn ang="0">
                  <a:pos x="T0" y="T1"/>
                </a:cxn>
                <a:cxn ang="0">
                  <a:pos x="T2" y="T3"/>
                </a:cxn>
                <a:cxn ang="0">
                  <a:pos x="T4" y="T5"/>
                </a:cxn>
                <a:cxn ang="0">
                  <a:pos x="T6" y="T7"/>
                </a:cxn>
                <a:cxn ang="0">
                  <a:pos x="T8" y="T9"/>
                </a:cxn>
              </a:cxnLst>
              <a:rect l="0" t="0" r="r" b="b"/>
              <a:pathLst>
                <a:path w="119" h="107">
                  <a:moveTo>
                    <a:pt x="0" y="72"/>
                  </a:moveTo>
                  <a:cubicBezTo>
                    <a:pt x="13" y="85"/>
                    <a:pt x="25" y="95"/>
                    <a:pt x="30" y="98"/>
                  </a:cubicBezTo>
                  <a:cubicBezTo>
                    <a:pt x="45" y="107"/>
                    <a:pt x="119" y="60"/>
                    <a:pt x="116" y="41"/>
                  </a:cubicBezTo>
                  <a:cubicBezTo>
                    <a:pt x="115" y="35"/>
                    <a:pt x="107" y="20"/>
                    <a:pt x="96" y="0"/>
                  </a:cubicBezTo>
                  <a:cubicBezTo>
                    <a:pt x="81" y="19"/>
                    <a:pt x="50" y="50"/>
                    <a:pt x="0" y="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30"/>
            <p:cNvSpPr>
              <a:spLocks noEditPoints="1"/>
            </p:cNvSpPr>
            <p:nvPr/>
          </p:nvSpPr>
          <p:spPr bwMode="auto">
            <a:xfrm>
              <a:off x="5910264" y="2989262"/>
              <a:ext cx="1165225" cy="785812"/>
            </a:xfrm>
            <a:custGeom>
              <a:avLst/>
              <a:gdLst>
                <a:gd name="T0" fmla="*/ 382 w 731"/>
                <a:gd name="T1" fmla="*/ 484 h 493"/>
                <a:gd name="T2" fmla="*/ 363 w 731"/>
                <a:gd name="T3" fmla="*/ 436 h 493"/>
                <a:gd name="T4" fmla="*/ 463 w 731"/>
                <a:gd name="T5" fmla="*/ 402 h 493"/>
                <a:gd name="T6" fmla="*/ 578 w 731"/>
                <a:gd name="T7" fmla="*/ 443 h 493"/>
                <a:gd name="T8" fmla="*/ 630 w 731"/>
                <a:gd name="T9" fmla="*/ 493 h 493"/>
                <a:gd name="T10" fmla="*/ 731 w 731"/>
                <a:gd name="T11" fmla="*/ 418 h 493"/>
                <a:gd name="T12" fmla="*/ 675 w 731"/>
                <a:gd name="T13" fmla="*/ 328 h 493"/>
                <a:gd name="T14" fmla="*/ 664 w 731"/>
                <a:gd name="T15" fmla="*/ 282 h 493"/>
                <a:gd name="T16" fmla="*/ 613 w 731"/>
                <a:gd name="T17" fmla="*/ 206 h 493"/>
                <a:gd name="T18" fmla="*/ 547 w 731"/>
                <a:gd name="T19" fmla="*/ 130 h 493"/>
                <a:gd name="T20" fmla="*/ 435 w 731"/>
                <a:gd name="T21" fmla="*/ 25 h 493"/>
                <a:gd name="T22" fmla="*/ 454 w 731"/>
                <a:gd name="T23" fmla="*/ 89 h 493"/>
                <a:gd name="T24" fmla="*/ 420 w 731"/>
                <a:gd name="T25" fmla="*/ 62 h 493"/>
                <a:gd name="T26" fmla="*/ 268 w 731"/>
                <a:gd name="T27" fmla="*/ 21 h 493"/>
                <a:gd name="T28" fmla="*/ 327 w 731"/>
                <a:gd name="T29" fmla="*/ 100 h 493"/>
                <a:gd name="T30" fmla="*/ 112 w 731"/>
                <a:gd name="T31" fmla="*/ 63 h 493"/>
                <a:gd name="T32" fmla="*/ 210 w 731"/>
                <a:gd name="T33" fmla="*/ 146 h 493"/>
                <a:gd name="T34" fmla="*/ 28 w 731"/>
                <a:gd name="T35" fmla="*/ 177 h 493"/>
                <a:gd name="T36" fmla="*/ 163 w 731"/>
                <a:gd name="T37" fmla="*/ 216 h 493"/>
                <a:gd name="T38" fmla="*/ 0 w 731"/>
                <a:gd name="T39" fmla="*/ 290 h 493"/>
                <a:gd name="T40" fmla="*/ 91 w 731"/>
                <a:gd name="T41" fmla="*/ 365 h 493"/>
                <a:gd name="T42" fmla="*/ 77 w 731"/>
                <a:gd name="T43" fmla="*/ 388 h 493"/>
                <a:gd name="T44" fmla="*/ 382 w 731"/>
                <a:gd name="T45" fmla="*/ 484 h 493"/>
                <a:gd name="T46" fmla="*/ 608 w 731"/>
                <a:gd name="T47" fmla="*/ 299 h 493"/>
                <a:gd name="T48" fmla="*/ 570 w 731"/>
                <a:gd name="T49" fmla="*/ 287 h 493"/>
                <a:gd name="T50" fmla="*/ 572 w 731"/>
                <a:gd name="T51" fmla="*/ 247 h 493"/>
                <a:gd name="T52" fmla="*/ 608 w 731"/>
                <a:gd name="T53" fmla="*/ 299 h 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31" h="493">
                  <a:moveTo>
                    <a:pt x="382" y="484"/>
                  </a:moveTo>
                  <a:cubicBezTo>
                    <a:pt x="363" y="436"/>
                    <a:pt x="363" y="436"/>
                    <a:pt x="363" y="436"/>
                  </a:cubicBezTo>
                  <a:cubicBezTo>
                    <a:pt x="463" y="402"/>
                    <a:pt x="463" y="402"/>
                    <a:pt x="463" y="402"/>
                  </a:cubicBezTo>
                  <a:cubicBezTo>
                    <a:pt x="578" y="443"/>
                    <a:pt x="578" y="443"/>
                    <a:pt x="578" y="443"/>
                  </a:cubicBezTo>
                  <a:cubicBezTo>
                    <a:pt x="578" y="443"/>
                    <a:pt x="604" y="469"/>
                    <a:pt x="630" y="493"/>
                  </a:cubicBezTo>
                  <a:cubicBezTo>
                    <a:pt x="688" y="470"/>
                    <a:pt x="720" y="432"/>
                    <a:pt x="731" y="418"/>
                  </a:cubicBezTo>
                  <a:cubicBezTo>
                    <a:pt x="706" y="376"/>
                    <a:pt x="675" y="328"/>
                    <a:pt x="675" y="328"/>
                  </a:cubicBezTo>
                  <a:cubicBezTo>
                    <a:pt x="664" y="282"/>
                    <a:pt x="664" y="282"/>
                    <a:pt x="664" y="282"/>
                  </a:cubicBezTo>
                  <a:cubicBezTo>
                    <a:pt x="664" y="282"/>
                    <a:pt x="642" y="242"/>
                    <a:pt x="613" y="206"/>
                  </a:cubicBezTo>
                  <a:cubicBezTo>
                    <a:pt x="606" y="196"/>
                    <a:pt x="580" y="158"/>
                    <a:pt x="547" y="130"/>
                  </a:cubicBezTo>
                  <a:cubicBezTo>
                    <a:pt x="529" y="41"/>
                    <a:pt x="477" y="23"/>
                    <a:pt x="435" y="25"/>
                  </a:cubicBezTo>
                  <a:cubicBezTo>
                    <a:pt x="469" y="61"/>
                    <a:pt x="466" y="79"/>
                    <a:pt x="454" y="89"/>
                  </a:cubicBezTo>
                  <a:cubicBezTo>
                    <a:pt x="443" y="83"/>
                    <a:pt x="434" y="74"/>
                    <a:pt x="420" y="62"/>
                  </a:cubicBezTo>
                  <a:cubicBezTo>
                    <a:pt x="352" y="0"/>
                    <a:pt x="268" y="21"/>
                    <a:pt x="268" y="21"/>
                  </a:cubicBezTo>
                  <a:cubicBezTo>
                    <a:pt x="268" y="21"/>
                    <a:pt x="396" y="83"/>
                    <a:pt x="327" y="100"/>
                  </a:cubicBezTo>
                  <a:cubicBezTo>
                    <a:pt x="283" y="111"/>
                    <a:pt x="267" y="47"/>
                    <a:pt x="112" y="63"/>
                  </a:cubicBezTo>
                  <a:cubicBezTo>
                    <a:pt x="220" y="100"/>
                    <a:pt x="224" y="157"/>
                    <a:pt x="210" y="146"/>
                  </a:cubicBezTo>
                  <a:cubicBezTo>
                    <a:pt x="188" y="129"/>
                    <a:pt x="117" y="123"/>
                    <a:pt x="28" y="177"/>
                  </a:cubicBezTo>
                  <a:cubicBezTo>
                    <a:pt x="138" y="186"/>
                    <a:pt x="200" y="196"/>
                    <a:pt x="163" y="216"/>
                  </a:cubicBezTo>
                  <a:cubicBezTo>
                    <a:pt x="81" y="261"/>
                    <a:pt x="104" y="190"/>
                    <a:pt x="0" y="290"/>
                  </a:cubicBezTo>
                  <a:cubicBezTo>
                    <a:pt x="91" y="282"/>
                    <a:pt x="105" y="321"/>
                    <a:pt x="91" y="365"/>
                  </a:cubicBezTo>
                  <a:cubicBezTo>
                    <a:pt x="77" y="388"/>
                    <a:pt x="77" y="388"/>
                    <a:pt x="77" y="388"/>
                  </a:cubicBezTo>
                  <a:cubicBezTo>
                    <a:pt x="180" y="433"/>
                    <a:pt x="283" y="466"/>
                    <a:pt x="382" y="484"/>
                  </a:cubicBezTo>
                  <a:close/>
                  <a:moveTo>
                    <a:pt x="608" y="299"/>
                  </a:moveTo>
                  <a:cubicBezTo>
                    <a:pt x="597" y="306"/>
                    <a:pt x="580" y="301"/>
                    <a:pt x="570" y="287"/>
                  </a:cubicBezTo>
                  <a:cubicBezTo>
                    <a:pt x="560" y="273"/>
                    <a:pt x="561" y="255"/>
                    <a:pt x="572" y="247"/>
                  </a:cubicBezTo>
                  <a:cubicBezTo>
                    <a:pt x="584" y="240"/>
                    <a:pt x="620" y="291"/>
                    <a:pt x="608" y="2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31"/>
            <p:cNvSpPr>
              <a:spLocks noEditPoints="1"/>
            </p:cNvSpPr>
            <p:nvPr/>
          </p:nvSpPr>
          <p:spPr bwMode="auto">
            <a:xfrm>
              <a:off x="2936876" y="4317999"/>
              <a:ext cx="868363" cy="869950"/>
            </a:xfrm>
            <a:custGeom>
              <a:avLst/>
              <a:gdLst>
                <a:gd name="T0" fmla="*/ 273 w 545"/>
                <a:gd name="T1" fmla="*/ 0 h 545"/>
                <a:gd name="T2" fmla="*/ 273 w 545"/>
                <a:gd name="T3" fmla="*/ 545 h 545"/>
                <a:gd name="T4" fmla="*/ 436 w 545"/>
                <a:gd name="T5" fmla="*/ 436 h 545"/>
                <a:gd name="T6" fmla="*/ 407 w 545"/>
                <a:gd name="T7" fmla="*/ 416 h 545"/>
                <a:gd name="T8" fmla="*/ 351 w 545"/>
                <a:gd name="T9" fmla="*/ 330 h 545"/>
                <a:gd name="T10" fmla="*/ 362 w 545"/>
                <a:gd name="T11" fmla="*/ 310 h 545"/>
                <a:gd name="T12" fmla="*/ 465 w 545"/>
                <a:gd name="T13" fmla="*/ 316 h 545"/>
                <a:gd name="T14" fmla="*/ 496 w 545"/>
                <a:gd name="T15" fmla="*/ 333 h 545"/>
                <a:gd name="T16" fmla="*/ 503 w 545"/>
                <a:gd name="T17" fmla="*/ 292 h 545"/>
                <a:gd name="T18" fmla="*/ 468 w 545"/>
                <a:gd name="T19" fmla="*/ 297 h 545"/>
                <a:gd name="T20" fmla="*/ 370 w 545"/>
                <a:gd name="T21" fmla="*/ 267 h 545"/>
                <a:gd name="T22" fmla="*/ 366 w 545"/>
                <a:gd name="T23" fmla="*/ 244 h 545"/>
                <a:gd name="T24" fmla="*/ 448 w 545"/>
                <a:gd name="T25" fmla="*/ 182 h 545"/>
                <a:gd name="T26" fmla="*/ 483 w 545"/>
                <a:gd name="T27" fmla="*/ 175 h 545"/>
                <a:gd name="T28" fmla="*/ 503 w 545"/>
                <a:gd name="T29" fmla="*/ 292 h 545"/>
                <a:gd name="T30" fmla="*/ 372 w 545"/>
                <a:gd name="T31" fmla="*/ 63 h 545"/>
                <a:gd name="T32" fmla="*/ 433 w 545"/>
                <a:gd name="T33" fmla="*/ 157 h 545"/>
                <a:gd name="T34" fmla="*/ 350 w 545"/>
                <a:gd name="T35" fmla="*/ 216 h 545"/>
                <a:gd name="T36" fmla="*/ 315 w 545"/>
                <a:gd name="T37" fmla="*/ 222 h 545"/>
                <a:gd name="T38" fmla="*/ 314 w 545"/>
                <a:gd name="T39" fmla="*/ 186 h 545"/>
                <a:gd name="T40" fmla="*/ 360 w 545"/>
                <a:gd name="T41" fmla="*/ 95 h 545"/>
                <a:gd name="T42" fmla="*/ 333 w 545"/>
                <a:gd name="T43" fmla="*/ 49 h 545"/>
                <a:gd name="T44" fmla="*/ 331 w 545"/>
                <a:gd name="T45" fmla="*/ 84 h 545"/>
                <a:gd name="T46" fmla="*/ 284 w 545"/>
                <a:gd name="T47" fmla="*/ 176 h 545"/>
                <a:gd name="T48" fmla="*/ 261 w 545"/>
                <a:gd name="T49" fmla="*/ 176 h 545"/>
                <a:gd name="T50" fmla="*/ 215 w 545"/>
                <a:gd name="T51" fmla="*/ 84 h 545"/>
                <a:gd name="T52" fmla="*/ 214 w 545"/>
                <a:gd name="T53" fmla="*/ 48 h 545"/>
                <a:gd name="T54" fmla="*/ 308 w 545"/>
                <a:gd name="T55" fmla="*/ 272 h 545"/>
                <a:gd name="T56" fmla="*/ 238 w 545"/>
                <a:gd name="T57" fmla="*/ 272 h 545"/>
                <a:gd name="T58" fmla="*/ 308 w 545"/>
                <a:gd name="T59" fmla="*/ 272 h 545"/>
                <a:gd name="T60" fmla="*/ 187 w 545"/>
                <a:gd name="T61" fmla="*/ 94 h 545"/>
                <a:gd name="T62" fmla="*/ 231 w 545"/>
                <a:gd name="T63" fmla="*/ 186 h 545"/>
                <a:gd name="T64" fmla="*/ 231 w 545"/>
                <a:gd name="T65" fmla="*/ 222 h 545"/>
                <a:gd name="T66" fmla="*/ 196 w 545"/>
                <a:gd name="T67" fmla="*/ 216 h 545"/>
                <a:gd name="T68" fmla="*/ 113 w 545"/>
                <a:gd name="T69" fmla="*/ 155 h 545"/>
                <a:gd name="T70" fmla="*/ 175 w 545"/>
                <a:gd name="T71" fmla="*/ 62 h 545"/>
                <a:gd name="T72" fmla="*/ 42 w 545"/>
                <a:gd name="T73" fmla="*/ 291 h 545"/>
                <a:gd name="T74" fmla="*/ 63 w 545"/>
                <a:gd name="T75" fmla="*/ 174 h 545"/>
                <a:gd name="T76" fmla="*/ 98 w 545"/>
                <a:gd name="T77" fmla="*/ 182 h 545"/>
                <a:gd name="T78" fmla="*/ 180 w 545"/>
                <a:gd name="T79" fmla="*/ 244 h 545"/>
                <a:gd name="T80" fmla="*/ 176 w 545"/>
                <a:gd name="T81" fmla="*/ 267 h 545"/>
                <a:gd name="T82" fmla="*/ 77 w 545"/>
                <a:gd name="T83" fmla="*/ 297 h 545"/>
                <a:gd name="T84" fmla="*/ 49 w 545"/>
                <a:gd name="T85" fmla="*/ 332 h 545"/>
                <a:gd name="T86" fmla="*/ 81 w 545"/>
                <a:gd name="T87" fmla="*/ 316 h 545"/>
                <a:gd name="T88" fmla="*/ 183 w 545"/>
                <a:gd name="T89" fmla="*/ 310 h 545"/>
                <a:gd name="T90" fmla="*/ 195 w 545"/>
                <a:gd name="T91" fmla="*/ 330 h 545"/>
                <a:gd name="T92" fmla="*/ 139 w 545"/>
                <a:gd name="T93" fmla="*/ 416 h 545"/>
                <a:gd name="T94" fmla="*/ 109 w 545"/>
                <a:gd name="T95" fmla="*/ 435 h 545"/>
                <a:gd name="T96" fmla="*/ 251 w 545"/>
                <a:gd name="T97" fmla="*/ 469 h 545"/>
                <a:gd name="T98" fmla="*/ 140 w 545"/>
                <a:gd name="T99" fmla="*/ 461 h 545"/>
                <a:gd name="T100" fmla="*/ 154 w 545"/>
                <a:gd name="T101" fmla="*/ 429 h 545"/>
                <a:gd name="T102" fmla="*/ 229 w 545"/>
                <a:gd name="T103" fmla="*/ 359 h 545"/>
                <a:gd name="T104" fmla="*/ 251 w 545"/>
                <a:gd name="T105" fmla="*/ 367 h 545"/>
                <a:gd name="T106" fmla="*/ 263 w 545"/>
                <a:gd name="T107" fmla="*/ 469 h 545"/>
                <a:gd name="T108" fmla="*/ 404 w 545"/>
                <a:gd name="T109" fmla="*/ 462 h 545"/>
                <a:gd name="T110" fmla="*/ 293 w 545"/>
                <a:gd name="T111" fmla="*/ 469 h 545"/>
                <a:gd name="T112" fmla="*/ 283 w 545"/>
                <a:gd name="T113" fmla="*/ 367 h 545"/>
                <a:gd name="T114" fmla="*/ 295 w 545"/>
                <a:gd name="T115" fmla="*/ 333 h 545"/>
                <a:gd name="T116" fmla="*/ 326 w 545"/>
                <a:gd name="T117" fmla="*/ 351 h 545"/>
                <a:gd name="T118" fmla="*/ 383 w 545"/>
                <a:gd name="T119" fmla="*/ 436 h 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45" h="545">
                  <a:moveTo>
                    <a:pt x="545" y="272"/>
                  </a:moveTo>
                  <a:cubicBezTo>
                    <a:pt x="545" y="122"/>
                    <a:pt x="423" y="0"/>
                    <a:pt x="273" y="0"/>
                  </a:cubicBezTo>
                  <a:cubicBezTo>
                    <a:pt x="122" y="0"/>
                    <a:pt x="0" y="122"/>
                    <a:pt x="0" y="272"/>
                  </a:cubicBezTo>
                  <a:cubicBezTo>
                    <a:pt x="0" y="423"/>
                    <a:pt x="122" y="545"/>
                    <a:pt x="273" y="545"/>
                  </a:cubicBezTo>
                  <a:cubicBezTo>
                    <a:pt x="423" y="545"/>
                    <a:pt x="545" y="423"/>
                    <a:pt x="545" y="272"/>
                  </a:cubicBezTo>
                  <a:close/>
                  <a:moveTo>
                    <a:pt x="436" y="436"/>
                  </a:moveTo>
                  <a:cubicBezTo>
                    <a:pt x="415" y="410"/>
                    <a:pt x="415" y="410"/>
                    <a:pt x="415" y="410"/>
                  </a:cubicBezTo>
                  <a:cubicBezTo>
                    <a:pt x="407" y="416"/>
                    <a:pt x="407" y="416"/>
                    <a:pt x="407" y="416"/>
                  </a:cubicBezTo>
                  <a:cubicBezTo>
                    <a:pt x="341" y="338"/>
                    <a:pt x="341" y="338"/>
                    <a:pt x="341" y="338"/>
                  </a:cubicBezTo>
                  <a:cubicBezTo>
                    <a:pt x="351" y="330"/>
                    <a:pt x="351" y="330"/>
                    <a:pt x="351" y="330"/>
                  </a:cubicBezTo>
                  <a:cubicBezTo>
                    <a:pt x="329" y="305"/>
                    <a:pt x="329" y="305"/>
                    <a:pt x="329" y="305"/>
                  </a:cubicBezTo>
                  <a:cubicBezTo>
                    <a:pt x="362" y="310"/>
                    <a:pt x="362" y="310"/>
                    <a:pt x="362" y="310"/>
                  </a:cubicBezTo>
                  <a:cubicBezTo>
                    <a:pt x="364" y="298"/>
                    <a:pt x="364" y="298"/>
                    <a:pt x="364" y="298"/>
                  </a:cubicBezTo>
                  <a:cubicBezTo>
                    <a:pt x="465" y="316"/>
                    <a:pt x="465" y="316"/>
                    <a:pt x="465" y="316"/>
                  </a:cubicBezTo>
                  <a:cubicBezTo>
                    <a:pt x="463" y="327"/>
                    <a:pt x="463" y="327"/>
                    <a:pt x="463" y="327"/>
                  </a:cubicBezTo>
                  <a:cubicBezTo>
                    <a:pt x="496" y="333"/>
                    <a:pt x="496" y="333"/>
                    <a:pt x="496" y="333"/>
                  </a:cubicBezTo>
                  <a:cubicBezTo>
                    <a:pt x="485" y="372"/>
                    <a:pt x="464" y="408"/>
                    <a:pt x="436" y="436"/>
                  </a:cubicBezTo>
                  <a:close/>
                  <a:moveTo>
                    <a:pt x="503" y="292"/>
                  </a:moveTo>
                  <a:cubicBezTo>
                    <a:pt x="470" y="287"/>
                    <a:pt x="470" y="287"/>
                    <a:pt x="470" y="287"/>
                  </a:cubicBezTo>
                  <a:cubicBezTo>
                    <a:pt x="468" y="297"/>
                    <a:pt x="468" y="297"/>
                    <a:pt x="468" y="297"/>
                  </a:cubicBezTo>
                  <a:cubicBezTo>
                    <a:pt x="368" y="279"/>
                    <a:pt x="368" y="279"/>
                    <a:pt x="368" y="279"/>
                  </a:cubicBezTo>
                  <a:cubicBezTo>
                    <a:pt x="370" y="267"/>
                    <a:pt x="370" y="267"/>
                    <a:pt x="370" y="267"/>
                  </a:cubicBezTo>
                  <a:cubicBezTo>
                    <a:pt x="337" y="261"/>
                    <a:pt x="337" y="261"/>
                    <a:pt x="337" y="261"/>
                  </a:cubicBezTo>
                  <a:cubicBezTo>
                    <a:pt x="366" y="244"/>
                    <a:pt x="366" y="244"/>
                    <a:pt x="366" y="244"/>
                  </a:cubicBezTo>
                  <a:cubicBezTo>
                    <a:pt x="360" y="233"/>
                    <a:pt x="360" y="233"/>
                    <a:pt x="360" y="233"/>
                  </a:cubicBezTo>
                  <a:cubicBezTo>
                    <a:pt x="448" y="182"/>
                    <a:pt x="448" y="182"/>
                    <a:pt x="448" y="182"/>
                  </a:cubicBezTo>
                  <a:cubicBezTo>
                    <a:pt x="454" y="192"/>
                    <a:pt x="454" y="192"/>
                    <a:pt x="454" y="192"/>
                  </a:cubicBezTo>
                  <a:cubicBezTo>
                    <a:pt x="483" y="175"/>
                    <a:pt x="483" y="175"/>
                    <a:pt x="483" y="175"/>
                  </a:cubicBezTo>
                  <a:cubicBezTo>
                    <a:pt x="496" y="205"/>
                    <a:pt x="504" y="238"/>
                    <a:pt x="504" y="272"/>
                  </a:cubicBezTo>
                  <a:cubicBezTo>
                    <a:pt x="504" y="279"/>
                    <a:pt x="504" y="286"/>
                    <a:pt x="503" y="292"/>
                  </a:cubicBezTo>
                  <a:close/>
                  <a:moveTo>
                    <a:pt x="360" y="95"/>
                  </a:moveTo>
                  <a:cubicBezTo>
                    <a:pt x="372" y="63"/>
                    <a:pt x="372" y="63"/>
                    <a:pt x="372" y="63"/>
                  </a:cubicBezTo>
                  <a:cubicBezTo>
                    <a:pt x="408" y="80"/>
                    <a:pt x="439" y="107"/>
                    <a:pt x="462" y="140"/>
                  </a:cubicBezTo>
                  <a:cubicBezTo>
                    <a:pt x="433" y="157"/>
                    <a:pt x="433" y="157"/>
                    <a:pt x="433" y="157"/>
                  </a:cubicBezTo>
                  <a:cubicBezTo>
                    <a:pt x="438" y="165"/>
                    <a:pt x="438" y="165"/>
                    <a:pt x="438" y="165"/>
                  </a:cubicBezTo>
                  <a:cubicBezTo>
                    <a:pt x="350" y="216"/>
                    <a:pt x="350" y="216"/>
                    <a:pt x="350" y="216"/>
                  </a:cubicBezTo>
                  <a:cubicBezTo>
                    <a:pt x="344" y="206"/>
                    <a:pt x="344" y="206"/>
                    <a:pt x="344" y="206"/>
                  </a:cubicBezTo>
                  <a:cubicBezTo>
                    <a:pt x="315" y="222"/>
                    <a:pt x="315" y="222"/>
                    <a:pt x="315" y="222"/>
                  </a:cubicBezTo>
                  <a:cubicBezTo>
                    <a:pt x="326" y="191"/>
                    <a:pt x="326" y="191"/>
                    <a:pt x="326" y="191"/>
                  </a:cubicBezTo>
                  <a:cubicBezTo>
                    <a:pt x="314" y="186"/>
                    <a:pt x="314" y="186"/>
                    <a:pt x="314" y="186"/>
                  </a:cubicBezTo>
                  <a:cubicBezTo>
                    <a:pt x="349" y="91"/>
                    <a:pt x="349" y="91"/>
                    <a:pt x="349" y="91"/>
                  </a:cubicBezTo>
                  <a:lnTo>
                    <a:pt x="360" y="95"/>
                  </a:lnTo>
                  <a:close/>
                  <a:moveTo>
                    <a:pt x="273" y="41"/>
                  </a:moveTo>
                  <a:cubicBezTo>
                    <a:pt x="294" y="41"/>
                    <a:pt x="314" y="44"/>
                    <a:pt x="333" y="49"/>
                  </a:cubicBezTo>
                  <a:cubicBezTo>
                    <a:pt x="321" y="80"/>
                    <a:pt x="321" y="80"/>
                    <a:pt x="321" y="80"/>
                  </a:cubicBezTo>
                  <a:cubicBezTo>
                    <a:pt x="331" y="84"/>
                    <a:pt x="331" y="84"/>
                    <a:pt x="331" y="84"/>
                  </a:cubicBezTo>
                  <a:cubicBezTo>
                    <a:pt x="296" y="180"/>
                    <a:pt x="296" y="180"/>
                    <a:pt x="296" y="180"/>
                  </a:cubicBezTo>
                  <a:cubicBezTo>
                    <a:pt x="284" y="176"/>
                    <a:pt x="284" y="176"/>
                    <a:pt x="284" y="176"/>
                  </a:cubicBezTo>
                  <a:cubicBezTo>
                    <a:pt x="273" y="207"/>
                    <a:pt x="273" y="207"/>
                    <a:pt x="273" y="207"/>
                  </a:cubicBezTo>
                  <a:cubicBezTo>
                    <a:pt x="261" y="176"/>
                    <a:pt x="261" y="176"/>
                    <a:pt x="261" y="176"/>
                  </a:cubicBezTo>
                  <a:cubicBezTo>
                    <a:pt x="250" y="180"/>
                    <a:pt x="250" y="180"/>
                    <a:pt x="250" y="180"/>
                  </a:cubicBezTo>
                  <a:cubicBezTo>
                    <a:pt x="215" y="84"/>
                    <a:pt x="215" y="84"/>
                    <a:pt x="215" y="84"/>
                  </a:cubicBezTo>
                  <a:cubicBezTo>
                    <a:pt x="226" y="80"/>
                    <a:pt x="226" y="80"/>
                    <a:pt x="226" y="80"/>
                  </a:cubicBezTo>
                  <a:cubicBezTo>
                    <a:pt x="214" y="48"/>
                    <a:pt x="214" y="48"/>
                    <a:pt x="214" y="48"/>
                  </a:cubicBezTo>
                  <a:cubicBezTo>
                    <a:pt x="233" y="44"/>
                    <a:pt x="253" y="41"/>
                    <a:pt x="273" y="41"/>
                  </a:cubicBezTo>
                  <a:close/>
                  <a:moveTo>
                    <a:pt x="308" y="272"/>
                  </a:moveTo>
                  <a:cubicBezTo>
                    <a:pt x="308" y="291"/>
                    <a:pt x="292" y="307"/>
                    <a:pt x="273" y="307"/>
                  </a:cubicBezTo>
                  <a:cubicBezTo>
                    <a:pt x="253" y="307"/>
                    <a:pt x="238" y="291"/>
                    <a:pt x="238" y="272"/>
                  </a:cubicBezTo>
                  <a:cubicBezTo>
                    <a:pt x="238" y="253"/>
                    <a:pt x="253" y="237"/>
                    <a:pt x="273" y="237"/>
                  </a:cubicBezTo>
                  <a:cubicBezTo>
                    <a:pt x="292" y="237"/>
                    <a:pt x="308" y="253"/>
                    <a:pt x="308" y="272"/>
                  </a:cubicBezTo>
                  <a:close/>
                  <a:moveTo>
                    <a:pt x="175" y="62"/>
                  </a:moveTo>
                  <a:cubicBezTo>
                    <a:pt x="187" y="94"/>
                    <a:pt x="187" y="94"/>
                    <a:pt x="187" y="94"/>
                  </a:cubicBezTo>
                  <a:cubicBezTo>
                    <a:pt x="196" y="91"/>
                    <a:pt x="196" y="91"/>
                    <a:pt x="196" y="91"/>
                  </a:cubicBezTo>
                  <a:cubicBezTo>
                    <a:pt x="231" y="186"/>
                    <a:pt x="231" y="186"/>
                    <a:pt x="231" y="186"/>
                  </a:cubicBezTo>
                  <a:cubicBezTo>
                    <a:pt x="220" y="191"/>
                    <a:pt x="220" y="191"/>
                    <a:pt x="220" y="191"/>
                  </a:cubicBezTo>
                  <a:cubicBezTo>
                    <a:pt x="231" y="222"/>
                    <a:pt x="231" y="222"/>
                    <a:pt x="231" y="222"/>
                  </a:cubicBezTo>
                  <a:cubicBezTo>
                    <a:pt x="202" y="206"/>
                    <a:pt x="202" y="206"/>
                    <a:pt x="202" y="206"/>
                  </a:cubicBezTo>
                  <a:cubicBezTo>
                    <a:pt x="196" y="216"/>
                    <a:pt x="196" y="216"/>
                    <a:pt x="196" y="216"/>
                  </a:cubicBezTo>
                  <a:cubicBezTo>
                    <a:pt x="107" y="165"/>
                    <a:pt x="107" y="165"/>
                    <a:pt x="107" y="165"/>
                  </a:cubicBezTo>
                  <a:cubicBezTo>
                    <a:pt x="113" y="155"/>
                    <a:pt x="113" y="155"/>
                    <a:pt x="113" y="155"/>
                  </a:cubicBezTo>
                  <a:cubicBezTo>
                    <a:pt x="84" y="139"/>
                    <a:pt x="84" y="139"/>
                    <a:pt x="84" y="139"/>
                  </a:cubicBezTo>
                  <a:cubicBezTo>
                    <a:pt x="107" y="106"/>
                    <a:pt x="139" y="80"/>
                    <a:pt x="175" y="62"/>
                  </a:cubicBezTo>
                  <a:close/>
                  <a:moveTo>
                    <a:pt x="75" y="285"/>
                  </a:moveTo>
                  <a:cubicBezTo>
                    <a:pt x="42" y="291"/>
                    <a:pt x="42" y="291"/>
                    <a:pt x="42" y="291"/>
                  </a:cubicBezTo>
                  <a:cubicBezTo>
                    <a:pt x="42" y="285"/>
                    <a:pt x="42" y="278"/>
                    <a:pt x="42" y="272"/>
                  </a:cubicBezTo>
                  <a:cubicBezTo>
                    <a:pt x="42" y="237"/>
                    <a:pt x="49" y="204"/>
                    <a:pt x="63" y="174"/>
                  </a:cubicBezTo>
                  <a:cubicBezTo>
                    <a:pt x="93" y="191"/>
                    <a:pt x="93" y="191"/>
                    <a:pt x="93" y="191"/>
                  </a:cubicBezTo>
                  <a:cubicBezTo>
                    <a:pt x="98" y="182"/>
                    <a:pt x="98" y="182"/>
                    <a:pt x="98" y="182"/>
                  </a:cubicBezTo>
                  <a:cubicBezTo>
                    <a:pt x="186" y="233"/>
                    <a:pt x="186" y="233"/>
                    <a:pt x="186" y="233"/>
                  </a:cubicBezTo>
                  <a:cubicBezTo>
                    <a:pt x="180" y="244"/>
                    <a:pt x="180" y="244"/>
                    <a:pt x="180" y="244"/>
                  </a:cubicBezTo>
                  <a:cubicBezTo>
                    <a:pt x="209" y="261"/>
                    <a:pt x="209" y="261"/>
                    <a:pt x="209" y="261"/>
                  </a:cubicBezTo>
                  <a:cubicBezTo>
                    <a:pt x="176" y="267"/>
                    <a:pt x="176" y="267"/>
                    <a:pt x="176" y="267"/>
                  </a:cubicBezTo>
                  <a:cubicBezTo>
                    <a:pt x="178" y="279"/>
                    <a:pt x="178" y="279"/>
                    <a:pt x="178" y="279"/>
                  </a:cubicBezTo>
                  <a:cubicBezTo>
                    <a:pt x="77" y="297"/>
                    <a:pt x="77" y="297"/>
                    <a:pt x="77" y="297"/>
                  </a:cubicBezTo>
                  <a:lnTo>
                    <a:pt x="75" y="285"/>
                  </a:lnTo>
                  <a:close/>
                  <a:moveTo>
                    <a:pt x="49" y="332"/>
                  </a:moveTo>
                  <a:cubicBezTo>
                    <a:pt x="83" y="326"/>
                    <a:pt x="83" y="326"/>
                    <a:pt x="83" y="326"/>
                  </a:cubicBezTo>
                  <a:cubicBezTo>
                    <a:pt x="81" y="316"/>
                    <a:pt x="81" y="316"/>
                    <a:pt x="81" y="316"/>
                  </a:cubicBezTo>
                  <a:cubicBezTo>
                    <a:pt x="181" y="298"/>
                    <a:pt x="181" y="298"/>
                    <a:pt x="181" y="298"/>
                  </a:cubicBezTo>
                  <a:cubicBezTo>
                    <a:pt x="183" y="310"/>
                    <a:pt x="183" y="310"/>
                    <a:pt x="183" y="310"/>
                  </a:cubicBezTo>
                  <a:cubicBezTo>
                    <a:pt x="217" y="305"/>
                    <a:pt x="217" y="305"/>
                    <a:pt x="217" y="305"/>
                  </a:cubicBezTo>
                  <a:cubicBezTo>
                    <a:pt x="195" y="330"/>
                    <a:pt x="195" y="330"/>
                    <a:pt x="195" y="330"/>
                  </a:cubicBezTo>
                  <a:cubicBezTo>
                    <a:pt x="204" y="338"/>
                    <a:pt x="204" y="338"/>
                    <a:pt x="204" y="338"/>
                  </a:cubicBezTo>
                  <a:cubicBezTo>
                    <a:pt x="139" y="416"/>
                    <a:pt x="139" y="416"/>
                    <a:pt x="139" y="416"/>
                  </a:cubicBezTo>
                  <a:cubicBezTo>
                    <a:pt x="130" y="409"/>
                    <a:pt x="130" y="409"/>
                    <a:pt x="130" y="409"/>
                  </a:cubicBezTo>
                  <a:cubicBezTo>
                    <a:pt x="109" y="435"/>
                    <a:pt x="109" y="435"/>
                    <a:pt x="109" y="435"/>
                  </a:cubicBezTo>
                  <a:cubicBezTo>
                    <a:pt x="81" y="406"/>
                    <a:pt x="60" y="371"/>
                    <a:pt x="49" y="332"/>
                  </a:cubicBezTo>
                  <a:close/>
                  <a:moveTo>
                    <a:pt x="251" y="469"/>
                  </a:moveTo>
                  <a:cubicBezTo>
                    <a:pt x="251" y="502"/>
                    <a:pt x="251" y="502"/>
                    <a:pt x="251" y="502"/>
                  </a:cubicBezTo>
                  <a:cubicBezTo>
                    <a:pt x="210" y="498"/>
                    <a:pt x="172" y="484"/>
                    <a:pt x="140" y="461"/>
                  </a:cubicBezTo>
                  <a:cubicBezTo>
                    <a:pt x="162" y="436"/>
                    <a:pt x="162" y="436"/>
                    <a:pt x="162" y="436"/>
                  </a:cubicBezTo>
                  <a:cubicBezTo>
                    <a:pt x="154" y="429"/>
                    <a:pt x="154" y="429"/>
                    <a:pt x="154" y="429"/>
                  </a:cubicBezTo>
                  <a:cubicBezTo>
                    <a:pt x="220" y="351"/>
                    <a:pt x="220" y="351"/>
                    <a:pt x="220" y="351"/>
                  </a:cubicBezTo>
                  <a:cubicBezTo>
                    <a:pt x="229" y="359"/>
                    <a:pt x="229" y="359"/>
                    <a:pt x="229" y="359"/>
                  </a:cubicBezTo>
                  <a:cubicBezTo>
                    <a:pt x="251" y="333"/>
                    <a:pt x="251" y="333"/>
                    <a:pt x="251" y="333"/>
                  </a:cubicBezTo>
                  <a:cubicBezTo>
                    <a:pt x="251" y="367"/>
                    <a:pt x="251" y="367"/>
                    <a:pt x="251" y="367"/>
                  </a:cubicBezTo>
                  <a:cubicBezTo>
                    <a:pt x="263" y="367"/>
                    <a:pt x="263" y="367"/>
                    <a:pt x="263" y="367"/>
                  </a:cubicBezTo>
                  <a:cubicBezTo>
                    <a:pt x="263" y="469"/>
                    <a:pt x="263" y="469"/>
                    <a:pt x="263" y="469"/>
                  </a:cubicBezTo>
                  <a:lnTo>
                    <a:pt x="251" y="469"/>
                  </a:lnTo>
                  <a:close/>
                  <a:moveTo>
                    <a:pt x="404" y="462"/>
                  </a:moveTo>
                  <a:cubicBezTo>
                    <a:pt x="372" y="484"/>
                    <a:pt x="334" y="499"/>
                    <a:pt x="293" y="502"/>
                  </a:cubicBezTo>
                  <a:cubicBezTo>
                    <a:pt x="293" y="469"/>
                    <a:pt x="293" y="469"/>
                    <a:pt x="293" y="469"/>
                  </a:cubicBezTo>
                  <a:cubicBezTo>
                    <a:pt x="283" y="469"/>
                    <a:pt x="283" y="469"/>
                    <a:pt x="283" y="469"/>
                  </a:cubicBezTo>
                  <a:cubicBezTo>
                    <a:pt x="283" y="367"/>
                    <a:pt x="283" y="367"/>
                    <a:pt x="283" y="367"/>
                  </a:cubicBezTo>
                  <a:cubicBezTo>
                    <a:pt x="295" y="367"/>
                    <a:pt x="295" y="367"/>
                    <a:pt x="295" y="367"/>
                  </a:cubicBezTo>
                  <a:cubicBezTo>
                    <a:pt x="295" y="333"/>
                    <a:pt x="295" y="333"/>
                    <a:pt x="295" y="333"/>
                  </a:cubicBezTo>
                  <a:cubicBezTo>
                    <a:pt x="317" y="359"/>
                    <a:pt x="317" y="359"/>
                    <a:pt x="317" y="359"/>
                  </a:cubicBezTo>
                  <a:cubicBezTo>
                    <a:pt x="326" y="351"/>
                    <a:pt x="326" y="351"/>
                    <a:pt x="326" y="351"/>
                  </a:cubicBezTo>
                  <a:cubicBezTo>
                    <a:pt x="392" y="429"/>
                    <a:pt x="392" y="429"/>
                    <a:pt x="392" y="429"/>
                  </a:cubicBezTo>
                  <a:cubicBezTo>
                    <a:pt x="383" y="436"/>
                    <a:pt x="383" y="436"/>
                    <a:pt x="383" y="436"/>
                  </a:cubicBezTo>
                  <a:lnTo>
                    <a:pt x="404" y="4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Oval 32"/>
            <p:cNvSpPr>
              <a:spLocks noChangeArrowheads="1"/>
            </p:cNvSpPr>
            <p:nvPr/>
          </p:nvSpPr>
          <p:spPr bwMode="auto">
            <a:xfrm>
              <a:off x="3341689" y="4721224"/>
              <a:ext cx="60325" cy="619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33"/>
            <p:cNvSpPr>
              <a:spLocks/>
            </p:cNvSpPr>
            <p:nvPr/>
          </p:nvSpPr>
          <p:spPr bwMode="auto">
            <a:xfrm>
              <a:off x="3976689" y="3659187"/>
              <a:ext cx="914400" cy="200025"/>
            </a:xfrm>
            <a:custGeom>
              <a:avLst/>
              <a:gdLst>
                <a:gd name="T0" fmla="*/ 4 w 574"/>
                <a:gd name="T1" fmla="*/ 126 h 126"/>
                <a:gd name="T2" fmla="*/ 343 w 574"/>
                <a:gd name="T3" fmla="*/ 62 h 126"/>
                <a:gd name="T4" fmla="*/ 358 w 574"/>
                <a:gd name="T5" fmla="*/ 67 h 126"/>
                <a:gd name="T6" fmla="*/ 522 w 574"/>
                <a:gd name="T7" fmla="*/ 36 h 126"/>
                <a:gd name="T8" fmla="*/ 574 w 574"/>
                <a:gd name="T9" fmla="*/ 10 h 126"/>
                <a:gd name="T10" fmla="*/ 516 w 574"/>
                <a:gd name="T11" fmla="*/ 4 h 126"/>
                <a:gd name="T12" fmla="*/ 352 w 574"/>
                <a:gd name="T13" fmla="*/ 34 h 126"/>
                <a:gd name="T14" fmla="*/ 339 w 574"/>
                <a:gd name="T15" fmla="*/ 44 h 126"/>
                <a:gd name="T16" fmla="*/ 337 w 574"/>
                <a:gd name="T17" fmla="*/ 45 h 126"/>
                <a:gd name="T18" fmla="*/ 127 w 574"/>
                <a:gd name="T19" fmla="*/ 17 h 126"/>
                <a:gd name="T20" fmla="*/ 136 w 574"/>
                <a:gd name="T21" fmla="*/ 42 h 126"/>
                <a:gd name="T22" fmla="*/ 325 w 574"/>
                <a:gd name="T23" fmla="*/ 47 h 126"/>
                <a:gd name="T24" fmla="*/ 0 w 574"/>
                <a:gd name="T25" fmla="*/ 108 h 126"/>
                <a:gd name="T26" fmla="*/ 4 w 574"/>
                <a:gd name="T27"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4" h="126">
                  <a:moveTo>
                    <a:pt x="4" y="126"/>
                  </a:moveTo>
                  <a:cubicBezTo>
                    <a:pt x="343" y="62"/>
                    <a:pt x="343" y="62"/>
                    <a:pt x="343" y="62"/>
                  </a:cubicBezTo>
                  <a:cubicBezTo>
                    <a:pt x="358" y="67"/>
                    <a:pt x="358" y="67"/>
                    <a:pt x="358" y="67"/>
                  </a:cubicBezTo>
                  <a:cubicBezTo>
                    <a:pt x="358" y="67"/>
                    <a:pt x="500" y="40"/>
                    <a:pt x="522" y="36"/>
                  </a:cubicBezTo>
                  <a:cubicBezTo>
                    <a:pt x="544" y="32"/>
                    <a:pt x="574" y="10"/>
                    <a:pt x="574" y="10"/>
                  </a:cubicBezTo>
                  <a:cubicBezTo>
                    <a:pt x="574" y="10"/>
                    <a:pt x="538" y="0"/>
                    <a:pt x="516" y="4"/>
                  </a:cubicBezTo>
                  <a:cubicBezTo>
                    <a:pt x="494" y="8"/>
                    <a:pt x="352" y="34"/>
                    <a:pt x="352" y="34"/>
                  </a:cubicBezTo>
                  <a:cubicBezTo>
                    <a:pt x="339" y="44"/>
                    <a:pt x="339" y="44"/>
                    <a:pt x="339" y="44"/>
                  </a:cubicBezTo>
                  <a:cubicBezTo>
                    <a:pt x="337" y="45"/>
                    <a:pt x="337" y="45"/>
                    <a:pt x="337" y="45"/>
                  </a:cubicBezTo>
                  <a:cubicBezTo>
                    <a:pt x="319" y="35"/>
                    <a:pt x="246" y="4"/>
                    <a:pt x="127" y="17"/>
                  </a:cubicBezTo>
                  <a:cubicBezTo>
                    <a:pt x="149" y="31"/>
                    <a:pt x="136" y="42"/>
                    <a:pt x="136" y="42"/>
                  </a:cubicBezTo>
                  <a:cubicBezTo>
                    <a:pt x="136" y="42"/>
                    <a:pt x="266" y="21"/>
                    <a:pt x="325" y="47"/>
                  </a:cubicBezTo>
                  <a:cubicBezTo>
                    <a:pt x="0" y="108"/>
                    <a:pt x="0" y="108"/>
                    <a:pt x="0" y="108"/>
                  </a:cubicBezTo>
                  <a:cubicBezTo>
                    <a:pt x="2" y="113"/>
                    <a:pt x="4" y="120"/>
                    <a:pt x="4" y="1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34"/>
            <p:cNvSpPr>
              <a:spLocks/>
            </p:cNvSpPr>
            <p:nvPr/>
          </p:nvSpPr>
          <p:spPr bwMode="auto">
            <a:xfrm>
              <a:off x="3446464" y="3490912"/>
              <a:ext cx="528638" cy="419100"/>
            </a:xfrm>
            <a:custGeom>
              <a:avLst/>
              <a:gdLst>
                <a:gd name="T0" fmla="*/ 97 w 332"/>
                <a:gd name="T1" fmla="*/ 179 h 263"/>
                <a:gd name="T2" fmla="*/ 112 w 332"/>
                <a:gd name="T3" fmla="*/ 192 h 263"/>
                <a:gd name="T4" fmla="*/ 284 w 332"/>
                <a:gd name="T5" fmla="*/ 261 h 263"/>
                <a:gd name="T6" fmla="*/ 296 w 332"/>
                <a:gd name="T7" fmla="*/ 263 h 263"/>
                <a:gd name="T8" fmla="*/ 325 w 332"/>
                <a:gd name="T9" fmla="*/ 243 h 263"/>
                <a:gd name="T10" fmla="*/ 308 w 332"/>
                <a:gd name="T11" fmla="*/ 202 h 263"/>
                <a:gd name="T12" fmla="*/ 145 w 332"/>
                <a:gd name="T13" fmla="*/ 136 h 263"/>
                <a:gd name="T14" fmla="*/ 57 w 332"/>
                <a:gd name="T15" fmla="*/ 0 h 263"/>
                <a:gd name="T16" fmla="*/ 13 w 332"/>
                <a:gd name="T17" fmla="*/ 26 h 263"/>
                <a:gd name="T18" fmla="*/ 0 w 332"/>
                <a:gd name="T19" fmla="*/ 29 h 263"/>
                <a:gd name="T20" fmla="*/ 0 w 332"/>
                <a:gd name="T21" fmla="*/ 29 h 263"/>
                <a:gd name="T22" fmla="*/ 97 w 332"/>
                <a:gd name="T23" fmla="*/ 179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2" h="263">
                  <a:moveTo>
                    <a:pt x="97" y="179"/>
                  </a:moveTo>
                  <a:cubicBezTo>
                    <a:pt x="100" y="185"/>
                    <a:pt x="106" y="189"/>
                    <a:pt x="112" y="192"/>
                  </a:cubicBezTo>
                  <a:cubicBezTo>
                    <a:pt x="284" y="261"/>
                    <a:pt x="284" y="261"/>
                    <a:pt x="284" y="261"/>
                  </a:cubicBezTo>
                  <a:cubicBezTo>
                    <a:pt x="288" y="263"/>
                    <a:pt x="292" y="263"/>
                    <a:pt x="296" y="263"/>
                  </a:cubicBezTo>
                  <a:cubicBezTo>
                    <a:pt x="308" y="263"/>
                    <a:pt x="320" y="256"/>
                    <a:pt x="325" y="243"/>
                  </a:cubicBezTo>
                  <a:cubicBezTo>
                    <a:pt x="332" y="227"/>
                    <a:pt x="324" y="208"/>
                    <a:pt x="308" y="202"/>
                  </a:cubicBezTo>
                  <a:cubicBezTo>
                    <a:pt x="145" y="136"/>
                    <a:pt x="145" y="136"/>
                    <a:pt x="145" y="136"/>
                  </a:cubicBezTo>
                  <a:cubicBezTo>
                    <a:pt x="57" y="0"/>
                    <a:pt x="57" y="0"/>
                    <a:pt x="57" y="0"/>
                  </a:cubicBezTo>
                  <a:cubicBezTo>
                    <a:pt x="47" y="11"/>
                    <a:pt x="31" y="20"/>
                    <a:pt x="13" y="26"/>
                  </a:cubicBezTo>
                  <a:cubicBezTo>
                    <a:pt x="9" y="27"/>
                    <a:pt x="4" y="28"/>
                    <a:pt x="0" y="29"/>
                  </a:cubicBezTo>
                  <a:cubicBezTo>
                    <a:pt x="0" y="29"/>
                    <a:pt x="0" y="29"/>
                    <a:pt x="0" y="29"/>
                  </a:cubicBezTo>
                  <a:lnTo>
                    <a:pt x="97" y="1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35"/>
            <p:cNvSpPr>
              <a:spLocks/>
            </p:cNvSpPr>
            <p:nvPr/>
          </p:nvSpPr>
          <p:spPr bwMode="auto">
            <a:xfrm>
              <a:off x="1957389" y="3606799"/>
              <a:ext cx="4017963" cy="1462087"/>
            </a:xfrm>
            <a:custGeom>
              <a:avLst/>
              <a:gdLst>
                <a:gd name="T0" fmla="*/ 2521 w 2521"/>
                <a:gd name="T1" fmla="*/ 38 h 918"/>
                <a:gd name="T2" fmla="*/ 2513 w 2521"/>
                <a:gd name="T3" fmla="*/ 0 h 918"/>
                <a:gd name="T4" fmla="*/ 1328 w 2521"/>
                <a:gd name="T5" fmla="*/ 233 h 918"/>
                <a:gd name="T6" fmla="*/ 1312 w 2521"/>
                <a:gd name="T7" fmla="*/ 236 h 918"/>
                <a:gd name="T8" fmla="*/ 1303 w 2521"/>
                <a:gd name="T9" fmla="*/ 215 h 918"/>
                <a:gd name="T10" fmla="*/ 616 w 2521"/>
                <a:gd name="T11" fmla="*/ 346 h 918"/>
                <a:gd name="T12" fmla="*/ 468 w 2521"/>
                <a:gd name="T13" fmla="*/ 663 h 918"/>
                <a:gd name="T14" fmla="*/ 400 w 2521"/>
                <a:gd name="T15" fmla="*/ 762 h 918"/>
                <a:gd name="T16" fmla="*/ 0 w 2521"/>
                <a:gd name="T17" fmla="*/ 868 h 918"/>
                <a:gd name="T18" fmla="*/ 14 w 2521"/>
                <a:gd name="T19" fmla="*/ 918 h 918"/>
                <a:gd name="T20" fmla="*/ 403 w 2521"/>
                <a:gd name="T21" fmla="*/ 815 h 918"/>
                <a:gd name="T22" fmla="*/ 491 w 2521"/>
                <a:gd name="T23" fmla="*/ 823 h 918"/>
                <a:gd name="T24" fmla="*/ 614 w 2521"/>
                <a:gd name="T25" fmla="*/ 835 h 918"/>
                <a:gd name="T26" fmla="*/ 591 w 2521"/>
                <a:gd name="T27" fmla="*/ 719 h 918"/>
                <a:gd name="T28" fmla="*/ 888 w 2521"/>
                <a:gd name="T29" fmla="*/ 422 h 918"/>
                <a:gd name="T30" fmla="*/ 1185 w 2521"/>
                <a:gd name="T31" fmla="*/ 719 h 918"/>
                <a:gd name="T32" fmla="*/ 1135 w 2521"/>
                <a:gd name="T33" fmla="*/ 884 h 918"/>
                <a:gd name="T34" fmla="*/ 1229 w 2521"/>
                <a:gd name="T35" fmla="*/ 893 h 918"/>
                <a:gd name="T36" fmla="*/ 1335 w 2521"/>
                <a:gd name="T37" fmla="*/ 329 h 918"/>
                <a:gd name="T38" fmla="*/ 1007 w 2521"/>
                <a:gd name="T39" fmla="*/ 381 h 918"/>
                <a:gd name="T40" fmla="*/ 1007 w 2521"/>
                <a:gd name="T41" fmla="*/ 365 h 918"/>
                <a:gd name="T42" fmla="*/ 1330 w 2521"/>
                <a:gd name="T43" fmla="*/ 305 h 918"/>
                <a:gd name="T44" fmla="*/ 1323 w 2521"/>
                <a:gd name="T45" fmla="*/ 274 h 918"/>
                <a:gd name="T46" fmla="*/ 1339 w 2521"/>
                <a:gd name="T47" fmla="*/ 271 h 918"/>
                <a:gd name="T48" fmla="*/ 2455 w 2521"/>
                <a:gd name="T49" fmla="*/ 51 h 918"/>
                <a:gd name="T50" fmla="*/ 2493 w 2521"/>
                <a:gd name="T51" fmla="*/ 44 h 918"/>
                <a:gd name="T52" fmla="*/ 2521 w 2521"/>
                <a:gd name="T53" fmla="*/ 38 h 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521" h="918">
                  <a:moveTo>
                    <a:pt x="2521" y="38"/>
                  </a:moveTo>
                  <a:cubicBezTo>
                    <a:pt x="2513" y="0"/>
                    <a:pt x="2513" y="0"/>
                    <a:pt x="2513" y="0"/>
                  </a:cubicBezTo>
                  <a:cubicBezTo>
                    <a:pt x="1328" y="233"/>
                    <a:pt x="1328" y="233"/>
                    <a:pt x="1328" y="233"/>
                  </a:cubicBezTo>
                  <a:cubicBezTo>
                    <a:pt x="1312" y="236"/>
                    <a:pt x="1312" y="236"/>
                    <a:pt x="1312" y="236"/>
                  </a:cubicBezTo>
                  <a:cubicBezTo>
                    <a:pt x="1307" y="222"/>
                    <a:pt x="1303" y="215"/>
                    <a:pt x="1303" y="215"/>
                  </a:cubicBezTo>
                  <a:cubicBezTo>
                    <a:pt x="1303" y="215"/>
                    <a:pt x="917" y="266"/>
                    <a:pt x="616" y="346"/>
                  </a:cubicBezTo>
                  <a:cubicBezTo>
                    <a:pt x="547" y="500"/>
                    <a:pt x="503" y="597"/>
                    <a:pt x="468" y="663"/>
                  </a:cubicBezTo>
                  <a:cubicBezTo>
                    <a:pt x="443" y="709"/>
                    <a:pt x="422" y="739"/>
                    <a:pt x="400" y="762"/>
                  </a:cubicBezTo>
                  <a:cubicBezTo>
                    <a:pt x="0" y="868"/>
                    <a:pt x="0" y="868"/>
                    <a:pt x="0" y="868"/>
                  </a:cubicBezTo>
                  <a:cubicBezTo>
                    <a:pt x="14" y="918"/>
                    <a:pt x="14" y="918"/>
                    <a:pt x="14" y="918"/>
                  </a:cubicBezTo>
                  <a:cubicBezTo>
                    <a:pt x="403" y="815"/>
                    <a:pt x="403" y="815"/>
                    <a:pt x="403" y="815"/>
                  </a:cubicBezTo>
                  <a:cubicBezTo>
                    <a:pt x="491" y="823"/>
                    <a:pt x="491" y="823"/>
                    <a:pt x="491" y="823"/>
                  </a:cubicBezTo>
                  <a:cubicBezTo>
                    <a:pt x="614" y="835"/>
                    <a:pt x="614" y="835"/>
                    <a:pt x="614" y="835"/>
                  </a:cubicBezTo>
                  <a:cubicBezTo>
                    <a:pt x="599" y="799"/>
                    <a:pt x="591" y="760"/>
                    <a:pt x="591" y="719"/>
                  </a:cubicBezTo>
                  <a:cubicBezTo>
                    <a:pt x="591" y="555"/>
                    <a:pt x="724" y="422"/>
                    <a:pt x="888" y="422"/>
                  </a:cubicBezTo>
                  <a:cubicBezTo>
                    <a:pt x="1052" y="422"/>
                    <a:pt x="1185" y="555"/>
                    <a:pt x="1185" y="719"/>
                  </a:cubicBezTo>
                  <a:cubicBezTo>
                    <a:pt x="1185" y="780"/>
                    <a:pt x="1166" y="837"/>
                    <a:pt x="1135" y="884"/>
                  </a:cubicBezTo>
                  <a:cubicBezTo>
                    <a:pt x="1229" y="893"/>
                    <a:pt x="1229" y="893"/>
                    <a:pt x="1229" y="893"/>
                  </a:cubicBezTo>
                  <a:cubicBezTo>
                    <a:pt x="1352" y="637"/>
                    <a:pt x="1353" y="442"/>
                    <a:pt x="1335" y="329"/>
                  </a:cubicBezTo>
                  <a:cubicBezTo>
                    <a:pt x="1007" y="381"/>
                    <a:pt x="1007" y="381"/>
                    <a:pt x="1007" y="381"/>
                  </a:cubicBezTo>
                  <a:cubicBezTo>
                    <a:pt x="1007" y="365"/>
                    <a:pt x="1007" y="365"/>
                    <a:pt x="1007" y="365"/>
                  </a:cubicBezTo>
                  <a:cubicBezTo>
                    <a:pt x="1330" y="305"/>
                    <a:pt x="1330" y="305"/>
                    <a:pt x="1330" y="305"/>
                  </a:cubicBezTo>
                  <a:cubicBezTo>
                    <a:pt x="1328" y="294"/>
                    <a:pt x="1326" y="283"/>
                    <a:pt x="1323" y="274"/>
                  </a:cubicBezTo>
                  <a:cubicBezTo>
                    <a:pt x="1339" y="271"/>
                    <a:pt x="1339" y="271"/>
                    <a:pt x="1339" y="271"/>
                  </a:cubicBezTo>
                  <a:cubicBezTo>
                    <a:pt x="2455" y="51"/>
                    <a:pt x="2455" y="51"/>
                    <a:pt x="2455" y="51"/>
                  </a:cubicBezTo>
                  <a:cubicBezTo>
                    <a:pt x="2493" y="44"/>
                    <a:pt x="2493" y="44"/>
                    <a:pt x="2493" y="44"/>
                  </a:cubicBezTo>
                  <a:lnTo>
                    <a:pt x="2521"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36"/>
            <p:cNvSpPr>
              <a:spLocks/>
            </p:cNvSpPr>
            <p:nvPr/>
          </p:nvSpPr>
          <p:spPr bwMode="auto">
            <a:xfrm>
              <a:off x="6538914" y="3763962"/>
              <a:ext cx="373063" cy="53975"/>
            </a:xfrm>
            <a:custGeom>
              <a:avLst/>
              <a:gdLst>
                <a:gd name="T0" fmla="*/ 229 w 234"/>
                <a:gd name="T1" fmla="*/ 10 h 34"/>
                <a:gd name="T2" fmla="*/ 3 w 234"/>
                <a:gd name="T3" fmla="*/ 0 h 34"/>
                <a:gd name="T4" fmla="*/ 0 w 234"/>
                <a:gd name="T5" fmla="*/ 20 h 34"/>
                <a:gd name="T6" fmla="*/ 157 w 234"/>
                <a:gd name="T7" fmla="*/ 34 h 34"/>
                <a:gd name="T8" fmla="*/ 234 w 234"/>
                <a:gd name="T9" fmla="*/ 29 h 34"/>
                <a:gd name="T10" fmla="*/ 232 w 234"/>
                <a:gd name="T11" fmla="*/ 19 h 34"/>
                <a:gd name="T12" fmla="*/ 229 w 234"/>
                <a:gd name="T13" fmla="*/ 10 h 34"/>
                <a:gd name="T14" fmla="*/ 229 w 234"/>
                <a:gd name="T15" fmla="*/ 10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4" h="34">
                  <a:moveTo>
                    <a:pt x="229" y="10"/>
                  </a:moveTo>
                  <a:cubicBezTo>
                    <a:pt x="221" y="11"/>
                    <a:pt x="138" y="23"/>
                    <a:pt x="3" y="0"/>
                  </a:cubicBezTo>
                  <a:cubicBezTo>
                    <a:pt x="0" y="20"/>
                    <a:pt x="0" y="20"/>
                    <a:pt x="0" y="20"/>
                  </a:cubicBezTo>
                  <a:cubicBezTo>
                    <a:pt x="65" y="31"/>
                    <a:pt x="118" y="34"/>
                    <a:pt x="157" y="34"/>
                  </a:cubicBezTo>
                  <a:cubicBezTo>
                    <a:pt x="205" y="34"/>
                    <a:pt x="232" y="29"/>
                    <a:pt x="234" y="29"/>
                  </a:cubicBezTo>
                  <a:cubicBezTo>
                    <a:pt x="232" y="19"/>
                    <a:pt x="232" y="19"/>
                    <a:pt x="232" y="19"/>
                  </a:cubicBezTo>
                  <a:cubicBezTo>
                    <a:pt x="229" y="10"/>
                    <a:pt x="229" y="10"/>
                    <a:pt x="229" y="10"/>
                  </a:cubicBezTo>
                  <a:cubicBezTo>
                    <a:pt x="229" y="10"/>
                    <a:pt x="229" y="10"/>
                    <a:pt x="229"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Rectangle 37"/>
            <p:cNvSpPr>
              <a:spLocks noChangeArrowheads="1"/>
            </p:cNvSpPr>
            <p:nvPr/>
          </p:nvSpPr>
          <p:spPr bwMode="auto">
            <a:xfrm>
              <a:off x="5216526" y="3286125"/>
              <a:ext cx="519113"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Rectangle 38"/>
            <p:cNvSpPr>
              <a:spLocks noChangeArrowheads="1"/>
            </p:cNvSpPr>
            <p:nvPr/>
          </p:nvSpPr>
          <p:spPr bwMode="auto">
            <a:xfrm>
              <a:off x="5108576" y="3400424"/>
              <a:ext cx="519113"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Rectangle 39"/>
            <p:cNvSpPr>
              <a:spLocks noChangeArrowheads="1"/>
            </p:cNvSpPr>
            <p:nvPr/>
          </p:nvSpPr>
          <p:spPr bwMode="auto">
            <a:xfrm>
              <a:off x="4783139" y="3343275"/>
              <a:ext cx="747713"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Rectangle 40"/>
            <p:cNvSpPr>
              <a:spLocks noChangeArrowheads="1"/>
            </p:cNvSpPr>
            <p:nvPr/>
          </p:nvSpPr>
          <p:spPr bwMode="auto">
            <a:xfrm>
              <a:off x="1936751" y="3792537"/>
              <a:ext cx="52070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Rectangle 41"/>
            <p:cNvSpPr>
              <a:spLocks noChangeArrowheads="1"/>
            </p:cNvSpPr>
            <p:nvPr/>
          </p:nvSpPr>
          <p:spPr bwMode="auto">
            <a:xfrm>
              <a:off x="1828801" y="3906837"/>
              <a:ext cx="519113"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Rectangle 42"/>
            <p:cNvSpPr>
              <a:spLocks noChangeArrowheads="1"/>
            </p:cNvSpPr>
            <p:nvPr/>
          </p:nvSpPr>
          <p:spPr bwMode="auto">
            <a:xfrm>
              <a:off x="1504951" y="3849687"/>
              <a:ext cx="746125"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43"/>
            <p:cNvSpPr>
              <a:spLocks/>
            </p:cNvSpPr>
            <p:nvPr/>
          </p:nvSpPr>
          <p:spPr bwMode="auto">
            <a:xfrm>
              <a:off x="3340101" y="3373437"/>
              <a:ext cx="269875" cy="179387"/>
            </a:xfrm>
            <a:custGeom>
              <a:avLst/>
              <a:gdLst>
                <a:gd name="T0" fmla="*/ 5 w 169"/>
                <a:gd name="T1" fmla="*/ 69 h 112"/>
                <a:gd name="T2" fmla="*/ 84 w 169"/>
                <a:gd name="T3" fmla="*/ 84 h 112"/>
                <a:gd name="T4" fmla="*/ 139 w 169"/>
                <a:gd name="T5" fmla="*/ 44 h 112"/>
                <a:gd name="T6" fmla="*/ 129 w 169"/>
                <a:gd name="T7" fmla="*/ 67 h 112"/>
                <a:gd name="T8" fmla="*/ 159 w 169"/>
                <a:gd name="T9" fmla="*/ 112 h 112"/>
                <a:gd name="T10" fmla="*/ 159 w 169"/>
                <a:gd name="T11" fmla="*/ 108 h 112"/>
                <a:gd name="T12" fmla="*/ 137 w 169"/>
                <a:gd name="T13" fmla="*/ 19 h 112"/>
                <a:gd name="T14" fmla="*/ 61 w 169"/>
                <a:gd name="T15" fmla="*/ 11 h 112"/>
                <a:gd name="T16" fmla="*/ 34 w 169"/>
                <a:gd name="T17" fmla="*/ 23 h 112"/>
                <a:gd name="T18" fmla="*/ 5 w 169"/>
                <a:gd name="T19" fmla="*/ 69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9" h="112">
                  <a:moveTo>
                    <a:pt x="5" y="69"/>
                  </a:moveTo>
                  <a:cubicBezTo>
                    <a:pt x="11" y="89"/>
                    <a:pt x="47" y="96"/>
                    <a:pt x="84" y="84"/>
                  </a:cubicBezTo>
                  <a:cubicBezTo>
                    <a:pt x="112" y="76"/>
                    <a:pt x="132" y="60"/>
                    <a:pt x="139" y="44"/>
                  </a:cubicBezTo>
                  <a:cubicBezTo>
                    <a:pt x="139" y="51"/>
                    <a:pt x="135" y="59"/>
                    <a:pt x="129" y="67"/>
                  </a:cubicBezTo>
                  <a:cubicBezTo>
                    <a:pt x="159" y="112"/>
                    <a:pt x="159" y="112"/>
                    <a:pt x="159" y="112"/>
                  </a:cubicBezTo>
                  <a:cubicBezTo>
                    <a:pt x="159" y="111"/>
                    <a:pt x="159" y="109"/>
                    <a:pt x="159" y="108"/>
                  </a:cubicBezTo>
                  <a:cubicBezTo>
                    <a:pt x="169" y="75"/>
                    <a:pt x="160" y="36"/>
                    <a:pt x="137" y="19"/>
                  </a:cubicBezTo>
                  <a:cubicBezTo>
                    <a:pt x="125" y="4"/>
                    <a:pt x="94" y="0"/>
                    <a:pt x="61" y="11"/>
                  </a:cubicBezTo>
                  <a:cubicBezTo>
                    <a:pt x="51" y="14"/>
                    <a:pt x="42" y="18"/>
                    <a:pt x="34" y="23"/>
                  </a:cubicBezTo>
                  <a:cubicBezTo>
                    <a:pt x="12" y="36"/>
                    <a:pt x="0" y="54"/>
                    <a:pt x="5"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44"/>
            <p:cNvSpPr>
              <a:spLocks/>
            </p:cNvSpPr>
            <p:nvPr/>
          </p:nvSpPr>
          <p:spPr bwMode="auto">
            <a:xfrm>
              <a:off x="7040564" y="3846512"/>
              <a:ext cx="230188" cy="260350"/>
            </a:xfrm>
            <a:custGeom>
              <a:avLst/>
              <a:gdLst>
                <a:gd name="T0" fmla="*/ 131 w 144"/>
                <a:gd name="T1" fmla="*/ 86 h 163"/>
                <a:gd name="T2" fmla="*/ 123 w 144"/>
                <a:gd name="T3" fmla="*/ 30 h 163"/>
                <a:gd name="T4" fmla="*/ 67 w 144"/>
                <a:gd name="T5" fmla="*/ 37 h 163"/>
                <a:gd name="T6" fmla="*/ 66 w 144"/>
                <a:gd name="T7" fmla="*/ 39 h 163"/>
                <a:gd name="T8" fmla="*/ 30 w 144"/>
                <a:gd name="T9" fmla="*/ 0 h 163"/>
                <a:gd name="T10" fmla="*/ 26 w 144"/>
                <a:gd name="T11" fmla="*/ 4 h 163"/>
                <a:gd name="T12" fmla="*/ 54 w 144"/>
                <a:gd name="T13" fmla="*/ 37 h 163"/>
                <a:gd name="T14" fmla="*/ 77 w 144"/>
                <a:gd name="T15" fmla="*/ 64 h 163"/>
                <a:gd name="T16" fmla="*/ 84 w 144"/>
                <a:gd name="T17" fmla="*/ 58 h 163"/>
                <a:gd name="T18" fmla="*/ 71 w 144"/>
                <a:gd name="T19" fmla="*/ 44 h 163"/>
                <a:gd name="T20" fmla="*/ 116 w 144"/>
                <a:gd name="T21" fmla="*/ 40 h 163"/>
                <a:gd name="T22" fmla="*/ 123 w 144"/>
                <a:gd name="T23" fmla="*/ 85 h 163"/>
                <a:gd name="T24" fmla="*/ 122 w 144"/>
                <a:gd name="T25" fmla="*/ 84 h 163"/>
                <a:gd name="T26" fmla="*/ 100 w 144"/>
                <a:gd name="T27" fmla="*/ 76 h 163"/>
                <a:gd name="T28" fmla="*/ 111 w 144"/>
                <a:gd name="T29" fmla="*/ 81 h 163"/>
                <a:gd name="T30" fmla="*/ 118 w 144"/>
                <a:gd name="T31" fmla="*/ 129 h 163"/>
                <a:gd name="T32" fmla="*/ 70 w 144"/>
                <a:gd name="T33" fmla="*/ 136 h 163"/>
                <a:gd name="T34" fmla="*/ 57 w 144"/>
                <a:gd name="T35" fmla="*/ 115 h 163"/>
                <a:gd name="T36" fmla="*/ 58 w 144"/>
                <a:gd name="T37" fmla="*/ 128 h 163"/>
                <a:gd name="T38" fmla="*/ 32 w 144"/>
                <a:gd name="T39" fmla="*/ 122 h 163"/>
                <a:gd name="T40" fmla="*/ 25 w 144"/>
                <a:gd name="T41" fmla="*/ 75 h 163"/>
                <a:gd name="T42" fmla="*/ 40 w 144"/>
                <a:gd name="T43" fmla="*/ 65 h 163"/>
                <a:gd name="T44" fmla="*/ 48 w 144"/>
                <a:gd name="T45" fmla="*/ 82 h 163"/>
                <a:gd name="T46" fmla="*/ 57 w 144"/>
                <a:gd name="T47" fmla="*/ 78 h 163"/>
                <a:gd name="T48" fmla="*/ 41 w 144"/>
                <a:gd name="T49" fmla="*/ 47 h 163"/>
                <a:gd name="T50" fmla="*/ 20 w 144"/>
                <a:gd name="T51" fmla="*/ 8 h 163"/>
                <a:gd name="T52" fmla="*/ 15 w 144"/>
                <a:gd name="T53" fmla="*/ 10 h 163"/>
                <a:gd name="T54" fmla="*/ 36 w 144"/>
                <a:gd name="T55" fmla="*/ 55 h 163"/>
                <a:gd name="T56" fmla="*/ 14 w 144"/>
                <a:gd name="T57" fmla="*/ 70 h 163"/>
                <a:gd name="T58" fmla="*/ 22 w 144"/>
                <a:gd name="T59" fmla="*/ 129 h 163"/>
                <a:gd name="T60" fmla="*/ 61 w 144"/>
                <a:gd name="T61" fmla="*/ 135 h 163"/>
                <a:gd name="T62" fmla="*/ 73 w 144"/>
                <a:gd name="T63" fmla="*/ 149 h 163"/>
                <a:gd name="T64" fmla="*/ 130 w 144"/>
                <a:gd name="T65" fmla="*/ 141 h 163"/>
                <a:gd name="T66" fmla="*/ 128 w 144"/>
                <a:gd name="T67" fmla="*/ 89 h 163"/>
                <a:gd name="T68" fmla="*/ 131 w 144"/>
                <a:gd name="T69" fmla="*/ 8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4" h="163">
                  <a:moveTo>
                    <a:pt x="131" y="86"/>
                  </a:moveTo>
                  <a:cubicBezTo>
                    <a:pt x="144" y="68"/>
                    <a:pt x="141" y="43"/>
                    <a:pt x="123" y="30"/>
                  </a:cubicBezTo>
                  <a:cubicBezTo>
                    <a:pt x="106" y="16"/>
                    <a:pt x="80" y="20"/>
                    <a:pt x="67" y="37"/>
                  </a:cubicBezTo>
                  <a:cubicBezTo>
                    <a:pt x="67" y="38"/>
                    <a:pt x="67" y="38"/>
                    <a:pt x="66" y="39"/>
                  </a:cubicBezTo>
                  <a:cubicBezTo>
                    <a:pt x="30" y="0"/>
                    <a:pt x="30" y="0"/>
                    <a:pt x="30" y="0"/>
                  </a:cubicBezTo>
                  <a:cubicBezTo>
                    <a:pt x="26" y="4"/>
                    <a:pt x="26" y="4"/>
                    <a:pt x="26" y="4"/>
                  </a:cubicBezTo>
                  <a:cubicBezTo>
                    <a:pt x="54" y="37"/>
                    <a:pt x="54" y="37"/>
                    <a:pt x="54" y="37"/>
                  </a:cubicBezTo>
                  <a:cubicBezTo>
                    <a:pt x="77" y="64"/>
                    <a:pt x="77" y="64"/>
                    <a:pt x="77" y="64"/>
                  </a:cubicBezTo>
                  <a:cubicBezTo>
                    <a:pt x="84" y="58"/>
                    <a:pt x="84" y="58"/>
                    <a:pt x="84" y="58"/>
                  </a:cubicBezTo>
                  <a:cubicBezTo>
                    <a:pt x="71" y="44"/>
                    <a:pt x="71" y="44"/>
                    <a:pt x="71" y="44"/>
                  </a:cubicBezTo>
                  <a:cubicBezTo>
                    <a:pt x="83" y="31"/>
                    <a:pt x="102" y="29"/>
                    <a:pt x="116" y="40"/>
                  </a:cubicBezTo>
                  <a:cubicBezTo>
                    <a:pt x="130" y="51"/>
                    <a:pt x="133" y="70"/>
                    <a:pt x="123" y="85"/>
                  </a:cubicBezTo>
                  <a:cubicBezTo>
                    <a:pt x="123" y="85"/>
                    <a:pt x="123" y="84"/>
                    <a:pt x="122" y="84"/>
                  </a:cubicBezTo>
                  <a:cubicBezTo>
                    <a:pt x="116" y="79"/>
                    <a:pt x="108" y="76"/>
                    <a:pt x="100" y="76"/>
                  </a:cubicBezTo>
                  <a:cubicBezTo>
                    <a:pt x="104" y="77"/>
                    <a:pt x="107" y="79"/>
                    <a:pt x="111" y="81"/>
                  </a:cubicBezTo>
                  <a:cubicBezTo>
                    <a:pt x="126" y="93"/>
                    <a:pt x="129" y="114"/>
                    <a:pt x="118" y="129"/>
                  </a:cubicBezTo>
                  <a:cubicBezTo>
                    <a:pt x="106" y="144"/>
                    <a:pt x="85" y="147"/>
                    <a:pt x="70" y="136"/>
                  </a:cubicBezTo>
                  <a:cubicBezTo>
                    <a:pt x="62" y="130"/>
                    <a:pt x="58" y="123"/>
                    <a:pt x="57" y="115"/>
                  </a:cubicBezTo>
                  <a:cubicBezTo>
                    <a:pt x="56" y="119"/>
                    <a:pt x="57" y="124"/>
                    <a:pt x="58" y="128"/>
                  </a:cubicBezTo>
                  <a:cubicBezTo>
                    <a:pt x="49" y="130"/>
                    <a:pt x="40" y="128"/>
                    <a:pt x="32" y="122"/>
                  </a:cubicBezTo>
                  <a:cubicBezTo>
                    <a:pt x="17" y="111"/>
                    <a:pt x="14" y="90"/>
                    <a:pt x="25" y="75"/>
                  </a:cubicBezTo>
                  <a:cubicBezTo>
                    <a:pt x="29" y="70"/>
                    <a:pt x="34" y="67"/>
                    <a:pt x="40" y="65"/>
                  </a:cubicBezTo>
                  <a:cubicBezTo>
                    <a:pt x="48" y="82"/>
                    <a:pt x="48" y="82"/>
                    <a:pt x="48" y="82"/>
                  </a:cubicBezTo>
                  <a:cubicBezTo>
                    <a:pt x="57" y="78"/>
                    <a:pt x="57" y="78"/>
                    <a:pt x="57" y="78"/>
                  </a:cubicBezTo>
                  <a:cubicBezTo>
                    <a:pt x="41" y="47"/>
                    <a:pt x="41" y="47"/>
                    <a:pt x="41" y="47"/>
                  </a:cubicBezTo>
                  <a:cubicBezTo>
                    <a:pt x="20" y="8"/>
                    <a:pt x="20" y="8"/>
                    <a:pt x="20" y="8"/>
                  </a:cubicBezTo>
                  <a:cubicBezTo>
                    <a:pt x="15" y="10"/>
                    <a:pt x="15" y="10"/>
                    <a:pt x="15" y="10"/>
                  </a:cubicBezTo>
                  <a:cubicBezTo>
                    <a:pt x="36" y="55"/>
                    <a:pt x="36" y="55"/>
                    <a:pt x="36" y="55"/>
                  </a:cubicBezTo>
                  <a:cubicBezTo>
                    <a:pt x="27" y="58"/>
                    <a:pt x="20" y="63"/>
                    <a:pt x="14" y="70"/>
                  </a:cubicBezTo>
                  <a:cubicBezTo>
                    <a:pt x="0" y="89"/>
                    <a:pt x="4" y="115"/>
                    <a:pt x="22" y="129"/>
                  </a:cubicBezTo>
                  <a:cubicBezTo>
                    <a:pt x="34" y="138"/>
                    <a:pt x="48" y="140"/>
                    <a:pt x="61" y="135"/>
                  </a:cubicBezTo>
                  <a:cubicBezTo>
                    <a:pt x="64" y="141"/>
                    <a:pt x="68" y="145"/>
                    <a:pt x="73" y="149"/>
                  </a:cubicBezTo>
                  <a:cubicBezTo>
                    <a:pt x="91" y="163"/>
                    <a:pt x="116" y="159"/>
                    <a:pt x="130" y="141"/>
                  </a:cubicBezTo>
                  <a:cubicBezTo>
                    <a:pt x="142" y="125"/>
                    <a:pt x="141" y="103"/>
                    <a:pt x="128" y="89"/>
                  </a:cubicBezTo>
                  <a:cubicBezTo>
                    <a:pt x="129" y="88"/>
                    <a:pt x="130" y="87"/>
                    <a:pt x="131" y="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45"/>
            <p:cNvSpPr>
              <a:spLocks/>
            </p:cNvSpPr>
            <p:nvPr/>
          </p:nvSpPr>
          <p:spPr bwMode="auto">
            <a:xfrm>
              <a:off x="4429126" y="5116512"/>
              <a:ext cx="185738" cy="92075"/>
            </a:xfrm>
            <a:custGeom>
              <a:avLst/>
              <a:gdLst>
                <a:gd name="T0" fmla="*/ 36 w 117"/>
                <a:gd name="T1" fmla="*/ 58 h 58"/>
                <a:gd name="T2" fmla="*/ 91 w 117"/>
                <a:gd name="T3" fmla="*/ 48 h 58"/>
                <a:gd name="T4" fmla="*/ 117 w 117"/>
                <a:gd name="T5" fmla="*/ 21 h 58"/>
                <a:gd name="T6" fmla="*/ 93 w 117"/>
                <a:gd name="T7" fmla="*/ 4 h 58"/>
                <a:gd name="T8" fmla="*/ 28 w 117"/>
                <a:gd name="T9" fmla="*/ 0 h 58"/>
                <a:gd name="T10" fmla="*/ 0 w 117"/>
                <a:gd name="T11" fmla="*/ 38 h 58"/>
                <a:gd name="T12" fmla="*/ 36 w 117"/>
                <a:gd name="T13" fmla="*/ 58 h 58"/>
              </a:gdLst>
              <a:ahLst/>
              <a:cxnLst>
                <a:cxn ang="0">
                  <a:pos x="T0" y="T1"/>
                </a:cxn>
                <a:cxn ang="0">
                  <a:pos x="T2" y="T3"/>
                </a:cxn>
                <a:cxn ang="0">
                  <a:pos x="T4" y="T5"/>
                </a:cxn>
                <a:cxn ang="0">
                  <a:pos x="T6" y="T7"/>
                </a:cxn>
                <a:cxn ang="0">
                  <a:pos x="T8" y="T9"/>
                </a:cxn>
                <a:cxn ang="0">
                  <a:pos x="T10" y="T11"/>
                </a:cxn>
                <a:cxn ang="0">
                  <a:pos x="T12" y="T13"/>
                </a:cxn>
              </a:cxnLst>
              <a:rect l="0" t="0" r="r" b="b"/>
              <a:pathLst>
                <a:path w="117" h="58">
                  <a:moveTo>
                    <a:pt x="36" y="58"/>
                  </a:moveTo>
                  <a:lnTo>
                    <a:pt x="91" y="48"/>
                  </a:lnTo>
                  <a:lnTo>
                    <a:pt x="117" y="21"/>
                  </a:lnTo>
                  <a:lnTo>
                    <a:pt x="93" y="4"/>
                  </a:lnTo>
                  <a:lnTo>
                    <a:pt x="28" y="0"/>
                  </a:lnTo>
                  <a:lnTo>
                    <a:pt x="0" y="38"/>
                  </a:lnTo>
                  <a:lnTo>
                    <a:pt x="36"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46"/>
            <p:cNvSpPr>
              <a:spLocks/>
            </p:cNvSpPr>
            <p:nvPr/>
          </p:nvSpPr>
          <p:spPr bwMode="auto">
            <a:xfrm>
              <a:off x="6835776" y="4964112"/>
              <a:ext cx="249238" cy="119062"/>
            </a:xfrm>
            <a:custGeom>
              <a:avLst/>
              <a:gdLst>
                <a:gd name="T0" fmla="*/ 122 w 157"/>
                <a:gd name="T1" fmla="*/ 25 h 75"/>
                <a:gd name="T2" fmla="*/ 85 w 157"/>
                <a:gd name="T3" fmla="*/ 0 h 75"/>
                <a:gd name="T4" fmla="*/ 30 w 157"/>
                <a:gd name="T5" fmla="*/ 30 h 75"/>
                <a:gd name="T6" fmla="*/ 0 w 157"/>
                <a:gd name="T7" fmla="*/ 73 h 75"/>
                <a:gd name="T8" fmla="*/ 157 w 157"/>
                <a:gd name="T9" fmla="*/ 75 h 75"/>
                <a:gd name="T10" fmla="*/ 152 w 157"/>
                <a:gd name="T11" fmla="*/ 45 h 75"/>
                <a:gd name="T12" fmla="*/ 122 w 157"/>
                <a:gd name="T13" fmla="*/ 25 h 75"/>
              </a:gdLst>
              <a:ahLst/>
              <a:cxnLst>
                <a:cxn ang="0">
                  <a:pos x="T0" y="T1"/>
                </a:cxn>
                <a:cxn ang="0">
                  <a:pos x="T2" y="T3"/>
                </a:cxn>
                <a:cxn ang="0">
                  <a:pos x="T4" y="T5"/>
                </a:cxn>
                <a:cxn ang="0">
                  <a:pos x="T6" y="T7"/>
                </a:cxn>
                <a:cxn ang="0">
                  <a:pos x="T8" y="T9"/>
                </a:cxn>
                <a:cxn ang="0">
                  <a:pos x="T10" y="T11"/>
                </a:cxn>
                <a:cxn ang="0">
                  <a:pos x="T12" y="T13"/>
                </a:cxn>
              </a:cxnLst>
              <a:rect l="0" t="0" r="r" b="b"/>
              <a:pathLst>
                <a:path w="157" h="75">
                  <a:moveTo>
                    <a:pt x="122" y="25"/>
                  </a:moveTo>
                  <a:lnTo>
                    <a:pt x="85" y="0"/>
                  </a:lnTo>
                  <a:lnTo>
                    <a:pt x="30" y="30"/>
                  </a:lnTo>
                  <a:lnTo>
                    <a:pt x="0" y="73"/>
                  </a:lnTo>
                  <a:lnTo>
                    <a:pt x="157" y="75"/>
                  </a:lnTo>
                  <a:lnTo>
                    <a:pt x="152" y="45"/>
                  </a:lnTo>
                  <a:lnTo>
                    <a:pt x="122"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47"/>
            <p:cNvSpPr>
              <a:spLocks/>
            </p:cNvSpPr>
            <p:nvPr/>
          </p:nvSpPr>
          <p:spPr bwMode="auto">
            <a:xfrm>
              <a:off x="4016376" y="5148262"/>
              <a:ext cx="146050" cy="69850"/>
            </a:xfrm>
            <a:custGeom>
              <a:avLst/>
              <a:gdLst>
                <a:gd name="T0" fmla="*/ 89 w 92"/>
                <a:gd name="T1" fmla="*/ 26 h 44"/>
                <a:gd name="T2" fmla="*/ 72 w 92"/>
                <a:gd name="T3" fmla="*/ 15 h 44"/>
                <a:gd name="T4" fmla="*/ 50 w 92"/>
                <a:gd name="T5" fmla="*/ 0 h 44"/>
                <a:gd name="T6" fmla="*/ 18 w 92"/>
                <a:gd name="T7" fmla="*/ 18 h 44"/>
                <a:gd name="T8" fmla="*/ 0 w 92"/>
                <a:gd name="T9" fmla="*/ 43 h 44"/>
                <a:gd name="T10" fmla="*/ 92 w 92"/>
                <a:gd name="T11" fmla="*/ 44 h 44"/>
                <a:gd name="T12" fmla="*/ 89 w 92"/>
                <a:gd name="T13" fmla="*/ 26 h 44"/>
              </a:gdLst>
              <a:ahLst/>
              <a:cxnLst>
                <a:cxn ang="0">
                  <a:pos x="T0" y="T1"/>
                </a:cxn>
                <a:cxn ang="0">
                  <a:pos x="T2" y="T3"/>
                </a:cxn>
                <a:cxn ang="0">
                  <a:pos x="T4" y="T5"/>
                </a:cxn>
                <a:cxn ang="0">
                  <a:pos x="T6" y="T7"/>
                </a:cxn>
                <a:cxn ang="0">
                  <a:pos x="T8" y="T9"/>
                </a:cxn>
                <a:cxn ang="0">
                  <a:pos x="T10" y="T11"/>
                </a:cxn>
                <a:cxn ang="0">
                  <a:pos x="T12" y="T13"/>
                </a:cxn>
              </a:cxnLst>
              <a:rect l="0" t="0" r="r" b="b"/>
              <a:pathLst>
                <a:path w="92" h="44">
                  <a:moveTo>
                    <a:pt x="89" y="26"/>
                  </a:moveTo>
                  <a:lnTo>
                    <a:pt x="72" y="15"/>
                  </a:lnTo>
                  <a:lnTo>
                    <a:pt x="50" y="0"/>
                  </a:lnTo>
                  <a:lnTo>
                    <a:pt x="18" y="18"/>
                  </a:lnTo>
                  <a:lnTo>
                    <a:pt x="0" y="43"/>
                  </a:lnTo>
                  <a:lnTo>
                    <a:pt x="92" y="44"/>
                  </a:lnTo>
                  <a:lnTo>
                    <a:pt x="89"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48"/>
            <p:cNvSpPr>
              <a:spLocks/>
            </p:cNvSpPr>
            <p:nvPr/>
          </p:nvSpPr>
          <p:spPr bwMode="auto">
            <a:xfrm>
              <a:off x="4238626" y="5154612"/>
              <a:ext cx="104775" cy="84137"/>
            </a:xfrm>
            <a:custGeom>
              <a:avLst/>
              <a:gdLst>
                <a:gd name="T0" fmla="*/ 64 w 66"/>
                <a:gd name="T1" fmla="*/ 26 h 53"/>
                <a:gd name="T2" fmla="*/ 66 w 66"/>
                <a:gd name="T3" fmla="*/ 6 h 53"/>
                <a:gd name="T4" fmla="*/ 45 w 66"/>
                <a:gd name="T5" fmla="*/ 0 h 53"/>
                <a:gd name="T6" fmla="*/ 0 w 66"/>
                <a:gd name="T7" fmla="*/ 9 h 53"/>
                <a:gd name="T8" fmla="*/ 4 w 66"/>
                <a:gd name="T9" fmla="*/ 39 h 53"/>
                <a:gd name="T10" fmla="*/ 36 w 66"/>
                <a:gd name="T11" fmla="*/ 53 h 53"/>
                <a:gd name="T12" fmla="*/ 64 w 66"/>
                <a:gd name="T13" fmla="*/ 26 h 53"/>
              </a:gdLst>
              <a:ahLst/>
              <a:cxnLst>
                <a:cxn ang="0">
                  <a:pos x="T0" y="T1"/>
                </a:cxn>
                <a:cxn ang="0">
                  <a:pos x="T2" y="T3"/>
                </a:cxn>
                <a:cxn ang="0">
                  <a:pos x="T4" y="T5"/>
                </a:cxn>
                <a:cxn ang="0">
                  <a:pos x="T6" y="T7"/>
                </a:cxn>
                <a:cxn ang="0">
                  <a:pos x="T8" y="T9"/>
                </a:cxn>
                <a:cxn ang="0">
                  <a:pos x="T10" y="T11"/>
                </a:cxn>
                <a:cxn ang="0">
                  <a:pos x="T12" y="T13"/>
                </a:cxn>
              </a:cxnLst>
              <a:rect l="0" t="0" r="r" b="b"/>
              <a:pathLst>
                <a:path w="66" h="53">
                  <a:moveTo>
                    <a:pt x="64" y="26"/>
                  </a:moveTo>
                  <a:lnTo>
                    <a:pt x="66" y="6"/>
                  </a:lnTo>
                  <a:lnTo>
                    <a:pt x="45" y="0"/>
                  </a:lnTo>
                  <a:lnTo>
                    <a:pt x="0" y="9"/>
                  </a:lnTo>
                  <a:lnTo>
                    <a:pt x="4" y="39"/>
                  </a:lnTo>
                  <a:lnTo>
                    <a:pt x="36" y="53"/>
                  </a:lnTo>
                  <a:lnTo>
                    <a:pt x="64"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49"/>
            <p:cNvSpPr>
              <a:spLocks/>
            </p:cNvSpPr>
            <p:nvPr/>
          </p:nvSpPr>
          <p:spPr bwMode="auto">
            <a:xfrm>
              <a:off x="6799264" y="5159374"/>
              <a:ext cx="107950" cy="71437"/>
            </a:xfrm>
            <a:custGeom>
              <a:avLst/>
              <a:gdLst>
                <a:gd name="T0" fmla="*/ 27 w 68"/>
                <a:gd name="T1" fmla="*/ 2 h 45"/>
                <a:gd name="T2" fmla="*/ 0 w 68"/>
                <a:gd name="T3" fmla="*/ 36 h 45"/>
                <a:gd name="T4" fmla="*/ 38 w 68"/>
                <a:gd name="T5" fmla="*/ 45 h 45"/>
                <a:gd name="T6" fmla="*/ 68 w 68"/>
                <a:gd name="T7" fmla="*/ 28 h 45"/>
                <a:gd name="T8" fmla="*/ 64 w 68"/>
                <a:gd name="T9" fmla="*/ 0 h 45"/>
                <a:gd name="T10" fmla="*/ 27 w 68"/>
                <a:gd name="T11" fmla="*/ 2 h 45"/>
              </a:gdLst>
              <a:ahLst/>
              <a:cxnLst>
                <a:cxn ang="0">
                  <a:pos x="T0" y="T1"/>
                </a:cxn>
                <a:cxn ang="0">
                  <a:pos x="T2" y="T3"/>
                </a:cxn>
                <a:cxn ang="0">
                  <a:pos x="T4" y="T5"/>
                </a:cxn>
                <a:cxn ang="0">
                  <a:pos x="T6" y="T7"/>
                </a:cxn>
                <a:cxn ang="0">
                  <a:pos x="T8" y="T9"/>
                </a:cxn>
                <a:cxn ang="0">
                  <a:pos x="T10" y="T11"/>
                </a:cxn>
              </a:cxnLst>
              <a:rect l="0" t="0" r="r" b="b"/>
              <a:pathLst>
                <a:path w="68" h="45">
                  <a:moveTo>
                    <a:pt x="27" y="2"/>
                  </a:moveTo>
                  <a:lnTo>
                    <a:pt x="0" y="36"/>
                  </a:lnTo>
                  <a:lnTo>
                    <a:pt x="38" y="45"/>
                  </a:lnTo>
                  <a:lnTo>
                    <a:pt x="68" y="28"/>
                  </a:lnTo>
                  <a:lnTo>
                    <a:pt x="64" y="0"/>
                  </a:lnTo>
                  <a:lnTo>
                    <a:pt x="27"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50"/>
            <p:cNvSpPr>
              <a:spLocks/>
            </p:cNvSpPr>
            <p:nvPr/>
          </p:nvSpPr>
          <p:spPr bwMode="auto">
            <a:xfrm>
              <a:off x="5246689" y="5268912"/>
              <a:ext cx="107950" cy="73025"/>
            </a:xfrm>
            <a:custGeom>
              <a:avLst/>
              <a:gdLst>
                <a:gd name="T0" fmla="*/ 68 w 68"/>
                <a:gd name="T1" fmla="*/ 28 h 46"/>
                <a:gd name="T2" fmla="*/ 63 w 68"/>
                <a:gd name="T3" fmla="*/ 0 h 46"/>
                <a:gd name="T4" fmla="*/ 27 w 68"/>
                <a:gd name="T5" fmla="*/ 2 h 46"/>
                <a:gd name="T6" fmla="*/ 0 w 68"/>
                <a:gd name="T7" fmla="*/ 37 h 46"/>
                <a:gd name="T8" fmla="*/ 37 w 68"/>
                <a:gd name="T9" fmla="*/ 46 h 46"/>
                <a:gd name="T10" fmla="*/ 68 w 68"/>
                <a:gd name="T11" fmla="*/ 28 h 46"/>
              </a:gdLst>
              <a:ahLst/>
              <a:cxnLst>
                <a:cxn ang="0">
                  <a:pos x="T0" y="T1"/>
                </a:cxn>
                <a:cxn ang="0">
                  <a:pos x="T2" y="T3"/>
                </a:cxn>
                <a:cxn ang="0">
                  <a:pos x="T4" y="T5"/>
                </a:cxn>
                <a:cxn ang="0">
                  <a:pos x="T6" y="T7"/>
                </a:cxn>
                <a:cxn ang="0">
                  <a:pos x="T8" y="T9"/>
                </a:cxn>
                <a:cxn ang="0">
                  <a:pos x="T10" y="T11"/>
                </a:cxn>
              </a:cxnLst>
              <a:rect l="0" t="0" r="r" b="b"/>
              <a:pathLst>
                <a:path w="68" h="46">
                  <a:moveTo>
                    <a:pt x="68" y="28"/>
                  </a:moveTo>
                  <a:lnTo>
                    <a:pt x="63" y="0"/>
                  </a:lnTo>
                  <a:lnTo>
                    <a:pt x="27" y="2"/>
                  </a:lnTo>
                  <a:lnTo>
                    <a:pt x="0" y="37"/>
                  </a:lnTo>
                  <a:lnTo>
                    <a:pt x="37" y="46"/>
                  </a:lnTo>
                  <a:lnTo>
                    <a:pt x="68"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51"/>
            <p:cNvSpPr>
              <a:spLocks/>
            </p:cNvSpPr>
            <p:nvPr/>
          </p:nvSpPr>
          <p:spPr bwMode="auto">
            <a:xfrm>
              <a:off x="4354514" y="5230812"/>
              <a:ext cx="68263" cy="46037"/>
            </a:xfrm>
            <a:custGeom>
              <a:avLst/>
              <a:gdLst>
                <a:gd name="T0" fmla="*/ 23 w 43"/>
                <a:gd name="T1" fmla="*/ 29 h 29"/>
                <a:gd name="T2" fmla="*/ 43 w 43"/>
                <a:gd name="T3" fmla="*/ 18 h 29"/>
                <a:gd name="T4" fmla="*/ 40 w 43"/>
                <a:gd name="T5" fmla="*/ 0 h 29"/>
                <a:gd name="T6" fmla="*/ 17 w 43"/>
                <a:gd name="T7" fmla="*/ 1 h 29"/>
                <a:gd name="T8" fmla="*/ 0 w 43"/>
                <a:gd name="T9" fmla="*/ 23 h 29"/>
                <a:gd name="T10" fmla="*/ 23 w 43"/>
                <a:gd name="T11" fmla="*/ 29 h 29"/>
              </a:gdLst>
              <a:ahLst/>
              <a:cxnLst>
                <a:cxn ang="0">
                  <a:pos x="T0" y="T1"/>
                </a:cxn>
                <a:cxn ang="0">
                  <a:pos x="T2" y="T3"/>
                </a:cxn>
                <a:cxn ang="0">
                  <a:pos x="T4" y="T5"/>
                </a:cxn>
                <a:cxn ang="0">
                  <a:pos x="T6" y="T7"/>
                </a:cxn>
                <a:cxn ang="0">
                  <a:pos x="T8" y="T9"/>
                </a:cxn>
                <a:cxn ang="0">
                  <a:pos x="T10" y="T11"/>
                </a:cxn>
              </a:cxnLst>
              <a:rect l="0" t="0" r="r" b="b"/>
              <a:pathLst>
                <a:path w="43" h="29">
                  <a:moveTo>
                    <a:pt x="23" y="29"/>
                  </a:moveTo>
                  <a:lnTo>
                    <a:pt x="43" y="18"/>
                  </a:lnTo>
                  <a:lnTo>
                    <a:pt x="40" y="0"/>
                  </a:lnTo>
                  <a:lnTo>
                    <a:pt x="17" y="1"/>
                  </a:lnTo>
                  <a:lnTo>
                    <a:pt x="0" y="23"/>
                  </a:lnTo>
                  <a:lnTo>
                    <a:pt x="23" y="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52"/>
            <p:cNvSpPr>
              <a:spLocks/>
            </p:cNvSpPr>
            <p:nvPr/>
          </p:nvSpPr>
          <p:spPr bwMode="auto">
            <a:xfrm>
              <a:off x="4895851" y="5213349"/>
              <a:ext cx="184150" cy="90487"/>
            </a:xfrm>
            <a:custGeom>
              <a:avLst/>
              <a:gdLst>
                <a:gd name="T0" fmla="*/ 0 w 116"/>
                <a:gd name="T1" fmla="*/ 36 h 57"/>
                <a:gd name="T2" fmla="*/ 36 w 116"/>
                <a:gd name="T3" fmla="*/ 57 h 57"/>
                <a:gd name="T4" fmla="*/ 91 w 116"/>
                <a:gd name="T5" fmla="*/ 47 h 57"/>
                <a:gd name="T6" fmla="*/ 116 w 116"/>
                <a:gd name="T7" fmla="*/ 19 h 57"/>
                <a:gd name="T8" fmla="*/ 92 w 116"/>
                <a:gd name="T9" fmla="*/ 4 h 57"/>
                <a:gd name="T10" fmla="*/ 27 w 116"/>
                <a:gd name="T11" fmla="*/ 0 h 57"/>
                <a:gd name="T12" fmla="*/ 0 w 116"/>
                <a:gd name="T13" fmla="*/ 36 h 57"/>
              </a:gdLst>
              <a:ahLst/>
              <a:cxnLst>
                <a:cxn ang="0">
                  <a:pos x="T0" y="T1"/>
                </a:cxn>
                <a:cxn ang="0">
                  <a:pos x="T2" y="T3"/>
                </a:cxn>
                <a:cxn ang="0">
                  <a:pos x="T4" y="T5"/>
                </a:cxn>
                <a:cxn ang="0">
                  <a:pos x="T6" y="T7"/>
                </a:cxn>
                <a:cxn ang="0">
                  <a:pos x="T8" y="T9"/>
                </a:cxn>
                <a:cxn ang="0">
                  <a:pos x="T10" y="T11"/>
                </a:cxn>
                <a:cxn ang="0">
                  <a:pos x="T12" y="T13"/>
                </a:cxn>
              </a:cxnLst>
              <a:rect l="0" t="0" r="r" b="b"/>
              <a:pathLst>
                <a:path w="116" h="57">
                  <a:moveTo>
                    <a:pt x="0" y="36"/>
                  </a:moveTo>
                  <a:lnTo>
                    <a:pt x="36" y="57"/>
                  </a:lnTo>
                  <a:lnTo>
                    <a:pt x="91" y="47"/>
                  </a:lnTo>
                  <a:lnTo>
                    <a:pt x="116" y="19"/>
                  </a:lnTo>
                  <a:lnTo>
                    <a:pt x="92" y="4"/>
                  </a:lnTo>
                  <a:lnTo>
                    <a:pt x="27" y="0"/>
                  </a:lnTo>
                  <a:lnTo>
                    <a:pt x="0"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53"/>
            <p:cNvSpPr>
              <a:spLocks/>
            </p:cNvSpPr>
            <p:nvPr/>
          </p:nvSpPr>
          <p:spPr bwMode="auto">
            <a:xfrm>
              <a:off x="4365626" y="5002212"/>
              <a:ext cx="146050" cy="69850"/>
            </a:xfrm>
            <a:custGeom>
              <a:avLst/>
              <a:gdLst>
                <a:gd name="T0" fmla="*/ 71 w 92"/>
                <a:gd name="T1" fmla="*/ 15 h 44"/>
                <a:gd name="T2" fmla="*/ 50 w 92"/>
                <a:gd name="T3" fmla="*/ 0 h 44"/>
                <a:gd name="T4" fmla="*/ 18 w 92"/>
                <a:gd name="T5" fmla="*/ 18 h 44"/>
                <a:gd name="T6" fmla="*/ 0 w 92"/>
                <a:gd name="T7" fmla="*/ 43 h 44"/>
                <a:gd name="T8" fmla="*/ 92 w 92"/>
                <a:gd name="T9" fmla="*/ 44 h 44"/>
                <a:gd name="T10" fmla="*/ 89 w 92"/>
                <a:gd name="T11" fmla="*/ 27 h 44"/>
                <a:gd name="T12" fmla="*/ 71 w 92"/>
                <a:gd name="T13" fmla="*/ 15 h 44"/>
              </a:gdLst>
              <a:ahLst/>
              <a:cxnLst>
                <a:cxn ang="0">
                  <a:pos x="T0" y="T1"/>
                </a:cxn>
                <a:cxn ang="0">
                  <a:pos x="T2" y="T3"/>
                </a:cxn>
                <a:cxn ang="0">
                  <a:pos x="T4" y="T5"/>
                </a:cxn>
                <a:cxn ang="0">
                  <a:pos x="T6" y="T7"/>
                </a:cxn>
                <a:cxn ang="0">
                  <a:pos x="T8" y="T9"/>
                </a:cxn>
                <a:cxn ang="0">
                  <a:pos x="T10" y="T11"/>
                </a:cxn>
                <a:cxn ang="0">
                  <a:pos x="T12" y="T13"/>
                </a:cxn>
              </a:cxnLst>
              <a:rect l="0" t="0" r="r" b="b"/>
              <a:pathLst>
                <a:path w="92" h="44">
                  <a:moveTo>
                    <a:pt x="71" y="15"/>
                  </a:moveTo>
                  <a:lnTo>
                    <a:pt x="50" y="0"/>
                  </a:lnTo>
                  <a:lnTo>
                    <a:pt x="18" y="18"/>
                  </a:lnTo>
                  <a:lnTo>
                    <a:pt x="0" y="43"/>
                  </a:lnTo>
                  <a:lnTo>
                    <a:pt x="92" y="44"/>
                  </a:lnTo>
                  <a:lnTo>
                    <a:pt x="89" y="27"/>
                  </a:lnTo>
                  <a:lnTo>
                    <a:pt x="71"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54"/>
            <p:cNvSpPr>
              <a:spLocks/>
            </p:cNvSpPr>
            <p:nvPr/>
          </p:nvSpPr>
          <p:spPr bwMode="auto">
            <a:xfrm>
              <a:off x="5902326" y="5413374"/>
              <a:ext cx="104775" cy="84137"/>
            </a:xfrm>
            <a:custGeom>
              <a:avLst/>
              <a:gdLst>
                <a:gd name="T0" fmla="*/ 4 w 66"/>
                <a:gd name="T1" fmla="*/ 39 h 53"/>
                <a:gd name="T2" fmla="*/ 36 w 66"/>
                <a:gd name="T3" fmla="*/ 53 h 53"/>
                <a:gd name="T4" fmla="*/ 64 w 66"/>
                <a:gd name="T5" fmla="*/ 25 h 53"/>
                <a:gd name="T6" fmla="*/ 66 w 66"/>
                <a:gd name="T7" fmla="*/ 6 h 53"/>
                <a:gd name="T8" fmla="*/ 45 w 66"/>
                <a:gd name="T9" fmla="*/ 0 h 53"/>
                <a:gd name="T10" fmla="*/ 0 w 66"/>
                <a:gd name="T11" fmla="*/ 9 h 53"/>
                <a:gd name="T12" fmla="*/ 4 w 66"/>
                <a:gd name="T13" fmla="*/ 39 h 53"/>
              </a:gdLst>
              <a:ahLst/>
              <a:cxnLst>
                <a:cxn ang="0">
                  <a:pos x="T0" y="T1"/>
                </a:cxn>
                <a:cxn ang="0">
                  <a:pos x="T2" y="T3"/>
                </a:cxn>
                <a:cxn ang="0">
                  <a:pos x="T4" y="T5"/>
                </a:cxn>
                <a:cxn ang="0">
                  <a:pos x="T6" y="T7"/>
                </a:cxn>
                <a:cxn ang="0">
                  <a:pos x="T8" y="T9"/>
                </a:cxn>
                <a:cxn ang="0">
                  <a:pos x="T10" y="T11"/>
                </a:cxn>
                <a:cxn ang="0">
                  <a:pos x="T12" y="T13"/>
                </a:cxn>
              </a:cxnLst>
              <a:rect l="0" t="0" r="r" b="b"/>
              <a:pathLst>
                <a:path w="66" h="53">
                  <a:moveTo>
                    <a:pt x="4" y="39"/>
                  </a:moveTo>
                  <a:lnTo>
                    <a:pt x="36" y="53"/>
                  </a:lnTo>
                  <a:lnTo>
                    <a:pt x="64" y="25"/>
                  </a:lnTo>
                  <a:lnTo>
                    <a:pt x="66" y="6"/>
                  </a:lnTo>
                  <a:lnTo>
                    <a:pt x="45" y="0"/>
                  </a:lnTo>
                  <a:lnTo>
                    <a:pt x="0" y="9"/>
                  </a:lnTo>
                  <a:lnTo>
                    <a:pt x="4"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55"/>
            <p:cNvSpPr>
              <a:spLocks/>
            </p:cNvSpPr>
            <p:nvPr/>
          </p:nvSpPr>
          <p:spPr bwMode="auto">
            <a:xfrm>
              <a:off x="4718051" y="5172074"/>
              <a:ext cx="69850" cy="47625"/>
            </a:xfrm>
            <a:custGeom>
              <a:avLst/>
              <a:gdLst>
                <a:gd name="T0" fmla="*/ 17 w 44"/>
                <a:gd name="T1" fmla="*/ 2 h 30"/>
                <a:gd name="T2" fmla="*/ 0 w 44"/>
                <a:gd name="T3" fmla="*/ 24 h 30"/>
                <a:gd name="T4" fmla="*/ 24 w 44"/>
                <a:gd name="T5" fmla="*/ 30 h 30"/>
                <a:gd name="T6" fmla="*/ 44 w 44"/>
                <a:gd name="T7" fmla="*/ 18 h 30"/>
                <a:gd name="T8" fmla="*/ 41 w 44"/>
                <a:gd name="T9" fmla="*/ 0 h 30"/>
                <a:gd name="T10" fmla="*/ 17 w 44"/>
                <a:gd name="T11" fmla="*/ 2 h 30"/>
              </a:gdLst>
              <a:ahLst/>
              <a:cxnLst>
                <a:cxn ang="0">
                  <a:pos x="T0" y="T1"/>
                </a:cxn>
                <a:cxn ang="0">
                  <a:pos x="T2" y="T3"/>
                </a:cxn>
                <a:cxn ang="0">
                  <a:pos x="T4" y="T5"/>
                </a:cxn>
                <a:cxn ang="0">
                  <a:pos x="T6" y="T7"/>
                </a:cxn>
                <a:cxn ang="0">
                  <a:pos x="T8" y="T9"/>
                </a:cxn>
                <a:cxn ang="0">
                  <a:pos x="T10" y="T11"/>
                </a:cxn>
              </a:cxnLst>
              <a:rect l="0" t="0" r="r" b="b"/>
              <a:pathLst>
                <a:path w="44" h="30">
                  <a:moveTo>
                    <a:pt x="17" y="2"/>
                  </a:moveTo>
                  <a:lnTo>
                    <a:pt x="0" y="24"/>
                  </a:lnTo>
                  <a:lnTo>
                    <a:pt x="24" y="30"/>
                  </a:lnTo>
                  <a:lnTo>
                    <a:pt x="44" y="18"/>
                  </a:lnTo>
                  <a:lnTo>
                    <a:pt x="41" y="0"/>
                  </a:lnTo>
                  <a:lnTo>
                    <a:pt x="17"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56"/>
            <p:cNvSpPr>
              <a:spLocks/>
            </p:cNvSpPr>
            <p:nvPr/>
          </p:nvSpPr>
          <p:spPr bwMode="auto">
            <a:xfrm>
              <a:off x="2624139" y="5043487"/>
              <a:ext cx="207963" cy="103187"/>
            </a:xfrm>
            <a:custGeom>
              <a:avLst/>
              <a:gdLst>
                <a:gd name="T0" fmla="*/ 131 w 131"/>
                <a:gd name="T1" fmla="*/ 22 h 65"/>
                <a:gd name="T2" fmla="*/ 104 w 131"/>
                <a:gd name="T3" fmla="*/ 4 h 65"/>
                <a:gd name="T4" fmla="*/ 31 w 131"/>
                <a:gd name="T5" fmla="*/ 0 h 65"/>
                <a:gd name="T6" fmla="*/ 0 w 131"/>
                <a:gd name="T7" fmla="*/ 41 h 65"/>
                <a:gd name="T8" fmla="*/ 41 w 131"/>
                <a:gd name="T9" fmla="*/ 65 h 65"/>
                <a:gd name="T10" fmla="*/ 102 w 131"/>
                <a:gd name="T11" fmla="*/ 52 h 65"/>
                <a:gd name="T12" fmla="*/ 131 w 131"/>
                <a:gd name="T13" fmla="*/ 22 h 65"/>
              </a:gdLst>
              <a:ahLst/>
              <a:cxnLst>
                <a:cxn ang="0">
                  <a:pos x="T0" y="T1"/>
                </a:cxn>
                <a:cxn ang="0">
                  <a:pos x="T2" y="T3"/>
                </a:cxn>
                <a:cxn ang="0">
                  <a:pos x="T4" y="T5"/>
                </a:cxn>
                <a:cxn ang="0">
                  <a:pos x="T6" y="T7"/>
                </a:cxn>
                <a:cxn ang="0">
                  <a:pos x="T8" y="T9"/>
                </a:cxn>
                <a:cxn ang="0">
                  <a:pos x="T10" y="T11"/>
                </a:cxn>
                <a:cxn ang="0">
                  <a:pos x="T12" y="T13"/>
                </a:cxn>
              </a:cxnLst>
              <a:rect l="0" t="0" r="r" b="b"/>
              <a:pathLst>
                <a:path w="131" h="65">
                  <a:moveTo>
                    <a:pt x="131" y="22"/>
                  </a:moveTo>
                  <a:lnTo>
                    <a:pt x="104" y="4"/>
                  </a:lnTo>
                  <a:lnTo>
                    <a:pt x="31" y="0"/>
                  </a:lnTo>
                  <a:lnTo>
                    <a:pt x="0" y="41"/>
                  </a:lnTo>
                  <a:lnTo>
                    <a:pt x="41" y="65"/>
                  </a:lnTo>
                  <a:lnTo>
                    <a:pt x="102" y="52"/>
                  </a:lnTo>
                  <a:lnTo>
                    <a:pt x="131"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57"/>
            <p:cNvSpPr>
              <a:spLocks/>
            </p:cNvSpPr>
            <p:nvPr/>
          </p:nvSpPr>
          <p:spPr bwMode="auto">
            <a:xfrm>
              <a:off x="2160589" y="5076824"/>
              <a:ext cx="165100" cy="79375"/>
            </a:xfrm>
            <a:custGeom>
              <a:avLst/>
              <a:gdLst>
                <a:gd name="T0" fmla="*/ 101 w 104"/>
                <a:gd name="T1" fmla="*/ 29 h 50"/>
                <a:gd name="T2" fmla="*/ 81 w 104"/>
                <a:gd name="T3" fmla="*/ 16 h 50"/>
                <a:gd name="T4" fmla="*/ 57 w 104"/>
                <a:gd name="T5" fmla="*/ 0 h 50"/>
                <a:gd name="T6" fmla="*/ 21 w 104"/>
                <a:gd name="T7" fmla="*/ 19 h 50"/>
                <a:gd name="T8" fmla="*/ 0 w 104"/>
                <a:gd name="T9" fmla="*/ 49 h 50"/>
                <a:gd name="T10" fmla="*/ 104 w 104"/>
                <a:gd name="T11" fmla="*/ 50 h 50"/>
                <a:gd name="T12" fmla="*/ 101 w 104"/>
                <a:gd name="T13" fmla="*/ 29 h 50"/>
              </a:gdLst>
              <a:ahLst/>
              <a:cxnLst>
                <a:cxn ang="0">
                  <a:pos x="T0" y="T1"/>
                </a:cxn>
                <a:cxn ang="0">
                  <a:pos x="T2" y="T3"/>
                </a:cxn>
                <a:cxn ang="0">
                  <a:pos x="T4" y="T5"/>
                </a:cxn>
                <a:cxn ang="0">
                  <a:pos x="T6" y="T7"/>
                </a:cxn>
                <a:cxn ang="0">
                  <a:pos x="T8" y="T9"/>
                </a:cxn>
                <a:cxn ang="0">
                  <a:pos x="T10" y="T11"/>
                </a:cxn>
                <a:cxn ang="0">
                  <a:pos x="T12" y="T13"/>
                </a:cxn>
              </a:cxnLst>
              <a:rect l="0" t="0" r="r" b="b"/>
              <a:pathLst>
                <a:path w="104" h="50">
                  <a:moveTo>
                    <a:pt x="101" y="29"/>
                  </a:moveTo>
                  <a:lnTo>
                    <a:pt x="81" y="16"/>
                  </a:lnTo>
                  <a:lnTo>
                    <a:pt x="57" y="0"/>
                  </a:lnTo>
                  <a:lnTo>
                    <a:pt x="21" y="19"/>
                  </a:lnTo>
                  <a:lnTo>
                    <a:pt x="0" y="49"/>
                  </a:lnTo>
                  <a:lnTo>
                    <a:pt x="104" y="50"/>
                  </a:lnTo>
                  <a:lnTo>
                    <a:pt x="101" y="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58"/>
            <p:cNvSpPr>
              <a:spLocks/>
            </p:cNvSpPr>
            <p:nvPr/>
          </p:nvSpPr>
          <p:spPr bwMode="auto">
            <a:xfrm>
              <a:off x="2411414" y="5083174"/>
              <a:ext cx="114300" cy="96837"/>
            </a:xfrm>
            <a:custGeom>
              <a:avLst/>
              <a:gdLst>
                <a:gd name="T0" fmla="*/ 70 w 72"/>
                <a:gd name="T1" fmla="*/ 29 h 61"/>
                <a:gd name="T2" fmla="*/ 72 w 72"/>
                <a:gd name="T3" fmla="*/ 7 h 61"/>
                <a:gd name="T4" fmla="*/ 49 w 72"/>
                <a:gd name="T5" fmla="*/ 0 h 61"/>
                <a:gd name="T6" fmla="*/ 0 w 72"/>
                <a:gd name="T7" fmla="*/ 11 h 61"/>
                <a:gd name="T8" fmla="*/ 4 w 72"/>
                <a:gd name="T9" fmla="*/ 45 h 61"/>
                <a:gd name="T10" fmla="*/ 39 w 72"/>
                <a:gd name="T11" fmla="*/ 61 h 61"/>
                <a:gd name="T12" fmla="*/ 70 w 72"/>
                <a:gd name="T13" fmla="*/ 29 h 61"/>
              </a:gdLst>
              <a:ahLst/>
              <a:cxnLst>
                <a:cxn ang="0">
                  <a:pos x="T0" y="T1"/>
                </a:cxn>
                <a:cxn ang="0">
                  <a:pos x="T2" y="T3"/>
                </a:cxn>
                <a:cxn ang="0">
                  <a:pos x="T4" y="T5"/>
                </a:cxn>
                <a:cxn ang="0">
                  <a:pos x="T6" y="T7"/>
                </a:cxn>
                <a:cxn ang="0">
                  <a:pos x="T8" y="T9"/>
                </a:cxn>
                <a:cxn ang="0">
                  <a:pos x="T10" y="T11"/>
                </a:cxn>
                <a:cxn ang="0">
                  <a:pos x="T12" y="T13"/>
                </a:cxn>
              </a:cxnLst>
              <a:rect l="0" t="0" r="r" b="b"/>
              <a:pathLst>
                <a:path w="72" h="61">
                  <a:moveTo>
                    <a:pt x="70" y="29"/>
                  </a:moveTo>
                  <a:lnTo>
                    <a:pt x="72" y="7"/>
                  </a:lnTo>
                  <a:lnTo>
                    <a:pt x="49" y="0"/>
                  </a:lnTo>
                  <a:lnTo>
                    <a:pt x="0" y="11"/>
                  </a:lnTo>
                  <a:lnTo>
                    <a:pt x="4" y="45"/>
                  </a:lnTo>
                  <a:lnTo>
                    <a:pt x="39" y="61"/>
                  </a:lnTo>
                  <a:lnTo>
                    <a:pt x="70" y="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59"/>
            <p:cNvSpPr>
              <a:spLocks/>
            </p:cNvSpPr>
            <p:nvPr/>
          </p:nvSpPr>
          <p:spPr bwMode="auto">
            <a:xfrm>
              <a:off x="2538414" y="5170487"/>
              <a:ext cx="79375" cy="52387"/>
            </a:xfrm>
            <a:custGeom>
              <a:avLst/>
              <a:gdLst>
                <a:gd name="T0" fmla="*/ 46 w 50"/>
                <a:gd name="T1" fmla="*/ 0 h 33"/>
                <a:gd name="T2" fmla="*/ 19 w 50"/>
                <a:gd name="T3" fmla="*/ 1 h 33"/>
                <a:gd name="T4" fmla="*/ 0 w 50"/>
                <a:gd name="T5" fmla="*/ 26 h 33"/>
                <a:gd name="T6" fmla="*/ 28 w 50"/>
                <a:gd name="T7" fmla="*/ 33 h 33"/>
                <a:gd name="T8" fmla="*/ 50 w 50"/>
                <a:gd name="T9" fmla="*/ 20 h 33"/>
                <a:gd name="T10" fmla="*/ 46 w 50"/>
                <a:gd name="T11" fmla="*/ 0 h 33"/>
              </a:gdLst>
              <a:ahLst/>
              <a:cxnLst>
                <a:cxn ang="0">
                  <a:pos x="T0" y="T1"/>
                </a:cxn>
                <a:cxn ang="0">
                  <a:pos x="T2" y="T3"/>
                </a:cxn>
                <a:cxn ang="0">
                  <a:pos x="T4" y="T5"/>
                </a:cxn>
                <a:cxn ang="0">
                  <a:pos x="T6" y="T7"/>
                </a:cxn>
                <a:cxn ang="0">
                  <a:pos x="T8" y="T9"/>
                </a:cxn>
                <a:cxn ang="0">
                  <a:pos x="T10" y="T11"/>
                </a:cxn>
              </a:cxnLst>
              <a:rect l="0" t="0" r="r" b="b"/>
              <a:pathLst>
                <a:path w="50" h="33">
                  <a:moveTo>
                    <a:pt x="46" y="0"/>
                  </a:moveTo>
                  <a:lnTo>
                    <a:pt x="19" y="1"/>
                  </a:lnTo>
                  <a:lnTo>
                    <a:pt x="0" y="26"/>
                  </a:lnTo>
                  <a:lnTo>
                    <a:pt x="28" y="33"/>
                  </a:lnTo>
                  <a:lnTo>
                    <a:pt x="50" y="20"/>
                  </a:lnTo>
                  <a:lnTo>
                    <a:pt x="4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60"/>
            <p:cNvSpPr>
              <a:spLocks/>
            </p:cNvSpPr>
            <p:nvPr/>
          </p:nvSpPr>
          <p:spPr bwMode="auto">
            <a:xfrm>
              <a:off x="6604001" y="5162549"/>
              <a:ext cx="107950" cy="71437"/>
            </a:xfrm>
            <a:custGeom>
              <a:avLst/>
              <a:gdLst>
                <a:gd name="T0" fmla="*/ 27 w 68"/>
                <a:gd name="T1" fmla="*/ 2 h 45"/>
                <a:gd name="T2" fmla="*/ 0 w 68"/>
                <a:gd name="T3" fmla="*/ 36 h 45"/>
                <a:gd name="T4" fmla="*/ 37 w 68"/>
                <a:gd name="T5" fmla="*/ 45 h 45"/>
                <a:gd name="T6" fmla="*/ 68 w 68"/>
                <a:gd name="T7" fmla="*/ 28 h 45"/>
                <a:gd name="T8" fmla="*/ 63 w 68"/>
                <a:gd name="T9" fmla="*/ 0 h 45"/>
                <a:gd name="T10" fmla="*/ 27 w 68"/>
                <a:gd name="T11" fmla="*/ 2 h 45"/>
              </a:gdLst>
              <a:ahLst/>
              <a:cxnLst>
                <a:cxn ang="0">
                  <a:pos x="T0" y="T1"/>
                </a:cxn>
                <a:cxn ang="0">
                  <a:pos x="T2" y="T3"/>
                </a:cxn>
                <a:cxn ang="0">
                  <a:pos x="T4" y="T5"/>
                </a:cxn>
                <a:cxn ang="0">
                  <a:pos x="T6" y="T7"/>
                </a:cxn>
                <a:cxn ang="0">
                  <a:pos x="T8" y="T9"/>
                </a:cxn>
                <a:cxn ang="0">
                  <a:pos x="T10" y="T11"/>
                </a:cxn>
              </a:cxnLst>
              <a:rect l="0" t="0" r="r" b="b"/>
              <a:pathLst>
                <a:path w="68" h="45">
                  <a:moveTo>
                    <a:pt x="27" y="2"/>
                  </a:moveTo>
                  <a:lnTo>
                    <a:pt x="0" y="36"/>
                  </a:lnTo>
                  <a:lnTo>
                    <a:pt x="37" y="45"/>
                  </a:lnTo>
                  <a:lnTo>
                    <a:pt x="68" y="28"/>
                  </a:lnTo>
                  <a:lnTo>
                    <a:pt x="63" y="0"/>
                  </a:lnTo>
                  <a:lnTo>
                    <a:pt x="27"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61"/>
            <p:cNvSpPr>
              <a:spLocks/>
            </p:cNvSpPr>
            <p:nvPr/>
          </p:nvSpPr>
          <p:spPr bwMode="auto">
            <a:xfrm>
              <a:off x="6951664" y="5162549"/>
              <a:ext cx="107950" cy="71437"/>
            </a:xfrm>
            <a:custGeom>
              <a:avLst/>
              <a:gdLst>
                <a:gd name="T0" fmla="*/ 27 w 68"/>
                <a:gd name="T1" fmla="*/ 2 h 45"/>
                <a:gd name="T2" fmla="*/ 0 w 68"/>
                <a:gd name="T3" fmla="*/ 36 h 45"/>
                <a:gd name="T4" fmla="*/ 37 w 68"/>
                <a:gd name="T5" fmla="*/ 45 h 45"/>
                <a:gd name="T6" fmla="*/ 68 w 68"/>
                <a:gd name="T7" fmla="*/ 28 h 45"/>
                <a:gd name="T8" fmla="*/ 63 w 68"/>
                <a:gd name="T9" fmla="*/ 0 h 45"/>
                <a:gd name="T10" fmla="*/ 27 w 68"/>
                <a:gd name="T11" fmla="*/ 2 h 45"/>
              </a:gdLst>
              <a:ahLst/>
              <a:cxnLst>
                <a:cxn ang="0">
                  <a:pos x="T0" y="T1"/>
                </a:cxn>
                <a:cxn ang="0">
                  <a:pos x="T2" y="T3"/>
                </a:cxn>
                <a:cxn ang="0">
                  <a:pos x="T4" y="T5"/>
                </a:cxn>
                <a:cxn ang="0">
                  <a:pos x="T6" y="T7"/>
                </a:cxn>
                <a:cxn ang="0">
                  <a:pos x="T8" y="T9"/>
                </a:cxn>
                <a:cxn ang="0">
                  <a:pos x="T10" y="T11"/>
                </a:cxn>
              </a:cxnLst>
              <a:rect l="0" t="0" r="r" b="b"/>
              <a:pathLst>
                <a:path w="68" h="45">
                  <a:moveTo>
                    <a:pt x="27" y="2"/>
                  </a:moveTo>
                  <a:lnTo>
                    <a:pt x="0" y="36"/>
                  </a:lnTo>
                  <a:lnTo>
                    <a:pt x="37" y="45"/>
                  </a:lnTo>
                  <a:lnTo>
                    <a:pt x="68" y="28"/>
                  </a:lnTo>
                  <a:lnTo>
                    <a:pt x="63" y="0"/>
                  </a:lnTo>
                  <a:lnTo>
                    <a:pt x="27"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62"/>
            <p:cNvSpPr>
              <a:spLocks/>
            </p:cNvSpPr>
            <p:nvPr/>
          </p:nvSpPr>
          <p:spPr bwMode="auto">
            <a:xfrm>
              <a:off x="6257926" y="5053012"/>
              <a:ext cx="138113" cy="131762"/>
            </a:xfrm>
            <a:custGeom>
              <a:avLst/>
              <a:gdLst>
                <a:gd name="T0" fmla="*/ 85 w 87"/>
                <a:gd name="T1" fmla="*/ 46 h 83"/>
                <a:gd name="T2" fmla="*/ 87 w 87"/>
                <a:gd name="T3" fmla="*/ 14 h 83"/>
                <a:gd name="T4" fmla="*/ 30 w 87"/>
                <a:gd name="T5" fmla="*/ 0 h 83"/>
                <a:gd name="T6" fmla="*/ 0 w 87"/>
                <a:gd name="T7" fmla="*/ 65 h 83"/>
                <a:gd name="T8" fmla="*/ 46 w 87"/>
                <a:gd name="T9" fmla="*/ 83 h 83"/>
                <a:gd name="T10" fmla="*/ 85 w 87"/>
                <a:gd name="T11" fmla="*/ 46 h 83"/>
              </a:gdLst>
              <a:ahLst/>
              <a:cxnLst>
                <a:cxn ang="0">
                  <a:pos x="T0" y="T1"/>
                </a:cxn>
                <a:cxn ang="0">
                  <a:pos x="T2" y="T3"/>
                </a:cxn>
                <a:cxn ang="0">
                  <a:pos x="T4" y="T5"/>
                </a:cxn>
                <a:cxn ang="0">
                  <a:pos x="T6" y="T7"/>
                </a:cxn>
                <a:cxn ang="0">
                  <a:pos x="T8" y="T9"/>
                </a:cxn>
                <a:cxn ang="0">
                  <a:pos x="T10" y="T11"/>
                </a:cxn>
              </a:cxnLst>
              <a:rect l="0" t="0" r="r" b="b"/>
              <a:pathLst>
                <a:path w="87" h="83">
                  <a:moveTo>
                    <a:pt x="85" y="46"/>
                  </a:moveTo>
                  <a:lnTo>
                    <a:pt x="87" y="14"/>
                  </a:lnTo>
                  <a:lnTo>
                    <a:pt x="30" y="0"/>
                  </a:lnTo>
                  <a:lnTo>
                    <a:pt x="0" y="65"/>
                  </a:lnTo>
                  <a:lnTo>
                    <a:pt x="46" y="83"/>
                  </a:lnTo>
                  <a:lnTo>
                    <a:pt x="85"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63"/>
            <p:cNvSpPr>
              <a:spLocks/>
            </p:cNvSpPr>
            <p:nvPr/>
          </p:nvSpPr>
          <p:spPr bwMode="auto">
            <a:xfrm>
              <a:off x="6435726" y="5191124"/>
              <a:ext cx="71438" cy="68262"/>
            </a:xfrm>
            <a:custGeom>
              <a:avLst/>
              <a:gdLst>
                <a:gd name="T0" fmla="*/ 0 w 45"/>
                <a:gd name="T1" fmla="*/ 33 h 43"/>
                <a:gd name="T2" fmla="*/ 24 w 45"/>
                <a:gd name="T3" fmla="*/ 43 h 43"/>
                <a:gd name="T4" fmla="*/ 44 w 45"/>
                <a:gd name="T5" fmla="*/ 24 h 43"/>
                <a:gd name="T6" fmla="*/ 45 w 45"/>
                <a:gd name="T7" fmla="*/ 7 h 43"/>
                <a:gd name="T8" fmla="*/ 16 w 45"/>
                <a:gd name="T9" fmla="*/ 0 h 43"/>
                <a:gd name="T10" fmla="*/ 0 w 45"/>
                <a:gd name="T11" fmla="*/ 33 h 43"/>
              </a:gdLst>
              <a:ahLst/>
              <a:cxnLst>
                <a:cxn ang="0">
                  <a:pos x="T0" y="T1"/>
                </a:cxn>
                <a:cxn ang="0">
                  <a:pos x="T2" y="T3"/>
                </a:cxn>
                <a:cxn ang="0">
                  <a:pos x="T4" y="T5"/>
                </a:cxn>
                <a:cxn ang="0">
                  <a:pos x="T6" y="T7"/>
                </a:cxn>
                <a:cxn ang="0">
                  <a:pos x="T8" y="T9"/>
                </a:cxn>
                <a:cxn ang="0">
                  <a:pos x="T10" y="T11"/>
                </a:cxn>
              </a:cxnLst>
              <a:rect l="0" t="0" r="r" b="b"/>
              <a:pathLst>
                <a:path w="45" h="43">
                  <a:moveTo>
                    <a:pt x="0" y="33"/>
                  </a:moveTo>
                  <a:lnTo>
                    <a:pt x="24" y="43"/>
                  </a:lnTo>
                  <a:lnTo>
                    <a:pt x="44" y="24"/>
                  </a:lnTo>
                  <a:lnTo>
                    <a:pt x="45" y="7"/>
                  </a:lnTo>
                  <a:lnTo>
                    <a:pt x="16" y="0"/>
                  </a:lnTo>
                  <a:lnTo>
                    <a:pt x="0"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64"/>
            <p:cNvSpPr>
              <a:spLocks/>
            </p:cNvSpPr>
            <p:nvPr/>
          </p:nvSpPr>
          <p:spPr bwMode="auto">
            <a:xfrm>
              <a:off x="5954714" y="5159374"/>
              <a:ext cx="107950" cy="71437"/>
            </a:xfrm>
            <a:custGeom>
              <a:avLst/>
              <a:gdLst>
                <a:gd name="T0" fmla="*/ 68 w 68"/>
                <a:gd name="T1" fmla="*/ 28 h 45"/>
                <a:gd name="T2" fmla="*/ 63 w 68"/>
                <a:gd name="T3" fmla="*/ 0 h 45"/>
                <a:gd name="T4" fmla="*/ 27 w 68"/>
                <a:gd name="T5" fmla="*/ 2 h 45"/>
                <a:gd name="T6" fmla="*/ 0 w 68"/>
                <a:gd name="T7" fmla="*/ 36 h 45"/>
                <a:gd name="T8" fmla="*/ 37 w 68"/>
                <a:gd name="T9" fmla="*/ 45 h 45"/>
                <a:gd name="T10" fmla="*/ 68 w 68"/>
                <a:gd name="T11" fmla="*/ 28 h 45"/>
              </a:gdLst>
              <a:ahLst/>
              <a:cxnLst>
                <a:cxn ang="0">
                  <a:pos x="T0" y="T1"/>
                </a:cxn>
                <a:cxn ang="0">
                  <a:pos x="T2" y="T3"/>
                </a:cxn>
                <a:cxn ang="0">
                  <a:pos x="T4" y="T5"/>
                </a:cxn>
                <a:cxn ang="0">
                  <a:pos x="T6" y="T7"/>
                </a:cxn>
                <a:cxn ang="0">
                  <a:pos x="T8" y="T9"/>
                </a:cxn>
                <a:cxn ang="0">
                  <a:pos x="T10" y="T11"/>
                </a:cxn>
              </a:cxnLst>
              <a:rect l="0" t="0" r="r" b="b"/>
              <a:pathLst>
                <a:path w="68" h="45">
                  <a:moveTo>
                    <a:pt x="68" y="28"/>
                  </a:moveTo>
                  <a:lnTo>
                    <a:pt x="63" y="0"/>
                  </a:lnTo>
                  <a:lnTo>
                    <a:pt x="27" y="2"/>
                  </a:lnTo>
                  <a:lnTo>
                    <a:pt x="0" y="36"/>
                  </a:lnTo>
                  <a:lnTo>
                    <a:pt x="37" y="45"/>
                  </a:lnTo>
                  <a:lnTo>
                    <a:pt x="68"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65"/>
            <p:cNvSpPr>
              <a:spLocks/>
            </p:cNvSpPr>
            <p:nvPr/>
          </p:nvSpPr>
          <p:spPr bwMode="auto">
            <a:xfrm>
              <a:off x="5614989" y="5172074"/>
              <a:ext cx="107950" cy="119062"/>
            </a:xfrm>
            <a:custGeom>
              <a:avLst/>
              <a:gdLst>
                <a:gd name="T0" fmla="*/ 0 w 68"/>
                <a:gd name="T1" fmla="*/ 66 h 75"/>
                <a:gd name="T2" fmla="*/ 38 w 68"/>
                <a:gd name="T3" fmla="*/ 75 h 75"/>
                <a:gd name="T4" fmla="*/ 68 w 68"/>
                <a:gd name="T5" fmla="*/ 58 h 75"/>
                <a:gd name="T6" fmla="*/ 64 w 68"/>
                <a:gd name="T7" fmla="*/ 30 h 75"/>
                <a:gd name="T8" fmla="*/ 10 w 68"/>
                <a:gd name="T9" fmla="*/ 0 h 75"/>
                <a:gd name="T10" fmla="*/ 0 w 68"/>
                <a:gd name="T11" fmla="*/ 66 h 75"/>
              </a:gdLst>
              <a:ahLst/>
              <a:cxnLst>
                <a:cxn ang="0">
                  <a:pos x="T0" y="T1"/>
                </a:cxn>
                <a:cxn ang="0">
                  <a:pos x="T2" y="T3"/>
                </a:cxn>
                <a:cxn ang="0">
                  <a:pos x="T4" y="T5"/>
                </a:cxn>
                <a:cxn ang="0">
                  <a:pos x="T6" y="T7"/>
                </a:cxn>
                <a:cxn ang="0">
                  <a:pos x="T8" y="T9"/>
                </a:cxn>
                <a:cxn ang="0">
                  <a:pos x="T10" y="T11"/>
                </a:cxn>
              </a:cxnLst>
              <a:rect l="0" t="0" r="r" b="b"/>
              <a:pathLst>
                <a:path w="68" h="75">
                  <a:moveTo>
                    <a:pt x="0" y="66"/>
                  </a:moveTo>
                  <a:lnTo>
                    <a:pt x="38" y="75"/>
                  </a:lnTo>
                  <a:lnTo>
                    <a:pt x="68" y="58"/>
                  </a:lnTo>
                  <a:lnTo>
                    <a:pt x="64" y="30"/>
                  </a:lnTo>
                  <a:lnTo>
                    <a:pt x="10" y="0"/>
                  </a:lnTo>
                  <a:lnTo>
                    <a:pt x="0"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66"/>
            <p:cNvSpPr>
              <a:spLocks/>
            </p:cNvSpPr>
            <p:nvPr/>
          </p:nvSpPr>
          <p:spPr bwMode="auto">
            <a:xfrm>
              <a:off x="6105526" y="5162549"/>
              <a:ext cx="107950" cy="71437"/>
            </a:xfrm>
            <a:custGeom>
              <a:avLst/>
              <a:gdLst>
                <a:gd name="T0" fmla="*/ 27 w 68"/>
                <a:gd name="T1" fmla="*/ 2 h 45"/>
                <a:gd name="T2" fmla="*/ 0 w 68"/>
                <a:gd name="T3" fmla="*/ 36 h 45"/>
                <a:gd name="T4" fmla="*/ 38 w 68"/>
                <a:gd name="T5" fmla="*/ 45 h 45"/>
                <a:gd name="T6" fmla="*/ 68 w 68"/>
                <a:gd name="T7" fmla="*/ 28 h 45"/>
                <a:gd name="T8" fmla="*/ 64 w 68"/>
                <a:gd name="T9" fmla="*/ 0 h 45"/>
                <a:gd name="T10" fmla="*/ 27 w 68"/>
                <a:gd name="T11" fmla="*/ 2 h 45"/>
              </a:gdLst>
              <a:ahLst/>
              <a:cxnLst>
                <a:cxn ang="0">
                  <a:pos x="T0" y="T1"/>
                </a:cxn>
                <a:cxn ang="0">
                  <a:pos x="T2" y="T3"/>
                </a:cxn>
                <a:cxn ang="0">
                  <a:pos x="T4" y="T5"/>
                </a:cxn>
                <a:cxn ang="0">
                  <a:pos x="T6" y="T7"/>
                </a:cxn>
                <a:cxn ang="0">
                  <a:pos x="T8" y="T9"/>
                </a:cxn>
                <a:cxn ang="0">
                  <a:pos x="T10" y="T11"/>
                </a:cxn>
              </a:cxnLst>
              <a:rect l="0" t="0" r="r" b="b"/>
              <a:pathLst>
                <a:path w="68" h="45">
                  <a:moveTo>
                    <a:pt x="27" y="2"/>
                  </a:moveTo>
                  <a:lnTo>
                    <a:pt x="0" y="36"/>
                  </a:lnTo>
                  <a:lnTo>
                    <a:pt x="38" y="45"/>
                  </a:lnTo>
                  <a:lnTo>
                    <a:pt x="68" y="28"/>
                  </a:lnTo>
                  <a:lnTo>
                    <a:pt x="64" y="0"/>
                  </a:lnTo>
                  <a:lnTo>
                    <a:pt x="27"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67"/>
            <p:cNvSpPr>
              <a:spLocks/>
            </p:cNvSpPr>
            <p:nvPr/>
          </p:nvSpPr>
          <p:spPr bwMode="auto">
            <a:xfrm>
              <a:off x="5411789" y="5053012"/>
              <a:ext cx="138113" cy="131762"/>
            </a:xfrm>
            <a:custGeom>
              <a:avLst/>
              <a:gdLst>
                <a:gd name="T0" fmla="*/ 0 w 87"/>
                <a:gd name="T1" fmla="*/ 65 h 83"/>
                <a:gd name="T2" fmla="*/ 46 w 87"/>
                <a:gd name="T3" fmla="*/ 83 h 83"/>
                <a:gd name="T4" fmla="*/ 85 w 87"/>
                <a:gd name="T5" fmla="*/ 46 h 83"/>
                <a:gd name="T6" fmla="*/ 87 w 87"/>
                <a:gd name="T7" fmla="*/ 14 h 83"/>
                <a:gd name="T8" fmla="*/ 30 w 87"/>
                <a:gd name="T9" fmla="*/ 0 h 83"/>
                <a:gd name="T10" fmla="*/ 0 w 87"/>
                <a:gd name="T11" fmla="*/ 65 h 83"/>
              </a:gdLst>
              <a:ahLst/>
              <a:cxnLst>
                <a:cxn ang="0">
                  <a:pos x="T0" y="T1"/>
                </a:cxn>
                <a:cxn ang="0">
                  <a:pos x="T2" y="T3"/>
                </a:cxn>
                <a:cxn ang="0">
                  <a:pos x="T4" y="T5"/>
                </a:cxn>
                <a:cxn ang="0">
                  <a:pos x="T6" y="T7"/>
                </a:cxn>
                <a:cxn ang="0">
                  <a:pos x="T8" y="T9"/>
                </a:cxn>
                <a:cxn ang="0">
                  <a:pos x="T10" y="T11"/>
                </a:cxn>
              </a:cxnLst>
              <a:rect l="0" t="0" r="r" b="b"/>
              <a:pathLst>
                <a:path w="87" h="83">
                  <a:moveTo>
                    <a:pt x="0" y="65"/>
                  </a:moveTo>
                  <a:lnTo>
                    <a:pt x="46" y="83"/>
                  </a:lnTo>
                  <a:lnTo>
                    <a:pt x="85" y="46"/>
                  </a:lnTo>
                  <a:lnTo>
                    <a:pt x="87" y="14"/>
                  </a:lnTo>
                  <a:lnTo>
                    <a:pt x="30" y="0"/>
                  </a:lnTo>
                  <a:lnTo>
                    <a:pt x="0" y="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68"/>
            <p:cNvSpPr>
              <a:spLocks/>
            </p:cNvSpPr>
            <p:nvPr/>
          </p:nvSpPr>
          <p:spPr bwMode="auto">
            <a:xfrm>
              <a:off x="5700714" y="5043487"/>
              <a:ext cx="71438" cy="68262"/>
            </a:xfrm>
            <a:custGeom>
              <a:avLst/>
              <a:gdLst>
                <a:gd name="T0" fmla="*/ 0 w 45"/>
                <a:gd name="T1" fmla="*/ 33 h 43"/>
                <a:gd name="T2" fmla="*/ 24 w 45"/>
                <a:gd name="T3" fmla="*/ 43 h 43"/>
                <a:gd name="T4" fmla="*/ 44 w 45"/>
                <a:gd name="T5" fmla="*/ 24 h 43"/>
                <a:gd name="T6" fmla="*/ 45 w 45"/>
                <a:gd name="T7" fmla="*/ 7 h 43"/>
                <a:gd name="T8" fmla="*/ 16 w 45"/>
                <a:gd name="T9" fmla="*/ 0 h 43"/>
                <a:gd name="T10" fmla="*/ 0 w 45"/>
                <a:gd name="T11" fmla="*/ 33 h 43"/>
              </a:gdLst>
              <a:ahLst/>
              <a:cxnLst>
                <a:cxn ang="0">
                  <a:pos x="T0" y="T1"/>
                </a:cxn>
                <a:cxn ang="0">
                  <a:pos x="T2" y="T3"/>
                </a:cxn>
                <a:cxn ang="0">
                  <a:pos x="T4" y="T5"/>
                </a:cxn>
                <a:cxn ang="0">
                  <a:pos x="T6" y="T7"/>
                </a:cxn>
                <a:cxn ang="0">
                  <a:pos x="T8" y="T9"/>
                </a:cxn>
                <a:cxn ang="0">
                  <a:pos x="T10" y="T11"/>
                </a:cxn>
              </a:cxnLst>
              <a:rect l="0" t="0" r="r" b="b"/>
              <a:pathLst>
                <a:path w="45" h="43">
                  <a:moveTo>
                    <a:pt x="0" y="33"/>
                  </a:moveTo>
                  <a:lnTo>
                    <a:pt x="24" y="43"/>
                  </a:lnTo>
                  <a:lnTo>
                    <a:pt x="44" y="24"/>
                  </a:lnTo>
                  <a:lnTo>
                    <a:pt x="45" y="7"/>
                  </a:lnTo>
                  <a:lnTo>
                    <a:pt x="16" y="0"/>
                  </a:lnTo>
                  <a:lnTo>
                    <a:pt x="0"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69"/>
            <p:cNvSpPr>
              <a:spLocks/>
            </p:cNvSpPr>
            <p:nvPr/>
          </p:nvSpPr>
          <p:spPr bwMode="auto">
            <a:xfrm>
              <a:off x="6710364" y="5029199"/>
              <a:ext cx="73025" cy="68262"/>
            </a:xfrm>
            <a:custGeom>
              <a:avLst/>
              <a:gdLst>
                <a:gd name="T0" fmla="*/ 45 w 46"/>
                <a:gd name="T1" fmla="*/ 24 h 43"/>
                <a:gd name="T2" fmla="*/ 46 w 46"/>
                <a:gd name="T3" fmla="*/ 7 h 43"/>
                <a:gd name="T4" fmla="*/ 16 w 46"/>
                <a:gd name="T5" fmla="*/ 0 h 43"/>
                <a:gd name="T6" fmla="*/ 0 w 46"/>
                <a:gd name="T7" fmla="*/ 33 h 43"/>
                <a:gd name="T8" fmla="*/ 24 w 46"/>
                <a:gd name="T9" fmla="*/ 43 h 43"/>
                <a:gd name="T10" fmla="*/ 45 w 46"/>
                <a:gd name="T11" fmla="*/ 24 h 43"/>
              </a:gdLst>
              <a:ahLst/>
              <a:cxnLst>
                <a:cxn ang="0">
                  <a:pos x="T0" y="T1"/>
                </a:cxn>
                <a:cxn ang="0">
                  <a:pos x="T2" y="T3"/>
                </a:cxn>
                <a:cxn ang="0">
                  <a:pos x="T4" y="T5"/>
                </a:cxn>
                <a:cxn ang="0">
                  <a:pos x="T6" y="T7"/>
                </a:cxn>
                <a:cxn ang="0">
                  <a:pos x="T8" y="T9"/>
                </a:cxn>
                <a:cxn ang="0">
                  <a:pos x="T10" y="T11"/>
                </a:cxn>
              </a:cxnLst>
              <a:rect l="0" t="0" r="r" b="b"/>
              <a:pathLst>
                <a:path w="46" h="43">
                  <a:moveTo>
                    <a:pt x="45" y="24"/>
                  </a:moveTo>
                  <a:lnTo>
                    <a:pt x="46" y="7"/>
                  </a:lnTo>
                  <a:lnTo>
                    <a:pt x="16" y="0"/>
                  </a:lnTo>
                  <a:lnTo>
                    <a:pt x="0" y="33"/>
                  </a:lnTo>
                  <a:lnTo>
                    <a:pt x="24" y="43"/>
                  </a:lnTo>
                  <a:lnTo>
                    <a:pt x="45"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70"/>
            <p:cNvSpPr>
              <a:spLocks/>
            </p:cNvSpPr>
            <p:nvPr/>
          </p:nvSpPr>
          <p:spPr bwMode="auto">
            <a:xfrm>
              <a:off x="7162801" y="5076824"/>
              <a:ext cx="90488" cy="65087"/>
            </a:xfrm>
            <a:custGeom>
              <a:avLst/>
              <a:gdLst>
                <a:gd name="T0" fmla="*/ 0 w 57"/>
                <a:gd name="T1" fmla="*/ 21 h 41"/>
                <a:gd name="T2" fmla="*/ 17 w 57"/>
                <a:gd name="T3" fmla="*/ 41 h 41"/>
                <a:gd name="T4" fmla="*/ 57 w 57"/>
                <a:gd name="T5" fmla="*/ 36 h 41"/>
                <a:gd name="T6" fmla="*/ 49 w 57"/>
                <a:gd name="T7" fmla="*/ 0 h 41"/>
                <a:gd name="T8" fmla="*/ 0 w 57"/>
                <a:gd name="T9" fmla="*/ 21 h 41"/>
              </a:gdLst>
              <a:ahLst/>
              <a:cxnLst>
                <a:cxn ang="0">
                  <a:pos x="T0" y="T1"/>
                </a:cxn>
                <a:cxn ang="0">
                  <a:pos x="T2" y="T3"/>
                </a:cxn>
                <a:cxn ang="0">
                  <a:pos x="T4" y="T5"/>
                </a:cxn>
                <a:cxn ang="0">
                  <a:pos x="T6" y="T7"/>
                </a:cxn>
                <a:cxn ang="0">
                  <a:pos x="T8" y="T9"/>
                </a:cxn>
              </a:cxnLst>
              <a:rect l="0" t="0" r="r" b="b"/>
              <a:pathLst>
                <a:path w="57" h="41">
                  <a:moveTo>
                    <a:pt x="0" y="21"/>
                  </a:moveTo>
                  <a:lnTo>
                    <a:pt x="17" y="41"/>
                  </a:lnTo>
                  <a:lnTo>
                    <a:pt x="57" y="36"/>
                  </a:lnTo>
                  <a:lnTo>
                    <a:pt x="49" y="0"/>
                  </a:lnTo>
                  <a:lnTo>
                    <a:pt x="0"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72"/>
            <p:cNvSpPr>
              <a:spLocks/>
            </p:cNvSpPr>
            <p:nvPr/>
          </p:nvSpPr>
          <p:spPr bwMode="auto">
            <a:xfrm>
              <a:off x="1771651" y="5133974"/>
              <a:ext cx="88900" cy="63500"/>
            </a:xfrm>
            <a:custGeom>
              <a:avLst/>
              <a:gdLst>
                <a:gd name="T0" fmla="*/ 16 w 56"/>
                <a:gd name="T1" fmla="*/ 40 h 40"/>
                <a:gd name="T2" fmla="*/ 56 w 56"/>
                <a:gd name="T3" fmla="*/ 34 h 40"/>
                <a:gd name="T4" fmla="*/ 48 w 56"/>
                <a:gd name="T5" fmla="*/ 0 h 40"/>
                <a:gd name="T6" fmla="*/ 0 w 56"/>
                <a:gd name="T7" fmla="*/ 21 h 40"/>
                <a:gd name="T8" fmla="*/ 16 w 56"/>
                <a:gd name="T9" fmla="*/ 40 h 40"/>
              </a:gdLst>
              <a:ahLst/>
              <a:cxnLst>
                <a:cxn ang="0">
                  <a:pos x="T0" y="T1"/>
                </a:cxn>
                <a:cxn ang="0">
                  <a:pos x="T2" y="T3"/>
                </a:cxn>
                <a:cxn ang="0">
                  <a:pos x="T4" y="T5"/>
                </a:cxn>
                <a:cxn ang="0">
                  <a:pos x="T6" y="T7"/>
                </a:cxn>
                <a:cxn ang="0">
                  <a:pos x="T8" y="T9"/>
                </a:cxn>
              </a:cxnLst>
              <a:rect l="0" t="0" r="r" b="b"/>
              <a:pathLst>
                <a:path w="56" h="40">
                  <a:moveTo>
                    <a:pt x="16" y="40"/>
                  </a:moveTo>
                  <a:lnTo>
                    <a:pt x="56" y="34"/>
                  </a:lnTo>
                  <a:lnTo>
                    <a:pt x="48" y="0"/>
                  </a:lnTo>
                  <a:lnTo>
                    <a:pt x="0" y="21"/>
                  </a:lnTo>
                  <a:lnTo>
                    <a:pt x="16"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73"/>
            <p:cNvSpPr>
              <a:spLocks/>
            </p:cNvSpPr>
            <p:nvPr/>
          </p:nvSpPr>
          <p:spPr bwMode="auto">
            <a:xfrm>
              <a:off x="1566864" y="5133974"/>
              <a:ext cx="88900" cy="63500"/>
            </a:xfrm>
            <a:custGeom>
              <a:avLst/>
              <a:gdLst>
                <a:gd name="T0" fmla="*/ 0 w 56"/>
                <a:gd name="T1" fmla="*/ 21 h 40"/>
                <a:gd name="T2" fmla="*/ 16 w 56"/>
                <a:gd name="T3" fmla="*/ 40 h 40"/>
                <a:gd name="T4" fmla="*/ 56 w 56"/>
                <a:gd name="T5" fmla="*/ 34 h 40"/>
                <a:gd name="T6" fmla="*/ 48 w 56"/>
                <a:gd name="T7" fmla="*/ 0 h 40"/>
                <a:gd name="T8" fmla="*/ 0 w 56"/>
                <a:gd name="T9" fmla="*/ 21 h 40"/>
              </a:gdLst>
              <a:ahLst/>
              <a:cxnLst>
                <a:cxn ang="0">
                  <a:pos x="T0" y="T1"/>
                </a:cxn>
                <a:cxn ang="0">
                  <a:pos x="T2" y="T3"/>
                </a:cxn>
                <a:cxn ang="0">
                  <a:pos x="T4" y="T5"/>
                </a:cxn>
                <a:cxn ang="0">
                  <a:pos x="T6" y="T7"/>
                </a:cxn>
                <a:cxn ang="0">
                  <a:pos x="T8" y="T9"/>
                </a:cxn>
              </a:cxnLst>
              <a:rect l="0" t="0" r="r" b="b"/>
              <a:pathLst>
                <a:path w="56" h="40">
                  <a:moveTo>
                    <a:pt x="0" y="21"/>
                  </a:moveTo>
                  <a:lnTo>
                    <a:pt x="16" y="40"/>
                  </a:lnTo>
                  <a:lnTo>
                    <a:pt x="56" y="34"/>
                  </a:lnTo>
                  <a:lnTo>
                    <a:pt x="48" y="0"/>
                  </a:lnTo>
                  <a:lnTo>
                    <a:pt x="0"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74"/>
            <p:cNvSpPr>
              <a:spLocks/>
            </p:cNvSpPr>
            <p:nvPr/>
          </p:nvSpPr>
          <p:spPr bwMode="auto">
            <a:xfrm>
              <a:off x="4144964" y="4114799"/>
              <a:ext cx="28575" cy="71437"/>
            </a:xfrm>
            <a:custGeom>
              <a:avLst/>
              <a:gdLst>
                <a:gd name="T0" fmla="*/ 1 w 18"/>
                <a:gd name="T1" fmla="*/ 2 h 45"/>
                <a:gd name="T2" fmla="*/ 0 w 18"/>
                <a:gd name="T3" fmla="*/ 3 h 45"/>
                <a:gd name="T4" fmla="*/ 2 w 18"/>
                <a:gd name="T5" fmla="*/ 8 h 45"/>
                <a:gd name="T6" fmla="*/ 9 w 18"/>
                <a:gd name="T7" fmla="*/ 22 h 45"/>
                <a:gd name="T8" fmla="*/ 3 w 18"/>
                <a:gd name="T9" fmla="*/ 38 h 45"/>
                <a:gd name="T10" fmla="*/ 4 w 18"/>
                <a:gd name="T11" fmla="*/ 44 h 45"/>
                <a:gd name="T12" fmla="*/ 6 w 18"/>
                <a:gd name="T13" fmla="*/ 45 h 45"/>
                <a:gd name="T14" fmla="*/ 9 w 18"/>
                <a:gd name="T15" fmla="*/ 43 h 45"/>
                <a:gd name="T16" fmla="*/ 17 w 18"/>
                <a:gd name="T17" fmla="*/ 21 h 45"/>
                <a:gd name="T18" fmla="*/ 8 w 18"/>
                <a:gd name="T19" fmla="*/ 2 h 45"/>
                <a:gd name="T20" fmla="*/ 6 w 18"/>
                <a:gd name="T21" fmla="*/ 1 h 45"/>
                <a:gd name="T22" fmla="*/ 1 w 18"/>
                <a:gd name="T23" fmla="*/ 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45">
                  <a:moveTo>
                    <a:pt x="1" y="2"/>
                  </a:moveTo>
                  <a:cubicBezTo>
                    <a:pt x="1" y="2"/>
                    <a:pt x="0" y="3"/>
                    <a:pt x="0" y="3"/>
                  </a:cubicBezTo>
                  <a:cubicBezTo>
                    <a:pt x="0" y="5"/>
                    <a:pt x="0" y="7"/>
                    <a:pt x="2" y="8"/>
                  </a:cubicBezTo>
                  <a:cubicBezTo>
                    <a:pt x="2" y="8"/>
                    <a:pt x="9" y="13"/>
                    <a:pt x="9" y="22"/>
                  </a:cubicBezTo>
                  <a:cubicBezTo>
                    <a:pt x="10" y="27"/>
                    <a:pt x="8" y="32"/>
                    <a:pt x="3" y="38"/>
                  </a:cubicBezTo>
                  <a:cubicBezTo>
                    <a:pt x="2" y="40"/>
                    <a:pt x="2" y="42"/>
                    <a:pt x="4" y="44"/>
                  </a:cubicBezTo>
                  <a:cubicBezTo>
                    <a:pt x="4" y="44"/>
                    <a:pt x="5" y="45"/>
                    <a:pt x="6" y="45"/>
                  </a:cubicBezTo>
                  <a:cubicBezTo>
                    <a:pt x="7" y="45"/>
                    <a:pt x="9" y="44"/>
                    <a:pt x="9" y="43"/>
                  </a:cubicBezTo>
                  <a:cubicBezTo>
                    <a:pt x="15" y="36"/>
                    <a:pt x="18" y="28"/>
                    <a:pt x="17" y="21"/>
                  </a:cubicBezTo>
                  <a:cubicBezTo>
                    <a:pt x="16" y="11"/>
                    <a:pt x="10" y="5"/>
                    <a:pt x="8" y="2"/>
                  </a:cubicBezTo>
                  <a:cubicBezTo>
                    <a:pt x="7" y="2"/>
                    <a:pt x="7" y="1"/>
                    <a:pt x="6" y="1"/>
                  </a:cubicBezTo>
                  <a:cubicBezTo>
                    <a:pt x="5" y="0"/>
                    <a:pt x="2"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75"/>
            <p:cNvSpPr>
              <a:spLocks/>
            </p:cNvSpPr>
            <p:nvPr/>
          </p:nvSpPr>
          <p:spPr bwMode="auto">
            <a:xfrm>
              <a:off x="4170364" y="4098924"/>
              <a:ext cx="34925" cy="101600"/>
            </a:xfrm>
            <a:custGeom>
              <a:avLst/>
              <a:gdLst>
                <a:gd name="T0" fmla="*/ 7 w 22"/>
                <a:gd name="T1" fmla="*/ 2 h 64"/>
                <a:gd name="T2" fmla="*/ 2 w 22"/>
                <a:gd name="T3" fmla="*/ 2 h 64"/>
                <a:gd name="T4" fmla="*/ 2 w 22"/>
                <a:gd name="T5" fmla="*/ 8 h 64"/>
                <a:gd name="T6" fmla="*/ 4 w 22"/>
                <a:gd name="T7" fmla="*/ 10 h 64"/>
                <a:gd name="T8" fmla="*/ 13 w 22"/>
                <a:gd name="T9" fmla="*/ 31 h 64"/>
                <a:gd name="T10" fmla="*/ 2 w 22"/>
                <a:gd name="T11" fmla="*/ 58 h 64"/>
                <a:gd name="T12" fmla="*/ 2 w 22"/>
                <a:gd name="T13" fmla="*/ 63 h 64"/>
                <a:gd name="T14" fmla="*/ 5 w 22"/>
                <a:gd name="T15" fmla="*/ 64 h 64"/>
                <a:gd name="T16" fmla="*/ 8 w 22"/>
                <a:gd name="T17" fmla="*/ 63 h 64"/>
                <a:gd name="T18" fmla="*/ 21 w 22"/>
                <a:gd name="T19" fmla="*/ 31 h 64"/>
                <a:gd name="T20" fmla="*/ 13 w 22"/>
                <a:gd name="T21" fmla="*/ 9 h 64"/>
                <a:gd name="T22" fmla="*/ 7 w 22"/>
                <a:gd name="T23" fmla="*/ 2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64">
                  <a:moveTo>
                    <a:pt x="7" y="2"/>
                  </a:moveTo>
                  <a:cubicBezTo>
                    <a:pt x="5" y="0"/>
                    <a:pt x="3" y="1"/>
                    <a:pt x="2" y="2"/>
                  </a:cubicBezTo>
                  <a:cubicBezTo>
                    <a:pt x="0" y="4"/>
                    <a:pt x="0" y="6"/>
                    <a:pt x="2" y="8"/>
                  </a:cubicBezTo>
                  <a:cubicBezTo>
                    <a:pt x="2" y="8"/>
                    <a:pt x="3" y="9"/>
                    <a:pt x="4" y="10"/>
                  </a:cubicBezTo>
                  <a:cubicBezTo>
                    <a:pt x="7" y="14"/>
                    <a:pt x="13" y="21"/>
                    <a:pt x="13" y="31"/>
                  </a:cubicBezTo>
                  <a:cubicBezTo>
                    <a:pt x="14" y="40"/>
                    <a:pt x="10" y="49"/>
                    <a:pt x="2" y="58"/>
                  </a:cubicBezTo>
                  <a:cubicBezTo>
                    <a:pt x="1" y="59"/>
                    <a:pt x="1" y="62"/>
                    <a:pt x="2" y="63"/>
                  </a:cubicBezTo>
                  <a:cubicBezTo>
                    <a:pt x="3" y="64"/>
                    <a:pt x="4" y="64"/>
                    <a:pt x="5" y="64"/>
                  </a:cubicBezTo>
                  <a:cubicBezTo>
                    <a:pt x="6" y="64"/>
                    <a:pt x="7" y="64"/>
                    <a:pt x="8" y="63"/>
                  </a:cubicBezTo>
                  <a:cubicBezTo>
                    <a:pt x="18" y="53"/>
                    <a:pt x="22" y="42"/>
                    <a:pt x="21" y="31"/>
                  </a:cubicBezTo>
                  <a:cubicBezTo>
                    <a:pt x="21" y="21"/>
                    <a:pt x="17" y="14"/>
                    <a:pt x="13" y="9"/>
                  </a:cubicBezTo>
                  <a:cubicBezTo>
                    <a:pt x="10" y="5"/>
                    <a:pt x="7" y="2"/>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76"/>
            <p:cNvSpPr>
              <a:spLocks/>
            </p:cNvSpPr>
            <p:nvPr/>
          </p:nvSpPr>
          <p:spPr bwMode="auto">
            <a:xfrm>
              <a:off x="2501901" y="4754562"/>
              <a:ext cx="55563" cy="50800"/>
            </a:xfrm>
            <a:custGeom>
              <a:avLst/>
              <a:gdLst>
                <a:gd name="T0" fmla="*/ 9 w 35"/>
                <a:gd name="T1" fmla="*/ 8 h 32"/>
                <a:gd name="T2" fmla="*/ 0 w 35"/>
                <a:gd name="T3" fmla="*/ 28 h 32"/>
                <a:gd name="T4" fmla="*/ 4 w 35"/>
                <a:gd name="T5" fmla="*/ 32 h 32"/>
                <a:gd name="T6" fmla="*/ 5 w 35"/>
                <a:gd name="T7" fmla="*/ 32 h 32"/>
                <a:gd name="T8" fmla="*/ 8 w 35"/>
                <a:gd name="T9" fmla="*/ 28 h 32"/>
                <a:gd name="T10" fmla="*/ 15 w 35"/>
                <a:gd name="T11" fmla="*/ 13 h 32"/>
                <a:gd name="T12" fmla="*/ 31 w 35"/>
                <a:gd name="T13" fmla="*/ 8 h 32"/>
                <a:gd name="T14" fmla="*/ 35 w 35"/>
                <a:gd name="T15" fmla="*/ 4 h 32"/>
                <a:gd name="T16" fmla="*/ 31 w 35"/>
                <a:gd name="T17" fmla="*/ 0 h 32"/>
                <a:gd name="T18" fmla="*/ 9 w 35"/>
                <a:gd name="T19" fmla="*/ 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2">
                  <a:moveTo>
                    <a:pt x="9" y="8"/>
                  </a:moveTo>
                  <a:cubicBezTo>
                    <a:pt x="0" y="16"/>
                    <a:pt x="0" y="28"/>
                    <a:pt x="0" y="28"/>
                  </a:cubicBezTo>
                  <a:cubicBezTo>
                    <a:pt x="0" y="30"/>
                    <a:pt x="2" y="32"/>
                    <a:pt x="4" y="32"/>
                  </a:cubicBezTo>
                  <a:cubicBezTo>
                    <a:pt x="4" y="32"/>
                    <a:pt x="4" y="32"/>
                    <a:pt x="5" y="32"/>
                  </a:cubicBezTo>
                  <a:cubicBezTo>
                    <a:pt x="7" y="32"/>
                    <a:pt x="8" y="30"/>
                    <a:pt x="8" y="28"/>
                  </a:cubicBezTo>
                  <a:cubicBezTo>
                    <a:pt x="8" y="28"/>
                    <a:pt x="9" y="19"/>
                    <a:pt x="15" y="13"/>
                  </a:cubicBezTo>
                  <a:cubicBezTo>
                    <a:pt x="18" y="10"/>
                    <a:pt x="24" y="8"/>
                    <a:pt x="31" y="8"/>
                  </a:cubicBezTo>
                  <a:cubicBezTo>
                    <a:pt x="33" y="8"/>
                    <a:pt x="35" y="6"/>
                    <a:pt x="35" y="4"/>
                  </a:cubicBezTo>
                  <a:cubicBezTo>
                    <a:pt x="35" y="2"/>
                    <a:pt x="34" y="0"/>
                    <a:pt x="31" y="0"/>
                  </a:cubicBezTo>
                  <a:cubicBezTo>
                    <a:pt x="22" y="0"/>
                    <a:pt x="14" y="2"/>
                    <a:pt x="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77"/>
            <p:cNvSpPr>
              <a:spLocks/>
            </p:cNvSpPr>
            <p:nvPr/>
          </p:nvSpPr>
          <p:spPr bwMode="auto">
            <a:xfrm>
              <a:off x="2474914" y="4722812"/>
              <a:ext cx="80963" cy="71437"/>
            </a:xfrm>
            <a:custGeom>
              <a:avLst/>
              <a:gdLst>
                <a:gd name="T0" fmla="*/ 47 w 51"/>
                <a:gd name="T1" fmla="*/ 1 h 44"/>
                <a:gd name="T2" fmla="*/ 13 w 51"/>
                <a:gd name="T3" fmla="*/ 11 h 44"/>
                <a:gd name="T4" fmla="*/ 0 w 51"/>
                <a:gd name="T5" fmla="*/ 40 h 44"/>
                <a:gd name="T6" fmla="*/ 3 w 51"/>
                <a:gd name="T7" fmla="*/ 44 h 44"/>
                <a:gd name="T8" fmla="*/ 4 w 51"/>
                <a:gd name="T9" fmla="*/ 44 h 44"/>
                <a:gd name="T10" fmla="*/ 8 w 51"/>
                <a:gd name="T11" fmla="*/ 40 h 44"/>
                <a:gd name="T12" fmla="*/ 19 w 51"/>
                <a:gd name="T13" fmla="*/ 17 h 44"/>
                <a:gd name="T14" fmla="*/ 47 w 51"/>
                <a:gd name="T15" fmla="*/ 9 h 44"/>
                <a:gd name="T16" fmla="*/ 51 w 51"/>
                <a:gd name="T17" fmla="*/ 6 h 44"/>
                <a:gd name="T18" fmla="*/ 47 w 51"/>
                <a:gd name="T19" fmla="*/ 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44">
                  <a:moveTo>
                    <a:pt x="47" y="1"/>
                  </a:moveTo>
                  <a:cubicBezTo>
                    <a:pt x="33" y="0"/>
                    <a:pt x="22" y="4"/>
                    <a:pt x="13" y="11"/>
                  </a:cubicBezTo>
                  <a:cubicBezTo>
                    <a:pt x="1" y="22"/>
                    <a:pt x="0" y="39"/>
                    <a:pt x="0" y="40"/>
                  </a:cubicBezTo>
                  <a:cubicBezTo>
                    <a:pt x="0" y="42"/>
                    <a:pt x="1" y="44"/>
                    <a:pt x="3" y="44"/>
                  </a:cubicBezTo>
                  <a:cubicBezTo>
                    <a:pt x="3" y="44"/>
                    <a:pt x="4" y="44"/>
                    <a:pt x="4" y="44"/>
                  </a:cubicBezTo>
                  <a:cubicBezTo>
                    <a:pt x="6" y="44"/>
                    <a:pt x="7" y="42"/>
                    <a:pt x="8" y="40"/>
                  </a:cubicBezTo>
                  <a:cubicBezTo>
                    <a:pt x="8" y="40"/>
                    <a:pt x="8" y="26"/>
                    <a:pt x="19" y="17"/>
                  </a:cubicBezTo>
                  <a:cubicBezTo>
                    <a:pt x="25" y="11"/>
                    <a:pt x="35" y="8"/>
                    <a:pt x="47" y="9"/>
                  </a:cubicBezTo>
                  <a:cubicBezTo>
                    <a:pt x="49" y="9"/>
                    <a:pt x="51" y="8"/>
                    <a:pt x="51" y="6"/>
                  </a:cubicBezTo>
                  <a:cubicBezTo>
                    <a:pt x="51" y="3"/>
                    <a:pt x="50" y="1"/>
                    <a:pt x="4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78"/>
            <p:cNvSpPr>
              <a:spLocks/>
            </p:cNvSpPr>
            <p:nvPr/>
          </p:nvSpPr>
          <p:spPr bwMode="auto">
            <a:xfrm>
              <a:off x="3914776" y="5032374"/>
              <a:ext cx="53975" cy="52387"/>
            </a:xfrm>
            <a:custGeom>
              <a:avLst/>
              <a:gdLst>
                <a:gd name="T0" fmla="*/ 4 w 34"/>
                <a:gd name="T1" fmla="*/ 25 h 33"/>
                <a:gd name="T2" fmla="*/ 0 w 34"/>
                <a:gd name="T3" fmla="*/ 29 h 33"/>
                <a:gd name="T4" fmla="*/ 4 w 34"/>
                <a:gd name="T5" fmla="*/ 33 h 33"/>
                <a:gd name="T6" fmla="*/ 4 w 34"/>
                <a:gd name="T7" fmla="*/ 33 h 33"/>
                <a:gd name="T8" fmla="*/ 26 w 34"/>
                <a:gd name="T9" fmla="*/ 24 h 33"/>
                <a:gd name="T10" fmla="*/ 34 w 34"/>
                <a:gd name="T11" fmla="*/ 4 h 33"/>
                <a:gd name="T12" fmla="*/ 30 w 34"/>
                <a:gd name="T13" fmla="*/ 0 h 33"/>
                <a:gd name="T14" fmla="*/ 26 w 34"/>
                <a:gd name="T15" fmla="*/ 4 h 33"/>
                <a:gd name="T16" fmla="*/ 20 w 34"/>
                <a:gd name="T17" fmla="*/ 19 h 33"/>
                <a:gd name="T18" fmla="*/ 4 w 34"/>
                <a:gd name="T19"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3">
                  <a:moveTo>
                    <a:pt x="4" y="25"/>
                  </a:moveTo>
                  <a:cubicBezTo>
                    <a:pt x="2" y="25"/>
                    <a:pt x="0" y="27"/>
                    <a:pt x="0" y="29"/>
                  </a:cubicBezTo>
                  <a:cubicBezTo>
                    <a:pt x="0" y="31"/>
                    <a:pt x="2" y="33"/>
                    <a:pt x="4" y="33"/>
                  </a:cubicBezTo>
                  <a:cubicBezTo>
                    <a:pt x="4" y="33"/>
                    <a:pt x="4" y="33"/>
                    <a:pt x="4" y="33"/>
                  </a:cubicBezTo>
                  <a:cubicBezTo>
                    <a:pt x="14" y="33"/>
                    <a:pt x="21" y="30"/>
                    <a:pt x="26" y="24"/>
                  </a:cubicBezTo>
                  <a:cubicBezTo>
                    <a:pt x="34" y="16"/>
                    <a:pt x="34" y="4"/>
                    <a:pt x="34" y="4"/>
                  </a:cubicBezTo>
                  <a:cubicBezTo>
                    <a:pt x="34" y="1"/>
                    <a:pt x="32" y="0"/>
                    <a:pt x="30" y="0"/>
                  </a:cubicBezTo>
                  <a:cubicBezTo>
                    <a:pt x="27" y="0"/>
                    <a:pt x="26" y="2"/>
                    <a:pt x="26" y="4"/>
                  </a:cubicBezTo>
                  <a:cubicBezTo>
                    <a:pt x="26" y="4"/>
                    <a:pt x="26" y="13"/>
                    <a:pt x="20" y="19"/>
                  </a:cubicBezTo>
                  <a:cubicBezTo>
                    <a:pt x="17" y="23"/>
                    <a:pt x="11" y="25"/>
                    <a:pt x="4"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79"/>
            <p:cNvSpPr>
              <a:spLocks/>
            </p:cNvSpPr>
            <p:nvPr/>
          </p:nvSpPr>
          <p:spPr bwMode="auto">
            <a:xfrm>
              <a:off x="3917951" y="5041899"/>
              <a:ext cx="79375" cy="71437"/>
            </a:xfrm>
            <a:custGeom>
              <a:avLst/>
              <a:gdLst>
                <a:gd name="T0" fmla="*/ 0 w 50"/>
                <a:gd name="T1" fmla="*/ 41 h 45"/>
                <a:gd name="T2" fmla="*/ 4 w 50"/>
                <a:gd name="T3" fmla="*/ 45 h 45"/>
                <a:gd name="T4" fmla="*/ 6 w 50"/>
                <a:gd name="T5" fmla="*/ 45 h 45"/>
                <a:gd name="T6" fmla="*/ 38 w 50"/>
                <a:gd name="T7" fmla="*/ 33 h 45"/>
                <a:gd name="T8" fmla="*/ 50 w 50"/>
                <a:gd name="T9" fmla="*/ 4 h 45"/>
                <a:gd name="T10" fmla="*/ 46 w 50"/>
                <a:gd name="T11" fmla="*/ 0 h 45"/>
                <a:gd name="T12" fmla="*/ 46 w 50"/>
                <a:gd name="T13" fmla="*/ 0 h 45"/>
                <a:gd name="T14" fmla="*/ 42 w 50"/>
                <a:gd name="T15" fmla="*/ 4 h 45"/>
                <a:gd name="T16" fmla="*/ 32 w 50"/>
                <a:gd name="T17" fmla="*/ 28 h 45"/>
                <a:gd name="T18" fmla="*/ 4 w 50"/>
                <a:gd name="T19" fmla="*/ 37 h 45"/>
                <a:gd name="T20" fmla="*/ 0 w 50"/>
                <a:gd name="T21" fmla="*/ 4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5">
                  <a:moveTo>
                    <a:pt x="0" y="41"/>
                  </a:moveTo>
                  <a:cubicBezTo>
                    <a:pt x="0" y="43"/>
                    <a:pt x="2" y="45"/>
                    <a:pt x="4" y="45"/>
                  </a:cubicBezTo>
                  <a:cubicBezTo>
                    <a:pt x="5" y="45"/>
                    <a:pt x="5" y="45"/>
                    <a:pt x="6" y="45"/>
                  </a:cubicBezTo>
                  <a:cubicBezTo>
                    <a:pt x="19" y="45"/>
                    <a:pt x="30" y="41"/>
                    <a:pt x="38" y="33"/>
                  </a:cubicBezTo>
                  <a:cubicBezTo>
                    <a:pt x="50" y="21"/>
                    <a:pt x="50" y="5"/>
                    <a:pt x="50" y="4"/>
                  </a:cubicBezTo>
                  <a:cubicBezTo>
                    <a:pt x="50" y="2"/>
                    <a:pt x="48" y="0"/>
                    <a:pt x="46" y="0"/>
                  </a:cubicBezTo>
                  <a:cubicBezTo>
                    <a:pt x="46" y="0"/>
                    <a:pt x="46" y="0"/>
                    <a:pt x="46" y="0"/>
                  </a:cubicBezTo>
                  <a:cubicBezTo>
                    <a:pt x="44" y="0"/>
                    <a:pt x="42" y="2"/>
                    <a:pt x="42" y="4"/>
                  </a:cubicBezTo>
                  <a:cubicBezTo>
                    <a:pt x="42" y="4"/>
                    <a:pt x="42" y="18"/>
                    <a:pt x="32" y="28"/>
                  </a:cubicBezTo>
                  <a:cubicBezTo>
                    <a:pt x="26" y="34"/>
                    <a:pt x="16" y="37"/>
                    <a:pt x="4" y="37"/>
                  </a:cubicBezTo>
                  <a:cubicBezTo>
                    <a:pt x="2" y="37"/>
                    <a:pt x="0" y="38"/>
                    <a:pt x="0"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80"/>
            <p:cNvSpPr>
              <a:spLocks/>
            </p:cNvSpPr>
            <p:nvPr/>
          </p:nvSpPr>
          <p:spPr bwMode="auto">
            <a:xfrm>
              <a:off x="6815139" y="3148012"/>
              <a:ext cx="57150" cy="53975"/>
            </a:xfrm>
            <a:custGeom>
              <a:avLst/>
              <a:gdLst>
                <a:gd name="T0" fmla="*/ 25 w 36"/>
                <a:gd name="T1" fmla="*/ 7 h 33"/>
                <a:gd name="T2" fmla="*/ 4 w 36"/>
                <a:gd name="T3" fmla="*/ 1 h 33"/>
                <a:gd name="T4" fmla="*/ 0 w 36"/>
                <a:gd name="T5" fmla="*/ 6 h 33"/>
                <a:gd name="T6" fmla="*/ 5 w 36"/>
                <a:gd name="T7" fmla="*/ 9 h 33"/>
                <a:gd name="T8" fmla="*/ 20 w 36"/>
                <a:gd name="T9" fmla="*/ 13 h 33"/>
                <a:gd name="T10" fmla="*/ 28 w 36"/>
                <a:gd name="T11" fmla="*/ 29 h 33"/>
                <a:gd name="T12" fmla="*/ 32 w 36"/>
                <a:gd name="T13" fmla="*/ 33 h 33"/>
                <a:gd name="T14" fmla="*/ 32 w 36"/>
                <a:gd name="T15" fmla="*/ 33 h 33"/>
                <a:gd name="T16" fmla="*/ 36 w 36"/>
                <a:gd name="T17" fmla="*/ 28 h 33"/>
                <a:gd name="T18" fmla="*/ 25 w 36"/>
                <a:gd name="T19" fmla="*/ 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3">
                  <a:moveTo>
                    <a:pt x="25" y="7"/>
                  </a:moveTo>
                  <a:cubicBezTo>
                    <a:pt x="16" y="0"/>
                    <a:pt x="4" y="1"/>
                    <a:pt x="4" y="1"/>
                  </a:cubicBezTo>
                  <a:cubicBezTo>
                    <a:pt x="2" y="1"/>
                    <a:pt x="0" y="3"/>
                    <a:pt x="0" y="6"/>
                  </a:cubicBezTo>
                  <a:cubicBezTo>
                    <a:pt x="1" y="8"/>
                    <a:pt x="3" y="9"/>
                    <a:pt x="5" y="9"/>
                  </a:cubicBezTo>
                  <a:cubicBezTo>
                    <a:pt x="5" y="9"/>
                    <a:pt x="14" y="8"/>
                    <a:pt x="20" y="13"/>
                  </a:cubicBezTo>
                  <a:cubicBezTo>
                    <a:pt x="25" y="17"/>
                    <a:pt x="27" y="22"/>
                    <a:pt x="28" y="29"/>
                  </a:cubicBezTo>
                  <a:cubicBezTo>
                    <a:pt x="28" y="31"/>
                    <a:pt x="30" y="33"/>
                    <a:pt x="32" y="33"/>
                  </a:cubicBezTo>
                  <a:cubicBezTo>
                    <a:pt x="32" y="33"/>
                    <a:pt x="32" y="33"/>
                    <a:pt x="32" y="33"/>
                  </a:cubicBezTo>
                  <a:cubicBezTo>
                    <a:pt x="34" y="32"/>
                    <a:pt x="36" y="30"/>
                    <a:pt x="36" y="28"/>
                  </a:cubicBezTo>
                  <a:cubicBezTo>
                    <a:pt x="35" y="19"/>
                    <a:pt x="31" y="12"/>
                    <a:pt x="25"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81"/>
            <p:cNvSpPr>
              <a:spLocks/>
            </p:cNvSpPr>
            <p:nvPr/>
          </p:nvSpPr>
          <p:spPr bwMode="auto">
            <a:xfrm>
              <a:off x="6823076" y="3117850"/>
              <a:ext cx="76200" cy="77787"/>
            </a:xfrm>
            <a:custGeom>
              <a:avLst/>
              <a:gdLst>
                <a:gd name="T0" fmla="*/ 40 w 48"/>
                <a:gd name="T1" fmla="*/ 44 h 48"/>
                <a:gd name="T2" fmla="*/ 44 w 48"/>
                <a:gd name="T3" fmla="*/ 48 h 48"/>
                <a:gd name="T4" fmla="*/ 44 w 48"/>
                <a:gd name="T5" fmla="*/ 48 h 48"/>
                <a:gd name="T6" fmla="*/ 48 w 48"/>
                <a:gd name="T7" fmla="*/ 44 h 48"/>
                <a:gd name="T8" fmla="*/ 34 w 48"/>
                <a:gd name="T9" fmla="*/ 11 h 48"/>
                <a:gd name="T10" fmla="*/ 4 w 48"/>
                <a:gd name="T11" fmla="*/ 2 h 48"/>
                <a:gd name="T12" fmla="*/ 0 w 48"/>
                <a:gd name="T13" fmla="*/ 6 h 48"/>
                <a:gd name="T14" fmla="*/ 4 w 48"/>
                <a:gd name="T15" fmla="*/ 9 h 48"/>
                <a:gd name="T16" fmla="*/ 29 w 48"/>
                <a:gd name="T17" fmla="*/ 17 h 48"/>
                <a:gd name="T18" fmla="*/ 40 w 48"/>
                <a:gd name="T19"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40" y="44"/>
                  </a:moveTo>
                  <a:cubicBezTo>
                    <a:pt x="40" y="46"/>
                    <a:pt x="42" y="48"/>
                    <a:pt x="44" y="48"/>
                  </a:cubicBezTo>
                  <a:cubicBezTo>
                    <a:pt x="44" y="48"/>
                    <a:pt x="44" y="48"/>
                    <a:pt x="44" y="48"/>
                  </a:cubicBezTo>
                  <a:cubicBezTo>
                    <a:pt x="47" y="48"/>
                    <a:pt x="48" y="46"/>
                    <a:pt x="48" y="44"/>
                  </a:cubicBezTo>
                  <a:cubicBezTo>
                    <a:pt x="47" y="30"/>
                    <a:pt x="43" y="19"/>
                    <a:pt x="34" y="11"/>
                  </a:cubicBezTo>
                  <a:cubicBezTo>
                    <a:pt x="21" y="0"/>
                    <a:pt x="4" y="1"/>
                    <a:pt x="4" y="2"/>
                  </a:cubicBezTo>
                  <a:cubicBezTo>
                    <a:pt x="1" y="2"/>
                    <a:pt x="0" y="4"/>
                    <a:pt x="0" y="6"/>
                  </a:cubicBezTo>
                  <a:cubicBezTo>
                    <a:pt x="0" y="8"/>
                    <a:pt x="2" y="10"/>
                    <a:pt x="4" y="9"/>
                  </a:cubicBezTo>
                  <a:cubicBezTo>
                    <a:pt x="4" y="9"/>
                    <a:pt x="18" y="8"/>
                    <a:pt x="29" y="17"/>
                  </a:cubicBezTo>
                  <a:cubicBezTo>
                    <a:pt x="36" y="23"/>
                    <a:pt x="39" y="32"/>
                    <a:pt x="40"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82"/>
            <p:cNvSpPr>
              <a:spLocks/>
            </p:cNvSpPr>
            <p:nvPr/>
          </p:nvSpPr>
          <p:spPr bwMode="auto">
            <a:xfrm>
              <a:off x="4968876" y="4600574"/>
              <a:ext cx="36513" cy="69850"/>
            </a:xfrm>
            <a:custGeom>
              <a:avLst/>
              <a:gdLst>
                <a:gd name="T0" fmla="*/ 20 w 23"/>
                <a:gd name="T1" fmla="*/ 8 h 44"/>
                <a:gd name="T2" fmla="*/ 21 w 23"/>
                <a:gd name="T3" fmla="*/ 2 h 44"/>
                <a:gd name="T4" fmla="*/ 16 w 23"/>
                <a:gd name="T5" fmla="*/ 1 h 44"/>
                <a:gd name="T6" fmla="*/ 2 w 23"/>
                <a:gd name="T7" fmla="*/ 21 h 44"/>
                <a:gd name="T8" fmla="*/ 8 w 23"/>
                <a:gd name="T9" fmla="*/ 42 h 44"/>
                <a:gd name="T10" fmla="*/ 11 w 23"/>
                <a:gd name="T11" fmla="*/ 44 h 44"/>
                <a:gd name="T12" fmla="*/ 14 w 23"/>
                <a:gd name="T13" fmla="*/ 43 h 44"/>
                <a:gd name="T14" fmla="*/ 14 w 23"/>
                <a:gd name="T15" fmla="*/ 37 h 44"/>
                <a:gd name="T16" fmla="*/ 10 w 23"/>
                <a:gd name="T17" fmla="*/ 22 h 44"/>
                <a:gd name="T18" fmla="*/ 20 w 23"/>
                <a:gd name="T19"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44">
                  <a:moveTo>
                    <a:pt x="20" y="8"/>
                  </a:moveTo>
                  <a:cubicBezTo>
                    <a:pt x="22" y="6"/>
                    <a:pt x="23" y="4"/>
                    <a:pt x="21" y="2"/>
                  </a:cubicBezTo>
                  <a:cubicBezTo>
                    <a:pt x="20" y="0"/>
                    <a:pt x="17" y="0"/>
                    <a:pt x="16" y="1"/>
                  </a:cubicBezTo>
                  <a:cubicBezTo>
                    <a:pt x="8" y="7"/>
                    <a:pt x="3" y="13"/>
                    <a:pt x="2" y="21"/>
                  </a:cubicBezTo>
                  <a:cubicBezTo>
                    <a:pt x="0" y="32"/>
                    <a:pt x="8" y="42"/>
                    <a:pt x="8" y="42"/>
                  </a:cubicBezTo>
                  <a:cubicBezTo>
                    <a:pt x="9" y="43"/>
                    <a:pt x="10" y="44"/>
                    <a:pt x="11" y="44"/>
                  </a:cubicBezTo>
                  <a:cubicBezTo>
                    <a:pt x="12" y="44"/>
                    <a:pt x="13" y="43"/>
                    <a:pt x="14" y="43"/>
                  </a:cubicBezTo>
                  <a:cubicBezTo>
                    <a:pt x="15" y="42"/>
                    <a:pt x="16" y="39"/>
                    <a:pt x="14" y="37"/>
                  </a:cubicBezTo>
                  <a:cubicBezTo>
                    <a:pt x="14" y="37"/>
                    <a:pt x="9" y="30"/>
                    <a:pt x="10" y="22"/>
                  </a:cubicBezTo>
                  <a:cubicBezTo>
                    <a:pt x="11" y="17"/>
                    <a:pt x="14" y="12"/>
                    <a:pt x="2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83"/>
            <p:cNvSpPr>
              <a:spLocks/>
            </p:cNvSpPr>
            <p:nvPr/>
          </p:nvSpPr>
          <p:spPr bwMode="auto">
            <a:xfrm>
              <a:off x="4935539" y="4578349"/>
              <a:ext cx="50800" cy="100012"/>
            </a:xfrm>
            <a:custGeom>
              <a:avLst/>
              <a:gdLst>
                <a:gd name="T0" fmla="*/ 25 w 32"/>
                <a:gd name="T1" fmla="*/ 2 h 63"/>
                <a:gd name="T2" fmla="*/ 4 w 32"/>
                <a:gd name="T3" fmla="*/ 30 h 63"/>
                <a:gd name="T4" fmla="*/ 10 w 32"/>
                <a:gd name="T5" fmla="*/ 61 h 63"/>
                <a:gd name="T6" fmla="*/ 14 w 32"/>
                <a:gd name="T7" fmla="*/ 63 h 63"/>
                <a:gd name="T8" fmla="*/ 16 w 32"/>
                <a:gd name="T9" fmla="*/ 62 h 63"/>
                <a:gd name="T10" fmla="*/ 17 w 32"/>
                <a:gd name="T11" fmla="*/ 57 h 63"/>
                <a:gd name="T12" fmla="*/ 12 w 32"/>
                <a:gd name="T13" fmla="*/ 31 h 63"/>
                <a:gd name="T14" fmla="*/ 29 w 32"/>
                <a:gd name="T15" fmla="*/ 8 h 63"/>
                <a:gd name="T16" fmla="*/ 31 w 32"/>
                <a:gd name="T17" fmla="*/ 3 h 63"/>
                <a:gd name="T18" fmla="*/ 25 w 32"/>
                <a:gd name="T19" fmla="*/ 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63">
                  <a:moveTo>
                    <a:pt x="25" y="2"/>
                  </a:moveTo>
                  <a:cubicBezTo>
                    <a:pt x="13" y="9"/>
                    <a:pt x="6" y="19"/>
                    <a:pt x="4" y="30"/>
                  </a:cubicBezTo>
                  <a:cubicBezTo>
                    <a:pt x="0" y="47"/>
                    <a:pt x="10" y="61"/>
                    <a:pt x="10" y="61"/>
                  </a:cubicBezTo>
                  <a:cubicBezTo>
                    <a:pt x="11" y="62"/>
                    <a:pt x="12" y="63"/>
                    <a:pt x="14" y="63"/>
                  </a:cubicBezTo>
                  <a:cubicBezTo>
                    <a:pt x="14" y="63"/>
                    <a:pt x="15" y="63"/>
                    <a:pt x="16" y="62"/>
                  </a:cubicBezTo>
                  <a:cubicBezTo>
                    <a:pt x="18" y="61"/>
                    <a:pt x="18" y="59"/>
                    <a:pt x="17" y="57"/>
                  </a:cubicBezTo>
                  <a:cubicBezTo>
                    <a:pt x="17" y="57"/>
                    <a:pt x="9" y="45"/>
                    <a:pt x="12" y="31"/>
                  </a:cubicBezTo>
                  <a:cubicBezTo>
                    <a:pt x="13" y="23"/>
                    <a:pt x="19" y="15"/>
                    <a:pt x="29" y="8"/>
                  </a:cubicBezTo>
                  <a:cubicBezTo>
                    <a:pt x="31" y="7"/>
                    <a:pt x="32" y="5"/>
                    <a:pt x="31" y="3"/>
                  </a:cubicBezTo>
                  <a:cubicBezTo>
                    <a:pt x="29" y="1"/>
                    <a:pt x="27" y="0"/>
                    <a:pt x="2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84"/>
            <p:cNvSpPr>
              <a:spLocks/>
            </p:cNvSpPr>
            <p:nvPr/>
          </p:nvSpPr>
          <p:spPr bwMode="auto">
            <a:xfrm>
              <a:off x="2790826" y="2792412"/>
              <a:ext cx="66675" cy="39687"/>
            </a:xfrm>
            <a:custGeom>
              <a:avLst/>
              <a:gdLst>
                <a:gd name="T0" fmla="*/ 39 w 42"/>
                <a:gd name="T1" fmla="*/ 4 h 25"/>
                <a:gd name="T2" fmla="*/ 15 w 42"/>
                <a:gd name="T3" fmla="*/ 3 h 25"/>
                <a:gd name="T4" fmla="*/ 1 w 42"/>
                <a:gd name="T5" fmla="*/ 20 h 25"/>
                <a:gd name="T6" fmla="*/ 3 w 42"/>
                <a:gd name="T7" fmla="*/ 25 h 25"/>
                <a:gd name="T8" fmla="*/ 4 w 42"/>
                <a:gd name="T9" fmla="*/ 25 h 25"/>
                <a:gd name="T10" fmla="*/ 8 w 42"/>
                <a:gd name="T11" fmla="*/ 23 h 25"/>
                <a:gd name="T12" fmla="*/ 19 w 42"/>
                <a:gd name="T13" fmla="*/ 11 h 25"/>
                <a:gd name="T14" fmla="*/ 36 w 42"/>
                <a:gd name="T15" fmla="*/ 11 h 25"/>
                <a:gd name="T16" fmla="*/ 41 w 42"/>
                <a:gd name="T17" fmla="*/ 9 h 25"/>
                <a:gd name="T18" fmla="*/ 39 w 42"/>
                <a:gd name="T19" fmla="*/ 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25">
                  <a:moveTo>
                    <a:pt x="39" y="4"/>
                  </a:moveTo>
                  <a:cubicBezTo>
                    <a:pt x="30" y="0"/>
                    <a:pt x="22" y="0"/>
                    <a:pt x="15" y="3"/>
                  </a:cubicBezTo>
                  <a:cubicBezTo>
                    <a:pt x="5" y="8"/>
                    <a:pt x="1" y="20"/>
                    <a:pt x="1" y="20"/>
                  </a:cubicBezTo>
                  <a:cubicBezTo>
                    <a:pt x="0" y="22"/>
                    <a:pt x="1" y="24"/>
                    <a:pt x="3" y="25"/>
                  </a:cubicBezTo>
                  <a:cubicBezTo>
                    <a:pt x="4" y="25"/>
                    <a:pt x="4" y="25"/>
                    <a:pt x="4" y="25"/>
                  </a:cubicBezTo>
                  <a:cubicBezTo>
                    <a:pt x="6" y="25"/>
                    <a:pt x="8" y="24"/>
                    <a:pt x="8" y="23"/>
                  </a:cubicBezTo>
                  <a:cubicBezTo>
                    <a:pt x="8" y="23"/>
                    <a:pt x="11" y="14"/>
                    <a:pt x="19" y="11"/>
                  </a:cubicBezTo>
                  <a:cubicBezTo>
                    <a:pt x="24" y="8"/>
                    <a:pt x="29" y="8"/>
                    <a:pt x="36" y="11"/>
                  </a:cubicBezTo>
                  <a:cubicBezTo>
                    <a:pt x="38" y="12"/>
                    <a:pt x="41" y="11"/>
                    <a:pt x="41" y="9"/>
                  </a:cubicBezTo>
                  <a:cubicBezTo>
                    <a:pt x="42" y="7"/>
                    <a:pt x="41" y="4"/>
                    <a:pt x="39"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85"/>
            <p:cNvSpPr>
              <a:spLocks/>
            </p:cNvSpPr>
            <p:nvPr/>
          </p:nvSpPr>
          <p:spPr bwMode="auto">
            <a:xfrm>
              <a:off x="2767014" y="2760662"/>
              <a:ext cx="98425" cy="52387"/>
            </a:xfrm>
            <a:custGeom>
              <a:avLst/>
              <a:gdLst>
                <a:gd name="T0" fmla="*/ 61 w 62"/>
                <a:gd name="T1" fmla="*/ 12 h 33"/>
                <a:gd name="T2" fmla="*/ 59 w 62"/>
                <a:gd name="T3" fmla="*/ 6 h 33"/>
                <a:gd name="T4" fmla="*/ 23 w 62"/>
                <a:gd name="T5" fmla="*/ 5 h 33"/>
                <a:gd name="T6" fmla="*/ 1 w 62"/>
                <a:gd name="T7" fmla="*/ 28 h 33"/>
                <a:gd name="T8" fmla="*/ 3 w 62"/>
                <a:gd name="T9" fmla="*/ 33 h 33"/>
                <a:gd name="T10" fmla="*/ 5 w 62"/>
                <a:gd name="T11" fmla="*/ 33 h 33"/>
                <a:gd name="T12" fmla="*/ 8 w 62"/>
                <a:gd name="T13" fmla="*/ 30 h 33"/>
                <a:gd name="T14" fmla="*/ 27 w 62"/>
                <a:gd name="T15" fmla="*/ 12 h 33"/>
                <a:gd name="T16" fmla="*/ 55 w 62"/>
                <a:gd name="T17" fmla="*/ 14 h 33"/>
                <a:gd name="T18" fmla="*/ 61 w 62"/>
                <a:gd name="T19" fmla="*/ 1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33">
                  <a:moveTo>
                    <a:pt x="61" y="12"/>
                  </a:moveTo>
                  <a:cubicBezTo>
                    <a:pt x="62" y="10"/>
                    <a:pt x="61" y="7"/>
                    <a:pt x="59" y="6"/>
                  </a:cubicBezTo>
                  <a:cubicBezTo>
                    <a:pt x="46" y="1"/>
                    <a:pt x="34" y="0"/>
                    <a:pt x="23" y="5"/>
                  </a:cubicBezTo>
                  <a:cubicBezTo>
                    <a:pt x="8" y="11"/>
                    <a:pt x="1" y="27"/>
                    <a:pt x="1" y="28"/>
                  </a:cubicBezTo>
                  <a:cubicBezTo>
                    <a:pt x="0" y="30"/>
                    <a:pt x="1" y="32"/>
                    <a:pt x="3" y="33"/>
                  </a:cubicBezTo>
                  <a:cubicBezTo>
                    <a:pt x="4" y="33"/>
                    <a:pt x="4" y="33"/>
                    <a:pt x="5" y="33"/>
                  </a:cubicBezTo>
                  <a:cubicBezTo>
                    <a:pt x="6" y="33"/>
                    <a:pt x="8" y="32"/>
                    <a:pt x="8" y="30"/>
                  </a:cubicBezTo>
                  <a:cubicBezTo>
                    <a:pt x="9" y="30"/>
                    <a:pt x="14" y="17"/>
                    <a:pt x="27" y="12"/>
                  </a:cubicBezTo>
                  <a:cubicBezTo>
                    <a:pt x="35" y="8"/>
                    <a:pt x="45" y="9"/>
                    <a:pt x="55" y="14"/>
                  </a:cubicBezTo>
                  <a:cubicBezTo>
                    <a:pt x="58" y="15"/>
                    <a:pt x="60" y="14"/>
                    <a:pt x="61"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4" name="组合 73"/>
          <p:cNvGrpSpPr/>
          <p:nvPr/>
        </p:nvGrpSpPr>
        <p:grpSpPr>
          <a:xfrm>
            <a:off x="8180389" y="284162"/>
            <a:ext cx="2447925" cy="2435225"/>
            <a:chOff x="8180389" y="284162"/>
            <a:chExt cx="2447925" cy="2435225"/>
          </a:xfrm>
          <a:solidFill>
            <a:schemeClr val="tx1">
              <a:lumMod val="65000"/>
              <a:lumOff val="35000"/>
            </a:schemeClr>
          </a:solidFill>
        </p:grpSpPr>
        <p:sp>
          <p:nvSpPr>
            <p:cNvPr id="75" name="Freeform 86"/>
            <p:cNvSpPr>
              <a:spLocks/>
            </p:cNvSpPr>
            <p:nvPr/>
          </p:nvSpPr>
          <p:spPr bwMode="auto">
            <a:xfrm>
              <a:off x="9445626" y="284162"/>
              <a:ext cx="1030288" cy="650875"/>
            </a:xfrm>
            <a:custGeom>
              <a:avLst/>
              <a:gdLst>
                <a:gd name="T0" fmla="*/ 12 w 647"/>
                <a:gd name="T1" fmla="*/ 408 h 408"/>
                <a:gd name="T2" fmla="*/ 198 w 647"/>
                <a:gd name="T3" fmla="*/ 173 h 408"/>
                <a:gd name="T4" fmla="*/ 380 w 647"/>
                <a:gd name="T5" fmla="*/ 118 h 408"/>
                <a:gd name="T6" fmla="*/ 411 w 647"/>
                <a:gd name="T7" fmla="*/ 120 h 408"/>
                <a:gd name="T8" fmla="*/ 415 w 647"/>
                <a:gd name="T9" fmla="*/ 121 h 408"/>
                <a:gd name="T10" fmla="*/ 518 w 647"/>
                <a:gd name="T11" fmla="*/ 181 h 408"/>
                <a:gd name="T12" fmla="*/ 518 w 647"/>
                <a:gd name="T13" fmla="*/ 181 h 408"/>
                <a:gd name="T14" fmla="*/ 647 w 647"/>
                <a:gd name="T15" fmla="*/ 63 h 408"/>
                <a:gd name="T16" fmla="*/ 601 w 647"/>
                <a:gd name="T17" fmla="*/ 43 h 408"/>
                <a:gd name="T18" fmla="*/ 522 w 647"/>
                <a:gd name="T19" fmla="*/ 125 h 408"/>
                <a:gd name="T20" fmla="*/ 511 w 647"/>
                <a:gd name="T21" fmla="*/ 114 h 408"/>
                <a:gd name="T22" fmla="*/ 586 w 647"/>
                <a:gd name="T23" fmla="*/ 38 h 408"/>
                <a:gd name="T24" fmla="*/ 544 w 647"/>
                <a:gd name="T25" fmla="*/ 25 h 408"/>
                <a:gd name="T26" fmla="*/ 494 w 647"/>
                <a:gd name="T27" fmla="*/ 84 h 408"/>
                <a:gd name="T28" fmla="*/ 482 w 647"/>
                <a:gd name="T29" fmla="*/ 74 h 408"/>
                <a:gd name="T30" fmla="*/ 528 w 647"/>
                <a:gd name="T31" fmla="*/ 21 h 408"/>
                <a:gd name="T32" fmla="*/ 491 w 647"/>
                <a:gd name="T33" fmla="*/ 13 h 408"/>
                <a:gd name="T34" fmla="*/ 458 w 647"/>
                <a:gd name="T35" fmla="*/ 61 h 408"/>
                <a:gd name="T36" fmla="*/ 446 w 647"/>
                <a:gd name="T37" fmla="*/ 52 h 408"/>
                <a:gd name="T38" fmla="*/ 474 w 647"/>
                <a:gd name="T39" fmla="*/ 10 h 408"/>
                <a:gd name="T40" fmla="*/ 311 w 647"/>
                <a:gd name="T41" fmla="*/ 7 h 408"/>
                <a:gd name="T42" fmla="*/ 8 w 647"/>
                <a:gd name="T43" fmla="*/ 370 h 408"/>
                <a:gd name="T44" fmla="*/ 12 w 647"/>
                <a:gd name="T45" fmla="*/ 408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47" h="408">
                  <a:moveTo>
                    <a:pt x="12" y="408"/>
                  </a:moveTo>
                  <a:cubicBezTo>
                    <a:pt x="59" y="301"/>
                    <a:pt x="121" y="222"/>
                    <a:pt x="198" y="173"/>
                  </a:cubicBezTo>
                  <a:cubicBezTo>
                    <a:pt x="274" y="125"/>
                    <a:pt x="345" y="118"/>
                    <a:pt x="380" y="118"/>
                  </a:cubicBezTo>
                  <a:cubicBezTo>
                    <a:pt x="399" y="118"/>
                    <a:pt x="410" y="120"/>
                    <a:pt x="411" y="120"/>
                  </a:cubicBezTo>
                  <a:cubicBezTo>
                    <a:pt x="415" y="121"/>
                    <a:pt x="415" y="121"/>
                    <a:pt x="415" y="121"/>
                  </a:cubicBezTo>
                  <a:cubicBezTo>
                    <a:pt x="518" y="181"/>
                    <a:pt x="518" y="181"/>
                    <a:pt x="518" y="181"/>
                  </a:cubicBezTo>
                  <a:cubicBezTo>
                    <a:pt x="518" y="181"/>
                    <a:pt x="518" y="181"/>
                    <a:pt x="518" y="181"/>
                  </a:cubicBezTo>
                  <a:cubicBezTo>
                    <a:pt x="647" y="63"/>
                    <a:pt x="647" y="63"/>
                    <a:pt x="647" y="63"/>
                  </a:cubicBezTo>
                  <a:cubicBezTo>
                    <a:pt x="647" y="63"/>
                    <a:pt x="630" y="54"/>
                    <a:pt x="601" y="43"/>
                  </a:cubicBezTo>
                  <a:cubicBezTo>
                    <a:pt x="522" y="125"/>
                    <a:pt x="522" y="125"/>
                    <a:pt x="522" y="125"/>
                  </a:cubicBezTo>
                  <a:cubicBezTo>
                    <a:pt x="511" y="114"/>
                    <a:pt x="511" y="114"/>
                    <a:pt x="511" y="114"/>
                  </a:cubicBezTo>
                  <a:cubicBezTo>
                    <a:pt x="586" y="38"/>
                    <a:pt x="586" y="38"/>
                    <a:pt x="586" y="38"/>
                  </a:cubicBezTo>
                  <a:cubicBezTo>
                    <a:pt x="573" y="33"/>
                    <a:pt x="560" y="29"/>
                    <a:pt x="544" y="25"/>
                  </a:cubicBezTo>
                  <a:cubicBezTo>
                    <a:pt x="494" y="84"/>
                    <a:pt x="494" y="84"/>
                    <a:pt x="494" y="84"/>
                  </a:cubicBezTo>
                  <a:cubicBezTo>
                    <a:pt x="482" y="74"/>
                    <a:pt x="482" y="74"/>
                    <a:pt x="482" y="74"/>
                  </a:cubicBezTo>
                  <a:cubicBezTo>
                    <a:pt x="528" y="21"/>
                    <a:pt x="528" y="21"/>
                    <a:pt x="528" y="21"/>
                  </a:cubicBezTo>
                  <a:cubicBezTo>
                    <a:pt x="516" y="18"/>
                    <a:pt x="504" y="15"/>
                    <a:pt x="491" y="13"/>
                  </a:cubicBezTo>
                  <a:cubicBezTo>
                    <a:pt x="458" y="61"/>
                    <a:pt x="458" y="61"/>
                    <a:pt x="458" y="61"/>
                  </a:cubicBezTo>
                  <a:cubicBezTo>
                    <a:pt x="446" y="52"/>
                    <a:pt x="446" y="52"/>
                    <a:pt x="446" y="52"/>
                  </a:cubicBezTo>
                  <a:cubicBezTo>
                    <a:pt x="474" y="10"/>
                    <a:pt x="474" y="10"/>
                    <a:pt x="474" y="10"/>
                  </a:cubicBezTo>
                  <a:cubicBezTo>
                    <a:pt x="426" y="3"/>
                    <a:pt x="371" y="0"/>
                    <a:pt x="311" y="7"/>
                  </a:cubicBezTo>
                  <a:cubicBezTo>
                    <a:pt x="123" y="29"/>
                    <a:pt x="0" y="263"/>
                    <a:pt x="8" y="370"/>
                  </a:cubicBezTo>
                  <a:cubicBezTo>
                    <a:pt x="9" y="383"/>
                    <a:pt x="10" y="395"/>
                    <a:pt x="12" y="4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87"/>
            <p:cNvSpPr>
              <a:spLocks noEditPoints="1"/>
            </p:cNvSpPr>
            <p:nvPr/>
          </p:nvSpPr>
          <p:spPr bwMode="auto">
            <a:xfrm>
              <a:off x="8545514" y="1697037"/>
              <a:ext cx="365125" cy="596900"/>
            </a:xfrm>
            <a:custGeom>
              <a:avLst/>
              <a:gdLst>
                <a:gd name="T0" fmla="*/ 12 w 229"/>
                <a:gd name="T1" fmla="*/ 6 h 375"/>
                <a:gd name="T2" fmla="*/ 37 w 229"/>
                <a:gd name="T3" fmla="*/ 165 h 375"/>
                <a:gd name="T4" fmla="*/ 26 w 229"/>
                <a:gd name="T5" fmla="*/ 295 h 375"/>
                <a:gd name="T6" fmla="*/ 132 w 229"/>
                <a:gd name="T7" fmla="*/ 295 h 375"/>
                <a:gd name="T8" fmla="*/ 132 w 229"/>
                <a:gd name="T9" fmla="*/ 306 h 375"/>
                <a:gd name="T10" fmla="*/ 25 w 229"/>
                <a:gd name="T11" fmla="*/ 306 h 375"/>
                <a:gd name="T12" fmla="*/ 23 w 229"/>
                <a:gd name="T13" fmla="*/ 332 h 375"/>
                <a:gd name="T14" fmla="*/ 0 w 229"/>
                <a:gd name="T15" fmla="*/ 332 h 375"/>
                <a:gd name="T16" fmla="*/ 0 w 229"/>
                <a:gd name="T17" fmla="*/ 375 h 375"/>
                <a:gd name="T18" fmla="*/ 229 w 229"/>
                <a:gd name="T19" fmla="*/ 375 h 375"/>
                <a:gd name="T20" fmla="*/ 229 w 229"/>
                <a:gd name="T21" fmla="*/ 332 h 375"/>
                <a:gd name="T22" fmla="*/ 207 w 229"/>
                <a:gd name="T23" fmla="*/ 332 h 375"/>
                <a:gd name="T24" fmla="*/ 192 w 229"/>
                <a:gd name="T25" fmla="*/ 164 h 375"/>
                <a:gd name="T26" fmla="*/ 208 w 229"/>
                <a:gd name="T27" fmla="*/ 0 h 375"/>
                <a:gd name="T28" fmla="*/ 144 w 229"/>
                <a:gd name="T29" fmla="*/ 0 h 375"/>
                <a:gd name="T30" fmla="*/ 144 w 229"/>
                <a:gd name="T31" fmla="*/ 6 h 375"/>
                <a:gd name="T32" fmla="*/ 12 w 229"/>
                <a:gd name="T33" fmla="*/ 6 h 375"/>
                <a:gd name="T34" fmla="*/ 112 w 229"/>
                <a:gd name="T35" fmla="*/ 195 h 375"/>
                <a:gd name="T36" fmla="*/ 84 w 229"/>
                <a:gd name="T37" fmla="*/ 167 h 375"/>
                <a:gd name="T38" fmla="*/ 112 w 229"/>
                <a:gd name="T39" fmla="*/ 139 h 375"/>
                <a:gd name="T40" fmla="*/ 140 w 229"/>
                <a:gd name="T41" fmla="*/ 167 h 375"/>
                <a:gd name="T42" fmla="*/ 112 w 229"/>
                <a:gd name="T43" fmla="*/ 19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9" h="375">
                  <a:moveTo>
                    <a:pt x="12" y="6"/>
                  </a:moveTo>
                  <a:cubicBezTo>
                    <a:pt x="37" y="165"/>
                    <a:pt x="37" y="165"/>
                    <a:pt x="37" y="165"/>
                  </a:cubicBezTo>
                  <a:cubicBezTo>
                    <a:pt x="26" y="295"/>
                    <a:pt x="26" y="295"/>
                    <a:pt x="26" y="295"/>
                  </a:cubicBezTo>
                  <a:cubicBezTo>
                    <a:pt x="132" y="295"/>
                    <a:pt x="132" y="295"/>
                    <a:pt x="132" y="295"/>
                  </a:cubicBezTo>
                  <a:cubicBezTo>
                    <a:pt x="132" y="306"/>
                    <a:pt x="132" y="306"/>
                    <a:pt x="132" y="306"/>
                  </a:cubicBezTo>
                  <a:cubicBezTo>
                    <a:pt x="25" y="306"/>
                    <a:pt x="25" y="306"/>
                    <a:pt x="25" y="306"/>
                  </a:cubicBezTo>
                  <a:cubicBezTo>
                    <a:pt x="23" y="332"/>
                    <a:pt x="23" y="332"/>
                    <a:pt x="23" y="332"/>
                  </a:cubicBezTo>
                  <a:cubicBezTo>
                    <a:pt x="0" y="332"/>
                    <a:pt x="0" y="332"/>
                    <a:pt x="0" y="332"/>
                  </a:cubicBezTo>
                  <a:cubicBezTo>
                    <a:pt x="0" y="375"/>
                    <a:pt x="0" y="375"/>
                    <a:pt x="0" y="375"/>
                  </a:cubicBezTo>
                  <a:cubicBezTo>
                    <a:pt x="229" y="375"/>
                    <a:pt x="229" y="375"/>
                    <a:pt x="229" y="375"/>
                  </a:cubicBezTo>
                  <a:cubicBezTo>
                    <a:pt x="229" y="332"/>
                    <a:pt x="229" y="332"/>
                    <a:pt x="229" y="332"/>
                  </a:cubicBezTo>
                  <a:cubicBezTo>
                    <a:pt x="207" y="332"/>
                    <a:pt x="207" y="332"/>
                    <a:pt x="207" y="332"/>
                  </a:cubicBezTo>
                  <a:cubicBezTo>
                    <a:pt x="192" y="164"/>
                    <a:pt x="192" y="164"/>
                    <a:pt x="192" y="164"/>
                  </a:cubicBezTo>
                  <a:cubicBezTo>
                    <a:pt x="208" y="0"/>
                    <a:pt x="208" y="0"/>
                    <a:pt x="208" y="0"/>
                  </a:cubicBezTo>
                  <a:cubicBezTo>
                    <a:pt x="144" y="0"/>
                    <a:pt x="144" y="0"/>
                    <a:pt x="144" y="0"/>
                  </a:cubicBezTo>
                  <a:cubicBezTo>
                    <a:pt x="144" y="6"/>
                    <a:pt x="144" y="6"/>
                    <a:pt x="144" y="6"/>
                  </a:cubicBezTo>
                  <a:lnTo>
                    <a:pt x="12" y="6"/>
                  </a:lnTo>
                  <a:close/>
                  <a:moveTo>
                    <a:pt x="112" y="195"/>
                  </a:moveTo>
                  <a:cubicBezTo>
                    <a:pt x="97" y="195"/>
                    <a:pt x="84" y="182"/>
                    <a:pt x="84" y="167"/>
                  </a:cubicBezTo>
                  <a:cubicBezTo>
                    <a:pt x="84" y="151"/>
                    <a:pt x="97" y="139"/>
                    <a:pt x="112" y="139"/>
                  </a:cubicBezTo>
                  <a:cubicBezTo>
                    <a:pt x="128" y="139"/>
                    <a:pt x="140" y="151"/>
                    <a:pt x="140" y="167"/>
                  </a:cubicBezTo>
                  <a:cubicBezTo>
                    <a:pt x="140" y="182"/>
                    <a:pt x="128" y="195"/>
                    <a:pt x="112" y="19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88"/>
            <p:cNvSpPr>
              <a:spLocks noEditPoints="1"/>
            </p:cNvSpPr>
            <p:nvPr/>
          </p:nvSpPr>
          <p:spPr bwMode="auto">
            <a:xfrm>
              <a:off x="9413876" y="1697037"/>
              <a:ext cx="363538" cy="596900"/>
            </a:xfrm>
            <a:custGeom>
              <a:avLst/>
              <a:gdLst>
                <a:gd name="T0" fmla="*/ 207 w 228"/>
                <a:gd name="T1" fmla="*/ 6 h 375"/>
                <a:gd name="T2" fmla="*/ 98 w 228"/>
                <a:gd name="T3" fmla="*/ 6 h 375"/>
                <a:gd name="T4" fmla="*/ 98 w 228"/>
                <a:gd name="T5" fmla="*/ 0 h 375"/>
                <a:gd name="T6" fmla="*/ 10 w 228"/>
                <a:gd name="T7" fmla="*/ 0 h 375"/>
                <a:gd name="T8" fmla="*/ 37 w 228"/>
                <a:gd name="T9" fmla="*/ 165 h 375"/>
                <a:gd name="T10" fmla="*/ 25 w 228"/>
                <a:gd name="T11" fmla="*/ 295 h 375"/>
                <a:gd name="T12" fmla="*/ 127 w 228"/>
                <a:gd name="T13" fmla="*/ 295 h 375"/>
                <a:gd name="T14" fmla="*/ 127 w 228"/>
                <a:gd name="T15" fmla="*/ 306 h 375"/>
                <a:gd name="T16" fmla="*/ 24 w 228"/>
                <a:gd name="T17" fmla="*/ 306 h 375"/>
                <a:gd name="T18" fmla="*/ 22 w 228"/>
                <a:gd name="T19" fmla="*/ 332 h 375"/>
                <a:gd name="T20" fmla="*/ 0 w 228"/>
                <a:gd name="T21" fmla="*/ 332 h 375"/>
                <a:gd name="T22" fmla="*/ 0 w 228"/>
                <a:gd name="T23" fmla="*/ 375 h 375"/>
                <a:gd name="T24" fmla="*/ 228 w 228"/>
                <a:gd name="T25" fmla="*/ 375 h 375"/>
                <a:gd name="T26" fmla="*/ 228 w 228"/>
                <a:gd name="T27" fmla="*/ 332 h 375"/>
                <a:gd name="T28" fmla="*/ 206 w 228"/>
                <a:gd name="T29" fmla="*/ 332 h 375"/>
                <a:gd name="T30" fmla="*/ 192 w 228"/>
                <a:gd name="T31" fmla="*/ 164 h 375"/>
                <a:gd name="T32" fmla="*/ 207 w 228"/>
                <a:gd name="T33" fmla="*/ 6 h 375"/>
                <a:gd name="T34" fmla="*/ 112 w 228"/>
                <a:gd name="T35" fmla="*/ 195 h 375"/>
                <a:gd name="T36" fmla="*/ 84 w 228"/>
                <a:gd name="T37" fmla="*/ 167 h 375"/>
                <a:gd name="T38" fmla="*/ 112 w 228"/>
                <a:gd name="T39" fmla="*/ 139 h 375"/>
                <a:gd name="T40" fmla="*/ 140 w 228"/>
                <a:gd name="T41" fmla="*/ 167 h 375"/>
                <a:gd name="T42" fmla="*/ 112 w 228"/>
                <a:gd name="T43" fmla="*/ 19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8" h="375">
                  <a:moveTo>
                    <a:pt x="207" y="6"/>
                  </a:moveTo>
                  <a:cubicBezTo>
                    <a:pt x="98" y="6"/>
                    <a:pt x="98" y="6"/>
                    <a:pt x="98" y="6"/>
                  </a:cubicBezTo>
                  <a:cubicBezTo>
                    <a:pt x="98" y="0"/>
                    <a:pt x="98" y="0"/>
                    <a:pt x="98" y="0"/>
                  </a:cubicBezTo>
                  <a:cubicBezTo>
                    <a:pt x="10" y="0"/>
                    <a:pt x="10" y="0"/>
                    <a:pt x="10" y="0"/>
                  </a:cubicBezTo>
                  <a:cubicBezTo>
                    <a:pt x="37" y="165"/>
                    <a:pt x="37" y="165"/>
                    <a:pt x="37" y="165"/>
                  </a:cubicBezTo>
                  <a:cubicBezTo>
                    <a:pt x="25" y="295"/>
                    <a:pt x="25" y="295"/>
                    <a:pt x="25" y="295"/>
                  </a:cubicBezTo>
                  <a:cubicBezTo>
                    <a:pt x="127" y="295"/>
                    <a:pt x="127" y="295"/>
                    <a:pt x="127" y="295"/>
                  </a:cubicBezTo>
                  <a:cubicBezTo>
                    <a:pt x="127" y="306"/>
                    <a:pt x="127" y="306"/>
                    <a:pt x="127" y="306"/>
                  </a:cubicBezTo>
                  <a:cubicBezTo>
                    <a:pt x="24" y="306"/>
                    <a:pt x="24" y="306"/>
                    <a:pt x="24" y="306"/>
                  </a:cubicBezTo>
                  <a:cubicBezTo>
                    <a:pt x="22" y="332"/>
                    <a:pt x="22" y="332"/>
                    <a:pt x="22" y="332"/>
                  </a:cubicBezTo>
                  <a:cubicBezTo>
                    <a:pt x="0" y="332"/>
                    <a:pt x="0" y="332"/>
                    <a:pt x="0" y="332"/>
                  </a:cubicBezTo>
                  <a:cubicBezTo>
                    <a:pt x="0" y="375"/>
                    <a:pt x="0" y="375"/>
                    <a:pt x="0" y="375"/>
                  </a:cubicBezTo>
                  <a:cubicBezTo>
                    <a:pt x="228" y="375"/>
                    <a:pt x="228" y="375"/>
                    <a:pt x="228" y="375"/>
                  </a:cubicBezTo>
                  <a:cubicBezTo>
                    <a:pt x="228" y="332"/>
                    <a:pt x="228" y="332"/>
                    <a:pt x="228" y="332"/>
                  </a:cubicBezTo>
                  <a:cubicBezTo>
                    <a:pt x="206" y="332"/>
                    <a:pt x="206" y="332"/>
                    <a:pt x="206" y="332"/>
                  </a:cubicBezTo>
                  <a:cubicBezTo>
                    <a:pt x="192" y="164"/>
                    <a:pt x="192" y="164"/>
                    <a:pt x="192" y="164"/>
                  </a:cubicBezTo>
                  <a:lnTo>
                    <a:pt x="207" y="6"/>
                  </a:lnTo>
                  <a:close/>
                  <a:moveTo>
                    <a:pt x="112" y="195"/>
                  </a:moveTo>
                  <a:cubicBezTo>
                    <a:pt x="97" y="195"/>
                    <a:pt x="84" y="182"/>
                    <a:pt x="84" y="167"/>
                  </a:cubicBezTo>
                  <a:cubicBezTo>
                    <a:pt x="84" y="151"/>
                    <a:pt x="97" y="139"/>
                    <a:pt x="112" y="139"/>
                  </a:cubicBezTo>
                  <a:cubicBezTo>
                    <a:pt x="128" y="139"/>
                    <a:pt x="140" y="151"/>
                    <a:pt x="140" y="167"/>
                  </a:cubicBezTo>
                  <a:cubicBezTo>
                    <a:pt x="140" y="182"/>
                    <a:pt x="128" y="195"/>
                    <a:pt x="112" y="19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89"/>
            <p:cNvSpPr>
              <a:spLocks noEditPoints="1"/>
            </p:cNvSpPr>
            <p:nvPr/>
          </p:nvSpPr>
          <p:spPr bwMode="auto">
            <a:xfrm>
              <a:off x="8180389" y="2332037"/>
              <a:ext cx="1993900" cy="212725"/>
            </a:xfrm>
            <a:custGeom>
              <a:avLst/>
              <a:gdLst>
                <a:gd name="T0" fmla="*/ 13 w 1251"/>
                <a:gd name="T1" fmla="*/ 92 h 133"/>
                <a:gd name="T2" fmla="*/ 0 w 1251"/>
                <a:gd name="T3" fmla="*/ 92 h 133"/>
                <a:gd name="T4" fmla="*/ 0 w 1251"/>
                <a:gd name="T5" fmla="*/ 133 h 133"/>
                <a:gd name="T6" fmla="*/ 104 w 1251"/>
                <a:gd name="T7" fmla="*/ 133 h 133"/>
                <a:gd name="T8" fmla="*/ 215 w 1251"/>
                <a:gd name="T9" fmla="*/ 38 h 133"/>
                <a:gd name="T10" fmla="*/ 325 w 1251"/>
                <a:gd name="T11" fmla="*/ 133 h 133"/>
                <a:gd name="T12" fmla="*/ 378 w 1251"/>
                <a:gd name="T13" fmla="*/ 133 h 133"/>
                <a:gd name="T14" fmla="*/ 489 w 1251"/>
                <a:gd name="T15" fmla="*/ 38 h 133"/>
                <a:gd name="T16" fmla="*/ 599 w 1251"/>
                <a:gd name="T17" fmla="*/ 133 h 133"/>
                <a:gd name="T18" fmla="*/ 652 w 1251"/>
                <a:gd name="T19" fmla="*/ 133 h 133"/>
                <a:gd name="T20" fmla="*/ 762 w 1251"/>
                <a:gd name="T21" fmla="*/ 38 h 133"/>
                <a:gd name="T22" fmla="*/ 873 w 1251"/>
                <a:gd name="T23" fmla="*/ 133 h 133"/>
                <a:gd name="T24" fmla="*/ 926 w 1251"/>
                <a:gd name="T25" fmla="*/ 133 h 133"/>
                <a:gd name="T26" fmla="*/ 1036 w 1251"/>
                <a:gd name="T27" fmla="*/ 38 h 133"/>
                <a:gd name="T28" fmla="*/ 1147 w 1251"/>
                <a:gd name="T29" fmla="*/ 133 h 133"/>
                <a:gd name="T30" fmla="*/ 1251 w 1251"/>
                <a:gd name="T31" fmla="*/ 133 h 133"/>
                <a:gd name="T32" fmla="*/ 1251 w 1251"/>
                <a:gd name="T33" fmla="*/ 0 h 133"/>
                <a:gd name="T34" fmla="*/ 0 w 1251"/>
                <a:gd name="T35" fmla="*/ 0 h 133"/>
                <a:gd name="T36" fmla="*/ 0 w 1251"/>
                <a:gd name="T37" fmla="*/ 64 h 133"/>
                <a:gd name="T38" fmla="*/ 95 w 1251"/>
                <a:gd name="T39" fmla="*/ 64 h 133"/>
                <a:gd name="T40" fmla="*/ 95 w 1251"/>
                <a:gd name="T41" fmla="*/ 72 h 133"/>
                <a:gd name="T42" fmla="*/ 0 w 1251"/>
                <a:gd name="T43" fmla="*/ 72 h 133"/>
                <a:gd name="T44" fmla="*/ 0 w 1251"/>
                <a:gd name="T45" fmla="*/ 84 h 133"/>
                <a:gd name="T46" fmla="*/ 13 w 1251"/>
                <a:gd name="T47" fmla="*/ 84 h 133"/>
                <a:gd name="T48" fmla="*/ 13 w 1251"/>
                <a:gd name="T49" fmla="*/ 92 h 133"/>
                <a:gd name="T50" fmla="*/ 27 w 1251"/>
                <a:gd name="T51" fmla="*/ 51 h 133"/>
                <a:gd name="T52" fmla="*/ 27 w 1251"/>
                <a:gd name="T53" fmla="*/ 43 h 133"/>
                <a:gd name="T54" fmla="*/ 134 w 1251"/>
                <a:gd name="T55" fmla="*/ 43 h 133"/>
                <a:gd name="T56" fmla="*/ 134 w 1251"/>
                <a:gd name="T57" fmla="*/ 51 h 133"/>
                <a:gd name="T58" fmla="*/ 27 w 1251"/>
                <a:gd name="T59" fmla="*/ 51 h 133"/>
                <a:gd name="T60" fmla="*/ 30 w 1251"/>
                <a:gd name="T61" fmla="*/ 84 h 133"/>
                <a:gd name="T62" fmla="*/ 82 w 1251"/>
                <a:gd name="T63" fmla="*/ 84 h 133"/>
                <a:gd name="T64" fmla="*/ 82 w 1251"/>
                <a:gd name="T65" fmla="*/ 92 h 133"/>
                <a:gd name="T66" fmla="*/ 30 w 1251"/>
                <a:gd name="T67" fmla="*/ 92 h 133"/>
                <a:gd name="T68" fmla="*/ 30 w 1251"/>
                <a:gd name="T69" fmla="*/ 84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51" h="133">
                  <a:moveTo>
                    <a:pt x="13" y="92"/>
                  </a:moveTo>
                  <a:cubicBezTo>
                    <a:pt x="0" y="92"/>
                    <a:pt x="0" y="92"/>
                    <a:pt x="0" y="92"/>
                  </a:cubicBezTo>
                  <a:cubicBezTo>
                    <a:pt x="0" y="133"/>
                    <a:pt x="0" y="133"/>
                    <a:pt x="0" y="133"/>
                  </a:cubicBezTo>
                  <a:cubicBezTo>
                    <a:pt x="104" y="133"/>
                    <a:pt x="104" y="133"/>
                    <a:pt x="104" y="133"/>
                  </a:cubicBezTo>
                  <a:cubicBezTo>
                    <a:pt x="112" y="80"/>
                    <a:pt x="159" y="38"/>
                    <a:pt x="215" y="38"/>
                  </a:cubicBezTo>
                  <a:cubicBezTo>
                    <a:pt x="271" y="38"/>
                    <a:pt x="317" y="80"/>
                    <a:pt x="325" y="133"/>
                  </a:cubicBezTo>
                  <a:cubicBezTo>
                    <a:pt x="378" y="133"/>
                    <a:pt x="378" y="133"/>
                    <a:pt x="378" y="133"/>
                  </a:cubicBezTo>
                  <a:cubicBezTo>
                    <a:pt x="386" y="80"/>
                    <a:pt x="433" y="38"/>
                    <a:pt x="489" y="38"/>
                  </a:cubicBezTo>
                  <a:cubicBezTo>
                    <a:pt x="545" y="38"/>
                    <a:pt x="591" y="80"/>
                    <a:pt x="599" y="133"/>
                  </a:cubicBezTo>
                  <a:cubicBezTo>
                    <a:pt x="652" y="133"/>
                    <a:pt x="652" y="133"/>
                    <a:pt x="652" y="133"/>
                  </a:cubicBezTo>
                  <a:cubicBezTo>
                    <a:pt x="660" y="80"/>
                    <a:pt x="707" y="38"/>
                    <a:pt x="762" y="38"/>
                  </a:cubicBezTo>
                  <a:cubicBezTo>
                    <a:pt x="818" y="38"/>
                    <a:pt x="865" y="80"/>
                    <a:pt x="873" y="133"/>
                  </a:cubicBezTo>
                  <a:cubicBezTo>
                    <a:pt x="926" y="133"/>
                    <a:pt x="926" y="133"/>
                    <a:pt x="926" y="133"/>
                  </a:cubicBezTo>
                  <a:cubicBezTo>
                    <a:pt x="934" y="80"/>
                    <a:pt x="980" y="38"/>
                    <a:pt x="1036" y="38"/>
                  </a:cubicBezTo>
                  <a:cubicBezTo>
                    <a:pt x="1092" y="38"/>
                    <a:pt x="1139" y="80"/>
                    <a:pt x="1147" y="133"/>
                  </a:cubicBezTo>
                  <a:cubicBezTo>
                    <a:pt x="1251" y="133"/>
                    <a:pt x="1251" y="133"/>
                    <a:pt x="1251" y="133"/>
                  </a:cubicBezTo>
                  <a:cubicBezTo>
                    <a:pt x="1251" y="0"/>
                    <a:pt x="1251" y="0"/>
                    <a:pt x="1251" y="0"/>
                  </a:cubicBezTo>
                  <a:cubicBezTo>
                    <a:pt x="0" y="0"/>
                    <a:pt x="0" y="0"/>
                    <a:pt x="0" y="0"/>
                  </a:cubicBezTo>
                  <a:cubicBezTo>
                    <a:pt x="0" y="64"/>
                    <a:pt x="0" y="64"/>
                    <a:pt x="0" y="64"/>
                  </a:cubicBezTo>
                  <a:cubicBezTo>
                    <a:pt x="95" y="64"/>
                    <a:pt x="95" y="64"/>
                    <a:pt x="95" y="64"/>
                  </a:cubicBezTo>
                  <a:cubicBezTo>
                    <a:pt x="95" y="72"/>
                    <a:pt x="95" y="72"/>
                    <a:pt x="95" y="72"/>
                  </a:cubicBezTo>
                  <a:cubicBezTo>
                    <a:pt x="0" y="72"/>
                    <a:pt x="0" y="72"/>
                    <a:pt x="0" y="72"/>
                  </a:cubicBezTo>
                  <a:cubicBezTo>
                    <a:pt x="0" y="84"/>
                    <a:pt x="0" y="84"/>
                    <a:pt x="0" y="84"/>
                  </a:cubicBezTo>
                  <a:cubicBezTo>
                    <a:pt x="13" y="84"/>
                    <a:pt x="13" y="84"/>
                    <a:pt x="13" y="84"/>
                  </a:cubicBezTo>
                  <a:lnTo>
                    <a:pt x="13" y="92"/>
                  </a:lnTo>
                  <a:close/>
                  <a:moveTo>
                    <a:pt x="27" y="51"/>
                  </a:moveTo>
                  <a:cubicBezTo>
                    <a:pt x="27" y="43"/>
                    <a:pt x="27" y="43"/>
                    <a:pt x="27" y="43"/>
                  </a:cubicBezTo>
                  <a:cubicBezTo>
                    <a:pt x="134" y="43"/>
                    <a:pt x="134" y="43"/>
                    <a:pt x="134" y="43"/>
                  </a:cubicBezTo>
                  <a:cubicBezTo>
                    <a:pt x="134" y="51"/>
                    <a:pt x="134" y="51"/>
                    <a:pt x="134" y="51"/>
                  </a:cubicBezTo>
                  <a:lnTo>
                    <a:pt x="27" y="51"/>
                  </a:lnTo>
                  <a:close/>
                  <a:moveTo>
                    <a:pt x="30" y="84"/>
                  </a:moveTo>
                  <a:cubicBezTo>
                    <a:pt x="82" y="84"/>
                    <a:pt x="82" y="84"/>
                    <a:pt x="82" y="84"/>
                  </a:cubicBezTo>
                  <a:cubicBezTo>
                    <a:pt x="82" y="92"/>
                    <a:pt x="82" y="92"/>
                    <a:pt x="82" y="92"/>
                  </a:cubicBezTo>
                  <a:cubicBezTo>
                    <a:pt x="30" y="92"/>
                    <a:pt x="30" y="92"/>
                    <a:pt x="30" y="92"/>
                  </a:cubicBezTo>
                  <a:lnTo>
                    <a:pt x="30" y="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90"/>
            <p:cNvSpPr>
              <a:spLocks noEditPoints="1"/>
            </p:cNvSpPr>
            <p:nvPr/>
          </p:nvSpPr>
          <p:spPr bwMode="auto">
            <a:xfrm>
              <a:off x="8374064" y="2424112"/>
              <a:ext cx="295275" cy="295275"/>
            </a:xfrm>
            <a:custGeom>
              <a:avLst/>
              <a:gdLst>
                <a:gd name="T0" fmla="*/ 93 w 185"/>
                <a:gd name="T1" fmla="*/ 0 h 186"/>
                <a:gd name="T2" fmla="*/ 0 w 185"/>
                <a:gd name="T3" fmla="*/ 93 h 186"/>
                <a:gd name="T4" fmla="*/ 93 w 185"/>
                <a:gd name="T5" fmla="*/ 186 h 186"/>
                <a:gd name="T6" fmla="*/ 185 w 185"/>
                <a:gd name="T7" fmla="*/ 93 h 186"/>
                <a:gd name="T8" fmla="*/ 93 w 185"/>
                <a:gd name="T9" fmla="*/ 0 h 186"/>
                <a:gd name="T10" fmla="*/ 120 w 185"/>
                <a:gd name="T11" fmla="*/ 93 h 186"/>
                <a:gd name="T12" fmla="*/ 93 w 185"/>
                <a:gd name="T13" fmla="*/ 120 h 186"/>
                <a:gd name="T14" fmla="*/ 66 w 185"/>
                <a:gd name="T15" fmla="*/ 93 h 186"/>
                <a:gd name="T16" fmla="*/ 93 w 185"/>
                <a:gd name="T17" fmla="*/ 66 h 186"/>
                <a:gd name="T18" fmla="*/ 120 w 185"/>
                <a:gd name="T19" fmla="*/ 93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5" h="186">
                  <a:moveTo>
                    <a:pt x="93" y="0"/>
                  </a:moveTo>
                  <a:cubicBezTo>
                    <a:pt x="41" y="0"/>
                    <a:pt x="0" y="42"/>
                    <a:pt x="0" y="93"/>
                  </a:cubicBezTo>
                  <a:cubicBezTo>
                    <a:pt x="0" y="144"/>
                    <a:pt x="41" y="186"/>
                    <a:pt x="93" y="186"/>
                  </a:cubicBezTo>
                  <a:cubicBezTo>
                    <a:pt x="144" y="186"/>
                    <a:pt x="185" y="144"/>
                    <a:pt x="185" y="93"/>
                  </a:cubicBezTo>
                  <a:cubicBezTo>
                    <a:pt x="185" y="42"/>
                    <a:pt x="144" y="0"/>
                    <a:pt x="93" y="0"/>
                  </a:cubicBezTo>
                  <a:close/>
                  <a:moveTo>
                    <a:pt x="120" y="93"/>
                  </a:moveTo>
                  <a:cubicBezTo>
                    <a:pt x="93" y="120"/>
                    <a:pt x="93" y="120"/>
                    <a:pt x="93" y="120"/>
                  </a:cubicBezTo>
                  <a:cubicBezTo>
                    <a:pt x="66" y="93"/>
                    <a:pt x="66" y="93"/>
                    <a:pt x="66" y="93"/>
                  </a:cubicBezTo>
                  <a:cubicBezTo>
                    <a:pt x="93" y="66"/>
                    <a:pt x="93" y="66"/>
                    <a:pt x="93" y="66"/>
                  </a:cubicBezTo>
                  <a:lnTo>
                    <a:pt x="120" y="9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91"/>
            <p:cNvSpPr>
              <a:spLocks noEditPoints="1"/>
            </p:cNvSpPr>
            <p:nvPr/>
          </p:nvSpPr>
          <p:spPr bwMode="auto">
            <a:xfrm>
              <a:off x="8810626" y="2424112"/>
              <a:ext cx="295275" cy="295275"/>
            </a:xfrm>
            <a:custGeom>
              <a:avLst/>
              <a:gdLst>
                <a:gd name="T0" fmla="*/ 93 w 185"/>
                <a:gd name="T1" fmla="*/ 0 h 186"/>
                <a:gd name="T2" fmla="*/ 0 w 185"/>
                <a:gd name="T3" fmla="*/ 93 h 186"/>
                <a:gd name="T4" fmla="*/ 93 w 185"/>
                <a:gd name="T5" fmla="*/ 186 h 186"/>
                <a:gd name="T6" fmla="*/ 185 w 185"/>
                <a:gd name="T7" fmla="*/ 93 h 186"/>
                <a:gd name="T8" fmla="*/ 93 w 185"/>
                <a:gd name="T9" fmla="*/ 0 h 186"/>
                <a:gd name="T10" fmla="*/ 119 w 185"/>
                <a:gd name="T11" fmla="*/ 93 h 186"/>
                <a:gd name="T12" fmla="*/ 93 w 185"/>
                <a:gd name="T13" fmla="*/ 120 h 186"/>
                <a:gd name="T14" fmla="*/ 66 w 185"/>
                <a:gd name="T15" fmla="*/ 93 h 186"/>
                <a:gd name="T16" fmla="*/ 93 w 185"/>
                <a:gd name="T17" fmla="*/ 66 h 186"/>
                <a:gd name="T18" fmla="*/ 119 w 185"/>
                <a:gd name="T19" fmla="*/ 93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5" h="186">
                  <a:moveTo>
                    <a:pt x="93" y="0"/>
                  </a:moveTo>
                  <a:cubicBezTo>
                    <a:pt x="41" y="0"/>
                    <a:pt x="0" y="42"/>
                    <a:pt x="0" y="93"/>
                  </a:cubicBezTo>
                  <a:cubicBezTo>
                    <a:pt x="0" y="144"/>
                    <a:pt x="41" y="186"/>
                    <a:pt x="93" y="186"/>
                  </a:cubicBezTo>
                  <a:cubicBezTo>
                    <a:pt x="144" y="186"/>
                    <a:pt x="185" y="144"/>
                    <a:pt x="185" y="93"/>
                  </a:cubicBezTo>
                  <a:cubicBezTo>
                    <a:pt x="185" y="42"/>
                    <a:pt x="144" y="0"/>
                    <a:pt x="93" y="0"/>
                  </a:cubicBezTo>
                  <a:close/>
                  <a:moveTo>
                    <a:pt x="119" y="93"/>
                  </a:moveTo>
                  <a:cubicBezTo>
                    <a:pt x="93" y="120"/>
                    <a:pt x="93" y="120"/>
                    <a:pt x="93" y="120"/>
                  </a:cubicBezTo>
                  <a:cubicBezTo>
                    <a:pt x="66" y="93"/>
                    <a:pt x="66" y="93"/>
                    <a:pt x="66" y="93"/>
                  </a:cubicBezTo>
                  <a:cubicBezTo>
                    <a:pt x="93" y="66"/>
                    <a:pt x="93" y="66"/>
                    <a:pt x="93" y="66"/>
                  </a:cubicBezTo>
                  <a:lnTo>
                    <a:pt x="119" y="9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92"/>
            <p:cNvSpPr>
              <a:spLocks noEditPoints="1"/>
            </p:cNvSpPr>
            <p:nvPr/>
          </p:nvSpPr>
          <p:spPr bwMode="auto">
            <a:xfrm>
              <a:off x="9247189" y="2424112"/>
              <a:ext cx="295275" cy="295275"/>
            </a:xfrm>
            <a:custGeom>
              <a:avLst/>
              <a:gdLst>
                <a:gd name="T0" fmla="*/ 92 w 185"/>
                <a:gd name="T1" fmla="*/ 0 h 186"/>
                <a:gd name="T2" fmla="*/ 0 w 185"/>
                <a:gd name="T3" fmla="*/ 93 h 186"/>
                <a:gd name="T4" fmla="*/ 92 w 185"/>
                <a:gd name="T5" fmla="*/ 186 h 186"/>
                <a:gd name="T6" fmla="*/ 185 w 185"/>
                <a:gd name="T7" fmla="*/ 93 h 186"/>
                <a:gd name="T8" fmla="*/ 92 w 185"/>
                <a:gd name="T9" fmla="*/ 0 h 186"/>
                <a:gd name="T10" fmla="*/ 119 w 185"/>
                <a:gd name="T11" fmla="*/ 93 h 186"/>
                <a:gd name="T12" fmla="*/ 92 w 185"/>
                <a:gd name="T13" fmla="*/ 120 h 186"/>
                <a:gd name="T14" fmla="*/ 66 w 185"/>
                <a:gd name="T15" fmla="*/ 93 h 186"/>
                <a:gd name="T16" fmla="*/ 92 w 185"/>
                <a:gd name="T17" fmla="*/ 66 h 186"/>
                <a:gd name="T18" fmla="*/ 119 w 185"/>
                <a:gd name="T19" fmla="*/ 93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5" h="186">
                  <a:moveTo>
                    <a:pt x="92" y="0"/>
                  </a:moveTo>
                  <a:cubicBezTo>
                    <a:pt x="41" y="0"/>
                    <a:pt x="0" y="42"/>
                    <a:pt x="0" y="93"/>
                  </a:cubicBezTo>
                  <a:cubicBezTo>
                    <a:pt x="0" y="144"/>
                    <a:pt x="41" y="186"/>
                    <a:pt x="92" y="186"/>
                  </a:cubicBezTo>
                  <a:cubicBezTo>
                    <a:pt x="144" y="186"/>
                    <a:pt x="185" y="144"/>
                    <a:pt x="185" y="93"/>
                  </a:cubicBezTo>
                  <a:cubicBezTo>
                    <a:pt x="185" y="42"/>
                    <a:pt x="144" y="0"/>
                    <a:pt x="92" y="0"/>
                  </a:cubicBezTo>
                  <a:close/>
                  <a:moveTo>
                    <a:pt x="119" y="93"/>
                  </a:moveTo>
                  <a:cubicBezTo>
                    <a:pt x="92" y="120"/>
                    <a:pt x="92" y="120"/>
                    <a:pt x="92" y="120"/>
                  </a:cubicBezTo>
                  <a:cubicBezTo>
                    <a:pt x="66" y="93"/>
                    <a:pt x="66" y="93"/>
                    <a:pt x="66" y="93"/>
                  </a:cubicBezTo>
                  <a:cubicBezTo>
                    <a:pt x="92" y="66"/>
                    <a:pt x="92" y="66"/>
                    <a:pt x="92" y="66"/>
                  </a:cubicBezTo>
                  <a:lnTo>
                    <a:pt x="119" y="9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93"/>
            <p:cNvSpPr>
              <a:spLocks noEditPoints="1"/>
            </p:cNvSpPr>
            <p:nvPr/>
          </p:nvSpPr>
          <p:spPr bwMode="auto">
            <a:xfrm>
              <a:off x="9685339" y="2424112"/>
              <a:ext cx="293688" cy="295275"/>
            </a:xfrm>
            <a:custGeom>
              <a:avLst/>
              <a:gdLst>
                <a:gd name="T0" fmla="*/ 92 w 185"/>
                <a:gd name="T1" fmla="*/ 0 h 186"/>
                <a:gd name="T2" fmla="*/ 0 w 185"/>
                <a:gd name="T3" fmla="*/ 93 h 186"/>
                <a:gd name="T4" fmla="*/ 92 w 185"/>
                <a:gd name="T5" fmla="*/ 186 h 186"/>
                <a:gd name="T6" fmla="*/ 185 w 185"/>
                <a:gd name="T7" fmla="*/ 93 h 186"/>
                <a:gd name="T8" fmla="*/ 92 w 185"/>
                <a:gd name="T9" fmla="*/ 0 h 186"/>
                <a:gd name="T10" fmla="*/ 119 w 185"/>
                <a:gd name="T11" fmla="*/ 93 h 186"/>
                <a:gd name="T12" fmla="*/ 92 w 185"/>
                <a:gd name="T13" fmla="*/ 120 h 186"/>
                <a:gd name="T14" fmla="*/ 65 w 185"/>
                <a:gd name="T15" fmla="*/ 93 h 186"/>
                <a:gd name="T16" fmla="*/ 92 w 185"/>
                <a:gd name="T17" fmla="*/ 66 h 186"/>
                <a:gd name="T18" fmla="*/ 119 w 185"/>
                <a:gd name="T19" fmla="*/ 93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5" h="186">
                  <a:moveTo>
                    <a:pt x="92" y="0"/>
                  </a:moveTo>
                  <a:cubicBezTo>
                    <a:pt x="41" y="0"/>
                    <a:pt x="0" y="42"/>
                    <a:pt x="0" y="93"/>
                  </a:cubicBezTo>
                  <a:cubicBezTo>
                    <a:pt x="0" y="144"/>
                    <a:pt x="41" y="186"/>
                    <a:pt x="92" y="186"/>
                  </a:cubicBezTo>
                  <a:cubicBezTo>
                    <a:pt x="144" y="186"/>
                    <a:pt x="185" y="144"/>
                    <a:pt x="185" y="93"/>
                  </a:cubicBezTo>
                  <a:cubicBezTo>
                    <a:pt x="185" y="42"/>
                    <a:pt x="144" y="0"/>
                    <a:pt x="92" y="0"/>
                  </a:cubicBezTo>
                  <a:close/>
                  <a:moveTo>
                    <a:pt x="119" y="93"/>
                  </a:moveTo>
                  <a:cubicBezTo>
                    <a:pt x="92" y="120"/>
                    <a:pt x="92" y="120"/>
                    <a:pt x="92" y="120"/>
                  </a:cubicBezTo>
                  <a:cubicBezTo>
                    <a:pt x="65" y="93"/>
                    <a:pt x="65" y="93"/>
                    <a:pt x="65" y="93"/>
                  </a:cubicBezTo>
                  <a:cubicBezTo>
                    <a:pt x="92" y="66"/>
                    <a:pt x="92" y="66"/>
                    <a:pt x="92" y="66"/>
                  </a:cubicBezTo>
                  <a:lnTo>
                    <a:pt x="119" y="9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94"/>
            <p:cNvSpPr>
              <a:spLocks/>
            </p:cNvSpPr>
            <p:nvPr/>
          </p:nvSpPr>
          <p:spPr bwMode="auto">
            <a:xfrm>
              <a:off x="8216901" y="779462"/>
              <a:ext cx="490538" cy="1368425"/>
            </a:xfrm>
            <a:custGeom>
              <a:avLst/>
              <a:gdLst>
                <a:gd name="T0" fmla="*/ 150 w 308"/>
                <a:gd name="T1" fmla="*/ 497 h 858"/>
                <a:gd name="T2" fmla="*/ 113 w 308"/>
                <a:gd name="T3" fmla="*/ 289 h 858"/>
                <a:gd name="T4" fmla="*/ 141 w 308"/>
                <a:gd name="T5" fmla="*/ 212 h 858"/>
                <a:gd name="T6" fmla="*/ 118 w 308"/>
                <a:gd name="T7" fmla="*/ 197 h 858"/>
                <a:gd name="T8" fmla="*/ 124 w 308"/>
                <a:gd name="T9" fmla="*/ 188 h 858"/>
                <a:gd name="T10" fmla="*/ 148 w 308"/>
                <a:gd name="T11" fmla="*/ 203 h 858"/>
                <a:gd name="T12" fmla="*/ 153 w 308"/>
                <a:gd name="T13" fmla="*/ 197 h 858"/>
                <a:gd name="T14" fmla="*/ 114 w 308"/>
                <a:gd name="T15" fmla="*/ 160 h 858"/>
                <a:gd name="T16" fmla="*/ 121 w 308"/>
                <a:gd name="T17" fmla="*/ 152 h 858"/>
                <a:gd name="T18" fmla="*/ 160 w 308"/>
                <a:gd name="T19" fmla="*/ 189 h 858"/>
                <a:gd name="T20" fmla="*/ 165 w 308"/>
                <a:gd name="T21" fmla="*/ 184 h 858"/>
                <a:gd name="T22" fmla="*/ 148 w 308"/>
                <a:gd name="T23" fmla="*/ 163 h 858"/>
                <a:gd name="T24" fmla="*/ 156 w 308"/>
                <a:gd name="T25" fmla="*/ 156 h 858"/>
                <a:gd name="T26" fmla="*/ 173 w 308"/>
                <a:gd name="T27" fmla="*/ 177 h 858"/>
                <a:gd name="T28" fmla="*/ 211 w 308"/>
                <a:gd name="T29" fmla="*/ 153 h 858"/>
                <a:gd name="T30" fmla="*/ 291 w 308"/>
                <a:gd name="T31" fmla="*/ 132 h 858"/>
                <a:gd name="T32" fmla="*/ 291 w 308"/>
                <a:gd name="T33" fmla="*/ 132 h 858"/>
                <a:gd name="T34" fmla="*/ 308 w 308"/>
                <a:gd name="T35" fmla="*/ 132 h 858"/>
                <a:gd name="T36" fmla="*/ 0 w 308"/>
                <a:gd name="T37" fmla="*/ 185 h 858"/>
                <a:gd name="T38" fmla="*/ 65 w 308"/>
                <a:gd name="T39" fmla="*/ 659 h 858"/>
                <a:gd name="T40" fmla="*/ 150 w 308"/>
                <a:gd name="T41" fmla="*/ 497 h 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8" h="858">
                  <a:moveTo>
                    <a:pt x="150" y="497"/>
                  </a:moveTo>
                  <a:cubicBezTo>
                    <a:pt x="126" y="440"/>
                    <a:pt x="103" y="363"/>
                    <a:pt x="113" y="289"/>
                  </a:cubicBezTo>
                  <a:cubicBezTo>
                    <a:pt x="118" y="257"/>
                    <a:pt x="128" y="232"/>
                    <a:pt x="141" y="212"/>
                  </a:cubicBezTo>
                  <a:cubicBezTo>
                    <a:pt x="118" y="197"/>
                    <a:pt x="118" y="197"/>
                    <a:pt x="118" y="197"/>
                  </a:cubicBezTo>
                  <a:cubicBezTo>
                    <a:pt x="124" y="188"/>
                    <a:pt x="124" y="188"/>
                    <a:pt x="124" y="188"/>
                  </a:cubicBezTo>
                  <a:cubicBezTo>
                    <a:pt x="148" y="203"/>
                    <a:pt x="148" y="203"/>
                    <a:pt x="148" y="203"/>
                  </a:cubicBezTo>
                  <a:cubicBezTo>
                    <a:pt x="149" y="201"/>
                    <a:pt x="151" y="199"/>
                    <a:pt x="153" y="197"/>
                  </a:cubicBezTo>
                  <a:cubicBezTo>
                    <a:pt x="114" y="160"/>
                    <a:pt x="114" y="160"/>
                    <a:pt x="114" y="160"/>
                  </a:cubicBezTo>
                  <a:cubicBezTo>
                    <a:pt x="121" y="152"/>
                    <a:pt x="121" y="152"/>
                    <a:pt x="121" y="152"/>
                  </a:cubicBezTo>
                  <a:cubicBezTo>
                    <a:pt x="160" y="189"/>
                    <a:pt x="160" y="189"/>
                    <a:pt x="160" y="189"/>
                  </a:cubicBezTo>
                  <a:cubicBezTo>
                    <a:pt x="161" y="188"/>
                    <a:pt x="163" y="186"/>
                    <a:pt x="165" y="184"/>
                  </a:cubicBezTo>
                  <a:cubicBezTo>
                    <a:pt x="148" y="163"/>
                    <a:pt x="148" y="163"/>
                    <a:pt x="148" y="163"/>
                  </a:cubicBezTo>
                  <a:cubicBezTo>
                    <a:pt x="156" y="156"/>
                    <a:pt x="156" y="156"/>
                    <a:pt x="156" y="156"/>
                  </a:cubicBezTo>
                  <a:cubicBezTo>
                    <a:pt x="173" y="177"/>
                    <a:pt x="173" y="177"/>
                    <a:pt x="173" y="177"/>
                  </a:cubicBezTo>
                  <a:cubicBezTo>
                    <a:pt x="185" y="167"/>
                    <a:pt x="199" y="159"/>
                    <a:pt x="211" y="153"/>
                  </a:cubicBezTo>
                  <a:cubicBezTo>
                    <a:pt x="251" y="133"/>
                    <a:pt x="289" y="132"/>
                    <a:pt x="291" y="132"/>
                  </a:cubicBezTo>
                  <a:cubicBezTo>
                    <a:pt x="291" y="132"/>
                    <a:pt x="291" y="132"/>
                    <a:pt x="291" y="132"/>
                  </a:cubicBezTo>
                  <a:cubicBezTo>
                    <a:pt x="308" y="132"/>
                    <a:pt x="308" y="132"/>
                    <a:pt x="308" y="132"/>
                  </a:cubicBezTo>
                  <a:cubicBezTo>
                    <a:pt x="219" y="102"/>
                    <a:pt x="0" y="0"/>
                    <a:pt x="0" y="185"/>
                  </a:cubicBezTo>
                  <a:cubicBezTo>
                    <a:pt x="0" y="414"/>
                    <a:pt x="65" y="436"/>
                    <a:pt x="65" y="659"/>
                  </a:cubicBezTo>
                  <a:cubicBezTo>
                    <a:pt x="65" y="858"/>
                    <a:pt x="135" y="566"/>
                    <a:pt x="150" y="49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95"/>
            <p:cNvSpPr>
              <a:spLocks noEditPoints="1"/>
            </p:cNvSpPr>
            <p:nvPr/>
          </p:nvSpPr>
          <p:spPr bwMode="auto">
            <a:xfrm>
              <a:off x="8408989" y="441325"/>
              <a:ext cx="1897063" cy="1254125"/>
            </a:xfrm>
            <a:custGeom>
              <a:avLst/>
              <a:gdLst>
                <a:gd name="T0" fmla="*/ 846 w 1190"/>
                <a:gd name="T1" fmla="*/ 778 h 787"/>
                <a:gd name="T2" fmla="*/ 929 w 1190"/>
                <a:gd name="T3" fmla="*/ 669 h 787"/>
                <a:gd name="T4" fmla="*/ 972 w 1190"/>
                <a:gd name="T5" fmla="*/ 532 h 787"/>
                <a:gd name="T6" fmla="*/ 893 w 1190"/>
                <a:gd name="T7" fmla="*/ 324 h 787"/>
                <a:gd name="T8" fmla="*/ 909 w 1190"/>
                <a:gd name="T9" fmla="*/ 305 h 787"/>
                <a:gd name="T10" fmla="*/ 979 w 1190"/>
                <a:gd name="T11" fmla="*/ 474 h 787"/>
                <a:gd name="T12" fmla="*/ 1068 w 1190"/>
                <a:gd name="T13" fmla="*/ 501 h 787"/>
                <a:gd name="T14" fmla="*/ 1077 w 1190"/>
                <a:gd name="T15" fmla="*/ 476 h 787"/>
                <a:gd name="T16" fmla="*/ 1016 w 1190"/>
                <a:gd name="T17" fmla="*/ 457 h 787"/>
                <a:gd name="T18" fmla="*/ 1020 w 1190"/>
                <a:gd name="T19" fmla="*/ 445 h 787"/>
                <a:gd name="T20" fmla="*/ 1082 w 1190"/>
                <a:gd name="T21" fmla="*/ 464 h 787"/>
                <a:gd name="T22" fmla="*/ 1190 w 1190"/>
                <a:gd name="T23" fmla="*/ 168 h 787"/>
                <a:gd name="T24" fmla="*/ 1144 w 1190"/>
                <a:gd name="T25" fmla="*/ 96 h 787"/>
                <a:gd name="T26" fmla="*/ 1057 w 1190"/>
                <a:gd name="T27" fmla="*/ 45 h 787"/>
                <a:gd name="T28" fmla="*/ 664 w 1190"/>
                <a:gd name="T29" fmla="*/ 369 h 787"/>
                <a:gd name="T30" fmla="*/ 170 w 1190"/>
                <a:gd name="T31" fmla="*/ 369 h 787"/>
                <a:gd name="T32" fmla="*/ 16 w 1190"/>
                <a:gd name="T33" fmla="*/ 505 h 787"/>
                <a:gd name="T34" fmla="*/ 90 w 1190"/>
                <a:gd name="T35" fmla="*/ 778 h 787"/>
                <a:gd name="T36" fmla="*/ 229 w 1190"/>
                <a:gd name="T37" fmla="*/ 778 h 787"/>
                <a:gd name="T38" fmla="*/ 229 w 1190"/>
                <a:gd name="T39" fmla="*/ 787 h 787"/>
                <a:gd name="T40" fmla="*/ 728 w 1190"/>
                <a:gd name="T41" fmla="*/ 787 h 787"/>
                <a:gd name="T42" fmla="*/ 728 w 1190"/>
                <a:gd name="T43" fmla="*/ 778 h 787"/>
                <a:gd name="T44" fmla="*/ 846 w 1190"/>
                <a:gd name="T45" fmla="*/ 778 h 787"/>
                <a:gd name="T46" fmla="*/ 1079 w 1190"/>
                <a:gd name="T47" fmla="*/ 181 h 787"/>
                <a:gd name="T48" fmla="*/ 1110 w 1190"/>
                <a:gd name="T49" fmla="*/ 213 h 787"/>
                <a:gd name="T50" fmla="*/ 1079 w 1190"/>
                <a:gd name="T51" fmla="*/ 244 h 787"/>
                <a:gd name="T52" fmla="*/ 1048 w 1190"/>
                <a:gd name="T53" fmla="*/ 213 h 787"/>
                <a:gd name="T54" fmla="*/ 1079 w 1190"/>
                <a:gd name="T55" fmla="*/ 181 h 787"/>
                <a:gd name="T56" fmla="*/ 614 w 1190"/>
                <a:gd name="T57" fmla="*/ 732 h 787"/>
                <a:gd name="T58" fmla="*/ 335 w 1190"/>
                <a:gd name="T59" fmla="*/ 732 h 787"/>
                <a:gd name="T60" fmla="*/ 335 w 1190"/>
                <a:gd name="T61" fmla="*/ 718 h 787"/>
                <a:gd name="T62" fmla="*/ 585 w 1190"/>
                <a:gd name="T63" fmla="*/ 718 h 787"/>
                <a:gd name="T64" fmla="*/ 585 w 1190"/>
                <a:gd name="T65" fmla="*/ 472 h 787"/>
                <a:gd name="T66" fmla="*/ 599 w 1190"/>
                <a:gd name="T67" fmla="*/ 472 h 787"/>
                <a:gd name="T68" fmla="*/ 599 w 1190"/>
                <a:gd name="T69" fmla="*/ 718 h 787"/>
                <a:gd name="T70" fmla="*/ 614 w 1190"/>
                <a:gd name="T71" fmla="*/ 718 h 787"/>
                <a:gd name="T72" fmla="*/ 614 w 1190"/>
                <a:gd name="T73" fmla="*/ 732 h 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90" h="787">
                  <a:moveTo>
                    <a:pt x="846" y="778"/>
                  </a:moveTo>
                  <a:cubicBezTo>
                    <a:pt x="929" y="669"/>
                    <a:pt x="929" y="669"/>
                    <a:pt x="929" y="669"/>
                  </a:cubicBezTo>
                  <a:cubicBezTo>
                    <a:pt x="972" y="532"/>
                    <a:pt x="972" y="532"/>
                    <a:pt x="972" y="532"/>
                  </a:cubicBezTo>
                  <a:cubicBezTo>
                    <a:pt x="893" y="324"/>
                    <a:pt x="893" y="324"/>
                    <a:pt x="893" y="324"/>
                  </a:cubicBezTo>
                  <a:cubicBezTo>
                    <a:pt x="909" y="305"/>
                    <a:pt x="909" y="305"/>
                    <a:pt x="909" y="305"/>
                  </a:cubicBezTo>
                  <a:cubicBezTo>
                    <a:pt x="979" y="474"/>
                    <a:pt x="979" y="474"/>
                    <a:pt x="979" y="474"/>
                  </a:cubicBezTo>
                  <a:cubicBezTo>
                    <a:pt x="1068" y="501"/>
                    <a:pt x="1068" y="501"/>
                    <a:pt x="1068" y="501"/>
                  </a:cubicBezTo>
                  <a:cubicBezTo>
                    <a:pt x="1077" y="476"/>
                    <a:pt x="1077" y="476"/>
                    <a:pt x="1077" y="476"/>
                  </a:cubicBezTo>
                  <a:cubicBezTo>
                    <a:pt x="1016" y="457"/>
                    <a:pt x="1016" y="457"/>
                    <a:pt x="1016" y="457"/>
                  </a:cubicBezTo>
                  <a:cubicBezTo>
                    <a:pt x="1020" y="445"/>
                    <a:pt x="1020" y="445"/>
                    <a:pt x="1020" y="445"/>
                  </a:cubicBezTo>
                  <a:cubicBezTo>
                    <a:pt x="1082" y="464"/>
                    <a:pt x="1082" y="464"/>
                    <a:pt x="1082" y="464"/>
                  </a:cubicBezTo>
                  <a:cubicBezTo>
                    <a:pt x="1190" y="168"/>
                    <a:pt x="1190" y="168"/>
                    <a:pt x="1190" y="168"/>
                  </a:cubicBezTo>
                  <a:cubicBezTo>
                    <a:pt x="1144" y="96"/>
                    <a:pt x="1144" y="96"/>
                    <a:pt x="1144" y="96"/>
                  </a:cubicBezTo>
                  <a:cubicBezTo>
                    <a:pt x="1057" y="45"/>
                    <a:pt x="1057" y="45"/>
                    <a:pt x="1057" y="45"/>
                  </a:cubicBezTo>
                  <a:cubicBezTo>
                    <a:pt x="1057" y="45"/>
                    <a:pt x="798" y="0"/>
                    <a:pt x="664" y="369"/>
                  </a:cubicBezTo>
                  <a:cubicBezTo>
                    <a:pt x="170" y="369"/>
                    <a:pt x="170" y="369"/>
                    <a:pt x="170" y="369"/>
                  </a:cubicBezTo>
                  <a:cubicBezTo>
                    <a:pt x="170" y="369"/>
                    <a:pt x="34" y="373"/>
                    <a:pt x="16" y="505"/>
                  </a:cubicBezTo>
                  <a:cubicBezTo>
                    <a:pt x="0" y="618"/>
                    <a:pt x="70" y="744"/>
                    <a:pt x="90" y="778"/>
                  </a:cubicBezTo>
                  <a:cubicBezTo>
                    <a:pt x="229" y="778"/>
                    <a:pt x="229" y="778"/>
                    <a:pt x="229" y="778"/>
                  </a:cubicBezTo>
                  <a:cubicBezTo>
                    <a:pt x="229" y="787"/>
                    <a:pt x="229" y="787"/>
                    <a:pt x="229" y="787"/>
                  </a:cubicBezTo>
                  <a:cubicBezTo>
                    <a:pt x="728" y="787"/>
                    <a:pt x="728" y="787"/>
                    <a:pt x="728" y="787"/>
                  </a:cubicBezTo>
                  <a:cubicBezTo>
                    <a:pt x="728" y="778"/>
                    <a:pt x="728" y="778"/>
                    <a:pt x="728" y="778"/>
                  </a:cubicBezTo>
                  <a:lnTo>
                    <a:pt x="846" y="778"/>
                  </a:lnTo>
                  <a:close/>
                  <a:moveTo>
                    <a:pt x="1079" y="181"/>
                  </a:moveTo>
                  <a:cubicBezTo>
                    <a:pt x="1096" y="181"/>
                    <a:pt x="1110" y="195"/>
                    <a:pt x="1110" y="213"/>
                  </a:cubicBezTo>
                  <a:cubicBezTo>
                    <a:pt x="1110" y="230"/>
                    <a:pt x="1096" y="244"/>
                    <a:pt x="1079" y="244"/>
                  </a:cubicBezTo>
                  <a:cubicBezTo>
                    <a:pt x="1062" y="244"/>
                    <a:pt x="1048" y="230"/>
                    <a:pt x="1048" y="213"/>
                  </a:cubicBezTo>
                  <a:cubicBezTo>
                    <a:pt x="1048" y="195"/>
                    <a:pt x="1062" y="181"/>
                    <a:pt x="1079" y="181"/>
                  </a:cubicBezTo>
                  <a:close/>
                  <a:moveTo>
                    <a:pt x="614" y="732"/>
                  </a:moveTo>
                  <a:cubicBezTo>
                    <a:pt x="335" y="732"/>
                    <a:pt x="335" y="732"/>
                    <a:pt x="335" y="732"/>
                  </a:cubicBezTo>
                  <a:cubicBezTo>
                    <a:pt x="335" y="718"/>
                    <a:pt x="335" y="718"/>
                    <a:pt x="335" y="718"/>
                  </a:cubicBezTo>
                  <a:cubicBezTo>
                    <a:pt x="585" y="718"/>
                    <a:pt x="585" y="718"/>
                    <a:pt x="585" y="718"/>
                  </a:cubicBezTo>
                  <a:cubicBezTo>
                    <a:pt x="585" y="472"/>
                    <a:pt x="585" y="472"/>
                    <a:pt x="585" y="472"/>
                  </a:cubicBezTo>
                  <a:cubicBezTo>
                    <a:pt x="599" y="472"/>
                    <a:pt x="599" y="472"/>
                    <a:pt x="599" y="472"/>
                  </a:cubicBezTo>
                  <a:cubicBezTo>
                    <a:pt x="599" y="718"/>
                    <a:pt x="599" y="718"/>
                    <a:pt x="599" y="718"/>
                  </a:cubicBezTo>
                  <a:cubicBezTo>
                    <a:pt x="614" y="718"/>
                    <a:pt x="614" y="718"/>
                    <a:pt x="614" y="718"/>
                  </a:cubicBezTo>
                  <a:lnTo>
                    <a:pt x="614" y="7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96"/>
            <p:cNvSpPr>
              <a:spLocks noEditPoints="1"/>
            </p:cNvSpPr>
            <p:nvPr/>
          </p:nvSpPr>
          <p:spPr bwMode="auto">
            <a:xfrm>
              <a:off x="9093201" y="1724025"/>
              <a:ext cx="149225" cy="569912"/>
            </a:xfrm>
            <a:custGeom>
              <a:avLst/>
              <a:gdLst>
                <a:gd name="T0" fmla="*/ 94 w 94"/>
                <a:gd name="T1" fmla="*/ 359 h 359"/>
                <a:gd name="T2" fmla="*/ 94 w 94"/>
                <a:gd name="T3" fmla="*/ 0 h 359"/>
                <a:gd name="T4" fmla="*/ 82 w 94"/>
                <a:gd name="T5" fmla="*/ 0 h 359"/>
                <a:gd name="T6" fmla="*/ 82 w 94"/>
                <a:gd name="T7" fmla="*/ 19 h 359"/>
                <a:gd name="T8" fmla="*/ 12 w 94"/>
                <a:gd name="T9" fmla="*/ 19 h 359"/>
                <a:gd name="T10" fmla="*/ 12 w 94"/>
                <a:gd name="T11" fmla="*/ 0 h 359"/>
                <a:gd name="T12" fmla="*/ 0 w 94"/>
                <a:gd name="T13" fmla="*/ 0 h 359"/>
                <a:gd name="T14" fmla="*/ 0 w 94"/>
                <a:gd name="T15" fmla="*/ 359 h 359"/>
                <a:gd name="T16" fmla="*/ 12 w 94"/>
                <a:gd name="T17" fmla="*/ 359 h 359"/>
                <a:gd name="T18" fmla="*/ 12 w 94"/>
                <a:gd name="T19" fmla="*/ 327 h 359"/>
                <a:gd name="T20" fmla="*/ 82 w 94"/>
                <a:gd name="T21" fmla="*/ 327 h 359"/>
                <a:gd name="T22" fmla="*/ 82 w 94"/>
                <a:gd name="T23" fmla="*/ 359 h 359"/>
                <a:gd name="T24" fmla="*/ 94 w 94"/>
                <a:gd name="T25" fmla="*/ 359 h 359"/>
                <a:gd name="T26" fmla="*/ 82 w 94"/>
                <a:gd name="T27" fmla="*/ 129 h 359"/>
                <a:gd name="T28" fmla="*/ 82 w 94"/>
                <a:gd name="T29" fmla="*/ 167 h 359"/>
                <a:gd name="T30" fmla="*/ 12 w 94"/>
                <a:gd name="T31" fmla="*/ 167 h 359"/>
                <a:gd name="T32" fmla="*/ 12 w 94"/>
                <a:gd name="T33" fmla="*/ 129 h 359"/>
                <a:gd name="T34" fmla="*/ 82 w 94"/>
                <a:gd name="T35" fmla="*/ 129 h 359"/>
                <a:gd name="T36" fmla="*/ 12 w 94"/>
                <a:gd name="T37" fmla="*/ 117 h 359"/>
                <a:gd name="T38" fmla="*/ 12 w 94"/>
                <a:gd name="T39" fmla="*/ 80 h 359"/>
                <a:gd name="T40" fmla="*/ 82 w 94"/>
                <a:gd name="T41" fmla="*/ 80 h 359"/>
                <a:gd name="T42" fmla="*/ 82 w 94"/>
                <a:gd name="T43" fmla="*/ 117 h 359"/>
                <a:gd name="T44" fmla="*/ 12 w 94"/>
                <a:gd name="T45" fmla="*/ 117 h 359"/>
                <a:gd name="T46" fmla="*/ 82 w 94"/>
                <a:gd name="T47" fmla="*/ 179 h 359"/>
                <a:gd name="T48" fmla="*/ 82 w 94"/>
                <a:gd name="T49" fmla="*/ 216 h 359"/>
                <a:gd name="T50" fmla="*/ 12 w 94"/>
                <a:gd name="T51" fmla="*/ 216 h 359"/>
                <a:gd name="T52" fmla="*/ 12 w 94"/>
                <a:gd name="T53" fmla="*/ 179 h 359"/>
                <a:gd name="T54" fmla="*/ 82 w 94"/>
                <a:gd name="T55" fmla="*/ 179 h 359"/>
                <a:gd name="T56" fmla="*/ 82 w 94"/>
                <a:gd name="T57" fmla="*/ 228 h 359"/>
                <a:gd name="T58" fmla="*/ 82 w 94"/>
                <a:gd name="T59" fmla="*/ 266 h 359"/>
                <a:gd name="T60" fmla="*/ 12 w 94"/>
                <a:gd name="T61" fmla="*/ 266 h 359"/>
                <a:gd name="T62" fmla="*/ 12 w 94"/>
                <a:gd name="T63" fmla="*/ 228 h 359"/>
                <a:gd name="T64" fmla="*/ 82 w 94"/>
                <a:gd name="T65" fmla="*/ 228 h 359"/>
                <a:gd name="T66" fmla="*/ 82 w 94"/>
                <a:gd name="T67" fmla="*/ 31 h 359"/>
                <a:gd name="T68" fmla="*/ 82 w 94"/>
                <a:gd name="T69" fmla="*/ 68 h 359"/>
                <a:gd name="T70" fmla="*/ 12 w 94"/>
                <a:gd name="T71" fmla="*/ 68 h 359"/>
                <a:gd name="T72" fmla="*/ 12 w 94"/>
                <a:gd name="T73" fmla="*/ 31 h 359"/>
                <a:gd name="T74" fmla="*/ 82 w 94"/>
                <a:gd name="T75" fmla="*/ 31 h 359"/>
                <a:gd name="T76" fmla="*/ 12 w 94"/>
                <a:gd name="T77" fmla="*/ 315 h 359"/>
                <a:gd name="T78" fmla="*/ 12 w 94"/>
                <a:gd name="T79" fmla="*/ 278 h 359"/>
                <a:gd name="T80" fmla="*/ 82 w 94"/>
                <a:gd name="T81" fmla="*/ 278 h 359"/>
                <a:gd name="T82" fmla="*/ 82 w 94"/>
                <a:gd name="T83" fmla="*/ 315 h 359"/>
                <a:gd name="T84" fmla="*/ 12 w 94"/>
                <a:gd name="T85" fmla="*/ 315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4" h="359">
                  <a:moveTo>
                    <a:pt x="94" y="359"/>
                  </a:moveTo>
                  <a:lnTo>
                    <a:pt x="94" y="0"/>
                  </a:lnTo>
                  <a:lnTo>
                    <a:pt x="82" y="0"/>
                  </a:lnTo>
                  <a:lnTo>
                    <a:pt x="82" y="19"/>
                  </a:lnTo>
                  <a:lnTo>
                    <a:pt x="12" y="19"/>
                  </a:lnTo>
                  <a:lnTo>
                    <a:pt x="12" y="0"/>
                  </a:lnTo>
                  <a:lnTo>
                    <a:pt x="0" y="0"/>
                  </a:lnTo>
                  <a:lnTo>
                    <a:pt x="0" y="359"/>
                  </a:lnTo>
                  <a:lnTo>
                    <a:pt x="12" y="359"/>
                  </a:lnTo>
                  <a:lnTo>
                    <a:pt x="12" y="327"/>
                  </a:lnTo>
                  <a:lnTo>
                    <a:pt x="82" y="327"/>
                  </a:lnTo>
                  <a:lnTo>
                    <a:pt x="82" y="359"/>
                  </a:lnTo>
                  <a:lnTo>
                    <a:pt x="94" y="359"/>
                  </a:lnTo>
                  <a:close/>
                  <a:moveTo>
                    <a:pt x="82" y="129"/>
                  </a:moveTo>
                  <a:lnTo>
                    <a:pt x="82" y="167"/>
                  </a:lnTo>
                  <a:lnTo>
                    <a:pt x="12" y="167"/>
                  </a:lnTo>
                  <a:lnTo>
                    <a:pt x="12" y="129"/>
                  </a:lnTo>
                  <a:lnTo>
                    <a:pt x="82" y="129"/>
                  </a:lnTo>
                  <a:close/>
                  <a:moveTo>
                    <a:pt x="12" y="117"/>
                  </a:moveTo>
                  <a:lnTo>
                    <a:pt x="12" y="80"/>
                  </a:lnTo>
                  <a:lnTo>
                    <a:pt x="82" y="80"/>
                  </a:lnTo>
                  <a:lnTo>
                    <a:pt x="82" y="117"/>
                  </a:lnTo>
                  <a:lnTo>
                    <a:pt x="12" y="117"/>
                  </a:lnTo>
                  <a:close/>
                  <a:moveTo>
                    <a:pt x="82" y="179"/>
                  </a:moveTo>
                  <a:lnTo>
                    <a:pt x="82" y="216"/>
                  </a:lnTo>
                  <a:lnTo>
                    <a:pt x="12" y="216"/>
                  </a:lnTo>
                  <a:lnTo>
                    <a:pt x="12" y="179"/>
                  </a:lnTo>
                  <a:lnTo>
                    <a:pt x="82" y="179"/>
                  </a:lnTo>
                  <a:close/>
                  <a:moveTo>
                    <a:pt x="82" y="228"/>
                  </a:moveTo>
                  <a:lnTo>
                    <a:pt x="82" y="266"/>
                  </a:lnTo>
                  <a:lnTo>
                    <a:pt x="12" y="266"/>
                  </a:lnTo>
                  <a:lnTo>
                    <a:pt x="12" y="228"/>
                  </a:lnTo>
                  <a:lnTo>
                    <a:pt x="82" y="228"/>
                  </a:lnTo>
                  <a:close/>
                  <a:moveTo>
                    <a:pt x="82" y="31"/>
                  </a:moveTo>
                  <a:lnTo>
                    <a:pt x="82" y="68"/>
                  </a:lnTo>
                  <a:lnTo>
                    <a:pt x="12" y="68"/>
                  </a:lnTo>
                  <a:lnTo>
                    <a:pt x="12" y="31"/>
                  </a:lnTo>
                  <a:lnTo>
                    <a:pt x="82" y="31"/>
                  </a:lnTo>
                  <a:close/>
                  <a:moveTo>
                    <a:pt x="12" y="315"/>
                  </a:moveTo>
                  <a:lnTo>
                    <a:pt x="12" y="278"/>
                  </a:lnTo>
                  <a:lnTo>
                    <a:pt x="82" y="278"/>
                  </a:lnTo>
                  <a:lnTo>
                    <a:pt x="82" y="315"/>
                  </a:lnTo>
                  <a:lnTo>
                    <a:pt x="12" y="3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97"/>
            <p:cNvSpPr>
              <a:spLocks/>
            </p:cNvSpPr>
            <p:nvPr/>
          </p:nvSpPr>
          <p:spPr bwMode="auto">
            <a:xfrm>
              <a:off x="9812339" y="1931987"/>
              <a:ext cx="400050" cy="366712"/>
            </a:xfrm>
            <a:custGeom>
              <a:avLst/>
              <a:gdLst>
                <a:gd name="T0" fmla="*/ 167 w 251"/>
                <a:gd name="T1" fmla="*/ 49 h 230"/>
                <a:gd name="T2" fmla="*/ 177 w 251"/>
                <a:gd name="T3" fmla="*/ 71 h 230"/>
                <a:gd name="T4" fmla="*/ 181 w 251"/>
                <a:gd name="T5" fmla="*/ 76 h 230"/>
                <a:gd name="T6" fmla="*/ 230 w 251"/>
                <a:gd name="T7" fmla="*/ 111 h 230"/>
                <a:gd name="T8" fmla="*/ 237 w 251"/>
                <a:gd name="T9" fmla="*/ 113 h 230"/>
                <a:gd name="T10" fmla="*/ 247 w 251"/>
                <a:gd name="T11" fmla="*/ 108 h 230"/>
                <a:gd name="T12" fmla="*/ 244 w 251"/>
                <a:gd name="T13" fmla="*/ 91 h 230"/>
                <a:gd name="T14" fmla="*/ 198 w 251"/>
                <a:gd name="T15" fmla="*/ 58 h 230"/>
                <a:gd name="T16" fmla="*/ 180 w 251"/>
                <a:gd name="T17" fmla="*/ 18 h 230"/>
                <a:gd name="T18" fmla="*/ 179 w 251"/>
                <a:gd name="T19" fmla="*/ 15 h 230"/>
                <a:gd name="T20" fmla="*/ 174 w 251"/>
                <a:gd name="T21" fmla="*/ 10 h 230"/>
                <a:gd name="T22" fmla="*/ 134 w 251"/>
                <a:gd name="T23" fmla="*/ 11 h 230"/>
                <a:gd name="T24" fmla="*/ 82 w 251"/>
                <a:gd name="T25" fmla="*/ 68 h 230"/>
                <a:gd name="T26" fmla="*/ 81 w 251"/>
                <a:gd name="T27" fmla="*/ 96 h 230"/>
                <a:gd name="T28" fmla="*/ 23 w 251"/>
                <a:gd name="T29" fmla="*/ 117 h 230"/>
                <a:gd name="T30" fmla="*/ 0 w 251"/>
                <a:gd name="T31" fmla="*/ 135 h 230"/>
                <a:gd name="T32" fmla="*/ 29 w 251"/>
                <a:gd name="T33" fmla="*/ 133 h 230"/>
                <a:gd name="T34" fmla="*/ 90 w 251"/>
                <a:gd name="T35" fmla="*/ 107 h 230"/>
                <a:gd name="T36" fmla="*/ 101 w 251"/>
                <a:gd name="T37" fmla="*/ 151 h 230"/>
                <a:gd name="T38" fmla="*/ 86 w 251"/>
                <a:gd name="T39" fmla="*/ 208 h 230"/>
                <a:gd name="T40" fmla="*/ 97 w 251"/>
                <a:gd name="T41" fmla="*/ 227 h 230"/>
                <a:gd name="T42" fmla="*/ 116 w 251"/>
                <a:gd name="T43" fmla="*/ 216 h 230"/>
                <a:gd name="T44" fmla="*/ 133 w 251"/>
                <a:gd name="T45" fmla="*/ 155 h 230"/>
                <a:gd name="T46" fmla="*/ 133 w 251"/>
                <a:gd name="T47" fmla="*/ 147 h 230"/>
                <a:gd name="T48" fmla="*/ 131 w 251"/>
                <a:gd name="T49" fmla="*/ 138 h 230"/>
                <a:gd name="T50" fmla="*/ 149 w 251"/>
                <a:gd name="T51" fmla="*/ 156 h 230"/>
                <a:gd name="T52" fmla="*/ 151 w 251"/>
                <a:gd name="T53" fmla="*/ 214 h 230"/>
                <a:gd name="T54" fmla="*/ 167 w 251"/>
                <a:gd name="T55" fmla="*/ 230 h 230"/>
                <a:gd name="T56" fmla="*/ 168 w 251"/>
                <a:gd name="T57" fmla="*/ 230 h 230"/>
                <a:gd name="T58" fmla="*/ 183 w 251"/>
                <a:gd name="T59" fmla="*/ 213 h 230"/>
                <a:gd name="T60" fmla="*/ 181 w 251"/>
                <a:gd name="T61" fmla="*/ 148 h 230"/>
                <a:gd name="T62" fmla="*/ 176 w 251"/>
                <a:gd name="T63" fmla="*/ 137 h 230"/>
                <a:gd name="T64" fmla="*/ 127 w 251"/>
                <a:gd name="T65" fmla="*/ 90 h 230"/>
                <a:gd name="T66" fmla="*/ 127 w 251"/>
                <a:gd name="T67" fmla="*/ 89 h 230"/>
                <a:gd name="T68" fmla="*/ 156 w 251"/>
                <a:gd name="T69" fmla="*/ 78 h 230"/>
                <a:gd name="T70" fmla="*/ 158 w 251"/>
                <a:gd name="T71" fmla="*/ 81 h 230"/>
                <a:gd name="T72" fmla="*/ 161 w 251"/>
                <a:gd name="T73" fmla="*/ 80 h 230"/>
                <a:gd name="T74" fmla="*/ 156 w 251"/>
                <a:gd name="T75" fmla="*/ 66 h 230"/>
                <a:gd name="T76" fmla="*/ 152 w 251"/>
                <a:gd name="T77" fmla="*/ 67 h 230"/>
                <a:gd name="T78" fmla="*/ 154 w 251"/>
                <a:gd name="T79" fmla="*/ 70 h 230"/>
                <a:gd name="T80" fmla="*/ 138 w 251"/>
                <a:gd name="T81" fmla="*/ 76 h 230"/>
                <a:gd name="T82" fmla="*/ 167 w 251"/>
                <a:gd name="T83" fmla="*/ 4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1" h="230">
                  <a:moveTo>
                    <a:pt x="167" y="49"/>
                  </a:moveTo>
                  <a:cubicBezTo>
                    <a:pt x="177" y="71"/>
                    <a:pt x="177" y="71"/>
                    <a:pt x="177" y="71"/>
                  </a:cubicBezTo>
                  <a:cubicBezTo>
                    <a:pt x="178" y="73"/>
                    <a:pt x="179" y="74"/>
                    <a:pt x="181" y="76"/>
                  </a:cubicBezTo>
                  <a:cubicBezTo>
                    <a:pt x="230" y="111"/>
                    <a:pt x="230" y="111"/>
                    <a:pt x="230" y="111"/>
                  </a:cubicBezTo>
                  <a:cubicBezTo>
                    <a:pt x="232" y="112"/>
                    <a:pt x="235" y="113"/>
                    <a:pt x="237" y="113"/>
                  </a:cubicBezTo>
                  <a:cubicBezTo>
                    <a:pt x="241" y="113"/>
                    <a:pt x="244" y="111"/>
                    <a:pt x="247" y="108"/>
                  </a:cubicBezTo>
                  <a:cubicBezTo>
                    <a:pt x="251" y="102"/>
                    <a:pt x="249" y="95"/>
                    <a:pt x="244" y="91"/>
                  </a:cubicBezTo>
                  <a:cubicBezTo>
                    <a:pt x="198" y="58"/>
                    <a:pt x="198" y="58"/>
                    <a:pt x="198" y="58"/>
                  </a:cubicBezTo>
                  <a:cubicBezTo>
                    <a:pt x="180" y="18"/>
                    <a:pt x="180" y="18"/>
                    <a:pt x="180" y="18"/>
                  </a:cubicBezTo>
                  <a:cubicBezTo>
                    <a:pt x="180" y="17"/>
                    <a:pt x="179" y="16"/>
                    <a:pt x="179" y="15"/>
                  </a:cubicBezTo>
                  <a:cubicBezTo>
                    <a:pt x="178" y="13"/>
                    <a:pt x="176" y="11"/>
                    <a:pt x="174" y="10"/>
                  </a:cubicBezTo>
                  <a:cubicBezTo>
                    <a:pt x="165" y="3"/>
                    <a:pt x="150" y="0"/>
                    <a:pt x="134" y="11"/>
                  </a:cubicBezTo>
                  <a:cubicBezTo>
                    <a:pt x="110" y="28"/>
                    <a:pt x="97" y="41"/>
                    <a:pt x="82" y="68"/>
                  </a:cubicBezTo>
                  <a:cubicBezTo>
                    <a:pt x="76" y="80"/>
                    <a:pt x="77" y="89"/>
                    <a:pt x="81" y="96"/>
                  </a:cubicBezTo>
                  <a:cubicBezTo>
                    <a:pt x="23" y="117"/>
                    <a:pt x="23" y="117"/>
                    <a:pt x="23" y="117"/>
                  </a:cubicBezTo>
                  <a:cubicBezTo>
                    <a:pt x="0" y="135"/>
                    <a:pt x="0" y="135"/>
                    <a:pt x="0" y="135"/>
                  </a:cubicBezTo>
                  <a:cubicBezTo>
                    <a:pt x="29" y="133"/>
                    <a:pt x="29" y="133"/>
                    <a:pt x="29" y="133"/>
                  </a:cubicBezTo>
                  <a:cubicBezTo>
                    <a:pt x="90" y="107"/>
                    <a:pt x="90" y="107"/>
                    <a:pt x="90" y="107"/>
                  </a:cubicBezTo>
                  <a:cubicBezTo>
                    <a:pt x="101" y="151"/>
                    <a:pt x="101" y="151"/>
                    <a:pt x="101" y="151"/>
                  </a:cubicBezTo>
                  <a:cubicBezTo>
                    <a:pt x="86" y="208"/>
                    <a:pt x="86" y="208"/>
                    <a:pt x="86" y="208"/>
                  </a:cubicBezTo>
                  <a:cubicBezTo>
                    <a:pt x="83" y="216"/>
                    <a:pt x="88" y="225"/>
                    <a:pt x="97" y="227"/>
                  </a:cubicBezTo>
                  <a:cubicBezTo>
                    <a:pt x="105" y="230"/>
                    <a:pt x="114" y="225"/>
                    <a:pt x="116" y="216"/>
                  </a:cubicBezTo>
                  <a:cubicBezTo>
                    <a:pt x="133" y="155"/>
                    <a:pt x="133" y="155"/>
                    <a:pt x="133" y="155"/>
                  </a:cubicBezTo>
                  <a:cubicBezTo>
                    <a:pt x="134" y="152"/>
                    <a:pt x="134" y="150"/>
                    <a:pt x="133" y="147"/>
                  </a:cubicBezTo>
                  <a:cubicBezTo>
                    <a:pt x="131" y="138"/>
                    <a:pt x="131" y="138"/>
                    <a:pt x="131" y="138"/>
                  </a:cubicBezTo>
                  <a:cubicBezTo>
                    <a:pt x="149" y="156"/>
                    <a:pt x="149" y="156"/>
                    <a:pt x="149" y="156"/>
                  </a:cubicBezTo>
                  <a:cubicBezTo>
                    <a:pt x="151" y="214"/>
                    <a:pt x="151" y="214"/>
                    <a:pt x="151" y="214"/>
                  </a:cubicBezTo>
                  <a:cubicBezTo>
                    <a:pt x="151" y="223"/>
                    <a:pt x="158" y="230"/>
                    <a:pt x="167" y="230"/>
                  </a:cubicBezTo>
                  <a:cubicBezTo>
                    <a:pt x="167" y="230"/>
                    <a:pt x="167" y="230"/>
                    <a:pt x="168" y="230"/>
                  </a:cubicBezTo>
                  <a:cubicBezTo>
                    <a:pt x="176" y="230"/>
                    <a:pt x="183" y="222"/>
                    <a:pt x="183" y="213"/>
                  </a:cubicBezTo>
                  <a:cubicBezTo>
                    <a:pt x="181" y="148"/>
                    <a:pt x="181" y="148"/>
                    <a:pt x="181" y="148"/>
                  </a:cubicBezTo>
                  <a:cubicBezTo>
                    <a:pt x="181" y="144"/>
                    <a:pt x="179" y="140"/>
                    <a:pt x="176" y="137"/>
                  </a:cubicBezTo>
                  <a:cubicBezTo>
                    <a:pt x="127" y="90"/>
                    <a:pt x="127" y="90"/>
                    <a:pt x="127" y="90"/>
                  </a:cubicBezTo>
                  <a:cubicBezTo>
                    <a:pt x="127" y="90"/>
                    <a:pt x="127" y="90"/>
                    <a:pt x="127" y="89"/>
                  </a:cubicBezTo>
                  <a:cubicBezTo>
                    <a:pt x="156" y="78"/>
                    <a:pt x="156" y="78"/>
                    <a:pt x="156" y="78"/>
                  </a:cubicBezTo>
                  <a:cubicBezTo>
                    <a:pt x="158" y="81"/>
                    <a:pt x="158" y="81"/>
                    <a:pt x="158" y="81"/>
                  </a:cubicBezTo>
                  <a:cubicBezTo>
                    <a:pt x="161" y="80"/>
                    <a:pt x="161" y="80"/>
                    <a:pt x="161" y="80"/>
                  </a:cubicBezTo>
                  <a:cubicBezTo>
                    <a:pt x="156" y="66"/>
                    <a:pt x="156" y="66"/>
                    <a:pt x="156" y="66"/>
                  </a:cubicBezTo>
                  <a:cubicBezTo>
                    <a:pt x="152" y="67"/>
                    <a:pt x="152" y="67"/>
                    <a:pt x="152" y="67"/>
                  </a:cubicBezTo>
                  <a:cubicBezTo>
                    <a:pt x="154" y="70"/>
                    <a:pt x="154" y="70"/>
                    <a:pt x="154" y="70"/>
                  </a:cubicBezTo>
                  <a:cubicBezTo>
                    <a:pt x="138" y="76"/>
                    <a:pt x="138" y="76"/>
                    <a:pt x="138" y="76"/>
                  </a:cubicBezTo>
                  <a:cubicBezTo>
                    <a:pt x="148" y="66"/>
                    <a:pt x="159" y="56"/>
                    <a:pt x="167"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98"/>
            <p:cNvSpPr>
              <a:spLocks/>
            </p:cNvSpPr>
            <p:nvPr/>
          </p:nvSpPr>
          <p:spPr bwMode="auto">
            <a:xfrm>
              <a:off x="10018714" y="1790700"/>
              <a:ext cx="236538" cy="125412"/>
            </a:xfrm>
            <a:custGeom>
              <a:avLst/>
              <a:gdLst>
                <a:gd name="T0" fmla="*/ 148 w 148"/>
                <a:gd name="T1" fmla="*/ 76 h 79"/>
                <a:gd name="T2" fmla="*/ 116 w 148"/>
                <a:gd name="T3" fmla="*/ 22 h 79"/>
                <a:gd name="T4" fmla="*/ 48 w 148"/>
                <a:gd name="T5" fmla="*/ 32 h 79"/>
                <a:gd name="T6" fmla="*/ 0 w 148"/>
                <a:gd name="T7" fmla="*/ 65 h 79"/>
                <a:gd name="T8" fmla="*/ 29 w 148"/>
                <a:gd name="T9" fmla="*/ 79 h 79"/>
                <a:gd name="T10" fmla="*/ 44 w 148"/>
                <a:gd name="T11" fmla="*/ 69 h 79"/>
                <a:gd name="T12" fmla="*/ 57 w 148"/>
                <a:gd name="T13" fmla="*/ 46 h 79"/>
                <a:gd name="T14" fmla="*/ 105 w 148"/>
                <a:gd name="T15" fmla="*/ 45 h 79"/>
                <a:gd name="T16" fmla="*/ 108 w 148"/>
                <a:gd name="T17" fmla="*/ 48 h 79"/>
                <a:gd name="T18" fmla="*/ 119 w 148"/>
                <a:gd name="T19" fmla="*/ 76 h 79"/>
                <a:gd name="T20" fmla="*/ 148 w 148"/>
                <a:gd name="T21" fmla="*/ 76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8" h="79">
                  <a:moveTo>
                    <a:pt x="148" y="76"/>
                  </a:moveTo>
                  <a:cubicBezTo>
                    <a:pt x="148" y="76"/>
                    <a:pt x="147" y="45"/>
                    <a:pt x="116" y="22"/>
                  </a:cubicBezTo>
                  <a:cubicBezTo>
                    <a:pt x="86" y="0"/>
                    <a:pt x="61" y="15"/>
                    <a:pt x="48" y="32"/>
                  </a:cubicBezTo>
                  <a:cubicBezTo>
                    <a:pt x="34" y="49"/>
                    <a:pt x="26" y="73"/>
                    <a:pt x="0" y="65"/>
                  </a:cubicBezTo>
                  <a:cubicBezTo>
                    <a:pt x="12" y="75"/>
                    <a:pt x="21" y="79"/>
                    <a:pt x="29" y="79"/>
                  </a:cubicBezTo>
                  <a:cubicBezTo>
                    <a:pt x="44" y="69"/>
                    <a:pt x="44" y="69"/>
                    <a:pt x="44" y="69"/>
                  </a:cubicBezTo>
                  <a:cubicBezTo>
                    <a:pt x="46" y="65"/>
                    <a:pt x="52" y="52"/>
                    <a:pt x="57" y="46"/>
                  </a:cubicBezTo>
                  <a:cubicBezTo>
                    <a:pt x="66" y="35"/>
                    <a:pt x="84" y="28"/>
                    <a:pt x="105" y="45"/>
                  </a:cubicBezTo>
                  <a:cubicBezTo>
                    <a:pt x="106" y="46"/>
                    <a:pt x="107" y="47"/>
                    <a:pt x="108" y="48"/>
                  </a:cubicBezTo>
                  <a:cubicBezTo>
                    <a:pt x="117" y="57"/>
                    <a:pt x="119" y="67"/>
                    <a:pt x="119" y="76"/>
                  </a:cubicBezTo>
                  <a:lnTo>
                    <a:pt x="148" y="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99"/>
            <p:cNvSpPr>
              <a:spLocks/>
            </p:cNvSpPr>
            <p:nvPr/>
          </p:nvSpPr>
          <p:spPr bwMode="auto">
            <a:xfrm>
              <a:off x="10079039" y="1846262"/>
              <a:ext cx="131763" cy="141287"/>
            </a:xfrm>
            <a:custGeom>
              <a:avLst/>
              <a:gdLst>
                <a:gd name="T0" fmla="*/ 53 w 82"/>
                <a:gd name="T1" fmla="*/ 81 h 88"/>
                <a:gd name="T2" fmla="*/ 72 w 82"/>
                <a:gd name="T3" fmla="*/ 50 h 88"/>
                <a:gd name="T4" fmla="*/ 63 w 82"/>
                <a:gd name="T5" fmla="*/ 15 h 88"/>
                <a:gd name="T6" fmla="*/ 24 w 82"/>
                <a:gd name="T7" fmla="*/ 15 h 88"/>
                <a:gd name="T8" fmla="*/ 11 w 82"/>
                <a:gd name="T9" fmla="*/ 39 h 88"/>
                <a:gd name="T10" fmla="*/ 0 w 82"/>
                <a:gd name="T11" fmla="*/ 45 h 88"/>
                <a:gd name="T12" fmla="*/ 18 w 82"/>
                <a:gd name="T13" fmla="*/ 62 h 88"/>
                <a:gd name="T14" fmla="*/ 32 w 82"/>
                <a:gd name="T15" fmla="*/ 88 h 88"/>
                <a:gd name="T16" fmla="*/ 46 w 82"/>
                <a:gd name="T17" fmla="*/ 60 h 88"/>
                <a:gd name="T18" fmla="*/ 41 w 82"/>
                <a:gd name="T19" fmla="*/ 48 h 88"/>
                <a:gd name="T20" fmla="*/ 47 w 82"/>
                <a:gd name="T21" fmla="*/ 36 h 88"/>
                <a:gd name="T22" fmla="*/ 55 w 82"/>
                <a:gd name="T23" fmla="*/ 58 h 88"/>
                <a:gd name="T24" fmla="*/ 47 w 82"/>
                <a:gd name="T25" fmla="*/ 71 h 88"/>
                <a:gd name="T26" fmla="*/ 53 w 82"/>
                <a:gd name="T27" fmla="*/ 8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 h="88">
                  <a:moveTo>
                    <a:pt x="53" y="81"/>
                  </a:moveTo>
                  <a:cubicBezTo>
                    <a:pt x="72" y="50"/>
                    <a:pt x="72" y="50"/>
                    <a:pt x="72" y="50"/>
                  </a:cubicBezTo>
                  <a:cubicBezTo>
                    <a:pt x="72" y="50"/>
                    <a:pt x="82" y="30"/>
                    <a:pt x="63" y="15"/>
                  </a:cubicBezTo>
                  <a:cubicBezTo>
                    <a:pt x="44" y="0"/>
                    <a:pt x="30" y="7"/>
                    <a:pt x="24" y="15"/>
                  </a:cubicBezTo>
                  <a:cubicBezTo>
                    <a:pt x="18" y="22"/>
                    <a:pt x="11" y="39"/>
                    <a:pt x="11" y="39"/>
                  </a:cubicBezTo>
                  <a:cubicBezTo>
                    <a:pt x="0" y="45"/>
                    <a:pt x="0" y="45"/>
                    <a:pt x="0" y="45"/>
                  </a:cubicBezTo>
                  <a:cubicBezTo>
                    <a:pt x="18" y="62"/>
                    <a:pt x="18" y="62"/>
                    <a:pt x="18" y="62"/>
                  </a:cubicBezTo>
                  <a:cubicBezTo>
                    <a:pt x="32" y="88"/>
                    <a:pt x="32" y="88"/>
                    <a:pt x="32" y="88"/>
                  </a:cubicBezTo>
                  <a:cubicBezTo>
                    <a:pt x="46" y="60"/>
                    <a:pt x="46" y="60"/>
                    <a:pt x="46" y="60"/>
                  </a:cubicBezTo>
                  <a:cubicBezTo>
                    <a:pt x="41" y="48"/>
                    <a:pt x="41" y="48"/>
                    <a:pt x="41" y="48"/>
                  </a:cubicBezTo>
                  <a:cubicBezTo>
                    <a:pt x="47" y="36"/>
                    <a:pt x="47" y="36"/>
                    <a:pt x="47" y="36"/>
                  </a:cubicBezTo>
                  <a:cubicBezTo>
                    <a:pt x="55" y="58"/>
                    <a:pt x="55" y="58"/>
                    <a:pt x="55" y="58"/>
                  </a:cubicBezTo>
                  <a:cubicBezTo>
                    <a:pt x="47" y="71"/>
                    <a:pt x="47" y="71"/>
                    <a:pt x="47" y="71"/>
                  </a:cubicBezTo>
                  <a:lnTo>
                    <a:pt x="53" y="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100"/>
            <p:cNvSpPr>
              <a:spLocks/>
            </p:cNvSpPr>
            <p:nvPr/>
          </p:nvSpPr>
          <p:spPr bwMode="auto">
            <a:xfrm>
              <a:off x="10231439" y="2352675"/>
              <a:ext cx="396875" cy="366712"/>
            </a:xfrm>
            <a:custGeom>
              <a:avLst/>
              <a:gdLst>
                <a:gd name="T0" fmla="*/ 167 w 249"/>
                <a:gd name="T1" fmla="*/ 13 h 230"/>
                <a:gd name="T2" fmla="*/ 163 w 249"/>
                <a:gd name="T3" fmla="*/ 10 h 230"/>
                <a:gd name="T4" fmla="*/ 123 w 249"/>
                <a:gd name="T5" fmla="*/ 11 h 230"/>
                <a:gd name="T6" fmla="*/ 71 w 249"/>
                <a:gd name="T7" fmla="*/ 68 h 230"/>
                <a:gd name="T8" fmla="*/ 75 w 249"/>
                <a:gd name="T9" fmla="*/ 101 h 230"/>
                <a:gd name="T10" fmla="*/ 22 w 249"/>
                <a:gd name="T11" fmla="*/ 120 h 230"/>
                <a:gd name="T12" fmla="*/ 0 w 249"/>
                <a:gd name="T13" fmla="*/ 138 h 230"/>
                <a:gd name="T14" fmla="*/ 29 w 249"/>
                <a:gd name="T15" fmla="*/ 136 h 230"/>
                <a:gd name="T16" fmla="*/ 81 w 249"/>
                <a:gd name="T17" fmla="*/ 114 h 230"/>
                <a:gd name="T18" fmla="*/ 89 w 249"/>
                <a:gd name="T19" fmla="*/ 147 h 230"/>
                <a:gd name="T20" fmla="*/ 44 w 249"/>
                <a:gd name="T21" fmla="*/ 204 h 230"/>
                <a:gd name="T22" fmla="*/ 47 w 249"/>
                <a:gd name="T23" fmla="*/ 226 h 230"/>
                <a:gd name="T24" fmla="*/ 57 w 249"/>
                <a:gd name="T25" fmla="*/ 230 h 230"/>
                <a:gd name="T26" fmla="*/ 70 w 249"/>
                <a:gd name="T27" fmla="*/ 224 h 230"/>
                <a:gd name="T28" fmla="*/ 119 w 249"/>
                <a:gd name="T29" fmla="*/ 161 h 230"/>
                <a:gd name="T30" fmla="*/ 122 w 249"/>
                <a:gd name="T31" fmla="*/ 147 h 230"/>
                <a:gd name="T32" fmla="*/ 118 w 249"/>
                <a:gd name="T33" fmla="*/ 130 h 230"/>
                <a:gd name="T34" fmla="*/ 130 w 249"/>
                <a:gd name="T35" fmla="*/ 139 h 230"/>
                <a:gd name="T36" fmla="*/ 155 w 249"/>
                <a:gd name="T37" fmla="*/ 216 h 230"/>
                <a:gd name="T38" fmla="*/ 175 w 249"/>
                <a:gd name="T39" fmla="*/ 226 h 230"/>
                <a:gd name="T40" fmla="*/ 186 w 249"/>
                <a:gd name="T41" fmla="*/ 206 h 230"/>
                <a:gd name="T42" fmla="*/ 159 w 249"/>
                <a:gd name="T43" fmla="*/ 125 h 230"/>
                <a:gd name="T44" fmla="*/ 154 w 249"/>
                <a:gd name="T45" fmla="*/ 117 h 230"/>
                <a:gd name="T46" fmla="*/ 125 w 249"/>
                <a:gd name="T47" fmla="*/ 95 h 230"/>
                <a:gd name="T48" fmla="*/ 125 w 249"/>
                <a:gd name="T49" fmla="*/ 94 h 230"/>
                <a:gd name="T50" fmla="*/ 156 w 249"/>
                <a:gd name="T51" fmla="*/ 81 h 230"/>
                <a:gd name="T52" fmla="*/ 157 w 249"/>
                <a:gd name="T53" fmla="*/ 84 h 230"/>
                <a:gd name="T54" fmla="*/ 161 w 249"/>
                <a:gd name="T55" fmla="*/ 83 h 230"/>
                <a:gd name="T56" fmla="*/ 155 w 249"/>
                <a:gd name="T57" fmla="*/ 69 h 230"/>
                <a:gd name="T58" fmla="*/ 152 w 249"/>
                <a:gd name="T59" fmla="*/ 71 h 230"/>
                <a:gd name="T60" fmla="*/ 153 w 249"/>
                <a:gd name="T61" fmla="*/ 74 h 230"/>
                <a:gd name="T62" fmla="*/ 122 w 249"/>
                <a:gd name="T63" fmla="*/ 86 h 230"/>
                <a:gd name="T64" fmla="*/ 121 w 249"/>
                <a:gd name="T65" fmla="*/ 83 h 230"/>
                <a:gd name="T66" fmla="*/ 157 w 249"/>
                <a:gd name="T67" fmla="*/ 48 h 230"/>
                <a:gd name="T68" fmla="*/ 160 w 249"/>
                <a:gd name="T69" fmla="*/ 45 h 230"/>
                <a:gd name="T70" fmla="*/ 179 w 249"/>
                <a:gd name="T71" fmla="*/ 71 h 230"/>
                <a:gd name="T72" fmla="*/ 189 w 249"/>
                <a:gd name="T73" fmla="*/ 76 h 230"/>
                <a:gd name="T74" fmla="*/ 195 w 249"/>
                <a:gd name="T75" fmla="*/ 74 h 230"/>
                <a:gd name="T76" fmla="*/ 242 w 249"/>
                <a:gd name="T77" fmla="*/ 47 h 230"/>
                <a:gd name="T78" fmla="*/ 246 w 249"/>
                <a:gd name="T79" fmla="*/ 31 h 230"/>
                <a:gd name="T80" fmla="*/ 230 w 249"/>
                <a:gd name="T81" fmla="*/ 26 h 230"/>
                <a:gd name="T82" fmla="*/ 192 w 249"/>
                <a:gd name="T83" fmla="*/ 48 h 230"/>
                <a:gd name="T84" fmla="*/ 167 w 249"/>
                <a:gd name="T85" fmla="*/ 13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49" h="230">
                  <a:moveTo>
                    <a:pt x="167" y="13"/>
                  </a:moveTo>
                  <a:cubicBezTo>
                    <a:pt x="166" y="12"/>
                    <a:pt x="164" y="11"/>
                    <a:pt x="163" y="10"/>
                  </a:cubicBezTo>
                  <a:cubicBezTo>
                    <a:pt x="154" y="3"/>
                    <a:pt x="139" y="0"/>
                    <a:pt x="123" y="11"/>
                  </a:cubicBezTo>
                  <a:cubicBezTo>
                    <a:pt x="99" y="28"/>
                    <a:pt x="86" y="41"/>
                    <a:pt x="71" y="68"/>
                  </a:cubicBezTo>
                  <a:cubicBezTo>
                    <a:pt x="63" y="84"/>
                    <a:pt x="68" y="94"/>
                    <a:pt x="75" y="101"/>
                  </a:cubicBezTo>
                  <a:cubicBezTo>
                    <a:pt x="22" y="120"/>
                    <a:pt x="22" y="120"/>
                    <a:pt x="22" y="120"/>
                  </a:cubicBezTo>
                  <a:cubicBezTo>
                    <a:pt x="0" y="138"/>
                    <a:pt x="0" y="138"/>
                    <a:pt x="0" y="138"/>
                  </a:cubicBezTo>
                  <a:cubicBezTo>
                    <a:pt x="29" y="136"/>
                    <a:pt x="29" y="136"/>
                    <a:pt x="29" y="136"/>
                  </a:cubicBezTo>
                  <a:cubicBezTo>
                    <a:pt x="81" y="114"/>
                    <a:pt x="81" y="114"/>
                    <a:pt x="81" y="114"/>
                  </a:cubicBezTo>
                  <a:cubicBezTo>
                    <a:pt x="89" y="147"/>
                    <a:pt x="89" y="147"/>
                    <a:pt x="89" y="147"/>
                  </a:cubicBezTo>
                  <a:cubicBezTo>
                    <a:pt x="44" y="204"/>
                    <a:pt x="44" y="204"/>
                    <a:pt x="44" y="204"/>
                  </a:cubicBezTo>
                  <a:cubicBezTo>
                    <a:pt x="39" y="211"/>
                    <a:pt x="40" y="221"/>
                    <a:pt x="47" y="226"/>
                  </a:cubicBezTo>
                  <a:cubicBezTo>
                    <a:pt x="50" y="229"/>
                    <a:pt x="54" y="230"/>
                    <a:pt x="57" y="230"/>
                  </a:cubicBezTo>
                  <a:cubicBezTo>
                    <a:pt x="62" y="230"/>
                    <a:pt x="66" y="228"/>
                    <a:pt x="70" y="224"/>
                  </a:cubicBezTo>
                  <a:cubicBezTo>
                    <a:pt x="119" y="161"/>
                    <a:pt x="119" y="161"/>
                    <a:pt x="119" y="161"/>
                  </a:cubicBezTo>
                  <a:cubicBezTo>
                    <a:pt x="122" y="157"/>
                    <a:pt x="123" y="152"/>
                    <a:pt x="122" y="147"/>
                  </a:cubicBezTo>
                  <a:cubicBezTo>
                    <a:pt x="118" y="130"/>
                    <a:pt x="118" y="130"/>
                    <a:pt x="118" y="130"/>
                  </a:cubicBezTo>
                  <a:cubicBezTo>
                    <a:pt x="130" y="139"/>
                    <a:pt x="130" y="139"/>
                    <a:pt x="130" y="139"/>
                  </a:cubicBezTo>
                  <a:cubicBezTo>
                    <a:pt x="155" y="216"/>
                    <a:pt x="155" y="216"/>
                    <a:pt x="155" y="216"/>
                  </a:cubicBezTo>
                  <a:cubicBezTo>
                    <a:pt x="158" y="224"/>
                    <a:pt x="167" y="229"/>
                    <a:pt x="175" y="226"/>
                  </a:cubicBezTo>
                  <a:cubicBezTo>
                    <a:pt x="184" y="223"/>
                    <a:pt x="188" y="214"/>
                    <a:pt x="186" y="206"/>
                  </a:cubicBezTo>
                  <a:cubicBezTo>
                    <a:pt x="159" y="125"/>
                    <a:pt x="159" y="125"/>
                    <a:pt x="159" y="125"/>
                  </a:cubicBezTo>
                  <a:cubicBezTo>
                    <a:pt x="158" y="122"/>
                    <a:pt x="156" y="119"/>
                    <a:pt x="154" y="117"/>
                  </a:cubicBezTo>
                  <a:cubicBezTo>
                    <a:pt x="125" y="95"/>
                    <a:pt x="125" y="95"/>
                    <a:pt x="125" y="95"/>
                  </a:cubicBezTo>
                  <a:cubicBezTo>
                    <a:pt x="125" y="94"/>
                    <a:pt x="125" y="94"/>
                    <a:pt x="125" y="94"/>
                  </a:cubicBezTo>
                  <a:cubicBezTo>
                    <a:pt x="156" y="81"/>
                    <a:pt x="156" y="81"/>
                    <a:pt x="156" y="81"/>
                  </a:cubicBezTo>
                  <a:cubicBezTo>
                    <a:pt x="157" y="84"/>
                    <a:pt x="157" y="84"/>
                    <a:pt x="157" y="84"/>
                  </a:cubicBezTo>
                  <a:cubicBezTo>
                    <a:pt x="161" y="83"/>
                    <a:pt x="161" y="83"/>
                    <a:pt x="161" y="83"/>
                  </a:cubicBezTo>
                  <a:cubicBezTo>
                    <a:pt x="155" y="69"/>
                    <a:pt x="155" y="69"/>
                    <a:pt x="155" y="69"/>
                  </a:cubicBezTo>
                  <a:cubicBezTo>
                    <a:pt x="152" y="71"/>
                    <a:pt x="152" y="71"/>
                    <a:pt x="152" y="71"/>
                  </a:cubicBezTo>
                  <a:cubicBezTo>
                    <a:pt x="153" y="74"/>
                    <a:pt x="153" y="74"/>
                    <a:pt x="153" y="74"/>
                  </a:cubicBezTo>
                  <a:cubicBezTo>
                    <a:pt x="122" y="86"/>
                    <a:pt x="122" y="86"/>
                    <a:pt x="122" y="86"/>
                  </a:cubicBezTo>
                  <a:cubicBezTo>
                    <a:pt x="121" y="83"/>
                    <a:pt x="121" y="83"/>
                    <a:pt x="121" y="83"/>
                  </a:cubicBezTo>
                  <a:cubicBezTo>
                    <a:pt x="132" y="70"/>
                    <a:pt x="147" y="58"/>
                    <a:pt x="157" y="48"/>
                  </a:cubicBezTo>
                  <a:cubicBezTo>
                    <a:pt x="158" y="47"/>
                    <a:pt x="159" y="46"/>
                    <a:pt x="160" y="45"/>
                  </a:cubicBezTo>
                  <a:cubicBezTo>
                    <a:pt x="179" y="71"/>
                    <a:pt x="179" y="71"/>
                    <a:pt x="179" y="71"/>
                  </a:cubicBezTo>
                  <a:cubicBezTo>
                    <a:pt x="181" y="74"/>
                    <a:pt x="185" y="76"/>
                    <a:pt x="189" y="76"/>
                  </a:cubicBezTo>
                  <a:cubicBezTo>
                    <a:pt x="191" y="76"/>
                    <a:pt x="193" y="75"/>
                    <a:pt x="195" y="74"/>
                  </a:cubicBezTo>
                  <a:cubicBezTo>
                    <a:pt x="242" y="47"/>
                    <a:pt x="242" y="47"/>
                    <a:pt x="242" y="47"/>
                  </a:cubicBezTo>
                  <a:cubicBezTo>
                    <a:pt x="247" y="44"/>
                    <a:pt x="249" y="37"/>
                    <a:pt x="246" y="31"/>
                  </a:cubicBezTo>
                  <a:cubicBezTo>
                    <a:pt x="243" y="25"/>
                    <a:pt x="235" y="23"/>
                    <a:pt x="230" y="26"/>
                  </a:cubicBezTo>
                  <a:cubicBezTo>
                    <a:pt x="192" y="48"/>
                    <a:pt x="192" y="48"/>
                    <a:pt x="192" y="48"/>
                  </a:cubicBezTo>
                  <a:lnTo>
                    <a:pt x="167"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101"/>
            <p:cNvSpPr>
              <a:spLocks/>
            </p:cNvSpPr>
            <p:nvPr/>
          </p:nvSpPr>
          <p:spPr bwMode="auto">
            <a:xfrm>
              <a:off x="10380664" y="2189162"/>
              <a:ext cx="195263" cy="174625"/>
            </a:xfrm>
            <a:custGeom>
              <a:avLst/>
              <a:gdLst>
                <a:gd name="T0" fmla="*/ 16 w 122"/>
                <a:gd name="T1" fmla="*/ 52 h 109"/>
                <a:gd name="T2" fmla="*/ 0 w 122"/>
                <a:gd name="T3" fmla="*/ 109 h 109"/>
                <a:gd name="T4" fmla="*/ 31 w 122"/>
                <a:gd name="T5" fmla="*/ 101 h 109"/>
                <a:gd name="T6" fmla="*/ 37 w 122"/>
                <a:gd name="T7" fmla="*/ 84 h 109"/>
                <a:gd name="T8" fmla="*/ 33 w 122"/>
                <a:gd name="T9" fmla="*/ 57 h 109"/>
                <a:gd name="T10" fmla="*/ 68 w 122"/>
                <a:gd name="T11" fmla="*/ 26 h 109"/>
                <a:gd name="T12" fmla="*/ 73 w 122"/>
                <a:gd name="T13" fmla="*/ 26 h 109"/>
                <a:gd name="T14" fmla="*/ 99 w 122"/>
                <a:gd name="T15" fmla="*/ 41 h 109"/>
                <a:gd name="T16" fmla="*/ 122 w 122"/>
                <a:gd name="T17" fmla="*/ 22 h 109"/>
                <a:gd name="T18" fmla="*/ 63 w 122"/>
                <a:gd name="T19" fmla="*/ 1 h 109"/>
                <a:gd name="T20" fmla="*/ 16 w 122"/>
                <a:gd name="T21" fmla="*/ 52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2" h="109">
                  <a:moveTo>
                    <a:pt x="16" y="52"/>
                  </a:moveTo>
                  <a:cubicBezTo>
                    <a:pt x="17" y="74"/>
                    <a:pt x="25" y="98"/>
                    <a:pt x="0" y="109"/>
                  </a:cubicBezTo>
                  <a:cubicBezTo>
                    <a:pt x="16" y="109"/>
                    <a:pt x="26" y="106"/>
                    <a:pt x="31" y="101"/>
                  </a:cubicBezTo>
                  <a:cubicBezTo>
                    <a:pt x="37" y="84"/>
                    <a:pt x="37" y="84"/>
                    <a:pt x="37" y="84"/>
                  </a:cubicBezTo>
                  <a:cubicBezTo>
                    <a:pt x="36" y="79"/>
                    <a:pt x="33" y="65"/>
                    <a:pt x="33" y="57"/>
                  </a:cubicBezTo>
                  <a:cubicBezTo>
                    <a:pt x="32" y="43"/>
                    <a:pt x="42" y="27"/>
                    <a:pt x="68" y="26"/>
                  </a:cubicBezTo>
                  <a:cubicBezTo>
                    <a:pt x="70" y="26"/>
                    <a:pt x="71" y="26"/>
                    <a:pt x="73" y="26"/>
                  </a:cubicBezTo>
                  <a:cubicBezTo>
                    <a:pt x="86" y="27"/>
                    <a:pt x="94" y="34"/>
                    <a:pt x="99" y="41"/>
                  </a:cubicBezTo>
                  <a:cubicBezTo>
                    <a:pt x="122" y="22"/>
                    <a:pt x="122" y="22"/>
                    <a:pt x="122" y="22"/>
                  </a:cubicBezTo>
                  <a:cubicBezTo>
                    <a:pt x="122" y="22"/>
                    <a:pt x="101" y="0"/>
                    <a:pt x="63" y="1"/>
                  </a:cubicBezTo>
                  <a:cubicBezTo>
                    <a:pt x="25" y="3"/>
                    <a:pt x="16" y="31"/>
                    <a:pt x="16"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102"/>
            <p:cNvSpPr>
              <a:spLocks/>
            </p:cNvSpPr>
            <p:nvPr/>
          </p:nvSpPr>
          <p:spPr bwMode="auto">
            <a:xfrm>
              <a:off x="10442576" y="2239962"/>
              <a:ext cx="103188" cy="123825"/>
            </a:xfrm>
            <a:custGeom>
              <a:avLst/>
              <a:gdLst>
                <a:gd name="T0" fmla="*/ 53 w 64"/>
                <a:gd name="T1" fmla="*/ 54 h 77"/>
                <a:gd name="T2" fmla="*/ 64 w 64"/>
                <a:gd name="T3" fmla="*/ 58 h 77"/>
                <a:gd name="T4" fmla="*/ 59 w 64"/>
                <a:gd name="T5" fmla="*/ 22 h 77"/>
                <a:gd name="T6" fmla="*/ 30 w 64"/>
                <a:gd name="T7" fmla="*/ 1 h 77"/>
                <a:gd name="T8" fmla="*/ 0 w 64"/>
                <a:gd name="T9" fmla="*/ 25 h 77"/>
                <a:gd name="T10" fmla="*/ 5 w 64"/>
                <a:gd name="T11" fmla="*/ 52 h 77"/>
                <a:gd name="T12" fmla="*/ 1 w 64"/>
                <a:gd name="T13" fmla="*/ 64 h 77"/>
                <a:gd name="T14" fmla="*/ 26 w 64"/>
                <a:gd name="T15" fmla="*/ 65 h 77"/>
                <a:gd name="T16" fmla="*/ 52 w 64"/>
                <a:gd name="T17" fmla="*/ 77 h 77"/>
                <a:gd name="T18" fmla="*/ 45 w 64"/>
                <a:gd name="T19" fmla="*/ 47 h 77"/>
                <a:gd name="T20" fmla="*/ 34 w 64"/>
                <a:gd name="T21" fmla="*/ 40 h 77"/>
                <a:gd name="T22" fmla="*/ 31 w 64"/>
                <a:gd name="T23" fmla="*/ 27 h 77"/>
                <a:gd name="T24" fmla="*/ 51 w 64"/>
                <a:gd name="T25" fmla="*/ 39 h 77"/>
                <a:gd name="T26" fmla="*/ 53 w 64"/>
                <a:gd name="T27" fmla="*/ 5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53" y="54"/>
                  </a:moveTo>
                  <a:cubicBezTo>
                    <a:pt x="64" y="58"/>
                    <a:pt x="64" y="58"/>
                    <a:pt x="64" y="58"/>
                  </a:cubicBezTo>
                  <a:cubicBezTo>
                    <a:pt x="59" y="22"/>
                    <a:pt x="59" y="22"/>
                    <a:pt x="59" y="22"/>
                  </a:cubicBezTo>
                  <a:cubicBezTo>
                    <a:pt x="59" y="22"/>
                    <a:pt x="54" y="0"/>
                    <a:pt x="30" y="1"/>
                  </a:cubicBezTo>
                  <a:cubicBezTo>
                    <a:pt x="5" y="1"/>
                    <a:pt x="0" y="15"/>
                    <a:pt x="0" y="25"/>
                  </a:cubicBezTo>
                  <a:cubicBezTo>
                    <a:pt x="0" y="34"/>
                    <a:pt x="5" y="52"/>
                    <a:pt x="5" y="52"/>
                  </a:cubicBezTo>
                  <a:cubicBezTo>
                    <a:pt x="1" y="64"/>
                    <a:pt x="1" y="64"/>
                    <a:pt x="1" y="64"/>
                  </a:cubicBezTo>
                  <a:cubicBezTo>
                    <a:pt x="26" y="65"/>
                    <a:pt x="26" y="65"/>
                    <a:pt x="26" y="65"/>
                  </a:cubicBezTo>
                  <a:cubicBezTo>
                    <a:pt x="52" y="77"/>
                    <a:pt x="52" y="77"/>
                    <a:pt x="52" y="77"/>
                  </a:cubicBezTo>
                  <a:cubicBezTo>
                    <a:pt x="45" y="47"/>
                    <a:pt x="45" y="47"/>
                    <a:pt x="45" y="47"/>
                  </a:cubicBezTo>
                  <a:cubicBezTo>
                    <a:pt x="34" y="40"/>
                    <a:pt x="34" y="40"/>
                    <a:pt x="34" y="40"/>
                  </a:cubicBezTo>
                  <a:cubicBezTo>
                    <a:pt x="31" y="27"/>
                    <a:pt x="31" y="27"/>
                    <a:pt x="31" y="27"/>
                  </a:cubicBezTo>
                  <a:cubicBezTo>
                    <a:pt x="51" y="39"/>
                    <a:pt x="51" y="39"/>
                    <a:pt x="51" y="39"/>
                  </a:cubicBezTo>
                  <a:lnTo>
                    <a:pt x="53" y="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103"/>
            <p:cNvSpPr>
              <a:spLocks/>
            </p:cNvSpPr>
            <p:nvPr/>
          </p:nvSpPr>
          <p:spPr bwMode="auto">
            <a:xfrm>
              <a:off x="8556626" y="325437"/>
              <a:ext cx="298450" cy="296862"/>
            </a:xfrm>
            <a:custGeom>
              <a:avLst/>
              <a:gdLst>
                <a:gd name="T0" fmla="*/ 171 w 187"/>
                <a:gd name="T1" fmla="*/ 149 h 186"/>
                <a:gd name="T2" fmla="*/ 187 w 187"/>
                <a:gd name="T3" fmla="*/ 129 h 186"/>
                <a:gd name="T4" fmla="*/ 62 w 187"/>
                <a:gd name="T5" fmla="*/ 124 h 186"/>
                <a:gd name="T6" fmla="*/ 58 w 187"/>
                <a:gd name="T7" fmla="*/ 0 h 186"/>
                <a:gd name="T8" fmla="*/ 37 w 187"/>
                <a:gd name="T9" fmla="*/ 16 h 186"/>
                <a:gd name="T10" fmla="*/ 37 w 187"/>
                <a:gd name="T11" fmla="*/ 149 h 186"/>
                <a:gd name="T12" fmla="*/ 171 w 187"/>
                <a:gd name="T13" fmla="*/ 149 h 186"/>
              </a:gdLst>
              <a:ahLst/>
              <a:cxnLst>
                <a:cxn ang="0">
                  <a:pos x="T0" y="T1"/>
                </a:cxn>
                <a:cxn ang="0">
                  <a:pos x="T2" y="T3"/>
                </a:cxn>
                <a:cxn ang="0">
                  <a:pos x="T4" y="T5"/>
                </a:cxn>
                <a:cxn ang="0">
                  <a:pos x="T6" y="T7"/>
                </a:cxn>
                <a:cxn ang="0">
                  <a:pos x="T8" y="T9"/>
                </a:cxn>
                <a:cxn ang="0">
                  <a:pos x="T10" y="T11"/>
                </a:cxn>
                <a:cxn ang="0">
                  <a:pos x="T12" y="T13"/>
                </a:cxn>
              </a:cxnLst>
              <a:rect l="0" t="0" r="r" b="b"/>
              <a:pathLst>
                <a:path w="187" h="186">
                  <a:moveTo>
                    <a:pt x="171" y="149"/>
                  </a:moveTo>
                  <a:cubicBezTo>
                    <a:pt x="177" y="143"/>
                    <a:pt x="182" y="136"/>
                    <a:pt x="187" y="129"/>
                  </a:cubicBezTo>
                  <a:cubicBezTo>
                    <a:pt x="151" y="160"/>
                    <a:pt x="97" y="158"/>
                    <a:pt x="62" y="124"/>
                  </a:cubicBezTo>
                  <a:cubicBezTo>
                    <a:pt x="28" y="90"/>
                    <a:pt x="27" y="36"/>
                    <a:pt x="58" y="0"/>
                  </a:cubicBezTo>
                  <a:cubicBezTo>
                    <a:pt x="50" y="4"/>
                    <a:pt x="43" y="9"/>
                    <a:pt x="37" y="16"/>
                  </a:cubicBezTo>
                  <a:cubicBezTo>
                    <a:pt x="0" y="53"/>
                    <a:pt x="0" y="113"/>
                    <a:pt x="37" y="149"/>
                  </a:cubicBezTo>
                  <a:cubicBezTo>
                    <a:pt x="74" y="186"/>
                    <a:pt x="134" y="186"/>
                    <a:pt x="171" y="1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Oval 104"/>
            <p:cNvSpPr>
              <a:spLocks noChangeArrowheads="1"/>
            </p:cNvSpPr>
            <p:nvPr/>
          </p:nvSpPr>
          <p:spPr bwMode="auto">
            <a:xfrm>
              <a:off x="8702676" y="1939925"/>
              <a:ext cx="42863"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Oval 105"/>
            <p:cNvSpPr>
              <a:spLocks noChangeArrowheads="1"/>
            </p:cNvSpPr>
            <p:nvPr/>
          </p:nvSpPr>
          <p:spPr bwMode="auto">
            <a:xfrm>
              <a:off x="9571039" y="1939925"/>
              <a:ext cx="42863"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5" name="组合 94"/>
          <p:cNvGrpSpPr/>
          <p:nvPr/>
        </p:nvGrpSpPr>
        <p:grpSpPr>
          <a:xfrm>
            <a:off x="3436939" y="417512"/>
            <a:ext cx="1419225" cy="1752600"/>
            <a:chOff x="3436939" y="417512"/>
            <a:chExt cx="1419225" cy="1752600"/>
          </a:xfrm>
          <a:solidFill>
            <a:schemeClr val="tx1">
              <a:lumMod val="65000"/>
              <a:lumOff val="35000"/>
            </a:schemeClr>
          </a:solidFill>
        </p:grpSpPr>
        <p:sp>
          <p:nvSpPr>
            <p:cNvPr id="96" name="Freeform 15"/>
            <p:cNvSpPr>
              <a:spLocks/>
            </p:cNvSpPr>
            <p:nvPr/>
          </p:nvSpPr>
          <p:spPr bwMode="auto">
            <a:xfrm>
              <a:off x="3900489" y="1714500"/>
              <a:ext cx="79375" cy="284162"/>
            </a:xfrm>
            <a:custGeom>
              <a:avLst/>
              <a:gdLst>
                <a:gd name="T0" fmla="*/ 25 w 50"/>
                <a:gd name="T1" fmla="*/ 0 h 178"/>
                <a:gd name="T2" fmla="*/ 15 w 50"/>
                <a:gd name="T3" fmla="*/ 0 h 178"/>
                <a:gd name="T4" fmla="*/ 0 w 50"/>
                <a:gd name="T5" fmla="*/ 178 h 178"/>
                <a:gd name="T6" fmla="*/ 50 w 50"/>
                <a:gd name="T7" fmla="*/ 174 h 178"/>
                <a:gd name="T8" fmla="*/ 36 w 50"/>
                <a:gd name="T9" fmla="*/ 0 h 178"/>
                <a:gd name="T10" fmla="*/ 25 w 50"/>
                <a:gd name="T11" fmla="*/ 0 h 178"/>
              </a:gdLst>
              <a:ahLst/>
              <a:cxnLst>
                <a:cxn ang="0">
                  <a:pos x="T0" y="T1"/>
                </a:cxn>
                <a:cxn ang="0">
                  <a:pos x="T2" y="T3"/>
                </a:cxn>
                <a:cxn ang="0">
                  <a:pos x="T4" y="T5"/>
                </a:cxn>
                <a:cxn ang="0">
                  <a:pos x="T6" y="T7"/>
                </a:cxn>
                <a:cxn ang="0">
                  <a:pos x="T8" y="T9"/>
                </a:cxn>
                <a:cxn ang="0">
                  <a:pos x="T10" y="T11"/>
                </a:cxn>
              </a:cxnLst>
              <a:rect l="0" t="0" r="r" b="b"/>
              <a:pathLst>
                <a:path w="50" h="178">
                  <a:moveTo>
                    <a:pt x="25" y="0"/>
                  </a:moveTo>
                  <a:cubicBezTo>
                    <a:pt x="22" y="0"/>
                    <a:pt x="18" y="0"/>
                    <a:pt x="15" y="0"/>
                  </a:cubicBezTo>
                  <a:cubicBezTo>
                    <a:pt x="0" y="178"/>
                    <a:pt x="0" y="178"/>
                    <a:pt x="0" y="178"/>
                  </a:cubicBezTo>
                  <a:cubicBezTo>
                    <a:pt x="16" y="177"/>
                    <a:pt x="33" y="176"/>
                    <a:pt x="50" y="174"/>
                  </a:cubicBezTo>
                  <a:cubicBezTo>
                    <a:pt x="36" y="0"/>
                    <a:pt x="36" y="0"/>
                    <a:pt x="36" y="0"/>
                  </a:cubicBezTo>
                  <a:cubicBezTo>
                    <a:pt x="33" y="0"/>
                    <a:pt x="29" y="0"/>
                    <a:pt x="2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16"/>
            <p:cNvSpPr>
              <a:spLocks/>
            </p:cNvSpPr>
            <p:nvPr/>
          </p:nvSpPr>
          <p:spPr bwMode="auto">
            <a:xfrm>
              <a:off x="4151314" y="987425"/>
              <a:ext cx="50800" cy="17462"/>
            </a:xfrm>
            <a:custGeom>
              <a:avLst/>
              <a:gdLst>
                <a:gd name="T0" fmla="*/ 12 w 32"/>
                <a:gd name="T1" fmla="*/ 11 h 11"/>
                <a:gd name="T2" fmla="*/ 32 w 32"/>
                <a:gd name="T3" fmla="*/ 6 h 11"/>
                <a:gd name="T4" fmla="*/ 0 w 32"/>
                <a:gd name="T5" fmla="*/ 0 h 11"/>
                <a:gd name="T6" fmla="*/ 12 w 32"/>
                <a:gd name="T7" fmla="*/ 11 h 11"/>
              </a:gdLst>
              <a:ahLst/>
              <a:cxnLst>
                <a:cxn ang="0">
                  <a:pos x="T0" y="T1"/>
                </a:cxn>
                <a:cxn ang="0">
                  <a:pos x="T2" y="T3"/>
                </a:cxn>
                <a:cxn ang="0">
                  <a:pos x="T4" y="T5"/>
                </a:cxn>
                <a:cxn ang="0">
                  <a:pos x="T6" y="T7"/>
                </a:cxn>
              </a:cxnLst>
              <a:rect l="0" t="0" r="r" b="b"/>
              <a:pathLst>
                <a:path w="32" h="11">
                  <a:moveTo>
                    <a:pt x="12" y="11"/>
                  </a:moveTo>
                  <a:cubicBezTo>
                    <a:pt x="18" y="9"/>
                    <a:pt x="25" y="7"/>
                    <a:pt x="32" y="6"/>
                  </a:cubicBezTo>
                  <a:cubicBezTo>
                    <a:pt x="22" y="4"/>
                    <a:pt x="11" y="2"/>
                    <a:pt x="0" y="0"/>
                  </a:cubicBezTo>
                  <a:cubicBezTo>
                    <a:pt x="5" y="4"/>
                    <a:pt x="9" y="7"/>
                    <a:pt x="12"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17"/>
            <p:cNvSpPr>
              <a:spLocks/>
            </p:cNvSpPr>
            <p:nvPr/>
          </p:nvSpPr>
          <p:spPr bwMode="auto">
            <a:xfrm>
              <a:off x="4156076" y="1514475"/>
              <a:ext cx="700088" cy="577850"/>
            </a:xfrm>
            <a:custGeom>
              <a:avLst/>
              <a:gdLst>
                <a:gd name="T0" fmla="*/ 76 w 439"/>
                <a:gd name="T1" fmla="*/ 156 h 362"/>
                <a:gd name="T2" fmla="*/ 0 w 439"/>
                <a:gd name="T3" fmla="*/ 144 h 362"/>
                <a:gd name="T4" fmla="*/ 12 w 439"/>
                <a:gd name="T5" fmla="*/ 287 h 362"/>
                <a:gd name="T6" fmla="*/ 170 w 439"/>
                <a:gd name="T7" fmla="*/ 304 h 362"/>
                <a:gd name="T8" fmla="*/ 439 w 439"/>
                <a:gd name="T9" fmla="*/ 303 h 362"/>
                <a:gd name="T10" fmla="*/ 302 w 439"/>
                <a:gd name="T11" fmla="*/ 0 h 362"/>
                <a:gd name="T12" fmla="*/ 76 w 439"/>
                <a:gd name="T13" fmla="*/ 156 h 362"/>
              </a:gdLst>
              <a:ahLst/>
              <a:cxnLst>
                <a:cxn ang="0">
                  <a:pos x="T0" y="T1"/>
                </a:cxn>
                <a:cxn ang="0">
                  <a:pos x="T2" y="T3"/>
                </a:cxn>
                <a:cxn ang="0">
                  <a:pos x="T4" y="T5"/>
                </a:cxn>
                <a:cxn ang="0">
                  <a:pos x="T6" y="T7"/>
                </a:cxn>
                <a:cxn ang="0">
                  <a:pos x="T8" y="T9"/>
                </a:cxn>
                <a:cxn ang="0">
                  <a:pos x="T10" y="T11"/>
                </a:cxn>
                <a:cxn ang="0">
                  <a:pos x="T12" y="T13"/>
                </a:cxn>
              </a:cxnLst>
              <a:rect l="0" t="0" r="r" b="b"/>
              <a:pathLst>
                <a:path w="439" h="362">
                  <a:moveTo>
                    <a:pt x="76" y="156"/>
                  </a:moveTo>
                  <a:cubicBezTo>
                    <a:pt x="49" y="156"/>
                    <a:pt x="24" y="151"/>
                    <a:pt x="0" y="144"/>
                  </a:cubicBezTo>
                  <a:cubicBezTo>
                    <a:pt x="12" y="287"/>
                    <a:pt x="12" y="287"/>
                    <a:pt x="12" y="287"/>
                  </a:cubicBezTo>
                  <a:cubicBezTo>
                    <a:pt x="111" y="278"/>
                    <a:pt x="196" y="272"/>
                    <a:pt x="170" y="304"/>
                  </a:cubicBezTo>
                  <a:cubicBezTo>
                    <a:pt x="121" y="362"/>
                    <a:pt x="439" y="303"/>
                    <a:pt x="439" y="303"/>
                  </a:cubicBezTo>
                  <a:cubicBezTo>
                    <a:pt x="439" y="303"/>
                    <a:pt x="369" y="145"/>
                    <a:pt x="302" y="0"/>
                  </a:cubicBezTo>
                  <a:cubicBezTo>
                    <a:pt x="267" y="91"/>
                    <a:pt x="179" y="156"/>
                    <a:pt x="76" y="1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18"/>
            <p:cNvSpPr>
              <a:spLocks/>
            </p:cNvSpPr>
            <p:nvPr/>
          </p:nvSpPr>
          <p:spPr bwMode="auto">
            <a:xfrm>
              <a:off x="3976689" y="1709737"/>
              <a:ext cx="192088" cy="460375"/>
            </a:xfrm>
            <a:custGeom>
              <a:avLst/>
              <a:gdLst>
                <a:gd name="T0" fmla="*/ 0 w 121"/>
                <a:gd name="T1" fmla="*/ 3 h 289"/>
                <a:gd name="T2" fmla="*/ 20 w 121"/>
                <a:gd name="T3" fmla="*/ 241 h 289"/>
                <a:gd name="T4" fmla="*/ 73 w 121"/>
                <a:gd name="T5" fmla="*/ 287 h 289"/>
                <a:gd name="T6" fmla="*/ 118 w 121"/>
                <a:gd name="T7" fmla="*/ 233 h 289"/>
                <a:gd name="T8" fmla="*/ 101 w 121"/>
                <a:gd name="T9" fmla="*/ 17 h 289"/>
                <a:gd name="T10" fmla="*/ 65 w 121"/>
                <a:gd name="T11" fmla="*/ 0 h 289"/>
                <a:gd name="T12" fmla="*/ 0 w 121"/>
                <a:gd name="T13" fmla="*/ 3 h 289"/>
              </a:gdLst>
              <a:ahLst/>
              <a:cxnLst>
                <a:cxn ang="0">
                  <a:pos x="T0" y="T1"/>
                </a:cxn>
                <a:cxn ang="0">
                  <a:pos x="T2" y="T3"/>
                </a:cxn>
                <a:cxn ang="0">
                  <a:pos x="T4" y="T5"/>
                </a:cxn>
                <a:cxn ang="0">
                  <a:pos x="T6" y="T7"/>
                </a:cxn>
                <a:cxn ang="0">
                  <a:pos x="T8" y="T9"/>
                </a:cxn>
                <a:cxn ang="0">
                  <a:pos x="T10" y="T11"/>
                </a:cxn>
                <a:cxn ang="0">
                  <a:pos x="T12" y="T13"/>
                </a:cxn>
              </a:cxnLst>
              <a:rect l="0" t="0" r="r" b="b"/>
              <a:pathLst>
                <a:path w="121" h="289">
                  <a:moveTo>
                    <a:pt x="0" y="3"/>
                  </a:moveTo>
                  <a:cubicBezTo>
                    <a:pt x="20" y="241"/>
                    <a:pt x="20" y="241"/>
                    <a:pt x="20" y="241"/>
                  </a:cubicBezTo>
                  <a:cubicBezTo>
                    <a:pt x="22" y="268"/>
                    <a:pt x="46" y="289"/>
                    <a:pt x="73" y="287"/>
                  </a:cubicBezTo>
                  <a:cubicBezTo>
                    <a:pt x="100" y="284"/>
                    <a:pt x="121" y="260"/>
                    <a:pt x="118" y="233"/>
                  </a:cubicBezTo>
                  <a:cubicBezTo>
                    <a:pt x="101" y="17"/>
                    <a:pt x="101" y="17"/>
                    <a:pt x="101" y="17"/>
                  </a:cubicBezTo>
                  <a:cubicBezTo>
                    <a:pt x="88" y="12"/>
                    <a:pt x="77" y="6"/>
                    <a:pt x="65" y="0"/>
                  </a:cubicBezTo>
                  <a:cubicBezTo>
                    <a:pt x="48" y="1"/>
                    <a:pt x="27"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19"/>
            <p:cNvSpPr>
              <a:spLocks/>
            </p:cNvSpPr>
            <p:nvPr/>
          </p:nvSpPr>
          <p:spPr bwMode="auto">
            <a:xfrm>
              <a:off x="3711576" y="1703387"/>
              <a:ext cx="193675" cy="466725"/>
            </a:xfrm>
            <a:custGeom>
              <a:avLst/>
              <a:gdLst>
                <a:gd name="T0" fmla="*/ 22 w 121"/>
                <a:gd name="T1" fmla="*/ 0 h 293"/>
                <a:gd name="T2" fmla="*/ 3 w 121"/>
                <a:gd name="T3" fmla="*/ 237 h 293"/>
                <a:gd name="T4" fmla="*/ 48 w 121"/>
                <a:gd name="T5" fmla="*/ 291 h 293"/>
                <a:gd name="T6" fmla="*/ 101 w 121"/>
                <a:gd name="T7" fmla="*/ 245 h 293"/>
                <a:gd name="T8" fmla="*/ 121 w 121"/>
                <a:gd name="T9" fmla="*/ 7 h 293"/>
                <a:gd name="T10" fmla="*/ 22 w 121"/>
                <a:gd name="T11" fmla="*/ 0 h 293"/>
              </a:gdLst>
              <a:ahLst/>
              <a:cxnLst>
                <a:cxn ang="0">
                  <a:pos x="T0" y="T1"/>
                </a:cxn>
                <a:cxn ang="0">
                  <a:pos x="T2" y="T3"/>
                </a:cxn>
                <a:cxn ang="0">
                  <a:pos x="T4" y="T5"/>
                </a:cxn>
                <a:cxn ang="0">
                  <a:pos x="T6" y="T7"/>
                </a:cxn>
                <a:cxn ang="0">
                  <a:pos x="T8" y="T9"/>
                </a:cxn>
                <a:cxn ang="0">
                  <a:pos x="T10" y="T11"/>
                </a:cxn>
              </a:cxnLst>
              <a:rect l="0" t="0" r="r" b="b"/>
              <a:pathLst>
                <a:path w="121" h="293">
                  <a:moveTo>
                    <a:pt x="22" y="0"/>
                  </a:moveTo>
                  <a:cubicBezTo>
                    <a:pt x="3" y="237"/>
                    <a:pt x="3" y="237"/>
                    <a:pt x="3" y="237"/>
                  </a:cubicBezTo>
                  <a:cubicBezTo>
                    <a:pt x="0" y="264"/>
                    <a:pt x="21" y="288"/>
                    <a:pt x="48" y="291"/>
                  </a:cubicBezTo>
                  <a:cubicBezTo>
                    <a:pt x="75" y="293"/>
                    <a:pt x="99" y="272"/>
                    <a:pt x="101" y="245"/>
                  </a:cubicBezTo>
                  <a:cubicBezTo>
                    <a:pt x="121" y="7"/>
                    <a:pt x="121" y="7"/>
                    <a:pt x="121" y="7"/>
                  </a:cubicBezTo>
                  <a:cubicBezTo>
                    <a:pt x="73" y="6"/>
                    <a:pt x="41" y="3"/>
                    <a:pt x="2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20"/>
            <p:cNvSpPr>
              <a:spLocks/>
            </p:cNvSpPr>
            <p:nvPr/>
          </p:nvSpPr>
          <p:spPr bwMode="auto">
            <a:xfrm>
              <a:off x="3916364" y="884237"/>
              <a:ext cx="49213" cy="68262"/>
            </a:xfrm>
            <a:custGeom>
              <a:avLst/>
              <a:gdLst>
                <a:gd name="T0" fmla="*/ 31 w 31"/>
                <a:gd name="T1" fmla="*/ 41 h 43"/>
                <a:gd name="T2" fmla="*/ 31 w 31"/>
                <a:gd name="T3" fmla="*/ 0 h 43"/>
                <a:gd name="T4" fmla="*/ 15 w 31"/>
                <a:gd name="T5" fmla="*/ 11 h 43"/>
                <a:gd name="T6" fmla="*/ 0 w 31"/>
                <a:gd name="T7" fmla="*/ 0 h 43"/>
                <a:gd name="T8" fmla="*/ 0 w 31"/>
                <a:gd name="T9" fmla="*/ 41 h 43"/>
                <a:gd name="T10" fmla="*/ 15 w 31"/>
                <a:gd name="T11" fmla="*/ 43 h 43"/>
                <a:gd name="T12" fmla="*/ 31 w 31"/>
                <a:gd name="T13" fmla="*/ 41 h 43"/>
              </a:gdLst>
              <a:ahLst/>
              <a:cxnLst>
                <a:cxn ang="0">
                  <a:pos x="T0" y="T1"/>
                </a:cxn>
                <a:cxn ang="0">
                  <a:pos x="T2" y="T3"/>
                </a:cxn>
                <a:cxn ang="0">
                  <a:pos x="T4" y="T5"/>
                </a:cxn>
                <a:cxn ang="0">
                  <a:pos x="T6" y="T7"/>
                </a:cxn>
                <a:cxn ang="0">
                  <a:pos x="T8" y="T9"/>
                </a:cxn>
                <a:cxn ang="0">
                  <a:pos x="T10" y="T11"/>
                </a:cxn>
                <a:cxn ang="0">
                  <a:pos x="T12" y="T13"/>
                </a:cxn>
              </a:cxnLst>
              <a:rect l="0" t="0" r="r" b="b"/>
              <a:pathLst>
                <a:path w="31" h="43">
                  <a:moveTo>
                    <a:pt x="31" y="41"/>
                  </a:moveTo>
                  <a:cubicBezTo>
                    <a:pt x="31" y="0"/>
                    <a:pt x="31" y="0"/>
                    <a:pt x="31" y="0"/>
                  </a:cubicBezTo>
                  <a:cubicBezTo>
                    <a:pt x="15" y="11"/>
                    <a:pt x="15" y="11"/>
                    <a:pt x="15" y="11"/>
                  </a:cubicBezTo>
                  <a:cubicBezTo>
                    <a:pt x="0" y="0"/>
                    <a:pt x="0" y="0"/>
                    <a:pt x="0" y="0"/>
                  </a:cubicBezTo>
                  <a:cubicBezTo>
                    <a:pt x="0" y="41"/>
                    <a:pt x="0" y="41"/>
                    <a:pt x="0" y="41"/>
                  </a:cubicBezTo>
                  <a:cubicBezTo>
                    <a:pt x="5" y="42"/>
                    <a:pt x="10" y="43"/>
                    <a:pt x="15" y="43"/>
                  </a:cubicBezTo>
                  <a:cubicBezTo>
                    <a:pt x="21" y="43"/>
                    <a:pt x="26" y="42"/>
                    <a:pt x="31"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21"/>
            <p:cNvSpPr>
              <a:spLocks/>
            </p:cNvSpPr>
            <p:nvPr/>
          </p:nvSpPr>
          <p:spPr bwMode="auto">
            <a:xfrm>
              <a:off x="3775076" y="469900"/>
              <a:ext cx="330200" cy="508000"/>
            </a:xfrm>
            <a:custGeom>
              <a:avLst/>
              <a:gdLst>
                <a:gd name="T0" fmla="*/ 76 w 207"/>
                <a:gd name="T1" fmla="*/ 222 h 319"/>
                <a:gd name="T2" fmla="*/ 29 w 207"/>
                <a:gd name="T3" fmla="*/ 202 h 319"/>
                <a:gd name="T4" fmla="*/ 29 w 207"/>
                <a:gd name="T5" fmla="*/ 182 h 319"/>
                <a:gd name="T6" fmla="*/ 92 w 207"/>
                <a:gd name="T7" fmla="*/ 202 h 319"/>
                <a:gd name="T8" fmla="*/ 92 w 207"/>
                <a:gd name="T9" fmla="*/ 248 h 319"/>
                <a:gd name="T10" fmla="*/ 103 w 207"/>
                <a:gd name="T11" fmla="*/ 256 h 319"/>
                <a:gd name="T12" fmla="*/ 115 w 207"/>
                <a:gd name="T13" fmla="*/ 248 h 319"/>
                <a:gd name="T14" fmla="*/ 115 w 207"/>
                <a:gd name="T15" fmla="*/ 202 h 319"/>
                <a:gd name="T16" fmla="*/ 178 w 207"/>
                <a:gd name="T17" fmla="*/ 182 h 319"/>
                <a:gd name="T18" fmla="*/ 178 w 207"/>
                <a:gd name="T19" fmla="*/ 202 h 319"/>
                <a:gd name="T20" fmla="*/ 131 w 207"/>
                <a:gd name="T21" fmla="*/ 222 h 319"/>
                <a:gd name="T22" fmla="*/ 131 w 207"/>
                <a:gd name="T23" fmla="*/ 319 h 319"/>
                <a:gd name="T24" fmla="*/ 197 w 207"/>
                <a:gd name="T25" fmla="*/ 253 h 319"/>
                <a:gd name="T26" fmla="*/ 186 w 207"/>
                <a:gd name="T27" fmla="*/ 220 h 319"/>
                <a:gd name="T28" fmla="*/ 195 w 207"/>
                <a:gd name="T29" fmla="*/ 141 h 319"/>
                <a:gd name="T30" fmla="*/ 118 w 207"/>
                <a:gd name="T31" fmla="*/ 84 h 319"/>
                <a:gd name="T32" fmla="*/ 123 w 207"/>
                <a:gd name="T33" fmla="*/ 0 h 319"/>
                <a:gd name="T34" fmla="*/ 83 w 207"/>
                <a:gd name="T35" fmla="*/ 0 h 319"/>
                <a:gd name="T36" fmla="*/ 89 w 207"/>
                <a:gd name="T37" fmla="*/ 84 h 319"/>
                <a:gd name="T38" fmla="*/ 12 w 207"/>
                <a:gd name="T39" fmla="*/ 141 h 319"/>
                <a:gd name="T40" fmla="*/ 21 w 207"/>
                <a:gd name="T41" fmla="*/ 220 h 319"/>
                <a:gd name="T42" fmla="*/ 10 w 207"/>
                <a:gd name="T43" fmla="*/ 253 h 319"/>
                <a:gd name="T44" fmla="*/ 76 w 207"/>
                <a:gd name="T45" fmla="*/ 319 h 319"/>
                <a:gd name="T46" fmla="*/ 76 w 207"/>
                <a:gd name="T47" fmla="*/ 22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7" h="319">
                  <a:moveTo>
                    <a:pt x="76" y="222"/>
                  </a:moveTo>
                  <a:cubicBezTo>
                    <a:pt x="29" y="202"/>
                    <a:pt x="29" y="202"/>
                    <a:pt x="29" y="202"/>
                  </a:cubicBezTo>
                  <a:cubicBezTo>
                    <a:pt x="29" y="182"/>
                    <a:pt x="29" y="182"/>
                    <a:pt x="29" y="182"/>
                  </a:cubicBezTo>
                  <a:cubicBezTo>
                    <a:pt x="92" y="202"/>
                    <a:pt x="92" y="202"/>
                    <a:pt x="92" y="202"/>
                  </a:cubicBezTo>
                  <a:cubicBezTo>
                    <a:pt x="92" y="248"/>
                    <a:pt x="92" y="248"/>
                    <a:pt x="92" y="248"/>
                  </a:cubicBezTo>
                  <a:cubicBezTo>
                    <a:pt x="103" y="256"/>
                    <a:pt x="103" y="256"/>
                    <a:pt x="103" y="256"/>
                  </a:cubicBezTo>
                  <a:cubicBezTo>
                    <a:pt x="115" y="248"/>
                    <a:pt x="115" y="248"/>
                    <a:pt x="115" y="248"/>
                  </a:cubicBezTo>
                  <a:cubicBezTo>
                    <a:pt x="115" y="202"/>
                    <a:pt x="115" y="202"/>
                    <a:pt x="115" y="202"/>
                  </a:cubicBezTo>
                  <a:cubicBezTo>
                    <a:pt x="178" y="182"/>
                    <a:pt x="178" y="182"/>
                    <a:pt x="178" y="182"/>
                  </a:cubicBezTo>
                  <a:cubicBezTo>
                    <a:pt x="178" y="202"/>
                    <a:pt x="178" y="202"/>
                    <a:pt x="178" y="202"/>
                  </a:cubicBezTo>
                  <a:cubicBezTo>
                    <a:pt x="131" y="222"/>
                    <a:pt x="131" y="222"/>
                    <a:pt x="131" y="222"/>
                  </a:cubicBezTo>
                  <a:cubicBezTo>
                    <a:pt x="131" y="319"/>
                    <a:pt x="131" y="319"/>
                    <a:pt x="131" y="319"/>
                  </a:cubicBezTo>
                  <a:cubicBezTo>
                    <a:pt x="131" y="319"/>
                    <a:pt x="191" y="285"/>
                    <a:pt x="197" y="253"/>
                  </a:cubicBezTo>
                  <a:cubicBezTo>
                    <a:pt x="186" y="220"/>
                    <a:pt x="186" y="220"/>
                    <a:pt x="186" y="220"/>
                  </a:cubicBezTo>
                  <a:cubicBezTo>
                    <a:pt x="186" y="220"/>
                    <a:pt x="207" y="167"/>
                    <a:pt x="195" y="141"/>
                  </a:cubicBezTo>
                  <a:cubicBezTo>
                    <a:pt x="185" y="118"/>
                    <a:pt x="156" y="90"/>
                    <a:pt x="118" y="84"/>
                  </a:cubicBezTo>
                  <a:cubicBezTo>
                    <a:pt x="123" y="0"/>
                    <a:pt x="123" y="0"/>
                    <a:pt x="123" y="0"/>
                  </a:cubicBezTo>
                  <a:cubicBezTo>
                    <a:pt x="83" y="0"/>
                    <a:pt x="83" y="0"/>
                    <a:pt x="83" y="0"/>
                  </a:cubicBezTo>
                  <a:cubicBezTo>
                    <a:pt x="89" y="84"/>
                    <a:pt x="89" y="84"/>
                    <a:pt x="89" y="84"/>
                  </a:cubicBezTo>
                  <a:cubicBezTo>
                    <a:pt x="51" y="90"/>
                    <a:pt x="22" y="118"/>
                    <a:pt x="12" y="141"/>
                  </a:cubicBezTo>
                  <a:cubicBezTo>
                    <a:pt x="0" y="167"/>
                    <a:pt x="21" y="220"/>
                    <a:pt x="21" y="220"/>
                  </a:cubicBezTo>
                  <a:cubicBezTo>
                    <a:pt x="10" y="253"/>
                    <a:pt x="10" y="253"/>
                    <a:pt x="10" y="253"/>
                  </a:cubicBezTo>
                  <a:cubicBezTo>
                    <a:pt x="16" y="285"/>
                    <a:pt x="76" y="319"/>
                    <a:pt x="76" y="319"/>
                  </a:cubicBezTo>
                  <a:lnTo>
                    <a:pt x="76" y="2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22"/>
            <p:cNvSpPr>
              <a:spLocks noEditPoints="1"/>
            </p:cNvSpPr>
            <p:nvPr/>
          </p:nvSpPr>
          <p:spPr bwMode="auto">
            <a:xfrm>
              <a:off x="3910014" y="1008062"/>
              <a:ext cx="733425" cy="736600"/>
            </a:xfrm>
            <a:custGeom>
              <a:avLst/>
              <a:gdLst>
                <a:gd name="T0" fmla="*/ 0 w 461"/>
                <a:gd name="T1" fmla="*/ 231 h 462"/>
                <a:gd name="T2" fmla="*/ 231 w 461"/>
                <a:gd name="T3" fmla="*/ 462 h 462"/>
                <a:gd name="T4" fmla="*/ 461 w 461"/>
                <a:gd name="T5" fmla="*/ 231 h 462"/>
                <a:gd name="T6" fmla="*/ 231 w 461"/>
                <a:gd name="T7" fmla="*/ 0 h 462"/>
                <a:gd name="T8" fmla="*/ 0 w 461"/>
                <a:gd name="T9" fmla="*/ 231 h 462"/>
                <a:gd name="T10" fmla="*/ 231 w 461"/>
                <a:gd name="T11" fmla="*/ 350 h 462"/>
                <a:gd name="T12" fmla="*/ 112 w 461"/>
                <a:gd name="T13" fmla="*/ 231 h 462"/>
                <a:gd name="T14" fmla="*/ 231 w 461"/>
                <a:gd name="T15" fmla="*/ 112 h 462"/>
                <a:gd name="T16" fmla="*/ 350 w 461"/>
                <a:gd name="T17" fmla="*/ 231 h 462"/>
                <a:gd name="T18" fmla="*/ 231 w 461"/>
                <a:gd name="T19" fmla="*/ 350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1" h="462">
                  <a:moveTo>
                    <a:pt x="0" y="231"/>
                  </a:moveTo>
                  <a:cubicBezTo>
                    <a:pt x="0" y="358"/>
                    <a:pt x="103" y="462"/>
                    <a:pt x="231" y="462"/>
                  </a:cubicBezTo>
                  <a:cubicBezTo>
                    <a:pt x="358" y="462"/>
                    <a:pt x="461" y="358"/>
                    <a:pt x="461" y="231"/>
                  </a:cubicBezTo>
                  <a:cubicBezTo>
                    <a:pt x="461" y="104"/>
                    <a:pt x="358" y="0"/>
                    <a:pt x="231" y="0"/>
                  </a:cubicBezTo>
                  <a:cubicBezTo>
                    <a:pt x="103" y="0"/>
                    <a:pt x="0" y="104"/>
                    <a:pt x="0" y="231"/>
                  </a:cubicBezTo>
                  <a:close/>
                  <a:moveTo>
                    <a:pt x="231" y="350"/>
                  </a:moveTo>
                  <a:cubicBezTo>
                    <a:pt x="165" y="350"/>
                    <a:pt x="112" y="297"/>
                    <a:pt x="112" y="231"/>
                  </a:cubicBezTo>
                  <a:cubicBezTo>
                    <a:pt x="112" y="165"/>
                    <a:pt x="165" y="112"/>
                    <a:pt x="231" y="112"/>
                  </a:cubicBezTo>
                  <a:cubicBezTo>
                    <a:pt x="296" y="112"/>
                    <a:pt x="350" y="165"/>
                    <a:pt x="350" y="231"/>
                  </a:cubicBezTo>
                  <a:cubicBezTo>
                    <a:pt x="350" y="297"/>
                    <a:pt x="296" y="350"/>
                    <a:pt x="231" y="3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Oval 23"/>
            <p:cNvSpPr>
              <a:spLocks noChangeArrowheads="1"/>
            </p:cNvSpPr>
            <p:nvPr/>
          </p:nvSpPr>
          <p:spPr bwMode="auto">
            <a:xfrm>
              <a:off x="4117976" y="1219200"/>
              <a:ext cx="317500" cy="3143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24"/>
            <p:cNvSpPr>
              <a:spLocks/>
            </p:cNvSpPr>
            <p:nvPr/>
          </p:nvSpPr>
          <p:spPr bwMode="auto">
            <a:xfrm>
              <a:off x="3436939" y="417512"/>
              <a:ext cx="728663" cy="1281112"/>
            </a:xfrm>
            <a:custGeom>
              <a:avLst/>
              <a:gdLst>
                <a:gd name="T0" fmla="*/ 40 w 458"/>
                <a:gd name="T1" fmla="*/ 556 h 804"/>
                <a:gd name="T2" fmla="*/ 12 w 458"/>
                <a:gd name="T3" fmla="*/ 587 h 804"/>
                <a:gd name="T4" fmla="*/ 40 w 458"/>
                <a:gd name="T5" fmla="*/ 619 h 804"/>
                <a:gd name="T6" fmla="*/ 40 w 458"/>
                <a:gd name="T7" fmla="*/ 677 h 804"/>
                <a:gd name="T8" fmla="*/ 27 w 458"/>
                <a:gd name="T9" fmla="*/ 677 h 804"/>
                <a:gd name="T10" fmla="*/ 27 w 458"/>
                <a:gd name="T11" fmla="*/ 692 h 804"/>
                <a:gd name="T12" fmla="*/ 86 w 458"/>
                <a:gd name="T13" fmla="*/ 692 h 804"/>
                <a:gd name="T14" fmla="*/ 86 w 458"/>
                <a:gd name="T15" fmla="*/ 677 h 804"/>
                <a:gd name="T16" fmla="*/ 73 w 458"/>
                <a:gd name="T17" fmla="*/ 677 h 804"/>
                <a:gd name="T18" fmla="*/ 73 w 458"/>
                <a:gd name="T19" fmla="*/ 619 h 804"/>
                <a:gd name="T20" fmla="*/ 184 w 458"/>
                <a:gd name="T21" fmla="*/ 552 h 804"/>
                <a:gd name="T22" fmla="*/ 208 w 458"/>
                <a:gd name="T23" fmla="*/ 449 h 804"/>
                <a:gd name="T24" fmla="*/ 208 w 458"/>
                <a:gd name="T25" fmla="*/ 554 h 804"/>
                <a:gd name="T26" fmla="*/ 208 w 458"/>
                <a:gd name="T27" fmla="*/ 635 h 804"/>
                <a:gd name="T28" fmla="*/ 190 w 458"/>
                <a:gd name="T29" fmla="*/ 725 h 804"/>
                <a:gd name="T30" fmla="*/ 176 w 458"/>
                <a:gd name="T31" fmla="*/ 793 h 804"/>
                <a:gd name="T32" fmla="*/ 178 w 458"/>
                <a:gd name="T33" fmla="*/ 794 h 804"/>
                <a:gd name="T34" fmla="*/ 316 w 458"/>
                <a:gd name="T35" fmla="*/ 804 h 804"/>
                <a:gd name="T36" fmla="*/ 390 w 458"/>
                <a:gd name="T37" fmla="*/ 802 h 804"/>
                <a:gd name="T38" fmla="*/ 285 w 458"/>
                <a:gd name="T39" fmla="*/ 602 h 804"/>
                <a:gd name="T40" fmla="*/ 401 w 458"/>
                <a:gd name="T41" fmla="*/ 395 h 804"/>
                <a:gd name="T42" fmla="*/ 377 w 458"/>
                <a:gd name="T43" fmla="*/ 366 h 804"/>
                <a:gd name="T44" fmla="*/ 409 w 458"/>
                <a:gd name="T45" fmla="*/ 391 h 804"/>
                <a:gd name="T46" fmla="*/ 458 w 458"/>
                <a:gd name="T47" fmla="*/ 370 h 804"/>
                <a:gd name="T48" fmla="*/ 442 w 458"/>
                <a:gd name="T49" fmla="*/ 354 h 804"/>
                <a:gd name="T50" fmla="*/ 425 w 458"/>
                <a:gd name="T51" fmla="*/ 346 h 804"/>
                <a:gd name="T52" fmla="*/ 378 w 458"/>
                <a:gd name="T53" fmla="*/ 353 h 804"/>
                <a:gd name="T54" fmla="*/ 366 w 458"/>
                <a:gd name="T55" fmla="*/ 353 h 804"/>
                <a:gd name="T56" fmla="*/ 350 w 458"/>
                <a:gd name="T57" fmla="*/ 363 h 804"/>
                <a:gd name="T58" fmla="*/ 332 w 458"/>
                <a:gd name="T59" fmla="*/ 373 h 804"/>
                <a:gd name="T60" fmla="*/ 332 w 458"/>
                <a:gd name="T61" fmla="*/ 353 h 804"/>
                <a:gd name="T62" fmla="*/ 301 w 458"/>
                <a:gd name="T63" fmla="*/ 353 h 804"/>
                <a:gd name="T64" fmla="*/ 301 w 458"/>
                <a:gd name="T65" fmla="*/ 373 h 804"/>
                <a:gd name="T66" fmla="*/ 283 w 458"/>
                <a:gd name="T67" fmla="*/ 363 h 804"/>
                <a:gd name="T68" fmla="*/ 267 w 458"/>
                <a:gd name="T69" fmla="*/ 353 h 804"/>
                <a:gd name="T70" fmla="*/ 248 w 458"/>
                <a:gd name="T71" fmla="*/ 353 h 804"/>
                <a:gd name="T72" fmla="*/ 201 w 458"/>
                <a:gd name="T73" fmla="*/ 346 h 804"/>
                <a:gd name="T74" fmla="*/ 185 w 458"/>
                <a:gd name="T75" fmla="*/ 354 h 804"/>
                <a:gd name="T76" fmla="*/ 167 w 458"/>
                <a:gd name="T77" fmla="*/ 382 h 804"/>
                <a:gd name="T78" fmla="*/ 216 w 458"/>
                <a:gd name="T79" fmla="*/ 391 h 804"/>
                <a:gd name="T80" fmla="*/ 249 w 458"/>
                <a:gd name="T81" fmla="*/ 366 h 804"/>
                <a:gd name="T82" fmla="*/ 212 w 458"/>
                <a:gd name="T83" fmla="*/ 400 h 804"/>
                <a:gd name="T84" fmla="*/ 166 w 458"/>
                <a:gd name="T85" fmla="*/ 396 h 804"/>
                <a:gd name="T86" fmla="*/ 120 w 458"/>
                <a:gd name="T87" fmla="*/ 543 h 804"/>
                <a:gd name="T88" fmla="*/ 73 w 458"/>
                <a:gd name="T89" fmla="*/ 554 h 804"/>
                <a:gd name="T90" fmla="*/ 73 w 458"/>
                <a:gd name="T91" fmla="*/ 541 h 804"/>
                <a:gd name="T92" fmla="*/ 114 w 458"/>
                <a:gd name="T93" fmla="*/ 541 h 804"/>
                <a:gd name="T94" fmla="*/ 114 w 458"/>
                <a:gd name="T95" fmla="*/ 517 h 804"/>
                <a:gd name="T96" fmla="*/ 80 w 458"/>
                <a:gd name="T97" fmla="*/ 517 h 804"/>
                <a:gd name="T98" fmla="*/ 92 w 458"/>
                <a:gd name="T99" fmla="*/ 112 h 804"/>
                <a:gd name="T100" fmla="*/ 57 w 458"/>
                <a:gd name="T101" fmla="*/ 0 h 804"/>
                <a:gd name="T102" fmla="*/ 21 w 458"/>
                <a:gd name="T103" fmla="*/ 112 h 804"/>
                <a:gd name="T104" fmla="*/ 33 w 458"/>
                <a:gd name="T105" fmla="*/ 517 h 804"/>
                <a:gd name="T106" fmla="*/ 0 w 458"/>
                <a:gd name="T107" fmla="*/ 517 h 804"/>
                <a:gd name="T108" fmla="*/ 0 w 458"/>
                <a:gd name="T109" fmla="*/ 541 h 804"/>
                <a:gd name="T110" fmla="*/ 40 w 458"/>
                <a:gd name="T111" fmla="*/ 541 h 804"/>
                <a:gd name="T112" fmla="*/ 40 w 458"/>
                <a:gd name="T113" fmla="*/ 556 h 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58" h="804">
                  <a:moveTo>
                    <a:pt x="40" y="556"/>
                  </a:moveTo>
                  <a:cubicBezTo>
                    <a:pt x="24" y="557"/>
                    <a:pt x="12" y="570"/>
                    <a:pt x="12" y="587"/>
                  </a:cubicBezTo>
                  <a:cubicBezTo>
                    <a:pt x="11" y="603"/>
                    <a:pt x="24" y="617"/>
                    <a:pt x="40" y="619"/>
                  </a:cubicBezTo>
                  <a:cubicBezTo>
                    <a:pt x="40" y="677"/>
                    <a:pt x="40" y="677"/>
                    <a:pt x="40" y="677"/>
                  </a:cubicBezTo>
                  <a:cubicBezTo>
                    <a:pt x="27" y="677"/>
                    <a:pt x="27" y="677"/>
                    <a:pt x="27" y="677"/>
                  </a:cubicBezTo>
                  <a:cubicBezTo>
                    <a:pt x="27" y="692"/>
                    <a:pt x="27" y="692"/>
                    <a:pt x="27" y="692"/>
                  </a:cubicBezTo>
                  <a:cubicBezTo>
                    <a:pt x="86" y="692"/>
                    <a:pt x="86" y="692"/>
                    <a:pt x="86" y="692"/>
                  </a:cubicBezTo>
                  <a:cubicBezTo>
                    <a:pt x="86" y="677"/>
                    <a:pt x="86" y="677"/>
                    <a:pt x="86" y="677"/>
                  </a:cubicBezTo>
                  <a:cubicBezTo>
                    <a:pt x="73" y="677"/>
                    <a:pt x="73" y="677"/>
                    <a:pt x="73" y="677"/>
                  </a:cubicBezTo>
                  <a:cubicBezTo>
                    <a:pt x="73" y="619"/>
                    <a:pt x="73" y="619"/>
                    <a:pt x="73" y="619"/>
                  </a:cubicBezTo>
                  <a:cubicBezTo>
                    <a:pt x="116" y="616"/>
                    <a:pt x="179" y="603"/>
                    <a:pt x="184" y="552"/>
                  </a:cubicBezTo>
                  <a:cubicBezTo>
                    <a:pt x="189" y="502"/>
                    <a:pt x="198" y="469"/>
                    <a:pt x="208" y="449"/>
                  </a:cubicBezTo>
                  <a:cubicBezTo>
                    <a:pt x="208" y="554"/>
                    <a:pt x="208" y="554"/>
                    <a:pt x="208" y="554"/>
                  </a:cubicBezTo>
                  <a:cubicBezTo>
                    <a:pt x="208" y="635"/>
                    <a:pt x="208" y="635"/>
                    <a:pt x="208" y="635"/>
                  </a:cubicBezTo>
                  <a:cubicBezTo>
                    <a:pt x="190" y="725"/>
                    <a:pt x="190" y="725"/>
                    <a:pt x="190" y="725"/>
                  </a:cubicBezTo>
                  <a:cubicBezTo>
                    <a:pt x="176" y="793"/>
                    <a:pt x="176" y="793"/>
                    <a:pt x="176" y="793"/>
                  </a:cubicBezTo>
                  <a:cubicBezTo>
                    <a:pt x="176" y="793"/>
                    <a:pt x="176" y="794"/>
                    <a:pt x="178" y="794"/>
                  </a:cubicBezTo>
                  <a:cubicBezTo>
                    <a:pt x="187" y="796"/>
                    <a:pt x="231" y="804"/>
                    <a:pt x="316" y="804"/>
                  </a:cubicBezTo>
                  <a:cubicBezTo>
                    <a:pt x="346" y="804"/>
                    <a:pt x="371" y="803"/>
                    <a:pt x="390" y="802"/>
                  </a:cubicBezTo>
                  <a:cubicBezTo>
                    <a:pt x="327" y="758"/>
                    <a:pt x="285" y="685"/>
                    <a:pt x="285" y="602"/>
                  </a:cubicBezTo>
                  <a:cubicBezTo>
                    <a:pt x="285" y="515"/>
                    <a:pt x="332" y="438"/>
                    <a:pt x="401" y="395"/>
                  </a:cubicBezTo>
                  <a:cubicBezTo>
                    <a:pt x="387" y="388"/>
                    <a:pt x="378" y="376"/>
                    <a:pt x="377" y="366"/>
                  </a:cubicBezTo>
                  <a:cubicBezTo>
                    <a:pt x="381" y="376"/>
                    <a:pt x="393" y="385"/>
                    <a:pt x="409" y="391"/>
                  </a:cubicBezTo>
                  <a:cubicBezTo>
                    <a:pt x="424" y="382"/>
                    <a:pt x="441" y="375"/>
                    <a:pt x="458" y="370"/>
                  </a:cubicBezTo>
                  <a:cubicBezTo>
                    <a:pt x="455" y="364"/>
                    <a:pt x="449" y="359"/>
                    <a:pt x="442" y="354"/>
                  </a:cubicBezTo>
                  <a:cubicBezTo>
                    <a:pt x="437" y="351"/>
                    <a:pt x="431" y="348"/>
                    <a:pt x="425" y="346"/>
                  </a:cubicBezTo>
                  <a:cubicBezTo>
                    <a:pt x="404" y="340"/>
                    <a:pt x="384" y="343"/>
                    <a:pt x="378" y="353"/>
                  </a:cubicBezTo>
                  <a:cubicBezTo>
                    <a:pt x="366" y="353"/>
                    <a:pt x="366" y="353"/>
                    <a:pt x="366" y="353"/>
                  </a:cubicBezTo>
                  <a:cubicBezTo>
                    <a:pt x="358" y="358"/>
                    <a:pt x="352" y="362"/>
                    <a:pt x="350" y="363"/>
                  </a:cubicBezTo>
                  <a:cubicBezTo>
                    <a:pt x="332" y="373"/>
                    <a:pt x="332" y="373"/>
                    <a:pt x="332" y="373"/>
                  </a:cubicBezTo>
                  <a:cubicBezTo>
                    <a:pt x="332" y="353"/>
                    <a:pt x="332" y="353"/>
                    <a:pt x="332" y="353"/>
                  </a:cubicBezTo>
                  <a:cubicBezTo>
                    <a:pt x="301" y="353"/>
                    <a:pt x="301" y="353"/>
                    <a:pt x="301" y="353"/>
                  </a:cubicBezTo>
                  <a:cubicBezTo>
                    <a:pt x="301" y="373"/>
                    <a:pt x="301" y="373"/>
                    <a:pt x="301" y="373"/>
                  </a:cubicBezTo>
                  <a:cubicBezTo>
                    <a:pt x="283" y="363"/>
                    <a:pt x="283" y="363"/>
                    <a:pt x="283" y="363"/>
                  </a:cubicBezTo>
                  <a:cubicBezTo>
                    <a:pt x="281" y="362"/>
                    <a:pt x="275" y="358"/>
                    <a:pt x="267" y="353"/>
                  </a:cubicBezTo>
                  <a:cubicBezTo>
                    <a:pt x="248" y="353"/>
                    <a:pt x="248" y="353"/>
                    <a:pt x="248" y="353"/>
                  </a:cubicBezTo>
                  <a:cubicBezTo>
                    <a:pt x="242" y="343"/>
                    <a:pt x="222" y="340"/>
                    <a:pt x="201" y="346"/>
                  </a:cubicBezTo>
                  <a:cubicBezTo>
                    <a:pt x="195" y="348"/>
                    <a:pt x="190" y="351"/>
                    <a:pt x="185" y="354"/>
                  </a:cubicBezTo>
                  <a:cubicBezTo>
                    <a:pt x="172" y="362"/>
                    <a:pt x="165" y="373"/>
                    <a:pt x="167" y="382"/>
                  </a:cubicBezTo>
                  <a:cubicBezTo>
                    <a:pt x="171" y="394"/>
                    <a:pt x="193" y="398"/>
                    <a:pt x="216" y="391"/>
                  </a:cubicBezTo>
                  <a:cubicBezTo>
                    <a:pt x="232" y="386"/>
                    <a:pt x="245" y="376"/>
                    <a:pt x="249" y="366"/>
                  </a:cubicBezTo>
                  <a:cubicBezTo>
                    <a:pt x="249" y="379"/>
                    <a:pt x="234" y="394"/>
                    <a:pt x="212" y="400"/>
                  </a:cubicBezTo>
                  <a:cubicBezTo>
                    <a:pt x="193" y="406"/>
                    <a:pt x="175" y="404"/>
                    <a:pt x="166" y="396"/>
                  </a:cubicBezTo>
                  <a:cubicBezTo>
                    <a:pt x="142" y="429"/>
                    <a:pt x="127" y="478"/>
                    <a:pt x="120" y="543"/>
                  </a:cubicBezTo>
                  <a:cubicBezTo>
                    <a:pt x="114" y="548"/>
                    <a:pt x="94" y="552"/>
                    <a:pt x="73" y="554"/>
                  </a:cubicBezTo>
                  <a:cubicBezTo>
                    <a:pt x="73" y="541"/>
                    <a:pt x="73" y="541"/>
                    <a:pt x="73" y="541"/>
                  </a:cubicBezTo>
                  <a:cubicBezTo>
                    <a:pt x="114" y="541"/>
                    <a:pt x="114" y="541"/>
                    <a:pt x="114" y="541"/>
                  </a:cubicBezTo>
                  <a:cubicBezTo>
                    <a:pt x="114" y="517"/>
                    <a:pt x="114" y="517"/>
                    <a:pt x="114" y="517"/>
                  </a:cubicBezTo>
                  <a:cubicBezTo>
                    <a:pt x="80" y="517"/>
                    <a:pt x="80" y="517"/>
                    <a:pt x="80" y="517"/>
                  </a:cubicBezTo>
                  <a:cubicBezTo>
                    <a:pt x="92" y="112"/>
                    <a:pt x="92" y="112"/>
                    <a:pt x="92" y="112"/>
                  </a:cubicBezTo>
                  <a:cubicBezTo>
                    <a:pt x="57" y="0"/>
                    <a:pt x="57" y="0"/>
                    <a:pt x="57" y="0"/>
                  </a:cubicBezTo>
                  <a:cubicBezTo>
                    <a:pt x="21" y="112"/>
                    <a:pt x="21" y="112"/>
                    <a:pt x="21" y="112"/>
                  </a:cubicBezTo>
                  <a:cubicBezTo>
                    <a:pt x="33" y="517"/>
                    <a:pt x="33" y="517"/>
                    <a:pt x="33" y="517"/>
                  </a:cubicBezTo>
                  <a:cubicBezTo>
                    <a:pt x="0" y="517"/>
                    <a:pt x="0" y="517"/>
                    <a:pt x="0" y="517"/>
                  </a:cubicBezTo>
                  <a:cubicBezTo>
                    <a:pt x="0" y="541"/>
                    <a:pt x="0" y="541"/>
                    <a:pt x="0" y="541"/>
                  </a:cubicBezTo>
                  <a:cubicBezTo>
                    <a:pt x="40" y="541"/>
                    <a:pt x="40" y="541"/>
                    <a:pt x="40" y="541"/>
                  </a:cubicBezTo>
                  <a:lnTo>
                    <a:pt x="40" y="5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06" name="Freeform 156"/>
          <p:cNvSpPr>
            <a:spLocks/>
          </p:cNvSpPr>
          <p:nvPr/>
        </p:nvSpPr>
        <p:spPr bwMode="auto">
          <a:xfrm>
            <a:off x="9078914" y="2976562"/>
            <a:ext cx="742950" cy="242887"/>
          </a:xfrm>
          <a:custGeom>
            <a:avLst/>
            <a:gdLst>
              <a:gd name="T0" fmla="*/ 378 w 466"/>
              <a:gd name="T1" fmla="*/ 40 h 152"/>
              <a:gd name="T2" fmla="*/ 378 w 466"/>
              <a:gd name="T3" fmla="*/ 40 h 152"/>
              <a:gd name="T4" fmla="*/ 356 w 466"/>
              <a:gd name="T5" fmla="*/ 29 h 152"/>
              <a:gd name="T6" fmla="*/ 330 w 466"/>
              <a:gd name="T7" fmla="*/ 52 h 152"/>
              <a:gd name="T8" fmla="*/ 340 w 466"/>
              <a:gd name="T9" fmla="*/ 51 h 152"/>
              <a:gd name="T10" fmla="*/ 367 w 466"/>
              <a:gd name="T11" fmla="*/ 64 h 152"/>
              <a:gd name="T12" fmla="*/ 345 w 466"/>
              <a:gd name="T13" fmla="*/ 55 h 152"/>
              <a:gd name="T14" fmla="*/ 312 w 466"/>
              <a:gd name="T15" fmla="*/ 79 h 152"/>
              <a:gd name="T16" fmla="*/ 321 w 466"/>
              <a:gd name="T17" fmla="*/ 93 h 152"/>
              <a:gd name="T18" fmla="*/ 301 w 466"/>
              <a:gd name="T19" fmla="*/ 80 h 152"/>
              <a:gd name="T20" fmla="*/ 279 w 466"/>
              <a:gd name="T21" fmla="*/ 102 h 152"/>
              <a:gd name="T22" fmla="*/ 279 w 466"/>
              <a:gd name="T23" fmla="*/ 105 h 152"/>
              <a:gd name="T24" fmla="*/ 278 w 466"/>
              <a:gd name="T25" fmla="*/ 97 h 152"/>
              <a:gd name="T26" fmla="*/ 278 w 466"/>
              <a:gd name="T27" fmla="*/ 95 h 152"/>
              <a:gd name="T28" fmla="*/ 272 w 466"/>
              <a:gd name="T29" fmla="*/ 93 h 152"/>
              <a:gd name="T30" fmla="*/ 256 w 466"/>
              <a:gd name="T31" fmla="*/ 103 h 152"/>
              <a:gd name="T32" fmla="*/ 247 w 466"/>
              <a:gd name="T33" fmla="*/ 99 h 152"/>
              <a:gd name="T34" fmla="*/ 235 w 466"/>
              <a:gd name="T35" fmla="*/ 107 h 152"/>
              <a:gd name="T36" fmla="*/ 216 w 466"/>
              <a:gd name="T37" fmla="*/ 106 h 152"/>
              <a:gd name="T38" fmla="*/ 197 w 466"/>
              <a:gd name="T39" fmla="*/ 115 h 152"/>
              <a:gd name="T40" fmla="*/ 145 w 466"/>
              <a:gd name="T41" fmla="*/ 122 h 152"/>
              <a:gd name="T42" fmla="*/ 134 w 466"/>
              <a:gd name="T43" fmla="*/ 115 h 152"/>
              <a:gd name="T44" fmla="*/ 123 w 466"/>
              <a:gd name="T45" fmla="*/ 122 h 152"/>
              <a:gd name="T46" fmla="*/ 110 w 466"/>
              <a:gd name="T47" fmla="*/ 122 h 152"/>
              <a:gd name="T48" fmla="*/ 96 w 466"/>
              <a:gd name="T49" fmla="*/ 128 h 152"/>
              <a:gd name="T50" fmla="*/ 80 w 466"/>
              <a:gd name="T51" fmla="*/ 130 h 152"/>
              <a:gd name="T52" fmla="*/ 189 w 466"/>
              <a:gd name="T53" fmla="*/ 144 h 152"/>
              <a:gd name="T54" fmla="*/ 369 w 466"/>
              <a:gd name="T55" fmla="*/ 141 h 152"/>
              <a:gd name="T56" fmla="*/ 392 w 466"/>
              <a:gd name="T57" fmla="*/ 152 h 152"/>
              <a:gd name="T58" fmla="*/ 394 w 466"/>
              <a:gd name="T59" fmla="*/ 152 h 152"/>
              <a:gd name="T60" fmla="*/ 421 w 466"/>
              <a:gd name="T61" fmla="*/ 123 h 152"/>
              <a:gd name="T62" fmla="*/ 394 w 466"/>
              <a:gd name="T63" fmla="*/ 95 h 152"/>
              <a:gd name="T64" fmla="*/ 397 w 466"/>
              <a:gd name="T65" fmla="*/ 95 h 152"/>
              <a:gd name="T66" fmla="*/ 426 w 466"/>
              <a:gd name="T67" fmla="*/ 123 h 152"/>
              <a:gd name="T68" fmla="*/ 421 w 466"/>
              <a:gd name="T69" fmla="*/ 140 h 152"/>
              <a:gd name="T70" fmla="*/ 466 w 466"/>
              <a:gd name="T71" fmla="*/ 92 h 152"/>
              <a:gd name="T72" fmla="*/ 443 w 466"/>
              <a:gd name="T73" fmla="*/ 51 h 152"/>
              <a:gd name="T74" fmla="*/ 443 w 466"/>
              <a:gd name="T75" fmla="*/ 50 h 152"/>
              <a:gd name="T76" fmla="*/ 443 w 466"/>
              <a:gd name="T77" fmla="*/ 47 h 152"/>
              <a:gd name="T78" fmla="*/ 417 w 466"/>
              <a:gd name="T79" fmla="*/ 24 h 152"/>
              <a:gd name="T80" fmla="*/ 395 w 466"/>
              <a:gd name="T81" fmla="*/ 36 h 152"/>
              <a:gd name="T82" fmla="*/ 392 w 466"/>
              <a:gd name="T83" fmla="*/ 35 h 152"/>
              <a:gd name="T84" fmla="*/ 405 w 466"/>
              <a:gd name="T85" fmla="*/ 21 h 152"/>
              <a:gd name="T86" fmla="*/ 382 w 466"/>
              <a:gd name="T87" fmla="*/ 0 h 152"/>
              <a:gd name="T88" fmla="*/ 358 w 466"/>
              <a:gd name="T89" fmla="*/ 23 h 152"/>
              <a:gd name="T90" fmla="*/ 378 w 466"/>
              <a:gd name="T91" fmla="*/ 4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66" h="152">
                <a:moveTo>
                  <a:pt x="378" y="40"/>
                </a:moveTo>
                <a:cubicBezTo>
                  <a:pt x="378" y="40"/>
                  <a:pt x="378" y="40"/>
                  <a:pt x="378" y="40"/>
                </a:cubicBezTo>
                <a:cubicBezTo>
                  <a:pt x="373" y="34"/>
                  <a:pt x="365" y="29"/>
                  <a:pt x="356" y="29"/>
                </a:cubicBezTo>
                <a:cubicBezTo>
                  <a:pt x="343" y="29"/>
                  <a:pt x="331" y="39"/>
                  <a:pt x="330" y="52"/>
                </a:cubicBezTo>
                <a:cubicBezTo>
                  <a:pt x="333" y="51"/>
                  <a:pt x="337" y="51"/>
                  <a:pt x="340" y="51"/>
                </a:cubicBezTo>
                <a:cubicBezTo>
                  <a:pt x="351" y="51"/>
                  <a:pt x="361" y="56"/>
                  <a:pt x="367" y="64"/>
                </a:cubicBezTo>
                <a:cubicBezTo>
                  <a:pt x="361" y="59"/>
                  <a:pt x="353" y="55"/>
                  <a:pt x="345" y="55"/>
                </a:cubicBezTo>
                <a:cubicBezTo>
                  <a:pt x="329" y="55"/>
                  <a:pt x="317" y="65"/>
                  <a:pt x="312" y="79"/>
                </a:cubicBezTo>
                <a:cubicBezTo>
                  <a:pt x="317" y="82"/>
                  <a:pt x="320" y="88"/>
                  <a:pt x="321" y="93"/>
                </a:cubicBezTo>
                <a:cubicBezTo>
                  <a:pt x="318" y="86"/>
                  <a:pt x="310" y="80"/>
                  <a:pt x="301" y="80"/>
                </a:cubicBezTo>
                <a:cubicBezTo>
                  <a:pt x="289" y="80"/>
                  <a:pt x="279" y="90"/>
                  <a:pt x="279" y="102"/>
                </a:cubicBezTo>
                <a:cubicBezTo>
                  <a:pt x="279" y="103"/>
                  <a:pt x="279" y="104"/>
                  <a:pt x="279" y="105"/>
                </a:cubicBezTo>
                <a:cubicBezTo>
                  <a:pt x="278" y="103"/>
                  <a:pt x="278" y="100"/>
                  <a:pt x="278" y="97"/>
                </a:cubicBezTo>
                <a:cubicBezTo>
                  <a:pt x="278" y="96"/>
                  <a:pt x="278" y="95"/>
                  <a:pt x="278" y="95"/>
                </a:cubicBezTo>
                <a:cubicBezTo>
                  <a:pt x="276" y="94"/>
                  <a:pt x="274" y="93"/>
                  <a:pt x="272" y="93"/>
                </a:cubicBezTo>
                <a:cubicBezTo>
                  <a:pt x="265" y="93"/>
                  <a:pt x="259" y="97"/>
                  <a:pt x="256" y="103"/>
                </a:cubicBezTo>
                <a:cubicBezTo>
                  <a:pt x="254" y="101"/>
                  <a:pt x="251" y="99"/>
                  <a:pt x="247" y="99"/>
                </a:cubicBezTo>
                <a:cubicBezTo>
                  <a:pt x="242" y="99"/>
                  <a:pt x="238" y="102"/>
                  <a:pt x="235" y="107"/>
                </a:cubicBezTo>
                <a:cubicBezTo>
                  <a:pt x="231" y="105"/>
                  <a:pt x="224" y="105"/>
                  <a:pt x="216" y="106"/>
                </a:cubicBezTo>
                <a:cubicBezTo>
                  <a:pt x="207" y="108"/>
                  <a:pt x="200" y="111"/>
                  <a:pt x="197" y="115"/>
                </a:cubicBezTo>
                <a:cubicBezTo>
                  <a:pt x="179" y="118"/>
                  <a:pt x="162" y="120"/>
                  <a:pt x="145" y="122"/>
                </a:cubicBezTo>
                <a:cubicBezTo>
                  <a:pt x="143" y="118"/>
                  <a:pt x="139" y="115"/>
                  <a:pt x="134" y="115"/>
                </a:cubicBezTo>
                <a:cubicBezTo>
                  <a:pt x="129" y="115"/>
                  <a:pt x="125" y="118"/>
                  <a:pt x="123" y="122"/>
                </a:cubicBezTo>
                <a:cubicBezTo>
                  <a:pt x="119" y="121"/>
                  <a:pt x="115" y="121"/>
                  <a:pt x="110" y="122"/>
                </a:cubicBezTo>
                <a:cubicBezTo>
                  <a:pt x="103" y="123"/>
                  <a:pt x="98" y="126"/>
                  <a:pt x="96" y="128"/>
                </a:cubicBezTo>
                <a:cubicBezTo>
                  <a:pt x="90" y="129"/>
                  <a:pt x="85" y="130"/>
                  <a:pt x="80" y="130"/>
                </a:cubicBezTo>
                <a:cubicBezTo>
                  <a:pt x="0" y="138"/>
                  <a:pt x="93" y="146"/>
                  <a:pt x="189" y="144"/>
                </a:cubicBezTo>
                <a:cubicBezTo>
                  <a:pt x="253" y="143"/>
                  <a:pt x="325" y="150"/>
                  <a:pt x="369" y="141"/>
                </a:cubicBezTo>
                <a:cubicBezTo>
                  <a:pt x="375" y="148"/>
                  <a:pt x="383" y="152"/>
                  <a:pt x="392" y="152"/>
                </a:cubicBezTo>
                <a:cubicBezTo>
                  <a:pt x="393" y="152"/>
                  <a:pt x="394" y="152"/>
                  <a:pt x="394" y="152"/>
                </a:cubicBezTo>
                <a:cubicBezTo>
                  <a:pt x="409" y="151"/>
                  <a:pt x="421" y="138"/>
                  <a:pt x="421" y="123"/>
                </a:cubicBezTo>
                <a:cubicBezTo>
                  <a:pt x="421" y="108"/>
                  <a:pt x="409" y="96"/>
                  <a:pt x="394" y="95"/>
                </a:cubicBezTo>
                <a:cubicBezTo>
                  <a:pt x="395" y="95"/>
                  <a:pt x="396" y="95"/>
                  <a:pt x="397" y="95"/>
                </a:cubicBezTo>
                <a:cubicBezTo>
                  <a:pt x="413" y="95"/>
                  <a:pt x="426" y="108"/>
                  <a:pt x="426" y="123"/>
                </a:cubicBezTo>
                <a:cubicBezTo>
                  <a:pt x="426" y="130"/>
                  <a:pt x="424" y="135"/>
                  <a:pt x="421" y="140"/>
                </a:cubicBezTo>
                <a:cubicBezTo>
                  <a:pt x="446" y="138"/>
                  <a:pt x="466" y="118"/>
                  <a:pt x="466" y="92"/>
                </a:cubicBezTo>
                <a:cubicBezTo>
                  <a:pt x="466" y="75"/>
                  <a:pt x="457" y="60"/>
                  <a:pt x="443" y="51"/>
                </a:cubicBezTo>
                <a:cubicBezTo>
                  <a:pt x="443" y="51"/>
                  <a:pt x="443" y="50"/>
                  <a:pt x="443" y="50"/>
                </a:cubicBezTo>
                <a:cubicBezTo>
                  <a:pt x="443" y="49"/>
                  <a:pt x="443" y="48"/>
                  <a:pt x="443" y="47"/>
                </a:cubicBezTo>
                <a:cubicBezTo>
                  <a:pt x="442" y="34"/>
                  <a:pt x="431" y="24"/>
                  <a:pt x="417" y="24"/>
                </a:cubicBezTo>
                <a:cubicBezTo>
                  <a:pt x="408" y="24"/>
                  <a:pt x="400" y="29"/>
                  <a:pt x="395" y="36"/>
                </a:cubicBezTo>
                <a:cubicBezTo>
                  <a:pt x="394" y="35"/>
                  <a:pt x="393" y="35"/>
                  <a:pt x="392" y="35"/>
                </a:cubicBezTo>
                <a:cubicBezTo>
                  <a:pt x="395" y="29"/>
                  <a:pt x="399" y="24"/>
                  <a:pt x="405" y="21"/>
                </a:cubicBezTo>
                <a:cubicBezTo>
                  <a:pt x="404" y="9"/>
                  <a:pt x="394" y="0"/>
                  <a:pt x="382" y="0"/>
                </a:cubicBezTo>
                <a:cubicBezTo>
                  <a:pt x="369" y="0"/>
                  <a:pt x="358" y="10"/>
                  <a:pt x="358" y="23"/>
                </a:cubicBezTo>
                <a:cubicBezTo>
                  <a:pt x="367" y="24"/>
                  <a:pt x="375" y="31"/>
                  <a:pt x="378" y="4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107" name="组合 106"/>
          <p:cNvGrpSpPr/>
          <p:nvPr/>
        </p:nvGrpSpPr>
        <p:grpSpPr>
          <a:xfrm>
            <a:off x="7327901" y="3030537"/>
            <a:ext cx="3359151" cy="3413125"/>
            <a:chOff x="7327901" y="3030537"/>
            <a:chExt cx="3359151" cy="3413125"/>
          </a:xfrm>
          <a:solidFill>
            <a:schemeClr val="tx1">
              <a:lumMod val="65000"/>
              <a:lumOff val="35000"/>
            </a:schemeClr>
          </a:solidFill>
        </p:grpSpPr>
        <p:sp>
          <p:nvSpPr>
            <p:cNvPr id="108" name="Freeform 71"/>
            <p:cNvSpPr>
              <a:spLocks/>
            </p:cNvSpPr>
            <p:nvPr/>
          </p:nvSpPr>
          <p:spPr bwMode="auto">
            <a:xfrm>
              <a:off x="7327901" y="5133974"/>
              <a:ext cx="88900" cy="63500"/>
            </a:xfrm>
            <a:custGeom>
              <a:avLst/>
              <a:gdLst>
                <a:gd name="T0" fmla="*/ 56 w 56"/>
                <a:gd name="T1" fmla="*/ 34 h 40"/>
                <a:gd name="T2" fmla="*/ 48 w 56"/>
                <a:gd name="T3" fmla="*/ 0 h 40"/>
                <a:gd name="T4" fmla="*/ 0 w 56"/>
                <a:gd name="T5" fmla="*/ 21 h 40"/>
                <a:gd name="T6" fmla="*/ 16 w 56"/>
                <a:gd name="T7" fmla="*/ 40 h 40"/>
                <a:gd name="T8" fmla="*/ 56 w 56"/>
                <a:gd name="T9" fmla="*/ 34 h 40"/>
              </a:gdLst>
              <a:ahLst/>
              <a:cxnLst>
                <a:cxn ang="0">
                  <a:pos x="T0" y="T1"/>
                </a:cxn>
                <a:cxn ang="0">
                  <a:pos x="T2" y="T3"/>
                </a:cxn>
                <a:cxn ang="0">
                  <a:pos x="T4" y="T5"/>
                </a:cxn>
                <a:cxn ang="0">
                  <a:pos x="T6" y="T7"/>
                </a:cxn>
                <a:cxn ang="0">
                  <a:pos x="T8" y="T9"/>
                </a:cxn>
              </a:cxnLst>
              <a:rect l="0" t="0" r="r" b="b"/>
              <a:pathLst>
                <a:path w="56" h="40">
                  <a:moveTo>
                    <a:pt x="56" y="34"/>
                  </a:moveTo>
                  <a:lnTo>
                    <a:pt x="48" y="0"/>
                  </a:lnTo>
                  <a:lnTo>
                    <a:pt x="0" y="21"/>
                  </a:lnTo>
                  <a:lnTo>
                    <a:pt x="16" y="40"/>
                  </a:lnTo>
                  <a:lnTo>
                    <a:pt x="56"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129"/>
            <p:cNvSpPr>
              <a:spLocks/>
            </p:cNvSpPr>
            <p:nvPr/>
          </p:nvSpPr>
          <p:spPr bwMode="auto">
            <a:xfrm>
              <a:off x="8131176" y="3873499"/>
              <a:ext cx="401638" cy="166687"/>
            </a:xfrm>
            <a:custGeom>
              <a:avLst/>
              <a:gdLst>
                <a:gd name="T0" fmla="*/ 0 w 253"/>
                <a:gd name="T1" fmla="*/ 0 h 105"/>
                <a:gd name="T2" fmla="*/ 0 w 253"/>
                <a:gd name="T3" fmla="*/ 25 h 105"/>
                <a:gd name="T4" fmla="*/ 0 w 253"/>
                <a:gd name="T5" fmla="*/ 55 h 105"/>
                <a:gd name="T6" fmla="*/ 0 w 253"/>
                <a:gd name="T7" fmla="*/ 105 h 105"/>
                <a:gd name="T8" fmla="*/ 253 w 253"/>
                <a:gd name="T9" fmla="*/ 105 h 105"/>
                <a:gd name="T10" fmla="*/ 253 w 253"/>
                <a:gd name="T11" fmla="*/ 55 h 105"/>
                <a:gd name="T12" fmla="*/ 253 w 253"/>
                <a:gd name="T13" fmla="*/ 25 h 105"/>
                <a:gd name="T14" fmla="*/ 253 w 253"/>
                <a:gd name="T15" fmla="*/ 0 h 105"/>
                <a:gd name="T16" fmla="*/ 221 w 253"/>
                <a:gd name="T17" fmla="*/ 0 h 105"/>
                <a:gd name="T18" fmla="*/ 221 w 253"/>
                <a:gd name="T19" fmla="*/ 25 h 105"/>
                <a:gd name="T20" fmla="*/ 198 w 253"/>
                <a:gd name="T21" fmla="*/ 25 h 105"/>
                <a:gd name="T22" fmla="*/ 198 w 253"/>
                <a:gd name="T23" fmla="*/ 0 h 105"/>
                <a:gd name="T24" fmla="*/ 165 w 253"/>
                <a:gd name="T25" fmla="*/ 0 h 105"/>
                <a:gd name="T26" fmla="*/ 165 w 253"/>
                <a:gd name="T27" fmla="*/ 25 h 105"/>
                <a:gd name="T28" fmla="*/ 142 w 253"/>
                <a:gd name="T29" fmla="*/ 25 h 105"/>
                <a:gd name="T30" fmla="*/ 142 w 253"/>
                <a:gd name="T31" fmla="*/ 0 h 105"/>
                <a:gd name="T32" fmla="*/ 110 w 253"/>
                <a:gd name="T33" fmla="*/ 0 h 105"/>
                <a:gd name="T34" fmla="*/ 110 w 253"/>
                <a:gd name="T35" fmla="*/ 25 h 105"/>
                <a:gd name="T36" fmla="*/ 88 w 253"/>
                <a:gd name="T37" fmla="*/ 25 h 105"/>
                <a:gd name="T38" fmla="*/ 88 w 253"/>
                <a:gd name="T39" fmla="*/ 0 h 105"/>
                <a:gd name="T40" fmla="*/ 55 w 253"/>
                <a:gd name="T41" fmla="*/ 0 h 105"/>
                <a:gd name="T42" fmla="*/ 55 w 253"/>
                <a:gd name="T43" fmla="*/ 25 h 105"/>
                <a:gd name="T44" fmla="*/ 33 w 253"/>
                <a:gd name="T45" fmla="*/ 25 h 105"/>
                <a:gd name="T46" fmla="*/ 33 w 253"/>
                <a:gd name="T47" fmla="*/ 0 h 105"/>
                <a:gd name="T48" fmla="*/ 0 w 253"/>
                <a:gd name="T49"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53" h="105">
                  <a:moveTo>
                    <a:pt x="0" y="0"/>
                  </a:moveTo>
                  <a:lnTo>
                    <a:pt x="0" y="25"/>
                  </a:lnTo>
                  <a:lnTo>
                    <a:pt x="0" y="55"/>
                  </a:lnTo>
                  <a:lnTo>
                    <a:pt x="0" y="105"/>
                  </a:lnTo>
                  <a:lnTo>
                    <a:pt x="253" y="105"/>
                  </a:lnTo>
                  <a:lnTo>
                    <a:pt x="253" y="55"/>
                  </a:lnTo>
                  <a:lnTo>
                    <a:pt x="253" y="25"/>
                  </a:lnTo>
                  <a:lnTo>
                    <a:pt x="253" y="0"/>
                  </a:lnTo>
                  <a:lnTo>
                    <a:pt x="221" y="0"/>
                  </a:lnTo>
                  <a:lnTo>
                    <a:pt x="221" y="25"/>
                  </a:lnTo>
                  <a:lnTo>
                    <a:pt x="198" y="25"/>
                  </a:lnTo>
                  <a:lnTo>
                    <a:pt x="198" y="0"/>
                  </a:lnTo>
                  <a:lnTo>
                    <a:pt x="165" y="0"/>
                  </a:lnTo>
                  <a:lnTo>
                    <a:pt x="165" y="25"/>
                  </a:lnTo>
                  <a:lnTo>
                    <a:pt x="142" y="25"/>
                  </a:lnTo>
                  <a:lnTo>
                    <a:pt x="142" y="0"/>
                  </a:lnTo>
                  <a:lnTo>
                    <a:pt x="110" y="0"/>
                  </a:lnTo>
                  <a:lnTo>
                    <a:pt x="110" y="25"/>
                  </a:lnTo>
                  <a:lnTo>
                    <a:pt x="88" y="25"/>
                  </a:lnTo>
                  <a:lnTo>
                    <a:pt x="88" y="0"/>
                  </a:lnTo>
                  <a:lnTo>
                    <a:pt x="55" y="0"/>
                  </a:lnTo>
                  <a:lnTo>
                    <a:pt x="55" y="25"/>
                  </a:lnTo>
                  <a:lnTo>
                    <a:pt x="33" y="25"/>
                  </a:lnTo>
                  <a:lnTo>
                    <a:pt x="33"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130"/>
            <p:cNvSpPr>
              <a:spLocks/>
            </p:cNvSpPr>
            <p:nvPr/>
          </p:nvSpPr>
          <p:spPr bwMode="auto">
            <a:xfrm>
              <a:off x="9998076" y="3873499"/>
              <a:ext cx="401638" cy="166687"/>
            </a:xfrm>
            <a:custGeom>
              <a:avLst/>
              <a:gdLst>
                <a:gd name="T0" fmla="*/ 253 w 253"/>
                <a:gd name="T1" fmla="*/ 55 h 105"/>
                <a:gd name="T2" fmla="*/ 253 w 253"/>
                <a:gd name="T3" fmla="*/ 25 h 105"/>
                <a:gd name="T4" fmla="*/ 253 w 253"/>
                <a:gd name="T5" fmla="*/ 0 h 105"/>
                <a:gd name="T6" fmla="*/ 221 w 253"/>
                <a:gd name="T7" fmla="*/ 0 h 105"/>
                <a:gd name="T8" fmla="*/ 221 w 253"/>
                <a:gd name="T9" fmla="*/ 25 h 105"/>
                <a:gd name="T10" fmla="*/ 198 w 253"/>
                <a:gd name="T11" fmla="*/ 25 h 105"/>
                <a:gd name="T12" fmla="*/ 198 w 253"/>
                <a:gd name="T13" fmla="*/ 0 h 105"/>
                <a:gd name="T14" fmla="*/ 166 w 253"/>
                <a:gd name="T15" fmla="*/ 0 h 105"/>
                <a:gd name="T16" fmla="*/ 166 w 253"/>
                <a:gd name="T17" fmla="*/ 25 h 105"/>
                <a:gd name="T18" fmla="*/ 143 w 253"/>
                <a:gd name="T19" fmla="*/ 25 h 105"/>
                <a:gd name="T20" fmla="*/ 143 w 253"/>
                <a:gd name="T21" fmla="*/ 0 h 105"/>
                <a:gd name="T22" fmla="*/ 111 w 253"/>
                <a:gd name="T23" fmla="*/ 0 h 105"/>
                <a:gd name="T24" fmla="*/ 111 w 253"/>
                <a:gd name="T25" fmla="*/ 25 h 105"/>
                <a:gd name="T26" fmla="*/ 89 w 253"/>
                <a:gd name="T27" fmla="*/ 25 h 105"/>
                <a:gd name="T28" fmla="*/ 89 w 253"/>
                <a:gd name="T29" fmla="*/ 0 h 105"/>
                <a:gd name="T30" fmla="*/ 55 w 253"/>
                <a:gd name="T31" fmla="*/ 0 h 105"/>
                <a:gd name="T32" fmla="*/ 55 w 253"/>
                <a:gd name="T33" fmla="*/ 25 h 105"/>
                <a:gd name="T34" fmla="*/ 33 w 253"/>
                <a:gd name="T35" fmla="*/ 25 h 105"/>
                <a:gd name="T36" fmla="*/ 33 w 253"/>
                <a:gd name="T37" fmla="*/ 0 h 105"/>
                <a:gd name="T38" fmla="*/ 0 w 253"/>
                <a:gd name="T39" fmla="*/ 0 h 105"/>
                <a:gd name="T40" fmla="*/ 0 w 253"/>
                <a:gd name="T41" fmla="*/ 25 h 105"/>
                <a:gd name="T42" fmla="*/ 0 w 253"/>
                <a:gd name="T43" fmla="*/ 55 h 105"/>
                <a:gd name="T44" fmla="*/ 0 w 253"/>
                <a:gd name="T45" fmla="*/ 105 h 105"/>
                <a:gd name="T46" fmla="*/ 253 w 253"/>
                <a:gd name="T47" fmla="*/ 105 h 105"/>
                <a:gd name="T48" fmla="*/ 253 w 253"/>
                <a:gd name="T49" fmla="*/ 5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53" h="105">
                  <a:moveTo>
                    <a:pt x="253" y="55"/>
                  </a:moveTo>
                  <a:lnTo>
                    <a:pt x="253" y="25"/>
                  </a:lnTo>
                  <a:lnTo>
                    <a:pt x="253" y="0"/>
                  </a:lnTo>
                  <a:lnTo>
                    <a:pt x="221" y="0"/>
                  </a:lnTo>
                  <a:lnTo>
                    <a:pt x="221" y="25"/>
                  </a:lnTo>
                  <a:lnTo>
                    <a:pt x="198" y="25"/>
                  </a:lnTo>
                  <a:lnTo>
                    <a:pt x="198" y="0"/>
                  </a:lnTo>
                  <a:lnTo>
                    <a:pt x="166" y="0"/>
                  </a:lnTo>
                  <a:lnTo>
                    <a:pt x="166" y="25"/>
                  </a:lnTo>
                  <a:lnTo>
                    <a:pt x="143" y="25"/>
                  </a:lnTo>
                  <a:lnTo>
                    <a:pt x="143" y="0"/>
                  </a:lnTo>
                  <a:lnTo>
                    <a:pt x="111" y="0"/>
                  </a:lnTo>
                  <a:lnTo>
                    <a:pt x="111" y="25"/>
                  </a:lnTo>
                  <a:lnTo>
                    <a:pt x="89" y="25"/>
                  </a:lnTo>
                  <a:lnTo>
                    <a:pt x="89" y="0"/>
                  </a:lnTo>
                  <a:lnTo>
                    <a:pt x="55" y="0"/>
                  </a:lnTo>
                  <a:lnTo>
                    <a:pt x="55" y="25"/>
                  </a:lnTo>
                  <a:lnTo>
                    <a:pt x="33" y="25"/>
                  </a:lnTo>
                  <a:lnTo>
                    <a:pt x="33" y="0"/>
                  </a:lnTo>
                  <a:lnTo>
                    <a:pt x="0" y="0"/>
                  </a:lnTo>
                  <a:lnTo>
                    <a:pt x="0" y="25"/>
                  </a:lnTo>
                  <a:lnTo>
                    <a:pt x="0" y="55"/>
                  </a:lnTo>
                  <a:lnTo>
                    <a:pt x="0" y="105"/>
                  </a:lnTo>
                  <a:lnTo>
                    <a:pt x="253" y="105"/>
                  </a:lnTo>
                  <a:lnTo>
                    <a:pt x="253" y="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131"/>
            <p:cNvSpPr>
              <a:spLocks/>
            </p:cNvSpPr>
            <p:nvPr/>
          </p:nvSpPr>
          <p:spPr bwMode="auto">
            <a:xfrm>
              <a:off x="8616951" y="3606799"/>
              <a:ext cx="401638" cy="165100"/>
            </a:xfrm>
            <a:custGeom>
              <a:avLst/>
              <a:gdLst>
                <a:gd name="T0" fmla="*/ 0 w 253"/>
                <a:gd name="T1" fmla="*/ 0 h 104"/>
                <a:gd name="T2" fmla="*/ 0 w 253"/>
                <a:gd name="T3" fmla="*/ 25 h 104"/>
                <a:gd name="T4" fmla="*/ 0 w 253"/>
                <a:gd name="T5" fmla="*/ 54 h 104"/>
                <a:gd name="T6" fmla="*/ 0 w 253"/>
                <a:gd name="T7" fmla="*/ 104 h 104"/>
                <a:gd name="T8" fmla="*/ 253 w 253"/>
                <a:gd name="T9" fmla="*/ 104 h 104"/>
                <a:gd name="T10" fmla="*/ 253 w 253"/>
                <a:gd name="T11" fmla="*/ 54 h 104"/>
                <a:gd name="T12" fmla="*/ 253 w 253"/>
                <a:gd name="T13" fmla="*/ 25 h 104"/>
                <a:gd name="T14" fmla="*/ 253 w 253"/>
                <a:gd name="T15" fmla="*/ 0 h 104"/>
                <a:gd name="T16" fmla="*/ 221 w 253"/>
                <a:gd name="T17" fmla="*/ 0 h 104"/>
                <a:gd name="T18" fmla="*/ 221 w 253"/>
                <a:gd name="T19" fmla="*/ 25 h 104"/>
                <a:gd name="T20" fmla="*/ 198 w 253"/>
                <a:gd name="T21" fmla="*/ 25 h 104"/>
                <a:gd name="T22" fmla="*/ 198 w 253"/>
                <a:gd name="T23" fmla="*/ 0 h 104"/>
                <a:gd name="T24" fmla="*/ 166 w 253"/>
                <a:gd name="T25" fmla="*/ 0 h 104"/>
                <a:gd name="T26" fmla="*/ 166 w 253"/>
                <a:gd name="T27" fmla="*/ 25 h 104"/>
                <a:gd name="T28" fmla="*/ 143 w 253"/>
                <a:gd name="T29" fmla="*/ 25 h 104"/>
                <a:gd name="T30" fmla="*/ 143 w 253"/>
                <a:gd name="T31" fmla="*/ 0 h 104"/>
                <a:gd name="T32" fmla="*/ 110 w 253"/>
                <a:gd name="T33" fmla="*/ 0 h 104"/>
                <a:gd name="T34" fmla="*/ 110 w 253"/>
                <a:gd name="T35" fmla="*/ 25 h 104"/>
                <a:gd name="T36" fmla="*/ 88 w 253"/>
                <a:gd name="T37" fmla="*/ 25 h 104"/>
                <a:gd name="T38" fmla="*/ 88 w 253"/>
                <a:gd name="T39" fmla="*/ 0 h 104"/>
                <a:gd name="T40" fmla="*/ 55 w 253"/>
                <a:gd name="T41" fmla="*/ 0 h 104"/>
                <a:gd name="T42" fmla="*/ 55 w 253"/>
                <a:gd name="T43" fmla="*/ 25 h 104"/>
                <a:gd name="T44" fmla="*/ 33 w 253"/>
                <a:gd name="T45" fmla="*/ 25 h 104"/>
                <a:gd name="T46" fmla="*/ 33 w 253"/>
                <a:gd name="T47" fmla="*/ 0 h 104"/>
                <a:gd name="T48" fmla="*/ 0 w 253"/>
                <a:gd name="T49"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53" h="104">
                  <a:moveTo>
                    <a:pt x="0" y="0"/>
                  </a:moveTo>
                  <a:lnTo>
                    <a:pt x="0" y="25"/>
                  </a:lnTo>
                  <a:lnTo>
                    <a:pt x="0" y="54"/>
                  </a:lnTo>
                  <a:lnTo>
                    <a:pt x="0" y="104"/>
                  </a:lnTo>
                  <a:lnTo>
                    <a:pt x="253" y="104"/>
                  </a:lnTo>
                  <a:lnTo>
                    <a:pt x="253" y="54"/>
                  </a:lnTo>
                  <a:lnTo>
                    <a:pt x="253" y="25"/>
                  </a:lnTo>
                  <a:lnTo>
                    <a:pt x="253" y="0"/>
                  </a:lnTo>
                  <a:lnTo>
                    <a:pt x="221" y="0"/>
                  </a:lnTo>
                  <a:lnTo>
                    <a:pt x="221" y="25"/>
                  </a:lnTo>
                  <a:lnTo>
                    <a:pt x="198" y="25"/>
                  </a:lnTo>
                  <a:lnTo>
                    <a:pt x="198" y="0"/>
                  </a:lnTo>
                  <a:lnTo>
                    <a:pt x="166" y="0"/>
                  </a:lnTo>
                  <a:lnTo>
                    <a:pt x="166" y="25"/>
                  </a:lnTo>
                  <a:lnTo>
                    <a:pt x="143" y="25"/>
                  </a:lnTo>
                  <a:lnTo>
                    <a:pt x="143" y="0"/>
                  </a:lnTo>
                  <a:lnTo>
                    <a:pt x="110" y="0"/>
                  </a:lnTo>
                  <a:lnTo>
                    <a:pt x="110" y="25"/>
                  </a:lnTo>
                  <a:lnTo>
                    <a:pt x="88" y="25"/>
                  </a:lnTo>
                  <a:lnTo>
                    <a:pt x="88" y="0"/>
                  </a:lnTo>
                  <a:lnTo>
                    <a:pt x="55" y="0"/>
                  </a:lnTo>
                  <a:lnTo>
                    <a:pt x="55" y="25"/>
                  </a:lnTo>
                  <a:lnTo>
                    <a:pt x="33" y="25"/>
                  </a:lnTo>
                  <a:lnTo>
                    <a:pt x="33"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132"/>
            <p:cNvSpPr>
              <a:spLocks/>
            </p:cNvSpPr>
            <p:nvPr/>
          </p:nvSpPr>
          <p:spPr bwMode="auto">
            <a:xfrm>
              <a:off x="9512301" y="3606799"/>
              <a:ext cx="401638" cy="165100"/>
            </a:xfrm>
            <a:custGeom>
              <a:avLst/>
              <a:gdLst>
                <a:gd name="T0" fmla="*/ 0 w 253"/>
                <a:gd name="T1" fmla="*/ 0 h 104"/>
                <a:gd name="T2" fmla="*/ 0 w 253"/>
                <a:gd name="T3" fmla="*/ 25 h 104"/>
                <a:gd name="T4" fmla="*/ 0 w 253"/>
                <a:gd name="T5" fmla="*/ 54 h 104"/>
                <a:gd name="T6" fmla="*/ 0 w 253"/>
                <a:gd name="T7" fmla="*/ 104 h 104"/>
                <a:gd name="T8" fmla="*/ 253 w 253"/>
                <a:gd name="T9" fmla="*/ 104 h 104"/>
                <a:gd name="T10" fmla="*/ 253 w 253"/>
                <a:gd name="T11" fmla="*/ 54 h 104"/>
                <a:gd name="T12" fmla="*/ 253 w 253"/>
                <a:gd name="T13" fmla="*/ 25 h 104"/>
                <a:gd name="T14" fmla="*/ 253 w 253"/>
                <a:gd name="T15" fmla="*/ 0 h 104"/>
                <a:gd name="T16" fmla="*/ 221 w 253"/>
                <a:gd name="T17" fmla="*/ 0 h 104"/>
                <a:gd name="T18" fmla="*/ 221 w 253"/>
                <a:gd name="T19" fmla="*/ 25 h 104"/>
                <a:gd name="T20" fmla="*/ 198 w 253"/>
                <a:gd name="T21" fmla="*/ 25 h 104"/>
                <a:gd name="T22" fmla="*/ 198 w 253"/>
                <a:gd name="T23" fmla="*/ 0 h 104"/>
                <a:gd name="T24" fmla="*/ 166 w 253"/>
                <a:gd name="T25" fmla="*/ 0 h 104"/>
                <a:gd name="T26" fmla="*/ 166 w 253"/>
                <a:gd name="T27" fmla="*/ 25 h 104"/>
                <a:gd name="T28" fmla="*/ 143 w 253"/>
                <a:gd name="T29" fmla="*/ 25 h 104"/>
                <a:gd name="T30" fmla="*/ 143 w 253"/>
                <a:gd name="T31" fmla="*/ 0 h 104"/>
                <a:gd name="T32" fmla="*/ 111 w 253"/>
                <a:gd name="T33" fmla="*/ 0 h 104"/>
                <a:gd name="T34" fmla="*/ 111 w 253"/>
                <a:gd name="T35" fmla="*/ 25 h 104"/>
                <a:gd name="T36" fmla="*/ 88 w 253"/>
                <a:gd name="T37" fmla="*/ 25 h 104"/>
                <a:gd name="T38" fmla="*/ 88 w 253"/>
                <a:gd name="T39" fmla="*/ 0 h 104"/>
                <a:gd name="T40" fmla="*/ 55 w 253"/>
                <a:gd name="T41" fmla="*/ 0 h 104"/>
                <a:gd name="T42" fmla="*/ 55 w 253"/>
                <a:gd name="T43" fmla="*/ 25 h 104"/>
                <a:gd name="T44" fmla="*/ 33 w 253"/>
                <a:gd name="T45" fmla="*/ 25 h 104"/>
                <a:gd name="T46" fmla="*/ 33 w 253"/>
                <a:gd name="T47" fmla="*/ 0 h 104"/>
                <a:gd name="T48" fmla="*/ 0 w 253"/>
                <a:gd name="T49"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53" h="104">
                  <a:moveTo>
                    <a:pt x="0" y="0"/>
                  </a:moveTo>
                  <a:lnTo>
                    <a:pt x="0" y="25"/>
                  </a:lnTo>
                  <a:lnTo>
                    <a:pt x="0" y="54"/>
                  </a:lnTo>
                  <a:lnTo>
                    <a:pt x="0" y="104"/>
                  </a:lnTo>
                  <a:lnTo>
                    <a:pt x="253" y="104"/>
                  </a:lnTo>
                  <a:lnTo>
                    <a:pt x="253" y="54"/>
                  </a:lnTo>
                  <a:lnTo>
                    <a:pt x="253" y="25"/>
                  </a:lnTo>
                  <a:lnTo>
                    <a:pt x="253" y="0"/>
                  </a:lnTo>
                  <a:lnTo>
                    <a:pt x="221" y="0"/>
                  </a:lnTo>
                  <a:lnTo>
                    <a:pt x="221" y="25"/>
                  </a:lnTo>
                  <a:lnTo>
                    <a:pt x="198" y="25"/>
                  </a:lnTo>
                  <a:lnTo>
                    <a:pt x="198" y="0"/>
                  </a:lnTo>
                  <a:lnTo>
                    <a:pt x="166" y="0"/>
                  </a:lnTo>
                  <a:lnTo>
                    <a:pt x="166" y="25"/>
                  </a:lnTo>
                  <a:lnTo>
                    <a:pt x="143" y="25"/>
                  </a:lnTo>
                  <a:lnTo>
                    <a:pt x="143" y="0"/>
                  </a:lnTo>
                  <a:lnTo>
                    <a:pt x="111" y="0"/>
                  </a:lnTo>
                  <a:lnTo>
                    <a:pt x="111" y="25"/>
                  </a:lnTo>
                  <a:lnTo>
                    <a:pt x="88" y="25"/>
                  </a:lnTo>
                  <a:lnTo>
                    <a:pt x="88" y="0"/>
                  </a:lnTo>
                  <a:lnTo>
                    <a:pt x="55" y="0"/>
                  </a:lnTo>
                  <a:lnTo>
                    <a:pt x="55" y="25"/>
                  </a:lnTo>
                  <a:lnTo>
                    <a:pt x="33" y="25"/>
                  </a:lnTo>
                  <a:lnTo>
                    <a:pt x="33"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133"/>
            <p:cNvSpPr>
              <a:spLocks noEditPoints="1"/>
            </p:cNvSpPr>
            <p:nvPr/>
          </p:nvSpPr>
          <p:spPr bwMode="auto">
            <a:xfrm>
              <a:off x="7843839" y="3786187"/>
              <a:ext cx="2843213" cy="1020762"/>
            </a:xfrm>
            <a:custGeom>
              <a:avLst/>
              <a:gdLst>
                <a:gd name="T0" fmla="*/ 1759 w 1784"/>
                <a:gd name="T1" fmla="*/ 355 h 640"/>
                <a:gd name="T2" fmla="*/ 1663 w 1784"/>
                <a:gd name="T3" fmla="*/ 288 h 640"/>
                <a:gd name="T4" fmla="*/ 1580 w 1784"/>
                <a:gd name="T5" fmla="*/ 168 h 640"/>
                <a:gd name="T6" fmla="*/ 1371 w 1784"/>
                <a:gd name="T7" fmla="*/ 203 h 640"/>
                <a:gd name="T8" fmla="*/ 1498 w 1784"/>
                <a:gd name="T9" fmla="*/ 212 h 640"/>
                <a:gd name="T10" fmla="*/ 1357 w 1784"/>
                <a:gd name="T11" fmla="*/ 288 h 640"/>
                <a:gd name="T12" fmla="*/ 1275 w 1784"/>
                <a:gd name="T13" fmla="*/ 0 h 640"/>
                <a:gd name="T14" fmla="*/ 1066 w 1784"/>
                <a:gd name="T15" fmla="*/ 35 h 640"/>
                <a:gd name="T16" fmla="*/ 1193 w 1784"/>
                <a:gd name="T17" fmla="*/ 44 h 640"/>
                <a:gd name="T18" fmla="*/ 1042 w 1784"/>
                <a:gd name="T19" fmla="*/ 181 h 640"/>
                <a:gd name="T20" fmla="*/ 1009 w 1784"/>
                <a:gd name="T21" fmla="*/ 210 h 640"/>
                <a:gd name="T22" fmla="*/ 981 w 1784"/>
                <a:gd name="T23" fmla="*/ 181 h 640"/>
                <a:gd name="T24" fmla="*/ 940 w 1784"/>
                <a:gd name="T25" fmla="*/ 210 h 640"/>
                <a:gd name="T26" fmla="*/ 912 w 1784"/>
                <a:gd name="T27" fmla="*/ 181 h 640"/>
                <a:gd name="T28" fmla="*/ 872 w 1784"/>
                <a:gd name="T29" fmla="*/ 210 h 640"/>
                <a:gd name="T30" fmla="*/ 844 w 1784"/>
                <a:gd name="T31" fmla="*/ 181 h 640"/>
                <a:gd name="T32" fmla="*/ 804 w 1784"/>
                <a:gd name="T33" fmla="*/ 210 h 640"/>
                <a:gd name="T34" fmla="*/ 776 w 1784"/>
                <a:gd name="T35" fmla="*/ 181 h 640"/>
                <a:gd name="T36" fmla="*/ 713 w 1784"/>
                <a:gd name="T37" fmla="*/ 0 h 640"/>
                <a:gd name="T38" fmla="*/ 504 w 1784"/>
                <a:gd name="T39" fmla="*/ 35 h 640"/>
                <a:gd name="T40" fmla="*/ 631 w 1784"/>
                <a:gd name="T41" fmla="*/ 44 h 640"/>
                <a:gd name="T42" fmla="*/ 463 w 1784"/>
                <a:gd name="T43" fmla="*/ 288 h 640"/>
                <a:gd name="T44" fmla="*/ 408 w 1784"/>
                <a:gd name="T45" fmla="*/ 168 h 640"/>
                <a:gd name="T46" fmla="*/ 199 w 1784"/>
                <a:gd name="T47" fmla="*/ 203 h 640"/>
                <a:gd name="T48" fmla="*/ 326 w 1784"/>
                <a:gd name="T49" fmla="*/ 212 h 640"/>
                <a:gd name="T50" fmla="*/ 185 w 1784"/>
                <a:gd name="T51" fmla="*/ 288 h 640"/>
                <a:gd name="T52" fmla="*/ 121 w 1784"/>
                <a:gd name="T53" fmla="*/ 355 h 640"/>
                <a:gd name="T54" fmla="*/ 25 w 1784"/>
                <a:gd name="T55" fmla="*/ 600 h 640"/>
                <a:gd name="T56" fmla="*/ 0 w 1784"/>
                <a:gd name="T57" fmla="*/ 640 h 640"/>
                <a:gd name="T58" fmla="*/ 260 w 1784"/>
                <a:gd name="T59" fmla="*/ 601 h 640"/>
                <a:gd name="T60" fmla="*/ 329 w 1784"/>
                <a:gd name="T61" fmla="*/ 514 h 640"/>
                <a:gd name="T62" fmla="*/ 383 w 1784"/>
                <a:gd name="T63" fmla="*/ 640 h 640"/>
                <a:gd name="T64" fmla="*/ 532 w 1784"/>
                <a:gd name="T65" fmla="*/ 506 h 640"/>
                <a:gd name="T66" fmla="*/ 565 w 1784"/>
                <a:gd name="T67" fmla="*/ 415 h 640"/>
                <a:gd name="T68" fmla="*/ 597 w 1784"/>
                <a:gd name="T69" fmla="*/ 506 h 640"/>
                <a:gd name="T70" fmla="*/ 1784 w 1784"/>
                <a:gd name="T71" fmla="*/ 640 h 640"/>
                <a:gd name="T72" fmla="*/ 1759 w 1784"/>
                <a:gd name="T73" fmla="*/ 600 h 640"/>
                <a:gd name="T74" fmla="*/ 991 w 1784"/>
                <a:gd name="T75" fmla="*/ 375 h 640"/>
                <a:gd name="T76" fmla="*/ 1011 w 1784"/>
                <a:gd name="T77" fmla="*/ 600 h 640"/>
                <a:gd name="T78" fmla="*/ 327 w 1784"/>
                <a:gd name="T79" fmla="*/ 324 h 640"/>
                <a:gd name="T80" fmla="*/ 1458 w 1784"/>
                <a:gd name="T81" fmla="*/ 313 h 640"/>
                <a:gd name="T82" fmla="*/ 327 w 1784"/>
                <a:gd name="T83" fmla="*/ 324 h 640"/>
                <a:gd name="T84" fmla="*/ 794 w 1784"/>
                <a:gd name="T85" fmla="*/ 375 h 640"/>
                <a:gd name="T86" fmla="*/ 773 w 1784"/>
                <a:gd name="T87" fmla="*/ 600 h 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84" h="640">
                  <a:moveTo>
                    <a:pt x="1759" y="600"/>
                  </a:moveTo>
                  <a:cubicBezTo>
                    <a:pt x="1759" y="355"/>
                    <a:pt x="1759" y="355"/>
                    <a:pt x="1759" y="355"/>
                  </a:cubicBezTo>
                  <a:cubicBezTo>
                    <a:pt x="1663" y="355"/>
                    <a:pt x="1663" y="355"/>
                    <a:pt x="1663" y="355"/>
                  </a:cubicBezTo>
                  <a:cubicBezTo>
                    <a:pt x="1663" y="288"/>
                    <a:pt x="1663" y="288"/>
                    <a:pt x="1663" y="288"/>
                  </a:cubicBezTo>
                  <a:cubicBezTo>
                    <a:pt x="1599" y="288"/>
                    <a:pt x="1599" y="288"/>
                    <a:pt x="1599" y="288"/>
                  </a:cubicBezTo>
                  <a:cubicBezTo>
                    <a:pt x="1580" y="168"/>
                    <a:pt x="1580" y="168"/>
                    <a:pt x="1580" y="168"/>
                  </a:cubicBezTo>
                  <a:cubicBezTo>
                    <a:pt x="1376" y="168"/>
                    <a:pt x="1376" y="168"/>
                    <a:pt x="1376" y="168"/>
                  </a:cubicBezTo>
                  <a:cubicBezTo>
                    <a:pt x="1371" y="203"/>
                    <a:pt x="1371" y="203"/>
                    <a:pt x="1371" y="203"/>
                  </a:cubicBezTo>
                  <a:cubicBezTo>
                    <a:pt x="1498" y="203"/>
                    <a:pt x="1498" y="203"/>
                    <a:pt x="1498" y="203"/>
                  </a:cubicBezTo>
                  <a:cubicBezTo>
                    <a:pt x="1498" y="212"/>
                    <a:pt x="1498" y="212"/>
                    <a:pt x="1498" y="212"/>
                  </a:cubicBezTo>
                  <a:cubicBezTo>
                    <a:pt x="1369" y="212"/>
                    <a:pt x="1369" y="212"/>
                    <a:pt x="1369" y="212"/>
                  </a:cubicBezTo>
                  <a:cubicBezTo>
                    <a:pt x="1357" y="288"/>
                    <a:pt x="1357" y="288"/>
                    <a:pt x="1357" y="288"/>
                  </a:cubicBezTo>
                  <a:cubicBezTo>
                    <a:pt x="1321" y="288"/>
                    <a:pt x="1321" y="288"/>
                    <a:pt x="1321" y="288"/>
                  </a:cubicBezTo>
                  <a:cubicBezTo>
                    <a:pt x="1275" y="0"/>
                    <a:pt x="1275" y="0"/>
                    <a:pt x="1275" y="0"/>
                  </a:cubicBezTo>
                  <a:cubicBezTo>
                    <a:pt x="1071" y="0"/>
                    <a:pt x="1071" y="0"/>
                    <a:pt x="1071" y="0"/>
                  </a:cubicBezTo>
                  <a:cubicBezTo>
                    <a:pt x="1066" y="35"/>
                    <a:pt x="1066" y="35"/>
                    <a:pt x="1066" y="35"/>
                  </a:cubicBezTo>
                  <a:cubicBezTo>
                    <a:pt x="1193" y="35"/>
                    <a:pt x="1193" y="35"/>
                    <a:pt x="1193" y="35"/>
                  </a:cubicBezTo>
                  <a:cubicBezTo>
                    <a:pt x="1193" y="44"/>
                    <a:pt x="1193" y="44"/>
                    <a:pt x="1193" y="44"/>
                  </a:cubicBezTo>
                  <a:cubicBezTo>
                    <a:pt x="1064" y="44"/>
                    <a:pt x="1064" y="44"/>
                    <a:pt x="1064" y="44"/>
                  </a:cubicBezTo>
                  <a:cubicBezTo>
                    <a:pt x="1042" y="181"/>
                    <a:pt x="1042" y="181"/>
                    <a:pt x="1042" y="181"/>
                  </a:cubicBezTo>
                  <a:cubicBezTo>
                    <a:pt x="1009" y="181"/>
                    <a:pt x="1009" y="181"/>
                    <a:pt x="1009" y="181"/>
                  </a:cubicBezTo>
                  <a:cubicBezTo>
                    <a:pt x="1009" y="210"/>
                    <a:pt x="1009" y="210"/>
                    <a:pt x="1009" y="210"/>
                  </a:cubicBezTo>
                  <a:cubicBezTo>
                    <a:pt x="981" y="210"/>
                    <a:pt x="981" y="210"/>
                    <a:pt x="981" y="210"/>
                  </a:cubicBezTo>
                  <a:cubicBezTo>
                    <a:pt x="981" y="181"/>
                    <a:pt x="981" y="181"/>
                    <a:pt x="981" y="181"/>
                  </a:cubicBezTo>
                  <a:cubicBezTo>
                    <a:pt x="940" y="181"/>
                    <a:pt x="940" y="181"/>
                    <a:pt x="940" y="181"/>
                  </a:cubicBezTo>
                  <a:cubicBezTo>
                    <a:pt x="940" y="210"/>
                    <a:pt x="940" y="210"/>
                    <a:pt x="940" y="210"/>
                  </a:cubicBezTo>
                  <a:cubicBezTo>
                    <a:pt x="912" y="210"/>
                    <a:pt x="912" y="210"/>
                    <a:pt x="912" y="210"/>
                  </a:cubicBezTo>
                  <a:cubicBezTo>
                    <a:pt x="912" y="181"/>
                    <a:pt x="912" y="181"/>
                    <a:pt x="912" y="181"/>
                  </a:cubicBezTo>
                  <a:cubicBezTo>
                    <a:pt x="872" y="181"/>
                    <a:pt x="872" y="181"/>
                    <a:pt x="872" y="181"/>
                  </a:cubicBezTo>
                  <a:cubicBezTo>
                    <a:pt x="872" y="210"/>
                    <a:pt x="872" y="210"/>
                    <a:pt x="872" y="210"/>
                  </a:cubicBezTo>
                  <a:cubicBezTo>
                    <a:pt x="844" y="210"/>
                    <a:pt x="844" y="210"/>
                    <a:pt x="844" y="210"/>
                  </a:cubicBezTo>
                  <a:cubicBezTo>
                    <a:pt x="844" y="181"/>
                    <a:pt x="844" y="181"/>
                    <a:pt x="844" y="181"/>
                  </a:cubicBezTo>
                  <a:cubicBezTo>
                    <a:pt x="804" y="181"/>
                    <a:pt x="804" y="181"/>
                    <a:pt x="804" y="181"/>
                  </a:cubicBezTo>
                  <a:cubicBezTo>
                    <a:pt x="804" y="210"/>
                    <a:pt x="804" y="210"/>
                    <a:pt x="804" y="210"/>
                  </a:cubicBezTo>
                  <a:cubicBezTo>
                    <a:pt x="776" y="210"/>
                    <a:pt x="776" y="210"/>
                    <a:pt x="776" y="210"/>
                  </a:cubicBezTo>
                  <a:cubicBezTo>
                    <a:pt x="776" y="181"/>
                    <a:pt x="776" y="181"/>
                    <a:pt x="776" y="181"/>
                  </a:cubicBezTo>
                  <a:cubicBezTo>
                    <a:pt x="742" y="181"/>
                    <a:pt x="742" y="181"/>
                    <a:pt x="742" y="181"/>
                  </a:cubicBezTo>
                  <a:cubicBezTo>
                    <a:pt x="713" y="0"/>
                    <a:pt x="713" y="0"/>
                    <a:pt x="713" y="0"/>
                  </a:cubicBezTo>
                  <a:cubicBezTo>
                    <a:pt x="509" y="0"/>
                    <a:pt x="509" y="0"/>
                    <a:pt x="509" y="0"/>
                  </a:cubicBezTo>
                  <a:cubicBezTo>
                    <a:pt x="504" y="35"/>
                    <a:pt x="504" y="35"/>
                    <a:pt x="504" y="35"/>
                  </a:cubicBezTo>
                  <a:cubicBezTo>
                    <a:pt x="631" y="35"/>
                    <a:pt x="631" y="35"/>
                    <a:pt x="631" y="35"/>
                  </a:cubicBezTo>
                  <a:cubicBezTo>
                    <a:pt x="631" y="44"/>
                    <a:pt x="631" y="44"/>
                    <a:pt x="631" y="44"/>
                  </a:cubicBezTo>
                  <a:cubicBezTo>
                    <a:pt x="502" y="44"/>
                    <a:pt x="502" y="44"/>
                    <a:pt x="502" y="44"/>
                  </a:cubicBezTo>
                  <a:cubicBezTo>
                    <a:pt x="463" y="288"/>
                    <a:pt x="463" y="288"/>
                    <a:pt x="463" y="288"/>
                  </a:cubicBezTo>
                  <a:cubicBezTo>
                    <a:pt x="427" y="288"/>
                    <a:pt x="427" y="288"/>
                    <a:pt x="427" y="288"/>
                  </a:cubicBezTo>
                  <a:cubicBezTo>
                    <a:pt x="408" y="168"/>
                    <a:pt x="408" y="168"/>
                    <a:pt x="408" y="168"/>
                  </a:cubicBezTo>
                  <a:cubicBezTo>
                    <a:pt x="204" y="168"/>
                    <a:pt x="204" y="168"/>
                    <a:pt x="204" y="168"/>
                  </a:cubicBezTo>
                  <a:cubicBezTo>
                    <a:pt x="199" y="203"/>
                    <a:pt x="199" y="203"/>
                    <a:pt x="199" y="203"/>
                  </a:cubicBezTo>
                  <a:cubicBezTo>
                    <a:pt x="326" y="203"/>
                    <a:pt x="326" y="203"/>
                    <a:pt x="326" y="203"/>
                  </a:cubicBezTo>
                  <a:cubicBezTo>
                    <a:pt x="326" y="212"/>
                    <a:pt x="326" y="212"/>
                    <a:pt x="326" y="212"/>
                  </a:cubicBezTo>
                  <a:cubicBezTo>
                    <a:pt x="197" y="212"/>
                    <a:pt x="197" y="212"/>
                    <a:pt x="197" y="212"/>
                  </a:cubicBezTo>
                  <a:cubicBezTo>
                    <a:pt x="185" y="288"/>
                    <a:pt x="185" y="288"/>
                    <a:pt x="185" y="288"/>
                  </a:cubicBezTo>
                  <a:cubicBezTo>
                    <a:pt x="121" y="288"/>
                    <a:pt x="121" y="288"/>
                    <a:pt x="121" y="288"/>
                  </a:cubicBezTo>
                  <a:cubicBezTo>
                    <a:pt x="121" y="355"/>
                    <a:pt x="121" y="355"/>
                    <a:pt x="121" y="355"/>
                  </a:cubicBezTo>
                  <a:cubicBezTo>
                    <a:pt x="25" y="355"/>
                    <a:pt x="25" y="355"/>
                    <a:pt x="25" y="355"/>
                  </a:cubicBezTo>
                  <a:cubicBezTo>
                    <a:pt x="25" y="600"/>
                    <a:pt x="25" y="600"/>
                    <a:pt x="25" y="600"/>
                  </a:cubicBezTo>
                  <a:cubicBezTo>
                    <a:pt x="0" y="600"/>
                    <a:pt x="0" y="600"/>
                    <a:pt x="0" y="600"/>
                  </a:cubicBezTo>
                  <a:cubicBezTo>
                    <a:pt x="0" y="640"/>
                    <a:pt x="0" y="640"/>
                    <a:pt x="0" y="640"/>
                  </a:cubicBezTo>
                  <a:cubicBezTo>
                    <a:pt x="201" y="640"/>
                    <a:pt x="201" y="640"/>
                    <a:pt x="201" y="640"/>
                  </a:cubicBezTo>
                  <a:cubicBezTo>
                    <a:pt x="215" y="623"/>
                    <a:pt x="236" y="608"/>
                    <a:pt x="260" y="601"/>
                  </a:cubicBezTo>
                  <a:cubicBezTo>
                    <a:pt x="255" y="514"/>
                    <a:pt x="255" y="514"/>
                    <a:pt x="255" y="514"/>
                  </a:cubicBezTo>
                  <a:cubicBezTo>
                    <a:pt x="329" y="514"/>
                    <a:pt x="329" y="514"/>
                    <a:pt x="329" y="514"/>
                  </a:cubicBezTo>
                  <a:cubicBezTo>
                    <a:pt x="324" y="601"/>
                    <a:pt x="324" y="601"/>
                    <a:pt x="324" y="601"/>
                  </a:cubicBezTo>
                  <a:cubicBezTo>
                    <a:pt x="348" y="608"/>
                    <a:pt x="369" y="623"/>
                    <a:pt x="383" y="640"/>
                  </a:cubicBezTo>
                  <a:cubicBezTo>
                    <a:pt x="532" y="640"/>
                    <a:pt x="532" y="640"/>
                    <a:pt x="532" y="640"/>
                  </a:cubicBezTo>
                  <a:cubicBezTo>
                    <a:pt x="532" y="506"/>
                    <a:pt x="532" y="506"/>
                    <a:pt x="532" y="506"/>
                  </a:cubicBezTo>
                  <a:cubicBezTo>
                    <a:pt x="532" y="480"/>
                    <a:pt x="549" y="447"/>
                    <a:pt x="550" y="443"/>
                  </a:cubicBezTo>
                  <a:cubicBezTo>
                    <a:pt x="565" y="415"/>
                    <a:pt x="565" y="415"/>
                    <a:pt x="565" y="415"/>
                  </a:cubicBezTo>
                  <a:cubicBezTo>
                    <a:pt x="579" y="443"/>
                    <a:pt x="579" y="443"/>
                    <a:pt x="579" y="443"/>
                  </a:cubicBezTo>
                  <a:cubicBezTo>
                    <a:pt x="581" y="447"/>
                    <a:pt x="597" y="480"/>
                    <a:pt x="597" y="506"/>
                  </a:cubicBezTo>
                  <a:cubicBezTo>
                    <a:pt x="597" y="640"/>
                    <a:pt x="597" y="640"/>
                    <a:pt x="597" y="640"/>
                  </a:cubicBezTo>
                  <a:cubicBezTo>
                    <a:pt x="1784" y="640"/>
                    <a:pt x="1784" y="640"/>
                    <a:pt x="1784" y="640"/>
                  </a:cubicBezTo>
                  <a:cubicBezTo>
                    <a:pt x="1784" y="600"/>
                    <a:pt x="1784" y="600"/>
                    <a:pt x="1784" y="600"/>
                  </a:cubicBezTo>
                  <a:lnTo>
                    <a:pt x="1759" y="600"/>
                  </a:lnTo>
                  <a:close/>
                  <a:moveTo>
                    <a:pt x="991" y="600"/>
                  </a:moveTo>
                  <a:cubicBezTo>
                    <a:pt x="991" y="375"/>
                    <a:pt x="991" y="375"/>
                    <a:pt x="991" y="375"/>
                  </a:cubicBezTo>
                  <a:cubicBezTo>
                    <a:pt x="1011" y="375"/>
                    <a:pt x="1011" y="375"/>
                    <a:pt x="1011" y="375"/>
                  </a:cubicBezTo>
                  <a:cubicBezTo>
                    <a:pt x="1011" y="600"/>
                    <a:pt x="1011" y="600"/>
                    <a:pt x="1011" y="600"/>
                  </a:cubicBezTo>
                  <a:lnTo>
                    <a:pt x="991" y="600"/>
                  </a:lnTo>
                  <a:close/>
                  <a:moveTo>
                    <a:pt x="327" y="324"/>
                  </a:moveTo>
                  <a:cubicBezTo>
                    <a:pt x="327" y="313"/>
                    <a:pt x="327" y="313"/>
                    <a:pt x="327" y="313"/>
                  </a:cubicBezTo>
                  <a:cubicBezTo>
                    <a:pt x="1458" y="313"/>
                    <a:pt x="1458" y="313"/>
                    <a:pt x="1458" y="313"/>
                  </a:cubicBezTo>
                  <a:cubicBezTo>
                    <a:pt x="1458" y="324"/>
                    <a:pt x="1458" y="324"/>
                    <a:pt x="1458" y="324"/>
                  </a:cubicBezTo>
                  <a:lnTo>
                    <a:pt x="327" y="324"/>
                  </a:lnTo>
                  <a:close/>
                  <a:moveTo>
                    <a:pt x="773" y="375"/>
                  </a:moveTo>
                  <a:cubicBezTo>
                    <a:pt x="794" y="375"/>
                    <a:pt x="794" y="375"/>
                    <a:pt x="794" y="375"/>
                  </a:cubicBezTo>
                  <a:cubicBezTo>
                    <a:pt x="794" y="600"/>
                    <a:pt x="794" y="600"/>
                    <a:pt x="794" y="600"/>
                  </a:cubicBezTo>
                  <a:cubicBezTo>
                    <a:pt x="773" y="600"/>
                    <a:pt x="773" y="600"/>
                    <a:pt x="773" y="600"/>
                  </a:cubicBezTo>
                  <a:lnTo>
                    <a:pt x="773" y="3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134"/>
            <p:cNvSpPr>
              <a:spLocks/>
            </p:cNvSpPr>
            <p:nvPr/>
          </p:nvSpPr>
          <p:spPr bwMode="auto">
            <a:xfrm>
              <a:off x="8081964" y="6132512"/>
              <a:ext cx="165100" cy="163512"/>
            </a:xfrm>
            <a:custGeom>
              <a:avLst/>
              <a:gdLst>
                <a:gd name="T0" fmla="*/ 6 w 104"/>
                <a:gd name="T1" fmla="*/ 0 h 103"/>
                <a:gd name="T2" fmla="*/ 2 w 104"/>
                <a:gd name="T3" fmla="*/ 47 h 103"/>
                <a:gd name="T4" fmla="*/ 47 w 104"/>
                <a:gd name="T5" fmla="*/ 101 h 103"/>
                <a:gd name="T6" fmla="*/ 101 w 104"/>
                <a:gd name="T7" fmla="*/ 56 h 103"/>
                <a:gd name="T8" fmla="*/ 104 w 104"/>
                <a:gd name="T9" fmla="*/ 10 h 103"/>
                <a:gd name="T10" fmla="*/ 31 w 104"/>
                <a:gd name="T11" fmla="*/ 3 h 103"/>
                <a:gd name="T12" fmla="*/ 6 w 104"/>
                <a:gd name="T13" fmla="*/ 0 h 103"/>
              </a:gdLst>
              <a:ahLst/>
              <a:cxnLst>
                <a:cxn ang="0">
                  <a:pos x="T0" y="T1"/>
                </a:cxn>
                <a:cxn ang="0">
                  <a:pos x="T2" y="T3"/>
                </a:cxn>
                <a:cxn ang="0">
                  <a:pos x="T4" y="T5"/>
                </a:cxn>
                <a:cxn ang="0">
                  <a:pos x="T6" y="T7"/>
                </a:cxn>
                <a:cxn ang="0">
                  <a:pos x="T8" y="T9"/>
                </a:cxn>
                <a:cxn ang="0">
                  <a:pos x="T10" y="T11"/>
                </a:cxn>
                <a:cxn ang="0">
                  <a:pos x="T12" y="T13"/>
                </a:cxn>
              </a:cxnLst>
              <a:rect l="0" t="0" r="r" b="b"/>
              <a:pathLst>
                <a:path w="104" h="103">
                  <a:moveTo>
                    <a:pt x="6" y="0"/>
                  </a:moveTo>
                  <a:cubicBezTo>
                    <a:pt x="2" y="47"/>
                    <a:pt x="2" y="47"/>
                    <a:pt x="2" y="47"/>
                  </a:cubicBezTo>
                  <a:cubicBezTo>
                    <a:pt x="0" y="75"/>
                    <a:pt x="20" y="99"/>
                    <a:pt x="47" y="101"/>
                  </a:cubicBezTo>
                  <a:cubicBezTo>
                    <a:pt x="75" y="103"/>
                    <a:pt x="98" y="83"/>
                    <a:pt x="101" y="56"/>
                  </a:cubicBezTo>
                  <a:cubicBezTo>
                    <a:pt x="104" y="10"/>
                    <a:pt x="104" y="10"/>
                    <a:pt x="104" y="10"/>
                  </a:cubicBezTo>
                  <a:cubicBezTo>
                    <a:pt x="81" y="8"/>
                    <a:pt x="56" y="5"/>
                    <a:pt x="31" y="3"/>
                  </a:cubicBezTo>
                  <a:cubicBezTo>
                    <a:pt x="23" y="2"/>
                    <a:pt x="14"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135"/>
            <p:cNvSpPr>
              <a:spLocks/>
            </p:cNvSpPr>
            <p:nvPr/>
          </p:nvSpPr>
          <p:spPr bwMode="auto">
            <a:xfrm>
              <a:off x="8370889" y="5829299"/>
              <a:ext cx="166688" cy="466725"/>
            </a:xfrm>
            <a:custGeom>
              <a:avLst/>
              <a:gdLst>
                <a:gd name="T0" fmla="*/ 52 w 104"/>
                <a:gd name="T1" fmla="*/ 81 h 293"/>
                <a:gd name="T2" fmla="*/ 50 w 104"/>
                <a:gd name="T3" fmla="*/ 198 h 293"/>
                <a:gd name="T4" fmla="*/ 48 w 104"/>
                <a:gd name="T5" fmla="*/ 202 h 293"/>
                <a:gd name="T6" fmla="*/ 44 w 104"/>
                <a:gd name="T7" fmla="*/ 203 h 293"/>
                <a:gd name="T8" fmla="*/ 12 w 104"/>
                <a:gd name="T9" fmla="*/ 205 h 293"/>
                <a:gd name="T10" fmla="*/ 12 w 104"/>
                <a:gd name="T11" fmla="*/ 205 h 293"/>
                <a:gd name="T12" fmla="*/ 0 w 104"/>
                <a:gd name="T13" fmla="*/ 205 h 293"/>
                <a:gd name="T14" fmla="*/ 3 w 104"/>
                <a:gd name="T15" fmla="*/ 246 h 293"/>
                <a:gd name="T16" fmla="*/ 57 w 104"/>
                <a:gd name="T17" fmla="*/ 291 h 293"/>
                <a:gd name="T18" fmla="*/ 102 w 104"/>
                <a:gd name="T19" fmla="*/ 237 h 293"/>
                <a:gd name="T20" fmla="*/ 82 w 104"/>
                <a:gd name="T21" fmla="*/ 0 h 293"/>
                <a:gd name="T22" fmla="*/ 42 w 104"/>
                <a:gd name="T23" fmla="*/ 5 h 293"/>
                <a:gd name="T24" fmla="*/ 52 w 104"/>
                <a:gd name="T25" fmla="*/ 81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 h="293">
                  <a:moveTo>
                    <a:pt x="52" y="81"/>
                  </a:moveTo>
                  <a:cubicBezTo>
                    <a:pt x="61" y="120"/>
                    <a:pt x="69" y="157"/>
                    <a:pt x="50" y="198"/>
                  </a:cubicBezTo>
                  <a:cubicBezTo>
                    <a:pt x="48" y="202"/>
                    <a:pt x="48" y="202"/>
                    <a:pt x="48" y="202"/>
                  </a:cubicBezTo>
                  <a:cubicBezTo>
                    <a:pt x="44" y="203"/>
                    <a:pt x="44" y="203"/>
                    <a:pt x="44" y="203"/>
                  </a:cubicBezTo>
                  <a:cubicBezTo>
                    <a:pt x="35" y="204"/>
                    <a:pt x="25" y="205"/>
                    <a:pt x="12" y="205"/>
                  </a:cubicBezTo>
                  <a:cubicBezTo>
                    <a:pt x="12" y="205"/>
                    <a:pt x="12" y="205"/>
                    <a:pt x="12" y="205"/>
                  </a:cubicBezTo>
                  <a:cubicBezTo>
                    <a:pt x="8" y="205"/>
                    <a:pt x="4" y="205"/>
                    <a:pt x="0" y="205"/>
                  </a:cubicBezTo>
                  <a:cubicBezTo>
                    <a:pt x="3" y="246"/>
                    <a:pt x="3" y="246"/>
                    <a:pt x="3" y="246"/>
                  </a:cubicBezTo>
                  <a:cubicBezTo>
                    <a:pt x="6" y="273"/>
                    <a:pt x="29" y="293"/>
                    <a:pt x="57" y="291"/>
                  </a:cubicBezTo>
                  <a:cubicBezTo>
                    <a:pt x="84" y="289"/>
                    <a:pt x="104" y="265"/>
                    <a:pt x="102" y="237"/>
                  </a:cubicBezTo>
                  <a:cubicBezTo>
                    <a:pt x="82" y="0"/>
                    <a:pt x="82" y="0"/>
                    <a:pt x="82" y="0"/>
                  </a:cubicBezTo>
                  <a:cubicBezTo>
                    <a:pt x="73" y="2"/>
                    <a:pt x="59" y="3"/>
                    <a:pt x="42" y="5"/>
                  </a:cubicBezTo>
                  <a:cubicBezTo>
                    <a:pt x="41" y="32"/>
                    <a:pt x="46" y="57"/>
                    <a:pt x="52"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136"/>
            <p:cNvSpPr>
              <a:spLocks/>
            </p:cNvSpPr>
            <p:nvPr/>
          </p:nvSpPr>
          <p:spPr bwMode="auto">
            <a:xfrm>
              <a:off x="8145464" y="4630737"/>
              <a:ext cx="328613" cy="452437"/>
            </a:xfrm>
            <a:custGeom>
              <a:avLst/>
              <a:gdLst>
                <a:gd name="T0" fmla="*/ 75 w 206"/>
                <a:gd name="T1" fmla="*/ 279 h 284"/>
                <a:gd name="T2" fmla="*/ 91 w 206"/>
                <a:gd name="T3" fmla="*/ 275 h 284"/>
                <a:gd name="T4" fmla="*/ 103 w 206"/>
                <a:gd name="T5" fmla="*/ 283 h 284"/>
                <a:gd name="T6" fmla="*/ 115 w 206"/>
                <a:gd name="T7" fmla="*/ 275 h 284"/>
                <a:gd name="T8" fmla="*/ 131 w 206"/>
                <a:gd name="T9" fmla="*/ 279 h 284"/>
                <a:gd name="T10" fmla="*/ 196 w 206"/>
                <a:gd name="T11" fmla="*/ 253 h 284"/>
                <a:gd name="T12" fmla="*/ 186 w 206"/>
                <a:gd name="T13" fmla="*/ 219 h 284"/>
                <a:gd name="T14" fmla="*/ 195 w 206"/>
                <a:gd name="T15" fmla="*/ 141 h 284"/>
                <a:gd name="T16" fmla="*/ 118 w 206"/>
                <a:gd name="T17" fmla="*/ 83 h 284"/>
                <a:gd name="T18" fmla="*/ 123 w 206"/>
                <a:gd name="T19" fmla="*/ 0 h 284"/>
                <a:gd name="T20" fmla="*/ 83 w 206"/>
                <a:gd name="T21" fmla="*/ 0 h 284"/>
                <a:gd name="T22" fmla="*/ 88 w 206"/>
                <a:gd name="T23" fmla="*/ 83 h 284"/>
                <a:gd name="T24" fmla="*/ 11 w 206"/>
                <a:gd name="T25" fmla="*/ 141 h 284"/>
                <a:gd name="T26" fmla="*/ 20 w 206"/>
                <a:gd name="T27" fmla="*/ 219 h 284"/>
                <a:gd name="T28" fmla="*/ 10 w 206"/>
                <a:gd name="T29" fmla="*/ 253 h 284"/>
                <a:gd name="T30" fmla="*/ 75 w 206"/>
                <a:gd name="T31" fmla="*/ 279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6" h="284">
                  <a:moveTo>
                    <a:pt x="75" y="279"/>
                  </a:moveTo>
                  <a:cubicBezTo>
                    <a:pt x="91" y="275"/>
                    <a:pt x="91" y="275"/>
                    <a:pt x="91" y="275"/>
                  </a:cubicBezTo>
                  <a:cubicBezTo>
                    <a:pt x="103" y="283"/>
                    <a:pt x="103" y="283"/>
                    <a:pt x="103" y="283"/>
                  </a:cubicBezTo>
                  <a:cubicBezTo>
                    <a:pt x="115" y="275"/>
                    <a:pt x="115" y="275"/>
                    <a:pt x="115" y="275"/>
                  </a:cubicBezTo>
                  <a:cubicBezTo>
                    <a:pt x="131" y="279"/>
                    <a:pt x="131" y="279"/>
                    <a:pt x="131" y="279"/>
                  </a:cubicBezTo>
                  <a:cubicBezTo>
                    <a:pt x="131" y="279"/>
                    <a:pt x="190" y="284"/>
                    <a:pt x="196" y="253"/>
                  </a:cubicBezTo>
                  <a:cubicBezTo>
                    <a:pt x="186" y="219"/>
                    <a:pt x="186" y="219"/>
                    <a:pt x="186" y="219"/>
                  </a:cubicBezTo>
                  <a:cubicBezTo>
                    <a:pt x="186" y="219"/>
                    <a:pt x="206" y="167"/>
                    <a:pt x="195" y="141"/>
                  </a:cubicBezTo>
                  <a:cubicBezTo>
                    <a:pt x="185" y="118"/>
                    <a:pt x="155" y="89"/>
                    <a:pt x="118" y="83"/>
                  </a:cubicBezTo>
                  <a:cubicBezTo>
                    <a:pt x="123" y="0"/>
                    <a:pt x="123" y="0"/>
                    <a:pt x="123" y="0"/>
                  </a:cubicBezTo>
                  <a:cubicBezTo>
                    <a:pt x="83" y="0"/>
                    <a:pt x="83" y="0"/>
                    <a:pt x="83" y="0"/>
                  </a:cubicBezTo>
                  <a:cubicBezTo>
                    <a:pt x="88" y="83"/>
                    <a:pt x="88" y="83"/>
                    <a:pt x="88" y="83"/>
                  </a:cubicBezTo>
                  <a:cubicBezTo>
                    <a:pt x="51" y="89"/>
                    <a:pt x="21" y="118"/>
                    <a:pt x="11" y="141"/>
                  </a:cubicBezTo>
                  <a:cubicBezTo>
                    <a:pt x="0" y="167"/>
                    <a:pt x="20" y="219"/>
                    <a:pt x="20" y="219"/>
                  </a:cubicBezTo>
                  <a:cubicBezTo>
                    <a:pt x="10" y="253"/>
                    <a:pt x="10" y="253"/>
                    <a:pt x="10" y="253"/>
                  </a:cubicBezTo>
                  <a:cubicBezTo>
                    <a:pt x="16" y="284"/>
                    <a:pt x="75" y="279"/>
                    <a:pt x="75" y="2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137"/>
            <p:cNvSpPr>
              <a:spLocks/>
            </p:cNvSpPr>
            <p:nvPr/>
          </p:nvSpPr>
          <p:spPr bwMode="auto">
            <a:xfrm>
              <a:off x="8440739" y="5589587"/>
              <a:ext cx="93663" cy="231775"/>
            </a:xfrm>
            <a:custGeom>
              <a:avLst/>
              <a:gdLst>
                <a:gd name="T0" fmla="*/ 14 w 59"/>
                <a:gd name="T1" fmla="*/ 92 h 146"/>
                <a:gd name="T2" fmla="*/ 14 w 59"/>
                <a:gd name="T3" fmla="*/ 93 h 146"/>
                <a:gd name="T4" fmla="*/ 14 w 59"/>
                <a:gd name="T5" fmla="*/ 94 h 146"/>
                <a:gd name="T6" fmla="*/ 0 w 59"/>
                <a:gd name="T7" fmla="*/ 146 h 146"/>
                <a:gd name="T8" fmla="*/ 57 w 59"/>
                <a:gd name="T9" fmla="*/ 138 h 146"/>
                <a:gd name="T10" fmla="*/ 59 w 59"/>
                <a:gd name="T11" fmla="*/ 138 h 146"/>
                <a:gd name="T12" fmla="*/ 45 w 59"/>
                <a:gd name="T13" fmla="*/ 69 h 146"/>
                <a:gd name="T14" fmla="*/ 31 w 59"/>
                <a:gd name="T15" fmla="*/ 0 h 146"/>
                <a:gd name="T16" fmla="*/ 14 w 59"/>
                <a:gd name="T17" fmla="*/ 92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146">
                  <a:moveTo>
                    <a:pt x="14" y="92"/>
                  </a:moveTo>
                  <a:cubicBezTo>
                    <a:pt x="14" y="93"/>
                    <a:pt x="14" y="93"/>
                    <a:pt x="14" y="93"/>
                  </a:cubicBezTo>
                  <a:cubicBezTo>
                    <a:pt x="14" y="94"/>
                    <a:pt x="14" y="94"/>
                    <a:pt x="14" y="94"/>
                  </a:cubicBezTo>
                  <a:cubicBezTo>
                    <a:pt x="6" y="112"/>
                    <a:pt x="1" y="129"/>
                    <a:pt x="0" y="146"/>
                  </a:cubicBezTo>
                  <a:cubicBezTo>
                    <a:pt x="33" y="143"/>
                    <a:pt x="51" y="139"/>
                    <a:pt x="57" y="138"/>
                  </a:cubicBezTo>
                  <a:cubicBezTo>
                    <a:pt x="58" y="138"/>
                    <a:pt x="59" y="138"/>
                    <a:pt x="59" y="138"/>
                  </a:cubicBezTo>
                  <a:cubicBezTo>
                    <a:pt x="45" y="69"/>
                    <a:pt x="45" y="69"/>
                    <a:pt x="45" y="69"/>
                  </a:cubicBezTo>
                  <a:cubicBezTo>
                    <a:pt x="31" y="0"/>
                    <a:pt x="31" y="0"/>
                    <a:pt x="31" y="0"/>
                  </a:cubicBezTo>
                  <a:cubicBezTo>
                    <a:pt x="23" y="51"/>
                    <a:pt x="15" y="89"/>
                    <a:pt x="14" y="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138"/>
            <p:cNvSpPr>
              <a:spLocks/>
            </p:cNvSpPr>
            <p:nvPr/>
          </p:nvSpPr>
          <p:spPr bwMode="auto">
            <a:xfrm>
              <a:off x="7605714" y="5137149"/>
              <a:ext cx="347663" cy="436562"/>
            </a:xfrm>
            <a:custGeom>
              <a:avLst/>
              <a:gdLst>
                <a:gd name="T0" fmla="*/ 219 w 219"/>
                <a:gd name="T1" fmla="*/ 0 h 274"/>
                <a:gd name="T2" fmla="*/ 0 w 219"/>
                <a:gd name="T3" fmla="*/ 230 h 274"/>
                <a:gd name="T4" fmla="*/ 4 w 219"/>
                <a:gd name="T5" fmla="*/ 274 h 274"/>
                <a:gd name="T6" fmla="*/ 97 w 219"/>
                <a:gd name="T7" fmla="*/ 97 h 274"/>
                <a:gd name="T8" fmla="*/ 219 w 219"/>
                <a:gd name="T9" fmla="*/ 0 h 274"/>
              </a:gdLst>
              <a:ahLst/>
              <a:cxnLst>
                <a:cxn ang="0">
                  <a:pos x="T0" y="T1"/>
                </a:cxn>
                <a:cxn ang="0">
                  <a:pos x="T2" y="T3"/>
                </a:cxn>
                <a:cxn ang="0">
                  <a:pos x="T4" y="T5"/>
                </a:cxn>
                <a:cxn ang="0">
                  <a:pos x="T6" y="T7"/>
                </a:cxn>
                <a:cxn ang="0">
                  <a:pos x="T8" y="T9"/>
                </a:cxn>
              </a:cxnLst>
              <a:rect l="0" t="0" r="r" b="b"/>
              <a:pathLst>
                <a:path w="219" h="274">
                  <a:moveTo>
                    <a:pt x="219" y="0"/>
                  </a:moveTo>
                  <a:cubicBezTo>
                    <a:pt x="97" y="6"/>
                    <a:pt x="0" y="107"/>
                    <a:pt x="0" y="230"/>
                  </a:cubicBezTo>
                  <a:cubicBezTo>
                    <a:pt x="0" y="245"/>
                    <a:pt x="1" y="260"/>
                    <a:pt x="4" y="274"/>
                  </a:cubicBezTo>
                  <a:cubicBezTo>
                    <a:pt x="46" y="189"/>
                    <a:pt x="82" y="117"/>
                    <a:pt x="97" y="97"/>
                  </a:cubicBezTo>
                  <a:cubicBezTo>
                    <a:pt x="117" y="70"/>
                    <a:pt x="145" y="24"/>
                    <a:pt x="21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139"/>
            <p:cNvSpPr>
              <a:spLocks/>
            </p:cNvSpPr>
            <p:nvPr/>
          </p:nvSpPr>
          <p:spPr bwMode="auto">
            <a:xfrm>
              <a:off x="7392989" y="5087937"/>
              <a:ext cx="1155700" cy="1106487"/>
            </a:xfrm>
            <a:custGeom>
              <a:avLst/>
              <a:gdLst>
                <a:gd name="T0" fmla="*/ 655 w 725"/>
                <a:gd name="T1" fmla="*/ 649 h 694"/>
                <a:gd name="T2" fmla="*/ 662 w 725"/>
                <a:gd name="T3" fmla="*/ 394 h 694"/>
                <a:gd name="T4" fmla="*/ 686 w 725"/>
                <a:gd name="T5" fmla="*/ 42 h 694"/>
                <a:gd name="T6" fmla="*/ 691 w 725"/>
                <a:gd name="T7" fmla="*/ 43 h 694"/>
                <a:gd name="T8" fmla="*/ 696 w 725"/>
                <a:gd name="T9" fmla="*/ 45 h 694"/>
                <a:gd name="T10" fmla="*/ 696 w 725"/>
                <a:gd name="T11" fmla="*/ 50 h 694"/>
                <a:gd name="T12" fmla="*/ 697 w 725"/>
                <a:gd name="T13" fmla="*/ 55 h 694"/>
                <a:gd name="T14" fmla="*/ 721 w 725"/>
                <a:gd name="T15" fmla="*/ 42 h 694"/>
                <a:gd name="T16" fmla="*/ 687 w 725"/>
                <a:gd name="T17" fmla="*/ 7 h 694"/>
                <a:gd name="T18" fmla="*/ 678 w 725"/>
                <a:gd name="T19" fmla="*/ 5 h 694"/>
                <a:gd name="T20" fmla="*/ 642 w 725"/>
                <a:gd name="T21" fmla="*/ 11 h 694"/>
                <a:gd name="T22" fmla="*/ 513 w 725"/>
                <a:gd name="T23" fmla="*/ 11 h 694"/>
                <a:gd name="T24" fmla="*/ 507 w 725"/>
                <a:gd name="T25" fmla="*/ 5 h 694"/>
                <a:gd name="T26" fmla="*/ 496 w 725"/>
                <a:gd name="T27" fmla="*/ 2 h 694"/>
                <a:gd name="T28" fmla="*/ 467 w 725"/>
                <a:gd name="T29" fmla="*/ 5 h 694"/>
                <a:gd name="T30" fmla="*/ 446 w 725"/>
                <a:gd name="T31" fmla="*/ 15 h 694"/>
                <a:gd name="T32" fmla="*/ 437 w 725"/>
                <a:gd name="T33" fmla="*/ 23 h 694"/>
                <a:gd name="T34" fmla="*/ 250 w 725"/>
                <a:gd name="T35" fmla="*/ 121 h 694"/>
                <a:gd name="T36" fmla="*/ 0 w 725"/>
                <a:gd name="T37" fmla="*/ 650 h 694"/>
                <a:gd name="T38" fmla="*/ 270 w 725"/>
                <a:gd name="T39" fmla="*/ 669 h 694"/>
                <a:gd name="T40" fmla="*/ 269 w 725"/>
                <a:gd name="T41" fmla="*/ 651 h 694"/>
                <a:gd name="T42" fmla="*/ 268 w 725"/>
                <a:gd name="T43" fmla="*/ 649 h 694"/>
                <a:gd name="T44" fmla="*/ 655 w 725"/>
                <a:gd name="T45" fmla="*/ 649 h 6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25" h="694">
                  <a:moveTo>
                    <a:pt x="655" y="649"/>
                  </a:moveTo>
                  <a:cubicBezTo>
                    <a:pt x="692" y="566"/>
                    <a:pt x="616" y="499"/>
                    <a:pt x="662" y="394"/>
                  </a:cubicBezTo>
                  <a:cubicBezTo>
                    <a:pt x="662" y="394"/>
                    <a:pt x="708" y="166"/>
                    <a:pt x="686" y="42"/>
                  </a:cubicBezTo>
                  <a:cubicBezTo>
                    <a:pt x="688" y="42"/>
                    <a:pt x="689" y="43"/>
                    <a:pt x="691" y="43"/>
                  </a:cubicBezTo>
                  <a:cubicBezTo>
                    <a:pt x="696" y="45"/>
                    <a:pt x="696" y="45"/>
                    <a:pt x="696" y="45"/>
                  </a:cubicBezTo>
                  <a:cubicBezTo>
                    <a:pt x="696" y="50"/>
                    <a:pt x="696" y="50"/>
                    <a:pt x="696" y="50"/>
                  </a:cubicBezTo>
                  <a:cubicBezTo>
                    <a:pt x="697" y="51"/>
                    <a:pt x="697" y="53"/>
                    <a:pt x="697" y="55"/>
                  </a:cubicBezTo>
                  <a:cubicBezTo>
                    <a:pt x="709" y="54"/>
                    <a:pt x="718" y="50"/>
                    <a:pt x="721" y="42"/>
                  </a:cubicBezTo>
                  <a:cubicBezTo>
                    <a:pt x="725" y="30"/>
                    <a:pt x="709" y="14"/>
                    <a:pt x="687" y="7"/>
                  </a:cubicBezTo>
                  <a:cubicBezTo>
                    <a:pt x="684" y="6"/>
                    <a:pt x="681" y="5"/>
                    <a:pt x="678" y="5"/>
                  </a:cubicBezTo>
                  <a:cubicBezTo>
                    <a:pt x="662" y="2"/>
                    <a:pt x="648" y="4"/>
                    <a:pt x="642" y="11"/>
                  </a:cubicBezTo>
                  <a:cubicBezTo>
                    <a:pt x="513" y="11"/>
                    <a:pt x="513" y="11"/>
                    <a:pt x="513" y="11"/>
                  </a:cubicBezTo>
                  <a:cubicBezTo>
                    <a:pt x="512" y="9"/>
                    <a:pt x="510" y="7"/>
                    <a:pt x="507" y="5"/>
                  </a:cubicBezTo>
                  <a:cubicBezTo>
                    <a:pt x="504" y="3"/>
                    <a:pt x="500" y="2"/>
                    <a:pt x="496" y="2"/>
                  </a:cubicBezTo>
                  <a:cubicBezTo>
                    <a:pt x="488" y="0"/>
                    <a:pt x="477" y="1"/>
                    <a:pt x="467" y="5"/>
                  </a:cubicBezTo>
                  <a:cubicBezTo>
                    <a:pt x="458" y="7"/>
                    <a:pt x="451" y="11"/>
                    <a:pt x="446" y="15"/>
                  </a:cubicBezTo>
                  <a:cubicBezTo>
                    <a:pt x="442" y="17"/>
                    <a:pt x="439" y="20"/>
                    <a:pt x="437" y="23"/>
                  </a:cubicBezTo>
                  <a:cubicBezTo>
                    <a:pt x="339" y="41"/>
                    <a:pt x="274" y="88"/>
                    <a:pt x="250" y="121"/>
                  </a:cubicBezTo>
                  <a:cubicBezTo>
                    <a:pt x="211" y="175"/>
                    <a:pt x="0" y="650"/>
                    <a:pt x="0" y="650"/>
                  </a:cubicBezTo>
                  <a:cubicBezTo>
                    <a:pt x="0" y="650"/>
                    <a:pt x="234" y="694"/>
                    <a:pt x="270" y="669"/>
                  </a:cubicBezTo>
                  <a:cubicBezTo>
                    <a:pt x="276" y="665"/>
                    <a:pt x="276" y="659"/>
                    <a:pt x="269" y="651"/>
                  </a:cubicBezTo>
                  <a:cubicBezTo>
                    <a:pt x="269" y="650"/>
                    <a:pt x="268" y="650"/>
                    <a:pt x="268" y="649"/>
                  </a:cubicBezTo>
                  <a:cubicBezTo>
                    <a:pt x="228" y="594"/>
                    <a:pt x="562" y="662"/>
                    <a:pt x="655" y="6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140"/>
            <p:cNvSpPr>
              <a:spLocks/>
            </p:cNvSpPr>
            <p:nvPr/>
          </p:nvSpPr>
          <p:spPr bwMode="auto">
            <a:xfrm>
              <a:off x="8507414" y="4503737"/>
              <a:ext cx="357188" cy="1782762"/>
            </a:xfrm>
            <a:custGeom>
              <a:avLst/>
              <a:gdLst>
                <a:gd name="T0" fmla="*/ 158 w 224"/>
                <a:gd name="T1" fmla="*/ 237 h 1119"/>
                <a:gd name="T2" fmla="*/ 165 w 224"/>
                <a:gd name="T3" fmla="*/ 223 h 1119"/>
                <a:gd name="T4" fmla="*/ 165 w 224"/>
                <a:gd name="T5" fmla="*/ 56 h 1119"/>
                <a:gd name="T6" fmla="*/ 149 w 224"/>
                <a:gd name="T7" fmla="*/ 0 h 1119"/>
                <a:gd name="T8" fmla="*/ 132 w 224"/>
                <a:gd name="T9" fmla="*/ 56 h 1119"/>
                <a:gd name="T10" fmla="*/ 132 w 224"/>
                <a:gd name="T11" fmla="*/ 223 h 1119"/>
                <a:gd name="T12" fmla="*/ 139 w 224"/>
                <a:gd name="T13" fmla="*/ 237 h 1119"/>
                <a:gd name="T14" fmla="*/ 139 w 224"/>
                <a:gd name="T15" fmla="*/ 272 h 1119"/>
                <a:gd name="T16" fmla="*/ 139 w 224"/>
                <a:gd name="T17" fmla="*/ 581 h 1119"/>
                <a:gd name="T18" fmla="*/ 72 w 224"/>
                <a:gd name="T19" fmla="*/ 568 h 1119"/>
                <a:gd name="T20" fmla="*/ 26 w 224"/>
                <a:gd name="T21" fmla="*/ 420 h 1119"/>
                <a:gd name="T22" fmla="*/ 0 w 224"/>
                <a:gd name="T23" fmla="*/ 429 h 1119"/>
                <a:gd name="T24" fmla="*/ 3 w 224"/>
                <a:gd name="T25" fmla="*/ 538 h 1119"/>
                <a:gd name="T26" fmla="*/ 9 w 224"/>
                <a:gd name="T27" fmla="*/ 578 h 1119"/>
                <a:gd name="T28" fmla="*/ 139 w 224"/>
                <a:gd name="T29" fmla="*/ 645 h 1119"/>
                <a:gd name="T30" fmla="*/ 139 w 224"/>
                <a:gd name="T31" fmla="*/ 1119 h 1119"/>
                <a:gd name="T32" fmla="*/ 158 w 224"/>
                <a:gd name="T33" fmla="*/ 1119 h 1119"/>
                <a:gd name="T34" fmla="*/ 158 w 224"/>
                <a:gd name="T35" fmla="*/ 643 h 1119"/>
                <a:gd name="T36" fmla="*/ 181 w 224"/>
                <a:gd name="T37" fmla="*/ 612 h 1119"/>
                <a:gd name="T38" fmla="*/ 158 w 224"/>
                <a:gd name="T39" fmla="*/ 582 h 1119"/>
                <a:gd name="T40" fmla="*/ 158 w 224"/>
                <a:gd name="T41" fmla="*/ 272 h 1119"/>
                <a:gd name="T42" fmla="*/ 158 w 224"/>
                <a:gd name="T43" fmla="*/ 252 h 1119"/>
                <a:gd name="T44" fmla="*/ 163 w 224"/>
                <a:gd name="T45" fmla="*/ 261 h 1119"/>
                <a:gd name="T46" fmla="*/ 197 w 224"/>
                <a:gd name="T47" fmla="*/ 436 h 1119"/>
                <a:gd name="T48" fmla="*/ 224 w 224"/>
                <a:gd name="T49" fmla="*/ 441 h 1119"/>
                <a:gd name="T50" fmla="*/ 168 w 224"/>
                <a:gd name="T51" fmla="*/ 253 h 1119"/>
                <a:gd name="T52" fmla="*/ 158 w 224"/>
                <a:gd name="T53" fmla="*/ 239 h 1119"/>
                <a:gd name="T54" fmla="*/ 158 w 224"/>
                <a:gd name="T55" fmla="*/ 237 h 1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4" h="1119">
                  <a:moveTo>
                    <a:pt x="158" y="237"/>
                  </a:moveTo>
                  <a:cubicBezTo>
                    <a:pt x="165" y="223"/>
                    <a:pt x="165" y="223"/>
                    <a:pt x="165" y="223"/>
                  </a:cubicBezTo>
                  <a:cubicBezTo>
                    <a:pt x="165" y="223"/>
                    <a:pt x="165" y="78"/>
                    <a:pt x="165" y="56"/>
                  </a:cubicBezTo>
                  <a:cubicBezTo>
                    <a:pt x="165" y="33"/>
                    <a:pt x="149" y="0"/>
                    <a:pt x="149" y="0"/>
                  </a:cubicBezTo>
                  <a:cubicBezTo>
                    <a:pt x="149" y="0"/>
                    <a:pt x="132" y="33"/>
                    <a:pt x="132" y="56"/>
                  </a:cubicBezTo>
                  <a:cubicBezTo>
                    <a:pt x="132" y="78"/>
                    <a:pt x="132" y="223"/>
                    <a:pt x="132" y="223"/>
                  </a:cubicBezTo>
                  <a:cubicBezTo>
                    <a:pt x="139" y="237"/>
                    <a:pt x="139" y="237"/>
                    <a:pt x="139" y="237"/>
                  </a:cubicBezTo>
                  <a:cubicBezTo>
                    <a:pt x="139" y="272"/>
                    <a:pt x="139" y="272"/>
                    <a:pt x="139" y="272"/>
                  </a:cubicBezTo>
                  <a:cubicBezTo>
                    <a:pt x="139" y="581"/>
                    <a:pt x="139" y="581"/>
                    <a:pt x="139" y="581"/>
                  </a:cubicBezTo>
                  <a:cubicBezTo>
                    <a:pt x="111" y="580"/>
                    <a:pt x="81" y="575"/>
                    <a:pt x="72" y="568"/>
                  </a:cubicBezTo>
                  <a:cubicBezTo>
                    <a:pt x="65" y="502"/>
                    <a:pt x="50" y="453"/>
                    <a:pt x="26" y="420"/>
                  </a:cubicBezTo>
                  <a:cubicBezTo>
                    <a:pt x="21" y="426"/>
                    <a:pt x="11" y="429"/>
                    <a:pt x="0" y="429"/>
                  </a:cubicBezTo>
                  <a:cubicBezTo>
                    <a:pt x="4" y="462"/>
                    <a:pt x="5" y="499"/>
                    <a:pt x="3" y="538"/>
                  </a:cubicBezTo>
                  <a:cubicBezTo>
                    <a:pt x="5" y="550"/>
                    <a:pt x="7" y="563"/>
                    <a:pt x="9" y="578"/>
                  </a:cubicBezTo>
                  <a:cubicBezTo>
                    <a:pt x="14" y="637"/>
                    <a:pt x="100" y="644"/>
                    <a:pt x="139" y="645"/>
                  </a:cubicBezTo>
                  <a:cubicBezTo>
                    <a:pt x="139" y="1119"/>
                    <a:pt x="139" y="1119"/>
                    <a:pt x="139" y="1119"/>
                  </a:cubicBezTo>
                  <a:cubicBezTo>
                    <a:pt x="158" y="1119"/>
                    <a:pt x="158" y="1119"/>
                    <a:pt x="158" y="1119"/>
                  </a:cubicBezTo>
                  <a:cubicBezTo>
                    <a:pt x="158" y="643"/>
                    <a:pt x="158" y="643"/>
                    <a:pt x="158" y="643"/>
                  </a:cubicBezTo>
                  <a:cubicBezTo>
                    <a:pt x="172" y="639"/>
                    <a:pt x="181" y="627"/>
                    <a:pt x="181" y="612"/>
                  </a:cubicBezTo>
                  <a:cubicBezTo>
                    <a:pt x="181" y="598"/>
                    <a:pt x="171" y="586"/>
                    <a:pt x="158" y="582"/>
                  </a:cubicBezTo>
                  <a:cubicBezTo>
                    <a:pt x="158" y="272"/>
                    <a:pt x="158" y="272"/>
                    <a:pt x="158" y="272"/>
                  </a:cubicBezTo>
                  <a:cubicBezTo>
                    <a:pt x="158" y="252"/>
                    <a:pt x="158" y="252"/>
                    <a:pt x="158" y="252"/>
                  </a:cubicBezTo>
                  <a:cubicBezTo>
                    <a:pt x="160" y="255"/>
                    <a:pt x="162" y="258"/>
                    <a:pt x="163" y="261"/>
                  </a:cubicBezTo>
                  <a:cubicBezTo>
                    <a:pt x="194" y="319"/>
                    <a:pt x="197" y="436"/>
                    <a:pt x="197" y="436"/>
                  </a:cubicBezTo>
                  <a:cubicBezTo>
                    <a:pt x="197" y="436"/>
                    <a:pt x="206" y="421"/>
                    <a:pt x="224" y="441"/>
                  </a:cubicBezTo>
                  <a:cubicBezTo>
                    <a:pt x="216" y="343"/>
                    <a:pt x="185" y="282"/>
                    <a:pt x="168" y="253"/>
                  </a:cubicBezTo>
                  <a:cubicBezTo>
                    <a:pt x="164" y="247"/>
                    <a:pt x="160" y="242"/>
                    <a:pt x="158" y="239"/>
                  </a:cubicBezTo>
                  <a:lnTo>
                    <a:pt x="158" y="2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141"/>
            <p:cNvSpPr>
              <a:spLocks/>
            </p:cNvSpPr>
            <p:nvPr/>
          </p:nvSpPr>
          <p:spPr bwMode="auto">
            <a:xfrm>
              <a:off x="9004301" y="4881562"/>
              <a:ext cx="306388" cy="595312"/>
            </a:xfrm>
            <a:custGeom>
              <a:avLst/>
              <a:gdLst>
                <a:gd name="T0" fmla="*/ 192 w 192"/>
                <a:gd name="T1" fmla="*/ 214 h 374"/>
                <a:gd name="T2" fmla="*/ 131 w 192"/>
                <a:gd name="T3" fmla="*/ 142 h 374"/>
                <a:gd name="T4" fmla="*/ 124 w 192"/>
                <a:gd name="T5" fmla="*/ 134 h 374"/>
                <a:gd name="T6" fmla="*/ 105 w 192"/>
                <a:gd name="T7" fmla="*/ 126 h 374"/>
                <a:gd name="T8" fmla="*/ 54 w 192"/>
                <a:gd name="T9" fmla="*/ 126 h 374"/>
                <a:gd name="T10" fmla="*/ 35 w 192"/>
                <a:gd name="T11" fmla="*/ 134 h 374"/>
                <a:gd name="T12" fmla="*/ 28 w 192"/>
                <a:gd name="T13" fmla="*/ 144 h 374"/>
                <a:gd name="T14" fmla="*/ 28 w 192"/>
                <a:gd name="T15" fmla="*/ 79 h 374"/>
                <a:gd name="T16" fmla="*/ 30 w 192"/>
                <a:gd name="T17" fmla="*/ 74 h 374"/>
                <a:gd name="T18" fmla="*/ 30 w 192"/>
                <a:gd name="T19" fmla="*/ 18 h 374"/>
                <a:gd name="T20" fmla="*/ 25 w 192"/>
                <a:gd name="T21" fmla="*/ 0 h 374"/>
                <a:gd name="T22" fmla="*/ 19 w 192"/>
                <a:gd name="T23" fmla="*/ 18 h 374"/>
                <a:gd name="T24" fmla="*/ 19 w 192"/>
                <a:gd name="T25" fmla="*/ 74 h 374"/>
                <a:gd name="T26" fmla="*/ 22 w 192"/>
                <a:gd name="T27" fmla="*/ 79 h 374"/>
                <a:gd name="T28" fmla="*/ 22 w 192"/>
                <a:gd name="T29" fmla="*/ 80 h 374"/>
                <a:gd name="T30" fmla="*/ 0 w 192"/>
                <a:gd name="T31" fmla="*/ 147 h 374"/>
                <a:gd name="T32" fmla="*/ 9 w 192"/>
                <a:gd name="T33" fmla="*/ 145 h 374"/>
                <a:gd name="T34" fmla="*/ 22 w 192"/>
                <a:gd name="T35" fmla="*/ 84 h 374"/>
                <a:gd name="T36" fmla="*/ 22 w 192"/>
                <a:gd name="T37" fmla="*/ 157 h 374"/>
                <a:gd name="T38" fmla="*/ 14 w 192"/>
                <a:gd name="T39" fmla="*/ 243 h 374"/>
                <a:gd name="T40" fmla="*/ 22 w 192"/>
                <a:gd name="T41" fmla="*/ 252 h 374"/>
                <a:gd name="T42" fmla="*/ 22 w 192"/>
                <a:gd name="T43" fmla="*/ 373 h 374"/>
                <a:gd name="T44" fmla="*/ 28 w 192"/>
                <a:gd name="T45" fmla="*/ 373 h 374"/>
                <a:gd name="T46" fmla="*/ 28 w 192"/>
                <a:gd name="T47" fmla="*/ 252 h 374"/>
                <a:gd name="T48" fmla="*/ 34 w 192"/>
                <a:gd name="T49" fmla="*/ 242 h 374"/>
                <a:gd name="T50" fmla="*/ 44 w 192"/>
                <a:gd name="T51" fmla="*/ 156 h 374"/>
                <a:gd name="T52" fmla="*/ 44 w 192"/>
                <a:gd name="T53" fmla="*/ 202 h 374"/>
                <a:gd name="T54" fmla="*/ 44 w 192"/>
                <a:gd name="T55" fmla="*/ 228 h 374"/>
                <a:gd name="T56" fmla="*/ 44 w 192"/>
                <a:gd name="T57" fmla="*/ 358 h 374"/>
                <a:gd name="T58" fmla="*/ 60 w 192"/>
                <a:gd name="T59" fmla="*/ 374 h 374"/>
                <a:gd name="T60" fmla="*/ 77 w 192"/>
                <a:gd name="T61" fmla="*/ 358 h 374"/>
                <a:gd name="T62" fmla="*/ 77 w 192"/>
                <a:gd name="T63" fmla="*/ 271 h 374"/>
                <a:gd name="T64" fmla="*/ 83 w 192"/>
                <a:gd name="T65" fmla="*/ 275 h 374"/>
                <a:gd name="T66" fmla="*/ 83 w 192"/>
                <a:gd name="T67" fmla="*/ 358 h 374"/>
                <a:gd name="T68" fmla="*/ 99 w 192"/>
                <a:gd name="T69" fmla="*/ 374 h 374"/>
                <a:gd name="T70" fmla="*/ 116 w 192"/>
                <a:gd name="T71" fmla="*/ 358 h 374"/>
                <a:gd name="T72" fmla="*/ 116 w 192"/>
                <a:gd name="T73" fmla="*/ 285 h 374"/>
                <a:gd name="T74" fmla="*/ 120 w 192"/>
                <a:gd name="T75" fmla="*/ 286 h 374"/>
                <a:gd name="T76" fmla="*/ 192 w 192"/>
                <a:gd name="T77" fmla="*/ 214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92" h="374">
                  <a:moveTo>
                    <a:pt x="192" y="214"/>
                  </a:moveTo>
                  <a:cubicBezTo>
                    <a:pt x="192" y="177"/>
                    <a:pt x="166" y="148"/>
                    <a:pt x="131" y="142"/>
                  </a:cubicBezTo>
                  <a:cubicBezTo>
                    <a:pt x="129" y="139"/>
                    <a:pt x="127" y="137"/>
                    <a:pt x="124" y="134"/>
                  </a:cubicBezTo>
                  <a:cubicBezTo>
                    <a:pt x="116" y="126"/>
                    <a:pt x="108" y="126"/>
                    <a:pt x="105" y="126"/>
                  </a:cubicBezTo>
                  <a:cubicBezTo>
                    <a:pt x="54" y="126"/>
                    <a:pt x="54" y="126"/>
                    <a:pt x="54" y="126"/>
                  </a:cubicBezTo>
                  <a:cubicBezTo>
                    <a:pt x="52" y="126"/>
                    <a:pt x="44" y="126"/>
                    <a:pt x="35" y="134"/>
                  </a:cubicBezTo>
                  <a:cubicBezTo>
                    <a:pt x="32" y="137"/>
                    <a:pt x="30" y="140"/>
                    <a:pt x="28" y="144"/>
                  </a:cubicBezTo>
                  <a:cubicBezTo>
                    <a:pt x="28" y="79"/>
                    <a:pt x="28" y="79"/>
                    <a:pt x="28" y="79"/>
                  </a:cubicBezTo>
                  <a:cubicBezTo>
                    <a:pt x="30" y="74"/>
                    <a:pt x="30" y="74"/>
                    <a:pt x="30" y="74"/>
                  </a:cubicBezTo>
                  <a:cubicBezTo>
                    <a:pt x="30" y="74"/>
                    <a:pt x="30" y="26"/>
                    <a:pt x="30" y="18"/>
                  </a:cubicBezTo>
                  <a:cubicBezTo>
                    <a:pt x="30" y="11"/>
                    <a:pt x="25" y="0"/>
                    <a:pt x="25" y="0"/>
                  </a:cubicBezTo>
                  <a:cubicBezTo>
                    <a:pt x="25" y="0"/>
                    <a:pt x="19" y="11"/>
                    <a:pt x="19" y="18"/>
                  </a:cubicBezTo>
                  <a:cubicBezTo>
                    <a:pt x="19" y="26"/>
                    <a:pt x="19" y="74"/>
                    <a:pt x="19" y="74"/>
                  </a:cubicBezTo>
                  <a:cubicBezTo>
                    <a:pt x="22" y="79"/>
                    <a:pt x="22" y="79"/>
                    <a:pt x="22" y="79"/>
                  </a:cubicBezTo>
                  <a:cubicBezTo>
                    <a:pt x="22" y="80"/>
                    <a:pt x="22" y="80"/>
                    <a:pt x="22" y="80"/>
                  </a:cubicBezTo>
                  <a:cubicBezTo>
                    <a:pt x="18" y="85"/>
                    <a:pt x="3" y="107"/>
                    <a:pt x="0" y="147"/>
                  </a:cubicBezTo>
                  <a:cubicBezTo>
                    <a:pt x="6" y="140"/>
                    <a:pt x="9" y="145"/>
                    <a:pt x="9" y="145"/>
                  </a:cubicBezTo>
                  <a:cubicBezTo>
                    <a:pt x="9" y="145"/>
                    <a:pt x="10" y="102"/>
                    <a:pt x="22" y="84"/>
                  </a:cubicBezTo>
                  <a:cubicBezTo>
                    <a:pt x="22" y="157"/>
                    <a:pt x="22" y="157"/>
                    <a:pt x="22" y="157"/>
                  </a:cubicBezTo>
                  <a:cubicBezTo>
                    <a:pt x="15" y="177"/>
                    <a:pt x="12" y="206"/>
                    <a:pt x="14" y="243"/>
                  </a:cubicBezTo>
                  <a:cubicBezTo>
                    <a:pt x="15" y="248"/>
                    <a:pt x="18" y="251"/>
                    <a:pt x="22" y="252"/>
                  </a:cubicBezTo>
                  <a:cubicBezTo>
                    <a:pt x="22" y="373"/>
                    <a:pt x="22" y="373"/>
                    <a:pt x="22" y="373"/>
                  </a:cubicBezTo>
                  <a:cubicBezTo>
                    <a:pt x="28" y="373"/>
                    <a:pt x="28" y="373"/>
                    <a:pt x="28" y="373"/>
                  </a:cubicBezTo>
                  <a:cubicBezTo>
                    <a:pt x="28" y="252"/>
                    <a:pt x="28" y="252"/>
                    <a:pt x="28" y="252"/>
                  </a:cubicBezTo>
                  <a:cubicBezTo>
                    <a:pt x="32" y="251"/>
                    <a:pt x="35" y="247"/>
                    <a:pt x="34" y="242"/>
                  </a:cubicBezTo>
                  <a:cubicBezTo>
                    <a:pt x="31" y="191"/>
                    <a:pt x="38" y="167"/>
                    <a:pt x="44" y="156"/>
                  </a:cubicBezTo>
                  <a:cubicBezTo>
                    <a:pt x="44" y="202"/>
                    <a:pt x="44" y="202"/>
                    <a:pt x="44" y="202"/>
                  </a:cubicBezTo>
                  <a:cubicBezTo>
                    <a:pt x="44" y="228"/>
                    <a:pt x="44" y="228"/>
                    <a:pt x="44" y="228"/>
                  </a:cubicBezTo>
                  <a:cubicBezTo>
                    <a:pt x="44" y="358"/>
                    <a:pt x="44" y="358"/>
                    <a:pt x="44" y="358"/>
                  </a:cubicBezTo>
                  <a:cubicBezTo>
                    <a:pt x="44" y="367"/>
                    <a:pt x="51" y="374"/>
                    <a:pt x="60" y="374"/>
                  </a:cubicBezTo>
                  <a:cubicBezTo>
                    <a:pt x="69" y="374"/>
                    <a:pt x="77" y="367"/>
                    <a:pt x="77" y="358"/>
                  </a:cubicBezTo>
                  <a:cubicBezTo>
                    <a:pt x="77" y="271"/>
                    <a:pt x="77" y="271"/>
                    <a:pt x="77" y="271"/>
                  </a:cubicBezTo>
                  <a:cubicBezTo>
                    <a:pt x="79" y="272"/>
                    <a:pt x="81" y="274"/>
                    <a:pt x="83" y="275"/>
                  </a:cubicBezTo>
                  <a:cubicBezTo>
                    <a:pt x="83" y="358"/>
                    <a:pt x="83" y="358"/>
                    <a:pt x="83" y="358"/>
                  </a:cubicBezTo>
                  <a:cubicBezTo>
                    <a:pt x="83" y="367"/>
                    <a:pt x="90" y="374"/>
                    <a:pt x="99" y="374"/>
                  </a:cubicBezTo>
                  <a:cubicBezTo>
                    <a:pt x="108" y="374"/>
                    <a:pt x="116" y="367"/>
                    <a:pt x="116" y="358"/>
                  </a:cubicBezTo>
                  <a:cubicBezTo>
                    <a:pt x="116" y="285"/>
                    <a:pt x="116" y="285"/>
                    <a:pt x="116" y="285"/>
                  </a:cubicBezTo>
                  <a:cubicBezTo>
                    <a:pt x="117" y="285"/>
                    <a:pt x="119" y="286"/>
                    <a:pt x="120" y="286"/>
                  </a:cubicBezTo>
                  <a:cubicBezTo>
                    <a:pt x="160" y="286"/>
                    <a:pt x="192" y="253"/>
                    <a:pt x="192" y="2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Oval 142"/>
            <p:cNvSpPr>
              <a:spLocks noChangeArrowheads="1"/>
            </p:cNvSpPr>
            <p:nvPr/>
          </p:nvSpPr>
          <p:spPr bwMode="auto">
            <a:xfrm>
              <a:off x="9083676" y="4975224"/>
              <a:ext cx="95250" cy="952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43"/>
            <p:cNvSpPr>
              <a:spLocks/>
            </p:cNvSpPr>
            <p:nvPr/>
          </p:nvSpPr>
          <p:spPr bwMode="auto">
            <a:xfrm>
              <a:off x="9339264" y="4881562"/>
              <a:ext cx="306388" cy="595312"/>
            </a:xfrm>
            <a:custGeom>
              <a:avLst/>
              <a:gdLst>
                <a:gd name="T0" fmla="*/ 132 w 193"/>
                <a:gd name="T1" fmla="*/ 142 h 374"/>
                <a:gd name="T2" fmla="*/ 125 w 193"/>
                <a:gd name="T3" fmla="*/ 134 h 374"/>
                <a:gd name="T4" fmla="*/ 106 w 193"/>
                <a:gd name="T5" fmla="*/ 126 h 374"/>
                <a:gd name="T6" fmla="*/ 55 w 193"/>
                <a:gd name="T7" fmla="*/ 126 h 374"/>
                <a:gd name="T8" fmla="*/ 36 w 193"/>
                <a:gd name="T9" fmla="*/ 134 h 374"/>
                <a:gd name="T10" fmla="*/ 29 w 193"/>
                <a:gd name="T11" fmla="*/ 144 h 374"/>
                <a:gd name="T12" fmla="*/ 29 w 193"/>
                <a:gd name="T13" fmla="*/ 79 h 374"/>
                <a:gd name="T14" fmla="*/ 31 w 193"/>
                <a:gd name="T15" fmla="*/ 74 h 374"/>
                <a:gd name="T16" fmla="*/ 31 w 193"/>
                <a:gd name="T17" fmla="*/ 18 h 374"/>
                <a:gd name="T18" fmla="*/ 26 w 193"/>
                <a:gd name="T19" fmla="*/ 0 h 374"/>
                <a:gd name="T20" fmla="*/ 20 w 193"/>
                <a:gd name="T21" fmla="*/ 18 h 374"/>
                <a:gd name="T22" fmla="*/ 20 w 193"/>
                <a:gd name="T23" fmla="*/ 74 h 374"/>
                <a:gd name="T24" fmla="*/ 23 w 193"/>
                <a:gd name="T25" fmla="*/ 79 h 374"/>
                <a:gd name="T26" fmla="*/ 23 w 193"/>
                <a:gd name="T27" fmla="*/ 80 h 374"/>
                <a:gd name="T28" fmla="*/ 0 w 193"/>
                <a:gd name="T29" fmla="*/ 147 h 374"/>
                <a:gd name="T30" fmla="*/ 10 w 193"/>
                <a:gd name="T31" fmla="*/ 145 h 374"/>
                <a:gd name="T32" fmla="*/ 23 w 193"/>
                <a:gd name="T33" fmla="*/ 84 h 374"/>
                <a:gd name="T34" fmla="*/ 23 w 193"/>
                <a:gd name="T35" fmla="*/ 157 h 374"/>
                <a:gd name="T36" fmla="*/ 15 w 193"/>
                <a:gd name="T37" fmla="*/ 243 h 374"/>
                <a:gd name="T38" fmla="*/ 23 w 193"/>
                <a:gd name="T39" fmla="*/ 252 h 374"/>
                <a:gd name="T40" fmla="*/ 23 w 193"/>
                <a:gd name="T41" fmla="*/ 373 h 374"/>
                <a:gd name="T42" fmla="*/ 29 w 193"/>
                <a:gd name="T43" fmla="*/ 373 h 374"/>
                <a:gd name="T44" fmla="*/ 29 w 193"/>
                <a:gd name="T45" fmla="*/ 252 h 374"/>
                <a:gd name="T46" fmla="*/ 35 w 193"/>
                <a:gd name="T47" fmla="*/ 242 h 374"/>
                <a:gd name="T48" fmla="*/ 45 w 193"/>
                <a:gd name="T49" fmla="*/ 156 h 374"/>
                <a:gd name="T50" fmla="*/ 45 w 193"/>
                <a:gd name="T51" fmla="*/ 202 h 374"/>
                <a:gd name="T52" fmla="*/ 45 w 193"/>
                <a:gd name="T53" fmla="*/ 228 h 374"/>
                <a:gd name="T54" fmla="*/ 45 w 193"/>
                <a:gd name="T55" fmla="*/ 358 h 374"/>
                <a:gd name="T56" fmla="*/ 61 w 193"/>
                <a:gd name="T57" fmla="*/ 374 h 374"/>
                <a:gd name="T58" fmla="*/ 78 w 193"/>
                <a:gd name="T59" fmla="*/ 358 h 374"/>
                <a:gd name="T60" fmla="*/ 78 w 193"/>
                <a:gd name="T61" fmla="*/ 271 h 374"/>
                <a:gd name="T62" fmla="*/ 84 w 193"/>
                <a:gd name="T63" fmla="*/ 275 h 374"/>
                <a:gd name="T64" fmla="*/ 84 w 193"/>
                <a:gd name="T65" fmla="*/ 358 h 374"/>
                <a:gd name="T66" fmla="*/ 100 w 193"/>
                <a:gd name="T67" fmla="*/ 374 h 374"/>
                <a:gd name="T68" fmla="*/ 117 w 193"/>
                <a:gd name="T69" fmla="*/ 358 h 374"/>
                <a:gd name="T70" fmla="*/ 117 w 193"/>
                <a:gd name="T71" fmla="*/ 285 h 374"/>
                <a:gd name="T72" fmla="*/ 121 w 193"/>
                <a:gd name="T73" fmla="*/ 286 h 374"/>
                <a:gd name="T74" fmla="*/ 193 w 193"/>
                <a:gd name="T75" fmla="*/ 214 h 374"/>
                <a:gd name="T76" fmla="*/ 132 w 193"/>
                <a:gd name="T77" fmla="*/ 142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93" h="374">
                  <a:moveTo>
                    <a:pt x="132" y="142"/>
                  </a:moveTo>
                  <a:cubicBezTo>
                    <a:pt x="130" y="139"/>
                    <a:pt x="128" y="137"/>
                    <a:pt x="125" y="134"/>
                  </a:cubicBezTo>
                  <a:cubicBezTo>
                    <a:pt x="117" y="126"/>
                    <a:pt x="109" y="126"/>
                    <a:pt x="106" y="126"/>
                  </a:cubicBezTo>
                  <a:cubicBezTo>
                    <a:pt x="55" y="126"/>
                    <a:pt x="55" y="126"/>
                    <a:pt x="55" y="126"/>
                  </a:cubicBezTo>
                  <a:cubicBezTo>
                    <a:pt x="53" y="126"/>
                    <a:pt x="45" y="126"/>
                    <a:pt x="36" y="134"/>
                  </a:cubicBezTo>
                  <a:cubicBezTo>
                    <a:pt x="33" y="137"/>
                    <a:pt x="31" y="140"/>
                    <a:pt x="29" y="144"/>
                  </a:cubicBezTo>
                  <a:cubicBezTo>
                    <a:pt x="29" y="79"/>
                    <a:pt x="29" y="79"/>
                    <a:pt x="29" y="79"/>
                  </a:cubicBezTo>
                  <a:cubicBezTo>
                    <a:pt x="31" y="74"/>
                    <a:pt x="31" y="74"/>
                    <a:pt x="31" y="74"/>
                  </a:cubicBezTo>
                  <a:cubicBezTo>
                    <a:pt x="31" y="74"/>
                    <a:pt x="31" y="26"/>
                    <a:pt x="31" y="18"/>
                  </a:cubicBezTo>
                  <a:cubicBezTo>
                    <a:pt x="31" y="11"/>
                    <a:pt x="26" y="0"/>
                    <a:pt x="26" y="0"/>
                  </a:cubicBezTo>
                  <a:cubicBezTo>
                    <a:pt x="26" y="0"/>
                    <a:pt x="20" y="11"/>
                    <a:pt x="20" y="18"/>
                  </a:cubicBezTo>
                  <a:cubicBezTo>
                    <a:pt x="20" y="26"/>
                    <a:pt x="20" y="74"/>
                    <a:pt x="20" y="74"/>
                  </a:cubicBezTo>
                  <a:cubicBezTo>
                    <a:pt x="23" y="79"/>
                    <a:pt x="23" y="79"/>
                    <a:pt x="23" y="79"/>
                  </a:cubicBezTo>
                  <a:cubicBezTo>
                    <a:pt x="23" y="80"/>
                    <a:pt x="23" y="80"/>
                    <a:pt x="23" y="80"/>
                  </a:cubicBezTo>
                  <a:cubicBezTo>
                    <a:pt x="18" y="85"/>
                    <a:pt x="4" y="107"/>
                    <a:pt x="0" y="147"/>
                  </a:cubicBezTo>
                  <a:cubicBezTo>
                    <a:pt x="6" y="140"/>
                    <a:pt x="10" y="145"/>
                    <a:pt x="10" y="145"/>
                  </a:cubicBezTo>
                  <a:cubicBezTo>
                    <a:pt x="10" y="145"/>
                    <a:pt x="11" y="102"/>
                    <a:pt x="23" y="84"/>
                  </a:cubicBezTo>
                  <a:cubicBezTo>
                    <a:pt x="23" y="157"/>
                    <a:pt x="23" y="157"/>
                    <a:pt x="23" y="157"/>
                  </a:cubicBezTo>
                  <a:cubicBezTo>
                    <a:pt x="16" y="177"/>
                    <a:pt x="13" y="206"/>
                    <a:pt x="15" y="243"/>
                  </a:cubicBezTo>
                  <a:cubicBezTo>
                    <a:pt x="16" y="248"/>
                    <a:pt x="19" y="251"/>
                    <a:pt x="23" y="252"/>
                  </a:cubicBezTo>
                  <a:cubicBezTo>
                    <a:pt x="23" y="373"/>
                    <a:pt x="23" y="373"/>
                    <a:pt x="23" y="373"/>
                  </a:cubicBezTo>
                  <a:cubicBezTo>
                    <a:pt x="29" y="373"/>
                    <a:pt x="29" y="373"/>
                    <a:pt x="29" y="373"/>
                  </a:cubicBezTo>
                  <a:cubicBezTo>
                    <a:pt x="29" y="252"/>
                    <a:pt x="29" y="252"/>
                    <a:pt x="29" y="252"/>
                  </a:cubicBezTo>
                  <a:cubicBezTo>
                    <a:pt x="33" y="251"/>
                    <a:pt x="36" y="247"/>
                    <a:pt x="35" y="242"/>
                  </a:cubicBezTo>
                  <a:cubicBezTo>
                    <a:pt x="32" y="191"/>
                    <a:pt x="39" y="167"/>
                    <a:pt x="45" y="156"/>
                  </a:cubicBezTo>
                  <a:cubicBezTo>
                    <a:pt x="45" y="202"/>
                    <a:pt x="45" y="202"/>
                    <a:pt x="45" y="202"/>
                  </a:cubicBezTo>
                  <a:cubicBezTo>
                    <a:pt x="45" y="228"/>
                    <a:pt x="45" y="228"/>
                    <a:pt x="45" y="228"/>
                  </a:cubicBezTo>
                  <a:cubicBezTo>
                    <a:pt x="45" y="358"/>
                    <a:pt x="45" y="358"/>
                    <a:pt x="45" y="358"/>
                  </a:cubicBezTo>
                  <a:cubicBezTo>
                    <a:pt x="45" y="367"/>
                    <a:pt x="52" y="374"/>
                    <a:pt x="61" y="374"/>
                  </a:cubicBezTo>
                  <a:cubicBezTo>
                    <a:pt x="70" y="374"/>
                    <a:pt x="78" y="367"/>
                    <a:pt x="78" y="358"/>
                  </a:cubicBezTo>
                  <a:cubicBezTo>
                    <a:pt x="78" y="271"/>
                    <a:pt x="78" y="271"/>
                    <a:pt x="78" y="271"/>
                  </a:cubicBezTo>
                  <a:cubicBezTo>
                    <a:pt x="80" y="272"/>
                    <a:pt x="82" y="274"/>
                    <a:pt x="84" y="275"/>
                  </a:cubicBezTo>
                  <a:cubicBezTo>
                    <a:pt x="84" y="358"/>
                    <a:pt x="84" y="358"/>
                    <a:pt x="84" y="358"/>
                  </a:cubicBezTo>
                  <a:cubicBezTo>
                    <a:pt x="84" y="367"/>
                    <a:pt x="91" y="374"/>
                    <a:pt x="100" y="374"/>
                  </a:cubicBezTo>
                  <a:cubicBezTo>
                    <a:pt x="109" y="374"/>
                    <a:pt x="117" y="367"/>
                    <a:pt x="117" y="358"/>
                  </a:cubicBezTo>
                  <a:cubicBezTo>
                    <a:pt x="117" y="285"/>
                    <a:pt x="117" y="285"/>
                    <a:pt x="117" y="285"/>
                  </a:cubicBezTo>
                  <a:cubicBezTo>
                    <a:pt x="118" y="285"/>
                    <a:pt x="120" y="286"/>
                    <a:pt x="121" y="286"/>
                  </a:cubicBezTo>
                  <a:cubicBezTo>
                    <a:pt x="161" y="286"/>
                    <a:pt x="193" y="253"/>
                    <a:pt x="193" y="214"/>
                  </a:cubicBezTo>
                  <a:cubicBezTo>
                    <a:pt x="193" y="177"/>
                    <a:pt x="167" y="148"/>
                    <a:pt x="132" y="1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Oval 144"/>
            <p:cNvSpPr>
              <a:spLocks noChangeArrowheads="1"/>
            </p:cNvSpPr>
            <p:nvPr/>
          </p:nvSpPr>
          <p:spPr bwMode="auto">
            <a:xfrm>
              <a:off x="9420226" y="4975224"/>
              <a:ext cx="95250" cy="952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145"/>
            <p:cNvSpPr>
              <a:spLocks/>
            </p:cNvSpPr>
            <p:nvPr/>
          </p:nvSpPr>
          <p:spPr bwMode="auto">
            <a:xfrm>
              <a:off x="9675814" y="4881562"/>
              <a:ext cx="306388" cy="595312"/>
            </a:xfrm>
            <a:custGeom>
              <a:avLst/>
              <a:gdLst>
                <a:gd name="T0" fmla="*/ 132 w 193"/>
                <a:gd name="T1" fmla="*/ 142 h 374"/>
                <a:gd name="T2" fmla="*/ 125 w 193"/>
                <a:gd name="T3" fmla="*/ 134 h 374"/>
                <a:gd name="T4" fmla="*/ 106 w 193"/>
                <a:gd name="T5" fmla="*/ 126 h 374"/>
                <a:gd name="T6" fmla="*/ 55 w 193"/>
                <a:gd name="T7" fmla="*/ 126 h 374"/>
                <a:gd name="T8" fmla="*/ 36 w 193"/>
                <a:gd name="T9" fmla="*/ 134 h 374"/>
                <a:gd name="T10" fmla="*/ 29 w 193"/>
                <a:gd name="T11" fmla="*/ 144 h 374"/>
                <a:gd name="T12" fmla="*/ 29 w 193"/>
                <a:gd name="T13" fmla="*/ 79 h 374"/>
                <a:gd name="T14" fmla="*/ 31 w 193"/>
                <a:gd name="T15" fmla="*/ 74 h 374"/>
                <a:gd name="T16" fmla="*/ 31 w 193"/>
                <a:gd name="T17" fmla="*/ 18 h 374"/>
                <a:gd name="T18" fmla="*/ 26 w 193"/>
                <a:gd name="T19" fmla="*/ 0 h 374"/>
                <a:gd name="T20" fmla="*/ 20 w 193"/>
                <a:gd name="T21" fmla="*/ 18 h 374"/>
                <a:gd name="T22" fmla="*/ 20 w 193"/>
                <a:gd name="T23" fmla="*/ 74 h 374"/>
                <a:gd name="T24" fmla="*/ 23 w 193"/>
                <a:gd name="T25" fmla="*/ 79 h 374"/>
                <a:gd name="T26" fmla="*/ 23 w 193"/>
                <a:gd name="T27" fmla="*/ 80 h 374"/>
                <a:gd name="T28" fmla="*/ 0 w 193"/>
                <a:gd name="T29" fmla="*/ 147 h 374"/>
                <a:gd name="T30" fmla="*/ 9 w 193"/>
                <a:gd name="T31" fmla="*/ 145 h 374"/>
                <a:gd name="T32" fmla="*/ 23 w 193"/>
                <a:gd name="T33" fmla="*/ 84 h 374"/>
                <a:gd name="T34" fmla="*/ 23 w 193"/>
                <a:gd name="T35" fmla="*/ 157 h 374"/>
                <a:gd name="T36" fmla="*/ 15 w 193"/>
                <a:gd name="T37" fmla="*/ 243 h 374"/>
                <a:gd name="T38" fmla="*/ 23 w 193"/>
                <a:gd name="T39" fmla="*/ 252 h 374"/>
                <a:gd name="T40" fmla="*/ 23 w 193"/>
                <a:gd name="T41" fmla="*/ 373 h 374"/>
                <a:gd name="T42" fmla="*/ 29 w 193"/>
                <a:gd name="T43" fmla="*/ 373 h 374"/>
                <a:gd name="T44" fmla="*/ 29 w 193"/>
                <a:gd name="T45" fmla="*/ 252 h 374"/>
                <a:gd name="T46" fmla="*/ 35 w 193"/>
                <a:gd name="T47" fmla="*/ 242 h 374"/>
                <a:gd name="T48" fmla="*/ 45 w 193"/>
                <a:gd name="T49" fmla="*/ 156 h 374"/>
                <a:gd name="T50" fmla="*/ 45 w 193"/>
                <a:gd name="T51" fmla="*/ 202 h 374"/>
                <a:gd name="T52" fmla="*/ 45 w 193"/>
                <a:gd name="T53" fmla="*/ 228 h 374"/>
                <a:gd name="T54" fmla="*/ 45 w 193"/>
                <a:gd name="T55" fmla="*/ 358 h 374"/>
                <a:gd name="T56" fmla="*/ 61 w 193"/>
                <a:gd name="T57" fmla="*/ 374 h 374"/>
                <a:gd name="T58" fmla="*/ 78 w 193"/>
                <a:gd name="T59" fmla="*/ 358 h 374"/>
                <a:gd name="T60" fmla="*/ 78 w 193"/>
                <a:gd name="T61" fmla="*/ 271 h 374"/>
                <a:gd name="T62" fmla="*/ 84 w 193"/>
                <a:gd name="T63" fmla="*/ 275 h 374"/>
                <a:gd name="T64" fmla="*/ 84 w 193"/>
                <a:gd name="T65" fmla="*/ 358 h 374"/>
                <a:gd name="T66" fmla="*/ 100 w 193"/>
                <a:gd name="T67" fmla="*/ 374 h 374"/>
                <a:gd name="T68" fmla="*/ 117 w 193"/>
                <a:gd name="T69" fmla="*/ 358 h 374"/>
                <a:gd name="T70" fmla="*/ 117 w 193"/>
                <a:gd name="T71" fmla="*/ 285 h 374"/>
                <a:gd name="T72" fmla="*/ 121 w 193"/>
                <a:gd name="T73" fmla="*/ 286 h 374"/>
                <a:gd name="T74" fmla="*/ 193 w 193"/>
                <a:gd name="T75" fmla="*/ 214 h 374"/>
                <a:gd name="T76" fmla="*/ 132 w 193"/>
                <a:gd name="T77" fmla="*/ 142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93" h="374">
                  <a:moveTo>
                    <a:pt x="132" y="142"/>
                  </a:moveTo>
                  <a:cubicBezTo>
                    <a:pt x="130" y="139"/>
                    <a:pt x="128" y="137"/>
                    <a:pt x="125" y="134"/>
                  </a:cubicBezTo>
                  <a:cubicBezTo>
                    <a:pt x="117" y="126"/>
                    <a:pt x="108" y="126"/>
                    <a:pt x="106" y="126"/>
                  </a:cubicBezTo>
                  <a:cubicBezTo>
                    <a:pt x="55" y="126"/>
                    <a:pt x="55" y="126"/>
                    <a:pt x="55" y="126"/>
                  </a:cubicBezTo>
                  <a:cubicBezTo>
                    <a:pt x="53" y="126"/>
                    <a:pt x="44" y="126"/>
                    <a:pt x="36" y="134"/>
                  </a:cubicBezTo>
                  <a:cubicBezTo>
                    <a:pt x="33" y="137"/>
                    <a:pt x="31" y="140"/>
                    <a:pt x="29" y="144"/>
                  </a:cubicBezTo>
                  <a:cubicBezTo>
                    <a:pt x="29" y="79"/>
                    <a:pt x="29" y="79"/>
                    <a:pt x="29" y="79"/>
                  </a:cubicBezTo>
                  <a:cubicBezTo>
                    <a:pt x="31" y="74"/>
                    <a:pt x="31" y="74"/>
                    <a:pt x="31" y="74"/>
                  </a:cubicBezTo>
                  <a:cubicBezTo>
                    <a:pt x="31" y="74"/>
                    <a:pt x="31" y="26"/>
                    <a:pt x="31" y="18"/>
                  </a:cubicBezTo>
                  <a:cubicBezTo>
                    <a:pt x="31" y="11"/>
                    <a:pt x="26" y="0"/>
                    <a:pt x="26" y="0"/>
                  </a:cubicBezTo>
                  <a:cubicBezTo>
                    <a:pt x="26" y="0"/>
                    <a:pt x="20" y="11"/>
                    <a:pt x="20" y="18"/>
                  </a:cubicBezTo>
                  <a:cubicBezTo>
                    <a:pt x="20" y="26"/>
                    <a:pt x="20" y="74"/>
                    <a:pt x="20" y="74"/>
                  </a:cubicBezTo>
                  <a:cubicBezTo>
                    <a:pt x="23" y="79"/>
                    <a:pt x="23" y="79"/>
                    <a:pt x="23" y="79"/>
                  </a:cubicBezTo>
                  <a:cubicBezTo>
                    <a:pt x="23" y="80"/>
                    <a:pt x="23" y="80"/>
                    <a:pt x="23" y="80"/>
                  </a:cubicBezTo>
                  <a:cubicBezTo>
                    <a:pt x="18" y="85"/>
                    <a:pt x="4" y="107"/>
                    <a:pt x="0" y="147"/>
                  </a:cubicBezTo>
                  <a:cubicBezTo>
                    <a:pt x="6" y="140"/>
                    <a:pt x="9" y="145"/>
                    <a:pt x="9" y="145"/>
                  </a:cubicBezTo>
                  <a:cubicBezTo>
                    <a:pt x="9" y="145"/>
                    <a:pt x="11" y="102"/>
                    <a:pt x="23" y="84"/>
                  </a:cubicBezTo>
                  <a:cubicBezTo>
                    <a:pt x="23" y="157"/>
                    <a:pt x="23" y="157"/>
                    <a:pt x="23" y="157"/>
                  </a:cubicBezTo>
                  <a:cubicBezTo>
                    <a:pt x="16" y="177"/>
                    <a:pt x="13" y="206"/>
                    <a:pt x="15" y="243"/>
                  </a:cubicBezTo>
                  <a:cubicBezTo>
                    <a:pt x="16" y="248"/>
                    <a:pt x="19" y="251"/>
                    <a:pt x="23" y="252"/>
                  </a:cubicBezTo>
                  <a:cubicBezTo>
                    <a:pt x="23" y="373"/>
                    <a:pt x="23" y="373"/>
                    <a:pt x="23" y="373"/>
                  </a:cubicBezTo>
                  <a:cubicBezTo>
                    <a:pt x="29" y="373"/>
                    <a:pt x="29" y="373"/>
                    <a:pt x="29" y="373"/>
                  </a:cubicBezTo>
                  <a:cubicBezTo>
                    <a:pt x="29" y="252"/>
                    <a:pt x="29" y="252"/>
                    <a:pt x="29" y="252"/>
                  </a:cubicBezTo>
                  <a:cubicBezTo>
                    <a:pt x="33" y="251"/>
                    <a:pt x="36" y="247"/>
                    <a:pt x="35" y="242"/>
                  </a:cubicBezTo>
                  <a:cubicBezTo>
                    <a:pt x="32" y="191"/>
                    <a:pt x="39" y="167"/>
                    <a:pt x="45" y="156"/>
                  </a:cubicBezTo>
                  <a:cubicBezTo>
                    <a:pt x="45" y="202"/>
                    <a:pt x="45" y="202"/>
                    <a:pt x="45" y="202"/>
                  </a:cubicBezTo>
                  <a:cubicBezTo>
                    <a:pt x="45" y="228"/>
                    <a:pt x="45" y="228"/>
                    <a:pt x="45" y="228"/>
                  </a:cubicBezTo>
                  <a:cubicBezTo>
                    <a:pt x="45" y="358"/>
                    <a:pt x="45" y="358"/>
                    <a:pt x="45" y="358"/>
                  </a:cubicBezTo>
                  <a:cubicBezTo>
                    <a:pt x="45" y="367"/>
                    <a:pt x="52" y="374"/>
                    <a:pt x="61" y="374"/>
                  </a:cubicBezTo>
                  <a:cubicBezTo>
                    <a:pt x="70" y="374"/>
                    <a:pt x="78" y="367"/>
                    <a:pt x="78" y="358"/>
                  </a:cubicBezTo>
                  <a:cubicBezTo>
                    <a:pt x="78" y="271"/>
                    <a:pt x="78" y="271"/>
                    <a:pt x="78" y="271"/>
                  </a:cubicBezTo>
                  <a:cubicBezTo>
                    <a:pt x="79" y="272"/>
                    <a:pt x="82" y="274"/>
                    <a:pt x="84" y="275"/>
                  </a:cubicBezTo>
                  <a:cubicBezTo>
                    <a:pt x="84" y="358"/>
                    <a:pt x="84" y="358"/>
                    <a:pt x="84" y="358"/>
                  </a:cubicBezTo>
                  <a:cubicBezTo>
                    <a:pt x="84" y="367"/>
                    <a:pt x="91" y="374"/>
                    <a:pt x="100" y="374"/>
                  </a:cubicBezTo>
                  <a:cubicBezTo>
                    <a:pt x="109" y="374"/>
                    <a:pt x="117" y="367"/>
                    <a:pt x="117" y="358"/>
                  </a:cubicBezTo>
                  <a:cubicBezTo>
                    <a:pt x="117" y="285"/>
                    <a:pt x="117" y="285"/>
                    <a:pt x="117" y="285"/>
                  </a:cubicBezTo>
                  <a:cubicBezTo>
                    <a:pt x="118" y="285"/>
                    <a:pt x="120" y="286"/>
                    <a:pt x="121" y="286"/>
                  </a:cubicBezTo>
                  <a:cubicBezTo>
                    <a:pt x="161" y="286"/>
                    <a:pt x="193" y="253"/>
                    <a:pt x="193" y="214"/>
                  </a:cubicBezTo>
                  <a:cubicBezTo>
                    <a:pt x="193" y="177"/>
                    <a:pt x="167" y="148"/>
                    <a:pt x="132" y="1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Oval 146"/>
            <p:cNvSpPr>
              <a:spLocks noChangeArrowheads="1"/>
            </p:cNvSpPr>
            <p:nvPr/>
          </p:nvSpPr>
          <p:spPr bwMode="auto">
            <a:xfrm>
              <a:off x="9756776" y="4975224"/>
              <a:ext cx="95250" cy="952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147"/>
            <p:cNvSpPr>
              <a:spLocks/>
            </p:cNvSpPr>
            <p:nvPr/>
          </p:nvSpPr>
          <p:spPr bwMode="auto">
            <a:xfrm>
              <a:off x="10010776" y="4881562"/>
              <a:ext cx="307975" cy="595312"/>
            </a:xfrm>
            <a:custGeom>
              <a:avLst/>
              <a:gdLst>
                <a:gd name="T0" fmla="*/ 132 w 193"/>
                <a:gd name="T1" fmla="*/ 142 h 374"/>
                <a:gd name="T2" fmla="*/ 125 w 193"/>
                <a:gd name="T3" fmla="*/ 134 h 374"/>
                <a:gd name="T4" fmla="*/ 106 w 193"/>
                <a:gd name="T5" fmla="*/ 126 h 374"/>
                <a:gd name="T6" fmla="*/ 55 w 193"/>
                <a:gd name="T7" fmla="*/ 126 h 374"/>
                <a:gd name="T8" fmla="*/ 36 w 193"/>
                <a:gd name="T9" fmla="*/ 134 h 374"/>
                <a:gd name="T10" fmla="*/ 29 w 193"/>
                <a:gd name="T11" fmla="*/ 144 h 374"/>
                <a:gd name="T12" fmla="*/ 29 w 193"/>
                <a:gd name="T13" fmla="*/ 79 h 374"/>
                <a:gd name="T14" fmla="*/ 31 w 193"/>
                <a:gd name="T15" fmla="*/ 74 h 374"/>
                <a:gd name="T16" fmla="*/ 31 w 193"/>
                <a:gd name="T17" fmla="*/ 18 h 374"/>
                <a:gd name="T18" fmla="*/ 26 w 193"/>
                <a:gd name="T19" fmla="*/ 0 h 374"/>
                <a:gd name="T20" fmla="*/ 20 w 193"/>
                <a:gd name="T21" fmla="*/ 18 h 374"/>
                <a:gd name="T22" fmla="*/ 20 w 193"/>
                <a:gd name="T23" fmla="*/ 74 h 374"/>
                <a:gd name="T24" fmla="*/ 22 w 193"/>
                <a:gd name="T25" fmla="*/ 79 h 374"/>
                <a:gd name="T26" fmla="*/ 22 w 193"/>
                <a:gd name="T27" fmla="*/ 80 h 374"/>
                <a:gd name="T28" fmla="*/ 0 w 193"/>
                <a:gd name="T29" fmla="*/ 147 h 374"/>
                <a:gd name="T30" fmla="*/ 9 w 193"/>
                <a:gd name="T31" fmla="*/ 145 h 374"/>
                <a:gd name="T32" fmla="*/ 22 w 193"/>
                <a:gd name="T33" fmla="*/ 84 h 374"/>
                <a:gd name="T34" fmla="*/ 22 w 193"/>
                <a:gd name="T35" fmla="*/ 157 h 374"/>
                <a:gd name="T36" fmla="*/ 15 w 193"/>
                <a:gd name="T37" fmla="*/ 243 h 374"/>
                <a:gd name="T38" fmla="*/ 22 w 193"/>
                <a:gd name="T39" fmla="*/ 252 h 374"/>
                <a:gd name="T40" fmla="*/ 22 w 193"/>
                <a:gd name="T41" fmla="*/ 373 h 374"/>
                <a:gd name="T42" fmla="*/ 29 w 193"/>
                <a:gd name="T43" fmla="*/ 373 h 374"/>
                <a:gd name="T44" fmla="*/ 29 w 193"/>
                <a:gd name="T45" fmla="*/ 252 h 374"/>
                <a:gd name="T46" fmla="*/ 35 w 193"/>
                <a:gd name="T47" fmla="*/ 242 h 374"/>
                <a:gd name="T48" fmla="*/ 45 w 193"/>
                <a:gd name="T49" fmla="*/ 156 h 374"/>
                <a:gd name="T50" fmla="*/ 45 w 193"/>
                <a:gd name="T51" fmla="*/ 202 h 374"/>
                <a:gd name="T52" fmla="*/ 45 w 193"/>
                <a:gd name="T53" fmla="*/ 228 h 374"/>
                <a:gd name="T54" fmla="*/ 45 w 193"/>
                <a:gd name="T55" fmla="*/ 358 h 374"/>
                <a:gd name="T56" fmla="*/ 61 w 193"/>
                <a:gd name="T57" fmla="*/ 374 h 374"/>
                <a:gd name="T58" fmla="*/ 77 w 193"/>
                <a:gd name="T59" fmla="*/ 358 h 374"/>
                <a:gd name="T60" fmla="*/ 77 w 193"/>
                <a:gd name="T61" fmla="*/ 271 h 374"/>
                <a:gd name="T62" fmla="*/ 84 w 193"/>
                <a:gd name="T63" fmla="*/ 275 h 374"/>
                <a:gd name="T64" fmla="*/ 84 w 193"/>
                <a:gd name="T65" fmla="*/ 358 h 374"/>
                <a:gd name="T66" fmla="*/ 100 w 193"/>
                <a:gd name="T67" fmla="*/ 374 h 374"/>
                <a:gd name="T68" fmla="*/ 117 w 193"/>
                <a:gd name="T69" fmla="*/ 358 h 374"/>
                <a:gd name="T70" fmla="*/ 117 w 193"/>
                <a:gd name="T71" fmla="*/ 285 h 374"/>
                <a:gd name="T72" fmla="*/ 121 w 193"/>
                <a:gd name="T73" fmla="*/ 286 h 374"/>
                <a:gd name="T74" fmla="*/ 193 w 193"/>
                <a:gd name="T75" fmla="*/ 214 h 374"/>
                <a:gd name="T76" fmla="*/ 132 w 193"/>
                <a:gd name="T77" fmla="*/ 142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93" h="374">
                  <a:moveTo>
                    <a:pt x="132" y="142"/>
                  </a:moveTo>
                  <a:cubicBezTo>
                    <a:pt x="130" y="139"/>
                    <a:pt x="128" y="137"/>
                    <a:pt x="125" y="134"/>
                  </a:cubicBezTo>
                  <a:cubicBezTo>
                    <a:pt x="117" y="126"/>
                    <a:pt x="108" y="126"/>
                    <a:pt x="106" y="126"/>
                  </a:cubicBezTo>
                  <a:cubicBezTo>
                    <a:pt x="55" y="126"/>
                    <a:pt x="55" y="126"/>
                    <a:pt x="55" y="126"/>
                  </a:cubicBezTo>
                  <a:cubicBezTo>
                    <a:pt x="53" y="126"/>
                    <a:pt x="44" y="126"/>
                    <a:pt x="36" y="134"/>
                  </a:cubicBezTo>
                  <a:cubicBezTo>
                    <a:pt x="33" y="137"/>
                    <a:pt x="31" y="140"/>
                    <a:pt x="29" y="144"/>
                  </a:cubicBezTo>
                  <a:cubicBezTo>
                    <a:pt x="29" y="79"/>
                    <a:pt x="29" y="79"/>
                    <a:pt x="29" y="79"/>
                  </a:cubicBezTo>
                  <a:cubicBezTo>
                    <a:pt x="31" y="74"/>
                    <a:pt x="31" y="74"/>
                    <a:pt x="31" y="74"/>
                  </a:cubicBezTo>
                  <a:cubicBezTo>
                    <a:pt x="31" y="74"/>
                    <a:pt x="31" y="26"/>
                    <a:pt x="31" y="18"/>
                  </a:cubicBezTo>
                  <a:cubicBezTo>
                    <a:pt x="31" y="11"/>
                    <a:pt x="26" y="0"/>
                    <a:pt x="26" y="0"/>
                  </a:cubicBezTo>
                  <a:cubicBezTo>
                    <a:pt x="26" y="0"/>
                    <a:pt x="20" y="11"/>
                    <a:pt x="20" y="18"/>
                  </a:cubicBezTo>
                  <a:cubicBezTo>
                    <a:pt x="20" y="26"/>
                    <a:pt x="20" y="74"/>
                    <a:pt x="20" y="74"/>
                  </a:cubicBezTo>
                  <a:cubicBezTo>
                    <a:pt x="22" y="79"/>
                    <a:pt x="22" y="79"/>
                    <a:pt x="22" y="79"/>
                  </a:cubicBezTo>
                  <a:cubicBezTo>
                    <a:pt x="22" y="80"/>
                    <a:pt x="22" y="80"/>
                    <a:pt x="22" y="80"/>
                  </a:cubicBezTo>
                  <a:cubicBezTo>
                    <a:pt x="18" y="85"/>
                    <a:pt x="4" y="107"/>
                    <a:pt x="0" y="147"/>
                  </a:cubicBezTo>
                  <a:cubicBezTo>
                    <a:pt x="6" y="140"/>
                    <a:pt x="9" y="145"/>
                    <a:pt x="9" y="145"/>
                  </a:cubicBezTo>
                  <a:cubicBezTo>
                    <a:pt x="9" y="145"/>
                    <a:pt x="10" y="102"/>
                    <a:pt x="22" y="84"/>
                  </a:cubicBezTo>
                  <a:cubicBezTo>
                    <a:pt x="22" y="157"/>
                    <a:pt x="22" y="157"/>
                    <a:pt x="22" y="157"/>
                  </a:cubicBezTo>
                  <a:cubicBezTo>
                    <a:pt x="16" y="177"/>
                    <a:pt x="13" y="206"/>
                    <a:pt x="15" y="243"/>
                  </a:cubicBezTo>
                  <a:cubicBezTo>
                    <a:pt x="16" y="248"/>
                    <a:pt x="19" y="251"/>
                    <a:pt x="22" y="252"/>
                  </a:cubicBezTo>
                  <a:cubicBezTo>
                    <a:pt x="22" y="373"/>
                    <a:pt x="22" y="373"/>
                    <a:pt x="22" y="373"/>
                  </a:cubicBezTo>
                  <a:cubicBezTo>
                    <a:pt x="29" y="373"/>
                    <a:pt x="29" y="373"/>
                    <a:pt x="29" y="373"/>
                  </a:cubicBezTo>
                  <a:cubicBezTo>
                    <a:pt x="29" y="252"/>
                    <a:pt x="29" y="252"/>
                    <a:pt x="29" y="252"/>
                  </a:cubicBezTo>
                  <a:cubicBezTo>
                    <a:pt x="33" y="251"/>
                    <a:pt x="36" y="247"/>
                    <a:pt x="35" y="242"/>
                  </a:cubicBezTo>
                  <a:cubicBezTo>
                    <a:pt x="32" y="191"/>
                    <a:pt x="39" y="167"/>
                    <a:pt x="45" y="156"/>
                  </a:cubicBezTo>
                  <a:cubicBezTo>
                    <a:pt x="45" y="202"/>
                    <a:pt x="45" y="202"/>
                    <a:pt x="45" y="202"/>
                  </a:cubicBezTo>
                  <a:cubicBezTo>
                    <a:pt x="45" y="228"/>
                    <a:pt x="45" y="228"/>
                    <a:pt x="45" y="228"/>
                  </a:cubicBezTo>
                  <a:cubicBezTo>
                    <a:pt x="45" y="358"/>
                    <a:pt x="45" y="358"/>
                    <a:pt x="45" y="358"/>
                  </a:cubicBezTo>
                  <a:cubicBezTo>
                    <a:pt x="45" y="367"/>
                    <a:pt x="52" y="374"/>
                    <a:pt x="61" y="374"/>
                  </a:cubicBezTo>
                  <a:cubicBezTo>
                    <a:pt x="70" y="374"/>
                    <a:pt x="77" y="367"/>
                    <a:pt x="77" y="358"/>
                  </a:cubicBezTo>
                  <a:cubicBezTo>
                    <a:pt x="77" y="271"/>
                    <a:pt x="77" y="271"/>
                    <a:pt x="77" y="271"/>
                  </a:cubicBezTo>
                  <a:cubicBezTo>
                    <a:pt x="79" y="272"/>
                    <a:pt x="81" y="274"/>
                    <a:pt x="84" y="275"/>
                  </a:cubicBezTo>
                  <a:cubicBezTo>
                    <a:pt x="84" y="358"/>
                    <a:pt x="84" y="358"/>
                    <a:pt x="84" y="358"/>
                  </a:cubicBezTo>
                  <a:cubicBezTo>
                    <a:pt x="84" y="367"/>
                    <a:pt x="91" y="374"/>
                    <a:pt x="100" y="374"/>
                  </a:cubicBezTo>
                  <a:cubicBezTo>
                    <a:pt x="109" y="374"/>
                    <a:pt x="117" y="367"/>
                    <a:pt x="117" y="358"/>
                  </a:cubicBezTo>
                  <a:cubicBezTo>
                    <a:pt x="117" y="285"/>
                    <a:pt x="117" y="285"/>
                    <a:pt x="117" y="285"/>
                  </a:cubicBezTo>
                  <a:cubicBezTo>
                    <a:pt x="118" y="285"/>
                    <a:pt x="120" y="286"/>
                    <a:pt x="121" y="286"/>
                  </a:cubicBezTo>
                  <a:cubicBezTo>
                    <a:pt x="161" y="286"/>
                    <a:pt x="193" y="253"/>
                    <a:pt x="193" y="214"/>
                  </a:cubicBezTo>
                  <a:cubicBezTo>
                    <a:pt x="193" y="177"/>
                    <a:pt x="166" y="148"/>
                    <a:pt x="132" y="1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Oval 148"/>
            <p:cNvSpPr>
              <a:spLocks noChangeArrowheads="1"/>
            </p:cNvSpPr>
            <p:nvPr/>
          </p:nvSpPr>
          <p:spPr bwMode="auto">
            <a:xfrm>
              <a:off x="10093326" y="4975224"/>
              <a:ext cx="93663" cy="952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149"/>
            <p:cNvSpPr>
              <a:spLocks/>
            </p:cNvSpPr>
            <p:nvPr/>
          </p:nvSpPr>
          <p:spPr bwMode="auto">
            <a:xfrm>
              <a:off x="10347326" y="4881562"/>
              <a:ext cx="307975" cy="595312"/>
            </a:xfrm>
            <a:custGeom>
              <a:avLst/>
              <a:gdLst>
                <a:gd name="T0" fmla="*/ 132 w 193"/>
                <a:gd name="T1" fmla="*/ 142 h 374"/>
                <a:gd name="T2" fmla="*/ 125 w 193"/>
                <a:gd name="T3" fmla="*/ 134 h 374"/>
                <a:gd name="T4" fmla="*/ 106 w 193"/>
                <a:gd name="T5" fmla="*/ 126 h 374"/>
                <a:gd name="T6" fmla="*/ 55 w 193"/>
                <a:gd name="T7" fmla="*/ 126 h 374"/>
                <a:gd name="T8" fmla="*/ 36 w 193"/>
                <a:gd name="T9" fmla="*/ 134 h 374"/>
                <a:gd name="T10" fmla="*/ 29 w 193"/>
                <a:gd name="T11" fmla="*/ 144 h 374"/>
                <a:gd name="T12" fmla="*/ 29 w 193"/>
                <a:gd name="T13" fmla="*/ 79 h 374"/>
                <a:gd name="T14" fmla="*/ 31 w 193"/>
                <a:gd name="T15" fmla="*/ 74 h 374"/>
                <a:gd name="T16" fmla="*/ 31 w 193"/>
                <a:gd name="T17" fmla="*/ 18 h 374"/>
                <a:gd name="T18" fmla="*/ 26 w 193"/>
                <a:gd name="T19" fmla="*/ 0 h 374"/>
                <a:gd name="T20" fmla="*/ 20 w 193"/>
                <a:gd name="T21" fmla="*/ 18 h 374"/>
                <a:gd name="T22" fmla="*/ 20 w 193"/>
                <a:gd name="T23" fmla="*/ 74 h 374"/>
                <a:gd name="T24" fmla="*/ 22 w 193"/>
                <a:gd name="T25" fmla="*/ 79 h 374"/>
                <a:gd name="T26" fmla="*/ 22 w 193"/>
                <a:gd name="T27" fmla="*/ 80 h 374"/>
                <a:gd name="T28" fmla="*/ 0 w 193"/>
                <a:gd name="T29" fmla="*/ 147 h 374"/>
                <a:gd name="T30" fmla="*/ 9 w 193"/>
                <a:gd name="T31" fmla="*/ 145 h 374"/>
                <a:gd name="T32" fmla="*/ 22 w 193"/>
                <a:gd name="T33" fmla="*/ 84 h 374"/>
                <a:gd name="T34" fmla="*/ 22 w 193"/>
                <a:gd name="T35" fmla="*/ 157 h 374"/>
                <a:gd name="T36" fmla="*/ 15 w 193"/>
                <a:gd name="T37" fmla="*/ 243 h 374"/>
                <a:gd name="T38" fmla="*/ 22 w 193"/>
                <a:gd name="T39" fmla="*/ 252 h 374"/>
                <a:gd name="T40" fmla="*/ 22 w 193"/>
                <a:gd name="T41" fmla="*/ 373 h 374"/>
                <a:gd name="T42" fmla="*/ 29 w 193"/>
                <a:gd name="T43" fmla="*/ 373 h 374"/>
                <a:gd name="T44" fmla="*/ 29 w 193"/>
                <a:gd name="T45" fmla="*/ 252 h 374"/>
                <a:gd name="T46" fmla="*/ 35 w 193"/>
                <a:gd name="T47" fmla="*/ 242 h 374"/>
                <a:gd name="T48" fmla="*/ 45 w 193"/>
                <a:gd name="T49" fmla="*/ 156 h 374"/>
                <a:gd name="T50" fmla="*/ 45 w 193"/>
                <a:gd name="T51" fmla="*/ 202 h 374"/>
                <a:gd name="T52" fmla="*/ 45 w 193"/>
                <a:gd name="T53" fmla="*/ 228 h 374"/>
                <a:gd name="T54" fmla="*/ 45 w 193"/>
                <a:gd name="T55" fmla="*/ 358 h 374"/>
                <a:gd name="T56" fmla="*/ 61 w 193"/>
                <a:gd name="T57" fmla="*/ 374 h 374"/>
                <a:gd name="T58" fmla="*/ 77 w 193"/>
                <a:gd name="T59" fmla="*/ 358 h 374"/>
                <a:gd name="T60" fmla="*/ 77 w 193"/>
                <a:gd name="T61" fmla="*/ 271 h 374"/>
                <a:gd name="T62" fmla="*/ 84 w 193"/>
                <a:gd name="T63" fmla="*/ 275 h 374"/>
                <a:gd name="T64" fmla="*/ 84 w 193"/>
                <a:gd name="T65" fmla="*/ 358 h 374"/>
                <a:gd name="T66" fmla="*/ 100 w 193"/>
                <a:gd name="T67" fmla="*/ 374 h 374"/>
                <a:gd name="T68" fmla="*/ 116 w 193"/>
                <a:gd name="T69" fmla="*/ 358 h 374"/>
                <a:gd name="T70" fmla="*/ 116 w 193"/>
                <a:gd name="T71" fmla="*/ 285 h 374"/>
                <a:gd name="T72" fmla="*/ 121 w 193"/>
                <a:gd name="T73" fmla="*/ 286 h 374"/>
                <a:gd name="T74" fmla="*/ 193 w 193"/>
                <a:gd name="T75" fmla="*/ 214 h 374"/>
                <a:gd name="T76" fmla="*/ 132 w 193"/>
                <a:gd name="T77" fmla="*/ 142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93" h="374">
                  <a:moveTo>
                    <a:pt x="132" y="142"/>
                  </a:moveTo>
                  <a:cubicBezTo>
                    <a:pt x="130" y="139"/>
                    <a:pt x="127" y="137"/>
                    <a:pt x="125" y="134"/>
                  </a:cubicBezTo>
                  <a:cubicBezTo>
                    <a:pt x="117" y="126"/>
                    <a:pt x="108" y="126"/>
                    <a:pt x="106" y="126"/>
                  </a:cubicBezTo>
                  <a:cubicBezTo>
                    <a:pt x="55" y="126"/>
                    <a:pt x="55" y="126"/>
                    <a:pt x="55" y="126"/>
                  </a:cubicBezTo>
                  <a:cubicBezTo>
                    <a:pt x="53" y="126"/>
                    <a:pt x="44" y="126"/>
                    <a:pt x="36" y="134"/>
                  </a:cubicBezTo>
                  <a:cubicBezTo>
                    <a:pt x="33" y="137"/>
                    <a:pt x="31" y="140"/>
                    <a:pt x="29" y="144"/>
                  </a:cubicBezTo>
                  <a:cubicBezTo>
                    <a:pt x="29" y="79"/>
                    <a:pt x="29" y="79"/>
                    <a:pt x="29" y="79"/>
                  </a:cubicBezTo>
                  <a:cubicBezTo>
                    <a:pt x="31" y="74"/>
                    <a:pt x="31" y="74"/>
                    <a:pt x="31" y="74"/>
                  </a:cubicBezTo>
                  <a:cubicBezTo>
                    <a:pt x="31" y="74"/>
                    <a:pt x="31" y="26"/>
                    <a:pt x="31" y="18"/>
                  </a:cubicBezTo>
                  <a:cubicBezTo>
                    <a:pt x="31" y="11"/>
                    <a:pt x="26" y="0"/>
                    <a:pt x="26" y="0"/>
                  </a:cubicBezTo>
                  <a:cubicBezTo>
                    <a:pt x="26" y="0"/>
                    <a:pt x="20" y="11"/>
                    <a:pt x="20" y="18"/>
                  </a:cubicBezTo>
                  <a:cubicBezTo>
                    <a:pt x="20" y="26"/>
                    <a:pt x="20" y="74"/>
                    <a:pt x="20" y="74"/>
                  </a:cubicBezTo>
                  <a:cubicBezTo>
                    <a:pt x="22" y="79"/>
                    <a:pt x="22" y="79"/>
                    <a:pt x="22" y="79"/>
                  </a:cubicBezTo>
                  <a:cubicBezTo>
                    <a:pt x="22" y="80"/>
                    <a:pt x="22" y="80"/>
                    <a:pt x="22" y="80"/>
                  </a:cubicBezTo>
                  <a:cubicBezTo>
                    <a:pt x="18" y="85"/>
                    <a:pt x="4" y="107"/>
                    <a:pt x="0" y="147"/>
                  </a:cubicBezTo>
                  <a:cubicBezTo>
                    <a:pt x="6" y="140"/>
                    <a:pt x="9" y="145"/>
                    <a:pt x="9" y="145"/>
                  </a:cubicBezTo>
                  <a:cubicBezTo>
                    <a:pt x="9" y="145"/>
                    <a:pt x="10" y="102"/>
                    <a:pt x="22" y="84"/>
                  </a:cubicBezTo>
                  <a:cubicBezTo>
                    <a:pt x="22" y="157"/>
                    <a:pt x="22" y="157"/>
                    <a:pt x="22" y="157"/>
                  </a:cubicBezTo>
                  <a:cubicBezTo>
                    <a:pt x="15" y="177"/>
                    <a:pt x="13" y="206"/>
                    <a:pt x="15" y="243"/>
                  </a:cubicBezTo>
                  <a:cubicBezTo>
                    <a:pt x="16" y="248"/>
                    <a:pt x="18" y="251"/>
                    <a:pt x="22" y="252"/>
                  </a:cubicBezTo>
                  <a:cubicBezTo>
                    <a:pt x="22" y="373"/>
                    <a:pt x="22" y="373"/>
                    <a:pt x="22" y="373"/>
                  </a:cubicBezTo>
                  <a:cubicBezTo>
                    <a:pt x="29" y="373"/>
                    <a:pt x="29" y="373"/>
                    <a:pt x="29" y="373"/>
                  </a:cubicBezTo>
                  <a:cubicBezTo>
                    <a:pt x="29" y="252"/>
                    <a:pt x="29" y="252"/>
                    <a:pt x="29" y="252"/>
                  </a:cubicBezTo>
                  <a:cubicBezTo>
                    <a:pt x="33" y="251"/>
                    <a:pt x="35" y="247"/>
                    <a:pt x="35" y="242"/>
                  </a:cubicBezTo>
                  <a:cubicBezTo>
                    <a:pt x="32" y="191"/>
                    <a:pt x="39" y="167"/>
                    <a:pt x="45" y="156"/>
                  </a:cubicBezTo>
                  <a:cubicBezTo>
                    <a:pt x="45" y="202"/>
                    <a:pt x="45" y="202"/>
                    <a:pt x="45" y="202"/>
                  </a:cubicBezTo>
                  <a:cubicBezTo>
                    <a:pt x="45" y="228"/>
                    <a:pt x="45" y="228"/>
                    <a:pt x="45" y="228"/>
                  </a:cubicBezTo>
                  <a:cubicBezTo>
                    <a:pt x="45" y="358"/>
                    <a:pt x="45" y="358"/>
                    <a:pt x="45" y="358"/>
                  </a:cubicBezTo>
                  <a:cubicBezTo>
                    <a:pt x="45" y="367"/>
                    <a:pt x="52" y="374"/>
                    <a:pt x="61" y="374"/>
                  </a:cubicBezTo>
                  <a:cubicBezTo>
                    <a:pt x="70" y="374"/>
                    <a:pt x="77" y="367"/>
                    <a:pt x="77" y="358"/>
                  </a:cubicBezTo>
                  <a:cubicBezTo>
                    <a:pt x="77" y="271"/>
                    <a:pt x="77" y="271"/>
                    <a:pt x="77" y="271"/>
                  </a:cubicBezTo>
                  <a:cubicBezTo>
                    <a:pt x="79" y="272"/>
                    <a:pt x="81" y="274"/>
                    <a:pt x="84" y="275"/>
                  </a:cubicBezTo>
                  <a:cubicBezTo>
                    <a:pt x="84" y="358"/>
                    <a:pt x="84" y="358"/>
                    <a:pt x="84" y="358"/>
                  </a:cubicBezTo>
                  <a:cubicBezTo>
                    <a:pt x="84" y="367"/>
                    <a:pt x="91" y="374"/>
                    <a:pt x="100" y="374"/>
                  </a:cubicBezTo>
                  <a:cubicBezTo>
                    <a:pt x="109" y="374"/>
                    <a:pt x="116" y="367"/>
                    <a:pt x="116" y="358"/>
                  </a:cubicBezTo>
                  <a:cubicBezTo>
                    <a:pt x="116" y="285"/>
                    <a:pt x="116" y="285"/>
                    <a:pt x="116" y="285"/>
                  </a:cubicBezTo>
                  <a:cubicBezTo>
                    <a:pt x="118" y="285"/>
                    <a:pt x="120" y="286"/>
                    <a:pt x="121" y="286"/>
                  </a:cubicBezTo>
                  <a:cubicBezTo>
                    <a:pt x="161" y="286"/>
                    <a:pt x="193" y="253"/>
                    <a:pt x="193" y="214"/>
                  </a:cubicBezTo>
                  <a:cubicBezTo>
                    <a:pt x="193" y="177"/>
                    <a:pt x="166" y="148"/>
                    <a:pt x="132" y="1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Oval 150"/>
            <p:cNvSpPr>
              <a:spLocks noChangeArrowheads="1"/>
            </p:cNvSpPr>
            <p:nvPr/>
          </p:nvSpPr>
          <p:spPr bwMode="auto">
            <a:xfrm>
              <a:off x="10428289" y="4975224"/>
              <a:ext cx="95250" cy="952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Oval 151"/>
            <p:cNvSpPr>
              <a:spLocks noChangeArrowheads="1"/>
            </p:cNvSpPr>
            <p:nvPr/>
          </p:nvSpPr>
          <p:spPr bwMode="auto">
            <a:xfrm>
              <a:off x="9223376" y="4956174"/>
              <a:ext cx="96838" cy="952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Oval 152"/>
            <p:cNvSpPr>
              <a:spLocks noChangeArrowheads="1"/>
            </p:cNvSpPr>
            <p:nvPr/>
          </p:nvSpPr>
          <p:spPr bwMode="auto">
            <a:xfrm>
              <a:off x="9558339" y="4956174"/>
              <a:ext cx="95250" cy="952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Oval 153"/>
            <p:cNvSpPr>
              <a:spLocks noChangeArrowheads="1"/>
            </p:cNvSpPr>
            <p:nvPr/>
          </p:nvSpPr>
          <p:spPr bwMode="auto">
            <a:xfrm>
              <a:off x="9891714" y="4956174"/>
              <a:ext cx="95250" cy="952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Oval 154"/>
            <p:cNvSpPr>
              <a:spLocks noChangeArrowheads="1"/>
            </p:cNvSpPr>
            <p:nvPr/>
          </p:nvSpPr>
          <p:spPr bwMode="auto">
            <a:xfrm>
              <a:off x="10226676" y="4956174"/>
              <a:ext cx="95250" cy="952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155"/>
            <p:cNvSpPr>
              <a:spLocks/>
            </p:cNvSpPr>
            <p:nvPr/>
          </p:nvSpPr>
          <p:spPr bwMode="auto">
            <a:xfrm>
              <a:off x="9129714" y="3030537"/>
              <a:ext cx="1184275" cy="387350"/>
            </a:xfrm>
            <a:custGeom>
              <a:avLst/>
              <a:gdLst>
                <a:gd name="T0" fmla="*/ 625 w 743"/>
                <a:gd name="T1" fmla="*/ 243 h 243"/>
                <a:gd name="T2" fmla="*/ 630 w 743"/>
                <a:gd name="T3" fmla="*/ 243 h 243"/>
                <a:gd name="T4" fmla="*/ 671 w 743"/>
                <a:gd name="T5" fmla="*/ 197 h 243"/>
                <a:gd name="T6" fmla="*/ 630 w 743"/>
                <a:gd name="T7" fmla="*/ 152 h 243"/>
                <a:gd name="T8" fmla="*/ 634 w 743"/>
                <a:gd name="T9" fmla="*/ 151 h 243"/>
                <a:gd name="T10" fmla="*/ 680 w 743"/>
                <a:gd name="T11" fmla="*/ 197 h 243"/>
                <a:gd name="T12" fmla="*/ 671 w 743"/>
                <a:gd name="T13" fmla="*/ 224 h 243"/>
                <a:gd name="T14" fmla="*/ 743 w 743"/>
                <a:gd name="T15" fmla="*/ 147 h 243"/>
                <a:gd name="T16" fmla="*/ 708 w 743"/>
                <a:gd name="T17" fmla="*/ 82 h 243"/>
                <a:gd name="T18" fmla="*/ 708 w 743"/>
                <a:gd name="T19" fmla="*/ 80 h 243"/>
                <a:gd name="T20" fmla="*/ 707 w 743"/>
                <a:gd name="T21" fmla="*/ 75 h 243"/>
                <a:gd name="T22" fmla="*/ 666 w 743"/>
                <a:gd name="T23" fmla="*/ 38 h 243"/>
                <a:gd name="T24" fmla="*/ 630 w 743"/>
                <a:gd name="T25" fmla="*/ 58 h 243"/>
                <a:gd name="T26" fmla="*/ 626 w 743"/>
                <a:gd name="T27" fmla="*/ 56 h 243"/>
                <a:gd name="T28" fmla="*/ 646 w 743"/>
                <a:gd name="T29" fmla="*/ 33 h 243"/>
                <a:gd name="T30" fmla="*/ 609 w 743"/>
                <a:gd name="T31" fmla="*/ 0 h 243"/>
                <a:gd name="T32" fmla="*/ 572 w 743"/>
                <a:gd name="T33" fmla="*/ 36 h 243"/>
                <a:gd name="T34" fmla="*/ 603 w 743"/>
                <a:gd name="T35" fmla="*/ 64 h 243"/>
                <a:gd name="T36" fmla="*/ 603 w 743"/>
                <a:gd name="T37" fmla="*/ 65 h 243"/>
                <a:gd name="T38" fmla="*/ 568 w 743"/>
                <a:gd name="T39" fmla="*/ 47 h 243"/>
                <a:gd name="T40" fmla="*/ 527 w 743"/>
                <a:gd name="T41" fmla="*/ 84 h 243"/>
                <a:gd name="T42" fmla="*/ 543 w 743"/>
                <a:gd name="T43" fmla="*/ 81 h 243"/>
                <a:gd name="T44" fmla="*/ 586 w 743"/>
                <a:gd name="T45" fmla="*/ 102 h 243"/>
                <a:gd name="T46" fmla="*/ 550 w 743"/>
                <a:gd name="T47" fmla="*/ 89 h 243"/>
                <a:gd name="T48" fmla="*/ 498 w 743"/>
                <a:gd name="T49" fmla="*/ 127 h 243"/>
                <a:gd name="T50" fmla="*/ 513 w 743"/>
                <a:gd name="T51" fmla="*/ 150 h 243"/>
                <a:gd name="T52" fmla="*/ 480 w 743"/>
                <a:gd name="T53" fmla="*/ 128 h 243"/>
                <a:gd name="T54" fmla="*/ 445 w 743"/>
                <a:gd name="T55" fmla="*/ 163 h 243"/>
                <a:gd name="T56" fmla="*/ 446 w 743"/>
                <a:gd name="T57" fmla="*/ 168 h 243"/>
                <a:gd name="T58" fmla="*/ 443 w 743"/>
                <a:gd name="T59" fmla="*/ 155 h 243"/>
                <a:gd name="T60" fmla="*/ 443 w 743"/>
                <a:gd name="T61" fmla="*/ 151 h 243"/>
                <a:gd name="T62" fmla="*/ 434 w 743"/>
                <a:gd name="T63" fmla="*/ 149 h 243"/>
                <a:gd name="T64" fmla="*/ 409 w 743"/>
                <a:gd name="T65" fmla="*/ 164 h 243"/>
                <a:gd name="T66" fmla="*/ 395 w 743"/>
                <a:gd name="T67" fmla="*/ 159 h 243"/>
                <a:gd name="T68" fmla="*/ 375 w 743"/>
                <a:gd name="T69" fmla="*/ 170 h 243"/>
                <a:gd name="T70" fmla="*/ 345 w 743"/>
                <a:gd name="T71" fmla="*/ 170 h 243"/>
                <a:gd name="T72" fmla="*/ 315 w 743"/>
                <a:gd name="T73" fmla="*/ 184 h 243"/>
                <a:gd name="T74" fmla="*/ 232 w 743"/>
                <a:gd name="T75" fmla="*/ 195 h 243"/>
                <a:gd name="T76" fmla="*/ 214 w 743"/>
                <a:gd name="T77" fmla="*/ 184 h 243"/>
                <a:gd name="T78" fmla="*/ 196 w 743"/>
                <a:gd name="T79" fmla="*/ 195 h 243"/>
                <a:gd name="T80" fmla="*/ 175 w 743"/>
                <a:gd name="T81" fmla="*/ 195 h 243"/>
                <a:gd name="T82" fmla="*/ 153 w 743"/>
                <a:gd name="T83" fmla="*/ 205 h 243"/>
                <a:gd name="T84" fmla="*/ 128 w 743"/>
                <a:gd name="T85" fmla="*/ 208 h 243"/>
                <a:gd name="T86" fmla="*/ 301 w 743"/>
                <a:gd name="T87" fmla="*/ 231 h 243"/>
                <a:gd name="T88" fmla="*/ 590 w 743"/>
                <a:gd name="T89" fmla="*/ 226 h 243"/>
                <a:gd name="T90" fmla="*/ 625 w 743"/>
                <a:gd name="T91"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43" h="243">
                  <a:moveTo>
                    <a:pt x="625" y="243"/>
                  </a:moveTo>
                  <a:cubicBezTo>
                    <a:pt x="627" y="243"/>
                    <a:pt x="628" y="243"/>
                    <a:pt x="630" y="243"/>
                  </a:cubicBezTo>
                  <a:cubicBezTo>
                    <a:pt x="653" y="241"/>
                    <a:pt x="671" y="221"/>
                    <a:pt x="671" y="197"/>
                  </a:cubicBezTo>
                  <a:cubicBezTo>
                    <a:pt x="671" y="173"/>
                    <a:pt x="653" y="154"/>
                    <a:pt x="630" y="152"/>
                  </a:cubicBezTo>
                  <a:cubicBezTo>
                    <a:pt x="631" y="152"/>
                    <a:pt x="632" y="151"/>
                    <a:pt x="634" y="151"/>
                  </a:cubicBezTo>
                  <a:cubicBezTo>
                    <a:pt x="659" y="151"/>
                    <a:pt x="680" y="172"/>
                    <a:pt x="680" y="197"/>
                  </a:cubicBezTo>
                  <a:cubicBezTo>
                    <a:pt x="680" y="207"/>
                    <a:pt x="676" y="216"/>
                    <a:pt x="671" y="224"/>
                  </a:cubicBezTo>
                  <a:cubicBezTo>
                    <a:pt x="711" y="221"/>
                    <a:pt x="743" y="188"/>
                    <a:pt x="743" y="147"/>
                  </a:cubicBezTo>
                  <a:cubicBezTo>
                    <a:pt x="743" y="120"/>
                    <a:pt x="729" y="96"/>
                    <a:pt x="708" y="82"/>
                  </a:cubicBezTo>
                  <a:cubicBezTo>
                    <a:pt x="708" y="82"/>
                    <a:pt x="708" y="81"/>
                    <a:pt x="708" y="80"/>
                  </a:cubicBezTo>
                  <a:cubicBezTo>
                    <a:pt x="708" y="79"/>
                    <a:pt x="708" y="77"/>
                    <a:pt x="707" y="75"/>
                  </a:cubicBezTo>
                  <a:cubicBezTo>
                    <a:pt x="705" y="55"/>
                    <a:pt x="687" y="38"/>
                    <a:pt x="666" y="38"/>
                  </a:cubicBezTo>
                  <a:cubicBezTo>
                    <a:pt x="651" y="38"/>
                    <a:pt x="638" y="46"/>
                    <a:pt x="630" y="58"/>
                  </a:cubicBezTo>
                  <a:cubicBezTo>
                    <a:pt x="629" y="57"/>
                    <a:pt x="628" y="57"/>
                    <a:pt x="626" y="56"/>
                  </a:cubicBezTo>
                  <a:cubicBezTo>
                    <a:pt x="630" y="46"/>
                    <a:pt x="637" y="38"/>
                    <a:pt x="646" y="33"/>
                  </a:cubicBezTo>
                  <a:cubicBezTo>
                    <a:pt x="644" y="15"/>
                    <a:pt x="628" y="0"/>
                    <a:pt x="609" y="0"/>
                  </a:cubicBezTo>
                  <a:cubicBezTo>
                    <a:pt x="589" y="0"/>
                    <a:pt x="572" y="16"/>
                    <a:pt x="572" y="36"/>
                  </a:cubicBezTo>
                  <a:cubicBezTo>
                    <a:pt x="586" y="39"/>
                    <a:pt x="599" y="50"/>
                    <a:pt x="603" y="64"/>
                  </a:cubicBezTo>
                  <a:cubicBezTo>
                    <a:pt x="603" y="64"/>
                    <a:pt x="603" y="65"/>
                    <a:pt x="603" y="65"/>
                  </a:cubicBezTo>
                  <a:cubicBezTo>
                    <a:pt x="595" y="54"/>
                    <a:pt x="582" y="47"/>
                    <a:pt x="568" y="47"/>
                  </a:cubicBezTo>
                  <a:cubicBezTo>
                    <a:pt x="547" y="47"/>
                    <a:pt x="529" y="63"/>
                    <a:pt x="527" y="84"/>
                  </a:cubicBezTo>
                  <a:cubicBezTo>
                    <a:pt x="532" y="82"/>
                    <a:pt x="537" y="81"/>
                    <a:pt x="543" y="81"/>
                  </a:cubicBezTo>
                  <a:cubicBezTo>
                    <a:pt x="560" y="81"/>
                    <a:pt x="576" y="90"/>
                    <a:pt x="586" y="102"/>
                  </a:cubicBezTo>
                  <a:cubicBezTo>
                    <a:pt x="576" y="94"/>
                    <a:pt x="564" y="89"/>
                    <a:pt x="550" y="89"/>
                  </a:cubicBezTo>
                  <a:cubicBezTo>
                    <a:pt x="526" y="89"/>
                    <a:pt x="505" y="105"/>
                    <a:pt x="498" y="127"/>
                  </a:cubicBezTo>
                  <a:cubicBezTo>
                    <a:pt x="506" y="132"/>
                    <a:pt x="511" y="140"/>
                    <a:pt x="513" y="150"/>
                  </a:cubicBezTo>
                  <a:cubicBezTo>
                    <a:pt x="507" y="137"/>
                    <a:pt x="495" y="128"/>
                    <a:pt x="480" y="128"/>
                  </a:cubicBezTo>
                  <a:cubicBezTo>
                    <a:pt x="461" y="128"/>
                    <a:pt x="445" y="144"/>
                    <a:pt x="445" y="163"/>
                  </a:cubicBezTo>
                  <a:cubicBezTo>
                    <a:pt x="445" y="165"/>
                    <a:pt x="446" y="167"/>
                    <a:pt x="446" y="168"/>
                  </a:cubicBezTo>
                  <a:cubicBezTo>
                    <a:pt x="444" y="164"/>
                    <a:pt x="443" y="160"/>
                    <a:pt x="443" y="155"/>
                  </a:cubicBezTo>
                  <a:cubicBezTo>
                    <a:pt x="443" y="154"/>
                    <a:pt x="443" y="152"/>
                    <a:pt x="443" y="151"/>
                  </a:cubicBezTo>
                  <a:cubicBezTo>
                    <a:pt x="440" y="150"/>
                    <a:pt x="437" y="149"/>
                    <a:pt x="434" y="149"/>
                  </a:cubicBezTo>
                  <a:cubicBezTo>
                    <a:pt x="423" y="149"/>
                    <a:pt x="414" y="155"/>
                    <a:pt x="409" y="164"/>
                  </a:cubicBezTo>
                  <a:cubicBezTo>
                    <a:pt x="405" y="161"/>
                    <a:pt x="400" y="159"/>
                    <a:pt x="395" y="159"/>
                  </a:cubicBezTo>
                  <a:cubicBezTo>
                    <a:pt x="386" y="159"/>
                    <a:pt x="379" y="164"/>
                    <a:pt x="375" y="170"/>
                  </a:cubicBezTo>
                  <a:cubicBezTo>
                    <a:pt x="368" y="168"/>
                    <a:pt x="357" y="167"/>
                    <a:pt x="345" y="170"/>
                  </a:cubicBezTo>
                  <a:cubicBezTo>
                    <a:pt x="331" y="172"/>
                    <a:pt x="320" y="178"/>
                    <a:pt x="315" y="184"/>
                  </a:cubicBezTo>
                  <a:cubicBezTo>
                    <a:pt x="287" y="188"/>
                    <a:pt x="258" y="192"/>
                    <a:pt x="232" y="195"/>
                  </a:cubicBezTo>
                  <a:cubicBezTo>
                    <a:pt x="228" y="189"/>
                    <a:pt x="222" y="184"/>
                    <a:pt x="214" y="184"/>
                  </a:cubicBezTo>
                  <a:cubicBezTo>
                    <a:pt x="206" y="184"/>
                    <a:pt x="199" y="189"/>
                    <a:pt x="196" y="195"/>
                  </a:cubicBezTo>
                  <a:cubicBezTo>
                    <a:pt x="191" y="194"/>
                    <a:pt x="183" y="194"/>
                    <a:pt x="175" y="195"/>
                  </a:cubicBezTo>
                  <a:cubicBezTo>
                    <a:pt x="165" y="197"/>
                    <a:pt x="157" y="201"/>
                    <a:pt x="153" y="205"/>
                  </a:cubicBezTo>
                  <a:cubicBezTo>
                    <a:pt x="144" y="206"/>
                    <a:pt x="135" y="207"/>
                    <a:pt x="128" y="208"/>
                  </a:cubicBezTo>
                  <a:cubicBezTo>
                    <a:pt x="0" y="220"/>
                    <a:pt x="148" y="233"/>
                    <a:pt x="301" y="231"/>
                  </a:cubicBezTo>
                  <a:cubicBezTo>
                    <a:pt x="405" y="229"/>
                    <a:pt x="519" y="240"/>
                    <a:pt x="590" y="226"/>
                  </a:cubicBezTo>
                  <a:cubicBezTo>
                    <a:pt x="598" y="236"/>
                    <a:pt x="611" y="243"/>
                    <a:pt x="625" y="2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157"/>
            <p:cNvSpPr>
              <a:spLocks/>
            </p:cNvSpPr>
            <p:nvPr/>
          </p:nvSpPr>
          <p:spPr bwMode="auto">
            <a:xfrm>
              <a:off x="7694614" y="3487737"/>
              <a:ext cx="741363" cy="242887"/>
            </a:xfrm>
            <a:custGeom>
              <a:avLst/>
              <a:gdLst>
                <a:gd name="T0" fmla="*/ 144 w 465"/>
                <a:gd name="T1" fmla="*/ 122 h 152"/>
                <a:gd name="T2" fmla="*/ 133 w 465"/>
                <a:gd name="T3" fmla="*/ 115 h 152"/>
                <a:gd name="T4" fmla="*/ 122 w 465"/>
                <a:gd name="T5" fmla="*/ 122 h 152"/>
                <a:gd name="T6" fmla="*/ 109 w 465"/>
                <a:gd name="T7" fmla="*/ 122 h 152"/>
                <a:gd name="T8" fmla="*/ 95 w 465"/>
                <a:gd name="T9" fmla="*/ 128 h 152"/>
                <a:gd name="T10" fmla="*/ 79 w 465"/>
                <a:gd name="T11" fmla="*/ 130 h 152"/>
                <a:gd name="T12" fmla="*/ 188 w 465"/>
                <a:gd name="T13" fmla="*/ 144 h 152"/>
                <a:gd name="T14" fmla="*/ 369 w 465"/>
                <a:gd name="T15" fmla="*/ 141 h 152"/>
                <a:gd name="T16" fmla="*/ 391 w 465"/>
                <a:gd name="T17" fmla="*/ 152 h 152"/>
                <a:gd name="T18" fmla="*/ 394 w 465"/>
                <a:gd name="T19" fmla="*/ 152 h 152"/>
                <a:gd name="T20" fmla="*/ 420 w 465"/>
                <a:gd name="T21" fmla="*/ 123 h 152"/>
                <a:gd name="T22" fmla="*/ 394 w 465"/>
                <a:gd name="T23" fmla="*/ 95 h 152"/>
                <a:gd name="T24" fmla="*/ 397 w 465"/>
                <a:gd name="T25" fmla="*/ 94 h 152"/>
                <a:gd name="T26" fmla="*/ 425 w 465"/>
                <a:gd name="T27" fmla="*/ 123 h 152"/>
                <a:gd name="T28" fmla="*/ 420 w 465"/>
                <a:gd name="T29" fmla="*/ 140 h 152"/>
                <a:gd name="T30" fmla="*/ 465 w 465"/>
                <a:gd name="T31" fmla="*/ 92 h 152"/>
                <a:gd name="T32" fmla="*/ 443 w 465"/>
                <a:gd name="T33" fmla="*/ 51 h 152"/>
                <a:gd name="T34" fmla="*/ 443 w 465"/>
                <a:gd name="T35" fmla="*/ 50 h 152"/>
                <a:gd name="T36" fmla="*/ 443 w 465"/>
                <a:gd name="T37" fmla="*/ 47 h 152"/>
                <a:gd name="T38" fmla="*/ 417 w 465"/>
                <a:gd name="T39" fmla="*/ 24 h 152"/>
                <a:gd name="T40" fmla="*/ 394 w 465"/>
                <a:gd name="T41" fmla="*/ 36 h 152"/>
                <a:gd name="T42" fmla="*/ 392 w 465"/>
                <a:gd name="T43" fmla="*/ 35 h 152"/>
                <a:gd name="T44" fmla="*/ 404 w 465"/>
                <a:gd name="T45" fmla="*/ 21 h 152"/>
                <a:gd name="T46" fmla="*/ 381 w 465"/>
                <a:gd name="T47" fmla="*/ 0 h 152"/>
                <a:gd name="T48" fmla="*/ 358 w 465"/>
                <a:gd name="T49" fmla="*/ 22 h 152"/>
                <a:gd name="T50" fmla="*/ 378 w 465"/>
                <a:gd name="T51" fmla="*/ 40 h 152"/>
                <a:gd name="T52" fmla="*/ 377 w 465"/>
                <a:gd name="T53" fmla="*/ 40 h 152"/>
                <a:gd name="T54" fmla="*/ 355 w 465"/>
                <a:gd name="T55" fmla="*/ 29 h 152"/>
                <a:gd name="T56" fmla="*/ 329 w 465"/>
                <a:gd name="T57" fmla="*/ 52 h 152"/>
                <a:gd name="T58" fmla="*/ 340 w 465"/>
                <a:gd name="T59" fmla="*/ 50 h 152"/>
                <a:gd name="T60" fmla="*/ 366 w 465"/>
                <a:gd name="T61" fmla="*/ 64 h 152"/>
                <a:gd name="T62" fmla="*/ 344 w 465"/>
                <a:gd name="T63" fmla="*/ 55 h 152"/>
                <a:gd name="T64" fmla="*/ 312 w 465"/>
                <a:gd name="T65" fmla="*/ 79 h 152"/>
                <a:gd name="T66" fmla="*/ 321 w 465"/>
                <a:gd name="T67" fmla="*/ 93 h 152"/>
                <a:gd name="T68" fmla="*/ 300 w 465"/>
                <a:gd name="T69" fmla="*/ 80 h 152"/>
                <a:gd name="T70" fmla="*/ 278 w 465"/>
                <a:gd name="T71" fmla="*/ 102 h 152"/>
                <a:gd name="T72" fmla="*/ 279 w 465"/>
                <a:gd name="T73" fmla="*/ 105 h 152"/>
                <a:gd name="T74" fmla="*/ 277 w 465"/>
                <a:gd name="T75" fmla="*/ 97 h 152"/>
                <a:gd name="T76" fmla="*/ 277 w 465"/>
                <a:gd name="T77" fmla="*/ 94 h 152"/>
                <a:gd name="T78" fmla="*/ 271 w 465"/>
                <a:gd name="T79" fmla="*/ 93 h 152"/>
                <a:gd name="T80" fmla="*/ 255 w 465"/>
                <a:gd name="T81" fmla="*/ 102 h 152"/>
                <a:gd name="T82" fmla="*/ 247 w 465"/>
                <a:gd name="T83" fmla="*/ 99 h 152"/>
                <a:gd name="T84" fmla="*/ 235 w 465"/>
                <a:gd name="T85" fmla="*/ 106 h 152"/>
                <a:gd name="T86" fmla="*/ 215 w 465"/>
                <a:gd name="T87" fmla="*/ 106 h 152"/>
                <a:gd name="T88" fmla="*/ 196 w 465"/>
                <a:gd name="T89" fmla="*/ 115 h 152"/>
                <a:gd name="T90" fmla="*/ 144 w 465"/>
                <a:gd name="T91" fmla="*/ 12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65" h="152">
                  <a:moveTo>
                    <a:pt x="144" y="122"/>
                  </a:moveTo>
                  <a:cubicBezTo>
                    <a:pt x="142" y="118"/>
                    <a:pt x="138" y="115"/>
                    <a:pt x="133" y="115"/>
                  </a:cubicBezTo>
                  <a:cubicBezTo>
                    <a:pt x="128" y="115"/>
                    <a:pt x="124" y="118"/>
                    <a:pt x="122" y="122"/>
                  </a:cubicBezTo>
                  <a:cubicBezTo>
                    <a:pt x="119" y="121"/>
                    <a:pt x="114" y="121"/>
                    <a:pt x="109" y="122"/>
                  </a:cubicBezTo>
                  <a:cubicBezTo>
                    <a:pt x="103" y="123"/>
                    <a:pt x="98" y="126"/>
                    <a:pt x="95" y="128"/>
                  </a:cubicBezTo>
                  <a:cubicBezTo>
                    <a:pt x="89" y="129"/>
                    <a:pt x="84" y="129"/>
                    <a:pt x="79" y="130"/>
                  </a:cubicBezTo>
                  <a:cubicBezTo>
                    <a:pt x="0" y="138"/>
                    <a:pt x="92" y="145"/>
                    <a:pt x="188" y="144"/>
                  </a:cubicBezTo>
                  <a:cubicBezTo>
                    <a:pt x="253" y="143"/>
                    <a:pt x="325" y="150"/>
                    <a:pt x="369" y="141"/>
                  </a:cubicBezTo>
                  <a:cubicBezTo>
                    <a:pt x="374" y="148"/>
                    <a:pt x="382" y="152"/>
                    <a:pt x="391" y="152"/>
                  </a:cubicBezTo>
                  <a:cubicBezTo>
                    <a:pt x="392" y="152"/>
                    <a:pt x="393" y="152"/>
                    <a:pt x="394" y="152"/>
                  </a:cubicBezTo>
                  <a:cubicBezTo>
                    <a:pt x="408" y="150"/>
                    <a:pt x="420" y="138"/>
                    <a:pt x="420" y="123"/>
                  </a:cubicBezTo>
                  <a:cubicBezTo>
                    <a:pt x="420" y="108"/>
                    <a:pt x="408" y="96"/>
                    <a:pt x="394" y="95"/>
                  </a:cubicBezTo>
                  <a:cubicBezTo>
                    <a:pt x="395" y="95"/>
                    <a:pt x="396" y="94"/>
                    <a:pt x="397" y="94"/>
                  </a:cubicBezTo>
                  <a:cubicBezTo>
                    <a:pt x="412" y="94"/>
                    <a:pt x="425" y="107"/>
                    <a:pt x="425" y="123"/>
                  </a:cubicBezTo>
                  <a:cubicBezTo>
                    <a:pt x="425" y="129"/>
                    <a:pt x="423" y="135"/>
                    <a:pt x="420" y="140"/>
                  </a:cubicBezTo>
                  <a:cubicBezTo>
                    <a:pt x="445" y="138"/>
                    <a:pt x="465" y="117"/>
                    <a:pt x="465" y="92"/>
                  </a:cubicBezTo>
                  <a:cubicBezTo>
                    <a:pt x="465" y="75"/>
                    <a:pt x="456" y="60"/>
                    <a:pt x="443" y="51"/>
                  </a:cubicBezTo>
                  <a:cubicBezTo>
                    <a:pt x="443" y="51"/>
                    <a:pt x="443" y="50"/>
                    <a:pt x="443" y="50"/>
                  </a:cubicBezTo>
                  <a:cubicBezTo>
                    <a:pt x="443" y="49"/>
                    <a:pt x="443" y="48"/>
                    <a:pt x="443" y="47"/>
                  </a:cubicBezTo>
                  <a:cubicBezTo>
                    <a:pt x="441" y="34"/>
                    <a:pt x="430" y="24"/>
                    <a:pt x="417" y="24"/>
                  </a:cubicBezTo>
                  <a:cubicBezTo>
                    <a:pt x="407" y="24"/>
                    <a:pt x="399" y="28"/>
                    <a:pt x="394" y="36"/>
                  </a:cubicBezTo>
                  <a:cubicBezTo>
                    <a:pt x="394" y="35"/>
                    <a:pt x="393" y="35"/>
                    <a:pt x="392" y="35"/>
                  </a:cubicBezTo>
                  <a:cubicBezTo>
                    <a:pt x="394" y="29"/>
                    <a:pt x="399" y="24"/>
                    <a:pt x="404" y="21"/>
                  </a:cubicBezTo>
                  <a:cubicBezTo>
                    <a:pt x="403" y="9"/>
                    <a:pt x="393" y="0"/>
                    <a:pt x="381" y="0"/>
                  </a:cubicBezTo>
                  <a:cubicBezTo>
                    <a:pt x="368" y="0"/>
                    <a:pt x="358" y="10"/>
                    <a:pt x="358" y="22"/>
                  </a:cubicBezTo>
                  <a:cubicBezTo>
                    <a:pt x="367" y="24"/>
                    <a:pt x="374" y="31"/>
                    <a:pt x="378" y="40"/>
                  </a:cubicBezTo>
                  <a:cubicBezTo>
                    <a:pt x="377" y="40"/>
                    <a:pt x="377" y="40"/>
                    <a:pt x="377" y="40"/>
                  </a:cubicBezTo>
                  <a:cubicBezTo>
                    <a:pt x="372" y="33"/>
                    <a:pt x="364" y="29"/>
                    <a:pt x="355" y="29"/>
                  </a:cubicBezTo>
                  <a:cubicBezTo>
                    <a:pt x="342" y="29"/>
                    <a:pt x="331" y="39"/>
                    <a:pt x="329" y="52"/>
                  </a:cubicBezTo>
                  <a:cubicBezTo>
                    <a:pt x="333" y="51"/>
                    <a:pt x="336" y="50"/>
                    <a:pt x="340" y="50"/>
                  </a:cubicBezTo>
                  <a:cubicBezTo>
                    <a:pt x="351" y="50"/>
                    <a:pt x="360" y="56"/>
                    <a:pt x="366" y="64"/>
                  </a:cubicBezTo>
                  <a:cubicBezTo>
                    <a:pt x="360" y="58"/>
                    <a:pt x="353" y="55"/>
                    <a:pt x="344" y="55"/>
                  </a:cubicBezTo>
                  <a:cubicBezTo>
                    <a:pt x="329" y="55"/>
                    <a:pt x="316" y="65"/>
                    <a:pt x="312" y="79"/>
                  </a:cubicBezTo>
                  <a:cubicBezTo>
                    <a:pt x="316" y="82"/>
                    <a:pt x="320" y="87"/>
                    <a:pt x="321" y="93"/>
                  </a:cubicBezTo>
                  <a:cubicBezTo>
                    <a:pt x="317" y="85"/>
                    <a:pt x="309" y="80"/>
                    <a:pt x="300" y="80"/>
                  </a:cubicBezTo>
                  <a:cubicBezTo>
                    <a:pt x="288" y="80"/>
                    <a:pt x="278" y="90"/>
                    <a:pt x="278" y="102"/>
                  </a:cubicBezTo>
                  <a:cubicBezTo>
                    <a:pt x="278" y="103"/>
                    <a:pt x="279" y="104"/>
                    <a:pt x="279" y="105"/>
                  </a:cubicBezTo>
                  <a:cubicBezTo>
                    <a:pt x="278" y="103"/>
                    <a:pt x="277" y="100"/>
                    <a:pt x="277" y="97"/>
                  </a:cubicBezTo>
                  <a:cubicBezTo>
                    <a:pt x="277" y="96"/>
                    <a:pt x="277" y="95"/>
                    <a:pt x="277" y="94"/>
                  </a:cubicBezTo>
                  <a:cubicBezTo>
                    <a:pt x="275" y="94"/>
                    <a:pt x="273" y="93"/>
                    <a:pt x="271" y="93"/>
                  </a:cubicBezTo>
                  <a:cubicBezTo>
                    <a:pt x="264" y="93"/>
                    <a:pt x="259" y="97"/>
                    <a:pt x="255" y="102"/>
                  </a:cubicBezTo>
                  <a:cubicBezTo>
                    <a:pt x="253" y="100"/>
                    <a:pt x="250" y="99"/>
                    <a:pt x="247" y="99"/>
                  </a:cubicBezTo>
                  <a:cubicBezTo>
                    <a:pt x="241" y="99"/>
                    <a:pt x="237" y="102"/>
                    <a:pt x="235" y="106"/>
                  </a:cubicBezTo>
                  <a:cubicBezTo>
                    <a:pt x="230" y="105"/>
                    <a:pt x="223" y="104"/>
                    <a:pt x="215" y="106"/>
                  </a:cubicBezTo>
                  <a:cubicBezTo>
                    <a:pt x="207" y="108"/>
                    <a:pt x="200" y="111"/>
                    <a:pt x="196" y="115"/>
                  </a:cubicBezTo>
                  <a:cubicBezTo>
                    <a:pt x="179" y="117"/>
                    <a:pt x="161" y="120"/>
                    <a:pt x="144"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158"/>
            <p:cNvSpPr>
              <a:spLocks/>
            </p:cNvSpPr>
            <p:nvPr/>
          </p:nvSpPr>
          <p:spPr bwMode="auto">
            <a:xfrm>
              <a:off x="8907464" y="6154737"/>
              <a:ext cx="247650" cy="119062"/>
            </a:xfrm>
            <a:custGeom>
              <a:avLst/>
              <a:gdLst>
                <a:gd name="T0" fmla="*/ 71 w 156"/>
                <a:gd name="T1" fmla="*/ 0 h 75"/>
                <a:gd name="T2" fmla="*/ 35 w 156"/>
                <a:gd name="T3" fmla="*/ 25 h 75"/>
                <a:gd name="T4" fmla="*/ 5 w 156"/>
                <a:gd name="T5" fmla="*/ 45 h 75"/>
                <a:gd name="T6" fmla="*/ 0 w 156"/>
                <a:gd name="T7" fmla="*/ 75 h 75"/>
                <a:gd name="T8" fmla="*/ 156 w 156"/>
                <a:gd name="T9" fmla="*/ 74 h 75"/>
                <a:gd name="T10" fmla="*/ 126 w 156"/>
                <a:gd name="T11" fmla="*/ 30 h 75"/>
                <a:gd name="T12" fmla="*/ 71 w 156"/>
                <a:gd name="T13" fmla="*/ 0 h 75"/>
              </a:gdLst>
              <a:ahLst/>
              <a:cxnLst>
                <a:cxn ang="0">
                  <a:pos x="T0" y="T1"/>
                </a:cxn>
                <a:cxn ang="0">
                  <a:pos x="T2" y="T3"/>
                </a:cxn>
                <a:cxn ang="0">
                  <a:pos x="T4" y="T5"/>
                </a:cxn>
                <a:cxn ang="0">
                  <a:pos x="T6" y="T7"/>
                </a:cxn>
                <a:cxn ang="0">
                  <a:pos x="T8" y="T9"/>
                </a:cxn>
                <a:cxn ang="0">
                  <a:pos x="T10" y="T11"/>
                </a:cxn>
                <a:cxn ang="0">
                  <a:pos x="T12" y="T13"/>
                </a:cxn>
              </a:cxnLst>
              <a:rect l="0" t="0" r="r" b="b"/>
              <a:pathLst>
                <a:path w="156" h="75">
                  <a:moveTo>
                    <a:pt x="71" y="0"/>
                  </a:moveTo>
                  <a:lnTo>
                    <a:pt x="35" y="25"/>
                  </a:lnTo>
                  <a:lnTo>
                    <a:pt x="5" y="45"/>
                  </a:lnTo>
                  <a:lnTo>
                    <a:pt x="0" y="75"/>
                  </a:lnTo>
                  <a:lnTo>
                    <a:pt x="156" y="74"/>
                  </a:lnTo>
                  <a:lnTo>
                    <a:pt x="126" y="30"/>
                  </a:lnTo>
                  <a:lnTo>
                    <a:pt x="7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159"/>
            <p:cNvSpPr>
              <a:spLocks/>
            </p:cNvSpPr>
            <p:nvPr/>
          </p:nvSpPr>
          <p:spPr bwMode="auto">
            <a:xfrm>
              <a:off x="8951914" y="6315074"/>
              <a:ext cx="107950" cy="73025"/>
            </a:xfrm>
            <a:custGeom>
              <a:avLst/>
              <a:gdLst>
                <a:gd name="T0" fmla="*/ 5 w 68"/>
                <a:gd name="T1" fmla="*/ 0 h 46"/>
                <a:gd name="T2" fmla="*/ 0 w 68"/>
                <a:gd name="T3" fmla="*/ 29 h 46"/>
                <a:gd name="T4" fmla="*/ 31 w 68"/>
                <a:gd name="T5" fmla="*/ 46 h 46"/>
                <a:gd name="T6" fmla="*/ 68 w 68"/>
                <a:gd name="T7" fmla="*/ 37 h 46"/>
                <a:gd name="T8" fmla="*/ 41 w 68"/>
                <a:gd name="T9" fmla="*/ 3 h 46"/>
                <a:gd name="T10" fmla="*/ 5 w 68"/>
                <a:gd name="T11" fmla="*/ 0 h 46"/>
              </a:gdLst>
              <a:ahLst/>
              <a:cxnLst>
                <a:cxn ang="0">
                  <a:pos x="T0" y="T1"/>
                </a:cxn>
                <a:cxn ang="0">
                  <a:pos x="T2" y="T3"/>
                </a:cxn>
                <a:cxn ang="0">
                  <a:pos x="T4" y="T5"/>
                </a:cxn>
                <a:cxn ang="0">
                  <a:pos x="T6" y="T7"/>
                </a:cxn>
                <a:cxn ang="0">
                  <a:pos x="T8" y="T9"/>
                </a:cxn>
                <a:cxn ang="0">
                  <a:pos x="T10" y="T11"/>
                </a:cxn>
              </a:cxnLst>
              <a:rect l="0" t="0" r="r" b="b"/>
              <a:pathLst>
                <a:path w="68" h="46">
                  <a:moveTo>
                    <a:pt x="5" y="0"/>
                  </a:moveTo>
                  <a:lnTo>
                    <a:pt x="0" y="29"/>
                  </a:lnTo>
                  <a:lnTo>
                    <a:pt x="31" y="46"/>
                  </a:lnTo>
                  <a:lnTo>
                    <a:pt x="68" y="37"/>
                  </a:lnTo>
                  <a:lnTo>
                    <a:pt x="41" y="3"/>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160"/>
            <p:cNvSpPr>
              <a:spLocks/>
            </p:cNvSpPr>
            <p:nvPr/>
          </p:nvSpPr>
          <p:spPr bwMode="auto">
            <a:xfrm>
              <a:off x="9371014" y="6184899"/>
              <a:ext cx="77788" cy="53975"/>
            </a:xfrm>
            <a:custGeom>
              <a:avLst/>
              <a:gdLst>
                <a:gd name="T0" fmla="*/ 3 w 49"/>
                <a:gd name="T1" fmla="*/ 0 h 34"/>
                <a:gd name="T2" fmla="*/ 0 w 49"/>
                <a:gd name="T3" fmla="*/ 21 h 34"/>
                <a:gd name="T4" fmla="*/ 22 w 49"/>
                <a:gd name="T5" fmla="*/ 34 h 34"/>
                <a:gd name="T6" fmla="*/ 49 w 49"/>
                <a:gd name="T7" fmla="*/ 27 h 34"/>
                <a:gd name="T8" fmla="*/ 30 w 49"/>
                <a:gd name="T9" fmla="*/ 2 h 34"/>
                <a:gd name="T10" fmla="*/ 3 w 49"/>
                <a:gd name="T11" fmla="*/ 0 h 34"/>
              </a:gdLst>
              <a:ahLst/>
              <a:cxnLst>
                <a:cxn ang="0">
                  <a:pos x="T0" y="T1"/>
                </a:cxn>
                <a:cxn ang="0">
                  <a:pos x="T2" y="T3"/>
                </a:cxn>
                <a:cxn ang="0">
                  <a:pos x="T4" y="T5"/>
                </a:cxn>
                <a:cxn ang="0">
                  <a:pos x="T6" y="T7"/>
                </a:cxn>
                <a:cxn ang="0">
                  <a:pos x="T8" y="T9"/>
                </a:cxn>
                <a:cxn ang="0">
                  <a:pos x="T10" y="T11"/>
                </a:cxn>
              </a:cxnLst>
              <a:rect l="0" t="0" r="r" b="b"/>
              <a:pathLst>
                <a:path w="49" h="34">
                  <a:moveTo>
                    <a:pt x="3" y="0"/>
                  </a:moveTo>
                  <a:lnTo>
                    <a:pt x="0" y="21"/>
                  </a:lnTo>
                  <a:lnTo>
                    <a:pt x="22" y="34"/>
                  </a:lnTo>
                  <a:lnTo>
                    <a:pt x="49" y="27"/>
                  </a:lnTo>
                  <a:lnTo>
                    <a:pt x="30" y="2"/>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161"/>
            <p:cNvSpPr>
              <a:spLocks/>
            </p:cNvSpPr>
            <p:nvPr/>
          </p:nvSpPr>
          <p:spPr bwMode="auto">
            <a:xfrm>
              <a:off x="9640889" y="6205537"/>
              <a:ext cx="53975" cy="34925"/>
            </a:xfrm>
            <a:custGeom>
              <a:avLst/>
              <a:gdLst>
                <a:gd name="T0" fmla="*/ 2 w 34"/>
                <a:gd name="T1" fmla="*/ 0 h 22"/>
                <a:gd name="T2" fmla="*/ 0 w 34"/>
                <a:gd name="T3" fmla="*/ 13 h 22"/>
                <a:gd name="T4" fmla="*/ 15 w 34"/>
                <a:gd name="T5" fmla="*/ 22 h 22"/>
                <a:gd name="T6" fmla="*/ 34 w 34"/>
                <a:gd name="T7" fmla="*/ 18 h 22"/>
                <a:gd name="T8" fmla="*/ 20 w 34"/>
                <a:gd name="T9" fmla="*/ 1 h 22"/>
                <a:gd name="T10" fmla="*/ 2 w 34"/>
                <a:gd name="T11" fmla="*/ 0 h 22"/>
              </a:gdLst>
              <a:ahLst/>
              <a:cxnLst>
                <a:cxn ang="0">
                  <a:pos x="T0" y="T1"/>
                </a:cxn>
                <a:cxn ang="0">
                  <a:pos x="T2" y="T3"/>
                </a:cxn>
                <a:cxn ang="0">
                  <a:pos x="T4" y="T5"/>
                </a:cxn>
                <a:cxn ang="0">
                  <a:pos x="T6" y="T7"/>
                </a:cxn>
                <a:cxn ang="0">
                  <a:pos x="T8" y="T9"/>
                </a:cxn>
                <a:cxn ang="0">
                  <a:pos x="T10" y="T11"/>
                </a:cxn>
              </a:cxnLst>
              <a:rect l="0" t="0" r="r" b="b"/>
              <a:pathLst>
                <a:path w="34" h="22">
                  <a:moveTo>
                    <a:pt x="2" y="0"/>
                  </a:moveTo>
                  <a:lnTo>
                    <a:pt x="0" y="13"/>
                  </a:lnTo>
                  <a:lnTo>
                    <a:pt x="15" y="22"/>
                  </a:lnTo>
                  <a:lnTo>
                    <a:pt x="34" y="18"/>
                  </a:lnTo>
                  <a:lnTo>
                    <a:pt x="20" y="1"/>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162"/>
            <p:cNvSpPr>
              <a:spLocks/>
            </p:cNvSpPr>
            <p:nvPr/>
          </p:nvSpPr>
          <p:spPr bwMode="auto">
            <a:xfrm>
              <a:off x="9269414" y="6227762"/>
              <a:ext cx="69850" cy="47625"/>
            </a:xfrm>
            <a:custGeom>
              <a:avLst/>
              <a:gdLst>
                <a:gd name="T0" fmla="*/ 3 w 44"/>
                <a:gd name="T1" fmla="*/ 0 h 30"/>
                <a:gd name="T2" fmla="*/ 0 w 44"/>
                <a:gd name="T3" fmla="*/ 19 h 30"/>
                <a:gd name="T4" fmla="*/ 20 w 44"/>
                <a:gd name="T5" fmla="*/ 30 h 30"/>
                <a:gd name="T6" fmla="*/ 44 w 44"/>
                <a:gd name="T7" fmla="*/ 24 h 30"/>
                <a:gd name="T8" fmla="*/ 26 w 44"/>
                <a:gd name="T9" fmla="*/ 2 h 30"/>
                <a:gd name="T10" fmla="*/ 3 w 44"/>
                <a:gd name="T11" fmla="*/ 0 h 30"/>
              </a:gdLst>
              <a:ahLst/>
              <a:cxnLst>
                <a:cxn ang="0">
                  <a:pos x="T0" y="T1"/>
                </a:cxn>
                <a:cxn ang="0">
                  <a:pos x="T2" y="T3"/>
                </a:cxn>
                <a:cxn ang="0">
                  <a:pos x="T4" y="T5"/>
                </a:cxn>
                <a:cxn ang="0">
                  <a:pos x="T6" y="T7"/>
                </a:cxn>
                <a:cxn ang="0">
                  <a:pos x="T8" y="T9"/>
                </a:cxn>
                <a:cxn ang="0">
                  <a:pos x="T10" y="T11"/>
                </a:cxn>
              </a:cxnLst>
              <a:rect l="0" t="0" r="r" b="b"/>
              <a:pathLst>
                <a:path w="44" h="30">
                  <a:moveTo>
                    <a:pt x="3" y="0"/>
                  </a:moveTo>
                  <a:lnTo>
                    <a:pt x="0" y="19"/>
                  </a:lnTo>
                  <a:lnTo>
                    <a:pt x="20" y="30"/>
                  </a:lnTo>
                  <a:lnTo>
                    <a:pt x="44" y="24"/>
                  </a:lnTo>
                  <a:lnTo>
                    <a:pt x="26" y="2"/>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163"/>
            <p:cNvSpPr>
              <a:spLocks/>
            </p:cNvSpPr>
            <p:nvPr/>
          </p:nvSpPr>
          <p:spPr bwMode="auto">
            <a:xfrm>
              <a:off x="9197976" y="6308724"/>
              <a:ext cx="73025" cy="69850"/>
            </a:xfrm>
            <a:custGeom>
              <a:avLst/>
              <a:gdLst>
                <a:gd name="T0" fmla="*/ 0 w 46"/>
                <a:gd name="T1" fmla="*/ 8 h 44"/>
                <a:gd name="T2" fmla="*/ 1 w 46"/>
                <a:gd name="T3" fmla="*/ 25 h 44"/>
                <a:gd name="T4" fmla="*/ 21 w 46"/>
                <a:gd name="T5" fmla="*/ 44 h 44"/>
                <a:gd name="T6" fmla="*/ 46 w 46"/>
                <a:gd name="T7" fmla="*/ 35 h 44"/>
                <a:gd name="T8" fmla="*/ 29 w 46"/>
                <a:gd name="T9" fmla="*/ 0 h 44"/>
                <a:gd name="T10" fmla="*/ 0 w 46"/>
                <a:gd name="T11" fmla="*/ 8 h 44"/>
              </a:gdLst>
              <a:ahLst/>
              <a:cxnLst>
                <a:cxn ang="0">
                  <a:pos x="T0" y="T1"/>
                </a:cxn>
                <a:cxn ang="0">
                  <a:pos x="T2" y="T3"/>
                </a:cxn>
                <a:cxn ang="0">
                  <a:pos x="T4" y="T5"/>
                </a:cxn>
                <a:cxn ang="0">
                  <a:pos x="T6" y="T7"/>
                </a:cxn>
                <a:cxn ang="0">
                  <a:pos x="T8" y="T9"/>
                </a:cxn>
                <a:cxn ang="0">
                  <a:pos x="T10" y="T11"/>
                </a:cxn>
              </a:cxnLst>
              <a:rect l="0" t="0" r="r" b="b"/>
              <a:pathLst>
                <a:path w="46" h="44">
                  <a:moveTo>
                    <a:pt x="0" y="8"/>
                  </a:moveTo>
                  <a:lnTo>
                    <a:pt x="1" y="25"/>
                  </a:lnTo>
                  <a:lnTo>
                    <a:pt x="21" y="44"/>
                  </a:lnTo>
                  <a:lnTo>
                    <a:pt x="46" y="35"/>
                  </a:lnTo>
                  <a:lnTo>
                    <a:pt x="29" y="0"/>
                  </a:lnTo>
                  <a:lnTo>
                    <a:pt x="0"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164"/>
            <p:cNvSpPr>
              <a:spLocks/>
            </p:cNvSpPr>
            <p:nvPr/>
          </p:nvSpPr>
          <p:spPr bwMode="auto">
            <a:xfrm>
              <a:off x="8799514" y="6318249"/>
              <a:ext cx="90488" cy="63500"/>
            </a:xfrm>
            <a:custGeom>
              <a:avLst/>
              <a:gdLst>
                <a:gd name="T0" fmla="*/ 0 w 57"/>
                <a:gd name="T1" fmla="*/ 35 h 40"/>
                <a:gd name="T2" fmla="*/ 41 w 57"/>
                <a:gd name="T3" fmla="*/ 40 h 40"/>
                <a:gd name="T4" fmla="*/ 57 w 57"/>
                <a:gd name="T5" fmla="*/ 22 h 40"/>
                <a:gd name="T6" fmla="*/ 8 w 57"/>
                <a:gd name="T7" fmla="*/ 0 h 40"/>
                <a:gd name="T8" fmla="*/ 0 w 57"/>
                <a:gd name="T9" fmla="*/ 35 h 40"/>
              </a:gdLst>
              <a:ahLst/>
              <a:cxnLst>
                <a:cxn ang="0">
                  <a:pos x="T0" y="T1"/>
                </a:cxn>
                <a:cxn ang="0">
                  <a:pos x="T2" y="T3"/>
                </a:cxn>
                <a:cxn ang="0">
                  <a:pos x="T4" y="T5"/>
                </a:cxn>
                <a:cxn ang="0">
                  <a:pos x="T6" y="T7"/>
                </a:cxn>
                <a:cxn ang="0">
                  <a:pos x="T8" y="T9"/>
                </a:cxn>
              </a:cxnLst>
              <a:rect l="0" t="0" r="r" b="b"/>
              <a:pathLst>
                <a:path w="57" h="40">
                  <a:moveTo>
                    <a:pt x="0" y="35"/>
                  </a:moveTo>
                  <a:lnTo>
                    <a:pt x="41" y="40"/>
                  </a:lnTo>
                  <a:lnTo>
                    <a:pt x="57" y="22"/>
                  </a:lnTo>
                  <a:lnTo>
                    <a:pt x="8" y="0"/>
                  </a:lnTo>
                  <a:lnTo>
                    <a:pt x="0"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165"/>
            <p:cNvSpPr>
              <a:spLocks/>
            </p:cNvSpPr>
            <p:nvPr/>
          </p:nvSpPr>
          <p:spPr bwMode="auto">
            <a:xfrm>
              <a:off x="8632826" y="6380162"/>
              <a:ext cx="88900" cy="63500"/>
            </a:xfrm>
            <a:custGeom>
              <a:avLst/>
              <a:gdLst>
                <a:gd name="T0" fmla="*/ 0 w 56"/>
                <a:gd name="T1" fmla="*/ 34 h 40"/>
                <a:gd name="T2" fmla="*/ 40 w 56"/>
                <a:gd name="T3" fmla="*/ 40 h 40"/>
                <a:gd name="T4" fmla="*/ 56 w 56"/>
                <a:gd name="T5" fmla="*/ 21 h 40"/>
                <a:gd name="T6" fmla="*/ 8 w 56"/>
                <a:gd name="T7" fmla="*/ 0 h 40"/>
                <a:gd name="T8" fmla="*/ 0 w 56"/>
                <a:gd name="T9" fmla="*/ 34 h 40"/>
              </a:gdLst>
              <a:ahLst/>
              <a:cxnLst>
                <a:cxn ang="0">
                  <a:pos x="T0" y="T1"/>
                </a:cxn>
                <a:cxn ang="0">
                  <a:pos x="T2" y="T3"/>
                </a:cxn>
                <a:cxn ang="0">
                  <a:pos x="T4" y="T5"/>
                </a:cxn>
                <a:cxn ang="0">
                  <a:pos x="T6" y="T7"/>
                </a:cxn>
                <a:cxn ang="0">
                  <a:pos x="T8" y="T9"/>
                </a:cxn>
              </a:cxnLst>
              <a:rect l="0" t="0" r="r" b="b"/>
              <a:pathLst>
                <a:path w="56" h="40">
                  <a:moveTo>
                    <a:pt x="0" y="34"/>
                  </a:moveTo>
                  <a:lnTo>
                    <a:pt x="40" y="40"/>
                  </a:lnTo>
                  <a:lnTo>
                    <a:pt x="56" y="21"/>
                  </a:lnTo>
                  <a:lnTo>
                    <a:pt x="8" y="0"/>
                  </a:lnTo>
                  <a:lnTo>
                    <a:pt x="0"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166"/>
            <p:cNvSpPr>
              <a:spLocks/>
            </p:cNvSpPr>
            <p:nvPr/>
          </p:nvSpPr>
          <p:spPr bwMode="auto">
            <a:xfrm>
              <a:off x="8801101" y="6099174"/>
              <a:ext cx="49213" cy="33337"/>
            </a:xfrm>
            <a:custGeom>
              <a:avLst/>
              <a:gdLst>
                <a:gd name="T0" fmla="*/ 0 w 31"/>
                <a:gd name="T1" fmla="*/ 11 h 21"/>
                <a:gd name="T2" fmla="*/ 8 w 31"/>
                <a:gd name="T3" fmla="*/ 21 h 21"/>
                <a:gd name="T4" fmla="*/ 31 w 31"/>
                <a:gd name="T5" fmla="*/ 18 h 21"/>
                <a:gd name="T6" fmla="*/ 26 w 31"/>
                <a:gd name="T7" fmla="*/ 0 h 21"/>
                <a:gd name="T8" fmla="*/ 0 w 31"/>
                <a:gd name="T9" fmla="*/ 11 h 21"/>
              </a:gdLst>
              <a:ahLst/>
              <a:cxnLst>
                <a:cxn ang="0">
                  <a:pos x="T0" y="T1"/>
                </a:cxn>
                <a:cxn ang="0">
                  <a:pos x="T2" y="T3"/>
                </a:cxn>
                <a:cxn ang="0">
                  <a:pos x="T4" y="T5"/>
                </a:cxn>
                <a:cxn ang="0">
                  <a:pos x="T6" y="T7"/>
                </a:cxn>
                <a:cxn ang="0">
                  <a:pos x="T8" y="T9"/>
                </a:cxn>
              </a:cxnLst>
              <a:rect l="0" t="0" r="r" b="b"/>
              <a:pathLst>
                <a:path w="31" h="21">
                  <a:moveTo>
                    <a:pt x="0" y="11"/>
                  </a:moveTo>
                  <a:lnTo>
                    <a:pt x="8" y="21"/>
                  </a:lnTo>
                  <a:lnTo>
                    <a:pt x="31" y="18"/>
                  </a:lnTo>
                  <a:lnTo>
                    <a:pt x="26" y="0"/>
                  </a:lnTo>
                  <a:lnTo>
                    <a:pt x="0"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167"/>
            <p:cNvSpPr>
              <a:spLocks/>
            </p:cNvSpPr>
            <p:nvPr/>
          </p:nvSpPr>
          <p:spPr bwMode="auto">
            <a:xfrm>
              <a:off x="8842376" y="6167437"/>
              <a:ext cx="47625" cy="33337"/>
            </a:xfrm>
            <a:custGeom>
              <a:avLst/>
              <a:gdLst>
                <a:gd name="T0" fmla="*/ 30 w 30"/>
                <a:gd name="T1" fmla="*/ 18 h 21"/>
                <a:gd name="T2" fmla="*/ 25 w 30"/>
                <a:gd name="T3" fmla="*/ 0 h 21"/>
                <a:gd name="T4" fmla="*/ 0 w 30"/>
                <a:gd name="T5" fmla="*/ 11 h 21"/>
                <a:gd name="T6" fmla="*/ 8 w 30"/>
                <a:gd name="T7" fmla="*/ 21 h 21"/>
                <a:gd name="T8" fmla="*/ 30 w 30"/>
                <a:gd name="T9" fmla="*/ 18 h 21"/>
              </a:gdLst>
              <a:ahLst/>
              <a:cxnLst>
                <a:cxn ang="0">
                  <a:pos x="T0" y="T1"/>
                </a:cxn>
                <a:cxn ang="0">
                  <a:pos x="T2" y="T3"/>
                </a:cxn>
                <a:cxn ang="0">
                  <a:pos x="T4" y="T5"/>
                </a:cxn>
                <a:cxn ang="0">
                  <a:pos x="T6" y="T7"/>
                </a:cxn>
                <a:cxn ang="0">
                  <a:pos x="T8" y="T9"/>
                </a:cxn>
              </a:cxnLst>
              <a:rect l="0" t="0" r="r" b="b"/>
              <a:pathLst>
                <a:path w="30" h="21">
                  <a:moveTo>
                    <a:pt x="30" y="18"/>
                  </a:moveTo>
                  <a:lnTo>
                    <a:pt x="25" y="0"/>
                  </a:lnTo>
                  <a:lnTo>
                    <a:pt x="0" y="11"/>
                  </a:lnTo>
                  <a:lnTo>
                    <a:pt x="8" y="21"/>
                  </a:lnTo>
                  <a:lnTo>
                    <a:pt x="30"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168"/>
            <p:cNvSpPr>
              <a:spLocks/>
            </p:cNvSpPr>
            <p:nvPr/>
          </p:nvSpPr>
          <p:spPr bwMode="auto">
            <a:xfrm>
              <a:off x="8626476" y="6167437"/>
              <a:ext cx="46038" cy="33337"/>
            </a:xfrm>
            <a:custGeom>
              <a:avLst/>
              <a:gdLst>
                <a:gd name="T0" fmla="*/ 29 w 29"/>
                <a:gd name="T1" fmla="*/ 18 h 21"/>
                <a:gd name="T2" fmla="*/ 25 w 29"/>
                <a:gd name="T3" fmla="*/ 0 h 21"/>
                <a:gd name="T4" fmla="*/ 0 w 29"/>
                <a:gd name="T5" fmla="*/ 11 h 21"/>
                <a:gd name="T6" fmla="*/ 8 w 29"/>
                <a:gd name="T7" fmla="*/ 21 h 21"/>
                <a:gd name="T8" fmla="*/ 29 w 29"/>
                <a:gd name="T9" fmla="*/ 18 h 21"/>
              </a:gdLst>
              <a:ahLst/>
              <a:cxnLst>
                <a:cxn ang="0">
                  <a:pos x="T0" y="T1"/>
                </a:cxn>
                <a:cxn ang="0">
                  <a:pos x="T2" y="T3"/>
                </a:cxn>
                <a:cxn ang="0">
                  <a:pos x="T4" y="T5"/>
                </a:cxn>
                <a:cxn ang="0">
                  <a:pos x="T6" y="T7"/>
                </a:cxn>
                <a:cxn ang="0">
                  <a:pos x="T8" y="T9"/>
                </a:cxn>
              </a:cxnLst>
              <a:rect l="0" t="0" r="r" b="b"/>
              <a:pathLst>
                <a:path w="29" h="21">
                  <a:moveTo>
                    <a:pt x="29" y="18"/>
                  </a:moveTo>
                  <a:lnTo>
                    <a:pt x="25" y="0"/>
                  </a:lnTo>
                  <a:lnTo>
                    <a:pt x="0" y="11"/>
                  </a:lnTo>
                  <a:lnTo>
                    <a:pt x="8" y="21"/>
                  </a:lnTo>
                  <a:lnTo>
                    <a:pt x="29"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48" name="组合 147"/>
          <p:cNvGrpSpPr/>
          <p:nvPr/>
        </p:nvGrpSpPr>
        <p:grpSpPr>
          <a:xfrm>
            <a:off x="1658939" y="5845174"/>
            <a:ext cx="2978150" cy="644525"/>
            <a:chOff x="1658939" y="5845174"/>
            <a:chExt cx="2978150" cy="644525"/>
          </a:xfrm>
          <a:solidFill>
            <a:schemeClr val="tx1">
              <a:lumMod val="65000"/>
              <a:lumOff val="35000"/>
            </a:schemeClr>
          </a:solidFill>
        </p:grpSpPr>
        <p:sp>
          <p:nvSpPr>
            <p:cNvPr id="149" name="Freeform 169"/>
            <p:cNvSpPr>
              <a:spLocks/>
            </p:cNvSpPr>
            <p:nvPr/>
          </p:nvSpPr>
          <p:spPr bwMode="auto">
            <a:xfrm>
              <a:off x="2036764" y="5845174"/>
              <a:ext cx="195263" cy="174625"/>
            </a:xfrm>
            <a:custGeom>
              <a:avLst/>
              <a:gdLst>
                <a:gd name="T0" fmla="*/ 0 w 122"/>
                <a:gd name="T1" fmla="*/ 109 h 109"/>
                <a:gd name="T2" fmla="*/ 31 w 122"/>
                <a:gd name="T3" fmla="*/ 101 h 109"/>
                <a:gd name="T4" fmla="*/ 37 w 122"/>
                <a:gd name="T5" fmla="*/ 84 h 109"/>
                <a:gd name="T6" fmla="*/ 33 w 122"/>
                <a:gd name="T7" fmla="*/ 57 h 109"/>
                <a:gd name="T8" fmla="*/ 68 w 122"/>
                <a:gd name="T9" fmla="*/ 26 h 109"/>
                <a:gd name="T10" fmla="*/ 73 w 122"/>
                <a:gd name="T11" fmla="*/ 26 h 109"/>
                <a:gd name="T12" fmla="*/ 99 w 122"/>
                <a:gd name="T13" fmla="*/ 41 h 109"/>
                <a:gd name="T14" fmla="*/ 122 w 122"/>
                <a:gd name="T15" fmla="*/ 22 h 109"/>
                <a:gd name="T16" fmla="*/ 63 w 122"/>
                <a:gd name="T17" fmla="*/ 1 h 109"/>
                <a:gd name="T18" fmla="*/ 16 w 122"/>
                <a:gd name="T19" fmla="*/ 52 h 109"/>
                <a:gd name="T20" fmla="*/ 0 w 122"/>
                <a:gd name="T21"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2" h="109">
                  <a:moveTo>
                    <a:pt x="0" y="109"/>
                  </a:moveTo>
                  <a:cubicBezTo>
                    <a:pt x="16" y="109"/>
                    <a:pt x="26" y="106"/>
                    <a:pt x="31" y="101"/>
                  </a:cubicBezTo>
                  <a:cubicBezTo>
                    <a:pt x="37" y="84"/>
                    <a:pt x="37" y="84"/>
                    <a:pt x="37" y="84"/>
                  </a:cubicBezTo>
                  <a:cubicBezTo>
                    <a:pt x="36" y="79"/>
                    <a:pt x="33" y="65"/>
                    <a:pt x="33" y="57"/>
                  </a:cubicBezTo>
                  <a:cubicBezTo>
                    <a:pt x="32" y="43"/>
                    <a:pt x="42" y="27"/>
                    <a:pt x="68" y="26"/>
                  </a:cubicBezTo>
                  <a:cubicBezTo>
                    <a:pt x="70" y="26"/>
                    <a:pt x="71" y="26"/>
                    <a:pt x="73" y="26"/>
                  </a:cubicBezTo>
                  <a:cubicBezTo>
                    <a:pt x="86" y="27"/>
                    <a:pt x="94" y="34"/>
                    <a:pt x="99" y="41"/>
                  </a:cubicBezTo>
                  <a:cubicBezTo>
                    <a:pt x="122" y="22"/>
                    <a:pt x="122" y="22"/>
                    <a:pt x="122" y="22"/>
                  </a:cubicBezTo>
                  <a:cubicBezTo>
                    <a:pt x="122" y="22"/>
                    <a:pt x="101" y="0"/>
                    <a:pt x="63" y="1"/>
                  </a:cubicBezTo>
                  <a:cubicBezTo>
                    <a:pt x="25" y="3"/>
                    <a:pt x="16" y="31"/>
                    <a:pt x="16" y="52"/>
                  </a:cubicBezTo>
                  <a:cubicBezTo>
                    <a:pt x="17" y="74"/>
                    <a:pt x="25" y="98"/>
                    <a:pt x="0"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170"/>
            <p:cNvSpPr>
              <a:spLocks/>
            </p:cNvSpPr>
            <p:nvPr/>
          </p:nvSpPr>
          <p:spPr bwMode="auto">
            <a:xfrm>
              <a:off x="2098676" y="5895974"/>
              <a:ext cx="103188" cy="123825"/>
            </a:xfrm>
            <a:custGeom>
              <a:avLst/>
              <a:gdLst>
                <a:gd name="T0" fmla="*/ 53 w 64"/>
                <a:gd name="T1" fmla="*/ 54 h 77"/>
                <a:gd name="T2" fmla="*/ 64 w 64"/>
                <a:gd name="T3" fmla="*/ 58 h 77"/>
                <a:gd name="T4" fmla="*/ 59 w 64"/>
                <a:gd name="T5" fmla="*/ 22 h 77"/>
                <a:gd name="T6" fmla="*/ 30 w 64"/>
                <a:gd name="T7" fmla="*/ 1 h 77"/>
                <a:gd name="T8" fmla="*/ 0 w 64"/>
                <a:gd name="T9" fmla="*/ 25 h 77"/>
                <a:gd name="T10" fmla="*/ 5 w 64"/>
                <a:gd name="T11" fmla="*/ 52 h 77"/>
                <a:gd name="T12" fmla="*/ 1 w 64"/>
                <a:gd name="T13" fmla="*/ 64 h 77"/>
                <a:gd name="T14" fmla="*/ 26 w 64"/>
                <a:gd name="T15" fmla="*/ 65 h 77"/>
                <a:gd name="T16" fmla="*/ 52 w 64"/>
                <a:gd name="T17" fmla="*/ 77 h 77"/>
                <a:gd name="T18" fmla="*/ 45 w 64"/>
                <a:gd name="T19" fmla="*/ 47 h 77"/>
                <a:gd name="T20" fmla="*/ 34 w 64"/>
                <a:gd name="T21" fmla="*/ 40 h 77"/>
                <a:gd name="T22" fmla="*/ 31 w 64"/>
                <a:gd name="T23" fmla="*/ 27 h 77"/>
                <a:gd name="T24" fmla="*/ 51 w 64"/>
                <a:gd name="T25" fmla="*/ 39 h 77"/>
                <a:gd name="T26" fmla="*/ 53 w 64"/>
                <a:gd name="T27" fmla="*/ 5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53" y="54"/>
                  </a:moveTo>
                  <a:cubicBezTo>
                    <a:pt x="64" y="58"/>
                    <a:pt x="64" y="58"/>
                    <a:pt x="64" y="58"/>
                  </a:cubicBezTo>
                  <a:cubicBezTo>
                    <a:pt x="59" y="22"/>
                    <a:pt x="59" y="22"/>
                    <a:pt x="59" y="22"/>
                  </a:cubicBezTo>
                  <a:cubicBezTo>
                    <a:pt x="59" y="22"/>
                    <a:pt x="54" y="0"/>
                    <a:pt x="30" y="1"/>
                  </a:cubicBezTo>
                  <a:cubicBezTo>
                    <a:pt x="5" y="1"/>
                    <a:pt x="0" y="15"/>
                    <a:pt x="0" y="25"/>
                  </a:cubicBezTo>
                  <a:cubicBezTo>
                    <a:pt x="0" y="34"/>
                    <a:pt x="5" y="52"/>
                    <a:pt x="5" y="52"/>
                  </a:cubicBezTo>
                  <a:cubicBezTo>
                    <a:pt x="1" y="64"/>
                    <a:pt x="1" y="64"/>
                    <a:pt x="1" y="64"/>
                  </a:cubicBezTo>
                  <a:cubicBezTo>
                    <a:pt x="26" y="65"/>
                    <a:pt x="26" y="65"/>
                    <a:pt x="26" y="65"/>
                  </a:cubicBezTo>
                  <a:cubicBezTo>
                    <a:pt x="52" y="77"/>
                    <a:pt x="52" y="77"/>
                    <a:pt x="52" y="77"/>
                  </a:cubicBezTo>
                  <a:cubicBezTo>
                    <a:pt x="45" y="47"/>
                    <a:pt x="45" y="47"/>
                    <a:pt x="45" y="47"/>
                  </a:cubicBezTo>
                  <a:cubicBezTo>
                    <a:pt x="34" y="40"/>
                    <a:pt x="34" y="40"/>
                    <a:pt x="34" y="40"/>
                  </a:cubicBezTo>
                  <a:cubicBezTo>
                    <a:pt x="31" y="27"/>
                    <a:pt x="31" y="27"/>
                    <a:pt x="31" y="27"/>
                  </a:cubicBezTo>
                  <a:cubicBezTo>
                    <a:pt x="51" y="39"/>
                    <a:pt x="51" y="39"/>
                    <a:pt x="51" y="39"/>
                  </a:cubicBezTo>
                  <a:lnTo>
                    <a:pt x="53" y="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171"/>
            <p:cNvSpPr>
              <a:spLocks/>
            </p:cNvSpPr>
            <p:nvPr/>
          </p:nvSpPr>
          <p:spPr bwMode="auto">
            <a:xfrm>
              <a:off x="2282826" y="5913437"/>
              <a:ext cx="781050" cy="576262"/>
            </a:xfrm>
            <a:custGeom>
              <a:avLst/>
              <a:gdLst>
                <a:gd name="T0" fmla="*/ 411 w 490"/>
                <a:gd name="T1" fmla="*/ 185 h 361"/>
                <a:gd name="T2" fmla="*/ 361 w 490"/>
                <a:gd name="T3" fmla="*/ 131 h 361"/>
                <a:gd name="T4" fmla="*/ 381 w 490"/>
                <a:gd name="T5" fmla="*/ 105 h 361"/>
                <a:gd name="T6" fmla="*/ 437 w 490"/>
                <a:gd name="T7" fmla="*/ 139 h 361"/>
                <a:gd name="T8" fmla="*/ 437 w 490"/>
                <a:gd name="T9" fmla="*/ 85 h 361"/>
                <a:gd name="T10" fmla="*/ 420 w 490"/>
                <a:gd name="T11" fmla="*/ 54 h 361"/>
                <a:gd name="T12" fmla="*/ 374 w 490"/>
                <a:gd name="T13" fmla="*/ 6 h 361"/>
                <a:gd name="T14" fmla="*/ 370 w 490"/>
                <a:gd name="T15" fmla="*/ 16 h 361"/>
                <a:gd name="T16" fmla="*/ 345 w 490"/>
                <a:gd name="T17" fmla="*/ 26 h 361"/>
                <a:gd name="T18" fmla="*/ 314 w 490"/>
                <a:gd name="T19" fmla="*/ 38 h 361"/>
                <a:gd name="T20" fmla="*/ 302 w 490"/>
                <a:gd name="T21" fmla="*/ 56 h 361"/>
                <a:gd name="T22" fmla="*/ 283 w 490"/>
                <a:gd name="T23" fmla="*/ 95 h 361"/>
                <a:gd name="T24" fmla="*/ 268 w 490"/>
                <a:gd name="T25" fmla="*/ 117 h 361"/>
                <a:gd name="T26" fmla="*/ 182 w 490"/>
                <a:gd name="T27" fmla="*/ 136 h 361"/>
                <a:gd name="T28" fmla="*/ 119 w 490"/>
                <a:gd name="T29" fmla="*/ 163 h 361"/>
                <a:gd name="T30" fmla="*/ 33 w 490"/>
                <a:gd name="T31" fmla="*/ 205 h 361"/>
                <a:gd name="T32" fmla="*/ 73 w 490"/>
                <a:gd name="T33" fmla="*/ 215 h 361"/>
                <a:gd name="T34" fmla="*/ 111 w 490"/>
                <a:gd name="T35" fmla="*/ 190 h 361"/>
                <a:gd name="T36" fmla="*/ 141 w 490"/>
                <a:gd name="T37" fmla="*/ 246 h 361"/>
                <a:gd name="T38" fmla="*/ 143 w 490"/>
                <a:gd name="T39" fmla="*/ 251 h 361"/>
                <a:gd name="T40" fmla="*/ 115 w 490"/>
                <a:gd name="T41" fmla="*/ 274 h 361"/>
                <a:gd name="T42" fmla="*/ 135 w 490"/>
                <a:gd name="T43" fmla="*/ 343 h 361"/>
                <a:gd name="T44" fmla="*/ 161 w 490"/>
                <a:gd name="T45" fmla="*/ 361 h 361"/>
                <a:gd name="T46" fmla="*/ 135 w 490"/>
                <a:gd name="T47" fmla="*/ 324 h 361"/>
                <a:gd name="T48" fmla="*/ 181 w 490"/>
                <a:gd name="T49" fmla="*/ 266 h 361"/>
                <a:gd name="T50" fmla="*/ 221 w 490"/>
                <a:gd name="T51" fmla="*/ 227 h 361"/>
                <a:gd name="T52" fmla="*/ 330 w 490"/>
                <a:gd name="T53" fmla="*/ 216 h 361"/>
                <a:gd name="T54" fmla="*/ 392 w 490"/>
                <a:gd name="T55" fmla="*/ 271 h 361"/>
                <a:gd name="T56" fmla="*/ 384 w 490"/>
                <a:gd name="T57" fmla="*/ 290 h 361"/>
                <a:gd name="T58" fmla="*/ 406 w 490"/>
                <a:gd name="T59" fmla="*/ 291 h 361"/>
                <a:gd name="T60" fmla="*/ 412 w 490"/>
                <a:gd name="T61" fmla="*/ 265 h 361"/>
                <a:gd name="T62" fmla="*/ 382 w 490"/>
                <a:gd name="T63" fmla="*/ 202 h 361"/>
                <a:gd name="T64" fmla="*/ 458 w 490"/>
                <a:gd name="T65" fmla="*/ 224 h 361"/>
                <a:gd name="T66" fmla="*/ 490 w 490"/>
                <a:gd name="T67" fmla="*/ 232 h 361"/>
                <a:gd name="T68" fmla="*/ 459 w 490"/>
                <a:gd name="T69" fmla="*/ 211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0" h="361">
                  <a:moveTo>
                    <a:pt x="459" y="211"/>
                  </a:moveTo>
                  <a:cubicBezTo>
                    <a:pt x="459" y="211"/>
                    <a:pt x="420" y="189"/>
                    <a:pt x="411" y="185"/>
                  </a:cubicBezTo>
                  <a:cubicBezTo>
                    <a:pt x="402" y="181"/>
                    <a:pt x="367" y="173"/>
                    <a:pt x="367" y="173"/>
                  </a:cubicBezTo>
                  <a:cubicBezTo>
                    <a:pt x="361" y="131"/>
                    <a:pt x="361" y="131"/>
                    <a:pt x="361" y="131"/>
                  </a:cubicBezTo>
                  <a:cubicBezTo>
                    <a:pt x="355" y="114"/>
                    <a:pt x="355" y="114"/>
                    <a:pt x="355" y="114"/>
                  </a:cubicBezTo>
                  <a:cubicBezTo>
                    <a:pt x="381" y="105"/>
                    <a:pt x="381" y="105"/>
                    <a:pt x="381" y="105"/>
                  </a:cubicBezTo>
                  <a:cubicBezTo>
                    <a:pt x="411" y="116"/>
                    <a:pt x="411" y="116"/>
                    <a:pt x="411" y="116"/>
                  </a:cubicBezTo>
                  <a:cubicBezTo>
                    <a:pt x="411" y="116"/>
                    <a:pt x="433" y="137"/>
                    <a:pt x="437" y="139"/>
                  </a:cubicBezTo>
                  <a:cubicBezTo>
                    <a:pt x="441" y="142"/>
                    <a:pt x="460" y="130"/>
                    <a:pt x="459" y="125"/>
                  </a:cubicBezTo>
                  <a:cubicBezTo>
                    <a:pt x="459" y="120"/>
                    <a:pt x="437" y="85"/>
                    <a:pt x="437" y="85"/>
                  </a:cubicBezTo>
                  <a:cubicBezTo>
                    <a:pt x="434" y="73"/>
                    <a:pt x="434" y="73"/>
                    <a:pt x="434" y="73"/>
                  </a:cubicBezTo>
                  <a:cubicBezTo>
                    <a:pt x="434" y="73"/>
                    <a:pt x="428" y="63"/>
                    <a:pt x="420" y="54"/>
                  </a:cubicBezTo>
                  <a:cubicBezTo>
                    <a:pt x="419" y="51"/>
                    <a:pt x="412" y="41"/>
                    <a:pt x="403" y="33"/>
                  </a:cubicBezTo>
                  <a:cubicBezTo>
                    <a:pt x="398" y="10"/>
                    <a:pt x="385" y="5"/>
                    <a:pt x="374" y="6"/>
                  </a:cubicBezTo>
                  <a:cubicBezTo>
                    <a:pt x="382" y="15"/>
                    <a:pt x="382" y="20"/>
                    <a:pt x="378" y="23"/>
                  </a:cubicBezTo>
                  <a:cubicBezTo>
                    <a:pt x="376" y="21"/>
                    <a:pt x="373" y="19"/>
                    <a:pt x="370" y="16"/>
                  </a:cubicBezTo>
                  <a:cubicBezTo>
                    <a:pt x="352" y="0"/>
                    <a:pt x="330" y="5"/>
                    <a:pt x="330" y="5"/>
                  </a:cubicBezTo>
                  <a:cubicBezTo>
                    <a:pt x="330" y="5"/>
                    <a:pt x="363" y="21"/>
                    <a:pt x="345" y="26"/>
                  </a:cubicBezTo>
                  <a:cubicBezTo>
                    <a:pt x="334" y="29"/>
                    <a:pt x="329" y="12"/>
                    <a:pt x="289" y="16"/>
                  </a:cubicBezTo>
                  <a:cubicBezTo>
                    <a:pt x="317" y="26"/>
                    <a:pt x="318" y="41"/>
                    <a:pt x="314" y="38"/>
                  </a:cubicBezTo>
                  <a:cubicBezTo>
                    <a:pt x="309" y="33"/>
                    <a:pt x="290" y="32"/>
                    <a:pt x="267" y="46"/>
                  </a:cubicBezTo>
                  <a:cubicBezTo>
                    <a:pt x="296" y="48"/>
                    <a:pt x="312" y="51"/>
                    <a:pt x="302" y="56"/>
                  </a:cubicBezTo>
                  <a:cubicBezTo>
                    <a:pt x="281" y="68"/>
                    <a:pt x="287" y="49"/>
                    <a:pt x="260" y="76"/>
                  </a:cubicBezTo>
                  <a:cubicBezTo>
                    <a:pt x="283" y="73"/>
                    <a:pt x="287" y="84"/>
                    <a:pt x="283" y="95"/>
                  </a:cubicBezTo>
                  <a:cubicBezTo>
                    <a:pt x="271" y="114"/>
                    <a:pt x="271" y="114"/>
                    <a:pt x="271" y="114"/>
                  </a:cubicBezTo>
                  <a:cubicBezTo>
                    <a:pt x="270" y="115"/>
                    <a:pt x="269" y="116"/>
                    <a:pt x="268" y="117"/>
                  </a:cubicBezTo>
                  <a:cubicBezTo>
                    <a:pt x="209" y="137"/>
                    <a:pt x="209" y="137"/>
                    <a:pt x="209" y="137"/>
                  </a:cubicBezTo>
                  <a:cubicBezTo>
                    <a:pt x="209" y="137"/>
                    <a:pt x="194" y="134"/>
                    <a:pt x="182" y="136"/>
                  </a:cubicBezTo>
                  <a:cubicBezTo>
                    <a:pt x="169" y="138"/>
                    <a:pt x="133" y="148"/>
                    <a:pt x="126" y="155"/>
                  </a:cubicBezTo>
                  <a:cubicBezTo>
                    <a:pt x="123" y="157"/>
                    <a:pt x="121" y="160"/>
                    <a:pt x="119" y="163"/>
                  </a:cubicBezTo>
                  <a:cubicBezTo>
                    <a:pt x="107" y="165"/>
                    <a:pt x="87" y="167"/>
                    <a:pt x="78" y="171"/>
                  </a:cubicBezTo>
                  <a:cubicBezTo>
                    <a:pt x="66" y="177"/>
                    <a:pt x="42" y="201"/>
                    <a:pt x="33" y="205"/>
                  </a:cubicBezTo>
                  <a:cubicBezTo>
                    <a:pt x="23" y="209"/>
                    <a:pt x="0" y="215"/>
                    <a:pt x="1" y="219"/>
                  </a:cubicBezTo>
                  <a:cubicBezTo>
                    <a:pt x="2" y="224"/>
                    <a:pt x="55" y="235"/>
                    <a:pt x="73" y="215"/>
                  </a:cubicBezTo>
                  <a:cubicBezTo>
                    <a:pt x="83" y="204"/>
                    <a:pt x="99" y="194"/>
                    <a:pt x="111" y="188"/>
                  </a:cubicBezTo>
                  <a:cubicBezTo>
                    <a:pt x="111" y="188"/>
                    <a:pt x="111" y="189"/>
                    <a:pt x="111" y="190"/>
                  </a:cubicBezTo>
                  <a:cubicBezTo>
                    <a:pt x="112" y="203"/>
                    <a:pt x="132" y="221"/>
                    <a:pt x="132" y="221"/>
                  </a:cubicBezTo>
                  <a:cubicBezTo>
                    <a:pt x="132" y="221"/>
                    <a:pt x="144" y="239"/>
                    <a:pt x="141" y="246"/>
                  </a:cubicBezTo>
                  <a:cubicBezTo>
                    <a:pt x="141" y="247"/>
                    <a:pt x="142" y="249"/>
                    <a:pt x="143" y="250"/>
                  </a:cubicBezTo>
                  <a:cubicBezTo>
                    <a:pt x="143" y="251"/>
                    <a:pt x="143" y="251"/>
                    <a:pt x="143" y="251"/>
                  </a:cubicBezTo>
                  <a:cubicBezTo>
                    <a:pt x="128" y="256"/>
                    <a:pt x="128" y="256"/>
                    <a:pt x="128" y="256"/>
                  </a:cubicBezTo>
                  <a:cubicBezTo>
                    <a:pt x="115" y="274"/>
                    <a:pt x="115" y="274"/>
                    <a:pt x="115" y="274"/>
                  </a:cubicBezTo>
                  <a:cubicBezTo>
                    <a:pt x="127" y="340"/>
                    <a:pt x="127" y="340"/>
                    <a:pt x="127" y="340"/>
                  </a:cubicBezTo>
                  <a:cubicBezTo>
                    <a:pt x="135" y="343"/>
                    <a:pt x="135" y="343"/>
                    <a:pt x="135" y="343"/>
                  </a:cubicBezTo>
                  <a:cubicBezTo>
                    <a:pt x="143" y="361"/>
                    <a:pt x="143" y="361"/>
                    <a:pt x="143" y="361"/>
                  </a:cubicBezTo>
                  <a:cubicBezTo>
                    <a:pt x="161" y="361"/>
                    <a:pt x="161" y="361"/>
                    <a:pt x="161" y="361"/>
                  </a:cubicBezTo>
                  <a:cubicBezTo>
                    <a:pt x="162" y="352"/>
                    <a:pt x="162" y="352"/>
                    <a:pt x="162" y="352"/>
                  </a:cubicBezTo>
                  <a:cubicBezTo>
                    <a:pt x="135" y="324"/>
                    <a:pt x="135" y="324"/>
                    <a:pt x="135" y="324"/>
                  </a:cubicBezTo>
                  <a:cubicBezTo>
                    <a:pt x="134" y="282"/>
                    <a:pt x="134" y="282"/>
                    <a:pt x="134" y="282"/>
                  </a:cubicBezTo>
                  <a:cubicBezTo>
                    <a:pt x="181" y="266"/>
                    <a:pt x="181" y="266"/>
                    <a:pt x="181" y="266"/>
                  </a:cubicBezTo>
                  <a:cubicBezTo>
                    <a:pt x="215" y="243"/>
                    <a:pt x="215" y="243"/>
                    <a:pt x="215" y="243"/>
                  </a:cubicBezTo>
                  <a:cubicBezTo>
                    <a:pt x="221" y="227"/>
                    <a:pt x="221" y="227"/>
                    <a:pt x="221" y="227"/>
                  </a:cubicBezTo>
                  <a:cubicBezTo>
                    <a:pt x="240" y="230"/>
                    <a:pt x="288" y="238"/>
                    <a:pt x="304" y="232"/>
                  </a:cubicBezTo>
                  <a:cubicBezTo>
                    <a:pt x="313" y="229"/>
                    <a:pt x="322" y="222"/>
                    <a:pt x="330" y="216"/>
                  </a:cubicBezTo>
                  <a:cubicBezTo>
                    <a:pt x="396" y="224"/>
                    <a:pt x="396" y="224"/>
                    <a:pt x="396" y="224"/>
                  </a:cubicBezTo>
                  <a:cubicBezTo>
                    <a:pt x="392" y="271"/>
                    <a:pt x="392" y="271"/>
                    <a:pt x="392" y="271"/>
                  </a:cubicBezTo>
                  <a:cubicBezTo>
                    <a:pt x="384" y="275"/>
                    <a:pt x="384" y="275"/>
                    <a:pt x="384" y="275"/>
                  </a:cubicBezTo>
                  <a:cubicBezTo>
                    <a:pt x="384" y="290"/>
                    <a:pt x="384" y="290"/>
                    <a:pt x="384" y="290"/>
                  </a:cubicBezTo>
                  <a:cubicBezTo>
                    <a:pt x="393" y="302"/>
                    <a:pt x="393" y="302"/>
                    <a:pt x="393" y="302"/>
                  </a:cubicBezTo>
                  <a:cubicBezTo>
                    <a:pt x="406" y="291"/>
                    <a:pt x="406" y="291"/>
                    <a:pt x="406" y="291"/>
                  </a:cubicBezTo>
                  <a:cubicBezTo>
                    <a:pt x="404" y="275"/>
                    <a:pt x="404" y="275"/>
                    <a:pt x="404" y="275"/>
                  </a:cubicBezTo>
                  <a:cubicBezTo>
                    <a:pt x="412" y="265"/>
                    <a:pt x="412" y="265"/>
                    <a:pt x="412" y="265"/>
                  </a:cubicBezTo>
                  <a:cubicBezTo>
                    <a:pt x="409" y="215"/>
                    <a:pt x="409" y="215"/>
                    <a:pt x="409" y="215"/>
                  </a:cubicBezTo>
                  <a:cubicBezTo>
                    <a:pt x="382" y="202"/>
                    <a:pt x="382" y="202"/>
                    <a:pt x="382" y="202"/>
                  </a:cubicBezTo>
                  <a:cubicBezTo>
                    <a:pt x="395" y="202"/>
                    <a:pt x="407" y="202"/>
                    <a:pt x="411" y="204"/>
                  </a:cubicBezTo>
                  <a:cubicBezTo>
                    <a:pt x="419" y="206"/>
                    <a:pt x="458" y="224"/>
                    <a:pt x="458" y="224"/>
                  </a:cubicBezTo>
                  <a:cubicBezTo>
                    <a:pt x="471" y="240"/>
                    <a:pt x="471" y="240"/>
                    <a:pt x="471" y="240"/>
                  </a:cubicBezTo>
                  <a:cubicBezTo>
                    <a:pt x="490" y="232"/>
                    <a:pt x="490" y="232"/>
                    <a:pt x="490" y="232"/>
                  </a:cubicBezTo>
                  <a:cubicBezTo>
                    <a:pt x="478" y="219"/>
                    <a:pt x="478" y="219"/>
                    <a:pt x="478" y="219"/>
                  </a:cubicBezTo>
                  <a:lnTo>
                    <a:pt x="459" y="2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172"/>
            <p:cNvSpPr>
              <a:spLocks noEditPoints="1"/>
            </p:cNvSpPr>
            <p:nvPr/>
          </p:nvSpPr>
          <p:spPr bwMode="auto">
            <a:xfrm>
              <a:off x="1916114" y="6261099"/>
              <a:ext cx="227013" cy="228600"/>
            </a:xfrm>
            <a:custGeom>
              <a:avLst/>
              <a:gdLst>
                <a:gd name="T0" fmla="*/ 72 w 143"/>
                <a:gd name="T1" fmla="*/ 0 h 143"/>
                <a:gd name="T2" fmla="*/ 0 w 143"/>
                <a:gd name="T3" fmla="*/ 72 h 143"/>
                <a:gd name="T4" fmla="*/ 72 w 143"/>
                <a:gd name="T5" fmla="*/ 143 h 143"/>
                <a:gd name="T6" fmla="*/ 143 w 143"/>
                <a:gd name="T7" fmla="*/ 72 h 143"/>
                <a:gd name="T8" fmla="*/ 72 w 143"/>
                <a:gd name="T9" fmla="*/ 0 h 143"/>
                <a:gd name="T10" fmla="*/ 72 w 143"/>
                <a:gd name="T11" fmla="*/ 45 h 143"/>
                <a:gd name="T12" fmla="*/ 98 w 143"/>
                <a:gd name="T13" fmla="*/ 72 h 143"/>
                <a:gd name="T14" fmla="*/ 72 w 143"/>
                <a:gd name="T15" fmla="*/ 98 h 143"/>
                <a:gd name="T16" fmla="*/ 45 w 143"/>
                <a:gd name="T17" fmla="*/ 72 h 143"/>
                <a:gd name="T18" fmla="*/ 72 w 143"/>
                <a:gd name="T19" fmla="*/ 4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3" h="143">
                  <a:moveTo>
                    <a:pt x="72" y="0"/>
                  </a:moveTo>
                  <a:cubicBezTo>
                    <a:pt x="32" y="0"/>
                    <a:pt x="0" y="32"/>
                    <a:pt x="0" y="72"/>
                  </a:cubicBezTo>
                  <a:cubicBezTo>
                    <a:pt x="0" y="111"/>
                    <a:pt x="32" y="143"/>
                    <a:pt x="72" y="143"/>
                  </a:cubicBezTo>
                  <a:cubicBezTo>
                    <a:pt x="111" y="143"/>
                    <a:pt x="143" y="111"/>
                    <a:pt x="143" y="72"/>
                  </a:cubicBezTo>
                  <a:cubicBezTo>
                    <a:pt x="143" y="32"/>
                    <a:pt x="111" y="0"/>
                    <a:pt x="72" y="0"/>
                  </a:cubicBezTo>
                  <a:close/>
                  <a:moveTo>
                    <a:pt x="72" y="45"/>
                  </a:moveTo>
                  <a:cubicBezTo>
                    <a:pt x="86" y="45"/>
                    <a:pt x="98" y="57"/>
                    <a:pt x="98" y="72"/>
                  </a:cubicBezTo>
                  <a:cubicBezTo>
                    <a:pt x="98" y="86"/>
                    <a:pt x="86" y="98"/>
                    <a:pt x="72" y="98"/>
                  </a:cubicBezTo>
                  <a:cubicBezTo>
                    <a:pt x="57" y="98"/>
                    <a:pt x="45" y="86"/>
                    <a:pt x="45" y="72"/>
                  </a:cubicBezTo>
                  <a:cubicBezTo>
                    <a:pt x="45" y="57"/>
                    <a:pt x="57" y="45"/>
                    <a:pt x="72"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Oval 173"/>
            <p:cNvSpPr>
              <a:spLocks noChangeArrowheads="1"/>
            </p:cNvSpPr>
            <p:nvPr/>
          </p:nvSpPr>
          <p:spPr bwMode="auto">
            <a:xfrm>
              <a:off x="2006601" y="6353174"/>
              <a:ext cx="46038" cy="4603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174"/>
            <p:cNvSpPr>
              <a:spLocks noEditPoints="1"/>
            </p:cNvSpPr>
            <p:nvPr/>
          </p:nvSpPr>
          <p:spPr bwMode="auto">
            <a:xfrm>
              <a:off x="1658939" y="5870574"/>
              <a:ext cx="1054100" cy="588962"/>
            </a:xfrm>
            <a:custGeom>
              <a:avLst/>
              <a:gdLst>
                <a:gd name="T0" fmla="*/ 659 w 661"/>
                <a:gd name="T1" fmla="*/ 128 h 369"/>
                <a:gd name="T2" fmla="*/ 342 w 661"/>
                <a:gd name="T3" fmla="*/ 184 h 369"/>
                <a:gd name="T4" fmla="*/ 260 w 661"/>
                <a:gd name="T5" fmla="*/ 175 h 369"/>
                <a:gd name="T6" fmla="*/ 306 w 661"/>
                <a:gd name="T7" fmla="*/ 129 h 369"/>
                <a:gd name="T8" fmla="*/ 334 w 661"/>
                <a:gd name="T9" fmla="*/ 151 h 369"/>
                <a:gd name="T10" fmla="*/ 372 w 661"/>
                <a:gd name="T11" fmla="*/ 147 h 369"/>
                <a:gd name="T12" fmla="*/ 383 w 661"/>
                <a:gd name="T13" fmla="*/ 164 h 369"/>
                <a:gd name="T14" fmla="*/ 383 w 661"/>
                <a:gd name="T15" fmla="*/ 157 h 369"/>
                <a:gd name="T16" fmla="*/ 399 w 661"/>
                <a:gd name="T17" fmla="*/ 145 h 369"/>
                <a:gd name="T18" fmla="*/ 410 w 661"/>
                <a:gd name="T19" fmla="*/ 131 h 369"/>
                <a:gd name="T20" fmla="*/ 423 w 661"/>
                <a:gd name="T21" fmla="*/ 135 h 369"/>
                <a:gd name="T22" fmla="*/ 421 w 661"/>
                <a:gd name="T23" fmla="*/ 122 h 369"/>
                <a:gd name="T24" fmla="*/ 534 w 661"/>
                <a:gd name="T25" fmla="*/ 0 h 369"/>
                <a:gd name="T26" fmla="*/ 411 w 661"/>
                <a:gd name="T27" fmla="*/ 112 h 369"/>
                <a:gd name="T28" fmla="*/ 398 w 661"/>
                <a:gd name="T29" fmla="*/ 110 h 369"/>
                <a:gd name="T30" fmla="*/ 403 w 661"/>
                <a:gd name="T31" fmla="*/ 122 h 369"/>
                <a:gd name="T32" fmla="*/ 338 w 661"/>
                <a:gd name="T33" fmla="*/ 126 h 369"/>
                <a:gd name="T34" fmla="*/ 306 w 661"/>
                <a:gd name="T35" fmla="*/ 97 h 369"/>
                <a:gd name="T36" fmla="*/ 214 w 661"/>
                <a:gd name="T37" fmla="*/ 155 h 369"/>
                <a:gd name="T38" fmla="*/ 225 w 661"/>
                <a:gd name="T39" fmla="*/ 204 h 369"/>
                <a:gd name="T40" fmla="*/ 159 w 661"/>
                <a:gd name="T41" fmla="*/ 67 h 369"/>
                <a:gd name="T42" fmla="*/ 152 w 661"/>
                <a:gd name="T43" fmla="*/ 20 h 369"/>
                <a:gd name="T44" fmla="*/ 143 w 661"/>
                <a:gd name="T45" fmla="*/ 21 h 369"/>
                <a:gd name="T46" fmla="*/ 154 w 661"/>
                <a:gd name="T47" fmla="*/ 68 h 369"/>
                <a:gd name="T48" fmla="*/ 123 w 661"/>
                <a:gd name="T49" fmla="*/ 80 h 369"/>
                <a:gd name="T50" fmla="*/ 117 w 661"/>
                <a:gd name="T51" fmla="*/ 56 h 369"/>
                <a:gd name="T52" fmla="*/ 94 w 661"/>
                <a:gd name="T53" fmla="*/ 2 h 369"/>
                <a:gd name="T54" fmla="*/ 109 w 661"/>
                <a:gd name="T55" fmla="*/ 58 h 369"/>
                <a:gd name="T56" fmla="*/ 80 w 661"/>
                <a:gd name="T57" fmla="*/ 72 h 369"/>
                <a:gd name="T58" fmla="*/ 61 w 661"/>
                <a:gd name="T59" fmla="*/ 42 h 369"/>
                <a:gd name="T60" fmla="*/ 71 w 661"/>
                <a:gd name="T61" fmla="*/ 74 h 369"/>
                <a:gd name="T62" fmla="*/ 63 w 661"/>
                <a:gd name="T63" fmla="*/ 82 h 369"/>
                <a:gd name="T64" fmla="*/ 82 w 661"/>
                <a:gd name="T65" fmla="*/ 97 h 369"/>
                <a:gd name="T66" fmla="*/ 33 w 661"/>
                <a:gd name="T67" fmla="*/ 116 h 369"/>
                <a:gd name="T68" fmla="*/ 85 w 661"/>
                <a:gd name="T69" fmla="*/ 99 h 369"/>
                <a:gd name="T70" fmla="*/ 151 w 661"/>
                <a:gd name="T71" fmla="*/ 242 h 369"/>
                <a:gd name="T72" fmla="*/ 0 w 661"/>
                <a:gd name="T73" fmla="*/ 355 h 369"/>
                <a:gd name="T74" fmla="*/ 105 w 661"/>
                <a:gd name="T75" fmla="*/ 342 h 369"/>
                <a:gd name="T76" fmla="*/ 155 w 661"/>
                <a:gd name="T77" fmla="*/ 317 h 369"/>
                <a:gd name="T78" fmla="*/ 311 w 661"/>
                <a:gd name="T79" fmla="*/ 317 h 369"/>
                <a:gd name="T80" fmla="*/ 322 w 661"/>
                <a:gd name="T81" fmla="*/ 362 h 369"/>
                <a:gd name="T82" fmla="*/ 661 w 661"/>
                <a:gd name="T83" fmla="*/ 138 h 369"/>
                <a:gd name="T84" fmla="*/ 373 w 661"/>
                <a:gd name="T85" fmla="*/ 147 h 369"/>
                <a:gd name="T86" fmla="*/ 376 w 661"/>
                <a:gd name="T87" fmla="*/ 150 h 369"/>
                <a:gd name="T88" fmla="*/ 154 w 661"/>
                <a:gd name="T89" fmla="*/ 236 h 369"/>
                <a:gd name="T90" fmla="*/ 90 w 661"/>
                <a:gd name="T91" fmla="*/ 93 h 369"/>
                <a:gd name="T92" fmla="*/ 112 w 661"/>
                <a:gd name="T93" fmla="*/ 62 h 369"/>
                <a:gd name="T94" fmla="*/ 105 w 661"/>
                <a:gd name="T95" fmla="*/ 91 h 369"/>
                <a:gd name="T96" fmla="*/ 121 w 661"/>
                <a:gd name="T97" fmla="*/ 88 h 369"/>
                <a:gd name="T98" fmla="*/ 162 w 661"/>
                <a:gd name="T99" fmla="*/ 219 h 369"/>
                <a:gd name="T100" fmla="*/ 125 w 661"/>
                <a:gd name="T101" fmla="*/ 85 h 369"/>
                <a:gd name="T102" fmla="*/ 182 w 661"/>
                <a:gd name="T103" fmla="*/ 214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61" h="369">
                  <a:moveTo>
                    <a:pt x="661" y="138"/>
                  </a:moveTo>
                  <a:cubicBezTo>
                    <a:pt x="659" y="128"/>
                    <a:pt x="659" y="128"/>
                    <a:pt x="659" y="128"/>
                  </a:cubicBezTo>
                  <a:cubicBezTo>
                    <a:pt x="344" y="190"/>
                    <a:pt x="344" y="190"/>
                    <a:pt x="344" y="190"/>
                  </a:cubicBezTo>
                  <a:cubicBezTo>
                    <a:pt x="343" y="186"/>
                    <a:pt x="342" y="184"/>
                    <a:pt x="342" y="184"/>
                  </a:cubicBezTo>
                  <a:cubicBezTo>
                    <a:pt x="342" y="184"/>
                    <a:pt x="317" y="188"/>
                    <a:pt x="283" y="193"/>
                  </a:cubicBezTo>
                  <a:cubicBezTo>
                    <a:pt x="260" y="175"/>
                    <a:pt x="260" y="175"/>
                    <a:pt x="260" y="175"/>
                  </a:cubicBezTo>
                  <a:cubicBezTo>
                    <a:pt x="272" y="159"/>
                    <a:pt x="289" y="146"/>
                    <a:pt x="300" y="135"/>
                  </a:cubicBezTo>
                  <a:cubicBezTo>
                    <a:pt x="302" y="133"/>
                    <a:pt x="304" y="131"/>
                    <a:pt x="306" y="129"/>
                  </a:cubicBezTo>
                  <a:cubicBezTo>
                    <a:pt x="326" y="147"/>
                    <a:pt x="326" y="147"/>
                    <a:pt x="326" y="147"/>
                  </a:cubicBezTo>
                  <a:cubicBezTo>
                    <a:pt x="328" y="150"/>
                    <a:pt x="331" y="151"/>
                    <a:pt x="334" y="151"/>
                  </a:cubicBezTo>
                  <a:cubicBezTo>
                    <a:pt x="334" y="151"/>
                    <a:pt x="335" y="151"/>
                    <a:pt x="335" y="151"/>
                  </a:cubicBezTo>
                  <a:cubicBezTo>
                    <a:pt x="372" y="147"/>
                    <a:pt x="372" y="147"/>
                    <a:pt x="372" y="147"/>
                  </a:cubicBezTo>
                  <a:cubicBezTo>
                    <a:pt x="369" y="150"/>
                    <a:pt x="369" y="150"/>
                    <a:pt x="369" y="150"/>
                  </a:cubicBezTo>
                  <a:cubicBezTo>
                    <a:pt x="383" y="164"/>
                    <a:pt x="383" y="164"/>
                    <a:pt x="383" y="164"/>
                  </a:cubicBezTo>
                  <a:cubicBezTo>
                    <a:pt x="386" y="160"/>
                    <a:pt x="386" y="160"/>
                    <a:pt x="386" y="160"/>
                  </a:cubicBezTo>
                  <a:cubicBezTo>
                    <a:pt x="383" y="157"/>
                    <a:pt x="383" y="157"/>
                    <a:pt x="383" y="157"/>
                  </a:cubicBezTo>
                  <a:cubicBezTo>
                    <a:pt x="396" y="145"/>
                    <a:pt x="396" y="145"/>
                    <a:pt x="396" y="145"/>
                  </a:cubicBezTo>
                  <a:cubicBezTo>
                    <a:pt x="399" y="145"/>
                    <a:pt x="399" y="145"/>
                    <a:pt x="399" y="145"/>
                  </a:cubicBezTo>
                  <a:cubicBezTo>
                    <a:pt x="406" y="144"/>
                    <a:pt x="410" y="138"/>
                    <a:pt x="410" y="132"/>
                  </a:cubicBezTo>
                  <a:cubicBezTo>
                    <a:pt x="410" y="131"/>
                    <a:pt x="410" y="131"/>
                    <a:pt x="410" y="131"/>
                  </a:cubicBezTo>
                  <a:cubicBezTo>
                    <a:pt x="414" y="126"/>
                    <a:pt x="414" y="126"/>
                    <a:pt x="414" y="126"/>
                  </a:cubicBezTo>
                  <a:cubicBezTo>
                    <a:pt x="423" y="135"/>
                    <a:pt x="423" y="135"/>
                    <a:pt x="423" y="135"/>
                  </a:cubicBezTo>
                  <a:cubicBezTo>
                    <a:pt x="429" y="130"/>
                    <a:pt x="429" y="130"/>
                    <a:pt x="429" y="130"/>
                  </a:cubicBezTo>
                  <a:cubicBezTo>
                    <a:pt x="421" y="122"/>
                    <a:pt x="421" y="122"/>
                    <a:pt x="421" y="122"/>
                  </a:cubicBezTo>
                  <a:cubicBezTo>
                    <a:pt x="516" y="33"/>
                    <a:pt x="516" y="33"/>
                    <a:pt x="516" y="33"/>
                  </a:cubicBezTo>
                  <a:cubicBezTo>
                    <a:pt x="534" y="0"/>
                    <a:pt x="534" y="0"/>
                    <a:pt x="534" y="0"/>
                  </a:cubicBezTo>
                  <a:cubicBezTo>
                    <a:pt x="500" y="17"/>
                    <a:pt x="500" y="17"/>
                    <a:pt x="500" y="17"/>
                  </a:cubicBezTo>
                  <a:cubicBezTo>
                    <a:pt x="411" y="112"/>
                    <a:pt x="411" y="112"/>
                    <a:pt x="411" y="112"/>
                  </a:cubicBezTo>
                  <a:cubicBezTo>
                    <a:pt x="403" y="104"/>
                    <a:pt x="403" y="104"/>
                    <a:pt x="403" y="104"/>
                  </a:cubicBezTo>
                  <a:cubicBezTo>
                    <a:pt x="398" y="110"/>
                    <a:pt x="398" y="110"/>
                    <a:pt x="398" y="110"/>
                  </a:cubicBezTo>
                  <a:cubicBezTo>
                    <a:pt x="407" y="119"/>
                    <a:pt x="407" y="119"/>
                    <a:pt x="407" y="119"/>
                  </a:cubicBezTo>
                  <a:cubicBezTo>
                    <a:pt x="403" y="122"/>
                    <a:pt x="403" y="122"/>
                    <a:pt x="403" y="122"/>
                  </a:cubicBezTo>
                  <a:cubicBezTo>
                    <a:pt x="401" y="121"/>
                    <a:pt x="399" y="120"/>
                    <a:pt x="397" y="121"/>
                  </a:cubicBezTo>
                  <a:cubicBezTo>
                    <a:pt x="338" y="126"/>
                    <a:pt x="338" y="126"/>
                    <a:pt x="338" y="126"/>
                  </a:cubicBezTo>
                  <a:cubicBezTo>
                    <a:pt x="308" y="98"/>
                    <a:pt x="308" y="98"/>
                    <a:pt x="308" y="98"/>
                  </a:cubicBezTo>
                  <a:cubicBezTo>
                    <a:pt x="308" y="98"/>
                    <a:pt x="307" y="97"/>
                    <a:pt x="306" y="97"/>
                  </a:cubicBezTo>
                  <a:cubicBezTo>
                    <a:pt x="297" y="90"/>
                    <a:pt x="282" y="87"/>
                    <a:pt x="266" y="98"/>
                  </a:cubicBezTo>
                  <a:cubicBezTo>
                    <a:pt x="242" y="115"/>
                    <a:pt x="229" y="128"/>
                    <a:pt x="214" y="155"/>
                  </a:cubicBezTo>
                  <a:cubicBezTo>
                    <a:pt x="205" y="173"/>
                    <a:pt x="212" y="184"/>
                    <a:pt x="221" y="192"/>
                  </a:cubicBezTo>
                  <a:cubicBezTo>
                    <a:pt x="225" y="204"/>
                    <a:pt x="225" y="204"/>
                    <a:pt x="225" y="204"/>
                  </a:cubicBezTo>
                  <a:cubicBezTo>
                    <a:pt x="212" y="207"/>
                    <a:pt x="199" y="209"/>
                    <a:pt x="186" y="212"/>
                  </a:cubicBezTo>
                  <a:cubicBezTo>
                    <a:pt x="159" y="67"/>
                    <a:pt x="159" y="67"/>
                    <a:pt x="159" y="67"/>
                  </a:cubicBezTo>
                  <a:cubicBezTo>
                    <a:pt x="160" y="63"/>
                    <a:pt x="160" y="63"/>
                    <a:pt x="160" y="63"/>
                  </a:cubicBezTo>
                  <a:cubicBezTo>
                    <a:pt x="160" y="63"/>
                    <a:pt x="153" y="26"/>
                    <a:pt x="152" y="20"/>
                  </a:cubicBezTo>
                  <a:cubicBezTo>
                    <a:pt x="151" y="14"/>
                    <a:pt x="145" y="6"/>
                    <a:pt x="145" y="6"/>
                  </a:cubicBezTo>
                  <a:cubicBezTo>
                    <a:pt x="145" y="6"/>
                    <a:pt x="142" y="16"/>
                    <a:pt x="143" y="21"/>
                  </a:cubicBezTo>
                  <a:cubicBezTo>
                    <a:pt x="145" y="27"/>
                    <a:pt x="152" y="65"/>
                    <a:pt x="152" y="65"/>
                  </a:cubicBezTo>
                  <a:cubicBezTo>
                    <a:pt x="154" y="68"/>
                    <a:pt x="154" y="68"/>
                    <a:pt x="154" y="68"/>
                  </a:cubicBezTo>
                  <a:cubicBezTo>
                    <a:pt x="155" y="70"/>
                    <a:pt x="155" y="70"/>
                    <a:pt x="155" y="70"/>
                  </a:cubicBezTo>
                  <a:cubicBezTo>
                    <a:pt x="149" y="71"/>
                    <a:pt x="138" y="73"/>
                    <a:pt x="123" y="80"/>
                  </a:cubicBezTo>
                  <a:cubicBezTo>
                    <a:pt x="116" y="60"/>
                    <a:pt x="116" y="60"/>
                    <a:pt x="116" y="60"/>
                  </a:cubicBezTo>
                  <a:cubicBezTo>
                    <a:pt x="117" y="56"/>
                    <a:pt x="117" y="56"/>
                    <a:pt x="117" y="56"/>
                  </a:cubicBezTo>
                  <a:cubicBezTo>
                    <a:pt x="117" y="56"/>
                    <a:pt x="105" y="20"/>
                    <a:pt x="103" y="14"/>
                  </a:cubicBezTo>
                  <a:cubicBezTo>
                    <a:pt x="101" y="9"/>
                    <a:pt x="94" y="2"/>
                    <a:pt x="94" y="2"/>
                  </a:cubicBezTo>
                  <a:cubicBezTo>
                    <a:pt x="94" y="2"/>
                    <a:pt x="93" y="11"/>
                    <a:pt x="95" y="17"/>
                  </a:cubicBezTo>
                  <a:cubicBezTo>
                    <a:pt x="96" y="22"/>
                    <a:pt x="109" y="58"/>
                    <a:pt x="109" y="58"/>
                  </a:cubicBezTo>
                  <a:cubicBezTo>
                    <a:pt x="110" y="60"/>
                    <a:pt x="110" y="60"/>
                    <a:pt x="110" y="60"/>
                  </a:cubicBezTo>
                  <a:cubicBezTo>
                    <a:pt x="103" y="66"/>
                    <a:pt x="90" y="70"/>
                    <a:pt x="80" y="72"/>
                  </a:cubicBezTo>
                  <a:cubicBezTo>
                    <a:pt x="76" y="64"/>
                    <a:pt x="72" y="56"/>
                    <a:pt x="71" y="53"/>
                  </a:cubicBezTo>
                  <a:cubicBezTo>
                    <a:pt x="69" y="48"/>
                    <a:pt x="61" y="42"/>
                    <a:pt x="61" y="42"/>
                  </a:cubicBezTo>
                  <a:cubicBezTo>
                    <a:pt x="61" y="42"/>
                    <a:pt x="61" y="52"/>
                    <a:pt x="63" y="57"/>
                  </a:cubicBezTo>
                  <a:cubicBezTo>
                    <a:pt x="64" y="59"/>
                    <a:pt x="68" y="66"/>
                    <a:pt x="71" y="74"/>
                  </a:cubicBezTo>
                  <a:cubicBezTo>
                    <a:pt x="66" y="75"/>
                    <a:pt x="63" y="75"/>
                    <a:pt x="63" y="75"/>
                  </a:cubicBezTo>
                  <a:cubicBezTo>
                    <a:pt x="63" y="75"/>
                    <a:pt x="67" y="77"/>
                    <a:pt x="63" y="82"/>
                  </a:cubicBezTo>
                  <a:cubicBezTo>
                    <a:pt x="67" y="81"/>
                    <a:pt x="70" y="81"/>
                    <a:pt x="74" y="80"/>
                  </a:cubicBezTo>
                  <a:cubicBezTo>
                    <a:pt x="78" y="89"/>
                    <a:pt x="82" y="97"/>
                    <a:pt x="82" y="97"/>
                  </a:cubicBezTo>
                  <a:cubicBezTo>
                    <a:pt x="82" y="97"/>
                    <a:pt x="82" y="97"/>
                    <a:pt x="82" y="97"/>
                  </a:cubicBezTo>
                  <a:cubicBezTo>
                    <a:pt x="74" y="98"/>
                    <a:pt x="56" y="101"/>
                    <a:pt x="33" y="116"/>
                  </a:cubicBezTo>
                  <a:cubicBezTo>
                    <a:pt x="40" y="117"/>
                    <a:pt x="38" y="121"/>
                    <a:pt x="38" y="121"/>
                  </a:cubicBezTo>
                  <a:cubicBezTo>
                    <a:pt x="38" y="121"/>
                    <a:pt x="68" y="99"/>
                    <a:pt x="85" y="99"/>
                  </a:cubicBezTo>
                  <a:cubicBezTo>
                    <a:pt x="85" y="99"/>
                    <a:pt x="85" y="99"/>
                    <a:pt x="85" y="99"/>
                  </a:cubicBezTo>
                  <a:cubicBezTo>
                    <a:pt x="151" y="242"/>
                    <a:pt x="151" y="242"/>
                    <a:pt x="151" y="242"/>
                  </a:cubicBezTo>
                  <a:cubicBezTo>
                    <a:pt x="128" y="294"/>
                    <a:pt x="117" y="315"/>
                    <a:pt x="105" y="328"/>
                  </a:cubicBezTo>
                  <a:cubicBezTo>
                    <a:pt x="0" y="355"/>
                    <a:pt x="0" y="355"/>
                    <a:pt x="0" y="355"/>
                  </a:cubicBezTo>
                  <a:cubicBezTo>
                    <a:pt x="3" y="369"/>
                    <a:pt x="3" y="369"/>
                    <a:pt x="3" y="369"/>
                  </a:cubicBezTo>
                  <a:cubicBezTo>
                    <a:pt x="105" y="342"/>
                    <a:pt x="105" y="342"/>
                    <a:pt x="105" y="342"/>
                  </a:cubicBezTo>
                  <a:cubicBezTo>
                    <a:pt x="161" y="347"/>
                    <a:pt x="161" y="347"/>
                    <a:pt x="161" y="347"/>
                  </a:cubicBezTo>
                  <a:cubicBezTo>
                    <a:pt x="157" y="338"/>
                    <a:pt x="155" y="327"/>
                    <a:pt x="155" y="317"/>
                  </a:cubicBezTo>
                  <a:cubicBezTo>
                    <a:pt x="155" y="274"/>
                    <a:pt x="190" y="239"/>
                    <a:pt x="233" y="239"/>
                  </a:cubicBezTo>
                  <a:cubicBezTo>
                    <a:pt x="276" y="239"/>
                    <a:pt x="311" y="274"/>
                    <a:pt x="311" y="317"/>
                  </a:cubicBezTo>
                  <a:cubicBezTo>
                    <a:pt x="311" y="333"/>
                    <a:pt x="306" y="347"/>
                    <a:pt x="297" y="360"/>
                  </a:cubicBezTo>
                  <a:cubicBezTo>
                    <a:pt x="322" y="362"/>
                    <a:pt x="322" y="362"/>
                    <a:pt x="322" y="362"/>
                  </a:cubicBezTo>
                  <a:cubicBezTo>
                    <a:pt x="360" y="283"/>
                    <a:pt x="354" y="226"/>
                    <a:pt x="347" y="200"/>
                  </a:cubicBezTo>
                  <a:lnTo>
                    <a:pt x="661" y="138"/>
                  </a:lnTo>
                  <a:close/>
                  <a:moveTo>
                    <a:pt x="376" y="150"/>
                  </a:moveTo>
                  <a:cubicBezTo>
                    <a:pt x="373" y="147"/>
                    <a:pt x="373" y="147"/>
                    <a:pt x="373" y="147"/>
                  </a:cubicBezTo>
                  <a:cubicBezTo>
                    <a:pt x="379" y="146"/>
                    <a:pt x="379" y="146"/>
                    <a:pt x="379" y="146"/>
                  </a:cubicBezTo>
                  <a:lnTo>
                    <a:pt x="376" y="150"/>
                  </a:lnTo>
                  <a:close/>
                  <a:moveTo>
                    <a:pt x="162" y="219"/>
                  </a:moveTo>
                  <a:cubicBezTo>
                    <a:pt x="159" y="225"/>
                    <a:pt x="156" y="230"/>
                    <a:pt x="154" y="236"/>
                  </a:cubicBezTo>
                  <a:cubicBezTo>
                    <a:pt x="89" y="97"/>
                    <a:pt x="89" y="97"/>
                    <a:pt x="89" y="97"/>
                  </a:cubicBezTo>
                  <a:cubicBezTo>
                    <a:pt x="90" y="93"/>
                    <a:pt x="90" y="93"/>
                    <a:pt x="90" y="93"/>
                  </a:cubicBezTo>
                  <a:cubicBezTo>
                    <a:pt x="90" y="93"/>
                    <a:pt x="86" y="86"/>
                    <a:pt x="82" y="77"/>
                  </a:cubicBezTo>
                  <a:cubicBezTo>
                    <a:pt x="98" y="72"/>
                    <a:pt x="107" y="65"/>
                    <a:pt x="112" y="62"/>
                  </a:cubicBezTo>
                  <a:cubicBezTo>
                    <a:pt x="119" y="82"/>
                    <a:pt x="119" y="82"/>
                    <a:pt x="119" y="82"/>
                  </a:cubicBezTo>
                  <a:cubicBezTo>
                    <a:pt x="114" y="85"/>
                    <a:pt x="110" y="88"/>
                    <a:pt x="105" y="91"/>
                  </a:cubicBezTo>
                  <a:cubicBezTo>
                    <a:pt x="112" y="91"/>
                    <a:pt x="111" y="96"/>
                    <a:pt x="111" y="96"/>
                  </a:cubicBezTo>
                  <a:cubicBezTo>
                    <a:pt x="111" y="96"/>
                    <a:pt x="115" y="92"/>
                    <a:pt x="121" y="88"/>
                  </a:cubicBezTo>
                  <a:cubicBezTo>
                    <a:pt x="164" y="218"/>
                    <a:pt x="164" y="218"/>
                    <a:pt x="164" y="218"/>
                  </a:cubicBezTo>
                  <a:cubicBezTo>
                    <a:pt x="163" y="218"/>
                    <a:pt x="162" y="218"/>
                    <a:pt x="162" y="219"/>
                  </a:cubicBezTo>
                  <a:close/>
                  <a:moveTo>
                    <a:pt x="169" y="217"/>
                  </a:moveTo>
                  <a:cubicBezTo>
                    <a:pt x="125" y="85"/>
                    <a:pt x="125" y="85"/>
                    <a:pt x="125" y="85"/>
                  </a:cubicBezTo>
                  <a:cubicBezTo>
                    <a:pt x="134" y="79"/>
                    <a:pt x="146" y="73"/>
                    <a:pt x="155" y="72"/>
                  </a:cubicBezTo>
                  <a:cubicBezTo>
                    <a:pt x="182" y="214"/>
                    <a:pt x="182" y="214"/>
                    <a:pt x="182" y="214"/>
                  </a:cubicBezTo>
                  <a:cubicBezTo>
                    <a:pt x="177" y="215"/>
                    <a:pt x="173" y="216"/>
                    <a:pt x="169" y="2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175"/>
            <p:cNvSpPr>
              <a:spLocks/>
            </p:cNvSpPr>
            <p:nvPr/>
          </p:nvSpPr>
          <p:spPr bwMode="auto">
            <a:xfrm>
              <a:off x="3257551" y="6265862"/>
              <a:ext cx="277813" cy="222250"/>
            </a:xfrm>
            <a:custGeom>
              <a:avLst/>
              <a:gdLst>
                <a:gd name="T0" fmla="*/ 31 w 174"/>
                <a:gd name="T1" fmla="*/ 26 h 139"/>
                <a:gd name="T2" fmla="*/ 44 w 174"/>
                <a:gd name="T3" fmla="*/ 60 h 139"/>
                <a:gd name="T4" fmla="*/ 5 w 174"/>
                <a:gd name="T5" fmla="*/ 114 h 139"/>
                <a:gd name="T6" fmla="*/ 9 w 174"/>
                <a:gd name="T7" fmla="*/ 136 h 139"/>
                <a:gd name="T8" fmla="*/ 18 w 174"/>
                <a:gd name="T9" fmla="*/ 139 h 139"/>
                <a:gd name="T10" fmla="*/ 31 w 174"/>
                <a:gd name="T11" fmla="*/ 133 h 139"/>
                <a:gd name="T12" fmla="*/ 75 w 174"/>
                <a:gd name="T13" fmla="*/ 72 h 139"/>
                <a:gd name="T14" fmla="*/ 77 w 174"/>
                <a:gd name="T15" fmla="*/ 57 h 139"/>
                <a:gd name="T16" fmla="*/ 68 w 174"/>
                <a:gd name="T17" fmla="*/ 33 h 139"/>
                <a:gd name="T18" fmla="*/ 87 w 174"/>
                <a:gd name="T19" fmla="*/ 43 h 139"/>
                <a:gd name="T20" fmla="*/ 142 w 174"/>
                <a:gd name="T21" fmla="*/ 129 h 139"/>
                <a:gd name="T22" fmla="*/ 164 w 174"/>
                <a:gd name="T23" fmla="*/ 134 h 139"/>
                <a:gd name="T24" fmla="*/ 169 w 174"/>
                <a:gd name="T25" fmla="*/ 112 h 139"/>
                <a:gd name="T26" fmla="*/ 112 w 174"/>
                <a:gd name="T27" fmla="*/ 23 h 139"/>
                <a:gd name="T28" fmla="*/ 106 w 174"/>
                <a:gd name="T29" fmla="*/ 17 h 139"/>
                <a:gd name="T30" fmla="*/ 75 w 174"/>
                <a:gd name="T31" fmla="*/ 0 h 139"/>
                <a:gd name="T32" fmla="*/ 31 w 174"/>
                <a:gd name="T33" fmla="*/ 26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4" h="139">
                  <a:moveTo>
                    <a:pt x="31" y="26"/>
                  </a:moveTo>
                  <a:cubicBezTo>
                    <a:pt x="44" y="60"/>
                    <a:pt x="44" y="60"/>
                    <a:pt x="44" y="60"/>
                  </a:cubicBezTo>
                  <a:cubicBezTo>
                    <a:pt x="5" y="114"/>
                    <a:pt x="5" y="114"/>
                    <a:pt x="5" y="114"/>
                  </a:cubicBezTo>
                  <a:cubicBezTo>
                    <a:pt x="0" y="121"/>
                    <a:pt x="2" y="131"/>
                    <a:pt x="9" y="136"/>
                  </a:cubicBezTo>
                  <a:cubicBezTo>
                    <a:pt x="12" y="138"/>
                    <a:pt x="15" y="139"/>
                    <a:pt x="18" y="139"/>
                  </a:cubicBezTo>
                  <a:cubicBezTo>
                    <a:pt x="23" y="139"/>
                    <a:pt x="28" y="137"/>
                    <a:pt x="31" y="133"/>
                  </a:cubicBezTo>
                  <a:cubicBezTo>
                    <a:pt x="75" y="72"/>
                    <a:pt x="75" y="72"/>
                    <a:pt x="75" y="72"/>
                  </a:cubicBezTo>
                  <a:cubicBezTo>
                    <a:pt x="78" y="68"/>
                    <a:pt x="79" y="62"/>
                    <a:pt x="77" y="57"/>
                  </a:cubicBezTo>
                  <a:cubicBezTo>
                    <a:pt x="68" y="33"/>
                    <a:pt x="68" y="33"/>
                    <a:pt x="68" y="33"/>
                  </a:cubicBezTo>
                  <a:cubicBezTo>
                    <a:pt x="87" y="43"/>
                    <a:pt x="87" y="43"/>
                    <a:pt x="87" y="43"/>
                  </a:cubicBezTo>
                  <a:cubicBezTo>
                    <a:pt x="142" y="129"/>
                    <a:pt x="142" y="129"/>
                    <a:pt x="142" y="129"/>
                  </a:cubicBezTo>
                  <a:cubicBezTo>
                    <a:pt x="147" y="136"/>
                    <a:pt x="157" y="138"/>
                    <a:pt x="164" y="134"/>
                  </a:cubicBezTo>
                  <a:cubicBezTo>
                    <a:pt x="172" y="129"/>
                    <a:pt x="174" y="119"/>
                    <a:pt x="169" y="112"/>
                  </a:cubicBezTo>
                  <a:cubicBezTo>
                    <a:pt x="112" y="23"/>
                    <a:pt x="112" y="23"/>
                    <a:pt x="112" y="23"/>
                  </a:cubicBezTo>
                  <a:cubicBezTo>
                    <a:pt x="110" y="20"/>
                    <a:pt x="108" y="19"/>
                    <a:pt x="106" y="17"/>
                  </a:cubicBezTo>
                  <a:cubicBezTo>
                    <a:pt x="75" y="0"/>
                    <a:pt x="75" y="0"/>
                    <a:pt x="75" y="0"/>
                  </a:cubicBezTo>
                  <a:cubicBezTo>
                    <a:pt x="63" y="13"/>
                    <a:pt x="48" y="22"/>
                    <a:pt x="31"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176"/>
            <p:cNvSpPr>
              <a:spLocks/>
            </p:cNvSpPr>
            <p:nvPr/>
          </p:nvSpPr>
          <p:spPr bwMode="auto">
            <a:xfrm>
              <a:off x="3332164" y="5940424"/>
              <a:ext cx="169863" cy="134937"/>
            </a:xfrm>
            <a:custGeom>
              <a:avLst/>
              <a:gdLst>
                <a:gd name="T0" fmla="*/ 19 w 106"/>
                <a:gd name="T1" fmla="*/ 81 h 85"/>
                <a:gd name="T2" fmla="*/ 16 w 106"/>
                <a:gd name="T3" fmla="*/ 54 h 85"/>
                <a:gd name="T4" fmla="*/ 53 w 106"/>
                <a:gd name="T5" fmla="*/ 25 h 85"/>
                <a:gd name="T6" fmla="*/ 57 w 106"/>
                <a:gd name="T7" fmla="*/ 25 h 85"/>
                <a:gd name="T8" fmla="*/ 83 w 106"/>
                <a:gd name="T9" fmla="*/ 41 h 85"/>
                <a:gd name="T10" fmla="*/ 106 w 106"/>
                <a:gd name="T11" fmla="*/ 23 h 85"/>
                <a:gd name="T12" fmla="*/ 49 w 106"/>
                <a:gd name="T13" fmla="*/ 0 h 85"/>
                <a:gd name="T14" fmla="*/ 0 w 106"/>
                <a:gd name="T15" fmla="*/ 49 h 85"/>
                <a:gd name="T16" fmla="*/ 0 w 106"/>
                <a:gd name="T17" fmla="*/ 74 h 85"/>
                <a:gd name="T18" fmla="*/ 18 w 106"/>
                <a:gd name="T19" fmla="*/ 85 h 85"/>
                <a:gd name="T20" fmla="*/ 19 w 106"/>
                <a:gd name="T21" fmla="*/ 81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6" h="85">
                  <a:moveTo>
                    <a:pt x="19" y="81"/>
                  </a:moveTo>
                  <a:cubicBezTo>
                    <a:pt x="18" y="76"/>
                    <a:pt x="16" y="62"/>
                    <a:pt x="16" y="54"/>
                  </a:cubicBezTo>
                  <a:cubicBezTo>
                    <a:pt x="16" y="40"/>
                    <a:pt x="26" y="25"/>
                    <a:pt x="53" y="25"/>
                  </a:cubicBezTo>
                  <a:cubicBezTo>
                    <a:pt x="54" y="25"/>
                    <a:pt x="56" y="25"/>
                    <a:pt x="57" y="25"/>
                  </a:cubicBezTo>
                  <a:cubicBezTo>
                    <a:pt x="70" y="27"/>
                    <a:pt x="78" y="34"/>
                    <a:pt x="83" y="41"/>
                  </a:cubicBezTo>
                  <a:cubicBezTo>
                    <a:pt x="106" y="23"/>
                    <a:pt x="106" y="23"/>
                    <a:pt x="106" y="23"/>
                  </a:cubicBezTo>
                  <a:cubicBezTo>
                    <a:pt x="106" y="23"/>
                    <a:pt x="87" y="0"/>
                    <a:pt x="49" y="0"/>
                  </a:cubicBezTo>
                  <a:cubicBezTo>
                    <a:pt x="11" y="0"/>
                    <a:pt x="1" y="27"/>
                    <a:pt x="0" y="49"/>
                  </a:cubicBezTo>
                  <a:cubicBezTo>
                    <a:pt x="0" y="57"/>
                    <a:pt x="1" y="66"/>
                    <a:pt x="0" y="74"/>
                  </a:cubicBezTo>
                  <a:cubicBezTo>
                    <a:pt x="7" y="77"/>
                    <a:pt x="12" y="81"/>
                    <a:pt x="18" y="85"/>
                  </a:cubicBezTo>
                  <a:lnTo>
                    <a:pt x="19" y="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177"/>
            <p:cNvSpPr>
              <a:spLocks/>
            </p:cNvSpPr>
            <p:nvPr/>
          </p:nvSpPr>
          <p:spPr bwMode="auto">
            <a:xfrm>
              <a:off x="3367089" y="5989637"/>
              <a:ext cx="100013" cy="122237"/>
            </a:xfrm>
            <a:custGeom>
              <a:avLst/>
              <a:gdLst>
                <a:gd name="T0" fmla="*/ 5 w 62"/>
                <a:gd name="T1" fmla="*/ 63 h 77"/>
                <a:gd name="T2" fmla="*/ 24 w 62"/>
                <a:gd name="T3" fmla="*/ 65 h 77"/>
                <a:gd name="T4" fmla="*/ 50 w 62"/>
                <a:gd name="T5" fmla="*/ 77 h 77"/>
                <a:gd name="T6" fmla="*/ 45 w 62"/>
                <a:gd name="T7" fmla="*/ 47 h 77"/>
                <a:gd name="T8" fmla="*/ 34 w 62"/>
                <a:gd name="T9" fmla="*/ 40 h 77"/>
                <a:gd name="T10" fmla="*/ 31 w 62"/>
                <a:gd name="T11" fmla="*/ 27 h 77"/>
                <a:gd name="T12" fmla="*/ 50 w 62"/>
                <a:gd name="T13" fmla="*/ 39 h 77"/>
                <a:gd name="T14" fmla="*/ 52 w 62"/>
                <a:gd name="T15" fmla="*/ 55 h 77"/>
                <a:gd name="T16" fmla="*/ 62 w 62"/>
                <a:gd name="T17" fmla="*/ 59 h 77"/>
                <a:gd name="T18" fmla="*/ 59 w 62"/>
                <a:gd name="T19" fmla="*/ 23 h 77"/>
                <a:gd name="T20" fmla="*/ 31 w 62"/>
                <a:gd name="T21" fmla="*/ 0 h 77"/>
                <a:gd name="T22" fmla="*/ 0 w 62"/>
                <a:gd name="T23" fmla="*/ 23 h 77"/>
                <a:gd name="T24" fmla="*/ 4 w 62"/>
                <a:gd name="T25" fmla="*/ 50 h 77"/>
                <a:gd name="T26" fmla="*/ 1 w 62"/>
                <a:gd name="T27" fmla="*/ 58 h 77"/>
                <a:gd name="T28" fmla="*/ 5 w 62"/>
                <a:gd name="T29" fmla="*/ 63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2" h="77">
                  <a:moveTo>
                    <a:pt x="5" y="63"/>
                  </a:moveTo>
                  <a:cubicBezTo>
                    <a:pt x="24" y="65"/>
                    <a:pt x="24" y="65"/>
                    <a:pt x="24" y="65"/>
                  </a:cubicBezTo>
                  <a:cubicBezTo>
                    <a:pt x="50" y="77"/>
                    <a:pt x="50" y="77"/>
                    <a:pt x="50" y="77"/>
                  </a:cubicBezTo>
                  <a:cubicBezTo>
                    <a:pt x="45" y="47"/>
                    <a:pt x="45" y="47"/>
                    <a:pt x="45" y="47"/>
                  </a:cubicBezTo>
                  <a:cubicBezTo>
                    <a:pt x="34" y="40"/>
                    <a:pt x="34" y="40"/>
                    <a:pt x="34" y="40"/>
                  </a:cubicBezTo>
                  <a:cubicBezTo>
                    <a:pt x="31" y="27"/>
                    <a:pt x="31" y="27"/>
                    <a:pt x="31" y="27"/>
                  </a:cubicBezTo>
                  <a:cubicBezTo>
                    <a:pt x="50" y="39"/>
                    <a:pt x="50" y="39"/>
                    <a:pt x="50" y="39"/>
                  </a:cubicBezTo>
                  <a:cubicBezTo>
                    <a:pt x="52" y="55"/>
                    <a:pt x="52" y="55"/>
                    <a:pt x="52" y="55"/>
                  </a:cubicBezTo>
                  <a:cubicBezTo>
                    <a:pt x="62" y="59"/>
                    <a:pt x="62" y="59"/>
                    <a:pt x="62" y="59"/>
                  </a:cubicBezTo>
                  <a:cubicBezTo>
                    <a:pt x="59" y="23"/>
                    <a:pt x="59" y="23"/>
                    <a:pt x="59" y="23"/>
                  </a:cubicBezTo>
                  <a:cubicBezTo>
                    <a:pt x="59" y="23"/>
                    <a:pt x="55" y="0"/>
                    <a:pt x="31" y="0"/>
                  </a:cubicBezTo>
                  <a:cubicBezTo>
                    <a:pt x="7" y="0"/>
                    <a:pt x="0" y="14"/>
                    <a:pt x="0" y="23"/>
                  </a:cubicBezTo>
                  <a:cubicBezTo>
                    <a:pt x="0" y="33"/>
                    <a:pt x="4" y="50"/>
                    <a:pt x="4" y="50"/>
                  </a:cubicBezTo>
                  <a:cubicBezTo>
                    <a:pt x="1" y="58"/>
                    <a:pt x="1" y="58"/>
                    <a:pt x="1" y="58"/>
                  </a:cubicBezTo>
                  <a:cubicBezTo>
                    <a:pt x="2" y="60"/>
                    <a:pt x="4" y="61"/>
                    <a:pt x="5"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178"/>
            <p:cNvSpPr>
              <a:spLocks noEditPoints="1"/>
            </p:cNvSpPr>
            <p:nvPr/>
          </p:nvSpPr>
          <p:spPr bwMode="auto">
            <a:xfrm>
              <a:off x="3387726" y="5972174"/>
              <a:ext cx="268288" cy="241300"/>
            </a:xfrm>
            <a:custGeom>
              <a:avLst/>
              <a:gdLst>
                <a:gd name="T0" fmla="*/ 163 w 168"/>
                <a:gd name="T1" fmla="*/ 28 h 152"/>
                <a:gd name="T2" fmla="*/ 168 w 168"/>
                <a:gd name="T3" fmla="*/ 0 h 152"/>
                <a:gd name="T4" fmla="*/ 147 w 168"/>
                <a:gd name="T5" fmla="*/ 20 h 152"/>
                <a:gd name="T6" fmla="*/ 102 w 168"/>
                <a:gd name="T7" fmla="*/ 108 h 152"/>
                <a:gd name="T8" fmla="*/ 95 w 168"/>
                <a:gd name="T9" fmla="*/ 104 h 152"/>
                <a:gd name="T10" fmla="*/ 92 w 168"/>
                <a:gd name="T11" fmla="*/ 109 h 152"/>
                <a:gd name="T12" fmla="*/ 101 w 168"/>
                <a:gd name="T13" fmla="*/ 114 h 152"/>
                <a:gd name="T14" fmla="*/ 98 w 168"/>
                <a:gd name="T15" fmla="*/ 118 h 152"/>
                <a:gd name="T16" fmla="*/ 97 w 168"/>
                <a:gd name="T17" fmla="*/ 118 h 152"/>
                <a:gd name="T18" fmla="*/ 55 w 168"/>
                <a:gd name="T19" fmla="*/ 120 h 152"/>
                <a:gd name="T20" fmla="*/ 18 w 168"/>
                <a:gd name="T21" fmla="*/ 88 h 152"/>
                <a:gd name="T22" fmla="*/ 13 w 168"/>
                <a:gd name="T23" fmla="*/ 86 h 152"/>
                <a:gd name="T24" fmla="*/ 0 w 168"/>
                <a:gd name="T25" fmla="*/ 83 h 152"/>
                <a:gd name="T26" fmla="*/ 14 w 168"/>
                <a:gd name="T27" fmla="*/ 128 h 152"/>
                <a:gd name="T28" fmla="*/ 16 w 168"/>
                <a:gd name="T29" fmla="*/ 124 h 152"/>
                <a:gd name="T30" fmla="*/ 19 w 168"/>
                <a:gd name="T31" fmla="*/ 121 h 152"/>
                <a:gd name="T32" fmla="*/ 43 w 168"/>
                <a:gd name="T33" fmla="*/ 141 h 152"/>
                <a:gd name="T34" fmla="*/ 51 w 168"/>
                <a:gd name="T35" fmla="*/ 144 h 152"/>
                <a:gd name="T36" fmla="*/ 51 w 168"/>
                <a:gd name="T37" fmla="*/ 144 h 152"/>
                <a:gd name="T38" fmla="*/ 81 w 168"/>
                <a:gd name="T39" fmla="*/ 143 h 152"/>
                <a:gd name="T40" fmla="*/ 80 w 168"/>
                <a:gd name="T41" fmla="*/ 145 h 152"/>
                <a:gd name="T42" fmla="*/ 93 w 168"/>
                <a:gd name="T43" fmla="*/ 152 h 152"/>
                <a:gd name="T44" fmla="*/ 94 w 168"/>
                <a:gd name="T45" fmla="*/ 149 h 152"/>
                <a:gd name="T46" fmla="*/ 92 w 168"/>
                <a:gd name="T47" fmla="*/ 147 h 152"/>
                <a:gd name="T48" fmla="*/ 94 w 168"/>
                <a:gd name="T49" fmla="*/ 142 h 152"/>
                <a:gd name="T50" fmla="*/ 98 w 168"/>
                <a:gd name="T51" fmla="*/ 142 h 152"/>
                <a:gd name="T52" fmla="*/ 109 w 168"/>
                <a:gd name="T53" fmla="*/ 130 h 152"/>
                <a:gd name="T54" fmla="*/ 106 w 168"/>
                <a:gd name="T55" fmla="*/ 122 h 152"/>
                <a:gd name="T56" fmla="*/ 108 w 168"/>
                <a:gd name="T57" fmla="*/ 118 h 152"/>
                <a:gd name="T58" fmla="*/ 116 w 168"/>
                <a:gd name="T59" fmla="*/ 123 h 152"/>
                <a:gd name="T60" fmla="*/ 119 w 168"/>
                <a:gd name="T61" fmla="*/ 118 h 152"/>
                <a:gd name="T62" fmla="*/ 112 w 168"/>
                <a:gd name="T63" fmla="*/ 114 h 152"/>
                <a:gd name="T64" fmla="*/ 163 w 168"/>
                <a:gd name="T65" fmla="*/ 28 h 152"/>
                <a:gd name="T66" fmla="*/ 84 w 168"/>
                <a:gd name="T67" fmla="*/ 143 h 152"/>
                <a:gd name="T68" fmla="*/ 83 w 168"/>
                <a:gd name="T69" fmla="*/ 143 h 152"/>
                <a:gd name="T70" fmla="*/ 85 w 168"/>
                <a:gd name="T71" fmla="*/ 143 h 152"/>
                <a:gd name="T72" fmla="*/ 84 w 168"/>
                <a:gd name="T73" fmla="*/ 143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8" h="152">
                  <a:moveTo>
                    <a:pt x="163" y="28"/>
                  </a:moveTo>
                  <a:cubicBezTo>
                    <a:pt x="168" y="0"/>
                    <a:pt x="168" y="0"/>
                    <a:pt x="168" y="0"/>
                  </a:cubicBezTo>
                  <a:cubicBezTo>
                    <a:pt x="147" y="20"/>
                    <a:pt x="147" y="20"/>
                    <a:pt x="147" y="20"/>
                  </a:cubicBezTo>
                  <a:cubicBezTo>
                    <a:pt x="102" y="108"/>
                    <a:pt x="102" y="108"/>
                    <a:pt x="102" y="108"/>
                  </a:cubicBezTo>
                  <a:cubicBezTo>
                    <a:pt x="95" y="104"/>
                    <a:pt x="95" y="104"/>
                    <a:pt x="95" y="104"/>
                  </a:cubicBezTo>
                  <a:cubicBezTo>
                    <a:pt x="92" y="109"/>
                    <a:pt x="92" y="109"/>
                    <a:pt x="92" y="109"/>
                  </a:cubicBezTo>
                  <a:cubicBezTo>
                    <a:pt x="101" y="114"/>
                    <a:pt x="101" y="114"/>
                    <a:pt x="101" y="114"/>
                  </a:cubicBezTo>
                  <a:cubicBezTo>
                    <a:pt x="98" y="118"/>
                    <a:pt x="98" y="118"/>
                    <a:pt x="98" y="118"/>
                  </a:cubicBezTo>
                  <a:cubicBezTo>
                    <a:pt x="98" y="118"/>
                    <a:pt x="97" y="118"/>
                    <a:pt x="97" y="118"/>
                  </a:cubicBezTo>
                  <a:cubicBezTo>
                    <a:pt x="55" y="120"/>
                    <a:pt x="55" y="120"/>
                    <a:pt x="55" y="120"/>
                  </a:cubicBezTo>
                  <a:cubicBezTo>
                    <a:pt x="18" y="88"/>
                    <a:pt x="18" y="88"/>
                    <a:pt x="18" y="88"/>
                  </a:cubicBezTo>
                  <a:cubicBezTo>
                    <a:pt x="16" y="87"/>
                    <a:pt x="15" y="86"/>
                    <a:pt x="13" y="86"/>
                  </a:cubicBezTo>
                  <a:cubicBezTo>
                    <a:pt x="9" y="84"/>
                    <a:pt x="5" y="83"/>
                    <a:pt x="0" y="83"/>
                  </a:cubicBezTo>
                  <a:cubicBezTo>
                    <a:pt x="9" y="96"/>
                    <a:pt x="14" y="111"/>
                    <a:pt x="14" y="128"/>
                  </a:cubicBezTo>
                  <a:cubicBezTo>
                    <a:pt x="15" y="127"/>
                    <a:pt x="16" y="125"/>
                    <a:pt x="16" y="124"/>
                  </a:cubicBezTo>
                  <a:cubicBezTo>
                    <a:pt x="17" y="123"/>
                    <a:pt x="18" y="122"/>
                    <a:pt x="19" y="121"/>
                  </a:cubicBezTo>
                  <a:cubicBezTo>
                    <a:pt x="43" y="141"/>
                    <a:pt x="43" y="141"/>
                    <a:pt x="43" y="141"/>
                  </a:cubicBezTo>
                  <a:cubicBezTo>
                    <a:pt x="45" y="143"/>
                    <a:pt x="48" y="144"/>
                    <a:pt x="51" y="144"/>
                  </a:cubicBezTo>
                  <a:cubicBezTo>
                    <a:pt x="51" y="144"/>
                    <a:pt x="51" y="144"/>
                    <a:pt x="51" y="144"/>
                  </a:cubicBezTo>
                  <a:cubicBezTo>
                    <a:pt x="81" y="143"/>
                    <a:pt x="81" y="143"/>
                    <a:pt x="81" y="143"/>
                  </a:cubicBezTo>
                  <a:cubicBezTo>
                    <a:pt x="80" y="145"/>
                    <a:pt x="80" y="145"/>
                    <a:pt x="80" y="145"/>
                  </a:cubicBezTo>
                  <a:cubicBezTo>
                    <a:pt x="93" y="152"/>
                    <a:pt x="93" y="152"/>
                    <a:pt x="93" y="152"/>
                  </a:cubicBezTo>
                  <a:cubicBezTo>
                    <a:pt x="94" y="149"/>
                    <a:pt x="94" y="149"/>
                    <a:pt x="94" y="149"/>
                  </a:cubicBezTo>
                  <a:cubicBezTo>
                    <a:pt x="92" y="147"/>
                    <a:pt x="92" y="147"/>
                    <a:pt x="92" y="147"/>
                  </a:cubicBezTo>
                  <a:cubicBezTo>
                    <a:pt x="94" y="142"/>
                    <a:pt x="94" y="142"/>
                    <a:pt x="94" y="142"/>
                  </a:cubicBezTo>
                  <a:cubicBezTo>
                    <a:pt x="98" y="142"/>
                    <a:pt x="98" y="142"/>
                    <a:pt x="98" y="142"/>
                  </a:cubicBezTo>
                  <a:cubicBezTo>
                    <a:pt x="104" y="142"/>
                    <a:pt x="109" y="136"/>
                    <a:pt x="109" y="130"/>
                  </a:cubicBezTo>
                  <a:cubicBezTo>
                    <a:pt x="109" y="127"/>
                    <a:pt x="108" y="124"/>
                    <a:pt x="106" y="122"/>
                  </a:cubicBezTo>
                  <a:cubicBezTo>
                    <a:pt x="108" y="118"/>
                    <a:pt x="108" y="118"/>
                    <a:pt x="108" y="118"/>
                  </a:cubicBezTo>
                  <a:cubicBezTo>
                    <a:pt x="116" y="123"/>
                    <a:pt x="116" y="123"/>
                    <a:pt x="116" y="123"/>
                  </a:cubicBezTo>
                  <a:cubicBezTo>
                    <a:pt x="119" y="118"/>
                    <a:pt x="119" y="118"/>
                    <a:pt x="119" y="118"/>
                  </a:cubicBezTo>
                  <a:cubicBezTo>
                    <a:pt x="112" y="114"/>
                    <a:pt x="112" y="114"/>
                    <a:pt x="112" y="114"/>
                  </a:cubicBezTo>
                  <a:lnTo>
                    <a:pt x="163" y="28"/>
                  </a:lnTo>
                  <a:close/>
                  <a:moveTo>
                    <a:pt x="84" y="143"/>
                  </a:moveTo>
                  <a:cubicBezTo>
                    <a:pt x="83" y="143"/>
                    <a:pt x="83" y="143"/>
                    <a:pt x="83" y="143"/>
                  </a:cubicBezTo>
                  <a:cubicBezTo>
                    <a:pt x="85" y="143"/>
                    <a:pt x="85" y="143"/>
                    <a:pt x="85" y="143"/>
                  </a:cubicBezTo>
                  <a:lnTo>
                    <a:pt x="84" y="1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179"/>
            <p:cNvSpPr>
              <a:spLocks noEditPoints="1"/>
            </p:cNvSpPr>
            <p:nvPr/>
          </p:nvSpPr>
          <p:spPr bwMode="auto">
            <a:xfrm>
              <a:off x="3160714" y="6059487"/>
              <a:ext cx="236538" cy="236537"/>
            </a:xfrm>
            <a:custGeom>
              <a:avLst/>
              <a:gdLst>
                <a:gd name="T0" fmla="*/ 74 w 149"/>
                <a:gd name="T1" fmla="*/ 0 h 149"/>
                <a:gd name="T2" fmla="*/ 0 w 149"/>
                <a:gd name="T3" fmla="*/ 75 h 149"/>
                <a:gd name="T4" fmla="*/ 74 w 149"/>
                <a:gd name="T5" fmla="*/ 149 h 149"/>
                <a:gd name="T6" fmla="*/ 149 w 149"/>
                <a:gd name="T7" fmla="*/ 75 h 149"/>
                <a:gd name="T8" fmla="*/ 74 w 149"/>
                <a:gd name="T9" fmla="*/ 0 h 149"/>
                <a:gd name="T10" fmla="*/ 74 w 149"/>
                <a:gd name="T11" fmla="*/ 55 h 149"/>
                <a:gd name="T12" fmla="*/ 92 w 149"/>
                <a:gd name="T13" fmla="*/ 73 h 149"/>
                <a:gd name="T14" fmla="*/ 74 w 149"/>
                <a:gd name="T15" fmla="*/ 91 h 149"/>
                <a:gd name="T16" fmla="*/ 56 w 149"/>
                <a:gd name="T17" fmla="*/ 73 h 149"/>
                <a:gd name="T18" fmla="*/ 74 w 149"/>
                <a:gd name="T19" fmla="*/ 55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9" h="149">
                  <a:moveTo>
                    <a:pt x="74" y="0"/>
                  </a:moveTo>
                  <a:cubicBezTo>
                    <a:pt x="33" y="0"/>
                    <a:pt x="0" y="33"/>
                    <a:pt x="0" y="75"/>
                  </a:cubicBezTo>
                  <a:cubicBezTo>
                    <a:pt x="0" y="116"/>
                    <a:pt x="33" y="149"/>
                    <a:pt x="74" y="149"/>
                  </a:cubicBezTo>
                  <a:cubicBezTo>
                    <a:pt x="116" y="149"/>
                    <a:pt x="149" y="116"/>
                    <a:pt x="149" y="75"/>
                  </a:cubicBezTo>
                  <a:cubicBezTo>
                    <a:pt x="149" y="33"/>
                    <a:pt x="116" y="0"/>
                    <a:pt x="74" y="0"/>
                  </a:cubicBezTo>
                  <a:close/>
                  <a:moveTo>
                    <a:pt x="74" y="55"/>
                  </a:moveTo>
                  <a:cubicBezTo>
                    <a:pt x="84" y="55"/>
                    <a:pt x="92" y="63"/>
                    <a:pt x="92" y="73"/>
                  </a:cubicBezTo>
                  <a:cubicBezTo>
                    <a:pt x="92" y="83"/>
                    <a:pt x="84" y="91"/>
                    <a:pt x="74" y="91"/>
                  </a:cubicBezTo>
                  <a:cubicBezTo>
                    <a:pt x="65" y="91"/>
                    <a:pt x="56" y="83"/>
                    <a:pt x="56" y="73"/>
                  </a:cubicBezTo>
                  <a:cubicBezTo>
                    <a:pt x="56" y="63"/>
                    <a:pt x="65" y="55"/>
                    <a:pt x="74" y="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180"/>
            <p:cNvSpPr>
              <a:spLocks/>
            </p:cNvSpPr>
            <p:nvPr/>
          </p:nvSpPr>
          <p:spPr bwMode="auto">
            <a:xfrm>
              <a:off x="3748089" y="6265862"/>
              <a:ext cx="276225" cy="222250"/>
            </a:xfrm>
            <a:custGeom>
              <a:avLst/>
              <a:gdLst>
                <a:gd name="T0" fmla="*/ 30 w 173"/>
                <a:gd name="T1" fmla="*/ 26 h 139"/>
                <a:gd name="T2" fmla="*/ 44 w 173"/>
                <a:gd name="T3" fmla="*/ 60 h 139"/>
                <a:gd name="T4" fmla="*/ 5 w 173"/>
                <a:gd name="T5" fmla="*/ 114 h 139"/>
                <a:gd name="T6" fmla="*/ 8 w 173"/>
                <a:gd name="T7" fmla="*/ 136 h 139"/>
                <a:gd name="T8" fmla="*/ 18 w 173"/>
                <a:gd name="T9" fmla="*/ 139 h 139"/>
                <a:gd name="T10" fmla="*/ 31 w 173"/>
                <a:gd name="T11" fmla="*/ 133 h 139"/>
                <a:gd name="T12" fmla="*/ 75 w 173"/>
                <a:gd name="T13" fmla="*/ 72 h 139"/>
                <a:gd name="T14" fmla="*/ 77 w 173"/>
                <a:gd name="T15" fmla="*/ 57 h 139"/>
                <a:gd name="T16" fmla="*/ 67 w 173"/>
                <a:gd name="T17" fmla="*/ 33 h 139"/>
                <a:gd name="T18" fmla="*/ 87 w 173"/>
                <a:gd name="T19" fmla="*/ 43 h 139"/>
                <a:gd name="T20" fmla="*/ 142 w 173"/>
                <a:gd name="T21" fmla="*/ 129 h 139"/>
                <a:gd name="T22" fmla="*/ 164 w 173"/>
                <a:gd name="T23" fmla="*/ 134 h 139"/>
                <a:gd name="T24" fmla="*/ 169 w 173"/>
                <a:gd name="T25" fmla="*/ 112 h 139"/>
                <a:gd name="T26" fmla="*/ 111 w 173"/>
                <a:gd name="T27" fmla="*/ 23 h 139"/>
                <a:gd name="T28" fmla="*/ 106 w 173"/>
                <a:gd name="T29" fmla="*/ 17 h 139"/>
                <a:gd name="T30" fmla="*/ 74 w 173"/>
                <a:gd name="T31" fmla="*/ 0 h 139"/>
                <a:gd name="T32" fmla="*/ 30 w 173"/>
                <a:gd name="T33" fmla="*/ 26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3" h="139">
                  <a:moveTo>
                    <a:pt x="30" y="26"/>
                  </a:moveTo>
                  <a:cubicBezTo>
                    <a:pt x="44" y="60"/>
                    <a:pt x="44" y="60"/>
                    <a:pt x="44" y="60"/>
                  </a:cubicBezTo>
                  <a:cubicBezTo>
                    <a:pt x="5" y="114"/>
                    <a:pt x="5" y="114"/>
                    <a:pt x="5" y="114"/>
                  </a:cubicBezTo>
                  <a:cubicBezTo>
                    <a:pt x="0" y="121"/>
                    <a:pt x="1" y="131"/>
                    <a:pt x="8" y="136"/>
                  </a:cubicBezTo>
                  <a:cubicBezTo>
                    <a:pt x="11" y="138"/>
                    <a:pt x="15" y="139"/>
                    <a:pt x="18" y="139"/>
                  </a:cubicBezTo>
                  <a:cubicBezTo>
                    <a:pt x="23" y="139"/>
                    <a:pt x="28" y="137"/>
                    <a:pt x="31" y="133"/>
                  </a:cubicBezTo>
                  <a:cubicBezTo>
                    <a:pt x="75" y="72"/>
                    <a:pt x="75" y="72"/>
                    <a:pt x="75" y="72"/>
                  </a:cubicBezTo>
                  <a:cubicBezTo>
                    <a:pt x="78" y="68"/>
                    <a:pt x="79" y="62"/>
                    <a:pt x="77" y="57"/>
                  </a:cubicBezTo>
                  <a:cubicBezTo>
                    <a:pt x="67" y="33"/>
                    <a:pt x="67" y="33"/>
                    <a:pt x="67" y="33"/>
                  </a:cubicBezTo>
                  <a:cubicBezTo>
                    <a:pt x="87" y="43"/>
                    <a:pt x="87" y="43"/>
                    <a:pt x="87" y="43"/>
                  </a:cubicBezTo>
                  <a:cubicBezTo>
                    <a:pt x="142" y="129"/>
                    <a:pt x="142" y="129"/>
                    <a:pt x="142" y="129"/>
                  </a:cubicBezTo>
                  <a:cubicBezTo>
                    <a:pt x="146" y="136"/>
                    <a:pt x="156" y="138"/>
                    <a:pt x="164" y="134"/>
                  </a:cubicBezTo>
                  <a:cubicBezTo>
                    <a:pt x="171" y="129"/>
                    <a:pt x="173" y="119"/>
                    <a:pt x="169" y="112"/>
                  </a:cubicBezTo>
                  <a:cubicBezTo>
                    <a:pt x="111" y="23"/>
                    <a:pt x="111" y="23"/>
                    <a:pt x="111" y="23"/>
                  </a:cubicBezTo>
                  <a:cubicBezTo>
                    <a:pt x="110" y="20"/>
                    <a:pt x="108" y="19"/>
                    <a:pt x="106" y="17"/>
                  </a:cubicBezTo>
                  <a:cubicBezTo>
                    <a:pt x="74" y="0"/>
                    <a:pt x="74" y="0"/>
                    <a:pt x="74" y="0"/>
                  </a:cubicBezTo>
                  <a:cubicBezTo>
                    <a:pt x="63" y="13"/>
                    <a:pt x="48" y="22"/>
                    <a:pt x="30"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181"/>
            <p:cNvSpPr>
              <a:spLocks/>
            </p:cNvSpPr>
            <p:nvPr/>
          </p:nvSpPr>
          <p:spPr bwMode="auto">
            <a:xfrm>
              <a:off x="3821114" y="5940424"/>
              <a:ext cx="171450" cy="134937"/>
            </a:xfrm>
            <a:custGeom>
              <a:avLst/>
              <a:gdLst>
                <a:gd name="T0" fmla="*/ 20 w 107"/>
                <a:gd name="T1" fmla="*/ 81 h 85"/>
                <a:gd name="T2" fmla="*/ 17 w 107"/>
                <a:gd name="T3" fmla="*/ 54 h 85"/>
                <a:gd name="T4" fmla="*/ 54 w 107"/>
                <a:gd name="T5" fmla="*/ 25 h 85"/>
                <a:gd name="T6" fmla="*/ 58 w 107"/>
                <a:gd name="T7" fmla="*/ 25 h 85"/>
                <a:gd name="T8" fmla="*/ 83 w 107"/>
                <a:gd name="T9" fmla="*/ 41 h 85"/>
                <a:gd name="T10" fmla="*/ 107 w 107"/>
                <a:gd name="T11" fmla="*/ 23 h 85"/>
                <a:gd name="T12" fmla="*/ 49 w 107"/>
                <a:gd name="T13" fmla="*/ 0 h 85"/>
                <a:gd name="T14" fmla="*/ 1 w 107"/>
                <a:gd name="T15" fmla="*/ 49 h 85"/>
                <a:gd name="T16" fmla="*/ 1 w 107"/>
                <a:gd name="T17" fmla="*/ 74 h 85"/>
                <a:gd name="T18" fmla="*/ 18 w 107"/>
                <a:gd name="T19" fmla="*/ 85 h 85"/>
                <a:gd name="T20" fmla="*/ 20 w 107"/>
                <a:gd name="T21" fmla="*/ 81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7" h="85">
                  <a:moveTo>
                    <a:pt x="20" y="81"/>
                  </a:moveTo>
                  <a:cubicBezTo>
                    <a:pt x="19" y="76"/>
                    <a:pt x="16" y="62"/>
                    <a:pt x="17" y="54"/>
                  </a:cubicBezTo>
                  <a:cubicBezTo>
                    <a:pt x="17" y="40"/>
                    <a:pt x="27" y="25"/>
                    <a:pt x="54" y="25"/>
                  </a:cubicBezTo>
                  <a:cubicBezTo>
                    <a:pt x="55" y="25"/>
                    <a:pt x="56" y="25"/>
                    <a:pt x="58" y="25"/>
                  </a:cubicBezTo>
                  <a:cubicBezTo>
                    <a:pt x="71" y="27"/>
                    <a:pt x="79" y="34"/>
                    <a:pt x="83" y="41"/>
                  </a:cubicBezTo>
                  <a:cubicBezTo>
                    <a:pt x="107" y="23"/>
                    <a:pt x="107" y="23"/>
                    <a:pt x="107" y="23"/>
                  </a:cubicBezTo>
                  <a:cubicBezTo>
                    <a:pt x="107" y="23"/>
                    <a:pt x="87" y="0"/>
                    <a:pt x="49" y="0"/>
                  </a:cubicBezTo>
                  <a:cubicBezTo>
                    <a:pt x="12" y="0"/>
                    <a:pt x="1" y="27"/>
                    <a:pt x="1" y="49"/>
                  </a:cubicBezTo>
                  <a:cubicBezTo>
                    <a:pt x="0" y="57"/>
                    <a:pt x="1" y="66"/>
                    <a:pt x="1" y="74"/>
                  </a:cubicBezTo>
                  <a:cubicBezTo>
                    <a:pt x="7" y="77"/>
                    <a:pt x="13" y="81"/>
                    <a:pt x="18" y="85"/>
                  </a:cubicBezTo>
                  <a:lnTo>
                    <a:pt x="20" y="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182"/>
            <p:cNvSpPr>
              <a:spLocks/>
            </p:cNvSpPr>
            <p:nvPr/>
          </p:nvSpPr>
          <p:spPr bwMode="auto">
            <a:xfrm>
              <a:off x="3859214" y="5989637"/>
              <a:ext cx="98425" cy="122237"/>
            </a:xfrm>
            <a:custGeom>
              <a:avLst/>
              <a:gdLst>
                <a:gd name="T0" fmla="*/ 5 w 62"/>
                <a:gd name="T1" fmla="*/ 63 h 77"/>
                <a:gd name="T2" fmla="*/ 24 w 62"/>
                <a:gd name="T3" fmla="*/ 65 h 77"/>
                <a:gd name="T4" fmla="*/ 50 w 62"/>
                <a:gd name="T5" fmla="*/ 77 h 77"/>
                <a:gd name="T6" fmla="*/ 44 w 62"/>
                <a:gd name="T7" fmla="*/ 47 h 77"/>
                <a:gd name="T8" fmla="*/ 34 w 62"/>
                <a:gd name="T9" fmla="*/ 40 h 77"/>
                <a:gd name="T10" fmla="*/ 31 w 62"/>
                <a:gd name="T11" fmla="*/ 27 h 77"/>
                <a:gd name="T12" fmla="*/ 50 w 62"/>
                <a:gd name="T13" fmla="*/ 39 h 77"/>
                <a:gd name="T14" fmla="*/ 52 w 62"/>
                <a:gd name="T15" fmla="*/ 55 h 77"/>
                <a:gd name="T16" fmla="*/ 62 w 62"/>
                <a:gd name="T17" fmla="*/ 59 h 77"/>
                <a:gd name="T18" fmla="*/ 59 w 62"/>
                <a:gd name="T19" fmla="*/ 23 h 77"/>
                <a:gd name="T20" fmla="*/ 31 w 62"/>
                <a:gd name="T21" fmla="*/ 0 h 77"/>
                <a:gd name="T22" fmla="*/ 0 w 62"/>
                <a:gd name="T23" fmla="*/ 23 h 77"/>
                <a:gd name="T24" fmla="*/ 4 w 62"/>
                <a:gd name="T25" fmla="*/ 50 h 77"/>
                <a:gd name="T26" fmla="*/ 1 w 62"/>
                <a:gd name="T27" fmla="*/ 58 h 77"/>
                <a:gd name="T28" fmla="*/ 5 w 62"/>
                <a:gd name="T29" fmla="*/ 63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2" h="77">
                  <a:moveTo>
                    <a:pt x="5" y="63"/>
                  </a:moveTo>
                  <a:cubicBezTo>
                    <a:pt x="24" y="65"/>
                    <a:pt x="24" y="65"/>
                    <a:pt x="24" y="65"/>
                  </a:cubicBezTo>
                  <a:cubicBezTo>
                    <a:pt x="50" y="77"/>
                    <a:pt x="50" y="77"/>
                    <a:pt x="50" y="77"/>
                  </a:cubicBezTo>
                  <a:cubicBezTo>
                    <a:pt x="44" y="47"/>
                    <a:pt x="44" y="47"/>
                    <a:pt x="44" y="47"/>
                  </a:cubicBezTo>
                  <a:cubicBezTo>
                    <a:pt x="34" y="40"/>
                    <a:pt x="34" y="40"/>
                    <a:pt x="34" y="40"/>
                  </a:cubicBezTo>
                  <a:cubicBezTo>
                    <a:pt x="31" y="27"/>
                    <a:pt x="31" y="27"/>
                    <a:pt x="31" y="27"/>
                  </a:cubicBezTo>
                  <a:cubicBezTo>
                    <a:pt x="50" y="39"/>
                    <a:pt x="50" y="39"/>
                    <a:pt x="50" y="39"/>
                  </a:cubicBezTo>
                  <a:cubicBezTo>
                    <a:pt x="52" y="55"/>
                    <a:pt x="52" y="55"/>
                    <a:pt x="52" y="55"/>
                  </a:cubicBezTo>
                  <a:cubicBezTo>
                    <a:pt x="62" y="59"/>
                    <a:pt x="62" y="59"/>
                    <a:pt x="62" y="59"/>
                  </a:cubicBezTo>
                  <a:cubicBezTo>
                    <a:pt x="59" y="23"/>
                    <a:pt x="59" y="23"/>
                    <a:pt x="59" y="23"/>
                  </a:cubicBezTo>
                  <a:cubicBezTo>
                    <a:pt x="59" y="23"/>
                    <a:pt x="55" y="0"/>
                    <a:pt x="31" y="0"/>
                  </a:cubicBezTo>
                  <a:cubicBezTo>
                    <a:pt x="6" y="0"/>
                    <a:pt x="0" y="14"/>
                    <a:pt x="0" y="23"/>
                  </a:cubicBezTo>
                  <a:cubicBezTo>
                    <a:pt x="0" y="33"/>
                    <a:pt x="4" y="50"/>
                    <a:pt x="4" y="50"/>
                  </a:cubicBezTo>
                  <a:cubicBezTo>
                    <a:pt x="1" y="58"/>
                    <a:pt x="1" y="58"/>
                    <a:pt x="1" y="58"/>
                  </a:cubicBezTo>
                  <a:cubicBezTo>
                    <a:pt x="2" y="60"/>
                    <a:pt x="3" y="61"/>
                    <a:pt x="5"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183"/>
            <p:cNvSpPr>
              <a:spLocks noEditPoints="1"/>
            </p:cNvSpPr>
            <p:nvPr/>
          </p:nvSpPr>
          <p:spPr bwMode="auto">
            <a:xfrm>
              <a:off x="3879851" y="5972174"/>
              <a:ext cx="266700" cy="241300"/>
            </a:xfrm>
            <a:custGeom>
              <a:avLst/>
              <a:gdLst>
                <a:gd name="T0" fmla="*/ 162 w 168"/>
                <a:gd name="T1" fmla="*/ 28 h 152"/>
                <a:gd name="T2" fmla="*/ 168 w 168"/>
                <a:gd name="T3" fmla="*/ 0 h 152"/>
                <a:gd name="T4" fmla="*/ 147 w 168"/>
                <a:gd name="T5" fmla="*/ 20 h 152"/>
                <a:gd name="T6" fmla="*/ 102 w 168"/>
                <a:gd name="T7" fmla="*/ 108 h 152"/>
                <a:gd name="T8" fmla="*/ 94 w 168"/>
                <a:gd name="T9" fmla="*/ 104 h 152"/>
                <a:gd name="T10" fmla="*/ 92 w 168"/>
                <a:gd name="T11" fmla="*/ 109 h 152"/>
                <a:gd name="T12" fmla="*/ 100 w 168"/>
                <a:gd name="T13" fmla="*/ 114 h 152"/>
                <a:gd name="T14" fmla="*/ 98 w 168"/>
                <a:gd name="T15" fmla="*/ 118 h 152"/>
                <a:gd name="T16" fmla="*/ 96 w 168"/>
                <a:gd name="T17" fmla="*/ 118 h 152"/>
                <a:gd name="T18" fmla="*/ 55 w 168"/>
                <a:gd name="T19" fmla="*/ 120 h 152"/>
                <a:gd name="T20" fmla="*/ 17 w 168"/>
                <a:gd name="T21" fmla="*/ 88 h 152"/>
                <a:gd name="T22" fmla="*/ 13 w 168"/>
                <a:gd name="T23" fmla="*/ 86 h 152"/>
                <a:gd name="T24" fmla="*/ 0 w 168"/>
                <a:gd name="T25" fmla="*/ 83 h 152"/>
                <a:gd name="T26" fmla="*/ 14 w 168"/>
                <a:gd name="T27" fmla="*/ 128 h 152"/>
                <a:gd name="T28" fmla="*/ 16 w 168"/>
                <a:gd name="T29" fmla="*/ 124 h 152"/>
                <a:gd name="T30" fmla="*/ 18 w 168"/>
                <a:gd name="T31" fmla="*/ 121 h 152"/>
                <a:gd name="T32" fmla="*/ 43 w 168"/>
                <a:gd name="T33" fmla="*/ 141 h 152"/>
                <a:gd name="T34" fmla="*/ 50 w 168"/>
                <a:gd name="T35" fmla="*/ 144 h 152"/>
                <a:gd name="T36" fmla="*/ 51 w 168"/>
                <a:gd name="T37" fmla="*/ 144 h 152"/>
                <a:gd name="T38" fmla="*/ 81 w 168"/>
                <a:gd name="T39" fmla="*/ 143 h 152"/>
                <a:gd name="T40" fmla="*/ 80 w 168"/>
                <a:gd name="T41" fmla="*/ 145 h 152"/>
                <a:gd name="T42" fmla="*/ 92 w 168"/>
                <a:gd name="T43" fmla="*/ 152 h 152"/>
                <a:gd name="T44" fmla="*/ 94 w 168"/>
                <a:gd name="T45" fmla="*/ 149 h 152"/>
                <a:gd name="T46" fmla="*/ 91 w 168"/>
                <a:gd name="T47" fmla="*/ 147 h 152"/>
                <a:gd name="T48" fmla="*/ 94 w 168"/>
                <a:gd name="T49" fmla="*/ 142 h 152"/>
                <a:gd name="T50" fmla="*/ 97 w 168"/>
                <a:gd name="T51" fmla="*/ 142 h 152"/>
                <a:gd name="T52" fmla="*/ 109 w 168"/>
                <a:gd name="T53" fmla="*/ 130 h 152"/>
                <a:gd name="T54" fmla="*/ 105 w 168"/>
                <a:gd name="T55" fmla="*/ 122 h 152"/>
                <a:gd name="T56" fmla="*/ 107 w 168"/>
                <a:gd name="T57" fmla="*/ 118 h 152"/>
                <a:gd name="T58" fmla="*/ 116 w 168"/>
                <a:gd name="T59" fmla="*/ 123 h 152"/>
                <a:gd name="T60" fmla="*/ 119 w 168"/>
                <a:gd name="T61" fmla="*/ 118 h 152"/>
                <a:gd name="T62" fmla="*/ 112 w 168"/>
                <a:gd name="T63" fmla="*/ 114 h 152"/>
                <a:gd name="T64" fmla="*/ 162 w 168"/>
                <a:gd name="T65" fmla="*/ 28 h 152"/>
                <a:gd name="T66" fmla="*/ 84 w 168"/>
                <a:gd name="T67" fmla="*/ 143 h 152"/>
                <a:gd name="T68" fmla="*/ 83 w 168"/>
                <a:gd name="T69" fmla="*/ 143 h 152"/>
                <a:gd name="T70" fmla="*/ 84 w 168"/>
                <a:gd name="T71" fmla="*/ 143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8" h="152">
                  <a:moveTo>
                    <a:pt x="162" y="28"/>
                  </a:moveTo>
                  <a:cubicBezTo>
                    <a:pt x="168" y="0"/>
                    <a:pt x="168" y="0"/>
                    <a:pt x="168" y="0"/>
                  </a:cubicBezTo>
                  <a:cubicBezTo>
                    <a:pt x="147" y="20"/>
                    <a:pt x="147" y="20"/>
                    <a:pt x="147" y="20"/>
                  </a:cubicBezTo>
                  <a:cubicBezTo>
                    <a:pt x="102" y="108"/>
                    <a:pt x="102" y="108"/>
                    <a:pt x="102" y="108"/>
                  </a:cubicBezTo>
                  <a:cubicBezTo>
                    <a:pt x="94" y="104"/>
                    <a:pt x="94" y="104"/>
                    <a:pt x="94" y="104"/>
                  </a:cubicBezTo>
                  <a:cubicBezTo>
                    <a:pt x="92" y="109"/>
                    <a:pt x="92" y="109"/>
                    <a:pt x="92" y="109"/>
                  </a:cubicBezTo>
                  <a:cubicBezTo>
                    <a:pt x="100" y="114"/>
                    <a:pt x="100" y="114"/>
                    <a:pt x="100" y="114"/>
                  </a:cubicBezTo>
                  <a:cubicBezTo>
                    <a:pt x="98" y="118"/>
                    <a:pt x="98" y="118"/>
                    <a:pt x="98" y="118"/>
                  </a:cubicBezTo>
                  <a:cubicBezTo>
                    <a:pt x="97" y="118"/>
                    <a:pt x="97" y="118"/>
                    <a:pt x="96" y="118"/>
                  </a:cubicBezTo>
                  <a:cubicBezTo>
                    <a:pt x="55" y="120"/>
                    <a:pt x="55" y="120"/>
                    <a:pt x="55" y="120"/>
                  </a:cubicBezTo>
                  <a:cubicBezTo>
                    <a:pt x="17" y="88"/>
                    <a:pt x="17" y="88"/>
                    <a:pt x="17" y="88"/>
                  </a:cubicBezTo>
                  <a:cubicBezTo>
                    <a:pt x="16" y="87"/>
                    <a:pt x="14" y="86"/>
                    <a:pt x="13" y="86"/>
                  </a:cubicBezTo>
                  <a:cubicBezTo>
                    <a:pt x="9" y="84"/>
                    <a:pt x="4" y="83"/>
                    <a:pt x="0" y="83"/>
                  </a:cubicBezTo>
                  <a:cubicBezTo>
                    <a:pt x="8" y="96"/>
                    <a:pt x="13" y="111"/>
                    <a:pt x="14" y="128"/>
                  </a:cubicBezTo>
                  <a:cubicBezTo>
                    <a:pt x="15" y="127"/>
                    <a:pt x="15" y="125"/>
                    <a:pt x="16" y="124"/>
                  </a:cubicBezTo>
                  <a:cubicBezTo>
                    <a:pt x="17" y="123"/>
                    <a:pt x="18" y="122"/>
                    <a:pt x="18" y="121"/>
                  </a:cubicBezTo>
                  <a:cubicBezTo>
                    <a:pt x="43" y="141"/>
                    <a:pt x="43" y="141"/>
                    <a:pt x="43" y="141"/>
                  </a:cubicBezTo>
                  <a:cubicBezTo>
                    <a:pt x="45" y="143"/>
                    <a:pt x="47" y="144"/>
                    <a:pt x="50" y="144"/>
                  </a:cubicBezTo>
                  <a:cubicBezTo>
                    <a:pt x="50" y="144"/>
                    <a:pt x="51" y="144"/>
                    <a:pt x="51" y="144"/>
                  </a:cubicBezTo>
                  <a:cubicBezTo>
                    <a:pt x="81" y="143"/>
                    <a:pt x="81" y="143"/>
                    <a:pt x="81" y="143"/>
                  </a:cubicBezTo>
                  <a:cubicBezTo>
                    <a:pt x="80" y="145"/>
                    <a:pt x="80" y="145"/>
                    <a:pt x="80" y="145"/>
                  </a:cubicBezTo>
                  <a:cubicBezTo>
                    <a:pt x="92" y="152"/>
                    <a:pt x="92" y="152"/>
                    <a:pt x="92" y="152"/>
                  </a:cubicBezTo>
                  <a:cubicBezTo>
                    <a:pt x="94" y="149"/>
                    <a:pt x="94" y="149"/>
                    <a:pt x="94" y="149"/>
                  </a:cubicBezTo>
                  <a:cubicBezTo>
                    <a:pt x="91" y="147"/>
                    <a:pt x="91" y="147"/>
                    <a:pt x="91" y="147"/>
                  </a:cubicBezTo>
                  <a:cubicBezTo>
                    <a:pt x="94" y="142"/>
                    <a:pt x="94" y="142"/>
                    <a:pt x="94" y="142"/>
                  </a:cubicBezTo>
                  <a:cubicBezTo>
                    <a:pt x="97" y="142"/>
                    <a:pt x="97" y="142"/>
                    <a:pt x="97" y="142"/>
                  </a:cubicBezTo>
                  <a:cubicBezTo>
                    <a:pt x="104" y="142"/>
                    <a:pt x="109" y="136"/>
                    <a:pt x="109" y="130"/>
                  </a:cubicBezTo>
                  <a:cubicBezTo>
                    <a:pt x="109" y="127"/>
                    <a:pt x="107" y="124"/>
                    <a:pt x="105" y="122"/>
                  </a:cubicBezTo>
                  <a:cubicBezTo>
                    <a:pt x="107" y="118"/>
                    <a:pt x="107" y="118"/>
                    <a:pt x="107" y="118"/>
                  </a:cubicBezTo>
                  <a:cubicBezTo>
                    <a:pt x="116" y="123"/>
                    <a:pt x="116" y="123"/>
                    <a:pt x="116" y="123"/>
                  </a:cubicBezTo>
                  <a:cubicBezTo>
                    <a:pt x="119" y="118"/>
                    <a:pt x="119" y="118"/>
                    <a:pt x="119" y="118"/>
                  </a:cubicBezTo>
                  <a:cubicBezTo>
                    <a:pt x="112" y="114"/>
                    <a:pt x="112" y="114"/>
                    <a:pt x="112" y="114"/>
                  </a:cubicBezTo>
                  <a:lnTo>
                    <a:pt x="162" y="28"/>
                  </a:lnTo>
                  <a:close/>
                  <a:moveTo>
                    <a:pt x="84" y="143"/>
                  </a:moveTo>
                  <a:cubicBezTo>
                    <a:pt x="83" y="143"/>
                    <a:pt x="83" y="143"/>
                    <a:pt x="83" y="143"/>
                  </a:cubicBezTo>
                  <a:cubicBezTo>
                    <a:pt x="84" y="143"/>
                    <a:pt x="84" y="143"/>
                    <a:pt x="84" y="1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184"/>
            <p:cNvSpPr>
              <a:spLocks noEditPoints="1"/>
            </p:cNvSpPr>
            <p:nvPr/>
          </p:nvSpPr>
          <p:spPr bwMode="auto">
            <a:xfrm>
              <a:off x="3649664" y="6059487"/>
              <a:ext cx="239713" cy="236537"/>
            </a:xfrm>
            <a:custGeom>
              <a:avLst/>
              <a:gdLst>
                <a:gd name="T0" fmla="*/ 75 w 150"/>
                <a:gd name="T1" fmla="*/ 0 h 149"/>
                <a:gd name="T2" fmla="*/ 0 w 150"/>
                <a:gd name="T3" fmla="*/ 75 h 149"/>
                <a:gd name="T4" fmla="*/ 75 w 150"/>
                <a:gd name="T5" fmla="*/ 149 h 149"/>
                <a:gd name="T6" fmla="*/ 150 w 150"/>
                <a:gd name="T7" fmla="*/ 75 h 149"/>
                <a:gd name="T8" fmla="*/ 75 w 150"/>
                <a:gd name="T9" fmla="*/ 0 h 149"/>
                <a:gd name="T10" fmla="*/ 75 w 150"/>
                <a:gd name="T11" fmla="*/ 55 h 149"/>
                <a:gd name="T12" fmla="*/ 93 w 150"/>
                <a:gd name="T13" fmla="*/ 73 h 149"/>
                <a:gd name="T14" fmla="*/ 75 w 150"/>
                <a:gd name="T15" fmla="*/ 91 h 149"/>
                <a:gd name="T16" fmla="*/ 57 w 150"/>
                <a:gd name="T17" fmla="*/ 73 h 149"/>
                <a:gd name="T18" fmla="*/ 75 w 150"/>
                <a:gd name="T19" fmla="*/ 55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0" h="149">
                  <a:moveTo>
                    <a:pt x="75" y="0"/>
                  </a:moveTo>
                  <a:cubicBezTo>
                    <a:pt x="34" y="0"/>
                    <a:pt x="0" y="33"/>
                    <a:pt x="0" y="75"/>
                  </a:cubicBezTo>
                  <a:cubicBezTo>
                    <a:pt x="0" y="116"/>
                    <a:pt x="34" y="149"/>
                    <a:pt x="75" y="149"/>
                  </a:cubicBezTo>
                  <a:cubicBezTo>
                    <a:pt x="116" y="149"/>
                    <a:pt x="150" y="116"/>
                    <a:pt x="150" y="75"/>
                  </a:cubicBezTo>
                  <a:cubicBezTo>
                    <a:pt x="150" y="33"/>
                    <a:pt x="116" y="0"/>
                    <a:pt x="75" y="0"/>
                  </a:cubicBezTo>
                  <a:close/>
                  <a:moveTo>
                    <a:pt x="75" y="55"/>
                  </a:moveTo>
                  <a:cubicBezTo>
                    <a:pt x="85" y="55"/>
                    <a:pt x="93" y="63"/>
                    <a:pt x="93" y="73"/>
                  </a:cubicBezTo>
                  <a:cubicBezTo>
                    <a:pt x="93" y="83"/>
                    <a:pt x="85" y="91"/>
                    <a:pt x="75" y="91"/>
                  </a:cubicBezTo>
                  <a:cubicBezTo>
                    <a:pt x="65" y="91"/>
                    <a:pt x="57" y="83"/>
                    <a:pt x="57" y="73"/>
                  </a:cubicBezTo>
                  <a:cubicBezTo>
                    <a:pt x="57" y="63"/>
                    <a:pt x="65" y="55"/>
                    <a:pt x="75" y="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185"/>
            <p:cNvSpPr>
              <a:spLocks/>
            </p:cNvSpPr>
            <p:nvPr/>
          </p:nvSpPr>
          <p:spPr bwMode="auto">
            <a:xfrm>
              <a:off x="4237039" y="6265862"/>
              <a:ext cx="277813" cy="222250"/>
            </a:xfrm>
            <a:custGeom>
              <a:avLst/>
              <a:gdLst>
                <a:gd name="T0" fmla="*/ 31 w 174"/>
                <a:gd name="T1" fmla="*/ 26 h 139"/>
                <a:gd name="T2" fmla="*/ 44 w 174"/>
                <a:gd name="T3" fmla="*/ 60 h 139"/>
                <a:gd name="T4" fmla="*/ 6 w 174"/>
                <a:gd name="T5" fmla="*/ 114 h 139"/>
                <a:gd name="T6" fmla="*/ 9 w 174"/>
                <a:gd name="T7" fmla="*/ 136 h 139"/>
                <a:gd name="T8" fmla="*/ 18 w 174"/>
                <a:gd name="T9" fmla="*/ 139 h 139"/>
                <a:gd name="T10" fmla="*/ 31 w 174"/>
                <a:gd name="T11" fmla="*/ 133 h 139"/>
                <a:gd name="T12" fmla="*/ 75 w 174"/>
                <a:gd name="T13" fmla="*/ 72 h 139"/>
                <a:gd name="T14" fmla="*/ 77 w 174"/>
                <a:gd name="T15" fmla="*/ 57 h 139"/>
                <a:gd name="T16" fmla="*/ 68 w 174"/>
                <a:gd name="T17" fmla="*/ 33 h 139"/>
                <a:gd name="T18" fmla="*/ 87 w 174"/>
                <a:gd name="T19" fmla="*/ 43 h 139"/>
                <a:gd name="T20" fmla="*/ 142 w 174"/>
                <a:gd name="T21" fmla="*/ 129 h 139"/>
                <a:gd name="T22" fmla="*/ 164 w 174"/>
                <a:gd name="T23" fmla="*/ 134 h 139"/>
                <a:gd name="T24" fmla="*/ 169 w 174"/>
                <a:gd name="T25" fmla="*/ 112 h 139"/>
                <a:gd name="T26" fmla="*/ 112 w 174"/>
                <a:gd name="T27" fmla="*/ 23 h 139"/>
                <a:gd name="T28" fmla="*/ 106 w 174"/>
                <a:gd name="T29" fmla="*/ 17 h 139"/>
                <a:gd name="T30" fmla="*/ 75 w 174"/>
                <a:gd name="T31" fmla="*/ 0 h 139"/>
                <a:gd name="T32" fmla="*/ 31 w 174"/>
                <a:gd name="T33" fmla="*/ 26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4" h="139">
                  <a:moveTo>
                    <a:pt x="31" y="26"/>
                  </a:moveTo>
                  <a:cubicBezTo>
                    <a:pt x="44" y="60"/>
                    <a:pt x="44" y="60"/>
                    <a:pt x="44" y="60"/>
                  </a:cubicBezTo>
                  <a:cubicBezTo>
                    <a:pt x="6" y="114"/>
                    <a:pt x="6" y="114"/>
                    <a:pt x="6" y="114"/>
                  </a:cubicBezTo>
                  <a:cubicBezTo>
                    <a:pt x="0" y="121"/>
                    <a:pt x="2" y="131"/>
                    <a:pt x="9" y="136"/>
                  </a:cubicBezTo>
                  <a:cubicBezTo>
                    <a:pt x="12" y="138"/>
                    <a:pt x="15" y="139"/>
                    <a:pt x="18" y="139"/>
                  </a:cubicBezTo>
                  <a:cubicBezTo>
                    <a:pt x="23" y="139"/>
                    <a:pt x="28" y="137"/>
                    <a:pt x="31" y="133"/>
                  </a:cubicBezTo>
                  <a:cubicBezTo>
                    <a:pt x="75" y="72"/>
                    <a:pt x="75" y="72"/>
                    <a:pt x="75" y="72"/>
                  </a:cubicBezTo>
                  <a:cubicBezTo>
                    <a:pt x="79" y="68"/>
                    <a:pt x="79" y="62"/>
                    <a:pt x="77" y="57"/>
                  </a:cubicBezTo>
                  <a:cubicBezTo>
                    <a:pt x="68" y="33"/>
                    <a:pt x="68" y="33"/>
                    <a:pt x="68" y="33"/>
                  </a:cubicBezTo>
                  <a:cubicBezTo>
                    <a:pt x="87" y="43"/>
                    <a:pt x="87" y="43"/>
                    <a:pt x="87" y="43"/>
                  </a:cubicBezTo>
                  <a:cubicBezTo>
                    <a:pt x="142" y="129"/>
                    <a:pt x="142" y="129"/>
                    <a:pt x="142" y="129"/>
                  </a:cubicBezTo>
                  <a:cubicBezTo>
                    <a:pt x="147" y="136"/>
                    <a:pt x="157" y="138"/>
                    <a:pt x="164" y="134"/>
                  </a:cubicBezTo>
                  <a:cubicBezTo>
                    <a:pt x="172" y="129"/>
                    <a:pt x="174" y="119"/>
                    <a:pt x="169" y="112"/>
                  </a:cubicBezTo>
                  <a:cubicBezTo>
                    <a:pt x="112" y="23"/>
                    <a:pt x="112" y="23"/>
                    <a:pt x="112" y="23"/>
                  </a:cubicBezTo>
                  <a:cubicBezTo>
                    <a:pt x="111" y="20"/>
                    <a:pt x="109" y="19"/>
                    <a:pt x="106" y="17"/>
                  </a:cubicBezTo>
                  <a:cubicBezTo>
                    <a:pt x="75" y="0"/>
                    <a:pt x="75" y="0"/>
                    <a:pt x="75" y="0"/>
                  </a:cubicBezTo>
                  <a:cubicBezTo>
                    <a:pt x="64" y="13"/>
                    <a:pt x="48" y="22"/>
                    <a:pt x="31"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186"/>
            <p:cNvSpPr>
              <a:spLocks/>
            </p:cNvSpPr>
            <p:nvPr/>
          </p:nvSpPr>
          <p:spPr bwMode="auto">
            <a:xfrm>
              <a:off x="4313239" y="5940424"/>
              <a:ext cx="169863" cy="134937"/>
            </a:xfrm>
            <a:custGeom>
              <a:avLst/>
              <a:gdLst>
                <a:gd name="T0" fmla="*/ 20 w 107"/>
                <a:gd name="T1" fmla="*/ 81 h 85"/>
                <a:gd name="T2" fmla="*/ 16 w 107"/>
                <a:gd name="T3" fmla="*/ 54 h 85"/>
                <a:gd name="T4" fmla="*/ 53 w 107"/>
                <a:gd name="T5" fmla="*/ 25 h 85"/>
                <a:gd name="T6" fmla="*/ 57 w 107"/>
                <a:gd name="T7" fmla="*/ 25 h 85"/>
                <a:gd name="T8" fmla="*/ 83 w 107"/>
                <a:gd name="T9" fmla="*/ 41 h 85"/>
                <a:gd name="T10" fmla="*/ 107 w 107"/>
                <a:gd name="T11" fmla="*/ 23 h 85"/>
                <a:gd name="T12" fmla="*/ 49 w 107"/>
                <a:gd name="T13" fmla="*/ 0 h 85"/>
                <a:gd name="T14" fmla="*/ 0 w 107"/>
                <a:gd name="T15" fmla="*/ 49 h 85"/>
                <a:gd name="T16" fmla="*/ 1 w 107"/>
                <a:gd name="T17" fmla="*/ 74 h 85"/>
                <a:gd name="T18" fmla="*/ 18 w 107"/>
                <a:gd name="T19" fmla="*/ 85 h 85"/>
                <a:gd name="T20" fmla="*/ 20 w 107"/>
                <a:gd name="T21" fmla="*/ 81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7" h="85">
                  <a:moveTo>
                    <a:pt x="20" y="81"/>
                  </a:moveTo>
                  <a:cubicBezTo>
                    <a:pt x="19" y="76"/>
                    <a:pt x="16" y="62"/>
                    <a:pt x="16" y="54"/>
                  </a:cubicBezTo>
                  <a:cubicBezTo>
                    <a:pt x="17" y="40"/>
                    <a:pt x="26" y="25"/>
                    <a:pt x="53" y="25"/>
                  </a:cubicBezTo>
                  <a:cubicBezTo>
                    <a:pt x="55" y="25"/>
                    <a:pt x="56" y="25"/>
                    <a:pt x="57" y="25"/>
                  </a:cubicBezTo>
                  <a:cubicBezTo>
                    <a:pt x="70" y="27"/>
                    <a:pt x="79" y="34"/>
                    <a:pt x="83" y="41"/>
                  </a:cubicBezTo>
                  <a:cubicBezTo>
                    <a:pt x="107" y="23"/>
                    <a:pt x="107" y="23"/>
                    <a:pt x="107" y="23"/>
                  </a:cubicBezTo>
                  <a:cubicBezTo>
                    <a:pt x="107" y="23"/>
                    <a:pt x="87" y="0"/>
                    <a:pt x="49" y="0"/>
                  </a:cubicBezTo>
                  <a:cubicBezTo>
                    <a:pt x="11" y="0"/>
                    <a:pt x="1" y="27"/>
                    <a:pt x="0" y="49"/>
                  </a:cubicBezTo>
                  <a:cubicBezTo>
                    <a:pt x="0" y="57"/>
                    <a:pt x="1" y="66"/>
                    <a:pt x="1" y="74"/>
                  </a:cubicBezTo>
                  <a:cubicBezTo>
                    <a:pt x="7" y="77"/>
                    <a:pt x="13" y="81"/>
                    <a:pt x="18" y="85"/>
                  </a:cubicBezTo>
                  <a:lnTo>
                    <a:pt x="20" y="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187"/>
            <p:cNvSpPr>
              <a:spLocks/>
            </p:cNvSpPr>
            <p:nvPr/>
          </p:nvSpPr>
          <p:spPr bwMode="auto">
            <a:xfrm>
              <a:off x="4348164" y="5989637"/>
              <a:ext cx="100013" cy="122237"/>
            </a:xfrm>
            <a:custGeom>
              <a:avLst/>
              <a:gdLst>
                <a:gd name="T0" fmla="*/ 5 w 63"/>
                <a:gd name="T1" fmla="*/ 63 h 77"/>
                <a:gd name="T2" fmla="*/ 24 w 63"/>
                <a:gd name="T3" fmla="*/ 65 h 77"/>
                <a:gd name="T4" fmla="*/ 51 w 63"/>
                <a:gd name="T5" fmla="*/ 77 h 77"/>
                <a:gd name="T6" fmla="*/ 45 w 63"/>
                <a:gd name="T7" fmla="*/ 47 h 77"/>
                <a:gd name="T8" fmla="*/ 34 w 63"/>
                <a:gd name="T9" fmla="*/ 40 h 77"/>
                <a:gd name="T10" fmla="*/ 31 w 63"/>
                <a:gd name="T11" fmla="*/ 27 h 77"/>
                <a:gd name="T12" fmla="*/ 51 w 63"/>
                <a:gd name="T13" fmla="*/ 39 h 77"/>
                <a:gd name="T14" fmla="*/ 52 w 63"/>
                <a:gd name="T15" fmla="*/ 55 h 77"/>
                <a:gd name="T16" fmla="*/ 63 w 63"/>
                <a:gd name="T17" fmla="*/ 59 h 77"/>
                <a:gd name="T18" fmla="*/ 60 w 63"/>
                <a:gd name="T19" fmla="*/ 23 h 77"/>
                <a:gd name="T20" fmla="*/ 31 w 63"/>
                <a:gd name="T21" fmla="*/ 0 h 77"/>
                <a:gd name="T22" fmla="*/ 0 w 63"/>
                <a:gd name="T23" fmla="*/ 23 h 77"/>
                <a:gd name="T24" fmla="*/ 4 w 63"/>
                <a:gd name="T25" fmla="*/ 50 h 77"/>
                <a:gd name="T26" fmla="*/ 1 w 63"/>
                <a:gd name="T27" fmla="*/ 58 h 77"/>
                <a:gd name="T28" fmla="*/ 5 w 63"/>
                <a:gd name="T29" fmla="*/ 63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3" h="77">
                  <a:moveTo>
                    <a:pt x="5" y="63"/>
                  </a:moveTo>
                  <a:cubicBezTo>
                    <a:pt x="24" y="65"/>
                    <a:pt x="24" y="65"/>
                    <a:pt x="24" y="65"/>
                  </a:cubicBezTo>
                  <a:cubicBezTo>
                    <a:pt x="51" y="77"/>
                    <a:pt x="51" y="77"/>
                    <a:pt x="51" y="77"/>
                  </a:cubicBezTo>
                  <a:cubicBezTo>
                    <a:pt x="45" y="47"/>
                    <a:pt x="45" y="47"/>
                    <a:pt x="45" y="47"/>
                  </a:cubicBezTo>
                  <a:cubicBezTo>
                    <a:pt x="34" y="40"/>
                    <a:pt x="34" y="40"/>
                    <a:pt x="34" y="40"/>
                  </a:cubicBezTo>
                  <a:cubicBezTo>
                    <a:pt x="31" y="27"/>
                    <a:pt x="31" y="27"/>
                    <a:pt x="31" y="27"/>
                  </a:cubicBezTo>
                  <a:cubicBezTo>
                    <a:pt x="51" y="39"/>
                    <a:pt x="51" y="39"/>
                    <a:pt x="51" y="39"/>
                  </a:cubicBezTo>
                  <a:cubicBezTo>
                    <a:pt x="52" y="55"/>
                    <a:pt x="52" y="55"/>
                    <a:pt x="52" y="55"/>
                  </a:cubicBezTo>
                  <a:cubicBezTo>
                    <a:pt x="63" y="59"/>
                    <a:pt x="63" y="59"/>
                    <a:pt x="63" y="59"/>
                  </a:cubicBezTo>
                  <a:cubicBezTo>
                    <a:pt x="60" y="23"/>
                    <a:pt x="60" y="23"/>
                    <a:pt x="60" y="23"/>
                  </a:cubicBezTo>
                  <a:cubicBezTo>
                    <a:pt x="60" y="23"/>
                    <a:pt x="55" y="0"/>
                    <a:pt x="31" y="0"/>
                  </a:cubicBezTo>
                  <a:cubicBezTo>
                    <a:pt x="7" y="0"/>
                    <a:pt x="1" y="14"/>
                    <a:pt x="0" y="23"/>
                  </a:cubicBezTo>
                  <a:cubicBezTo>
                    <a:pt x="0" y="33"/>
                    <a:pt x="4" y="50"/>
                    <a:pt x="4" y="50"/>
                  </a:cubicBezTo>
                  <a:cubicBezTo>
                    <a:pt x="1" y="58"/>
                    <a:pt x="1" y="58"/>
                    <a:pt x="1" y="58"/>
                  </a:cubicBezTo>
                  <a:cubicBezTo>
                    <a:pt x="3" y="60"/>
                    <a:pt x="4" y="61"/>
                    <a:pt x="5"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188"/>
            <p:cNvSpPr>
              <a:spLocks noEditPoints="1"/>
            </p:cNvSpPr>
            <p:nvPr/>
          </p:nvSpPr>
          <p:spPr bwMode="auto">
            <a:xfrm>
              <a:off x="4368801" y="5972174"/>
              <a:ext cx="268288" cy="241300"/>
            </a:xfrm>
            <a:custGeom>
              <a:avLst/>
              <a:gdLst>
                <a:gd name="T0" fmla="*/ 102 w 169"/>
                <a:gd name="T1" fmla="*/ 108 h 152"/>
                <a:gd name="T2" fmla="*/ 95 w 169"/>
                <a:gd name="T3" fmla="*/ 104 h 152"/>
                <a:gd name="T4" fmla="*/ 92 w 169"/>
                <a:gd name="T5" fmla="*/ 109 h 152"/>
                <a:gd name="T6" fmla="*/ 101 w 169"/>
                <a:gd name="T7" fmla="*/ 114 h 152"/>
                <a:gd name="T8" fmla="*/ 99 w 169"/>
                <a:gd name="T9" fmla="*/ 118 h 152"/>
                <a:gd name="T10" fmla="*/ 97 w 169"/>
                <a:gd name="T11" fmla="*/ 118 h 152"/>
                <a:gd name="T12" fmla="*/ 55 w 169"/>
                <a:gd name="T13" fmla="*/ 120 h 152"/>
                <a:gd name="T14" fmla="*/ 18 w 169"/>
                <a:gd name="T15" fmla="*/ 88 h 152"/>
                <a:gd name="T16" fmla="*/ 13 w 169"/>
                <a:gd name="T17" fmla="*/ 86 h 152"/>
                <a:gd name="T18" fmla="*/ 0 w 169"/>
                <a:gd name="T19" fmla="*/ 83 h 152"/>
                <a:gd name="T20" fmla="*/ 14 w 169"/>
                <a:gd name="T21" fmla="*/ 128 h 152"/>
                <a:gd name="T22" fmla="*/ 17 w 169"/>
                <a:gd name="T23" fmla="*/ 124 h 152"/>
                <a:gd name="T24" fmla="*/ 19 w 169"/>
                <a:gd name="T25" fmla="*/ 121 h 152"/>
                <a:gd name="T26" fmla="*/ 43 w 169"/>
                <a:gd name="T27" fmla="*/ 141 h 152"/>
                <a:gd name="T28" fmla="*/ 51 w 169"/>
                <a:gd name="T29" fmla="*/ 144 h 152"/>
                <a:gd name="T30" fmla="*/ 52 w 169"/>
                <a:gd name="T31" fmla="*/ 144 h 152"/>
                <a:gd name="T32" fmla="*/ 81 w 169"/>
                <a:gd name="T33" fmla="*/ 143 h 152"/>
                <a:gd name="T34" fmla="*/ 80 w 169"/>
                <a:gd name="T35" fmla="*/ 145 h 152"/>
                <a:gd name="T36" fmla="*/ 93 w 169"/>
                <a:gd name="T37" fmla="*/ 152 h 152"/>
                <a:gd name="T38" fmla="*/ 95 w 169"/>
                <a:gd name="T39" fmla="*/ 149 h 152"/>
                <a:gd name="T40" fmla="*/ 92 w 169"/>
                <a:gd name="T41" fmla="*/ 147 h 152"/>
                <a:gd name="T42" fmla="*/ 95 w 169"/>
                <a:gd name="T43" fmla="*/ 142 h 152"/>
                <a:gd name="T44" fmla="*/ 98 w 169"/>
                <a:gd name="T45" fmla="*/ 142 h 152"/>
                <a:gd name="T46" fmla="*/ 109 w 169"/>
                <a:gd name="T47" fmla="*/ 130 h 152"/>
                <a:gd name="T48" fmla="*/ 106 w 169"/>
                <a:gd name="T49" fmla="*/ 122 h 152"/>
                <a:gd name="T50" fmla="*/ 108 w 169"/>
                <a:gd name="T51" fmla="*/ 118 h 152"/>
                <a:gd name="T52" fmla="*/ 117 w 169"/>
                <a:gd name="T53" fmla="*/ 123 h 152"/>
                <a:gd name="T54" fmla="*/ 120 w 169"/>
                <a:gd name="T55" fmla="*/ 118 h 152"/>
                <a:gd name="T56" fmla="*/ 112 w 169"/>
                <a:gd name="T57" fmla="*/ 114 h 152"/>
                <a:gd name="T58" fmla="*/ 163 w 169"/>
                <a:gd name="T59" fmla="*/ 28 h 152"/>
                <a:gd name="T60" fmla="*/ 169 w 169"/>
                <a:gd name="T61" fmla="*/ 0 h 152"/>
                <a:gd name="T62" fmla="*/ 148 w 169"/>
                <a:gd name="T63" fmla="*/ 20 h 152"/>
                <a:gd name="T64" fmla="*/ 102 w 169"/>
                <a:gd name="T65" fmla="*/ 108 h 152"/>
                <a:gd name="T66" fmla="*/ 85 w 169"/>
                <a:gd name="T67" fmla="*/ 143 h 152"/>
                <a:gd name="T68" fmla="*/ 84 w 169"/>
                <a:gd name="T69" fmla="*/ 143 h 152"/>
                <a:gd name="T70" fmla="*/ 85 w 169"/>
                <a:gd name="T71" fmla="*/ 143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9" h="152">
                  <a:moveTo>
                    <a:pt x="102" y="108"/>
                  </a:moveTo>
                  <a:cubicBezTo>
                    <a:pt x="95" y="104"/>
                    <a:pt x="95" y="104"/>
                    <a:pt x="95" y="104"/>
                  </a:cubicBezTo>
                  <a:cubicBezTo>
                    <a:pt x="92" y="109"/>
                    <a:pt x="92" y="109"/>
                    <a:pt x="92" y="109"/>
                  </a:cubicBezTo>
                  <a:cubicBezTo>
                    <a:pt x="101" y="114"/>
                    <a:pt x="101" y="114"/>
                    <a:pt x="101" y="114"/>
                  </a:cubicBezTo>
                  <a:cubicBezTo>
                    <a:pt x="99" y="118"/>
                    <a:pt x="99" y="118"/>
                    <a:pt x="99" y="118"/>
                  </a:cubicBezTo>
                  <a:cubicBezTo>
                    <a:pt x="98" y="118"/>
                    <a:pt x="98" y="118"/>
                    <a:pt x="97" y="118"/>
                  </a:cubicBezTo>
                  <a:cubicBezTo>
                    <a:pt x="55" y="120"/>
                    <a:pt x="55" y="120"/>
                    <a:pt x="55" y="120"/>
                  </a:cubicBezTo>
                  <a:cubicBezTo>
                    <a:pt x="18" y="88"/>
                    <a:pt x="18" y="88"/>
                    <a:pt x="18" y="88"/>
                  </a:cubicBezTo>
                  <a:cubicBezTo>
                    <a:pt x="17" y="87"/>
                    <a:pt x="15" y="86"/>
                    <a:pt x="13" y="86"/>
                  </a:cubicBezTo>
                  <a:cubicBezTo>
                    <a:pt x="10" y="84"/>
                    <a:pt x="5" y="83"/>
                    <a:pt x="0" y="83"/>
                  </a:cubicBezTo>
                  <a:cubicBezTo>
                    <a:pt x="9" y="96"/>
                    <a:pt x="14" y="111"/>
                    <a:pt x="14" y="128"/>
                  </a:cubicBezTo>
                  <a:cubicBezTo>
                    <a:pt x="15" y="127"/>
                    <a:pt x="16" y="125"/>
                    <a:pt x="17" y="124"/>
                  </a:cubicBezTo>
                  <a:cubicBezTo>
                    <a:pt x="18" y="123"/>
                    <a:pt x="18" y="122"/>
                    <a:pt x="19" y="121"/>
                  </a:cubicBezTo>
                  <a:cubicBezTo>
                    <a:pt x="43" y="141"/>
                    <a:pt x="43" y="141"/>
                    <a:pt x="43" y="141"/>
                  </a:cubicBezTo>
                  <a:cubicBezTo>
                    <a:pt x="45" y="143"/>
                    <a:pt x="48" y="144"/>
                    <a:pt x="51" y="144"/>
                  </a:cubicBezTo>
                  <a:cubicBezTo>
                    <a:pt x="51" y="144"/>
                    <a:pt x="51" y="144"/>
                    <a:pt x="52" y="144"/>
                  </a:cubicBezTo>
                  <a:cubicBezTo>
                    <a:pt x="81" y="143"/>
                    <a:pt x="81" y="143"/>
                    <a:pt x="81" y="143"/>
                  </a:cubicBezTo>
                  <a:cubicBezTo>
                    <a:pt x="80" y="145"/>
                    <a:pt x="80" y="145"/>
                    <a:pt x="80" y="145"/>
                  </a:cubicBezTo>
                  <a:cubicBezTo>
                    <a:pt x="93" y="152"/>
                    <a:pt x="93" y="152"/>
                    <a:pt x="93" y="152"/>
                  </a:cubicBezTo>
                  <a:cubicBezTo>
                    <a:pt x="95" y="149"/>
                    <a:pt x="95" y="149"/>
                    <a:pt x="95" y="149"/>
                  </a:cubicBezTo>
                  <a:cubicBezTo>
                    <a:pt x="92" y="147"/>
                    <a:pt x="92" y="147"/>
                    <a:pt x="92" y="147"/>
                  </a:cubicBezTo>
                  <a:cubicBezTo>
                    <a:pt x="95" y="142"/>
                    <a:pt x="95" y="142"/>
                    <a:pt x="95" y="142"/>
                  </a:cubicBezTo>
                  <a:cubicBezTo>
                    <a:pt x="98" y="142"/>
                    <a:pt x="98" y="142"/>
                    <a:pt x="98" y="142"/>
                  </a:cubicBezTo>
                  <a:cubicBezTo>
                    <a:pt x="105" y="142"/>
                    <a:pt x="110" y="136"/>
                    <a:pt x="109" y="130"/>
                  </a:cubicBezTo>
                  <a:cubicBezTo>
                    <a:pt x="109" y="127"/>
                    <a:pt x="108" y="124"/>
                    <a:pt x="106" y="122"/>
                  </a:cubicBezTo>
                  <a:cubicBezTo>
                    <a:pt x="108" y="118"/>
                    <a:pt x="108" y="118"/>
                    <a:pt x="108" y="118"/>
                  </a:cubicBezTo>
                  <a:cubicBezTo>
                    <a:pt x="117" y="123"/>
                    <a:pt x="117" y="123"/>
                    <a:pt x="117" y="123"/>
                  </a:cubicBezTo>
                  <a:cubicBezTo>
                    <a:pt x="120" y="118"/>
                    <a:pt x="120" y="118"/>
                    <a:pt x="120" y="118"/>
                  </a:cubicBezTo>
                  <a:cubicBezTo>
                    <a:pt x="112" y="114"/>
                    <a:pt x="112" y="114"/>
                    <a:pt x="112" y="114"/>
                  </a:cubicBezTo>
                  <a:cubicBezTo>
                    <a:pt x="163" y="28"/>
                    <a:pt x="163" y="28"/>
                    <a:pt x="163" y="28"/>
                  </a:cubicBezTo>
                  <a:cubicBezTo>
                    <a:pt x="169" y="0"/>
                    <a:pt x="169" y="0"/>
                    <a:pt x="169" y="0"/>
                  </a:cubicBezTo>
                  <a:cubicBezTo>
                    <a:pt x="148" y="20"/>
                    <a:pt x="148" y="20"/>
                    <a:pt x="148" y="20"/>
                  </a:cubicBezTo>
                  <a:lnTo>
                    <a:pt x="102" y="108"/>
                  </a:lnTo>
                  <a:close/>
                  <a:moveTo>
                    <a:pt x="85" y="143"/>
                  </a:moveTo>
                  <a:cubicBezTo>
                    <a:pt x="84" y="143"/>
                    <a:pt x="84" y="143"/>
                    <a:pt x="84" y="143"/>
                  </a:cubicBezTo>
                  <a:cubicBezTo>
                    <a:pt x="85" y="143"/>
                    <a:pt x="85" y="143"/>
                    <a:pt x="85" y="1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189"/>
            <p:cNvSpPr>
              <a:spLocks noEditPoints="1"/>
            </p:cNvSpPr>
            <p:nvPr/>
          </p:nvSpPr>
          <p:spPr bwMode="auto">
            <a:xfrm>
              <a:off x="4140201" y="6059487"/>
              <a:ext cx="238125" cy="236537"/>
            </a:xfrm>
            <a:custGeom>
              <a:avLst/>
              <a:gdLst>
                <a:gd name="T0" fmla="*/ 75 w 149"/>
                <a:gd name="T1" fmla="*/ 0 h 149"/>
                <a:gd name="T2" fmla="*/ 0 w 149"/>
                <a:gd name="T3" fmla="*/ 75 h 149"/>
                <a:gd name="T4" fmla="*/ 75 w 149"/>
                <a:gd name="T5" fmla="*/ 149 h 149"/>
                <a:gd name="T6" fmla="*/ 149 w 149"/>
                <a:gd name="T7" fmla="*/ 75 h 149"/>
                <a:gd name="T8" fmla="*/ 75 w 149"/>
                <a:gd name="T9" fmla="*/ 0 h 149"/>
                <a:gd name="T10" fmla="*/ 75 w 149"/>
                <a:gd name="T11" fmla="*/ 55 h 149"/>
                <a:gd name="T12" fmla="*/ 93 w 149"/>
                <a:gd name="T13" fmla="*/ 73 h 149"/>
                <a:gd name="T14" fmla="*/ 75 w 149"/>
                <a:gd name="T15" fmla="*/ 91 h 149"/>
                <a:gd name="T16" fmla="*/ 57 w 149"/>
                <a:gd name="T17" fmla="*/ 73 h 149"/>
                <a:gd name="T18" fmla="*/ 75 w 149"/>
                <a:gd name="T19" fmla="*/ 55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9" h="149">
                  <a:moveTo>
                    <a:pt x="75" y="0"/>
                  </a:moveTo>
                  <a:cubicBezTo>
                    <a:pt x="34" y="0"/>
                    <a:pt x="0" y="33"/>
                    <a:pt x="0" y="75"/>
                  </a:cubicBezTo>
                  <a:cubicBezTo>
                    <a:pt x="0" y="116"/>
                    <a:pt x="34" y="149"/>
                    <a:pt x="75" y="149"/>
                  </a:cubicBezTo>
                  <a:cubicBezTo>
                    <a:pt x="116" y="149"/>
                    <a:pt x="149" y="116"/>
                    <a:pt x="149" y="75"/>
                  </a:cubicBezTo>
                  <a:cubicBezTo>
                    <a:pt x="149" y="33"/>
                    <a:pt x="116" y="0"/>
                    <a:pt x="75" y="0"/>
                  </a:cubicBezTo>
                  <a:close/>
                  <a:moveTo>
                    <a:pt x="75" y="55"/>
                  </a:moveTo>
                  <a:cubicBezTo>
                    <a:pt x="85" y="55"/>
                    <a:pt x="93" y="63"/>
                    <a:pt x="93" y="73"/>
                  </a:cubicBezTo>
                  <a:cubicBezTo>
                    <a:pt x="93" y="83"/>
                    <a:pt x="85" y="91"/>
                    <a:pt x="75" y="91"/>
                  </a:cubicBezTo>
                  <a:cubicBezTo>
                    <a:pt x="65" y="91"/>
                    <a:pt x="57" y="83"/>
                    <a:pt x="57" y="73"/>
                  </a:cubicBezTo>
                  <a:cubicBezTo>
                    <a:pt x="57" y="63"/>
                    <a:pt x="65" y="55"/>
                    <a:pt x="75" y="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70" name="组合 169"/>
          <p:cNvGrpSpPr/>
          <p:nvPr/>
        </p:nvGrpSpPr>
        <p:grpSpPr>
          <a:xfrm>
            <a:off x="4949826" y="5837237"/>
            <a:ext cx="2112962" cy="655638"/>
            <a:chOff x="4949826" y="5837237"/>
            <a:chExt cx="2112962" cy="655638"/>
          </a:xfrm>
          <a:solidFill>
            <a:schemeClr val="tx1">
              <a:lumMod val="65000"/>
              <a:lumOff val="35000"/>
            </a:schemeClr>
          </a:solidFill>
        </p:grpSpPr>
        <p:sp>
          <p:nvSpPr>
            <p:cNvPr id="171" name="Freeform 190"/>
            <p:cNvSpPr>
              <a:spLocks/>
            </p:cNvSpPr>
            <p:nvPr/>
          </p:nvSpPr>
          <p:spPr bwMode="auto">
            <a:xfrm>
              <a:off x="5157789" y="6084887"/>
              <a:ext cx="180975" cy="403225"/>
            </a:xfrm>
            <a:custGeom>
              <a:avLst/>
              <a:gdLst>
                <a:gd name="T0" fmla="*/ 77 w 114"/>
                <a:gd name="T1" fmla="*/ 149 h 253"/>
                <a:gd name="T2" fmla="*/ 88 w 114"/>
                <a:gd name="T3" fmla="*/ 104 h 253"/>
                <a:gd name="T4" fmla="*/ 96 w 114"/>
                <a:gd name="T5" fmla="*/ 68 h 253"/>
                <a:gd name="T6" fmla="*/ 43 w 114"/>
                <a:gd name="T7" fmla="*/ 10 h 253"/>
                <a:gd name="T8" fmla="*/ 4 w 114"/>
                <a:gd name="T9" fmla="*/ 9 h 253"/>
                <a:gd name="T10" fmla="*/ 0 w 114"/>
                <a:gd name="T11" fmla="*/ 12 h 253"/>
                <a:gd name="T12" fmla="*/ 0 w 114"/>
                <a:gd name="T13" fmla="*/ 13 h 253"/>
                <a:gd name="T14" fmla="*/ 80 w 114"/>
                <a:gd name="T15" fmla="*/ 95 h 253"/>
                <a:gd name="T16" fmla="*/ 47 w 114"/>
                <a:gd name="T17" fmla="*/ 161 h 253"/>
                <a:gd name="T18" fmla="*/ 81 w 114"/>
                <a:gd name="T19" fmla="*/ 243 h 253"/>
                <a:gd name="T20" fmla="*/ 95 w 114"/>
                <a:gd name="T21" fmla="*/ 253 h 253"/>
                <a:gd name="T22" fmla="*/ 101 w 114"/>
                <a:gd name="T23" fmla="*/ 252 h 253"/>
                <a:gd name="T24" fmla="*/ 110 w 114"/>
                <a:gd name="T25" fmla="*/ 231 h 253"/>
                <a:gd name="T26" fmla="*/ 77 w 114"/>
                <a:gd name="T27" fmla="*/ 149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4" h="253">
                  <a:moveTo>
                    <a:pt x="77" y="149"/>
                  </a:moveTo>
                  <a:cubicBezTo>
                    <a:pt x="88" y="104"/>
                    <a:pt x="88" y="104"/>
                    <a:pt x="88" y="104"/>
                  </a:cubicBezTo>
                  <a:cubicBezTo>
                    <a:pt x="97" y="96"/>
                    <a:pt x="105" y="86"/>
                    <a:pt x="96" y="68"/>
                  </a:cubicBezTo>
                  <a:cubicBezTo>
                    <a:pt x="80" y="41"/>
                    <a:pt x="68" y="27"/>
                    <a:pt x="43" y="10"/>
                  </a:cubicBezTo>
                  <a:cubicBezTo>
                    <a:pt x="28" y="0"/>
                    <a:pt x="13" y="2"/>
                    <a:pt x="4" y="9"/>
                  </a:cubicBezTo>
                  <a:cubicBezTo>
                    <a:pt x="2" y="10"/>
                    <a:pt x="1" y="11"/>
                    <a:pt x="0" y="12"/>
                  </a:cubicBezTo>
                  <a:cubicBezTo>
                    <a:pt x="0" y="13"/>
                    <a:pt x="0" y="13"/>
                    <a:pt x="0" y="13"/>
                  </a:cubicBezTo>
                  <a:cubicBezTo>
                    <a:pt x="44" y="14"/>
                    <a:pt x="80" y="50"/>
                    <a:pt x="80" y="95"/>
                  </a:cubicBezTo>
                  <a:cubicBezTo>
                    <a:pt x="80" y="122"/>
                    <a:pt x="67" y="146"/>
                    <a:pt x="47" y="161"/>
                  </a:cubicBezTo>
                  <a:cubicBezTo>
                    <a:pt x="81" y="243"/>
                    <a:pt x="81" y="243"/>
                    <a:pt x="81" y="243"/>
                  </a:cubicBezTo>
                  <a:cubicBezTo>
                    <a:pt x="83" y="250"/>
                    <a:pt x="89" y="253"/>
                    <a:pt x="95" y="253"/>
                  </a:cubicBezTo>
                  <a:cubicBezTo>
                    <a:pt x="97" y="253"/>
                    <a:pt x="99" y="253"/>
                    <a:pt x="101" y="252"/>
                  </a:cubicBezTo>
                  <a:cubicBezTo>
                    <a:pt x="110" y="249"/>
                    <a:pt x="114" y="240"/>
                    <a:pt x="110" y="231"/>
                  </a:cubicBezTo>
                  <a:lnTo>
                    <a:pt x="77" y="1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191"/>
            <p:cNvSpPr>
              <a:spLocks/>
            </p:cNvSpPr>
            <p:nvPr/>
          </p:nvSpPr>
          <p:spPr bwMode="auto">
            <a:xfrm>
              <a:off x="5086351" y="6364287"/>
              <a:ext cx="103188" cy="128587"/>
            </a:xfrm>
            <a:custGeom>
              <a:avLst/>
              <a:gdLst>
                <a:gd name="T0" fmla="*/ 29 w 65"/>
                <a:gd name="T1" fmla="*/ 2 h 81"/>
                <a:gd name="T2" fmla="*/ 29 w 65"/>
                <a:gd name="T3" fmla="*/ 2 h 81"/>
                <a:gd name="T4" fmla="*/ 28 w 65"/>
                <a:gd name="T5" fmla="*/ 2 h 81"/>
                <a:gd name="T6" fmla="*/ 23 w 65"/>
                <a:gd name="T7" fmla="*/ 1 h 81"/>
                <a:gd name="T8" fmla="*/ 26 w 65"/>
                <a:gd name="T9" fmla="*/ 8 h 81"/>
                <a:gd name="T10" fmla="*/ 4 w 65"/>
                <a:gd name="T11" fmla="*/ 56 h 81"/>
                <a:gd name="T12" fmla="*/ 12 w 65"/>
                <a:gd name="T13" fmla="*/ 77 h 81"/>
                <a:gd name="T14" fmla="*/ 33 w 65"/>
                <a:gd name="T15" fmla="*/ 69 h 81"/>
                <a:gd name="T16" fmla="*/ 65 w 65"/>
                <a:gd name="T17" fmla="*/ 0 h 81"/>
                <a:gd name="T18" fmla="*/ 43 w 65"/>
                <a:gd name="T19" fmla="*/ 3 h 81"/>
                <a:gd name="T20" fmla="*/ 29 w 65"/>
                <a:gd name="T21" fmla="*/ 2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 h="81">
                  <a:moveTo>
                    <a:pt x="29" y="2"/>
                  </a:moveTo>
                  <a:cubicBezTo>
                    <a:pt x="29" y="2"/>
                    <a:pt x="29" y="2"/>
                    <a:pt x="29" y="2"/>
                  </a:cubicBezTo>
                  <a:cubicBezTo>
                    <a:pt x="28" y="2"/>
                    <a:pt x="28" y="2"/>
                    <a:pt x="28" y="2"/>
                  </a:cubicBezTo>
                  <a:cubicBezTo>
                    <a:pt x="27" y="1"/>
                    <a:pt x="25" y="1"/>
                    <a:pt x="23" y="1"/>
                  </a:cubicBezTo>
                  <a:cubicBezTo>
                    <a:pt x="26" y="8"/>
                    <a:pt x="26" y="8"/>
                    <a:pt x="26" y="8"/>
                  </a:cubicBezTo>
                  <a:cubicBezTo>
                    <a:pt x="4" y="56"/>
                    <a:pt x="4" y="56"/>
                    <a:pt x="4" y="56"/>
                  </a:cubicBezTo>
                  <a:cubicBezTo>
                    <a:pt x="0" y="64"/>
                    <a:pt x="4" y="73"/>
                    <a:pt x="12" y="77"/>
                  </a:cubicBezTo>
                  <a:cubicBezTo>
                    <a:pt x="20" y="81"/>
                    <a:pt x="29" y="77"/>
                    <a:pt x="33" y="69"/>
                  </a:cubicBezTo>
                  <a:cubicBezTo>
                    <a:pt x="65" y="0"/>
                    <a:pt x="65" y="0"/>
                    <a:pt x="65" y="0"/>
                  </a:cubicBezTo>
                  <a:cubicBezTo>
                    <a:pt x="58" y="2"/>
                    <a:pt x="50" y="3"/>
                    <a:pt x="43" y="3"/>
                  </a:cubicBezTo>
                  <a:cubicBezTo>
                    <a:pt x="38" y="3"/>
                    <a:pt x="33" y="3"/>
                    <a:pt x="2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192"/>
            <p:cNvSpPr>
              <a:spLocks/>
            </p:cNvSpPr>
            <p:nvPr/>
          </p:nvSpPr>
          <p:spPr bwMode="auto">
            <a:xfrm>
              <a:off x="5080001" y="5929312"/>
              <a:ext cx="198438" cy="166687"/>
            </a:xfrm>
            <a:custGeom>
              <a:avLst/>
              <a:gdLst>
                <a:gd name="T0" fmla="*/ 57 w 124"/>
                <a:gd name="T1" fmla="*/ 0 h 105"/>
                <a:gd name="T2" fmla="*/ 0 w 124"/>
                <a:gd name="T3" fmla="*/ 23 h 105"/>
                <a:gd name="T4" fmla="*/ 23 w 124"/>
                <a:gd name="T5" fmla="*/ 41 h 105"/>
                <a:gd name="T6" fmla="*/ 49 w 124"/>
                <a:gd name="T7" fmla="*/ 25 h 105"/>
                <a:gd name="T8" fmla="*/ 53 w 124"/>
                <a:gd name="T9" fmla="*/ 25 h 105"/>
                <a:gd name="T10" fmla="*/ 90 w 124"/>
                <a:gd name="T11" fmla="*/ 54 h 105"/>
                <a:gd name="T12" fmla="*/ 86 w 124"/>
                <a:gd name="T13" fmla="*/ 81 h 105"/>
                <a:gd name="T14" fmla="*/ 93 w 124"/>
                <a:gd name="T15" fmla="*/ 98 h 105"/>
                <a:gd name="T16" fmla="*/ 124 w 124"/>
                <a:gd name="T17" fmla="*/ 105 h 105"/>
                <a:gd name="T18" fmla="*/ 106 w 124"/>
                <a:gd name="T19" fmla="*/ 49 h 105"/>
                <a:gd name="T20" fmla="*/ 57 w 124"/>
                <a:gd name="T21"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 h="105">
                  <a:moveTo>
                    <a:pt x="57" y="0"/>
                  </a:moveTo>
                  <a:cubicBezTo>
                    <a:pt x="19" y="0"/>
                    <a:pt x="0" y="23"/>
                    <a:pt x="0" y="23"/>
                  </a:cubicBezTo>
                  <a:cubicBezTo>
                    <a:pt x="23" y="41"/>
                    <a:pt x="23" y="41"/>
                    <a:pt x="23" y="41"/>
                  </a:cubicBezTo>
                  <a:cubicBezTo>
                    <a:pt x="28" y="34"/>
                    <a:pt x="36" y="27"/>
                    <a:pt x="49" y="25"/>
                  </a:cubicBezTo>
                  <a:cubicBezTo>
                    <a:pt x="50" y="25"/>
                    <a:pt x="51" y="25"/>
                    <a:pt x="53" y="25"/>
                  </a:cubicBezTo>
                  <a:cubicBezTo>
                    <a:pt x="80" y="25"/>
                    <a:pt x="90" y="40"/>
                    <a:pt x="90" y="54"/>
                  </a:cubicBezTo>
                  <a:cubicBezTo>
                    <a:pt x="90" y="62"/>
                    <a:pt x="87" y="76"/>
                    <a:pt x="86" y="81"/>
                  </a:cubicBezTo>
                  <a:cubicBezTo>
                    <a:pt x="93" y="98"/>
                    <a:pt x="93" y="98"/>
                    <a:pt x="93" y="98"/>
                  </a:cubicBezTo>
                  <a:cubicBezTo>
                    <a:pt x="99" y="102"/>
                    <a:pt x="109" y="105"/>
                    <a:pt x="124" y="105"/>
                  </a:cubicBezTo>
                  <a:cubicBezTo>
                    <a:pt x="99" y="95"/>
                    <a:pt x="107" y="70"/>
                    <a:pt x="106" y="49"/>
                  </a:cubicBezTo>
                  <a:cubicBezTo>
                    <a:pt x="105" y="27"/>
                    <a:pt x="95" y="0"/>
                    <a:pt x="5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193"/>
            <p:cNvSpPr>
              <a:spLocks/>
            </p:cNvSpPr>
            <p:nvPr/>
          </p:nvSpPr>
          <p:spPr bwMode="auto">
            <a:xfrm>
              <a:off x="5114926" y="5978524"/>
              <a:ext cx="100013" cy="122237"/>
            </a:xfrm>
            <a:custGeom>
              <a:avLst/>
              <a:gdLst>
                <a:gd name="T0" fmla="*/ 18 w 63"/>
                <a:gd name="T1" fmla="*/ 47 h 77"/>
                <a:gd name="T2" fmla="*/ 12 w 63"/>
                <a:gd name="T3" fmla="*/ 77 h 77"/>
                <a:gd name="T4" fmla="*/ 39 w 63"/>
                <a:gd name="T5" fmla="*/ 65 h 77"/>
                <a:gd name="T6" fmla="*/ 63 w 63"/>
                <a:gd name="T7" fmla="*/ 62 h 77"/>
                <a:gd name="T8" fmla="*/ 59 w 63"/>
                <a:gd name="T9" fmla="*/ 50 h 77"/>
                <a:gd name="T10" fmla="*/ 63 w 63"/>
                <a:gd name="T11" fmla="*/ 23 h 77"/>
                <a:gd name="T12" fmla="*/ 32 w 63"/>
                <a:gd name="T13" fmla="*/ 0 h 77"/>
                <a:gd name="T14" fmla="*/ 3 w 63"/>
                <a:gd name="T15" fmla="*/ 23 h 77"/>
                <a:gd name="T16" fmla="*/ 0 w 63"/>
                <a:gd name="T17" fmla="*/ 59 h 77"/>
                <a:gd name="T18" fmla="*/ 11 w 63"/>
                <a:gd name="T19" fmla="*/ 55 h 77"/>
                <a:gd name="T20" fmla="*/ 12 w 63"/>
                <a:gd name="T21" fmla="*/ 39 h 77"/>
                <a:gd name="T22" fmla="*/ 32 w 63"/>
                <a:gd name="T23" fmla="*/ 27 h 77"/>
                <a:gd name="T24" fmla="*/ 29 w 63"/>
                <a:gd name="T25" fmla="*/ 40 h 77"/>
                <a:gd name="T26" fmla="*/ 18 w 63"/>
                <a:gd name="T27" fmla="*/ 4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3" h="77">
                  <a:moveTo>
                    <a:pt x="18" y="47"/>
                  </a:moveTo>
                  <a:cubicBezTo>
                    <a:pt x="12" y="77"/>
                    <a:pt x="12" y="77"/>
                    <a:pt x="12" y="77"/>
                  </a:cubicBezTo>
                  <a:cubicBezTo>
                    <a:pt x="39" y="65"/>
                    <a:pt x="39" y="65"/>
                    <a:pt x="39" y="65"/>
                  </a:cubicBezTo>
                  <a:cubicBezTo>
                    <a:pt x="63" y="62"/>
                    <a:pt x="63" y="62"/>
                    <a:pt x="63" y="62"/>
                  </a:cubicBezTo>
                  <a:cubicBezTo>
                    <a:pt x="59" y="50"/>
                    <a:pt x="59" y="50"/>
                    <a:pt x="59" y="50"/>
                  </a:cubicBezTo>
                  <a:cubicBezTo>
                    <a:pt x="59" y="50"/>
                    <a:pt x="63" y="33"/>
                    <a:pt x="63" y="23"/>
                  </a:cubicBezTo>
                  <a:cubicBezTo>
                    <a:pt x="62" y="14"/>
                    <a:pt x="56" y="0"/>
                    <a:pt x="32" y="0"/>
                  </a:cubicBezTo>
                  <a:cubicBezTo>
                    <a:pt x="8" y="0"/>
                    <a:pt x="3" y="23"/>
                    <a:pt x="3" y="23"/>
                  </a:cubicBezTo>
                  <a:cubicBezTo>
                    <a:pt x="0" y="59"/>
                    <a:pt x="0" y="59"/>
                    <a:pt x="0" y="59"/>
                  </a:cubicBezTo>
                  <a:cubicBezTo>
                    <a:pt x="11" y="55"/>
                    <a:pt x="11" y="55"/>
                    <a:pt x="11" y="55"/>
                  </a:cubicBezTo>
                  <a:cubicBezTo>
                    <a:pt x="12" y="39"/>
                    <a:pt x="12" y="39"/>
                    <a:pt x="12" y="39"/>
                  </a:cubicBezTo>
                  <a:cubicBezTo>
                    <a:pt x="32" y="27"/>
                    <a:pt x="32" y="27"/>
                    <a:pt x="32" y="27"/>
                  </a:cubicBezTo>
                  <a:cubicBezTo>
                    <a:pt x="29" y="40"/>
                    <a:pt x="29" y="40"/>
                    <a:pt x="29" y="40"/>
                  </a:cubicBezTo>
                  <a:lnTo>
                    <a:pt x="18"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194"/>
            <p:cNvSpPr>
              <a:spLocks/>
            </p:cNvSpPr>
            <p:nvPr/>
          </p:nvSpPr>
          <p:spPr bwMode="auto">
            <a:xfrm>
              <a:off x="4949826" y="5837237"/>
              <a:ext cx="120650" cy="325437"/>
            </a:xfrm>
            <a:custGeom>
              <a:avLst/>
              <a:gdLst>
                <a:gd name="T0" fmla="*/ 76 w 76"/>
                <a:gd name="T1" fmla="*/ 186 h 204"/>
                <a:gd name="T2" fmla="*/ 67 w 76"/>
                <a:gd name="T3" fmla="*/ 181 h 204"/>
                <a:gd name="T4" fmla="*/ 63 w 76"/>
                <a:gd name="T5" fmla="*/ 179 h 204"/>
                <a:gd name="T6" fmla="*/ 23 w 76"/>
                <a:gd name="T7" fmla="*/ 58 h 204"/>
                <a:gd name="T8" fmla="*/ 23 w 76"/>
                <a:gd name="T9" fmla="*/ 54 h 204"/>
                <a:gd name="T10" fmla="*/ 10 w 76"/>
                <a:gd name="T11" fmla="*/ 12 h 204"/>
                <a:gd name="T12" fmla="*/ 1 w 76"/>
                <a:gd name="T13" fmla="*/ 0 h 204"/>
                <a:gd name="T14" fmla="*/ 1 w 76"/>
                <a:gd name="T15" fmla="*/ 15 h 204"/>
                <a:gd name="T16" fmla="*/ 15 w 76"/>
                <a:gd name="T17" fmla="*/ 57 h 204"/>
                <a:gd name="T18" fmla="*/ 18 w 76"/>
                <a:gd name="T19" fmla="*/ 59 h 204"/>
                <a:gd name="T20" fmla="*/ 58 w 76"/>
                <a:gd name="T21" fmla="*/ 180 h 204"/>
                <a:gd name="T22" fmla="*/ 51 w 76"/>
                <a:gd name="T23" fmla="*/ 185 h 204"/>
                <a:gd name="T24" fmla="*/ 55 w 76"/>
                <a:gd name="T25" fmla="*/ 202 h 204"/>
                <a:gd name="T26" fmla="*/ 59 w 76"/>
                <a:gd name="T27" fmla="*/ 204 h 204"/>
                <a:gd name="T28" fmla="*/ 76 w 76"/>
                <a:gd name="T29" fmla="*/ 186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6" h="204">
                  <a:moveTo>
                    <a:pt x="76" y="186"/>
                  </a:moveTo>
                  <a:cubicBezTo>
                    <a:pt x="67" y="181"/>
                    <a:pt x="67" y="181"/>
                    <a:pt x="67" y="181"/>
                  </a:cubicBezTo>
                  <a:cubicBezTo>
                    <a:pt x="66" y="180"/>
                    <a:pt x="64" y="180"/>
                    <a:pt x="63" y="179"/>
                  </a:cubicBezTo>
                  <a:cubicBezTo>
                    <a:pt x="23" y="58"/>
                    <a:pt x="23" y="58"/>
                    <a:pt x="23" y="58"/>
                  </a:cubicBezTo>
                  <a:cubicBezTo>
                    <a:pt x="23" y="54"/>
                    <a:pt x="23" y="54"/>
                    <a:pt x="23" y="54"/>
                  </a:cubicBezTo>
                  <a:cubicBezTo>
                    <a:pt x="23" y="54"/>
                    <a:pt x="11" y="18"/>
                    <a:pt x="10" y="12"/>
                  </a:cubicBezTo>
                  <a:cubicBezTo>
                    <a:pt x="8" y="7"/>
                    <a:pt x="1" y="0"/>
                    <a:pt x="1" y="0"/>
                  </a:cubicBezTo>
                  <a:cubicBezTo>
                    <a:pt x="1" y="0"/>
                    <a:pt x="0" y="9"/>
                    <a:pt x="1" y="15"/>
                  </a:cubicBezTo>
                  <a:cubicBezTo>
                    <a:pt x="3" y="21"/>
                    <a:pt x="15" y="57"/>
                    <a:pt x="15" y="57"/>
                  </a:cubicBezTo>
                  <a:cubicBezTo>
                    <a:pt x="18" y="59"/>
                    <a:pt x="18" y="59"/>
                    <a:pt x="18" y="59"/>
                  </a:cubicBezTo>
                  <a:cubicBezTo>
                    <a:pt x="58" y="180"/>
                    <a:pt x="58" y="180"/>
                    <a:pt x="58" y="180"/>
                  </a:cubicBezTo>
                  <a:cubicBezTo>
                    <a:pt x="55" y="180"/>
                    <a:pt x="52" y="182"/>
                    <a:pt x="51" y="185"/>
                  </a:cubicBezTo>
                  <a:cubicBezTo>
                    <a:pt x="47" y="191"/>
                    <a:pt x="49" y="198"/>
                    <a:pt x="55" y="202"/>
                  </a:cubicBezTo>
                  <a:cubicBezTo>
                    <a:pt x="59" y="204"/>
                    <a:pt x="59" y="204"/>
                    <a:pt x="59" y="204"/>
                  </a:cubicBezTo>
                  <a:cubicBezTo>
                    <a:pt x="64" y="197"/>
                    <a:pt x="70" y="191"/>
                    <a:pt x="76" y="1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195"/>
            <p:cNvSpPr>
              <a:spLocks noEditPoints="1"/>
            </p:cNvSpPr>
            <p:nvPr/>
          </p:nvSpPr>
          <p:spPr bwMode="auto">
            <a:xfrm>
              <a:off x="5033964" y="6118224"/>
              <a:ext cx="238125" cy="238125"/>
            </a:xfrm>
            <a:custGeom>
              <a:avLst/>
              <a:gdLst>
                <a:gd name="T0" fmla="*/ 149 w 149"/>
                <a:gd name="T1" fmla="*/ 74 h 149"/>
                <a:gd name="T2" fmla="*/ 75 w 149"/>
                <a:gd name="T3" fmla="*/ 0 h 149"/>
                <a:gd name="T4" fmla="*/ 0 w 149"/>
                <a:gd name="T5" fmla="*/ 74 h 149"/>
                <a:gd name="T6" fmla="*/ 75 w 149"/>
                <a:gd name="T7" fmla="*/ 149 h 149"/>
                <a:gd name="T8" fmla="*/ 149 w 149"/>
                <a:gd name="T9" fmla="*/ 74 h 149"/>
                <a:gd name="T10" fmla="*/ 57 w 149"/>
                <a:gd name="T11" fmla="*/ 73 h 149"/>
                <a:gd name="T12" fmla="*/ 75 w 149"/>
                <a:gd name="T13" fmla="*/ 55 h 149"/>
                <a:gd name="T14" fmla="*/ 93 w 149"/>
                <a:gd name="T15" fmla="*/ 73 h 149"/>
                <a:gd name="T16" fmla="*/ 75 w 149"/>
                <a:gd name="T17" fmla="*/ 91 h 149"/>
                <a:gd name="T18" fmla="*/ 57 w 149"/>
                <a:gd name="T19" fmla="*/ 73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9" h="149">
                  <a:moveTo>
                    <a:pt x="149" y="74"/>
                  </a:moveTo>
                  <a:cubicBezTo>
                    <a:pt x="149" y="33"/>
                    <a:pt x="116" y="0"/>
                    <a:pt x="75" y="0"/>
                  </a:cubicBezTo>
                  <a:cubicBezTo>
                    <a:pt x="33" y="0"/>
                    <a:pt x="0" y="33"/>
                    <a:pt x="0" y="74"/>
                  </a:cubicBezTo>
                  <a:cubicBezTo>
                    <a:pt x="0" y="116"/>
                    <a:pt x="33" y="149"/>
                    <a:pt x="75" y="149"/>
                  </a:cubicBezTo>
                  <a:cubicBezTo>
                    <a:pt x="116" y="149"/>
                    <a:pt x="149" y="116"/>
                    <a:pt x="149" y="74"/>
                  </a:cubicBezTo>
                  <a:close/>
                  <a:moveTo>
                    <a:pt x="57" y="73"/>
                  </a:moveTo>
                  <a:cubicBezTo>
                    <a:pt x="57" y="63"/>
                    <a:pt x="65" y="55"/>
                    <a:pt x="75" y="55"/>
                  </a:cubicBezTo>
                  <a:cubicBezTo>
                    <a:pt x="85" y="55"/>
                    <a:pt x="93" y="63"/>
                    <a:pt x="93" y="73"/>
                  </a:cubicBezTo>
                  <a:cubicBezTo>
                    <a:pt x="93" y="83"/>
                    <a:pt x="85" y="91"/>
                    <a:pt x="75" y="91"/>
                  </a:cubicBezTo>
                  <a:cubicBezTo>
                    <a:pt x="65" y="91"/>
                    <a:pt x="57" y="83"/>
                    <a:pt x="57"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196"/>
            <p:cNvSpPr>
              <a:spLocks/>
            </p:cNvSpPr>
            <p:nvPr/>
          </p:nvSpPr>
          <p:spPr bwMode="auto">
            <a:xfrm>
              <a:off x="5430839" y="6364287"/>
              <a:ext cx="103188" cy="128587"/>
            </a:xfrm>
            <a:custGeom>
              <a:avLst/>
              <a:gdLst>
                <a:gd name="T0" fmla="*/ 28 w 64"/>
                <a:gd name="T1" fmla="*/ 2 h 81"/>
                <a:gd name="T2" fmla="*/ 28 w 64"/>
                <a:gd name="T3" fmla="*/ 2 h 81"/>
                <a:gd name="T4" fmla="*/ 28 w 64"/>
                <a:gd name="T5" fmla="*/ 2 h 81"/>
                <a:gd name="T6" fmla="*/ 22 w 64"/>
                <a:gd name="T7" fmla="*/ 1 h 81"/>
                <a:gd name="T8" fmla="*/ 25 w 64"/>
                <a:gd name="T9" fmla="*/ 8 h 81"/>
                <a:gd name="T10" fmla="*/ 3 w 64"/>
                <a:gd name="T11" fmla="*/ 56 h 81"/>
                <a:gd name="T12" fmla="*/ 11 w 64"/>
                <a:gd name="T13" fmla="*/ 77 h 81"/>
                <a:gd name="T14" fmla="*/ 32 w 64"/>
                <a:gd name="T15" fmla="*/ 69 h 81"/>
                <a:gd name="T16" fmla="*/ 64 w 64"/>
                <a:gd name="T17" fmla="*/ 0 h 81"/>
                <a:gd name="T18" fmla="*/ 42 w 64"/>
                <a:gd name="T19" fmla="*/ 3 h 81"/>
                <a:gd name="T20" fmla="*/ 28 w 64"/>
                <a:gd name="T21" fmla="*/ 2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81">
                  <a:moveTo>
                    <a:pt x="28" y="2"/>
                  </a:moveTo>
                  <a:cubicBezTo>
                    <a:pt x="28" y="2"/>
                    <a:pt x="28" y="2"/>
                    <a:pt x="28" y="2"/>
                  </a:cubicBezTo>
                  <a:cubicBezTo>
                    <a:pt x="28" y="2"/>
                    <a:pt x="28" y="2"/>
                    <a:pt x="28" y="2"/>
                  </a:cubicBezTo>
                  <a:cubicBezTo>
                    <a:pt x="26" y="1"/>
                    <a:pt x="24" y="1"/>
                    <a:pt x="22" y="1"/>
                  </a:cubicBezTo>
                  <a:cubicBezTo>
                    <a:pt x="25" y="8"/>
                    <a:pt x="25" y="8"/>
                    <a:pt x="25" y="8"/>
                  </a:cubicBezTo>
                  <a:cubicBezTo>
                    <a:pt x="3" y="56"/>
                    <a:pt x="3" y="56"/>
                    <a:pt x="3" y="56"/>
                  </a:cubicBezTo>
                  <a:cubicBezTo>
                    <a:pt x="0" y="64"/>
                    <a:pt x="3" y="73"/>
                    <a:pt x="11" y="77"/>
                  </a:cubicBezTo>
                  <a:cubicBezTo>
                    <a:pt x="19" y="81"/>
                    <a:pt x="29" y="77"/>
                    <a:pt x="32" y="69"/>
                  </a:cubicBezTo>
                  <a:cubicBezTo>
                    <a:pt x="64" y="0"/>
                    <a:pt x="64" y="0"/>
                    <a:pt x="64" y="0"/>
                  </a:cubicBezTo>
                  <a:cubicBezTo>
                    <a:pt x="57" y="2"/>
                    <a:pt x="50" y="3"/>
                    <a:pt x="42" y="3"/>
                  </a:cubicBezTo>
                  <a:cubicBezTo>
                    <a:pt x="37" y="3"/>
                    <a:pt x="33" y="3"/>
                    <a:pt x="2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197"/>
            <p:cNvSpPr>
              <a:spLocks/>
            </p:cNvSpPr>
            <p:nvPr/>
          </p:nvSpPr>
          <p:spPr bwMode="auto">
            <a:xfrm>
              <a:off x="5500689" y="6084887"/>
              <a:ext cx="182563" cy="403225"/>
            </a:xfrm>
            <a:custGeom>
              <a:avLst/>
              <a:gdLst>
                <a:gd name="T0" fmla="*/ 77 w 114"/>
                <a:gd name="T1" fmla="*/ 149 h 253"/>
                <a:gd name="T2" fmla="*/ 89 w 114"/>
                <a:gd name="T3" fmla="*/ 104 h 253"/>
                <a:gd name="T4" fmla="*/ 96 w 114"/>
                <a:gd name="T5" fmla="*/ 68 h 253"/>
                <a:gd name="T6" fmla="*/ 44 w 114"/>
                <a:gd name="T7" fmla="*/ 10 h 253"/>
                <a:gd name="T8" fmla="*/ 4 w 114"/>
                <a:gd name="T9" fmla="*/ 9 h 253"/>
                <a:gd name="T10" fmla="*/ 0 w 114"/>
                <a:gd name="T11" fmla="*/ 12 h 253"/>
                <a:gd name="T12" fmla="*/ 0 w 114"/>
                <a:gd name="T13" fmla="*/ 13 h 253"/>
                <a:gd name="T14" fmla="*/ 81 w 114"/>
                <a:gd name="T15" fmla="*/ 95 h 253"/>
                <a:gd name="T16" fmla="*/ 48 w 114"/>
                <a:gd name="T17" fmla="*/ 161 h 253"/>
                <a:gd name="T18" fmla="*/ 81 w 114"/>
                <a:gd name="T19" fmla="*/ 243 h 253"/>
                <a:gd name="T20" fmla="*/ 96 w 114"/>
                <a:gd name="T21" fmla="*/ 253 h 253"/>
                <a:gd name="T22" fmla="*/ 102 w 114"/>
                <a:gd name="T23" fmla="*/ 252 h 253"/>
                <a:gd name="T24" fmla="*/ 111 w 114"/>
                <a:gd name="T25" fmla="*/ 231 h 253"/>
                <a:gd name="T26" fmla="*/ 77 w 114"/>
                <a:gd name="T27" fmla="*/ 149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4" h="253">
                  <a:moveTo>
                    <a:pt x="77" y="149"/>
                  </a:moveTo>
                  <a:cubicBezTo>
                    <a:pt x="89" y="104"/>
                    <a:pt x="89" y="104"/>
                    <a:pt x="89" y="104"/>
                  </a:cubicBezTo>
                  <a:cubicBezTo>
                    <a:pt x="98" y="96"/>
                    <a:pt x="105" y="86"/>
                    <a:pt x="96" y="68"/>
                  </a:cubicBezTo>
                  <a:cubicBezTo>
                    <a:pt x="81" y="41"/>
                    <a:pt x="68" y="27"/>
                    <a:pt x="44" y="10"/>
                  </a:cubicBezTo>
                  <a:cubicBezTo>
                    <a:pt x="28" y="0"/>
                    <a:pt x="13" y="2"/>
                    <a:pt x="4" y="9"/>
                  </a:cubicBezTo>
                  <a:cubicBezTo>
                    <a:pt x="3" y="10"/>
                    <a:pt x="1" y="11"/>
                    <a:pt x="0" y="12"/>
                  </a:cubicBezTo>
                  <a:cubicBezTo>
                    <a:pt x="0" y="13"/>
                    <a:pt x="0" y="13"/>
                    <a:pt x="0" y="13"/>
                  </a:cubicBezTo>
                  <a:cubicBezTo>
                    <a:pt x="45" y="14"/>
                    <a:pt x="81" y="50"/>
                    <a:pt x="81" y="95"/>
                  </a:cubicBezTo>
                  <a:cubicBezTo>
                    <a:pt x="81" y="122"/>
                    <a:pt x="68" y="146"/>
                    <a:pt x="48" y="161"/>
                  </a:cubicBezTo>
                  <a:cubicBezTo>
                    <a:pt x="81" y="243"/>
                    <a:pt x="81" y="243"/>
                    <a:pt x="81" y="243"/>
                  </a:cubicBezTo>
                  <a:cubicBezTo>
                    <a:pt x="83" y="250"/>
                    <a:pt x="89" y="253"/>
                    <a:pt x="96" y="253"/>
                  </a:cubicBezTo>
                  <a:cubicBezTo>
                    <a:pt x="98" y="253"/>
                    <a:pt x="100" y="253"/>
                    <a:pt x="102" y="252"/>
                  </a:cubicBezTo>
                  <a:cubicBezTo>
                    <a:pt x="110" y="249"/>
                    <a:pt x="114" y="240"/>
                    <a:pt x="111" y="231"/>
                  </a:cubicBezTo>
                  <a:lnTo>
                    <a:pt x="77" y="1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198"/>
            <p:cNvSpPr>
              <a:spLocks/>
            </p:cNvSpPr>
            <p:nvPr/>
          </p:nvSpPr>
          <p:spPr bwMode="auto">
            <a:xfrm>
              <a:off x="5424489" y="5929312"/>
              <a:ext cx="200025" cy="166687"/>
            </a:xfrm>
            <a:custGeom>
              <a:avLst/>
              <a:gdLst>
                <a:gd name="T0" fmla="*/ 106 w 125"/>
                <a:gd name="T1" fmla="*/ 49 h 105"/>
                <a:gd name="T2" fmla="*/ 57 w 125"/>
                <a:gd name="T3" fmla="*/ 0 h 105"/>
                <a:gd name="T4" fmla="*/ 0 w 125"/>
                <a:gd name="T5" fmla="*/ 23 h 105"/>
                <a:gd name="T6" fmla="*/ 23 w 125"/>
                <a:gd name="T7" fmla="*/ 41 h 105"/>
                <a:gd name="T8" fmla="*/ 49 w 125"/>
                <a:gd name="T9" fmla="*/ 25 h 105"/>
                <a:gd name="T10" fmla="*/ 53 w 125"/>
                <a:gd name="T11" fmla="*/ 25 h 105"/>
                <a:gd name="T12" fmla="*/ 90 w 125"/>
                <a:gd name="T13" fmla="*/ 54 h 105"/>
                <a:gd name="T14" fmla="*/ 87 w 125"/>
                <a:gd name="T15" fmla="*/ 81 h 105"/>
                <a:gd name="T16" fmla="*/ 93 w 125"/>
                <a:gd name="T17" fmla="*/ 98 h 105"/>
                <a:gd name="T18" fmla="*/ 125 w 125"/>
                <a:gd name="T19" fmla="*/ 105 h 105"/>
                <a:gd name="T20" fmla="*/ 106 w 125"/>
                <a:gd name="T21" fmla="*/ 49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5" h="105">
                  <a:moveTo>
                    <a:pt x="106" y="49"/>
                  </a:moveTo>
                  <a:cubicBezTo>
                    <a:pt x="106" y="27"/>
                    <a:pt x="95" y="0"/>
                    <a:pt x="57" y="0"/>
                  </a:cubicBezTo>
                  <a:cubicBezTo>
                    <a:pt x="20" y="0"/>
                    <a:pt x="0" y="23"/>
                    <a:pt x="0" y="23"/>
                  </a:cubicBezTo>
                  <a:cubicBezTo>
                    <a:pt x="23" y="41"/>
                    <a:pt x="23" y="41"/>
                    <a:pt x="23" y="41"/>
                  </a:cubicBezTo>
                  <a:cubicBezTo>
                    <a:pt x="28" y="34"/>
                    <a:pt x="36" y="27"/>
                    <a:pt x="49" y="25"/>
                  </a:cubicBezTo>
                  <a:cubicBezTo>
                    <a:pt x="50" y="25"/>
                    <a:pt x="52" y="25"/>
                    <a:pt x="53" y="25"/>
                  </a:cubicBezTo>
                  <a:cubicBezTo>
                    <a:pt x="80" y="25"/>
                    <a:pt x="90" y="40"/>
                    <a:pt x="90" y="54"/>
                  </a:cubicBezTo>
                  <a:cubicBezTo>
                    <a:pt x="91" y="62"/>
                    <a:pt x="88" y="76"/>
                    <a:pt x="87" y="81"/>
                  </a:cubicBezTo>
                  <a:cubicBezTo>
                    <a:pt x="93" y="98"/>
                    <a:pt x="93" y="98"/>
                    <a:pt x="93" y="98"/>
                  </a:cubicBezTo>
                  <a:cubicBezTo>
                    <a:pt x="99" y="102"/>
                    <a:pt x="109" y="105"/>
                    <a:pt x="125" y="105"/>
                  </a:cubicBezTo>
                  <a:cubicBezTo>
                    <a:pt x="99" y="95"/>
                    <a:pt x="107" y="70"/>
                    <a:pt x="106"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199"/>
            <p:cNvSpPr>
              <a:spLocks/>
            </p:cNvSpPr>
            <p:nvPr/>
          </p:nvSpPr>
          <p:spPr bwMode="auto">
            <a:xfrm>
              <a:off x="5459414" y="5978524"/>
              <a:ext cx="101600" cy="122237"/>
            </a:xfrm>
            <a:custGeom>
              <a:avLst/>
              <a:gdLst>
                <a:gd name="T0" fmla="*/ 17 w 63"/>
                <a:gd name="T1" fmla="*/ 47 h 77"/>
                <a:gd name="T2" fmla="*/ 12 w 63"/>
                <a:gd name="T3" fmla="*/ 77 h 77"/>
                <a:gd name="T4" fmla="*/ 38 w 63"/>
                <a:gd name="T5" fmla="*/ 65 h 77"/>
                <a:gd name="T6" fmla="*/ 63 w 63"/>
                <a:gd name="T7" fmla="*/ 62 h 77"/>
                <a:gd name="T8" fmla="*/ 58 w 63"/>
                <a:gd name="T9" fmla="*/ 50 h 77"/>
                <a:gd name="T10" fmla="*/ 62 w 63"/>
                <a:gd name="T11" fmla="*/ 23 h 77"/>
                <a:gd name="T12" fmla="*/ 31 w 63"/>
                <a:gd name="T13" fmla="*/ 0 h 77"/>
                <a:gd name="T14" fmla="*/ 3 w 63"/>
                <a:gd name="T15" fmla="*/ 23 h 77"/>
                <a:gd name="T16" fmla="*/ 0 w 63"/>
                <a:gd name="T17" fmla="*/ 59 h 77"/>
                <a:gd name="T18" fmla="*/ 10 w 63"/>
                <a:gd name="T19" fmla="*/ 55 h 77"/>
                <a:gd name="T20" fmla="*/ 12 w 63"/>
                <a:gd name="T21" fmla="*/ 39 h 77"/>
                <a:gd name="T22" fmla="*/ 31 w 63"/>
                <a:gd name="T23" fmla="*/ 27 h 77"/>
                <a:gd name="T24" fmla="*/ 28 w 63"/>
                <a:gd name="T25" fmla="*/ 40 h 77"/>
                <a:gd name="T26" fmla="*/ 17 w 63"/>
                <a:gd name="T27" fmla="*/ 4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3" h="77">
                  <a:moveTo>
                    <a:pt x="17" y="47"/>
                  </a:moveTo>
                  <a:cubicBezTo>
                    <a:pt x="12" y="77"/>
                    <a:pt x="12" y="77"/>
                    <a:pt x="12" y="77"/>
                  </a:cubicBezTo>
                  <a:cubicBezTo>
                    <a:pt x="38" y="65"/>
                    <a:pt x="38" y="65"/>
                    <a:pt x="38" y="65"/>
                  </a:cubicBezTo>
                  <a:cubicBezTo>
                    <a:pt x="63" y="62"/>
                    <a:pt x="63" y="62"/>
                    <a:pt x="63" y="62"/>
                  </a:cubicBezTo>
                  <a:cubicBezTo>
                    <a:pt x="58" y="50"/>
                    <a:pt x="58" y="50"/>
                    <a:pt x="58" y="50"/>
                  </a:cubicBezTo>
                  <a:cubicBezTo>
                    <a:pt x="58" y="50"/>
                    <a:pt x="62" y="33"/>
                    <a:pt x="62" y="23"/>
                  </a:cubicBezTo>
                  <a:cubicBezTo>
                    <a:pt x="62" y="14"/>
                    <a:pt x="55" y="0"/>
                    <a:pt x="31" y="0"/>
                  </a:cubicBezTo>
                  <a:cubicBezTo>
                    <a:pt x="7" y="0"/>
                    <a:pt x="3" y="23"/>
                    <a:pt x="3" y="23"/>
                  </a:cubicBezTo>
                  <a:cubicBezTo>
                    <a:pt x="0" y="59"/>
                    <a:pt x="0" y="59"/>
                    <a:pt x="0" y="59"/>
                  </a:cubicBezTo>
                  <a:cubicBezTo>
                    <a:pt x="10" y="55"/>
                    <a:pt x="10" y="55"/>
                    <a:pt x="10" y="55"/>
                  </a:cubicBezTo>
                  <a:cubicBezTo>
                    <a:pt x="12" y="39"/>
                    <a:pt x="12" y="39"/>
                    <a:pt x="12" y="39"/>
                  </a:cubicBezTo>
                  <a:cubicBezTo>
                    <a:pt x="31" y="27"/>
                    <a:pt x="31" y="27"/>
                    <a:pt x="31" y="27"/>
                  </a:cubicBezTo>
                  <a:cubicBezTo>
                    <a:pt x="28" y="40"/>
                    <a:pt x="28" y="40"/>
                    <a:pt x="28" y="40"/>
                  </a:cubicBezTo>
                  <a:lnTo>
                    <a:pt x="17"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200"/>
            <p:cNvSpPr>
              <a:spLocks/>
            </p:cNvSpPr>
            <p:nvPr/>
          </p:nvSpPr>
          <p:spPr bwMode="auto">
            <a:xfrm>
              <a:off x="5294314" y="5837237"/>
              <a:ext cx="120650" cy="325437"/>
            </a:xfrm>
            <a:custGeom>
              <a:avLst/>
              <a:gdLst>
                <a:gd name="T0" fmla="*/ 76 w 76"/>
                <a:gd name="T1" fmla="*/ 186 h 204"/>
                <a:gd name="T2" fmla="*/ 67 w 76"/>
                <a:gd name="T3" fmla="*/ 181 h 204"/>
                <a:gd name="T4" fmla="*/ 63 w 76"/>
                <a:gd name="T5" fmla="*/ 179 h 204"/>
                <a:gd name="T6" fmla="*/ 23 w 76"/>
                <a:gd name="T7" fmla="*/ 58 h 204"/>
                <a:gd name="T8" fmla="*/ 24 w 76"/>
                <a:gd name="T9" fmla="*/ 54 h 204"/>
                <a:gd name="T10" fmla="*/ 10 w 76"/>
                <a:gd name="T11" fmla="*/ 12 h 204"/>
                <a:gd name="T12" fmla="*/ 1 w 76"/>
                <a:gd name="T13" fmla="*/ 0 h 204"/>
                <a:gd name="T14" fmla="*/ 2 w 76"/>
                <a:gd name="T15" fmla="*/ 15 h 204"/>
                <a:gd name="T16" fmla="*/ 16 w 76"/>
                <a:gd name="T17" fmla="*/ 57 h 204"/>
                <a:gd name="T18" fmla="*/ 19 w 76"/>
                <a:gd name="T19" fmla="*/ 59 h 204"/>
                <a:gd name="T20" fmla="*/ 58 w 76"/>
                <a:gd name="T21" fmla="*/ 180 h 204"/>
                <a:gd name="T22" fmla="*/ 51 w 76"/>
                <a:gd name="T23" fmla="*/ 185 h 204"/>
                <a:gd name="T24" fmla="*/ 56 w 76"/>
                <a:gd name="T25" fmla="*/ 202 h 204"/>
                <a:gd name="T26" fmla="*/ 60 w 76"/>
                <a:gd name="T27" fmla="*/ 204 h 204"/>
                <a:gd name="T28" fmla="*/ 76 w 76"/>
                <a:gd name="T29" fmla="*/ 186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6" h="204">
                  <a:moveTo>
                    <a:pt x="76" y="186"/>
                  </a:moveTo>
                  <a:cubicBezTo>
                    <a:pt x="67" y="181"/>
                    <a:pt x="67" y="181"/>
                    <a:pt x="67" y="181"/>
                  </a:cubicBezTo>
                  <a:cubicBezTo>
                    <a:pt x="66" y="180"/>
                    <a:pt x="65" y="180"/>
                    <a:pt x="63" y="179"/>
                  </a:cubicBezTo>
                  <a:cubicBezTo>
                    <a:pt x="23" y="58"/>
                    <a:pt x="23" y="58"/>
                    <a:pt x="23" y="58"/>
                  </a:cubicBezTo>
                  <a:cubicBezTo>
                    <a:pt x="24" y="54"/>
                    <a:pt x="24" y="54"/>
                    <a:pt x="24" y="54"/>
                  </a:cubicBezTo>
                  <a:cubicBezTo>
                    <a:pt x="24" y="54"/>
                    <a:pt x="12" y="18"/>
                    <a:pt x="10" y="12"/>
                  </a:cubicBezTo>
                  <a:cubicBezTo>
                    <a:pt x="8" y="7"/>
                    <a:pt x="1" y="0"/>
                    <a:pt x="1" y="0"/>
                  </a:cubicBezTo>
                  <a:cubicBezTo>
                    <a:pt x="1" y="0"/>
                    <a:pt x="0" y="9"/>
                    <a:pt x="2" y="15"/>
                  </a:cubicBezTo>
                  <a:cubicBezTo>
                    <a:pt x="4" y="21"/>
                    <a:pt x="16" y="57"/>
                    <a:pt x="16" y="57"/>
                  </a:cubicBezTo>
                  <a:cubicBezTo>
                    <a:pt x="19" y="59"/>
                    <a:pt x="19" y="59"/>
                    <a:pt x="19" y="59"/>
                  </a:cubicBezTo>
                  <a:cubicBezTo>
                    <a:pt x="58" y="180"/>
                    <a:pt x="58" y="180"/>
                    <a:pt x="58" y="180"/>
                  </a:cubicBezTo>
                  <a:cubicBezTo>
                    <a:pt x="55" y="180"/>
                    <a:pt x="53" y="182"/>
                    <a:pt x="51" y="185"/>
                  </a:cubicBezTo>
                  <a:cubicBezTo>
                    <a:pt x="48" y="191"/>
                    <a:pt x="50" y="198"/>
                    <a:pt x="56" y="202"/>
                  </a:cubicBezTo>
                  <a:cubicBezTo>
                    <a:pt x="60" y="204"/>
                    <a:pt x="60" y="204"/>
                    <a:pt x="60" y="204"/>
                  </a:cubicBezTo>
                  <a:cubicBezTo>
                    <a:pt x="64" y="197"/>
                    <a:pt x="70" y="191"/>
                    <a:pt x="76" y="1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201"/>
            <p:cNvSpPr>
              <a:spLocks noEditPoints="1"/>
            </p:cNvSpPr>
            <p:nvPr/>
          </p:nvSpPr>
          <p:spPr bwMode="auto">
            <a:xfrm>
              <a:off x="5378451" y="6118224"/>
              <a:ext cx="239713" cy="238125"/>
            </a:xfrm>
            <a:custGeom>
              <a:avLst/>
              <a:gdLst>
                <a:gd name="T0" fmla="*/ 150 w 150"/>
                <a:gd name="T1" fmla="*/ 74 h 149"/>
                <a:gd name="T2" fmla="*/ 75 w 150"/>
                <a:gd name="T3" fmla="*/ 0 h 149"/>
                <a:gd name="T4" fmla="*/ 0 w 150"/>
                <a:gd name="T5" fmla="*/ 74 h 149"/>
                <a:gd name="T6" fmla="*/ 75 w 150"/>
                <a:gd name="T7" fmla="*/ 149 h 149"/>
                <a:gd name="T8" fmla="*/ 150 w 150"/>
                <a:gd name="T9" fmla="*/ 74 h 149"/>
                <a:gd name="T10" fmla="*/ 57 w 150"/>
                <a:gd name="T11" fmla="*/ 73 h 149"/>
                <a:gd name="T12" fmla="*/ 75 w 150"/>
                <a:gd name="T13" fmla="*/ 55 h 149"/>
                <a:gd name="T14" fmla="*/ 93 w 150"/>
                <a:gd name="T15" fmla="*/ 73 h 149"/>
                <a:gd name="T16" fmla="*/ 75 w 150"/>
                <a:gd name="T17" fmla="*/ 91 h 149"/>
                <a:gd name="T18" fmla="*/ 57 w 150"/>
                <a:gd name="T19" fmla="*/ 73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0" h="149">
                  <a:moveTo>
                    <a:pt x="150" y="74"/>
                  </a:moveTo>
                  <a:cubicBezTo>
                    <a:pt x="150" y="33"/>
                    <a:pt x="116" y="0"/>
                    <a:pt x="75" y="0"/>
                  </a:cubicBezTo>
                  <a:cubicBezTo>
                    <a:pt x="34" y="0"/>
                    <a:pt x="0" y="33"/>
                    <a:pt x="0" y="74"/>
                  </a:cubicBezTo>
                  <a:cubicBezTo>
                    <a:pt x="0" y="116"/>
                    <a:pt x="34" y="149"/>
                    <a:pt x="75" y="149"/>
                  </a:cubicBezTo>
                  <a:cubicBezTo>
                    <a:pt x="116" y="149"/>
                    <a:pt x="150" y="116"/>
                    <a:pt x="150" y="74"/>
                  </a:cubicBezTo>
                  <a:close/>
                  <a:moveTo>
                    <a:pt x="57" y="73"/>
                  </a:moveTo>
                  <a:cubicBezTo>
                    <a:pt x="57" y="63"/>
                    <a:pt x="65" y="55"/>
                    <a:pt x="75" y="55"/>
                  </a:cubicBezTo>
                  <a:cubicBezTo>
                    <a:pt x="85" y="55"/>
                    <a:pt x="93" y="63"/>
                    <a:pt x="93" y="73"/>
                  </a:cubicBezTo>
                  <a:cubicBezTo>
                    <a:pt x="93" y="83"/>
                    <a:pt x="85" y="91"/>
                    <a:pt x="75" y="91"/>
                  </a:cubicBezTo>
                  <a:cubicBezTo>
                    <a:pt x="65" y="91"/>
                    <a:pt x="57" y="83"/>
                    <a:pt x="57"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202"/>
            <p:cNvSpPr>
              <a:spLocks/>
            </p:cNvSpPr>
            <p:nvPr/>
          </p:nvSpPr>
          <p:spPr bwMode="auto">
            <a:xfrm>
              <a:off x="5775326" y="6364287"/>
              <a:ext cx="101600" cy="128587"/>
            </a:xfrm>
            <a:custGeom>
              <a:avLst/>
              <a:gdLst>
                <a:gd name="T0" fmla="*/ 28 w 64"/>
                <a:gd name="T1" fmla="*/ 2 h 81"/>
                <a:gd name="T2" fmla="*/ 28 w 64"/>
                <a:gd name="T3" fmla="*/ 2 h 81"/>
                <a:gd name="T4" fmla="*/ 28 w 64"/>
                <a:gd name="T5" fmla="*/ 2 h 81"/>
                <a:gd name="T6" fmla="*/ 23 w 64"/>
                <a:gd name="T7" fmla="*/ 1 h 81"/>
                <a:gd name="T8" fmla="*/ 25 w 64"/>
                <a:gd name="T9" fmla="*/ 8 h 81"/>
                <a:gd name="T10" fmla="*/ 4 w 64"/>
                <a:gd name="T11" fmla="*/ 56 h 81"/>
                <a:gd name="T12" fmla="*/ 12 w 64"/>
                <a:gd name="T13" fmla="*/ 77 h 81"/>
                <a:gd name="T14" fmla="*/ 33 w 64"/>
                <a:gd name="T15" fmla="*/ 69 h 81"/>
                <a:gd name="T16" fmla="*/ 64 w 64"/>
                <a:gd name="T17" fmla="*/ 0 h 81"/>
                <a:gd name="T18" fmla="*/ 42 w 64"/>
                <a:gd name="T19" fmla="*/ 3 h 81"/>
                <a:gd name="T20" fmla="*/ 28 w 64"/>
                <a:gd name="T21" fmla="*/ 2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81">
                  <a:moveTo>
                    <a:pt x="28" y="2"/>
                  </a:moveTo>
                  <a:cubicBezTo>
                    <a:pt x="28" y="2"/>
                    <a:pt x="28" y="2"/>
                    <a:pt x="28" y="2"/>
                  </a:cubicBezTo>
                  <a:cubicBezTo>
                    <a:pt x="28" y="2"/>
                    <a:pt x="28" y="2"/>
                    <a:pt x="28" y="2"/>
                  </a:cubicBezTo>
                  <a:cubicBezTo>
                    <a:pt x="26" y="1"/>
                    <a:pt x="25" y="1"/>
                    <a:pt x="23" y="1"/>
                  </a:cubicBezTo>
                  <a:cubicBezTo>
                    <a:pt x="25" y="8"/>
                    <a:pt x="25" y="8"/>
                    <a:pt x="25" y="8"/>
                  </a:cubicBezTo>
                  <a:cubicBezTo>
                    <a:pt x="4" y="56"/>
                    <a:pt x="4" y="56"/>
                    <a:pt x="4" y="56"/>
                  </a:cubicBezTo>
                  <a:cubicBezTo>
                    <a:pt x="0" y="64"/>
                    <a:pt x="4" y="73"/>
                    <a:pt x="12" y="77"/>
                  </a:cubicBezTo>
                  <a:cubicBezTo>
                    <a:pt x="20" y="81"/>
                    <a:pt x="29" y="77"/>
                    <a:pt x="33" y="69"/>
                  </a:cubicBezTo>
                  <a:cubicBezTo>
                    <a:pt x="64" y="0"/>
                    <a:pt x="64" y="0"/>
                    <a:pt x="64" y="0"/>
                  </a:cubicBezTo>
                  <a:cubicBezTo>
                    <a:pt x="57" y="2"/>
                    <a:pt x="50" y="3"/>
                    <a:pt x="42" y="3"/>
                  </a:cubicBezTo>
                  <a:cubicBezTo>
                    <a:pt x="38" y="3"/>
                    <a:pt x="33" y="3"/>
                    <a:pt x="2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203"/>
            <p:cNvSpPr>
              <a:spLocks/>
            </p:cNvSpPr>
            <p:nvPr/>
          </p:nvSpPr>
          <p:spPr bwMode="auto">
            <a:xfrm>
              <a:off x="5846764" y="6084887"/>
              <a:ext cx="180975" cy="403225"/>
            </a:xfrm>
            <a:custGeom>
              <a:avLst/>
              <a:gdLst>
                <a:gd name="T0" fmla="*/ 77 w 113"/>
                <a:gd name="T1" fmla="*/ 149 h 253"/>
                <a:gd name="T2" fmla="*/ 88 w 113"/>
                <a:gd name="T3" fmla="*/ 104 h 253"/>
                <a:gd name="T4" fmla="*/ 96 w 113"/>
                <a:gd name="T5" fmla="*/ 68 h 253"/>
                <a:gd name="T6" fmla="*/ 43 w 113"/>
                <a:gd name="T7" fmla="*/ 10 h 253"/>
                <a:gd name="T8" fmla="*/ 4 w 113"/>
                <a:gd name="T9" fmla="*/ 9 h 253"/>
                <a:gd name="T10" fmla="*/ 0 w 113"/>
                <a:gd name="T11" fmla="*/ 12 h 253"/>
                <a:gd name="T12" fmla="*/ 0 w 113"/>
                <a:gd name="T13" fmla="*/ 13 h 253"/>
                <a:gd name="T14" fmla="*/ 80 w 113"/>
                <a:gd name="T15" fmla="*/ 95 h 253"/>
                <a:gd name="T16" fmla="*/ 47 w 113"/>
                <a:gd name="T17" fmla="*/ 161 h 253"/>
                <a:gd name="T18" fmla="*/ 80 w 113"/>
                <a:gd name="T19" fmla="*/ 243 h 253"/>
                <a:gd name="T20" fmla="*/ 95 w 113"/>
                <a:gd name="T21" fmla="*/ 253 h 253"/>
                <a:gd name="T22" fmla="*/ 101 w 113"/>
                <a:gd name="T23" fmla="*/ 252 h 253"/>
                <a:gd name="T24" fmla="*/ 110 w 113"/>
                <a:gd name="T25" fmla="*/ 231 h 253"/>
                <a:gd name="T26" fmla="*/ 77 w 113"/>
                <a:gd name="T27" fmla="*/ 149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3" h="253">
                  <a:moveTo>
                    <a:pt x="77" y="149"/>
                  </a:moveTo>
                  <a:cubicBezTo>
                    <a:pt x="88" y="104"/>
                    <a:pt x="88" y="104"/>
                    <a:pt x="88" y="104"/>
                  </a:cubicBezTo>
                  <a:cubicBezTo>
                    <a:pt x="97" y="96"/>
                    <a:pt x="104" y="86"/>
                    <a:pt x="96" y="68"/>
                  </a:cubicBezTo>
                  <a:cubicBezTo>
                    <a:pt x="80" y="41"/>
                    <a:pt x="68" y="27"/>
                    <a:pt x="43" y="10"/>
                  </a:cubicBezTo>
                  <a:cubicBezTo>
                    <a:pt x="28" y="0"/>
                    <a:pt x="12" y="2"/>
                    <a:pt x="4" y="9"/>
                  </a:cubicBezTo>
                  <a:cubicBezTo>
                    <a:pt x="2" y="10"/>
                    <a:pt x="1" y="11"/>
                    <a:pt x="0" y="12"/>
                  </a:cubicBezTo>
                  <a:cubicBezTo>
                    <a:pt x="0" y="13"/>
                    <a:pt x="0" y="13"/>
                    <a:pt x="0" y="13"/>
                  </a:cubicBezTo>
                  <a:cubicBezTo>
                    <a:pt x="44" y="14"/>
                    <a:pt x="80" y="50"/>
                    <a:pt x="80" y="95"/>
                  </a:cubicBezTo>
                  <a:cubicBezTo>
                    <a:pt x="80" y="122"/>
                    <a:pt x="67" y="146"/>
                    <a:pt x="47" y="161"/>
                  </a:cubicBezTo>
                  <a:cubicBezTo>
                    <a:pt x="80" y="243"/>
                    <a:pt x="80" y="243"/>
                    <a:pt x="80" y="243"/>
                  </a:cubicBezTo>
                  <a:cubicBezTo>
                    <a:pt x="83" y="250"/>
                    <a:pt x="89" y="253"/>
                    <a:pt x="95" y="253"/>
                  </a:cubicBezTo>
                  <a:cubicBezTo>
                    <a:pt x="97" y="253"/>
                    <a:pt x="99" y="253"/>
                    <a:pt x="101" y="252"/>
                  </a:cubicBezTo>
                  <a:cubicBezTo>
                    <a:pt x="109" y="249"/>
                    <a:pt x="113" y="240"/>
                    <a:pt x="110" y="231"/>
                  </a:cubicBezTo>
                  <a:lnTo>
                    <a:pt x="77" y="1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204"/>
            <p:cNvSpPr>
              <a:spLocks/>
            </p:cNvSpPr>
            <p:nvPr/>
          </p:nvSpPr>
          <p:spPr bwMode="auto">
            <a:xfrm>
              <a:off x="5768976" y="5929312"/>
              <a:ext cx="200025" cy="166687"/>
            </a:xfrm>
            <a:custGeom>
              <a:avLst/>
              <a:gdLst>
                <a:gd name="T0" fmla="*/ 0 w 125"/>
                <a:gd name="T1" fmla="*/ 23 h 105"/>
                <a:gd name="T2" fmla="*/ 24 w 125"/>
                <a:gd name="T3" fmla="*/ 41 h 105"/>
                <a:gd name="T4" fmla="*/ 49 w 125"/>
                <a:gd name="T5" fmla="*/ 25 h 105"/>
                <a:gd name="T6" fmla="*/ 54 w 125"/>
                <a:gd name="T7" fmla="*/ 25 h 105"/>
                <a:gd name="T8" fmla="*/ 91 w 125"/>
                <a:gd name="T9" fmla="*/ 54 h 105"/>
                <a:gd name="T10" fmla="*/ 87 w 125"/>
                <a:gd name="T11" fmla="*/ 81 h 105"/>
                <a:gd name="T12" fmla="*/ 94 w 125"/>
                <a:gd name="T13" fmla="*/ 98 h 105"/>
                <a:gd name="T14" fmla="*/ 125 w 125"/>
                <a:gd name="T15" fmla="*/ 105 h 105"/>
                <a:gd name="T16" fmla="*/ 107 w 125"/>
                <a:gd name="T17" fmla="*/ 49 h 105"/>
                <a:gd name="T18" fmla="*/ 58 w 125"/>
                <a:gd name="T19" fmla="*/ 0 h 105"/>
                <a:gd name="T20" fmla="*/ 0 w 125"/>
                <a:gd name="T21" fmla="*/ 2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5" h="105">
                  <a:moveTo>
                    <a:pt x="0" y="23"/>
                  </a:moveTo>
                  <a:cubicBezTo>
                    <a:pt x="24" y="41"/>
                    <a:pt x="24" y="41"/>
                    <a:pt x="24" y="41"/>
                  </a:cubicBezTo>
                  <a:cubicBezTo>
                    <a:pt x="28" y="34"/>
                    <a:pt x="36" y="27"/>
                    <a:pt x="49" y="25"/>
                  </a:cubicBezTo>
                  <a:cubicBezTo>
                    <a:pt x="51" y="25"/>
                    <a:pt x="52" y="25"/>
                    <a:pt x="54" y="25"/>
                  </a:cubicBezTo>
                  <a:cubicBezTo>
                    <a:pt x="80" y="25"/>
                    <a:pt x="90" y="40"/>
                    <a:pt x="91" y="54"/>
                  </a:cubicBezTo>
                  <a:cubicBezTo>
                    <a:pt x="91" y="62"/>
                    <a:pt x="88" y="76"/>
                    <a:pt x="87" y="81"/>
                  </a:cubicBezTo>
                  <a:cubicBezTo>
                    <a:pt x="94" y="98"/>
                    <a:pt x="94" y="98"/>
                    <a:pt x="94" y="98"/>
                  </a:cubicBezTo>
                  <a:cubicBezTo>
                    <a:pt x="100" y="102"/>
                    <a:pt x="109" y="105"/>
                    <a:pt x="125" y="105"/>
                  </a:cubicBezTo>
                  <a:cubicBezTo>
                    <a:pt x="100" y="95"/>
                    <a:pt x="107" y="70"/>
                    <a:pt x="107" y="49"/>
                  </a:cubicBezTo>
                  <a:cubicBezTo>
                    <a:pt x="106" y="27"/>
                    <a:pt x="96" y="0"/>
                    <a:pt x="58" y="0"/>
                  </a:cubicBezTo>
                  <a:cubicBezTo>
                    <a:pt x="20" y="0"/>
                    <a:pt x="0" y="23"/>
                    <a:pt x="0"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206"/>
            <p:cNvSpPr>
              <a:spLocks/>
            </p:cNvSpPr>
            <p:nvPr/>
          </p:nvSpPr>
          <p:spPr bwMode="auto">
            <a:xfrm>
              <a:off x="5803901" y="5978525"/>
              <a:ext cx="100013" cy="122237"/>
            </a:xfrm>
            <a:custGeom>
              <a:avLst/>
              <a:gdLst>
                <a:gd name="T0" fmla="*/ 18 w 63"/>
                <a:gd name="T1" fmla="*/ 47 h 77"/>
                <a:gd name="T2" fmla="*/ 12 w 63"/>
                <a:gd name="T3" fmla="*/ 77 h 77"/>
                <a:gd name="T4" fmla="*/ 38 w 63"/>
                <a:gd name="T5" fmla="*/ 65 h 77"/>
                <a:gd name="T6" fmla="*/ 63 w 63"/>
                <a:gd name="T7" fmla="*/ 62 h 77"/>
                <a:gd name="T8" fmla="*/ 59 w 63"/>
                <a:gd name="T9" fmla="*/ 50 h 77"/>
                <a:gd name="T10" fmla="*/ 62 w 63"/>
                <a:gd name="T11" fmla="*/ 23 h 77"/>
                <a:gd name="T12" fmla="*/ 32 w 63"/>
                <a:gd name="T13" fmla="*/ 0 h 77"/>
                <a:gd name="T14" fmla="*/ 3 w 63"/>
                <a:gd name="T15" fmla="*/ 23 h 77"/>
                <a:gd name="T16" fmla="*/ 0 w 63"/>
                <a:gd name="T17" fmla="*/ 59 h 77"/>
                <a:gd name="T18" fmla="*/ 10 w 63"/>
                <a:gd name="T19" fmla="*/ 55 h 77"/>
                <a:gd name="T20" fmla="*/ 12 w 63"/>
                <a:gd name="T21" fmla="*/ 39 h 77"/>
                <a:gd name="T22" fmla="*/ 31 w 63"/>
                <a:gd name="T23" fmla="*/ 27 h 77"/>
                <a:gd name="T24" fmla="*/ 29 w 63"/>
                <a:gd name="T25" fmla="*/ 40 h 77"/>
                <a:gd name="T26" fmla="*/ 18 w 63"/>
                <a:gd name="T27" fmla="*/ 4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3" h="77">
                  <a:moveTo>
                    <a:pt x="18" y="47"/>
                  </a:moveTo>
                  <a:cubicBezTo>
                    <a:pt x="12" y="77"/>
                    <a:pt x="12" y="77"/>
                    <a:pt x="12" y="77"/>
                  </a:cubicBezTo>
                  <a:cubicBezTo>
                    <a:pt x="38" y="65"/>
                    <a:pt x="38" y="65"/>
                    <a:pt x="38" y="65"/>
                  </a:cubicBezTo>
                  <a:cubicBezTo>
                    <a:pt x="63" y="62"/>
                    <a:pt x="63" y="62"/>
                    <a:pt x="63" y="62"/>
                  </a:cubicBezTo>
                  <a:cubicBezTo>
                    <a:pt x="59" y="50"/>
                    <a:pt x="59" y="50"/>
                    <a:pt x="59" y="50"/>
                  </a:cubicBezTo>
                  <a:cubicBezTo>
                    <a:pt x="59" y="50"/>
                    <a:pt x="63" y="33"/>
                    <a:pt x="62" y="23"/>
                  </a:cubicBezTo>
                  <a:cubicBezTo>
                    <a:pt x="62" y="14"/>
                    <a:pt x="56" y="0"/>
                    <a:pt x="32" y="0"/>
                  </a:cubicBezTo>
                  <a:cubicBezTo>
                    <a:pt x="8" y="0"/>
                    <a:pt x="3" y="23"/>
                    <a:pt x="3" y="23"/>
                  </a:cubicBezTo>
                  <a:cubicBezTo>
                    <a:pt x="0" y="59"/>
                    <a:pt x="0" y="59"/>
                    <a:pt x="0" y="59"/>
                  </a:cubicBezTo>
                  <a:cubicBezTo>
                    <a:pt x="10" y="55"/>
                    <a:pt x="10" y="55"/>
                    <a:pt x="10" y="55"/>
                  </a:cubicBezTo>
                  <a:cubicBezTo>
                    <a:pt x="12" y="39"/>
                    <a:pt x="12" y="39"/>
                    <a:pt x="12" y="39"/>
                  </a:cubicBezTo>
                  <a:cubicBezTo>
                    <a:pt x="31" y="27"/>
                    <a:pt x="31" y="27"/>
                    <a:pt x="31" y="27"/>
                  </a:cubicBezTo>
                  <a:cubicBezTo>
                    <a:pt x="29" y="40"/>
                    <a:pt x="29" y="40"/>
                    <a:pt x="29" y="40"/>
                  </a:cubicBezTo>
                  <a:lnTo>
                    <a:pt x="18"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207"/>
            <p:cNvSpPr>
              <a:spLocks/>
            </p:cNvSpPr>
            <p:nvPr/>
          </p:nvSpPr>
          <p:spPr bwMode="auto">
            <a:xfrm>
              <a:off x="5638801" y="5837238"/>
              <a:ext cx="122238" cy="325437"/>
            </a:xfrm>
            <a:custGeom>
              <a:avLst/>
              <a:gdLst>
                <a:gd name="T0" fmla="*/ 77 w 77"/>
                <a:gd name="T1" fmla="*/ 186 h 204"/>
                <a:gd name="T2" fmla="*/ 68 w 77"/>
                <a:gd name="T3" fmla="*/ 181 h 204"/>
                <a:gd name="T4" fmla="*/ 64 w 77"/>
                <a:gd name="T5" fmla="*/ 179 h 204"/>
                <a:gd name="T6" fmla="*/ 24 w 77"/>
                <a:gd name="T7" fmla="*/ 58 h 204"/>
                <a:gd name="T8" fmla="*/ 24 w 77"/>
                <a:gd name="T9" fmla="*/ 54 h 204"/>
                <a:gd name="T10" fmla="*/ 10 w 77"/>
                <a:gd name="T11" fmla="*/ 12 h 204"/>
                <a:gd name="T12" fmla="*/ 2 w 77"/>
                <a:gd name="T13" fmla="*/ 0 h 204"/>
                <a:gd name="T14" fmla="*/ 2 w 77"/>
                <a:gd name="T15" fmla="*/ 15 h 204"/>
                <a:gd name="T16" fmla="*/ 16 w 77"/>
                <a:gd name="T17" fmla="*/ 57 h 204"/>
                <a:gd name="T18" fmla="*/ 19 w 77"/>
                <a:gd name="T19" fmla="*/ 59 h 204"/>
                <a:gd name="T20" fmla="*/ 59 w 77"/>
                <a:gd name="T21" fmla="*/ 180 h 204"/>
                <a:gd name="T22" fmla="*/ 51 w 77"/>
                <a:gd name="T23" fmla="*/ 185 h 204"/>
                <a:gd name="T24" fmla="*/ 56 w 77"/>
                <a:gd name="T25" fmla="*/ 202 h 204"/>
                <a:gd name="T26" fmla="*/ 60 w 77"/>
                <a:gd name="T27" fmla="*/ 204 h 204"/>
                <a:gd name="T28" fmla="*/ 77 w 77"/>
                <a:gd name="T29" fmla="*/ 186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7" h="204">
                  <a:moveTo>
                    <a:pt x="77" y="186"/>
                  </a:moveTo>
                  <a:cubicBezTo>
                    <a:pt x="68" y="181"/>
                    <a:pt x="68" y="181"/>
                    <a:pt x="68" y="181"/>
                  </a:cubicBezTo>
                  <a:cubicBezTo>
                    <a:pt x="67" y="180"/>
                    <a:pt x="65" y="180"/>
                    <a:pt x="64" y="179"/>
                  </a:cubicBezTo>
                  <a:cubicBezTo>
                    <a:pt x="24" y="58"/>
                    <a:pt x="24" y="58"/>
                    <a:pt x="24" y="58"/>
                  </a:cubicBezTo>
                  <a:cubicBezTo>
                    <a:pt x="24" y="54"/>
                    <a:pt x="24" y="54"/>
                    <a:pt x="24" y="54"/>
                  </a:cubicBezTo>
                  <a:cubicBezTo>
                    <a:pt x="24" y="54"/>
                    <a:pt x="12" y="18"/>
                    <a:pt x="10" y="12"/>
                  </a:cubicBezTo>
                  <a:cubicBezTo>
                    <a:pt x="9" y="7"/>
                    <a:pt x="2" y="0"/>
                    <a:pt x="2" y="0"/>
                  </a:cubicBezTo>
                  <a:cubicBezTo>
                    <a:pt x="2" y="0"/>
                    <a:pt x="0" y="9"/>
                    <a:pt x="2" y="15"/>
                  </a:cubicBezTo>
                  <a:cubicBezTo>
                    <a:pt x="4" y="21"/>
                    <a:pt x="16" y="57"/>
                    <a:pt x="16" y="57"/>
                  </a:cubicBezTo>
                  <a:cubicBezTo>
                    <a:pt x="19" y="59"/>
                    <a:pt x="19" y="59"/>
                    <a:pt x="19" y="59"/>
                  </a:cubicBezTo>
                  <a:cubicBezTo>
                    <a:pt x="59" y="180"/>
                    <a:pt x="59" y="180"/>
                    <a:pt x="59" y="180"/>
                  </a:cubicBezTo>
                  <a:cubicBezTo>
                    <a:pt x="56" y="180"/>
                    <a:pt x="53" y="182"/>
                    <a:pt x="51" y="185"/>
                  </a:cubicBezTo>
                  <a:cubicBezTo>
                    <a:pt x="48" y="191"/>
                    <a:pt x="50" y="198"/>
                    <a:pt x="56" y="202"/>
                  </a:cubicBezTo>
                  <a:cubicBezTo>
                    <a:pt x="60" y="204"/>
                    <a:pt x="60" y="204"/>
                    <a:pt x="60" y="204"/>
                  </a:cubicBezTo>
                  <a:cubicBezTo>
                    <a:pt x="65" y="197"/>
                    <a:pt x="70" y="191"/>
                    <a:pt x="77" y="1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208"/>
            <p:cNvSpPr>
              <a:spLocks noEditPoints="1"/>
            </p:cNvSpPr>
            <p:nvPr/>
          </p:nvSpPr>
          <p:spPr bwMode="auto">
            <a:xfrm>
              <a:off x="5724526" y="6118225"/>
              <a:ext cx="238125" cy="238125"/>
            </a:xfrm>
            <a:custGeom>
              <a:avLst/>
              <a:gdLst>
                <a:gd name="T0" fmla="*/ 149 w 149"/>
                <a:gd name="T1" fmla="*/ 74 h 149"/>
                <a:gd name="T2" fmla="*/ 74 w 149"/>
                <a:gd name="T3" fmla="*/ 0 h 149"/>
                <a:gd name="T4" fmla="*/ 0 w 149"/>
                <a:gd name="T5" fmla="*/ 74 h 149"/>
                <a:gd name="T6" fmla="*/ 74 w 149"/>
                <a:gd name="T7" fmla="*/ 149 h 149"/>
                <a:gd name="T8" fmla="*/ 149 w 149"/>
                <a:gd name="T9" fmla="*/ 74 h 149"/>
                <a:gd name="T10" fmla="*/ 56 w 149"/>
                <a:gd name="T11" fmla="*/ 73 h 149"/>
                <a:gd name="T12" fmla="*/ 74 w 149"/>
                <a:gd name="T13" fmla="*/ 55 h 149"/>
                <a:gd name="T14" fmla="*/ 92 w 149"/>
                <a:gd name="T15" fmla="*/ 73 h 149"/>
                <a:gd name="T16" fmla="*/ 74 w 149"/>
                <a:gd name="T17" fmla="*/ 91 h 149"/>
                <a:gd name="T18" fmla="*/ 56 w 149"/>
                <a:gd name="T19" fmla="*/ 73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9" h="149">
                  <a:moveTo>
                    <a:pt x="149" y="74"/>
                  </a:moveTo>
                  <a:cubicBezTo>
                    <a:pt x="149" y="33"/>
                    <a:pt x="116" y="0"/>
                    <a:pt x="74" y="0"/>
                  </a:cubicBezTo>
                  <a:cubicBezTo>
                    <a:pt x="33" y="0"/>
                    <a:pt x="0" y="33"/>
                    <a:pt x="0" y="74"/>
                  </a:cubicBezTo>
                  <a:cubicBezTo>
                    <a:pt x="0" y="116"/>
                    <a:pt x="33" y="149"/>
                    <a:pt x="74" y="149"/>
                  </a:cubicBezTo>
                  <a:cubicBezTo>
                    <a:pt x="116" y="149"/>
                    <a:pt x="149" y="116"/>
                    <a:pt x="149" y="74"/>
                  </a:cubicBezTo>
                  <a:close/>
                  <a:moveTo>
                    <a:pt x="56" y="73"/>
                  </a:moveTo>
                  <a:cubicBezTo>
                    <a:pt x="56" y="63"/>
                    <a:pt x="65" y="55"/>
                    <a:pt x="74" y="55"/>
                  </a:cubicBezTo>
                  <a:cubicBezTo>
                    <a:pt x="84" y="55"/>
                    <a:pt x="92" y="63"/>
                    <a:pt x="92" y="73"/>
                  </a:cubicBezTo>
                  <a:cubicBezTo>
                    <a:pt x="92" y="83"/>
                    <a:pt x="84" y="91"/>
                    <a:pt x="74" y="91"/>
                  </a:cubicBezTo>
                  <a:cubicBezTo>
                    <a:pt x="65" y="91"/>
                    <a:pt x="56" y="83"/>
                    <a:pt x="56"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209"/>
            <p:cNvSpPr>
              <a:spLocks/>
            </p:cNvSpPr>
            <p:nvPr/>
          </p:nvSpPr>
          <p:spPr bwMode="auto">
            <a:xfrm>
              <a:off x="6191251" y="6084888"/>
              <a:ext cx="182563" cy="403225"/>
            </a:xfrm>
            <a:custGeom>
              <a:avLst/>
              <a:gdLst>
                <a:gd name="T0" fmla="*/ 77 w 114"/>
                <a:gd name="T1" fmla="*/ 149 h 253"/>
                <a:gd name="T2" fmla="*/ 89 w 114"/>
                <a:gd name="T3" fmla="*/ 104 h 253"/>
                <a:gd name="T4" fmla="*/ 96 w 114"/>
                <a:gd name="T5" fmla="*/ 68 h 253"/>
                <a:gd name="T6" fmla="*/ 44 w 114"/>
                <a:gd name="T7" fmla="*/ 10 h 253"/>
                <a:gd name="T8" fmla="*/ 4 w 114"/>
                <a:gd name="T9" fmla="*/ 9 h 253"/>
                <a:gd name="T10" fmla="*/ 0 w 114"/>
                <a:gd name="T11" fmla="*/ 12 h 253"/>
                <a:gd name="T12" fmla="*/ 0 w 114"/>
                <a:gd name="T13" fmla="*/ 13 h 253"/>
                <a:gd name="T14" fmla="*/ 81 w 114"/>
                <a:gd name="T15" fmla="*/ 95 h 253"/>
                <a:gd name="T16" fmla="*/ 48 w 114"/>
                <a:gd name="T17" fmla="*/ 161 h 253"/>
                <a:gd name="T18" fmla="*/ 81 w 114"/>
                <a:gd name="T19" fmla="*/ 243 h 253"/>
                <a:gd name="T20" fmla="*/ 96 w 114"/>
                <a:gd name="T21" fmla="*/ 253 h 253"/>
                <a:gd name="T22" fmla="*/ 102 w 114"/>
                <a:gd name="T23" fmla="*/ 252 h 253"/>
                <a:gd name="T24" fmla="*/ 110 w 114"/>
                <a:gd name="T25" fmla="*/ 231 h 253"/>
                <a:gd name="T26" fmla="*/ 77 w 114"/>
                <a:gd name="T27" fmla="*/ 149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4" h="253">
                  <a:moveTo>
                    <a:pt x="77" y="149"/>
                  </a:moveTo>
                  <a:cubicBezTo>
                    <a:pt x="89" y="104"/>
                    <a:pt x="89" y="104"/>
                    <a:pt x="89" y="104"/>
                  </a:cubicBezTo>
                  <a:cubicBezTo>
                    <a:pt x="97" y="96"/>
                    <a:pt x="105" y="86"/>
                    <a:pt x="96" y="68"/>
                  </a:cubicBezTo>
                  <a:cubicBezTo>
                    <a:pt x="81" y="41"/>
                    <a:pt x="68" y="27"/>
                    <a:pt x="44" y="10"/>
                  </a:cubicBezTo>
                  <a:cubicBezTo>
                    <a:pt x="28" y="0"/>
                    <a:pt x="13" y="2"/>
                    <a:pt x="4" y="9"/>
                  </a:cubicBezTo>
                  <a:cubicBezTo>
                    <a:pt x="3" y="10"/>
                    <a:pt x="1" y="11"/>
                    <a:pt x="0" y="12"/>
                  </a:cubicBezTo>
                  <a:cubicBezTo>
                    <a:pt x="0" y="13"/>
                    <a:pt x="0" y="13"/>
                    <a:pt x="0" y="13"/>
                  </a:cubicBezTo>
                  <a:cubicBezTo>
                    <a:pt x="45" y="14"/>
                    <a:pt x="81" y="50"/>
                    <a:pt x="81" y="95"/>
                  </a:cubicBezTo>
                  <a:cubicBezTo>
                    <a:pt x="81" y="122"/>
                    <a:pt x="68" y="146"/>
                    <a:pt x="48" y="161"/>
                  </a:cubicBezTo>
                  <a:cubicBezTo>
                    <a:pt x="81" y="243"/>
                    <a:pt x="81" y="243"/>
                    <a:pt x="81" y="243"/>
                  </a:cubicBezTo>
                  <a:cubicBezTo>
                    <a:pt x="83" y="250"/>
                    <a:pt x="89" y="253"/>
                    <a:pt x="96" y="253"/>
                  </a:cubicBezTo>
                  <a:cubicBezTo>
                    <a:pt x="98" y="253"/>
                    <a:pt x="100" y="253"/>
                    <a:pt x="102" y="252"/>
                  </a:cubicBezTo>
                  <a:cubicBezTo>
                    <a:pt x="110" y="249"/>
                    <a:pt x="114" y="240"/>
                    <a:pt x="110" y="231"/>
                  </a:cubicBezTo>
                  <a:lnTo>
                    <a:pt x="77" y="1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210"/>
            <p:cNvSpPr>
              <a:spLocks/>
            </p:cNvSpPr>
            <p:nvPr/>
          </p:nvSpPr>
          <p:spPr bwMode="auto">
            <a:xfrm>
              <a:off x="6119813" y="6364288"/>
              <a:ext cx="103188" cy="128587"/>
            </a:xfrm>
            <a:custGeom>
              <a:avLst/>
              <a:gdLst>
                <a:gd name="T0" fmla="*/ 29 w 65"/>
                <a:gd name="T1" fmla="*/ 2 h 81"/>
                <a:gd name="T2" fmla="*/ 29 w 65"/>
                <a:gd name="T3" fmla="*/ 2 h 81"/>
                <a:gd name="T4" fmla="*/ 29 w 65"/>
                <a:gd name="T5" fmla="*/ 2 h 81"/>
                <a:gd name="T6" fmla="*/ 23 w 65"/>
                <a:gd name="T7" fmla="*/ 1 h 81"/>
                <a:gd name="T8" fmla="*/ 26 w 65"/>
                <a:gd name="T9" fmla="*/ 8 h 81"/>
                <a:gd name="T10" fmla="*/ 4 w 65"/>
                <a:gd name="T11" fmla="*/ 56 h 81"/>
                <a:gd name="T12" fmla="*/ 12 w 65"/>
                <a:gd name="T13" fmla="*/ 77 h 81"/>
                <a:gd name="T14" fmla="*/ 33 w 65"/>
                <a:gd name="T15" fmla="*/ 69 h 81"/>
                <a:gd name="T16" fmla="*/ 65 w 65"/>
                <a:gd name="T17" fmla="*/ 0 h 81"/>
                <a:gd name="T18" fmla="*/ 43 w 65"/>
                <a:gd name="T19" fmla="*/ 3 h 81"/>
                <a:gd name="T20" fmla="*/ 29 w 65"/>
                <a:gd name="T21" fmla="*/ 2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 h="81">
                  <a:moveTo>
                    <a:pt x="29" y="2"/>
                  </a:moveTo>
                  <a:cubicBezTo>
                    <a:pt x="29" y="2"/>
                    <a:pt x="29" y="2"/>
                    <a:pt x="29" y="2"/>
                  </a:cubicBezTo>
                  <a:cubicBezTo>
                    <a:pt x="29" y="2"/>
                    <a:pt x="29" y="2"/>
                    <a:pt x="29" y="2"/>
                  </a:cubicBezTo>
                  <a:cubicBezTo>
                    <a:pt x="27" y="1"/>
                    <a:pt x="25" y="1"/>
                    <a:pt x="23" y="1"/>
                  </a:cubicBezTo>
                  <a:cubicBezTo>
                    <a:pt x="26" y="8"/>
                    <a:pt x="26" y="8"/>
                    <a:pt x="26" y="8"/>
                  </a:cubicBezTo>
                  <a:cubicBezTo>
                    <a:pt x="4" y="56"/>
                    <a:pt x="4" y="56"/>
                    <a:pt x="4" y="56"/>
                  </a:cubicBezTo>
                  <a:cubicBezTo>
                    <a:pt x="0" y="64"/>
                    <a:pt x="4" y="73"/>
                    <a:pt x="12" y="77"/>
                  </a:cubicBezTo>
                  <a:cubicBezTo>
                    <a:pt x="20" y="81"/>
                    <a:pt x="30" y="77"/>
                    <a:pt x="33" y="69"/>
                  </a:cubicBezTo>
                  <a:cubicBezTo>
                    <a:pt x="65" y="0"/>
                    <a:pt x="65" y="0"/>
                    <a:pt x="65" y="0"/>
                  </a:cubicBezTo>
                  <a:cubicBezTo>
                    <a:pt x="58" y="2"/>
                    <a:pt x="50" y="3"/>
                    <a:pt x="43" y="3"/>
                  </a:cubicBezTo>
                  <a:cubicBezTo>
                    <a:pt x="38" y="3"/>
                    <a:pt x="33" y="3"/>
                    <a:pt x="2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211"/>
            <p:cNvSpPr>
              <a:spLocks/>
            </p:cNvSpPr>
            <p:nvPr/>
          </p:nvSpPr>
          <p:spPr bwMode="auto">
            <a:xfrm>
              <a:off x="6115051" y="5929313"/>
              <a:ext cx="196850" cy="166687"/>
            </a:xfrm>
            <a:custGeom>
              <a:avLst/>
              <a:gdLst>
                <a:gd name="T0" fmla="*/ 0 w 124"/>
                <a:gd name="T1" fmla="*/ 23 h 105"/>
                <a:gd name="T2" fmla="*/ 23 w 124"/>
                <a:gd name="T3" fmla="*/ 41 h 105"/>
                <a:gd name="T4" fmla="*/ 49 w 124"/>
                <a:gd name="T5" fmla="*/ 25 h 105"/>
                <a:gd name="T6" fmla="*/ 53 w 124"/>
                <a:gd name="T7" fmla="*/ 25 h 105"/>
                <a:gd name="T8" fmla="*/ 90 w 124"/>
                <a:gd name="T9" fmla="*/ 54 h 105"/>
                <a:gd name="T10" fmla="*/ 87 w 124"/>
                <a:gd name="T11" fmla="*/ 81 h 105"/>
                <a:gd name="T12" fmla="*/ 93 w 124"/>
                <a:gd name="T13" fmla="*/ 98 h 105"/>
                <a:gd name="T14" fmla="*/ 124 w 124"/>
                <a:gd name="T15" fmla="*/ 105 h 105"/>
                <a:gd name="T16" fmla="*/ 106 w 124"/>
                <a:gd name="T17" fmla="*/ 49 h 105"/>
                <a:gd name="T18" fmla="*/ 57 w 124"/>
                <a:gd name="T19" fmla="*/ 0 h 105"/>
                <a:gd name="T20" fmla="*/ 0 w 124"/>
                <a:gd name="T21" fmla="*/ 2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 h="105">
                  <a:moveTo>
                    <a:pt x="0" y="23"/>
                  </a:moveTo>
                  <a:cubicBezTo>
                    <a:pt x="23" y="41"/>
                    <a:pt x="23" y="41"/>
                    <a:pt x="23" y="41"/>
                  </a:cubicBezTo>
                  <a:cubicBezTo>
                    <a:pt x="28" y="34"/>
                    <a:pt x="36" y="27"/>
                    <a:pt x="49" y="25"/>
                  </a:cubicBezTo>
                  <a:cubicBezTo>
                    <a:pt x="50" y="25"/>
                    <a:pt x="52" y="25"/>
                    <a:pt x="53" y="25"/>
                  </a:cubicBezTo>
                  <a:cubicBezTo>
                    <a:pt x="80" y="25"/>
                    <a:pt x="90" y="40"/>
                    <a:pt x="90" y="54"/>
                  </a:cubicBezTo>
                  <a:cubicBezTo>
                    <a:pt x="90" y="62"/>
                    <a:pt x="88" y="76"/>
                    <a:pt x="87" y="81"/>
                  </a:cubicBezTo>
                  <a:cubicBezTo>
                    <a:pt x="93" y="98"/>
                    <a:pt x="93" y="98"/>
                    <a:pt x="93" y="98"/>
                  </a:cubicBezTo>
                  <a:cubicBezTo>
                    <a:pt x="99" y="102"/>
                    <a:pt x="109" y="105"/>
                    <a:pt x="124" y="105"/>
                  </a:cubicBezTo>
                  <a:cubicBezTo>
                    <a:pt x="99" y="95"/>
                    <a:pt x="107" y="70"/>
                    <a:pt x="106" y="49"/>
                  </a:cubicBezTo>
                  <a:cubicBezTo>
                    <a:pt x="105" y="27"/>
                    <a:pt x="95" y="0"/>
                    <a:pt x="57" y="0"/>
                  </a:cubicBezTo>
                  <a:cubicBezTo>
                    <a:pt x="19" y="0"/>
                    <a:pt x="0" y="23"/>
                    <a:pt x="0"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212"/>
            <p:cNvSpPr>
              <a:spLocks/>
            </p:cNvSpPr>
            <p:nvPr/>
          </p:nvSpPr>
          <p:spPr bwMode="auto">
            <a:xfrm>
              <a:off x="6149976" y="5978525"/>
              <a:ext cx="100013" cy="122237"/>
            </a:xfrm>
            <a:custGeom>
              <a:avLst/>
              <a:gdLst>
                <a:gd name="T0" fmla="*/ 17 w 63"/>
                <a:gd name="T1" fmla="*/ 47 h 77"/>
                <a:gd name="T2" fmla="*/ 11 w 63"/>
                <a:gd name="T3" fmla="*/ 77 h 77"/>
                <a:gd name="T4" fmla="*/ 38 w 63"/>
                <a:gd name="T5" fmla="*/ 65 h 77"/>
                <a:gd name="T6" fmla="*/ 63 w 63"/>
                <a:gd name="T7" fmla="*/ 62 h 77"/>
                <a:gd name="T8" fmla="*/ 58 w 63"/>
                <a:gd name="T9" fmla="*/ 50 h 77"/>
                <a:gd name="T10" fmla="*/ 62 w 63"/>
                <a:gd name="T11" fmla="*/ 23 h 77"/>
                <a:gd name="T12" fmla="*/ 31 w 63"/>
                <a:gd name="T13" fmla="*/ 0 h 77"/>
                <a:gd name="T14" fmla="*/ 3 w 63"/>
                <a:gd name="T15" fmla="*/ 23 h 77"/>
                <a:gd name="T16" fmla="*/ 0 w 63"/>
                <a:gd name="T17" fmla="*/ 59 h 77"/>
                <a:gd name="T18" fmla="*/ 10 w 63"/>
                <a:gd name="T19" fmla="*/ 55 h 77"/>
                <a:gd name="T20" fmla="*/ 12 w 63"/>
                <a:gd name="T21" fmla="*/ 39 h 77"/>
                <a:gd name="T22" fmla="*/ 31 w 63"/>
                <a:gd name="T23" fmla="*/ 27 h 77"/>
                <a:gd name="T24" fmla="*/ 28 w 63"/>
                <a:gd name="T25" fmla="*/ 40 h 77"/>
                <a:gd name="T26" fmla="*/ 17 w 63"/>
                <a:gd name="T27" fmla="*/ 4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3" h="77">
                  <a:moveTo>
                    <a:pt x="17" y="47"/>
                  </a:moveTo>
                  <a:cubicBezTo>
                    <a:pt x="11" y="77"/>
                    <a:pt x="11" y="77"/>
                    <a:pt x="11" y="77"/>
                  </a:cubicBezTo>
                  <a:cubicBezTo>
                    <a:pt x="38" y="65"/>
                    <a:pt x="38" y="65"/>
                    <a:pt x="38" y="65"/>
                  </a:cubicBezTo>
                  <a:cubicBezTo>
                    <a:pt x="63" y="62"/>
                    <a:pt x="63" y="62"/>
                    <a:pt x="63" y="62"/>
                  </a:cubicBezTo>
                  <a:cubicBezTo>
                    <a:pt x="58" y="50"/>
                    <a:pt x="58" y="50"/>
                    <a:pt x="58" y="50"/>
                  </a:cubicBezTo>
                  <a:cubicBezTo>
                    <a:pt x="58" y="50"/>
                    <a:pt x="62" y="33"/>
                    <a:pt x="62" y="23"/>
                  </a:cubicBezTo>
                  <a:cubicBezTo>
                    <a:pt x="62" y="14"/>
                    <a:pt x="55" y="0"/>
                    <a:pt x="31" y="0"/>
                  </a:cubicBezTo>
                  <a:cubicBezTo>
                    <a:pt x="7" y="0"/>
                    <a:pt x="3" y="23"/>
                    <a:pt x="3" y="23"/>
                  </a:cubicBezTo>
                  <a:cubicBezTo>
                    <a:pt x="0" y="59"/>
                    <a:pt x="0" y="59"/>
                    <a:pt x="0" y="59"/>
                  </a:cubicBezTo>
                  <a:cubicBezTo>
                    <a:pt x="10" y="55"/>
                    <a:pt x="10" y="55"/>
                    <a:pt x="10" y="55"/>
                  </a:cubicBezTo>
                  <a:cubicBezTo>
                    <a:pt x="12" y="39"/>
                    <a:pt x="12" y="39"/>
                    <a:pt x="12" y="39"/>
                  </a:cubicBezTo>
                  <a:cubicBezTo>
                    <a:pt x="31" y="27"/>
                    <a:pt x="31" y="27"/>
                    <a:pt x="31" y="27"/>
                  </a:cubicBezTo>
                  <a:cubicBezTo>
                    <a:pt x="28" y="40"/>
                    <a:pt x="28" y="40"/>
                    <a:pt x="28" y="40"/>
                  </a:cubicBezTo>
                  <a:lnTo>
                    <a:pt x="17"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213"/>
            <p:cNvSpPr>
              <a:spLocks/>
            </p:cNvSpPr>
            <p:nvPr/>
          </p:nvSpPr>
          <p:spPr bwMode="auto">
            <a:xfrm>
              <a:off x="5984876" y="5837238"/>
              <a:ext cx="120650" cy="325437"/>
            </a:xfrm>
            <a:custGeom>
              <a:avLst/>
              <a:gdLst>
                <a:gd name="T0" fmla="*/ 76 w 76"/>
                <a:gd name="T1" fmla="*/ 186 h 204"/>
                <a:gd name="T2" fmla="*/ 67 w 76"/>
                <a:gd name="T3" fmla="*/ 181 h 204"/>
                <a:gd name="T4" fmla="*/ 63 w 76"/>
                <a:gd name="T5" fmla="*/ 179 h 204"/>
                <a:gd name="T6" fmla="*/ 23 w 76"/>
                <a:gd name="T7" fmla="*/ 58 h 204"/>
                <a:gd name="T8" fmla="*/ 24 w 76"/>
                <a:gd name="T9" fmla="*/ 54 h 204"/>
                <a:gd name="T10" fmla="*/ 10 w 76"/>
                <a:gd name="T11" fmla="*/ 12 h 204"/>
                <a:gd name="T12" fmla="*/ 1 w 76"/>
                <a:gd name="T13" fmla="*/ 0 h 204"/>
                <a:gd name="T14" fmla="*/ 2 w 76"/>
                <a:gd name="T15" fmla="*/ 15 h 204"/>
                <a:gd name="T16" fmla="*/ 15 w 76"/>
                <a:gd name="T17" fmla="*/ 57 h 204"/>
                <a:gd name="T18" fmla="*/ 18 w 76"/>
                <a:gd name="T19" fmla="*/ 59 h 204"/>
                <a:gd name="T20" fmla="*/ 58 w 76"/>
                <a:gd name="T21" fmla="*/ 180 h 204"/>
                <a:gd name="T22" fmla="*/ 51 w 76"/>
                <a:gd name="T23" fmla="*/ 185 h 204"/>
                <a:gd name="T24" fmla="*/ 55 w 76"/>
                <a:gd name="T25" fmla="*/ 202 h 204"/>
                <a:gd name="T26" fmla="*/ 59 w 76"/>
                <a:gd name="T27" fmla="*/ 204 h 204"/>
                <a:gd name="T28" fmla="*/ 76 w 76"/>
                <a:gd name="T29" fmla="*/ 186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6" h="204">
                  <a:moveTo>
                    <a:pt x="76" y="186"/>
                  </a:moveTo>
                  <a:cubicBezTo>
                    <a:pt x="67" y="181"/>
                    <a:pt x="67" y="181"/>
                    <a:pt x="67" y="181"/>
                  </a:cubicBezTo>
                  <a:cubicBezTo>
                    <a:pt x="66" y="180"/>
                    <a:pt x="65" y="180"/>
                    <a:pt x="63" y="179"/>
                  </a:cubicBezTo>
                  <a:cubicBezTo>
                    <a:pt x="23" y="58"/>
                    <a:pt x="23" y="58"/>
                    <a:pt x="23" y="58"/>
                  </a:cubicBezTo>
                  <a:cubicBezTo>
                    <a:pt x="24" y="54"/>
                    <a:pt x="24" y="54"/>
                    <a:pt x="24" y="54"/>
                  </a:cubicBezTo>
                  <a:cubicBezTo>
                    <a:pt x="24" y="54"/>
                    <a:pt x="12" y="18"/>
                    <a:pt x="10" y="12"/>
                  </a:cubicBezTo>
                  <a:cubicBezTo>
                    <a:pt x="8" y="7"/>
                    <a:pt x="1" y="0"/>
                    <a:pt x="1" y="0"/>
                  </a:cubicBezTo>
                  <a:cubicBezTo>
                    <a:pt x="1" y="0"/>
                    <a:pt x="0" y="9"/>
                    <a:pt x="2" y="15"/>
                  </a:cubicBezTo>
                  <a:cubicBezTo>
                    <a:pt x="3" y="21"/>
                    <a:pt x="15" y="57"/>
                    <a:pt x="15" y="57"/>
                  </a:cubicBezTo>
                  <a:cubicBezTo>
                    <a:pt x="18" y="59"/>
                    <a:pt x="18" y="59"/>
                    <a:pt x="18" y="59"/>
                  </a:cubicBezTo>
                  <a:cubicBezTo>
                    <a:pt x="58" y="180"/>
                    <a:pt x="58" y="180"/>
                    <a:pt x="58" y="180"/>
                  </a:cubicBezTo>
                  <a:cubicBezTo>
                    <a:pt x="55" y="180"/>
                    <a:pt x="53" y="182"/>
                    <a:pt x="51" y="185"/>
                  </a:cubicBezTo>
                  <a:cubicBezTo>
                    <a:pt x="48" y="191"/>
                    <a:pt x="50" y="198"/>
                    <a:pt x="55" y="202"/>
                  </a:cubicBezTo>
                  <a:cubicBezTo>
                    <a:pt x="59" y="204"/>
                    <a:pt x="59" y="204"/>
                    <a:pt x="59" y="204"/>
                  </a:cubicBezTo>
                  <a:cubicBezTo>
                    <a:pt x="64" y="197"/>
                    <a:pt x="70" y="191"/>
                    <a:pt x="76" y="1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214"/>
            <p:cNvSpPr>
              <a:spLocks noEditPoints="1"/>
            </p:cNvSpPr>
            <p:nvPr/>
          </p:nvSpPr>
          <p:spPr bwMode="auto">
            <a:xfrm>
              <a:off x="6069013" y="6118225"/>
              <a:ext cx="238125" cy="238125"/>
            </a:xfrm>
            <a:custGeom>
              <a:avLst/>
              <a:gdLst>
                <a:gd name="T0" fmla="*/ 150 w 150"/>
                <a:gd name="T1" fmla="*/ 74 h 149"/>
                <a:gd name="T2" fmla="*/ 75 w 150"/>
                <a:gd name="T3" fmla="*/ 0 h 149"/>
                <a:gd name="T4" fmla="*/ 0 w 150"/>
                <a:gd name="T5" fmla="*/ 74 h 149"/>
                <a:gd name="T6" fmla="*/ 75 w 150"/>
                <a:gd name="T7" fmla="*/ 149 h 149"/>
                <a:gd name="T8" fmla="*/ 150 w 150"/>
                <a:gd name="T9" fmla="*/ 74 h 149"/>
                <a:gd name="T10" fmla="*/ 57 w 150"/>
                <a:gd name="T11" fmla="*/ 73 h 149"/>
                <a:gd name="T12" fmla="*/ 75 w 150"/>
                <a:gd name="T13" fmla="*/ 55 h 149"/>
                <a:gd name="T14" fmla="*/ 93 w 150"/>
                <a:gd name="T15" fmla="*/ 73 h 149"/>
                <a:gd name="T16" fmla="*/ 75 w 150"/>
                <a:gd name="T17" fmla="*/ 91 h 149"/>
                <a:gd name="T18" fmla="*/ 57 w 150"/>
                <a:gd name="T19" fmla="*/ 73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0" h="149">
                  <a:moveTo>
                    <a:pt x="150" y="74"/>
                  </a:moveTo>
                  <a:cubicBezTo>
                    <a:pt x="150" y="33"/>
                    <a:pt x="116" y="0"/>
                    <a:pt x="75" y="0"/>
                  </a:cubicBezTo>
                  <a:cubicBezTo>
                    <a:pt x="34" y="0"/>
                    <a:pt x="0" y="33"/>
                    <a:pt x="0" y="74"/>
                  </a:cubicBezTo>
                  <a:cubicBezTo>
                    <a:pt x="0" y="116"/>
                    <a:pt x="34" y="149"/>
                    <a:pt x="75" y="149"/>
                  </a:cubicBezTo>
                  <a:cubicBezTo>
                    <a:pt x="116" y="149"/>
                    <a:pt x="150" y="116"/>
                    <a:pt x="150" y="74"/>
                  </a:cubicBezTo>
                  <a:close/>
                  <a:moveTo>
                    <a:pt x="57" y="73"/>
                  </a:moveTo>
                  <a:cubicBezTo>
                    <a:pt x="57" y="63"/>
                    <a:pt x="65" y="55"/>
                    <a:pt x="75" y="55"/>
                  </a:cubicBezTo>
                  <a:cubicBezTo>
                    <a:pt x="85" y="55"/>
                    <a:pt x="93" y="63"/>
                    <a:pt x="93" y="73"/>
                  </a:cubicBezTo>
                  <a:cubicBezTo>
                    <a:pt x="93" y="83"/>
                    <a:pt x="85" y="91"/>
                    <a:pt x="75" y="91"/>
                  </a:cubicBezTo>
                  <a:cubicBezTo>
                    <a:pt x="65" y="91"/>
                    <a:pt x="57" y="83"/>
                    <a:pt x="57"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215"/>
            <p:cNvSpPr>
              <a:spLocks/>
            </p:cNvSpPr>
            <p:nvPr/>
          </p:nvSpPr>
          <p:spPr bwMode="auto">
            <a:xfrm>
              <a:off x="6535738" y="6084888"/>
              <a:ext cx="180975" cy="403225"/>
            </a:xfrm>
            <a:custGeom>
              <a:avLst/>
              <a:gdLst>
                <a:gd name="T0" fmla="*/ 77 w 114"/>
                <a:gd name="T1" fmla="*/ 149 h 253"/>
                <a:gd name="T2" fmla="*/ 89 w 114"/>
                <a:gd name="T3" fmla="*/ 104 h 253"/>
                <a:gd name="T4" fmla="*/ 97 w 114"/>
                <a:gd name="T5" fmla="*/ 68 h 253"/>
                <a:gd name="T6" fmla="*/ 44 w 114"/>
                <a:gd name="T7" fmla="*/ 10 h 253"/>
                <a:gd name="T8" fmla="*/ 4 w 114"/>
                <a:gd name="T9" fmla="*/ 9 h 253"/>
                <a:gd name="T10" fmla="*/ 1 w 114"/>
                <a:gd name="T11" fmla="*/ 12 h 253"/>
                <a:gd name="T12" fmla="*/ 0 w 114"/>
                <a:gd name="T13" fmla="*/ 13 h 253"/>
                <a:gd name="T14" fmla="*/ 81 w 114"/>
                <a:gd name="T15" fmla="*/ 95 h 253"/>
                <a:gd name="T16" fmla="*/ 48 w 114"/>
                <a:gd name="T17" fmla="*/ 161 h 253"/>
                <a:gd name="T18" fmla="*/ 81 w 114"/>
                <a:gd name="T19" fmla="*/ 243 h 253"/>
                <a:gd name="T20" fmla="*/ 96 w 114"/>
                <a:gd name="T21" fmla="*/ 253 h 253"/>
                <a:gd name="T22" fmla="*/ 102 w 114"/>
                <a:gd name="T23" fmla="*/ 252 h 253"/>
                <a:gd name="T24" fmla="*/ 111 w 114"/>
                <a:gd name="T25" fmla="*/ 231 h 253"/>
                <a:gd name="T26" fmla="*/ 77 w 114"/>
                <a:gd name="T27" fmla="*/ 149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4" h="253">
                  <a:moveTo>
                    <a:pt x="77" y="149"/>
                  </a:moveTo>
                  <a:cubicBezTo>
                    <a:pt x="89" y="104"/>
                    <a:pt x="89" y="104"/>
                    <a:pt x="89" y="104"/>
                  </a:cubicBezTo>
                  <a:cubicBezTo>
                    <a:pt x="98" y="96"/>
                    <a:pt x="105" y="86"/>
                    <a:pt x="97" y="68"/>
                  </a:cubicBezTo>
                  <a:cubicBezTo>
                    <a:pt x="81" y="41"/>
                    <a:pt x="68" y="27"/>
                    <a:pt x="44" y="10"/>
                  </a:cubicBezTo>
                  <a:cubicBezTo>
                    <a:pt x="29" y="0"/>
                    <a:pt x="13" y="2"/>
                    <a:pt x="4" y="9"/>
                  </a:cubicBezTo>
                  <a:cubicBezTo>
                    <a:pt x="3" y="10"/>
                    <a:pt x="2" y="11"/>
                    <a:pt x="1" y="12"/>
                  </a:cubicBezTo>
                  <a:cubicBezTo>
                    <a:pt x="0" y="13"/>
                    <a:pt x="0" y="13"/>
                    <a:pt x="0" y="13"/>
                  </a:cubicBezTo>
                  <a:cubicBezTo>
                    <a:pt x="45" y="14"/>
                    <a:pt x="81" y="50"/>
                    <a:pt x="81" y="95"/>
                  </a:cubicBezTo>
                  <a:cubicBezTo>
                    <a:pt x="81" y="122"/>
                    <a:pt x="68" y="146"/>
                    <a:pt x="48" y="161"/>
                  </a:cubicBezTo>
                  <a:cubicBezTo>
                    <a:pt x="81" y="243"/>
                    <a:pt x="81" y="243"/>
                    <a:pt x="81" y="243"/>
                  </a:cubicBezTo>
                  <a:cubicBezTo>
                    <a:pt x="84" y="250"/>
                    <a:pt x="90" y="253"/>
                    <a:pt x="96" y="253"/>
                  </a:cubicBezTo>
                  <a:cubicBezTo>
                    <a:pt x="98" y="253"/>
                    <a:pt x="100" y="253"/>
                    <a:pt x="102" y="252"/>
                  </a:cubicBezTo>
                  <a:cubicBezTo>
                    <a:pt x="110" y="249"/>
                    <a:pt x="114" y="240"/>
                    <a:pt x="111" y="231"/>
                  </a:cubicBezTo>
                  <a:lnTo>
                    <a:pt x="77" y="1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216"/>
            <p:cNvSpPr>
              <a:spLocks/>
            </p:cNvSpPr>
            <p:nvPr/>
          </p:nvSpPr>
          <p:spPr bwMode="auto">
            <a:xfrm>
              <a:off x="6465888" y="6364288"/>
              <a:ext cx="101600" cy="128587"/>
            </a:xfrm>
            <a:custGeom>
              <a:avLst/>
              <a:gdLst>
                <a:gd name="T0" fmla="*/ 28 w 64"/>
                <a:gd name="T1" fmla="*/ 2 h 81"/>
                <a:gd name="T2" fmla="*/ 28 w 64"/>
                <a:gd name="T3" fmla="*/ 2 h 81"/>
                <a:gd name="T4" fmla="*/ 28 w 64"/>
                <a:gd name="T5" fmla="*/ 2 h 81"/>
                <a:gd name="T6" fmla="*/ 23 w 64"/>
                <a:gd name="T7" fmla="*/ 1 h 81"/>
                <a:gd name="T8" fmla="*/ 25 w 64"/>
                <a:gd name="T9" fmla="*/ 8 h 81"/>
                <a:gd name="T10" fmla="*/ 4 w 64"/>
                <a:gd name="T11" fmla="*/ 56 h 81"/>
                <a:gd name="T12" fmla="*/ 11 w 64"/>
                <a:gd name="T13" fmla="*/ 77 h 81"/>
                <a:gd name="T14" fmla="*/ 33 w 64"/>
                <a:gd name="T15" fmla="*/ 69 h 81"/>
                <a:gd name="T16" fmla="*/ 64 w 64"/>
                <a:gd name="T17" fmla="*/ 0 h 81"/>
                <a:gd name="T18" fmla="*/ 42 w 64"/>
                <a:gd name="T19" fmla="*/ 3 h 81"/>
                <a:gd name="T20" fmla="*/ 28 w 64"/>
                <a:gd name="T21" fmla="*/ 2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81">
                  <a:moveTo>
                    <a:pt x="28" y="2"/>
                  </a:moveTo>
                  <a:cubicBezTo>
                    <a:pt x="28" y="2"/>
                    <a:pt x="28" y="2"/>
                    <a:pt x="28" y="2"/>
                  </a:cubicBezTo>
                  <a:cubicBezTo>
                    <a:pt x="28" y="2"/>
                    <a:pt x="28" y="2"/>
                    <a:pt x="28" y="2"/>
                  </a:cubicBezTo>
                  <a:cubicBezTo>
                    <a:pt x="26" y="1"/>
                    <a:pt x="24" y="1"/>
                    <a:pt x="23" y="1"/>
                  </a:cubicBezTo>
                  <a:cubicBezTo>
                    <a:pt x="25" y="8"/>
                    <a:pt x="25" y="8"/>
                    <a:pt x="25" y="8"/>
                  </a:cubicBezTo>
                  <a:cubicBezTo>
                    <a:pt x="4" y="56"/>
                    <a:pt x="4" y="56"/>
                    <a:pt x="4" y="56"/>
                  </a:cubicBezTo>
                  <a:cubicBezTo>
                    <a:pt x="0" y="64"/>
                    <a:pt x="3" y="73"/>
                    <a:pt x="11" y="77"/>
                  </a:cubicBezTo>
                  <a:cubicBezTo>
                    <a:pt x="19" y="81"/>
                    <a:pt x="29" y="77"/>
                    <a:pt x="33" y="69"/>
                  </a:cubicBezTo>
                  <a:cubicBezTo>
                    <a:pt x="64" y="0"/>
                    <a:pt x="64" y="0"/>
                    <a:pt x="64" y="0"/>
                  </a:cubicBezTo>
                  <a:cubicBezTo>
                    <a:pt x="57" y="2"/>
                    <a:pt x="50" y="3"/>
                    <a:pt x="42" y="3"/>
                  </a:cubicBezTo>
                  <a:cubicBezTo>
                    <a:pt x="37" y="3"/>
                    <a:pt x="33" y="3"/>
                    <a:pt x="2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217"/>
            <p:cNvSpPr>
              <a:spLocks/>
            </p:cNvSpPr>
            <p:nvPr/>
          </p:nvSpPr>
          <p:spPr bwMode="auto">
            <a:xfrm>
              <a:off x="6459538" y="5929313"/>
              <a:ext cx="198438" cy="166687"/>
            </a:xfrm>
            <a:custGeom>
              <a:avLst/>
              <a:gdLst>
                <a:gd name="T0" fmla="*/ 0 w 125"/>
                <a:gd name="T1" fmla="*/ 23 h 105"/>
                <a:gd name="T2" fmla="*/ 24 w 125"/>
                <a:gd name="T3" fmla="*/ 41 h 105"/>
                <a:gd name="T4" fmla="*/ 49 w 125"/>
                <a:gd name="T5" fmla="*/ 25 h 105"/>
                <a:gd name="T6" fmla="*/ 53 w 125"/>
                <a:gd name="T7" fmla="*/ 25 h 105"/>
                <a:gd name="T8" fmla="*/ 91 w 125"/>
                <a:gd name="T9" fmla="*/ 54 h 105"/>
                <a:gd name="T10" fmla="*/ 87 w 125"/>
                <a:gd name="T11" fmla="*/ 81 h 105"/>
                <a:gd name="T12" fmla="*/ 94 w 125"/>
                <a:gd name="T13" fmla="*/ 98 h 105"/>
                <a:gd name="T14" fmla="*/ 125 w 125"/>
                <a:gd name="T15" fmla="*/ 105 h 105"/>
                <a:gd name="T16" fmla="*/ 107 w 125"/>
                <a:gd name="T17" fmla="*/ 49 h 105"/>
                <a:gd name="T18" fmla="*/ 58 w 125"/>
                <a:gd name="T19" fmla="*/ 0 h 105"/>
                <a:gd name="T20" fmla="*/ 0 w 125"/>
                <a:gd name="T21" fmla="*/ 2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5" h="105">
                  <a:moveTo>
                    <a:pt x="0" y="23"/>
                  </a:moveTo>
                  <a:cubicBezTo>
                    <a:pt x="24" y="41"/>
                    <a:pt x="24" y="41"/>
                    <a:pt x="24" y="41"/>
                  </a:cubicBezTo>
                  <a:cubicBezTo>
                    <a:pt x="28" y="34"/>
                    <a:pt x="36" y="27"/>
                    <a:pt x="49" y="25"/>
                  </a:cubicBezTo>
                  <a:cubicBezTo>
                    <a:pt x="51" y="25"/>
                    <a:pt x="52" y="25"/>
                    <a:pt x="53" y="25"/>
                  </a:cubicBezTo>
                  <a:cubicBezTo>
                    <a:pt x="80" y="25"/>
                    <a:pt x="90" y="40"/>
                    <a:pt x="91" y="54"/>
                  </a:cubicBezTo>
                  <a:cubicBezTo>
                    <a:pt x="91" y="62"/>
                    <a:pt x="88" y="76"/>
                    <a:pt x="87" y="81"/>
                  </a:cubicBezTo>
                  <a:cubicBezTo>
                    <a:pt x="94" y="98"/>
                    <a:pt x="94" y="98"/>
                    <a:pt x="94" y="98"/>
                  </a:cubicBezTo>
                  <a:cubicBezTo>
                    <a:pt x="100" y="102"/>
                    <a:pt x="109" y="105"/>
                    <a:pt x="125" y="105"/>
                  </a:cubicBezTo>
                  <a:cubicBezTo>
                    <a:pt x="99" y="95"/>
                    <a:pt x="107" y="70"/>
                    <a:pt x="107" y="49"/>
                  </a:cubicBezTo>
                  <a:cubicBezTo>
                    <a:pt x="106" y="27"/>
                    <a:pt x="95" y="0"/>
                    <a:pt x="58" y="0"/>
                  </a:cubicBezTo>
                  <a:cubicBezTo>
                    <a:pt x="20" y="0"/>
                    <a:pt x="0" y="23"/>
                    <a:pt x="0"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218"/>
            <p:cNvSpPr>
              <a:spLocks/>
            </p:cNvSpPr>
            <p:nvPr/>
          </p:nvSpPr>
          <p:spPr bwMode="auto">
            <a:xfrm>
              <a:off x="6494463" y="5978525"/>
              <a:ext cx="100013" cy="122237"/>
            </a:xfrm>
            <a:custGeom>
              <a:avLst/>
              <a:gdLst>
                <a:gd name="T0" fmla="*/ 18 w 63"/>
                <a:gd name="T1" fmla="*/ 47 h 77"/>
                <a:gd name="T2" fmla="*/ 12 w 63"/>
                <a:gd name="T3" fmla="*/ 77 h 77"/>
                <a:gd name="T4" fmla="*/ 38 w 63"/>
                <a:gd name="T5" fmla="*/ 65 h 77"/>
                <a:gd name="T6" fmla="*/ 63 w 63"/>
                <a:gd name="T7" fmla="*/ 62 h 77"/>
                <a:gd name="T8" fmla="*/ 58 w 63"/>
                <a:gd name="T9" fmla="*/ 50 h 77"/>
                <a:gd name="T10" fmla="*/ 62 w 63"/>
                <a:gd name="T11" fmla="*/ 23 h 77"/>
                <a:gd name="T12" fmla="*/ 32 w 63"/>
                <a:gd name="T13" fmla="*/ 0 h 77"/>
                <a:gd name="T14" fmla="*/ 3 w 63"/>
                <a:gd name="T15" fmla="*/ 23 h 77"/>
                <a:gd name="T16" fmla="*/ 0 w 63"/>
                <a:gd name="T17" fmla="*/ 59 h 77"/>
                <a:gd name="T18" fmla="*/ 10 w 63"/>
                <a:gd name="T19" fmla="*/ 55 h 77"/>
                <a:gd name="T20" fmla="*/ 12 w 63"/>
                <a:gd name="T21" fmla="*/ 39 h 77"/>
                <a:gd name="T22" fmla="*/ 31 w 63"/>
                <a:gd name="T23" fmla="*/ 27 h 77"/>
                <a:gd name="T24" fmla="*/ 28 w 63"/>
                <a:gd name="T25" fmla="*/ 40 h 77"/>
                <a:gd name="T26" fmla="*/ 18 w 63"/>
                <a:gd name="T27" fmla="*/ 4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3" h="77">
                  <a:moveTo>
                    <a:pt x="18" y="47"/>
                  </a:moveTo>
                  <a:cubicBezTo>
                    <a:pt x="12" y="77"/>
                    <a:pt x="12" y="77"/>
                    <a:pt x="12" y="77"/>
                  </a:cubicBezTo>
                  <a:cubicBezTo>
                    <a:pt x="38" y="65"/>
                    <a:pt x="38" y="65"/>
                    <a:pt x="38" y="65"/>
                  </a:cubicBezTo>
                  <a:cubicBezTo>
                    <a:pt x="63" y="62"/>
                    <a:pt x="63" y="62"/>
                    <a:pt x="63" y="62"/>
                  </a:cubicBezTo>
                  <a:cubicBezTo>
                    <a:pt x="58" y="50"/>
                    <a:pt x="58" y="50"/>
                    <a:pt x="58" y="50"/>
                  </a:cubicBezTo>
                  <a:cubicBezTo>
                    <a:pt x="58" y="50"/>
                    <a:pt x="62" y="33"/>
                    <a:pt x="62" y="23"/>
                  </a:cubicBezTo>
                  <a:cubicBezTo>
                    <a:pt x="62" y="14"/>
                    <a:pt x="56" y="0"/>
                    <a:pt x="32" y="0"/>
                  </a:cubicBezTo>
                  <a:cubicBezTo>
                    <a:pt x="7" y="0"/>
                    <a:pt x="3" y="23"/>
                    <a:pt x="3" y="23"/>
                  </a:cubicBezTo>
                  <a:cubicBezTo>
                    <a:pt x="0" y="59"/>
                    <a:pt x="0" y="59"/>
                    <a:pt x="0" y="59"/>
                  </a:cubicBezTo>
                  <a:cubicBezTo>
                    <a:pt x="10" y="55"/>
                    <a:pt x="10" y="55"/>
                    <a:pt x="10" y="55"/>
                  </a:cubicBezTo>
                  <a:cubicBezTo>
                    <a:pt x="12" y="39"/>
                    <a:pt x="12" y="39"/>
                    <a:pt x="12" y="39"/>
                  </a:cubicBezTo>
                  <a:cubicBezTo>
                    <a:pt x="31" y="27"/>
                    <a:pt x="31" y="27"/>
                    <a:pt x="31" y="27"/>
                  </a:cubicBezTo>
                  <a:cubicBezTo>
                    <a:pt x="28" y="40"/>
                    <a:pt x="28" y="40"/>
                    <a:pt x="28" y="40"/>
                  </a:cubicBezTo>
                  <a:lnTo>
                    <a:pt x="18"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219"/>
            <p:cNvSpPr>
              <a:spLocks/>
            </p:cNvSpPr>
            <p:nvPr/>
          </p:nvSpPr>
          <p:spPr bwMode="auto">
            <a:xfrm>
              <a:off x="6327776" y="5837238"/>
              <a:ext cx="123825" cy="325437"/>
            </a:xfrm>
            <a:custGeom>
              <a:avLst/>
              <a:gdLst>
                <a:gd name="T0" fmla="*/ 77 w 77"/>
                <a:gd name="T1" fmla="*/ 186 h 204"/>
                <a:gd name="T2" fmla="*/ 68 w 77"/>
                <a:gd name="T3" fmla="*/ 181 h 204"/>
                <a:gd name="T4" fmla="*/ 64 w 77"/>
                <a:gd name="T5" fmla="*/ 179 h 204"/>
                <a:gd name="T6" fmla="*/ 23 w 77"/>
                <a:gd name="T7" fmla="*/ 58 h 204"/>
                <a:gd name="T8" fmla="*/ 24 w 77"/>
                <a:gd name="T9" fmla="*/ 54 h 204"/>
                <a:gd name="T10" fmla="*/ 10 w 77"/>
                <a:gd name="T11" fmla="*/ 12 h 204"/>
                <a:gd name="T12" fmla="*/ 2 w 77"/>
                <a:gd name="T13" fmla="*/ 0 h 204"/>
                <a:gd name="T14" fmla="*/ 2 w 77"/>
                <a:gd name="T15" fmla="*/ 15 h 204"/>
                <a:gd name="T16" fmla="*/ 16 w 77"/>
                <a:gd name="T17" fmla="*/ 57 h 204"/>
                <a:gd name="T18" fmla="*/ 19 w 77"/>
                <a:gd name="T19" fmla="*/ 59 h 204"/>
                <a:gd name="T20" fmla="*/ 59 w 77"/>
                <a:gd name="T21" fmla="*/ 180 h 204"/>
                <a:gd name="T22" fmla="*/ 51 w 77"/>
                <a:gd name="T23" fmla="*/ 185 h 204"/>
                <a:gd name="T24" fmla="*/ 56 w 77"/>
                <a:gd name="T25" fmla="*/ 202 h 204"/>
                <a:gd name="T26" fmla="*/ 60 w 77"/>
                <a:gd name="T27" fmla="*/ 204 h 204"/>
                <a:gd name="T28" fmla="*/ 77 w 77"/>
                <a:gd name="T29" fmla="*/ 186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7" h="204">
                  <a:moveTo>
                    <a:pt x="77" y="186"/>
                  </a:moveTo>
                  <a:cubicBezTo>
                    <a:pt x="68" y="181"/>
                    <a:pt x="68" y="181"/>
                    <a:pt x="68" y="181"/>
                  </a:cubicBezTo>
                  <a:cubicBezTo>
                    <a:pt x="66" y="180"/>
                    <a:pt x="65" y="180"/>
                    <a:pt x="64" y="179"/>
                  </a:cubicBezTo>
                  <a:cubicBezTo>
                    <a:pt x="23" y="58"/>
                    <a:pt x="23" y="58"/>
                    <a:pt x="23" y="58"/>
                  </a:cubicBezTo>
                  <a:cubicBezTo>
                    <a:pt x="24" y="54"/>
                    <a:pt x="24" y="54"/>
                    <a:pt x="24" y="54"/>
                  </a:cubicBezTo>
                  <a:cubicBezTo>
                    <a:pt x="24" y="54"/>
                    <a:pt x="12" y="18"/>
                    <a:pt x="10" y="12"/>
                  </a:cubicBezTo>
                  <a:cubicBezTo>
                    <a:pt x="8" y="7"/>
                    <a:pt x="2" y="0"/>
                    <a:pt x="2" y="0"/>
                  </a:cubicBezTo>
                  <a:cubicBezTo>
                    <a:pt x="2" y="0"/>
                    <a:pt x="0" y="9"/>
                    <a:pt x="2" y="15"/>
                  </a:cubicBezTo>
                  <a:cubicBezTo>
                    <a:pt x="4" y="21"/>
                    <a:pt x="16" y="57"/>
                    <a:pt x="16" y="57"/>
                  </a:cubicBezTo>
                  <a:cubicBezTo>
                    <a:pt x="19" y="59"/>
                    <a:pt x="19" y="59"/>
                    <a:pt x="19" y="59"/>
                  </a:cubicBezTo>
                  <a:cubicBezTo>
                    <a:pt x="59" y="180"/>
                    <a:pt x="59" y="180"/>
                    <a:pt x="59" y="180"/>
                  </a:cubicBezTo>
                  <a:cubicBezTo>
                    <a:pt x="56" y="180"/>
                    <a:pt x="53" y="182"/>
                    <a:pt x="51" y="185"/>
                  </a:cubicBezTo>
                  <a:cubicBezTo>
                    <a:pt x="48" y="191"/>
                    <a:pt x="50" y="198"/>
                    <a:pt x="56" y="202"/>
                  </a:cubicBezTo>
                  <a:cubicBezTo>
                    <a:pt x="60" y="204"/>
                    <a:pt x="60" y="204"/>
                    <a:pt x="60" y="204"/>
                  </a:cubicBezTo>
                  <a:cubicBezTo>
                    <a:pt x="64" y="197"/>
                    <a:pt x="70" y="191"/>
                    <a:pt x="77" y="1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220"/>
            <p:cNvSpPr>
              <a:spLocks noEditPoints="1"/>
            </p:cNvSpPr>
            <p:nvPr/>
          </p:nvSpPr>
          <p:spPr bwMode="auto">
            <a:xfrm>
              <a:off x="6415088" y="6118225"/>
              <a:ext cx="236538" cy="238125"/>
            </a:xfrm>
            <a:custGeom>
              <a:avLst/>
              <a:gdLst>
                <a:gd name="T0" fmla="*/ 149 w 149"/>
                <a:gd name="T1" fmla="*/ 74 h 149"/>
                <a:gd name="T2" fmla="*/ 74 w 149"/>
                <a:gd name="T3" fmla="*/ 0 h 149"/>
                <a:gd name="T4" fmla="*/ 0 w 149"/>
                <a:gd name="T5" fmla="*/ 74 h 149"/>
                <a:gd name="T6" fmla="*/ 74 w 149"/>
                <a:gd name="T7" fmla="*/ 149 h 149"/>
                <a:gd name="T8" fmla="*/ 149 w 149"/>
                <a:gd name="T9" fmla="*/ 74 h 149"/>
                <a:gd name="T10" fmla="*/ 56 w 149"/>
                <a:gd name="T11" fmla="*/ 73 h 149"/>
                <a:gd name="T12" fmla="*/ 74 w 149"/>
                <a:gd name="T13" fmla="*/ 55 h 149"/>
                <a:gd name="T14" fmla="*/ 92 w 149"/>
                <a:gd name="T15" fmla="*/ 73 h 149"/>
                <a:gd name="T16" fmla="*/ 74 w 149"/>
                <a:gd name="T17" fmla="*/ 91 h 149"/>
                <a:gd name="T18" fmla="*/ 56 w 149"/>
                <a:gd name="T19" fmla="*/ 73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9" h="149">
                  <a:moveTo>
                    <a:pt x="149" y="74"/>
                  </a:moveTo>
                  <a:cubicBezTo>
                    <a:pt x="149" y="33"/>
                    <a:pt x="115" y="0"/>
                    <a:pt x="74" y="0"/>
                  </a:cubicBezTo>
                  <a:cubicBezTo>
                    <a:pt x="33" y="0"/>
                    <a:pt x="0" y="33"/>
                    <a:pt x="0" y="74"/>
                  </a:cubicBezTo>
                  <a:cubicBezTo>
                    <a:pt x="0" y="116"/>
                    <a:pt x="33" y="149"/>
                    <a:pt x="74" y="149"/>
                  </a:cubicBezTo>
                  <a:cubicBezTo>
                    <a:pt x="115" y="149"/>
                    <a:pt x="149" y="116"/>
                    <a:pt x="149" y="74"/>
                  </a:cubicBezTo>
                  <a:close/>
                  <a:moveTo>
                    <a:pt x="56" y="73"/>
                  </a:moveTo>
                  <a:cubicBezTo>
                    <a:pt x="56" y="63"/>
                    <a:pt x="64" y="55"/>
                    <a:pt x="74" y="55"/>
                  </a:cubicBezTo>
                  <a:cubicBezTo>
                    <a:pt x="84" y="55"/>
                    <a:pt x="92" y="63"/>
                    <a:pt x="92" y="73"/>
                  </a:cubicBezTo>
                  <a:cubicBezTo>
                    <a:pt x="92" y="83"/>
                    <a:pt x="84" y="91"/>
                    <a:pt x="74" y="91"/>
                  </a:cubicBezTo>
                  <a:cubicBezTo>
                    <a:pt x="64" y="91"/>
                    <a:pt x="56" y="83"/>
                    <a:pt x="56"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221"/>
            <p:cNvSpPr>
              <a:spLocks/>
            </p:cNvSpPr>
            <p:nvPr/>
          </p:nvSpPr>
          <p:spPr bwMode="auto">
            <a:xfrm>
              <a:off x="6810376" y="6364288"/>
              <a:ext cx="103188" cy="128587"/>
            </a:xfrm>
            <a:custGeom>
              <a:avLst/>
              <a:gdLst>
                <a:gd name="T0" fmla="*/ 29 w 65"/>
                <a:gd name="T1" fmla="*/ 2 h 81"/>
                <a:gd name="T2" fmla="*/ 29 w 65"/>
                <a:gd name="T3" fmla="*/ 2 h 81"/>
                <a:gd name="T4" fmla="*/ 28 w 65"/>
                <a:gd name="T5" fmla="*/ 2 h 81"/>
                <a:gd name="T6" fmla="*/ 23 w 65"/>
                <a:gd name="T7" fmla="*/ 1 h 81"/>
                <a:gd name="T8" fmla="*/ 26 w 65"/>
                <a:gd name="T9" fmla="*/ 8 h 81"/>
                <a:gd name="T10" fmla="*/ 4 w 65"/>
                <a:gd name="T11" fmla="*/ 56 h 81"/>
                <a:gd name="T12" fmla="*/ 12 w 65"/>
                <a:gd name="T13" fmla="*/ 77 h 81"/>
                <a:gd name="T14" fmla="*/ 33 w 65"/>
                <a:gd name="T15" fmla="*/ 69 h 81"/>
                <a:gd name="T16" fmla="*/ 65 w 65"/>
                <a:gd name="T17" fmla="*/ 0 h 81"/>
                <a:gd name="T18" fmla="*/ 43 w 65"/>
                <a:gd name="T19" fmla="*/ 3 h 81"/>
                <a:gd name="T20" fmla="*/ 29 w 65"/>
                <a:gd name="T21" fmla="*/ 2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 h="81">
                  <a:moveTo>
                    <a:pt x="29" y="2"/>
                  </a:moveTo>
                  <a:cubicBezTo>
                    <a:pt x="29" y="2"/>
                    <a:pt x="29" y="2"/>
                    <a:pt x="29" y="2"/>
                  </a:cubicBezTo>
                  <a:cubicBezTo>
                    <a:pt x="28" y="2"/>
                    <a:pt x="28" y="2"/>
                    <a:pt x="28" y="2"/>
                  </a:cubicBezTo>
                  <a:cubicBezTo>
                    <a:pt x="27" y="1"/>
                    <a:pt x="25" y="1"/>
                    <a:pt x="23" y="1"/>
                  </a:cubicBezTo>
                  <a:cubicBezTo>
                    <a:pt x="26" y="8"/>
                    <a:pt x="26" y="8"/>
                    <a:pt x="26" y="8"/>
                  </a:cubicBezTo>
                  <a:cubicBezTo>
                    <a:pt x="4" y="56"/>
                    <a:pt x="4" y="56"/>
                    <a:pt x="4" y="56"/>
                  </a:cubicBezTo>
                  <a:cubicBezTo>
                    <a:pt x="0" y="64"/>
                    <a:pt x="4" y="73"/>
                    <a:pt x="12" y="77"/>
                  </a:cubicBezTo>
                  <a:cubicBezTo>
                    <a:pt x="20" y="81"/>
                    <a:pt x="29" y="77"/>
                    <a:pt x="33" y="69"/>
                  </a:cubicBezTo>
                  <a:cubicBezTo>
                    <a:pt x="65" y="0"/>
                    <a:pt x="65" y="0"/>
                    <a:pt x="65" y="0"/>
                  </a:cubicBezTo>
                  <a:cubicBezTo>
                    <a:pt x="58" y="2"/>
                    <a:pt x="50" y="3"/>
                    <a:pt x="43" y="3"/>
                  </a:cubicBezTo>
                  <a:cubicBezTo>
                    <a:pt x="38" y="3"/>
                    <a:pt x="33" y="3"/>
                    <a:pt x="2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222"/>
            <p:cNvSpPr>
              <a:spLocks/>
            </p:cNvSpPr>
            <p:nvPr/>
          </p:nvSpPr>
          <p:spPr bwMode="auto">
            <a:xfrm>
              <a:off x="6881813" y="6084888"/>
              <a:ext cx="180975" cy="403225"/>
            </a:xfrm>
            <a:custGeom>
              <a:avLst/>
              <a:gdLst>
                <a:gd name="T0" fmla="*/ 77 w 114"/>
                <a:gd name="T1" fmla="*/ 149 h 253"/>
                <a:gd name="T2" fmla="*/ 88 w 114"/>
                <a:gd name="T3" fmla="*/ 104 h 253"/>
                <a:gd name="T4" fmla="*/ 96 w 114"/>
                <a:gd name="T5" fmla="*/ 68 h 253"/>
                <a:gd name="T6" fmla="*/ 43 w 114"/>
                <a:gd name="T7" fmla="*/ 10 h 253"/>
                <a:gd name="T8" fmla="*/ 4 w 114"/>
                <a:gd name="T9" fmla="*/ 9 h 253"/>
                <a:gd name="T10" fmla="*/ 0 w 114"/>
                <a:gd name="T11" fmla="*/ 12 h 253"/>
                <a:gd name="T12" fmla="*/ 0 w 114"/>
                <a:gd name="T13" fmla="*/ 13 h 253"/>
                <a:gd name="T14" fmla="*/ 80 w 114"/>
                <a:gd name="T15" fmla="*/ 95 h 253"/>
                <a:gd name="T16" fmla="*/ 47 w 114"/>
                <a:gd name="T17" fmla="*/ 161 h 253"/>
                <a:gd name="T18" fmla="*/ 81 w 114"/>
                <a:gd name="T19" fmla="*/ 243 h 253"/>
                <a:gd name="T20" fmla="*/ 95 w 114"/>
                <a:gd name="T21" fmla="*/ 253 h 253"/>
                <a:gd name="T22" fmla="*/ 101 w 114"/>
                <a:gd name="T23" fmla="*/ 252 h 253"/>
                <a:gd name="T24" fmla="*/ 110 w 114"/>
                <a:gd name="T25" fmla="*/ 231 h 253"/>
                <a:gd name="T26" fmla="*/ 77 w 114"/>
                <a:gd name="T27" fmla="*/ 149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4" h="253">
                  <a:moveTo>
                    <a:pt x="77" y="149"/>
                  </a:moveTo>
                  <a:cubicBezTo>
                    <a:pt x="88" y="104"/>
                    <a:pt x="88" y="104"/>
                    <a:pt x="88" y="104"/>
                  </a:cubicBezTo>
                  <a:cubicBezTo>
                    <a:pt x="97" y="96"/>
                    <a:pt x="105" y="86"/>
                    <a:pt x="96" y="68"/>
                  </a:cubicBezTo>
                  <a:cubicBezTo>
                    <a:pt x="80" y="41"/>
                    <a:pt x="68" y="27"/>
                    <a:pt x="43" y="10"/>
                  </a:cubicBezTo>
                  <a:cubicBezTo>
                    <a:pt x="28" y="0"/>
                    <a:pt x="13" y="2"/>
                    <a:pt x="4" y="9"/>
                  </a:cubicBezTo>
                  <a:cubicBezTo>
                    <a:pt x="2" y="10"/>
                    <a:pt x="1" y="11"/>
                    <a:pt x="0" y="12"/>
                  </a:cubicBezTo>
                  <a:cubicBezTo>
                    <a:pt x="0" y="13"/>
                    <a:pt x="0" y="13"/>
                    <a:pt x="0" y="13"/>
                  </a:cubicBezTo>
                  <a:cubicBezTo>
                    <a:pt x="44" y="14"/>
                    <a:pt x="80" y="50"/>
                    <a:pt x="80" y="95"/>
                  </a:cubicBezTo>
                  <a:cubicBezTo>
                    <a:pt x="80" y="122"/>
                    <a:pt x="67" y="146"/>
                    <a:pt x="47" y="161"/>
                  </a:cubicBezTo>
                  <a:cubicBezTo>
                    <a:pt x="81" y="243"/>
                    <a:pt x="81" y="243"/>
                    <a:pt x="81" y="243"/>
                  </a:cubicBezTo>
                  <a:cubicBezTo>
                    <a:pt x="83" y="250"/>
                    <a:pt x="89" y="253"/>
                    <a:pt x="95" y="253"/>
                  </a:cubicBezTo>
                  <a:cubicBezTo>
                    <a:pt x="97" y="253"/>
                    <a:pt x="99" y="253"/>
                    <a:pt x="101" y="252"/>
                  </a:cubicBezTo>
                  <a:cubicBezTo>
                    <a:pt x="110" y="249"/>
                    <a:pt x="114" y="240"/>
                    <a:pt x="110" y="231"/>
                  </a:cubicBezTo>
                  <a:lnTo>
                    <a:pt x="77" y="1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223"/>
            <p:cNvSpPr>
              <a:spLocks/>
            </p:cNvSpPr>
            <p:nvPr/>
          </p:nvSpPr>
          <p:spPr bwMode="auto">
            <a:xfrm>
              <a:off x="6805613" y="5929313"/>
              <a:ext cx="196850" cy="166687"/>
            </a:xfrm>
            <a:custGeom>
              <a:avLst/>
              <a:gdLst>
                <a:gd name="T0" fmla="*/ 106 w 124"/>
                <a:gd name="T1" fmla="*/ 49 h 105"/>
                <a:gd name="T2" fmla="*/ 57 w 124"/>
                <a:gd name="T3" fmla="*/ 0 h 105"/>
                <a:gd name="T4" fmla="*/ 0 w 124"/>
                <a:gd name="T5" fmla="*/ 23 h 105"/>
                <a:gd name="T6" fmla="*/ 23 w 124"/>
                <a:gd name="T7" fmla="*/ 41 h 105"/>
                <a:gd name="T8" fmla="*/ 49 w 124"/>
                <a:gd name="T9" fmla="*/ 25 h 105"/>
                <a:gd name="T10" fmla="*/ 53 w 124"/>
                <a:gd name="T11" fmla="*/ 25 h 105"/>
                <a:gd name="T12" fmla="*/ 90 w 124"/>
                <a:gd name="T13" fmla="*/ 54 h 105"/>
                <a:gd name="T14" fmla="*/ 86 w 124"/>
                <a:gd name="T15" fmla="*/ 81 h 105"/>
                <a:gd name="T16" fmla="*/ 93 w 124"/>
                <a:gd name="T17" fmla="*/ 98 h 105"/>
                <a:gd name="T18" fmla="*/ 124 w 124"/>
                <a:gd name="T19" fmla="*/ 105 h 105"/>
                <a:gd name="T20" fmla="*/ 106 w 124"/>
                <a:gd name="T21" fmla="*/ 49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 h="105">
                  <a:moveTo>
                    <a:pt x="106" y="49"/>
                  </a:moveTo>
                  <a:cubicBezTo>
                    <a:pt x="105" y="27"/>
                    <a:pt x="95" y="0"/>
                    <a:pt x="57" y="0"/>
                  </a:cubicBezTo>
                  <a:cubicBezTo>
                    <a:pt x="19" y="0"/>
                    <a:pt x="0" y="23"/>
                    <a:pt x="0" y="23"/>
                  </a:cubicBezTo>
                  <a:cubicBezTo>
                    <a:pt x="23" y="41"/>
                    <a:pt x="23" y="41"/>
                    <a:pt x="23" y="41"/>
                  </a:cubicBezTo>
                  <a:cubicBezTo>
                    <a:pt x="28" y="34"/>
                    <a:pt x="36" y="27"/>
                    <a:pt x="49" y="25"/>
                  </a:cubicBezTo>
                  <a:cubicBezTo>
                    <a:pt x="50" y="25"/>
                    <a:pt x="51" y="25"/>
                    <a:pt x="53" y="25"/>
                  </a:cubicBezTo>
                  <a:cubicBezTo>
                    <a:pt x="80" y="25"/>
                    <a:pt x="90" y="40"/>
                    <a:pt x="90" y="54"/>
                  </a:cubicBezTo>
                  <a:cubicBezTo>
                    <a:pt x="90" y="62"/>
                    <a:pt x="87" y="76"/>
                    <a:pt x="86" y="81"/>
                  </a:cubicBezTo>
                  <a:cubicBezTo>
                    <a:pt x="93" y="98"/>
                    <a:pt x="93" y="98"/>
                    <a:pt x="93" y="98"/>
                  </a:cubicBezTo>
                  <a:cubicBezTo>
                    <a:pt x="99" y="102"/>
                    <a:pt x="109" y="105"/>
                    <a:pt x="124" y="105"/>
                  </a:cubicBezTo>
                  <a:cubicBezTo>
                    <a:pt x="99" y="95"/>
                    <a:pt x="107" y="70"/>
                    <a:pt x="106"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224"/>
            <p:cNvSpPr>
              <a:spLocks/>
            </p:cNvSpPr>
            <p:nvPr/>
          </p:nvSpPr>
          <p:spPr bwMode="auto">
            <a:xfrm>
              <a:off x="6838951" y="5978525"/>
              <a:ext cx="100013" cy="122237"/>
            </a:xfrm>
            <a:custGeom>
              <a:avLst/>
              <a:gdLst>
                <a:gd name="T0" fmla="*/ 18 w 63"/>
                <a:gd name="T1" fmla="*/ 47 h 77"/>
                <a:gd name="T2" fmla="*/ 12 w 63"/>
                <a:gd name="T3" fmla="*/ 77 h 77"/>
                <a:gd name="T4" fmla="*/ 39 w 63"/>
                <a:gd name="T5" fmla="*/ 65 h 77"/>
                <a:gd name="T6" fmla="*/ 63 w 63"/>
                <a:gd name="T7" fmla="*/ 62 h 77"/>
                <a:gd name="T8" fmla="*/ 59 w 63"/>
                <a:gd name="T9" fmla="*/ 50 h 77"/>
                <a:gd name="T10" fmla="*/ 63 w 63"/>
                <a:gd name="T11" fmla="*/ 23 h 77"/>
                <a:gd name="T12" fmla="*/ 32 w 63"/>
                <a:gd name="T13" fmla="*/ 0 h 77"/>
                <a:gd name="T14" fmla="*/ 3 w 63"/>
                <a:gd name="T15" fmla="*/ 23 h 77"/>
                <a:gd name="T16" fmla="*/ 0 w 63"/>
                <a:gd name="T17" fmla="*/ 59 h 77"/>
                <a:gd name="T18" fmla="*/ 11 w 63"/>
                <a:gd name="T19" fmla="*/ 55 h 77"/>
                <a:gd name="T20" fmla="*/ 12 w 63"/>
                <a:gd name="T21" fmla="*/ 39 h 77"/>
                <a:gd name="T22" fmla="*/ 32 w 63"/>
                <a:gd name="T23" fmla="*/ 27 h 77"/>
                <a:gd name="T24" fmla="*/ 29 w 63"/>
                <a:gd name="T25" fmla="*/ 40 h 77"/>
                <a:gd name="T26" fmla="*/ 18 w 63"/>
                <a:gd name="T27" fmla="*/ 4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3" h="77">
                  <a:moveTo>
                    <a:pt x="18" y="47"/>
                  </a:moveTo>
                  <a:cubicBezTo>
                    <a:pt x="12" y="77"/>
                    <a:pt x="12" y="77"/>
                    <a:pt x="12" y="77"/>
                  </a:cubicBezTo>
                  <a:cubicBezTo>
                    <a:pt x="39" y="65"/>
                    <a:pt x="39" y="65"/>
                    <a:pt x="39" y="65"/>
                  </a:cubicBezTo>
                  <a:cubicBezTo>
                    <a:pt x="63" y="62"/>
                    <a:pt x="63" y="62"/>
                    <a:pt x="63" y="62"/>
                  </a:cubicBezTo>
                  <a:cubicBezTo>
                    <a:pt x="59" y="50"/>
                    <a:pt x="59" y="50"/>
                    <a:pt x="59" y="50"/>
                  </a:cubicBezTo>
                  <a:cubicBezTo>
                    <a:pt x="59" y="50"/>
                    <a:pt x="63" y="33"/>
                    <a:pt x="63" y="23"/>
                  </a:cubicBezTo>
                  <a:cubicBezTo>
                    <a:pt x="62" y="14"/>
                    <a:pt x="56" y="0"/>
                    <a:pt x="32" y="0"/>
                  </a:cubicBezTo>
                  <a:cubicBezTo>
                    <a:pt x="8" y="0"/>
                    <a:pt x="3" y="23"/>
                    <a:pt x="3" y="23"/>
                  </a:cubicBezTo>
                  <a:cubicBezTo>
                    <a:pt x="0" y="59"/>
                    <a:pt x="0" y="59"/>
                    <a:pt x="0" y="59"/>
                  </a:cubicBezTo>
                  <a:cubicBezTo>
                    <a:pt x="11" y="55"/>
                    <a:pt x="11" y="55"/>
                    <a:pt x="11" y="55"/>
                  </a:cubicBezTo>
                  <a:cubicBezTo>
                    <a:pt x="12" y="39"/>
                    <a:pt x="12" y="39"/>
                    <a:pt x="12" y="39"/>
                  </a:cubicBezTo>
                  <a:cubicBezTo>
                    <a:pt x="32" y="27"/>
                    <a:pt x="32" y="27"/>
                    <a:pt x="32" y="27"/>
                  </a:cubicBezTo>
                  <a:cubicBezTo>
                    <a:pt x="29" y="40"/>
                    <a:pt x="29" y="40"/>
                    <a:pt x="29" y="40"/>
                  </a:cubicBezTo>
                  <a:lnTo>
                    <a:pt x="18"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Freeform 225"/>
            <p:cNvSpPr>
              <a:spLocks/>
            </p:cNvSpPr>
            <p:nvPr/>
          </p:nvSpPr>
          <p:spPr bwMode="auto">
            <a:xfrm>
              <a:off x="6673851" y="5837238"/>
              <a:ext cx="122238" cy="325437"/>
            </a:xfrm>
            <a:custGeom>
              <a:avLst/>
              <a:gdLst>
                <a:gd name="T0" fmla="*/ 76 w 76"/>
                <a:gd name="T1" fmla="*/ 186 h 204"/>
                <a:gd name="T2" fmla="*/ 67 w 76"/>
                <a:gd name="T3" fmla="*/ 181 h 204"/>
                <a:gd name="T4" fmla="*/ 63 w 76"/>
                <a:gd name="T5" fmla="*/ 179 h 204"/>
                <a:gd name="T6" fmla="*/ 23 w 76"/>
                <a:gd name="T7" fmla="*/ 58 h 204"/>
                <a:gd name="T8" fmla="*/ 23 w 76"/>
                <a:gd name="T9" fmla="*/ 54 h 204"/>
                <a:gd name="T10" fmla="*/ 10 w 76"/>
                <a:gd name="T11" fmla="*/ 12 h 204"/>
                <a:gd name="T12" fmla="*/ 1 w 76"/>
                <a:gd name="T13" fmla="*/ 0 h 204"/>
                <a:gd name="T14" fmla="*/ 1 w 76"/>
                <a:gd name="T15" fmla="*/ 15 h 204"/>
                <a:gd name="T16" fmla="*/ 15 w 76"/>
                <a:gd name="T17" fmla="*/ 57 h 204"/>
                <a:gd name="T18" fmla="*/ 18 w 76"/>
                <a:gd name="T19" fmla="*/ 59 h 204"/>
                <a:gd name="T20" fmla="*/ 58 w 76"/>
                <a:gd name="T21" fmla="*/ 180 h 204"/>
                <a:gd name="T22" fmla="*/ 51 w 76"/>
                <a:gd name="T23" fmla="*/ 185 h 204"/>
                <a:gd name="T24" fmla="*/ 55 w 76"/>
                <a:gd name="T25" fmla="*/ 202 h 204"/>
                <a:gd name="T26" fmla="*/ 59 w 76"/>
                <a:gd name="T27" fmla="*/ 204 h 204"/>
                <a:gd name="T28" fmla="*/ 76 w 76"/>
                <a:gd name="T29" fmla="*/ 186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6" h="204">
                  <a:moveTo>
                    <a:pt x="76" y="186"/>
                  </a:moveTo>
                  <a:cubicBezTo>
                    <a:pt x="67" y="181"/>
                    <a:pt x="67" y="181"/>
                    <a:pt x="67" y="181"/>
                  </a:cubicBezTo>
                  <a:cubicBezTo>
                    <a:pt x="66" y="180"/>
                    <a:pt x="64" y="180"/>
                    <a:pt x="63" y="179"/>
                  </a:cubicBezTo>
                  <a:cubicBezTo>
                    <a:pt x="23" y="58"/>
                    <a:pt x="23" y="58"/>
                    <a:pt x="23" y="58"/>
                  </a:cubicBezTo>
                  <a:cubicBezTo>
                    <a:pt x="23" y="54"/>
                    <a:pt x="23" y="54"/>
                    <a:pt x="23" y="54"/>
                  </a:cubicBezTo>
                  <a:cubicBezTo>
                    <a:pt x="23" y="54"/>
                    <a:pt x="11" y="18"/>
                    <a:pt x="10" y="12"/>
                  </a:cubicBezTo>
                  <a:cubicBezTo>
                    <a:pt x="8" y="7"/>
                    <a:pt x="1" y="0"/>
                    <a:pt x="1" y="0"/>
                  </a:cubicBezTo>
                  <a:cubicBezTo>
                    <a:pt x="1" y="0"/>
                    <a:pt x="0" y="9"/>
                    <a:pt x="1" y="15"/>
                  </a:cubicBezTo>
                  <a:cubicBezTo>
                    <a:pt x="3" y="21"/>
                    <a:pt x="15" y="57"/>
                    <a:pt x="15" y="57"/>
                  </a:cubicBezTo>
                  <a:cubicBezTo>
                    <a:pt x="18" y="59"/>
                    <a:pt x="18" y="59"/>
                    <a:pt x="18" y="59"/>
                  </a:cubicBezTo>
                  <a:cubicBezTo>
                    <a:pt x="58" y="180"/>
                    <a:pt x="58" y="180"/>
                    <a:pt x="58" y="180"/>
                  </a:cubicBezTo>
                  <a:cubicBezTo>
                    <a:pt x="55" y="180"/>
                    <a:pt x="52" y="182"/>
                    <a:pt x="51" y="185"/>
                  </a:cubicBezTo>
                  <a:cubicBezTo>
                    <a:pt x="47" y="191"/>
                    <a:pt x="49" y="198"/>
                    <a:pt x="55" y="202"/>
                  </a:cubicBezTo>
                  <a:cubicBezTo>
                    <a:pt x="59" y="204"/>
                    <a:pt x="59" y="204"/>
                    <a:pt x="59" y="204"/>
                  </a:cubicBezTo>
                  <a:cubicBezTo>
                    <a:pt x="64" y="197"/>
                    <a:pt x="70" y="191"/>
                    <a:pt x="76" y="1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226"/>
            <p:cNvSpPr>
              <a:spLocks noEditPoints="1"/>
            </p:cNvSpPr>
            <p:nvPr/>
          </p:nvSpPr>
          <p:spPr bwMode="auto">
            <a:xfrm>
              <a:off x="6759576" y="6118225"/>
              <a:ext cx="236538" cy="238125"/>
            </a:xfrm>
            <a:custGeom>
              <a:avLst/>
              <a:gdLst>
                <a:gd name="T0" fmla="*/ 149 w 149"/>
                <a:gd name="T1" fmla="*/ 74 h 149"/>
                <a:gd name="T2" fmla="*/ 75 w 149"/>
                <a:gd name="T3" fmla="*/ 0 h 149"/>
                <a:gd name="T4" fmla="*/ 0 w 149"/>
                <a:gd name="T5" fmla="*/ 74 h 149"/>
                <a:gd name="T6" fmla="*/ 75 w 149"/>
                <a:gd name="T7" fmla="*/ 149 h 149"/>
                <a:gd name="T8" fmla="*/ 149 w 149"/>
                <a:gd name="T9" fmla="*/ 74 h 149"/>
                <a:gd name="T10" fmla="*/ 57 w 149"/>
                <a:gd name="T11" fmla="*/ 73 h 149"/>
                <a:gd name="T12" fmla="*/ 75 w 149"/>
                <a:gd name="T13" fmla="*/ 55 h 149"/>
                <a:gd name="T14" fmla="*/ 93 w 149"/>
                <a:gd name="T15" fmla="*/ 73 h 149"/>
                <a:gd name="T16" fmla="*/ 75 w 149"/>
                <a:gd name="T17" fmla="*/ 91 h 149"/>
                <a:gd name="T18" fmla="*/ 57 w 149"/>
                <a:gd name="T19" fmla="*/ 73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9" h="149">
                  <a:moveTo>
                    <a:pt x="149" y="74"/>
                  </a:moveTo>
                  <a:cubicBezTo>
                    <a:pt x="149" y="33"/>
                    <a:pt x="116" y="0"/>
                    <a:pt x="75" y="0"/>
                  </a:cubicBezTo>
                  <a:cubicBezTo>
                    <a:pt x="33" y="0"/>
                    <a:pt x="0" y="33"/>
                    <a:pt x="0" y="74"/>
                  </a:cubicBezTo>
                  <a:cubicBezTo>
                    <a:pt x="0" y="116"/>
                    <a:pt x="33" y="149"/>
                    <a:pt x="75" y="149"/>
                  </a:cubicBezTo>
                  <a:cubicBezTo>
                    <a:pt x="116" y="149"/>
                    <a:pt x="149" y="116"/>
                    <a:pt x="149" y="74"/>
                  </a:cubicBezTo>
                  <a:close/>
                  <a:moveTo>
                    <a:pt x="57" y="73"/>
                  </a:moveTo>
                  <a:cubicBezTo>
                    <a:pt x="57" y="63"/>
                    <a:pt x="65" y="55"/>
                    <a:pt x="75" y="55"/>
                  </a:cubicBezTo>
                  <a:cubicBezTo>
                    <a:pt x="85" y="55"/>
                    <a:pt x="93" y="63"/>
                    <a:pt x="93" y="73"/>
                  </a:cubicBezTo>
                  <a:cubicBezTo>
                    <a:pt x="93" y="83"/>
                    <a:pt x="85" y="91"/>
                    <a:pt x="75" y="91"/>
                  </a:cubicBezTo>
                  <a:cubicBezTo>
                    <a:pt x="65" y="91"/>
                    <a:pt x="57" y="83"/>
                    <a:pt x="57"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07" name="组合 206"/>
          <p:cNvGrpSpPr/>
          <p:nvPr/>
        </p:nvGrpSpPr>
        <p:grpSpPr>
          <a:xfrm>
            <a:off x="4894264" y="193675"/>
            <a:ext cx="3124200" cy="2546349"/>
            <a:chOff x="4894264" y="193675"/>
            <a:chExt cx="3124200" cy="2546349"/>
          </a:xfrm>
          <a:solidFill>
            <a:schemeClr val="tx1">
              <a:lumMod val="65000"/>
              <a:lumOff val="35000"/>
            </a:schemeClr>
          </a:solidFill>
        </p:grpSpPr>
        <p:sp>
          <p:nvSpPr>
            <p:cNvPr id="208" name="Freeform 106"/>
            <p:cNvSpPr>
              <a:spLocks/>
            </p:cNvSpPr>
            <p:nvPr/>
          </p:nvSpPr>
          <p:spPr bwMode="auto">
            <a:xfrm>
              <a:off x="6051551" y="1554162"/>
              <a:ext cx="441325" cy="450850"/>
            </a:xfrm>
            <a:custGeom>
              <a:avLst/>
              <a:gdLst>
                <a:gd name="T0" fmla="*/ 4 w 277"/>
                <a:gd name="T1" fmla="*/ 102 h 282"/>
                <a:gd name="T2" fmla="*/ 67 w 277"/>
                <a:gd name="T3" fmla="*/ 115 h 282"/>
                <a:gd name="T4" fmla="*/ 181 w 277"/>
                <a:gd name="T5" fmla="*/ 262 h 282"/>
                <a:gd name="T6" fmla="*/ 221 w 277"/>
                <a:gd name="T7" fmla="*/ 282 h 282"/>
                <a:gd name="T8" fmla="*/ 252 w 277"/>
                <a:gd name="T9" fmla="*/ 271 h 282"/>
                <a:gd name="T10" fmla="*/ 260 w 277"/>
                <a:gd name="T11" fmla="*/ 201 h 282"/>
                <a:gd name="T12" fmla="*/ 134 w 277"/>
                <a:gd name="T13" fmla="*/ 39 h 282"/>
                <a:gd name="T14" fmla="*/ 105 w 277"/>
                <a:gd name="T15" fmla="*/ 21 h 282"/>
                <a:gd name="T16" fmla="*/ 6 w 277"/>
                <a:gd name="T17" fmla="*/ 0 h 282"/>
                <a:gd name="T18" fmla="*/ 4 w 277"/>
                <a:gd name="T19" fmla="*/ 102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7" h="282">
                  <a:moveTo>
                    <a:pt x="4" y="102"/>
                  </a:moveTo>
                  <a:cubicBezTo>
                    <a:pt x="67" y="115"/>
                    <a:pt x="67" y="115"/>
                    <a:pt x="67" y="115"/>
                  </a:cubicBezTo>
                  <a:cubicBezTo>
                    <a:pt x="181" y="262"/>
                    <a:pt x="181" y="262"/>
                    <a:pt x="181" y="262"/>
                  </a:cubicBezTo>
                  <a:cubicBezTo>
                    <a:pt x="191" y="275"/>
                    <a:pt x="206" y="282"/>
                    <a:pt x="221" y="282"/>
                  </a:cubicBezTo>
                  <a:cubicBezTo>
                    <a:pt x="232" y="282"/>
                    <a:pt x="243" y="278"/>
                    <a:pt x="252" y="271"/>
                  </a:cubicBezTo>
                  <a:cubicBezTo>
                    <a:pt x="273" y="254"/>
                    <a:pt x="277" y="223"/>
                    <a:pt x="260" y="201"/>
                  </a:cubicBezTo>
                  <a:cubicBezTo>
                    <a:pt x="134" y="39"/>
                    <a:pt x="134" y="39"/>
                    <a:pt x="134" y="39"/>
                  </a:cubicBezTo>
                  <a:cubicBezTo>
                    <a:pt x="127" y="30"/>
                    <a:pt x="117" y="23"/>
                    <a:pt x="105" y="21"/>
                  </a:cubicBezTo>
                  <a:cubicBezTo>
                    <a:pt x="6" y="0"/>
                    <a:pt x="6" y="0"/>
                    <a:pt x="6" y="0"/>
                  </a:cubicBezTo>
                  <a:cubicBezTo>
                    <a:pt x="0" y="30"/>
                    <a:pt x="1" y="65"/>
                    <a:pt x="4"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107"/>
            <p:cNvSpPr>
              <a:spLocks/>
            </p:cNvSpPr>
            <p:nvPr/>
          </p:nvSpPr>
          <p:spPr bwMode="auto">
            <a:xfrm>
              <a:off x="5654676" y="1995487"/>
              <a:ext cx="307975" cy="276225"/>
            </a:xfrm>
            <a:custGeom>
              <a:avLst/>
              <a:gdLst>
                <a:gd name="T0" fmla="*/ 17 w 193"/>
                <a:gd name="T1" fmla="*/ 94 h 174"/>
                <a:gd name="T2" fmla="*/ 27 w 193"/>
                <a:gd name="T3" fmla="*/ 164 h 174"/>
                <a:gd name="T4" fmla="*/ 57 w 193"/>
                <a:gd name="T5" fmla="*/ 174 h 174"/>
                <a:gd name="T6" fmla="*/ 97 w 193"/>
                <a:gd name="T7" fmla="*/ 154 h 174"/>
                <a:gd name="T8" fmla="*/ 193 w 193"/>
                <a:gd name="T9" fmla="*/ 26 h 174"/>
                <a:gd name="T10" fmla="*/ 87 w 193"/>
                <a:gd name="T11" fmla="*/ 0 h 174"/>
                <a:gd name="T12" fmla="*/ 17 w 193"/>
                <a:gd name="T13" fmla="*/ 94 h 174"/>
              </a:gdLst>
              <a:ahLst/>
              <a:cxnLst>
                <a:cxn ang="0">
                  <a:pos x="T0" y="T1"/>
                </a:cxn>
                <a:cxn ang="0">
                  <a:pos x="T2" y="T3"/>
                </a:cxn>
                <a:cxn ang="0">
                  <a:pos x="T4" y="T5"/>
                </a:cxn>
                <a:cxn ang="0">
                  <a:pos x="T6" y="T7"/>
                </a:cxn>
                <a:cxn ang="0">
                  <a:pos x="T8" y="T9"/>
                </a:cxn>
                <a:cxn ang="0">
                  <a:pos x="T10" y="T11"/>
                </a:cxn>
                <a:cxn ang="0">
                  <a:pos x="T12" y="T13"/>
                </a:cxn>
              </a:cxnLst>
              <a:rect l="0" t="0" r="r" b="b"/>
              <a:pathLst>
                <a:path w="193" h="174">
                  <a:moveTo>
                    <a:pt x="17" y="94"/>
                  </a:moveTo>
                  <a:cubicBezTo>
                    <a:pt x="0" y="117"/>
                    <a:pt x="5" y="148"/>
                    <a:pt x="27" y="164"/>
                  </a:cubicBezTo>
                  <a:cubicBezTo>
                    <a:pt x="36" y="171"/>
                    <a:pt x="46" y="174"/>
                    <a:pt x="57" y="174"/>
                  </a:cubicBezTo>
                  <a:cubicBezTo>
                    <a:pt x="72" y="174"/>
                    <a:pt x="87" y="167"/>
                    <a:pt x="97" y="154"/>
                  </a:cubicBezTo>
                  <a:cubicBezTo>
                    <a:pt x="193" y="26"/>
                    <a:pt x="193" y="26"/>
                    <a:pt x="193" y="26"/>
                  </a:cubicBezTo>
                  <a:cubicBezTo>
                    <a:pt x="162" y="20"/>
                    <a:pt x="125" y="10"/>
                    <a:pt x="87" y="0"/>
                  </a:cubicBezTo>
                  <a:lnTo>
                    <a:pt x="17" y="9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108"/>
            <p:cNvSpPr>
              <a:spLocks/>
            </p:cNvSpPr>
            <p:nvPr/>
          </p:nvSpPr>
          <p:spPr bwMode="auto">
            <a:xfrm>
              <a:off x="5495926" y="193675"/>
              <a:ext cx="962025" cy="881062"/>
            </a:xfrm>
            <a:custGeom>
              <a:avLst/>
              <a:gdLst>
                <a:gd name="T0" fmla="*/ 234 w 603"/>
                <a:gd name="T1" fmla="*/ 553 h 553"/>
                <a:gd name="T2" fmla="*/ 255 w 603"/>
                <a:gd name="T3" fmla="*/ 549 h 553"/>
                <a:gd name="T4" fmla="*/ 291 w 603"/>
                <a:gd name="T5" fmla="*/ 504 h 553"/>
                <a:gd name="T6" fmla="*/ 306 w 603"/>
                <a:gd name="T7" fmla="*/ 422 h 553"/>
                <a:gd name="T8" fmla="*/ 443 w 603"/>
                <a:gd name="T9" fmla="*/ 370 h 553"/>
                <a:gd name="T10" fmla="*/ 456 w 603"/>
                <a:gd name="T11" fmla="*/ 375 h 553"/>
                <a:gd name="T12" fmla="*/ 516 w 603"/>
                <a:gd name="T13" fmla="*/ 447 h 553"/>
                <a:gd name="T14" fmla="*/ 603 w 603"/>
                <a:gd name="T15" fmla="*/ 417 h 553"/>
                <a:gd name="T16" fmla="*/ 455 w 603"/>
                <a:gd name="T17" fmla="*/ 292 h 553"/>
                <a:gd name="T18" fmla="*/ 263 w 603"/>
                <a:gd name="T19" fmla="*/ 391 h 553"/>
                <a:gd name="T20" fmla="*/ 189 w 603"/>
                <a:gd name="T21" fmla="*/ 531 h 553"/>
                <a:gd name="T22" fmla="*/ 166 w 603"/>
                <a:gd name="T23" fmla="*/ 431 h 553"/>
                <a:gd name="T24" fmla="*/ 270 w 603"/>
                <a:gd name="T25" fmla="*/ 300 h 553"/>
                <a:gd name="T26" fmla="*/ 288 w 603"/>
                <a:gd name="T27" fmla="*/ 320 h 553"/>
                <a:gd name="T28" fmla="*/ 302 w 603"/>
                <a:gd name="T29" fmla="*/ 307 h 553"/>
                <a:gd name="T30" fmla="*/ 280 w 603"/>
                <a:gd name="T31" fmla="*/ 283 h 553"/>
                <a:gd name="T32" fmla="*/ 269 w 603"/>
                <a:gd name="T33" fmla="*/ 249 h 553"/>
                <a:gd name="T34" fmla="*/ 242 w 603"/>
                <a:gd name="T35" fmla="*/ 243 h 553"/>
                <a:gd name="T36" fmla="*/ 14 w 603"/>
                <a:gd name="T37" fmla="*/ 0 h 553"/>
                <a:gd name="T38" fmla="*/ 0 w 603"/>
                <a:gd name="T39" fmla="*/ 13 h 553"/>
                <a:gd name="T40" fmla="*/ 225 w 603"/>
                <a:gd name="T41" fmla="*/ 253 h 553"/>
                <a:gd name="T42" fmla="*/ 224 w 603"/>
                <a:gd name="T43" fmla="*/ 255 h 553"/>
                <a:gd name="T44" fmla="*/ 106 w 603"/>
                <a:gd name="T45" fmla="*/ 404 h 553"/>
                <a:gd name="T46" fmla="*/ 100 w 603"/>
                <a:gd name="T47" fmla="*/ 431 h 553"/>
                <a:gd name="T48" fmla="*/ 128 w 603"/>
                <a:gd name="T49" fmla="*/ 552 h 553"/>
                <a:gd name="T50" fmla="*/ 234 w 603"/>
                <a:gd name="T51" fmla="*/ 553 h 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03" h="553">
                  <a:moveTo>
                    <a:pt x="234" y="553"/>
                  </a:moveTo>
                  <a:cubicBezTo>
                    <a:pt x="242" y="552"/>
                    <a:pt x="249" y="551"/>
                    <a:pt x="255" y="549"/>
                  </a:cubicBezTo>
                  <a:cubicBezTo>
                    <a:pt x="291" y="504"/>
                    <a:pt x="291" y="504"/>
                    <a:pt x="291" y="504"/>
                  </a:cubicBezTo>
                  <a:cubicBezTo>
                    <a:pt x="292" y="489"/>
                    <a:pt x="297" y="446"/>
                    <a:pt x="306" y="422"/>
                  </a:cubicBezTo>
                  <a:cubicBezTo>
                    <a:pt x="320" y="382"/>
                    <a:pt x="364" y="344"/>
                    <a:pt x="443" y="370"/>
                  </a:cubicBezTo>
                  <a:cubicBezTo>
                    <a:pt x="448" y="372"/>
                    <a:pt x="452" y="373"/>
                    <a:pt x="456" y="375"/>
                  </a:cubicBezTo>
                  <a:cubicBezTo>
                    <a:pt x="493" y="392"/>
                    <a:pt x="510" y="421"/>
                    <a:pt x="516" y="447"/>
                  </a:cubicBezTo>
                  <a:cubicBezTo>
                    <a:pt x="603" y="417"/>
                    <a:pt x="603" y="417"/>
                    <a:pt x="603" y="417"/>
                  </a:cubicBezTo>
                  <a:cubicBezTo>
                    <a:pt x="603" y="417"/>
                    <a:pt x="567" y="328"/>
                    <a:pt x="455" y="292"/>
                  </a:cubicBezTo>
                  <a:cubicBezTo>
                    <a:pt x="342" y="257"/>
                    <a:pt x="286" y="328"/>
                    <a:pt x="263" y="391"/>
                  </a:cubicBezTo>
                  <a:cubicBezTo>
                    <a:pt x="244" y="444"/>
                    <a:pt x="241" y="510"/>
                    <a:pt x="189" y="531"/>
                  </a:cubicBezTo>
                  <a:cubicBezTo>
                    <a:pt x="166" y="431"/>
                    <a:pt x="166" y="431"/>
                    <a:pt x="166" y="431"/>
                  </a:cubicBezTo>
                  <a:cubicBezTo>
                    <a:pt x="270" y="300"/>
                    <a:pt x="270" y="300"/>
                    <a:pt x="270" y="300"/>
                  </a:cubicBezTo>
                  <a:cubicBezTo>
                    <a:pt x="288" y="320"/>
                    <a:pt x="288" y="320"/>
                    <a:pt x="288" y="320"/>
                  </a:cubicBezTo>
                  <a:cubicBezTo>
                    <a:pt x="302" y="307"/>
                    <a:pt x="302" y="307"/>
                    <a:pt x="302" y="307"/>
                  </a:cubicBezTo>
                  <a:cubicBezTo>
                    <a:pt x="280" y="283"/>
                    <a:pt x="280" y="283"/>
                    <a:pt x="280" y="283"/>
                  </a:cubicBezTo>
                  <a:cubicBezTo>
                    <a:pt x="283" y="271"/>
                    <a:pt x="279" y="258"/>
                    <a:pt x="269" y="249"/>
                  </a:cubicBezTo>
                  <a:cubicBezTo>
                    <a:pt x="261" y="243"/>
                    <a:pt x="251" y="241"/>
                    <a:pt x="242" y="243"/>
                  </a:cubicBezTo>
                  <a:cubicBezTo>
                    <a:pt x="14" y="0"/>
                    <a:pt x="14" y="0"/>
                    <a:pt x="14" y="0"/>
                  </a:cubicBezTo>
                  <a:cubicBezTo>
                    <a:pt x="0" y="13"/>
                    <a:pt x="0" y="13"/>
                    <a:pt x="0" y="13"/>
                  </a:cubicBezTo>
                  <a:cubicBezTo>
                    <a:pt x="225" y="253"/>
                    <a:pt x="225" y="253"/>
                    <a:pt x="225" y="253"/>
                  </a:cubicBezTo>
                  <a:cubicBezTo>
                    <a:pt x="225" y="253"/>
                    <a:pt x="224" y="254"/>
                    <a:pt x="224" y="255"/>
                  </a:cubicBezTo>
                  <a:cubicBezTo>
                    <a:pt x="106" y="404"/>
                    <a:pt x="106" y="404"/>
                    <a:pt x="106" y="404"/>
                  </a:cubicBezTo>
                  <a:cubicBezTo>
                    <a:pt x="100" y="412"/>
                    <a:pt x="98" y="421"/>
                    <a:pt x="100" y="431"/>
                  </a:cubicBezTo>
                  <a:cubicBezTo>
                    <a:pt x="128" y="552"/>
                    <a:pt x="128" y="552"/>
                    <a:pt x="128" y="552"/>
                  </a:cubicBezTo>
                  <a:cubicBezTo>
                    <a:pt x="157" y="546"/>
                    <a:pt x="192" y="546"/>
                    <a:pt x="234" y="5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109"/>
            <p:cNvSpPr>
              <a:spLocks/>
            </p:cNvSpPr>
            <p:nvPr/>
          </p:nvSpPr>
          <p:spPr bwMode="auto">
            <a:xfrm>
              <a:off x="6111876" y="1033462"/>
              <a:ext cx="950913" cy="830262"/>
            </a:xfrm>
            <a:custGeom>
              <a:avLst/>
              <a:gdLst>
                <a:gd name="T0" fmla="*/ 4 w 597"/>
                <a:gd name="T1" fmla="*/ 177 h 521"/>
                <a:gd name="T2" fmla="*/ 0 w 597"/>
                <a:gd name="T3" fmla="*/ 235 h 521"/>
                <a:gd name="T4" fmla="*/ 61 w 597"/>
                <a:gd name="T5" fmla="*/ 261 h 521"/>
                <a:gd name="T6" fmla="*/ 74 w 597"/>
                <a:gd name="T7" fmla="*/ 263 h 521"/>
                <a:gd name="T8" fmla="*/ 90 w 597"/>
                <a:gd name="T9" fmla="*/ 259 h 521"/>
                <a:gd name="T10" fmla="*/ 248 w 597"/>
                <a:gd name="T11" fmla="*/ 161 h 521"/>
                <a:gd name="T12" fmla="*/ 248 w 597"/>
                <a:gd name="T13" fmla="*/ 161 h 521"/>
                <a:gd name="T14" fmla="*/ 429 w 597"/>
                <a:gd name="T15" fmla="*/ 354 h 521"/>
                <a:gd name="T16" fmla="*/ 433 w 597"/>
                <a:gd name="T17" fmla="*/ 370 h 521"/>
                <a:gd name="T18" fmla="*/ 547 w 597"/>
                <a:gd name="T19" fmla="*/ 492 h 521"/>
                <a:gd name="T20" fmla="*/ 597 w 597"/>
                <a:gd name="T21" fmla="*/ 521 h 521"/>
                <a:gd name="T22" fmla="*/ 571 w 597"/>
                <a:gd name="T23" fmla="*/ 469 h 521"/>
                <a:gd name="T24" fmla="*/ 457 w 597"/>
                <a:gd name="T25" fmla="*/ 347 h 521"/>
                <a:gd name="T26" fmla="*/ 442 w 597"/>
                <a:gd name="T27" fmla="*/ 342 h 521"/>
                <a:gd name="T28" fmla="*/ 441 w 597"/>
                <a:gd name="T29" fmla="*/ 340 h 521"/>
                <a:gd name="T30" fmla="*/ 351 w 597"/>
                <a:gd name="T31" fmla="*/ 148 h 521"/>
                <a:gd name="T32" fmla="*/ 334 w 597"/>
                <a:gd name="T33" fmla="*/ 170 h 521"/>
                <a:gd name="T34" fmla="*/ 432 w 597"/>
                <a:gd name="T35" fmla="*/ 331 h 521"/>
                <a:gd name="T36" fmla="*/ 260 w 597"/>
                <a:gd name="T37" fmla="*/ 147 h 521"/>
                <a:gd name="T38" fmla="*/ 258 w 597"/>
                <a:gd name="T39" fmla="*/ 117 h 521"/>
                <a:gd name="T40" fmla="*/ 220 w 597"/>
                <a:gd name="T41" fmla="*/ 104 h 521"/>
                <a:gd name="T42" fmla="*/ 122 w 597"/>
                <a:gd name="T43" fmla="*/ 0 h 521"/>
                <a:gd name="T44" fmla="*/ 119 w 597"/>
                <a:gd name="T45" fmla="*/ 23 h 521"/>
                <a:gd name="T46" fmla="*/ 203 w 597"/>
                <a:gd name="T47" fmla="*/ 114 h 521"/>
                <a:gd name="T48" fmla="*/ 71 w 597"/>
                <a:gd name="T49" fmla="*/ 195 h 521"/>
                <a:gd name="T50" fmla="*/ 25 w 597"/>
                <a:gd name="T51" fmla="*/ 176 h 521"/>
                <a:gd name="T52" fmla="*/ 4 w 597"/>
                <a:gd name="T53" fmla="*/ 177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97" h="521">
                  <a:moveTo>
                    <a:pt x="4" y="177"/>
                  </a:moveTo>
                  <a:cubicBezTo>
                    <a:pt x="5" y="196"/>
                    <a:pt x="3" y="216"/>
                    <a:pt x="0" y="235"/>
                  </a:cubicBezTo>
                  <a:cubicBezTo>
                    <a:pt x="61" y="261"/>
                    <a:pt x="61" y="261"/>
                    <a:pt x="61" y="261"/>
                  </a:cubicBezTo>
                  <a:cubicBezTo>
                    <a:pt x="65" y="263"/>
                    <a:pt x="69" y="263"/>
                    <a:pt x="74" y="263"/>
                  </a:cubicBezTo>
                  <a:cubicBezTo>
                    <a:pt x="79" y="263"/>
                    <a:pt x="85" y="262"/>
                    <a:pt x="90" y="259"/>
                  </a:cubicBezTo>
                  <a:cubicBezTo>
                    <a:pt x="248" y="161"/>
                    <a:pt x="248" y="161"/>
                    <a:pt x="248" y="161"/>
                  </a:cubicBezTo>
                  <a:cubicBezTo>
                    <a:pt x="248" y="161"/>
                    <a:pt x="248" y="161"/>
                    <a:pt x="248" y="161"/>
                  </a:cubicBezTo>
                  <a:cubicBezTo>
                    <a:pt x="429" y="354"/>
                    <a:pt x="429" y="354"/>
                    <a:pt x="429" y="354"/>
                  </a:cubicBezTo>
                  <a:cubicBezTo>
                    <a:pt x="433" y="370"/>
                    <a:pt x="433" y="370"/>
                    <a:pt x="433" y="370"/>
                  </a:cubicBezTo>
                  <a:cubicBezTo>
                    <a:pt x="433" y="370"/>
                    <a:pt x="532" y="475"/>
                    <a:pt x="547" y="492"/>
                  </a:cubicBezTo>
                  <a:cubicBezTo>
                    <a:pt x="563" y="508"/>
                    <a:pt x="597" y="521"/>
                    <a:pt x="597" y="521"/>
                  </a:cubicBezTo>
                  <a:cubicBezTo>
                    <a:pt x="597" y="521"/>
                    <a:pt x="587" y="485"/>
                    <a:pt x="571" y="469"/>
                  </a:cubicBezTo>
                  <a:cubicBezTo>
                    <a:pt x="556" y="453"/>
                    <a:pt x="457" y="347"/>
                    <a:pt x="457" y="347"/>
                  </a:cubicBezTo>
                  <a:cubicBezTo>
                    <a:pt x="442" y="342"/>
                    <a:pt x="442" y="342"/>
                    <a:pt x="442" y="342"/>
                  </a:cubicBezTo>
                  <a:cubicBezTo>
                    <a:pt x="441" y="340"/>
                    <a:pt x="441" y="340"/>
                    <a:pt x="441" y="340"/>
                  </a:cubicBezTo>
                  <a:cubicBezTo>
                    <a:pt x="439" y="320"/>
                    <a:pt x="426" y="242"/>
                    <a:pt x="351" y="148"/>
                  </a:cubicBezTo>
                  <a:cubicBezTo>
                    <a:pt x="351" y="174"/>
                    <a:pt x="334" y="170"/>
                    <a:pt x="334" y="170"/>
                  </a:cubicBezTo>
                  <a:cubicBezTo>
                    <a:pt x="334" y="170"/>
                    <a:pt x="422" y="267"/>
                    <a:pt x="432" y="331"/>
                  </a:cubicBezTo>
                  <a:cubicBezTo>
                    <a:pt x="260" y="147"/>
                    <a:pt x="260" y="147"/>
                    <a:pt x="260" y="147"/>
                  </a:cubicBezTo>
                  <a:cubicBezTo>
                    <a:pt x="264" y="138"/>
                    <a:pt x="264" y="127"/>
                    <a:pt x="258" y="117"/>
                  </a:cubicBezTo>
                  <a:cubicBezTo>
                    <a:pt x="250" y="104"/>
                    <a:pt x="234" y="99"/>
                    <a:pt x="220" y="104"/>
                  </a:cubicBezTo>
                  <a:cubicBezTo>
                    <a:pt x="122" y="0"/>
                    <a:pt x="122" y="0"/>
                    <a:pt x="122" y="0"/>
                  </a:cubicBezTo>
                  <a:cubicBezTo>
                    <a:pt x="119" y="23"/>
                    <a:pt x="119" y="23"/>
                    <a:pt x="119" y="23"/>
                  </a:cubicBezTo>
                  <a:cubicBezTo>
                    <a:pt x="203" y="114"/>
                    <a:pt x="203" y="114"/>
                    <a:pt x="203" y="114"/>
                  </a:cubicBezTo>
                  <a:cubicBezTo>
                    <a:pt x="71" y="195"/>
                    <a:pt x="71" y="195"/>
                    <a:pt x="71" y="195"/>
                  </a:cubicBezTo>
                  <a:cubicBezTo>
                    <a:pt x="25" y="176"/>
                    <a:pt x="25" y="176"/>
                    <a:pt x="25" y="176"/>
                  </a:cubicBezTo>
                  <a:cubicBezTo>
                    <a:pt x="19" y="178"/>
                    <a:pt x="12" y="179"/>
                    <a:pt x="4" y="1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110"/>
            <p:cNvSpPr>
              <a:spLocks/>
            </p:cNvSpPr>
            <p:nvPr/>
          </p:nvSpPr>
          <p:spPr bwMode="auto">
            <a:xfrm>
              <a:off x="5951539" y="774700"/>
              <a:ext cx="354013" cy="433387"/>
            </a:xfrm>
            <a:custGeom>
              <a:avLst/>
              <a:gdLst>
                <a:gd name="T0" fmla="*/ 190 w 223"/>
                <a:gd name="T1" fmla="*/ 228 h 271"/>
                <a:gd name="T2" fmla="*/ 215 w 223"/>
                <a:gd name="T3" fmla="*/ 118 h 271"/>
                <a:gd name="T4" fmla="*/ 152 w 223"/>
                <a:gd name="T5" fmla="*/ 24 h 271"/>
                <a:gd name="T6" fmla="*/ 39 w 223"/>
                <a:gd name="T7" fmla="*/ 63 h 271"/>
                <a:gd name="T8" fmla="*/ 25 w 223"/>
                <a:gd name="T9" fmla="*/ 147 h 271"/>
                <a:gd name="T10" fmla="*/ 0 w 223"/>
                <a:gd name="T11" fmla="*/ 177 h 271"/>
                <a:gd name="T12" fmla="*/ 71 w 223"/>
                <a:gd name="T13" fmla="*/ 209 h 271"/>
                <a:gd name="T14" fmla="*/ 137 w 223"/>
                <a:gd name="T15" fmla="*/ 271 h 271"/>
                <a:gd name="T16" fmla="*/ 149 w 223"/>
                <a:gd name="T17" fmla="*/ 176 h 271"/>
                <a:gd name="T18" fmla="*/ 124 w 223"/>
                <a:gd name="T19" fmla="*/ 144 h 271"/>
                <a:gd name="T20" fmla="*/ 128 w 223"/>
                <a:gd name="T21" fmla="*/ 103 h 271"/>
                <a:gd name="T22" fmla="*/ 173 w 223"/>
                <a:gd name="T23" fmla="*/ 158 h 271"/>
                <a:gd name="T24" fmla="*/ 163 w 223"/>
                <a:gd name="T25" fmla="*/ 206 h 271"/>
                <a:gd name="T26" fmla="*/ 190 w 223"/>
                <a:gd name="T27" fmla="*/ 228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3" h="271">
                  <a:moveTo>
                    <a:pt x="190" y="228"/>
                  </a:moveTo>
                  <a:cubicBezTo>
                    <a:pt x="215" y="118"/>
                    <a:pt x="215" y="118"/>
                    <a:pt x="215" y="118"/>
                  </a:cubicBezTo>
                  <a:cubicBezTo>
                    <a:pt x="215" y="118"/>
                    <a:pt x="223" y="48"/>
                    <a:pt x="152" y="24"/>
                  </a:cubicBezTo>
                  <a:cubicBezTo>
                    <a:pt x="81" y="0"/>
                    <a:pt x="49" y="36"/>
                    <a:pt x="39" y="63"/>
                  </a:cubicBezTo>
                  <a:cubicBezTo>
                    <a:pt x="29" y="91"/>
                    <a:pt x="25" y="147"/>
                    <a:pt x="25" y="147"/>
                  </a:cubicBezTo>
                  <a:cubicBezTo>
                    <a:pt x="0" y="177"/>
                    <a:pt x="0" y="177"/>
                    <a:pt x="0" y="177"/>
                  </a:cubicBezTo>
                  <a:cubicBezTo>
                    <a:pt x="71" y="209"/>
                    <a:pt x="71" y="209"/>
                    <a:pt x="71" y="209"/>
                  </a:cubicBezTo>
                  <a:cubicBezTo>
                    <a:pt x="137" y="271"/>
                    <a:pt x="137" y="271"/>
                    <a:pt x="137" y="271"/>
                  </a:cubicBezTo>
                  <a:cubicBezTo>
                    <a:pt x="149" y="176"/>
                    <a:pt x="149" y="176"/>
                    <a:pt x="149" y="176"/>
                  </a:cubicBezTo>
                  <a:cubicBezTo>
                    <a:pt x="124" y="144"/>
                    <a:pt x="124" y="144"/>
                    <a:pt x="124" y="144"/>
                  </a:cubicBezTo>
                  <a:cubicBezTo>
                    <a:pt x="128" y="103"/>
                    <a:pt x="128" y="103"/>
                    <a:pt x="128" y="103"/>
                  </a:cubicBezTo>
                  <a:cubicBezTo>
                    <a:pt x="173" y="158"/>
                    <a:pt x="173" y="158"/>
                    <a:pt x="173" y="158"/>
                  </a:cubicBezTo>
                  <a:cubicBezTo>
                    <a:pt x="163" y="206"/>
                    <a:pt x="163" y="206"/>
                    <a:pt x="163" y="206"/>
                  </a:cubicBezTo>
                  <a:lnTo>
                    <a:pt x="190" y="2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111"/>
            <p:cNvSpPr>
              <a:spLocks/>
            </p:cNvSpPr>
            <p:nvPr/>
          </p:nvSpPr>
          <p:spPr bwMode="auto">
            <a:xfrm>
              <a:off x="5099051" y="1009650"/>
              <a:ext cx="1071563" cy="1017587"/>
            </a:xfrm>
            <a:custGeom>
              <a:avLst/>
              <a:gdLst>
                <a:gd name="T0" fmla="*/ 600 w 673"/>
                <a:gd name="T1" fmla="*/ 85 h 638"/>
                <a:gd name="T2" fmla="*/ 265 w 673"/>
                <a:gd name="T3" fmla="*/ 118 h 638"/>
                <a:gd name="T4" fmla="*/ 0 w 673"/>
                <a:gd name="T5" fmla="*/ 552 h 638"/>
                <a:gd name="T6" fmla="*/ 105 w 673"/>
                <a:gd name="T7" fmla="*/ 579 h 638"/>
                <a:gd name="T8" fmla="*/ 225 w 673"/>
                <a:gd name="T9" fmla="*/ 591 h 638"/>
                <a:gd name="T10" fmla="*/ 223 w 673"/>
                <a:gd name="T11" fmla="*/ 585 h 638"/>
                <a:gd name="T12" fmla="*/ 221 w 673"/>
                <a:gd name="T13" fmla="*/ 567 h 638"/>
                <a:gd name="T14" fmla="*/ 241 w 673"/>
                <a:gd name="T15" fmla="*/ 561 h 638"/>
                <a:gd name="T16" fmla="*/ 405 w 673"/>
                <a:gd name="T17" fmla="*/ 597 h 638"/>
                <a:gd name="T18" fmla="*/ 589 w 673"/>
                <a:gd name="T19" fmla="*/ 638 h 638"/>
                <a:gd name="T20" fmla="*/ 594 w 673"/>
                <a:gd name="T21" fmla="*/ 491 h 638"/>
                <a:gd name="T22" fmla="*/ 608 w 673"/>
                <a:gd name="T23" fmla="*/ 297 h 638"/>
                <a:gd name="T24" fmla="*/ 628 w 673"/>
                <a:gd name="T25" fmla="*/ 188 h 638"/>
                <a:gd name="T26" fmla="*/ 597 w 673"/>
                <a:gd name="T27" fmla="*/ 168 h 638"/>
                <a:gd name="T28" fmla="*/ 574 w 673"/>
                <a:gd name="T29" fmla="*/ 104 h 638"/>
                <a:gd name="T30" fmla="*/ 599 w 673"/>
                <a:gd name="T31" fmla="*/ 155 h 638"/>
                <a:gd name="T32" fmla="*/ 664 w 673"/>
                <a:gd name="T33" fmla="*/ 173 h 638"/>
                <a:gd name="T34" fmla="*/ 660 w 673"/>
                <a:gd name="T35" fmla="*/ 128 h 638"/>
                <a:gd name="T36" fmla="*/ 644 w 673"/>
                <a:gd name="T37" fmla="*/ 109 h 638"/>
                <a:gd name="T38" fmla="*/ 629 w 673"/>
                <a:gd name="T39" fmla="*/ 96 h 638"/>
                <a:gd name="T40" fmla="*/ 600 w 673"/>
                <a:gd name="T41" fmla="*/ 85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73" h="638">
                  <a:moveTo>
                    <a:pt x="600" y="85"/>
                  </a:moveTo>
                  <a:cubicBezTo>
                    <a:pt x="371" y="0"/>
                    <a:pt x="297" y="82"/>
                    <a:pt x="265" y="118"/>
                  </a:cubicBezTo>
                  <a:cubicBezTo>
                    <a:pt x="229" y="158"/>
                    <a:pt x="31" y="500"/>
                    <a:pt x="0" y="552"/>
                  </a:cubicBezTo>
                  <a:cubicBezTo>
                    <a:pt x="17" y="557"/>
                    <a:pt x="60" y="569"/>
                    <a:pt x="105" y="579"/>
                  </a:cubicBezTo>
                  <a:cubicBezTo>
                    <a:pt x="210" y="603"/>
                    <a:pt x="223" y="594"/>
                    <a:pt x="225" y="591"/>
                  </a:cubicBezTo>
                  <a:cubicBezTo>
                    <a:pt x="225" y="591"/>
                    <a:pt x="225" y="588"/>
                    <a:pt x="223" y="585"/>
                  </a:cubicBezTo>
                  <a:cubicBezTo>
                    <a:pt x="217" y="576"/>
                    <a:pt x="218" y="570"/>
                    <a:pt x="221" y="567"/>
                  </a:cubicBezTo>
                  <a:cubicBezTo>
                    <a:pt x="224" y="563"/>
                    <a:pt x="230" y="561"/>
                    <a:pt x="241" y="561"/>
                  </a:cubicBezTo>
                  <a:cubicBezTo>
                    <a:pt x="267" y="561"/>
                    <a:pt x="318" y="573"/>
                    <a:pt x="405" y="597"/>
                  </a:cubicBezTo>
                  <a:cubicBezTo>
                    <a:pt x="478" y="617"/>
                    <a:pt x="553" y="637"/>
                    <a:pt x="589" y="638"/>
                  </a:cubicBezTo>
                  <a:cubicBezTo>
                    <a:pt x="605" y="606"/>
                    <a:pt x="600" y="550"/>
                    <a:pt x="594" y="491"/>
                  </a:cubicBezTo>
                  <a:cubicBezTo>
                    <a:pt x="587" y="419"/>
                    <a:pt x="579" y="345"/>
                    <a:pt x="608" y="297"/>
                  </a:cubicBezTo>
                  <a:cubicBezTo>
                    <a:pt x="625" y="268"/>
                    <a:pt x="629" y="227"/>
                    <a:pt x="628" y="188"/>
                  </a:cubicBezTo>
                  <a:cubicBezTo>
                    <a:pt x="618" y="184"/>
                    <a:pt x="607" y="177"/>
                    <a:pt x="597" y="168"/>
                  </a:cubicBezTo>
                  <a:cubicBezTo>
                    <a:pt x="576" y="147"/>
                    <a:pt x="566" y="120"/>
                    <a:pt x="574" y="104"/>
                  </a:cubicBezTo>
                  <a:cubicBezTo>
                    <a:pt x="573" y="118"/>
                    <a:pt x="582" y="138"/>
                    <a:pt x="599" y="155"/>
                  </a:cubicBezTo>
                  <a:cubicBezTo>
                    <a:pt x="622" y="178"/>
                    <a:pt x="651" y="186"/>
                    <a:pt x="664" y="173"/>
                  </a:cubicBezTo>
                  <a:cubicBezTo>
                    <a:pt x="673" y="164"/>
                    <a:pt x="671" y="146"/>
                    <a:pt x="660" y="128"/>
                  </a:cubicBezTo>
                  <a:cubicBezTo>
                    <a:pt x="656" y="122"/>
                    <a:pt x="651" y="115"/>
                    <a:pt x="644" y="109"/>
                  </a:cubicBezTo>
                  <a:cubicBezTo>
                    <a:pt x="639" y="104"/>
                    <a:pt x="634" y="100"/>
                    <a:pt x="629" y="96"/>
                  </a:cubicBezTo>
                  <a:cubicBezTo>
                    <a:pt x="619" y="90"/>
                    <a:pt x="609" y="86"/>
                    <a:pt x="600" y="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112"/>
            <p:cNvSpPr>
              <a:spLocks/>
            </p:cNvSpPr>
            <p:nvPr/>
          </p:nvSpPr>
          <p:spPr bwMode="auto">
            <a:xfrm>
              <a:off x="6416676" y="2171700"/>
              <a:ext cx="363538" cy="338137"/>
            </a:xfrm>
            <a:custGeom>
              <a:avLst/>
              <a:gdLst>
                <a:gd name="T0" fmla="*/ 219 w 228"/>
                <a:gd name="T1" fmla="*/ 7 h 212"/>
                <a:gd name="T2" fmla="*/ 166 w 228"/>
                <a:gd name="T3" fmla="*/ 21 h 212"/>
                <a:gd name="T4" fmla="*/ 0 w 228"/>
                <a:gd name="T5" fmla="*/ 204 h 212"/>
                <a:gd name="T6" fmla="*/ 124 w 228"/>
                <a:gd name="T7" fmla="*/ 212 h 212"/>
                <a:gd name="T8" fmla="*/ 215 w 228"/>
                <a:gd name="T9" fmla="*/ 112 h 212"/>
                <a:gd name="T10" fmla="*/ 228 w 228"/>
                <a:gd name="T11" fmla="*/ 11 h 212"/>
                <a:gd name="T12" fmla="*/ 219 w 228"/>
                <a:gd name="T13" fmla="*/ 7 h 212"/>
              </a:gdLst>
              <a:ahLst/>
              <a:cxnLst>
                <a:cxn ang="0">
                  <a:pos x="T0" y="T1"/>
                </a:cxn>
                <a:cxn ang="0">
                  <a:pos x="T2" y="T3"/>
                </a:cxn>
                <a:cxn ang="0">
                  <a:pos x="T4" y="T5"/>
                </a:cxn>
                <a:cxn ang="0">
                  <a:pos x="T6" y="T7"/>
                </a:cxn>
                <a:cxn ang="0">
                  <a:pos x="T8" y="T9"/>
                </a:cxn>
                <a:cxn ang="0">
                  <a:pos x="T10" y="T11"/>
                </a:cxn>
                <a:cxn ang="0">
                  <a:pos x="T12" y="T13"/>
                </a:cxn>
              </a:cxnLst>
              <a:rect l="0" t="0" r="r" b="b"/>
              <a:pathLst>
                <a:path w="228" h="212">
                  <a:moveTo>
                    <a:pt x="219" y="7"/>
                  </a:moveTo>
                  <a:cubicBezTo>
                    <a:pt x="200" y="0"/>
                    <a:pt x="179" y="6"/>
                    <a:pt x="166" y="21"/>
                  </a:cubicBezTo>
                  <a:cubicBezTo>
                    <a:pt x="0" y="204"/>
                    <a:pt x="0" y="204"/>
                    <a:pt x="0" y="204"/>
                  </a:cubicBezTo>
                  <a:cubicBezTo>
                    <a:pt x="124" y="212"/>
                    <a:pt x="124" y="212"/>
                    <a:pt x="124" y="212"/>
                  </a:cubicBezTo>
                  <a:cubicBezTo>
                    <a:pt x="215" y="112"/>
                    <a:pt x="215" y="112"/>
                    <a:pt x="215" y="112"/>
                  </a:cubicBezTo>
                  <a:cubicBezTo>
                    <a:pt x="228" y="11"/>
                    <a:pt x="228" y="11"/>
                    <a:pt x="228" y="11"/>
                  </a:cubicBezTo>
                  <a:lnTo>
                    <a:pt x="219"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113"/>
            <p:cNvSpPr>
              <a:spLocks/>
            </p:cNvSpPr>
            <p:nvPr/>
          </p:nvSpPr>
          <p:spPr bwMode="auto">
            <a:xfrm>
              <a:off x="6376989" y="2627312"/>
              <a:ext cx="130175" cy="34925"/>
            </a:xfrm>
            <a:custGeom>
              <a:avLst/>
              <a:gdLst>
                <a:gd name="T0" fmla="*/ 8 w 82"/>
                <a:gd name="T1" fmla="*/ 10 h 22"/>
                <a:gd name="T2" fmla="*/ 41 w 82"/>
                <a:gd name="T3" fmla="*/ 22 h 22"/>
                <a:gd name="T4" fmla="*/ 77 w 82"/>
                <a:gd name="T5" fmla="*/ 6 h 22"/>
                <a:gd name="T6" fmla="*/ 82 w 82"/>
                <a:gd name="T7" fmla="*/ 1 h 22"/>
                <a:gd name="T8" fmla="*/ 0 w 82"/>
                <a:gd name="T9" fmla="*/ 0 h 22"/>
                <a:gd name="T10" fmla="*/ 8 w 82"/>
                <a:gd name="T11" fmla="*/ 10 h 22"/>
              </a:gdLst>
              <a:ahLst/>
              <a:cxnLst>
                <a:cxn ang="0">
                  <a:pos x="T0" y="T1"/>
                </a:cxn>
                <a:cxn ang="0">
                  <a:pos x="T2" y="T3"/>
                </a:cxn>
                <a:cxn ang="0">
                  <a:pos x="T4" y="T5"/>
                </a:cxn>
                <a:cxn ang="0">
                  <a:pos x="T6" y="T7"/>
                </a:cxn>
                <a:cxn ang="0">
                  <a:pos x="T8" y="T9"/>
                </a:cxn>
                <a:cxn ang="0">
                  <a:pos x="T10" y="T11"/>
                </a:cxn>
              </a:cxnLst>
              <a:rect l="0" t="0" r="r" b="b"/>
              <a:pathLst>
                <a:path w="82" h="22">
                  <a:moveTo>
                    <a:pt x="8" y="10"/>
                  </a:moveTo>
                  <a:cubicBezTo>
                    <a:pt x="17" y="18"/>
                    <a:pt x="29" y="22"/>
                    <a:pt x="41" y="22"/>
                  </a:cubicBezTo>
                  <a:cubicBezTo>
                    <a:pt x="54" y="22"/>
                    <a:pt x="68" y="17"/>
                    <a:pt x="77" y="6"/>
                  </a:cubicBezTo>
                  <a:cubicBezTo>
                    <a:pt x="82" y="1"/>
                    <a:pt x="82" y="1"/>
                    <a:pt x="82" y="1"/>
                  </a:cubicBezTo>
                  <a:cubicBezTo>
                    <a:pt x="0" y="0"/>
                    <a:pt x="0" y="0"/>
                    <a:pt x="0" y="0"/>
                  </a:cubicBezTo>
                  <a:cubicBezTo>
                    <a:pt x="2" y="4"/>
                    <a:pt x="5" y="7"/>
                    <a:pt x="8"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114"/>
            <p:cNvSpPr>
              <a:spLocks/>
            </p:cNvSpPr>
            <p:nvPr/>
          </p:nvSpPr>
          <p:spPr bwMode="auto">
            <a:xfrm>
              <a:off x="6326189" y="1927225"/>
              <a:ext cx="479425" cy="347662"/>
            </a:xfrm>
            <a:custGeom>
              <a:avLst/>
              <a:gdLst>
                <a:gd name="T0" fmla="*/ 273 w 300"/>
                <a:gd name="T1" fmla="*/ 13 h 218"/>
                <a:gd name="T2" fmla="*/ 219 w 300"/>
                <a:gd name="T3" fmla="*/ 10 h 218"/>
                <a:gd name="T4" fmla="*/ 31 w 300"/>
                <a:gd name="T5" fmla="*/ 120 h 218"/>
                <a:gd name="T6" fmla="*/ 14 w 300"/>
                <a:gd name="T7" fmla="*/ 187 h 218"/>
                <a:gd name="T8" fmla="*/ 81 w 300"/>
                <a:gd name="T9" fmla="*/ 205 h 218"/>
                <a:gd name="T10" fmla="*/ 241 w 300"/>
                <a:gd name="T11" fmla="*/ 111 h 218"/>
                <a:gd name="T12" fmla="*/ 286 w 300"/>
                <a:gd name="T13" fmla="*/ 145 h 218"/>
                <a:gd name="T14" fmla="*/ 300 w 300"/>
                <a:gd name="T15" fmla="*/ 33 h 218"/>
                <a:gd name="T16" fmla="*/ 273 w 300"/>
                <a:gd name="T17" fmla="*/ 13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0" h="218">
                  <a:moveTo>
                    <a:pt x="273" y="13"/>
                  </a:moveTo>
                  <a:cubicBezTo>
                    <a:pt x="258" y="1"/>
                    <a:pt x="236" y="0"/>
                    <a:pt x="219" y="10"/>
                  </a:cubicBezTo>
                  <a:cubicBezTo>
                    <a:pt x="31" y="120"/>
                    <a:pt x="31" y="120"/>
                    <a:pt x="31" y="120"/>
                  </a:cubicBezTo>
                  <a:cubicBezTo>
                    <a:pt x="8" y="134"/>
                    <a:pt x="0" y="164"/>
                    <a:pt x="14" y="187"/>
                  </a:cubicBezTo>
                  <a:cubicBezTo>
                    <a:pt x="27" y="210"/>
                    <a:pt x="57" y="218"/>
                    <a:pt x="81" y="205"/>
                  </a:cubicBezTo>
                  <a:cubicBezTo>
                    <a:pt x="241" y="111"/>
                    <a:pt x="241" y="111"/>
                    <a:pt x="241" y="111"/>
                  </a:cubicBezTo>
                  <a:cubicBezTo>
                    <a:pt x="286" y="145"/>
                    <a:pt x="286" y="145"/>
                    <a:pt x="286" y="145"/>
                  </a:cubicBezTo>
                  <a:cubicBezTo>
                    <a:pt x="300" y="33"/>
                    <a:pt x="300" y="33"/>
                    <a:pt x="300" y="33"/>
                  </a:cubicBezTo>
                  <a:lnTo>
                    <a:pt x="273"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115"/>
            <p:cNvSpPr>
              <a:spLocks/>
            </p:cNvSpPr>
            <p:nvPr/>
          </p:nvSpPr>
          <p:spPr bwMode="auto">
            <a:xfrm>
              <a:off x="7673976" y="1603375"/>
              <a:ext cx="344488" cy="569912"/>
            </a:xfrm>
            <a:custGeom>
              <a:avLst/>
              <a:gdLst>
                <a:gd name="T0" fmla="*/ 32 w 216"/>
                <a:gd name="T1" fmla="*/ 0 h 358"/>
                <a:gd name="T2" fmla="*/ 10 w 216"/>
                <a:gd name="T3" fmla="*/ 89 h 358"/>
                <a:gd name="T4" fmla="*/ 88 w 216"/>
                <a:gd name="T5" fmla="*/ 143 h 358"/>
                <a:gd name="T6" fmla="*/ 94 w 216"/>
                <a:gd name="T7" fmla="*/ 154 h 358"/>
                <a:gd name="T8" fmla="*/ 56 w 216"/>
                <a:gd name="T9" fmla="*/ 296 h 358"/>
                <a:gd name="T10" fmla="*/ 0 w 216"/>
                <a:gd name="T11" fmla="*/ 314 h 358"/>
                <a:gd name="T12" fmla="*/ 35 w 216"/>
                <a:gd name="T13" fmla="*/ 358 h 358"/>
                <a:gd name="T14" fmla="*/ 91 w 216"/>
                <a:gd name="T15" fmla="*/ 335 h 358"/>
                <a:gd name="T16" fmla="*/ 170 w 216"/>
                <a:gd name="T17" fmla="*/ 135 h 358"/>
                <a:gd name="T18" fmla="*/ 32 w 216"/>
                <a:gd name="T19" fmla="*/ 0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6" h="358">
                  <a:moveTo>
                    <a:pt x="32" y="0"/>
                  </a:moveTo>
                  <a:cubicBezTo>
                    <a:pt x="10" y="89"/>
                    <a:pt x="10" y="89"/>
                    <a:pt x="10" y="89"/>
                  </a:cubicBezTo>
                  <a:cubicBezTo>
                    <a:pt x="36" y="93"/>
                    <a:pt x="68" y="107"/>
                    <a:pt x="88" y="143"/>
                  </a:cubicBezTo>
                  <a:cubicBezTo>
                    <a:pt x="90" y="146"/>
                    <a:pt x="92" y="150"/>
                    <a:pt x="94" y="154"/>
                  </a:cubicBezTo>
                  <a:cubicBezTo>
                    <a:pt x="128" y="230"/>
                    <a:pt x="95" y="278"/>
                    <a:pt x="56" y="296"/>
                  </a:cubicBezTo>
                  <a:cubicBezTo>
                    <a:pt x="41" y="303"/>
                    <a:pt x="19" y="310"/>
                    <a:pt x="0" y="314"/>
                  </a:cubicBezTo>
                  <a:cubicBezTo>
                    <a:pt x="13" y="327"/>
                    <a:pt x="25" y="342"/>
                    <a:pt x="35" y="358"/>
                  </a:cubicBezTo>
                  <a:cubicBezTo>
                    <a:pt x="53" y="351"/>
                    <a:pt x="73" y="344"/>
                    <a:pt x="91" y="335"/>
                  </a:cubicBezTo>
                  <a:cubicBezTo>
                    <a:pt x="151" y="307"/>
                    <a:pt x="216" y="243"/>
                    <a:pt x="170" y="135"/>
                  </a:cubicBezTo>
                  <a:cubicBezTo>
                    <a:pt x="124" y="27"/>
                    <a:pt x="32" y="0"/>
                    <a:pt x="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116"/>
            <p:cNvSpPr>
              <a:spLocks/>
            </p:cNvSpPr>
            <p:nvPr/>
          </p:nvSpPr>
          <p:spPr bwMode="auto">
            <a:xfrm>
              <a:off x="7405689" y="1752600"/>
              <a:ext cx="438150" cy="325437"/>
            </a:xfrm>
            <a:custGeom>
              <a:avLst/>
              <a:gdLst>
                <a:gd name="T0" fmla="*/ 216 w 275"/>
                <a:gd name="T1" fmla="*/ 185 h 204"/>
                <a:gd name="T2" fmla="*/ 244 w 275"/>
                <a:gd name="T3" fmla="*/ 68 h 204"/>
                <a:gd name="T4" fmla="*/ 144 w 275"/>
                <a:gd name="T5" fmla="*/ 15 h 204"/>
                <a:gd name="T6" fmla="*/ 38 w 275"/>
                <a:gd name="T7" fmla="*/ 51 h 204"/>
                <a:gd name="T8" fmla="*/ 61 w 275"/>
                <a:gd name="T9" fmla="*/ 75 h 204"/>
                <a:gd name="T10" fmla="*/ 108 w 275"/>
                <a:gd name="T11" fmla="*/ 61 h 204"/>
                <a:gd name="T12" fmla="*/ 168 w 275"/>
                <a:gd name="T13" fmla="*/ 101 h 204"/>
                <a:gd name="T14" fmla="*/ 127 w 275"/>
                <a:gd name="T15" fmla="*/ 108 h 204"/>
                <a:gd name="T16" fmla="*/ 93 w 275"/>
                <a:gd name="T17" fmla="*/ 87 h 204"/>
                <a:gd name="T18" fmla="*/ 0 w 275"/>
                <a:gd name="T19" fmla="*/ 108 h 204"/>
                <a:gd name="T20" fmla="*/ 51 w 275"/>
                <a:gd name="T21" fmla="*/ 153 h 204"/>
                <a:gd name="T22" fmla="*/ 151 w 275"/>
                <a:gd name="T23" fmla="*/ 204 h 204"/>
                <a:gd name="T24" fmla="*/ 216 w 275"/>
                <a:gd name="T25" fmla="*/ 185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5" h="204">
                  <a:moveTo>
                    <a:pt x="216" y="185"/>
                  </a:moveTo>
                  <a:cubicBezTo>
                    <a:pt x="243" y="172"/>
                    <a:pt x="275" y="137"/>
                    <a:pt x="244" y="68"/>
                  </a:cubicBezTo>
                  <a:cubicBezTo>
                    <a:pt x="213" y="0"/>
                    <a:pt x="144" y="15"/>
                    <a:pt x="144" y="15"/>
                  </a:cubicBezTo>
                  <a:cubicBezTo>
                    <a:pt x="38" y="51"/>
                    <a:pt x="38" y="51"/>
                    <a:pt x="38" y="51"/>
                  </a:cubicBezTo>
                  <a:cubicBezTo>
                    <a:pt x="61" y="75"/>
                    <a:pt x="61" y="75"/>
                    <a:pt x="61" y="75"/>
                  </a:cubicBezTo>
                  <a:cubicBezTo>
                    <a:pt x="108" y="61"/>
                    <a:pt x="108" y="61"/>
                    <a:pt x="108" y="61"/>
                  </a:cubicBezTo>
                  <a:cubicBezTo>
                    <a:pt x="168" y="101"/>
                    <a:pt x="168" y="101"/>
                    <a:pt x="168" y="101"/>
                  </a:cubicBezTo>
                  <a:cubicBezTo>
                    <a:pt x="127" y="108"/>
                    <a:pt x="127" y="108"/>
                    <a:pt x="127" y="108"/>
                  </a:cubicBezTo>
                  <a:cubicBezTo>
                    <a:pt x="93" y="87"/>
                    <a:pt x="93" y="87"/>
                    <a:pt x="93" y="87"/>
                  </a:cubicBezTo>
                  <a:cubicBezTo>
                    <a:pt x="0" y="108"/>
                    <a:pt x="0" y="108"/>
                    <a:pt x="0" y="108"/>
                  </a:cubicBezTo>
                  <a:cubicBezTo>
                    <a:pt x="51" y="153"/>
                    <a:pt x="51" y="153"/>
                    <a:pt x="51" y="153"/>
                  </a:cubicBezTo>
                  <a:cubicBezTo>
                    <a:pt x="89" y="162"/>
                    <a:pt x="123" y="180"/>
                    <a:pt x="151" y="204"/>
                  </a:cubicBezTo>
                  <a:cubicBezTo>
                    <a:pt x="169" y="200"/>
                    <a:pt x="198" y="193"/>
                    <a:pt x="216" y="1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117"/>
            <p:cNvSpPr>
              <a:spLocks/>
            </p:cNvSpPr>
            <p:nvPr/>
          </p:nvSpPr>
          <p:spPr bwMode="auto">
            <a:xfrm>
              <a:off x="5891214" y="2482850"/>
              <a:ext cx="1104900" cy="182562"/>
            </a:xfrm>
            <a:custGeom>
              <a:avLst/>
              <a:gdLst>
                <a:gd name="T0" fmla="*/ 114 w 696"/>
                <a:gd name="T1" fmla="*/ 7 h 115"/>
                <a:gd name="T2" fmla="*/ 0 w 696"/>
                <a:gd name="T3" fmla="*/ 39 h 115"/>
                <a:gd name="T4" fmla="*/ 112 w 696"/>
                <a:gd name="T5" fmla="*/ 78 h 115"/>
                <a:gd name="T6" fmla="*/ 518 w 696"/>
                <a:gd name="T7" fmla="*/ 81 h 115"/>
                <a:gd name="T8" fmla="*/ 516 w 696"/>
                <a:gd name="T9" fmla="*/ 114 h 115"/>
                <a:gd name="T10" fmla="*/ 540 w 696"/>
                <a:gd name="T11" fmla="*/ 115 h 115"/>
                <a:gd name="T12" fmla="*/ 542 w 696"/>
                <a:gd name="T13" fmla="*/ 74 h 115"/>
                <a:gd name="T14" fmla="*/ 679 w 696"/>
                <a:gd name="T15" fmla="*/ 79 h 115"/>
                <a:gd name="T16" fmla="*/ 679 w 696"/>
                <a:gd name="T17" fmla="*/ 92 h 115"/>
                <a:gd name="T18" fmla="*/ 694 w 696"/>
                <a:gd name="T19" fmla="*/ 93 h 115"/>
                <a:gd name="T20" fmla="*/ 696 w 696"/>
                <a:gd name="T21" fmla="*/ 34 h 115"/>
                <a:gd name="T22" fmla="*/ 681 w 696"/>
                <a:gd name="T23" fmla="*/ 33 h 115"/>
                <a:gd name="T24" fmla="*/ 680 w 696"/>
                <a:gd name="T25" fmla="*/ 46 h 115"/>
                <a:gd name="T26" fmla="*/ 544 w 696"/>
                <a:gd name="T27" fmla="*/ 41 h 115"/>
                <a:gd name="T28" fmla="*/ 545 w 696"/>
                <a:gd name="T29" fmla="*/ 1 h 115"/>
                <a:gd name="T30" fmla="*/ 521 w 696"/>
                <a:gd name="T31" fmla="*/ 0 h 115"/>
                <a:gd name="T32" fmla="*/ 519 w 696"/>
                <a:gd name="T33" fmla="*/ 34 h 115"/>
                <a:gd name="T34" fmla="*/ 114 w 696"/>
                <a:gd name="T35" fmla="*/ 7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6" h="115">
                  <a:moveTo>
                    <a:pt x="114" y="7"/>
                  </a:moveTo>
                  <a:lnTo>
                    <a:pt x="0" y="39"/>
                  </a:lnTo>
                  <a:lnTo>
                    <a:pt x="112" y="78"/>
                  </a:lnTo>
                  <a:lnTo>
                    <a:pt x="518" y="81"/>
                  </a:lnTo>
                  <a:lnTo>
                    <a:pt x="516" y="114"/>
                  </a:lnTo>
                  <a:lnTo>
                    <a:pt x="540" y="115"/>
                  </a:lnTo>
                  <a:lnTo>
                    <a:pt x="542" y="74"/>
                  </a:lnTo>
                  <a:lnTo>
                    <a:pt x="679" y="79"/>
                  </a:lnTo>
                  <a:lnTo>
                    <a:pt x="679" y="92"/>
                  </a:lnTo>
                  <a:lnTo>
                    <a:pt x="694" y="93"/>
                  </a:lnTo>
                  <a:lnTo>
                    <a:pt x="696" y="34"/>
                  </a:lnTo>
                  <a:lnTo>
                    <a:pt x="681" y="33"/>
                  </a:lnTo>
                  <a:lnTo>
                    <a:pt x="680" y="46"/>
                  </a:lnTo>
                  <a:lnTo>
                    <a:pt x="544" y="41"/>
                  </a:lnTo>
                  <a:lnTo>
                    <a:pt x="545" y="1"/>
                  </a:lnTo>
                  <a:lnTo>
                    <a:pt x="521" y="0"/>
                  </a:lnTo>
                  <a:lnTo>
                    <a:pt x="519" y="34"/>
                  </a:lnTo>
                  <a:lnTo>
                    <a:pt x="114"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118"/>
            <p:cNvSpPr>
              <a:spLocks/>
            </p:cNvSpPr>
            <p:nvPr/>
          </p:nvSpPr>
          <p:spPr bwMode="auto">
            <a:xfrm>
              <a:off x="5432426" y="2406650"/>
              <a:ext cx="250825" cy="119062"/>
            </a:xfrm>
            <a:custGeom>
              <a:avLst/>
              <a:gdLst>
                <a:gd name="T0" fmla="*/ 153 w 158"/>
                <a:gd name="T1" fmla="*/ 45 h 75"/>
                <a:gd name="T2" fmla="*/ 123 w 158"/>
                <a:gd name="T3" fmla="*/ 25 h 75"/>
                <a:gd name="T4" fmla="*/ 86 w 158"/>
                <a:gd name="T5" fmla="*/ 0 h 75"/>
                <a:gd name="T6" fmla="*/ 30 w 158"/>
                <a:gd name="T7" fmla="*/ 30 h 75"/>
                <a:gd name="T8" fmla="*/ 0 w 158"/>
                <a:gd name="T9" fmla="*/ 74 h 75"/>
                <a:gd name="T10" fmla="*/ 158 w 158"/>
                <a:gd name="T11" fmla="*/ 75 h 75"/>
                <a:gd name="T12" fmla="*/ 153 w 158"/>
                <a:gd name="T13" fmla="*/ 45 h 75"/>
              </a:gdLst>
              <a:ahLst/>
              <a:cxnLst>
                <a:cxn ang="0">
                  <a:pos x="T0" y="T1"/>
                </a:cxn>
                <a:cxn ang="0">
                  <a:pos x="T2" y="T3"/>
                </a:cxn>
                <a:cxn ang="0">
                  <a:pos x="T4" y="T5"/>
                </a:cxn>
                <a:cxn ang="0">
                  <a:pos x="T6" y="T7"/>
                </a:cxn>
                <a:cxn ang="0">
                  <a:pos x="T8" y="T9"/>
                </a:cxn>
                <a:cxn ang="0">
                  <a:pos x="T10" y="T11"/>
                </a:cxn>
                <a:cxn ang="0">
                  <a:pos x="T12" y="T13"/>
                </a:cxn>
              </a:cxnLst>
              <a:rect l="0" t="0" r="r" b="b"/>
              <a:pathLst>
                <a:path w="158" h="75">
                  <a:moveTo>
                    <a:pt x="153" y="45"/>
                  </a:moveTo>
                  <a:lnTo>
                    <a:pt x="123" y="25"/>
                  </a:lnTo>
                  <a:lnTo>
                    <a:pt x="86" y="0"/>
                  </a:lnTo>
                  <a:lnTo>
                    <a:pt x="30" y="30"/>
                  </a:lnTo>
                  <a:lnTo>
                    <a:pt x="0" y="74"/>
                  </a:lnTo>
                  <a:lnTo>
                    <a:pt x="158" y="75"/>
                  </a:lnTo>
                  <a:lnTo>
                    <a:pt x="153"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119"/>
            <p:cNvSpPr>
              <a:spLocks/>
            </p:cNvSpPr>
            <p:nvPr/>
          </p:nvSpPr>
          <p:spPr bwMode="auto">
            <a:xfrm>
              <a:off x="5529264" y="2566987"/>
              <a:ext cx="107950" cy="71437"/>
            </a:xfrm>
            <a:custGeom>
              <a:avLst/>
              <a:gdLst>
                <a:gd name="T0" fmla="*/ 0 w 68"/>
                <a:gd name="T1" fmla="*/ 36 h 45"/>
                <a:gd name="T2" fmla="*/ 37 w 68"/>
                <a:gd name="T3" fmla="*/ 45 h 45"/>
                <a:gd name="T4" fmla="*/ 68 w 68"/>
                <a:gd name="T5" fmla="*/ 28 h 45"/>
                <a:gd name="T6" fmla="*/ 63 w 68"/>
                <a:gd name="T7" fmla="*/ 0 h 45"/>
                <a:gd name="T8" fmla="*/ 27 w 68"/>
                <a:gd name="T9" fmla="*/ 2 h 45"/>
                <a:gd name="T10" fmla="*/ 0 w 68"/>
                <a:gd name="T11" fmla="*/ 36 h 45"/>
              </a:gdLst>
              <a:ahLst/>
              <a:cxnLst>
                <a:cxn ang="0">
                  <a:pos x="T0" y="T1"/>
                </a:cxn>
                <a:cxn ang="0">
                  <a:pos x="T2" y="T3"/>
                </a:cxn>
                <a:cxn ang="0">
                  <a:pos x="T4" y="T5"/>
                </a:cxn>
                <a:cxn ang="0">
                  <a:pos x="T6" y="T7"/>
                </a:cxn>
                <a:cxn ang="0">
                  <a:pos x="T8" y="T9"/>
                </a:cxn>
                <a:cxn ang="0">
                  <a:pos x="T10" y="T11"/>
                </a:cxn>
              </a:cxnLst>
              <a:rect l="0" t="0" r="r" b="b"/>
              <a:pathLst>
                <a:path w="68" h="45">
                  <a:moveTo>
                    <a:pt x="0" y="36"/>
                  </a:moveTo>
                  <a:lnTo>
                    <a:pt x="37" y="45"/>
                  </a:lnTo>
                  <a:lnTo>
                    <a:pt x="68" y="28"/>
                  </a:lnTo>
                  <a:lnTo>
                    <a:pt x="63" y="0"/>
                  </a:lnTo>
                  <a:lnTo>
                    <a:pt x="27" y="2"/>
                  </a:lnTo>
                  <a:lnTo>
                    <a:pt x="0"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120"/>
            <p:cNvSpPr>
              <a:spLocks/>
            </p:cNvSpPr>
            <p:nvPr/>
          </p:nvSpPr>
          <p:spPr bwMode="auto">
            <a:xfrm>
              <a:off x="5140326" y="2436812"/>
              <a:ext cx="79375" cy="53975"/>
            </a:xfrm>
            <a:custGeom>
              <a:avLst/>
              <a:gdLst>
                <a:gd name="T0" fmla="*/ 46 w 50"/>
                <a:gd name="T1" fmla="*/ 0 h 34"/>
                <a:gd name="T2" fmla="*/ 20 w 50"/>
                <a:gd name="T3" fmla="*/ 2 h 34"/>
                <a:gd name="T4" fmla="*/ 0 w 50"/>
                <a:gd name="T5" fmla="*/ 27 h 34"/>
                <a:gd name="T6" fmla="*/ 27 w 50"/>
                <a:gd name="T7" fmla="*/ 34 h 34"/>
                <a:gd name="T8" fmla="*/ 50 w 50"/>
                <a:gd name="T9" fmla="*/ 21 h 34"/>
                <a:gd name="T10" fmla="*/ 46 w 50"/>
                <a:gd name="T11" fmla="*/ 0 h 34"/>
              </a:gdLst>
              <a:ahLst/>
              <a:cxnLst>
                <a:cxn ang="0">
                  <a:pos x="T0" y="T1"/>
                </a:cxn>
                <a:cxn ang="0">
                  <a:pos x="T2" y="T3"/>
                </a:cxn>
                <a:cxn ang="0">
                  <a:pos x="T4" y="T5"/>
                </a:cxn>
                <a:cxn ang="0">
                  <a:pos x="T6" y="T7"/>
                </a:cxn>
                <a:cxn ang="0">
                  <a:pos x="T8" y="T9"/>
                </a:cxn>
                <a:cxn ang="0">
                  <a:pos x="T10" y="T11"/>
                </a:cxn>
              </a:cxnLst>
              <a:rect l="0" t="0" r="r" b="b"/>
              <a:pathLst>
                <a:path w="50" h="34">
                  <a:moveTo>
                    <a:pt x="46" y="0"/>
                  </a:moveTo>
                  <a:lnTo>
                    <a:pt x="20" y="2"/>
                  </a:lnTo>
                  <a:lnTo>
                    <a:pt x="0" y="27"/>
                  </a:lnTo>
                  <a:lnTo>
                    <a:pt x="27" y="34"/>
                  </a:lnTo>
                  <a:lnTo>
                    <a:pt x="50" y="21"/>
                  </a:lnTo>
                  <a:lnTo>
                    <a:pt x="4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121"/>
            <p:cNvSpPr>
              <a:spLocks/>
            </p:cNvSpPr>
            <p:nvPr/>
          </p:nvSpPr>
          <p:spPr bwMode="auto">
            <a:xfrm>
              <a:off x="4894264" y="2457450"/>
              <a:ext cx="53975" cy="34925"/>
            </a:xfrm>
            <a:custGeom>
              <a:avLst/>
              <a:gdLst>
                <a:gd name="T0" fmla="*/ 34 w 34"/>
                <a:gd name="T1" fmla="*/ 13 h 22"/>
                <a:gd name="T2" fmla="*/ 31 w 34"/>
                <a:gd name="T3" fmla="*/ 0 h 22"/>
                <a:gd name="T4" fmla="*/ 14 w 34"/>
                <a:gd name="T5" fmla="*/ 1 h 22"/>
                <a:gd name="T6" fmla="*/ 0 w 34"/>
                <a:gd name="T7" fmla="*/ 18 h 22"/>
                <a:gd name="T8" fmla="*/ 19 w 34"/>
                <a:gd name="T9" fmla="*/ 22 h 22"/>
                <a:gd name="T10" fmla="*/ 34 w 34"/>
                <a:gd name="T11" fmla="*/ 13 h 22"/>
              </a:gdLst>
              <a:ahLst/>
              <a:cxnLst>
                <a:cxn ang="0">
                  <a:pos x="T0" y="T1"/>
                </a:cxn>
                <a:cxn ang="0">
                  <a:pos x="T2" y="T3"/>
                </a:cxn>
                <a:cxn ang="0">
                  <a:pos x="T4" y="T5"/>
                </a:cxn>
                <a:cxn ang="0">
                  <a:pos x="T6" y="T7"/>
                </a:cxn>
                <a:cxn ang="0">
                  <a:pos x="T8" y="T9"/>
                </a:cxn>
                <a:cxn ang="0">
                  <a:pos x="T10" y="T11"/>
                </a:cxn>
              </a:cxnLst>
              <a:rect l="0" t="0" r="r" b="b"/>
              <a:pathLst>
                <a:path w="34" h="22">
                  <a:moveTo>
                    <a:pt x="34" y="13"/>
                  </a:moveTo>
                  <a:lnTo>
                    <a:pt x="31" y="0"/>
                  </a:lnTo>
                  <a:lnTo>
                    <a:pt x="14" y="1"/>
                  </a:lnTo>
                  <a:lnTo>
                    <a:pt x="0" y="18"/>
                  </a:lnTo>
                  <a:lnTo>
                    <a:pt x="19" y="22"/>
                  </a:lnTo>
                  <a:lnTo>
                    <a:pt x="34"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122"/>
            <p:cNvSpPr>
              <a:spLocks/>
            </p:cNvSpPr>
            <p:nvPr/>
          </p:nvSpPr>
          <p:spPr bwMode="auto">
            <a:xfrm>
              <a:off x="5249864" y="2479675"/>
              <a:ext cx="71438" cy="47625"/>
            </a:xfrm>
            <a:custGeom>
              <a:avLst/>
              <a:gdLst>
                <a:gd name="T0" fmla="*/ 18 w 45"/>
                <a:gd name="T1" fmla="*/ 2 h 30"/>
                <a:gd name="T2" fmla="*/ 0 w 45"/>
                <a:gd name="T3" fmla="*/ 24 h 30"/>
                <a:gd name="T4" fmla="*/ 25 w 45"/>
                <a:gd name="T5" fmla="*/ 30 h 30"/>
                <a:gd name="T6" fmla="*/ 45 w 45"/>
                <a:gd name="T7" fmla="*/ 19 h 30"/>
                <a:gd name="T8" fmla="*/ 42 w 45"/>
                <a:gd name="T9" fmla="*/ 0 h 30"/>
                <a:gd name="T10" fmla="*/ 18 w 45"/>
                <a:gd name="T11" fmla="*/ 2 h 30"/>
              </a:gdLst>
              <a:ahLst/>
              <a:cxnLst>
                <a:cxn ang="0">
                  <a:pos x="T0" y="T1"/>
                </a:cxn>
                <a:cxn ang="0">
                  <a:pos x="T2" y="T3"/>
                </a:cxn>
                <a:cxn ang="0">
                  <a:pos x="T4" y="T5"/>
                </a:cxn>
                <a:cxn ang="0">
                  <a:pos x="T6" y="T7"/>
                </a:cxn>
                <a:cxn ang="0">
                  <a:pos x="T8" y="T9"/>
                </a:cxn>
                <a:cxn ang="0">
                  <a:pos x="T10" y="T11"/>
                </a:cxn>
              </a:cxnLst>
              <a:rect l="0" t="0" r="r" b="b"/>
              <a:pathLst>
                <a:path w="45" h="30">
                  <a:moveTo>
                    <a:pt x="18" y="2"/>
                  </a:moveTo>
                  <a:lnTo>
                    <a:pt x="0" y="24"/>
                  </a:lnTo>
                  <a:lnTo>
                    <a:pt x="25" y="30"/>
                  </a:lnTo>
                  <a:lnTo>
                    <a:pt x="45" y="19"/>
                  </a:lnTo>
                  <a:lnTo>
                    <a:pt x="42" y="0"/>
                  </a:lnTo>
                  <a:lnTo>
                    <a:pt x="18"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Freeform 123"/>
            <p:cNvSpPr>
              <a:spLocks/>
            </p:cNvSpPr>
            <p:nvPr/>
          </p:nvSpPr>
          <p:spPr bwMode="auto">
            <a:xfrm>
              <a:off x="5319714" y="2560637"/>
              <a:ext cx="71438" cy="68262"/>
            </a:xfrm>
            <a:custGeom>
              <a:avLst/>
              <a:gdLst>
                <a:gd name="T0" fmla="*/ 44 w 45"/>
                <a:gd name="T1" fmla="*/ 24 h 43"/>
                <a:gd name="T2" fmla="*/ 45 w 45"/>
                <a:gd name="T3" fmla="*/ 7 h 43"/>
                <a:gd name="T4" fmla="*/ 16 w 45"/>
                <a:gd name="T5" fmla="*/ 0 h 43"/>
                <a:gd name="T6" fmla="*/ 0 w 45"/>
                <a:gd name="T7" fmla="*/ 34 h 43"/>
                <a:gd name="T8" fmla="*/ 24 w 45"/>
                <a:gd name="T9" fmla="*/ 43 h 43"/>
                <a:gd name="T10" fmla="*/ 44 w 45"/>
                <a:gd name="T11" fmla="*/ 24 h 43"/>
              </a:gdLst>
              <a:ahLst/>
              <a:cxnLst>
                <a:cxn ang="0">
                  <a:pos x="T0" y="T1"/>
                </a:cxn>
                <a:cxn ang="0">
                  <a:pos x="T2" y="T3"/>
                </a:cxn>
                <a:cxn ang="0">
                  <a:pos x="T4" y="T5"/>
                </a:cxn>
                <a:cxn ang="0">
                  <a:pos x="T6" y="T7"/>
                </a:cxn>
                <a:cxn ang="0">
                  <a:pos x="T8" y="T9"/>
                </a:cxn>
                <a:cxn ang="0">
                  <a:pos x="T10" y="T11"/>
                </a:cxn>
              </a:cxnLst>
              <a:rect l="0" t="0" r="r" b="b"/>
              <a:pathLst>
                <a:path w="45" h="43">
                  <a:moveTo>
                    <a:pt x="44" y="24"/>
                  </a:moveTo>
                  <a:lnTo>
                    <a:pt x="45" y="7"/>
                  </a:lnTo>
                  <a:lnTo>
                    <a:pt x="16" y="0"/>
                  </a:lnTo>
                  <a:lnTo>
                    <a:pt x="0" y="34"/>
                  </a:lnTo>
                  <a:lnTo>
                    <a:pt x="24" y="43"/>
                  </a:lnTo>
                  <a:lnTo>
                    <a:pt x="44"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124"/>
            <p:cNvSpPr>
              <a:spLocks/>
            </p:cNvSpPr>
            <p:nvPr/>
          </p:nvSpPr>
          <p:spPr bwMode="auto">
            <a:xfrm>
              <a:off x="5700714" y="2568575"/>
              <a:ext cx="88900" cy="63500"/>
            </a:xfrm>
            <a:custGeom>
              <a:avLst/>
              <a:gdLst>
                <a:gd name="T0" fmla="*/ 48 w 56"/>
                <a:gd name="T1" fmla="*/ 0 h 40"/>
                <a:gd name="T2" fmla="*/ 0 w 56"/>
                <a:gd name="T3" fmla="*/ 22 h 40"/>
                <a:gd name="T4" fmla="*/ 16 w 56"/>
                <a:gd name="T5" fmla="*/ 40 h 40"/>
                <a:gd name="T6" fmla="*/ 56 w 56"/>
                <a:gd name="T7" fmla="*/ 35 h 40"/>
                <a:gd name="T8" fmla="*/ 48 w 56"/>
                <a:gd name="T9" fmla="*/ 0 h 40"/>
              </a:gdLst>
              <a:ahLst/>
              <a:cxnLst>
                <a:cxn ang="0">
                  <a:pos x="T0" y="T1"/>
                </a:cxn>
                <a:cxn ang="0">
                  <a:pos x="T2" y="T3"/>
                </a:cxn>
                <a:cxn ang="0">
                  <a:pos x="T4" y="T5"/>
                </a:cxn>
                <a:cxn ang="0">
                  <a:pos x="T6" y="T7"/>
                </a:cxn>
                <a:cxn ang="0">
                  <a:pos x="T8" y="T9"/>
                </a:cxn>
              </a:cxnLst>
              <a:rect l="0" t="0" r="r" b="b"/>
              <a:pathLst>
                <a:path w="56" h="40">
                  <a:moveTo>
                    <a:pt x="48" y="0"/>
                  </a:moveTo>
                  <a:lnTo>
                    <a:pt x="0" y="22"/>
                  </a:lnTo>
                  <a:lnTo>
                    <a:pt x="16" y="40"/>
                  </a:lnTo>
                  <a:lnTo>
                    <a:pt x="56" y="35"/>
                  </a:lnTo>
                  <a:lnTo>
                    <a:pt x="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125"/>
            <p:cNvSpPr>
              <a:spLocks/>
            </p:cNvSpPr>
            <p:nvPr/>
          </p:nvSpPr>
          <p:spPr bwMode="auto">
            <a:xfrm>
              <a:off x="5867401" y="2630487"/>
              <a:ext cx="90488" cy="63500"/>
            </a:xfrm>
            <a:custGeom>
              <a:avLst/>
              <a:gdLst>
                <a:gd name="T0" fmla="*/ 16 w 57"/>
                <a:gd name="T1" fmla="*/ 40 h 40"/>
                <a:gd name="T2" fmla="*/ 57 w 57"/>
                <a:gd name="T3" fmla="*/ 34 h 40"/>
                <a:gd name="T4" fmla="*/ 49 w 57"/>
                <a:gd name="T5" fmla="*/ 0 h 40"/>
                <a:gd name="T6" fmla="*/ 0 w 57"/>
                <a:gd name="T7" fmla="*/ 21 h 40"/>
                <a:gd name="T8" fmla="*/ 16 w 57"/>
                <a:gd name="T9" fmla="*/ 40 h 40"/>
              </a:gdLst>
              <a:ahLst/>
              <a:cxnLst>
                <a:cxn ang="0">
                  <a:pos x="T0" y="T1"/>
                </a:cxn>
                <a:cxn ang="0">
                  <a:pos x="T2" y="T3"/>
                </a:cxn>
                <a:cxn ang="0">
                  <a:pos x="T4" y="T5"/>
                </a:cxn>
                <a:cxn ang="0">
                  <a:pos x="T6" y="T7"/>
                </a:cxn>
                <a:cxn ang="0">
                  <a:pos x="T8" y="T9"/>
                </a:cxn>
              </a:cxnLst>
              <a:rect l="0" t="0" r="r" b="b"/>
              <a:pathLst>
                <a:path w="57" h="40">
                  <a:moveTo>
                    <a:pt x="16" y="40"/>
                  </a:moveTo>
                  <a:lnTo>
                    <a:pt x="57" y="34"/>
                  </a:lnTo>
                  <a:lnTo>
                    <a:pt x="49" y="0"/>
                  </a:lnTo>
                  <a:lnTo>
                    <a:pt x="0" y="21"/>
                  </a:lnTo>
                  <a:lnTo>
                    <a:pt x="16"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126"/>
            <p:cNvSpPr>
              <a:spLocks/>
            </p:cNvSpPr>
            <p:nvPr/>
          </p:nvSpPr>
          <p:spPr bwMode="auto">
            <a:xfrm>
              <a:off x="6777039" y="1530350"/>
              <a:ext cx="679450" cy="949325"/>
            </a:xfrm>
            <a:custGeom>
              <a:avLst/>
              <a:gdLst>
                <a:gd name="T0" fmla="*/ 34 w 427"/>
                <a:gd name="T1" fmla="*/ 265 h 595"/>
                <a:gd name="T2" fmla="*/ 0 w 427"/>
                <a:gd name="T3" fmla="*/ 549 h 595"/>
                <a:gd name="T4" fmla="*/ 11 w 427"/>
                <a:gd name="T5" fmla="*/ 567 h 595"/>
                <a:gd name="T6" fmla="*/ 156 w 427"/>
                <a:gd name="T7" fmla="*/ 595 h 595"/>
                <a:gd name="T8" fmla="*/ 147 w 427"/>
                <a:gd name="T9" fmla="*/ 528 h 595"/>
                <a:gd name="T10" fmla="*/ 390 w 427"/>
                <a:gd name="T11" fmla="*/ 285 h 595"/>
                <a:gd name="T12" fmla="*/ 392 w 427"/>
                <a:gd name="T13" fmla="*/ 285 h 595"/>
                <a:gd name="T14" fmla="*/ 374 w 427"/>
                <a:gd name="T15" fmla="*/ 259 h 595"/>
                <a:gd name="T16" fmla="*/ 379 w 427"/>
                <a:gd name="T17" fmla="*/ 210 h 595"/>
                <a:gd name="T18" fmla="*/ 371 w 427"/>
                <a:gd name="T19" fmla="*/ 194 h 595"/>
                <a:gd name="T20" fmla="*/ 342 w 427"/>
                <a:gd name="T21" fmla="*/ 179 h 595"/>
                <a:gd name="T22" fmla="*/ 335 w 427"/>
                <a:gd name="T23" fmla="*/ 228 h 595"/>
                <a:gd name="T24" fmla="*/ 362 w 427"/>
                <a:gd name="T25" fmla="*/ 259 h 595"/>
                <a:gd name="T26" fmla="*/ 326 w 427"/>
                <a:gd name="T27" fmla="*/ 225 h 595"/>
                <a:gd name="T28" fmla="*/ 321 w 427"/>
                <a:gd name="T29" fmla="*/ 202 h 595"/>
                <a:gd name="T30" fmla="*/ 303 w 427"/>
                <a:gd name="T31" fmla="*/ 184 h 595"/>
                <a:gd name="T32" fmla="*/ 415 w 427"/>
                <a:gd name="T33" fmla="*/ 57 h 595"/>
                <a:gd name="T34" fmla="*/ 412 w 427"/>
                <a:gd name="T35" fmla="*/ 11 h 595"/>
                <a:gd name="T36" fmla="*/ 367 w 427"/>
                <a:gd name="T37" fmla="*/ 14 h 595"/>
                <a:gd name="T38" fmla="*/ 235 w 427"/>
                <a:gd name="T39" fmla="*/ 164 h 595"/>
                <a:gd name="T40" fmla="*/ 236 w 427"/>
                <a:gd name="T41" fmla="*/ 207 h 595"/>
                <a:gd name="T42" fmla="*/ 293 w 427"/>
                <a:gd name="T43" fmla="*/ 265 h 595"/>
                <a:gd name="T44" fmla="*/ 179 w 427"/>
                <a:gd name="T45" fmla="*/ 342 h 595"/>
                <a:gd name="T46" fmla="*/ 149 w 427"/>
                <a:gd name="T47" fmla="*/ 322 h 595"/>
                <a:gd name="T48" fmla="*/ 51 w 427"/>
                <a:gd name="T49" fmla="*/ 259 h 595"/>
                <a:gd name="T50" fmla="*/ 34 w 427"/>
                <a:gd name="T51" fmla="*/ 265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7" h="595">
                  <a:moveTo>
                    <a:pt x="34" y="265"/>
                  </a:moveTo>
                  <a:cubicBezTo>
                    <a:pt x="0" y="549"/>
                    <a:pt x="0" y="549"/>
                    <a:pt x="0" y="549"/>
                  </a:cubicBezTo>
                  <a:cubicBezTo>
                    <a:pt x="11" y="567"/>
                    <a:pt x="11" y="567"/>
                    <a:pt x="11" y="567"/>
                  </a:cubicBezTo>
                  <a:cubicBezTo>
                    <a:pt x="156" y="595"/>
                    <a:pt x="156" y="595"/>
                    <a:pt x="156" y="595"/>
                  </a:cubicBezTo>
                  <a:cubicBezTo>
                    <a:pt x="150" y="574"/>
                    <a:pt x="147" y="551"/>
                    <a:pt x="147" y="528"/>
                  </a:cubicBezTo>
                  <a:cubicBezTo>
                    <a:pt x="147" y="394"/>
                    <a:pt x="256" y="285"/>
                    <a:pt x="390" y="285"/>
                  </a:cubicBezTo>
                  <a:cubicBezTo>
                    <a:pt x="390" y="285"/>
                    <a:pt x="391" y="285"/>
                    <a:pt x="392" y="285"/>
                  </a:cubicBezTo>
                  <a:cubicBezTo>
                    <a:pt x="374" y="259"/>
                    <a:pt x="374" y="259"/>
                    <a:pt x="374" y="259"/>
                  </a:cubicBezTo>
                  <a:cubicBezTo>
                    <a:pt x="385" y="254"/>
                    <a:pt x="388" y="232"/>
                    <a:pt x="379" y="210"/>
                  </a:cubicBezTo>
                  <a:cubicBezTo>
                    <a:pt x="377" y="204"/>
                    <a:pt x="374" y="199"/>
                    <a:pt x="371" y="194"/>
                  </a:cubicBezTo>
                  <a:cubicBezTo>
                    <a:pt x="362" y="182"/>
                    <a:pt x="350" y="175"/>
                    <a:pt x="342" y="179"/>
                  </a:cubicBezTo>
                  <a:cubicBezTo>
                    <a:pt x="330" y="183"/>
                    <a:pt x="327" y="205"/>
                    <a:pt x="335" y="228"/>
                  </a:cubicBezTo>
                  <a:cubicBezTo>
                    <a:pt x="342" y="244"/>
                    <a:pt x="352" y="256"/>
                    <a:pt x="362" y="259"/>
                  </a:cubicBezTo>
                  <a:cubicBezTo>
                    <a:pt x="349" y="260"/>
                    <a:pt x="334" y="246"/>
                    <a:pt x="326" y="225"/>
                  </a:cubicBezTo>
                  <a:cubicBezTo>
                    <a:pt x="323" y="217"/>
                    <a:pt x="321" y="209"/>
                    <a:pt x="321" y="202"/>
                  </a:cubicBezTo>
                  <a:cubicBezTo>
                    <a:pt x="303" y="184"/>
                    <a:pt x="303" y="184"/>
                    <a:pt x="303" y="184"/>
                  </a:cubicBezTo>
                  <a:cubicBezTo>
                    <a:pt x="415" y="57"/>
                    <a:pt x="415" y="57"/>
                    <a:pt x="415" y="57"/>
                  </a:cubicBezTo>
                  <a:cubicBezTo>
                    <a:pt x="427" y="43"/>
                    <a:pt x="426" y="23"/>
                    <a:pt x="412" y="11"/>
                  </a:cubicBezTo>
                  <a:cubicBezTo>
                    <a:pt x="399" y="0"/>
                    <a:pt x="379" y="1"/>
                    <a:pt x="367" y="14"/>
                  </a:cubicBezTo>
                  <a:cubicBezTo>
                    <a:pt x="235" y="164"/>
                    <a:pt x="235" y="164"/>
                    <a:pt x="235" y="164"/>
                  </a:cubicBezTo>
                  <a:cubicBezTo>
                    <a:pt x="224" y="176"/>
                    <a:pt x="225" y="195"/>
                    <a:pt x="236" y="207"/>
                  </a:cubicBezTo>
                  <a:cubicBezTo>
                    <a:pt x="293" y="265"/>
                    <a:pt x="293" y="265"/>
                    <a:pt x="293" y="265"/>
                  </a:cubicBezTo>
                  <a:cubicBezTo>
                    <a:pt x="179" y="342"/>
                    <a:pt x="179" y="342"/>
                    <a:pt x="179" y="342"/>
                  </a:cubicBezTo>
                  <a:cubicBezTo>
                    <a:pt x="149" y="322"/>
                    <a:pt x="149" y="322"/>
                    <a:pt x="149" y="322"/>
                  </a:cubicBezTo>
                  <a:cubicBezTo>
                    <a:pt x="51" y="259"/>
                    <a:pt x="51" y="259"/>
                    <a:pt x="51" y="259"/>
                  </a:cubicBezTo>
                  <a:lnTo>
                    <a:pt x="34" y="2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Freeform 127"/>
            <p:cNvSpPr>
              <a:spLocks noEditPoints="1"/>
            </p:cNvSpPr>
            <p:nvPr/>
          </p:nvSpPr>
          <p:spPr bwMode="auto">
            <a:xfrm>
              <a:off x="7029451" y="2005012"/>
              <a:ext cx="735013" cy="735012"/>
            </a:xfrm>
            <a:custGeom>
              <a:avLst/>
              <a:gdLst>
                <a:gd name="T0" fmla="*/ 231 w 461"/>
                <a:gd name="T1" fmla="*/ 0 h 462"/>
                <a:gd name="T2" fmla="*/ 0 w 461"/>
                <a:gd name="T3" fmla="*/ 231 h 462"/>
                <a:gd name="T4" fmla="*/ 231 w 461"/>
                <a:gd name="T5" fmla="*/ 462 h 462"/>
                <a:gd name="T6" fmla="*/ 461 w 461"/>
                <a:gd name="T7" fmla="*/ 231 h 462"/>
                <a:gd name="T8" fmla="*/ 231 w 461"/>
                <a:gd name="T9" fmla="*/ 0 h 462"/>
                <a:gd name="T10" fmla="*/ 231 w 461"/>
                <a:gd name="T11" fmla="*/ 350 h 462"/>
                <a:gd name="T12" fmla="*/ 112 w 461"/>
                <a:gd name="T13" fmla="*/ 231 h 462"/>
                <a:gd name="T14" fmla="*/ 231 w 461"/>
                <a:gd name="T15" fmla="*/ 112 h 462"/>
                <a:gd name="T16" fmla="*/ 349 w 461"/>
                <a:gd name="T17" fmla="*/ 231 h 462"/>
                <a:gd name="T18" fmla="*/ 231 w 461"/>
                <a:gd name="T19" fmla="*/ 350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1" h="462">
                  <a:moveTo>
                    <a:pt x="231" y="0"/>
                  </a:moveTo>
                  <a:cubicBezTo>
                    <a:pt x="103" y="0"/>
                    <a:pt x="0" y="104"/>
                    <a:pt x="0" y="231"/>
                  </a:cubicBezTo>
                  <a:cubicBezTo>
                    <a:pt x="0" y="358"/>
                    <a:pt x="103" y="462"/>
                    <a:pt x="231" y="462"/>
                  </a:cubicBezTo>
                  <a:cubicBezTo>
                    <a:pt x="358" y="462"/>
                    <a:pt x="461" y="358"/>
                    <a:pt x="461" y="231"/>
                  </a:cubicBezTo>
                  <a:cubicBezTo>
                    <a:pt x="461" y="104"/>
                    <a:pt x="358" y="0"/>
                    <a:pt x="231" y="0"/>
                  </a:cubicBezTo>
                  <a:close/>
                  <a:moveTo>
                    <a:pt x="231" y="350"/>
                  </a:moveTo>
                  <a:cubicBezTo>
                    <a:pt x="165" y="350"/>
                    <a:pt x="112" y="297"/>
                    <a:pt x="112" y="231"/>
                  </a:cubicBezTo>
                  <a:cubicBezTo>
                    <a:pt x="112" y="165"/>
                    <a:pt x="165" y="112"/>
                    <a:pt x="231" y="112"/>
                  </a:cubicBezTo>
                  <a:cubicBezTo>
                    <a:pt x="296" y="112"/>
                    <a:pt x="349" y="165"/>
                    <a:pt x="349" y="231"/>
                  </a:cubicBezTo>
                  <a:cubicBezTo>
                    <a:pt x="349" y="297"/>
                    <a:pt x="296" y="350"/>
                    <a:pt x="231" y="3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Oval 128"/>
            <p:cNvSpPr>
              <a:spLocks noChangeArrowheads="1"/>
            </p:cNvSpPr>
            <p:nvPr/>
          </p:nvSpPr>
          <p:spPr bwMode="auto">
            <a:xfrm>
              <a:off x="7239001" y="2214562"/>
              <a:ext cx="315913" cy="3159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227"/>
            <p:cNvSpPr>
              <a:spLocks/>
            </p:cNvSpPr>
            <p:nvPr/>
          </p:nvSpPr>
          <p:spPr bwMode="auto">
            <a:xfrm>
              <a:off x="7078663" y="604838"/>
              <a:ext cx="269875" cy="301625"/>
            </a:xfrm>
            <a:custGeom>
              <a:avLst/>
              <a:gdLst>
                <a:gd name="T0" fmla="*/ 50 w 170"/>
                <a:gd name="T1" fmla="*/ 123 h 190"/>
                <a:gd name="T2" fmla="*/ 28 w 170"/>
                <a:gd name="T3" fmla="*/ 0 h 190"/>
                <a:gd name="T4" fmla="*/ 0 w 170"/>
                <a:gd name="T5" fmla="*/ 0 h 190"/>
                <a:gd name="T6" fmla="*/ 35 w 170"/>
                <a:gd name="T7" fmla="*/ 190 h 190"/>
                <a:gd name="T8" fmla="*/ 63 w 170"/>
                <a:gd name="T9" fmla="*/ 190 h 190"/>
                <a:gd name="T10" fmla="*/ 86 w 170"/>
                <a:gd name="T11" fmla="*/ 61 h 190"/>
                <a:gd name="T12" fmla="*/ 111 w 170"/>
                <a:gd name="T13" fmla="*/ 190 h 190"/>
                <a:gd name="T14" fmla="*/ 138 w 170"/>
                <a:gd name="T15" fmla="*/ 190 h 190"/>
                <a:gd name="T16" fmla="*/ 170 w 170"/>
                <a:gd name="T17" fmla="*/ 0 h 190"/>
                <a:gd name="T18" fmla="*/ 142 w 170"/>
                <a:gd name="T19" fmla="*/ 0 h 190"/>
                <a:gd name="T20" fmla="*/ 123 w 170"/>
                <a:gd name="T21" fmla="*/ 123 h 190"/>
                <a:gd name="T22" fmla="*/ 98 w 170"/>
                <a:gd name="T23" fmla="*/ 0 h 190"/>
                <a:gd name="T24" fmla="*/ 73 w 170"/>
                <a:gd name="T25" fmla="*/ 0 h 190"/>
                <a:gd name="T26" fmla="*/ 50 w 170"/>
                <a:gd name="T27" fmla="*/ 123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0" h="190">
                  <a:moveTo>
                    <a:pt x="50" y="123"/>
                  </a:moveTo>
                  <a:lnTo>
                    <a:pt x="28" y="0"/>
                  </a:lnTo>
                  <a:lnTo>
                    <a:pt x="0" y="0"/>
                  </a:lnTo>
                  <a:lnTo>
                    <a:pt x="35" y="190"/>
                  </a:lnTo>
                  <a:lnTo>
                    <a:pt x="63" y="190"/>
                  </a:lnTo>
                  <a:lnTo>
                    <a:pt x="86" y="61"/>
                  </a:lnTo>
                  <a:lnTo>
                    <a:pt x="111" y="190"/>
                  </a:lnTo>
                  <a:lnTo>
                    <a:pt x="138" y="190"/>
                  </a:lnTo>
                  <a:lnTo>
                    <a:pt x="170" y="0"/>
                  </a:lnTo>
                  <a:lnTo>
                    <a:pt x="142" y="0"/>
                  </a:lnTo>
                  <a:lnTo>
                    <a:pt x="123" y="123"/>
                  </a:lnTo>
                  <a:lnTo>
                    <a:pt x="98" y="0"/>
                  </a:lnTo>
                  <a:lnTo>
                    <a:pt x="73" y="0"/>
                  </a:lnTo>
                  <a:lnTo>
                    <a:pt x="50" y="1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228"/>
            <p:cNvSpPr>
              <a:spLocks noEditPoints="1"/>
            </p:cNvSpPr>
            <p:nvPr/>
          </p:nvSpPr>
          <p:spPr bwMode="auto">
            <a:xfrm>
              <a:off x="7354888" y="604838"/>
              <a:ext cx="182563" cy="301625"/>
            </a:xfrm>
            <a:custGeom>
              <a:avLst/>
              <a:gdLst>
                <a:gd name="T0" fmla="*/ 29 w 115"/>
                <a:gd name="T1" fmla="*/ 190 h 190"/>
                <a:gd name="T2" fmla="*/ 37 w 115"/>
                <a:gd name="T3" fmla="*/ 149 h 190"/>
                <a:gd name="T4" fmla="*/ 77 w 115"/>
                <a:gd name="T5" fmla="*/ 149 h 190"/>
                <a:gd name="T6" fmla="*/ 85 w 115"/>
                <a:gd name="T7" fmla="*/ 190 h 190"/>
                <a:gd name="T8" fmla="*/ 115 w 115"/>
                <a:gd name="T9" fmla="*/ 190 h 190"/>
                <a:gd name="T10" fmla="*/ 76 w 115"/>
                <a:gd name="T11" fmla="*/ 0 h 190"/>
                <a:gd name="T12" fmla="*/ 37 w 115"/>
                <a:gd name="T13" fmla="*/ 0 h 190"/>
                <a:gd name="T14" fmla="*/ 0 w 115"/>
                <a:gd name="T15" fmla="*/ 190 h 190"/>
                <a:gd name="T16" fmla="*/ 29 w 115"/>
                <a:gd name="T17" fmla="*/ 190 h 190"/>
                <a:gd name="T18" fmla="*/ 56 w 115"/>
                <a:gd name="T19" fmla="*/ 37 h 190"/>
                <a:gd name="T20" fmla="*/ 72 w 115"/>
                <a:gd name="T21" fmla="*/ 122 h 190"/>
                <a:gd name="T22" fmla="*/ 41 w 115"/>
                <a:gd name="T23" fmla="*/ 122 h 190"/>
                <a:gd name="T24" fmla="*/ 56 w 115"/>
                <a:gd name="T25" fmla="*/ 37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5" h="190">
                  <a:moveTo>
                    <a:pt x="29" y="190"/>
                  </a:moveTo>
                  <a:lnTo>
                    <a:pt x="37" y="149"/>
                  </a:lnTo>
                  <a:lnTo>
                    <a:pt x="77" y="149"/>
                  </a:lnTo>
                  <a:lnTo>
                    <a:pt x="85" y="190"/>
                  </a:lnTo>
                  <a:lnTo>
                    <a:pt x="115" y="190"/>
                  </a:lnTo>
                  <a:lnTo>
                    <a:pt x="76" y="0"/>
                  </a:lnTo>
                  <a:lnTo>
                    <a:pt x="37" y="0"/>
                  </a:lnTo>
                  <a:lnTo>
                    <a:pt x="0" y="190"/>
                  </a:lnTo>
                  <a:lnTo>
                    <a:pt x="29" y="190"/>
                  </a:lnTo>
                  <a:close/>
                  <a:moveTo>
                    <a:pt x="56" y="37"/>
                  </a:moveTo>
                  <a:lnTo>
                    <a:pt x="72" y="122"/>
                  </a:lnTo>
                  <a:lnTo>
                    <a:pt x="41" y="122"/>
                  </a:lnTo>
                  <a:lnTo>
                    <a:pt x="56"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229"/>
            <p:cNvSpPr>
              <a:spLocks noEditPoints="1"/>
            </p:cNvSpPr>
            <p:nvPr/>
          </p:nvSpPr>
          <p:spPr bwMode="auto">
            <a:xfrm>
              <a:off x="7569201" y="604838"/>
              <a:ext cx="163513" cy="301625"/>
            </a:xfrm>
            <a:custGeom>
              <a:avLst/>
              <a:gdLst>
                <a:gd name="T0" fmla="*/ 100 w 102"/>
                <a:gd name="T1" fmla="*/ 54 h 189"/>
                <a:gd name="T2" fmla="*/ 83 w 102"/>
                <a:gd name="T3" fmla="*/ 12 h 189"/>
                <a:gd name="T4" fmla="*/ 45 w 102"/>
                <a:gd name="T5" fmla="*/ 0 h 189"/>
                <a:gd name="T6" fmla="*/ 0 w 102"/>
                <a:gd name="T7" fmla="*/ 0 h 189"/>
                <a:gd name="T8" fmla="*/ 0 w 102"/>
                <a:gd name="T9" fmla="*/ 189 h 189"/>
                <a:gd name="T10" fmla="*/ 29 w 102"/>
                <a:gd name="T11" fmla="*/ 189 h 189"/>
                <a:gd name="T12" fmla="*/ 29 w 102"/>
                <a:gd name="T13" fmla="*/ 112 h 189"/>
                <a:gd name="T14" fmla="*/ 46 w 102"/>
                <a:gd name="T15" fmla="*/ 112 h 189"/>
                <a:gd name="T16" fmla="*/ 71 w 102"/>
                <a:gd name="T17" fmla="*/ 189 h 189"/>
                <a:gd name="T18" fmla="*/ 102 w 102"/>
                <a:gd name="T19" fmla="*/ 189 h 189"/>
                <a:gd name="T20" fmla="*/ 74 w 102"/>
                <a:gd name="T21" fmla="*/ 103 h 189"/>
                <a:gd name="T22" fmla="*/ 100 w 102"/>
                <a:gd name="T23" fmla="*/ 54 h 189"/>
                <a:gd name="T24" fmla="*/ 62 w 102"/>
                <a:gd name="T25" fmla="*/ 79 h 189"/>
                <a:gd name="T26" fmla="*/ 40 w 102"/>
                <a:gd name="T27" fmla="*/ 85 h 189"/>
                <a:gd name="T28" fmla="*/ 29 w 102"/>
                <a:gd name="T29" fmla="*/ 85 h 189"/>
                <a:gd name="T30" fmla="*/ 29 w 102"/>
                <a:gd name="T31" fmla="*/ 27 h 189"/>
                <a:gd name="T32" fmla="*/ 40 w 102"/>
                <a:gd name="T33" fmla="*/ 27 h 189"/>
                <a:gd name="T34" fmla="*/ 62 w 102"/>
                <a:gd name="T35" fmla="*/ 33 h 189"/>
                <a:gd name="T36" fmla="*/ 69 w 102"/>
                <a:gd name="T37" fmla="*/ 56 h 189"/>
                <a:gd name="T38" fmla="*/ 62 w 102"/>
                <a:gd name="T39" fmla="*/ 7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2" h="189">
                  <a:moveTo>
                    <a:pt x="100" y="54"/>
                  </a:moveTo>
                  <a:cubicBezTo>
                    <a:pt x="100" y="36"/>
                    <a:pt x="94" y="21"/>
                    <a:pt x="83" y="12"/>
                  </a:cubicBezTo>
                  <a:cubicBezTo>
                    <a:pt x="74" y="4"/>
                    <a:pt x="62" y="0"/>
                    <a:pt x="45" y="0"/>
                  </a:cubicBezTo>
                  <a:cubicBezTo>
                    <a:pt x="0" y="0"/>
                    <a:pt x="0" y="0"/>
                    <a:pt x="0" y="0"/>
                  </a:cubicBezTo>
                  <a:cubicBezTo>
                    <a:pt x="0" y="189"/>
                    <a:pt x="0" y="189"/>
                    <a:pt x="0" y="189"/>
                  </a:cubicBezTo>
                  <a:cubicBezTo>
                    <a:pt x="29" y="189"/>
                    <a:pt x="29" y="189"/>
                    <a:pt x="29" y="189"/>
                  </a:cubicBezTo>
                  <a:cubicBezTo>
                    <a:pt x="29" y="112"/>
                    <a:pt x="29" y="112"/>
                    <a:pt x="29" y="112"/>
                  </a:cubicBezTo>
                  <a:cubicBezTo>
                    <a:pt x="46" y="112"/>
                    <a:pt x="46" y="112"/>
                    <a:pt x="46" y="112"/>
                  </a:cubicBezTo>
                  <a:cubicBezTo>
                    <a:pt x="71" y="189"/>
                    <a:pt x="71" y="189"/>
                    <a:pt x="71" y="189"/>
                  </a:cubicBezTo>
                  <a:cubicBezTo>
                    <a:pt x="102" y="189"/>
                    <a:pt x="102" y="189"/>
                    <a:pt x="102" y="189"/>
                  </a:cubicBezTo>
                  <a:cubicBezTo>
                    <a:pt x="74" y="103"/>
                    <a:pt x="74" y="103"/>
                    <a:pt x="74" y="103"/>
                  </a:cubicBezTo>
                  <a:cubicBezTo>
                    <a:pt x="91" y="95"/>
                    <a:pt x="100" y="78"/>
                    <a:pt x="100" y="54"/>
                  </a:cubicBezTo>
                  <a:close/>
                  <a:moveTo>
                    <a:pt x="62" y="79"/>
                  </a:moveTo>
                  <a:cubicBezTo>
                    <a:pt x="58" y="83"/>
                    <a:pt x="52" y="85"/>
                    <a:pt x="40" y="85"/>
                  </a:cubicBezTo>
                  <a:cubicBezTo>
                    <a:pt x="29" y="85"/>
                    <a:pt x="29" y="85"/>
                    <a:pt x="29" y="85"/>
                  </a:cubicBezTo>
                  <a:cubicBezTo>
                    <a:pt x="29" y="27"/>
                    <a:pt x="29" y="27"/>
                    <a:pt x="29" y="27"/>
                  </a:cubicBezTo>
                  <a:cubicBezTo>
                    <a:pt x="40" y="27"/>
                    <a:pt x="40" y="27"/>
                    <a:pt x="40" y="27"/>
                  </a:cubicBezTo>
                  <a:cubicBezTo>
                    <a:pt x="52" y="27"/>
                    <a:pt x="58" y="29"/>
                    <a:pt x="62" y="33"/>
                  </a:cubicBezTo>
                  <a:cubicBezTo>
                    <a:pt x="67" y="38"/>
                    <a:pt x="69" y="46"/>
                    <a:pt x="69" y="56"/>
                  </a:cubicBezTo>
                  <a:cubicBezTo>
                    <a:pt x="69" y="66"/>
                    <a:pt x="67" y="74"/>
                    <a:pt x="62"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230"/>
            <p:cNvSpPr>
              <a:spLocks/>
            </p:cNvSpPr>
            <p:nvPr/>
          </p:nvSpPr>
          <p:spPr bwMode="auto">
            <a:xfrm>
              <a:off x="6843713" y="244475"/>
              <a:ext cx="163513" cy="300037"/>
            </a:xfrm>
            <a:custGeom>
              <a:avLst/>
              <a:gdLst>
                <a:gd name="T0" fmla="*/ 37 w 103"/>
                <a:gd name="T1" fmla="*/ 189 h 189"/>
                <a:gd name="T2" fmla="*/ 66 w 103"/>
                <a:gd name="T3" fmla="*/ 189 h 189"/>
                <a:gd name="T4" fmla="*/ 66 w 103"/>
                <a:gd name="T5" fmla="*/ 27 h 189"/>
                <a:gd name="T6" fmla="*/ 103 w 103"/>
                <a:gd name="T7" fmla="*/ 27 h 189"/>
                <a:gd name="T8" fmla="*/ 103 w 103"/>
                <a:gd name="T9" fmla="*/ 0 h 189"/>
                <a:gd name="T10" fmla="*/ 0 w 103"/>
                <a:gd name="T11" fmla="*/ 0 h 189"/>
                <a:gd name="T12" fmla="*/ 0 w 103"/>
                <a:gd name="T13" fmla="*/ 27 h 189"/>
                <a:gd name="T14" fmla="*/ 37 w 103"/>
                <a:gd name="T15" fmla="*/ 27 h 189"/>
                <a:gd name="T16" fmla="*/ 37 w 103"/>
                <a:gd name="T17" fmla="*/ 18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189">
                  <a:moveTo>
                    <a:pt x="37" y="189"/>
                  </a:moveTo>
                  <a:lnTo>
                    <a:pt x="66" y="189"/>
                  </a:lnTo>
                  <a:lnTo>
                    <a:pt x="66" y="27"/>
                  </a:lnTo>
                  <a:lnTo>
                    <a:pt x="103" y="27"/>
                  </a:lnTo>
                  <a:lnTo>
                    <a:pt x="103" y="0"/>
                  </a:lnTo>
                  <a:lnTo>
                    <a:pt x="0" y="0"/>
                  </a:lnTo>
                  <a:lnTo>
                    <a:pt x="0" y="27"/>
                  </a:lnTo>
                  <a:lnTo>
                    <a:pt x="37" y="27"/>
                  </a:lnTo>
                  <a:lnTo>
                    <a:pt x="37" y="1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Freeform 231"/>
            <p:cNvSpPr>
              <a:spLocks noEditPoints="1"/>
            </p:cNvSpPr>
            <p:nvPr/>
          </p:nvSpPr>
          <p:spPr bwMode="auto">
            <a:xfrm>
              <a:off x="7038976" y="244475"/>
              <a:ext cx="163513" cy="300037"/>
            </a:xfrm>
            <a:custGeom>
              <a:avLst/>
              <a:gdLst>
                <a:gd name="T0" fmla="*/ 29 w 102"/>
                <a:gd name="T1" fmla="*/ 111 h 188"/>
                <a:gd name="T2" fmla="*/ 47 w 102"/>
                <a:gd name="T3" fmla="*/ 111 h 188"/>
                <a:gd name="T4" fmla="*/ 72 w 102"/>
                <a:gd name="T5" fmla="*/ 188 h 188"/>
                <a:gd name="T6" fmla="*/ 102 w 102"/>
                <a:gd name="T7" fmla="*/ 188 h 188"/>
                <a:gd name="T8" fmla="*/ 75 w 102"/>
                <a:gd name="T9" fmla="*/ 103 h 188"/>
                <a:gd name="T10" fmla="*/ 100 w 102"/>
                <a:gd name="T11" fmla="*/ 54 h 188"/>
                <a:gd name="T12" fmla="*/ 83 w 102"/>
                <a:gd name="T13" fmla="*/ 11 h 188"/>
                <a:gd name="T14" fmla="*/ 46 w 102"/>
                <a:gd name="T15" fmla="*/ 0 h 188"/>
                <a:gd name="T16" fmla="*/ 0 w 102"/>
                <a:gd name="T17" fmla="*/ 0 h 188"/>
                <a:gd name="T18" fmla="*/ 0 w 102"/>
                <a:gd name="T19" fmla="*/ 188 h 188"/>
                <a:gd name="T20" fmla="*/ 29 w 102"/>
                <a:gd name="T21" fmla="*/ 188 h 188"/>
                <a:gd name="T22" fmla="*/ 29 w 102"/>
                <a:gd name="T23" fmla="*/ 111 h 188"/>
                <a:gd name="T24" fmla="*/ 29 w 102"/>
                <a:gd name="T25" fmla="*/ 27 h 188"/>
                <a:gd name="T26" fmla="*/ 40 w 102"/>
                <a:gd name="T27" fmla="*/ 27 h 188"/>
                <a:gd name="T28" fmla="*/ 63 w 102"/>
                <a:gd name="T29" fmla="*/ 33 h 188"/>
                <a:gd name="T30" fmla="*/ 70 w 102"/>
                <a:gd name="T31" fmla="*/ 55 h 188"/>
                <a:gd name="T32" fmla="*/ 63 w 102"/>
                <a:gd name="T33" fmla="*/ 78 h 188"/>
                <a:gd name="T34" fmla="*/ 40 w 102"/>
                <a:gd name="T35" fmla="*/ 84 h 188"/>
                <a:gd name="T36" fmla="*/ 29 w 102"/>
                <a:gd name="T37" fmla="*/ 84 h 188"/>
                <a:gd name="T38" fmla="*/ 29 w 102"/>
                <a:gd name="T39" fmla="*/ 27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2" h="188">
                  <a:moveTo>
                    <a:pt x="29" y="111"/>
                  </a:moveTo>
                  <a:cubicBezTo>
                    <a:pt x="47" y="111"/>
                    <a:pt x="47" y="111"/>
                    <a:pt x="47" y="111"/>
                  </a:cubicBezTo>
                  <a:cubicBezTo>
                    <a:pt x="72" y="188"/>
                    <a:pt x="72" y="188"/>
                    <a:pt x="72" y="188"/>
                  </a:cubicBezTo>
                  <a:cubicBezTo>
                    <a:pt x="102" y="188"/>
                    <a:pt x="102" y="188"/>
                    <a:pt x="102" y="188"/>
                  </a:cubicBezTo>
                  <a:cubicBezTo>
                    <a:pt x="75" y="103"/>
                    <a:pt x="75" y="103"/>
                    <a:pt x="75" y="103"/>
                  </a:cubicBezTo>
                  <a:cubicBezTo>
                    <a:pt x="91" y="94"/>
                    <a:pt x="100" y="78"/>
                    <a:pt x="100" y="54"/>
                  </a:cubicBezTo>
                  <a:cubicBezTo>
                    <a:pt x="100" y="35"/>
                    <a:pt x="94" y="21"/>
                    <a:pt x="83" y="11"/>
                  </a:cubicBezTo>
                  <a:cubicBezTo>
                    <a:pt x="74" y="3"/>
                    <a:pt x="63" y="0"/>
                    <a:pt x="46" y="0"/>
                  </a:cubicBezTo>
                  <a:cubicBezTo>
                    <a:pt x="0" y="0"/>
                    <a:pt x="0" y="0"/>
                    <a:pt x="0" y="0"/>
                  </a:cubicBezTo>
                  <a:cubicBezTo>
                    <a:pt x="0" y="188"/>
                    <a:pt x="0" y="188"/>
                    <a:pt x="0" y="188"/>
                  </a:cubicBezTo>
                  <a:cubicBezTo>
                    <a:pt x="29" y="188"/>
                    <a:pt x="29" y="188"/>
                    <a:pt x="29" y="188"/>
                  </a:cubicBezTo>
                  <a:lnTo>
                    <a:pt x="29" y="111"/>
                  </a:lnTo>
                  <a:close/>
                  <a:moveTo>
                    <a:pt x="29" y="27"/>
                  </a:moveTo>
                  <a:cubicBezTo>
                    <a:pt x="40" y="27"/>
                    <a:pt x="40" y="27"/>
                    <a:pt x="40" y="27"/>
                  </a:cubicBezTo>
                  <a:cubicBezTo>
                    <a:pt x="52" y="27"/>
                    <a:pt x="58" y="28"/>
                    <a:pt x="63" y="33"/>
                  </a:cubicBezTo>
                  <a:cubicBezTo>
                    <a:pt x="67" y="37"/>
                    <a:pt x="70" y="45"/>
                    <a:pt x="70" y="55"/>
                  </a:cubicBezTo>
                  <a:cubicBezTo>
                    <a:pt x="70" y="66"/>
                    <a:pt x="67" y="73"/>
                    <a:pt x="63" y="78"/>
                  </a:cubicBezTo>
                  <a:cubicBezTo>
                    <a:pt x="58" y="83"/>
                    <a:pt x="52" y="84"/>
                    <a:pt x="40" y="84"/>
                  </a:cubicBezTo>
                  <a:cubicBezTo>
                    <a:pt x="29" y="84"/>
                    <a:pt x="29" y="84"/>
                    <a:pt x="29" y="84"/>
                  </a:cubicBezTo>
                  <a:lnTo>
                    <a:pt x="29"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232"/>
            <p:cNvSpPr>
              <a:spLocks noEditPoints="1"/>
            </p:cNvSpPr>
            <p:nvPr/>
          </p:nvSpPr>
          <p:spPr bwMode="auto">
            <a:xfrm>
              <a:off x="7235826" y="239713"/>
              <a:ext cx="163513" cy="309562"/>
            </a:xfrm>
            <a:custGeom>
              <a:avLst/>
              <a:gdLst>
                <a:gd name="T0" fmla="*/ 52 w 103"/>
                <a:gd name="T1" fmla="*/ 194 h 194"/>
                <a:gd name="T2" fmla="*/ 93 w 103"/>
                <a:gd name="T3" fmla="*/ 176 h 194"/>
                <a:gd name="T4" fmla="*/ 103 w 103"/>
                <a:gd name="T5" fmla="*/ 131 h 194"/>
                <a:gd name="T6" fmla="*/ 103 w 103"/>
                <a:gd name="T7" fmla="*/ 63 h 194"/>
                <a:gd name="T8" fmla="*/ 93 w 103"/>
                <a:gd name="T9" fmla="*/ 18 h 194"/>
                <a:gd name="T10" fmla="*/ 52 w 103"/>
                <a:gd name="T11" fmla="*/ 0 h 194"/>
                <a:gd name="T12" fmla="*/ 11 w 103"/>
                <a:gd name="T13" fmla="*/ 18 h 194"/>
                <a:gd name="T14" fmla="*/ 0 w 103"/>
                <a:gd name="T15" fmla="*/ 63 h 194"/>
                <a:gd name="T16" fmla="*/ 0 w 103"/>
                <a:gd name="T17" fmla="*/ 131 h 194"/>
                <a:gd name="T18" fmla="*/ 11 w 103"/>
                <a:gd name="T19" fmla="*/ 176 h 194"/>
                <a:gd name="T20" fmla="*/ 52 w 103"/>
                <a:gd name="T21" fmla="*/ 194 h 194"/>
                <a:gd name="T22" fmla="*/ 30 w 103"/>
                <a:gd name="T23" fmla="*/ 63 h 194"/>
                <a:gd name="T24" fmla="*/ 33 w 103"/>
                <a:gd name="T25" fmla="*/ 38 h 194"/>
                <a:gd name="T26" fmla="*/ 52 w 103"/>
                <a:gd name="T27" fmla="*/ 27 h 194"/>
                <a:gd name="T28" fmla="*/ 71 w 103"/>
                <a:gd name="T29" fmla="*/ 38 h 194"/>
                <a:gd name="T30" fmla="*/ 74 w 103"/>
                <a:gd name="T31" fmla="*/ 63 h 194"/>
                <a:gd name="T32" fmla="*/ 74 w 103"/>
                <a:gd name="T33" fmla="*/ 131 h 194"/>
                <a:gd name="T34" fmla="*/ 71 w 103"/>
                <a:gd name="T35" fmla="*/ 157 h 194"/>
                <a:gd name="T36" fmla="*/ 52 w 103"/>
                <a:gd name="T37" fmla="*/ 167 h 194"/>
                <a:gd name="T38" fmla="*/ 33 w 103"/>
                <a:gd name="T39" fmla="*/ 157 h 194"/>
                <a:gd name="T40" fmla="*/ 30 w 103"/>
                <a:gd name="T41" fmla="*/ 131 h 194"/>
                <a:gd name="T42" fmla="*/ 30 w 103"/>
                <a:gd name="T43" fmla="*/ 63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3" h="194">
                  <a:moveTo>
                    <a:pt x="52" y="194"/>
                  </a:moveTo>
                  <a:cubicBezTo>
                    <a:pt x="70" y="194"/>
                    <a:pt x="84" y="188"/>
                    <a:pt x="93" y="176"/>
                  </a:cubicBezTo>
                  <a:cubicBezTo>
                    <a:pt x="100" y="165"/>
                    <a:pt x="103" y="153"/>
                    <a:pt x="103" y="131"/>
                  </a:cubicBezTo>
                  <a:cubicBezTo>
                    <a:pt x="103" y="63"/>
                    <a:pt x="103" y="63"/>
                    <a:pt x="103" y="63"/>
                  </a:cubicBezTo>
                  <a:cubicBezTo>
                    <a:pt x="103" y="41"/>
                    <a:pt x="100" y="29"/>
                    <a:pt x="93" y="18"/>
                  </a:cubicBezTo>
                  <a:cubicBezTo>
                    <a:pt x="84" y="6"/>
                    <a:pt x="70" y="0"/>
                    <a:pt x="52" y="0"/>
                  </a:cubicBezTo>
                  <a:cubicBezTo>
                    <a:pt x="34" y="0"/>
                    <a:pt x="20" y="6"/>
                    <a:pt x="11" y="18"/>
                  </a:cubicBezTo>
                  <a:cubicBezTo>
                    <a:pt x="4" y="29"/>
                    <a:pt x="0" y="41"/>
                    <a:pt x="0" y="63"/>
                  </a:cubicBezTo>
                  <a:cubicBezTo>
                    <a:pt x="0" y="131"/>
                    <a:pt x="0" y="131"/>
                    <a:pt x="0" y="131"/>
                  </a:cubicBezTo>
                  <a:cubicBezTo>
                    <a:pt x="0" y="153"/>
                    <a:pt x="4" y="165"/>
                    <a:pt x="11" y="176"/>
                  </a:cubicBezTo>
                  <a:cubicBezTo>
                    <a:pt x="20" y="188"/>
                    <a:pt x="34" y="194"/>
                    <a:pt x="52" y="194"/>
                  </a:cubicBezTo>
                  <a:close/>
                  <a:moveTo>
                    <a:pt x="30" y="63"/>
                  </a:moveTo>
                  <a:cubicBezTo>
                    <a:pt x="30" y="48"/>
                    <a:pt x="30" y="43"/>
                    <a:pt x="33" y="38"/>
                  </a:cubicBezTo>
                  <a:cubicBezTo>
                    <a:pt x="37" y="31"/>
                    <a:pt x="44" y="27"/>
                    <a:pt x="52" y="27"/>
                  </a:cubicBezTo>
                  <a:cubicBezTo>
                    <a:pt x="60" y="27"/>
                    <a:pt x="67" y="31"/>
                    <a:pt x="71" y="38"/>
                  </a:cubicBezTo>
                  <a:cubicBezTo>
                    <a:pt x="74" y="43"/>
                    <a:pt x="74" y="48"/>
                    <a:pt x="74" y="63"/>
                  </a:cubicBezTo>
                  <a:cubicBezTo>
                    <a:pt x="74" y="131"/>
                    <a:pt x="74" y="131"/>
                    <a:pt x="74" y="131"/>
                  </a:cubicBezTo>
                  <a:cubicBezTo>
                    <a:pt x="74" y="146"/>
                    <a:pt x="74" y="151"/>
                    <a:pt x="71" y="157"/>
                  </a:cubicBezTo>
                  <a:cubicBezTo>
                    <a:pt x="67" y="163"/>
                    <a:pt x="60" y="167"/>
                    <a:pt x="52" y="167"/>
                  </a:cubicBezTo>
                  <a:cubicBezTo>
                    <a:pt x="44" y="167"/>
                    <a:pt x="37" y="163"/>
                    <a:pt x="33" y="157"/>
                  </a:cubicBezTo>
                  <a:cubicBezTo>
                    <a:pt x="30" y="151"/>
                    <a:pt x="30" y="146"/>
                    <a:pt x="30" y="131"/>
                  </a:cubicBezTo>
                  <a:lnTo>
                    <a:pt x="30" y="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Freeform 233"/>
            <p:cNvSpPr>
              <a:spLocks/>
            </p:cNvSpPr>
            <p:nvPr/>
          </p:nvSpPr>
          <p:spPr bwMode="auto">
            <a:xfrm>
              <a:off x="7429501" y="244475"/>
              <a:ext cx="87313" cy="300037"/>
            </a:xfrm>
            <a:custGeom>
              <a:avLst/>
              <a:gdLst>
                <a:gd name="T0" fmla="*/ 47 w 55"/>
                <a:gd name="T1" fmla="*/ 178 h 188"/>
                <a:gd name="T2" fmla="*/ 55 w 55"/>
                <a:gd name="T3" fmla="*/ 142 h 188"/>
                <a:gd name="T4" fmla="*/ 55 w 55"/>
                <a:gd name="T5" fmla="*/ 0 h 188"/>
                <a:gd name="T6" fmla="*/ 26 w 55"/>
                <a:gd name="T7" fmla="*/ 0 h 188"/>
                <a:gd name="T8" fmla="*/ 26 w 55"/>
                <a:gd name="T9" fmla="*/ 140 h 188"/>
                <a:gd name="T10" fmla="*/ 6 w 55"/>
                <a:gd name="T11" fmla="*/ 161 h 188"/>
                <a:gd name="T12" fmla="*/ 0 w 55"/>
                <a:gd name="T13" fmla="*/ 161 h 188"/>
                <a:gd name="T14" fmla="*/ 0 w 55"/>
                <a:gd name="T15" fmla="*/ 188 h 188"/>
                <a:gd name="T16" fmla="*/ 17 w 55"/>
                <a:gd name="T17" fmla="*/ 188 h 188"/>
                <a:gd name="T18" fmla="*/ 47 w 55"/>
                <a:gd name="T19" fmla="*/ 17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 h="188">
                  <a:moveTo>
                    <a:pt x="47" y="178"/>
                  </a:moveTo>
                  <a:cubicBezTo>
                    <a:pt x="53" y="170"/>
                    <a:pt x="55" y="162"/>
                    <a:pt x="55" y="142"/>
                  </a:cubicBezTo>
                  <a:cubicBezTo>
                    <a:pt x="55" y="0"/>
                    <a:pt x="55" y="0"/>
                    <a:pt x="55" y="0"/>
                  </a:cubicBezTo>
                  <a:cubicBezTo>
                    <a:pt x="26" y="0"/>
                    <a:pt x="26" y="0"/>
                    <a:pt x="26" y="0"/>
                  </a:cubicBezTo>
                  <a:cubicBezTo>
                    <a:pt x="26" y="140"/>
                    <a:pt x="26" y="140"/>
                    <a:pt x="26" y="140"/>
                  </a:cubicBezTo>
                  <a:cubicBezTo>
                    <a:pt x="26" y="156"/>
                    <a:pt x="21" y="161"/>
                    <a:pt x="6" y="161"/>
                  </a:cubicBezTo>
                  <a:cubicBezTo>
                    <a:pt x="0" y="161"/>
                    <a:pt x="0" y="161"/>
                    <a:pt x="0" y="161"/>
                  </a:cubicBezTo>
                  <a:cubicBezTo>
                    <a:pt x="0" y="188"/>
                    <a:pt x="0" y="188"/>
                    <a:pt x="0" y="188"/>
                  </a:cubicBezTo>
                  <a:cubicBezTo>
                    <a:pt x="17" y="188"/>
                    <a:pt x="17" y="188"/>
                    <a:pt x="17" y="188"/>
                  </a:cubicBezTo>
                  <a:cubicBezTo>
                    <a:pt x="32" y="188"/>
                    <a:pt x="41" y="185"/>
                    <a:pt x="47" y="1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234"/>
            <p:cNvSpPr>
              <a:spLocks noEditPoints="1"/>
            </p:cNvSpPr>
            <p:nvPr/>
          </p:nvSpPr>
          <p:spPr bwMode="auto">
            <a:xfrm>
              <a:off x="7548563" y="244475"/>
              <a:ext cx="184150" cy="300037"/>
            </a:xfrm>
            <a:custGeom>
              <a:avLst/>
              <a:gdLst>
                <a:gd name="T0" fmla="*/ 38 w 116"/>
                <a:gd name="T1" fmla="*/ 148 h 189"/>
                <a:gd name="T2" fmla="*/ 78 w 116"/>
                <a:gd name="T3" fmla="*/ 148 h 189"/>
                <a:gd name="T4" fmla="*/ 86 w 116"/>
                <a:gd name="T5" fmla="*/ 189 h 189"/>
                <a:gd name="T6" fmla="*/ 116 w 116"/>
                <a:gd name="T7" fmla="*/ 189 h 189"/>
                <a:gd name="T8" fmla="*/ 78 w 116"/>
                <a:gd name="T9" fmla="*/ 0 h 189"/>
                <a:gd name="T10" fmla="*/ 38 w 116"/>
                <a:gd name="T11" fmla="*/ 0 h 189"/>
                <a:gd name="T12" fmla="*/ 0 w 116"/>
                <a:gd name="T13" fmla="*/ 189 h 189"/>
                <a:gd name="T14" fmla="*/ 30 w 116"/>
                <a:gd name="T15" fmla="*/ 189 h 189"/>
                <a:gd name="T16" fmla="*/ 38 w 116"/>
                <a:gd name="T17" fmla="*/ 148 h 189"/>
                <a:gd name="T18" fmla="*/ 57 w 116"/>
                <a:gd name="T19" fmla="*/ 36 h 189"/>
                <a:gd name="T20" fmla="*/ 73 w 116"/>
                <a:gd name="T21" fmla="*/ 121 h 189"/>
                <a:gd name="T22" fmla="*/ 42 w 116"/>
                <a:gd name="T23" fmla="*/ 121 h 189"/>
                <a:gd name="T24" fmla="*/ 57 w 116"/>
                <a:gd name="T25" fmla="*/ 36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89">
                  <a:moveTo>
                    <a:pt x="38" y="148"/>
                  </a:moveTo>
                  <a:lnTo>
                    <a:pt x="78" y="148"/>
                  </a:lnTo>
                  <a:lnTo>
                    <a:pt x="86" y="189"/>
                  </a:lnTo>
                  <a:lnTo>
                    <a:pt x="116" y="189"/>
                  </a:lnTo>
                  <a:lnTo>
                    <a:pt x="78" y="0"/>
                  </a:lnTo>
                  <a:lnTo>
                    <a:pt x="38" y="0"/>
                  </a:lnTo>
                  <a:lnTo>
                    <a:pt x="0" y="189"/>
                  </a:lnTo>
                  <a:lnTo>
                    <a:pt x="30" y="189"/>
                  </a:lnTo>
                  <a:lnTo>
                    <a:pt x="38" y="148"/>
                  </a:lnTo>
                  <a:close/>
                  <a:moveTo>
                    <a:pt x="57" y="36"/>
                  </a:moveTo>
                  <a:lnTo>
                    <a:pt x="73" y="121"/>
                  </a:lnTo>
                  <a:lnTo>
                    <a:pt x="42" y="121"/>
                  </a:lnTo>
                  <a:lnTo>
                    <a:pt x="57"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235"/>
            <p:cNvSpPr>
              <a:spLocks/>
            </p:cNvSpPr>
            <p:nvPr/>
          </p:nvSpPr>
          <p:spPr bwMode="auto">
            <a:xfrm>
              <a:off x="7764463" y="244475"/>
              <a:ext cx="165100" cy="300037"/>
            </a:xfrm>
            <a:custGeom>
              <a:avLst/>
              <a:gdLst>
                <a:gd name="T0" fmla="*/ 27 w 104"/>
                <a:gd name="T1" fmla="*/ 63 h 189"/>
                <a:gd name="T2" fmla="*/ 78 w 104"/>
                <a:gd name="T3" fmla="*/ 189 h 189"/>
                <a:gd name="T4" fmla="*/ 104 w 104"/>
                <a:gd name="T5" fmla="*/ 189 h 189"/>
                <a:gd name="T6" fmla="*/ 104 w 104"/>
                <a:gd name="T7" fmla="*/ 0 h 189"/>
                <a:gd name="T8" fmla="*/ 77 w 104"/>
                <a:gd name="T9" fmla="*/ 0 h 189"/>
                <a:gd name="T10" fmla="*/ 77 w 104"/>
                <a:gd name="T11" fmla="*/ 118 h 189"/>
                <a:gd name="T12" fmla="*/ 29 w 104"/>
                <a:gd name="T13" fmla="*/ 0 h 189"/>
                <a:gd name="T14" fmla="*/ 0 w 104"/>
                <a:gd name="T15" fmla="*/ 0 h 189"/>
                <a:gd name="T16" fmla="*/ 0 w 104"/>
                <a:gd name="T17" fmla="*/ 189 h 189"/>
                <a:gd name="T18" fmla="*/ 27 w 104"/>
                <a:gd name="T19" fmla="*/ 189 h 189"/>
                <a:gd name="T20" fmla="*/ 27 w 104"/>
                <a:gd name="T21" fmla="*/ 63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189">
                  <a:moveTo>
                    <a:pt x="27" y="63"/>
                  </a:moveTo>
                  <a:lnTo>
                    <a:pt x="78" y="189"/>
                  </a:lnTo>
                  <a:lnTo>
                    <a:pt x="104" y="189"/>
                  </a:lnTo>
                  <a:lnTo>
                    <a:pt x="104" y="0"/>
                  </a:lnTo>
                  <a:lnTo>
                    <a:pt x="77" y="0"/>
                  </a:lnTo>
                  <a:lnTo>
                    <a:pt x="77" y="118"/>
                  </a:lnTo>
                  <a:lnTo>
                    <a:pt x="29" y="0"/>
                  </a:lnTo>
                  <a:lnTo>
                    <a:pt x="0" y="0"/>
                  </a:lnTo>
                  <a:lnTo>
                    <a:pt x="0" y="189"/>
                  </a:lnTo>
                  <a:lnTo>
                    <a:pt x="27" y="189"/>
                  </a:lnTo>
                  <a:lnTo>
                    <a:pt x="27" y="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153815598"/>
      </p:ext>
    </p:extLst>
  </p:cSld>
  <p:clrMapOvr>
    <a:masterClrMapping/>
  </p:clrMapOvr>
</p:sld>
</file>

<file path=ppt/theme/theme1.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自定义 1">
      <a:majorFont>
        <a:latin typeface="Calibri"/>
        <a:ea typeface="微软雅黑"/>
        <a:cs typeface=""/>
      </a:majorFont>
      <a:minorFont>
        <a:latin typeface="Calibri"/>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rgbClr val="9C298C"/>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5833</TotalTime>
  <Words>24325</Words>
  <Application>Microsoft Office PowerPoint</Application>
  <PresentationFormat>宽屏</PresentationFormat>
  <Paragraphs>3931</Paragraphs>
  <Slides>355</Slides>
  <Notes>5</Notes>
  <HiddenSlides>0</HiddenSlides>
  <MMClips>0</MMClips>
  <ScaleCrop>false</ScaleCrop>
  <HeadingPairs>
    <vt:vector size="6" baseType="variant">
      <vt:variant>
        <vt:lpstr>已用的字体</vt:lpstr>
      </vt:variant>
      <vt:variant>
        <vt:i4>18</vt:i4>
      </vt:variant>
      <vt:variant>
        <vt:lpstr>主题</vt:lpstr>
      </vt:variant>
      <vt:variant>
        <vt:i4>1</vt:i4>
      </vt:variant>
      <vt:variant>
        <vt:lpstr>幻灯片标题</vt:lpstr>
      </vt:variant>
      <vt:variant>
        <vt:i4>355</vt:i4>
      </vt:variant>
    </vt:vector>
  </HeadingPairs>
  <TitlesOfParts>
    <vt:vector size="374" baseType="lpstr">
      <vt:lpstr>Adobe 黑体 Std R</vt:lpstr>
      <vt:lpstr>Arial Unicode MS</vt:lpstr>
      <vt:lpstr>Gill Sans</vt:lpstr>
      <vt:lpstr>Myriad Roman</vt:lpstr>
      <vt:lpstr>方正正粗黑简体</vt:lpstr>
      <vt:lpstr>宋体</vt:lpstr>
      <vt:lpstr>微软雅黑</vt:lpstr>
      <vt:lpstr>微软雅黑 Light</vt:lpstr>
      <vt:lpstr>Agency FB</vt:lpstr>
      <vt:lpstr>Arial</vt:lpstr>
      <vt:lpstr>Arial Black</vt:lpstr>
      <vt:lpstr>Calibri</vt:lpstr>
      <vt:lpstr>Century Gothic</vt:lpstr>
      <vt:lpstr>Impact</vt:lpstr>
      <vt:lpstr>Lucida Sans Unicode</vt:lpstr>
      <vt:lpstr>Open Sans</vt:lpstr>
      <vt:lpstr>Tahoma</vt:lpstr>
      <vt:lpstr>Wingdings</vt:lpstr>
      <vt:lpstr>Office 主题</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Company>Microsoft</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仝德志</dc:creator>
  <cp:lastModifiedBy>镇平 吴</cp:lastModifiedBy>
  <cp:revision>2439</cp:revision>
  <dcterms:created xsi:type="dcterms:W3CDTF">2015-11-18T07:05:25Z</dcterms:created>
  <dcterms:modified xsi:type="dcterms:W3CDTF">2025-08-24T20:19:46Z</dcterms:modified>
</cp:coreProperties>
</file>